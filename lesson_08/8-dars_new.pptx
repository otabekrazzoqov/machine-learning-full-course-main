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307" r:id="rId6"/>
    <p:sldId id="304" r:id="rId7"/>
    <p:sldId id="305" r:id="rId8"/>
    <p:sldId id="308" r:id="rId9"/>
    <p:sldId id="309" r:id="rId10"/>
    <p:sldId id="310" r:id="rId11"/>
    <p:sldId id="311" r:id="rId12"/>
    <p:sldId id="312" r:id="rId13"/>
    <p:sldId id="313" r:id="rId14"/>
    <p:sldId id="315" r:id="rId15"/>
    <p:sldId id="316" r:id="rId16"/>
    <p:sldId id="317" r:id="rId17"/>
    <p:sldId id="314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60"/>
  </p:normalViewPr>
  <p:slideViewPr>
    <p:cSldViewPr snapToGrid="0">
      <p:cViewPr>
        <p:scale>
          <a:sx n="75" d="100"/>
          <a:sy n="75" d="100"/>
        </p:scale>
        <p:origin x="965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2-22T10:04:46.76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3879 9256 699 0,'-2'-12'46'31,"0"-2"0"-31,1-2 5 0,2 2 3 0,1 2 0 0,2 0-11 0,-1-1-9 0,1-1-13 0,2-1-10 0,1 2-4 0,1-1-3 0,1 2-5 0,0 0 5 16,0 2-3-16,1 0-2 0,1 0 0 0,0 1 1 0,2 0 2 16,0 0-1-16,1 1-1 0,2 0-2 0,-1 0 1 0,1 0 1 0,-1-1 2 15,1 2 2-15,0 0 2 0,0 1 1 0,2 1 4 0,-1 1 4 16,2 1 5-16,-2 2 1 0,1 0 5 0,1 1 2 0,-1 1-2 0,2 0 4 15,-1 2 0-15,-1 0 1 0,1 1 0 0,1 0-1 0,0 2-2 16,0 0 1-16,1 1 1 0,-1 0-1 0,1 0 2 0,2-1-7 0,0 0 4 16,4-1-5-16,-1-1-1 0,1 0-2 0,4 0-6 0,-2-1 1 0,3 1-3 15,-3 0-4-15,0 1-2 0,-1 0-2 0,1 0 0 0,-1 1 0 0,1-1-3 16,-1-1 3-16,1 2-4 0,-2-1-5 0,2 0 4 0,-2 0-6 16,0 0 2-16,0 1 8 0,-1-1-5 0,0 2 4 0,-2-1-1 0,1 1 0 15,0-1-1-15,-2 1 0 0,1 0 4 0,0 0-1 0,1 0 3 16,1-1 1-16,-1 1-1 0,0 0 6 0,-1-1-3 0,1-1 3 0,0 1 1 15,2-2 3-15,0 0 4 0,1 0 4 0,1-1-4 0,-1 0-4 0,1 0 2 16,0 0-7-16,-1-1 4 0,0 0 3 0,0 0-2 0,-1 0 4 16,2-1-1-16,-1 1-2 0,0-1-3 0,1 0 2 0,0 0-6 0,1 0-2 15,0 0 2-15,-1 0-3 0,-1 1 3 0,0 0-1 0,0 0-1 0,1-1 2 16,0 0-2-16,2 0-3 0,0-1-3 0,1 0-4 0,-1 1 2 16,0 0 2-16,-1-1-1 0,1 0 4 0,2 0 0 0,0 0 0 0,-1-2 1 15,2 0 2-15,-1-1 1 0,2-1 0 0,1 0 0 0,1 1-4 0,0-2 3 16,-1-1 3-16,0 1-3 0,1 0-1 0,0 0 1 0,0 0-14 15,-1 0 9-15,-1 0-3 0,-3 2 1 0,-2 1 8 0,1 1-5 0,-2 0 2 16,-1 1 2-16,1 0-2 0,-2 0 1 0,1-1 4 0,1 1-5 16,1 0 3-16,-1-1-3 0,1 1 1 0,-3 1-1 0,1-1-3 0,0 0 2 15,0 1-1-15,0 0-2 0,1 1 1 0,-2 0 0 0,-1-1-9 0,0 3 3 16,-3 0 1-16,0 1-1 0,0 0 0 0,-3 1 3 0,2 1 0 16,0-1 0-16,1 1 5 0,2-1-2 0,-2 1-5 0,2-2 5 0,0 0-6 15,1 1 3-15,2-1 2 0,0 0-4 0,2 1 4 0,-2-2-1 0,1 0 2 16,0-1 2-16,1 1-2 0,-1-1-2 0,2 0 1 0,-1 1-1 15,0-1-2-15,0 1 4 0,1-2-3 0,-1 1 4 0,1 0 1 0,1-2 1 16,1 1 2-16,1-1-5 0,1-1 6 0,0 0-2 0,1-1 3 16,3-1 2-16,-1 0-8 0,1 0 6 0,-1-1-4 0,1 1 2 0,2-1-1 15,-1 0-1-15,-1-1 5 0,2 1-4 0,-2-1 0 0,1 1 3 0,1-1-10 16,-1 0 4-16,0 0 4 0,1 0-8 0,-1 0 6 0,1 0-4 16,0 0 1-16,-2 1 2 0,-1-1-2 0,-1 1 0 0,0 0 0 0,1 2 2 15,-2 0 1-15,-1 1 0 0,1 0 2 0,-3 0-4 0,2 1-1 0,-2 0 5 16,0 0-10-16,-1 0 10 0,2 1-5 0,0-1-3 0,1 1 6 15,3 0-4-15,-1 0 1 0,1 0 2 0,0-1-3 0,1 0 2 0,3 0 3 16,-2-1-4-16,1 0-3 0,1 0 2 0,-1 0-2 0,2 0 0 16,-1 0 3-16,-1-1 2 0,0 1 1 0,0 0 0 0,0-1-2 0,0 1-1 15,0 0 0-15,-1 0 3 0,1-1 2 0,0 2 2 0,0-1-5 0,-2 0-2 16,1 0 2-16,-2 0-2 0,0 1 4 0,2 0-6 0,-3 0 6 16,0-1-4-16,2 1-1 0,-2 0 1 0,1 1-1 0,1-1-2 0,-1 1 0 15,1 0 1-15,1 0-1 0,1 1-1 0,1-1 4 0,-1 0-8 16,1 0 2-16,0 0-2 0,1-1 0 0,-1 1 7 0,1 0-1 0,1-1 4 15,0 1 0-15,1-1 5 0,2 0-4 0,-1 0 4 0,0 0-4 0,1-1 3 16,0 0 1-16,3 0-7 0,-3 0-3 0,1 0 1 0,-1-1-1 16,0 0 9-16,-2-1 1 0,2 1-7 0,0-1 3 0,1 1-2 0,0-1 7 15,-2 0-6-15,0 0 0 0,-1 1 2 0,2-1-6 0,-2 0 6 0,-1 0-5 16,0 0 4-16,0 1-4 0,-3 0 1 0,1 0 1 0,1 0 2 16,-1 0 3-16,2 0-3 0,2 0 1 0,0 0-7 0,1 0-3 0,1 0 4 15,1-1-1-15,2 0 2 0,-3 1-4 0,1-1 2 0,-2 0 0 0,0 0-1 16,2-1 2-16,-2 1-1 0,2 0 2 0,0 0 0 0,0 0-2 15,1-1 7-15,-3 0-4 0,1 1-1 0,0-1-1 0,1 1-1 0,0-1 0 16,-1 0 4-16,-1-1 2 0,0 1-1 0,1-1 0 0,-1 0 4 16,-2 1-2-16,0 0-2 0,-1 0 1 0,-1 0-6 0,-1 1 2 0,0-1 0 15,-2 0 0-15,-1 1 3 0,-1 1 1 0,-1-1-2 0,-2 1 1 0,0-1-3 16,-1-1-2-16,-1 1 3 0,1-1-5 0,-1-1 4 0,0 1-5 16,1 0 1-16,-4-1 4 0,2 0-2 0,-2-1 5 0,2-1-2 0,-2 0-3 15,1-1 2-15,-3 1-4 0,1-2 5 0,-3 1 3 0,1-2-1 0,-1 0 2 16,0-1-4-16,-2 0 2 0,1 0-7 0,0-3 8 0,-1 0-5 15,0 0 4-15,0-2 4 0,-2 0-9 0,0-1 0 0,0-1 0 0,-1 1-3 16,0-1 4-16,-2-1-4 0,0-1-7 0,-2 0-1 0,0-1 6 16,-2 0 7-16,1-1 3 0,-1-2 2 0,0-1-14 0,-2 0-2 0,0-1 1 15,-2 1-4-15,-1-2 2 0,-1 1 3 0,-2 1-7 0,-3-3 3 0,0 0-6 16,-3-3-12-16,-2 1 4 0,-3-2 2 0,-2 1-2 0,-3-1 10 16,-4-1 0-16,-4-1 0 0,-3-1 2 0,-5-3-5 0,-5 3 10 0,-3-3 3 15,-5-1 0-15,-4 1 2 0,-2-1-7 0,0 2-1 0,-3 1 0 0,-2-1-1 16,-2 2 0-16,-3-2-1 0,-2 1 0 0,-2 1 2 0,-3 2 0 15,-1 1-2-15,-1 0 0 0,-1 2 0 0,0 0 2 0,0 1 0 0,-2 3 2 16,-2 1 9-16,-1 1-3 0,-2 1 3 0,-2 2 0 0,-3 1-3 16,1 2-2-16,-1 1 5 0,1 1 1 0,-2 2-4 0,-3 0-1 0,-1 2-3 15,-2 1 6-15,-3 1-2 0,0 1 3 0,-3 2-3 0,0 0-4 0,-2 1 3 16,1 2-1-16,-2 0-4 0,0 2 1 0,-1 1 0 0,1 0-7 16,0 1 1-16,1 1-3 0,0 2 1 0,1 0 3 15,-1 1 1-15,3 1 1 0,0 1 2 0,1 1 0 0,1 1 1 0,-2 0-1 0,2 1 0 0,-2 1-1 16,3-1 2-16,-1 1 1 0,1 1 2 0,1 0 8 0,-2 0-3 15,1-1 5-15,-3 1-7 0,1 0-8 0,1-2 2 0,-2 2-2 0,1-2 5 16,-4 1 13-16,0 2-1 0,-3-1 4 0,0 2-7 0,-1-1-1 16,0-1-4-16,-1 2 4 0,-2 0-2 0,2 0-1 0,0-1 2 0,3 2-4 15,0-2-1-15,2 0 2 0,1 0-1 0,2-2 2 0,0 3 3 0,0-1-3 16,4 0 0-16,0 0 0 0,3 0-3 0,0 2 3 0,-1 0 2 16,3 0-5-16,-1-1 4 0,0-1-1 0,3 0 3 0,-2 0 0 0,0-1-1 15,1 1 7-15,0 0-6 0,-1 0 1 0,0-1 1 0,-1-1-5 0,0 0 1 16,-1 1 2-16,3 0 0 0,-1-1-3 0,-1 0 2 0,1-3-4 15,2 1 5-15,-2 0-1 0,3-2 1 0,0 1 0 0,2-2-5 0,0 2 4 16,0-1-2-16,1-2 3 0,0 2-3 0,2-1 1 0,0 0-2 16,1 1-1-16,0-1 4 0,2 1-4 0,0 0 5 0,0-1-7 0,2 0-1 15,0 1 1-15,1-1-2 0,0 1 6 0,1 2 1 0,1-2 1 0,1 2-2 16,1-1 10-16,1-1 7 0,0 1 1 0,0 0-1 0,1 1-10 16,0 0-7-16,-1 1-1 0,1 0 1 0,2-1-2 0,-1 2 2 0,3 0 2 15,2-1-1-15,1 0 6 0,2-1 2 0,3-1-3 0,2 1-1 0,1 0-1 16,4 0-5-16,1 1 1 0,0 1 1 0,3 0-5 0,-1 2 0 15,4 2 0-15,-1 2-2 0,3 2 3 0,0 2 1 0,0-1-7 0,1 1-9 16,1 1-17-16,2 1-36 0,0 0-35 0,1 3-28 0,-1 0-28 16,-1 1-21-16,1 2-18 0,-1-2-23 0,2 2-48 0,-1-4-228 0</inkml:trace>
  <inkml:trace contextRef="#ctx0" brushRef="#br0" timeOffset="915.99">2904 5646 1621 0,'-30'-51'236'0,"-2"-1"-225"0,-3-11 1 0,10 13 14 0,7 8 8 0,0 2 5 16,3 3-8-16,0 3-19 0,3 3-2 0,2 3-7 0,1 3-2 16,1 2-8-16,2 4-8 0,0 1-10 0,2 2-9 0,0 2-4 0,2 3-4 15,1 0-7-15,1 2 3 0,1 1-1 0,3 1 4 0,1-1 13 0,3-1 1 16,1 1 7-16,4-2 4 0,2-1 0 0,4 0 4 0,4-2 2 15,1 2-2-15,5-3 1 0,1-1 3 0,3 0 3 0,3-2 5 0,4 0 2 16,3-3 0-16,1-1 0 0,4-1 2 0,1-2 2 0,3-4 5 16,4-3 6-16,4-1 6 0,4-3 4 0,4 2 4 0,5-1 1 0,2-1 3 15,5-1-4-15,4-2-1 0,2 2 7 0,5-1 1 0,3 1 9 0,4 0 0 16,3 1-10-16,0 3 0 0,2 2-6 0,-1 3-4 0,1 1 0 16,4 3-5-16,0 4-4 0,0 0-2 0,2 2-4 0,0 2-1 0,4-1 2 15,2 2-1-15,3 2-3 0,2 2 3 0,1 3-4 0,0 2-3 0,2 2 0 16,-1 2-3-16,1 1 0 0,4 2 3 0,0 3 1 0,0 0-2 15,-1 4 1-15,-1 3-5 0,0 4 1 0,-3 2 2 0,-1 0-1 0,-1 4 3 16,-2 0-1-16,-5 2-2 0,-3 2 1 0,-5 3-2 0,-3 2 1 16,-1 3 2-16,-6 3-2 0,-3 0-1 0,-6 2-3 0,-3 2 5 0,-4-1-2 15,-4 3 6-15,-3 2 0 0,-4 0-7 0,-3 3 4 0,-4 0-7 0,-2 1 3 16,-3 1 0-16,-4-3 1 0,-1 2-1 0,-1 0-7 0,-3 1 4 16,-2 0-3-16,-2 0 3 0,-1-1 6 0,-2 0 1 0,-3 2-4 0,-1 0 2 15,-4 0-1-15,-1-1-2 0,-4 0-2 0,0-1 5 0,-3 0-1 0,-2 1-3 16,-1-1 4-16,-3 0-2 0,-4 0 4 0,-1 0-2 0,-1 0 0 15,-2-1-2-15,-2-1 2 0,-2 0 2 0,-2 0-2 0,-3-1 1 0,-1-1-1 16,-3 1 0-16,-3-1-7 0,-2 3 4 0,-2-2 0 0,-2 0 5 16,-3 1 8-16,-4 0-6 0,-3 0-1 0,-3 0-2 0,-2 0 4 0,-2 0-1 15,-2-3-1-15,-4-1-5 0,-2 0-3 0,-2 0 2 0,-5-1-7 0,0-1 1 16,-2 0 10-16,-4-4 1 0,-1 1 4 0,-3 0 2 0,0-2-11 16,-1 0 5-16,-3-1-1 0,-4 2 2 0,-1-2 2 0,-4 0-5 0,-1-1 1 15,-2-3 0-15,-1 1-2 0,-1-2 2 0,-1 2 1 0,-1-3 1 0,-3 2 4 16,-4-2-10-16,-1 0 2 0,-1-2 1 0,0 1 3 0,-1-1 7 15,0 0 0-15,0-1-3 0,-1-2-2 0,-1 1-1 0,0-2 0 0,0 0-1 16,0-1 0-16,-1-1-1 0,-1 2 7 0,1-1-5 0,-1-2-1 16,1 0 0-16,0-2-5 0,0-3-1 0,3 0 6 0,-2-1-3 0,1-2 8 15,1-2 1-15,-2-2-4 0,0-2 3 0,1-1-5 0,1-1 1 0,2-3 1 16,2-2 10-16,-1-2-3 0,1-1 3 0,0-2 3 0,0-2-9 16,1-3 6-16,1-1 0 0,1-4 2 0,2 0 13 0,0-2 6 0,0-3 1 15,2-3 2-15,0-2-3 0,3-3-1 0,2 0-1 0,3 0-1 0,1-2-5 16,2-2-4-16,1-1 4 0,1-1-12 0,2-1 10 0,1 0 3 15,4-3-10-15,2 2 10 0,2-2-7 0,2 0-1 0,1 2-2 0,4-1 3 16,3 2-7-16,0-2 0 0,3-1 3 0,2 2-10 0,-1 0-4 16,1-1-6-16,-1 2-2 0,1-2-2 0,2 2-17 0,4 3 8 0,4 2-5 15,3 2-9-15,1 2-10 0,0 1-24 0,4 2-32 0,0 0-24 0,1 2-19 16,2 2-36-16,0 0-37 0,1 2-49 0,0 3-75 0,0 0-125 16,2 0-231-16</inkml:trace>
  <inkml:trace contextRef="#ctx0" brushRef="#br0" timeOffset="2852.03">3426 9298 1333 0,'-17'-14'14'0,"-2"-1"17"0,-2-2 9 0,3 2 4 16,2 2 3-16,3 0-7 0,0-2-3 0,1 1-12 0,0 0-6 16,0-1 0-16,2 2-11 0,-1 1-2 0,1 0-2 0,0 1-3 0,0 0 0 15,-2 1-3-15,2 1-1 0,-2 1 1 0,2-1-2 0,-1-1-1 0,0 1 1 16,1-1-2-16,-1-1 2 0,1 1 0 0,-2 0-1 0,1-1-1 15,0-1 2-15,0 1 5 0,2 0-1 0,-2 0 1 0,1-1-1 0,-1-2 3 16,1 0 0-16,0-1 3 0,1 0 12 0,0-1-1 0,0-2 5 16,1 0 1-16,2-2-3 0,1 0-2 0,0 0 2 0,2-2-3 0,1 0-1 15,3 1-1-15,1-1-1 0,2-1 2 0,3 1-5 0,2-2 1 0,3-1-6 16,2-2-1-16,2-2-6 0,5 1-1 0,2 0 0 0,2 0-1 16,4 0 4-16,4 0-2 0,3 1 1 0,3 0-5 0,4 1-5 0,4 0 2 15,2 4 0-15,0 1 3 0,2 1-6 0,3 2-8 0,3-1-7 16,5 0-10-16,1 1-3 0,3 0-3 0,3 1-6 0,3 1 2 0,4 1-7 15,-1 1-18-15,5 0-11 0,-1 2-16 0,0 2-15 0,3 0-6 0,-1 1-13 16,0 1-15-16,3 1-16 0,1 1-94 0,0 1-18 0</inkml:trace>
  <inkml:trace contextRef="#ctx0" brushRef="#br0" timeOffset="7200.04">4592 9529 1004 0,'-22'-7'87'0,"-2"1"-76"0,-1-1-5 16,6 0-2-16,4 0 8 0,3 2 4 0,-3-3 0 0,0 1-4 16,-1 0-7-16,1 0-5 0,0 1-4 0,0 0 0 0,0 0 0 0,2 1 0 15,-2 0-4-15,-1 1-2 0,-1-1-1 0,1 1 2 0,-1-1 2 16,0 1-4-16,-1 0-3 0,-1 1-6 0,-2 0-1 0,-1 2-1 0,0-1 3 15,-2 3 5-15,-1 0 3 0,-1 2 5 0,-1 0 2 0,-2 2 4 0,-2 1 2 16,-3 0 6-16,0 0 4 0,-1-1 1 0,1 1 2 0,-2 0-3 16,1 0 1-16,-2-1-1 0,-1 0 4 0,2-1 4 0,-1 1 3 0,3-1 1 15,0 0 2-15,0-1 3 0,1 1 2 0,0-1 9 0,2 1 4 0,0 0 10 16,1 0 3-16,-2 2 1 0,2 0-16 0,0 1-10 0,3 2-6 16,-1 1-10-16,0 2 10 0,1 2-6 0,-1 3-3 0,0 2-7 0,-1 2-10 15,2 4 5-15,-2 1-3 0,2 1 5 0,-1 1-4 0,3-1-6 16,1 3 3-16,0 0-2 0,3 0 0 0,0 1 1 0,2-1-3 0,4-2-2 15,1 1 5-15,2-1-2 0,1 1-2 0,1-1-1 0,1 2-1 0,3-2-5 16,-1 1 4-16,3 0 5 0,0 0 0 0,1 1 5 0,1-2 2 16,2 2-4-16,2-5-6 0,0 1 1 0,1-3-5 0,3-1 1 0,1 0 8 15,1-1-1-15,3 1 1 0,-1-1 0 0,2-1 2 0,3-1 0 0,-2-1 4 16,4-2 4-16,0 0-5 0,2-1 6 0,0 0 1 0,2-2-1 16,3 1 4-16,1 0-5 0,2 0-2 0,0-1 0 0,2 0 5 0,0-1 6 15,4 1 0-15,0-1-2 0,1 0-6 0,0-1-2 0,1 1-5 16,2 0-1-16,1 0 1 0,1 0-11 0,-1-3 7 0,0 1-1 0,1 0 4 15,1 0 6-15,0 1-2 0,2-1 3 0,-1-2-1 0,0 0-1 0,1 0 0 16,0-2-5-16,1 0 6 0,0 0 0 0,1-2 0 0,1-2 3 16,1 1-3-16,1-2 3 0,-2 0 2 0,2-2 3 0,1-1-3 0,2-1-4 15,1-1-3-15,-1 0-2 0,2-1 5 0,0-2-4 0,0-1 0 0,3-1-1 16,0 0-4-16,1-2 0 0,-1-1-1 0,-1 0-6 0,0 0 8 16,0 1 5-16,0-1 1 0,-2 0 2 0,-1 0-9 0,0 1 0 0,-3 0 0 15,2 0 0-15,-2 1 5 0,-2 0-3 0,0 1 3 0,-4 1 1 16,-1 0 4-16,3 2 4 0,-3-1-8 0,-1 2 1 0,1-1-3 0,-4 1 0 15,0 0 10-15,0-1 0 0,-1 1 3 0,0-1-5 0,-1 1 1 0,1-1-2 16,0 0-2-16,0-1 2 0,0-1-4 0,-3 1-1 0,1-1 3 16,-2-1 0-16,0 0-4 0,-1-1 0 0,0 2-8 0,-3-1 4 0,0 0-1 15,-3-1 2-15,0-1 2 0,-3 1-2 0,-1 1 2 0,-2-2 3 0,-2 1 2 16,-1-2-5-16,-1 1 4 0,-1-1 2 0,-3 1 2 0,-2-2 0 16,0 0 2-16,-2-1 3 0,-1 1-2 0,-2-1 9 0,0-2-3 0,-3-1 1 15,-1-1 3-15,-2-2-7 0,-1-2 5 0,-3 1 0 0,-2-2-12 16,-3-1 4-16,0 0-4 0,-3-3-3 0,-4 1 11 0,-2-3-10 0,0 1-4 15,-5-1 1-15,0 0-6 0,-3-1 6 0,-3 1-1 0,-2-1-3 0,-3-1 4 16,-4 0-9-16,-1 0 9 0,-2 0-1 0,-2 2-2 0,-2 1 6 16,-3-1-5-16,-1 1 7 0,-4 0-3 0,0 0-15 0,-1 1 3 0,-4 1 8 15,0-2 4-15,-3 3 7 0,0 1 2 0,-3 0-17 0,-1 2-1 0,0 1-3 16,-3 3-2-16,1 2-8 0,-1 1 2 0,-1 2-3 0,2 1-1 16,-1 3 2-16,2 2-12 0,1 0-5 0,3 3-14 0,0 2-20 0,3 1-18 15,3 3-13-15,2 2-17 0,3 3-13 0,2 2-22 0,3 3-35 16,4 4-63-16,3 3-70 0,3 2-226 0,3 4 121 0</inkml:trace>
  <inkml:trace contextRef="#ctx0" brushRef="#br0" timeOffset="39936.58">3904 12368 868 0,'-8'-3'235'0,"1"1"-166"0,1-1-66 0,4-1-29 0,3 0 0 16,1 0 1-16,3-2 12 0,0-1 5 0,3-2-3 0,1-1-11 0,2 0-11 15,1-1-14-15,0 0-10 0,3 0-2 0,0 0 6 0,1 2 7 16,-1-1 13-16,-1 1 9 0,-1 1 4 0,0-1 10 0,-2 2 3 0,0 0 4 16,0 0 6-16,-1 2 3 0,0 0 8 0,0 0 6 0,0 1 3 15,0 0 3-15,1 1 0 0,1 0-2 0,0 0 4 0,0 0-4 0,0 1 5 16,0-1-1-16,1 1-1 0,1 0-1 0,0 1-3 0,1 0 6 0,2 1 0 16,1-1 4-16,0 0-3 0,3 1-5 0,2-1-2 0,0 1 3 15,3-1 0-15,1 1 4 0,1 0-2 0,0 0-5 0,1 0 0 0,-1 0-2 16,4 1 3-16,-1 0-1 0,2 1-2 0,-1 0-3 0,-1 1-2 0,-2 1 1 15,3 1-2-15,-1 1-1 0,1 0-2 0,1 0 0 0,-1-1-2 16,0 1 4-16,2 0-8 0,-1 0 5 0,3 1 1 0,0-1 4 0,2-1 12 16,2 0 0-16,0 0 7 0,3 0 3 0,1-1-2 0,1 0 5 15,0 0 0-15,1 0-4 0,4 0-2 0,0-1-2 0,1 1-4 0,2-1-1 16,1 1-2-16,2-1-6 0,1 1-5 0,1-2-1 0,0 0-5 0,2 0 1 16,1-1-7-16,0 0 0 0,0-1-3 0,0 0-2 0,0 0 8 15,1-1-5-15,-1-1 4 0,1 1 2 0,-1-2-6 0,1 1 8 0,0-1-4 16,0-1 4-16,0 1-2 0,1-2 2 0,0 1 5 0,0-2-2 0,0 1 0 15,1-1-4-15,0 1-3 0,0-1-2 0,2-1 5 0,-2 1-5 16,1-1 3-16,1 0-1 0,0 1-7 0,-1-1 2 0,1 0 0 0,1 0 3 16,0-3 1-16,3 0 1 0,-1 0-4 0,1-2 1 0,1 0-1 15,-1 0-2-15,0-1 1 0,-1 0 3 0,0-1-6 0,-2 1 3 0,0-1-6 16,-1 0-4-16,-3 1 13 0,-1 1 2 0,-2 2 6 0,-2-1 4 0,-2-1-8 16,-4 1 0-16,0 0 2 0,-3 1 0 0,-2 1 2 0,-1-1 2 15,-3 1-4-15,0-1 2 0,-4 0-5 0,0 1-2 0,-1 0 2 0,-2 0-1 16,-1 0 4-16,-3 0-2 0,-2-1-4 0,-1 1 3 0,-1 0-1 0,-3 2 0 15,-1-2 4-15,-4 1 0 0,-1 0 3 0,-2-1 2 0,0 0 0 16,-3-1 1-16,0 2 1 0,0-1-1 0,-3-1-1 0,-1 0 3 0,-2-1 5 16,-2-2-4-16,0 1 2 0,-2-2-1 0,-2-2-9 0,-1 1 3 15,-2 0-12-15,-2-2-9 0,-2-1-3 0,-3-1-8 0,-3 0-2 0,-3-3 1 16,-3 0-1-16,-3 0 15 0,1-1 2 0,-3 1-6 0,-2-1 9 0,-2 1-2 16,-4 1 7-16,0 0 9 0,-4 0-2 0,0 0-4 0,-1 0-2 15,-4-1 5-15,-1 2-1 0,-2-1-4 0,-3 1-2 0,-1 2-1 0,-1-1-2 16,-2 2-2-16,-2 0 2 0,-1 0-2 0,-2 0-1 0,0-1-5 0,-3 1-4 15,-2-1 4-15,0 0 5 0,-1 3-5 0,-1 0 9 0,0-1-2 16,-1 1 1-16,1 2 3 0,-1-1-3 0,1 0 5 0,1 0-4 0,-1 0-2 16,0 1 5-16,-2-1 0 0,2 1-3 0,-2 0 4 0,-1 1-7 15,2-2 2-15,-2 1-3 0,1-1 3 0,1 0-1 0,-2 2 1 0,-1-1 11 16,-1 0-2-16,0 0-1 0,1 0 0 0,0 0-10 0,1-1 4 0,0-1-2 16,0 1-2-16,-2 0 1 0,-2 0 2 0,-1 1 2 0,2 0 2 15,0-2 2-15,1 2-3 0,3-2-2 0,-1 0-2 0,1 2-2 0,2 1 2 16,-1-2 3-16,1 1 4 0,-1-1-2 0,0 1-1 0,2 1-2 0,-2-1 1 15,2 0 0-15,0 0 1 0,0 1-4 0,2-1 1 0,-1 1-1 16,0-1 10-16,0 1-1 0,0 0-4 0,1 0 2 0,1 1-7 0,-2 1-2 16,0 1 4-16,1 0-2 0,-2 1-2 0,3 0 2 0,-1 0 5 0,-3 1 1 15,1 0-6-15,-1 1 3 0,-1 0-7 0,2 2 0 0,-2 0 4 16,1 0 0-16,1 1-6 0,0 1 6 0,1 1 0 0,1 0 2 0,3 1 4 16,1 0-8-16,0 1 2 0,4 2 2 0,2 1 0 0,1 2 2 15,1 1-4-15,1 1 0 0,3 2 2 0,1 0-2 0,3 2 2 0,2-1-2 16,2 2 3-16,4 1 0 0,0 1 2 0,5 0-3 0,1 2-4 0,3 2 4 15,3 0-1-15,1 3 2 0,2 1 1 0,4 0-4 0,0 1-4 16,2 1 1-16,1 1 5 0,0 2-5 0,0 1-4 0,0 3-3 0,3 0 1 16,-1 2-6-16,1-1-4 0,0 2 3 0,0-1-8 0,-1 1-7 15,0 2-5-15,-1-1-14 0,-1 0-9 0,1 0 2 0,0 0-3 0,-1 0 6 16,1-2 6-16,0-1 3 0,0-2-2 0,1 0 0 0,1-1 2 0,1 0-8 16,0-2-5-16,2-1-15 0,0-1-12 0,2-2-19 0,0-1-10 15,2-3-17-15,2 0-16 0,0 0-6 0,3-3-24 0,2 0-55 0,1 0-239 16</inkml:trace>
  <inkml:trace contextRef="#ctx0" brushRef="#br0" timeOffset="60953.07">3738 13638 980 0,'-3'-2'458'0,"1"0"-326"16,0 0-91-16,1-1-42 0,2 2-13 0,1-2 3 0,1 0 6 0,1-3 0 16,3-2 0-16,-1 0-7 0,4-2-17 0,2 2-8 0,2-2-17 15,1-1-14-15,1 1-2 0,1-1 1 0,1-2 10 0,0 1 7 0,1-1 5 16,2 0 11-16,1 1 7 0,1-1 6 0,1 1 11 0,-1-1 3 0,0 2 5 16,0 0 3-16,-2 2 0 0,2 2 5 0,-1 0 3 0,1 2 7 15,1 1 8-15,-1 1 10 0,0 0 8 0,0 2 8 0,-1 1 4 0,1 2-2 16,-1 1-5-16,2 0-2 0,1 1-3 0,-1 2-11 0,3-1-8 0,0 0-5 15,3 2-10-15,1 0 1 0,1 1-3 0,3-1-4 0,2-1 1 16,0 0-2-16,1 0 2 0,3-1-3 0,-2-1 1 0,3-1 1 0,2 0-2 16,0 0 4-16,2-1-4 0,0 1 0 0,1-1 0 0,0 0-2 15,0 0 2-15,1 0 1 0,1 2-2 0,0-1 2 0,0 1 2 0,0 0-4 16,0 0 4-16,2 1 1 0,0 1 2 0,-1 0 4 0,0 0 5 0,-1 2 4 16,0 0-4-16,2 1-1 0,1 1-1 0,0 1 0 0,0 1 2 15,0 1 5-15,0 0-3 0,2 0 7 0,0 1 0 0,2-2-4 0,0 0 5 16,2 0-8-16,0 0 2 0,1-1 0 0,3-1-1 0,0-1-4 0,1 1 0 15,1 0-2-15,0-1-6 0,2 1 3 0,-1-2-1 0,1 0-1 16,-1 2 2-16,1-1 1 0,0 1-3 0,1-1 6 0,0 0 3 0,-1 0 4 16,1-1 2-16,0 0 5 0,2-1 8 0,-2 1 1 0,2-1 5 0,2 0-3 15,-1-1 1-15,4 0-6 0,-1 0-3 0,1-2-5 0,0 0-7 16,0 0 0-16,0 0-1 0,1-1-2 0,-1 0-3 0,2-1 1 0,1 0-4 16,-1 0 2-16,-1-1 5 0,1 0-2 0,-3-1 2 0,2-1 1 15,0-1-11-15,-2 0 8 0,3 0-1 0,-1 0-7 0,1-2 5 0,-1 0-4 16,0-1-1-16,0 0 1 0,0 0 1 0,-2-1 0 0,2-1 0 15,-1-2 0-15,-1 1-9 0,0-1-5 0,-2 0 1 0,-1 0 1 0,0-1 6 16,0 0 10-16,-1-1-4 0,2 0-1 0,-1-2-1 0,-2 1-14 0,2-1 2 16,-1-1 5-16,-1-1-1 0,2 1 7 0,-1-2-3 0,-2-1-3 15,1 0 0-15,-3-1 1 0,-1-2-7 0,-1 0-9 0,-3 1 3 0,0-1 3 16,-3 1 6-16,-3 0 9 0,0 0 2 0,-3 1-2 0,-1-1 6 0,-3 1-2 16,-1-1-1-16,-3 1 2 0,-3 1 2 0,0-1-7 0,-4 0-4 15,-3 1-7-15,-2 0 2 0,-4 2 12 0,-1-1 8 0,-3 1 4 0,-3 0 0 16,-2-2-7-16,-2 1 1 0,-3 0 0 0,-4 0-3 0,-1-1 1 0,-2-1-7 15,-2 1-10-15,-2-1 4 0,-2 0-3 0,-2 0 0 0,-2-1-3 16,-2-2-3-16,-3 1 0 0,0-2-2 0,-4-1 9 0,-3 1 1 0,-2-2 1 16,-1 1 9-16,-3 1 0 0,-1 0 1 0,-1 1 3 0,-2-2-3 0,-2 0 2 15,-2 0 4-15,-2-1-1 0,-2 0-1 0,-1 1-11 0,-2-1-2 16,-1 2-1-16,-2-1-2 0,-3 0 7 0,-1 0-7 0,-1 0 1 0,-3-1-2 16,0 1-2-16,-4 0 3 0,-1 0 8 0,0 1 2 0,-2 0 0 0,-1 2 1 15,-2-1-9-15,-1-1-4 0,-3 0-5 0,0 1 3 0,-2 0-2 16,1 2 5-16,-1 1 14 0,-1 0-3 0,-2 3 8 0,0-1-2 0,-1 0-6 15,-1 0 4-15,1 2-8 0,0-1 5 0,-1 0-2 0,1 2-4 16,-2 0 9-16,-3 1-2 0,1 0-3 0,-2 1-4 0,-1 1-13 0,1 1 1 16,-1 0 0-16,0 1-1 0,-1 1 13 0,-1 1 3 0,-1 1 0 15,-1 1 4-15,-2 0-14 0,0 1 0 0,0 0-2 0,-2 2-5 0,1 1 2 16,-1 0-6-16,-1 1 3 0,0 1 3 0,0 1 1 0,-1 1 4 16,1 0-5-16,-3 1 1 0,1 1 1 0,1 0 4 0,0 2 9 0,1-1 7 15,1 1 4-15,0 0-2 0,1-1-2 0,1 1 1 0,-2 0-4 0,2 0-1 16,-2 0-3-16,-1 0-3 0,3 1 5 0,-1-1 2 0,1 0-2 0,2 1-1 15,-3-1 2-15,1 1 2 0,3-1 3 0,-1 0 1 0,2-1 2 16,1 0 2-16,0 0 6 0,2-2 4 0,-1 1-1 0,2-1-3 0,1 1 3 16,-2-1-4-16,2 2 1 0,-1 0 2 0,0 1-5 0,2 0 0 15,-1 1-3-15,0 0 0 0,1 2 2 0,1-2-8 0,-2 2 1 0,4 1-7 16,-1 0-3-16,1 1 2 0,2-2-3 0,0 2 4 0,3-1-8 0,0 0-2 16,4 0-4-16,2-1-8 0,-1 0-11 0,4 1-9 0,1 1-20 15,1-1-14-15,4 0-21 0,-1 1-38 0,1 2-31 0,1 0-49 0,-1 1-51 16,3 1-48-16,1 1-82 0,1 2-264 0</inkml:trace>
  <inkml:trace contextRef="#ctx0" brushRef="#br0" timeOffset="69121.07">10722 16056 1198 0,'-4'1'764'0,"1"1"-676"0,2-1 10 0,4 2-37 16,4-2-9-16,1 0-4 0,4 0-15 0,4-2 11 0,1 0 0 0,4-2 1 15,1-1-4-15,3 0-10 0,1-1-7 0,0-1-3 0,3-1-5 16,0 0-7-16,3-2-6 0,1-1-1 0,3-3 4 0,1-1-2 0,3-2-1 16,1-3-11-16,2-3 8 0,2-2 5 0,2-4-5 0,1-1 9 0,2-4-1 15,2-1-3-15,1-5 14 0,1-2-6 0,2-2 0 0,0-4 4 16,3-1-8-16,2-2 8 0,1-4 1 0,1-1-7 0,3-3 21 0,5-2 1 16,2-3 2-16,1-3 3 0,3-1 3 0,2-5-2 0,3-4 1 0,4 0-1 15,0-5-4-15,4-2-7 0,2 0 4 0,3-3 3 0,2-3-3 16,3-1 7-16,4-3-7 0,1-3-1 0,1-1-2 0,3-3 0 0,3-1-4 15,0-2-1-15,4-4 0 0,1-1-4 0,2-1 4 0,3-3 0 0,1-1 2 16,4-1-5-16,1-3 0 0,2 0-18 0,1-1 10 0,1 0 1 16,4-3-7-16,2 0 20 0,1-2-18 0,1-2 2 0,0 3 6 0,1-1-3 15,0 0-1-15,1-1 2 0,1-1 1 0,2 0 3 0,0-1-2 16,0 3-9-16,0 1-2 0,1 2-1 0,-3 2 5 0,1 3 0 0,-1 1-12 16,-2 2 2-16,1 3-21 0,-4 1 15 0,-3 5 14 0,-2 5-5 0,-4 2 17 15,-2 5-9-15,-4 3-7 0,-4 3-17 0,-3 4 11 0,-5 2 2 16,-1 5-2-16,-6 6 13 0,-3 2-9 0,-2 3-5 0,-7 3-3 0,-2 3 2 15,-7 4-16-15,-3 2-6 0,-4 4-22 0,-6 5-8 0,-4 2-10 0,-5 4-16 16,-5 3-14-16,-5 1-35 0,-4 3-34 0,-5 3-30 0,-5 3-39 16,-4 3-53-16,-3 2-61 0,-4 1-60 0,-3 2-76 0,-3 0-354 0</inkml:trace>
  <inkml:trace contextRef="#ctx0" brushRef="#br0" timeOffset="70204.07">17084 12839 1648 0,'-8'-35'46'16,"1"-2"3"-16,0-9-20 0,4 5-11 0,4 7-4 0,2 0-9 0,1 1-1 15,3 1 0-15,0 3-3 0,0 2 3 0,-1 4-5 0,0 3-7 0,-1 3-3 16,-2 3 2-16,0 4-2 0,-1 3 2 0,-2 3-4 0,0 2 5 16,0 2 2-16,0 0 4 0,-1 1 5 0,-1 3-2 0,0 1 8 0,0 4 1 15,0 3 7-15,-1 4 1 0,-1 6-2 0,0 4 2 0,0 7-9 16,-1 5 3-16,0 5-4 0,-1 4 4 0,-2 6-1 0,0 3-3 0,-2 4 2 15,2 3-7-15,-2 3-2 0,2 0-2 0,-1 5-1 0,1-1 4 0,0-1 0 16,0-2 9-16,1-7-4 0,-1-9 19 0,1-10 22 0,1-10 28 16,1-5 36-16,0-5 4 0,2-3 3 0,-1-2-18 0,1-2-19 0,0-1-8 15,0-3-24-15,-2 1-5 0,1-2-9 0,2-2-9 0,-1 0-1 16,-1-2-9-16,1-1-3 0,0 0-6 0,1-2 2 0,0 0 0 0,1-1-3 16,0-1-5-16,1-1-2 0,0 0 0 0,1 0 0 0,0-1 0 0,0 1-9 15,3-1 3-15,1-2 4 0,2 0 4 0,4-1 8 0,1 0-5 16,3-1-2-16,1 0 2 0,1 0 0 0,5-1 4 0,1 0-1 0,1 0-3 15,4-1-3-15,0-1-5 0,3-2 6 0,1 0 9 0,2-3 0 0,0 0 2 16,1-2 5-16,-2-2 0 0,1 0 3 0,2-3 4 0,-1-2 0 16,2-1 1-16,-1-3 2 0,1 0-14 0,-1-2 13 0,-2-1-5 0,2-1-2 15,-1-1 15-15,-1-3-12 0,0 1-3 0,-2-2-12 0,0-1 8 0,0-1-7 16,-3-1 7-16,0-1-1 0,-3-2-1 0,-1-1-2 0,-3-1-4 16,0-2 4-16,-2-3-24 0,-2 0 7 0,-2-2-5 0,-3-1-4 0,-3 0 20 15,-5 3-7-15,-3 2-1 0,-5 1-5 0,-4 0 1 0,-3-1-1 16,-4-1-3-16,-3 0 7 0,-3 1-1 0,-4 0-14 0,-3 0 6 0,-4 1 6 15,-4 1-15-15,-6 2 13 0,-1 1-8 0,-2 3-3 0,-3 2 11 0,-1 2 5 16,0 3-3-16,-2 1 7 0,-1 4-8 0,-1 3-5 0,-1 5 2 16,1 5-1-16,1 4 4 0,-1 5 5 0,0 3 6 0,0 5 0 0,-2 4-3 15,1 3 0-15,1 3-2 0,1 5-5 0,-1 3 3 0,3 1-2 0,1 5-6 16,1 0-1-16,2 2 0 0,2 3-10 0,0 1-2 0,-1 4-9 16,4 3-8-16,1 1-15 0,1 0-9 0,2 3-4 0,2-2-19 0,3 1-6 15,2-1-22-15,5-1-38 0,3-2-22 0,3 0-36 0,6-2-40 16,3-3-51-16,5-1-62 0,5-6-101 0,5 0-95 0</inkml:trace>
  <inkml:trace contextRef="#ctx0" brushRef="#br0" timeOffset="70487.07">18698 11762 2022 0,'4'-6'190'0,"1"3"-48"0,3 0-76 0,0 4-26 0,0 2-6 16,2 3-11-16,1 4-7 0,2 4 0 16,0 5-4-16,0 2 0 0,-1 6-5 0,-2 3 5 0,-3 7-3 0,-1 3-2 0,-1 5 5 0,-3 4-8 15,0 4 0-15,-2 3 6 0,-1 3-7 0,1 3 0 0,-1 3 1 0,1 4-4 16,-2 4 1-16,0 2 6 0,-1 5-3 0,0 3 0 0,1 0-3 16,1 5-6-16,1-1-1 0,1 3 4 0,0-3-15 0,2-2 4 0,0-2-1 15,1-7 1-15,1-5 11 0,0-6-1 0,2-9-3 0,0-5-1 16,-1-4 3-16,1-7 2 0,-1-5 4 0,-1-3-4 0,0-5 5 0,0-5-3 15,-1-4-3-15,0-6 0 0,-1-3-15 0,0-6-16 0,-1-2-10 0,0-2-27 16,0-3-44-16,-1-4-66 0,0-7-96 0,-1-8-93 0,0-9-97 16,-1-11-265-16</inkml:trace>
  <inkml:trace contextRef="#ctx0" brushRef="#br0" timeOffset="70807.07">18867 12240 1714 0,'-13'-27'329'0,"0"-2"-220"0,-2-6-22 0,5 3-40 0,5 2-27 16,2 1-10-16,5-2-11 0,2 2-2 0,5-2 6 0,3 1-2 16,2 0 4-16,0 1 5 0,1 3 2 0,0 2 2 0,2 3-3 0,2 0 5 15,0 2 0-15,2 1 4 0,1 0 0 0,0 0-7 0,3 0-2 0,3 2-3 16,3 0-2-16,1 2 2 0,3 2-2 0,-1 3-4 0,3 3-5 16,1 3 0-16,0 4-2 0,2 4-3 0,-2 3 2 0,-1 5-6 0,-1 5 1 15,-2 4 3-15,-2 4-4 0,-3 2 2 0,-2 2-2 0,-4 1 1 16,-4-1 10-16,-3 1 4 0,-3-2 0 0,-5 3 3 0,-3-1 3 0,-4 0-6 15,-2 0 16-15,-4 1 1 0,-4-2 2 0,-4 3 7 0,-2 1-13 0,-5-1 3 16,-2 0-3-16,-4-1-7 0,-1 1 4 0,-2 0-7 0,0 0-1 16,-3-4 0-16,1 0 1 0,-1-4 1 0,0-4-1 0,1 0 2 0,2-3 2 15,3-2-6-15,2-1 0 0,1-3-1 0,2-2-8 0,3-1-3 0,0-3-5 16,3-1-19-16,1-1-7 0,2-3-30 0,1-1-31 0,1-2-30 16,3 0-27-16,1-1-11 0,3 0-6 0,1 0-8 0,2 0-11 0,1-2-6 15,1 0-6-15,1-1-2 0,3-2-14 0,2 0-18 0,1 0-29 16</inkml:trace>
  <inkml:trace contextRef="#ctx0" brushRef="#br0" timeOffset="71125.07">19349 12460 1650 0,'-1'-1'167'0,"2"-1"-67"0,1 1-48 0,1-1-16 0,4-1-10 0,2-1-12 15,6-2-3-15,3-3 0 0,4-1 2 0,2-2 9 0,2-2-1 16,0-2 4-16,4-1 5 0,1-3-2 0,4-2 12 0,2-1 5 0,4-3 12 15,5-1 10-15,2 0 6 0,5-5-1 0,4-2-2 0,4-3-1 0,7-2-7 16,4-2-6-16,3-1-9 0,5-4-3 0,5 0-5 0,1-1-2 16,5-1 1-16,2-4-7 0,3-1 0 0,1-2-1 0,4-1 1 0,1 0-3 15,2-1-8-15,2 0 13 0,1-2-6 0,-1 0 3 0,2 0 10 0,-1 0-13 16,1 0 2-16,-1 1-4 0,-1 0 1 0,-1 0-2 0,-1 3-6 16,-3 0-12-16,-1 2 8 0,0 2-6 0,-5 3 3 0,-1 2 7 0,-5 1-16 15,-3 5 2-15,-5 2 0 0,-3 2-1 0,-4 3-1 0,-6 2-11 16,-5 4-4-16,-6 2-5 0,-6 5-1 0,-5 3 10 0,-6 2-17 0,-5 1-3 15,-5 4-11-15,-4 2-22 0,-4 1-4 0,-5 2-23 0,-5 2-24 0,-5 1-25 16,-4 1-28-16,-4 2-2 0,-4 0-11 0,-6 2 4 0,-6 3-4 16,-10 2-15-16,-4 2-17 0,-9 3-34 0,-4 2-29 0,-5 3-35 0,-6 2-52 15,-4 2-19-15</inkml:trace>
  <inkml:trace contextRef="#ctx0" brushRef="#br0" timeOffset="71538.07">19876 11991 3034 0,'-6'-6'144'0,"1"2"-85"0,0-1-68 0,5 4-12 0,2 0-6 16,4 2-4-16,5 1-8 0,6 2 3 0,3 1-6 0,4 1 15 15,-2 0 11-15,0 2 9 0,2 2 11 0,1 3 10 0,2 2-2 0,4 2-6 16,1 3 6-16,3 3-10 0,5 1-5 0,2 3 1 0,4 1-5 0,6 3 4 16,4 1 1-16,2 6 0 0,4 1-1 0,4 4 1 0,2 2-3 15,5 3 5-15,4 2 0 0,1 3-5 0,3 1 8 0,2 1-4 0,2 0 6 16,1 1 10-16,1-1-5 0,1 2 6 0,0-1 1 0,0-1 2 16,-1-1 11-16,1-1-4 0,-2-1 2 0,-1 1-1 0,-1-2-3 0,-1-1 10 15,-3-2 0-15,-2-2 0 0,-4-1-7 0,-2-1-7 0,-4-2 2 16,-3 0 3-16,-3 1-1 0,-4-3 2 0,-3 0 2 0,-6-1-8 0,-3-2 6 15,-5 0-2-15,-4-4-5 0,-2 0-6 0,-6-3-4 0,-3-1 1 0,-5-3-1 16,-3 0 0-16,-3-4 1 0,-4-1-3 0,-2-2-1 0,-3-3-2 16,-2 0-8-16,-2-2-3 0,-4 0-7 0,-2-1 5 0,-3-1 0 0,-1 0-6 15,-4 0-6-15,-3-1 6 0,-3-1-4 0,-1-2-9 0,-2-2-8 0,-3-1-21 16,-1-3-23-16,-2-2-26 0,0-3-40 0,-1-3-67 0,-2 0-88 16,-3-6-106-16,-4-2-207 0,-8-5-450 0</inkml:trace>
  <inkml:trace contextRef="#ctx0" brushRef="#br0" timeOffset="73388.07">24170 9407 1365 0,'-14'-15'160'0,"-1"0"-50"0,-2-1-32 0,5 4-26 16,3 3-8-16,3 1-5 0,1 1-6 0,2 0-4 0,1 1-6 16,0 2-8-16,1-1 1 0,2 1-4 0,0 0 1 0,1 1 6 0,-1 0 4 15,1 1 1-15,1 1 0 0,0 1-1 0,1 0-6 0,-1 0 0 0,1 2 1 16,1 2 0-16,0 1 1 0,0 5 3 0,2 1 6 0,0 6 1 16,0 5 5-16,1 4 2 0,-3 7-4 0,1 4-4 0,-1 4 4 0,-2 6-4 15,0 0 1-15,-2 1 1 0,-2 2-8 0,0 3 2 0,-3 0-2 16,-1 0 2-16,-1-1-2 0,-2-2-3 0,1-2-2 0,0-1-14 0,2-5 3 15,1-3-1-15,1-3-5 0,2-4 11 0,0-2-7 0,1-4 1 0,1-3-2 16,0-3-6-16,0-1-1 0,1-3 3 0,0-1-1 0,-1-4-1 16,1-1-4-16,-1-3 1 0,0-2-9 0,0-2-4 0,1-2-5 0,-1-1-14 15,-1-1-18-15,0-1-26 0,0-3-36 0,0-2-24 0,0-5-30 0,0-4-20 16,1-3-9-16,1-5 1 0,1-2 20 0,1-3 26 0,0-1 28 16,1-2 31-16,-1 2 34 0,1-4 27 0,-1 2 28 0,-1-2 17 0,-1 0 13 15,-2 0 10-15,0-1 12 0,0 1 4 0,0-2 1 0,-2 0-2 16,2-1-4-16,0-2-6 0,0 0-8 0,2 0-5 0,0 2-10 0,0 1-5 15,0-1-4-15,0 3-4 0,0 1 4 0,0 4 4 0,-1 1 0 0,0 4 4 16,-1 1 3-16,0 2 3 0,-1 4 4 0,-1 0 4 0,1 2 1 16,-1 2 3-16,0 2 3 0,1 2-4 0,1-1-8 0,0 3-7 0,1 0-8 15,-1 2-3-15,2 1-2 0,0 1-2 0,1 1 2 0,1 0-1 0,1 1 4 16,1 0 0-16,0 2 2 0,0 0 5 0,1 2 1 0,1 1 3 16,0 1 1-16,0 1 1 0,3 1-3 0,-1 1-2 0,1 0-3 0,1 1-3 15,0 0-4-15,0 0 1 0,3 0-2 0,1 0-3 0,0-2 3 16,-1 0 0-16,1-1-4 0,0-1 4 0,0-1 1 0,0-1 5 0,0 0-1 15,-1-3 3-15,-1-1 2 0,0-1-1 0,0-1 6 0,1 0-3 0,-1-1 0 16,-1-2-4-16,0 0-2 0,1 0-5 0,0-1-1 0,-2-1 1 16,2 0-1-16,-1 0-1 0,0 1 0 0,-1-1-2 0,-3 1 3 0,0-1 0 15,0 1 1-15,-1 0 1 0,-1 0-3 0,0 1 3 0,-1 0 2 0,-1 2 0 16,-2-1 3-16,0 1-1 0,-1 1-2 0,-1 0-4 0,1 0-1 16,-2 2-2-16,0 0-1 0,0 1-1 0,-1 0-3 0,0 1 0 0,-1 0 1 15,-1 1-3-15,-2 2 5 0,-1 1 4 0,-1 2-5 0,-1 0 4 16,-1 4-4-16,-1 1 1 0,-1 3 1 0,1 2-4 0,-3 1 3 0,1 2-5 15,-2 2 2-15,2-1-3 0,0 2-4 0,-2 0-5 0,1 0-5 0,-1 0 8 16,1-2-1-16,0 2-1 0,1-3-3 0,0-2-9 0,3-1-10 16,0-3-11-16,4 0-18 0,-1-3-28 0,2-1-36 0,0-2-53 0,1-3-44 15,1-1-59-15,-1-3-232 0</inkml:trace>
  <inkml:trace contextRef="#ctx0" brushRef="#br0" timeOffset="73606.07">24564 9104 1558 0,'1'-5'124'0,"-1"1"-35"0,2 0-67 0,1 5-17 0,2 0 1 0,3 2 4 15,1 1 2-15,1 1 2 0,0 0-5 0,2 3-5 0,-1 1-4 0,-1 1-4 16,-1 4-3-16,-1 0-3 0,-2 1 3 0,1 0 0 0,-2 1-1 16,-1 1 3-16,1-1-3 0,-1 1 0 0,0 1 7 0,-1 0-3 0,1 1 0 15,0 1 4-15,-1 1-2 0,1-2 1 0,0 1-2 0,-1 0-3 16,1-1-1-16,-1 0-7 0,0-1-7 0,0 0-10 0,2-2-4 0,0 3-15 15,0 1-32-15,2-3-53 0,-1 3-56 0,1-1-40 0,2-1-35 0,0 0-60 16,-1-4 1-16</inkml:trace>
  <inkml:trace contextRef="#ctx0" brushRef="#br0" timeOffset="74055.07">25032 9266 2258 0,'-5'-7'297'0,"1"2"-246"0,0 1-59 0,4 5-33 0,3 4 3 15,2 3 18-15,2 1 13 0,3 2 4 0,2 2 2 0,0 1-4 16,0 0-6-16,-1 2 5 0,-1 0 4 0,-1-1 2 0,1 4 3 0,-1 0-9 15,0 0-2-15,0-1-7 0,1 0-3 0,0 0 4 0,2-1 0 0,-1 2 6 16,1 0 2-16,0-2-1 0,0-3-6 0,0 0-3 0,2-3 1 16,0-1-3-16,-1-2 1 0,1-3 5 0,-1-2 5 0,1-1 5 0,-1-4 5 15,-1-1 0-15,1-2 5 0,-1-2-5 0,0-2 1 0,-1-1 2 0,0-1-4 16,1-1 2-16,-1 0 1 0,0-2-1 0,-1-1-4 0,-2 0 0 16,-1 1 0-16,-2-1 6 0,1-1 9 0,-2-1 3 0,0 0 1 0,-1-2-10 15,-1-2-2-15,0 1-4 0,1-1-3 0,-1 0 5 0,1 2-4 16,0 0 6-16,0 2 2 0,0 2-8 0,0 3 6 0,-1 1-6 0,0 2-2 15,0 3-1-15,-1 3 0 0,-1 1-5 0,-1 2-2 0,1 1 4 0,-1 1-1 16,1 2 3-16,0 1 4 0,-2 5-2 0,1 2-1 0,0 3-2 16,-2 5-2-16,0 4 3 0,-1 1-5 0,-1 4-3 0,2-1-1 0,-1 2-3 15,1-1-12-15,1 1 9 0,0-1-6 0,1 1-7 0,1-2-1 0,0 0-23 16,1-3-10-16,2-2-7 0,1-2-11 0,0-3-10 0,2-1-33 16,1-1-31-16,0-3-37 0,1-1-28 0,-1-4-5 0,2 0-12 0,1-3-47 15,0-2-31-15</inkml:trace>
  <inkml:trace contextRef="#ctx0" brushRef="#br0" timeOffset="74321.07">25839 9202 291 0,'1'-4'142'0,"0"1"-105"0,2-1-25 0,0 3-12 0,-1 2-9 15,1-1-7-15,-1 2-22 0,0 0-57 0,-1-1-163 0</inkml:trace>
  <inkml:trace contextRef="#ctx0" brushRef="#br0" timeOffset="74854.07">25289 9258 1777 0,'-11'-13'632'0,"-2"1"-569"0,-2-1-38 0,4 7-55 0,4 5-13 0,3 2-1 16,0 2 7-16,1 0 12 0,1 3 5 0,-1 0 8 0,-1 1-3 15,-2 2 5-15,-2 1 5 0,-3 1 1 0,-1 3 7 0,-1 0 3 0,1 0 0 16,0 3 0-16,-1 3-8 0,2 2 1 0,-1 2 1 0,3 4 3 0,-1 0-5 16,2 3 8-16,2 0-4 0,3 1-4 0,2 1 10 0,3 1-11 15,3-3 4-15,3 0 1 0,3-3 1 0,2-1 6 0,3-2 0 16,3-2-5-16,0-2 1 0,5-5-1 0,2-2 4 0,0-4 2 0,3-4 4 15,0-2 1-15,2-3 0 0,0-5 4 0,2-2 5 0,0-2-4 0,-1-5 7 16,-1-2-1-16,0-2-6 0,-2-5 5 0,1-1-6 0,-2-1-4 0,1-2-3 16,-3 0 3-16,2-3-4 0,-3 1 3 0,-1-3-6 0,-1-1-8 15,-5 0 2-15,-1 1-2 0,-2-2-3 0,-3 0 3 0,-3-2-8 0,-5 0-3 16,-1 1-7-16,-3 0-1 0,-3 0-5 0,-1 0 2 0,-2 0 3 16,-2 0-3-16,-2 5 4 0,-2 1-1 0,-2 7-3 0,-1 3-5 0,-3 4-4 15,-3 4-2-15,-1 4-2 0,-2 3 5 0,-4 4 0 0,0 4 8 0,-4 3 8 16,0 4-1-16,0 3 2 0,-1 3-8 0,0 4-8 0,-1 3-2 15,2 2-15-15,0 4-20 0,4 1-41 0,1 2-69 0,1 0-97 0,3 2-76 16,1 1-72-16,4 0-104 0</inkml:trace>
  <inkml:trace contextRef="#ctx0" brushRef="#br0" timeOffset="75021.07">25641 9310 2085 0,'0'-3'73'0,"2"2"-50"0,0 2-55 0,4 3 3 16,3 3 16-16,1 2 3 0,2 2-2 0,1 1-3 0,-1 2-9 0,-1 0-10 16,0 3 2-16,-3 2-5 0,-1 1-6 0,0 1-4 0,-2 1-12 15,2-2-8-15,-2 1-14 0,2 1-26 0,0-3-40 0,1-1-39 0,0-1-28 16,1 0-15-16,1-3-30 0,0-1-138 0</inkml:trace>
  <inkml:trace contextRef="#ctx0" brushRef="#br0" timeOffset="75771.07">26123 9027 1377 0,'-3'-10'179'0,"0"3"-75"0,1 0-44 0,1 4-27 16,1 2 2-16,0 1 5 0,1 2 11 0,1 1 13 0,0 1 12 0,0 1 5 16,0 3-1-16,0 0-4 0,0 2-7 0,0 3-11 0,-1 1-8 15,0 3-11-15,0 3-14 0,0 3-5 0,1 1-10 0,-1 3-6 0,0 0 3 16,0 3-1-16,0-3-1 0,0 3-4 0,0-3 3 0,-1 1-6 0,1-1 0 15,1-1 6-15,-1-1-9 0,2-4 5 0,-1-2-2 0,1-2-9 16,-1-3 8-16,2-3 0 0,0 0 20 0,1-3 9 0,0-1 7 0,1-3 4 16,2-2 0-16,-2-1 5 0,4-1 2 0,0-3 3 0,1-1-16 15,1-2-4-15,1-3-9 0,1-1-1 0,1 0 12 0,1-1 0 0,1-2-4 16,-1-2-4-16,1-1 1 0,1 0 1 0,-2-3-1 0,1 1-3 0,1 0-12 16,-2 0-3-16,0 1-1 0,-1 2 2 0,-2 3 1 0,-1 1-1 15,-2 3 0-15,-1 1 2 0,-1 2 0 0,-2 2-7 0,0 1-2 0,-2 2-1 16,0 1-6-16,0 1 4 0,-1 1 3 0,1 2-1 0,0 1-1 0,0 3-3 15,0 3-5-15,0 1 8 0,1 2-3 0,0 3 1 0,0-2-1 16,0 2-6-16,1 0 1 0,-1-1 5 0,0-1-5 0,1 0 0 0,0-2-6 16,0-2-5-16,0-2 3 0,-1 0-4 0,1 0 11 0,1-2-1 0,-1 0-4 15,0-2-8-15,1-1-10 0,0-2-2 0,0-1-5 0,0-1-1 16,0-1-5-16,0-2-2 0,-1-1 0 0,1-2 3 0,0-2-2 0,1-3-1 16,-1-1 5-16,1 0 12 0,0-1 4 0,1-2 1 0,1-1 0 15,-1-3-4-15,1 1 7 0,0-2 3 0,0-1 8 0,0 1 2 0,0-2 5 16,1 0 8-16,0 1-3 0,0-1 3 0,0 1 3 0,-2 1-6 0,1 0 4 15,0 1 3-15,-1 1 5 0,0-1 3 0,0 2 6 0,-1 2 7 16,0 3 5-16,-1 4 2 0,-1 1 2 0,-2 1-2 0,1 2-2 0,-2 1-3 16,0 2-9-16,0 2-6 0,0 0-5 0,0 2-7 0,-2 1 1 0,1 2 4 15,-1 1-4-15,0 3 9 0,0 3-3 0,-1 1-1 0,-1 1 1 16,0 1-7-16,1 1 3 0,0 1-2 0,0-1 1 0,0 0-2 16,0-1 0-16,1 0 3 0,0 0-2 0,0 1-2 0,0-1-2 0,1-2 0 15,0 1 1-15,-1-2 7 0,2-2-2 0,1-1 5 0,0-1-1 0,0-1-4 16,2-2 8-16,0-1 0 0,0-1 5 0,1-1 6 0,0-3-7 0,0 0 4 15,1-1 0-15,0-2-3 0,2-1 8 0,0-1-6 0,0-1-2 16,1-2 0-16,0-1-3 0,0-1-3 0,2-1 1 0,0-1-1 0,0-1-4 16,-2 0 1-16,1-1-4 0,-1 0 0 0,-1-2 1 0,1-1 1 0,-1 0-2 15,-1 0 0-15,1 0-3 0,-1 0 0 0,-1 1-3 0,0 1 5 16,0 1-4-16,-1 1 0 0,-1 3 2 0,-2 1-3 0,0 2-2 0,-1 2 0 16,-1 1 0-16,-1 3-3 0,-1-1-2 0,0 1 2 0,0 1-6 15,0 0 4-15,-1 3 4 0,-1 1 6 0,0 3 1 0,0 2 2 0,-1 2 1 16,0 2-6-16,-2 1 2 0,1 3-5 0,0 1 5 0,-1-1 0 0,2 3-1 15,-1 0-1-15,0-1-5 0,2 0-1 0,0-1 2 0,0 0-4 16,2-2-4-16,-1-2-8 0,1-1-2 0,1-2 0 0,0-3 0 0,0 1 5 16,-1-1-5-16,1 0-11 0,1-2-9 0,-1-1-25 0,1-1-31 0,1-2-28 15,-1-2-37-15,1 0-36 0,1-2-41 0,-1-2-56 0,2-1-52 16,0-3-56-16,-1-3 27 0</inkml:trace>
  <inkml:trace contextRef="#ctx0" brushRef="#br0" timeOffset="76154.07">27493 9252 1358 0,'1'-1'622'0,"1"1"-574"0,2 1-54 15,1 2-19-15,2 1 22 0,1 2 12 0,3 1-1 0,-1 0-1 16,1 0-4-16,0 1-2 0,1 1-2 0,-2-1 2 0,1 1 3 0,-1 0 1 16,1-1 2-16,1 1 1 0,-2-1 1 0,2-1 2 0,0 0 0 0,1-2 1 15,0 0 2-15,0-1 2 0,1-1 4 0,-3-2 6 0,1-1-1 16,0-1-3-16,0 0-3 0,0-1 0 0,-1-2 2 0,1 0 0 0,-1-2-1 15,1 0-4-15,-1-3 1 0,-2 0-7 0,1-1 4 0,-1-1-8 16,0 0-4-16,0 0-1 0,-2-1-1 0,-1-1-1 0,-1 0 2 0,-2 0-2 16,-2 0-5-16,-1-2-2 0,-1 1-4 0,-2-1-9 0,-2 2 4 0,-1-2-4 15,-2 1 3-15,0 0 6 0,-2 3-1 0,-1 1 5 0,1 2-2 16,-2 2 6-16,-1 2-2 0,-1 1 0 0,0 1 0 0,1 3 0 0,0 1 5 16,2 1-2-16,0 2-6 0,1 1 3 0,1 2-3 0,2 2 1 15,-1 3 3-15,1 1 2 0,1 1 2 0,1-1 4 0,2 1 3 0,1 0 2 16,2 1 1-16,2-1-6 0,2 0 6 0,2-1-8 0,2 1 5 0,1-1 2 15,1-2-7-15,2 1 3 0,1 0-1 0,1-2-4 0,1-1 4 0,-1-1 0 16,2-2 1-16,-1-1 5 0,-1-1-5 0,0-1 4 0,1-2-8 16,1 0 0-16,0-2-3 0,-1-1-7 0,1-1-2 0,2-3-16 0,0 0-14 15,-1-2-25-15,0 0-31 0,1-3-31 0,-3-1-30 0,3-1-25 16,-1-2-21-16,1 0-16 0,0-2-17 0,1-1-20 0,-1-1-96 0</inkml:trace>
  <inkml:trace contextRef="#ctx0" brushRef="#br0" timeOffset="76354.07">28418 8692 1421 0,'-2'-5'818'0,"2"4"-772"0,0 1-36 0,2 4-29 0,1 5 10 0,0 1 19 16,0 5 7-16,1 5-4 0,0 2 1 0,-1 5-10 0,0 4 5 0,-2 5 20 15,1 1 0-15,-1 5 8 0,2 2-8 0,-2 1-20 0,2 5-4 16,2 0-2-16,0 1-9 0,2-3-5 0,0-3-12 0,0-1-8 0,1-2-4 15,-1-1-12-15,0-4-23 0,-1-1-24 0,0-4-46 0,-1 1-70 16,1-2-88-16,-2-1-123 0,1-3-340 0</inkml:trace>
  <inkml:trace contextRef="#ctx0" brushRef="#br0" timeOffset="77154.07">27329 7923 536 0,'-52'-32'346'0,"-8"-2"-339"0,-16-3-1 0,6 8-12 16,5 8-1-16,0 2 0 0,-1 3 1 0,-2 2 5 0,0 2 2 0,-1 2 1 16,-3 1 2-16,1 2-1 0,-2 1-2 0,-2 1 2 0,1 1 4 0,-1 2 9 15,-4 2 12-15,-1 4 7 0,-1 2 6 0,-5 4 2 0,0 3-2 16,-2 2-5-16,1 4 1 0,-2 3-2 0,0 2-1 0,0 3-4 0,-1 3-6 15,1 4-5-15,0 3 4 0,3 1 1 0,0 0-2 0,1 2 2 0,3 2-1 16,1 2-3-16,1 2-9 0,3 3 1 0,3 2-6 0,1 2 0 16,5 2 6-16,2 1-5 0,2 4-1 0,3 2-3 0,2 2-1 0,4 2-4 15,5 0-1-15,3 2 3 0,5 0 2 0,2 2 3 0,6-2 2 0,3 3 0 16,4 0-3-16,3-1-1 0,4-2 1 0,4-1-1 0,4-1 5 16,4 0-1-16,4 0 5 0,4-2 2 0,5 0 0 0,5-1-1 0,5-2-3 15,4-1-3-15,6-2-2 0,5-1 0 0,5 0-8 0,4-1 2 16,6-1 1-16,8-2-4 0,3-3 3 0,7-4 4 0,6-1-6 0,5-2-1 15,6-3-3-15,5 0-7 0,4-5-1 0,7-3-1 0,3-1-1 0,3-4-7 16,4-1 7-16,1 0-5 0,2-3 10 0,0-1 3 0,4-2-7 16,-1-3 2-16,1-1-3 0,0 0 8 0,0 0 5 0,0-2 2 0,2-1 1 15,-1 0-3-15,1-3 2 0,3-1 7 0,-1-4-2 0,3-1-3 0,-1-3-8 16,-1-1-7-16,0-1 3 0,-3-3 8 0,0 0 16 0,0-6 15 16,-1-2 12-16,-1-4 14 0,0-2 7 0,-2-1 21 0,0-1 10 0,-4-2 12 15,-2 0 3-15,-3-2-14 0,-3 0-5 0,-1-2-12 0,-4 0-7 16,-1 1-9-16,-3-2-16 0,-3-1-7 0,-2-1-6 0,-3-2-3 0,-2-2 1 15,-4-1-7-15,-1-2-2 0,-3 0 0 0,-2-1-6 0,-3-4 6 0,-4-1 0 16,-3-2 3-16,-4-2 2 0,-3-2 0 0,-4-2-3 0,-4-2-1 16,-2-2-7-16,-5-3-2 0,-4-2-3 0,-5 0-1 0,-5-3 0 0,-5 1-4 15,-5 1 0-15,-4-4-1 0,-6 1-1 0,-5-1 4 0,-6-2 2 0,-5-1-1 16,-7-1-1-16,-3-1 4 0,-7 0-4 0,-5 1-2 0,-7-1-6 16,-7-1-7-16,-5 0-2 0,-6 1-3 0,-5-2 4 0,-5 1-2 15,-4 0 3-15,-4 2 0 0,-4 0-1 0,-4 3 12 0,-2 0-7 0,-3 2-1 16,0 3 4-16,-4 0-15 0,0 1 7 0,-2 2 1 0,-1 2-4 0,0 2-2 15,-3 5-3-15,0 6-7 0,-5 4 1 0,-3 6 8 0,-2 7-2 0,-5 5 5 16,0 5 4-16,-2 3-5 0,-2 3 5 0,-3 6-2 0,-1 3-7 16,0 6 3-16,-3 7-8 0,2 6-8 0,-2 6 4 0,-2 7-23 0,-1 7-12 15,-4 9-8-15,0 5-27 0,-2 9-12 0,0 5-27 0,3 5-34 0,0 7-44 16,4 2-86-16,3 5-160 0,3 4-58 0</inkml:trace>
  <inkml:trace contextRef="#ctx0" brushRef="#br0" timeOffset="78821.58">23957 13355 1968 0,'-2'1'129'0,"-1"1"-35"0,1 4-77 0,2 3-4 0,0 5-1 16,2 6-1-16,1 7 7 0,1 5 2 0,-1 9-2 0,2 7 0 0,-1 8-2 15,0 8-8-15,-1 9-5 0,-3 4-5 0,-1 7-7 0,-3 5 0 16,-1 4 3-16,-3 5-3 0,1 1 8 0,-2 3-1 0,0-1-5 0,-2-2 5 16,0-3-1-16,-1-2 5 0,-2-5 1 0,2-4-2 15,-2-6 7-15,1-8 2 0,1-8-1 0,1-7 2 0,1-8-5 0,3-6-8 0,-1-5 7 16,2-6 1-16,0-4 1 0,1-4 3 0,1-4-1 0,1-4 4 0,0-4 10 15,1-5 8-15,0-2 13 0,1-4 4 0,-1-3-7 0,1-2-2 16,-2-4-14-16,-1-5-7 0,0-6-7 0,-2-2-4 0,-1-7-4 0,2-4 4 16,-1-6-1-16,0-7-6 0,1-7 10 0,-1-6 0 0,2-7 4 15,1-3 12-15,0-6-7 0,1-1-5 0,1 0 6 0,2-4 3 0,2 3-3 16,2 0-1-16,1-2-6 0,2 2-3 0,2-1-1 0,2 4-4 0,3 3-5 16,2 3-5-16,0 6-4 0,2 6 1 0,-1 5 6 0,2 5-3 15,0 5 2-15,-1 4 1 0,2 3-5 0,1 5 6 0,-1 3 1 0,3 3 0 16,-2 3 0-16,2 3-7 0,1 1 5 0,-1 3-1 0,3 1-4 0,0 2 4 15,0 2-9-15,-1 2 4 0,-2 3 1 0,1 4-2 0,-1 4 0 16,1 4-2-16,-2 4-9 0,-1 2 10 0,0 3-1 0,-3 6 2 0,0 3 9 16,-1 7-8-16,-1 3 7 0,-3 5-3 0,-1 4-10 0,-2 5 14 15,-1 4 0-15,0 4-2 0,-2 4 10 0,-3 4-16 0,0 3-2 0,-1 4-3 16,-1 1 4-16,-1-1 1 0,-2 2 4 0,0-2-5 0,0-1-1 0,0-3-3 16,-1-2-9-16,0-5-9 0,1-3-19 0,-1-4-16 0,2-5-18 15,0-3-16-15,-1-6-21 0,2-5-28 0,-1-3-35 0,0-7-72 0,1-1-99 16,-1-4-153-16,-1-3-51 0</inkml:trace>
  <inkml:trace contextRef="#ctx0" brushRef="#br0" timeOffset="78987.6">23918 14733 2747 0,'0'-1'132'0,"1"1"-42"0,0-2-70 0,3 0-21 0,5-1-3 16,4-2-1-16,10-2-7 0,6-2 2 0,5-1 1 0,4 0-4 0,3-3-2 15,0-1-27-15,2 0-28 0,-1-1-32 0,0 1-36 0,0-1-15 16,0 1-19-16,0 1-14 0,-3 0-25 0,0-1-39 0,-2-2-26 0,0-2-28 16,0-2-27-16,0-5-187 0</inkml:trace>
  <inkml:trace contextRef="#ctx0" brushRef="#br0" timeOffset="79320.59">25101 14113 1953 0,'-5'2'199'0,"2"0"-74"0,-2 1-75 0,1-2-19 0,2 2-3 0,0 1-10 15,-1 1-9-15,1 1 5 0,0 2-1 0,0 2 8 0,0 3 6 16,-1 4-6-16,0 1 0 0,0 6-5 0,0 3-4 0,0 2-1 0,1 4-6 16,1 0-5-16,0 2 3 0,1 3-3 15,1 0 2-15,0 1-13 0,1-2-5 0,2-1 3 0,0-1-10 0,1-2 2 0,2-1-13 0,0-4-12 16,2-1-11-16,0-4-12 0,3-2-2 0,0-1 2 0,2-4 7 0,0-1 13 16,-1-3 15-16,2-3 13 0,0-3 14 0,0-3 14 0,1-3 11 15,1-2 12-15,-1-3 8 0,0-2 9 0,0-4 12 0,0-2 7 0,2-1 9 16,-1-4 4-16,1-1-8 0,1-1-2 0,1-3 2 0,-1-3 0 0,-1 1 0 15,0-4 3-15,-2 1-3 0,0-1-11 0,1 1-7 0,0-2-11 16,-2 3-16-16,1-1 1 0,-1 2 0 0,0 3-12 0,-3 2-4 0,1 2-2 16,-1 4-4-16,-2 1 2 0,0 3 0 0,-2 2-5 0,-1 2 1 0,0 3-3 15,-2 0-5-15,0 3-9 0,-2 1-9 0,0 2-8 0,0 0-6 16,-1 3-10-16,1 1-9 0,0 3-9 0,-1 2-7 0,1 3-13 0,0 3-11 16,0 3-16-16,1 3-8 0,0 0-4 0,0 2-11 0,0 1-2 15,1-3-16-15,0 1-21 0,1-4-34 0,2 0-33 0,1 0-11 0,0-5-21 16,2-1-28-16,0-1-51 0</inkml:trace>
  <inkml:trace contextRef="#ctx0" brushRef="#br0" timeOffset="79841.59">26303 14127 1784 0,'6'-20'341'0,"1"-3"-141"0,2-6-73 16,1-2-30-16,0 4 0 0,0-2-29 0,0 3-4 0,0 0-18 0,-2 1-14 16,2 5 3-16,-1 0-15 0,-1 5-3 0,-1 4-5 0,-2 2 0 0,-1 5 5 15,-2 1-4-15,-1 2-2 0,-1 1-13 0,0 2-10 0,-1 1-12 16,0 3-3-16,-2 4 5 0,0 3 4 0,0 7 4 0,-2 5-3 0,0 4 12 15,-1 7 0-15,0 5-1 0,0 5 6 0,0 5-15 0,0 2-3 16,1 1-4-16,1 0-9 0,0-4-13 0,0-2-13 0,1-3-12 0,0-1-8 16,1-4-7-16,-1-3-7 0,1-3-6 0,0-4-1 0,1-1-5 0,0-2-11 15,0-2-5-15,1-3-16 0,0-4-11 0,0-2 1 0,0-3 0 16,0-5 14-16,-1-4 3 0,0-4 20 0,-1-3 34 0,-2-3 25 0,-1-3 27 16,-1-4 13-16,-1-2 5 0,2-1 18 0,-2-1 24 0,0-2 22 15,0 1 15-15,0 0 12 0,-2-1-5 0,1 2 8 0,-1-1-4 0,1 0-3 16,-3-1 1-16,-1 1-16 0,-2-1-4 0,-1 2-2 0,2-1 7 0,-3 2 16 15,3 1 10-15,0 0-2 0,2 2-15 0,1 2-20 0,0 1-19 16,2 0-19-16,2 1-10 0,0 0-1 0,2 0-6 0,0 0 0 0,2 1 1 16,1 0-4-16,1-2 2 0,2 0-4 0,3 0-2 0,1-2-11 0,3-1-1 15,3-2 1-15,3-2 0 0,2 0 1 0,5 0 1 0,2-2 2 16,3 0-5-16,2 2 5 0,2-1 1 0,1 2 6 0,-1 1 7 0,1 2 1 16,-1 1 3-16,-1 3 1 0,-2 4-2 0,1 2 8 0,-3 3 3 15,0 3 0-15,-1 1 11 0,-1 4 3 0,0 2 3 0,-2 3 3 0,2 1-8 16,-1 3 4-16,-1 3-1 0,-1 0-5 0,-3 3-3 0,-1 1-1 0,1-2-5 15,-2 2-2-15,-1-1-10 0,2-1-1 0,1-2-5 0,0-2 0 16,0 0 3-16,2-2-6 0,0-2 6 0,1-2-2 0,1 1 4 0,-1-3 4 16,2-1-1-16,0-2 6 0,0-3-2 0,1-1 5 0,1-3 10 15,0-1 13-15,0-2 1 0,-1-3-1 0,1-1 2 0,-1-3-6 0,1-1 4 16,-1-1-1-16,0-1-4 0,-1-2 0 0,-1-1 6 0,-3 1-4 0,-1-3 1 16,-1-1 3-16,-3-1-1 0,-2 0 8 0,-2-2 5 0,-2 0-2 0,-2-1-4 15,-2 0-1-15,-4 0-8 0,-3-2-9 0,-3 2 1 0,-3 1-19 16,-4-1-13-16,-2 2-4 0,-6 1-16 0,-3 2-12 0,-5 1-42 0,-6 2-24 15,-3 2-41-15,-7 2-53 0,-4 1-62 0,-5 3-125 0,-4 2-149 16,-5 4-543-16</inkml:trace>
  <inkml:trace contextRef="#ctx0" brushRef="#br0" timeOffset="81121.59">29851 8671 2045 0,'4'-25'40'0,"4"1"4"16,2-6-22-16,1 8-3 0,0 5 16 0,0 4 9 0,0 4 7 0,1 6-3 15,2 4-12-15,2 4-5 0,0 7 0 0,2 6 11 0,1 4 14 16,-1 9 12-16,0 2 3 0,0 8-4 0,-1 5-4 0,0 6-7 0,-1 6-7 16,0 4-3-16,1 4-7 0,0 2-8 0,3 3-4 0,0-1-6 15,2-2-9-15,2-3-3 0,3-4 2 0,1-4-11 0,2-3 10 0,3-6 8 16,3-8 8-16,4-5 22 0,2-8 1 0,1-6 11 0,4-8 3 0,2-7 5 16,4-7-6-16,4-5 4 0,4-9-6 0,3-6-13 0,4-6-3 0,4-7-33 15,1-4 8-15,4-7-5 0,3-7-10 0,3-3 25 0,1-7-20 16,5-6 1-16,2-5-6 0,5-8-24 0,3-8-20 0,2-4-10 0,-50 45 12 15,13-12-35-15,0-2-25 0,14-11-45 16,-4 3-48-16,11-10 3 0,-1 7 15 0,6-7 81 0,-7 7 4 0,-44 41-1 0,0-2-22 0,-4 6-125 16,1-1-120-16,-7 4-122 0,1 2-380 0</inkml:trace>
  <inkml:trace contextRef="#ctx0" brushRef="#br0" timeOffset="81504.59">28360 13040 3392 0,'-8'10'54'0,"0"0"2"0,-2 3-69 0,2 0-22 16,2-2 2-16,1 2 11 0,1 4 5 0,2 5 8 0,2 5-12 0,1 9-1 16,1 4 0-16,2 5-3 0,0 4 9 0,0 3 2 0,-1 2 1 0,1 1 8 15,0 1 2-15,0 0 4 0,1 0 5 0,-1 0-3 0,2-4 8 16,0-3-2-16,0-3 16 0,2-8 22 0,2-4 1 0,1-6 22 0,2-4-9 16,3-4-9-16,1-4-2 0,4-3-1 0,5-2 5 0,6-5 7 0,5-3 10 15,5-4-10-15,5-4-8 0,6-5-12 0,7-5-1 0,7-5 8 16,8-4-46-16,6-7-2 0,7-5 0 0,6-5 0 0,5-8 0 0,6-4 0 15,5-7 0-15,4-6 0 0,5-7 0 0,2-5 0 0,2-5 0 16,3-3 0-16,-1-3-6 0,-2 1-86 0,-2 0-28 0,-6 1-32 0,-3 2-38 16,-6-3-62-16,-1 2-78 0,-4-7-121 0,-2-6-172 0,4-14-350 0,0-17 249 15</inkml:trace>
  <inkml:trace contextRef="#ctx0" brushRef="#br0" timeOffset="89988.18">31667 8846 839 0,'-63'-19'325'0,"-6"1"-312"0,-18-6-5 0,8 1-7 0,7 3 1 16,2-2-3-16,-2 0 8 0,-2 0-8 0,2 1-15 0,-2 0-15 15,-1-1-24-15,2 0-27 0,-2 1-18 0,3 0-20 0,0 1-9 0,-3 3 3 0,0 1 5 16,-2 1-25-16,-1 1-27 0</inkml:trace>
  <inkml:trace contextRef="#ctx0" brushRef="#br0" timeOffset="91589.18">29267 8423 60 0,'-64'-1'84'16,"-8"1"23"-16,-15 0 0 0,10-1-8 0,10 0-10 0,3 0-8 0,1-1-1 16,3 1-2-16,3-2 9 0,-1 0 7 0,2 0 3 0,3-1 13 0,1 1 2 15,4-1-4-15,5 1 5 0,2-1-2 0,4-1-6 0,4 0-7 16,4 0-14-16,6 0-15 0,3 0-10 0,4 0-11 0,5 0-11 0,4 1-11 15,2-1-10-15,4 1-11 0,4 0-5 0,3 0-3 0,3-1-2 0,5 0 5 16,7-1 2-16,4 0-1 0,6 0 4 0,5 1-5 0,5 0-3 16,5 0-2-16,4 0 3 0,4 1 0 0,5-1 2 0,3 2 2 0,4-1-7 15,2 0 2-15,3 0 3 0,4 1-4 0,2 0 1 0,4 2 2 16,2 0-2-16,1 2 1 0,2 1 2 0,1 1 3 0,0 2-3 0,4 2-1 16,-1 1 4-16,2 3-3 0,-1 2 4 0,2 2 0 0,-1 2 5 0,3 4 10 15,0 1 6-15,2 2 6 0,3 2 3 0,-1 1-6 0,2 1 5 16,0 5-7-16,0 2-3 0,1 2-8 0,-1 3-4 0,-3 0-7 0,2 4 1 15,-1 3 10-15,0 4-15 0,-1 3 6 0,1 3-1 0,0 4-17 16,-3 3 5-16,1 4 0 0,-50-34 18 0,10 10 1 0,-2 2-1 0,11 9-14 16,-2 1-13-16,7 12-4 0,0-1-1 0,7 12 4 0,-3 1 58 0,-4 1 2 15,-37-40 1-15,3 5-5 0,-1 3-72 0,2 4-4 0,-1 1-3 16,2 7 4-16,-2 2-2 0,4 6-4 0,-4 1 3 0,2 9-2 0,-1 2-3 16,-1 7 6-16,-1 4-7 0,-1 8-3 0,-3 3 69 0,0 9-87 0,-5 3-8 15,-4 3-6-15,-5 3-74 0,-5 3 61 0,-5 3-1 0,-6 2-5 16,-7 3 8-16,-5 0 9 0,-5 3 7 0,-7 1 18 0,-4 2 14 0,-10 8 25 15,-36 123-18-15,-11-15 15 0,-6-19 18 0,0-18 11 0,1-19 59 0,4-18 20 16,5-19 22-16,11-26 15 0,1-3 0 0,-1-2-2 0,-57 108-33 16,17-36-18-16,18-39-21 0,16-36-9 0,7-21 5 0,-2-6-7 0,-1-6-2 15,-2-2-23-15,1-6-7 0,-2-2-14 0,-5-7-7 0,-1-4 9 16,-2-5-2-16,-1-6 4 0,-2-5 10 0,-3-5 1 0,-3-3 9 0,-2-4 3 16,-4-5-5-16,-1-4 2 0,-5-6-7 0,-4-4 20 0,-1-6 18 0,-3-2 13 15,2-6 15-15,-1-5-13 0,-4-6-15 0,-1-5-10 0,-2-6-5 16,-1-5-8-16,4-4 3 0,0-5-1 0,2-5 1 0,1-5 1 0,2-4-13 15,2-8-3-15,2-3-4 0,-1-4 9 0,4-5 3 0,2-5-9 0,1-6-4 16,8-4-5-16,3 0 7 0,7-8 18 0,6-3 4 0,2-3 0 16,5-7-2-16,4-2-5 0,5-7-7 0,5-9-1 0,5-3-3 0,4-5-13 15,5-4-9-15,5-4 3 0,6-7 3 0,4-5 0 0,7-5 6 16,5-2-1-16,5-2 1 0,8-1-4 0,5 1-11 0,7-2-2 0,4 5-2 16,6-1 1-16,5 3 16 0,5 1-12 0,3 1-7 0,4 3-4 0,2 1-6 15,3 3 6-15,2 1 8 0,4 3 1 0,2 0 6 0,1 2-2 16,2 3 1-16,2 0 2 0,2 4 2 0,3 2 8 0,3 4-4 0,2 2 1 15,3 4 6-15,2 3 0 0,3 3 4 0,1 1 1 0,3 4 0 0,1 1 4 16,4 1-2-16,4 5 3 0,5 0-5 0,1 4-3 0,3-1-3 16,3 4-1-16,1 4-4 0,3 0-10 0,2 6 4 0,-1 3 4 0,-1 5-3 15,0 8 5-15,-4 4-7 0,-2 4-4 0,-4 7-2 0,-4 4 2 16,-5 4-2-16,-5 7 1 0,-6 5 0 0,-5 5 8 0,-5 4 2 0,-5 4 0 16,-3 3 5-16,-6 4-1 0,-4 4 1 0,-5 2 3 0,-3 3 5 0,0 2-6 15,-5 1-1-15,-1 1-1 0,-2 0-5 0,-1 1 7 0,-2 0-5 16,1 1 1-16,-3 1-3 0,3 0 0 0,-2-2 2 0,1 2 8 0,-1-1 7 15,1 0-7-15,1 0 1 0,-3-1-11 0,1 1-5 0,-2-1 7 0,-1-2-2 16,-1-1 2-16,-1-1-1 0,-2-1-1 0,-2-1 0 0,0 1 0 16,-1-2-3-16,-2 0 6 0,-3 1-1 0,2-1 0 0,0 0-1 0,-4-1-2 15,-1 1 1-15,-3-1 3 0,-2 0 4 0,0 0 0 0,-3-2 1 16,2 1 1-16,-2-1 1 0,-2 0-4 0,1 0 3 0,-1 0-2 0,-1 0-4 16,2-1 2-16,-2 1-3 0,1-1-4 0,1-1 1 0,-2 1-6 0,0-2 0 15,-2 1-3-15,2 0-2 0,-2 0 2 0,1 0-7 0,0 0 7 16,0 1-5-16,0-2 3 0,-1 2 3 0,-1-1-2 0,1-1 6 0,0 1-4 15,-1 1 1-15,1-1 1 0,-1 0 1 0,1 0-2 0,2 0 3 0,-3 0 5 16,3 0-2-16,-2 0 2 0,1 0 2 0,0 1-6 0,-1 0 1 16,2 1 0-16,0-1-1 0,0 1 1 0,1 0 1 0,0 0-3 0,0 0-1 15,1 0 4-15,-1 0-3 0,2 1-3 0,-2-1 0 0,0 1 1 16,3 0-3-16,-2 0 9 0,1 1-1 0,1-1-1 0,-1 1 3 0,2 1-3 16,-1-1-7-16,0 1 10 0,0-1-3 0,0 0 1 0,1 1 2 0,1 0 0 15,-3-1-2-15,2 1 1 0,-2 0-1 0,1 0-3 0,0 0 10 16,-1 0-5-16,2 0 2 0,-2 0-2 0,0-1-4 0,2 0 6 0,0 1 1 15,0-1-1-15,0 0-2 0,-1 0 2 0,1 0 1 0,1-1 2 0,-1 0 1 16,0 0 1-16,-1 0-2 0,-1 0-2 0,2 0-3 0,-1 0 0 16,1 0 0-16,0 0 5 0,-2 0-2 0,3 0-4 0,-3-1 4 0,3 2-2 15,0-2-1-15,-3 2 2 0,3-1-4 0,-2 0-2 0,2 1 4 16,-1-1-4-16,0 0 4 0,1 0 4 0,0 0-6 0,0-1 5 0,1 0-1 16,-1 0-2-16,1 0 0 0,0-1-2 0,-1 1 1 0,1-1-3 0,-1 1 6 15,-1 0 0-15,2-1 1 0,0 1-2 0,-2-1-2 0,1 0-2 16,0 1-2-16,-1 0 1 0,0 0 4 0,-2 0-3 0,1 1 6 0,-2-1-1 15,2 1-5-15,-1-1 8 0,-1 1-5 0,1 0-7 0,-2 0-1 0,0-1-4 16,2 0 1-16,-1 0 5 0,0 1 2 0,-1 0 1 0,1 0 1 16,-1 0-4-16,1 0 1 0,-1 1 3 0,0-1 2 0,1 0 0 0,1 0 4 15,0 0-6-15,0 0 2 0,-1 0 0 0,-1-1-3 0,1 1-2 16,0-1 5-16,1 1 2 0,0-1-1 0,-1 1 4 0,1-1-3 0,0 1-2 16,-1 0-2-16,2 0 4 0,-3 0 1 0,2-1 0 0,0 1-3 0,0 0-5 15,1 0 2-15,-2 0 0 0,-1 0 1 0,2 0 1 0,-1 1 2 16,0-1-1-16,0-1 2 0,-1 1-1 0,1 0-2 0,-1 0 1 0,0 1-3 15,0 0-1-15,-2-1 1 0,1 1-2 0,2-1 4 0,-1 0-4 0,1 1 6 16,-1-1 3-16,0 1-4 0,0-1 3 0,0 0-6 0,1 1 1 16,0-1 2-16,-2 0-3 0,1 0 8 0,0 0-4 0,0 0 1 0,2 0 3 15,-3 0-2-15,3-1-1 0,-2 1-1 0,1-2-4 0,1 2 3 16,-2-1 2-16,1 1 1 0,0 0 0 0,0-1-1 0,0 1-4 0,0-1 2 16,-2 0 0-16,2 0-2 0,-1 0 6 0,1 1-6 0,0 0 2 0,-1 1 0 15,1-1 0-15,-2 0 2 0,2 0 3 0,-1-1-7 0,0 1-3 16,1 0 3-16,-1-1 2 0,0 1 2 0,0-1 0 0,-1 1-1 0,1-1-4 15,0 1 1-15,1 0 1 0,-2 0-1 0,2-1 2 0,-2 0 2 0,2 1-4 16,0-1 2-16,0 0 0 0,-1 0 5 0,0 0-2 0,1 1-3 16,0-2-3-16,1 1 1 0,-1 0 1 0,0 0 4 0,0 1-3 0,1-1-2 15,0 1 1-15,1-1-1 0,-2-1 4 0,1 1-2 0,-1 0-3 16,0 0 1-16,1 0-3 0,-1 0 4 0,1 0 1 0,1 0 0 0,-1 0 0 16,1 0 0-16,-1 0-4 0,-1-1 3 0,0 1-3 0,2 1 3 0,-1-1 1 15,0 1-3-15,1-1 4 0,-2-1-6 0,2 2 4 0,-1-1-2 16,1 0-4-16,0 1 9 0,-1-1-4 0,1 0-3 0,-1-1 4 0,2 2-1 15,1-1-1-15,-2 0 3 0,2 0-2 0,-3 0 1 0,1 0-4 0,1 0 3 16,-1 1 2-16,0-2-3 0,1 1 2 0,-1 1-1 0,0-1-3 16,0 0 0-16,0 0 2 0,0-1-2 0,0 0-1 0,0 2 1 0,-1-1 0 15,1 1-1-15,0 0-2 0,0-1 0 0,0 0-9 0,0 0 1 0,-2 0-3 16,2-1-2-16,-2 1 0 0,0 0-2 0,2-1 2 0,-2 2-10 16,1-2-1-16,-1 2-7 0,0-1-15 0,0-1-8 0,-1 1-15 0,2-1-12 15,-1 0-6-15,1 0-10 0,-1 0-17 0,-2 0-18 0,0 0-24 16,2-1-29-16,-3 0-31 0,2-2-23 0,-4 0-90 0,0 0-3 0</inkml:trace>
  <inkml:trace contextRef="#ctx0" brushRef="#br0" timeOffset="98827.74">19402 11440 30 0,'-7'6'23'15,"-1"0"-6"-15,-2 2 2 0,0 0-6 0,2 0 0 0,-2 0 2 16,1 0-3-16,-1 1 1 0,0-2-3 0,1 0-5 0,0 0-2 0,0-1 1 16,0-1-1-16,1-1 2 0,1-1 0 0,0-1 0 0,0-2 6 0,1 0 1 15,0 0 2-15,1-1 5 0,-1 0-3 0,-1-2 6 0,-1 1 0 16,-1 0 0-16,-1-2 1 0,0 1-2 0,0-1 2 0,-2 0-1 0,0-1-3 16,-2 1-5-16,-2 1-4 0,1-1-1 0,-2 1-3 0,1 0 0 0,-1 1-1 15,2 0-4-15,-2 1 2 0,0-1-2 0,0 1 1 0,-1-2 0 16,-2 0-2-16,0-1 0 0,1-2 0 0,-1 0 0 0,2 0-1 0,-1-1 2 15,-1 1-2-15,0-2-3 0,0-1 6 0,-2 0 0 0,0 0 0 16,0 0 6-16,-3 0-1 0,1 2 6 0,-2-1 5 0,-1 1-1 0,0 1 9 16,-2 1 0-16,-1 0 6 0,-4 2 1 0,-1-1-6 0,-2 2 0 15,-1 0-2-15,1 1 2 0,-1 0 2 0,-2 1-1 0,1 1-2 0,-1 1-1 16,1 0-3-16,0 1-3 0,-1 0-8 0,1 0-2 0,0 2-3 0,-2 0-2 16,2 2 9-16,-2 1 1 0,-2 0 0 0,1 4 1 0,-1 0-3 0,0 2 7 15,1 1 4-15,-1 0 4 0,-1 2 3 0,0 2-4 0,0 1 1 16,-1 2 4-16,-1 2-3 0,1 0-4 0,-1 4 3 0,-3 3-6 0,0 3 4 15,-2 0 1-15,0 2-4 0,1 0-4 0,-2 2 0 0,-1 4-6 16,-2 2 0-16,1 1-5 0,-1 2-2 0,2 1 6 0,1 1-2 0,-2 1 9 16,1 1-2-16,2 2-5 0,1 0-4 0,1 2-3 0,4-1 1 0,0 0 0 15,2 1 0-15,1 2-4 0,3 1 10 0,2 0 5 16,2 0 5-16,5-1 5 0,2 2-6 0,3-3-2 0,5 1-4 0,2-2 1 0,3-2-2 16,6 1 2-16,2-1-9 0,3 1 12 0,2 0-2 0,4-1-6 0,3 0 13 15,1 0-15-15,2 3 0 0,2-2 1 0,2 1-1 0,2-1-3 16,1-3 2-16,1-1-3 0,2-1-5 0,1 1 2 0,2-3 0 0,2 0-1 15,3 0 8-15,1 0-5 0,2-1 5 0,0 1 6 0,3 0-2 16,1 0 1-16,1-1-6 0,5-1-7 0,-2 1-2 0,2 1-5 16,-1 3 3-16,2 1 4 0,1 2 4 0,-1 2 5 0,0-1 1 15,1 2-2-15,2-3-5 0,3 1 8 0,5-4-1 0,3-3-2 0,7-4 2 16,4-3-4-16,7-7 3 0,4-6-11 0,2-9 7 0,4-6-8 0,1-7 0 16,1-7 11-16,2-3 1 0,1-6 2 0,1-5 3 0,1-6 0 0,-1-6-4 0,0-2 1 15,1-6-1-15,1-1-3 0,0-3 1 0,0-3-3 0,1-1 1 16,-3-1 3-16,2 1-2 0,-2-2-4 0,0 1-2 0,-3 1-4 15,-1 0 5-15,-3 1 5 0,-4 2-4 0,-1 0 1 0,-2-1-5 0,0 2 2 16,0-1-2-16,-2 1-1 0,0-1-1 0,0-1-3 0,-1-1 9 16,0-2-1-16,1 0-1 0,-2-1 6 0,0-1-8 0,0 0 5 0,-2-2 4 0,-2-2-8 15,-1-1 5-15,-3-5 0 0,-2 1-2 0,-3-2 1 0,-5-1-4 16,-2 0 0-16,-1-1 1 0,-2-1-5 0,-3-1 16 0,0-4-5 0,-1-2-1 16,-1-2 8-16,-3-6-8 0,-1-2 3 0,-3-2 1 0,-2-3-11 15,-3-2-4-15,-6-1 4 0,-7-1-2 0,-7 0 7 0,-7 1-5 0,-8 1-8 16,-8-1-4-16,-8 1-2 0,-9-1 1 0,-8 2-4 0,-6 0 0 0,-10 0-2 15,-4 3 0-15,-8 1-2 0,-6 5 1 0,-7 8 5 0,-6 3 2 0,-5 7 3 16,-7 5 7-16,-4 8-2 0,-6 6 5 0,-4 5-2 0,-4 5-1 16,-5 4 3-16,-2 6-4 0,-1 8 3 0,1 6 2 0,0 7-6 0,0 5 2 15,4 6 0-15,2 5-9 0,2 5-3 0,3 2-5 0,1 6-6 16,2 2-8-16,4 2-8 0,8 1-29 0,7-2-21 0,13-2-25 0,12-6-25 16,13-3-14-16,15-6-55 0,13-8-40 0,13-2-16 0,11-5-124 0</inkml:trace>
  <inkml:trace contextRef="#ctx0" brushRef="#br0" timeOffset="100108.74">24533 9148 1247 0,'-14'-40'42'0,"-1"-2"163"0,-2-10-109 0,5 10 4 0,3 9-16 15,3 1-9-15,1 2-22 0,3 2-9 0,2 2-11 0,1 1-8 16,2 0-7-16,3 3-11 0,1-1 0 0,2 3-3 0,1 2 1 0,2-2-2 15,2 2-2-15,2 0-1 0,2-1 0 0,3 1 0 0,1 0-3 16,-1-1 3-16,3 0-1 0,1 0-5 0,1 0 2 0,3-1-3 16,2-1 1-16,4 0 3 0,1 0-1 0,3 0 4 0,3 1-3 0,3-1 3 0,3 0-1 15,3-2 2-15,5 0 2 0,2 1-3 0,4-2 0 16,2 1 0-16,5-1 7 0,2 0 4 0,1-1 2 0,3 0-3 0,-1-1 0 0,4 2 0 16,5-1 3-16,0 1-2 0,4 1 1 0,1 0-4 0,1 3 5 0,3-1 0 15,-1 0 8-15,5 3 2 0,0-1 0 0,2 1 4 0,2 2-11 16,-1 3 2-16,1 1 5 0,2 3-5 0,1 2 0 0,2 2-3 15,3 2-6-15,1 2 2 0,1 2-2 0,-4 2-2 0,-2 2-1 0,-4 2-1 16,-2 4-5-16,-2 3 0 0,0 0 3 0,-3 3 2 0,-1 1-4 0,-2 1 2 16,-3 1-3-16,-2 2 0 0,-2 0 3 0,-4 3-1 0,0 2 1 0,-2 2 0 15,-4 2 0-15,-2 2 0 0,-1 1-9 0,-3 2 1 0,0 2 4 16,-1 2-4-16,-2 2 7 0,-1 1-1 0,-1 4 2 0,0 3 4 0,-3 2-1 16,-2 1-3-16,-2 1 0 0,-2 1-2 0,-2 2-1 0,-3 1-1 0,-3 2-2 15,-4 2 4-15,-5 0 1 0,-3 3 2 0,-4 0 3 0,-5 1-3 16,-3 1 1-16,-6-1-2 0,-3 1-3 0,-6 0 12 0,-6 1-7 0,-5 0 9 15,-6 0 3-15,-4 1-9 0,-7-1 0 0,-6 1-7 0,-4-1 1 0,-5-3-5 16,-6 0-2-16,-4-4 7 0,-4-2-1 0,-4-3 4 16,-3-3 3-16,-5 1-10 0,-5-2 4 0,-5-1-5 0,-8 0 1 15,-3-3 5-15,-7 0-4 0,-3 0 4 0,-3-1-8 0,-2 1-1 0,-1-2 3 16,-1-1-2-16,1-2 7 0,1 0 2 0,1-1-1 0,1 2-4 0,1 3-2 16,1-1-4-16,2 1 3 0,-1-1 4 0,2 4 0 0,0-2-6 0,-2 1-12 15,-1-4 14-15,0-3-2 0,0-2 7 0,0-5 4 0,1-3-10 16,-1-5 2-16,-2-3-6 0,-2-4 2 0,-4-5-2 0,-4-4-2 0,-5-6 7 15,-2-5-4-15,-4-5-7 0,-1-4 1 0,-3-3 0 0,-1-2-3 16,-3-4 4-16,-3-3-19 0,-1-3-10 0,-6-3-2 0,-1-2-11 0,-1-3-3 0,1 0 0 16,6-3 4-16,1-2 8 0,5-1 11 0,6-6 7 0,5 0-2 15,4-3 5-15,5-2 1 0,4-3 0 0,4-1 9 0,5 1 8 0,5 0 12 16,7 2-5-16,4 2-4 0,4 0 9 0,5 2-5 0,3 2 12 0,5 0 5 16,5 1-1-16,5 3 6 0,6 1 6 0,5 0 3 0,5 1-4 0,5 0 7 15,6 1-2-15,4 2-4 0,6 0 1 0,4 3-10 0,4 0-9 16,5 0-2-16,4 0-9 0,4 3-1 0,4-2 4 0,5 2-1 0,5-1 5 15,5 1 0-15,5-1-3 0,5 2-2 0,2 0 3 0,3 2-1 16,2 1 1-16,4 0-1 0,-1 2 0 0,-1-1 0 0,1 1-1 0,-1 1 0 16,0 0-4-16,-2 3 2 0,0 1-2 0,-1 1 2 0,-2 0 6 15,0 3-3-15,-2-1-3 0,-2 0 0 0,-1 2 3 0,-1 2-2 0,-3 1 3 16,-1 0-1-16,-3 2-4 0,-1-1-3 0,-3 1 2 0,1 0 1 0,-2 0 8 16,0 3 3-16,-1-1-4 0,-3 0 0 0,1 1-1 15,-2 0 1-15,-4 1 2 0,-1 0-1 0,-1 1-4 0,-1 1 3 0,-3 0-2 0,0 0 2 16,-4 0 0-16,1 2-2 0,-2-1 4 0,-1 0-2 0,-1 1 2 0,-1 0 1 15,-1 0-6-15,0 0 5 0,0 0-8 0,0 1 3 0,0-1-3 16,-1 1 0-16,1 1 3 0,-1-1-2 0,-1 1 5 0,-1 0-3 0,0 0 0 16,-1 0-3-16,1-1 2 0,0 1-1 0,0 0 1 0,-2 0-1 0,1 1-4 15,-1-1 0-15,1 1-1 0,-2 0 4 0,1 0-3 0,0 0 1 16,0 1-1-16,0 0-12 0,0-1-8 0,1 2-13 0,0 1-16 0,1 1-6 16,-1 0-18-16,0 2-20 0,1 0-22 0,0 1-33 0,1 1-20 0,1 4-22 15,1 0-6-15,2 1 2 0,2 0 12 0,2 4 16 0,3 2-215 16</inkml:trace>
  <inkml:trace contextRef="#ctx0" brushRef="#br0" timeOffset="100787.74">24133 13843 754 0,'-14'-18'19'0,"-2"-1"47"16,-5-4-8-16,0 4-13 0,2 1-10 0,-3 1-11 0,1-1 4 0,0 2 5 15,-1-1-2-15,2-1 0 0,-2 3-2 0,2-2-2 0,1 0 4 16,3 0 4-16,1 1 2 0,0-3 10 0,2-2 1 0,2 0-1 0,2-3 1 16,0 0-7-16,3 1 4 0,1-2 0 0,2-3-1 0,3-2-2 0,2 0-2 15,4-2-13-15,2 0 2 0,3-1 13 0,3 0 3 0,4-1 21 16,5 0-4-16,4-1-7 0,5 2-6 0,5 0-9 0,5 1-1 15,3 1-10-15,5-1-3 0,6 1-1 0,4-2-3 0,6 3 4 16,3-1-7-16,4 2 4 0,3 1-2 0,4 0 5 0,3 0 2 0,3 3-27 0,4 1 9 16,3 1-1-16,4 4 3 0,0 3 15 0,2 1-9 0,0 3 1 15,0 1-8-15,0 3 0 0,0 6 3 0,-1 2-2 0,1 2 0 0,-3 5-1 16,1 4-4-16,-1 2-2 0,2 6-5 0,-2 3 19 0,0 6-2 0,-1 4 4 16,-4 6 5-16,-2 1-21 0,-6 5-3 0,-2 5-4 15,-3 0 0-15,-3 4 1 0,-2 3 2 0,-3 1-2 0,-2 4-6 0,-2 2 15 16,-2 2-9-16,-1 1 4 0,-2 2 2 0,-2 2-12 0,0-1 4 0,-1 0 8 15,-2 0-2-15,-2-2 1 0,-3-1 2 0,-2-2-9 0,-4 0-2 0,-2-2 7 16,-2 1-4-16,-1 4 0 0,-3 3 1 0,-1 2-4 0,-2 5 0 16,-1 0 8-16,-3 1 0 0,-3-1-4 0,-3-1 2 0,-3 1-5 0,-5 1-3 0,-3 0 4 15,-4 4-8-15,-3-1 2 0,-5 1 0 0,-4 1-7 16,-4-2-3-16,-5 0-9 0,-5 0 8 0,-4 1-2 0,-4-2-5 0,-4-1 19 0,-2-2-4 16,-3-5 2-16,-1-5 9 0,-3-1-15 0,-3-3 4 0,-2-4-7 15,-3-3-6-15,-4-5-1 0,-5-4 8 0,-8-4 3 0,-10-3-14 0,-7-5 4 16,-6-6-5-16,-5-5 1 0,-3-4 25 0,-3-5-6 0,-6-6-7 15,-3-2 4-15,-3-4 3 0,-4-1 1 0,-2-2 3 0,-4 0-7 0,-2-1 2 16,-1-1-2-16,-2 0 0 0,-1-1 13 0,0 0-3 0,-2-3 4 0,-1-1-7 16,-1-2-16-16,1-2-14 0,1-2-33 0,0-3-22 0,-1-3-27 0,-4-4-42 15,-3-5-38-15,-4-6-60 0,-4-5-50 0,-7-5-187 0</inkml:trace>
  <inkml:trace contextRef="#ctx0" brushRef="#br0" timeOffset="103126.74">22796 17030 2524 0,'0'-9'146'0,"0"-1"-91"0,2-2-17 16,0 0-17-16,2-2-11 0,3-2-10 0,3-4-8 0,3-3 3 0,4-2-5 16,3-5 2-16,1-5 0 0,1-5-5 0,1-5-17 0,-1-2-13 0,0-4-9 15,0 0-18-15,-1-2-13 0,0-3 5 0,0-2-2 0,-3-4 14 16,1 0 20-16,-3-2 3 0,0-2 14 0,-2 0 2 0,0-1-1 0,-1 1 3 16,-2 1 1-16,-2 2 11 0,-1 1 9 0,-3 2 6 0,0 4 9 15,-1 3 1-15,-1 2 11 0,-1 2 17 0,-2-2 1 0,-1 2 4 0,-1 1-1 16,0 4-2-16,0 4 0 0,0 3 9 0,0 4-1 0,0 3 1 0,0 6-6 15,0 3-7-15,1 3 0 0,-1 5-3 0,1 3 2 0,-1 3-12 16,1 5 1-16,0 1-14 0,-1 1-6 0,0 3-9 0,1 2 3 16,-1 5 2-16,0 5-1 0,-2 8 9 0,-2 6-12 0,-2 3 7 0,-1 8 3 0,-3 6 1 15,-1 6-3-15,-2 6-3 0,-3 7-1 0,0 5-4 0,-1 6 2 16,-2 7 0-16,-1 6 2 0,0 6 3 0,0 8-7 0,0 7-1 16,-1 3-3-16,1 6-1 0,1 3 2 0,0 6-5 0,2 1-4 0,2-1-3 15,9-65 14-15,1 16-2 0,1-5 2 0,-1 13-2 0,3-4-1 0,0 12-4 16,3-6 12-16,1-40 19 0,0 5-8 0,3-4 14 0,0 4-7 15,1-3-15-15,2 3 16 0,2-2-3 0,0 2 9 0,1-3 31 16,2 4-11-16,2-5-1 0,0 2-15 0,2-3-38 0,-1 1-5 0,2-4-7 0,1 3 7 16,1-4 9-16,-1-3-12 0,0-2 0 0,0-5 1 0,-1-4-4 15,0-2-6-15,-1-3-4 0,0-6 5 0,-1-1-4 0,-1-5 24 0,0-3 8 16,-1-5-10-16,0-4 10 0,-1-3 1 0,-1-3 4 0,0-7 2 16,0-5 16-16,0-4-48 0,0-5-3 0,-1-6 5 0,-1-5-17 0,2-6 42 15,-1-4 1-15,-1-9-23 0,8-54-11 0,-3-4 2 0,-1-4-4 0,-2 2 10 16,-4 4 14-16,-3 10-6 0,-4 12-4 0,-4 19-10 0,-4 3-26 0,-3 6-5 15,-7 3-13-15,-21-31 1 0,-3 27 19 0,0 21 1 0,6 20 23 16,-2 6 11-16,-1 6 12 0,-2 3 8 0,0 6 12 0,1 3 17 16,2 3 9-16,4 3 5 0,3 3 4 0,3 0-3 0,5 2-9 15,2-2-12-15,3 1-6 0,11-6 2 0,0 2 1 0,0-1 4 0,2 2-4 0,1 0-9 16,1-1 3-16,2 1 5 0,1-1-1 0,4-1 10 0,2-1-9 0,4 0-2 16,4-3-7-16,5-1-7 0,2-1 5 0,2-2 2 0,6-2-4 0,1-1-8 15,4-1 0-15,1-4 4 0,2 0 8 0,32-12-20 0,-6 1-3 16,-8 0 6-16,-10 3 2 0,-6 3 14 0,1 0-3 0,-2-1-6 0,-1 0 2 15,1 0-1-15,-4 2-1 0,0-1 2 0,-3 1-2 0,-1 1 6 16,1 1-6-16,0 2-3 0,-2 2 6 0,0 0-1 0,-3 3-4 16,1 1-1-16,-2 3-10 0,-1 1 8 0,0 1 3 0,-1 3-5 0,1 0 2 15,-1 3-5-15,-2 2 1 0,1 2 5 0,1 1-8 0,-3 2-4 0,2 3 4 16,1 3 2-16,-11-11 11 0,1 3 1 0,2 1-7 0,2 2 0 16,1 0-2-16,1 0 5 0,0 1-2 0,3 0 4 0,-1-1 4 0,1-3-18 0,0 0 30 15,-1-3-2-15,1-3-6 0,0-1 15 0,-1-3-10 16,1-1 8-16,-1-2 8 0,-1-2-7 0,2-3 2 0,-1-1-8 0,0-4-1 0,1-3 5 15,1-2-10-15,-1-2-15 0,21-22-6 0,-7 1 0 16,-6 1 14-16,-8 4-3 0,-4 2 2 0,-1 0 2 0,-3-1-13 0,-1 1 6 16,-4-2 9-16,-1 1-11 0,-4-3 3 0,-3 1-7 0,-3-2-7 15,-3 2 6-15,-4 0-10 0,-3 3-2 0,-1 2-13 0,-4 4-8 0,-3 0 9 16,-2 4-2-16,-5 2 11 0,-1 1 2 0,-4 3 1 0,-2 4 17 0,0 1 0 0,-1 4-4 16,1 2 7-16,3 3-5 0,1 3 0 0,4 2 8 0,2 2-21 15,3 2-1-15,3 3-8 0,1 4-10 0,3 1-8 0,2 3-25 16,1 1-20-16,3 2-43 0,1 0-31 0,3 2-39 0,1 1-46 0,4 3-54 15,4-1-43-15,3 1-20 0,4-2 26 0,4-4 55 0,3-2 63 0,2-5-98 16</inkml:trace>
  <inkml:trace contextRef="#ctx0" brushRef="#br0" timeOffset="103371.74">24280 16897 252 0,'32'-4'176'0,"5"-1"-12"0,10 0-8 0,-5 2-1 15,-3 0 1-15,-1 1-4 0,0 1-10 0,4-1-12 0,-3 3-18 16,1 1-13-16,-1 1-11 0,-1 1-8 0,0 4-12 0,-1 1-9 16,-1 2-6-16,-2 1-3 0,-2 2 0 0,-1 1-3 0,-3 4-2 0,-1 0 0 0,-3 2 3 15,-1 1 0-15,-1 2-13 0,-12-13 8 0,1 5 6 16,0 0 4-16,0 3 12 0,0-1-7 0,0 4 1 0,-3-1-5 15,2 2 6-15,-2 0-2 0,-3-1-5 0,-1-3 5 0,-3-1-11 0,-1-1 3 16,-3-2 1-16,-1-1 2 0,-2-3-2 0,-2-1-7 0,0-1 6 0,-3-3-1 0,-1-2 4 16,-2-2-1-16,0-3-11 0,1 0 6 0,-1-4-6 0,-1-2-1 0,1-4-19 15,1-1-2-15,3-4 0 0,0-1 2 0,2-3 8 0,1-3-23 16,2-1 3-16,0-29-20 0,6 2 13 0,3 4 6 0,4 6-18 16,3 3 18-16,3 1-16 0,3 2-7 0,5-2 3 0,2 1 4 15,2-2-3-15,2 1-1 0,0 3-7 0,0 2 4 0,-1 5-10 0,0 2-13 16,-1 2-14-16,-1 1-32 0,-1 0-21 0,-1 1-32 0,0 1-48 0,0-2-53 0,-2 1-67 15,1 0-93-15,-2 0-91 0,1 2-98 0,0-3-192 0</inkml:trace>
  <inkml:trace contextRef="#ctx0" brushRef="#br0" timeOffset="103928.74">24014 15291 1576 0,'-72'-25'462'0,"-8"1"-367"0,-21-3 6 0,11 8-34 0,10 9-4 0,3 5-3 15,1 5-7-15,-2 4-11 0,2 4 4 0,-2 3-7 0,2 4-3 16,-1 3-11-16,-3 7-9 0,1 5-3 0,-3 3 0 0,1 6 5 0,1 6 5 16,0 3 12-16,2 3 3 0,0 3 7 0,1 2 2 0,-1 6-7 15,0 6 12-15,1 6-6 0,0 7-10 0,-1 7-9 0,2 6-15 16,3 3 0-16,2 4-7 0,4 4 16 0,4 2-5 0,4 5-7 0,6 1 14 0,6 3-23 15,27-57 4-15,-2 14-20 0,5-1 5 0,1 15-5 0,6-2-8 16,1 13 41-16,9-48 15 0,1 5 3 0,2 7 3 0,4 5-42 0,4-3-14 16,3 4 36-16,5-2-9 0,5 4 9 0,4-3-14 0,5 3-37 15,5-2 17-15,4 4-9 0,5-4 15 0,5 1-4 0,4-2-1 0,6 2 10 16,4-5-30-16,4-5 5 0,3-3 13 0,4-5 1 0,3-4 27 0,3-3 45 16,4-5 12-16,2-3 27 0,3-5-8 0,2-3-36 0,1-6-3 15,3-3-2-15,2-6 25 0,2-4 5 0,2-3-11 0,2-4-8 0,0-5-2 16,2-3-8-16,-1-4-14 0,3-3-6 0,-1-3-3 0,-1-1-14 15,1-4-6-15,-1-3 8 0,1-1 2 0,-3-3 20 0,0 0-12 0,-2-3-22 16,0 0 0-16,-4-1-40 0,-2-1 0 0,-1-2-23 0,-4 0 39 16,-2-2 1-16,-3-3-5 0,-3-1 7 0,-3-1 39 0,-4-4-20 0,-2 0 0 0,-5-1 6 15,58-50-18-15,-17-1 8 0,-17 3-11 0,-16-2-10 0,-14 6 5 16,-13 4-1-16,-11 5 31 0,-12 6-10 0,-7 1 2 0,-5-13-2 16,6-59-9-16,-14 13 13 0,-11 20 1 0,-9 28-4 0,-4 0-1 15,-3 0 0-15,-5-1-6 0,-5 1-1 0,-6 1-9 0,-6 0-5 0,-5-2 1 16,-7 0-5-16,-4-2 8 0,-7 0 2 0,-7 3-1 0,-5 2 8 0,-8 5-1 0,-6 5 5 15,-5 4 3-15,-6 5-1 0,-9 5-5 0,-4 5-8 0,-8 6 2 16,-4 6 0-16,-5 6-7 0,-2 6-17 0,-5 6-4 0,-4 4-7 0,0 8 0 16,-3 6-16-16,0 6-10 0,1 7-6 0,2 7-13 0,2 8 12 15,2 5-1-15,1 3 0 0,-2 1-17 0,1 1-50 0,1 6-66 0,4 9-54 16,6 7-49-16,4 7-47 0,8 6-36 0,4 2-249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11:22:57.8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303 2460 13747 0 0,'-8'-27'6'0'0,"1"0"0"0"0,1-1 0 0 0,1 1 0 0 0,-2-46 0 0 0,8-114 68 0 0,1 57-45 0 0,-80-923 1182 0 0,-49 362 2558 0 0,121 666-3556 0 0,0-6 120 0 0,-2 0 1 0 0,-1 0-1 0 0,-1 1 1 0 0,-19-38-1 0 0,38 90-84 0 0,-2 1-1 0 0,0 0 1 0 0,5 44 0 0 0,-4-27-99 0 0,140 902 496 0 0,-8-44-870 0 0,-90-653-95 0 0,134 388 1 0 0,-35-261-920 0 0,11 30-1246 0 0,-153-384 2086 0 0,0 0-1001 0 0,-1-1 0 0 0,-1 1 0 0 0,0 0 0 0 0,-1 0 0 0 0,1 20 1 0 0,-5-38 1397 0 0,0 1 0 0 0,0-1 0 0 0,0 0 0 0 0,0 0 0 0 0,0 0 1 0 0,0 0-1 0 0,0 0 0 0 0,0 0 0 0 0,0 0 0 0 0,0 0 0 0 0,0 0 1 0 0,0 0-1 0 0,0 0 0 0 0,0 1 0 0 0,0-1 0 0 0,0 0 0 0 0,0 0 0 0 0,0 0 1 0 0,0 0-1 0 0,0 0 0 0 0,0 0 0 0 0,0 0 0 0 0,0 0 0 0 0,0 0 1 0 0,0 0-1 0 0,0 0 0 0 0,0 1 0 0 0,0-1 0 0 0,0 0 0 0 0,0 0 1 0 0,0 0-1 0 0,0 0 0 0 0,0 0 0 0 0,0 0 0 0 0,-1 0 0 0 0,1 0 1 0 0,0 0-1 0 0,0 0 0 0 0,0 0 0 0 0,0 0 0 0 0,0 0 0 0 0,0 0 0 0 0,0 0 1 0 0,0 0-1 0 0,0 0 0 0 0,0 0 0 0 0,0 0 0 0 0,-1 0 0 0 0,1 0 1 0 0,0 0-1 0 0,0 0 0 0 0,0 0 0 0 0,0 0 0 0 0,0 0 0 0 0,0 0 1 0 0,0 0-1 0 0,0 0 0 0 0,0 0 0 0 0,0 0 0 0 0,0 0 0 0 0,-1 0 0 0 0,1 0 1 0 0,0 0-1 0 0,0 0 0 0 0,0-1 0 0 0,-7-6-69 0 0,-6-11-228 0 0,-10-30-185 0 0,2 0 0 0 0,2-1 0 0 0,-17-67 1 0 0,13 38 468 0 0,-74-221 2 0 0,-87-287 2141 0 0,32-7 4941 0 0,150 584-6947 0 0,-5-23 721 0 0,2 0-1 0 0,-4-58 1 0 0,9 82-739 0 0,0-1-1 0 0,1 1 1 0 0,-1 0-1 0 0,2-1 1 0 0,-1 1-1 0 0,1 0 1 0 0,0 0-1 0 0,1 0 1 0 0,0 0-1 0 0,0 1 1 0 0,1-1-1 0 0,0 1 1 0 0,0-1-1 0 0,0 2 1 0 0,1-1-1 0 0,7-8 1 0 0,-6 11-103 0 0,0-1 1 0 0,0 1 0 0 0,1 1 0 0 0,-1-1 0 0 0,1 1 0 0 0,0 0-1 0 0,0 1 1 0 0,0-1 0 0 0,0 2 0 0 0,0-1 0 0 0,1 1-1 0 0,-1 0 1 0 0,0 0 0 0 0,1 1 0 0 0,-1 0 0 0 0,0 0-1 0 0,14 2 1 0 0,-15-1-5 0 0,-1-1-1 0 0,1 1 1 0 0,0 0 0 0 0,-1 1-1 0 0,1-1 1 0 0,-1 1 0 0 0,1 0 0 0 0,-1 1-1 0 0,0-1 1 0 0,0 1 0 0 0,0 0-1 0 0,0 0 1 0 0,0 1 0 0 0,-1-1-1 0 0,0 1 1 0 0,1 0 0 0 0,-1 0-1 0 0,-1 0 1 0 0,1 1 0 0 0,-1 0-1 0 0,1-1 1 0 0,-1 1 0 0 0,2 6-1 0 0,-3-5-11 0 0,-1-1 1 0 0,-1 0-1 0 0,1 0 0 0 0,-1 0 0 0 0,0 0 0 0 0,0 1 0 0 0,0-1 0 0 0,-1 0 0 0 0,0 0 1 0 0,0 0-1 0 0,0 0 0 0 0,0 0 0 0 0,-1 0 0 0 0,0 0 0 0 0,-4 7 0 0 0,-5 9 55 0 0,-1-1 0 0 0,-17 22 0 0 0,8-12 14 0 0,-21 36 158 0 0,4 2 0 0 0,2 2 0 0 0,4 1 0 0 0,2 1 0 0 0,-22 86 0 0 0,36-95-125 0 0,2 0 0 0 0,3 1 0 0 0,3 1 0 0 0,3 0 0 0 0,3 0 0 0 0,8 100 0 0 0,-2-134-130 0 0,0 0 1 0 0,2 0-1 0 0,2-1 0 0 0,0 0 1 0 0,20 44-1 0 0,-23-63-4 0 0,1 0 0 0 0,1 0 0 0 0,0 0 1 0 0,0-1-1 0 0,1 0 0 0 0,0-1 0 0 0,11 10 0 0 0,-13-13 4 0 0,1-1-1 0 0,-1 0 1 0 0,1-1-1 0 0,0 0 1 0 0,1 0-1 0 0,-1 0 1 0 0,1-1-1 0 0,-1 0 1 0 0,1 0-1 0 0,0-1 1 0 0,16 2-1 0 0,-14-3 19 0 0,-1-1 0 0 0,1-1 0 0 0,0 0 0 0 0,-1 0-1 0 0,1-1 1 0 0,-1 0 0 0 0,1-1 0 0 0,-1 0 0 0 0,0 0 0 0 0,0-1-1 0 0,0 0 1 0 0,-1 0 0 0 0,1-1 0 0 0,-1-1 0 0 0,0 1 0 0 0,-1-1-1 0 0,10-9 1 0 0,5-6 28 0 0,-2 0 0 0 0,0-1 0 0 0,-2-1 0 0 0,23-36 0 0 0,33-76 110 0 0,-59 101-45 0 0,3 1-1 0 0,0 0 0 0 0,2 1 0 0 0,48-57 0 0 0,-63 84-20 0 0,0 0-1 0 0,0 0 1 0 0,1 0-1 0 0,-1 0 1 0 0,1 1-1 0 0,0 0 1 0 0,1 0-1 0 0,-1 1 1 0 0,0 0-1 0 0,1 0 1 0 0,0 0 0 0 0,0 1-1 0 0,0 0 1 0 0,0 0-1 0 0,0 1 1 0 0,0 0-1 0 0,1 0 1 0 0,-1 0-1 0 0,0 1 1 0 0,0 0-1 0 0,1 1 1 0 0,-1 0-1 0 0,0 0 1 0 0,0 0-1 0 0,0 1 1 0 0,0 0-1 0 0,0 1 1 0 0,0-1 0 0 0,0 1-1 0 0,-1 0 1 0 0,0 1-1 0 0,1 0 1 0 0,-1 0-1 0 0,0 0 1 0 0,5 6-1 0 0,19 18 83 0 0,-1 1 0 0 0,-2 1 0 0 0,37 51 0 0 0,-37-44-120 0 0,2-1 0 0 0,37 35 0 0 0,-54-60-5 0 0,1-1-1 0 0,0 0 1 0 0,0-1-1 0 0,1 0 1 0 0,0-1-1 0 0,0-1 1 0 0,1 0-1 0 0,0-1 1 0 0,30 9-1 0 0,-34-12 17 0 0,1-1 0 0 0,0 0 0 0 0,0 0-1 0 0,0-1 1 0 0,0-1 0 0 0,0 0 0 0 0,21-2 0 0 0,-28 1 2 0 0,0-1-1 0 0,0 1 1 0 0,-1-1-1 0 0,1 0 1 0 0,0 0 0 0 0,-1 0-1 0 0,1 0 1 0 0,-1-1-1 0 0,0 0 1 0 0,0 0 0 0 0,0 0-1 0 0,0 0 1 0 0,0-1-1 0 0,-1 0 1 0 0,0 1 0 0 0,0-1-1 0 0,0-1 1 0 0,0 1-1 0 0,0 0 1 0 0,3-9-1 0 0,-1-1-17 0 0,0-1-1 0 0,-1 1 0 0 0,0-1 0 0 0,-1 0 0 0 0,-1 0 0 0 0,-1 0 0 0 0,0 0 0 0 0,0-1 0 0 0,-2 1 0 0 0,0 0 0 0 0,-1 0 0 0 0,0 0 1 0 0,-1 0-1 0 0,-7-18 0 0 0,1 3-86 0 0,-3 0 1 0 0,0 1-1 0 0,-2 0 0 0 0,-1 0 1 0 0,-33-46-1 0 0,39 62 77 0 0,-1 1 0 0 0,-1 0 0 0 0,0 0 0 0 0,0 1 0 0 0,-1 0 0 0 0,-1 1 0 0 0,1 0-1 0 0,-2 1 1 0 0,1 1 0 0 0,-26-12 0 0 0,30 17 5 0 0,-1-1 0 0 0,0 2 0 0 0,0-1 0 0 0,0 1 0 0 0,0 0 0 0 0,0 1 0 0 0,0 1 0 0 0,0-1 0 0 0,-1 2 0 0 0,1-1 0 0 0,0 1 0 0 0,0 1 0 0 0,0 0 0 0 0,0 0 0 0 0,0 1 0 0 0,0 0 0 0 0,-17 9 0 0 0,10-3 16 0 0,1 1 0 0 0,0 1-1 0 0,1 1 1 0 0,0 0-1 0 0,0 1 1 0 0,1 0-1 0 0,1 1 1 0 0,0 0 0 0 0,1 2-1 0 0,1-1 1 0 0,0 1-1 0 0,1 1 1 0 0,-12 28 0 0 0,13-26-35 0 0,2 1 0 0 0,0-1 1 0 0,1 2-1 0 0,1-1 0 0 0,0 1 1 0 0,2 0-1 0 0,1 0 1 0 0,0 0-1 0 0,2 0 0 0 0,0 0 1 0 0,1 0-1 0 0,5 26 0 0 0,-3-36 5 0 0,0 1 0 0 0,0-1 0 0 0,1 0 0 0 0,1 0 0 0 0,0-1 0 0 0,0 1 0 0 0,1-1 0 0 0,0 0 0 0 0,1-1 0 0 0,0 1 0 0 0,0-1 0 0 0,1-1 0 0 0,10 10 0 0 0,-5-8 12 0 0,0 0 0 0 0,1-1 1 0 0,0-1-1 0 0,0 0 1 0 0,1-1-1 0 0,0 0 0 0 0,0-1 1 0 0,26 6-1 0 0,-7-5 2 0 0,0-1-1 0 0,1-2 0 0 0,-1-2 0 0 0,1-1 1 0 0,0-1-1 0 0,-1-2 0 0 0,1-2 1 0 0,43-10-1 0 0,-48 7-223 0 0,0-2 0 0 0,-1-1 0 0 0,1-1 0 0 0,-2-2 0 0 0,0-1-1 0 0,0-1 1 0 0,-2-1 0 0 0,40-32 0 0 0,-31 18-796 0 0,-2-1-1 0 0,-1-2 0 0 0,-1-1 1 0 0,-2-2-1 0 0,30-47 1 0 0,-27 32-40 0 0,-3-1 0 0 0,44-105 0 0 0,-51 96 1231 0 0,-4 0 1 0 0,-2-1-1 0 0,-2-1 0 0 0,9-117 0 0 0,-22-248 3265 0 0,-33 0 973 0 0,10 179-315 0 0,22 249-4063 0 0,0 0-1 0 0,0 0 1 0 0,0 0-1 0 0,0 0 1 0 0,1 0-1 0 0,-1 0 1 0 0,0 0-1 0 0,0 0 1 0 0,0 0-1 0 0,0 0 1 0 0,0 0-1 0 0,0 0 1 0 0,0 0-1 0 0,0 0 1 0 0,0 0-1 0 0,0 0 1 0 0,0 0 0 0 0,1 0-1 0 0,-1 0 1 0 0,0 0-1 0 0,0 0 1 0 0,0 0-1 0 0,0 0 1 0 0,0 0-1 0 0,0 0 1 0 0,0 0-1 0 0,0 0 1 0 0,0 0-1 0 0,0 0 1 0 0,0 0-1 0 0,0-1 1 0 0,0 1-1 0 0,0 0 1 0 0,1 0 0 0 0,-1 0-1 0 0,0 0 1 0 0,0 0-1 0 0,7 17 354 0 0,8 26-204 0 0,50 272 44 0 0,-15-59-305 0 0,204 663-1979 0 0,-154-637 540 0 0,-76-230 1340 0 0,1 0 0 0 0,3-2 0 0 0,41 56 0 0 0,-65-102 78 0 0,-1 0 0 0 0,1 0 0 0 0,0 0-1 0 0,0 0 1 0 0,6 4 0 0 0,-10-8 58 0 0,1 1 1 0 0,-1-1 0 0 0,1 0-1 0 0,-1 1 1 0 0,1-1 0 0 0,-1 0-1 0 0,1 1 1 0 0,-1-1 0 0 0,1 0-1 0 0,-1 1 1 0 0,1-1 0 0 0,0 0-1 0 0,-1 0 1 0 0,1 0 0 0 0,-1 0-1 0 0,1 0 1 0 0,0 0 0 0 0,-1 0-1 0 0,1 0 1 0 0,-1 0 0 0 0,1 0-1 0 0,0 0 1 0 0,-1 0 0 0 0,1 0-1 0 0,-1 0 1 0 0,1 0-1 0 0,-1-1 1 0 0,1 1 0 0 0,0 0-1 0 0,-1 0 1 0 0,1-1 0 0 0,-1 1-1 0 0,1 0 1 0 0,-1-1 0 0 0,1 1-1 0 0,-1-1 1 0 0,0 1 0 0 0,1 0-1 0 0,-1-1 1 0 0,1 1 0 0 0,-1-1-1 0 0,0 1 1 0 0,0-1 0 0 0,1 1-1 0 0,-1-1 1 0 0,0 0 0 0 0,0 1-1 0 0,1-1 1 0 0,-1 1 0 0 0,0-1-1 0 0,0 1 1 0 0,0-1 0 0 0,0 0-1 0 0,0 1 1 0 0,0-1 0 0 0,0 1-1 0 0,0-1 1 0 0,0 0 0 0 0,0 1-1 0 0,0-1 1 0 0,-1 0 0 0 0,0-23-339 0 0,-1 0 1 0 0,-1 0-1 0 0,-1 0 0 0 0,-1 1 1 0 0,-1-1-1 0 0,-2 2 1 0 0,-17-40-1 0 0,18 46 387 0 0,-1 1 1 0 0,-1 0-1 0 0,0 0 0 0 0,-1 1 0 0 0,-1 0 0 0 0,0 0 1 0 0,-1 2-1 0 0,0-1 0 0 0,-1 2 0 0 0,-16-13 0 0 0,10 11 286 0 0,-1 1-1 0 0,0 1 0 0 0,0 1 0 0 0,-1 0 0 0 0,0 2 1 0 0,-1 0-1 0 0,-26-5 0 0 0,16 7 83 0 0,0 1 0 0 0,0 1 0 0 0,0 2 1 0 0,0 1-1 0 0,0 2 0 0 0,0 1 0 0 0,0 1 0 0 0,0 2 0 0 0,1 1 0 0 0,-1 2 0 0 0,-35 14 0 0 0,16-4-298 0 0,32-12-131 0 0,18-6-52 0 0,8-3-73 0 0,109-42 111 0 0,165-91 0 0 0,-237 111 76 0 0,-1-2 1 0 0,-2-2 0 0 0,-1-2-1 0 0,-1-1 1 0 0,-2-2 0 0 0,54-63-1 0 0,150-233 378 0 0,-237 323-358 0 0,46-67 161 0 0,-45 68-111 0 0,0 0-1 0 0,0 1 1 0 0,0-1-1 0 0,1 1 1 0 0,-1 1-1 0 0,1-1 1 0 0,1 1-1 0 0,-1 0 1 0 0,11-6-1 0 0,-15 10-29 0 0,0-1-1 0 0,0 1 0 0 0,-1 0 0 0 0,1 0 0 0 0,0-1 0 0 0,0 1 0 0 0,0 0 0 0 0,0 1 0 0 0,-1-1 0 0 0,1 0 0 0 0,0 0 1 0 0,0 1-1 0 0,0-1 0 0 0,-1 1 0 0 0,1-1 0 0 0,0 1 0 0 0,-1 0 0 0 0,1 0 0 0 0,-1 0 0 0 0,1 0 0 0 0,-1 0 0 0 0,1 0 1 0 0,-1 0-1 0 0,1 1 0 0 0,-1-1 0 0 0,0 0 0 0 0,0 1 0 0 0,0-1 0 0 0,0 1 0 0 0,0-1 0 0 0,0 1 0 0 0,1 3 0 0 0,4 6 54 0 0,0 1 0 0 0,-2 0 0 0 0,7 19-1 0 0,-9-23-48 0 0,43 175 134 0 0,-33-126-198 0 0,2-1 0 0 0,2-1 0 0 0,35 81 0 0 0,-33-99-98 0 0,2 0 0 0 0,1-1 0 0 0,27 34 0 0 0,-48-69 106 0 0,1 0 0 0 0,-1-1 0 0 0,1 1 1 0 0,-1 0-1 0 0,1-1 0 0 0,-1 1 0 0 0,1-1 1 0 0,0 1-1 0 0,-1-1 0 0 0,1 1 0 0 0,0-1 1 0 0,-1 1-1 0 0,1-1 0 0 0,0 0 0 0 0,-1 1 0 0 0,1-1 1 0 0,0 0-1 0 0,0 0 0 0 0,-1 0 0 0 0,1 1 1 0 0,0-1-1 0 0,0 0 0 0 0,0 0 0 0 0,-1 0 1 0 0,1 0-1 0 0,0 0 0 0 0,1-1 0 0 0,-1 1-5 0 0,0-1 0 0 0,1 0 0 0 0,-1 0-1 0 0,0 0 1 0 0,0 0 0 0 0,1 0 0 0 0,-1 0 0 0 0,0 0-1 0 0,0 0 1 0 0,0 0 0 0 0,0-1 0 0 0,-1 1 0 0 0,2-2-1 0 0,4-7-46 0 0,-2-1 0 0 0,1 0 0 0 0,2-12 0 0 0,-5 16 35 0 0,14-47-2 0 0,-3 0-1 0 0,10-104 1 0 0,-7-117-161 0 0,-13 202 107 0 0,2-65-72 0 0,24-431-202 0 0,46 3 805 0 0,-72 551-415 0 0,-1 10 15 0 0,-1 0 0 0 0,0 0 0 0 0,0-1 0 0 0,0 1-1 0 0,0 0 1 0 0,-1-1 0 0 0,0 1 0 0 0,-1-10 0 0 0,0 16-41 0 0,1-1 0 0 0,-1 0 0 0 0,1 0 0 0 0,-1 0 0 0 0,1 0 0 0 0,-1 0 0 0 0,1 0 0 0 0,-1 0 0 0 0,1 1 0 0 0,-1-1-1 0 0,1 0 1 0 0,-1 1 0 0 0,1-1 0 0 0,-1 0 0 0 0,1 0 0 0 0,0 1 0 0 0,-1-1 0 0 0,1 1 0 0 0,-1-1 0 0 0,1 0 0 0 0,0 1 0 0 0,0-1 0 0 0,-1 1 0 0 0,1-1 0 0 0,0 1 0 0 0,0-1 0 0 0,-1 1 0 0 0,-11 16-1 0 0,4 0-20 0 0,0 0 0 0 0,1 1 0 0 0,1 0 0 0 0,-7 33 0 0 0,-8 79 45 0 0,17-96-33 0 0,-34 318 24 0 0,15 2 0 0 0,24 361-1 0 0,41-287-72 0 0,-27-349-54 0 0,3-1-1 0 0,4 0 1 0 0,43 102-1 0 0,-2-34-244 0 0,119 202 0 0 0,-163-319 232 0 0,1 0-1 0 0,33 36 1 0 0,-42-54-216 0 0,0 1 1 0 0,1-2 0 0 0,1 1-1 0 0,-1-2 1 0 0,2 0 0 0 0,-1 0-1 0 0,21 9 1 0 0,-33-18 246 0 0,0 1 0 0 0,0-1 0 0 0,-1 0 1 0 0,1 0-1 0 0,0 1 0 0 0,0-1 0 0 0,0 0 0 0 0,0 0 0 0 0,0 0 1 0 0,0 0-1 0 0,0 0 0 0 0,0-1 0 0 0,0 1 0 0 0,0 0 0 0 0,0 0 1 0 0,0-1-1 0 0,0 1 0 0 0,0 0 0 0 0,-1-1 0 0 0,1 1 1 0 0,0-1-1 0 0,0 1 0 0 0,0-1 0 0 0,-1 1 0 0 0,1-1 0 0 0,0 0 1 0 0,-1 1-1 0 0,1-1 0 0 0,0 0 0 0 0,-1 0 0 0 0,1 1 0 0 0,-1-1 1 0 0,1 0-1 0 0,-1 0 0 0 0,1 0 0 0 0,-1 0 0 0 0,0 1 1 0 0,1-1-1 0 0,-1 0 0 0 0,0 0 0 0 0,0 0 0 0 0,0-2 0 0 0,7-47-3436 0 0,-7 44 3161 0 0,1-48-3066 0 0,-3 0 0 0 0,-12-82 0 0 0,1 57 489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11:22:58.2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584 307 5313 0 0,'-50'7'1299'0'0,"1"3"-1"0"0,0 1 1 0 0,1 3 0 0 0,-68 29-1 0 0,81-28-414 0 0,1 2-1 0 0,1 1 1 0 0,1 2 0 0 0,1 1 0 0 0,0 2-1 0 0,-42 40 1 0 0,73-63-871 0 0,0 0-1 0 0,0 0 1 0 0,0 0 0 0 0,0 1 0 0 0,-1-1 0 0 0,1 0 0 0 0,0 0-1 0 0,0 0 1 0 0,0 0 0 0 0,0 0 0 0 0,0 0 0 0 0,-1 1 0 0 0,1-1-1 0 0,0 0 1 0 0,0 0 0 0 0,0 0 0 0 0,0 0 0 0 0,0 1-1 0 0,0-1 1 0 0,0 0 0 0 0,0 0 0 0 0,0 0 0 0 0,0 0 0 0 0,0 1-1 0 0,0-1 1 0 0,0 0 0 0 0,0 0 0 0 0,0 0 0 0 0,0 1-1 0 0,0-1 1 0 0,0 0 0 0 0,0 0 0 0 0,0 0 0 0 0,0 0 0 0 0,0 1-1 0 0,0-1 1 0 0,0 0 0 0 0,0 0 0 0 0,0 0 0 0 0,0 0-1 0 0,0 1 1 0 0,1-1 0 0 0,-1 0 0 0 0,0 0 0 0 0,0 0 0 0 0,12 3 233 0 0,15-5 9 0 0,19-8 107 0 0,0-2 0 0 0,84-33 0 0 0,-7 1-248 0 0,-69 27 2 0 0,1 3 0 0 0,0 2 1 0 0,1 3-1 0 0,1 2 0 0 0,-1 2 0 0 0,1 3 0 0 0,100 10 1 0 0,69 29 324 0 0,48 5-349 0 0,-233-38-94 0 0,0-3 0 0 0,0-1 0 0 0,0-2 0 0 0,69-11 1 0 0,-86 7 12 0 0,-1 0 1 0 0,0-1-1 0 0,-1-2 1 0 0,35-17 0 0 0,-43 18 0 0 0,1 0 0 0 0,-2-1-1 0 0,0-1 1 0 0,0 0 0 0 0,0-1 0 0 0,-1 0 0 0 0,16-21 0 0 0,-24 28-1 0 0,-1 0 0 0 0,0-1 0 0 0,-1 1 0 0 0,1-1 0 0 0,-1 0 1 0 0,1 0-1 0 0,-2 0 0 0 0,1 0 0 0 0,0 0 0 0 0,-1 0 0 0 0,0 0 0 0 0,0 0 0 0 0,-1-1 0 0 0,1 1 0 0 0,-1 0 1 0 0,0-1-1 0 0,-2-6 0 0 0,1 4-18 0 0,-1 0 1 0 0,-1 1-1 0 0,0-1 1 0 0,0 1-1 0 0,0 0 1 0 0,-1 0 0 0 0,0 0-1 0 0,0 1 1 0 0,0-1-1 0 0,-11-9 1 0 0,2 2-37 0 0,-1 1 0 0 0,-1 0 0 0 0,0 1 0 0 0,-1 1-1 0 0,0 1 1 0 0,0 0 0 0 0,-1 1 0 0 0,-35-13 0 0 0,28 15 90 0 0,0 1 0 0 0,0 1 0 0 0,0 2 0 0 0,-1 0-1 0 0,0 2 1 0 0,1 1 0 0 0,-1 0 0 0 0,1 2 0 0 0,-1 1 0 0 0,1 1-1 0 0,0 1 1 0 0,-26 9 0 0 0,34-9 63 0 0,0 1 0 0 0,0 1 0 0 0,1 1 0 0 0,0 0 0 0 0,0 1 0 0 0,1 0 0 0 0,0 1 0 0 0,-14 14 0 0 0,20-16-31 0 0,0 1 0 0 0,0 0 0 0 0,1 0 0 0 0,0 1 0 0 0,1 0-1 0 0,0 0 1 0 0,0 0 0 0 0,1 1 0 0 0,0 0 0 0 0,1 0 0 0 0,1 0 0 0 0,-4 18 0 0 0,5-18-46 0 0,0 0 0 0 0,1 0 0 0 0,1 1 0 0 0,-1-1 1 0 0,2 0-1 0 0,0 1 0 0 0,0-1 0 0 0,1 0 0 0 0,0 0 0 0 0,1 0 0 0 0,1 0 1 0 0,-1-1-1 0 0,7 13 0 0 0,-3-10-22 0 0,1 0 0 0 0,1-1 1 0 0,-1 0-1 0 0,2-1 0 0 0,-1 0 0 0 0,2 0 0 0 0,-1-1 1 0 0,2-1-1 0 0,13 10 0 0 0,2-2-43 0 0,1-1 0 0 0,0-1 0 0 0,1-2 0 0 0,0-1 0 0 0,1-1 0 0 0,1-1 0 0 0,0-2 0 0 0,53 7 0 0 0,-44-11-438 0 0,0-2 1 0 0,-1-1 0 0 0,1-2-1 0 0,0-2 1 0 0,69-14-1 0 0,-47 2-3810 0 0,-1-3 0 0 0,108-48 0 0 0,-103 37 639 0 0,0-1-429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11:22:58.8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181 514 23189 0 0,'-94'-62'-978'0'0,"96"57"-1795"0"0,-2 5 2762 0 0,0-1-1 0 0,1 1 1 0 0,-1 0 0 0 0,1-1-1 0 0,-1 1 1 0 0,0 0 0 0 0,0-1 0 0 0,1 1-1 0 0,-1-1 1 0 0,0 1 0 0 0,1-1-1 0 0,-1 1 1 0 0,0-1 0 0 0,0 1 0 0 0,0-1-1 0 0,0 1 1 0 0,0-1 0 0 0,1 1-1 0 0,-1-1 1 0 0,0 1 0 0 0,0-1 0 0 0,0 1-1 0 0,0-1 1 0 0,0 1 0 0 0,0-1-1 0 0,-1 1 1 0 0,1-1 0 0 0,0 1 0 0 0,0-1-1 0 0,0 1 1 0 0,0-1 0 0 0,-1 1 0 0 0,1 0-1 0 0,0-1 1 0 0,0 1 0 0 0,-1-1-1 0 0,1 1 1 0 0,0-1 0 0 0,-1 1 0 0 0,1 0-1 0 0,0-1 1 0 0,-1 1 0 0 0,1 0-1 0 0,-1-1 1 0 0,1 1 0 0 0,0 0 0 0 0,-1 0-1 0 0,1-1 1 0 0,-1 1 0 0 0,1 0-1 0 0,-1 0 1 0 0,1 0 0 0 0,-1 0 0 0 0,0 0-1 0 0,-2-1 95 0 0,0 0-1 0 0,0 1 0 0 0,0 0 0 0 0,0 0 1 0 0,0 0-1 0 0,0 0 0 0 0,0 0 0 0 0,-1 1 1 0 0,1-1-1 0 0,0 1 0 0 0,1 0 0 0 0,-1 0 0 0 0,0 0 1 0 0,0 0-1 0 0,0 0 0 0 0,0 1 0 0 0,1-1 1 0 0,-1 1-1 0 0,1 0 0 0 0,-4 3 0 0 0,-10 2 1797 0 0,13-6-760 0 0,16 2-759 0 0,7 0 64 0 0,1-1 0 0 0,-1 0 0 0 0,1-2 0 0 0,29-3-1 0 0,85-16-6 0 0,-89 11-259 0 0,1182-262 98 0 0,-991 191-2516 0 0,-161 45-2806 0 0,-5-5-5754 0 0,-57 31 4779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11:22:58.9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78 318 25758 0 0,'-7'0'127'0'0,"1"0"-88"0"0,1-1-1 0 0,-1 1 0 0 0,1 1 1 0 0,-1-1-1 0 0,1 1 0 0 0,0 0 1 0 0,-1 0-1 0 0,1 0 0 0 0,0 1 1 0 0,-7 2-1 0 0,12-3-44 0 0,0-1 0 0 0,-1 0 0 0 0,1 0 0 0 0,0 1 0 0 0,-1-1-1 0 0,1 0 1 0 0,0 1 0 0 0,0-1 0 0 0,-1 0 0 0 0,1 1 0 0 0,0-1 0 0 0,0 0 0 0 0,0 1 0 0 0,-1-1 0 0 0,1 0 0 0 0,0 1 0 0 0,0-1 0 0 0,0 1-1 0 0,0-1 1 0 0,0 0 0 0 0,0 1 0 0 0,0-1 0 0 0,0 1 0 0 0,0-1 0 0 0,0 1 0 0 0,0-1 0 0 0,0 0 0 0 0,0 1 0 0 0,0-1 0 0 0,0 1-1 0 0,0-1 1 0 0,0 0 0 0 0,1 1 0 0 0,-1 0 0 0 0,14 13-119 0 0,20 6-52 0 0,-19-15 54 0 0,-1 0-1 0 0,1-1 1 0 0,-1-1-1 0 0,1 0 1 0 0,0-1-1 0 0,0-1 1 0 0,0 0 0 0 0,1-1-1 0 0,-1-1 1 0 0,0 0-1 0 0,0-1 1 0 0,15-4-1 0 0,4-2-790 0 0,-2-1-1 0 0,1-2 1 0 0,-1-1-1 0 0,39-20 1 0 0,-20 3-1620 0 0,0-3 0 0 0,-2-1 0 0 0,-2-3 0 0 0,-1-1 0 0 0,45-49 1 0 0,-28 21-943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11:22:59.1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 65 12963 0 0,'-33'-64'5361'0'0,"60"91"-797"0"0,-8-9-4106 0 0,308 280-22 0 0,-212-200-408 0 0,6 3-31 0 0,91 83-23 0 0,-174-147-1 0 0,-2 2 0 0 0,-1 1 0 0 0,36 56 0 0 0,-63-85-16 0 0,-1 1 0 0 0,-1 0-1 0 0,0 0 1 0 0,-1 0 0 0 0,0 1 0 0 0,0-1 0 0 0,-2 1-1 0 0,1 0 1 0 0,-2 1 0 0 0,0-1 0 0 0,0 0 0 0 0,-1 1-1 0 0,-1-1 1 0 0,-1 1 0 0 0,1-1 0 0 0,-4 16 0 0 0,0-15-535 0 0,1-1-1 0 0,-2-1 1 0 0,0 1 0 0 0,0-1 0 0 0,-1 0 0 0 0,0 0 0 0 0,-1 0 0 0 0,-1-1 0 0 0,0 0 0 0 0,-12 13 0 0 0,11-14-680 0 0,-1 1 0 0 0,-1-2 0 0 0,0 1 1 0 0,0-2-1 0 0,0 1 0 0 0,-1-1 0 0 0,-1-1 1 0 0,1 0-1 0 0,-18 6 0 0 0,5-7-1816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11:22:59.5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24 25141 0 0,'0'0'40'0'0,"0"-1"-1"0"0,0 0 1 0 0,0 0-1 0 0,-1 1 0 0 0,1-1 1 0 0,0 0-1 0 0,0 0 0 0 0,0 0 1 0 0,0 1-1 0 0,1-1 1 0 0,-1 0-1 0 0,0 0 0 0 0,0 1 1 0 0,0-1-1 0 0,1 0 0 0 0,-1 0 1 0 0,0 1-1 0 0,0-1 1 0 0,1 0-1 0 0,-1 1 0 0 0,1-1 1 0 0,-1 0-1 0 0,1 1 1 0 0,-1-1-1 0 0,1 0 0 0 0,-1 1 1 0 0,1-1-1 0 0,0 1 0 0 0,-1-1 1 0 0,1 1-1 0 0,0 0 1 0 0,-1-1-1 0 0,1 1 0 0 0,0 0 1 0 0,0-1-1 0 0,-1 1 0 0 0,1 0 1 0 0,0 0-1 0 0,0-1 1 0 0,-1 1-1 0 0,1 0 0 0 0,0 0 1 0 0,0 0-1 0 0,0 0 1 0 0,-1 0-1 0 0,1 0 0 0 0,0 1 1 0 0,0-1-1 0 0,-1 0 0 0 0,2 0 1 0 0,5 3-99 0 0,-1 0-1 0 0,1 0 1 0 0,-1 0 0 0 0,11 8-1 0 0,-7-5 241 0 0,15 10-67 0 0,0 2 0 0 0,-1 0 0 0 0,-1 2 0 0 0,-1 0 0 0 0,-1 1 0 0 0,0 2 0 0 0,22 32-1 0 0,-19-20 47 0 0,-2 2-1 0 0,-1 1 0 0 0,-2 1 1 0 0,22 64-1 0 0,-8 4-58 0 0,-4 2 0 0 0,-5 1 1 0 0,19 214-1 0 0,-38 341-298 0 0,-6-640 202 0 0,-2 187 31 0 0,5-179-4 0 0,1 0 1 0 0,1-1 0 0 0,2 1 0 0 0,13 42-1 0 0,-17-67-17 0 0,1 1 1 0 0,0-1-1 0 0,1 0 0 0 0,0 1 0 0 0,0-2 0 0 0,1 1 0 0 0,0 0 1 0 0,0-1-1 0 0,0 0 0 0 0,1 0 0 0 0,0-1 0 0 0,1 1 0 0 0,0-1 1 0 0,-1-1-1 0 0,2 1 0 0 0,-1-1 0 0 0,1 0 0 0 0,0-1 0 0 0,0 0 0 0 0,0 0 1 0 0,0-1-1 0 0,1 0 0 0 0,-1 0 0 0 0,1-1 0 0 0,0 0 0 0 0,17 1 1 0 0,-1-3 30 0 0,0-1 0 0 0,-1-1-1 0 0,1-1 1 0 0,-1-1 0 0 0,1-1 0 0 0,-1-1 0 0 0,23-9 0 0 0,162-76 240 0 0,-167 71-273 0 0,478-236 86 0 0,-268 131-539 0 0,-209 104 60 0 0,32-15-712 0 0,104-68 0 0 0,-160 91 189 0 0,0-1 0 0 0,-1-1 0 0 0,-1 0-1 0 0,0-1 1 0 0,-1-1 0 0 0,-1 0 0 0 0,0-2 0 0 0,-1 1 0 0 0,-1-2 0 0 0,12-24-1 0 0,-20 32-409 0 0,0-1 0 0 0,-1 1 0 0 0,0-1 0 0 0,-1 0 0 0 0,2-18-1 0 0,-1-24-3964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11:22:59.7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175 473 26462 0 0,'-2'-1'10'0'0,"-23"-17"97"0"0,-1 1 0 0 0,-1 1 0 0 0,0 1 0 0 0,-40-16 0 0 0,125 14-300 0 0,466-125-3248 0 0,-180 27-6433 0 0,-119 37 1395 0 0,-153 56 4787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11:22:59.9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43 520 22429 0 0,'-2'1'120'0'0,"1"0"0"0"0,-1 0 0 0 0,0 0 0 0 0,0 0 0 0 0,1 0 0 0 0,-1 0 0 0 0,1 1 0 0 0,-1-1 0 0 0,1 1 1 0 0,-1-1-1 0 0,1 1 0 0 0,0 0 0 0 0,0-1 0 0 0,0 1 0 0 0,0 0 0 0 0,0 0 0 0 0,0 0 0 0 0,0 0 0 0 0,0 0 0 0 0,1 0 0 0 0,-1 0 0 0 0,1 0 1 0 0,-1 4-1 0 0,0 4-241 0 0,1 0 1 0 0,0 1 0 0 0,2 15-1 0 0,9 51 46 0 0,3 0 0 0 0,4 0 0 0 0,42 115 0 0 0,-34-122 97 0 0,4 0-1 0 0,2-2 1 0 0,46 71 0 0 0,-59-110-64 0 0,1 0 1 0 0,1-2 0 0 0,1-1 0 0 0,1 0 0 0 0,2-2 0 0 0,0-1 0 0 0,1-1 0 0 0,2-1 0 0 0,33 20 0 0 0,-47-33 28 0 0,1-1 0 0 0,1 0-1 0 0,0-1 1 0 0,-1 0 0 0 0,2-1 0 0 0,-1-1-1 0 0,0-1 1 0 0,1-1 0 0 0,0 0 0 0 0,33 0-1 0 0,-36-3 26 0 0,-1-1 0 0 0,1 0 0 0 0,-1-1-1 0 0,1-1 1 0 0,-1 0 0 0 0,0 0 0 0 0,0-1-1 0 0,-1-1 1 0 0,1 0 0 0 0,-1-1 0 0 0,-1 0-1 0 0,1-1 1 0 0,18-16 0 0 0,-8 3 21 0 0,-1-1 1 0 0,-1-1 0 0 0,-1 0-1 0 0,-1-1 1 0 0,-1-1 0 0 0,-1-1-1 0 0,-1-1 1 0 0,15-37 0 0 0,-17 28 52 0 0,-1 0 0 0 0,-2-2 0 0 0,-1 1 0 0 0,-2-1 0 0 0,3-74 0 0 0,-10 42 42 0 0,-4 0 1 0 0,-2 0 0 0 0,-4 1-1 0 0,-2 0 1 0 0,-4 1-1 0 0,-45-126 1 0 0,55 179-118 0 0,-77-186 252 0 0,72 179-144 0 0,-1 0-1 0 0,-1 1 0 0 0,-1 0 1 0 0,-1 1-1 0 0,0 1 0 0 0,-32-30 1 0 0,38 41-77 0 0,-1 0-1 0 0,0 1 1 0 0,-1 0 0 0 0,0 1 0 0 0,0 0 0 0 0,0 0 0 0 0,-1 2 0 0 0,1-1-1 0 0,-1 2 1 0 0,-21-5 0 0 0,16 5-48 0 0,-1 2 0 0 0,1 0-1 0 0,-1 1 1 0 0,1 1 0 0 0,0 0 0 0 0,-1 1-1 0 0,-16 5 1 0 0,1 2-105 0 0,0 1 1 0 0,2 2-1 0 0,-1 1 1 0 0,1 2-1 0 0,1 1 0 0 0,1 1 1 0 0,-38 29-1 0 0,46-29-450 0 0,2 1 0 0 0,-1 0 1 0 0,2 1-1 0 0,1 1 0 0 0,0 1 0 0 0,2 1 1 0 0,0 0-1 0 0,1 1 0 0 0,-15 36 0 0 0,7-5-3273 0 0,3 0-1 0 0,2 1 1 0 0,-14 76-1 0 0,15-42-686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11:23:00.1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29886 0 0,'81'107'-951'0'0,"-58"-81"881"0"0,-2 1 0 0 0,-1 1-1 0 0,-1 0 1 0 0,21 45-1 0 0,-20-23-806 0 0,-3 0 0 0 0,-1 1 0 0 0,-3 1 0 0 0,-3 0-1 0 0,8 97 1 0 0,-15-10-5006 0 0,-13-3-4380 0 0,5-101 7027 0 0,-1-3 10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11:23:00.3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 17 27150 0 0,'-7'-16'272'0'0,"12"19"-442"0"0,19 27-224 0 0,-20-24 516 0 0,13 19-113 0 0,-1 1 0 0 0,-1 1 0 0 0,-2 0-1 0 0,0 1 1 0 0,-2 0 0 0 0,-1 1 0 0 0,8 41-1 0 0,26 216-174 0 0,-43-270 129 0 0,10 85-105 0 0,29 222-1408 0 0,4-113-2739 0 0,-44-208 4206 0 0,26 81-3653 0 0,-23-76 2804 0 0,0 0 1 0 0,1 1 0 0 0,-1-1-1 0 0,2-1 1 0 0,-1 1 0 0 0,1 0-1 0 0,0-1 1 0 0,10 10 0 0 0,1-7-2329 0 0,2-6-713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11:23:00.7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104 471 18604 0 0,'-31'-30'6192'0'0,"14"13"-5783"0"0,1 0-1 0 0,-19-25 1 0 0,34 41-421 0 0,1-1 0 0 0,-1 0 1 0 0,0 0-1 0 0,1 1 0 0 0,-1-1 1 0 0,1 0-1 0 0,0 0 0 0 0,-1 0 1 0 0,1 1-1 0 0,0-1 0 0 0,0 0 1 0 0,0 0-1 0 0,1 0 0 0 0,-1 0 1 0 0,0 1-1 0 0,1-1 1 0 0,-1 0-1 0 0,1 0 0 0 0,-1 1 1 0 0,1-1-1 0 0,0 0 0 0 0,0 1 1 0 0,0-1-1 0 0,0 1 0 0 0,0-1 1 0 0,0 1-1 0 0,0-1 0 0 0,0 1 1 0 0,1 0-1 0 0,-1-1 0 0 0,0 1 1 0 0,1 0-1 0 0,2-1 0 0 0,5-6 22 0 0,2 0 0 0 0,-1 1-1 0 0,16-7 1 0 0,9-3 32 0 0,1 1-1 0 0,1 3 1 0 0,42-11-1 0 0,118-19-57 0 0,-64 15 16 0 0,23-9 8 0 0,-16 2 163 0 0,185-21 0 0 0,-313 54-123 0 0,0 2 1 0 0,0-1-1 0 0,0 2 0 0 0,0-1 0 0 0,0 2 0 0 0,0-1 0 0 0,-1 2 0 0 0,23 7 1 0 0,-26-7 22 0 0,0 1 0 0 0,0 0 0 0 0,-1 1 0 0 0,1 0 0 0 0,-1 0 0 0 0,0 0 0 0 0,-1 1 0 0 0,1 0 0 0 0,-1 0 0 0 0,0 1 0 0 0,-1 0 0 0 0,9 14 0 0 0,-1 1 63 0 0,-2 0 1 0 0,0 1-1 0 0,-2 0 1 0 0,10 33-1 0 0,17 103 209 0 0,-21-90-337 0 0,25 100 23 0 0,8-3 1 0 0,138 317-1 0 0,-16-136 8 0 0,9 20-93 0 0,-30 13 811 0 0,-141-353-564 0 0,-1 2 0 0 0,-1-1 0 0 0,-1 1 0 0 0,-1 0 0 0 0,-2 0 0 0 0,-2 45 0 0 0,-2-52-78 0 0,-1 0 0 0 0,0-1 0 0 0,-2 1 0 0 0,-1-1 0 0 0,0 0 0 0 0,-2 0-1 0 0,0-1 1 0 0,-1 0 0 0 0,-17 25 0 0 0,-3-3-93 0 0,-1-2 0 0 0,-3-1 0 0 0,-1-2 1 0 0,-1-1-1 0 0,-2-2 0 0 0,-2-1 0 0 0,-1-3 0 0 0,-53 32 0 0 0,-23 5-727 0 0,-231 97 1 0 0,-164 15-5959 0 0,161-85-5243 0 0,176-52 3642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11:23:02.1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79 138 10818 0 0,'-69'-16'2048'0'0,"60"15"-1689"0"0,29 3 1541 0 0,1 0 0 0 0,26-2-1 0 0,102-12-270 0 0,-59 4-1043 0 0,-27 3-493 0 0,103-7-469 0 0,217-42-1 0 0,-373 52-10 0 0,25-7-3138 0 0,-4-6-6613 0 0,-22 8 5133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11:23:02.4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25 271 21733 0 0,'-1'-2'80'0'0,"-3"-2"48"0"0,1-1-1 0 0,0 0 1 0 0,0 0-1 0 0,0 0 1 0 0,1-1-1 0 0,-3-7 1 0 0,5 11-128 0 0,0 1 1 0 0,0-1-1 0 0,0 1 0 0 0,0-1 1 0 0,0 1-1 0 0,0-1 1 0 0,0 1-1 0 0,0-1 1 0 0,1 1-1 0 0,-1-1 1 0 0,1 1-1 0 0,-1 0 1 0 0,1-1-1 0 0,-1 1 1 0 0,1 0-1 0 0,0-1 0 0 0,0 1 1 0 0,-1 0-1 0 0,1 0 1 0 0,0-1-1 0 0,0 1 1 0 0,1 0-1 0 0,-1 0 1 0 0,0 0-1 0 0,0 0 1 0 0,0 1-1 0 0,1-1 1 0 0,-1 0-1 0 0,2-1 1 0 0,56-30 220 0 0,2 1 1 0 0,94-32 0 0 0,-111 48-191 0 0,1 3 0 0 0,0 1 0 0 0,1 2 1 0 0,70-4-1 0 0,-101 13-37 0 0,1 0 0 0 0,-1 0 1 0 0,1 2-1 0 0,-1 0 0 0 0,1 1 0 0 0,-1 0 1 0 0,0 2-1 0 0,-1-1 0 0 0,1 2 0 0 0,-1 0 1 0 0,0 1-1 0 0,24 15 0 0 0,-28-15-14 0 0,-1 0 0 0 0,0 1 0 0 0,0 0 0 0 0,-1 0 0 0 0,0 1 0 0 0,-1 0 0 0 0,1 1 0 0 0,-2-1-1 0 0,1 1 1 0 0,-2 1 0 0 0,1-1 0 0 0,-1 1 0 0 0,-1 0 0 0 0,0 0 0 0 0,0 1 0 0 0,-1-1 0 0 0,1 16 0 0 0,-1 5-40 0 0,-1-1 1 0 0,-2 1-1 0 0,-1 0 1 0 0,-2 0-1 0 0,-1-1 1 0 0,-1 1-1 0 0,-2-1 0 0 0,-1-1 1 0 0,-15 38-1 0 0,-17 29 571 0 0,-76 131 0 0 0,84-169-60 0 0,30-55-434 0 0,0 0 0 0 0,0-1 0 0 0,1 1 0 0 0,-1 0 0 0 0,1 0 0 0 0,0 0 0 0 0,0 0 0 0 0,0 0-1 0 0,0 0 1 0 0,1 0 0 0 0,0 1 0 0 0,0-1 0 0 0,0 0 0 0 0,0 0 0 0 0,1 0 0 0 0,-1 0 0 0 0,1 0-1 0 0,0 0 1 0 0,0 0 0 0 0,1 0 0 0 0,1 4 0 0 0,0-3-26 0 0,1 0 1 0 0,-1 0-1 0 0,1 0 1 0 0,0 0-1 0 0,1-1 1 0 0,-1 0-1 0 0,1 0 1 0 0,-1 0-1 0 0,1 0 1 0 0,1-1-1 0 0,-1 0 1 0 0,0 0-1 0 0,11 4 1 0 0,-2-2-13 0 0,1 0 1 0 0,0-1-1 0 0,0-1 1 0 0,0 0-1 0 0,1-1 1 0 0,-1-1-1 0 0,1 0 1 0 0,-1-1 0 0 0,29-4-1 0 0,12-5-140 0 0,73-22 0 0 0,-94 21-23 0 0,25-6-1699 0 0,62-26 1 0 0,-94 30-743 0 0,0-1 0 0 0,-2-1 0 0 0,0-1 1 0 0,33-26-1 0 0,-22 11-2274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11:23:02.6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66 42 25501 0 0,'-65'-41'534'0'0,"83"51"-847"0"0,1 2 0 0 0,-2 0 0 0 0,0 1-1 0 0,0 0 1 0 0,27 31 0 0 0,-33-33-404 0 0,-2 1 0 0 0,1 0 1 0 0,-2 1-1 0 0,1 0 0 0 0,11 27 0 0 0,42 147-14070 0 0,-50-157 11471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11:23:02.8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10170 0 0,'38'152'5383'0'0,"-22"-104"-5266"0"0,3-1 1 0 0,38 72-1 0 0,-33-71-2162 0 0,-13-16-4607 0 0,-9-22 2333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11:23:03.1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52 25669 0 0,'2'-4'-25'0'0,"0"1"-1"0"0,0 0 0 0 0,1-1 0 0 0,-1 1 0 0 0,1 0 1 0 0,0 1-1 0 0,-1-1 0 0 0,1 0 0 0 0,1 1 0 0 0,-1-1 1 0 0,0 1-1 0 0,1 0 0 0 0,-1 0 0 0 0,1 1 0 0 0,-1-1 0 0 0,1 1 1 0 0,0 0-1 0 0,0-1 0 0 0,-1 2 0 0 0,7-2 0 0 0,7 0-21 0 0,0 1 0 0 0,0 1 1 0 0,25 2-1 0 0,-16 0 126 0 0,291 31 181 0 0,-250-21-407 0 0,0 4 1 0 0,107 39 0 0 0,-152-46-179 0 0,-1 0 0 0 0,0 1 1 0 0,0 1-1 0 0,35 27 0 0 0,-48-32 43 0 0,0 1 0 0 0,0 0 0 0 0,-1 1 0 0 0,0 0 0 0 0,-1 0 0 0 0,1 1-1 0 0,-2-1 1 0 0,1 1 0 0 0,-1 1 0 0 0,-1-1 0 0 0,1 1 0 0 0,-2-1 0 0 0,4 14 0 0 0,-1 0 254 0 0,2 0 1 0 0,0-1 0 0 0,1 0-1 0 0,2 0 1 0 0,0-1-1 0 0,1-1 1 0 0,1 1 0 0 0,1-2-1 0 0,1 0 1 0 0,0-1-1 0 0,1 0 1 0 0,32 25 0 0 0,-34-30 138 0 0,0 0 0 0 0,-1 1 1 0 0,-1 0-1 0 0,0 1 0 0 0,-1 0 1 0 0,0 1-1 0 0,-1 1 0 0 0,-1 0 1 0 0,-1 0-1 0 0,9 23 0 0 0,-11-18-45 0 0,0 0 0 0 0,-2 0-1 0 0,0 1 1 0 0,-2 0 0 0 0,0-1 0 0 0,-1 1 0 0 0,-2 0-1 0 0,-3 29 1 0 0,-1-23-329 0 0,-1 0 0 0 0,-1-1 0 0 0,-1 0 1 0 0,-2 0-1 0 0,-1-1 0 0 0,-1 0 0 0 0,-1-1 0 0 0,-1 0 0 0 0,-1-1 0 0 0,-24 29 0 0 0,12-21-1026 0 0,-1-1-1 0 0,-40 35 1 0 0,29-34-2288 0 0,-63 43 0 0 0,78-62 1404 0 0,3-5-1219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11:23:03.8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1190 1362 21637 0 0,'-77'4'73'0'0,"0"3"0"0"0,-102 22 0 0 0,150-22-91 0 0,1 1-1 0 0,0 2 1 0 0,0 1 0 0 0,1 1-1 0 0,0 1 1 0 0,1 1 0 0 0,1 2-1 0 0,0 0 1 0 0,-30 27 0 0 0,24-13-19 0 0,1 2 1 0 0,1 1-1 0 0,2 1 1 0 0,2 1-1 0 0,1 2 1 0 0,1 0-1 0 0,2 2 1 0 0,-25 66-1 0 0,9-3-35 0 0,5 2 0 0 0,-24 138-1 0 0,39-148-43 0 0,3 1-1 0 0,4 0 0 0 0,6 172 1 0 0,8-210-18 0 0,2 0 0 0 0,3-1 0 0 0,2 0 0 0 0,2-1 0 0 0,3-1 0 0 0,3 0 0 0 0,43 90 1 0 0,-31-88 8 0 0,3-1 0 0 0,2-1 0 0 0,2-2 0 0 0,3-2 0 0 0,1-2 1 0 0,82 71-1 0 0,-80-83 96 0 0,1-1 1 0 0,1-3-1 0 0,2-2 1 0 0,1-2-1 0 0,1-2 1 0 0,1-2-1 0 0,101 32 1 0 0,-119-48 95 0 0,1-2 0 0 0,-1-1 0 0 0,1-1 0 0 0,68-2 0 0 0,137-24 632 0 0,-79 4-465 0 0,323-6-249 0 0,98-8 225 0 0,562-63 288 0 0,-153 14 362 0 0,-4-37 394 0 0,724-175-429 0 0,-1513 249-478 0 0,-2-9 0 0 0,-2-8 0 0 0,326-152 0 0 0,-380 143-258 0 0,-2-6 0 0 0,-5-6 0 0 0,-2-5 0 0 0,-5-6-1 0 0,129-124 1 0 0,-200 165-34 0 0,58-71-1 0 0,-93 99-38 0 0,-1-1 0 0 0,-1-1 0 0 0,-1 0 1 0 0,-1-1-1 0 0,20-53 0 0 0,-30 64 2 0 0,0 0 0 0 0,-1 0 0 0 0,-1-1 0 0 0,-1 1 0 0 0,0-1 0 0 0,-1 0 0 0 0,-1 1 0 0 0,-1-1 1 0 0,0 0-1 0 0,-1 1 0 0 0,-5-19 0 0 0,1 12 25 0 0,-1 0-1 0 0,-2 1 1 0 0,0 0 0 0 0,-1 1 0 0 0,-2 0 0 0 0,0 0-1 0 0,-15-19 1 0 0,-2 3 66 0 0,-1 1 0 0 0,-63-57 1 0 0,-74-42 62 0 0,-12 10-214 0 0,-6 7 0 0 0,-211-98-1 0 0,-419-143-350 0 0,443 218 11 0 0,-653-157 0 0 0,747 241 313 0 0,-2 12 0 0 0,-2 13 0 0 0,-332 4 1 0 0,301 36 183 0 0,2 14 1 0 0,0 14 0 0 0,2 13-1 0 0,3 13 1 0 0,3 14 0 0 0,3 13 0 0 0,-456 201-1 0 0,531-182-107 0 0,5 10 1 0 0,5 9-1 0 0,6 10 0 0 0,7 8 0 0 0,-294 273 1 0 0,423-347-292 0 0,3 4 0 0 0,3 2 0 0 0,4 3 0 0 0,3 3 0 0 0,-82 150 0 0 0,113-173-1015 0 0,2 2 1 0 0,3 1 0 0 0,-27 114 0 0 0,39-121-1054 0 0,4 0 0 0 0,1 0 1 0 0,3 1-1 0 0,7 110 1 0 0,13-36-3112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11:23:04.0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8 0 0,'110'74'3553'0'0,"-45"-38"6449"0"0,-2-3 5833 0 0,-60-44-16779 0 0,-8 3-448 0 0,5 13-241 0 0,8 9-55 0 0,2 7 32 0 0,1 10 103 0 0,1 5-119 0 0,1 5-873 0 0,-4 0-991 0 0,-2 0-465 0 0,-4 2-2312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11:23:04.5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4785 1 11314 0 0,'-14'0'60'0'0,"0"1"-1"0"0,0 1 0 0 0,0 0 1 0 0,0 0-1 0 0,0 2 0 0 0,0 0 1 0 0,1 0-1 0 0,0 1 0 0 0,0 1 1 0 0,0 0-1 0 0,0 1 1 0 0,1 1-1 0 0,0-1 0 0 0,1 2 1 0 0,-15 13-1 0 0,-13 15 329 0 0,1 2-1 0 0,-55 75 1 0 0,73-87-324 0 0,-351 483 1766 0 0,1 0-461 0 0,92-170-241 0 0,-527 501 1 0 0,434-511-951 0 0,-505 345 0 0 0,308-289-694 0 0,277-206-2084 0 0,-8-15-4932 0 0,223-129 4251 0 0,10-10-805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11:23:04.7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27 346 12323 0 0,'-9'-43'2283'0'0,"2"-1"0"0"0,-4-75 0 0 0,11 115-2198 0 0,1-1-1 0 0,0 0 0 0 0,-1 0 1 0 0,2 1-1 0 0,-1-1 1 0 0,0 1-1 0 0,1-1 0 0 0,0 1 1 0 0,0-1-1 0 0,0 1 1 0 0,1 0-1 0 0,0 0 0 0 0,-1 0 1 0 0,1 0-1 0 0,1 1 1 0 0,-1-1-1 0 0,0 1 1 0 0,1 0-1 0 0,0 0 0 0 0,0 0 1 0 0,0 0-1 0 0,0 1 1 0 0,0-1-1 0 0,0 1 0 0 0,1 0 1 0 0,7-2-1 0 0,11-3 80 0 0,0 1-1 0 0,0 1 1 0 0,1 0-1 0 0,26 0 1 0 0,-34 4-67 0 0,103-8 602 0 0,209 11 1 0 0,121 44 212 0 0,429 128 256 0 0,-14 71-690 0 0,-489-120-522 0 0,-6 17 0 0 0,382 205 0 0 0,687 432-944 0 0,-159-83-3173 0 0,-980-539 2364 0 0,995 541-12216 0 0,-1143-611 11182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2-22T10:14:16.08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3506 5351 528 0,'-11'1'32'0,"1"2"-19"0,-2 2 14 0,4 1-5 0,0 0-11 15,2 0-6-15,0 1-2 0,-2-1 0 0,1 1-6 0,-2-1 0 0,0 1-3 16,-2 0-4-16,-1 1-4 0,1-1-6 0,-2 1 2 0,1 0 3 15,0-1 7-15,-1-1 5 0,3-2 4 0,-2 0 4 0,0-2 1 0,1 0 5 16,1-2 4-16,0 0 2 0,0-2 2 0,-2 0 2 0,-1 0 0 0,1-1 4 16,-1-1 3-16,2-2 3 0,0-1 3 0,0-1 4 0,1-2 4 15,1-1 3-15,0-1-4 0,4-1-5 0,0-3-4 0,2-1-7 0,2-2-6 16,2-3 0-16,2 0-3 0,3-1-2 0,1-2 1 0,5-2-2 16,2-1 0-16,3-3-4 0,0 0 2 0,4 1 10 0,1-2 0 0,0-1 8 15,4 1 4-15,1-2-2 0,3-1 6 0,2 2 2 0,2 0-1 0,1 2 0 16,2 0-2-16,1 0-2 0,3-1-2 0,3 2-2 0,2 0-4 15,2 3-3-15,3 1-3 0,4 0-3 0,4-1-2 0,4 0-2 0,4 2-9 16,3-2-3-16,3 2 0 0,3 2 2 0,1-1 9 0,3 4-3 0,2 0 0 16,0-1-4-16,4 2 2 0,0-1-2 0,2 2 1 0,0 2-4 15,1 0-4-15,1 1 4 0,0 2-1 0,3 2 3 0,-3 1 1 0,3 1-1 16,-2 2-1-16,2 0-1 0,-1 1 4 0,2 1 0 0,-1 2 4 0,0 2 2 16,-1 0 0-16,0 2-3 0,0 1 3 0,-1 3-1 0,-2 3 0 15,-1 2 2-15,-3 1-2 0,1 2 3 0,-3 0-5 0,-2 3-3 0,-2 3-1 16,-1 1-4-16,-1 3 5 0,-3 2-3 0,0 1-1 0,-3 3-4 15,-2 0 0-15,-1 4 6 0,-3 0 1 0,-1 3 6 0,-3-1-6 0,0 2-1 16,-1 1-1-16,-3 2-3 0,-1 0 3 0,-2 1-2 0,-3 0 1 0,-1-1-1 16,-1 1-4-16,-2 0 5 0,-3 0-5 0,-1 1-3 0,-2 0 4 15,-1 0-4-15,-2 1 5 0,-2 1 6 0,-2 0-2 0,-1 2 1 0,-3 1 2 16,-2 0-2-16,-3 0 0 0,-3 1 4 0,-3 0-3 0,-1 0 0 0,-2 1-6 16,-2 1-1-16,-4-1 7 0,-2 2-1 0,-1-1 7 0,-3-1-4 15,-2 2-1-15,-1 0-2 0,-2-1 0 0,-3 1 0 0,-1-2-1 0,-1-1 0 16,-1 0-2-16,-4 0-3 0,-2 0 3 0,-1 0 2 0,-2-1 2 15,-1-1 7-15,-1 1-6 0,-3-2-1 0,-1 0-2 0,-4 0 0 0,-2 1 1 16,-3-2 1-16,0-2-1 0,-1 1 2 0,0-1-4 0,-3 0-6 0,0-2 1 16,-3-2 5-16,0-1 3 0,-1 1 8 0,-5-2-3 0,1-1-1 15,-2-1-3-15,0-3-3 0,-3 2 1 0,-1-2-1 0,-2 1-2 0,-1-2 5 16,-3-1-1-16,2-2-2 0,-3-1-2 0,0-1 8 16,-3-1 0-16,0 0 2 0,0-2 1 0,-1 0-11 0,-3-1 4 0,0-2-10 0,-2 0 3 15,-2-1 2-15,-1 0-3 0,-1-2 14 0,-3 2 0 0,-2-1-1 0,0-1-1 16,-2 0-2-16,-2 0-4 0,-1-1 0 0,-2 0 0 0,0 0 2 15,-2 0 2-15,3 0 1 0,-2-2-5 0,-1 0-3 0,3 0-2 0,-2 0 5 16,2-1 8-16,3-2-2 0,-2-1 1 0,2-1-2 0,0-1-4 0,2-1 1 16,1-1-4-16,-1-1 2 0,2-1-1 0,0-3 11 0,0-1 3 15,1-2-1-15,-2-1-1 0,0-2-8 0,-1 0 3 0,2-1 0 0,-2-2 7 16,0 1 1-16,-2-1 0 0,-2 0 0 0,-2 0 3 0,-2 0 2 16,2-2 5-16,0-1 8 0,-1 0 0 0,4-2 2 0,0-3-3 0,1-1-6 15,4-1-2-15,2-4-5 0,2 0-11 0,3-4-2 0,3-1 12 0,2-2-3 16,4-4 8-16,1-1-5 0,2-4-22 0,1-2 4 0,3-1 0 0,3-2 1 15,4-2 4-15,2-5-4 0,4 2 2 0,0-2-2 0,2-1 1 16,4 0-16-16,2-3 2 0,4-1 1 0,2-2 6 0,3 1 17 0,2-1-9 16,1 0 0-16,2 0-4 0,4 0 4 0,0 1 4 0,6 2-2 15,1 1-16-15,2 1 1 0,5 0-6 0,1 1-1 0,0 0 20 0,5 2-8 16,2 0 3-16,2 2-9 0,4 0-11 0,0 0-6 0,4 3-22 0,2 1-17 16,2 1-26-16,4 1-40 0,3 1-22 0,3 1-17 0,3 0-29 15,1 2-17-15,3 0-48 0,3 1-45 0,3 2-18 0,4-2-254 0</inkml:trace>
  <inkml:trace contextRef="#ctx0" brushRef="#br0" timeOffset="3384">3551 9383 453 0,'-10'-1'8'0,"0"1"10"0,-1 0 0 0,3 0-2 0,3 1-1 16,0 0 0-16,1 0-2 0,0-1 2 0,1 0-2 0,1 1-4 0,-2-1-1 16,2 0-3-16,0 1-2 0,0-1 0 0,2 0 2 0,-2 0 0 15,0 0 2-15,1 0 1 0,-1-1 2 0,1 0-1 0,0 0 3 0,0 0 1 16,2-1 1-16,-1 0 3 0,1-1 1 0,1-1 0 0,-1 0 3 0,2-2 1 16,1-1 0-16,0-1 6 0,2-1 2 0,1-1 2 0,1-1 2 15,1 0 0-15,2 0 3 0,2-2 1 0,1 0 3 0,2-2-1 0,1 2 1 16,2 0-7-16,0 1 0 0,-1 2-2 0,0 3 1 0,0 4 2 15,-3 2 2-15,1 3 4 0,-2 5 0 0,0 4 22 0,0 6 8 0,-3 2 0 16,0 4 0-16,0 1-20 0,1 0-9 0,0 3-5 0,1 1 0 0,2 3-7 16,0 0-8-16,2-1-10 0,1-1 2 0,4 0-1 0,3-2-4 15,2-2 8-15,4 0-10 0,1-3-1 0,2-1-1 0,2-2-2 0,2-3-3 16,3-2 2-16,2-2-4 0,1-3-2 0,1-2 1 0,3-3-1 0,1-1 0 16,0-3 4-16,1-1-3 0,3-3 3 0,-1-1-1 0,1 0 2 15,-2-1 2-15,-2 1-2 0,-1-1 2 0,0 1-2 0,0 0 2 0,-1 0 3 16,0 0 2-16,-1 1 4 0,0 0 0 0,-1 1 0 0,0 1 1 15,0 1 2-15,1 2 0 0,-3-1 2 0,0 2-2 0,1-1-1 0,1 0-1 16,1 2 0-16,0-1-7 0,0 0-4 0,2 0-2 0,0 0-2 16,1 1 5-16,1-1 3 0,4-2 0 0,1 1 1 0,2-3-1 0,1 0-1 15,1-2-4-15,1 1-7 0,3-3 2 0,2-3 4 0,0-1-5 0,0-2 8 16,3-1 2-16,2-2-2 0,1-3 0 0,1-2 0 0,0 0-17 0,0-2 0 16,2-1 11-16,-1 2-3 0,1-1 13 0,-2 2 0 0,-2 2-7 15,-2 1 6-15,-2 1-1 0,-3 1-4 0,-1 3 4 0,-2 1 4 0,-2 1 5 16,-2 3 10-16,-1 1 5 0,0 2 1 0,-4 2 0 0,0 3 0 15,-1 1-5-15,-3 2 0 0,2 2 0 0,0 1-10 0,1 2-1 0,0 0-8 16,2 1 1-16,0 0-1 0,1 0-5 0,5 1 6 0,-1-2-6 0,3 1-1 16,2-2-1-16,1-3 2 0,2 1-2 0,-1-3 2 0,3-1 2 15,1-2-3-15,-1-2 2 0,1-1 0 0,-1-2-6 0,-1 0 1 0,0 0 3 16,-1-2-1-16,-1-1-2 0,-1 0 7 0,0 0-2 0,-3 0-1 16,-2-1 6-16,2 0-4 0,-2-1 0 0,-1 0 0 0,1 0-1 0,-2 0 1 15,0 1-3-15,0 0-6 0,-1 2 4 0,-1 1 0 0,-2 0 2 0,0 2 5 16,-1 1-5-16,-1 0 0 0,-1 2-3 0,-1 1 3 0,0 0 3 15,-2 0-3-15,0 1 7 0,1 1-3 0,-1 0-4 0,-1 1 2 0,-1-1-7 16,0 0 4-16,2 1 2 0,-2 0 1 0,0-1 2 0,1 1-4 0,2-1 0 16,-2-1 0-16,0 0 0 0,-1 0-1 0,1-1 2 0,-1 1-1 15,0-1-4-15,2 0-4 0,-3 0 5 0,1 0-1 0,0-1 3 0,1 0 2 16,-1 1 1-16,1-1-7 0,-1 0 2 0,2-1 3 0,-3 1-5 0,0-1 9 16,1 0-3-16,0 0 1 0,0 0-9 0,-2 0 1 0,1 1 3 15,-4 0-3-15,1 2 6 0,0-2 0 0,-1 1 1 0,0 1 4 0,2-1-2 16,-2 1-3-16,1 0-1 0,-1 0 4 0,-1 1-2 0,2 0 4 0,-2 0 1 15,1 1-4-15,0 0 3 0,0 0-2 0,-1 0-2 0,1 1 3 16,0 1 0-16,0-1 3 0,0 1-3 0,0 1 4 0,3 0-1 0,-1 0-3 16,1 0 3-16,0 0 1 0,1 0-3 0,0 0 1 0,-1 1-3 15,0 1-3-15,-1-1 2 0,0 0-4 0,-1 1 1 0,-1-1 1 0,-1 1 4 16,-1-1 1-16,-1 1 2 0,2 0-1 0,0 1-6 0,1-1 8 0,3 0-3 16,-2 0-10-16,1-1 2 0,3-1 0 0,-1 0 1 0,0 1 13 15,1 0-1-15,0-1 0 0,-1 2 1 0,-1-3 0 0,1 0 2 0,-1-1 3 16,2 0-1-16,-1 0 3 0,0-1 0 0,-1-1-1 0,-1 1-1 0,1-1-6 15,0 0 0-15,1-1 2 0,0 0-2 0,0-2 3 0,-2 1-5 16,1-1-4-16,-1 0-1 0,-1 0 4 0,2-2-4 0,-2 0 1 0,1 0 1 16,0-2-2-16,-2 1 4 0,-3-1-2 0,2 0 0 0,-2-2 2 15,1 0-6-15,0-1-2 0,-1 1 7 0,2-1 1 0,-2-1 5 0,0 0 3 16,0-2-10-16,-2 0-3 0,1-1 3 0,-2-1 0 0,0 0-1 16,-1-1 1-16,0 0-3 0,-2 1-1 0,-2-1 1 0,-3 0 1 0,-2-1 3 15,-1 1 2-15,-4 1 1 0,-1-1 1 0,-1 0 0 0,-3-1 2 0,-3 0-3 16,0 0 0-16,-1-1 1 0,-3-2-5 0,-1-1 6 0,-2-3-6 0,-2-1 5 15,-3 0-4-15,-2-3-5 0,-3 0 3 0,-2-2-6 0,-3-2 4 16,-1-1 7-16,-4 0 1 0,-1 0 8 0,-2 0-4 0,-2-1 5 0,-2 0 2 16,-1-1-8-16,-3 1 1 0,1-1-5 0,-3 1-4 0,0 0 0 15,-1 2 1-15,1-2-3 0,-4 2-3 0,0-1 2 0,-4 1 3 0,-1 0 1 16,-3 1-3-16,-3 0 1 0,-1 0 0 0,-3 0-4 0,-1 2 1 0,-3-2-8 16,-4 2 9-16,-2 0 0 0,-4 0-4 0,-2 1 4 0,-3-2-9 15,-4 2-2-15,-3-1 3 0,-2 2-1 0,-3 0-5 0,-2 0 3 0,-4 1 0 16,-2 0 0-16,-3 0 7 0,-2-1 6 0,-1 2-2 0,-3 1 5 15,1 1-4-15,-1 2-3 0,0 3 4 0,0-1-2 0,-1 3-2 0,-2 2 1 16,-3 1 3-16,1 3-6 0,1 1 6 0,-1 1-1 0,1 1-1 0,-1 2 2 16,-4 1-6-16,0 0-2 0,-2 2 3 0,-2 1-1 0,-1 0-2 0,-3 1-1 15,-2 1 0-15,-1 0 1 0,-3 1 0 0,0 0 1 0,-3 0-1 16,-1 0-5-16,-2 1 6 0,-2-1 3 0,0 0 0 0,-2 1 3 0,0-1-1 16,-1 1-2-16,-1-1 0 0,3 1 0 0,-1-1 0 0,2 1 0 15,2-2-2-15,2 0 1 0,3 0-1 0,-1-2 0 0,3 1 0 0,1 0 4 16,0-1-2-16,2 0-2 0,0 0 2 0,1-1 2 0,0 0-4 0,1-2 11 15,-2 1 0-15,3-2-4 0,-2-1 1 0,1 0-10 0,2-1-1 16,-1-1 5-16,0 0 2 0,2 0-2 0,-2 0 0 0,-1 0-7 0,1 1 1 16,-2 2-1-16,1-1 0 0,-1 1 0 0,0 1-2 0,0 0-1 15,-2 0 8-15,1 0 0 0,3 0 4 0,2 0 5 0,2 0-7 0,5-1 2 16,1-2 6-16,5 0 3 0,4-1 1 0,4 0 3 0,3-1-10 0,4 1-5 16,1 2-4-16,2-1 12 0,1 1-5 0,1 1 6 0,0 1 0 15,0 1-13-15,3 1 10 0,0 1-5 0,0 2 3 0,1 0 0 0,1 3-4 16,0 0 3-16,1 1-1 0,1 2 1 0,0 1 1 0,1 2-6 0,0 2 4 15,0 1-2-15,1 2-4 0,-1 2 6 0,1 1-5 0,1 4 1 16,0 2 2-16,1 2-7 0,-1 2 3 0,3-1 1 0,1 1-1 0,5-2 1 16,5 0-5-16,1-2 8 0,7 1 2 0,4-1-2 0,4-1 0 0,2 0-16 15,6-1-2-15,2 2 6 0,3-1 3 0,5 1 4 0,1-1-4 16,3-1-7-16,4 2-3 0,1 0 2 0,2 1 1 0,2 1-3 0,1 3-2 16,2 1 2-16,2 3-7 0,1 2-6 0,3 4-8 0,2 2-17 0,2 4-21 15,3 5-28-15,2 2-30 0,3 4-42 0,4 6-41 0,3 3-89 16,2 7-148-16,5 2-90 0,2 2-101 0</inkml:trace>
  <inkml:trace contextRef="#ctx0" brushRef="#br0" timeOffset="31919.56">17387 7359 83 0,'-1'-46'14'0,"-1"-3"-6"0,0-12 0 16,3 11 8-16,1 9 7 0,1 1 10 0,1 7 4 0,1 1-5 0,1 3-1 15,0 2-6-15,0 2-1 0,2 2-2 0,0 3-1 0,0 3 0 16,-1 2-1-16,0 3-1 0,-2 2-3 0,-1 4 2 0,0 2-2 0,-2 2-4 16,0 2 0-16,-1 1-4 0,0 0 7 0,-1 1 4 0,0 1 3 0,-1 1 1 15,-1 1-3-15,0 0-4 0,-1 2-1 0,0 1 3 0,-2 2 0 16,0-1 5-16,0 2 2 0,-1-1 1 0,0 2 5 0,-1 0 1 0,1 1 0 15,-1-1 1-15,1 3 1 0,-1-1 4 0,1 1-5 0,1-2 0 16,-1 3-8-16,3-1-9 0,0 3 4 0,1 1-2 0,1 2 4 0,1 4 9 16,0 1 6-16,0 4 11 0,0 3 13 0,-2 5 13 0,0 6 8 0,-2 4 9 15,-2 4 0-15,-1 6-6 0,-1 6-9 0,-2 5-22 0,0 7-10 16,-2 2-11-16,1 7-9 0,-1 2 1 0,1 1-11 0,1 3-2 0,-1-4-13 16,2 0-5-16,1-3 2 0,2-3 3 0,1-4 9 0,1-6-1 0,0-7 4 15,1-7-1-15,0-6 4 0,-1-6-1 0,1-4-3 0,-1-3-4 16,-2-5-1-16,0-2 2 0,-2-4 6 0,-1-2 4 0,0-3-4 0,0-4 0 15,0-2-5-15,-1-2 2 0,0-4-4 0,-1-2-6 0,1-2-12 0,-1-3-28 16,-1-2-39-16,-1-1-37 0,-1-4-32 0,-1-2-9 0,-1-5 7 16,0-4 18-16,-1-4 23 0,3-3 19 0,-1-6 20 0,1-3 24 0,2-4 25 15,-1-2 14-15,3-5 15 0,1-4 4 0,2-2 1 0,0-3 3 0,3-5 1 16,1-3-5-16,2-3-4 0,1-3 0 0,3-4-6 0,2-2 7 16,2-5-1-16,1-2 2 0,2-5-3 0,0-4-10 0,3-2-2 0,2-3-2 15,0 3 3-15,2-1 3 0,2 4 2 0,2 1 1 0,-2 1 0 16,2 6 2-16,-2 2 4 0,-1 5-1 0,1 8 6 0,0 4 5 0,1 7 3 15,-1 5 10-15,0 4 4 0,-1 7 9 0,-2 4 4 0,1 3 7 0,-1 4 0 16,0 5-6-16,0 0-6 0,-1 2-8 0,1 4-4 0,1 0-8 16,0 1-2-16,1 3-1 0,0 1-9 0,0 3 4 0,1 2 4 0,1 1 8 15,1 1 4-15,1 2 6 0,1 3 2 0,-1 2-4 0,2 3 5 0,-2 5-5 16,0 3 3-16,2 4-2 0,-3 3 4 0,2 5 3 0,0 2 1 16,-2 7 0-16,2 3-5 0,2 8 1 0,0 5-16 0,1 7 0 0,0 8-5 15,1 4-5-15,-1 9 0 0,2 4-8 16,-1 5 0-16,2 1-6 0,1-1-2 0,-2-4-1 0,2-7-4 0,-3-8-1 0,1-7 13 0,-3-11-2 15,0-7 6-15,-3-8 9 0,-2-11 8 0,-2-5 8 0,-2-6 10 0,-3-5 11 16,0-4 2-16,-2-2-2 0,0-4 2 0,-1-1-8 0,-2-4-3 16,1-3 1-16,1-2-5 0,1-6-7 0,3-5-9 0,0-5-7 0,2-8-9 15,3-7-5-15,2-6-5 0,1-6-3 0,3-3-1 0,-1-4-11 16,0-3 8-16,2-2-8 0,-2-4-6 0,3-1-1 0,-1-5-16 0,1-3-8 16,1-3-5-16,0-2-5 0,-1-1-5 0,1-1 4 0,0 0 2 0,-3 2 12 15,1-1 14-15,-2 5 5 0,1 0 4 0,-1 4-9 0,-3 5 3 16,0 3-3-16,-2 5 0 0,-2 6 13 0,0 6-4 0,0 6 4 0,-3 6 2 15,-1 8-9-15,-2 5-14 0,-1 6-26 0,-2 5-73 0,-1 4-77 0,0 6-62 16,-2 4-34-16,1 5 34 0,-3 4 34 0,1 6 30 0,-1 2-158 16</inkml:trace>
  <inkml:trace contextRef="#ctx0" brushRef="#br0" timeOffset="32285.13">19513 7191 2568 0,'-16'-2'49'0,"3"1"-66"15,-5 3-10-15,5 6 1 0,4 5 14 0,0 4 7 0,1 2 6 0,2 5 3 16,-1 2-3-16,-1 4 4 0,-1 0-8 0,0 2 3 0,0 2-3 16,-1 3-1-16,2 1 0 0,0 2-4 0,3-4-8 0,2-3-1 0,2 0 3 15,4-5-3-15,1-1 6 0,3-2-3 0,1-5 0 0,4 0 2 0,1-4 0 16,0-4 3-16,1-3 3 0,1-4 6 0,1-3 3 0,2-3 4 15,0-4 4-15,1-3 1 0,1-4 4 0,2-5-2 0,-1-5 1 0,3-2 1 16,-2-5-1-16,2-1 2 0,0-4-1 0,0-1-2 0,2-3 0 16,-2-2-1-16,0 0-2 0,-1-2-3 0,-3 0-2 0,0-1-3 0,-1-2-3 15,-3 1 4-15,0 1-4 0,-2 1-2 0,-3 2-1 0,-1 1-5 0,-3 2-10 16,-2 1 7-16,-2 1-4 0,-4 3-4 0,-3 3 5 0,-2 2-10 16,-4 3 4-16,-3 5 2 0,-4 2-2 0,-4 5-2 0,-1 2 2 0,-6 5-3 15,-3 3 7-15,-5 4-4 0,-1 4-2 0,-3 5-1 0,-2 5-4 16,0 4-1-16,-1 3-1 0,-1 6-3 0,2 1-9 0,3 4-3 0,2 2-32 15,5 1-97-15,4 3-91 0,6-1-72 0,4 1-35 0,5 1 45 0,4 1-96 16</inkml:trace>
  <inkml:trace contextRef="#ctx0" brushRef="#br0" timeOffset="32404.13">19551 7200 1515 0,'2'-7'215'0,"3"0"-194"0,2 1-26 0,2 2 1 0,1 3 8 0,2 2 5 15,-1 1 7-15,3 3-7 0,-1 1-7 0,1 3-3 0,0 3-6 0,-1 3-3 16,0 2-1-16,0 5 0 0,0 1-8 0,1 2-6 0,-2 1-15 15,2 0-65-15,-1 1-83 0,0 0-75 0,-1 2-36 0,2 0 25 0,-1 1 10 16,1 1 25-16</inkml:trace>
  <inkml:trace contextRef="#ctx0" brushRef="#br0" timeOffset="32771.12">20408 7059 1194 0,'1'-7'97'0,"2"2"-76"15,2-3-11-15,1 4 16 0,1 1 16 0,1 1 12 0,1 1 8 0,1 3-2 16,1 1-1-16,-1 3-6 0,1 2-2 0,-1 1-15 0,1 2-5 16,0 3-6-16,-1 1 0 0,0 3 5 0,0 2-4 0,0 2-2 0,0 1-7 15,-1 2-3-15,-1 1-6 0,1 1-4 0,1 1-2 0,1-2-4 0,1 0-1 16,0-4-1-16,0 0 3 0,2-3-3 0,0-2-5 0,1-3 8 16,-1-2-3-16,2-1 5 0,-1-2 8 0,1-2-3 0,-2-1 6 0,1-3 3 15,0-3 2-15,2-1 4 0,-1-2 4 0,1-2 2 0,0-2 4 16,-2-1 3-16,0-2-3 0,1 0 5 0,0-2-1 0,1 1-1 0,-1-3 2 15,2-2-3-15,-1 0-8 0,0 0 0 0,-1 0 0 0,0 1-2 0,-2 0 2 16,-1 3-8-16,0 1-4 0,-2 1-3 0,0 2 0 0,-2 2-7 16,-1 2 0-16,-2 2-1 0,1 1-7 0,-2 1 3 0,0 2-12 0,-1 1-3 15,-1 2-6-15,0 2-2 0,0 1 4 0,-1 4-4 0,-1 2-4 0,-1 2-15 16,0 1-14-16,0 0-13 0,0 0-5 0,0 1 2 0,2 0 2 16,0-2-1-16,2 0 1 0,0 0-2 0,2-1 2 0,1-2 3 0,-2-1 7 15,3-2 5-15,0-1 2 0,1-3 1 0,1-2-7 0,0-1-2 0,1-1-8 16,0-2-11-16,1 0-14 0,1-3-25 0,1-1-17 0,0-2-18 15,2-2-12-15,2-1-132 0</inkml:trace>
  <inkml:trace contextRef="#ctx0" brushRef="#br0" timeOffset="33403.12">21244 4921 1170 0,'-87'-46'444'0,"-8"-2"-578"0,-27-7 12 0,8 15 72 0,10 14 38 16,-3 6 11-16,-3 6 3 0,-3 6-7 0,-3 5 3 0,-3 3 1 16,0 4 4-16,-4 3 13 0,-2 6 9 0,-5 7 14 0,-4 5 25 0,-2 5 10 15,-4 5 12-15,-2 5 3 0,-5 4-1 0,-1 8 0 0,-4 5-14 0,-3 9 3 16,-4 9-2-16,-2 7-4 0,-3 8 8 0,-1 6-7 0,-1 5-4 15,1 5-9-15,0 7 0 0,3 6-8 0,6 1-18 0,5 0-4 0,12-3-23 16,11-3 2-16,9 0-3 0,10-1-7 0,11-1 7 0,10-2-11 16,12 0-2-16,9-2-2 0,8 0 0 0,8 1 2 0,10-2 5 0,8 1 3 15,8 0-5-15,8-1 1 0,5 2-6 0,8 3 1 0,7-1 2 0,6-1-5 16,7 0-1-16,5-1 4 0,5 0-1 0,7-2 7 0,4-1 0 16,4-1-11-16,6 0 8 0,2 0 12 0,6-1 0 0,6-2 10 0,7-8-10 15,6-7-3-15,5-12 4 0,8-5 10 0,5-5 3 0,6-2-4 0,7-2 3 16,8-2-14-16,7 0-5 0,6 1-3 0,8 0 1 0,8 2-4 15,6 1-13-15,8 1-27 0,3 1-24 0,5-1-17 0,4-3-17 0,1-4 7 16,1-4 7-16,2-9 9 0,0-4 2 0,1-10 4 0,-1-8 5 0,-2-9 14 16,-4-8 21-16,-3-8 29 0,-9-9 20 0,-6-8 15 0,-8-5 26 15,-10-9 10-15,-7-4 10 0,-7-7 8 0,-5-5-6 0,-2-5-5 0,-1-3-4 16,-2-6-17-16,-2-5-11 0,0-3-2 0,-2-7-9 0,-2-3 0 16,0-2-9-16,-4-7-11 0,-1-1-3 0,-3-7-6 0,-4-2 5 0,-3-3-2 15,-4 0-5-15,-6 0 1 0,-2 0-7 0,-7-2 3 0,-4-2 1 0,-2-3-4 16,-7-3-3-16,-3-1-4 0,-4-2-6 0,-4 1-2 0,-3-2 5 15,-4 0-6-15,-3 1-2 0,-5 2 2 0,-5 3-1 0,-4 3 6 0,-6 1 12 16,-5 2 4-16,-5 4 1 0,-4 1 8 0,-6 4-4 0,-4 1 1 0,-6 0 2 16,-6 1-6-16,-3 1-3 0,-6-1 8 0,-5 2-1 0,-5 1 3 15,-6 5 1-15,-5-2-8 0,-6 4 2 0,-6 2-8 0,-7-1-5 0,-5 4 0 16,-8 3-8-16,-4 1 1 0,-7 5-10 0,-5 2-10 0,-8 5-8 16,-5 5-5-16,-6 4-2 0,-7 8 0 0,0 5 3 0,-4 6-3 0,-2 7-10 15,-3 6 2-15,1 7 1 0,-2 6-2 0,2 7 17 0,1 5-4 0,3 7 4 16,4 5-4-16,2 5-8 0,4 4-1 0,4 7-14 0,2 5-4 15,3 7-8-15,6 6-14 0,2 5-8 0,2 6-10 0,2 7-12 0,2 4-7 16,4 7-172-16</inkml:trace>
  <inkml:trace contextRef="#ctx0" brushRef="#br0" timeOffset="67936.88">3591 10402 495 0,'-9'-5'33'0,"2"0"10"0,-1-1 5 0,2 0-3 0,3 1-8 15,1-1-8-15,1 0 2 0,0 0 4 0,1 0 5 0,0 1-4 16,1 0-11-16,0 1-11 0,1 0-6 0,0 0-3 0,2 2-3 0,0-1 2 16,0 0-1-16,2 1 0 0,0 1-1 0,2 0 1 0,0 0-1 15,2 0 2-15,1 0 3 0,1 1-5 0,2-1 1 0,1 1-2 0,1 1 0 16,2-1 3-16,1 0-1 0,2 0 1 0,0 1-1 0,2-1 4 0,2 1 3 16,1 0 0-16,2 0 5 0,1 0-1 0,1-1 3 0,2 0 1 15,3 0 4-15,2-1 3 0,0-1 2 0,2 1-2 0,2 0 0 0,-1 1 1 16,5-1-2-16,-1 2 6 0,1-1 0 0,2 0 2 0,0 1-3 0,1-1 0 15,0 1-1-15,3 1-5 0,-1 1 3 0,3 0 4 0,-2 1 1 16,0 0 10-16,-1 0-4 0,1 2-4 0,0-1-3 0,0-1-1 0,0 1 0 16,-1 0 0-16,0-1-3 0,0 1-6 0,1 1-4 0,-2 0 2 15,-1 0 0-15,0-1-1 0,0 0-1 0,2 0 0 0,0-1-10 0,1-1 5 16,2-1-2-16,2-1 1 0,1 0 8 0,3-1-3 0,1-1 4 0,1-1 0 16,1 0 2-16,-1-1 5 0,1-1 4 0,2-1 0 0,1-1 5 15,2-1 2-15,0 1 1 0,1-1 3 0,1 1 3 0,-1 0 5 0,0-1 0 16,1 0-1-16,0 0-12 0,0-1-3 0,-1 2 0 0,0 0 0 0,-1 0 7 15,1 2-3-15,-3 0 0 0,2 1-1 0,0 1 0 0,-2 0-6 16,2 1-2-16,-1 1-8 0,-1 1-3 0,0 0 7 0,0 1-9 0,0 0 3 16,-1 0 3-16,0 0-3 0,-1 2-2 0,-1-1-2 0,0 0 3 15,-1 0-9-15,-1 0 8 0,-1 1-2 0,-2-1-2 0,1 0 0 0,-1 0-5 16,-2-2-2-16,1 1 0 0,-1-1 0 0,-1 1-3 0,0-1 2 0,0-1 3 16,0 0 0-16,-2-1 1 0,-3 1-8 0,0 0 2 0,-3-1 0 15,1 0 5-15,-4 0 0 0,-1 0-5 0,-3 1-1 0,-1 0-1 0,-2-1 6 16,0 2-5-16,-4-1 6 0,0 1-3 0,-3 0-4 0,-1 1 2 0,-1 0-1 15,-1 1 1-15,-1 0 0 0,0 1-18 0,-1 1-21 0,-3 1-15 16,0 2-32-16,0 0-30 0,-1 2-34 0,2 2-56 0,-1 1-52 0,-1 1-87 16,1-1-95-16,0-1-34 0,0 0-26 0,4-4 62 0</inkml:trace>
  <inkml:trace contextRef="#ctx0" brushRef="#br0" timeOffset="70304.39">4067 11127 614 0,'-20'1'36'0,"-3"1"4"0,-4 1-3 0,4 4 7 0,5-1 5 0,1 1 1 16,3 2-3-16,0-1-4 0,0 1-4 0,0 1-12 0,0 0-2 16,0-1-8-16,0 3-5 0,0 1-5 0,-1 1-4 0,1 1 0 0,-2-1-1 15,1 1 2-15,1 1-4 0,0 1 1 0,-1-2-1 0,-1 2 1 0,-1-1-1 16,1-1-2-16,-2 2 1 0,-1 0 1 0,0 1 1 0,-1-2 3 15,-2 0-3-15,1 1 3 0,-3 0 3 0,0-2 3 0,0 2 6 0,0-2 1 16,1-2 8-16,-1-3 2 0,1-1 8 0,0-1-1 0,-1-3 8 16,2-1-1-16,-1-2 0 0,2-1 3 0,2-3 2 0,1-1-6 0,1-2-4 15,0-1-8-15,2-2-8 0,-1-2 3 0,1 0 0 0,1-3 4 0,3-2 0 16,0 0 3-16,2 0 0 0,2-1-3 0,0 0-1 0,1-1 0 16,2 0-2-16,1-2 10 0,2 0-8 0,2-2-1 0,1-1-4 0,2-2-10 15,3 0 2-15,1-3-2 0,2 1-1 0,2-2-3 0,2 1 0 0,5-1-4 16,1 0-1-16,2-5 0 0,4 1 5 0,3-2-3 0,4 0 2 15,3 0 1-15,5 0-3 0,2-2-2 0,2 1-5 0,4-1-1 0,5 0 1 16,3 2 6-16,2-1-2 0,3 2 2 0,3-1-5 0,2 2 1 16,2 1 1-16,-1 3-1 0,1 0 3 0,1 3-4 0,0 0-3 0,1 0 7 15,1 0-2-15,0-1 5 0,2 2 1 0,-1 2-9 0,-1 2 0 0,0 3 2 16,-2 0-3-16,2 0-2 0,2 2 7 0,2-1 8 0,0 1 4 16,1 0 3-16,-3 3-4 0,-2 3-3 0,-2 2-5 0,-3 2-4 15,0 2 2-15,-2 2-2 0,-1 0 4 0,0 1 9 0,1 1 0 0,0 1 0 0,0 0 3 16,-2 2 2-16,-2-1-2 0,0 3-2 0,-2-1-6 0,0 0 3 15,-2 3 4-15,-1 1 4 0,-1 3 4 0,0 3 1 0,-4-1-3 0,0 3-1 16,-1 2-5-16,-2 0-3 0,-3 2 2 0,-2 3 1 0,-2 1-7 16,-2 4-2-16,-1 0-3 0,-4 3 1 0,-1-2 3 0,-3 2 0 0,-2 1 0 15,-2 2-4-15,-3 3 4 0,-3 1-6 0,-3 2 1 0,0 1 7 0,-3 2-3 16,-1 2 7-16,-3 1 3 0,-2 1-10 0,-1 3 3 0,-4 0-2 16,-1 0-6-16,-4-1 4 0,-2-2 1 0,-1 0-9 0,-3 0-3 0,0 0 0 15,-3-2 2-15,-2-1 9 0,-1 0 3 0,-3-2 0 0,-3-3-3 0,-3 0-2 16,-2-1 2-16,-4-3 1 0,-1 0-6 0,-5-5 5 0,0-2 4 15,-4-2-2-15,-1-1 6 0,-3-2-13 0,-3 1 0 0,-2-2 0 0,-2-3 4 16,-3 2 6-16,-2-3-4 0,-4-3-7 0,-2-1-10 0,-2-3 4 16,-3-1 7-16,-2-2 10 0,-2-2-2 0,0-4-7 0,-2 0-7 0,-2-3 0 15,-3-1-1-15,-2 0-4 0,0-2 1 0,-5 1-2 0,-1-1 5 0,1-2 6 16,-3-1-6-16,3 0 6 0,-1 0-2 0,1 1 9 0,1 0 8 16,0 0-4-16,3-1 1 0,4-2-5 0,0 1-4 0,4-1 6 0,-1 0-5 15,3 0 0-15,3 0 2 0,3 0-6 0,2 0 2 0,4 0-7 16,1 2-5-16,4 0 4 0,2 0-1 0,4 0 2 0,3 0-5 0,3-1-16 15,8 1-16-15,2-1-1 0,5 0-18 0,5 1-18 0,3 0-22 0,6 0-40 16,4 2-37-16,2 0-42 0,6-1-38 0,3 2-12 0,4-1 6 16,6 0 20-16,8-1-18 0,7-1-52 0</inkml:trace>
  <inkml:trace contextRef="#ctx0" brushRef="#br0" timeOffset="125391.91">17703 12913 476 0,'0'-6'391'0,"1"-1"-341"0,0-1-20 0,-2 3-23 15,-1 1-39-15,-2 1-39 0,0 0-37 0,-1 1-7 0,0 0 1 0,-3-1 13 16,-1 1 12-16,-2-1 6 0,-2 1-123 0</inkml:trace>
  <inkml:trace contextRef="#ctx0" brushRef="#br0" timeOffset="126876.43">15794 12981 893 0,'-10'-16'304'0,"0"-3"-210"0,-1-4 4 0,1 3-10 15,3 1-36-15,1 2-21 0,2 1-20 0,1 0-7 0,3 1 5 0,2-1-6 16,1-1 4-16,2-3-4 0,3-1-1 0,0 0 3 0,2-2 0 0,3-2-4 16,1 1 5-16,2-2 0 0,0 1 2 0,4-2 5 0,1-1-7 15,2-1 2-15,3-1-2 0,3 1-3 0,4 0 7 0,1 1-1 0,3-1 9 16,0 0 8-16,5-4 4 0,2 1 5 0,4-1-1 0,4 1-4 0,2 0 0 15,5 0-4-15,1 1-3 0,3-1-16 0,3 1-3 0,0 3-1 16,3-1 1-16,1 3 7 0,-1 1 0 0,0 1-4 0,0 0 0 0,-1 2 2 16,0 1-2-16,0 2 1 0,-2 0 1 0,-2 4-2 0,-4 0 5 15,-4 2-3-15,-3 1-4 0,-3 3 1 0,-2 3 1 0,-3 1 0 0,-1 2 1 16,-1 1 3-16,-2 2-4 0,-2 2 3 0,-2 1 3 16,-2 2-6-16,-1 0 3 0,-1 3-2 0,-3 2-8 0,0 1 3 0,-2 3-5 0,0 0-5 15,-2 2 1-15,0 5-3 0,-2 2 1 0,-1 3 8 0,-2 5 3 0,0 1-5 16,-4 4 8-16,-1 2-2 0,-1 3-5 0,-4 5 5 0,-2 4-5 15,-4 5-2-15,-2 3 3 0,-4 3 3 0,-2 3-6 0,-3 3 3 0,-5 1-2 16,-3 2 10-16,-2 5-1 0,-3-2 3 0,-3 2-1 0,-1-2-8 0,0-7-4 16,-1 0 2-16,0-2 1 0,2-4-13 0,-2 0 16 0,1-2 2 15,-1-1 3-15,0-2 9 0,2-2-14 0,-3-1 4 0,1-3-5 0,-2-3 5 16,1-2 4-16,1-6-7 0,-1-1 5 0,2-2-2 0,-2-2 3 0,-2-1 4 16,1-4-7-16,-3-2-4 0,1-4 3 0,-3-1 5 0,0 0 11 15,-4-2 1-15,0-4-1 0,-2-1 0 0,-1-3-12 0,-1-3 9 0,-3-2-6 16,0-2 0-16,-3-3-3 0,-1-1-6 0,-3-3-1 0,-4-2-3 0,-1-2 0 15,-3-2-8-15,-3-3 2 0,-1-2 3 0,-1-2 4 0,0-4 1 16,-1-2 5-16,-1-2 3 0,2-4 2 0,-1-2 10 0,2-6-11 0,1 0-3 16,-1-4-2-16,2-1 0 0,1-5 2 0,1-4 1 0,2-3-2 15,3-3 5-15,4-3-2 0,3-2-2 0,5-3 1 0,5-5-6 0,2-2-1 16,6-5 1-16,2-2-1 0,6-2-1 0,8-4 1 0,4-3-15 0,5 1 0 16,6-1 4-16,3 1-2 0,6-1 16 0,4 2-4 0,3 0-2 15,1 0-6-15,4 6 4 0,0 1 6 0,3 5-1 0,3 5 12 0,-1 3-6 16,2 4-5-16,1 5 2 0,-1 3-7 0,1 5-1 0,0 5 3 0,3 2-5 15,2 4-7-15,4 3 12 0,3 4-2 0,1 3 7 0,3 4 3 16,0 2-5-16,2 3 5 0,1 4-2 0,0 2-1 0,0 5-8 0,-1 3 1 16,-2 3 1-16,0 5 2 0,-2 3-1 0,-2 3-12 0,-1 4 4 0,-2 4-3 15,-3 2 3-15,-3 1 3 0,-2 3-11 0,-3 1 10 0,-1 0 1 16,-3 0 1-16,0 0 8 0,-1 1-8 0,1-1 2 0,-2-2 4 0,-4 0 1 16,-1-3 0-16,-2 0-2 0,-3-1 1 0,0-2 0 0,-3-1-1 15,-2 0 10-15,-1-1-5 0,0-3-1 0,-3-2 0 0,0-1-4 0,0-2-1 16,-3 0 4-16,1-2-4 0,-2 0 3 0,0-2 9 0,-1 0-4 15,0-1 0-15,0-1-3 0,1 2-3 0,-2-2 2 0,0 0 1 0,0 1 0 16,-1-2 1-16,1 2-4 0,0-1 0 0,-1 0 1 16,0 0-2-16,0 1 4 0,-1 1-3 0,0 1 1 0,-1 0 0 0,0 0-1 0,-1 0 3 0,0 2-4 15,0-1-1-15,-1 1 2 0,2-1 1 0,-2 1-5 0,1 0-1 16,0 0 3-16,0 0 0 0,0 1 5 0,0 1 0 0,1 1-5 0,0-1-3 16,1 1 4-16,-1-1-4 0,1 0 6 0,0 0-1 0,-1 0-5 15,2 0 3-15,-1 0-4 0,1-1 4 0,-1-1 2 0,1 0-4 0,-1-1 2 16,1-2 2-16,0 0-2 0,0 0 5 0,1-1-2 15,0-1-1-15,-1-1 4 0,1 1 0 0,0-1 3 0,0 1-6 0,0-1 6 0,0-1 0 16,0 0-1-16,0 1 5 0,0 0-10 0,0-1 8 0,0 0-3 0,0 0-4 16,0 0 1-16,0 1-7 0,0-1 5 0,0 1-3 0,0-1 2 0,0 1 5 15,0 0-9-15,0 0 8 0,0 0-2 0,0-1-3 0,0 1 4 16,0-1-3-16,0 1-2 0,0-1 0 0,0 1 0 0,0 0 0 0,0 0 7 16,0 0-6-16,0-1-2 0,0 1 5 0,0-1-2 0,0 1-5 15,0-1 4-15,0 1-4 0,0 1 0 0,0-1 5 0,0 0-1 0,0 0-6 16,0 0 0-16,0 0 5 0,0 0-5 0,0 0 14 0,0-1-8 0,0 1 1 15,0 0 1-15,0 0-6 0,0 0 6 0,0 0-3 0,0 0 2 16,0 1-1-16,0-1-1 0,0 0-1 0,0 0-1 0,0 0 2 0,1 1 0 16,-1-1-1-16,0 0 1 0,1 0 1 0,0 0 1 0,-1 0-4 0,1 0 2 15,0 0-5-15,0 1 7 0,0-1-2 0,0 0-3 0,0 0 1 16,0 0-5-16,0 0 12 0,0 0-3 0,0 0 1 0,0 0 1 0,-1 0-11 16,1 0 12-16,1 0-5 0,-1 1 0 0,0-1 2 0,0-1-6 0,0 1 4 15,0 0 5-15,0-1-6 0,0 1 2 0,-1-1-4 0,1 1 5 16,0-2 2-16,-1 1-5 0,0 0 4 0,1 0-6 0,-1 0 1 0,1 1 4 15,0-1 1-15,0 1-5 0,-1 0 4 0,0 0 1 0,0 0-8 0,-1 0 5 16,1 0 0-16,1 0-3 0,-2 0 5 0,1 0-1 0,1 0-1 16,-2 0 0-16,1 0-3 0,0 0 2 0,-1-1-3 0,1 2 1 0,0-1 1 15,0 1-1-15,0-1 0 0,0 0 4 0,0 1-1 0,-1-1-1 16,1 0-1-16,0 0-1 0,0 0 6 0,0 0 0 0,0 0-3 0,0 1-1 16,0-1-4-16,-1 1 6 0,1-1-1 0,0 1 2 0,0-1-4 0,0 0 2 15,0 1 0-15,-1-1-4 0,1 1 4 0,0 0 1 0,-1 0-2 16,1-1 1-16,-1 1 3 0,1 1-8 0,-1-1 7 0,1 1-4 0,-2 0-5 15,1 0 7-15,0 0 0 0,0 0 5 0,1 0-5 0,-1 1-5 0,0-1-1 16,0 1-1-16,0 0 7 0,1-1-1 0,0 1-1 0,0 0-5 16,0 0 9-16,0 0-5 0,-1-1 3 0,1 0-3 0,0-1-4 15,0 0 5-15,1 1 1 0,-1-2 7 0,0 1-4 0,0-1-2 0,1 0 0 16,-1 0-2-16,0 0 4 0,1 0-4 0,-2 0-4 0,2 1 3 0,0-1-1 16,0 0 6-16,0 0 0 0,-1 0-2 0,1 0-2 0,0 0 4 0,0 0-1 15,-1 0 2-15,1 1-4 0,-1-1-1 0,1 0 2 0,-1 0-1 16,1 1 2-16,-1-1-4 0,0 0 5 0,1 0-2 0,-1 0-2 0,0 0 5 15,0 0-3-15,0 0 0 0,0 0 0 0,0 0 0 0,0 0 2 16,0-1-2-16,0 1 0 0,0-1-2 0,1 0-1 0,-1 0 6 0,0 0-3 16,0 0-3-16,1 1 1 0,-1-1 1 0,0 0-1 0,1 0 2 0,-1 1-3 15,1-1-7-15,-1 1 0 0,0 0-7 0,0 0-11 0,0 0-23 16,0 0-17-16,0 1-18 0,0 1-12 0,0 1 3 0,-1 0-9 0,1 1-10 16,-1 0-18-16,-1-1-15 0,0 2-15 0,-1 1-13 0,-1 0-14 0,0 2-20 15,-1 0-8-15,0 0 6 0,0 0 17 0,-3 0-119 0</inkml:trace>
  <inkml:trace contextRef="#ctx0" brushRef="#br0" timeOffset="129324.44">20967 12474 929 0,'-23'8'188'0,"-3"0"-89"15,-5 2-53-15,2-3-35 0,4-3-21 0,1-1-25 0,0-2-10 0,4-2 0 16,0-1 7-16,2-1 16 0,1 0 11 0,3 1 9 0,0 0 5 0,1-1 0 16,1 1 2-16,0-1-1 0,2 0 5 0,0 0 3 0,-1 1 1 15,1-1 1-15,0-1-4 0,1 0 1 0,1-1 3 0,0 1-3 0,0-1-4 16,0 0 0-16,0 0-3 0,0 0 4 0,1 0 3 0,-1 0 3 0,2-1 2 16,0 1 4-16,-1 1 2 0,2-1 7 0,0 1 0 0,0-1 5 15,0 1 1-15,0 0-1 0,2 0-1 0,0-1 2 0,0 1-5 0,1-2-2 16,1 0-4-16,-1-1-7 0,2 0-3 0,1-2-9 0,0 0 0 15,2-1 0-15,1 0 3 0,0-1-2 0,3 1-1 0,0-3 0 0,3 1 3 16,2-2 2-16,0 1 4 0,3 0 2 0,2-2-2 0,1-1 3 0,1-1 3 16,4 1-5-16,2-1 3 0,1-2-5 0,3 3-2 0,0-2 7 15,4 1 4-15,2 0-3 0,1 3 6 0,5-2-5 0,0 1-4 0,3 1 9 16,3 0-4-16,2 0-3 0,2 0-5 0,1 0-2 0,3 1-4 0,2 1 6 16,1-1-6-16,2-1-2 0,-1 1 0 0,2 1-7 0,1 0 2 15,0 1-1-15,2 0 1 0,0 1 1 0,-1 0-4 0,1 2 2 0,-1-1-1 16,1 2 0-16,-1 1 4 0,0 1-4 0,0 1 2 0,-2 1 4 15,-1 2-3-15,0 0 4 0,-2 2 0 0,1 2-6 0,-1 0 1 0,-1 2 3 16,0 2-3-16,-3 0 5 0,0 1 3 0,0 1 0 0,-2 1 1 0,-1 0-2 16,0 1 3-16,-2 2-3 0,0 0-1 0,0 4-3 0,-1 0-3 15,0 3 1-15,-2 1-4 0,2 2 0 0,-2 1-1 0,-1 3 3 0,2 2 6 16,-1 0-5-16,-1 4 8 0,-1 0-10 0,-2 3-2 0,-1 1 0 0,-2 2-4 16,-1 2 5-16,-2 3-2 0,-2 0 2 0,-2 2-1 0,-3 0 1 15,-2 1 0-15,-3 0 1 0,-2 0 10 0,-3 0-3 0,-3 0-2 0,-5 0-4 16,-1 1-6-16,-2 0-3 0,-3 2-9 0,-2 0-9 0,-3 2-10 15,-3 2 1-15,-2 1 7 0,-2 2 5 0,-2 0 10 0,-3 2-4 0,-3 1 10 16,-4-1 6-16,-2 0-3 0,-2 0 11 0,-3 0-3 0,-1-1 5 0,-4 0 7 16,-2-2-1-16,-2-1 1 0,-1-3-5 0,-3 0 0 0,-1-2-4 15,-2-1 1-15,-1-2-5 0,-4-3-5 0,0-2 3 0,-2-1 2 0,1-2 6 16,-3-1 0-16,-3-2-4 0,-2-4 1 0,-3-2-1 0,-1-2 12 0,-2-2 7 16,-2-5 13-16,-1 0 4 0,0-5 4 0,-4-1 3 0,-3-3-5 15,-1-3 0-15,-1-3-2 0,-2-4 3 0,2-3 5 0,-4-3 8 0,0-4 0 16,3-3-10-16,1-3-7 0,2-3-8 0,-1-5-7 0,-1-1-1 0,-1-4-6 15,1-3 0-15,-1-3-4 0,-1-5 1 0,1-4-5 0,0-5-5 16,0-3-13-16,1-3-7 0,0-4-4 0,3-3-5 0,-1-6-3 0,2-5-17 16,-1-2-34-16,3-6-28 0,1-3-28 0,3-4-26 0,2-4-37 15,2-2-89-15,5-5-72 0,3-5-59 0,4-6-207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2-22T10:16:58.59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12796 5159 450 0,'-1'0'106'0,"0"0"-13"0,1 0 11 0,1 0 7 0,-1 0 1 16,1 0-7-16,0 0-16 0,-1 0-6 0,1 1 0 0,-1-1-4 0,0 0 0 16,0 0-3-16,0 0-8 0,0 0 3 0,-1 0 2 0,1 0-2 15,-1-1 1-15,0 1-3 0,1 0-6 0,0-1 2 0,0 1-6 0,0 0 3 16,0 0 2-16,-1 0-3 0,1 0-2 0,0 0-9 0,0 0 4 0,1 1 7 16,-2-1 1-16,2 1 0 0,-2 0-5 0,1 0-6 0,1 1-3 15,-1 1 1-15,1 0-5 0,-1 0-1 0,1 1-3 0,0-1-6 0,0 2 3 16,1 0-7-16,0 2 3 0,0 0-5 0,0 1-5 0,0 0 4 0,1 0-4 15,1 2 1-15,0 0-3 0,-1 1-1 0,0 0 0 0,0 0-9 16,-1 1 5-16,2 0-1 0,-1 2-4 0,0-1 3 0,0 1-4 16,1 0 1-16,-1 1-6 0,0 0 6 0,1-1-7 0,0 0 0 0,0-1 3 15,0 1-7-15,-1-2 2 0,2 0 0 0,-1 0 1 0,0 0-1 0,1-1 2 16,0 0 0-16,0-1-4 0,0-2 0 0,0 1 1 0,0 0-2 0,0-2 4 16,0 0-3-16,0-1 4 0,-1-1-2 0,1 0-13 0,0 0-6 15,-1-3-20-15,0 1-32 0,-1-1-21 0,0-1-38 0,-1-2-32 0,1 0-53 16,0-2-108-16,-1 0-178 0,-1-3-156 0,-1-1-270 0</inkml:trace>
  <inkml:trace contextRef="#ctx0" brushRef="#br0" timeOffset="267">12685 5120 1105 0,'-8'-1'239'0,"1"1"8"0,-2 1-4 0,2 1-2 0,1-1-28 15,2 0-30-15,0-1-26 0,2 1-19 0,0-1-10 0,0 0-16 16,2 0-17-16,-1-1-9 0,1 0-17 0,-1 0-8 0,1-1-12 0,1 0-12 16,0-1-1-16,1 0-5 0,1 0-10 0,0-1 3 0,2 0-11 0,0 1-4 15,-1-1 2-15,2 0-3 0,0-1-8 0,2 1 5 0,0 0 1 16,0-1-6-16,1 1 17 0,0 1-2 0,-1-1-4 0,3 1-2 0,0 0-9 16,1-1-5-16,0 1-1 0,0 0-9 0,2 1-11 0,1 0-8 15,0 0-7-15,1 1-5 0,-2 0-1 0,0 1-8 0,0 0-8 0,0 0-8 16,-2 0-8-16,1 0-6 0,0 0-6 0,-1 0-7 0,0 0-27 0,-1 0-33 15,2 2-62-15,-1-1-85 0,-1 1-105 0,0 1-75 0,-3 1-316 16</inkml:trace>
  <inkml:trace contextRef="#ctx0" brushRef="#br0" timeOffset="550">12830 5633 1344 0,'3'3'284'0,"1"0"-62"0,0 0 3 0,3 0 12 0,-1-2-27 15,2-1-29-15,1 1-42 0,0-2-26 0,0 0-10 0,0 0-14 16,2 0-10-16,-1 0-6 0,1 0-8 0,0 1-14 0,-1-1-3 0,0 0-7 16,0 1-8-16,1 0-3 0,0 0-2 0,0 0-2 0,0 0-3 15,-3 1-4-15,2-1-8 0,-1 1 0 0,0-1 1 0,-1 0-1 0,1 0-3 16,-2 0-1-16,0 0-1 0,0 0-8 0,0-1 6 0,-1 0-2 0,1 0-2 15,-1-1 4-15,0 1-4 0,0-2-12 0,0 1-7 0,-1-1-19 16,-1-1-31-16,0 1-32 0,0-1-45 0,-1 0-43 0,1-1-54 0,0 0-89 16,0-1-140-16,-1-1-149 0,1 0-392 0</inkml:trace>
  <inkml:trace contextRef="#ctx0" brushRef="#br0" timeOffset="1216">12510 4916 660 0,'-20'18'210'0,"-1"2"-76"0,-6 4 25 0,2 1 20 16,5-3 8-16,0 0-20 0,0 0-23 0,2 2-22 0,1-2-8 0,0 2 0 15,2 0-12-15,2 1-7 0,0 1-21 0,1-2-7 0,2 1-10 0,1 0-6 16,3-1-4-16,-1 3 0 0,2 0-4 0,2 1-5 0,2-1 0 16,1 1-6-16,2-2 7 0,1 1 1 0,2-1 3 0,1 0-2 0,0 1 2 15,2-2 1-15,2 1-2 0,1-1 1 0,1-1-17 0,1 1-4 16,0-2-3-16,2 0 15 0,2-1 10 0,1 1-2 0,2-1-10 0,1-1-15 16,0 0 1-16,2-1-5 0,3-3 2 0,-2 0-4 0,4-1-2 0,-1-1-1 15,2-1-1-15,1 1 2 0,2-2-1 0,-1-2-4 0,2 0 1 16,0-3-1-16,2-1 0 0,2-1 1 0,0-3-3 0,0 0 8 0,-2-1-3 15,2-2-3-15,-2 0 5 0,2-3-7 0,-1-1 2 0,-1-2 5 16,1-2-7-16,-2 0 7 0,1-4 1 0,-2 0-3 0,0-1 3 0,-3-2-1 16,-1-1 3-16,-3-2-1 0,1-1 0 0,-2-1 1 0,1-3-1 0,-2-1 1 15,0-1 3-15,-1 0-15 0,-2-1 2 0,-1-1 13 0,0 0 1 16,-3-2 13-16,0 0 3 0,0 0-18 0,-1-1 2 0,-2 2-1 0,-1-1-1 16,-2 0 7-16,0-1-3 0,-2 1-2 0,-2-3-3 0,-1 1-3 0,0-2 2 15,-2 2 2-15,0 0 0 0,-2 1-4 0,-1-2 2 0,-1 1 0 16,-1-2-16-16,-1 3-4 0,-1-1 16 0,0 2 0 0,-2 0 18 0,0 1-16 15,-2 0-10-15,-1 1 0 0,-2 1 0 0,0 2 0 0,-2 1 0 0,-2 0 0 16,-1 2 0-16,-3-1 0 0,-1 2 0 0,0 0 0 0,-3-1 0 16,-2 1 0-16,0 2 0 0,-3 1 0 0,-1 2 0 0,-2 1 0 0,1 1 0 15,-1 1 0-15,0 1 0 0,-2 1 0 0,0 1 0 0,-2 1 0 16,1 2 0-16,-2 0 0 0,1 2 0 0,-1 2-4 0,-1 1-12 0,1 2 6 16,0 1 4-16,1 2-8 0,-1 2 8 0,2-1 2 0,-2 3-6 0,1 0 2 15,1 2-2-15,-1 0 0 0,4 2 0 0,1 0 0 0,2 1 2 16,0 1-1-16,1 0-1 0,3 2-2 0,0 0 2 0,1 2-7 0,2 0-9 15,-1-1-1-15,3 0-6 0,0 2-2 0,0-1 1 0,2 0-2 0,2 0-6 16,1 1-6-16,1-2 0 0,1 2-8 0,1 0-7 0,1-2-7 16,0 1-11-16,2 0-10 0,0-1-6 0,2 0-10 0,0 0-17 0,1-1-8 15,1 0-9-15,0 0-10 0,0 0 1 0,1-1-13 0,0-1-14 16,0-1-24-16,1 1-28 0,1-1-13 0,-1 0-6 0,1-2 27 0,0 1 21 16,1-1 3-16,0-1-143 0</inkml:trace>
  <inkml:trace contextRef="#ctx0" brushRef="#br0" timeOffset="99455.43">7198 10575 1385 0,'0'2'554'0,"0"1"-355"16,1-1-37-16,0 1-2 0,0-2 18 0,0 1-2 0,1 1-38 0,0-1-29 16,0-1-16-16,1 2-19 0,-1-1-1 0,1 1-6 0,-1 0-9 0,1 0 3 15,0 1-2-15,0 1-5 0,1 0-8 0,1 0-12 0,-1 1-2 16,1 2 4-16,0 0 1 0,1 0 3 0,-1 2-11 0,2 0 8 0,-1 1-6 16,1 0-11-16,0 1 9 0,-1 0-9 0,1 1 2 0,-1 0-6 0,-1 0-22 15,1-1-4-15,-1 0-4 0,-1 0 6 0,1 1 36 0,-1-1 0 16,0 1-10-16,1-1 4 0,-1 0-30 0,-2 0 14 0,1 0 2 0,-1-1-8 15,1 0 2-15,-1 1-6 0,0 0 2 0,-1-1-6 0,0 0-8 16,0-2 0-16,1 0-16 0,0-1 4 0,-1 0-5 0,1-1-7 0,-1-1-8 16,1 0-10-16,0-2-11 0,-1 0-19 0,0-1-4 0,1 0-17 0,0-2-20 15,0-1-21-15,-1-2-29 0,0-1-40 0,0-2-73 0,1 0-99 16,0-2-111-16,-1-2-56 0,1-1-202 0</inkml:trace>
  <inkml:trace contextRef="#ctx0" brushRef="#br0" timeOffset="99705.44">7468 10450 1152 0,'-1'4'346'0,"3"1"-51"0,-1 2-19 0,0-2-6 16,0 1-38-16,1 1-38 0,1 0-34 0,0 2-25 0,2 0-15 0,-1 0-13 16,2 1-12-16,0 0-16 0,0 1-14 0,1 2-9 0,0-1-4 0,0 0-10 15,0 0-6-15,1 1-15 0,0 0-10 0,1 1 1 0,1-1-1 16,0 0 1-16,0 0-3 0,1 0-1 0,-1 1-2 0,0-2 0 0,0 0-4 15,1-1 0-15,0 1-20 0,-1-2 9 0,1 0-7 0,0-1-5 16,0 0 19-16,-1 0-7 0,-1 0-1 0,-1-1-5 0,0-1-17 0,0-1-4 16,0-2-9-16,-1-2 0 0,-1 1-5 0,-2-2-13 0,0-1-21 0,-1 0-24 15,-1-2-22-15,-1-1-25 0,-1-1-33 0,-1-1-66 0,0-1-96 16,-2-2-91-16,-2-1-74 0,0-2 38 0,-2 0-101 0</inkml:trace>
  <inkml:trace contextRef="#ctx0" brushRef="#br0" timeOffset="99976.44">6966 10464 1330 0,'-2'2'249'0,"0"1"-20"0,0-1-18 16,2-1 9-16,0 0-26 0,1-1-34 0,0 0-39 0,1 0-22 0,1 0-9 15,0-1-16-15,1 0 0 0,-1 1-3 0,2-2-13 0,-2 0-5 0,2 0-10 16,1-1-9-16,-1 0-5 0,1-1-9 0,0 0 0 0,1 0-9 16,0 0-4-16,0 0 2 0,1 0-2 0,-2 1-3 0,2-1 2 0,1 0-3 15,-1 0 3-15,-1 1-3 0,1 0-8 0,-1 0 1 0,0 1-7 16,0-1-1-16,0 0-16 0,0 0-31 0,0-1-22 0,-1 1-28 0,1-1-19 16,0 1-19-16,0 0-35 0,-1 0-43 0,0 0-64 0,0 0-90 0,1 1-80 15,0 1-25-15,0 0-149 0</inkml:trace>
  <inkml:trace contextRef="#ctx0" brushRef="#br0" timeOffset="100358.44">7206 11194 1002 0,'4'8'562'0,"1"-2"-318"0,0 3-23 0,1-1-11 16,-2-2-2-16,2-1-17 0,1 0-36 0,2 0-32 0,0-1-12 0,1 1-17 15,0-1-10-15,-1-1-13 0,0 0-12 0,2-1 5 0,0 0-7 16,1 0-8-16,0-1-6 0,0-1-13 0,3-1 4 0,0-1-2 0,0-1-12 15,1 1-4-15,0-2-7 0,0-1-5 0,3-2 11 0,-2 0-2 0,2-2 3 16,1 0-1-16,-1-1-9 0,1 0 11 0,-1-3-5 0,0-1-7 16,-1 0 1-16,0-2-12 0,-1 2 10 0,1-3 2 0,1-1-2 0,0 0 3 15,0 0-8-15,0 1-1 0,-1 1 5 0,-2 0-3 0,0 0-11 16,-1-1-8-16,0 1-27 0,-3 1-23 0,0-2-19 0,0 0-31 0,0 0-32 16,-2 0-44-16,0-1-59 0,-3 0-104 0,0 1-135 0,-2 0-126 0,0-1-25 15,-2 0 34-15</inkml:trace>
  <inkml:trace contextRef="#ctx0" brushRef="#br0" timeOffset="100888.44">6868 10293 816 0,'-13'26'369'0,"-3"2"-167"0,-3 8-3 0,3-3-14 16,5-2 6-16,-1 0-7 0,3 1-33 0,0-1-33 0,4 2-25 0,1-2-11 15,2 3-8-15,1 0-14 0,1 2-5 0,2-1-15 0,1 1 5 16,2 1-1-16,0-2-7 0,2 3 14 0,1-2-15 0,0-1 2 0,2 2 0 16,1-2-3-16,1 2 2 0,1-1 2 0,1 0-5 0,0-3-4 0,3-2 4 15,0 2-5-15,2-2 0 0,1 1-1 0,2-2-5 0,3 0 1 16,-1-3-13-16,2 0 9 0,2-1 1 0,3-3-8 0,0 0 13 0,1-2-13 15,0-4-4-15,2-2 2 0,1-2-1 0,1-3-5 0,3-3 3 0,1 0-10 16,1-4-2-16,2-2 4 0,0-3-6 0,1-2 10 0,2-2 6 16,-1-3 1-16,3-3-4 0,-1-1 3 0,1-4-5 0,0 1 7 0,-3-4 3 15,0-2-15-15,-1 0 13 0,0-2 0 0,-3-2 12 0,-1 1 21 16,-1-3-17-16,-2 1 5 0,0-3-3 0,-5 1 0 0,0-3 4 0,-3 2-9 16,0-3 0-16,-2 0-1 0,0-2-3 0,-2-1-2 0,-1 0 2 0,-3-1-4 15,-2 1-4-15,0-2-8 0,-2-1-6 0,-3 2 0 0,0-4 0 16,-1 2 0-16,-2 0 0 0,-1-3 0 0,-3 3 0 0,-3 0 0 0,0-1 0 15,-2 1 0-15,-1 0 0 0,-3 0 0 0,-1 3 0 0,-2 0 0 0,-4 1 0 16,-3 1 0-16,-3 1 0 0,-4 1 0 0,-1 0 0 0,-5 2 0 16,-2 0 0-16,-4 3 0 0,-3 0 0 0,-4 2 0 0,0 1 0 0,-3 1 0 15,-2 3-18-15,-2 2-10 0,-1 1 2 0,-1 2 12 0,-2 1 6 16,1 3 0-16,0 1 2 0,1 1-6 0,0 3-1 0,1 1-1 0,1 2-4 16,0 2 3-16,1 2-7 0,2 3-3 0,3 2-4 0,0 3-8 0,3 2-2 15,3 1-1-15,0 2-3 0,3 1-7 0,1 2-10 0,2 0-12 16,4 3-18-16,2 1-28 0,3-1-29 0,2 1-37 0,3 0-55 0,3 0-97 15,4 0-150-15,3 0-145 0,3-2-271 0</inkml:trace>
  <inkml:trace contextRef="#ctx0" brushRef="#br0" timeOffset="101555.43">13881 5468 1168 0,'4'0'377'0,"1"-1"-151"15,1 1-8-15,1 1-2 0,-2-1 3 0,1 2-7 0,1 0-31 16,-1 1-31-16,1 1-31 0,-2 1-28 0,2 0-15 0,-1 2-6 0,2 1-7 15,0 1-4-15,0 2 3 0,1 0-8 0,-1 2-3 0,1 1-4 0,1 1-11 16,0-1 2-16,0 2-8 0,1 0 3 0,0 0 0 0,0-3-2 16,1 0 8-16,0-1-8 0,1-2-9 0,-1-1-6 0,0-2 1 0,1-1 11 15,0-2 6-15,0-1 2 0,1-1-24 0,0-3-12 0,1-1 0 16,1-2 0-16,0-1 0 0,1-3 0 0,2-2 0 0,0-3 0 0,1-3 0 16,3-1 0-16,0-5 0 0,2-2 0 0,2-1 0 0,1-3 0 0,2-2 0 15,0-3 0-15,2-1 0 0,0-6 0 0,2 0 0 0,0-3 0 16,3-2 0-16,2-3 0 0,1-1 0 0,1-2 0 0,2-1 0 0,1 1 0 15,3 0 0-15,2-1 0 0,2 3 0 0,1 2 0 0,1 2 0 0,-1 1-22 16,1 3-95-16,0 2-26 0,-1 2-26 0,1 2-38 0,-2 1-43 16,-2 1-66-16,-1 1-112 0,1 2-150 0,1-1-93 0,0 3-185 0</inkml:trace>
  <inkml:trace contextRef="#ctx0" brushRef="#br0" timeOffset="106571.95">6915 10275 636 0,'-9'1'54'16,"0"1"-44"-16,-2 2-1 0,3 2-4 0,2-1 3 0,0 2 0 0,1-1-7 16,0 2 2-16,1-1-5 0,-1 1-7 0,0 1-16 0,1 1-28 0,-2-1-19 15,1 1-6-15,0 1 5 0,0-2 23 0,0 1 19 0,-1-2 15 0,1-2 17 16,-1 1 13-16,0-3 18 0,-1 1 22 0,0-3 16 0,0 0 13 16,1-1 4-16,-1-2-2 0,-1 0-3 0,1 0-4 0,0-1-8 0,-1 1-4 15,0-3 1-15,0 1 2 0,-1-2 6 0,1 1 6 0,0 1 1 16,2-1-2-16,1-1 0 0,-1 0-9 0,2 0-12 0,2-2-10 0,0 0-12 15,4-2-2-15,1-1 1 0,4 0-1 0,2-3 2 0,4-2-1 0,5-1-5 16,3-2-5-16,4-2-4 0,5-1-14 0,3-2-6 0,4-1-14 16,3 0 5-16,3-2-1 0,1 0-4 0,3-1-4 0,1-2-40 0,0 2-34 15,0-1-44-15,1 3-51 0,-2 0-64 0,0 1-80 0,-1 2-48 16,0 0-95-16</inkml:trace>
  <inkml:trace contextRef="#ctx0" brushRef="#br0" timeOffset="119472.91">4981 11432 401 0,'-11'-6'152'16,"1"0"-66"-16,-2-1-13 0,4 3-20 0,3 1-13 0,1 1-8 0,0 1-14 15,1 0-1-15,0 0-6 0,0 0-7 0,0 0 3 0,0 1-5 0,0 1-1 16,1 0-4-16,-1 1-3 0,-1 0-1 0,0 1 1 0,-1 0 0 15,1 0 5-15,0 0-3 0,1 0 2 0,-1-1 3 0,1-1 0 0,0 0 2 16,0 0 2-16,1 0-5 0,-1 0 0 0,0-1 5 0,1 0 4 0,0 0 3 16,1 0 4-16,0-1 5 0,0 1 6 0,0-1 8 0,1-1 3 15,1 0-4-15,-1 0-5 0,2-2-3 0,1-1-9 0,2-1 2 16,2-1-1-16,2 0 8 0,1 0 7 0,1-2 0 0,-1 0 2 0,1-2-1 16,2 0-1-16,-1 0 7 0,3 0 11 0,-1 0 1 0,1-1 6 0,0 0-3 15,1 1-6-15,1 1-1 0,2 0-9 0,1-1-1 0,0 1 1 0,3 0-5 16,1 1-3-16,1 1-8 0,4-1-6 0,1 1-9 0,3-2-1 15,1 1-3-15,1 0-1 0,2 0 1 0,2 0-1 0,2-1 2 0,1 1-2 16,0-2-10-16,2 1 4 0,0 1-1 0,0-1-1 0,0 1 6 0,1-2-4 16,0 0 3-16,-1 0 0 0,1 1 2 0,-1 1-1 0,-1 3 2 15,0-1-3-15,-2 1 4 0,1 0 1 0,-2 2-6 0,1 0 7 0,0 0 6 16,-3 1 6-16,3-1 15 0,-3-1 8 0,1 1 1 0,2-1 2 16,0 2 2-16,0 0-6 0,0 0-3 0,-1 1-7 0,-2 0-9 0,1 3 2 15,-3 0-3-15,1 2 0 0,-3-1-8 0,2 2 0 0,-1 2 2 0,-2-1 2 16,2 2 2-16,0 0-2 0,0 1-7 0,0 0 2 0,-1 0-1 15,-1 0-1-15,2 0 1 0,-2 2-6 0,0-1 0 0,-2 2-3 0,-3-1 5 16,2 1 1-16,-3-2-1 0,1 2-3 0,0 0 0 0,-3-1 4 16,1 2 4-16,-2-1-8 0,1 2-1 0,-3 0-2 0,-1-1 1 0,0 0 7 15,-2-1 2-15,-1 1 0 0,0 1-2 0,0 1-4 0,-1 0 0 0,0-1-3 16,-1 1 2-16,-2 1 4 0,-1 1-1 0,0 0-1 0,0 2-2 16,-2-1-6-16,0 1-2 0,-3-1 10 0,1 3 5 0,0 1 1 0,-1-1 2 15,0 2-8-15,-1 0-5 0,-1 0 8 0,-2 2 2 0,-1-2-4 0,-1 1 1 16,-1 0-4-16,-1-1 2 0,-1 2 0 0,0 0 3 0,-2-2-3 15,-2 1 4-15,0-2-6 0,-1 1 2 0,-2 0 1 0,0-1-4 0,-1 2 1 16,0-1 1-16,0 1-4 0,-2 2 3 0,-3-1-3 0,-2 2 3 0,0 0-11 16,-3-1 10-16,-2 2 1 0,0-2-1 0,-2 2 4 0,-2-1-6 15,-1 1-1-15,-2 0-1 0,-1-2 4 0,-2 1-7 0,0-1 5 0,-2 1 1 16,1 0 1-16,-2-1 1 0,2 0-1 0,-2-1 0 0,2-1-1 16,-3 0 4-16,0-2-5 0,1 2-2 0,-2-1 4 0,4 1-7 0,-2 0 8 15,0-1-1-15,-2 3 0 0,-2-2-7 0,-1 0 0 0,-2 2 8 0,-1-3 4 16,2 1 4-16,-1-2-2 0,4-3-8 0,2 0-4 0,-1-1 6 15,0-1-3-15,-3-2-3 0,1 0 1 0,2-2-6 0,-1-1 1 0,0-1-2 16,0-1-5-16,-2 0 1 0,-2-1 2 0,-1 0-1 0,-1-1 2 0,-1 0 0 16,-1 1-4-16,-3 0 1 0,-1-2 6 0,-1 2 2 0,-1-1 5 15,0 0 0-15,-1-1 2 0,1-1 1 0,1-1 0 0,0-4 5 0,2 0 4 16,1-4 1-16,0-1-2 0,5-2 4 0,2-2-3 0,0 1-1 0,3-1 3 16,-1 1-9-16,0-1 3 0,2-1-2 0,-1 1 3 0,1-1-3 15,2 1 1-15,0 0-4 0,1 0 6 0,0 0-1 0,0 0-6 0,0-1 6 16,1-1-1-16,-2 1 1 0,1-3 2 0,-1 1-3 0,4-2 7 15,1 1-6-15,3 0-1 0,0-2 5 0,1-1-11 0,-1-2-2 0,2 1 11 16,2-2-8-16,1-1 1 0,3 1 7 0,2-3-10 0,0-1 0 0,3 0 5 16,2-4-5-16,3 2 2 0,1-3-2 0,1 0-5 0,2 0 2 15,1-2-3-15,3-1 0 0,2-2-6 0,1 1-2 0,3-1-1 0,1 0 0 16,1 1-5-16,1 0-11 0,3 1-9 0,0 0-14 0,1 2-16 0,1 2-14 16,2 0-28-16,2 2-34 0,1 0-54 0,0 0-71 0,1 0-95 15,1 1-97-15,1-1-275 0</inkml:trace>
  <inkml:trace contextRef="#ctx0" brushRef="#br0" timeOffset="126444.45">4129 12907 1424 0,'-28'-11'57'0,"1"-1"48"0,-2-1-10 0,8 2-8 0,8 3-6 16,1-1-26-16,2 0-6 0,0 1-9 0,1 2-7 0,1 0-2 0,0 2-8 16,2 1-1-16,-1 0-2 0,1 1-7 0,2 2-3 0,-2 0-1 0,2 1-5 15,-2 1 2-15,2 1-2 0,0 2-2 0,-1 2-4 0,1 2-2 16,-1 3 4-16,0 1 0 0,1 3 1 0,-1 2-1 0,1 4-3 0,2 2 5 15,0 3-4-15,0 0 1 0,1 3-1 0,0 1-3 0,1 3 0 0,1 1 2 16,1 5 3-16,0 1-7 0,0 2 1 0,2 3 1 0,0 3 0 16,0 2 10-16,2 1-5 0,-1 3 1 0,0 1 0 0,1 0-3 0,-1 2 3 15,1-2-2-15,-1 1-1 0,0 1-7 0,-1-1 11 0,0 0-1 16,2-4 1-16,-1 0 12 0,0 1-9 0,1-1-3 0,0 0 4 0,1-3-6 16,-1-1 5-16,0-1-3 0,-2-1 0 0,-1 1-2 0,-1 1 10 0,-1 0-1 15,1-2 0-15,0-1 2 0,0-3-11 0,0-1 3 0,0-3 2 16,2 0-1-16,0-1-4 0,1-3-3 0,0-2 2 0,0-3-2 0,0 0 4 15,0-3-1-15,0 1-4 0,-1-2 4 0,0 1-3 0,0-3-3 0,-1-4 3 16,1 1 2-16,-1 0 4 0,0-3 4 0,0 2-6 0,0-2-1 16,0-4-8-16,0 2 8 0,0-3 4 0,0 0-3 0,0-2-1 0,-1 0-1 15,2-2-2-15,-2-1 6 0,2-3 0 0,-1 1-3 0,0-2 1 16,2-1 2-16,0 1 2 0,1-2-1 0,0 0 0 0,3 0 1 0,1-2-1 16,1 0 4-16,1-2 1 0,1-1-1 0,1 1 1 0,2-2-1 0,1 1-2 15,0 0-3-15,2-1 6 0,0 0-3 0,0-1 1 0,2 0 2 16,1 1-4-16,0-2 2 0,2 1-1 0,1-1-1 0,0 2 2 0,1-2 4 15,1 0-1-15,2 0 1 0,-2-1 3 0,4 0-5 0,-1 0 5 0,1-1-2 16,1 1-3-16,0-1 0 0,1-1-2 0,2-1 3 0,-1 0-3 16,4-2-11-16,-1 1-2 0,2 0 2 0,2 0 2 0,0 1 11 0,1 0-1 15,2 0 1-15,-2-1-4 0,0 2-5 0,2-1 8 0,1 0-3 16,0 0-2-16,1 1 0 0,-1 1-3 0,2 1 6 0,0 1 11 0,1 0 8 16,2 0 2-16,0 1 2 0,0 1-7 0,-1 2-4 0,-1 0-5 0,2 1-4 15,-2 1 4-15,1 1-6 0,-1 0-1 0,-2 2 7 0,1 0-6 16,1 1 9-16,0 1-5 0,0 1 1 0,-1 1 6 0,0-1-5 0,-1 3 3 15,1-1-7-15,0 2 1 0,1 0-4 0,1 0 1 0,0 0-2 0,0 1-14 16,1 0 6-16,0 0 0 0,0 0 1 0,1 0 15 0,-1-1 2 16,0 0-5-16,-2 2 4 0,0-2-6 0,2 0-5 0,-4 0 13 0,1-3-3 15,-2 2 6-15,-1-1 3 0,-1 1-2 0,-1 0 7 0,0 1-6 16,-3-1 1-16,0 0-3 0,-1 0 2 0,-2-1-4 0,-2 0 4 0,-1 0 0 16,-1 0-5-16,-1 0 1 0,-2 0-6 0,3 0-6 0,-3 0 4 0,1 0 0 15,-2-1 0-15,-1 0-6 0,-2-2 3 0,0 0-3 0,-2 0 8 16,-1-2 5-16,1 0-11 0,-1-2 2 0,-3-1 6 0,1 0-1 0,-1-3 13 15,-2-1 6-15,-2-2 2 0,1-1 1 0,-1-2-1 0,1-3 0 0,-2-2 4 16,0-1-2-16,-1-3-1 0,0-2-13 0,-1-1 5 0,0-3-4 16,0-1-5-16,0-1-13 0,-2-2 9 0,0-2 5 0,-2-3-3 0,0-2 15 15,0-3-22-15,0-3 0 0,1-2-3 0,-1-2 5 0,1-6-2 16,-1-2-8-16,3-2 5 0,0-3-8 0,1-1 6 0,1-2 3 0,1-4-8 16,1-1 4-16,2 0-11 0,1 0 11 0,-1 3-2 0,1 2 1 0,-1 2 5 15,-2 6-10-15,-2 4 14 0,-2 3-16 0,0 2 16 0,-2 1 1 16,-2 3-7-16,-1 2 20 0,-2 1-11 0,-1 3-3 0,-1 2-4 0,0 4 3 15,-2 2-11-15,-1 3 2 0,0 2 0 0,-2 1-15 0,0 1 9 0,-1 2-9 16,-2 0-15-16,1 1-10 0,-2 4-15 0,1-2-19 0,-1 1-20 16,-1 1-17-16,-1-1-23 0,1 1-22 0,-1 0-19 0,-1-1-36 0,0-2-35 15,0-1-30-15,0-3-29 0,1-1-30 0,0-1-18 0,0-3 8 16,-2-2 74-16,0 1 24 0,-3-3-70 0</inkml:trace>
  <inkml:trace contextRef="#ctx0" brushRef="#br0" timeOffset="126906.51">4968 12972 1548 0,'-31'-12'209'0,"1"0"-62"0,-6-3-11 0,11 5-12 16,9 1-20-16,3 1-23 0,3-1-17 0,0-1-19 0,3 0-9 0,2 0-16 15,1 1-4-15,1 1-8 0,2-1-8 0,0 2 6 0,3 0-6 16,0 0 3-16,4-1 0 0,1 1-4 0,4-1 2 0,2 3-1 0,3-2 4 16,2 1-4-16,5 1 0 0,1-1-4 0,2 2-5 0,3 0 9 0,2 1-2 15,4 1 2-15,3 0 2 0,1 1-4 0,5 1-2 0,0 0 2 16,3 0 0-16,2 1 2 0,2 0 0 0,0 0 0 0,2 0-1 0,3 0-5 15,3 1 4-15,1 0 0 0,3 1-1 0,0 1 2 0,3 2 1 0,0 0-5 16,0 1 5-16,2-1 0 0,-2 0-2 0,0 1-1 0,0 1-1 16,-1 0 1-16,-1 1-4 0,-1-1 10 0,2 0 1 0,-1-1-1 0,-1 1-3 15,0 2-5-15,-2 0 8 0,-1 0-3 0,-1 0 3 0,0 0 3 16,0-1-2-16,-4 1 5 0,-1-1 5 0,-1 2 7 0,-2-3 7 0,-1 1 6 16,-2-2 6-16,-2 0 7 0,-1 0-1 0,-3-2-4 0,-3 1 5 0,-1-1-9 15,-5 0-1-15,0-1 0 0,-3 0-16 0,-1 1 6 0,-2-2-13 16,-2 2-4-16,-2-1 6 0,-1 1-15 0,0 1 6 0,0-1-7 0,0 2-5 15,0 0 7-15,-3 1-2 0,0 0-4 0,-1 3-6 0,-1 0-31 0,1 3-52 16,-1 2-63-16,-1 1-87 0,2 0-98 0,1 3-113 0,1 1-204 16,0-1-118-16</inkml:trace>
  <inkml:trace contextRef="#ctx0" brushRef="#br0" timeOffset="-119678.95">9715 10167 1253 0,'-11'-5'191'0,"2"2"-64"0,1 0-20 0,5 4-35 0,4 3-32 0,2 2-2 16,2 4 11-16,2 2 11 0,4 4-1 0,1 1-10 0,2 3-19 0,3 4-8 15,2 1-3-15,1 6-3 0,1 1-3 0,2 4-3 0,-1 1-3 0,1 2-2 16,0-3 3-16,-2-3-5 0,1-2 5 0,1-4 9 0,-1-1 11 16,0-1 24-16,0-3 14 0,1-1 5 0,1-1-3 0,-1-3-2 0,2 0-14 15,-2-2-2-15,2-1 1 0,2-4-2 0,1-1 14 0,3-3 6 0,1-4 8 16,3-6 4-16,1-7-6 0,5-6 2 0,7-9-15 0,5-9-17 15,6-9-9-15,5-9-20 0,5-9-5 0,5-9-6 0,8-8 6 0,5-8-22 16,6-6 10-16,6-7-8 0,6-4-13 0,4-7 0 0,5-3-23 16,4-2-17-16,3-3-29 0,2 1-18 0,-1-3-24 0,1 2-14 0,-1 0-17 15,-1 0-20-15,0 2-28 0,-3-1-47 0,1 1-78 0,0-2-100 0,-1-2-274 16</inkml:trace>
  <inkml:trace contextRef="#ctx0" brushRef="#br0" timeOffset="-114574.96">5122 15257 2443 0,'-24'-8'189'0,"-1"-1"-84"0,-8 0-67 0,5-1-25 0,4 0-8 0,3 0-7 16,-1 0-8-16,1 0-3 0,0 2-2 0,-2 1 0 0,-1-1-20 0,1 2-27 15,-3 1-32-15,-1 2-7 0,-2 2 4 0,0 2 15 0,0 1 20 16,-2 2 12-16,-2 0 11 0,0 0 6 0,-2 2 13 0,2-1 12 0,-3 1 1 16,1 1 8-16,-1 1 6 0,-1 0 3 0,1 0 9 0,-2 1-2 15,0 0-10-15,-1 0-3 0,-1-1 0 0,-1 1 4 0,1 1 5 0,-3 1 3 16,-1 1 1-16,-1 1 3 0,-1 1 2 0,0 1 5 0,2 0-5 0,0 1-4 16,-2-1 0-16,2 2-3 0,-1 1-3 0,1 0 2 0,-2 3-10 15,1 2 5-15,1-1-1 0,2 1-2 0,-2 1-1 0,0-1-1 0,1 2-4 16,-2 0-1-16,1 2 1 0,1 0-2 0,0 3-1 0,-1-1 2 0,4 2-9 15,-1 0 18-15,0 2-6 0,1-1-7 0,3 2 8 0,1 0-9 16,2 1 4-16,0 0 1 0,0 3-4 0,-1 1-7 0,1 1 12 0,2 1-1 16,3-2 1-16,1-2-3 0,3 2-5 0,-1-2 7 0,2 3-2 0,2 0-3 15,1-1 7-15,3-1-2 0,1 0-2 0,2 0 9 0,2 2-8 16,1-2-4-16,2 1 6 0,1 1-4 0,2 1-8 0,3 1 6 0,0 0-8 16,3-3 2-16,1 0 0 0,1 1-1 0,4-1 6 0,0 0-4 15,-1-19-9-15,2 4-1 0,1-2 7 0,1 6 6 0,1-2 7 0,3 5 1 16,2-1-6-16,3 4 2 0,1-2 1 0,2 0 6 0,3-1-3 0,0-1-3 15,2-1 9-15,1-1-6 0,4-1 7 0,0 1 5 0,2-1-5 16,1-2 7-16,1 0-9 0,2-1 10 0,2 1 2 0,0 0 14 0,1-2 2 16,3 1-10-16,-22-12-7 0,5 0-14 0,0 1 5 0,2 2 1 0,3-1 4 15,1 1 0-15,3 0 2 0,1 1-10 0,2 0-1 0,4 0-3 16,0 1 2-16,4 1 4 0,1 0-6 0,3 0 0 0,1 0 6 0,4 1-10 16,1-1 1-16,2 1 3 0,-1-1-5 0,2-2 6 0,0 1 1 15,1 0-4-15,0-2 1 0,1 0 6 0,-1 0 2 0,1 0-2 0,1-2-4 16,0 0 1-16,-1-3-4 0,1 2-2 0,0-3 4 0,0 0 4 0,0-2 4 15,-1-1 4-15,0-1-5 0,0-2-1 0,-1-2-2 0,0-2 7 16,0 0 2-16,-1-2-4 0,0-3 2 0,0 0 4 0,-2-2 1 0,0-1 8 16,-1-3-7-16,0-1 5 0,-1 0 4 0,-2-2-16 0,0-1 15 0,-1-2-5 15,-2 1 1-15,0-2 6 0,-3 0-2 0,0 0 3 0,-2-2 5 16,-1-1 0-16,37-20-5 0,-9 0 1 0,-8 2-13 0,-8 2-2 0,-8 2 0 16,-6 0-3-16,-7 3 13 0,-5 0 7 0,-4 2-2 0,-1-1-3 15,-1-1-3-15,-1-3-6 0,-3 1-7 0,0-1 3 0,-1-2 1 0,-1 1-2 16,-2-2 2-16,-1-2-12 0,10-36-8 0,-7 11 13 0,-4 7 2 0,-4 8 5 15,-2 7-5-15,-2 0-5 0,-1-1 4 0,-2-1-4 0,-1-1 3 16,-1-2-3-16,-1 2-4 0,-2-2 7 0,-1 2-5 0,0-1-1 0,-2 1-10 16,-1 0 8-16,-3-1 4 0,0 1 3 0,0 0-3 0,-2 1 4 0,0 0-9 15,-1 3 2-15,-2 0 16 0,-1 0-21 0,-2 1 12 0,-1 1-12 16,-1 0-9-16,-3 2 17 0,-1-1-6 0,-1 1-6 0,-2 1 11 0,0 0-6 16,-5 0-1-16,-1 1 14 0,-2-1-11 0,1 3-4 0,-1 0 3 15,-3 1-6-15,-2 2 2 0,-2-2-5 0,-2 2 1 0,0 0 0 0,-2 4 3 16,-2 2-1-16,-1 2-2 0,-1 1 3 0,-2 1 2 0,-1 3-9 0,-1 2 2 15,-1 1-6-15,1 3-2 0,-4 4 6 0,0 2-7 0,0 3-2 16,1 3-9-16,-2 3-6 0,1 2-8 0,-3 6-18 0,1 1-35 0,1 5-37 16,-1 4-46-16,1 2-61 0,-2 6-71 0,-1 3-115 0,-2 7-198 0,-4 7 22 15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2-22T10:23:25.89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20676 8086 3406 0,'-81'-46'-54'0,"-31"-15"-77"0,-33-16-73 0,-37-17-53 0,47 29-11 0,-9 3 43 0,-5 1 25 0,-8 4 42 0,-4 5 38 15,-7 6 39-15,-5 5 42 0,-2 8 36 0,-5 4 32 0,-2 5 15 0,-2 2 17 16,-2 3-3-16,-1 4 4 0,-1 1-6 0,1 3-7 0,1 3-5 16,1 1-10-16,2 1-1 0,-1 3-7 0,1 0-1 0,0 1 6 0,1-1 3 15,-1 2 5-15,1 1 7 0,1 0-3 0,1 2 4 0,1 1 3 0,3 2 1 16,2 1 9-16,2 3-2 0,2 3-3 0,0 5-4 0,4 1-14 15,1 6-10-15,2 4-9 0,1 2-10 0,4 5 1 0,-1 4-4 0,3 5-2 16,1 4-13-16,1 6 3 0,3 5 2 0,2 3 0 0,3 6 14 16,4 6-8-16,2 3-1 0,3 5-3 0,3 3-4 0,5 2-4 0,3 4-1 15,5 2-4-15,4 3-1 0,5 4 4 0,6 1-2 0,4 4 0 0,5 1-2 16,6 5-13-16,4 1-2 0,7 2-3 0,5 0-11 0,4 3 19 0,7 2 0 16,4 3 8-16,5 2 16 0,7 1-6 0,3 0 6 0,9 0 1 15,7 1 5-15,5 0-1 0,7-1 4 0,8-1 2 0,6-1 3 0,6 0 9 16,7-2 7-16,7-2 8 0,6-1 8 0,9-3 2 0,6-3-4 15,8-2-10-15,6-2-10 0,9-4-4 0,7-1 4 0,7-2 7 0,8-1 1 16,6-2-1-16,7 0-21 0,6-3-4 0,9-1 3 0,6-4-6 0,7-4 5 16,5-4-9-16,9-2 1 0,7-4-4 0,4-4 5 0,7-3 4 15,4-4-5-15,6-6 3 0,6-3 3 0,6-3 4 0,7-5 1 0,5-3 2 16,6-4-11-16,7-3 2 0,3-4-2 0,4 0-1 0,6-3 9 16,4-3-4-16,4-4 1 0,4-3-4 0,1-4-5 0,3-3 10 0,2-4-2 15,3-3 0-15,1-4 1 0,3-3-11 0,2-4 0 0,0-3 9 0,3-5-7 16,-2-4 3-16,-1-6 0 0,-1-4-8 0,0-5 9 0,-1-5 1 15,0-4 1-15,-2-4 9 0,-2-4 4 0,-4-5 8 0,-2-4 9 0,-2-5 10 16,-6-5 6-16,-3-3-4 0,-3-6-2 0,-9-1-1 0,-2-3-4 0,-5-5 7 16,-7 1-16-16,-3-6-8 0,-6-1-6 0,-4-3-11 0,-7 0 7 15,-4-3 5-15,-6-1-3 0,-6-1-9 0,-4-4-2 0,-6-3-4 0,-6-2 1 16,-4-2 8-16,-5 0-3 0,-8 0-6 0,-5 0 3 0,-8 0 1 0,-8 1 0 16,-6 1-13-16,-7 1 11 0,-8-1-3 0,-9-1-3 0,-4-3 12 15,-7 1-8-15,-7 0 1 0,-7-1 3 0,-7 2 2 0,-7 0 3 0,-5-1 1 16,-8 0-6-16,-6 1 5 0,-7 0-5 0,-7 1 2 0,-8 0 5 15,-5 2 0-15,-8 0 1 0,-7 1 8 0,-7 0-1 0,-9 1-4 0,-8 1 1 16,-6-1-8-16,-7 3-4 0,-8-2 4 0,-6 1 1 0,-6 1 1 0,-8 3-1 16,-3 1-5-16,-7 4 0 0,-3 2-5 0,-7 3 12 0,-5 2 1 15,-5 3-10-15,-7 3 5 0,-5 0-16 0,-5 5 2 0,-5 4 4 0,-6 3 3 16,-3 8-5-16,-7 5 9 0,-2 5-2 0,-6 5 4 0,-4 6 13 0,-4 4-13 16,-5 4 1-16,-1 6-4 0,-6 6 2 0,-3 6-2 0,-2 6-7 15,-7 8-3-15,-1 7-9 0,-5 8 6 0,-2 8 1 0,-2 6 4 0,0 9 1 16,1 7-4-16,3 6 3 0,1 7-4 0,3 4 13 0,4 5 0 15,6 4-7-15,4 1 1 0,4 6-17 0,6 3 3 0,7 2-12 0,6 2-3 16,8 4-8-16,5 2-15 0,7 3-8 0,7 3-14 0,5 3-27 0,5 4-20 16,7 2-31-16,6 5-38 0,5 1-37 0,8 2-62 0,5 3-82 15,5-1-96-15,9 2-261 0</inkml:trace>
  <inkml:trace contextRef="#ctx0" brushRef="#br0" timeOffset="366.01">24527 8723 3589 0,'53'16'17'0,"1"7"-32"0,17 12-4 16,-4 8-3-16,-5 7-8 0,2 10-10 0,0 7-6 0,2 9 9 15,0 6 12-15,0 3 14 0,-2 4 3 0,0-3-2 0,-1 1-1 0,-3-3 5 16,-1-8 8-16,-2-4 5 0,-1-10 10 0,0-7 17 0,2-6 10 0,0-8 6 16,1-7 9-16,0-3-9 0,0-8-5 0,3-5 1 0,1-5-10 15,3-6-6-15,3-7-3 0,1-4 4 0,6-7-6 0,4-6 0 0,2-6-3 16,7-7-13-16,3-5 1 0,3-7-12 0,6-7 8 0,4-8-6 15,3-6 0-15,5-8 0 0,3-5-12 0,3-11-7 0,7-6-14 0,2-9-19 16,6-5-27-16,2-8-32 0,4-5-25 0,4-4-32 0,1-5-42 0,3-2-65 16,1-2-63-16,0-1-95 0,-1 1-93 0,0-4-26 0,0 2-156 15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2-22T10:24:04.15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24755 14943 1 0,'12'-3'234'0,"-2"-3"645"0,-3-1 659 0,-9-2-1389 0,-3 3 17 0,0 5-104 0,4 5-42 16,0 4-21-16,2 5-5 0,3 7-4 0,0 7 8 0,2 5 4 0,-1 5-10 0,0 4-8 15,-1 4 9-15,-1 2 0 0,0 5 2 0,1 4 10 0,-1 3-13 16,3 3-1-16,0 0 1 0,0 1-1 0,0-2-3 0,0-1-1 0,0-1-7 15,-1-3 3-15,0-2 5 0,0-5 4 0,0 0 2 0,0 0-4 0,0 0 7 16,0 0 0-16,0-2 4 0,-1-1 4 0,0-3-10 0,-1-3 9 16,-1-2-3-16,0-1 3 0,0-5-14 0,-1-1 13 0,0-5 2 0,-1-2 3 15,-1-6 19-15,0-2-20 0,1-5 10 0,-1-2-3 0,-1-4 2 16,0-2 13-16,-1-2-11 0,0-4 12 0,-1-3 5 0,-3-4-14 0,0-6 8 16,0-4-32-16,-2-8 8 0,1-4-10 0,0-6-4 0,-2-3 21 0,2-4-15 15,-2-3 5-15,1-3 1 0,0-4-3 0,0-4 5 0,-1-4 1 16,0-2-10-16,0-2-5 0,1-2 2 0,3 1 7 0,0-1 2 0,2 1-2 15,1 0 0-15,2 3 0 0,2 3 7 0,0 5 2 0,1 4-2 0,2 5-7 16,0 3 9-16,1 5-2 0,1 4 5 0,2 3 9 0,2 5-14 16,1 2 2-16,1 3 0 0,2 5-4 0,-1 1 11 0,2 4-5 0,-2 3-6 15,-2 3 7-15,1 4-4 0,-1 0 0 0,1 3 1 0,-1 1-9 16,-1 2 2-16,2 2 0 0,-1 3 5 0,2 2-1 0,2 3-8 0,-1 3 5 16,3 2-6-16,-1 4 5 0,-1 3 1 0,1 1-6 0,-1 4-5 0,1 0 10 15,-1 4 0-15,-2 1 3 0,1 2 10 0,1 4-13 0,-1 0-4 16,-1 3 0-16,1 2 4 0,1 2-2 0,0 0 0 0,-1 1-2 0,2 2-3 15,2 2 1-15,-1-2-7 0,1 0 4 0,0-2 3 0,-1-4 4 0,0-1 4 16,-2-4-11-16,2-2-7 0,-1-1-10 0,-2-2-6 0,1-1-10 16,-2-4-16-16,0-2-26 0,-3-4-22 0,-2 0-77 0,-5 1-19 0,-3 0-28 15,-2-1-72-15,-2-4-41 0,-5-2-77 0,-4-1-49 0,-4-4-133 16</inkml:trace>
  <inkml:trace contextRef="#ctx0" brushRef="#br0" timeOffset="151">24881 15961 1367 0,'-10'-12'215'0,"0"1"-3"0,0-4-38 0,3 2-35 0,2 3-22 16,2 1-25-16,2 1 1 0,0 0-22 0,1 1-10 0,2 1-12 16,0 1-25-16,3 0 3 0,0 0-16 0,1 2-6 0,4-1-8 0,3-1-10 15,2 2 8-15,2 0-4 0,0 1-12 0,3 1-11 0,2 0-11 16,-1 2-17-16,1 0-25 0,0 0-52 0,-1 0-66 0,1 2-65 0,-3 0-100 16,2 0-79-16,0 1-246 0</inkml:trace>
  <inkml:trace contextRef="#ctx0" brushRef="#br0" timeOffset="847.99">25791 15603 2542 0,'-2'-7'161'16,"0"0"-25"-16,0-2-77 0,2 3-19 0,1 3-9 0,0-1-16 0,1 2-15 16,-1 1-8-16,0 0-3 0,-1 2-2 0,1-1-1 0,-2 1-11 0,2 3-2 15,0 0-3-15,0 2-2 0,1 1 4 0,0 0-3 0,0-1 3 16,0-2 7-16,0 0 6 0,0-1 10 0,0-2 3 0,-1 0 2 0,1-2 0 15,0-1-4-15,0 0-3 0,2-4-3 0,-1 0-4 0,1-2 3 0,0-1 3 16,0-1 6-16,0-1 12 0,0-1-6 0,-2-1 3 0,1 0-1 16,-1-1 1-16,0-1 11 0,0 2-7 0,-1-2 2 0,-1 0 3 0,0 1-6 15,0 1 8-15,-2 2-1 0,1 1-3 0,-1 1 5 0,-1 2-8 16,1 1 7-16,-2 1-4 0,1 0 1 0,0 2-2 0,0 1-4 0,0 0 2 16,1 3 5-16,-1 0-8 0,0 3 2 0,0 2-10 0,1 3-8 15,0 3 9-15,0 4-4 0,1 2 6 0,2 3-1 0,1 2-4 0,2 0 6 16,0 2-8-16,1 0-7 0,2 1 5 0,0 3 0 0,1-2-3 0,2 2 3 15,0-1-10-15,1-2 1 0,-2-1-10 0,3 0 6 0,0-1 12 0,0 0 0 16,-1 0 11-16,-2-3-4 0,-1 1-10 0,-1-1 5 0,0-1-2 16,-1 0 2-16,-2 0-1 0,-2-1-3 0,-2 0 8 0,-3 1-9 0,-2 0-2 15,-2 1-2-15,-3 1-1 0,-1-2-1 0,-3 0-2 0,-2-1-16 16,-2-2-11-16,0 0-1 0,-2-1-5 0,0-3 7 0,1-1-4 0,-1-4 15 16,2-1 11-16,3-2 13 0,-1-3 18 0,3-3 3 0,0-2 5 0,2-2-2 15,3-2 2-15,0 0 3 0,2-2-1 0,1 0-5 0,3-1-3 16,1 0-5-16,2 1-1 0,3 0 6 0,1 1-11 0,3-1 0 0,0 1 3 15,4 0 0-15,0 1 3 0,3 0-3 0,2 0-1 0,0 0 2 0,3 0 3 16,2-1-1-16,-1 0-3 0,2-1-3 0,1 0 0 0,2 0 3 16,1 1 2-16,-2 0 3 0,1-1-5 0,-1 0 7 0,1-2-6 0,0 0 7 15,-2-2 17-15,1 1-3 0,-1-3 12 0,-1-2-6 0,1-1 1 0,-2-1 5 16,1-2-6-16,-1-1-3 0,0 0-11 0,-1-2-4 0,-1 1 12 16,1-3-6-16,-1 0 6 0,-1 0 2 0,0-3-13 0,-2 2-1 0,0-1-1 15,-2 0-8-15,0-1 6 0,-2 2-1 0,-2-1-1 0,-1 1 1 16,-2 0 3-16,-1 1 3 0,-2 1-2 0,-2 3 0 0,-1 1 0 0,-2 4-3 15,-1 1 1-15,-1 0-1 0,-1 3-3 0,-1 2 2 0,-2 1 1 0,0 2-6 16,1 2-1-16,-2 2 1 0,0 0 1 0,0 3 0 0,-2 1-5 16,0 2 0-16,-2 3 0 0,1 1 2 0,-2 2 0 0,1 3-2 0,0 1 2 15,1 2-1-15,1 3 7 0,2 3-1 0,1 2 0 0,0 4 2 0,3 3-1 16,1 3 3-16,1 1 0 0,4 0-2 0,0-1-2 0,3 2 0 16,2-1 0-16,4 3 4 0,4-1 0 0,2-2-19 0,1 0-4 0,3-3 6 15,1 0-1-15,1-3 9 0,0-1-20 0,0-1-24 0,0-3-11 16,0-1-17-16,-2-1-2 0,2-3-25 0,0-1-17 0,-1 0-17 0,0-2-14 15,-2-2-25-15,-1 2-100 0,-4 1-42 0,-3 1 32 0,-4-1-1 0,0-2 38 16,-1-3-29-16,1-4-242 0</inkml:trace>
  <inkml:trace contextRef="#ctx0" brushRef="#br0" timeOffset="1281">25486 17285 2783 0,'-3'-6'211'0,"-1"1"-67"16,1-1-59-16,-2-2-23 0,-1-2-12 0,2 1-10 0,-1-2-18 15,1 2-16-15,0-1 4 0,0-1 1 0,2 2-5 0,-1 1 7 0,1 1-19 16,0 0 21-16,0 1-11 0,1 1-1 0,-1 2 1 0,1 1-10 16,0 0 14-16,0 1-14 0,0 1 8 0,0 0-2 0,1 0-5 0,-1 2-1 15,1 1 2-15,0 1-3 0,-1 2 14 0,1 3 6 0,0 3-13 0,1 2 13 16,-1 4 2-16,1 3 3 0,1 2 3 0,0 5-14 0,1 2 14 15,0 2-3-15,1 0 10 0,0 4-1 0,0-1-10 0,0 2-10 0,1-2 3 16,-1-1-10-16,0 1 17 0,0-2 11 0,-1-16 7 0,0 1-3 16,0-2-28-16,1 2-4 0,0 0-6 0,0 0-5 0,0-2 1 0,1 1-15 15,0-1-3-15,0 0-12 0,0-1-18 0,0 0-21 0,-1-1-35 0,1 0-18 16,0-3-46-16,0 2-49 0,-1-2-50 0,1-3-59 0,-2 0-44 16,1-2-44-16,-1-2 4 0,0-2 24 0,-1-1-94 0</inkml:trace>
  <inkml:trace contextRef="#ctx0" brushRef="#br0" timeOffset="1698">25778 17493 1889 0,'0'0'409'0,"0"2"-250"0,0 1-72 0,1 2-41 0,1 0-8 15,0 4-6-15,3 1-2 0,1 2-11 0,2 2-6 0,2 0-6 0,2 2-6 16,0 2 7-16,2 1-8 0,1-2 14 0,1 2 4 0,0-2-12 15,2 0 4-15,1 0-5 0,-1-1-3 0,-7-8 11 0,1-1-3 0,0-1-5 16,2 1 3-16,0 0 2 0,2-1 5 0,0 0 0 0,2-1 5 16,0-2 16-16,2 1-4 0,0-1 5 0,0 0 15 0,1-2 10 0,3-2 17 15,20 0 14-15,-3-4-10 0,-3-2-16 0,-5-2 8 0,-4-2-11 0,-5-1-14 16,-2 0-5-16,-5-1-5 0,-1-1-15 0,0-2-13 0,0 0 7 16,-2-2-17-16,0 0 21 0,0 0-8 0,-2-1-19 0,-1-2 18 0,-1 1-7 15,-2 2 13-15,-1-2-9 0,-3 1-11 0,0 0 0 0,-3-2 2 0,-2 0 6 16,-2 1-8-16,-3-1 10 0,-2-2-6 0,-2 2 11 0,-4-2-3 15,-1 1-18-15,-3-1 16 0,0 0-10 0,-4 2 6 0,-2-2-12 0,0 2-12 16,-3 2 9-16,-1-1-13 0,-29-12-3 0,5 8 4 0,10 10 15 0,9 5-17 16,5 6 27-16,0 2-18 0,0 2-13 0,1 4 8 0,13-2-7 15,-3 3 18-15,0 0-5 0,-1 4-4 0,-1 1 2 0,-3 2-30 0,3 2 2 16,-4 3 2-16,1 3-17 0,2 0-4 0,0 3-28 0,2 0-5 16,2 4-17-16,0 0-2 0,2 2-8 0,1 1-23 0,2 0 1 0,3-1-9 15,1 1 12-15,2-2 14 0,1-1 0 0,2-2-4 0,2-2-40 0,1-2-49 16,1-1-52-16,1-2-35 0,2-3-17 0,1-1-133 0</inkml:trace>
  <inkml:trace contextRef="#ctx0" brushRef="#br0" timeOffset="2585">26616 17556 2531 0,'-1'-2'211'0,"1"2"-102"0,0-2-69 0,1 0-27 16,-1-1 1-16,1 0-7 0,1-1-12 0,-1 0-4 0,0 2-9 0,2-3 8 15,-1 3 1-15,-1 0-1 0,0 0 2 0,0 1-14 0,-1 0 7 16,0 0 5-16,-1 1-10 0,1 0 7 0,-1 0 5 0,0 1 5 0,0 0 8 16,0 0 1-16,-1 0-1 0,1 0 7 0,0 1 3 0,0 0 8 15,-1 2 7-15,1 1 8 0,-1 1 5 0,1 2-1 0,0 0 11 0,1 4 1 16,0 3 5-16,0 2-6 0,0 1-24 0,1 2 15 0,1 4 1 0,-1-12 9 15,0 4 8-15,0 1-32 0,1 2-6 0,-2 1-11 0,2 2-4 16,-1 2 2-16,1 1 7 0,-1 1-14 0,0 1 4 0,0 2-3 0,0 0-7 16,0 1 17-16,-2 1 8 0,1-1 7 0,-1 1 17 0,-1-1 16 0,-1-1 6 15,0 0-13-15,1-3-9 0,-3-1-12 0,1 0 8 0,-2-4-1 16,0 0-16-16,-1-1-8 0,0-3-10 0,-1-1 8 0,-1-1-16 0,2-1 0 16,-2-2 0-16,0-1 0 0,-1 1 0 0,1-3 0 0,0 0 0 15,-1-2 0-15,2-1 0 0,-2-1 0 0,0-1 0 0,0 0 0 0,-1-2 0 16,2 0 0-16,0-1 0 0,-1 0 0 0,0-1 0 0,0-1-74 0,0 0-48 15,0 0-21-15,0-3-76 0,-1 1-83 0,0-1-140 0,-1 0-202 16,0-1-216-16,-1-3-70 0</inkml:trace>
  <inkml:trace contextRef="#ctx0" brushRef="#br0" timeOffset="4065.51">29310 14881 1540 0,'-4'-16'794'0,"1"-1"-690"16,-2-2-20-16,-1 3-54 0,2 6-16 0,-1-1-4 0,0 1-10 16,0 2-3-16,-2 0-10 0,-1 1-11 0,-1 0-10 0,-3 3-10 0,-3 1-14 15,-3 3-5-15,-4 1 6 0,-1 3 10 0,-3 3 16 0,1 3 3 0,-2 3 10 16,1 2 8-16,-1 1 7 0,1 1 5 0,1 1 1 0,-1 2 0 15,3-2 0-15,-1 3 1 0,2 2 0 0,2 0 5 0,0 2-2 0,2 1 9 16,4 2-5-16,1-2 6 0,3 0 5 0,2-1-7 0,2-2 5 16,2 0 10-16,3-2 7 0,2 0 9 0,2-1-2 0,2-1-11 0,2-2-7 15,2 0 3-15,1 1 1 0,2-3-5 0,1 1-1 0,3-2-5 0,1-1 0 16,-1-1 4-16,1 1-2 0,-1-1-3 0,0-1-5 0,-1 0-5 16,0-1-2-16,-1-2 2 0,-2-1 7 0,-2 0-12 0,-3 0-4 0,-1-1-1 15,-1 1-6-15,-1-2 1 0,-2 1-6 0,-1 0-8 0,-1 0-5 0,-2 2-4 16,-2 0-9-16,-1 1-5 0,-3 1-12 0,-1 1-17 0,-5 1-15 15,-4-2-16-15,-2 2-10 0,-1-2 1 0,0-1 10 0,1 0 15 0,0-3 18 16,2-1 18-16,3-2 16 0,4 0-2 0,1 0-5 0,3-2-18 0,1 0-27 16,1-1-9-16,2 0-14 0,2-1-12 0,1-1-6 0,3-1 2 15,1-1 11-15,2-3 21 0,2 1 31 0,2-2 24 0,1 1 20 0,2-1 22 16,2-1 11-16,0 0 12 0,-1 0 14 0,1-1 13 0,-1-2 10 16,0 2 14-16,1-1 11 0,-1 1 10 0,0 0 9 0,1-3 3 0,-1 0 2 15,-1 0-3-15,1 0-4 0,1 4-1 0,2 0-9 0,-1 0-5 0,1 1-6 16,-1 1-13-16,1 1-11 0,-2 1-9 0,3 1-13 0,1 1-9 15,-1 1-9-15,2 0-9 0,0 2-1 0,0 0-11 0,1 0 2 0,-1 1-1 16,-1 1-5-16,0-1 3 0,0 1-7 0,-1-1-3 0,1-1-3 16,-1 1 2-16,-1-1-2 0,-2 0 2 0,1-1 1 0,-1-1 8 0,1-2 8 15,-3 0 6-15,-1-2 3 0,0 0 5 0,-1-1 3 0,0 1 4 0,-1-2 10 16,0 0 2-16,-1-1 5 0,0 1 1 0,-1-3-3 0,0 0 2 16,-1 0-1-16,0 0-7 0,-2 0-8 0,0 1-5 0,-1 0-7 0,-1 0-1 15,-1-2-1-15,0 2-4 0,-1 0 4 0,-2 1-19 0,1 1 0 0,-2 1-2 16,-1-1-8-16,-1 1 19 0,-2 3 6 0,1 0-9 0,-1 0 7 15,-2 2-7-15,1-1-9 0,-1 2 13 0,-1 1-10 0,1 2 2 0,-1 0-10 16,1 0-2-16,0 2-1 0,0 0-1 0,-1 3 12 0,2 0-4 16,-1 2 17-16,1-1 1 0,1 0-1 0,1 0 4 0,2-1-12 0,0 0-3 15,1 1-4-15,1-1 1 0,1 0 2 0,1 1 1 0,1 0-2 0,2-1 2 16,0 3-2-16,2 1 2 0,1 0 0 0,1 1-1 0,0-1-4 16,1 0-1-16,0 1-7 0,0-2-8 0,0 0-16 0,1-1-18 0,0 0-41 15,0 0-37-15,0-1-34 0,0-2-40 0,-1 0-24 0,0-1-9 16,1-2-3-16,1 0 15 0,0-4 28 0,3-3-83 0</inkml:trace>
  <inkml:trace contextRef="#ctx0" brushRef="#br0" timeOffset="5064.51">29953 14799 1053 0,'3'-31'732'0,"0"-1"-553"0,1-6-8 0,1 11-59 0,-1 6-22 16,0 3-14-16,1 4-4 0,1 1-13 0,-1 4-11 0,-1 1-15 15,-1 2-14-15,-1 3-6 0,0 1-18 0,0 3-1 0,0 3-7 0,1 2 0 16,0 4 9-16,3 4 2 0,-2 4 5 0,1 7 4 0,1 4 4 15,-2 5-2-15,2 4-4 0,0 5 2 0,0 1-7 0,0 2 0 0,2 0-4 16,-1 1 0-16,2 0 2 0,0 1-8 0,-1 0 6 0,2 2-9 0,1-1-3 16,0-2-2-16,-1-1-6 0,1-4-4 0,-1-1 3 0,1-4 6 15,2-2 5-15,0-5 8 0,-1-4 6 0,-1-5 3 0,0-4 5 0,1-4 7 16,-1-3 6-16,-2-3 5 0,1-2 8 0,-2-3 2 0,0-1 6 16,2-2 2-16,-1-1 0 0,1-1 5 0,0-3-11 0,-1-2-1 0,1-2-7 15,0 0-8-15,0-4 7 0,-2 1-7 0,2-3-3 0,-1-1-2 0,-2 1-10 16,1 1 8-16,-2-1-3 0,1 1-2 0,-1 1 2 0,0 2-13 15,-2 2 4-15,0 1 2 0,0 1-10 0,0 1 7 0,1 1-4 0,-3 2-1 16,2 0 6-16,0 1-10 0,2 1 0 0,-1 0-5 0,0 1-7 0,1 1 4 16,-1 0-6-16,2 2-4 0,1-1-4 0,0 1-1 0,1 1 1 15,2-1-4-15,1 1 0 0,2 0 1 0,-1 0 1 0,1 0 7 0,0-1 1 16,1 0-3-16,1-1 10 0,-2-1 0 0,2 1 5 0,-1-2 7 16,-1 0-2-16,0-1 9 0,0 0-1 0,-1 0 1 0,-2-1 5 0,-1 0 0 15,-1 1-2-15,-1-2 6 0,-2 1 1 0,-1 0-1 0,-1-1 5 0,-1 2-3 16,0-2 4-16,-2 1 4 0,0-1-4 0,-1 1 1 0,-1 1-7 15,-2-2-4-15,-1 1 2 0,0 1-3 0,-3-1-1 0,0 1-2 0,0 0-6 16,1 0-1-16,-1 1-2 0,-2 1-4 0,1 0 0 0,0 2 0 0,0-1 3 16,2 1-6-16,0 0 2 0,2-1 0 0,1 1-8 0,2 0 2 15,-1-1-2-15,2 1 2 0,0-1 4 0,2 1 6 0,0-1 6 0,1 0 2 16,2 1 7-16,2 0 3 0,1 1-6 0,2 0 2 0,1 1-3 16,1-1-3-16,2 1 6 0,0 1-5 0,0 0-3 0,2 1 0 0,-2 1-5 15,2 1-1-15,-1-1-1 0,-1 1-4 0,-1 0-2 0,1 0-6 0,-2 2 1 16,-1 1-6-16,-1 0 3 0,-1 0 3 0,-3 0-5 0,-2-1 0 15,0 1 8-15,-3 0-7 0,-2-1 3 0,-1 0 2 0,-3-1-5 0,1-1 8 16,-4-1 1-16,0 2 3 0,-2-2 1 0,0-2 0 0,2 0 13 0,0-3 0 16,1 0 3-16,2-2 12 0,0 0-1 0,1-1 4 0,-1-1 11 15,2-1-4-15,1-1 4 0,1-1 2 0,1-2-3 0,-1-1 0 0,2-1-9 16,1-2-3-16,2-1-14 0,0 0-4 0,2 0-4 0,-1 0-1 0,2 3-4 16,2-1 2-16,1 0 1 0,2 2-1 0,0-1 3 0,0 2-8 15,0 0 4-15,1 1-2 0,1 2-2 0,0 0 1 0,-1-1-7 0,2 1 1 16,0 0 2-16,0 0 1 0,-1 0-4 0,1 0-3 0,1 0-3 15,-1 0-3-15,0 0 4 0,-3 2 1 0,-1-2 5 0,1 2 4 0,0 0 5 16,-1 0 1-16,-2 0 1 0,1-1 7 0,0 1 0 0,0 0 6 0,0-1 5 16,1 0 4-16,-2 0 7 0,1-1-1 0,1 0-4 0,-1 1-4 15,0-1 0-15,-1 2-2 0,-2 0-4 0,1 0 2 0,0 1-4 0,0 1 2 16,1 0 0-16,-2 1-6 0,1 1-5 0,-1-1-2 0,-1 2-9 0,1 1 3 16,-1 0-1-16,1 1-3 0,0 0 2 0,1-1 0 0,-2 0 2 15,1 0 1-15,-1 0-3 0,0 0 3 0,0 0-5 0,0 0 10 0,0-1 6 16,1 1-3-16,1-1 8 0,0-1-2 0,-1-1 5 0,2-2 5 15,-1 0-1-15,4-1 0 0,-1-1 3 0,0-1-2 0,1-1 2 0,-1-2-1 16,1 0-5-16,1 0 5 0,-1-1-2 0,0 0-4 0,-1-1 7 0,-2 1-10 16,3-2 1-16,-2 3-1 0,1-1-3 0,-1 1 6 0,-1 0-3 15,0 0 6-15,1 2-6 0,-1 1-3 0,1 1 0 0,-1 0-3 16,1 3 1-16,2 1-5 0,0 2-3 0,0 4 4 0,2 2-13 0,1 5 1 0,1 3-5 16,2 6 5-16,0 3 5 0,-2 4 1 0,1 3-3 0,1 2 2 15,0 2 0-15,2 0-3 0,-2-1 4 0,-1 1-6 0,0 0 4 0,-2 0 4 16,-7-19-10-16,0 4 1 0,1-2 14 0,1 6 29 0,-3-4 6 15,2 5 6-15,-2-3-3 0,-1 2-23 0,-1-1 14 0,-1-3 5 0,-4-1-4 16,-2-2-20-16,-9 11-8 0,-4-6-7 0,-4-9-4 0,-3-5 29 0,0-7 4 16,-3-2 1-16,-3-3-1 0,-1-3-12 0,-4-4-1 0,0-4-1 15,-4-2 4-15,-2-3-4 0,-2-3-7 0,-2-4 4 0,1-2-10 0,5 0 6 16,-1-2-3-16,5-1 5 0,0-1 1 0,1-3-22 0,0 0-11 0,1-3-33 16,0 1-35-16,0 2-35 0,2 4-32 0,1 4-35 0,2 5-16 15,3 5-16-15,2 6-7 0,1 4 2 0,3 4-6 0,0 4 10 0,1 5-14 16,1 4-75-16,-1 5-24 0</inkml:trace>
  <inkml:trace contextRef="#ctx0" brushRef="#br0" timeOffset="6267.51">28129 17099 2401 0,'-3'-12'360'0,"0"1"-191"0,1-1-75 0,0-1-36 0,1 2-2 16,1 0 7-16,0 1 1 0,0 1-6 0,1 2 1 0,-1 1-6 15,1 0-7-15,-2 2-5 0,1 1-4 0,0 0-7 0,0 1 6 0,1 1-15 16,-1 1-4-16,0-1 1 0,0 0 3 0,0 1 0 0,0 0-3 0,-1 0-5 16,1 0-4-16,0 1 11 0,0-1-9 0,0 0-3 0,0 0-4 15,-1 0-8-15,1 0 10 0,0 1-2 0,-1 0-1 0,1 0 3 0,-1 0-6 16,1 0-8-16,-1 1 8 0,0 0 14 0,-1 1-4 0,0 0-8 0,-1 1 0 16,1-1-4-16,0 1 0 0,0-2 11 0,0 1-9 0,0 0 2 15,0-1 10-15,0 0-2 0,-1 0-3 0,1 0-5 0,0-1 0 0,1 0-2 16,0 0 10-16,0-1-8 0,0 1-2 0,-1-1 6 0,1 1-6 15,0-1 6-15,1-1-6 0,-1 2 6 0,1-2-6 0,-1 1-2 0,1-1 4 16,0 1 0-16,0-1 0 0,-1 1-1 0,1 0-8 0,0 0 5 0,0 0 6 16,0 0-4-16,0-1 2 0,0 1-10 0,0-1 10 0,0 0 9 15,0 1-5-15,0-1-6 0,0 0-4 0,0 0 0 0,1-2 10 0,-1 3 6 16,0-1-6-16,0 0-4 0,0 0-4 0,0 0 0 0,0-1 6 0,1 1-4 16,-2 0 10-16,2 1-16 0,-1 0 0 0,0 0 8 0,0 0-6 15,0 0 4-15,0 0 0 0,0 0-8 0,0 0 10 0,0 0-2 0,0 0-6 16,0 0 2-16,-1 0-2 0,1-1-1 0,0 1 3 0,0 1-2 15,0-1-6-15,0 0 12 0,0 0-2 0,0 0 4 0,0 0-10 0,0 1 3 16,0 0-1-16,-1 0 6 0,1 0 8 0,1 0-12 0,-1 1 11 0,0-1-7 16,0 2-3-16,0-2 10 0,0 1-11 0,1-1 10 0,-1 1-10 15,0-1 0-15,0 1 8 0,1-1-6 0,0 0 2 0,0 1-3 0,-1-2-3 16,1 1 10-16,0-1 1 0,-1 1-12 0,0 0 3 0,0 0-4 0,0-1 14 16,1-1 5-16,-1 1-14 0,0 0 1 0,0 0-2 0,0 1 4 15,0-2 8-15,0 0-5 0,0 0-1 0,0 0 2 0,0 1-8 0,1-2 10 16,-1 1 6-16,0 0-4 0,0-1-4 0,0 0-14 0,-1 0 4 15,1 0 10-15,0 1 2 0,-2-1 2 0,1 1-12 0,0 0 6 0,1 1 2 16,-1 0-4-16,0-1-4 0,1 2-2 0,-1 0 0 0,1 1 6 0,-2 1 4 16,0 1-18-16,0 1 18 0,0 0-12 0,0 0 2 0,0 2 6 15,-1 0-11-15,2 1 15 0,-1-1-6 0,1-1-22 0,1-1 5 0,-1 2 0 16,0-2-2-16,1 0 19 0,0-2-6 0,-1-1 10 0,1-1 4 0,1 0 7 16,-1 0 6-16,0 0-13 0,0 0 0 0,1 0-6 0,-1 0-16 15,0-1 7-15,0 0 7 0,0-1 8 0,0 1 3 0,1-1-5 0,-2 0 2 16,1-1-4-16,0-1 6 0,-1 0-1 0,1-1-3 0,-1 0 16 15,0 0-3-15,0-1 5 0,-1-1 1 0,1 1-29 0,0-2 10 0,0 0-8 16,0 0-7-16,0-1 14 0,1 1-3 0,-1 0 2 0,0 0-5 0,0 0-7 16,1 2 16-16,0 0 3 0,0 0-5 0,2 1-6 0,-2 0 0 15,2-1 0-15,-2 2 10 0,1 1-8 0,1-1-2 0,-2 1-6 0,0-1 7 16,0 1 4-16,0 0-5 0,1 1 1 0,-1 0 1 0,1 1-6 0,-1 0 4 16,0 0-4-16,0 0 6 0,0 0-2 0,0 0-4 0,-1 0 8 15,1-1-2-15,0 2 6 0,0-1-4 0,0 0-14 0,-1 0 8 0,1 0 6 16,-1 0-2-16,0 0 8 0,0 1-10 0,0-1 4 0,0-1 6 15,2 1-6-15,-2 0 2 0,0 0 1 0,0-1-5 0,0-1 10 0,1-1-6 16,0 0-10-16,0-1 16 0,0 1-10 0,1 0 8 0,1-3 2 0,0 1-18 16,2-3 10-16,0-1-10 0,3-1 2 0,1-1 14 0,2 0-6 15,0 0-2-15,3-2-4 0,2 0-8 0,2 0 12 0,0 1 2 0,0 3-10 16,0 0 8-16,0 1-5 0,-1 2-1 0,0 1 8 0,1 3-16 0,-2 1 0 16,-1 2 8-16,2 1 5 0,-1 3-1 0,1 1-2 0,-2 4-6 15,2 3-4-15,-1 1 3 0,0 4 1 0,-2 3-11 0,2 3 4 0,-3 5-8 16,0 0-8-16,-2 4 8 0,-3 0 1 0,-1 0-12 0,-4-18 15 15,0 6-2-15,-2-1 12 0,-1 4 17 0,-3-2-16 0,-1 4 10 0,-2-1-5 16,-1 4 18-16,-3-1 8 0,-2-1-6 0,-3-1 5 0,1 0-10 0,-3-1 5 16,0-3 2-16,-1 1-13 0,0-2-2 0,-2-1 0 0,0-1-2 15,0 0 7-15,-1-1-5 0,0 0 4 0,1-1 1 0,0-2-8 0,3 0 16 16,2-1-11-16,1-1 3 0,2-2 5 0,2-2-18 0,3 0 8 0,0 0-2 16,2-1-2-16,2-2 6 0,0 0-8 0,2 0 4 0,1-2 6 15,1 0 3-15,1 0 3 0,1-1-8 0,2-1 7 0,2 1-7 0,1 0 4 16,1 0-14-16,3-1 27 0,2-1-17 0,3 0 2 0,1 0 4 15,1 1-32-15,3-3 44 0,1 1-24 0,0-2 4 0,2 0 5 0,-1 0-30 16,1 1 21-16,0-1-13 0,-1-1-6 0,0 1 1 0,-1 0-12 0,-1 0-10 16,-1 1-19-16,-2 0-10 0,-2-1-5 0,-1 1-17 0,-2 0-28 15,-1 0-35-15,-1-1-33 0,-1 1-20 0,0 0-31 0,-2-2-26 0,1 1-31 16,-1-1-23-16,0-3-5 0,-1 0 15 0,2-2 7 0,0-1-49 0,1-3 84 16</inkml:trace>
  <inkml:trace contextRef="#ctx0" brushRef="#br0" timeOffset="6565.51">28775 17371 909 0,'4'-8'302'0,"-1"0"-73"0,1-1-40 0,1-3-18 0,1 0-10 15,0 0-10-15,-1-1-14 0,0 1-12 0,-1 1-11 0,-1 2-2 16,1 0-9-16,-2 2-10 0,0 1-8 0,-1-1-11 0,-1 2-5 0,1 1-7 16,-2 1-15-16,1 1-2 0,-1 0-4 0,0 2-12 0,0 0 12 0,-1 2-11 15,1-1 1-15,-1 2-6 0,0 1-16 0,0 1 10 0,0 2-1 16,-1 1 6-16,0 3-6 0,1 3-11 0,-1 3 3 0,1 1 1 0,0 5 0 16,1 2-6-16,1-1 3 0,0 3 1 0,2-1-4 0,0 0 7 15,2 1-12-15,1-2 3 0,0-1-3 0,3-2 4 0,1-1-6 0,1-1-11 16,1-3 19-16,0 0-16 0,2-2 9 0,1-2 6 0,1-2-9 15,1-2 14-15,0-2-14 0,1-1 4 0,2-3 9 0,0-1 1 0,-1-3 5 16,2-2-2-16,0-3 5 0,-1-1-3 0,0-2 4 0,1-3-7 0,-3-1-11 16,1-2 15-16,0-3 1 0,-2 0-10 0,-1-1-9 0,-1-2 0 15,0 1-3-15,-2-2 10 0,-3-1-1 0,0-1-11 0,-4 0 8 0,-1 0-8 16,-2-1-1-16,-2 0 5 0,-2 0-14 0,-2 0 9 0,-3 1-9 0,-1 0-7 16,-1 0-3-16,-3 2-14 0,-2 0-1 0,-4 2-10 0,-19-16-13 15,-1 11-13-15,2 10-21 0,4 8-58 0,0 4-60 0,-1 5-91 0,-4 3-124 16,18-1-146-16,-8 3-396 0</inkml:trace>
  <inkml:trace contextRef="#ctx0" brushRef="#br0" timeOffset="6718.51">29282 17599 3164 0,'2'1'64'15,"-1"-2"-75"-15,0 1-45 0,2 0-31 0,0 0-35 0,0 0-46 0,1-1-75 16,0 0-101-16,-1 1-123 0,1 0-115 0,-1 1-238 0</inkml:trace>
  <inkml:trace contextRef="#ctx0" brushRef="#br0" timeOffset="7332.51">29668 17472 2413 0,'3'0'552'0,"0"1"-407"0,1 0-84 0,2 0-47 16,0 1-8-16,2 0-6 0,2 1 7 0,-1 0-7 0,2 0 0 0,0 1-4 15,2-1 3-15,1 2 6 0,1-1-5 0,-1 0 0 0,2 1-13 16,2 1 10-16,0-2-6 0,1 0-1 0,1-1 8 0,1 2-7 0,-1-2 13 16,1-1-3-16,-1-2 5 0,-1-4 11 0,1 2 1 0,0-2-2 0,-3-1 0 15,2-3 3-15,-1-1 4 0,-1 0 6 0,1 0-9 0,-1-1-2 16,-1-2 0-16,-1 0 4 0,0-1-4 0,0 1-16 0,-2-2-2 0,-2 0-15 15,-1-1 1-15,0 0 1 0,-3 0-18 0,-1-1 1 0,-2 0-10 16,-2 0 0-16,-2-1 9 0,-3-1 5 0,-1 0 0 0,-3 1 3 0,-2-2-3 16,-3 1 10-16,-1 0 4 0,-3 0-5 0,-21-16-5 0,-1 8-4 0,3 5 2 15,1 8 10-15,3 6 11 0,0 1-2 0,2 2 0 0,1 3 2 16,2 3-4-16,-1 3-12 0,1 2-16 0,-1 4-9 0,14-4 0 0,-3 3-2 16,2 2 0-16,-4 4 1 0,2 0-2 0,-2 6-3 0,0 2 9 15,-1 2-14-15,2 1-22 0,3 0-21 0,1 1-27 0,2-1-1 0,3 0-2 16,1-4-2-16,3 0-3 0,2-2 2 0,2-2 3 0,3-2 27 0,2-3 36 15,1-2 25-15,2-2 29 0,3-3 22 0,1-1 6 0,0-1 8 16,3-3 4-16,2-1 4 0,1-2 11 0,1-1 5 0,1-2 10 0,2-1-4 16,0 0-2-16,2-2-7 0,0-1-8 0,1 0-2 0,0 1-14 0,0-1 7 15,2 0-6-15,-1 1-1 0,2 2 15 0,-1 1 0 0,2 0 6 16,1 1 4-16,-2 2-1 0,3 0-2 0,-1 2-2 0,2 2-9 0,-2 1-5 16,2-1-3-16,-1 3-4 0,0 2 6 0,0-1-8 0,0 1 4 0,0-1 5 15,0 0 1-15,0-1 2 0,-1-2-7 0,0 1 7 0,1-3 2 16,-1 0 10-16,-1-1 18 0,-1 0-8 0,1-3 24 0,-2 1-12 0,0-2-3 15,-3-2 9-15,0-1-19 0,-1-2 2 0,-1 0-12 0,-2-2-2 16,-1-1 1-16,-2-1 2 0,-1-1-13 0,-1-1-4 0,-2-1-8 0,-1-1 1 16,0 1 4-16,-2-1-14 0,-1 0-3 0,0 0-1 0,-2 1 2 0,-1-2-2 15,-1-1-8-15,-1 1 1 0,0-2-3 0,-2 0-1 0,-2-1-1 16,-4-18-14-16,-3 6 0 0,-2 6 1 0,-2 8-4 0,-3 3 6 0,-2 1-1 16,-2 1-10-16,-1 2-6 0,-2 2-8 0,-1 2-1 0,-3 3 6 0,-1 2-7 15,-1 2-5-15,0 2-18 0,2 3-12 0,1 0-11 0,0 3-22 16,2 3-18-16,0 1-10 0,0 2-16 0,1 0-20 0,11-6-13 0,-2 3-19 15,0 1-5-15,0 3-3 0,0 1-21 0,-2 4-17 0,1 1-160 16</inkml:trace>
  <inkml:trace contextRef="#ctx0" brushRef="#br0" timeOffset="7665.51">31339 17237 2506 0,'12'-1'234'0,"-2"1"-107"0,2 0-64 0,3 0-24 0,3 0-7 0,3 0-3 0,-1 0 6 0,1 0 3 16,1 1-5-16,-1 0-6 0,0-1-17 0,0 0-1 0,-2 0-7 0,-1 1-1 16,-1-2-1-16,-2 2-7 0,1-2 2 0,0 0 0 0,-2 0 3 0,-1 0 6 15,-1-1-4-15,1 0 3 0,0-1-13 0,-2-1 6 0,-1 0 4 0,-1-1 2 16,1-1 3-16,0 0-1 0,-1-1 4 0,-1-1 5 0,-1 0-1 16,1-1 4-16,-3 0-7 0,1-2-2 0,2-9-2 0,-3 3-6 15,0 2 8-15,-3 0-4 0,-2 0-3 0,1 1 2 0,-4-2-13 0,0 0-8 16,-1 0 17-16,-1 1-10 0,0 0-1 0,-2-1 10 15,2 2-10-15,-4 1 17 0,0 0-6 0,-1 2-10 0,-2-1 3 0,-1 0-8 0,1 1 1 16,-4-1 7-16,-1 1-5 0,-1 1 5 0,-2 1-1 0,-2 2-6 0,-1 2 3 16,-3 1-3-16,-3 1 2 0,-1 2-3 0,-3 2-19 0,0 2-8 15,-2 1-8-15,-1 0-7 0,-1 3 0 0,-1 1-13 0,1 1-14 0,1 1-11 0,0 1-5 16,3 0-17-16,-1 0-15 0,3 2-18 0,1 1-34 0,2 3-24 16,1 2-21-16,1 2-16 0,2 4 6 0,0 2 3 0,3 2 7 0,12-13-98 15</inkml:trace>
  <inkml:trace contextRef="#ctx0" brushRef="#br0" timeOffset="8068.51">32119 17425 3103 0,'12'1'127'0,"-5"-1"-40"0,1 0-94 0,1 0-34 16,0 0-32-16,0 0-32 0,-4 0-21 0,-1-1-33 0,-2 1-28 0,-1-1-29 15,-2-1-16-15,-2 1-28 0,-1-1-36 0,-3 0-50 0,0 0-57 0,-3-1-210 16</inkml:trace>
  <inkml:trace contextRef="#ctx0" brushRef="#br0" timeOffset="8869.51">32352 17020 2400 0,'9'2'227'0,"0"0"-61"0,2 1-73 0,1 1-44 0,3 1-20 16,2 1-14-16,1 2-5 0,-1 0 7 0,-2 2 1 0,3 1 9 15,-2 2-11-15,2 1-9 0,-3 0-7 0,0 1-9 0,0 1 5 0,-1 1-9 16,1-2 2-16,-1 0-4 0,0 1 1 0,0-2 4 0,0-2-4 16,-2-2 7-16,2 0 7 0,0-2-3 0,1-1-6 0,-2-2-4 0,1-3 76 15,2 0 9-15,-8-3-3 0,1 1-1 0,-1-2-71 0,3 0 1 0,0-2 15 16,1 0 3-16,0-1 1 0,1-1 3 0,-1-1-6 0,2 0-1 15,0-3-4-15,1 0-2 0,-1-1-5 0,2-2-9 0,-1 0-6 0,1 0-1 16,-1-3-2-16,0-1 1 0,-1 1-8 0,-1-1-2 0,-2-1 8 16,-1 0-1-16,-1 1 0 0,0-2-3 0,-3 1-7 0,0 2 2 0,-2-1 2 15,-1 1-2-15,-2 0 0 0,-2 2 1 0,-1 1 1 0,-2 0 7 0,-2 1 0 16,-2 2 5-16,-1 2-2 0,-1 2 1 0,-1 0 3 0,-2 2-5 16,0 1-4-16,-1 2-15 0,-1 1-16 0,-1 1-4 0,-16 5-14 0,2 4-2 15,2 2-69-15,4 3-17 0,2 0-11 0,4 0-21 0,2-1 34 0,6-2-9 16,0-3 2-16,2 0 25 0,1-2 30 0,2-2 33 0,2 0 29 15,1-1 25-15,1-3 20 0,3 1 7 0,1-1 10 0,3-1-4 0,1 0 13 16,1-1 46-16,-2 0 9 0,0 0 9 0,2 0-3 0,0 1-48 16,2-2 0-16,2 1-2 0,0 0 3 0,2 0-3 0,-1 0-4 0,3 0-11 15,1 0-10-15,1 1-5 0,0 0-6 0,1 0-2 0,1 2-2 0,0-1 6 16,2 2 2-16,0-1 10 0,-2 1 2 0,2 1-4 0,-1 1 3 16,-1 0-1-16,1 0-7 0,-1 0-3 0,-1 1 0 0,0 0-7 0,1-1 78 15,-2 0 5-15,1 0-1 0,0-1 6 0,-1-1-74 0,1-1 0 0,-1 0-1 16,-2-1-2-16,1 0-1 0,1-2 3 0,-1 0 4 0,-2 0 11 15,2-1 6-15,-1-1-3 0,0-1-4 0,-1 0 3 0,1-1 1 0,0 1 1 16,-2-2-7-16,0 1-3 0,1-1-6 0,-2 0-2 0,1 0 1 0,-2 1-4 16,1-1-13-16,-2 0 3 0,0 0-11 0,-1 0-5 0,0-1 44 15,-2 1-7-15,-1-2 0 0,-1 1-9 0,0-1-44 0,-3-1-1 0,0 1 9 16,-2-3 6-16,-2 1-6 0,-2-2 10 0,0 0-3 0,-2 0 2 16,-2-1 2-16,-2-1-2 0,0-1 12 0,-2 1-38 0,-3 0-3 0,0 0-1 15,-1-1-12-15,0 1 43 0,-2 2 0 0,-2 0-8 0,2 0 1 0,-2 1-3 16,1 2-78-16,0 1 3 0,-1 2-9 0,1 1-9 0,1 2 70 15,1 1-4-15,1 1 10 0,-1 2 12 0,2 1 8 0,3 1 7 0,-1 3 2 16,2-1 5-16,1 2-1 0,3 1 2 0,2 1 3 0,1 1-3 16,2 0 6-16,1 0 5 0,3 0 5 0,1 0 65 0,2 1 7 0,3-1 12 15,2 0 17-15,2 0-60 0,0-2 9 0,3 1 7 0,1-2 5 0,2-1 13 16,1 0 9-16,2-2-1 0,-1-1 1 0,3-1-10 0,0 0-6 16,1-2 2-16,1-2-14 0,-1 0-2 0,1-2-21 0,0-1 30 0,-2-1 2 15,1-1-8-15,-1-2-6 0,-1 1-54 0,-1-3-10 0,-2 0-1 0,0-2 1 16,-2 0-4-16,-2 0-25 0,-1-3 13 0,-1 0 2 0,-4 0-7 15,0-1-4-15,-10-1-13 0,0 0-8 0,0-1 2 0,0 0 0 0,0-1-24 16,-9 1 7-16,-4 2 0 0,-5-1 3 0,-2 0 3 0,-6 3-15 16,-2 1-11-16,-4 2-3 0,-3 1-37 0,-4 3-135 0,-2 4-36 0,-3 3-47 15,-4 4-18-15,-3 5 40 0,-1 4-111 0</inkml:trace>
  <inkml:trace contextRef="#ctx0" brushRef="#br0" timeOffset="9582.51">28640 17437 1753 0,'-2'-4'11'0,"0"2"-36"0,-2-3-23 16,-2-2-29-16,-3-1-15 0,-3-1-5 0,-3-1 0 0,-3-1 29 16,-3 0 30-16,-4-1 23 0,-2 0 15 0,-4 0 9 0,0 0 11 15,-4 0 6-15,-1 0 17 0,-1-1 24 0,1 1 34 0,2-1 37 0,0 0 28 0,3-2 8 16,1 1-10-16,3-2-18 0,3 1-24 0,1-2-33 0,-14-16-26 15,6 5-19-15,8 3-3 0,3 6-7 0,4 2 5 0,4 2 1 0,-1 0 0 16,5 1 11-16,2-1-9 0,1 0 5 0,3 0-3 0,2-1-17 0,2 0-3 16,3-3-19-16,5-2-1 0,7-1-4 0,6-2-7 0,8-1-9 15,8-1 1-15,9-3-5 0,10 1 4 0,10-1 1 0,6 2-10 0,6 2 15 16,5 2-9-16,8 1 9 0,4 0 7 0,8 1-4 0,5-1 14 16,6 0-4-16,5 0-11 0,3-2-1 0,2 0-4 0,6-1-10 0,2 0-22 15,7 3-18-15,7 1-12 0,0 2-3 0,1 5 17 0,-4 2 12 16,-4 4-2-16,-5 4 10 0,-5 6-3 0,-5 7-19 0,-1 8-4 0,-1 7-12 15,-1 9-5-15,0 7 10 0,-7 8-2 0,-3 5 1 0,-5 7 1 0,-5 8-8 16,-54-31-5-16,9 9 17 0,-4 3 2 0,7 10 7 0,-7 3 14 16,5 10-11-16,-9 2 6 0,4 11 7 0,-8 1 4 0,-8 2 5 0,-11 2 14 15,-17-45-7-15,-2 6 3 0,-3 2 3 0,-3 3-2 0,-3 1 15 0,-3 3 15 16,-3-2 10-16,-4 5 4 0,-4-4-4 0,-3 2 6 0,-5-2-32 0,-3 1-6 16,-7-2-1-16,-3 1-10 0,-6-3 16 0,-6 2-1 0,-5-5 4 15,-6-4 5-15,-6-3 1 0,-6-6 1 0,-5-5-2 0,-8-2-8 0,-7-4 5 16,-6-3 0-16,-7-3-10 0,-7-5 29 0,-9-1-21 0,-4-5-49 15,-8-3-29-15,-7-5-70 0,-7-5-117 0,-6-5 50 0</inkml:trace>
  <inkml:trace contextRef="#ctx0" brushRef="#br0" timeOffset="9781.51">25485 16828 708 0,'-6'-2'27'0,"-1"1"-47"0,-1 1-17 16,0 3-22-16,-2 3-28 0,0 2-37 0,-1 4-131 0</inkml:trace>
  <inkml:trace contextRef="#ctx0" brushRef="#br0" timeOffset="10181.51">25363 17145 667 0,'-3'0'156'0,"0"0"19"0,-1-1-8 0,0 0-11 0,-2-1-8 0,1-2-12 15,0 0-18-15,-2-1-17 0,-5-8-21 0,2-1-11 0,1-1-11 0,3 3 6 16,1 2-5-16,1-2-1 0,1 1-8 0,0 1-12 0,0-1 8 15,1 2-6-15,1 0 6 0,1-1-4 0,1-1-8 0,1 0 0 0,0 1 1 16,2-1-12-16,1 0-7 0,3-2 0 0,3 0-8 0,3-1 6 16,5-1-9-16,3 2 0 0,7-1-4 0,5 0 1 0,5 1 0 0,4 1-2 15,4 0-5-15,3 1 0 0,5 1-2 0,6 2 7 0,6 2 0 0,7 1-4 16,6 4 0-16,6 1-8 0,5 4 5 0,2 2 1 0,1 3-4 0,2 2 1 16,2 2-7-16,1 3-2 0,0 2-7 0,0 3-5 0,-3 0 7 15,-1 3 4-15,-2 1 5 0,-3 2 6 0,-3 3-3 0,-4-1-12 0,-46-14 11 16,9 5 3-16,-1-1 6 0,5 5 14 0,-3 0-13 0,6 4 7 15,-3 2-12-15,6 4 1 0,-4 3 8 0,-3 1-4 0,-4 0 7 0,-4 3-10 16,-2 0 1-16,-6 3 2 0,-3 0 1 0,-6 2 11 0,-4 1-3 0,-13-23 2 16,-1 2 2-16,-3 1-4 0,-2 3 1 0,-3 2 0 0,-3 2 4 15,-3 0 8-15,-3 3-1 0,-4 0-4 0,-2 3 42 0,-5-2-9 0,-4 3 7 16,-3 0-5-16,-5 1-42 0,-6-2 5 0,-4 2-1 0,-5-2-4 0,-5-1-7 16,-7-2 4-16,-6-3-21 0,-6-2-15 0,-7-4-15 0,-6-2-34 15,-9-4-7-15,-6-3-56 0,-7-3-64 0,-8-5-70 0,-5-4-43 0,-5-5 9 16,-4-5-55-16,-5-5-238 0</inkml:trace>
  <inkml:trace contextRef="#ctx0" brushRef="#br0" timeOffset="36701.39">26348 18601 169 0,'0'-1'65'0,"0"1"-28"16,0 0-12-16,0 0-11 0,0-1-2 0,0 1-2 0,1-1-5 15,-1 1-1-15,0-1-7 0,1 0-6 0,-1 0-1 0,1 0-1 0,-1 0 2 16,1 0 1-16,-1 1 0 0,1-2 4 0,-1 1 2 0,0 0 5 0,1-1 1 16,-1 1-2-16,0-1 3 0,0 1 7 0,0-1 4 0,0 0 7 15,1 1 1-15,-1-1 2 0,0 0 4 0,0 0 6 0,0 0 10 0,0-1 1 16,0 0 7-16,0 0 1 0,0 1-1 0,0-1 7 0,0 0-1 15,0 0-5-15,1 0 1 0,-1-1-6 0,1 1-2 0,-1 0 0 0,1-1-10 16,-1 2-8-16,1-2-2 0,0 1-9 0,-1-1 3 0,1 1-3 0,0 0 0 16,0-1 1-16,-1 1 1 0,1-1 5 0,0 1-3 0,0-1 7 15,-1 1 2-15,1-1 4 0,0 1 1 0,-1-1 11 0,1 0 2 0,0 1-2 16,-1-1 5-16,1 2-5 0,0-3 5 0,-1 1-11 0,1 1-4 0,0-1 3 16,0-1-4-16,0 1 23 0,-1 0-21 0,1-1 12 0,1 0 3 15,-1 1-11-15,1-1 21 0,0 0-21 0,0-1-5 0,1 1 0 0,0 0-15 16,0 0-11-16,0-1 6 0,1 0-11 0,0 0-1 0,1 0 0 15,0 1-9-15,0-1 6 0,0 0 2 0,1 1-5 0,-1 1 1 0,2-2-4 16,0 1 6-16,0 1 2 0,0-1-16 0,1 1 8 0,0 0 1 0,1 0 4 16,-1 1 2-16,0 0-5 0,2 0-7 0,-1 0 10 0,1 1 1 15,0 0-3-15,0 1 4 0,0-1-5 0,0 1-4 0,1 0 10 0,-1 1-7 16,1-2 7-16,-1 2 1 0,-1 0-4 0,1 1-8 0,0-1-1 0,0 0 1 16,-1 1-2-16,0 0 4 0,-1 1-10 0,0-1 9 0,0 1-4 15,-1-1-12-15,-1 1 2 0,0 1 1 0,0-1 0 0,-1 2 15 0,-1 0-10 16,-1 0-10-16,0 0 13 0,-1 1-5 0,0 1 7 0,-2 0 4 15,-1 0-5-15,0 0 5 0,-1 2-10 0,-1-1 7 0,0 1 1 0,-1 0 6 16,-1 1 10-16,-1 0-19 0,-1 1 9 0,0-2-4 0,0 1-5 0,-1 1 12 16,1-1-9-16,-2 0 3 0,1-1 12 0,-1 0-10 0,1 0 8 15,0 1-5-15,0-2-1 0,0 1 9 0,1 0-11 0,0-1 5 0,0 0 1 16,1-1 6-16,0-1 0 0,0 1-1 0,1-1-10 0,0 0 2 0,1 0 4 16,0 0-5-16,0 0 1 0,1-1-4 0,1 0 10 0,0-1-4 15,-1 1 2-15,2-1 5 0,-1-1-4 0,1 1 2 0,0-1 3 0,0-1-1 16,0 1 1-16,1 0 1 0,-1-1-8 0,1 0 7 0,0 0 7 15,0 0-1-15,0 0 7 0,0 0-19 0,1-1 3 0,-1 0 8 0,0 0-3 16,1 0 6-16,0 0-16 0,-1 0 0 0,1 0 3 0,0-1 5 0,0 1 1 16,0-1-2-16,1 0 5 0,-1 0-8 0,0 0-4 0,0 0 3 15,1 0-6-15,-1-1 3 0,0 1 2 0,0 1-12 0,0-1-1 0,1-1 14 16,-1 1-7-16,1 0 8 0,-1-1 4 0,0 1-4 0,0 0 4 0,0 0-14 16,1 0 5-16,-1 0-11 0,0 0 11 0,0 1-4 0,0-1-2 15,0 0-2-15,-1 1 0 0,1 0 2 0,0 0 0 0,0 0 4 0,0 0-4 16,-1 0 8-16,1 0-16 0,-1 0 6 0,1 0 5 0,-1 0 5 15,1 1 6-15,-1 0-18 0,1-1 3 0,-1 0 0 0,1 1-4 0,-1 0 10 16,1-1-8-16,-1 1 1 0,1-1 14 0,-1 0-9 0,1 1 2 0,-1 0 3 16,1-1-5-16,-1 0 1 0,0 1 1 0,1-1-12 0,-1 0 10 15,0 1-4-15,1 0 0 0,-1-1 8 0,0 0-6 0,1 1 13 0,-1-1-16 16,0 1 1-16,0-1 4 0,1 1-10 0,-1-1 23 0,0 0-15 0,0 1 1 16,1-1 10-16,-1 1-4 0,0-1 0 0,0 0-15 0,1 0-1 15,-1 0-3-15,0 0-2 0,1 1-19 0,-1-1 1 0,0 0-4 0,1 0-14 16,-1 1-6-16,1-1-60 0,-1 1-54 0,0-1-47 0,1 1-65 15,-1 0-50-15,0 1-25 0,0-1 14 0,0 2-61 0</inkml:trace>
  <inkml:trace contextRef="#ctx0" brushRef="#br0" timeOffset="37585.44">26376 18462 443 0,'0'0'136'0,"0"-1"-49"0,0 0-14 0,-1-1-4 0,1 1-17 0,-1-1 4 16,0 0-2-16,0 0-5 0,-1-1 3 0,1 0-8 0,0 1 6 0,-1-2 1 16,0 0 4-16,1 0-2 0,-1-1 5 0,0 1-1 0,0-1 5 0,1 0 14 15,-1 1-4-15,1 0 17 0,-1-1-2 0,1 0 6 0,0 0 1 16,0-1-1-16,0 1-4 0,0-1-18 0,0 1 6 0,1 0-9 0,0-1-1 16,-1 1 2-16,1 2-17 0,0-2 2 0,0 1-2 0,0 0-4 0,0 0-11 15,1 0-7-15,-1 1-12 0,1 0 2 0,-1 0-10 0,1 1-11 16,-1 0-3-16,1 1 1 0,-1 0 8 0,1 1 3 0,0 0-6 0,0 1-4 15,0 2 6-15,1 0-11 0,0 1 10 0,0 2 23 0,0 0-9 16,1 2 10-16,-1-1-17 0,1 3-20 0,1 1 8 0,-1 1-15 0,0 2 22 16,1-2-13-16,0 3 6 0,1 0 14 0,-1 1-22 0,0 0 13 0,1 1-8 15,-1-1-4-15,0 1 9 0,1-2-11 0,-1 2-6 0,0-2 22 16,0 0-12-16,0-1 9 0,0 0 0 0,-1-1-28 0,1 0 30 0,-1 0-16 16,1-2 67-16,-1-1 6 0,0 0-18 0,1 0 17 0,-2-1-80 15,1-1-4-15,0-1 6 0,-1 0-11 0,0 0 0 0,0-1-18 0,0 0-30 16,-1 0-25-16,1-1-40 0,-1 0-48 0,0-1-48 0,0 0-52 0,0 0-40 15,-1-1-42-15,1 0 2 0,0-1 12 0,-1 1 0 0</inkml:trace>
  <inkml:trace contextRef="#ctx0" brushRef="#br0" timeOffset="38187.48">26742 18363 1512 0,'0'0'232'0,"0"0"-88"0,-1-1-64 15,1 1-22-15,-1 0-8 0,1-1 0 0,0 0-5 0,0 1-3 0,-1-1 0 16,1 0-14-16,0 1 5 0,0-1-15 0,0 1 0 0,0-1-6 16,1 0-8-16,-1 1 9 0,1 0-13 0,0 0-6 0,-1 0 9 0,2 1-6 15,-1-1 5-15,1 1 4 0,1 0-9 0,0 0 1 0,0 0-2 16,0 2-6-16,2-1 3 0,-1 1-1 0,2 0 10 0,0 1-10 0,0 1 4 16,1 0-1-16,1 0-1 0,0 2 9 0,1 0-6 0,1 0 6 0,1 1-1 15,0 2-1-15,0 0-5 0,0 0-2 0,1 1 6 16,1 0 1-16,-1 1 17 0,1 0-12 0,0 1-4 0,0 0 5 0,0 0-14 0,1 1 8 15,-2-1-7-15,1 0-4 0,0 0-7 0,-1-1-4 0,0 1 5 0,-2-1 4 16,0 0 13-16,0 0-7 0,-1-1 45 0,0 0-3 0,-2 0 1 16,0 0-4-16,-2-1-50 0,-1 0-4 0,-1-1-2 0,-2 1 2 0,-1 1-9 15,-1-1 8-15,-1-1-2 0,-1 1 13 0,-2-2 11 0,-1 2-10 16,-2 0-5-16,-1-1 5 0,-1 1-9 0,-2-1 16 0,1 0 2 0,-3-2 2 16,0 0 23-16,0 0-8 0,-1-1 9 0,1-1-4 0,-1-1-6 0,-1 0 0 15,1-1-6-15,2-1 6 0,-1-1 1 0,0-1-2 0,1-1 6 16,2 0-10-16,0-1 2 0,1-1 19 0,0 0-15 0,2-1 7 0,0 0-4 15,1-1 13-15,1 0-8 0,0-1-15 0,1 1-4 0,1-2-19 0,0 2 17 16,1-3-14-16,0 1 20 0,2-1-9 0,0-1 15 0,0-1 20 16,2 0-27-16,0-1 6 0,1-1-8 0,1-2 4 0,0 0 0 0,2-1-2 15,0-1 11-15,2-2-3 0,-1 0 4 0,2 0-56 0,1-1-9 16,0-1 11-16,1 0 1 0,1-1 55 0,-1 1 9 0,1 0-1 0,1-1 1 16,0 0 3-16,0 2-12 0,0-1 31 0,-2 0-7 0,1 2 2 0,0-1-4 15,0 0-82-15,-1 1 16 0,-1 2-10 0,0-1 12 0,-1 2 47 16,0 0 3-16,-1-1 10 0,-1 0-11 0,0 0-2 0,-2 3-8 0,1-2 1 15,-2 1 6-15,0 1-6 0,-2-1-2 0,0 2 3 0,-1 0-13 0,0 0 1 16,0 1-7-16,-1 0-2 0,-1 2 5 0,0-1-2 0,-1 1-6 16,0 1-16-16,0 1 3 0,-1 1 1 0,0 1 6 0,0 1 9 0,0 1 2 15,-1 0-9-15,0 2 2 0,-1 1-2 0,0 1-5 0,0 1 5 0,0 1-2 16,-2 0-6-16,1 2 5 0,-1 1 3 0,-1 0 0 0,1 1-3 16,-1 1-2-16,0 1-3 0,1 0-6 0,-1 1 0 0,0 1-21 0,0 0-11 15,1 0-6-15,0 1 8 0,0-1-40 0,3 1-52 0,-1 1-74 16,0 1-92-16,2 0-64 0,0 0-77 0,1 2-13 0,2 1-30 0</inkml:trace>
  <inkml:trace contextRef="#ctx0" brushRef="#br0" timeOffset="39816.48">28723 18349 233 0,'1'-1'91'15,"-1"1"-15"-15,1 0-13 0,-1-1-2 0,1 0 0 0,0 0-10 0,0 0-2 16,0 0-2-16,0-1-1 0,0 1 0 0,0-1-3 0,0 0-9 0,1 0-1 16,-1 0-8-16,1 1-11 0,-1 0-5 0,1-1-13 0,-1 0-2 15,0 0-6-15,0 1-6 0,1 0-5 0,-1 0-7 0,-1-1-5 0,1 2-7 16,0-1 1-16,-1 0 3 0,1 0 6 0,-1 1 13 0,0-1 0 0,1 1 10 16,-1-1 7-16,0 1-2 0,0-1 12 0,0 1 1 0,1-1 12 15,-1 1 12-15,0 0 8 0,0-1 12 0,1 1 8 0,-1-1 7 0,0 1 3 16,1 0 1-16,-1-1 1 0,1 0 3 0,0 0-3 0,-1 0-18 15,2 1-4-15,-1-2-12 0,0 0-5 16,0 1 0-16,0 0-16 0,0-1-6 0,0 0-6 0,1 1-2 0,-1 0-1 0,0-1-3 0,0 1-4 0,0-1 0 16,0 1-9-16,0 0 5 0,-1 0 0 0,1 0-6 0,0 0 5 15,-1 1-7-15,1-1 2 0,-1 0 4 0,1 1 3 0,-1 0-2 0,0-1 2 16,1 1 12-16,-1 0-7 0,0 0 6 0,0 0 0 0,1 0-8 0,-1 0 12 16,0 0-2-16,1 0-3 0,0 0 8 0,-1 0 0 0,1 0-5 15,-1 0 2-15,1 0-3 0,0 0-1 0,-1-1 4 0,1 1-4 0,0 0-3 16,0 0-2-16,0-1-3 0,0 1 3 0,0 0-8 0,0 0 6 15,0 0-1-15,0 0-1 0,0 0 4 0,0 1-7 0,0-1-1 0,0 0 8 16,0 0-10-16,1 1 5 0,-1 0-4 0,0-1-5 0,0 1 6 0,0 0-8 16,0 1 2-16,-1-1 1 0,1-1 4 0,0 2 3 0,0-1 3 15,-1 1 2-15,1-1 2 0,-1 1 0 0,1 0-6 0,0-1 0 0,-1 0-5 16,1 1 8-16,-1 0-17 0,1-1 0 0,-1 0-8 0,1 0-10 0,-1 0 2 16,1 0-15-16,-1 0-2 0,0 0-4 0,1 1-7 0,-1-1-2 15,0 0 0-15,0 0-7 0,0 0 4 0,0 1-12 0,-1 0-17 0,1 0-5 16,-1-1-15-16,0 1-107 0</inkml:trace>
  <inkml:trace contextRef="#ctx0" brushRef="#br0" timeOffset="41951.48">28772 18243 585 0,'0'-1'153'0,"0"1"-35"0,0-1-34 0,0 1-3 0,1-1-20 0,-1 0 10 16,0 0 0-16,1 0-6 0,-1 0 1 0,1-1-9 0,-1 1-10 15,1 0 6-15,-1-1-5 0,1 1-3 0,-1 1-2 0,1-2-11 0,-1 1-4 16,0 1-5-16,1 0-6 0,-1-1-8 0,0 0-7 0,0 0-4 0,1 1-3 15,-2 0-5-15,1 1 3 0,0-1-3 0,0 1-2 0,0-1 0 16,1 1 10-16,-1-1 2 0,1 1 2 0,-1 0 11 0,1 1-20 0,0-1 20 16,0 1-3-16,1-1 16 0,0 2-1 0,1-2 8 0,0 1-5 0,0 0-4 15,2 0 28-15,-1 0-13 0,1-1 22 0,0 1-9 0,2 1 0 16,-1-1 6-16,2 0-4 0,-1 0-5 0,1 0-13 0,1 1-4 0,0-1-2 16,-1 0-1-16,1 1-4 0,0 0-8 0,1 0-9 0,-1 0 3 0,1 0-2 15,-1 0-4-15,0 0-5 0,0 1-4 0,-1-1 1 0,1 2 2 16,-1-1-5-16,0 0 1 0,0 1 6 0,-2 0-7 0,1 0 2 0,-1 0-6 15,0 1-1-15,-1-1 16 0,0 1-6 0,-1-1-6 0,0 1 9 16,-1 1-2-16,-1 0-8 0,0 1 8 0,0 0-7 0,-1 0 0 0,-1 1 9 16,0-1-4-16,-1 2-4 0,0-1-5 0,0 1 7 0,-1 1 2 0,0-1-5 15,-1 0 1-15,0 2 1 0,0-1-3 0,-1 0-1 0,0 0 9 16,-1 1-13-16,0-2 8 0,0 1-2 0,0 0-13 0,0 0 4 0,-1-1-25 16,0 1 21-16,-1-2-2 0,-1 1 2 0,0 0 13 0,0-1-39 15,-1 1-13-15,1-1-13 0,-2-1 23 0,-1 0-14 0,1 0-42 0,-2 0-45 16,1-1-65-16,0-1 2 0,-2 0 4 0,0-1-8 0,-1-1 1 0,-1-1-10 15,1-1-51-15</inkml:trace>
  <inkml:trace contextRef="#ctx0" brushRef="#br0" timeOffset="42150.49">28631 18434 1115 0,'0'-1'646'0,"1"0"-357"0,-1-1-77 16,0-1-45-16,0 0-31 0,1-1-21 0,0-1-24 0,0 0-23 0,1 0-18 16,-1-2-16-16,1-1-12 0,0 0 5 0,1-2-13 0,0 0-11 0,0 0 8 15,0-1-41-15,0-1 8 0,1 2 11 0,0-1-17 0,1-1 27 16,0 2 6-16,0 0-5 0,0-1-4 0,1 2-6 0,-1 0-3 0,2-1-14 15,0 2-3-15,1 1 4 0,0-1-12 0,2 1-11 0,0 1 3 0,1 1-7 16,1 1-1-16,1 0 13 0,2 1-10 0,0 1-8 0,0 1-4 16,3 0-13-16,0 1-4 0,0 0-16 0,1 1-17 0,2 1-15 0,-1 0-12 15,1 1-6-15,1 0-10 0,-1 2 0 0,1-2-4 0,0 0 2 16,-1 1 4-16,1-1 5 0,0 0 7 0,-1-1-14 0,1-1-113 0</inkml:trace>
  <inkml:trace contextRef="#ctx0" brushRef="#br0" timeOffset="43066.48">29482 18302 2032 0,'0'-1'217'0,"1"0"-60"0,-1 0-80 16,1 0-14-16,0 0-1 0,0-1-21 0,-1 0 13 0,1 1-24 16,1-1 2-16,-1 0-1 0,1 1 9 0,0-1 8 0,0 0-21 0,0 0 29 15,0 0-20-15,1 1 2 0,0 0 0 0,0 2-21 0,0-1 18 0,1 1-19 16,0 1 12-16,0 0-3 0,1 2-8 0,1-2 19 0,-1 2-11 15,1 1-27-15,0 1 2 0,1 0 7 0,0 2-7 0,1-1 6 0,0 1-12 16,0 0 1-16,1-1 5 0,0 1 7 0,-1 1-16 0,1-1 2 16,0-1 3-16,0 1 1 0,0-1 6 0,-1 0-12 0,1-1 8 0,-1-1 1 15,0 0-6-15,0-2 8 0,0 1 3 0,0-2-6 0,1 0 1 16,-1-1-16-16,0-1-2 0,0 0 21 0,1-2 1 0,0 0 10 0,0-1-10 16,1-1-1-16,0-1 3 0,0 0-22 0,1-1 23 0,-1 0 11 0,2-1-8 15,-1 0 24-15,0 0-17 0,0-1 11 0,1 0-6 0,-1-1-2 0,0 3-7 16,0-2-39-16,-2 1 28 0,1 1-2 0,0 0 4 0,-1 1 0 15,0 0-15-15,-1 1 18 0,-1 1-3 0,-1 1-14 0,1 0 9 0,-1 0-12 16,0 2-2-16,0 0 15 0,0 1-19 0,-1 1 8 0,0 0 4 16,1 1-8-16,-1 0 13 0,0 0-19 0,-1 0 8 0,1 1-24 0,1 0 19 15,-1 0 22-15,0 0-10 0,1-1 26 0,-1 1-22 0,0-1 15 0,1 0-24 16,-1 0 6-16,0 0 12 0,-1-2-29 0,1 1 17 0,0-1 5 16,0 0-3-16,0 0-12 0,0 0 15 0,0-1-5 0,0 0 2 0,0 0 15 15,0 0-16-15,-1-1 1 0,1 1 10 0,0-1-9 0,-1 0 6 0,1 0 5 16,0 0-16-16,1 0 12 0,-1 1-10 0,1 0-11 0,-1-1 9 15,2 1-23-15,-1 0 28 0,0 1-19 0,0-1-10 0,0 0 27 0,0 2-22 16,1 0 12-16,0 2-3 0,0-1-20 0,0 1 21 0,1 1 14 0,-1 0-18 16,0 0 5-16,-1 1 0 0,1 1-2 0,0-1 20 0,0 1-43 15,0-2 31-15,0 2 1 0,0 0 6 0,0 0 29 0,-1 0-30 0,0-2 8 16,1 1-7-16,-1-1 6 0,1 0-11 0,-1 0-8 0,1-2 1 16,-1 1-7-16,0-1-22 0,0 0-16 0,-1-1-20 0,1 1-17 0,0-2-7 15,0 1-26-15,-1-1-12 0,0-1-13 0,0 0-33 0,0 0-15 16,-1 0-47-16,1-1-5 0,-1-1-20 0,-1 0-13 0,1-1-138 0</inkml:trace>
  <inkml:trace contextRef="#ctx0" brushRef="#br0" timeOffset="43283.49">30652 18076 1414 0,'0'-1'530'0,"0"0"-313"0,1 0-63 0,-1-1-49 0,1-1-19 0,0 1 12 0,0-1-3 16,0 0-13-16,0 0-9 0,0-1-28 0,0 0-11 0,1-1-3 15,-1 2-11-15,0-2-3 0,1 0-1 0,-1 0-15 0,1 1 11 0,-1 0-8 16,0 1 8-16,0-1 0 0,1 3-9 0,-1-1 1 0,-1 0-8 0,1 1-9 16,0 2-3-16,0 1-8 0,0 2-7 0,-1 2 7 0,1 3 6 15,0 2-9-15,0 2-7 0,0 2-1 0,0 3 15 0,0 2 0 0,0 3-42 16,0 2-2-16,0 2-32 0,-1 2-31 0,1 3-19 0,-1 1-75 16,0 1-70-16,0 3-74 0,0-1-40 0,-1 2-25 0,0 1-47 0</inkml:trace>
  <inkml:trace contextRef="#ctx0" brushRef="#br0" timeOffset="44118.48">31021 18256 1659 0,'2'-3'237'0,"-1"1"-80"15,2 0-80-15,-1-1-8 0,1-1 2 0,1 0-8 0,-1 0 5 0,2-1-6 16,-1 1-20-16,1-2-6 0,1 0-9 0,-1 0-10 0,1-1 4 0,-1 0 1 16,1 1-2-16,0 0-6 0,-1-1-14 0,1 1 2 0,-1 1-6 15,-1-1 3-15,0 1-2 0,0 0-2 0,0 0 2 0,-1 1-4 0,0 0-4 16,0 1-8-16,-1 0 1 0,0 0-14 0,-1 1 6 0,0 0-6 0,1 1-2 16,-1 0 8-16,0 1-4 0,-1 0 7 0,1 0 4 0,0 2 5 15,0 0 12-15,0 3-2 0,1 0-1 0,-1 0 7 0,1 2-2 0,0 2 3 16,1-1 15-16,0 1-1 0,1 2 3 0,0 1 0 0,1 1-17 15,0 1-5-15,0-1 5 0,2 1 14 0,-1 0-4 0,0 0 2 0,1-2 4 16,0 1 0-16,1-1 9 0,0-1 0 0,0 0 3 0,0-3 1 0,1 0 0 16,-1-1 3-16,1-2-4 0,0-1-1 0,0 0 14 0,0-3-9 15,0 0 5-15,1-1 2 0,-1-1-6 0,1-1 7 0,0-1-11 0,1 0 15 16,0-2 9-16,-1-1 5 0,2 1 1 0,-1-3-21 0,2-1-26 16,0 0-4-16,0-2-8 0,0 1 3 0,2-3 15 0,0 2-3 0,0-2 2 15,-1 0-10-15,1 0-1 0,-1 1 2 0,1-1 0 0,-1-1 5 0,0 2-7 16,1 0-1-16,-2 1-3 0,0 2 3 0,-1 0-12 0,0 0-2 15,-1 2-7-15,-1 1 2 0,-1 1-3 0,-1 2-12 0,1 0 6 0,0 1-7 16,0 3-7-16,0 0-1 0,-1 2-22 0,1 1-10 0,-2 1-17 0,2 3-34 16,-1 1-32-16,-1 1-39 0,1 1-70 0,-1 1-76 0,0 4-105 15,-2 2-63-15,0-1 7 0,-3 4 14 0</inkml:trace>
  <inkml:trace contextRef="#ctx0" brushRef="#br0" timeOffset="47800.52">30084 15778 301 0,'-36'0'228'0,"-4"0"-166"16,-10 2-39-16,1 1-12 0,3 1-7 0,-1 4 1 0,0 1 7 15,0 1 0-15,0 3 6 0,1 0-1 0,-2 1-6 0,1 0-1 0,-1 2-6 16,0 2 1-16,-1-1 1 0,1 3-3 0,0 0 3 0,-1-1-4 0,1 1 6 15,1 1 4-15,1-1-1 0,3 2 3 0,1 1-6 0,1-2-1 16,1 2 0-16,2-1-3 0,-1 2-1 0,-1 0-5 0,0 0 1 0,-1 1-2 16,-2 0-8-16,1 2-4 0,-2 1-5 0,1-2-10 0,-1 0-2 15,3-1-4-15,2 1-15 0,1-2-1 0,3 0-3 0,0 0 6 0,4 0 17 16,0 1 10-16,3 1 17 0,0-1 5 0,4 2 3 0,0-1 8 0,3 3-6 16,2 0 4-16,1 0 0 0,2 0-1 0,2 0 0 0,1-1-2 15,2 1 1-15,3-2 4 0,3 1 11 0,4-1 7 0,2-3 10 0,4 0 0 16,3-4-7-16,4 1-1 0,-3-11-6 0,2 3-1 0,3-1-2 0,4 1-5 15,2 1-5-15,5 3-9 0,2-2-3 0,5 2 2 0,4-1-4 16,1-1-1-16,2 0 2 0,2-2-3 0,2 0 7 0,1-1 1 0,3-1-2 16,2 0 3-16,1-3-2 0,1 1 2 0,3-2-7 0,2 1-5 15,1-2-5-15,2 0-5 0,1-1 2 0,3 0 0 0,1-2-4 0,2 0 3 16,1 0-11-16,2-1-2 0,1-1 1 0,2 0-4 0,-1 0 11 0,2 0-1 16,1-1 8-16,0 1 6 0,1-1-1 0,-1 0 8 0,0-1-1 15,0 1 2-15,0-1 3 0,1 0-2 0,-2 0 1 0,1 1-5 0,0 0-2 16,1 0-1-16,-1 0 1 0,2 1 2 0,-1-1 2 0,2 1 1 0,-2-1 1 15,1 1 4-15,0-1 1 0,0 0 3 0,-1 0 6 0,-1-1 12 16,0 0 8-16,0 0 6 0,-1 0 7 0,-1-2-5 0,0 0 3 0,-2-2 2 16,0-1-5-16,-1 1-5 0,-1-3 8 0,-1 1-7 0,0-2-4 0,-2 0-8 15,0 1-20-15,2-2-9 0,-1-1-5 0,0 0 1 16,-1 0-6-16,1-2-4 0,-2 1 35 0,-33 5-8 0,5-1-3 0,-2-1 0 0,4 0-51 16,-1-2 5-16,2 0 4 0,2-1 4 0,1-2 13 0,1-1-2 15,4 0 0-15,-2-1 45 0,2-1-4 0,-1-1 3 0,3-1 1 0,-2-1-49 16,3-1 3-16,-2 0-4 0,0-1 7 0,-2-1 1 0,-1 1 1 0,-2-1 6 15,-1 0 4-15,-1 0 14 0,-2-2 11 0,-3 2 12 0,-3-2 8 16,0-1 35-16,-5 1 2 0,-1-2 6 0,-3 1-10 0,-2-2-47 0,-4 0 15 16,-3 0-15-16,-4 0 8 0,-3-3 7 0,-4 1-22 0,-4-3 7 0,-3 2-1 15,-6-3-4-15,-3-1 13 0,-2-1 3 0,-5 0 1 0,-3-1 7 16,-3-2 2-16,-2 1 8 0,-3-2 0 0,-5 1-104 0,-1-1 3 0,-4-2 0 16,-2 2 2-16,-3 1 100 0,-1-2-9 0,-4 3-4 0,0 0 2 0,-1 0-5 15,-6 0-3-15,-50-30-61 0,1 8-5 0,5 7-1 0,5 8-1 16,4 6 54-16,9 8 1 0,4 4-1 0,9 8 0 0,-1 2-2 0,-67-12-18 15,15 8-3-15,19 7-2 0,18 6 2 0,7 5 23 0,0 2 3 16,-3 4-2-16,-2 3-5 0,-1 4-6 0,-2 3-1 0,-2 3-1 0,0 2 2 16,-4 2-5-16,1 3-1 0,-2 3-3 0,2 3-5 0,1 3 2 0,2 0-5 15,0 4 0-15,3 0 0 0,0 3 0 0,3 3-1 0,4 1-2 16,1 3-5-16,2 3 9 0,2 2-5 0,1 2 4 0,-1 1 6 0,3 3-17 16,2 2-7-16,1-1-23 0,4 1-17 0,2-1-42 0,2 1-42 0,1 0-53 15,3-1-78-15,0 1-53 0,2-3-227 0</inkml:trace>
  <inkml:trace contextRef="#ctx0" brushRef="#br0" timeOffset="65118.51">19163 7867 359 0,'-18'-12'53'0,"1"2"-62"0,-2-3 32 0,4 4 6 15,4 1-2-15,1 1-2 0,0 1-8 0,1-1-5 0,-1 2-1 0,-1 0-4 16,0 1-1-16,1 0-2 0,0 0 1 0,1 1-4 0,-1-1 1 0,1 1-1 16,-1 0 0-16,1 1 1 0,0-1 0 0,1 1-1 0,1 0-1 15,-1 0 1-15,0 0 1 0,-1 1 1 0,0-1-2 0,0 1 1 0,-2-1 1 16,1 1 0-16,0-1 1 0,0-1 0 0,1 1 1 0,0-1-1 16,0 0 1-16,1 0 2 0,0-1 0 0,1 0 0 0,0-1 0 0,2-1-1 15,-1 0-1-15,1-2-2 0,1 0-1 0,0-1-1 0,1-1 2 0,0 1-2 16,1-1 1-16,0-1 0 0,0-2-1 0,1 0 2 0,1 0 4 15,-1 0 3-15,1 0 11 0,0 1 3 0,-1 0 0 0,0 1-1 0,-2-2-7 16,0 1-3-16,-1 0-1 0,0 1 2 0,1 0 1 0,1 1-3 0,0-1 3 16,0 1-2-16,2 0-1 0,1-1 1 0,3 1-5 0,1-1 1 15,3 0-5-15,1-1-3 0,5 1 0 0,4 0 0 0,3-2 1 0,2 0 1 16,4 0 0-16,1 0-1 0,3 1 2 0,0-1 1 0,3 1-2 16,-3 0 1-16,3 0-3 0,-2 2 0 0,1 0 1 0,0 2 1 15,0 0-1-15,-1 1 0 0,0 1 0 0,-1-1-2 0,2 0 0 0,2 1 1 0,1 0-1 16,3-1 0-16,0 0-1 0,0 1-1 0,4-1-1 0,-2 0 1 15,1 0 3-15,1 0 0 0,0 1 1 0,3-1 1 0,0-1-1 0,1-1 1 16,-1-1 0-16,0 1-3 0,0-2 2 0,3 2 1 0,0-1 0 0,0 0 3 16,2 0-4-16,0 0-1 0,0-1 0 0,2 1-1 0,0 1 3 15,0-1 1-15,-2 0 0 0,-1 1-1 0,-1 1 8 0,1 0 0 0,-1 1-2 16,0 0 2-16,0-1-7 0,-2 2 0 0,0 0 6 0,-2 0-3 16,-2 2 0-16,0 1 0 0,-2 1-3 0,-5 2 3 0,0 1 0 0,-6 1 1 15,2 2 3-15,-4 0-4 0,1 2 0 0,-2 1-3 0,-2 1-3 0,-2 1-3 16,1-2 3-16,-1 3-1 0,-1 0 2 0,1 3 4 0,-1 2-4 15,-1-2 6-15,1 3-3 0,-2 2 1 0,0 0-2 0,-3 1-1 0,0 2-1 16,-3 1 1-16,-1 0 1 0,0 1-2 0,-2 2 1 0,0 2-3 0,-3 1 0 16,1 1 5-16,-2 1-5 0,0-1 3 0,-1 1-2 0,-1-1 0 15,-1 1 5-15,-1 0-2 0,-2 1 1 0,-2 0-1 0,-2-1-7 0,-1 0 6 16,-1 1-2-16,-2-2 3 0,-2 2 7 0,-1 0-4 0,-1 0 4 16,-2 0-1-16,-1 2 0 0,-2 0-1 0,-1 2 2 0,-2 2-3 0,-4-1 1 15,-1 1-1-15,-2-1 0 0,-1 2-2 0,-2 1-1 0,0 1-3 0,0-2-5 16,-1 2-2-16,0-1 7 0,-2 1 1 0,1 1 1 0,-1 0 1 15,-2 0-3-15,1 0-1 0,-3-1 3 0,0 1 0 0,-1-2 0 0,-1-2-2 16,0-2-1-16,0-1 2 0,1-1-3 0,1-3 2 0,2-1 0 0,3-4-5 16,0 0 4-16,0-2 1 0,-2 0 2 0,-3 1 7 0,-2-2 1 15,-1 1 2-15,-2-1-1 0,-1-2-1 0,1 1 3 0,-1-3-1 0,1-2 3 16,1 0 0-16,2 0-1 0,-1-2-2 0,2-1-1 0,-1-1-2 16,1-1 0-16,0 1-4 0,0-2 2 0,0 0-1 0,0-2-3 0,0 1 1 15,0-2-4-15,0 0-2 0,-2-2 0 0,0 0 2 0,-2-1-2 0,1-2 2 16,0 0 1-16,0-1-1 0,1-1 2 0,0-1-1 0,-1-1 3 15,2 0 1-15,0-4 1 0,2 0-2 0,1-2 0 0,0-1-3 0,3-1 1 16,1-2 0-16,1 0 0 0,0-3 1 0,0 1-2 0,-1 0 0 0,2-3 0 16,1 1 1-16,2 0 0 0,1 0 1 0,-2-3-1 0,4-1 0 15,-1 0 0-15,2-2-1 0,1 0-1 0,-2 1-2 0,4-3-3 0,-1 1 8 16,2 0 2-16,0-3-2 0,2 1 4 0,0-4-6 0,2 1 1 16,0-1 0-16,3-1 0 0,0 2 0 0,1-2-3 0,1 0 0 0,2-3 1 15,1 0-2-15,1-1 1 0,1 0 0 0,2 3-3 0,-1 0 3 0,-1 2-4 16,-1-1 2-16,2 0 1 0,0 0-3 0,0 3 10 0,2 0 1 15,0 0-2-15,1 1 4 0,0-1-8 0,0 1 2 0,0 1 0 0,1 1-2 16,0 1-2-16,2 0-2 0,0 2 4 0,2 0-4 0,1-1 4 0,0 2-4 16,2-1 2-16,0 0 2 0,1 2-2 0,1 0-2 0,-1 2 1 15,1 1-2-15,-1 2-1 0,1 0 4 0,0 2-2 0,-1 1-1 0,0 1 2 16,-1 2-1-16,1-2 1 0,-1 2 0 0,1 1-2 0,0 1 0 0,0 1-1 16,1 1 4-16,-1 0 2 0,1 1-5 0,0 0 2 0,1 0-3 15,0 2 1-15,0-2 2 0,1 2-2 0,0 1 2 0,1-1-2 0,-1 2 3 16,0-1-2-16,-1 0 2 0,-1 1-3 0,0-1-1 0,0 1 0 15,1-1-1-15,-2 1-4 0,1-1-3 0,-1 1-1 0,-1-1-9 0,2 0-11 16,0 1-30-16,2-1-22 0,0 0-27 0,1-1-7 0,3 1 3 0,2-1 28 16,-1-1 25-16,-3 0 7 0,-2 0 4 0,-2 1-21 0,-2 1-18 15,-1 0-15-15,-1 1-26 0,0 1-190 0</inkml:trace>
  <inkml:trace contextRef="#ctx0" brushRef="#br0" timeOffset="66586.52">22919 8145 233 0,'-2'-13'12'0,"1"-2"5"0,-1-3 9 16,2 5 7-16,1 1 0 0,0 0-3 0,0 1-9 0,2-1-7 0,1 2-3 15,0-1-2-15,2 1 0 0,-1 1-1 0,0 0-5 0,1 0 3 0,-1-1-2 16,1 3-2-16,-3-2 3 0,2 0-1 0,0 1-4 0,0 0 2 15,0 0-1-15,-1 2 0 0,0 1 1 0,0 1 0 0,1-1-1 0,-1 0-1 16,1 1 0-16,-1 0-1 0,1 1 0 0,-2 0-1 0,2 0 2 0,0 0 0 16,0 1 1-16,1 0 1 0,1 0-2 0,0 0-1 0,2-1 0 15,1 1 1-15,0-2 1 0,2 1 0 0,2 0 2 0,2-2 3 0,0 2 2 16,3-1 4-16,1-1 4 0,2 0 3 0,1 0 2 0,2 0 1 16,0 1 3-16,2-1 2 0,-2 1 2 0,2 0 2 0,0 1-1 0,-2 0-2 15,2 1-3-15,-1 0-1 0,1 0-4 0,0 1-1 0,2 0-1 0,0 0-4 16,2 1 1-16,-2 0-4 0,1 1 0 0,0 1-1 0,2 0-2 15,-1 0-3-15,1 1 2 0,-1 0-1 0,-1 1-5 0,-2 0 0 0,0-1 0 16,-1 1-1-16,-3 0 4 0,1 1-1 0,-4 0-2 0,1 2 1 0,-2 0-3 16,-2 2 3-16,-1 0-2 0,0 1 0 0,-1 1 0 0,-1 0 1 15,0 0 1-15,-1 0-1 0,-1 2 1 0,-2 1-3 0,1 0 0 0,-1-1 0 16,0 1 0-16,-1 0 3 0,-2 1-1 0,0-1-1 0,-1 0 0 16,0 0-1-16,0 0 1 0,0-1-2 0,-1-1 2 0,0 1-1 0,-1 0 2 15,-1 1 1-15,1 0 0 0,-2-1-4 0,0 0-1 0,-2 0 2 0,0 1 3 16,-1 0 4-16,-1 1 3 0,0 0-1 0,-2 0-1 0,-1-1 2 15,-1 3-1-15,-1 1 0 0,-2 1 2 0,-1-1-1 0,-2 1 1 0,-2 0-2 16,0-1 1-16,-4 3 0 0,-2 0-2 0,-1 1 0 0,-2 0 0 0,0 0 1 16,1-3-2-16,-1-1 0 0,2-2-2 0,2-2 4 0,-2-2-2 15,0-1-1-15,1-1 3 0,-2-1-3 0,-1-1 0 0,0 0 1 0,-1-2-5 16,4 1-1-16,4-1-1 0,3 0 0 0,5-1 2 0,1-3 3 16,2 1-1-16,1-2 2 0,1 0-2 0,1 0 0 0,0-1 4 0,1 0 6 15,-1 0 3-15,0-1 9 0,0 0 1 0,-1 0-2 0,-1-2 0 0,1 0-4 16,-1-1-3-16,0-1-2 0,0 0 0 0,-1-1-3 0,0 1-1 15,0-1 0-15,0-1-4 0,0 0-1 0,0-1-6 0,0-1 5 0,0 0-3 16,0 0 1-16,0 1 3 0,-1-2-6 0,-1 0 1 0,0-1 1 0,1 1-1 16,-2-1 1-16,0 2 0 0,0-3-1 0,-2 1 2 0,2-2 0 15,-2 1-2-15,0 1 1 0,1 0-4 0,-2 0 4 0,-1 0-2 0,0 1 1 16,0-1 0-16,1 2-1 0,0 2 0 0,1-1 0 0,1 1 0 0,0 0-1 16,2 0-2-16,0 1 2 0,0 0 1 0,0 0 0 0,1 0-2 15,1 2 1-15,-1-1-1 0,1-1-1 0,1 2 0 0,1-2-5 0,0 1-3 16,0 0-11-16,1 1-19 0,1 1-23 0,-1 1-23 0,2 0-26 15,0 1-17-15,1 1 8 0,2 3-10 0,2 1-7 0,3 1-3 0,2 3-5 16,5 4-103-16</inkml:trace>
  <inkml:trace contextRef="#ctx0" brushRef="#br0" timeOffset="68035.63">20092 10806 368 0,'-8'-10'1'0,"-1"0"-7"0,0 0 3 0,2 2-2 0,2 2-5 0,1 0-2 16,0 1-4-16,2 0-2 0,-1-1-1 0,1 2-1 0,0-2-2 0,-1 0 0 16,2-1 5-16,-1 0 3 0,-1-2 9 0,0-1 6 0,-1 1 6 15,0-1 7-15,-1 0 6 0,-1 1 7 0,0-2 7 0,-1 1 5 0,-1-1 7 16,1 1 1-16,-1-1 1 0,-1 1 4 0,-1-1-1 0,0 0 1 16,-1 0 0-16,1 0-8 0,1 1 0 0,-1 1-9 0,1-2-3 0,1 1-2 15,0 0-9-15,2-1 2 0,0 1-3 0,0 1 1 0,2-1 4 0,0 0-5 16,1 0-4-16,1-2 0 0,0-1-4 0,1 1-1 0,0-1 2 15,1 1-3-15,-1 0 4 0,2 1 6 0,0 0-2 0,1-1 4 16,2 0 3-16,-1-1 3 0,2 0 7 0,2 1-3 0,1-1 1 0,2-2-7 0,2-1-2 16,3 3-3-16,1-2-5 0,2 2-1 0,2 0-4 0,0 1-7 15,3 2-6-15,1-1 1 0,0 1-4 0,2 2 5 0,-1 0 6 0,3 1-5 16,-2 1 3-16,3 2 0 0,0 0 1 0,-1 1 1 0,2 0 0 16,-2 0-4-16,2 0-4 0,0 3 3 0,0-1-3 0,-1 2-2 0,-2 2 3 15,-3-1-10-15,0 2 3 0,1 0 2 0,-2 1 0 0,2 3 5 0,-2 2 0 16,0 1 2-16,-2 2 0 0,-1 1 4 0,1 0 3 0,-1 2 0 15,-2 2 2-15,0 0 1 0,0 3-10 0,-2 2 0 0,-1-1 2 0,-1 3 1 16,-2 1 3-16,-1 2-4 0,-2 2-1 0,0-1 2 0,-1 3-1 0,-1-5 3 16,-1 0-1-16,-1-2-3 0,-1 0 1 0,0-1-4 0,-1-4 5 15,-2 0 2-15,0-3 4 0,-1-2 7 0,0-2-2 0,-2-1 6 0,0 0 2 16,-2-2 4-16,-2-2-1 0,-1 1-4 0,-3-1-3 0,-3 2-5 16,-1 0 1-16,-5 1-2 0,-4 0-4 0,-2 2-4 0,-5-1 0 0,0 0-6 15,-4 0-1-15,1-1-2 0,-3-3 2 0,2 0 2 0,-1-1 2 0,0-3 8 16,0-1-1-16,-2-4 2 0,0-2 1 0,0-1-3 0,1-3 3 15,0 0-4-15,-1-1-2 0,2-3-1 0,-3-1-4 0,2 0-3 0,-2-2-4 16,-1 1 1-16,2-3 1 0,1 1 9 0,0-1 3 0,4 1-4 0,0-2-6 16,2-1-8-16,2-1 0 0,1 0-2 0,3-1-4 0,2 0 2 15,5 1-6-15,2 0-2 0,3 1-3 0,3 3-14 0,3-1-11 0,4 2-16 16,2 2-22-16,4 1-16 0,3 3-12 0,2 0-9 0,5 2-2 16,2 2-4-16,6 1 0 0,1 2-3 0,1 3 3 0,3 2 4 0,-1 3-20 15,4 2-4-15</inkml:trace>
  <inkml:trace contextRef="#ctx0" brushRef="#br0" timeOffset="68718.63">23316 10426 1560 0,'-6'-20'54'16,"-1"0"-51"-16,-2-2-6 0,2 8-7 0,0 6-9 0,0 0-3 15,0 2-5-15,0 0-5 0,-2 1-8 0,-1-1-13 0,-3 1-12 0,-1 1-12 16,0 0 0-16,-4 2-2 0,0 0 3 0,0 1 10 0,0 0 6 0,-1-1 5 16,0 1 9-16,1 0 6 0,1 0 11 0,3 0 9 0,1-1 4 15,3 0 5-15,0 0 8 0,1-1 1 0,3 0 7 0,0-1 4 0,3 0 2 16,1-2 5-16,2 1 6 0,2-2-3 0,0 0 2 0,3-2-4 16,1 1 2-16,0-1 3 0,2 0 7 0,1-1 10 0,0 0 5 0,2 0 4 15,2 0-1-15,2 0-2 0,0 0-2 0,2 0-1 0,0 1-3 0,1 0-2 16,0-1-4-16,2 4-3 0,1-1-1 0,0 2-14 0,1 0-2 15,0 0-6-15,-1 1-5 0,2 0 7 0,0 1-2 0,2 1-1 0,1 2 0 16,1 0-1-16,1 0 4 0,0 1 1 0,1 1 1 0,1 1-5 0,1 1-2 16,0 0 0-16,0 1 2 0,-1 0-4 0,3 1 1 0,-1 1-4 15,1-1-1-15,-2 3 2 0,-1 0 3 0,-4 0-6 0,1 2 2 0,-3 0 0 16,0 1-7-16,0 1 4 0,-3 2 3 0,0 0-2 0,0 0 3 0,-3 4-3 16,0-1-1-16,-2 1-1 0,-2 0 8 0,-3 1 2 0,0 2 4 15,-1 2 2-15,-1 1-9 0,-3-1 4 0,-1 2-3 0,-3-3 4 0,-1 1 9 16,-1 0-4-16,-2 0 1 0,-2 1-5 0,-1 0 0 0,-1-2 6 15,-3 2-7-15,0-2 1 0,-2 2-7 0,-2 0-7 0,-1-3 6 0,-3 0 5 16,-2-1-4-16,-1-1 4 0,-3-1-4 0,-1-1-1 0,-4-2 4 0,-2 0 2 16,-2-2 2-16,-2-1-5 0,-1-5 5 0,0 0-4 0,-1-4 2 15,1-1 3-15,-2-1-4 0,-1-4 2 0,-1-1 4 0,-1-2 3 0,3-2 5 16,1 0 2-16,2-4-2 0,2-1 4 0,1 0 0 0,2-3-3 16,2 2-2-16,3-2 1 0,0-1-3 0,2 0-7 0,2 1-5 0,0-1-4 15,2 1 4-15,2 0 1 0,2 2-3 0,1-1-4 0,2 0-9 0,1 1-4 16,0 0 2-16,3 2-5 0,-1 0-2 0,1 1-5 0,1 0-18 15,1 1-15-15,2 1-24 0,0 2-33 0,-1-1-36 0,1 2-49 0,0 1-45 16,0 1-51-16,-1 0-157 0</inkml:trace>
  <inkml:trace contextRef="#ctx0" brushRef="#br0" timeOffset="89302.46">5587 5638 1830 0,'-15'-25'-42'0,"2"3"59"0,-1-3-5 0,7 9-7 0,3 7-3 0,3 1-8 16,1 2-4-16,1 2-12 0,1-1-7 0,1 1-7 0,0 0-2 15,0 0 5-15,0 0 5 0,-1 1 11 0,-1-1 6 0,-1 0 1 0,0-1 6 16,-1-2 3-16,2-1-1 0,-1 1 7 0,1-3-1 0,0-1-1 16,1-1 4-16,1-1-1 0,1-1-1 0,0 0 4 0,1-2-8 0,0 0 3 15,1 1 0-15,0 0 0 0,2-1 3 0,0-1-2 0,1 1 2 0,0-2-2 16,1-1 0-16,1-2 3 0,2-1-1 0,2-2-5 0,1-1 4 15,1-1-5-15,4 0 6 0,0-1 5 0,1-2-2 0,3 1 0 0,1-2-4 16,3 1 2-16,2-1 1 0,2 2 4 0,1 0-1 0,-2 1 3 16,3 1 2-16,1 2-5 0,3-2 4 0,2 3 0 0,0 2-3 0,0 3-2 15,-1 3-1-15,4 3-4 0,-1 4 1 0,3 2 3 0,4 3-9 0,0 3-1 16,1 3-3-16,0 4 1 0,-1 3 0 16,-3 5-5-16,0 5-2 0,-3 5-5 0,-3 4 1 0,1 2 0 0,-5 3 1 0,-1 1 0 0,0 2-2 15,-5 2 5-15,0 1 0 0,-3-1-6 0,-1 2 1 0,-2-1 3 0,0 1 2 16,-3 2 5-16,-5-2 3 0,-3 0 0 0,-4-2-1 0,-3-2 5 15,-2-1-2-15,-4-3 1 0,-2-3 3 0,-3-4 1 0,-3-2 6 0,-2 0 3 16,-4-1 0-16,-3 0 7 0,-5-1-2 0,-4 0 0 0,-3 0-3 0,-3 0-3 16,-4 1-9-16,-2 0-2 0,-6 0-5 0,-3 0 8 0,-4 0 5 15,-3 0 1-15,-3-1-1 0,-1-1-7 0,-3 0-5 0,0-2-1 0,0-4 0 16,-2-2 2-16,0 0-2 0,1-2 2 0,-2-1 3 0,0-1 0 16,-1-2-1-16,1-2 3 0,1-2-1 0,-1-1 1 0,3-3 6 0,3-3 3 15,3-1 4-15,7-5 3 0,5-2-3 0,2-2 5 0,5-2-5 0,3-1 1 16,1-4-2-16,5-2-3 0,0-2-3 0,3-3-9 0,4 0-2 15,1-2 11-15,2 0-3 0,4-2-1 0,1 2 2 0,2-3-7 0,2 2-1 16,2-1 3-16,1 1-4 0,2 0-1 0,1 3-2 0,1-2 0 0,1 2-3 16,1 0 2-16,0 1 0 0,1 2-5 0,2 2-1 0,-1 3 3 15,2 1-6-15,-1 1 1 0,2 1-3 0,-1 1-8 0,1 2 0 0,1 0-5 16,1 3-4-16,0 1-8 0,0 2-23 0,1 2-20 0,-1 1-46 16,4 3-37-16,1-1-20 0,2 2-13 0,1 2 16 0,3 1 12 0,2 1 7 15,1 1 13-15,4 2-41 0,1 1-22 0</inkml:trace>
  <inkml:trace contextRef="#ctx0" brushRef="#br0" timeOffset="90436.47">4057 6246 395 0,'-28'-19'-35'0,"-2"1"95"0,-6-3 27 0,4 4-50 16,4 4 1-16,0 0 0 0,2 3-6 0,1-1 1 0,2 1-6 0,1 2-6 16,2 0-3-16,2 1-4 0,1 1-2 0,1 1-4 0,2 1 0 15,1 2-3-15,2 0-1 0,0 0-1 0,1 1-3 0,2 1 1 0,1 0-3 16,2 2-3-16,0 0 0 0,0 0-1 0,2 1 1 0,0 1-2 15,2 1-1-15,-1 0 2 0,2 0 1 0,1 0 1 0,2 1 4 0,2-1-1 16,1 1 2-16,2-1 1 0,4-1 1 0,4-2-1 0,3 0 1 0,2-3 3 16,6-1 1-16,3-1-1 0,6-3-1 0,2-3 0 0,4-2 1 15,6-3 1-15,4 0 1 0,3-2-1 0,5-2-1 0,4-2-2 0,1 1 0 16,2-3 1-16,0 0 0 0,0 2 3 0,-3 2-1 0,0 2 5 0,0 1 0 16,-3 1 4-16,-1 1 5 0,0 0 2 0,-4 1 6 0,-1 3 1 15,-7 1 0-15,-7 3-8 0,-4 3-2 0,-4 1 0 0,1 2 1 0,3 0 16 16,0 2 6-16,4 1 9 0,1 1-1 0,1 3-8 0,2-1-6 15,3 4 15-15,2 1 11 0,4 1 0 0,2 2-5 0,2 2-29 0,-4 4-19 16,-4 4-9-16,-3-1 3 0,-5 3-2 0,-3 1 0 0,-3 2-1 0,-1 0-4 16,-2 3 2-16,-4 1 1 0,-2 2-1 0,-5 2-3 0,-3-2-6 15,-3 3 1-15,-4-1 9 0,0 0 3 0,-3 4 0 0,-3-1 4 0,-2 1-14 16,-5 2 2-16,-2-1-2 0,-5 0-5 0,-3 0 5 0,-3-3 1 0,-6-1-2 16,-3 0 3-16,-4-2 0 0,-6-1 4 0,-4-2-4 0,-4-2 5 15,-4-1 5-15,-2-4 0 0,-3 1 10 0,-5-1 1 0,-5-3-1 0,-1-1 2 16,-3-3 1-16,-1-1-3 0,-1-3 2 0,1-1 1 0,1-3 0 15,1-2 2-15,4-2-2 0,3-2 3 0,2-3-1 0,5-1 0 0,1-2-4 16,6-1-5-16,3-3-1 0,3-1-5 0,5-1 3 0,3-1-2 0,5-1-1 16,2 0-1-16,3-1-4 0,4 0 0 0,2-1 1 0,3 1-2 15,3-1 0-15,3 1-3 0,2 0-5 0,3-1 1 0,2 0-2 0,3 0-4 16,4 0-2-16,2 2-1 0,4 0-3 0,3 0 1 0,5 1-5 0,2-1 1 16,4 1-12-16,5 1-15 0,4 0-39 0,6 0-38 0,2 2-25 15,3-1-17-15,5 2 9 0,2-1 4 0,5 1 12 0,4 2-5 0,2 1-33 16,3 3-75-16</inkml:trace>
  <inkml:trace contextRef="#ctx0" brushRef="#br0" timeOffset="92898.46">5733 7312 515 0,'5'-25'-92'0,"0"-3"208"0,1-3-63 0,0 5-7 0,2 6-8 0,1 3-10 15,3 1-10-15,1 1-5 0,3 1-3 0,0 2-4 0,4 0-1 16,4 0-2-16,4 1 0 0,3 0-1 0,2 1-1 0,2 2-1 0,1-1 3 16,2 1-2-16,5 1-1 0,2 1 0 0,3 0-4 0,3 2 1 0,1 0 1 15,5-1 3-15,1 2 3 0,4 0 2 0,3 1 1 0,1-1 0 16,4 2-1-16,3-1 1 0,1 2-2 0,4 0 2 0,-1 2 4 0,4 0 0 16,2 0 1-16,0 1 2 0,5-2-1 0,-1 2-3 0,4 0 4 15,-1 1-2-15,4-1 2 0,-1 0 4 0,1 1-2 0,-1 0 3 0,-1 1-3 16,-2 0 3-16,-2 0-1 0,-1 1 1 0,0 1 3 0,-2 1 3 0,-2-1-2 15,-2 3-1-15,-4-1-1 0,-4 2-2 0,-4 0-2 0,-5 1 2 16,-3 0-1-16,-4 1 7 0,-3 2 5 0,-2 2-2 0,-5 1-2 0,-3 1-3 16,-2 2-4-16,-2 0-2 0,-5 1 3 0,-2 1-3 0,-2-1 1 0,-3 0-6 15,-2 1-2-15,-1 2 0 0,-2 0-8 0,-5 1 4 0,-1 2-1 16,-2-2-2-16,-4 3-1 0,-1-2-7 0,-2 3 0 0,-2-2 1 0,-3 2 0 16,-4 1 2-16,-2 0-2 0,-5 0-2 0,-3 1-2 0,-1-1-2 0,-7 2 0 15,-4-2 2-15,-5 1 1 0,-5-2 0 0,-5-1-3 0,-4-3-1 16,-6 1 1-16,-6-1-1 0,-4-2 0 0,-5 1 2 0,-5-3 1 0,-3 0 2 15,-6-1-1-15,-2-2 3 0,-1-1-4 0,-2-1 3 0,0-1 3 16,-1-2 2-16,2 1 8 0,0-2 1 0,-1 0 6 0,3-2 3 0,0-2 1 16,1 1 3-16,4-2-2 0,2-3 1 0,2 0 0 0,4-1 0 0,3-1-1 15,3 0-4-15,5-1 3 0,3-2-1 0,2 0-2 0,2 0 0 16,2-2-4-16,2 1-9 0,1-1 2 0,0-1-1 0,2-1 1 0,-1 0-3 16,0-2-2-16,3 1 0 0,1-2-2 0,1-1 2 0,2 1-2 15,1-2-5-15,2 0 4 0,2-1-1 0,4 0 5 0,1 0 7 0,4-1-4 16,0 3 6-16,3-2-2 0,1 0 0 0,2 0 1 0,0 0-6 0,2-1 0 15,0 1 1-15,3 0-2 0,0 0 1 0,0 1 0 0,3 0-2 16,0 0 2-16,2 1-2 0,0 0-1 0,1-1 0 0,1 1 1 0,0-1 1 16,0 2-4-16,2 0 1 0,-1 0 1 0,1 1-4 0,1-1 4 0,0 1-1 15,0 1-3-15,1-1 3 0,0 0-2 0,0-1 2 0,1 1 0 16,1 0-3-16,-1 1 1 0,1-1 2 0,0 1 1 0,0-1-1 0,0 1 3 16,1 0 0-16,-2 0-2 0,1 1 2 0,0 0-2 0,-1 0 0 0,1 1 1 15,0 0-2-15,-1 0 0 0,0 1 1 0,-1 1 1 0,1-1 0 16,-1 1-1-16,0 1 2 0,0-1-5 0,0 1 1 0,0 0-1 0,-1 0-2 15,1 1 1-15,0-1 4 0,0 0-5 0,0 1 1 0,0 0 2 16,-1 1-3-16,0-1 2 0,0 1 4 0,0 0-3 0,-1-1 3 0,0 1-1 16,1 0-2-16,-2 0 0 0,1 0 4 0,0-1-2 0,-1 1 1 0,1-1-1 15,1 1 1-15,-1-1-1 0,0-1 1 0,0 0 2 0,1 1-1 16,-1-1 0-16,1 0 1 0,-1 0-1 0,1 0 0 0,-1 0 1 0,1-1-3 16,-1 1 1-16,1 0 0 0,-1-1-1 0,0 1 0 0,0-1 3 0,0 1-3 15,0-1 1-15,1 1-2 0,0-1 1 0,-1 0 0 0,1 0-3 16,0 1 5-16,0 0-5 0,0 0 3 0,-1 0 1 0,1 0-3 0,0 0 1 15,0 0-1-15,0 0 0 0,0 0 0 0,-1 0 1 0,1 0 1 0,0 1-1 16,-1 0-2-16,0 1 3 0,0-1 0 0,0 0 2 0,0 0-2 16,0 0 0-16,0 1 0 0,0-1-3 0,0 1 4 0,1 1-3 0,0-1 1 15,0 0-1-15,0 1-1 0,0-1 1 0,0 1-3 0,0 0 1 0,1 0 1 16,0 0 0-16,0 0 1 0,0 0-1 0,0 0-1 0,0 0 2 16,0-1 1-16,0 1-2 0,1-1 3 0,-1 1-1 0,0-1 3 0,0 0-3 15,0-1 2-15,-1 0-1 0,0 0-1 0,1 1 2 0,-1-1-2 16,0 0 1-16,0 1 0 0,0-1 0 0,-1 0 3 0,1 0-3 0,0-1 0 15,0 1 2-15,1-1-3 0,-1 0 2 0,0 1 3 0,0-1-5 0,-1 0 3 16,2 0-1-16,-2 0 2 0,1 0-1 0,0 0 1 0,0 1 1 16,1-2 0-16,0 1-2 0,0 0-2 0,-1-1 1 0,1 1-2 0,-1-1 1 15,1 0 1-15,0 0-1 0,0 1 2 0,0-1-1 0,-1 1 0 0,1 0-1 16,0-1 1-16,0 2-2 0,-1-2 2 0,1 1-3 0,-1-1 2 16,1 1 1-16,-1 0-2 0,1-1 3 0,0 0-2 0,0 0 2 0,0 0-1 15,0 1-2-15,0-1 2 0,-1 1-1 0,1-1 0 0,0 0 0 16,-1 0 2-16,1 0 0 0,0 1 0 0,0-1-1 0,0-1-1 0,-1 1-2 15,2 0 2-15,-2 0 0 0,0-1 2 0,1 1 2 0,-1 0-4 0,1 0 4 16,0 0-1-16,-1 1-3 0,0-1 1 0,0 1-5 0,0-1 2 16,0 1 0-16,0 0 2 0,0-1 2 0,0 1-1 0,-1 1-1 0,2-1-3 15,-1 0-1-15,0 0 3 0,1 0 0 0,-1 0-2 0,0 1 3 0,1-1-3 16,0 1 1-16,-1-1 1 0,1 1 0 0,-1-1 1 0,0 1-3 16,1-1 3-16,-1 1-1 0,0-1 1 0,1 1 1 0,0-1-1 0,-1 1 0 15,0-1-1-15,0 0 0 0,1 0 2 0,-1-1-2 0,0 2 1 16,-1-1 2-16,1 0-2 0,0 0 2 0,0 0-1 0,0 0-1 0,-1 0 0 15,1 0 0-15,-1 0-1 0,0 0 1 0,1 1-2 0,-1-1 1 16,1 1 1-16,0 0-4 0,0 0 6 0,0-1-5 0,-1 1 2 0,1 0-1 16,0 0 1-16,-1 0 2 0,0-1-1 0,0 1 2 0,0 0-5 0,0 0 3 15,0-1-1-15,0 1-2 0,1-1 5 0,-1 1-4 0,0 0 4 0,0-1-1 16,0 1-1-16,1 0 1 0,-2-1 0 0,2 0-1 0,-1-1 0 16,-1 1 0-16,2-1 2 0,-1 0-2 0,0 1-2 0,1 0 4 0,-1-1-4 15,2 1 1-15,0 0 1 0,-1 0-2 0,0 0 2 0,-1 0-2 16,2 0 1-16,-1 0 1 0,0 0 1 0,0-1-1 0,0 0 0 0,0 1 0 15,0-1-1-15,0 1 1 0,0 0 1 0,0-1-1 0,0 1 0 0,0-1 0 16,0 1 0-16,-1 0 0 0,0 0-1 0,1 0 0 0,-2 0 0 16,1 0 1-16,0 1 0 0,0-1 0 0,1 1-2 0,-1 0 2 0,1-1-3 15,0 2 0-15,0-1 1 0,-1 0-3 0,1 1 2 0,0-1-2 0,-1-1 1 16,1 1 2-16,1 0-1 0,0-1 5 0,-1 0-4 0,0 0 4 16,0 1 0-16,0-1-2 0,0 0 1 0,0 0-1 0,0-1 0 0,-1 1-1 15,2 1-1-15,-1-2 0 0,0 1 2 0,0 0 0 0,-1-1 2 16,1 1-4-16,-2 0 1 0,1 0-3 0,0 0 2 0,0 0 1 0,-1 0-2 15,1 0 3-15,1 0 0 0,-1 0-1 0,1 1-1 0,-1-1-1 0,0 0-1 16,1 0 1-16,0 1-1 0,0 0 4 0,-1-1-1 0,-1 2 1 0,1-2 0 16,1 1-3-16,-1 0 3 0,1 0-2 0,0-1 3 0,-1 0 0 15,0 1 1-15,1-1 1 0,-1 0-2 0,0 1-1 0,0-1 3 0,0 0-4 16,0 0 2-16,0-1-1 0,0 1-1 0,1 0 1 0,-1-1-3 16,1 1 3-16,0-1 0 0,0 1-1 0,0 0 1 0,0-1-1 0,0 1 0 15,0 0 2-15,0-1-4 0,0 1 0 0,0 0-1 0,0 1-1 0,0-1 1 16,0 0 1-16,0 0-1 0,0 0 3 0,0 1 0 0,0-1-2 15,0 0 4-15,0 1-1 0,0 0 0 0,0-1 0 0,-1 1 0 0,1-1-1 16,-2 1 2-16,2-1 1 0,-1 0 0 0,0 1-1 0,0-1-1 0,0 1-2 16,0 0 3-16,0-1-2 0,0 0-2 0,0 1 3 0,-1-1-2 15,2 1 1-15,-1-1 2 0,0 1-1 0,1 0-4 0,-1 1 2 0,1-1-1 16,-1 0 1-16,0-1 1 0,0 2-1 0,0-1 1 0,0 1-2 16,-1-1 0-16,1 1 1 0,-1-1 1 0,0 1 1 0,0-1 0 0,0 0 2 15,0 0-2-15,-1 0 1 0,1-1-1 0,0 0-1 0,-1 0 2 0,1 1 0 16,-1-1 1-16,2 0-1 0,-1 0 0 0,1 0-2 0,0-1 2 15,0 1-2-15,0 0 0 0,1 1 1 0,-1-1-3 0,1 0 3 0,-1 0-1 16,1 0 1-16,1 0 0 0,-2 0-1 0,1 0 2 0,0 0-1 16,0 0-1-16,0 0 1 0,0 0 1 0,0 0-1 0,0-1 1 0,1 1 0 15,-1-1-1-15,0 1 2 0,-1-1 0 0,0 0-1 0,1 0 0 0,0 0 2 16,0 0-2-16,-1-1 0 0,1 0 1 0,0 0-2 0,0 0 1 16,1 1 1-16,-2-1-2 0,2 1 1 0,0 0-2 0,1 0 0 15,0-1 0-15,-1 0-2 0,1 0 3 0,1 0-3 0,-1 0 1 0,2 0 0 0,-1 0 0 16,1 0-1-16,1 0 2 0,-1-1-1 0,1 0-2 0,-2 1 0 15,1 1 0-15,0-1-2 0,0 1 1 0,0 0 0 0,-1 0 0 0,0 0-2 16,-1 0 0-16,2 0-6 0,-2 1-5 0,2-1-21 0,-1 1-29 16,0-1-15-16,0 0-1 0,-1 1 8 0,1 0 19 0,0 0 3 0,0 1-3 15,1-1-1-15,-1 1-3 0,0 1-5 0,1-1-3 0,0 1-5 0,0 1-8 16,0 0-6-16,0 1-16 0,0 0-131 0</inkml:trace>
  <inkml:trace contextRef="#ctx0" brushRef="#br0" timeOffset="106037.46">10931 4065 1473 0,'-3'2'209'0,"0"1"-42"16,-2 0 2-16,2-1-3 0,1 1-8 0,1-1-23 0,1 2-25 0,-1-1-14 15,2 0-16-15,-1 1-6 0,0 0 0 0,0 1-3 0,1 0-4 16,1 2 3-16,1-1-2 0,1 2-4 0,0 0 2 0,1 1 1 0,0-1-14 16,-1 1-1-16,1 1-4 0,-2-1-7 0,2 2 2 0,0 0 0 15,-1 2-10-15,1-1-3 0,0 1-1 0,-1-1-10 0,1 0-2 0,0 1-5 16,0 0-4-16,1 0-3 0,-1-1 1 0,-1 1 0 0,1 0-4 0,0 1 0 15,0-2-2-15,-1 0 0 0,0-1 2 0,-1-1 0 0,1-1-2 0,-1-1-2 16,0 0 6-16,0-3 0 0,-1 0-16 0,0-1 10 0,0-1-12 16,-1-1-7-16,1-1 12 0,-2-1-28 0,0-1 3 0,0-1-25 0,-1-1-29 15,0-2-33-15,0-2-53 0,0-1-49 0,0-1-56 0,0-1-59 0,1-1-56 16,0-1-102-16,0 0-490 0</inkml:trace>
  <inkml:trace contextRef="#ctx0" brushRef="#br0" timeOffset="106471.46">10657 4103 894 0,'-11'-7'209'15,"1"1"-20"-15,-3-3-2 0,3 1-12 0,3 1-9 0,1 1-10 0,0-2-16 16,2 0-7-16,1-1-16 0,1 0-12 0,1 0-10 0,1 0-7 16,1 0-4-16,2-1-5 0,1 0-5 0,0-1-5 0,3 0-2 0,0-1-12 15,2 2-4-15,1-1-6 0,1-1 1 0,2 0-5 0,1 1-7 0,2-1-1 16,0 0-4-16,0 0 2 0,2 0-2 0,0 1 7 0,1 2-2 15,0 0-3-15,0 1-5 0,-1-1-13 0,2 1 2 0,1 1-4 0,0 1-1 16,1 1-1-16,0 0 0 0,0 2-7 0,0 0 6 0,0 1-4 16,-2 1-1-16,2 1 3 0,0 0-8 0,0 1 4 0,2 2-2 0,-2 0 2 15,2 3 2-15,1-1-2 0,-1 3-8 0,1 1 0 0,0 1 2 0,0 1-11 16,1 0 6-16,1 2 0 0,0 1-1 0,-1 3 22 0,-1 1-3 16,-1 2-2-16,-4 1-1 0,0 1-12 0,-1 1 3 0,-3 2-3 15,1-2 6-15,-1 3-4 0,-2-1 4 0,-3 3 0 0,-2 0-3 0,-2 0 6 16,-3 0-5-16,-2-2 2 0,-1 0 2 0,-3-1-5 0,-2 0 4 0,-3-2-2 15,-2 2-1-15,-2-2 4 0,-4 0-1 0,-2 1 3 0,-1-2-9 16,-2 0-3-16,-2-1-1 0,-2-1 9 0,-2-2 13 0,-3-1-4 0,-2-1 2 16,-3-3-12-16,-1 0 1 0,-2-2 0 0,-2-1 0 0,0-2 5 0,-1-1-5 15,1-3 2-15,0-2 0 0,0-3 2 0,1-3-1 0,0-2 1 0,1-2 0 16,2-4-4-16,1-1 0 0,3-3-4 0,-1-3-3 0,3-4-6 16,-1-2 7-16,2-3 6 0,0-3 2 0,4-1 5 0,1-2-9 0,3 1-3 15,4 2 1-15,2 2-11 0,3 4 6 0,2 3 1 0,1 3 3 0,3 4 3 16,1 2-4-16,1 2 1 0,0 1-10 0,2 1 0 0,1 1-9 15,1 1-13-15,2 2-9 0,0 1-21 0,1 0-18 0,1 2-26 0,2 0-39 16,1 1-53-16,1 1-70 0,2-1-85 0,1 0-131 0,0 0-536 16</inkml:trace>
  <inkml:trace contextRef="#ctx0" brushRef="#br0" timeOffset="107107.46">12001 3561 1303 0,'-4'2'288'0,"0"1"-73"0,-1 0 1 0,0 0-11 16,2-1-23-16,0 2-25 0,1 2-30 0,0 0-21 0,1 2-14 15,0 0-16-15,-1 1-4 0,2 1-18 0,-1 1-11 0,1 2 1 0,0 1-8 16,2 2-6-16,0 1-4 0,0 2-9 0,0 0-8 0,0 1-8 0,0-1-1 16,1 3-3-16,-1-1-8 0,2-1-2 0,-1 2-3 0,0-2 8 15,0 1 4-15,0 0 0 0,-1-3 1 0,0 0-6 0,-2-2 0 0,0-1 4 16,-1-3-1-16,-1-1 1 0,0-1 3 0,-2-2 1 0,0 0-5 16,-1-1 6-16,1-1-1 0,-1 0-3 0,0-2 2 0,0-1-5 0,-1 0-5 15,1-1-6-15,0 0-3 0,1-2-5 0,0-1-2 0,0-1 2 16,0 0-1-16,1-2 1 0,0 0 0 0,1-2 3 0,0-1 2 0,0-1 4 15,0-2 6-15,1-1 2 0,0-2 6 0,0 0 0 0,0-3 4 0,0-2 1 16,0 0 0-16,0-2-1 0,0-2 3 0,1 0 9 0,-1-2 6 0,0-2 13 16,0 2-1-16,1-3-1 0,-1 3 3 0,1 1-2 0,0 0 9 15,0 3 4-15,1 0 0 0,0 3 4 0,1 2-3 0,0 1 0 0,0 1 0 16,1 2-1-16,0 2-5 0,1 1-2 0,1 2 0 0,0 1 0 16,0 1 1-16,0 1-2 0,1 1-6 0,0 2-5 0,2 0-4 0,1 2 2 15,-1 0-6-15,3 1 6 0,-1 2-4 0,1 0-1 0,1 1-3 0,0 2 1 16,-1 1-10-16,1 0-3 0,2 1 3 0,0 0-2 0,0 0 0 15,2 0-2-15,2 0-2 0,0 0 2 0,-1 1-4 0,2 0 2 0,-2-1-2 16,-1 1-4-16,0-1 2 0,-1 0-1 0,-1-1 1 0,-1-2 0 0,-2-2 2 16,0-2 0-16,-1-2 2 0,-2 0 4 0,0-3-4 0,-2-1 2 15,0-2-2-15,-1-2-2 0,0-2 6 0,0-2 0 0,-1-2 3 0,0 0 1 16,-1-3-4-16,0-1 0 0,-1-1-2 0,-1 0 2 0,1-4-2 0,0-1 2 16,-1-2-6-16,0-3 6 0,0-1-2 0,-1-1-1 0,1 1 5 15,-1 0-4-15,2 3-2 0,0-1 2 0,1 3-4 0,2 4 2 0,0 3-11 16,0 4-1-16,0 2-6 0,0 3-3 0,0 2 7 0,-2 3-3 15,1 1-8-15,-1 3-10 0,0 1-7 0,-1 2-9 0,1 2-13 0,-1 1-6 16,-1 2-26-16,0 2-35 0,0 1-39 0,0 1-68 0,0 0-65 0,1 0-69 16,0 1-93-16,0-1-163 0,2-1-177 0</inkml:trace>
  <inkml:trace contextRef="#ctx0" brushRef="#br0" timeOffset="107554.46">12671 3397 1404 0,'-3'0'496'0,"-2"1"-287"0,0 0 18 16,1 1-21-16,2 1-26 0,0 0-31 0,2 1-36 0,-1 1-20 0,0 1-16 16,1 2-10-16,-1 0-5 0,1 2-15 0,0-1-4 0,1 3-3 15,1 1-8-15,0 1-5 0,0 1-3 0,0 1-7 0,1 0-4 0,0 0 0 16,2-2-10-16,0 1 5 0,1-1-8 0,1 1-2 0,2-2 2 15,1-2-4-15,0 0 2 0,1 0 2 0,1-2-3 0,0-1-1 0,2-1 4 16,0-2-6-16,1-1-1 0,-1-1-4 0,0-1-6 0,-1-1 3 0,-2-1-1 16,0 0 0-16,0-2-3 0,-1 0-11 0,-1 0 1 0,-2 0 5 15,-1-2 3-15,0-3 16 0,0-1 1 0,0-1-1 0,0-2 0 0,-1 0 4 16,0 0 0-16,0-2 0 0,-1-2 2 0,0 0-2 0,0-2 2 0,-1 0-2 16,0-2 2-16,1 0 0 0,-2 0 3 0,1 1-1 0,0 1-3 15,-1 3 7-15,0 0-5 0,0 3 3 0,0 1 1 0,-1 3-5 0,0 1 3 16,0 2-3-16,-2 2 3 0,0 1 8 0,0 1-2 0,0 1-2 15,-1 1 0-15,1 1-1 0,-1 3 4 0,1 0-1 0,-1 3-1 0,1 1 1 16,0 0-4-16,1 1 2 0,0 1 0 0,0 2-1 0,1 0 1 0,0 2-3 16,0-1 1-16,2 0-3 0,1 0-2 0,0-1-2 0,2-1-2 15,-1 0 4-15,2 1-6 0,0-2 0 0,1 0 0 0,-1-2-5 0,1 0 0 16,1-1-2-16,0-1-8 0,0 0-4 0,0-1-14 0,0-1-14 0,0-2-21 16,0 0-22-16,-1 0-65 0,0-1 1 0,0 0 14 0,-1-1-26 15,0-2-1-15,1-2-56 0,-1-1-60 0,0-2-43 0,0 0-54 0,0-1-203 16,0-1 121-16</inkml:trace>
  <inkml:trace contextRef="#ctx0" brushRef="#br0" timeOffset="108055.47">13177 3483 1057 0,'-2'6'358'0,"0"0"-86"0,-1 3-39 0,2-1-36 16,0 1-25-16,1-1-21 0,1 0-22 0,0-1-12 0,2 0-20 15,0 0-9-15,1-1-12 0,1 1-10 0,0-1-11 0,0 0-8 0,1 1-8 16,-1-2-11-16,2 1-2 0,0-1-6 0,2 0-6 0,-1-1 0 0,1 0-3 16,0-1-6-16,-1 1-3 0,0-2 4 0,0 1-3 0,0-1-1 15,-1-2 2-15,-1 2-6 0,0 1 5 0,-1-2-3 0,0 0 4 0,0-1-4 16,-1 0 2-16,-1-1-4 0,0 0 0 0,0-1 8 0,0-1-6 0,0 1 3 16,0-3-3-16,0 0-3 0,0-1 3 0,0-1-2 0,-1 1 2 15,1 0-2-15,-1-1 0 0,1 1-1 0,1 0-5 0,-1 1 1 0,0 1-2 16,0 0 0-16,-1 1 9 0,1 1-3 0,0-1 1 0,-1 2-1 15,0 0-8-15,0 0 4 0,0 2 0 0,1-1-4 0,-1 2 2 0,1 0 2 16,0 0-2-16,1 1 4 0,0 0 3 0,1 0-3 0,0-1-6 0,0-1 1 16,0 1-4-16,0-1 3 0,1 0 3 0,0-1-3 0,-1 0-1 15,1 0 3-15,0 0-1 0,0-1 5 0,1 1 3 0,-1-1-2 0,1-1 1 16,0 2 5-16,-1-3-1 0,-1 1 3 0,-1 0 3 0,1-2-4 0,1 1-1 16,-1-1 3-16,0-1 2 0,0 0 2 0,0 0 5 0,0 0-4 15,-1-2-4-15,1 1 8 0,-1-1-11 0,0 1 6 0,0 0 5 0,-1 0-14 16,0 0 9-16,1 1-2 0,0 0 0 0,-1 0 5 0,1 1-6 15,0 1 1-15,0 1-6 0,0 0-2 0,-2 1 6 0,2 1-3 0,-2 1-2 16,1 1 3-16,0 0-3 0,-1-1 6 0,1 2-1 0,0 0-7 0,-2 0 8 16,1 1-10-16,0 0 2 0,-1 0 4 0,2 0-6 0,0 0 1 15,0 0-1-15,-1 0 3 0,0 0-10 0,1-2 4 0,0 3-9 0,0-1-4 16,0 0 1-16,0 1-11 0,0-3-10 0,1 1-22 0,0-1-18 0,0 1-28 16,0 0-24-16,1-1-25 0,0 1-29 0,-1-1-22 0,0 1-31 15,1 1-45-15,0-1-73 0,0 1-98 0,0-1-147 0</inkml:trace>
  <inkml:trace contextRef="#ctx0" brushRef="#br0" timeOffset="108654.46">13857 3524 1365 0,'4'0'276'0,"-1"0"-95"0,2 0-21 0,0-1-20 15,-1 0-21-15,2-1-27 0,0-2-27 0,1 0-16 0,0 0-8 0,1-1-4 16,0-1 1-16,-1 0-3 0,0 0 0 0,-1-1 1 0,1-1 1 0,-1 2 2 16,0-2 2-16,0 2-3 0,-1-3 7 0,0 0-8 0,0 0 2 15,0 1 4-15,-1-1-6 0,0 0-1 0,-1 1-3 0,-2 0-8 0,1 0-4 16,-1 0 3-16,0 1 3 0,-1 0-2 0,-2 0-4 0,0 3-2 0,0-1 5 16,-2 2-5-16,0 0-1 0,-1 2 2 0,1 1 0 0,-2 0-4 15,1 1 3-15,0 2-8 0,0 0-2 0,0 0 0 0,0 2 0 0,1 1 2 16,-1 0-2-16,2 1 2 0,1 0-7 0,0 1 3 0,1 0-3 15,0 0-2-15,2 1 3 0,0 1-3 0,1 1 2 0,0 0-2 0,1 1-2 16,1-1 0-16,2 1-2 0,0-1-2 0,0 1 2 0,2-1-5 0,0-1 1 16,2 0-3-16,1-2-2 0,0-1-4 0,2-2-3 0,1-1-9 15,1-2-6-15,0-1-5 0,1-1-3 0,0-1-4 0,-1-2-1 0,0-1 9 16,0-1 8-16,0-2 13 0,0-1 7 0,-1-2 6 0,0-1 3 0,0-1 3 16,-1 0 2-16,0-1 4 0,0 1 0 0,0-1 1 0,-2 0 6 15,0 0 0-15,-1 0 5 0,0 2 5 0,0 0 3 0,-1 0 1 0,0 0 2 16,0 1-3-16,-1 0-4 0,-1 2-1 0,-1 3-2 0,0 0 5 15,0 2-1-15,-2 2-2 0,0 2 0 0,-1 1-9 0,0 2-1 0,0 1-2 16,-1 1-3-16,1 1-2 0,-2 2-1 0,1 1 0 0,-1 0-1 0,0 0-1 16,-1 0 0-16,0-1-4 0,0 1 0 0,-1 0-4 0,1 0 0 15,0-1 0-15,-2 1-1 0,1-2-1 0,-1 1 3 0,0 0-5 0,0-2 4 16,-1 0 1-16,0-1-1 0,0-1 6 0,1-2-8 0,0 0 2 0,-1-2-1 16,1-2-1-16,0-1 10 0,1-1 0 0,-1-2-1 0,1-1 1 15,0-2 0-15,1-1 0 0,0 0-3 0,1-2 7 0,1 0-2 0,1-1 3 16,0-2 10-16,1 1-3 0,1 0 7 0,0-3 1 0,1-1-7 15,2-1 4-15,-1 1-6 0,2 1-3 0,-1 0-1 0,2 2-5 0,1 2-4 16,0 0-6-16,0 2-2 0,-1 2 6 0,-2 2 2 0,1 1 6 0,0 1-10 16,0 1 6-16,-1 1-10 0,1 1 0 0,-2 1 3 0,-1-1-13 15,1 2-5-15,0-1-18 0,-1 0-27 0,0 1-27 0,0 0-42 0,1 0-54 16,0 1-52-16,1 0-55 0,-1 0-46 0,2 0-70 0,0 0-114 0,1 0-366 16</inkml:trace>
  <inkml:trace contextRef="#ctx0" brushRef="#br0" timeOffset="108840.46">14828 3355 1554 0,'4'2'251'0,"-1"0"-60"15,3 2 2-15,-1-1 5 0,-1 0-20 0,2 0-24 0,0 1-27 0,0-1-25 16,0 1-11-16,0 1-11 0,-1-2-15 0,2 3-7 0,-2 0-8 0,1 0-8 16,0 1-6-16,-2 1-9 0,1 1-3 0,-1 0-8 0,1 0-8 15,-1 1-1-15,0-1-5 0,-1 0 0 0,1-1 1 0,0 0 1 0,0 0-4 16,0-2-2-16,-1-1-7 0,0 0-8 0,1-1-8 0,-2-1-26 0,0 0-27 15,0-2-46-15,0 0-49 0,-2-1-53 0,2-2-60 0,-2 0-91 16,1-2-145-16,-1-2-97 0,1 0-91 0</inkml:trace>
  <inkml:trace contextRef="#ctx0" brushRef="#br0" timeOffset="109241.46">15095 3125 559 0,'3'3'171'0,"1"0"-82"15,2 2-32-15,0 0-19 0,0-2-11 0,1 1-6 0,1 0-12 0,-1 0-9 16,2 0-11-16,-1 1-12 0,2-1-8 0,0 0 0 0,0 0 2 0,0-1 6 16,0 1 1-16,-1 0-5 0,2-1-5 0,1 0-6 0,0-1-6 0,0 0 4 15,0-1 4-15,0 0 10 0,1 0 11 0,1-1 10 0,1 1 12 16,-2-2 15-16,1 1 21 0,-1-1 20 0,-1 0 17 0,0-1 16 0,-1 0 9 16,0-1 13-16,-1-1 14 0,-1 0 6 0,1-1 9 0,-1 0-6 15,-1-1-6-15,1 0-5 0,-2-1-6 0,1-1-4 0,-1 2-10 0,-1-2-7 16,-1 0-12-16,1 0-14 0,-2-1-5 0,-1 2-8 0,-2-2-6 0,0 2 3 15,-2 0-2-15,-1 0-9 0,-1 0-1 0,-1 1-5 0,-2 1-11 16,0 1-7-16,-2 1-2 0,0 1-9 0,-1 1 8 0,-1 1-2 0,0 2 0 16,0 1 3-16,-1 3 6 0,-1 2 0 0,0 1-1 0,1 3 3 15,-1 0-10-15,-1 4 3 0,0 3-5 0,-2 0-2 0,1 5 0 0,0 2-13 16,1 0 10-16,3 3-4 0,2-2 7 0,4 3 13 0,1-2-8 0,3 0-1 16,2-4-9-16,2-1-6 0,2-2 1 0,1-3-3 0,2 0-1 15,2-3 2-15,2-1-8 0,0-3-4 0,2 1-1 0,1-3-5 0,0-1 3 16,0-2-4-16,2-2-2 0,1-2-3 0,-1-2-8 0,2-1-3 0,0-2-42 15,0 0-1-15,1-2 12 0,-1-1 5 0,0-2 36 0,-1-1-22 16,0 0-16-16,0 0-17 0,-2-1-8 0,1 1-5 0,-2 0-21 0,-2 0-35 16,1 0-32-16,-3 2-38 0,0-1-49 0,-1 0-74 0,-2 1-75 0,-1 1-147 15,-1-1 79-15</inkml:trace>
  <inkml:trace contextRef="#ctx0" brushRef="#br0" timeOffset="109805.46">11445 5495 1601 0,'2'-6'221'0,"-1"0"-57"0,2-2 6 0,0 1 1 15,-1 1-13-15,1-1-23 0,1-2-23 0,-1 0-8 0,2-1-7 16,-1-1-10-16,1-1-9 0,1 0-12 0,1-1-14 0,-1 0-1 0,3 0-4 16,0 1-8-16,2-1-2 0,-1 0-4 0,2 0-4 0,0 1-1 0,1 0-4 15,1 0-2-15,0 0-6 0,-1 1-2 0,1 1-1 0,-1 1-4 16,0 2-2-16,1 0-5 0,-1 2 4 0,1 2-4 0,-1 2-4 0,0 0 2 16,-1 3-4-16,-2 1 2 0,1 1-1 0,0 2-1 0,-1 1-4 0,0 3-3 15,-1 3 2-15,-2 0-4 0,1 2 0 0,-1-1 3 0,-1 1-1 16,-1 1 4-16,-1 1 7 0,0 0-6 0,-1 1 8 0,0 2 0 0,0-2-6 15,-1 3 6-15,1-2 2 0,0-2 2 0,0 0-1 0,1-1 2 16,-1-1-5-16,2-2 2 0,0-2 0 0,0 0-4 0,0-1 3 0,1-1-1 16,0-1 2-16,0-1 3 0,2-2 1 0,-1-2-2 0,0-1 1 0,2-1-1 15,0-2-3-15,0-1 3 0,1-1-6 0,2-1 2 0,-1-3-2 16,2-1 0-16,0-2-2 0,0-1-2 0,0 0-1 0,-1-1-7 0,1-3-3 16,1 0-5-16,-1-1-13 0,0 0-13 0,-1 0-18 0,0-2-28 15,1 0-27-15,-1 1-43 0,-1-1-43 0,-2 1-54 0,0 2-55 0,-3-1-85 16,-1 0-139-16,-1 0-348 0</inkml:trace>
  <inkml:trace contextRef="#ctx0" brushRef="#br0" timeOffset="110206.46">11439 5150 1192 0,'-10'1'364'0,"-1"1"-240"0,-2 0 22 16,4-2 10-16,3 0-2 0,3-2-8 0,2-1-27 0,2 0-17 0,1-2-9 15,2-1-4-15,1-1 5 0,1-3-1 0,3 2 5 0,1-3-7 0,3 1-7 16,3-3-6-16,2-1-18 0,3-1 1 0,1-1-6 0,3 0-4 16,0-1-3-16,2 0-13 0,0 1 1 0,0 0-8 0,3 1-6 0,-1 0 6 15,3 3-7-15,-1 0-4 0,1 1 2 0,0 1-3 0,0 2 1 16,0 1-4-16,-1 2-5 0,3 3-4 0,-2 1 1 0,2 1-3 0,0 2 4 16,3 3-4-16,1 3-4 0,2 2 2 0,2 3-4 0,-1 3-4 0,-1 2 3 15,1 3-1-15,0 3-5 0,-1 1-1 0,-1 4-5 0,-1 0-25 16,-3 2-3-16,-3 0 9 0,-2 2 3 0,-3-1 14 0,-2 2-3 0,-4-1-6 15,-4 1 8-15,-3-1 7 0,-4-1 5 0,-2 0-1 0,-5 0-4 16,-1 0-3-16,-5-1 0 0,-1 0 3 0,-5-2 0 0,-3 2-1 0,-2-2-3 16,-3 3 1-16,-2-2 7 0,-4 0-9 0,-2-1 2 0,-2-1 12 0,-3 0 4 15,-2-2 13-15,-3-1 0 0,-3-1-10 0,-1-2-3 0,-4-2 0 0,1-4 2 16,-2-1-2-16,-2-3 5 0,-2-2 3 0,0-4-1 0,-1-2 5 16,3-4-8-16,0-2 1 0,0-4-5 0,2-2 0 0,3-4 8 0,0-4-8 15,3-2 11-15,3-6-11 0,1-2 1 0,5-4-13 0,1-3 1 16,3-3 2-16,4-2-6 0,2-1-4 0,3-1-37 0,5 0-39 0,2 1-40 15,3 2-50-15,2 1-66 0,3 2-89 0,2 1-180 0,2-1-234 0,1 2 21 16</inkml:trace>
  <inkml:trace contextRef="#ctx0" brushRef="#br0" timeOffset="120438.1">13065 4811 1172 0,'-1'2'227'0,"1"1"-51"16,-1 0-12-16,1-1 3 0,0 0-10 0,0-1-18 0,-1 1-19 0,1 0-16 15,0-1-13-15,0 0-4 0,-1 0-8 0,1-1-7 0,0 1-3 16,0 0-9-16,-1 0-9 0,1 0 3 0,-1 0-9 0,1 1 0 0,-1 0-5 16,1-1-3-16,-1 0-2 0,1 1-3 0,0-1 0 0,-1 2-2 0,1-1-7 15,0 1 3-15,1-1-3 0,-1 1-1 0,1 1-2 0,0 0 0 16,1 1-4-16,-1 0 5 0,1 0 6 0,1 1-5 0,0 1-1 0,0-1-3 16,1 1-5-16,0 0-1 0,1-2 1 0,2 2-8 0,0 1 5 15,0-1-8-15,1 0 1 0,1-1 5 0,0 0-6 0,0-2 7 0,1 1-5 16,1-2 0-16,1 0 3 0,1-1-11 0,0 0 6 0,0-2-2 0,0 1-2 15,1-2 2-15,0 1-2 0,-1-2 2 0,1 1 2 0,0-1 4 16,0-1-8-16,-2 0 6 0,-1-1-4 0,1 0-4 0,-2-1 12 0,1 0-5 16,-1-1-1-16,-1-1 6 0,-1 0-4 0,1-1-1 0,-1 0 3 0,0-2 0 15,0 0-2-15,-1 0-3 0,0-2 7 0,0 1-4 0,-1-1 3 16,0-1 1-16,0-1-6 0,-1 0 4 0,-1 0-1 0,-1 0-1 0,0-1 2 16,0-1 2-16,-2 0-6 0,0 1 3 0,-1 0 1 0,-1 1 4 0,-1 0 1 15,-1 2-5-15,-1-1 5 0,-1 1-5 0,-1-1-2 0,-2 1 4 16,0 1-3-16,0-2-3 0,-2 1 8 0,0 1-6 0,0 1 4 0,1 2-8 15,-1 0-2-15,1 2 4 0,-2 1-6 0,1 1 10 0,0 0-2 16,1 2-3-16,-1 0-1 0,2 2-3 0,-1 1 3 0,-1 0-2 0,0 2 4 16,0 0-2-16,0 1 0 0,1 0 3 0,1 0-3 0,0 2 0 15,0 0 0-15,0 0 0 0,1 2-1 0,0 0-3 0,0 1-2 0,0 1 0 16,1-1 2-16,1 1-6 0,-1-3 5 0,1 2-7 0,0-1-7 0,0 0 2 16,1 0-6-16,1 0-8 0,0-1-7 0,1 0-20 0,1 0-17 0,-1-1-15 15,2 0-20-15,0-1-8 0,0 0-24 0,1 0-25 0,1-1-32 16,1-1-38-16,1-1-55 0,1 0-84 0,0 0-111 0,2 0-399 0</inkml:trace>
  <inkml:trace contextRef="#ctx0" brushRef="#br0" timeOffset="120771.1">13834 4689 843 0,'0'2'342'0,"0"1"-121"0,1 1-15 0,0-2-1 16,0 1-18-16,0 0-32 0,1 1-25 0,0 0-19 0,1-1-17 0,0 0-3 15,0 1-4-15,0-1-12 0,0 1-6 0,2 0-6 0,0 2-2 16,-1 1-3-16,1-1-3 0,0 1-3 0,1-1-3 0,0 2-7 0,1 0-5 15,0 0-1-15,0 0-4 0,1 2 1 0,0-1-1 0,-1 0-6 16,1 0-5-16,-1 0-4 0,0 0-8 0,-1-1-2 0,1 1-5 0,-1-1 4 16,-1-1-3-16,0-2-1 0,-1 1-2 0,0-2-2 0,-1 0-1 0,-1-1-1 15,1-1-9-15,-2 0-11 0,-1 0-16 0,1-1-32 0,-1-1-38 16,0 1-56-16,0 0-65 0,-1-1-49 0,0 0-69 0,-1 0-90 0,1 0-118 16,-1 0-266-16</inkml:trace>
  <inkml:trace contextRef="#ctx0" brushRef="#br0" timeOffset="121105.1">14244 4345 1630 0,'-1'1'299'0,"1"1"-58"16,1 1-31-16,-1-1-6 0,1 0-22 0,1 1-39 0,0 0-35 0,1 1-24 16,0-2-14-16,0 2-9 0,2 0-6 0,0 1-10 0,0 2-4 0,1 0-2 15,0 2-1-15,0 0 3 0,1 1-16 0,-1-1-4 0,1 2-10 16,0 0-2-16,1 1 21 0,0 0-2 0,1-1-1 0,0 2-10 0,0-1-8 16,0 1-3-16,0-2 1 0,1 0-1 0,0-2-6 0,-1 1 6 0,-1 0-2 15,0-1-2-15,0-1 1 0,1 0-6 0,-1-2 3 0,0-1 1 16,0 0-6-16,0 0-3 0,0-1-3 0,-2 0-6 0,1 0-4 0,-1-1-20 15,0 1-10-15,-2-1-14 0,0 0-23 0,-2-1-24 0,1-2-41 16,-1 1-52-16,-1-2-45 0,0 0-68 0,-1-1-104 0,-1-1-129 0,0-1-385 16</inkml:trace>
  <inkml:trace contextRef="#ctx0" brushRef="#br0" timeOffset="121643.1">12988 4646 1220 0,'-3'10'210'16,"-1"1"-60"-16,-1 1-14 0,1 1 8 0,1 0 1 0,0 0-20 0,0 1-16 15,1 1-21-15,0 0-12 0,-1 0-7 0,0 0-10 0,1 0-13 16,1 2-7-16,0 1-3 0,2-1-5 0,0 0-2 0,1 2-1 0,1 0-8 15,0 0-1-15,0 2 1 0,1 0-2 0,1-1 2 0,1 1 0 16,0-1-11-16,2-2 6 0,0 1 3 0,0-1 3 0,1-2 29 0,-1 1-2 16,1-1 2-16,0-1-1 0,1-2-10 0,0-1-2 0,0 0 2 0,-1-1-7 15,-1-2 0-15,1-1-5 0,1-1-2 0,-1 0-1 0,-1-1-3 16,1-2 3-16,-1-1-6 0,-1 0 1 0,1-2-1 0,0-1 4 0,1 0-5 16,0 0-2-16,1-1-4 0,0-1-2 0,-1-1 1 0,2-1 1 0,-1 0 0 15,1-1-4-15,-1 0 3 0,0-2-1 0,2 2 1 0,-1-1 3 16,0-1-2-16,0 0-2 0,-1 0-5 0,-2 0 6 0,1 1-7 0,-1-1 7 15,0 0-1-15,-1 2-3 0,1-2 2 0,-1 0-5 0,0 0-1 16,-1 1-2-16,0 0-9 0,0 1-4 0,0 0 1 0,-1-1 3 0,0 1 11 16,-1 1-2-16,1-1-4 0,-2 0-4 0,1 1-5 0,-2-1-4 0,1 1-7 15,-2 0-19-15,0 0-4 0,0 1-23 0,-1-1-22 0,0-1-28 16,-1 1-52-16,-1-2-48 0,0 0-73 0,-1 1-104 0,-1-3-158 0,0 1-463 16</inkml:trace>
  <inkml:trace contextRef="#ctx0" brushRef="#br0" timeOffset="121890.64">13017 4580 1465 0,'2'-7'185'0,"-1"0"14"0,2-2-5 0,-1 2-6 16,0 2-24-16,0-2-24 0,1 1-29 0,0-1-22 0,2 0-23 0,-1 1-16 15,0 0-7-15,1 1-12 0,0 0-3 0,0 0-4 0,0 1-5 0,0 0-10 16,-1 1-1-16,0-1-4 0,1 2-3 0,-1-1-2 0,1 0 1 16,-1 1-5-16,0-1-6 0,1 1-6 0,0 0-10 0,1 1-9 0,0-1-11 15,1 0-24-15,0 0-36 0,0 0-45 0,1-1-46 0,1 1-52 16,1-1-74-16,0 1-80 0,1-1-111 0,1 0-118 0</inkml:trace>
  <inkml:trace contextRef="#ctx0" brushRef="#br0" timeOffset="122473.65">14249 4185 934 0,'4'0'197'0,"2"0"-46"0,1-1 6 0,-1 1 9 16,-1-1 7-16,1 0-5 0,0 0-31 0,1 0-15 0,-1-1-23 16,1 0-14-16,1 0-7 0,-1 0-14 0,1 0-5 0,1 1-9 0,-1-1-5 15,1-1-8-15,-1 1-6 0,1 0-6 0,-1-1 0 0,1 1 1 0,1-1-4 16,0 0-2-16,0-1-13 0,0 0 1 0,1-1 0 0,-1 0 6 16,1-1 4-16,-1 0-4 0,0 0 3 0,-1 1-5 0,0 0 5 0,0 0 3 15,-1 1 3-15,0 0 1 0,-1 0 2 0,0 2-5 0,-2 0 7 0,0 0-7 16,-1 2-2-16,0 0 9 15,0 0-8-15,-1 1 6 0,-1 1 1 0,1 0-6 0,-1 1-1 0,0 1 2 0,0 0 5 0,0 2-4 0,1 0 12 16,-1 0-4-16,2 1-5 0,-1 2 7 0,2 0-3 0,0 0-4 16,0 0-2-16,0 1-1 0,2-1-6 0,0 0 5 0,0 1-3 0,2 1-2 15,-1 0 0-15,2 0-3 0,-1-1-3 0,1 1 1 0,3 2-5 0,-1 1 1 16,1 1-4-16,-1-1 1 0,-2 0-1 0,3 0 0 0,0 0-4 16,-1 1 0-16,1-2 2 0,-1 2-2 0,1 0 0 0,0 0-8 0,0-2-7 15,0 1 6-15,2-1 3 0,-2 0 15 0,1 0 5 0,0-1-10 0,-2 0 3 16,1 0-13-16,0 0 12 0,-1-1-6 0,0-1-4 0,-2 2 8 15,1-1-4-15,-1 1 14 0,-1-1-1 0,-1-1-1 0,-1-1 1 0,-1 1-9 16,-2-1 2-16,1 0 0 0,-2 1 0 0,0-1 3 0,-1 0 3 16,-1 0-4-16,-2 0 3 0,0 0-5 0,-2 0 6 0,-1 2-4 0,-2-1 3 15,1 1-3-15,-3 1-16 0,-1 0 6 0,-1-1-5 0,-2 0 1 0,0-2 12 16,0 0-4-16,-2 1 1 0,-1 0-3 0,-1-1 6 0,0-1 2 16,-1 0 0-16,0-1 0 0,0 1-2 0,0-1 0 0,0 0 0 0,0-1 3 15,0 0 1-15,-2 0 0 0,1 1-8 0,0 0 0 0,2 0-4 0,-1 1 2 16,1 0 0-16,2 1-6 0,2-1 0 0,1 0-2 0,1 1 2 15,0-3-5-15,1 2-9 0,1-1-15 0,3 0-33 0,-2 0-26 0,1-1-41 16,1-1-52-16,1-1-57 0,0 0-104 0,1-2-157 0,1-2-279 16,-1 0-276-16</inkml:trace>
  <inkml:trace contextRef="#ctx0" brushRef="#br0" timeOffset="124705.64">16783 3576 1066 0,'-2'-19'75'0,"0"-1"84"0,-1-3 0 0,2 6-43 16,1 3-4-16,0 2-26 0,1 2-11 0,-2 1-8 0,0 3-9 0,-1 0-5 15,-1 1-3-15,1 3-13 0,-2 1-5 0,0 1-9 0,0 3-4 0,-3 2 0 16,-2 3-1-16,-3 3 1 0,-4 5 2 0,-1 4-5 0,-2 2 2 15,-2 5-3-15,-2 3-1 0,-1 5-1 0,-3 5 2 0,1 5-1 0,-2 3-5 16,-2 4 13-16,0 3-4 0,-2 3 0 0,-2 3 7 0,0 5-9 16,-1 0-2-16,0 1-2 0,-3 1 1 0,-2 0-2 0,-1-1-5 0,-2 2 0 15,-1-2 1-15,0-2-1 0,0-1 3 0,0-2 1 0,3-2-4 0,1-4-1 16,-1-2-2-16,4-3-1 0,0-1-1 0,0-3-7 0,3-3-3 16,1-3-3-16,2-5 3 0,0-3 6 0,4-4 1 0,1-6 5 0,4-2-4 15,1-5-15-15,2-4-9 0,1-4-22 0,3-5-14 0,-1-3-14 0,1-3-23 16,0-4-29-16,3-4-26 0,-2-2-42 0,1-6-36 0,1-1-31 15,1-6-30-15,4-3-15 0,1-4-175 0</inkml:trace>
  <inkml:trace contextRef="#ctx0" brushRef="#br0" timeOffset="124921.64">15206 4135 782 0,'-12'-36'125'0,"-1"-1"23"0,0-7-33 0,4 9-26 16,5 7-20-16,4 3-6 0,1 2-3 0,4 1-8 0,3 4 0 0,1 1-2 15,3 2 5-15,2 2 7 0,-1 3 14 0,4 2 11 0,2 2 7 0,4 1 4 16,4 3 3-16,7 2 0 0,4 2-5 0,3 3 1 0,6 3-12 15,6 2-9-15,5 3-8 0,7 4-1 0,6 4-6 0,6 2-7 0,7 4-9 16,2 1-21-16,5 4-7 0,4 2-5 0,2 4-5 0,2 4-2 16,1 1-2-16,2 2-1 0,-3-1-6 0,0-1 6 0,-4-2-12 0,-4 1 8 15,-2-3-10-15,-4-2 0 0,-4-2 12 0,-1-4-7 0,-4 0 13 0,-2-4-6 16,-5 0-11-16,-2-2 1 0,-4-2-2 0,-5 0-21 0,-4 0-28 16,-4 0-44-16,-5 3-54 0,-3 0-57 0,-2 1-63 0,-3-1-86 0,-4 0-127 15,-2 2-339-15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2-22T10:26:32.52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8601 7817 458 0,'-14'-6'71'0,"1"0"5"0,-3-2-7 0,2 4-18 16,1 1-11-16,-1 1-10 0,2 1-5 0,-1-1-5 0,0 2-7 15,0-2-3-15,-1 1-3 0,1-1-1 0,-1 0-1 0,1 1 0 0,1-2-2 16,0 1-1-16,2-1 3 0,-2 0 0 0,1-1 0 0,2 0 5 16,-1 0-1-16,0 0 1 0,2-1 2 0,-1 1 1 0,0-1 1 0,1 1 2 15,-1 0 1-15,0 0-5 0,0 1 1 0,1-1 1 0,-1 0-2 0,2 0 3 16,1 0-2-16,2 0 1 0,0-1 1 0,2 1-3 0,1-1 1 16,0-1-5-16,3 0 4 0,1 0-4 0,2-1-3 0,3-1-3 0,3-1 0 15,2-2-1-15,3 0 2 0,1-1 5 0,3 0-2 0,0-1 10 16,4 0 2-16,2-1 4 0,4-1 6 0,2 0-2 0,4-2 2 0,0-1 3 15,3 1 1-15,3-1-4 0,2 0 0 0,3 0-1 0,3 0-2 0,1 0-1 16,3-1-2-16,2 2-2 0,0-2-1 0,3 1-1 0,0 0 0 16,3 1-2-16,0-2-3 0,2 1-3 0,-1 0-2 0,2 0 0 0,0 2-2 15,-2 1 2-15,1 2-2 0,2 0 2 0,-3 2 0 0,1 1-3 0,-2 2 1 16,-1 2-2-16,0 1 1 0,-1 2-2 0,0 0 0 0,-2 2-1 16,0 3 0-16,0 0-4 0,-1 4 2 0,-2 0-1 0,-1 2-2 0,-3 3 2 15,1 0-2-15,-1 3-2 0,-2 0 3 0,0 4 0 0,0 0 1 0,-1 2 2 16,1-1-1-16,-2 0-1 0,0 0 0 0,-1-1-2 0,0 1 1 15,-4 0 2-15,-3 0-2 0,-2 1 1 0,-2 2 1 0,-4 0 0 0,0 3-1 16,-4 0-1-16,-2 0 2 0,0 1 0 0,-3-2-6 0,1 2 2 16,0-1 7-16,-1 2-3 0,1 3 7 0,-1-1 1 0,-1 1-7 0,-1 1 1 15,0 0 0-15,-3 0-3 0,1 1 0 0,-2-1 1 0,-2 0 0 0,0-3 1 16,-1 0 2-16,-3-3-1 0,-1 2-3 0,-3-2 4 0,-3 0-5 16,-2 0 4-16,-3 1 1 0,-4 1 1 0,-4-2-4 0,-4 2-1 0,-5-1 0 15,-2 1-1-15,-5-1 6 0,-1 1-1 0,-6 0 1 0,-2-1 1 16,-6 1-1-16,-2-2 1 0,-2 0-1 0,-4 0 2 0,-5 1-1 0,-1 1-1 15,-3-3-3-15,-4 2 0 0,-1-4-2 0,-3 1 2 0,1 0-2 0,-2-2 1 16,-1 1 7-16,-2 0-5 0,-1-3 2 0,2 0 2 0,-1-3-4 16,2-1-2-16,3-4 3 0,0-1 1 0,4-1-1 0,1-3 2 0,1-2 2 15,0-2-2-15,3-1 2 0,1-3-3 0,0-1 0 0,2-1 1 0,-1-2 0 16,2-2-1-16,0-1 0 0,2-2-2 0,0-3-2 0,1-1 1 16,1-2 5-16,0-1-2 0,0-1 2 0,1-1-2 0,0 0-1 0,0-1-2 15,0-1 1-15,-2 0 2 0,4-3 3 0,0-1-5 0,2 1 3 16,1-2-7-16,2 0 1 0,1 1 4 0,1 0-2 0,2-2 2 0,0 1 1 15,2 1-4-15,1-2-4 0,3 2 1 0,1-1 3 0,1 2 7 0,2-1 2 16,2 2 1-16,-1 0-6 0,0-1-3 0,-1 1-1 0,0 0 0 16,2 0 5-16,1 2 0 0,3 0 1 0,2 1-2 0,1 1 1 0,1 0-2 15,3-1 0-15,3 2 2 0,0-3-2 0,2 2 0 0,2-2-4 0,2 2-1 16,1 1 4-16,2-1-2 0,0 1 4 0,1-1-1 0,1 1-2 16,-1-2-2-16,-1 1-4 0,1 2 3 0,0-2-3 0,1 1 4 0,1 3 4 15,1 0 2-15,2 2 2 0,2 0-2 0,-1 1-5 0,2 0 0 0,-1 0-3 16,0 1 3-16,2 1-2 0,0 2-5 0,0 1 3 0,0-1-5 15,1 2-3-15,0 0-1 0,-1 1-3 0,2 1 1 0,1 1-1 0,0 0-3 16,2 1-5-16,0 0-3 0,3 0-10 0,2 2-43 0,1-2-43 0,3 0-34 16,3-1-36-16,0 0-16 0,5 0-35 0,4-1-59 0,5-2-71 15</inkml:trace>
  <inkml:trace contextRef="#ctx0" brushRef="#br0" timeOffset="1018.16">15613 7548 593 0,'-30'-14'-67'16,"-1"1"77"-16,-6-1 98 0,6 7-62 0,8 3-3 0,6 1-7 16,2 2-13-16,3 1-7 0,3 1-6 0,1 2-5 0,3 0-1 0,-1 1-1 15,2 1-2-15,1 1 1 0,2-1-1 0,1 1 2 0,2 0-2 0,1 0 1 16,3-1 0-16,0 0 4 0,2-1-3 0,2 0-1 0,1 0 2 15,1-1-2-15,3 1 4 0,0-1 5 0,5-1-2 0,2 1 2 0,1-2 1 16,5 0 0-16,3-1 2 0,3-2 0 0,3 1 2 0,3-2 1 16,4-1 2-16,3 0 6 0,2-1-1 0,3-1 2 0,3-2 2 0,2 0-5 15,4-1 4-15,0 0-3 0,2-1 3 0,2 0-1 0,2-1 4 0,3 2 2 16,1-2 4-16,4-1-6 0,2-1 2 0,2 0-3 0,3 0-4 16,1-1 1-16,1 1-7 0,0 0 3 0,0 1-4 0,3 1 0 0,1-2-5 15,0-1-3-15,2 0-1 0,-3 1-3 0,3 1 4 0,-3 0-1 16,2 1-2-16,-2 1-1 0,-1 0-1 0,-4 3 1 0,-5 2-6 0,-4 2 1 15,-4 3 0-15,-5 3-1 0,-2 1 6 0,0 4-2 0,-1 1 1 0,0 2 0 16,1 1-2-16,-2 1-1 0,0 2-4 0,-2 2-1 0,-2 1-1 16,-2 1 1-16,-4 2 1 0,-1 2 2 0,-3-1 2 0,-3 2-2 0,-3 1-2 15,-2 0 1-15,-5 0-9 0,-3-1 4 0,-4 1-1 0,-1 1 7 0,-2-1 7 16,-2 3-6-16,-2-1 0 0,-3 2-1 0,-3 0-1 0,-1 1 4 16,-4 0-1-16,-3 1-2 0,-1-1 1 0,-3 2 3 0,-2-1 0 0,-3-1-2 15,-2-1 3-15,-3 1-3 0,-3-3-2 0,-2 2 4 0,-5-2-2 16,-4-1 1-16,-3 1 2 0,-6-3-5 0,-3 0 2 0,-5-2 3 0,-6-1 1 15,-2 0 2-15,-4-2 4 0,-2 1-2 0,-2-1-1 0,-3-1 3 0,-2-2-2 16,-2 0-3-16,0-2 3 0,-2 0-2 0,-2-1 2 0,-2 0 0 0,0 1-2 16,-2-1 3-16,1-2-3 0,-1 2-2 0,0-1 5 0,2-1-3 15,1 0 3-15,0-2-2 0,0-1 4 0,1-1 0 0,1-1-1 0,1-1 1 16,0-2 0-16,2 0-1 0,2-1 2 0,3-2 1 0,3 0 2 16,1-3 1-16,3 0-3 0,-1-1-1 0,4-1-4 0,-1-1 0 0,3-1 1 15,2 0-1-15,3-2 0 0,3-1-7 0,0-1 1 0,2-1 1 0,1 0 0 16,3 0 1-16,0-2-2 0,2 1 2 0,1-1-5 0,3 0 2 15,1-1 0-15,1 0-4 0,2-1 4 0,1 1-2 0,3-1 0 0,2-2 2 16,2 1-1-16,2 1-2 0,2-2 0 0,2 1-2 0,1 0 4 16,3-2 1-16,2 1-3 0,2-1-3 0,3 1-7 0,3-2-2 0,2 0-3 15,4 2-4-15,4-2-4 0,5 1-10 0,4 1-19 0,7 0-35 0,4-1-45 16,6 2-37-16,6 0-40 0,4 1-37 0,6 1-36 0,6 1-226 16</inkml:trace>
  <inkml:trace contextRef="#ctx0" brushRef="#br0" timeOffset="1802.16">22886 7462 822 0,'-19'-15'-28'0,"-2"0"91"0,-3 1-28 0,4 5-5 0,5 6-10 0,2 3-6 16,-1 3-7-16,-2 1-5 0,-2 1-1 0,0 2-2 0,-1 2 2 0,-1 1-3 16,3 1-2-16,-2 1-3 0,1 0-3 0,2 0 2 0,1 1 0 15,2 0-2-15,1 0 0 0,1-2-3 0,1-1 0 0,3 0 6 0,0-1 1 16,2-1 5-16,1 1 3 0,2-1-1 0,0-1 2 0,4-1 3 0,0-1 4 16,2-1 4-16,2-2 0 0,2 1 1 0,2-3 2 0,3 1 3 15,3-2 5-15,4-1 5 0,0-1 2 0,5-2 6 0,2 0 4 0,4-2 6 16,2-1 2-16,4-2-1 0,1 0 13 0,2 1-3 0,5-1 4 15,1-1 2-15,1-1-8 0,2-1 0 0,2-2-2 0,1 1-3 0,2 1-8 16,3-1-5-16,1 0-6 0,2 0-4 0,2 1-3 0,1 0-3 16,1 1-4-16,1-1 1 0,3 1-5 0,2 1-6 0,1 2-1 0,3-2-5 15,0 1 1-15,0 0 2 0,0 1 1 0,0 1-2 0,1 2-2 0,-1 0 0 16,1 1 0-16,0 1 0 0,2 2-1 0,0 0-2 0,1 1 0 0,0 2-2 16,1 0-3-16,-1 2 7 0,-3 0 1 0,0 2 4 0,-3 1 4 15,-3 0-7-15,-4 1-1 0,-1 1-1 0,-4 1-2 0,-2 1-3 0,-1 0 1 16,-3 2-2-16,0 0 6 0,-2 4 2 0,-1 1-3 0,0 1 1 0,-3 4-4 15,-1 0-2-15,-3 1 3 0,0 4-1 0,-3-1-8 0,-4 2 0 16,-1 2 3-16,-5-1 0 0,-4 3 4 0,-2 0 0 0,-2 1 1 0,-3 2-4 16,-3-3 0-16,-3 3 2 0,-3-1-3 0,-2 0 2 0,-1-1 3 0,-3-2 1 15,-1-1-2-15,-3 0-1 0,-2-2-2 0,-4 2 2 0,-1-3 1 16,-4 1 2-16,-3-2-5 0,-2-1 1 0,-2 1 1 0,-5-3 6 0,-3 2 7 16,-3-1-1-16,-5 0 0 0,-5 0-8 0,-4-1 0 0,-4 0 2 15,-4-2-5-15,-1-1 2 0,-3 0-5 0,-4-1-8 0,-3-1 4 0,-3 0-2 16,-3-2 5-16,-3-3 6 0,-3-1 1 0,-1-1 2 0,-2 0-2 0,-1-1 2 15,0-1-8-15,1-1 2 0,-2-1 3 0,0-1-2 0,1 0 4 16,-2-2 2-16,1-1-1 0,-2-2 0 0,2 0-4 0,-2-1 0 0,0-2 1 16,0 0-2-16,-1-2 3 0,-1-1 0 0,0 0 0 0,0-2 1 15,2 1 1-15,2-2-1 0,3 0 2 0,3-1 0 0,2-1-3 0,2 0 0 16,3-1-2-16,1 1 0 0,3-1-1 0,2 0 3 0,1 1-3 0,3-1-6 16,3 2-13-16,4 0-47 0,5-2-53 0,3 0-49 0,3-1-66 15,1-2-60-15,3 0-73 0,1-3-122 0</inkml:trace>
  <inkml:trace contextRef="#ctx0" brushRef="#br0" timeOffset="22985.05">15054 7039 2161 0,'-11'-20'181'0,"1"2"-116"16,-2 1-20-16,7 8-28 0,4 9-14 0,4 3-9 0,3 4-2 0,2 2 3 16,3 4 1-16,1 5 2 0,1 3 2 0,-1 4-6 0,-3 3 0 15,-2 4-2-15,-2 6 4 0,-2 4-1 0,-1 6 2 0,-2 3 0 0,-1 4 0 16,-2 3-2-16,0 5-4 0,0 6-2 0,0 5-1 0,-1 3 4 0,0 5 2 15,0 2-6-15,0 1-12 0,0 1-12 0,0-1-17 0,3-2-5 16,1-4-8-16,2-5 2 0,3-4 9 0,1-8 9 0,2-7 20 0,2-8 12 16,2-8 10-16,1-6 6 0,1-4-1 0,0-7 9 0,1-3 10 15,3-5 12-15,2-5 13 0,-1-2 1 0,3-3 1 0,0-1-1 0,1-1-4 16,2-2-3-16,3-1-2 0,2-1-13 0,2-1-6 0,3 1-6 16,0-1-11-16,3 1 1 0,2 1-2 0,2 0-3 0,3 2 6 0,1 0-2 15,1 1 1-15,3 0-2 0,0 2-8 0,3 0 2 0,5 2 2 0,1 0-4 16,4 1 2-16,1 3-3 0,4-1-1 0,4 0 1 0,3 0 3 15,3 0-2-15,4 2 2 0,3 0 5 0,1 1-4 0,2 0 5 0,2 0 0 16,2 1-4-16,1-1 3 0,3 1-5 0,-1-2 3 0,2 1 0 0,1-2 1 16,0-2 2-16,0-1 2 0,2-2 2 0,2-3 4 0,0-2-1 15,3-3 5-15,1-2 0 0,1-1 1 0,1-3 4 0,0 0-1 0,-1-1-5 16,-2 1 4-16,-3-1-6 0,-3-1-3 0,-4 2-2 0,-4-1-4 0,-2 2 3 16,-3-1 0-16,-4 3-4 0,-2-2 1 0,-4 0 0 0,-3 1 0 15,-5-1 3-15,-3 2 0 0,-3 0 8 0,-3-1 1 0,-4 1-1 0,-1-1-1 16,-4-2-11-16,-3-1-1 0,-2 0-4 0,-3-1-6 0,-4-1-8 15,-5 1-15-15,-1-1-13 0,-5-2-10 0,-2-2-17 0,-4-1-25 0,-6-2-27 16,-2-2-38-16,-3-1-52 0,-3-2-71 0,-4-6-50 0,-4-3-19 0,-4-5-99 16</inkml:trace>
  <inkml:trace contextRef="#ctx0" brushRef="#br0" timeOffset="23088.05">19341 7348 866 0,'-53'-33'220'0,"-8"-3"-142"0,-16-8-45 0,8 9-47 15,7 8-31-15,3 2-44 0,2 2-48 0,1 2-39 0,3 1-26 16,0 0-28-16,2 0-32 0</inkml:trace>
  <inkml:trace contextRef="#ctx0" brushRef="#br0" timeOffset="23502.05">16109 7170 2649 0,'-12'-32'71'0,"3"3"-8"0,1-3-22 0,10 13-21 0,10 11-18 15,11 3-6-15,13 3 1 0,15 0 1 0,16 0 2 0,11 0-5 0,8-2 2 16,8-1-4-16,2-2-2 0,4-1-1 0,3 1-4 0,2-1-5 0,4 1-4 15,-1-1-2-15,1 0-3 0,-1-1 6 0,1 0-10 0,0 2 0 16,-2 0 9-16,-1 1 3 0,-3 0 7 0,0 1 7 0,-2-1-7 0,-2 0 10 16,-3 0 1-16,-2 2 4 0,-1 0-1 0,-5 0-1 0,0 2 2 0,-3 0-7 15,-2 0 4-15,-1 1-7 0,-1 2 2 0,-2 0 9 0,-2 3 0 16,-3 2 0-16,-2 1-3 0,-5 2-5 0,-1 2-10 0,-3 0 4 0,-3 4 3 16,-3 3 8-16,-2 2 9 0,-4 4 2 0,-3 3-6 0,-3 3 0 15,-3 4-1-15,-3 4 3 0,-2 5 5 0,-3 4 2 0,-3 4-1 0,-2 1-3 16,-5 2-3-16,-3 2-2 0,-5 2-10 0,-5 2 2 0,-7 1 0 0,-4 0-2 15,-5 2 10-15,-5 0-2 0,-6 1-4 0,-4 0 1 0,-3 1-5 16,-4-2-1-16,-1-1-13 0,-3 0-2 0,0 0-1 0,-2-2-12 0,1-1-20 16,-1 1-39-16,2-2-45 0,1-2-56 0,5-1-57 0,4-3-82 15,4-3-120-15,6 0-245 0</inkml:trace>
  <inkml:trace contextRef="#ctx0" brushRef="#br0" timeOffset="25018.05">19850 7634 2601 0,'-9'3'106'0,"-1"0"-61"16,-1 1-19-16,4-2-13 0,4-2-11 0,3 0 3 0,2-2 13 0,1 0-3 15,1-1 6-15,2-2-2 0,0-2-7 0,1-1 3 0,0-2 2 0,2 1 8 16,3-5 7-16,4-1 13 0,2-1 5 0,3-3 2 0,6-3-1 15,1-2-5-15,7-2-13 0,4-2 1 0,4-1-5 0,4-6-2 0,5-2 4 16,5-3-4-16,3-2 4 0,4-2-2 0,3-2 5 0,2-4-9 16,4-1 5-16,3-1 2 0,3-2 2 0,2 0 11 0,3-2-2 0,1 1-6 15,2-3-7-15,4-1 9 0,0 1-8 0,2-1 0 0,1 1-6 0,1-1-3 16,-1-1 5-16,3-1 0 0,-2 3 3 0,1 2-2 0,-2 1-10 16,0 0 4-16,0 2-12 0,-2 1-2 0,0 0 0 0,-4 4-6 0,1 1-4 15,-3 1 4-15,-2 4-2 0,-3 0 0 0,-5 4 0 0,-2 1 0 0,-4 1 0 16,-3 4 0-16,-3 1 0 0,-5 5 0 0,-5 0 0 0,-4 2 0 15,-4 1 0-15,-6 2 0 0,-3 3 0 0,-4 1 0 0,-5 1-4 0,-3 3-28 16,-6 1-10-16,-5 2-9 0,-2 0-10 0,-3 1-15 0,-3 0-14 16,-2 1-19-16,-2-1-17 0,-3 0-12 0,-1-2-11 0,-2-1-20 0,-2 1-37 15,-2-1-28-15,-3 0-32 0,0 2-16 0,-2-1 4 0,-1 2 11 0,0 0 23 16,-1 1 41-16,-2 1 40 0,0 0 43 0,0 2 25 0,3 0 23 16,-1-1 11-16,2-1 10 0,-1 1 6 0,4 0 2 0,-1-1-4 0,2 1-2 15,1 0 9-15,1-2 12 0,0 0 17 0,-1-1 25 0,0 0 23 0,2 0 27 16,0-1 27-16,0 0 17 0,1 1 8 0,0-1-3 0,0-1-6 15,2 1-8-15,0-1-9 0,1 0-3 0,0 2 0 0,2-1-2 0,0 2-1 16,2 1-4-16,0 2-3 0,2 1 7 0,-1 1 5 0,2 2 12 16,0 0 15-16,1 2 7 0,1-1-2 0,1 2-3 0,2 0-16 0,1 1-14 15,1 1-16-15,2-1-6 0,1 2-3 0,2 0-5 0,3-1 0 0,1 1-1 16,1-1-8-16,3 0-3 0,1-1-5 0,2 0-8 0,-1 1-4 16,1-1-10-16,0 0 1 0,2 0-3 0,0 0 8 0,1 0-4 0,0 0 2 15,-2 1 2-15,0 0-4 0,-2 1 4 0,-1 0 0 0,-3 1 8 0,-1 1 1 16,-1 0 6-16,-4 2-3 0,-1 1-4 0,-1 1-5 0,-3 1-6 15,-1 1-1-15,-2-1-14 0,0 1 1 0,-1 2-4 0,-3 0-4 0,-1-1 11 16,-2 3-6-16,-2-1-1 0,-2 0 0 0,-2 0-12 0,-3 1 5 16,-2-1-1-16,-2 1-5 0,0-3-5 0,-2 0-14 0,-1 0-12 0,-4-1-16 15,1-1-8-15,-2 0-19 0,0-1-18 0,0-1-27 0,1-1-41 0,-1-2-54 16,1 0-74-16,2-3-67 0,-1 0-87 0,1-1-55 0,-1-1-249 16</inkml:trace>
  <inkml:trace contextRef="#ctx0" brushRef="#br0" timeOffset="25852.05">24586 4213 1714 0,'1'-2'398'0,"1"-1"-103"0,1 0-25 0,1 1-53 0,0 0-53 0,0 1-40 16,0-1-30-16,0 2-24 0,0 0-15 0,-1 0-10 0,0 2 1 0,0 0-5 16,-1 1-2-16,0 0 1 0,0 1-16 0,0 2-1 0,0 1-1 0,0 2-6 15,0 1 1-15,-1 1 0 0,1 3-7 0,-1 3-5 0,0 2 1 16,1 6-2-16,0 3-2 0,0 3 2 0,-2 1 1 0,-1 0-16 0,-1 2 5 16,1-2-2-16,-1 1 1 0,0 2 13 0,1-1-10 0,1-1 0 0,-1-3 4 15,2-1-2-15,0-4 4 0,2-1-2 0,0-3 2 0,0-2-2 16,2-3-2-16,-1-2 6 0,3-2 1 0,-1-2 5 0,0-2 5 0,2-1 1 15,-1-1 1-15,1-2 6 0,0-1-5 0,1-2-1 0,0-1 4 16,-1 0 1-16,2-1 3 0,1-3 7 0,0-1-7 0,1-3-1 0,-1-1-4 16,2 2-8-16,1-2 0 0,0-2 0 0,0 1-6 0,1-1 0 0,0-1 0 15,0 2-4-15,2-1-2 0,-2 0 4 0,1 1 0 0,-1 1-4 16,-1-1 4-16,-2 2-4 0,1-1 0 0,1 1 0 0,-2 1 0 0,1 0 0 16,-2-1 0-16,0 1 0 0,0 0 0 0,0 2 0 0,-1-1 0 0,0 0 0 15,0 0-14-15,0 0-6 0,0-1-4 0,-1 0-8 0,0 0-2 16,-1-1-7-16,0 1-6 0,-1-2-7 0,1 0-12 0,-1 1-8 0,0-2-16 15,-1-1-22-15,0 0-36 0,-1 0-42 0,-1-1-56 0,-2-1-65 16,-2 2-62-16,-1-1-82 0,-2 2-78 0,0 0-307 0</inkml:trace>
  <inkml:trace contextRef="#ctx0" brushRef="#br0" timeOffset="26085.05">24855 4095 1331 0,'-9'-3'437'0,"-3"0"-201"0,-3-1 19 0,2 0-37 15,2 1-41-15,3 1-30 0,-1-1-22 0,0 2-24 0,0-1-16 0,2 1-12 16,2 0-14-16,0 0-4 0,2 0-11 0,1 0-8 0,2 0-9 16,1 0-3-16,1 0-8 0,1-1-1 0,0 1 4 0,3-2 1 0,1 1 4 15,2-1 0-15,2 0-3 0,-1-1-1 0,2 1 3 0,2 0-5 16,1 0 1-16,0 0 0 0,1 0-9 0,0 1-1 0,0 0 3 0,0 0-11 16,0 0 3-16,0 1-2 0,-1-1-2 0,0 1-2 0,-2 0 4 0,1 0 2 15,1 0-6-15,0 1-2 0,0 0-7 0,0 0-8 0,0 0-6 16,1 1-7-16,-2-1-24 0,2 2-27 0,-1-2-31 0,0 2-33 0,-1-1-36 15,1 0-52-15,0 1-53 0,1 0-59 0,-2 1-94 0,2 0-102 0,0 0-266 16</inkml:trace>
  <inkml:trace contextRef="#ctx0" brushRef="#br0" timeOffset="26472.05">25508 4061 843 0,'-1'10'686'0,"0"1"-375"0,1 4-15 0,2-1-57 0,-1-2-34 16,2 2-30-16,-1 1-29 0,1 0-27 0,0 0-20 0,-1-3-22 0,2 1-15 16,1 0-15-16,0-1-8 0,1 0-1 0,0 0-10 0,0 0-3 0,2-1-10 15,-1-1 0-15,1 1-2 0,0-2-2 0,1 1-2 0,1 0-2 0,1 0-3 16,0-1 2-16,0-1-5 0,0 0-1 0,1-3 4 0,1 1 7 16,-1-1 6-16,1-1 5 0,-2-1 5 0,2-1-3 0,-1 0 4 0,1 0-1 15,0-2-3-15,-2-1-1 0,1 0 0 0,0-3 4 0,-1 0 0 16,1-2 0-16,-1-1-4 0,1-1-5 0,0-2-3 0,0-1-9 15,-1-2 2-15,1-1-4 0,-2 1 0 0,0-2 0 0,2 0 2 0,-2 0-1 0,0 0-1 16,-1-2-4-16,-2 1 0 0,0-1 0 0,-1 0 2 0,-1-1-2 16,-1 1 0-16,-1-1 2 0,-2 3 2 0,-1 0 0 0,0 0 2 0,-2 0-6 15,0 3 0-15,-1-2 0 0,-1 1 2 0,0 0 0 0,-1 2 4 16,0-1-10-16,1 2 4 0,-1 1-4 0,-1 2 2 0,1 2 4 0,-2 1-8 16,0 1 0-16,0 2-4 0,-1 2-3 0,0 1-3 0,0 2-3 0,1 2-3 15,-2 0-9-15,0 2 0 0,-2 1-3 0,0 2-12 0,-1 0-3 16,2 2-10-16,0 0-10 0,0 1-7 0,1 0-8 0,1 0-4 0,2 0-10 15,0 1-15-15,2-2-24 0,1-2-34 0,2 1-34 0,3-1-44 0,0-1-76 16,2-1-94-16,2-2-125 0,-1-2-181 0</inkml:trace>
  <inkml:trace contextRef="#ctx0" brushRef="#br0" timeOffset="26687.05">26232 4193 1308 0,'3'10'265'0,"-1"1"-38"0,2 2-37 0,-2 0-24 16,0-3-24-16,1 2-11 0,-1 0-16 0,1 0-16 0,-1 1-15 0,1-1-15 15,0 1-11-15,0 0-21 0,0 1-5 0,0 0-15 0,0 0-7 0,-1 0-1 16,1 1-9-16,-1-1 0 0,0-1-2 0,-1 0-7 0,0-2 4 16,2 1-3-16,-2-2-7 0,1-1 4 0,-1 0-10 0,-1 0-10 0,2-1-28 15,-1-2-62-15,-1 0-82 0,1-2-104 0,-1-1-142 0,-1-1-150 16,1-2-196-16</inkml:trace>
  <inkml:trace contextRef="#ctx0" brushRef="#br0" timeOffset="26919.05">26542 3769 1421 0,'1'16'464'16,"-1"3"-191"-16,1 3-24 0,1 1-66 0,0-3-36 0,0 0-25 16,1 1-26-16,0-1-22 0,0-1-19 0,0 1-13 0,0 0-14 0,0-2-7 15,0 0-14-15,-1 0-4 0,0-1 1 0,0 0-4 0,0 1 0 0,0 0-11 16,-1 1-8-16,0 0-14 0,-1 0-26 0,1-2-34 0,0 1-40 16,-1 0-49-16,1-1-37 0,0-2-51 0,0 0-59 0,0 0-55 0,0-2-51 15,0-1-274-15</inkml:trace>
  <inkml:trace contextRef="#ctx0" brushRef="#br0" timeOffset="27437.05">26542 3624 1249 0,'0'-4'276'0,"0"-1"-103"16,1-2-5-16,2 1-27 0,0 1-19 0,0 0-17 0,1 0-9 0,0-1-14 15,1 1-17-15,1 1-9 0,0-1-15 0,0-1-6 0,2 1-4 0,-1 0-6 16,2 0-5-16,1-1-6 0,0 0 3 0,3-1-4 0,-1 0 0 16,2-1-3-16,0 2-1 0,-1-1-2 0,1 1-2 0,-1-1 0 0,0 1 0 15,-1-1 1-15,0 2-2 0,0-1 2 0,0 1-4 0,-1 1 5 0,0 0-1 16,-1 0 2-16,-1 0-4 0,-1 1-1 0,-1 1 2 0,-2 0 0 15,0 0 3-15,0 1 2 0,-1 2-3 0,-1 0 7 0,0 1-1 0,-1 0-1 16,0 1 10-16,0 1-9 0,-1 1 2 0,0 0 8 0,-1 2-10 16,1 0 4-16,-1 2 2 0,0 1-3 0,1 1 4 0,0 1-4 0,1 0-2 15,0 1-4-15,1-1 1 0,-1 3-4 0,2-2 0 0,-1 3-4 0,1 2-1 16,0-1-2-16,1 1 0 0,0 2 0 0,-1 2-5 0,1 0 5 16,1 2-4-16,0-1-10 0,2 1 4 0,0 0-14 0,0-2-1 0,1 2 17 15,0 1-3-15,2-2 11 0,-1 1 0 0,3-1-5 0,0-1 2 0,0 1-1 16,1-3 3-16,-1 1 1 0,3 0 3 0,0-2 4 0,1 1 3 15,-2 0-3-15,0-1 5 0,0 0 6 0,-1 0 6 0,-2-2 11 0,2 0 12 16,-2-1 8-16,0 0 4 0,-2-3-1 0,-2 1-4 0,-1-1 3 16,0 0-4-16,-1-1 5 0,-2-1 0 0,-1 0-1 0,-1 0-2 0,-1 0-3 15,-1-1-4-15,-2-1-11 0,-2-1 0 0,-2 1-11 0,-1-1-2 0,-3 0-3 16,1 1-11-16,-4-1 2 0,-2 1-6 0,-1 0-4 0,-2 1 4 16,-3 1-22-16,-3 0-4 0,-1 1-1 0,-4 1-1 0,0 1 6 0,-3 2-23 15,1 1-21-15,-2-1-38 0,2 2-38 0,-2-1-35 0,2 0-71 0,0-1-96 16,5-1-134-16,0 0-194 0,4-1-456 0</inkml:trace>
  <inkml:trace contextRef="#ctx0" brushRef="#br0" timeOffset="32186.05">25820 4048 55 0,'0'-1'6'0,"1"1"-9"15,-1 1-4-15,1 0 4 0,-1 0 0 0,0-2 3 0,-1-1 2 0,0 0 0 16,0-1 0-16,-1-1 2 0,1 0 0 0,-1-3-1 0,0 0-1 15,1-1-1-15,-1-1 4 0,0 3 6 0,0-1 6 0,-1 1 10 0,0 0 0 16,1 1-4-16,-1 0-6 0,0 0-9 0,1 1-2 0,-1 1-1 16,0-1 2-16,-1 1 0 0,0 1 3 0,0 1 3 0,-1 0-1 0,1 1-3 15,-2 0-1-15,1 0-3 0,1 1 1 0,-1 1-1 0,0 0-5 0,0 0-2 16,-1 1-5-16,1-1-3 0,1 0-13 0,-1-1-20 0,1-1-5 16,1-1 0-16,1 0 8 0,0-1 13 0,0 0 10 0,0-1 7 0,-1 0 6 15,1 1 8-15,0-1 2 0,0 0 8 0,1 1 4 0,-1-1 5 0,0 2-1 16,1 0-3-16,0 0-5 0,1 1-8 0,0-1-3 0,-1 1-1 15,1 1-3-15,0-1-2 0,0 1-1 0,-1 1-3 0,0 1-4 0,0-1-4 16,-1 1-1-16,-1 0 2 0,1 2 5 0,-1-1 2 0,0 0-1 0,0 0 1 16,-1 0 0-16,1 0 3 0,-2 0 3 0,1-1 1 0,0-1 1 15,0 1 3-15,1-1 7 0,1-1 7 0,-1 1 10 0,1-2 9 0,0 1 2 16,1 0 3-16,0-1-3 0,0 0-2 0,0-1 1 0,1 0-1 16,-1 0 5-16,0 1 5 0,1-1 0 0,-1 0 1 0,0 1 4 0,1-1-6 15,-1 0-1-15,2 0 0 0,-1 1-1 0,0-1 1 0,0 1-1 0,0-1-4 16,0 1-9-16,0 0-6 0,0 0-6 0,0 0-5 0,1 0-1 15,0 1-4-15,0-1 1 0,1 0-2 0,1 1 2 0,0-1-2 0,1 1 0 16,0-1-1-16,1 0-2 0,-1 1-1 0,1 0 1 0,1 0 0 0,0 0-1 16,-1 0 0-16,2 0 0 0,-1 0-4 0,0 0 3 0,0 0 1 15,1 0-3-15,-1 0 4 0,1 0-2 0,0-1-3 0,0 1 2 0,0-1 2 16,0 0-4-16,0 0 0 0,0-1-3 0,1 0-1 0,-1 0 2 16,1-1-5-16,0 0 2 0,1-1-7 0,-1 0-3 0,1-1-3 0,0-1-6 15,-2 1-6-15,2 0-9 0,-1-1-21 0,0 1-19 0,0 0-29 0,1-1-16 16,0 2-21-16,0-1-41 0,0 1-31 0</inkml:trace>
  <inkml:trace contextRef="#ctx0" brushRef="#br0" timeOffset="41836.05">9974 8085 799 0,'-25'-31'122'0,"0"0"-208"0,-1-7 24 0,7 6 61 16,8 4 30-16,1 0-9 0,1 0-10 0,1 2-4 0,-2 2-8 15,-1 2-4-15,0 2 1 0,-1 0-3 0,1 2 8 0,0 1 0 0,-2 0-1 16,0 1-2-16,0 1-6 0,0 2-6 0,-3 0 1 0,1 0 0 16,-3 0 4-16,1 1 6 0,-1 2 4 0,0 1 1 0,2-1-2 0,-2 0-4 15,1 0-1-15,1 0 2 0,0 1 6 0,2 0 4 0,0 0 1 0,2-1 0 16,2 0-1-16,3-1 0 0,1 0 0 0,3 0 0 0,4-2-1 15,3 0-1-15,4-2 2 0,3 1-3 0,3-2-2 0,1-1 1 0,2 0 0 16,2 0 0-16,5-1 0 0,4-1-1 0,6-1-2 0,3-2 1 0,4 0-3 16,1 1 2-16,4 0-1 0,3 1-1 0,4 3 3 0,4-1-1 15,3 0 1-15,1 1-2 0,2 2 2 0,5-1 3 0,1 2 0 0,2 1 2 16,3 3 4-16,-1-1-5 0,1 2 1 0,4 1 2 0,-1 2-2 16,3 0 4-16,0 1-2 0,0 2 0 0,2 1-1 0,-2 1-2 0,0 3 2 15,2 1-2-15,-4 2 1 0,2 2 1 0,-2 2 2 0,-2 2 0 0,-2 2 0 16,-3 2-2-16,-1 3-5 0,-3 2-1 0,-2 0 2 0,-4 3-2 15,-3 0 0-15,-2 1 0 0,-4 2-2 0,-4 1 1 0,-5 1 1 0,-7-1-1 16,-5 1-2-16,-8-2-1 0,-6-2 2 0,-5 1 1 0,-8 0 4 0,-4 0 7 16,-8 2 10-16,-5-2 7 0,-7 2 6 0,-4-2-1 0,-6 1-3 15,-4 0 1-15,-7 0 1 0,-3 2 0 0,-6 0-3 0,-4 1-3 0,-1-1-12 16,-4 1-1-16,-1-1 0 0,-2 1-4 0,-2 0 1 0,2 0-2 0,2-2-5 16,1-1-1-16,4-3-1 0,3-4-6 0,6-1-4 0,5-2-7 15,6-4-9-15,6-1-4 0,6-3-11 0,8-1-9 0,5-4-23 0,7-1-16 16,5-2 0-16,5-1 9 0,6-2 18 0,7-1 10 0,7-3-13 15,5-1-55-15,7-1-8 0,7 1 1 0,6-2-55 0</inkml:trace>
  <inkml:trace contextRef="#ctx0" brushRef="#br0" timeOffset="42475.05">23703 7933 640 0,'4'-25'1'0,"2"-3"-20"0,5-6-21 16,5 1 0-16,1 6-3 0,7 0 4 0,5-1 8 0,4 2 10 0,4-2 11 15,6 3 5-15,2-1 2 0,4 2 5 0,4 2 1 0,6-1 0 0,3 1 4 16,4-1 4-16,3 1 8 0,1 2 6 0,3-1 6 0,2 1 2 16,-1 2 4-16,4 0 3 0,0 3 3 0,-1 1 2 0,0 4 0 0,-1-1 2 15,0 1-5-15,-2 2-6 0,-2 1-5 0,-1 3-6 0,-2 2-4 0,-3 1 0 16,-2 1-7-16,-2 2-1 0,-6 0-3 0,-2 2-1 0,-4 1 1 15,-3 2-2-15,-6 2-1 0,-3 1-5 0,-3 1-1 0,-8 3-2 0,-3 3 3 16,-7 2 2-16,-7 1 0 0,-3 3 2 0,-5 3-3 0,-4 0-1 16,-5 1-7-16,-5 1-2 0,-5 1 1 0,-7-1-2 0,-3 2 6 0,-9-1 0 15,-3 2-10-15,-4-2 1 0,-8 0-2 0,-3-2-2 0,-5 1 5 0,-3-1-6 16,-4 1 0-16,-1-3-1 0,-1-1-1 0,-1-2-1 0,2-2-6 16,0-3-2-16,1-1-3 0,2-2 3 0,3-2 2 0,2-2-1 0,3-1 2 15,2-2-7-15,1-2-2 0,4-1 0 0,1-3-2 0,3 0 5 0,3-2 4 16,2-1 4-16,3-1 3 0,5-1-1 0,1-1 3 0,3-2 1 15,5 1 2-15,2 0 0 0,3-2 2 0,4 1-2 0,0-2 1 0,3 2 0 16,0-1-3-16,2-1-9 0,2 1-16 0,0-1-9 0,1-1-26 16,2 0-37-16</inkml:trace>
  <inkml:trace contextRef="#ctx0" brushRef="#br0" timeOffset="66488.57">10215 14222 542 0,'-9'-1'50'0,"-1"1"-32"0,-2 1-20 0,3 1-13 0,1 0-15 15,0 1-17-15,1 0-10 0,0 1-5 0,-1-1-2 0,0 1-6 0,0 1-8 16,-1-1-17-16,1 1 6 0</inkml:trace>
  <inkml:trace contextRef="#ctx0" brushRef="#br0" timeOffset="67873.57">9595 14311 326 0,'-4'-7'92'0,"1"1"-59"15,0-2-13-15,1 1-9 0,1 1-1 0,1 0-6 0,0 2-3 0,1-1-2 16,0 0 0-16,1 1-1 0,0-1 0 0,1 0-1 0,-1-1-3 0,1 1-1 15,1 0-4-15,0 0 4 0,-1 0 3 0,2 0 1 0,0 0 6 16,0-1-1-16,1 1 2 0,0-1 4 0,0-1 2 16,0 0 3-16,0 0 7 0,0-1 9 0,0 1 7 0,-2-1 11 0,2 1 5 0,0 1 0 0,0 0 2 15,0-1-2-15,1 0 0 0,0 1-2 0,2-2-4 0,1 0-2 16,-1 0-8-16,3-1-1 0,1 0-3 0,1 1-4 0,1-2-7 0,2 2-2 16,3-1-3-16,0 1-1 0,2 0-3 0,2 2 0 0,0-1-5 15,4-1-5-15,0 1 1 0,2-1-5 0,0 2 3 0,0-1-5 0,3 1 0 16,0-1 1-16,1 2-5 0,1-1 7 0,0-1 1 0,3 1 5 0,-1 0 0 15,1-1 4-15,1-1 0 0,1-2-5 0,0 0 3 0,3-2-4 16,0 0-5-16,0-1 2 0,1 1-1 0,1 0 4 0,0 0 11 0,1-1 3 16,3 0-1-16,0 0 2 0,1 2-4 0,1 0-4 0,0-1 1 0,-1 3-7 15,1 0-1-15,-1 1-9 0,-1 2-2 0,-3 1 2 0,0 1-2 16,-2 2 7-16,-3 1-5 0,0 3 4 0,-1 1-2 0,-1 2 1 0,-1 2 4 16,0 0-2-16,-4 3-1 0,1 1 0 0,-4 1 2 0,0 1-2 15,-2 1 2-15,0 1 1 0,-2-1-3 0,0 0 2 0,-3-2-2 0,1 2-4 16,-1-1 6-16,-2 0 0 0,1 0 2 0,0-2 1 0,-3 1-2 0,1 0 1 15,0 0 6-15,-3 1 1 0,1-2 4 0,0 2 0 0,-1 0-8 16,1 0 0-16,-1 0-3 0,-1-1-3 0,1 0 0 0,-1 0 2 0,-1 1 3 16,-2-1-2-16,1-1 3 0,-1 0-2 0,0 1-2 0,-3 1 3 0,1 0-1 15,0 0-1-15,-1 2 2 0,-1 0-1 0,0 1 0 0,-2-1 3 16,-1 2 2-16,0 0 2 0,-3-1 0 0,0-1-1 0,-1 0 0 0,0 0 1 16,-2 0 4-16,0-1-3 0,-1 0 0 0,-1 1-3 0,-1-1 1 15,-2 1-2-15,-1 0-7 0,0 2 1 0,-3-1-4 0,-1-1-5 0,-2 2 5 16,-3 0-5-16,-2-1 0 0,-1 1-6 0,-2 0-3 0,-3 0 8 0,-3-2-2 15,-6 3 5-15,0 1 2 0,-4-1 0 0,0-1 6 0,-2 1 3 16,-1-1-2-16,-1-1 2 0,-3 1 2 0,1-1 7 0,-1-1 5 0,-3-2-1 16,3 1 1-16,-1-1-10 0,0 0 0 0,1 0 0 0,-1-3-3 0,0 1 6 15,-1-1 1-15,1-1 4 0,1 0 11 0,-1-1 3 0,1-2 2 16,-1-1 4-16,1-1 4 0,0 0 1 0,0-1 0 0,0-2-5 0,0-1-17 16,0-1-7-16,1-2 2 0,-1 0 0 0,0-2-1 0,0-1-4 15,-2-3-5-15,2-1-2 0,1-3 0 0,-2 0 1 0,1-1-4 0,-1-2 13 16,-1-3-10-16,-2 0-2 0,1-1 0 0,0-2-22 0,2 1 3 0,-1-1-1 15,0-1-5-15,0 0 3 0,-1 3-5 0,2 0 5 0,2 3 6 16,0 3 4-16,2 1 6 0,2 2 1 0,-1 1-8 0,3 2-12 0,-1 2-6 16,2 3-14-16,1 2-12 0,0 2-11 0,4 3-28 0,1 2-38 0,3 3-53 15,2 1-68-15,2 3-75 0,1 2-148 0</inkml:trace>
  <inkml:trace contextRef="#ctx0" brushRef="#br0" timeOffset="84738.98">15479 14464 876 0,'-3'-12'404'0,"-2"0"-302"0,-1-4-40 0,2 0-29 0,1 2-12 0,1 0-22 15,1 4-19-15,1 0 0 0,1 1-3 0,2 0 12 0,-2 1 3 16,0 0 0-16,1 1-8 0,-1 2-6 0,0-1 0 0,0 1-2 0,-1 0 7 16,0 1 0-16,1 1-1 0,-2 1 2 0,1 0-3 0,-1 1-1 0,0 0 5 15,-1 1 2-15,0 0 0 0,0 2 4 0,-3-1 1 0,1 0 4 16,-2 2 3-16,-1-1-3 0,0 1 3 0,0 1 1 0,-1-1 0 0,1-1 6 15,1 0-2-15,0 0 4 0,0-1 1 0,0-1-3 0,0 0 4 16,1-2-1-16,1 0 3 0,0-1 0 0,0 0 0 0,1-2 1 0,-1 0 3 16,0 0 4-16,1-1 5 0,0-1 4 0,0 1 2 0,1-2 3 0,1 0-1 15,1-2-2-15,-1-3-1 0,3 0-5 0,-1-1-3 0,2-1-1 16,3 0 2-16,0 1-1 0,0-1 2 0,0 2-4 0,2 0 3 0,-1 0-3 16,2 1-1-16,0 0 2 0,-1 2-8 0,2-2-1 0,2 0-1 0,1 1-5 15,0 1 0-15,0 0 1 0,3 3-2 0,1 0-3 0,2 0 0 16,0 1 0-16,2 1-4 0,0 0 5 0,0 1 1 0,3 2 3 0,0 0-3 15,2 1 5-15,1 1-4 0,-1 1-6 0,4-1 6 0,0 1-6 16,3 1 1-16,0-1 0 0,1 1-4 0,4-1 1 0,0 0 2 16,3 1 4-16,0-1-3 0,-1 0 0 0,3 0 2 0,-2-1-6 0,2 0 7 0,-1 1-2 15,1-1 1-15,-2 1 2 0,0 1-3 0,-1 0-1 0,-2 2-3 16,-1 0 2-16,-3 1-4 0,-1 0 7 0,0 2 0 0,-3-1-1 0,-1 3 4 16,-3 1-3-16,-2 1-2 0,-1 3-4 0,-2-1 1 0,0 3-2 0,-2 1 2 15,-3 2 4-15,-2 3 2 0,-1 4 4 0,-3 2-2 0,-2 2 3 16,-3 0-3-16,-3 2 1 0,-3 0 2 0,-1 3-12 0,-4-1 2 0,-2 1 5 15,-1 0 0-15,-2-2 1 0,-2-1 4 0,0-2-7 0,-3 0 5 0,-1-1 5 16,-3-2-4-16,1 0 5 0,-4-4-5 0,-3 1 0 0,-4-1 1 16,-3-1 0-16,-4 0 2 0,-2 0 2 0,-3 0-3 0,-3-3-2 0,-1 0 0 15,-3-2-5-15,-1-2 1 0,-1 0 0 0,-2-4 0 0,3 1 5 16,1-2 1-16,0-3 3 0,2 0 1 0,0-3-6 0,3-1 0 0,1-3 3 16,1-2-3-16,3-1 2 0,1-2-3 0,1-1-4 0,2 0 3 0,0-3-4 15,4-1 2-15,1 0 6 0,0-2 4 0,2 0 0 0,3 0 4 16,1-2-5-16,3 0-4 0,1-2 4 0,1-2 3 0,3 2-4 0,1 1-6 15,1 0-7-15,0 0-9 0,3 0-8 0,1 3-14 0,2-1-16 0,1 2-25 16,3 1-24-16,0 0-25 0,3 2-32 0,0-1-22 0,2 1-30 16,2 1-19-16,1 1-5 0,2 1 6 0,4 0 22 0,0 1-41 0</inkml:trace>
  <inkml:trace contextRef="#ctx0" brushRef="#br0" timeOffset="128158.63">22031 14233 92 0,'-2'-1'63'0,"-1"0"-27"0,0-1-18 15,0 0-10-15,2 1-9 0,-1-1-8 0,0 0-4 0,1 0-6 0,-1-1-1 16,0 1-1-16,-1 1-4 0,1-1 5 0,0 0 1 0,-1 1 8 16,1 0 6-16,0 0 3 0,0 0 6 0,1 1 2 0,0-1 2 0,0 1 7 15,0 0 6-15,1-1 5 0,0 2 4 0,0-1 0 0,1 0-1 16,-1 0-4-16,1 0-5 0,0 0-6 0,0 0-4 0,0 0-1 0,-1 0-3 15,0 0-1-15,0 0-2 0,0 0 1 0,-1 0 1 0,2 0 1 0,-1 0 2 16,-1 0-1-16,1 0 1 0,-1-1-3 0,1 0 1 0,-1-1 0 0,1 0-2 16,0-1 0-16,0 2 4 0,0-1 1 0,0-1 5 0,0 1 3 15,1-1 0-15,-1 0 3 0,1 0 1 0,-1 1 2 0,0 0 2 0,0 0 1 16,0-1 0-16,0 1 2 0,0-1 2 0,0 1 6 0,0 0-3 16,0 0-3-16,0 1-4 0,-1-1-3 0,1 2-3 0,0-1-3 0,1 1-4 15,-1 1-6-15,1-1-2 0,-1 1-2 0,0-1-3 0,0 1 2 0,0 1-2 16,0-1 8-16,0 2 2 0,0 0 3 0,1 1 1 0,-1 1-2 15,0 0 0-15,0 0 0 0,1 1-1 0,0-2 0 0,0 2-6 0,0-1 1 16,0 1 0-16,1 0-1 0,-1 0-1 0,1 0 0 0,0 1-1 0,1-1 2 16,-1 0 2-16,0 1-2 0,0-3 1 0,0 3 1 0,0-1-1 15,0 0 4-15,1 0-1 0,-1 0-1 0,1-1 3 0,-1 1-1 0,1 0 4 16,-1 0 2-16,1-1-1 0,0 2-5 0,-1 0 0 0,1 1-1 16,0 0 4-16,0 1 6 0,0-1-1 0,-1 0-2 0,0-1-2 0,1 1 0 15,-1 0-2-15,0 0-1 0,0 0-1 0,0 0-1 0,0 1 1 0,0-2-1 16,0 0 1-16,0 1-3 0,1-1 4 0,0-1-1 0,0 1-4 15,0 0 1-15,1-1-7 0,-1 0-3 0,1 0 1 0,0-2 0 0,1 1 7 16,2 1-1-16,-1 0 1 0,2 0 3 0,-1 0 5 0,0-1 0 16,2 0 3-16,0-2 4 0,0 1-5 0,3-1 9 0,1 0-4 0,1 0-4 15,1-1 4-15,0 0-3 0,4-1 8 0,1 1 5 0,0-1 1 0,3 0-1 16,-1 0-1-16,1 0 2 0,1-1-5 0,1 0-1 0,3 0-7 0,1 0-11 16,3 0-1-16,0 0 4 0,4 1 3 0,1 0 2 0,3 0-1 15,1-1 1-15,1 1-1 0,1 0 3 0,3 1 0 0,1 0-1 0,0 1-2 16,1 0-4-16,1 1-2 0,-3-1-2 0,1 1 2 0,-1 1-3 15,-1-1-2-15,0 2-1 0,-1 0 3 0,0-1 2 0,-1-1 0 0,-2 1-3 16,-2 0 1-16,2 1-4 0,-1-1-1 0,-1 0 4 0,1 0-4 0,-4 0 2 16,1-1 0-16,-1 0 1 0,-1-1 1 0,0 0-1 0,-1 0 7 15,0-1-3-15,0 0-1 0,-1-2 0 0,1 2-1 0,-1-2 4 0,0 1 1 16,-2-1-2-16,0 0-3 0,-1 0 3 0,0 0 1 0,0 1 2 16,0 0 10-16,-2 0-4 0,-1 0 4 0,0 0-1 0,-1 0-1 0,1 1-6 15,-2-1-1-15,2 0 2 0,-3 0-8 0,2 0 4 0,-1-1-1 0,-1 2-3 16,2-1 0-16,-2 0 2 0,2 0-5 0,-2 0 0 0,0 0 0 15,1 0 0-15,-1 0 0 0,3 0 6 0,-2-2-2 0,-1 0 2 0,2-1-3 16,0 0-3-16,0-1 5 0,-1 1-8 0,-1-2 5 0,0 0-4 0,-2 1 4 16,2-2-2-16,-1 0-3 0,-2 0 4 0,1-2-1 0,-1 0 0 15,0 0-1-15,0 0-1 0,0-1 6 0,-1 0 2 0,0 0-5 0,0-1 1 16,0 0-2-16,1-1 2 0,-2 1 6 0,-2 0-2 0,2 0-6 0,-1 0 3 16,-3-1-14-16,2 1 11 0,-2 0 4 0,0 0-4 0,-2 1 23 15,1 0-2-15,-1-1 1 0,0 0 0 0,0-2-9 0,-2-1-2 0,2 0-1 16,-2 0-3-16,0-1-1 0,-1 0-2 0,-2 1-6 0,-2-1-7 15,-1 0 3-15,-1-1 1 0,-1 0 2 0,-1 0 3 0,-2 0-1 0,-1-1 6 16,-1-1 1-16,-1-1-1 0,-3 1-3 0,-1-3 0 0,-3-2-7 0,-3 1 9 16,-1-3-4-16,-2 1-4 0,0 2 2 0,-1-1 1 0,-2 1-2 15,1 0 0-15,1-1 1 0,-2 0-4 0,-1 0 2 0,0 1-8 0,-2-1 0 16,-1 2 1-16,0 1-13 0,-2 0 2 16,0 1 8-16,-2 0-1 0,-1 0 11 0,-1 1 1 0,-1 2-10 0,-1-1 2 0,0 1 8 0,-1 0-1 15,0 1-1-15,-2 2 1 0,-1-1-6 0,-3 2 4 0,1-1-2 0,-1 1-1 16,0 1 1-16,0-1 5 0,-1 1-1 0,1 1-2 0,1 1-5 15,-1 0-8-15,3 0 1 0,0 1 4 0,1 0 0 0,0 2-2 0,-1-1 3 16,1 1-7-16,0 1-2 0,-1 0 2 0,0 2-1 0,-1-1 4 0,2 2-2 16,-1 0 5-16,2 0 4 0,-1 1-1 0,1 0 7 0,-1 0-5 15,0 0 3-15,0 0 1 0,-1 1-1 0,0 0-1 0,-2 1-1 0,0 1-8 16,0 0 7-16,1 0-3 0,-1 2-5 0,-3 0 7 0,1 0-3 0,-1 1-1 16,-2 0 2-16,3 0 1 0,-1 1-6 0,-2 0 3 0,0-1-4 15,0 1 4-15,-1 1-2 0,2 1 0 0,0-1-3 0,-1 1-6 0,2 0 5 16,0-1-1-16,-2 1-2 0,1-1 3 0,0 0 2 0,0 0 3 0,3 1 7 15,0-1 2-15,1 1-1 0,0-1-3 0,-1 0-4 0,3 1 0 16,1-1 1-16,-1 1 3 0,1 0 13 0,-2 1 2 0,2 1 2 0,-2 1 1 16,1 0-7-16,1-1-4 0,-4 2-3 0,2 0 3 0,-2 1-3 15,4-1 2-15,0 1 0 0,0-1-6 0,3 0 0 0,-1 0-2 0,2-2-3 16,1 2-11-16,0 0-2 0,1-1-2 0,1-1 3 0,3 1 10 16,-1 0-1-16,3 0 2 0,-2 0 1 0,3-3 1 0,2 0 3 0,1-1-5 15,1-1 7-15,3-1-2 0,-1 0-2 0,1 0 4 0,0-1-4 0,2-2 6 16,1 1-1-16,-1 0 1 0,1-1 3 0,2 1-7 0,1-1 3 0,1 0-1 15,0 0 3-15,1 0 2 0,0-1 0 0,2 0 2 0,0 0-8 16,1 0 2-16,0-1 4 0,0 1-3 0,1-1-1 0,0 0-2 0,2 0-9 16,0-1 0-16,-1 0-6 0,2 0-7 0,-1 0-3 0,1 0-2 0,0 1 1 15,0 0-3-15,1-1-1 0,1 2-8 0,1 0-8 0,0-1-10 16,0 1-14-16,0 0-17 0,0 0-18 0,0 1-20 0,1 1-20 0,0-1-12 16,2 1-39-16,1-1-47 0</inkml:trace>
  <inkml:trace contextRef="#ctx0" brushRef="#br0" timeOffset="147058.89">27334 14133 1186 0,'7'-3'331'0,"6"0"-231"0,8-1-30 16,8-1-43-16,4-1 7 0,6-1 6 0,6 1 2 0,4-4 5 0,4 0-2 16,6 1-12-16,5-3-11 0,5 0-8 0,6 0-9 0,1-1 2 15,5 1-5-15,4 0 5 0,3 1 0 0,5 0 2 0,4-1-1 0,2 1-11 16,2-1 8-16,2 0 17 0,3 0 17 0,5-2 26 0,3-1 12 0,5-4-3 16,3-2 6-16,4 1-3 0,1-2-3 0,3-1-4 0,1 2-6 15,2-3-1-15,3 0-2 0,-1 0-9 0,1-1-5 0,-1 2-12 0,-1-2-1 16,1 1-1-16,-1 2-6 0,-2-1 4 0,0 2-7 0,-1 3 10 15,-2 0-5-15,0 0-15 0,-2 3-5 0,-3-1-16 0,-62 7 23 0,15-1 7 16,-3 1-11-16,17-2-8 0,-3 1-36 0,16-2-14 0,-2 0 67 0,-45 5-19 16,7-1-33-16,-1 1-55 0,7 1-136 0,-2-2 20 0,6 0-69 15,-2 0-55-15,6 0-38 0,-1-1-65 0,5 0 46 0,-1-1 50 0,1 2 333 16,-7-1 0-16,-1 0 0 0,-6 1 0 0,1 0 0 0,-8 0 0 0,-5 2 0 0,-8 1 0 0,-7-1 0 0,-6 1 0 0,-4 1 0 0,-7 1 0 0,-6 0 0 0,-5 1 0 0,-5 1 0 0,-7 1 0 0</inkml:trace>
  <inkml:trace contextRef="#ctx0" brushRef="#br0" timeOffset="147675.89">30201 7771 2390 0,'-44'-53'-107'0,"-1"-2"188"0,-5-4-2 0,15 17-8 16,11 15-24-16,6 4-8 0,3 3-17 0,3 5-9 0,2 2-7 0,2 3-6 15,2 4-13-15,3 3-17 0,2 3-11 0,0 4-11 0,2 4 2 0,0 4 8 16,0 3 10-16,0 6 0 0,-1 3-8 0,-2 3 1 0,0 4-3 16,-2 1 3-16,1 4 12 0,-2 2 3 0,1 2 3 0,0 4 6 0,0 4 0 15,-1 2 1-15,2 4 1 0,0 4 3 0,3 3-1 0,0 4-6 16,2 4 2-16,3 3-6 0,0 3 1 0,2 3 9 0,1 4-5 0,2 2 1 16,2 3-5-16,1 2-1 0,0 3 7 0,-1 3 2 0,3 3 5 0,2 1 5 15,2 3-6-15,1 2-3 0,3-1 7 0,-1 2 1 0,3 0 5 16,0-2 0-16,-3 1-3 0,0-1-4 0,-2-1 10 0,-4 3 0 0,-2 4 10 15,-2 1 5-15,0 3-2 0,-2 2 5 0,-3 0 1 0,1 3 10 0,1 2 5 16,0 1 7-16,1 2 11 0,1 2 9 0,0 4 5 0,1 1 1 16,3 5-7-16,0 1-10 0,3 0-7 0,1 7-7 0,2 1-11 0,1 1-8 15,2 4-6-15,0 1-7 0,-1 3-2 0,1 2-1 0,-2 5 0 0,0 0-4 16,2 3 8-16,-3 2-4 0,0-2-1 0,0 0 1 0,-3-1-7 16,0-2-1-16,-3-2-4 0,0-3 4 0,-3-2 2 0,-1-3 3 0,-1 0 5 15,-1-5-6-15,-2-1 3 0,0-2-5 0,-2-4-5 0,0-3 3 16,-1-1-3-16,-2-1 1 0,0 0 2 0,-1 0-4 0,0-2-2 0,0 2-51 15,2 4-42-15,0-66-6 0,1 16-1 0,1 3 49 0,1 16 36 16,1-3 10-16,-4-43-13 0,2 6-7 0,-1 0-5 0,0 8-18 0,1 10 23 16,0 5-10-16,-1-4-3 0,2 7-5 0,0-2-34 0,1 7-33 0,0-1-61 15,0 5-92-15,1-1-78 0,1 2 349 0,-1-9 0 0,-1 1 0 0,0-9 0 16,0-6 0-16,-1-9 0 0,0-8 0 0,1-10 0 0,-2-5 0 0,0-7 0 0,-1-12 0 0,-1-28 0 0,0 0 0 0,-1 0 0 0,0 0 0 0,-2 0 0 0</inkml:trace>
  <inkml:trace contextRef="#ctx0" brushRef="#br0" timeOffset="149041.89">30406 13794 475 0,'-1'-4'70'0,"1"-1"-36"0,0 0-13 0,1 1-13 15,0 1-5-15,1 0 1 0,0 1-4 0,1-1-3 0,1 0-1 0,0-1-3 16,2 0-1-16,2-1 2 0,0 0 1 0,1 1 2 0,1-1 3 0,0-1 6 15,2 0 5-15,-1-1 6 0,-1 0 5 0,-1 2 8 0,-1-2 9 16,0-1 10-16,0 1 13 0,-1-1 5 0,0 0 12 0,-1 1-3 0,0 0 3 16,0 1-1-16,-2-1-7 0,-1 1-5 0,0-1-8 0,0 1-8 0,-1 0-10 15,0 0-7-15,-1 0-8 0,1 1-3 0,-1 0-4 0,0 1-1 16,0 1-5-16,0-2-1 0,0 2-2 0,0-1-4 0,1 0-1 0,-2 1-3 16,1 0-4-16,1 0 3 0,-2 1-4 0,0 0-1 0,0 1 1 15,-1 1-6-15,0-1-1 0,0 1-2 0,-1 1 3 0,0-2 4 0,-2 1 2 16,0 1 3-16,1-1 4 0,-3 1 0 0,2-1 3 0,0 0 4 0,0 0-3 15,1-1 3-15,-1 0 1 0,1 0-2 0,0-1 2 0,1 0-5 16,1 0 6-16,0 0-2 0,0-1 3 0,1-1 5 0,0 0-7 0,2-1 1 16,0 0-4-16,0 1-3 0,2-3 4 0,-1 0-5 0,3 0 4 0,0 0-2 15,0 0 0-15,-1 0 2 0,2-1-2 0,-1 2 2 0,0 1-3 16,0 0 3-16,-1 1 2 0,1 1-9 0,-1 1 3 0,0 0-3 0,-1 2-6 16,1 0 2-16,-1 2 1 0,-1 2-8 0,0 1 8 0,1 1-4 15,-2 1 0-15,1 2 7 0,-2 2-2 0,0 0 2 0,-1 1 2 0,-1 0-1 16,-1-1 2-16,-2 1 6 0,1 0 4 0,-2-1-3 0,1-1 4 0,-3-3 7 15,0 1 1-15,1-2 9 0,-1-1 6 0,0-1 1 0,-1-1 5 16,2-1 3-16,-2 0-2 0,1 0 2 0,0-2 0 0,-1 1-6 0,1-2 0 16,-1-1-4-16,1 1-5 0,2-2 0 0,-1 0-7 0,2-1-2 15,0-1-6-15,0-1-1 0,2-1-1 0,-1 0-7 0,0-2-2 0,1-2-1 16,1-1-7-16,1-1 6 0,1 1-3 0,-1-1-1 0,2 0 2 0,1 0-5 16,1 0 1-16,0 2-3 0,0-1 4 0,2 2 4 0,0 0-5 15,0 1 7-15,2 1-8 0,-2 0 3 0,2 2 0 0,-1 1-6 0,0 2-4 16,0 1-2-16,1 1-2 0,0 3 4 0,2 1 6 0,-1 1-2 0,1 2 1 15,0 0-3-15,-1 1 4 0,1 2 0 0,-2 0-3 0,1-1 8 16,-1 1-1-16,-1 0-1 0,-2-2 8 0,-1 0 1 0,-1 2-2 0,-1-2 1 16,0 0 0-16,-2 0 3 0,0-1 4 0,0-1 6 0,-2 1 3 0,2-2 6 15,-2 0 1-15,-1 0 0 0,0 0-1 0,-2 0-1 0,1-1-4 16,-2-1 4-16,1 0-5 0,-2 1-4 0,1-2 1 0,-1 0-3 0,1 1-3 16,-1-3 0-16,-1 2-1 0,0-1-5 0,0-1-1 0,1 0-2 0,0-1-3 15,0-1 3-15,0 0 0 0,1-1 0 0,1 1-7 0,0-1-1 16,1 0-2-16,0 1-2 0,2 0 2 0,0 0-7 0,0-1 1 0,2 2-3 15,0-1-2-15,0 1 8 0,1 0-4 0,0 2-1 0,0-1-2 16,0 1 2-16,2 0 3 0,1 0 7 0,1 0-1 0,0 2 4 0,-1 1-3 16,3-1 3-16,0 2 0 0,2-1 0 0,-1 2 0 0,-1-2-1 0,1 1 1 15,0 1 1-15,-1-1-1 0,0 0 7 0,-1 0-1 0,-1 0-1 16,-1-2 5-16,1 0-3 0,-3-1 7 0,1 0 5 0,-2 1-1 0,-1-2 2 16,2 1-7-16,-2-1 5 0,0-1 6 0,0 1 0 0,-1 0-6 0,1 0-1 15,0 1-5-15,0-2 0 0,-2 0 2 0,0-1-8 0,1 1 0 16,0-1-3-16,-1 0-1 0,0 1-1 0,0-1 1 0,0-1-5 0,0 1-2 15,-1 0 1-15,1 0-1 0,1 1 3 0,-1 0 1 0,1 1-1 16,1-1 0-16,0 1-5 0,0 0 2 0,0-1 0 0,0 0 2 0,1-1-1 16,-1 1 6-16,1 0-5 0,0 0-4 0,1-1 2 0,1 0-4 0,-1-1 11 15,1 0-4-15,0 1 2 0,-1-1-3 0,2 0-2 0,0 1 0 16,0-2-5-16,0 1-2 0,0 0-15 0,1 0-10 0,0-1-19 0,-2 1-34 16,1-2-53-16,0 0-55 0,0-1-67 0,0-2-101 0,0-1-86 0,2-2-77 15,1-7-50-15</inkml:trace>
  <inkml:trace contextRef="#ctx0" brushRef="#br0" timeOffset="153009.89">29634 9594 269 0,'-14'-8'55'0,"1"-1"-24"0,-4-3 0 16,5 2 2-16,3 1-9 0,1-2-7 0,1 1-4 0,1-2-7 0,1 1 1 15,1 0-1-15,1 0-2 0,2-2 0 0,2 0-6 0,1-1-5 0,1 2-3 16,3 1-1-16,-1-1 0 0,3 3-1 0,1-1-1 0,-1 1-4 16,2 2-5-16,0-1-3 0,1 2-8 0,2 0-5 0,1 1-26 0,0 1-13 15,0 1-47-15</inkml:trace>
  <inkml:trace contextRef="#ctx0" brushRef="#br0" timeOffset="154275.89">30001 9480 673 0,'-14'1'19'0,"1"2"-12"15,-4 1 2-15,7 1-5 0,2-2 0 0,2 1 1 0,1 0-2 0,0-1 1 16,1-1 1-16,2-1-3 0,0-1 0 0,1 0-1 0,0 0-4 16,1 0 2-16,1-1 1 0,-1-1 0 0,0-2 1 0,2 0-1 0,-1-1 3 15,1 1 0-15,0-1 0 0,0 1 5 0,0-1-4 0,0 2 6 0,-1 0 2 16,1-2-4-16,0 2 2 0,1 0-3 0,0-2 2 0,1 2 2 16,0 0 4-16,1-1 1 0,0 1 5 0,0 1 2 0,-1-1 0 0,1 2-1 15,-1 0-3-15,1 1-3 0,-1 0-3 0,0 1 5 0,0 0 2 0,-1 1 5 16,1-1 4-16,-2 1 3 0,-1 0 5 0,0-1 6 0,0 0 10 15,-1 0 6-15,0-1 9 0,0 0-4 0,-2 1 0 0,1-1-8 16,-1 0-10-16,0-1-8 0,0 0-12 0,-1 0-5 0,0 0-3 0,-1 1-4 0,1-2-2 16,0 1-4-16,-1-1-3 0,1 0-2 0,0 1-1 0,0-1 2 15,1 0-3-15,1-1-1 0,0-1 0 0,2 0-6 0,0-1-2 0,0-1 4 16,2 0-4-16,1 0 4 0,-1-1 0 0,2 0-2 0,1 0 3 16,0 1-2-16,0 0 0 0,1 0 0 0,-2 1-2 0,1 1 6 0,-2 0 1 15,0 0 0-15,0 2 1 0,-1 0 1 0,1 0-2 0,-2 1 4 0,0 0-6 16,1 0 2-16,-1 1-1 0,1 1-2 0,1 0 1 0,-2 0 1 15,2 2 1-15,-1 0 1 0,0 0 1 0,0 1 1 0,0-1 0 0,0 1-1 16,1 0-2-16,-1 0 1 0,1-1-1 0,-1 0 2 0,0 0-1 16,1-2 0-16,-2 2-1 0,0-1 0 0,0 0 2 0,1-1-2 0,-1 0 1 15,1 0 2-15,0-1-1 0,1-1-1 0,-1 0 5 0,1 0-3 0,-1-1 3 16,0 1-2-16,1-2-3 0,0 1 0 0,-1-1 0 0,2-1-1 16,-1-2 3-16,0 0-3 0,1-1 1 0,-2 0-1 0,1 0 0 0,0-1 0 15,-1-1 0-15,-1 2 3 0,0-1 0 0,-2-1-3 0,0 1 2 0,0-1-3 16,-1 0 2-16,-1 0 1 0,0 3-2 0,-1-2 2 0,-1 0-1 15,0 1 3-15,1 1 2 0,-3 1-5 0,1 2 3 0,-1 1-1 0,-1 2-3 16,-1 0 1-16,-2 3 0 0,-1 2 0 0,1 2 2 0,-4 4-3 16,-1 2 3-16,0 1 1 0,1 2 1 0,-2 2 3 0,1 1 0 0,0 1-4 15,2 1-4-15,0-1 3 0,2 0-6 0,2-1-1 0,4-2 1 0,1-2 1 16,2-2-12-16,2-3 5 0,1-2 3 0,2-1-8 0,1-1 9 16,1-3 1-16,-1 0 2 0,1-2 4 0,1-2 5 0,0-1 1 0,0-2-4 15,1-2 0-15,1-1 5 0,1-1-1 0,0 0 1 0,-1-3 3 16,-1-1-5-16,0-1 1 0,0 0-2 0,-2-1-6 0,0 0 4 0,0 1 2 15,-1 2-5-15,-1-2 7 0,1 0-4 0,-2 1 0 0,0-1 1 0,-1 3 2 16,0-1-1-16,-1 1-2 0,1 1 1 0,-1 2-1 0,-1 2-1 0,1 3-2 16,0 0-1-16,-1 2-4 0,1 1-3 0,-1 2 1 0,1 2 2 15,-2 4-1-15,0 3 4 0,-2 4 0 0,-1 1 1 0,0 4 0 0,-1 2 0 16,1 0-2-16,0 2 0 0,-1-1-4 0,2 2 0 0,0 0 3 16,1-1-1-16,2 1 5 0,1-5-2 0,1-2-2 0,1-4-1 0,0-3-2 15,3-1-1-15,0-3-1 0,0-1 1 0,0-1 6 0,0-3 1 0,-1-1 4 16,-1-2 3-16,-1-2 1 0,1-1 4 0,0-3-8 0,0 0 1 15,0-2-4-15,0-3-3 0,1-1 2 0,0-1 0 0,-1-1-2 0,0 0 4 16,-1-1-9-16,1-3 3 0,-1 1-1 0,-1 2 5 0,-1-1 12 0,1 0-8 16,-2 0 5-16,1 1-8 0,-2-1 1 0,0 1 2 0,0 2-2 15,-2 1 2-15,2 1 1 0,0 1-1 0,0 2-4 0,0 3 4 0,0 2-6 16,1 2-2-16,1 1-3 0,-1 2-3 0,-1 2-1 0,-1 3 6 16,-1 4 1-16,-2 3 1 0,-1 2 0 0,0 4 1 0,0 1 0 0,-1-1-4 15,0 2 0-15,-1-1-2 0,1-1 8 0,2 1 4 0,1-1 2 0,2-4-4 16,1 0-6-16,1-3-2 0,2-1-6 0,1-2 5 0,0-1-4 15,2-1 6-15,0-2 1 0,0-1-5 0,-1-2 4 0,0-1 2 0,-1-1 3 16,0-3 5-16,0 0-1 0,-1-1-1 0,0-2 4 0,0-2-4 0,-1 0 0 16,1-2 0-16,0-1-1 0,-1-1 4 0,1-1 0 0,-1 0-3 15,0 0 1-15,1 1-3 0,-1-2-6 0,0 0 6 0,1 0-7 0,-1 0 2 16,0 2 9-16,0-1-1 0,-1 0 4 0,1 1 1 0,0-1-6 0,0 1 2 16,0 1-2-16,0 1 0 0,1 2-2 0,-1 1-1 0,0 2 4 15,0 2-3-15,0 1-1 0,0 1 0 0,0 1-5 0,-1 0-2 0,0 2 2 16,0 1 1-16,-1 1 3 0,1 1 1 0,-2 2 0 0,1-1 2 15,-1 2-3-15,0-1-2 0,1 0 2 0,0 1-3 0,0-1 0 0,1-1-1 16,-1 0-3-16,2 0 1 0,0 0 3 0,1-2-2 0,0 1 0 0,0-1 0 16,1 0-1-16,1-1 5 0,-1-2 0 0,1 0 0 0,0-1 0 15,-1 1 2-15,1-1 0 0,-2-1 6 0,0-1-3 0,1-1 4 0,-1 2-2 16,0-1 2-16,0 0-2 0,0 0-4 0,0-1 3 0,0 1 0 0,0-1 4 16,-1 1-1-16,0 0-2 0,1 0-1 0,-1 0 2 0,0 1 0 15,-1 0-2-15,1-1 2 0,0 2-6 0,1-1 2 0,-2 1 1 0,2-1 0 16,-2-1-1-16,1 1 0 0,0-1-1 0,0 1 6 0,1-1-5 15,-1 0-3-15,1 0 2 0,-1 0-3 0,1 1 0 0,0-1 2 0,0 0-2 16,0 0 2-16,0 1 0 0,0-1 0 0,-1 1 0 0,1 0-3 0,0 0 0 16,1 0 1-16,-1 0-2 0,-1 0 0 0,0-1-2 0,1 1-2 15,0-1 3-15,0 0-6 0,0 1-5 0,1-1-1 0,0 0-12 0,0 0-34 16,0-1-64-16,-1 2-67 0,1-1-88 0,-2-1-74 0,0 0-177 0</inkml:trace>
  <inkml:trace contextRef="#ctx0" brushRef="#br0" timeOffset="158293.89">31575 9034 454 0,'-4'0'165'0,"1"-1"-155"0,0 0-24 0,3-1 0 15,-1 2 14-15,2-1 16 0,-3 0-1 0,0 0-1 0,2 1-8 0,-1-1-10 16,1 1 0-16,0 0-3 0,-2 0-1 0,4 0 3 0,-2 1 2 16,0 0 4-16,1 0 6 0,-2 0 8 0,1 1 0 0,0 0 2 0,0 1 1 15,0-1-7-15,0 1 1 0,-1 0-5 0,2 0-1 0,-2 2 4 0,1 0-3 16,1 0 2-16,-1 0-2 0,0 1 1 0,-1 0 0 0,1 2 2 15,1 0 3-15,-2 0 2 0,2 1 2 0,-1 1 5 0,0-2 1 0,0 3 3 16,-1 0 1-16,0 1 4 0,2 1 2 0,-1 0 1 0,-1 0 3 0,1 0-1 16,0 0 0-16,0 1 0 0,-1-1 5 0,-1 2 2 0,1 1 3 15,-1 1 4-15,1 1-1 0,-3 1-1 0,1 2 0 0,1-2-6 0,-2 2-3 16,1 0-5-16,-1 0-1 0,0 0-3 0,0 1 4 0,0-1 1 0,0 1 0 16,-1 1 7-16,0-2-9 0,-1 1-6 0,1-1-1 0,0 2-6 15,0-1 1-15,0-1 0 0,-1 2-3 0,1-2-3 0,-2 1-1 0,2 2-7 16,-1 0-4-16,-1-1 3 0,1 0-15 0,-1-2 4 0,-1 1-1 15,1 0-2-15,-1-1 13 0,0 2 4 0,-2 0-4 0,0-1 1 0,1 2 0 16,-2 0-1-16,2 1 1 0,-2-1-5 0,0-1 5 0,0 1 1 0,1-1 6 16,0 1 7-16,0 0 1 0,-1-1 0 0,1 2-1 0,0-2 2 15,1 0-2-15,-1 2 5 0,0-1 2 0,-1 2-3 0,1 2 1 0,-2-2 1 16,2 1-5-16,-1-1-3 0,1 0-6 0,0 0 2 0,-1 1-6 0,2-1 5 16,-2 2-5-16,-1 0-2 0,1-1-1 0,-1 2-8 0,2-1 3 15,1 1 0-15,-1-1 1 0,0 1 5 0,0 0-4 0,0 1 1 0,0-2-1 16,1 1-1-16,0-1 2 0,0 0 0 0,1 1-6 0,1 1 9 15,-1-1-4-15,-1-1 1 0,2-1 0 0,0-2-3 0,0 1 3 0,1 0-3 16,-1 0 3-16,0-1 2 0,1 0 0 0,0 0 4 0,1-2-1 0,-1 2 0 16,1-2 1-16,0 1 4 0,-2 0 2 0,1 0 6 0,-1 1-5 15,0 0 0-15,0-1-4 0,0 1-2 0,-1-2 3 0,0 3-4 0,-1 0-1 16,0 1 4-16,0 2-12 0,-2-1 0 0,1 1 3 0,-1-2-5 0,0 1 4 16,-1 0 3-16,-2 2 0 0,0-2-4 0,0 3 12 0,-1-1-10 15,0 0-6-15,-2 0 14 0,1 0-7 0,-1-1 7 0,0 2 7 0,0-1-10 16,1 1 4-16,-2-2 1 0,-1 1 0 0,1-2-2 0,-3 2 1 15,0 1 0-15,0-1-3 0,-2 0 5 0,1-1-3 0,1 0-1 0,-1 0 2 16,1 1-5-16,0-2 3 0,-2 2 2 0,-1-2-6 0,2 0-1 0,-3 0 9 16,0 1-4-16,0 0 5 0,0 0-3 0,-1 0-3 0,0 1-1 15,0-3-1-15,-1 2 0 0,1-1 0 0,-1 1-6 0,0 1 6 0,-1 0-2 16,0 2 1-16,0-2 0 0,-3 0-4 0,2-1 2 0,-1 1-3 0,0-1 4 16,0 1 2-16,1-1-3 0,-1 0 4 0,0-1-20 0,-2 1 19 15,2-2 0-15,-2 0 0 0,2-1 14 0,-2 1-16 0,1 1 0 0,-2-2 4 16,0 2-2-16,0-1-4 0,-2 1 3 0,1 0-6 0,-3 3 7 15,0-2 3-15,-1 1-3 0,1-1 0 0,0-1-3 0,-2 0-3 0,1 1 6 16,-1-2 0-16,-1 3-3 0,-1 0-2 0,0-3-15 0,-2 1 22 0,0-1 7 16,0 0-7-16,-2 1 7 0,0 1-18 0,-3-1 0 0,-1 1 4 15,-1 0 1-15,-2 1 1 0,1-1 0 0,-1 2-4 0,-1 0 0 0,-2 0-6 16,0 0 1-16,0 1 7 0,-1-1-6 0,-1 1 6 0,-1-1-4 0,-1 1-3 16,-1-1 10-16,1 1-14 0,1-2 23 0,-1 1-6 0,0 0-7 15,0 0 15-15,1-1-16 0,0 0 6 0,1-2 3 0,-1 0-4 0,1 0 0 16,0-1 6-16,0 2-8 0,0 1-1 0,-1-1-11 0,0 2-3 15,0-1 3-15,1-1 4 0,0 3 5 0,-3 0-4 0,0 2-1 0,0 2 1 16,-1 0 4-16,0 3 6 0,1-2-5 0,1 1-4 0,1 2 3 0,1-1-7 16,1 0 12-16,2 0 0 0,-1-1-5 0,2 3 7 0,0-1-8 15,1 0 4-15,1 0 3 0,1-1-5 0,2 1 5 0,1 1-13 0,1-2 1 16,1 0 12-16,2 0-8 0,2-1 7 0,-1 1 0 0,3 1 1 0,0-1 4 16,-1 0-1-16,3 2-7 0,0-1 0 0,0 2-2 0,2 0 5 15,0-2 4-15,0 1-14 0,1 0 14 0,0 1-13 0,0-2 4 0,-1 3 6 16,1-2-13-16,-1-1 14 0,2 3-13 0,-2-3 3 0,2 1 5 15,-2 3-11-15,0-1 10 0,1 2-11 0,-2 0-12 0,2 2 12 0,-1 1 1 16,19-24-11-16,-5 6 15 0,-1 1-9 0,-3 6 7 0,0 0 5 0,-3 6-21 16,-1 0 4-16,-3 7-16 0,0 1 10 0,2 0 3 0,0 1-4 15,2 0 5-15,0 0-6 0,1-1 3 0,14-25 3 0,-1 1-18 0,0 1-11 16,-2 1-23-16,3-1-33 0,-3 2-28 0,0-1-28 0,0 1-29 0,2-1-38 16,-2-1-55-16,1 0-72 0,0-2-78 0,2-2-213 0</inkml:trace>
  <inkml:trace contextRef="#ctx0" brushRef="#br0" timeOffset="159225.89">31277 9274 1047 0,'5'3'396'0,"0"2"-384"0,3 4-34 0,0 2-5 0,1 0 15 0,1 1 19 16,2 0 10-16,1 1-1 0,2 1-9 0,0 1-8 0,0 2-7 0,1 3-1 15,1 2-4-15,-2 3-4 0,2 2 6 0,0 1 4 0,-1 5 5 16,-2 0 6-16,-1 1-4 0,1 4 0 0,-1-1-4 0,-1 6 3 0,-1 0-2 15,0 2-1-15,-2 0 6 0,1 1-2 0,-3 1 1 0,1 1 0 16,-1 0-6-16,-2 2 3 0,2 0 8 0,-1 1 3 0,-1-1 14 0,1 0 9 16,-1 0 3-16,2 1 3 0,0-2 6 0,0 1 4 0,0-2 9 15,1 0 3-15,0 2 3 0,1 0-3 0,0 0-6 0,2 0-2 0,-1 1-2 16,-1 0-5-16,3 1 2 0,-4 0-4 0,2 0-4 0,-2 1 0 0,1 2-8 16,0-1 0-16,-1 2-11 0,3 1 4 0,-2 1 4 0,0 3-2 0,1 0 3 15,-1 0-3-15,0 2-4 0,2 0-1 0,-1 0 0 0,0 0-9 16,2-1-3-16,-1-2-1 0,0 0 0 0,3-2 1 0,-2-1-4 0,0-1-2 15,-1 2-1-15,0-1 1 0,1-2 2 0,0 1-4 0,2-3 1 16,-2 0 1-16,1-1 30 0,-6-26 4 0,2 6 5 0,0 0 2 0,2 6-30 16,1-1-2-16,1 8 1 0,1 0-3 0,4 5 9 0,1 0 13 0,0 1-4 15,2-1 7-15,1 0-6 0,0-1-14 0,4 0-3 0,-2 0-4 16,4 1-4-16,-2-2 2 0,3 1-7 0,1 0-1 0,-2 0 2 0,4 2-5 16,-2-2 2-16,2 0-3 0,-1 0-5 0,0 0-5 0,2 0 81 0,-1-1-5 15,1-1 7-15,-17-23 1 0,1 1-83 0,1 2 2 0,2 1-4 16,-2 1-1-16,3 2-1 0,0 0-2 0,1 2 1 0,1 1-4 0,2 2 5 15,-2 0 0-15,3 2-7 0,-1-1 6 0,2 4-5 0,0-1-5 16,2 2 3-16,0 2-7 0,-2-2-2 0,1 0 86 0,-1 2-2 0,1-1 3 16,-1 0-2-16,1 0-88 0,-2 2 0 0,1-1-11 0,0 0 8 0,-1 1-2 15,1 1-25-15,-2 1 1 0,2-1 1 0,-2 2 12 0,1 1 38 16,1-1 6-16,-2 1 7 0,1 1 2 0,-1-1 11 0,1 2 7 0,-1-2 39 16,0 1-9-16,0-1 10 0,-1 1 19 0,1 0-61 0,0-1-5 0,-1-1-32 15,2 2 47-15,-1 0-1 0,-1-1 50 0,-15-2-73 0,-9-5 0 16,0-3 0-16,0-2 0 0,0-4 0 0,0-2 0 0,0-5 0 0,0-1 0 0,0-3 0 0,0-5 0 0,0-1 0 0,0-3 0 0,0-3 0 0,0-4 0 0,0-4 0 0,0-2 0 0</inkml:trace>
  <inkml:trace contextRef="#ctx0" brushRef="#br0" timeOffset="160392.89">28505 14148 1 0,'27'-17'0'0,"1"0"0"0,7-6 0 0,-4 2 1 0,-3 1 0 15,2-1 3-15,1 0 1 0,2-3 2 0,-1 2 0 0,1 0-2 0,0-1 1 16,1-1 1-16,1-1-4 0,1-1-1 0,0 0-2 0,0-1-3 16,0 1-2-16,1-1 0 0,1-1 2 0,0 1-2 0,-1-2 0 0,1 1-3 15,0-3-6-15</inkml:trace>
  <inkml:trace contextRef="#ctx0" brushRef="#br0" timeOffset="-13910.93">8650 8196 745 0,'-21'-23'317'0,"0"0"-245"16,-5-7-51-16,6 3-11 0,4 5 0 0,1-2-4 0,2 3 7 0,0-2-6 16,0 0-4-16,1 2-4 0,1-2-10 0,2-1-4 0,0 0-6 15,1-2-7-15,1 1 1 0,1-1 6 0,1 0 4 0,0-1 11 0,2-2 4 16,1 0 3-16,1-2 1 0,3 0 1 0,1-2 8 0,2-1 2 0,2-2 3 15,3-3 10-15,2-1 0 0,4 0 8 0,4-2 10 0,2-1 5 16,5-1 10-16,4-3 2 0,6 0 1 0,5 1-3 0,4 0-7 0,6-1-14 16,5 1-1-16,3 2-7 0,7 1-7 0,3 1-1 0,4 3-7 0,5 2-10 15,2 4 5-15,1 4 1 0,6 3-3 0,-1 4 2 0,5 6-4 16,0 2-2-16,2 5-3 0,2 3-4 0,1 5 2 0,0 4-4 0,0 4-2 16,2 5 2-16,-1 3-2 0,1 4 1 0,-3 6-2 0,-2 4-3 15,-1 7-2-15,-2 6-1 0,-3 5-8 0,-3 8 9 0,-4 4 2 0,-4 6-3 16,-4 3 9-16,-6 5-4 0,-4 2 0 0,-4 1 7 0,-6 0-4 0,-3 0-2 15,-5 1 6-15,-5 1 4 0,-6-2 3 0,-6 3 16 0,-5-1 3 16,-5-3 17-16,-5-2 21 0,-6-2 3 0,-6-3 7 0,-5-2 0 0,-7-3-9 16,-4-3 5-16,-4 0-7 0,-5-1-11 0,-6-1-9 0,-7 2-8 0,-7 0-7 15,-8-1-5-15,-8 1-12 0,-7 1 3 0,-7 1 3 0,-9-1 0 16,-4 1 4-16,-7 0-8 0,-1-2-5 0,-5-2 0 0,-3-2 2 0,-3-4 1 16,-4 0-3-16,-6-4-12 0,-1-2 1 0,0-2-9 0,-2-3 2 15,4-4 9-15,0-2-2 0,6-6 5 0,4-4 0 0,7-7 3 0,11-5 5 16,9-6 4-16,13-6 8 0,13-6 5 0,11-5-9 0,14-5-25 0,12-3-40 15,11-8-74-15,12-5-98 0,14-10-132 0,12-6-156 0,16-7-342 16</inkml:trace>
  <inkml:trace contextRef="#ctx0" brushRef="#br0" timeOffset="-13160.93">22714 7922 1440 0,'-26'-47'28'0,"1"-2"-10"0,-3-11 1 0,11 13 1 16,8 7-1-16,5 3-4 0,5 2 1 0,6 0-6 0,7 0-4 0,5-1 2 16,7 0-8-16,7 1 0 0,6 1-2 0,6 0 2 0,8 1-2 15,6-1-1-15,6-3 1 0,6 2 2 0,5-1 0 0,5 3-1 0,3 0-1 16,3 2 1-16,3-1 5 0,0 3 2 0,0 0 5 0,4 3 7 0,0 1 11 15,5 1 7-15,1 2 5 0,3 1 9 0,5 2-2 0,0 2-1 16,4 2-6-16,2 3-8 0,4 2-4 0,3 6-7 0,2 3 2 0,0 4 0 16,-1 5-4-16,0 5-3 0,-1 6-7 0,0 6-7 0,-3 5-7 0,-4 6 4 15,-4 7 0-15,-7 4 1 0,-6 7-2 0,-5 5-4 0,-7 6 2 16,-7 5 1-16,-6 5-4 0,-9 4 0 0,-8 4-14 0,-8 6 0 16,-7 2 5-16,-10 3-6 0,-5 2 7 0,-7-1 3 0,-5-1-10 0,-4-5 11 15,-5-2 1-15,-2-6 3 0,-2-6 15 0,-3-6-3 0,-2-7 4 0,-3-5 4 16,-3-6 10-16,-1-5 15 0,-3-5 16 0,-5-3 14 0,-1-4-2 0,-5-3-4 15,-5-3-3-15,-4-4-10 0,-6-1-1 0,-7-2-12 0,-8-3-10 16,-8-1 1-16,-4-2-9 0,-12-3-2 0,-7-2-2 0,-6-3-7 0,-9-1-8 16,-5-2-5-16,-7-4 0 0,-6 0-1 0,-4-4 7 0,-5-1-1 0,-4-1-3 15,2-3-6-15,-4-2 1 0,0-2 11 0,0-1-3 0,0-1 6 16,1-2-6-16,0-2-8 0,0 0 4 0,1-1 8 0,5-2 4 0,1-1 6 16,5-3 2-16,5-2-6 0,4-1 8 0,8-3-1 0,6 1-1 15,6-2 2-15,6 0-7 0,8 0 2 0,6-2 2 0,9 0-9 0,9 1-1 16,8 1-8-16,7 1-21 0,9 2-38 0,4-1-44 0,7 2-55 0,6-1-65 15,5 1-64-15,9-2-105 0,7-2-138 0,10-4-150 0</inkml:trace>
  <inkml:trace contextRef="#ctx0" brushRef="#br0" timeOffset="-10892.89">17001 7360 2380 0,'-34'-24'213'16,"-6"-3"-186"-16,-9-5-101 0,2 6-60 0,6 9-17 0,-2 4-3 15,0 5 19-15,-5 6 17 0,-4 3 12 0,-4 4 15 0,-4 3 23 0,-2 1 24 16,-2 1 17-16,-1 3 12 0,0 1 7 0,1 1 5 0,0-1 4 16,-1 2 0-16,2 1 0 0,0 2-3 0,-1 1 0 0,1 2 0 0,-1 2-2 15,0 3 4-15,-1 2 1 0,2 2 1 0,0 1 1 0,0 2 4 0,1 1 5 16,0 2 9-16,2 2 13 0,2 1 0 0,3 0-3 0,2 1-4 0,3 3-6 16,3 1-1-16,2-1 3 0,5-1 2 0,4 1 2 0,5-2 1 15,4 2 1-15,4-2-6 0,3 2 8 0,6-1 6 0,4 1-1 0,6 3 8 16,4-1-5-16,5 2-9 0,5 2-3 0,3 1-5 0,5 2-8 0,5 0-2 15,1-1-2-15,6 2-4 0,4-2-8 0,5 1 8 0,5 0-4 16,4-1 2-16,5-1 5 0,3-2-8 0,3-2 2 0,3-1-1 0,2 0 3 16,2-2 3-16,3-3-2 0,2 0 2 0,1-3 6 0,4 1 5 0,3-2-1 15,3-2 7-15,1-1-5 0,3 1-2 0,1-3 6 0,2 1-3 16,2-3 0-16,4 0 1 0,2-2 1 0,3-1-3 0,1-1-1 0,4-2-7 16,2-1-4-16,2-3-5 0,0-2-1 0,3-2-2 0,2-4 1 15,2-2-1-15,1-5 0 0,-1-2-1 0,2-4-1 0,-4-3-3 0,-1-3-1 16,-1-3 5-16,-3-2-4 0,-2-3 11 0,-4-2 2 0,-4-2 4 0,-4-3 3 15,-4 0-8-15,-5-3 9 0,-2 0-2 0,-7 0 4 0,-3-4 7 16,-4 0-4-16,-4-4 3 0,-2 0-4 0,-3-4 7 0,-2 0 2 0,-2-2-7 16,-1-3-3-16,-2-2-9 0,-1-2-8 0,-2-3-4 0,1-6 1 15,-1-1-13-15,-2-4-4 0,0-2-5 0,-3-2-6 0,-2-1 10 0,-4-2 6 16,-2-1 3-16,-2 0 9 0,-4-1-1 0,-2-2 2 0,-4 1 2 0,-1-3 2 16,-3 2 0-16,-3 0 4 0,-1-1 6 0,-3 0-1 0,-2 2 5 15,-3-1-5-15,-1 3 3 0,-2 0 4 0,-3 1 0 0,-2 1 1 0,-2 3 12 16,-2 1 1-16,-3 3 4 0,-2 4 6 0,-3 2-8 0,-2 3-2 0,-4 3-6 15,-3 3-2-15,-3 3-12 0,-3 1-7 0,-3 5-16 0,-4 2-5 16,-4 4-5-16,-3 1-2 0,-3 3 1 0,-4 4-11 0,-6 1 2 0,-4 4 2 16,-7 4 7-16,-5 3 16 0,-10 4-7 0,-5 4 2 0,-8 4 4 15,-7 5-7-15,-7 5 6 0,-7 5 9 0,-6 5-1 0,-7 4 4 0,-2 5 1 16,-5 4-12-16,0 1-3 0,2 3 3 0,2 3-2 0,8-1 2 0,5 0-2 16,10-3-6-16,9-4-3 0,9-5-11 0,15-4-6 0,15-5-6 15,14-8-5-15,14-6 3 0,14-6-15 0,10-3-10 0,9-5-13 0,8-7-13 16,14-6 0-16,14-7 1 0,17-11 2 0,15-8 5 0,16-9 4 0,12-8 1 15,12-8-3-15,10-5-17 0,9-2-20 0,9-6-28 0,4 0-33 16,6-3-27-16,3-3-7 0,6-2-8 0,2-2-86 0</inkml:trace>
  <inkml:trace contextRef="#ctx0" brushRef="#br0" timeOffset="-10010.88">25482 5363 2977 0,'10'-25'55'0,"1"-1"-50"0,6-4-5 0,1 9-5 16,5 3-3-16,7 0 1 0,6-1 0 0,6-1-2 0,7 0 1 0,4 2-4 15,5 0-2-15,2 2-10 0,3 1-4 0,2 3-6 0,-1 1 2 16,1 1 7-16,1 2 9 0,0 2 11 0,0 0 13 0,1 1 3 0,1 0 4 16,-1-2-5-16,3 0-6 0,0 1 2 0,2-1-1 0,5 1 0 0,1 1-1 15,4-1-1-15,6 1 2 0,0-2 0 0,8 1 0 0,0-2 2 16,4 0-2-16,2-1 9 0,1-1-4 0,2-1 0 0,1-1 2 0,0-1-11 16,-1-1 1-16,1 0 5 0,-4-1 3 0,-1 1-1 0,0-3-1 15,-3 0-6-15,0-1-2 0,-1-1 8 0,-3-3 3 0,-1-1-1 0,-4-2 0 16,0-1-10-16,-4 0-3 0,-2-1 1 0,-2-3-1 0,-6-1 6 0,-6-2 2 15,-5-4-6-15,-7 1 6 0,-5-4-9 0,-8-2-3 0,-4-2 7 16,-3-1-10-16,-6-2 3 0,-3-1 2 0,-6-2-5 0,-2-2 0 0,-6 0-6 16,-4-2 1-16,-5 1-2 0,-5 0-8 0,-2 1 5 0,-8 0-1 0,-5 0 3 15,-7 1 5-15,-6 2-7 0,-8-2 0 0,-8 2-3 0,-6-1 7 16,-7 0 1-16,-9 3 5 0,-6 0-3 0,-9 4 5 0,-5 0-4 0,-9 3 8 16,-5 0 7-16,-5 3 0 0,-6 3 0 0,-5 1-6 0,-3 3 1 15,-3 3-2-15,-4 2 10 0,-3 6-9 0,-2 2-5 0,-4 3 3 0,0 3-5 16,-1 2 9-16,-1 4-3 0,2 3-1 0,-2 4 2 0,0 4-2 0,1 2 2 15,0 3 2-15,0 3-4 0,2 3-2 0,1 1 3 0,2 6-3 16,2 0 2-16,1 5 7 0,4 1-4 0,5 1-9 0,1 1-2 16,4 4 4-16,3 0-7 0,3 5 10 0,5 0 4 0,2 1-3 0,2 3 4 0,4 1 1 15,3 1-3-15,6 0 1 0,1 1-4 0,6 0 2 0,2 0 4 16,1 1-7-16,4 1 2 0,1 1-8 0,4 1 4 0,2 2 4 0,2 0 2 16,1 2 3-16,2 1 0 0,1-1-1 0,1 0-1 0,4-2-3 15,1 1-1-15,2-1 0 0,4 1 3 0,2-3-2 0,6-1 5 0,4-3 0 16,5-3 0-16,5-1 2 0,6-4-2 0,4-3 3 0,5-2 1 0,5-6 12 15,5-3 14-15,6-3 14 0,4-2 17 0,7-1 10 0,6-2 4 16,8-3 1-16,8-2-5 0,10-2-8 0,9-3-9 0,12-2-10 0,8-2-8 16,11-2-9-16,8-2-3 0,8-2-4 0,8 0-6 0,7-1-5 0,7 1-4 15,6-1-2-15,4 1 1 0,3 1 0 0,-1 0 3 0,2 1-4 16,-2 1-3-16,-2 2 2 0,-4 2-4 0,1-1 2 0,-6 3-3 0,-4-2-1 16,-6 1 4-16,-7 2 0 0,-4-1 5 0,-8-1-1 0,-6 1-2 15,-8 0-13-15,-4-2 4 0,-9 1 7 0,-4-2-5 0,-5-2 10 0,-6 1 0 16,-4-2-10-16,-7-1 9 0,-4 1-10 0,-3-2 8 0,-2 1-4 0,-5 0 4 15,-3 0-2-15,-6 0 2 0,-2 0 0 0,-3-1-1 0,-1 1 14 16,-2-1-15-16,-2 1 12 0,-1 0-10 0,-1-1 0 0,-2 1-2 0,-2-1-2 16,0 1 2-16,-1 0 0 0,-2 0-2 0,1 0 0 0,-2 1 0 0,0-1-1 15,0 1 5-15,-2-1-4 0,1 0 2 0,-1 0 2 0,0 0-2 16,0 0-2-16,-1 1-2 0,1 0-3 0,-1-1-5 0,1 1 10 0,-1-1-9 16,0 1 13-16,1-1-4 0,0 1 1 0,0-1-1 0,0 1-11 15,-1 0 12-15,0 0-12 0,1-1 10 0,-1 1-4 0,0-1-2 0,0 1 2 16,0 1-2-16,0-1 2 0,-2 1-2 0,1 0-1 0,-2 0-9 0,1 1-14 15,-2-1-23-15,0 1-27 0,-2 0-48 0,-1 0-65 0,-3 0-82 16,-2 2-99-16,-8 1-151 0,-6-1-409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2-22T11:02:55.44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9501 5192 1294 0,'-8'-4'4'0,"-1"-1"4"0,-2-1 6 0,-3 1 0 0,4 2 0 0,1 2-4 0,-1 0-3 0,1 1-5 0,0 0-2 0,0 1 0 0,-1 0-2 15,0 0 4-15,-1 0-4 0,0 0 4 0,1 0-2 0,-1-1 2 16,0 0 4-16,1 0-2 0,0-1 4 0,1 0-2 0,-1-2-2 0,1 0-2 15,0 0 2-15,0 0 0 0,1 0 2 0,0-2 1 0,1 1 0 0,2-1 3 16,0 0 4-16,0-1 2 0,2-1-1 0,1-1-3 0,3-1-3 16,2-2-6-16,3-1 0 0,2-1 0 0,3-2 3 0,2-1 5 0,2 0-1 15,2-2-1-15,-1-2-4 0,3 0-2 0,2-3 2 0,0-1 0 16,2 0 2-16,2-1 1 0,0 0-2 0,3-1 7 0,0 0-1 0,4-2 2 16,-1 0 5-16,4 0 3 0,3-1 5 0,4 1-3 0,6 1-2 0,2 1 2 15,5-1-4-15,4 2-2 0,4-1-14 0,5 1-8 0,5 1-2 16,4 1-5-16,8 1 18 0,3-1 3 0,6 2-3 0,4 1-2 0,4 0-7 15,4 1-2-15,3 1 0 0,2 2 2 0,2 0 2 0,2 0-5 0,0 2-2 16,2 1 5-16,0 1-1 0,0 2 4 0,1 1 2 0,1 1 0 16,-1 0 1-16,2 2-3 0,0 0-1 0,1 0 1 0,2 1 2 0,-1 1 2 15,3 1 2-15,-1 2-3 0,2 0 4 0,1 2-3 0,-1 1 1 16,2 2 2-16,0 2-4 0,-1 2 4 0,1 1 1 0,-3 3 2 0,-2 2 2 16,-4 0-3-16,-4 3 1 0,-3 0 7 0,-6 3-6 0,-7 2 3 0,-2 0-1 15,-7 3-7-15,-4-1 1 0,-4 3-5 0,-5 1 6 0,-5 0-1 16,-4 2 3-16,-5 2 3 0,-6 2-7 0,-4 0-3 0,-5 1-4 0,-2 3 0 15,-5 0 2-15,-5 2-2 0,-3 2 0 0,-7-1-3 0,-1 1 0 0,-5 1-1 16,-5-1 1-16,-3 1-2 0,-5 1-2 0,-3-2 0 0,-4-1-3 16,-3 2 7-16,-3-4 3 0,-3-1 4 0,-4 1 0 0,-3-2 2 0,-4 0-3 15,-2 1 0-15,-3-3 1 0,-5 0 0 0,-2-2 3 0,-5 2-1 16,-2-1-1-16,-2-1 4 0,-3 1-9 0,-1-2 5 0,-3 0-2 0,-3-2-4 16,-4 2 4-16,-3-2-2 0,-2 1 2 0,-4-2 4 0,-3-1 2 0,-3-1-5 15,-4 0 0-15,-3 2-2 0,-3 0-2 0,-5 1 0 0,-5-2 1 16,-6-1 2-16,-3-2-2 0,-3 0 2 0,-4-1-3 0,-3 0-3 0,-4-1 3 15,-5-2 2-15,-2 0-1 0,-2 1-1 0,-3-3-10 0,0 2 5 0,-3-1-1 16,0-1-1-16,2 0 12 0,1-1 3 0,3-1-1 0,1-1 4 16,1 0-5-16,2 0 0 0,0-2-5 0,3 1 2 0,0-1-2 0,2-1 5 15,0-1 4-15,2-2 2 0,1-1 2 0,1-1 1 0,3-2 1 16,2-1 0-16,3-2-1 0,3-2-5 0,0-1 2 0,1-2-2 0,-1 0 1 16,0-2-4-16,1 0 1 0,-2-1-2 0,1-1 0 0,-2-1 0 0,2 0 3 15,0-2-2-15,0-2 1 0,2-3 1 0,-1-3-3 0,2-1-3 16,2-4 0-16,3-2-6 0,1-1 0 0,4-4 1 0,0-2 2 0,4-5 5 15,2-1-10-15,3-3-4 0,3-3-1 0,3-1-1 0,6-2 2 0,3-2-3 16,4-4 2-16,7-1-1 0,5 0-1 0,7-1-5 0,5-1 3 16,5 0 3-16,5 1 9 0,3-1 6 0,6 1-4 0,4 0 2 0,3 0-5 15,5 2 2-15,3 0-1 0,3 0-1 0,4 3 3 0,3 0-3 16,2 3 0-16,3 3 9 0,2 2-1 0,0 2 0 0,4 4 1 0,0 1-6 16,2 3-10-16,3 0-11 0,2 3-32 0,5 1-49 0,0 3-43 0,3-1-57 15,-1 1-61-15,0 2-193 0,0 1-192 0</inkml:trace>
  <inkml:trace contextRef="#ctx0" brushRef="#br0" timeOffset="9019.95">3942 7180 823 0,'-18'-5'-56'0,"-2"1"85"0,-5-1 12 0,4 2 7 15,2 1 0-15,0 0-6 0,0 0-8 0,0 0-6 0,1 0-8 16,1 1-4-16,-2 0-2 0,1 1 0 0,-1 0-3 0,2 0-3 0,-2 0-3 15,-1 0-4-15,1 1 2 0,-2-1 2 0,1-1 1 0,1 0-1 0,0 0-1 16,0-2 3-16,1 1-4 0,0-2 1 0,0 0 3 0,2 0 3 16,0-2 5-16,1 0 5 0,0-2 3 0,2-1 1 0,3-2 4 0,-1-1 3 15,3 0 0-15,2-2-3 0,3 0-8 0,3-1-5 0,2-2-4 16,3 0-6-16,3 0 11 0,3-2-5 0,1 1-1 0,3-1 2 0,2-3-10 16,3 0-2-16,1 0 4 0,4-2-4 0,1 0 3 0,4-2 0 15,3-1-4-15,5-3 5 0,3-5 0 0,4-3-3 0,5-2 2 0,4 1-5 16,2 3-1-16,5 2 3 0,2 1-4 0,2 1-4 0,1-2 5 0,1-2 0 15,3-3 2-15,3 1 4 0,4 2-3 0,0 5-1 0,1 5 1 0,0 3 0 16,-3 4 1-16,-2 3 4 0,-5-1 0 0,1 3-10 0,0 2 0 16,-1 4-6-16,0 6 1 0,-1 2 10 0,-1 4-5 0,-2 2 2 0,0 4 1 15,-3 2-5-15,0 3 2 0,0 2-1 0,-2 3-1 0,0 3-4 16,-2 2 3-16,-2 2-2 0,-1 2 0 0,-3 3 2 0,-2 0 5 0,-3 4 2 16,-4 0-3-16,-2 4 8 0,-1 1-9 0,-3 1-4 0,-2 4 0 0,-4 1 1 15,-1 2-3-15,-4 1 8 0,-3-1-2 0,-5 3 0 0,-4 1-6 16,-5 3 2-16,-3 2 7 0,-5 0 1 0,-5 1 7 0,-4 1-3 0,-4 2-1 15,-2-1-2-15,-6 1 1 0,-3-1-1 0,-2 0 4 0,-4 0-5 0,-2 0 3 16,-3 1 1-16,-2-2-5 0,-1 0 8 0,-3 0-4 16,0-3 1-16,-2-1 3 0,-2-2-1 0,-1-3 3 0,-1-2 0 0,-1-2-5 15,-3-1 9-15,0-4 9 0,-3-3 5 0,1-1 10 0,-1-4 1 0,-2-3-10 16,0-4 2-16,-2-1 6 0,-2-4-4 0,0-1 2 0,-1-1-1 0,0-3-4 16,-1-2-4-16,-2-2-5 0,0-3-5 0,1-2-5 0,0-2-1 0,1-3-4 15,2-3 1-15,3-4 1 0,3-3-4 0,2-3 5 0,4-5-3 16,-1-1 4-16,5-4-1 0,1-2 1 0,1 0 2 0,2-2 0 0,4-3 0 15,0 0 4-15,5-3 2 0,0 1-1 0,2-1 3 0,1 2 4 0,2-1 4 16,0 2 9-16,2 1 1 0,3 1 0 0,-1 3-3 0,3-1-10 16,-1 2 1-16,2 1-5 0,0 1-1 0,4 2 0 0,1 3-8 0,0-1-4 15,2 2-6-15,1 0 0 0,2 2-5 0,3 1-1 0,0 0 1 16,4 2-6-16,0 0 1 0,3 2-8 0,1-1-2 0,2 1-4 0,1 1-1 16,4-2-1-16,2 0-3 0,4-1-5 0,2 0-15 0,3 0-24 15,3 0-21-15,1-1-21 0,3 2-14 0,1-1-15 0,4 0-19 16,2 0-29-16,4-1-39 0,0 0-53 0,2-1-118 0</inkml:trace>
  <inkml:trace contextRef="#ctx0" brushRef="#br0" timeOffset="9929.95">10241 7419 2361 0,'-34'-46'-10'16,"-1"-1"-4"-16,-5-8 1 0,10 14 20 0,10 10 2 0,3 6-4 0,2 3-5 16,2 0-2-16,5 2-4 0,0 0-3 0,4 0-10 0,3 2-2 0,3 0-2 15,4-1-5-15,2 0 7 0,5 1 7 0,3-2 5 0,3-1 10 16,2 2 2-16,5-3-3 0,1 0 2 0,3 1-1 0,2-1 5 16,1 1 0-16,4 2 0 0,3 0-2 0,1 0-1 0,4 0 2 0,2 0-4 15,2 1 7-15,3 1-8 0,3-2 1 0,2 0-1 0,3 1-4 0,2-1 4 16,3 2 1-16,2 0 1 0,2 2 0 0,2 0 1 0,-1 0-3 0,4 1-1 15,1 1-3-15,2-2 1 0,0 0 0 0,2 0 0 0,-1 2 4 0,0 0 1 16,-3 2-1-16,0 1 1 0,-2 1-5 0,0 0-2 0,-3 3 5 16,-2 2 2-16,-2 2 2 0,-4 2-1 0,0 2-1 0,-4 0 0 0,1 4-2 15,0 2 0-15,-1 2-2 0,1 3-3 0,-2 2 4 0,-1 2 2 16,2 4-2-16,-2 2 2 0,-1 2-1 0,0 3-3 0,-3 3 0 0,-2 5-1 16,0 3 1-16,-4 2 1 0,-2 3-1 0,-3 1-2 0,-1 3-9 0,-3 4-6 15,-4 2 7-15,-4 2 1 0,-3 3 2 0,-5 2 3 0,-1 0-8 16,-5 0 5-16,-2 0 3 0,-5 0 0 0,-2-1 3 0,-4 0-2 0,-4-2-4 15,-4 0 3-15,-2 1 0 0,-5-2 0 0,-3 1 1 0,-4 1 0 0,-1-1-4 16,-6 1-1-16,-3-1-1 0,-6 0-1 0,-4 0 3 0,-5 0-8 16,-4 0 2-16,-4 0-2 0,-2-4-2 0,-3 0 7 0,-2 0-2 0,-3-2 3 15,-1-2-1-15,-4-2 1 0,0-3 6 0,-1-1 3 0,-4-5 4 16,1-2 3-16,-1-4-5 0,0-6 5 0,1-2 1 0,3-6 6 16,-2-3 8-16,3-3 0 0,-1-6 10 0,1-3 4 0,1-6 6 0,3-3 0 0,2-5-3 15,2-2-9-15,2-5-5 0,1-3 4 0,1-4-6 16,2-5 3-16,2-3-5 0,1-5-9 0,2 0 0 0,1-2 1 0,4 1 8 0,4 0 6 15,4 0 0-15,4 2 3 0,3 3-3 0,6 5-4 0,2 3 0 16,3 5-7-16,3 3-3 0,2 2-10 0,3 2-7 0,2 4-11 0,4 3-11 16,1 1-15-16,3 3-25 0,2 2-16 0,2 1-7 0,6 1 9 0,6 3 22 15,4 1 15-15,5 4 9 0,3 2-14 0,4 0-15 0,3 0-10 16,6-2-9-16,1 1 3 0,5 0 9 0,3 1 2 0,3 0 5 0,4-1 1 16,2-1 0-16,3-1-1 0,3-1-1 0,0-1 0 0,4 0 5 0,2-1 12 15,2-1 9-15,2-2 7 0,-1 0 4 0,1-2-2 0,2 0 1 16,-1 0 8-16,1 1 6 0,0-1 7 0,0 1 7 0,-1 2 6 0,0 2 6 15,1 2 0-15,1 3 3 0,1 3 0 0,0 3-8 0,3 3 0 0,1 3-8 16,2 2-9-16,3 3-24 0,2 0-39 0,5 3-42 0,3-1-206 16</inkml:trace>
  <inkml:trace contextRef="#ctx0" brushRef="#br0" timeOffset="10153.95">17199 8047 2497 0,'-3'-1'552'0,"1"1"-458"0,0-1-189 0,1 0-136 0,1 0-136 0,1 1-147 15,3 1-104-15,6 3-167 0</inkml:trace>
  <inkml:trace contextRef="#ctx0" brushRef="#br0" timeOffset="11434.96">17357 8130 373 0,'15'10'152'0,"2"2"-83"0,5 3-31 16,-1 0 3-16,-2-1 16 0,1 0 21 0,-2-2 17 0,1 0 5 0,-1-1 12 15,-1-2 4-15,1 0 0 0,0 1 12 0,0-2-13 0,1 2-11 16,1-1-13-16,0 0-20 0,3 0-13 0,1 1-8 0,1-2-10 16,3 1-2-16,-1 0-7 0,5 0 1 0,1 0-7 0,4-1 6 0,-1 0-1 15,1 0-3-15,1 0 5 0,1 1-5 0,5-2 0 0,0 1-3 0,3-1 2 16,1 0-5-16,2 0-4 0,2 0-3 0,0-2-7 0,4 1 3 0,0-1-4 15,3-1 1-15,1-2-2 0,0 1-5 0,1-2 0 0,1-1 0 16,1-2 5-16,-1-1-4 0,2-2 2 0,1-2-7 0,0-1 1 0,0-1 0 16,-2-2-1-16,-2-1 4 0,0-2-9 0,1-2 3 0,-2 0-2 0,1-2 2 15,-1 0 5-15,-1 0-5 0,1-1 2 0,-2 0 4 16,-2 2 8-16,1-1 0 0,-2 0 0 0,1 0-5 0,0 0-8 0,-1 0-1 16,-1 0 1-16,-2 1 4 0,-1 1-1 0,-2-1 4 0,-1 2-4 0,-2 2 2 15,-1-1 3-15,-3 2-4 0,-1-1 2 0,0 1-1 0,-2 1-1 0,-1-1-2 16,1 0-2-16,-3 0 0 0,-1 0-2 0,0 0 7 0,-2-1-3 0,0 0 0 15,-2-2 0-15,0 1 1 0,-1 1-1 0,1-2 0 0,-1-1-3 0,1-1-2 16,-1 1 1-16,-1-2-1 0,-1-1-1 0,1 0 2 0,-2-3-2 16,2-1 1-16,-1 0 2 0,-2-2 3 0,0 1 9 0,-1-2 3 0,-2 0 0 15,-1 1-1-15,-2-3-2 0,0 0 0 0,-2-1 0 0,-3 1 0 0,1-2-5 16,-1 1-1-16,-2-1-1 0,-2-1-4 0,-2-2 4 0,-2 1-5 16,-2-2 3-16,-1 3-2 0,-3-2-1 0,-2 1 2 0,-1-3-7 0,-4 0 1 15,-2 0-2-15,-4-3-2 0,-1 0 2 0,-5-3 2 0,-5-1-1 0,-3 0 6 16,-4-1-6-16,-4-1 2 0,-4-1 1 0,-3 2-1 15,-5-2 3-15,-3 2 0 0,-5 2 2 0,-5-1-1 0,-3 1 5 0,-3 2 5 16,-4 1-2-16,-1 3-1 0,-4 2-4 0,-5 1-7 0,-1 2 4 0,-6 2-5 16,0 3 1-16,-4 3-2 0,-1 3 1 0,-2 2 3 0,-1 4 2 0,-1 1-1 15,-1 1 2-15,-1 4 1 0,-1 1 0 0,-2 3 11 0,-2 3-6 16,1 2 4-16,-2 2-3 0,-1 2-9 0,0 1 3 0,-2 3 5 0,-1 1-2 16,0 0 1-16,-2 4 1 0,0 0-5 0,-1 2 1 0,-3 1 8 0,1 2 3 15,3 3 2-15,-1-1 1 0,3 2 0 0,1 2 4 0,2 1 6 16,5 1 7-16,4 1-2 0,6 1 4 0,4 2-5 0,5 2 1 0,5-1 5 15,4 2-8-15,6 1 4 0,5 2-5 0,6 2-3 0,7 1-3 0,4-2-4 16,5 3-6-16,3 0-5 0,5 2-5 0,-1 2-8 0,4 3-5 0,0 0-1 16,2 0 3-16,3 2 7 0,2-2 0 0,3 1 4 0,0-2-1 15,1-1-2-15,1-3 1 0,2-1 2 0,0-5 1 0,2-1 2 0,1-1 2 16,1-2-2-16,1-3-3 0,0-1-2 0,0-2-1 0,1-3 3 16,0 0 5-16,1-2-1 0,0-2 4 0,1-2-4 0,0-1 2 0,0-3 2 15,2-1 3-15,-1-1-2 0,1-2-2 0,0-1 4 0,1-2-3 0,0 0 1 16,-1-1 0-16,1 0-3 0,1-1 3 0,0-1-2 0,0 0-3 15,1-1 1-15,-1 0-4 0,1 0-1 0,0 1-5 0,0-2 4 0,0 1-3 16,0 1 0-16,1-1 2 0,0 1-6 0,0 1 0 0,1 0-1 16,-1 0 1-16,1 1 2 0,0-1-3 0,0 1 1 0,1-2 2 0,0 2-4 15,1-1 1-15,-2 1 1 0,1 0-1 0,0-1 2 0,0 1-1 16,0-1 2-16,-1 0 0 0,0 0 0 0,1-1 5 0,-1 0-5 0,0 0 3 16,0-1 2-16,-1 0-1 0,1 0 4 0,-1-1 2 0,1 0-1 0,-1-1 0 15,0 0 3-15,0 0-1 0,0 0 1 0,0-1 0 0,-1 0-2 0,1 0 2 16,0 0 3-16,0 0-2 0,0-1-1 0,0 0-3 0,-1 0-1 15,0 1 2-15,1-1 2 0,-1 0 5 0,0 1-5 0,1-1-2 0,-1 0 1 16,0 1-4-16,1-1 2 0,-1 1 2 0,0 0-4 0,0 0 4 0,1 1-4 16,-1-1 2-16,0 1 3 0,1 0 2 0,0 0-5 0,-1 0 0 15,0 0-2-15,1 1 1 0,-1 0 2 0,1 0-2 0,0 0 2 0,-1 0-2 16,0 0-1-16,0 0 4 0,0 0-2 0,0 0 3 0,0 0-6 16,-1 0 4-16,1 0 1 0,0 0-2 0,-1-1 1 0,1 1-1 0,-2 0 2 15,0-1-1-15,1 1-1 0,-1-1 0 0,1-1-1 0,-1 1 1 0,0-1-2 16,0 1 5-16,1-1-1 0,-1 1 1 0,0-1 0 0,0 0-2 15,0 0-1-15,0 0 0 0,0-1-1 0,0 1 1 0,0-1-2 0,1 1 4 16,-1-1-5-16,1 1 1 0,0-1 1 0,0 0-4 0,1 0 4 0,-1 1-5 16,0-1 3-16,1 0-2 0,-1 0-1 0,1 1 0 0,0-1-6 15,-1 0 2-15,0 0 1 0,1 0 0 0,-1 1 2 0,0-1-2 0,1 1-1 16,-1-1 1-16,0 1 1 0,0 0 0 0,0-1-2 0,1 1 3 16,-1 0 0-16,-1 0-2 0,1 0 2 0,0-1-5 0,1 1-2 0,0-1-6 15,-1 1-6-15,1-1-3 0,0 0-5 0,0 1 0 0,0-1-5 16,0 0 4-16,0 0 2 0,0 0 3 0,1 0 3 0,-1 0 2 0,1 0 1 15,-1 0 1-15,1 0 7 0,-1 0-2 0,1-1 4 0,0 1 8 0,-1 0-5 16,1-1 2-16,-1 1 5 0,1 0-2 0,0-1 2 0,-1 1 0 0,1-1-1 16,-1 1 2-16,2-1 1 0,-1 1-4 0,0-1-1 0,0 1-3 15,0-1-6-15,0 1 3 0,0 0-5 0,0-1-1 0,1 0 0 16,-1 1 1-16,1 0 2 0,-1 0 4 0,1-1 2 0,0 1 0 0,0-1 3 16,0 1 0-16,1-1 5 0,-1 1 1 0,0-1-3 0,0 1 4 0,1 0-5 15,-1-1 3-15,1 1 1 0,-1 0-4 0,0 0 3 0,1-1-4 16,0 1 4-16,-1 0 2 0,0 0-1 0,-1 0 4 0,0 0 3 0,0 0-3 15,-1 0 4-15,1 1-1 0,-1-1-3 0,0 1 1 0,0 0 0 0,1-1-3 16,-2 0 3-16,1 1 4 0,0-1-1 0,0 1-2 0,0 1 2 0,0-2-4 16,0 2-1-16,-1-2 0 0,1 1 0 0,0 0-2 0,-1-1-3 15,1 1 1-15,0 0-4 0,0-1-4 0,0 0-2 0,0 1-1 0,0-1-2 16,0 0 2-16,-1 0 1 0,1-1 3 0,-1 1 4 16,0-2 4-16,-1 1 2 0,0 0 4 0,0-1 2 0,-1 0 0 0,0 0-2 0,0 0-4 15,0-1-1-15,0 1 1 0,-1 0 0 0,1 0-1 0,0 0-1 0,0 0-2 16,0 1-6-16,0-1-7 0,0 0-6 0,1 1-7 0,-1 0-10 15,1 0-5-15,-1 1-10 0,1-1-14 0,1 0-11 0,-2 0-16 0,1 1-8 16,0-1-3-16,-1 1 3 0,1 0 0 0,0-1 4 0,-1 1 0 0,0 0-10 16,0 0-53-16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11:13:17.4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6 80 0 0,'0'-1'960'0'0,"-1"-1"-856"0"0,2 2 0 0 0,-1-1-168 0 0,0-1-216 0 0,2 2-416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11:13:17.9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0 23213 0 0,'-11'3'136'0'0,"2"2"-136"0"0,-1 4-120 0 0,5 4-376 0 0,7 1-896 0 0,4-1-1713 0 0,-1-1-2752 0 0,0-1-2457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11:13:22.7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217 0 8 0 0,'-46'22'1520'0'0,"-6"-4"2929"0"0,-6 1 1216 0 0,20-16-10057 0 0,16-2-1082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11:13:25.6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11979 0 0,'5'8'4604'0'0,"9"25"-1764"0"0,14 94-1432 0 0,20 208 0 0 0,-48-7-1285 0 0,-5-222-72 0 0,11 135-1 0 0,16-91 261 0 0,-18-132-93 0 0,0-1 1 0 0,1 1 0 0 0,1-1-1 0 0,1-1 1 0 0,0 1-1 0 0,14 21 1 0 0,-20-38-142 0 0,0 1 0 0 0,-1 0 1 0 0,1 0-1 0 0,0-1 0 0 0,0 1 0 0 0,0-1 0 0 0,0 1 1 0 0,0-1-1 0 0,0 1 0 0 0,0-1 0 0 0,0 1 0 0 0,0-1 1 0 0,0 0-1 0 0,0 1 0 0 0,1-1 0 0 0,-1 0 1 0 0,0 0-1 0 0,0 0 0 0 0,0 0 0 0 0,0 0 0 0 0,0 0 1 0 0,0 0-1 0 0,1-1 0 0 0,-1 1 0 0 0,0 0 0 0 0,1-1 1 0 0,39-14 727 0 0,-17 5-500 0 0,41-4-72 0 0,0 4 0 0 0,129-5 0 0 0,-96 10-96 0 0,358-3 924 0 0,-146 7-676 0 0,603 11 1151 0 0,-251 3-774 0 0,211-47-77 0 0,-150-33-682 0 0,-511 45-3 0 0,457-51 0 0 0,-635 70 0 0 0,-20 2 0 0 0,-1 0 0 0 0,0 0 0 0 0,1-1 0 0 0,-1-1 0 0 0,0-1 0 0 0,15-5 0 0 0,-27 8-60 0 0,0 1 1 0 0,-1 0-1 0 0,1-1 0 0 0,-1 1 0 0 0,1-1 1 0 0,-1 1-1 0 0,1-1 0 0 0,-1 1 0 0 0,0-1 1 0 0,1 0-1 0 0,-1 1 0 0 0,1-1 0 0 0,-1 0 1 0 0,0 1-1 0 0,0-1 0 0 0,1 0 0 0 0,-1 1 1 0 0,0-1-1 0 0,0 0 0 0 0,0 1 0 0 0,0-1 1 0 0,0 0-1 0 0,0 0 0 0 0,0 1 0 0 0,0-1 1 0 0,0 0-1 0 0,0 1 0 0 0,0-1 0 0 0,-1 0 1 0 0,1 1-1 0 0,0-1 0 0 0,0 0 0 0 0,-1 1 1 0 0,1-1-1 0 0,0 0 0 0 0,-1 1 0 0 0,1-1 1 0 0,-1 1-1 0 0,1-1 0 0 0,0 1 0 0 0,-1-1 1 0 0,1 1-1 0 0,-1-1 0 0 0,0 1 0 0 0,1-1 1 0 0,-2 0-1 0 0,-30-27-4055 0 0,28 25 3739 0 0,-42-33-5973 0 0,-3 1-3765 0 0,24 19 3566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11:13:26.3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7 533 3585 0 0,'0'0'330'0'0,"-1"0"0"0"0,1 0 0 0 0,-1 1 0 0 0,1-1 0 0 0,-1 1 0 0 0,1-1 0 0 0,0 0 0 0 0,-1 1 0 0 0,1-1 0 0 0,0 1 0 0 0,-1-1 0 0 0,1 1 0 0 0,0-1 1 0 0,-1 1-1 0 0,1-1 0 0 0,0 1 0 0 0,0-1 0 0 0,0 1 0 0 0,-1 0 0 0 0,1-1 0 0 0,0 1 0 0 0,0 0 0 0 0,17 5 2844 0 0,10-4-2194 0 0,-1-1 1 0 0,1-1-1 0 0,-1-1 1 0 0,1-1 0 0 0,42-10-1 0 0,-19 3-391 0 0,1154-214 4814 0 0,-795 140-4440 0 0,124-8-93 0 0,812-34 0 0 0,-1154 118-701 0 0,0 9 0 0 0,1 8 1 0 0,253 46-1 0 0,-432-53-140 0 0,0-1 1 0 0,0 2-1 0 0,0 0 0 0 0,0 0 1 0 0,-1 1-1 0 0,13 7 1 0 0,-22-10-10 0 0,-1-1 1 0 0,1 1-1 0 0,-1 0 1 0 0,1 0-1 0 0,-1 0 1 0 0,0 0-1 0 0,0 0 1 0 0,0 0-1 0 0,0 1 1 0 0,0-1-1 0 0,-1 1 1 0 0,1-1-1 0 0,-1 1 1 0 0,1 0-1 0 0,-1-1 1 0 0,0 1-1 0 0,0 0 1 0 0,-1 0 0 0 0,1 0-1 0 0,0 0 1 0 0,-1 0-1 0 0,0 0 1 0 0,1 0-1 0 0,-1 0 1 0 0,0 0-1 0 0,-1 0 1 0 0,1 0-1 0 0,-1 0 1 0 0,1 0-1 0 0,-1 0 1 0 0,0 0-1 0 0,-2 5 1 0 0,-5 11 108 0 0,-2 1 1 0 0,0-2-1 0 0,-19 28 0 0 0,20-33-111 0 0,0-1-1 0 0,1 1 1 0 0,1 1 0 0 0,0-1-1 0 0,1 1 1 0 0,0 0 0 0 0,1 1-1 0 0,-5 27 1 0 0,4 17-28 0 0,3 0 1 0 0,8 97-1 0 0,29 118-53 0 0,-2-7-56 0 0,-25-196-1 0 0,4 81 23 0 0,-11-137-168 0 0,0 1 1 0 0,-2-1-1 0 0,0 1 1 0 0,0-1-1 0 0,-2 0 1 0 0,0 0-1 0 0,-8 20 0 0 0,11-31-69 0 0,-1-1-1 0 0,0 0 0 0 0,0 1 0 0 0,0-1 1 0 0,0 0-1 0 0,-1 0 0 0 0,1 0 0 0 0,-1-1 1 0 0,0 1-1 0 0,0 0 0 0 0,0-1 0 0 0,0 0 1 0 0,0 0-1 0 0,-1 0 0 0 0,1 0 0 0 0,-1 0 1 0 0,1-1-1 0 0,-1 0 0 0 0,0 1 0 0 0,-4 0 1 0 0,0-1-1202 0 0,0 0 0 0 0,1-1 1 0 0,-1 1-1 0 0,0-1 1 0 0,1-1-1 0 0,-1 0 0 0 0,1 0 1 0 0,-1 0-1 0 0,-10-4 0 0 0,-1-1-3249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11:13:26.9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527 73 13635 0 0,'-11'16'2879'0'0,"1"1"0"0"0,-13 27 0 0 0,-8 40 793 0 0,-8 91-2119 0 0,33-146-1035 0 0,-25 180-387 0 0,4-23-210 0 0,24-185 293 0 0,-2-7 61 0 0,-5-20 349 0 0,9 24-580 0 0,1 0 1 0 0,-1 0 0 0 0,1 0 0 0 0,0 0 0 0 0,0 0 0 0 0,0 0 0 0 0,0 0 0 0 0,0 0 0 0 0,0-1-1 0 0,1 1 1 0 0,1-4 0 0 0,-2 5-36 0 0,1 0-1 0 0,-1 1 1 0 0,1-1 0 0 0,-1 0-1 0 0,1 0 1 0 0,0 0 0 0 0,-1 0-1 0 0,1 1 1 0 0,0-1 0 0 0,0 0-1 0 0,0 1 1 0 0,0-1 0 0 0,0 1-1 0 0,-1-1 1 0 0,1 1 0 0 0,0-1-1 0 0,0 1 1 0 0,0-1 0 0 0,0 1-1 0 0,0 0 1 0 0,1 0-1 0 0,-1 0 1 0 0,0-1 0 0 0,0 1-1 0 0,0 0 1 0 0,2 1 0 0 0,57 0 52 0 0,-38 0-66 0 0,0 0-1 0 0,0-1 1 0 0,0-1 0 0 0,1-2-1 0 0,-1 0 1 0 0,38-11 0 0 0,-37 4 43 0 0,0 0 1 0 0,0-2 0 0 0,-1 0 0 0 0,-1-2-1 0 0,0 0 1 0 0,-1-2 0 0 0,0 0 0 0 0,-1-1-1 0 0,-1-1 1 0 0,-1 0 0 0 0,-1-2 0 0 0,0 0-1 0 0,-2 0 1 0 0,0-2 0 0 0,-1 0 0 0 0,-1 0-1 0 0,-2-1 1 0 0,12-34 0 0 0,-19 48-5 0 0,-1 0 0 0 0,0 0-1 0 0,-1 0 1 0 0,0-1 0 0 0,0 1 0 0 0,-1 0 0 0 0,0 0 0 0 0,-1-1 0 0 0,0 1-1 0 0,0 0 1 0 0,-1 0 0 0 0,0 0 0 0 0,-1 0 0 0 0,0 0 0 0 0,0 0-1 0 0,-1 1 1 0 0,-8-15 0 0 0,4 12 5 0 0,0 0 0 0 0,0 1 0 0 0,-1-1-1 0 0,0 2 1 0 0,-1 0 0 0 0,0 0 0 0 0,-1 0 0 0 0,1 1-1 0 0,-2 1 1 0 0,1 0 0 0 0,-23-9 0 0 0,-7-1-41 0 0,0 2 1 0 0,-2 2-1 0 0,1 1 1 0 0,-2 3 0 0 0,1 2-1 0 0,-1 1 1 0 0,0 2-1 0 0,0 3 1 0 0,-1 1-1 0 0,1 2 1 0 0,-75 13-1 0 0,107-12-119 0 0,0 1 0 0 0,0-1 0 0 0,0 2-1 0 0,1 0 1 0 0,0 0 0 0 0,0 1 0 0 0,0 0 0 0 0,0 1-1 0 0,1 0 1 0 0,0 1 0 0 0,1 0 0 0 0,0 0-1 0 0,-13 16 1 0 0,18-18 42 0 0,0-1-1 0 0,0 0 0 0 0,1 1 1 0 0,0 0-1 0 0,0-1 1 0 0,1 1-1 0 0,-1 0 1 0 0,1 1-1 0 0,1-1 1 0 0,-1 0-1 0 0,1 0 0 0 0,0 1 1 0 0,0-1-1 0 0,1 1 1 0 0,0-1-1 0 0,0 1 1 0 0,1-1-1 0 0,0 1 1 0 0,0-1-1 0 0,0 0 0 0 0,1 1 1 0 0,-1-1-1 0 0,2 0 1 0 0,-1 0-1 0 0,1 0 1 0 0,0-1-1 0 0,6 11 1 0 0,-3-7-730 0 0,1-1 1 0 0,0 1-1 0 0,0-1 1 0 0,1 0 0 0 0,0-1-1 0 0,0 0 1 0 0,1 0-1 0 0,13 8 1 0 0,-5-6-1802 0 0,0 0-1 0 0,0-1 1 0 0,1-1 0 0 0,19 6 0 0 0,0-3-2908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11:13:28.0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46 516 10202 0 0,'0'42'9553'0'0,"-2"0"-5369"0"0,0 42-1527 0 0,2-77-2547 0 0,0 0 0 0 0,0 0 0 0 0,1 0 0 0 0,0-1 0 0 0,1 1 0 0 0,-1 0 0 0 0,1-1 0 0 0,0 1 0 0 0,1-1 0 0 0,0 0 0 0 0,0 1 0 0 0,0-2 0 0 0,5 8 0 0 0,-5-10-89 0 0,-1 0 0 0 0,1-1 1 0 0,0 1-1 0 0,0 0 1 0 0,0-1-1 0 0,1 0 1 0 0,-1 0-1 0 0,0 0 1 0 0,1 0-1 0 0,-1 0 1 0 0,1-1-1 0 0,0 0 1 0 0,0 1-1 0 0,-1-1 1 0 0,1-1-1 0 0,0 1 1 0 0,0 0-1 0 0,0-1 1 0 0,0 0-1 0 0,0 0 1 0 0,0 0-1 0 0,0-1 1 0 0,-1 1-1 0 0,7-2 1 0 0,3-2 25 0 0,0 0 1 0 0,-1 0 0 0 0,1-1-1 0 0,-1-1 1 0 0,0 0 0 0 0,-1 0-1 0 0,1-1 1 0 0,-1-1-1 0 0,19-16 1 0 0,-22 16-8 0 0,0 0 0 0 0,0-1 0 0 0,0 1 0 0 0,-1-1 0 0 0,0-1 0 0 0,-1 1 0 0 0,0-1 0 0 0,0-1 0 0 0,-1 1 0 0 0,-1-1 0 0 0,7-19 0 0 0,-11 27-40 0 0,1 1 0 0 0,-1-1 0 0 0,1 0 1 0 0,-1 1-1 0 0,0-1 0 0 0,0 0 0 0 0,0 0 0 0 0,0 1 0 0 0,0-1 0 0 0,-1 0 1 0 0,1 0-1 0 0,-1 1 0 0 0,0-1 0 0 0,0 1 0 0 0,0-1 0 0 0,0 0 1 0 0,0 1-1 0 0,-1 0 0 0 0,1-1 0 0 0,-1 1 0 0 0,-1-3 0 0 0,-1 2-17 0 0,1 0 0 0 0,-1 0 1 0 0,0 1-1 0 0,0-1 0 0 0,0 1 0 0 0,0 0 0 0 0,0 0 0 0 0,-1 0 0 0 0,1 0 0 0 0,0 1 0 0 0,-8-2 0 0 0,-4 0-161 0 0,-1 1-1 0 0,0 1 0 0 0,1 0 0 0 0,-1 1 1 0 0,-32 5-1 0 0,31-2-115 0 0,1 0 0 0 0,0 1 0 0 0,0 1 0 0 0,0 1 0 0 0,0 0 0 0 0,1 1 0 0 0,0 1 0 0 0,-21 14 0 0 0,36-21 255 0 0,0 0 0 0 0,0 0 1 0 0,-1 0-1 0 0,1 0 0 0 0,0 0 1 0 0,0 0-1 0 0,0 0 0 0 0,0 0 1 0 0,1 1-1 0 0,-1-1 0 0 0,0 0 1 0 0,0 1-1 0 0,1-1 0 0 0,-1 2 1 0 0,1-3-23 0 0,0 1 1 0 0,0-1-1 0 0,0 1 1 0 0,0 0-1 0 0,0-1 1 0 0,0 1-1 0 0,0-1 1 0 0,0 1-1 0 0,0-1 1 0 0,0 1-1 0 0,0 0 1 0 0,1-1-1 0 0,-1 1 1 0 0,0-1-1 0 0,0 1 1 0 0,1-1-1 0 0,-1 1 1 0 0,0-1-1 0 0,1 0 1 0 0,-1 1-1 0 0,1-1 1 0 0,-1 1-1 0 0,0-1 1 0 0,2 1-1 0 0,0 0-111 0 0,1 1-1 0 0,0-1 0 0 0,0 0 0 0 0,0 1 0 0 0,0-2 0 0 0,0 1 1 0 0,0 0-1 0 0,0 0 0 0 0,1-1 0 0 0,-1 0 0 0 0,4 0 1 0 0,88-3-455 0 0,-55 0 786 0 0,0 2 0 0 0,52 6 0 0 0,-67-2 236 0 0,0 2-1 0 0,-1 1 0 0 0,0 1 0 0 0,0 1 1 0 0,-1 1-1 0 0,0 1 0 0 0,0 1 0 0 0,-1 1 1 0 0,-1 1-1 0 0,30 24 0 0 0,-46-33-363 0 0,-1-1 0 0 0,1 0 1 0 0,0 1-1 0 0,0-2 0 0 0,0 1 0 0 0,0 0 0 0 0,1-1 0 0 0,-1 0 1 0 0,1 0-1 0 0,9 1 0 0 0,-12-3-97 0 0,0 0 0 0 0,0 0 1 0 0,0 0-1 0 0,0-1 0 0 0,0 1 0 0 0,0-1 1 0 0,0 0-1 0 0,0 0 0 0 0,0 0 0 0 0,0 0 0 0 0,-1-1 1 0 0,1 1-1 0 0,0-1 0 0 0,-1 1 0 0 0,1-1 1 0 0,-1 0-1 0 0,0 0 0 0 0,1 0 0 0 0,-1 0 0 0 0,0 0 1 0 0,3-5-1 0 0,31-44-4254 0 0,57-106-1 0 0,-54 86 3375 0 0,84-192 3324 0 0,-36 66 5848 0 0,-91 241-3401 0 0,6 59-3682 0 0,4-37-933 0 0,4-1-1 0 0,23 84 1 0 0,-28-131-416 0 0,1 1 0 0 0,1-1 0 0 0,1-1 1 0 0,1 1-1 0 0,0-1 0 0 0,1-1 1 0 0,0 0-1 0 0,2 0 0 0 0,18 19 0 0 0,-19-24-1045 0 0,0 0-1 0 0,0-1 1 0 0,2-1-1 0 0,-1 0 1 0 0,1 0-1 0 0,0-2 1 0 0,21 10-1 0 0,-34-16 1174 0 0,1-1-1 0 0,-1 0 0 0 0,1 1 1 0 0,-1-1-1 0 0,0 0 0 0 0,1 1 1 0 0,-1-1-1 0 0,1 0 0 0 0,-1 0 1 0 0,1 1-1 0 0,-1-1 0 0 0,1 0 1 0 0,-1 0-1 0 0,1 0 0 0 0,-1 0 1 0 0,1 0-1 0 0,-1 0 0 0 0,1 0 1 0 0,-1 0-1 0 0,1 0 0 0 0,-1 0 1 0 0,1 0-1 0 0,-1 0 0 0 0,1 0 1 0 0,-1 0-1 0 0,1 0 0 0 0,-1 0 1 0 0,1-1-1 0 0,-1 1 0 0 0,0 0 1 0 0,1 0-1 0 0,-1-1 0 0 0,1 1 1 0 0,-1 0-1 0 0,1 0 0 0 0,-1-1 1 0 0,0 1-1 0 0,1 0 0 0 0,-1-1 1 0 0,0 1-1 0 0,1-1 0 0 0,-1 1 1 0 0,0-1-1 0 0,0 1 0 0 0,1 0 1 0 0,-1-1-1 0 0,0 1 0 0 0,0-1 1 0 0,0 1-1 0 0,0-1 0 0 0,0 1 1 0 0,1-1-1 0 0,-1 1 0 0 0,0-1 1 0 0,0 1-1 0 0,0-2 0 0 0,-1 0-238 0 0,1 0 0 0 0,-1 0-1 0 0,1-1 1 0 0,-1 1 0 0 0,1 0-1 0 0,-1 0 1 0 0,0 0-1 0 0,0-1 1 0 0,0 1 0 0 0,-1 0-1 0 0,-1-2 1 0 0,-10-10 357 0 0,-1 1 0 0 0,0 1 1 0 0,-1 0-1 0 0,0 0 0 0 0,-1 2 0 0 0,0 0 0 0 0,-25-11 1 0 0,7 6 804 0 0,-1 1 0 0 0,-66-16 1 0 0,88 27-625 0 0,-6-3 582 0 0,1 2 0 0 0,-1 0 0 0 0,-1 1 0 0 0,1 1-1 0 0,0 1 1 0 0,-31 2 0 0 0,30 5 1381 0 0,39-8-415 0 0,108-40-643 0 0,44-10-858 0 0,-154 49-267 0 0,0 1 0 0 0,0 0 0 0 0,0 2 0 0 0,0 0 1 0 0,0 1-1 0 0,21 3 0 0 0,102 28 160 0 0,-96-20 185 0 0,77 10 0 0 0,-112-21-324 0 0,5 1 12 0 0,1-1-1 0 0,0 0 1 0 0,0-1 0 0 0,20-3 0 0 0,-31 2-25 0 0,0 0 1 0 0,0 0-1 0 0,0 0 0 0 0,0 0 0 0 0,0-1 0 0 0,0 1 1 0 0,-1-1-1 0 0,1 0 0 0 0,-1 0 0 0 0,0-1 0 0 0,1 1 1 0 0,-1-1-1 0 0,0 1 0 0 0,0-1 0 0 0,0 0 0 0 0,-1 0 1 0 0,1 0-1 0 0,-1-1 0 0 0,0 1 0 0 0,0-1 0 0 0,2-3 0 0 0,-1 1 7 0 0,-1-1 0 0 0,1 0-1 0 0,-2 0 1 0 0,1 1-1 0 0,-1-1 1 0 0,0 0 0 0 0,0 0-1 0 0,-1 0 1 0 0,0-1-1 0 0,0 1 1 0 0,0 0-1 0 0,-1 0 1 0 0,0 0 0 0 0,-1 0-1 0 0,0 1 1 0 0,0-1-1 0 0,0 0 1 0 0,-1 1-1 0 0,0-1 1 0 0,0 1 0 0 0,0 0-1 0 0,-1 0 1 0 0,0 0-1 0 0,0 0 1 0 0,-1 1-1 0 0,1-1 1 0 0,-1 1 0 0 0,-1 0-1 0 0,1 1 1 0 0,-1 0-1 0 0,1-1 1 0 0,-1 2 0 0 0,0-1-1 0 0,-1 1 1 0 0,1 0-1 0 0,0 0 1 0 0,-1 0-1 0 0,0 1 1 0 0,0 0 0 0 0,0 1-1 0 0,1-1 1 0 0,-1 1-1 0 0,-1 1 1 0 0,1-1-1 0 0,0 1 1 0 0,-13 2 0 0 0,4 1 4 0 0,-1 0 1 0 0,0 1-1 0 0,1 2 1 0 0,0-1 0 0 0,0 2-1 0 0,-21 11 1 0 0,28-13 16 0 0,0 1 0 0 0,0 0 0 0 0,1 0 0 0 0,0 0 0 0 0,0 1 1 0 0,0 0-1 0 0,1 1 0 0 0,0 0 0 0 0,1 0 0 0 0,0 0 0 0 0,-10 17 0 0 0,15-23-28 0 0,0-1 0 0 0,0 1 1 0 0,1 0-1 0 0,-1 0 0 0 0,0 0 0 0 0,0 0 0 0 0,1 0 0 0 0,0 0 0 0 0,-1 1 0 0 0,1-1 1 0 0,0 0-1 0 0,0 0 0 0 0,0 0 0 0 0,0 0 0 0 0,0 0 0 0 0,1 0 0 0 0,-1 0 1 0 0,0 1-1 0 0,1-1 0 0 0,0 0 0 0 0,0 0 0 0 0,-1-1 0 0 0,1 1 0 0 0,0 0 1 0 0,0 0-1 0 0,1 0 0 0 0,-1 0 0 0 0,0-1 0 0 0,1 1 0 0 0,-1-1 0 0 0,1 1 0 0 0,-1-1 1 0 0,1 1-1 0 0,0-1 0 0 0,-1 0 0 0 0,1 0 0 0 0,0 0 0 0 0,0 0 0 0 0,0 0 1 0 0,0 0-1 0 0,0-1 0 0 0,3 2 0 0 0,6 1 0 0 0,0 0-1 0 0,0-1 1 0 0,0 0 0 0 0,0-1-1 0 0,0 0 1 0 0,18-1 0 0 0,9-4-184 0 0,0-1 0 0 0,-1-2 0 0 0,0-2 1 0 0,0-1-1 0 0,55-23 0 0 0,-5-8-4594 0 0,-6-6-6152 0 0,-65 36 6188 0 0,0 0-927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11:13:28.5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683 814 3841 0 0,'-6'5'792'0'0,"-12"12"2016"0"0,-1-2-1 0 0,0 0 1 0 0,-38 20 0 0 0,50-31-2460 0 0,0-1-1 0 0,-1 0 1 0 0,0 0 0 0 0,0-1 0 0 0,0 0 0 0 0,0 0 0 0 0,0-1 0 0 0,0 0 0 0 0,0-1 0 0 0,-1 0-1 0 0,1 0 1 0 0,0-1 0 0 0,0 1 0 0 0,0-2 0 0 0,-9-2 0 0 0,-4-2 20 0 0,1-1 0 0 0,0-1 0 0 0,0-1 0 0 0,1-1 0 0 0,1-1 0 0 0,-1 0 0 0 0,2-1 0 0 0,0-1 0 0 0,0-1 0 0 0,1 0 0 0 0,1-2 0 0 0,-24-28 0 0 0,16 12-115 0 0,0-1 1 0 0,3-1-1 0 0,0 0 0 0 0,3-2 1 0 0,1 0-1 0 0,-13-40 0 0 0,24 60-121 0 0,1 0 0 0 0,0 1 0 0 0,1-1 0 0 0,0 0 0 0 0,2-1 0 0 0,0 1 0 0 0,0 0-1 0 0,2 0 1 0 0,0-1 0 0 0,1 1 0 0 0,0 0 0 0 0,2 0 0 0 0,0 0 0 0 0,0 1 0 0 0,1-1 0 0 0,1 1 0 0 0,1 0-1 0 0,0 1 1 0 0,11-17 0 0 0,-14 27-111 0 0,-1 0-1 0 0,1 0 1 0 0,-1 0-1 0 0,1 1 0 0 0,0-1 1 0 0,1 1-1 0 0,-1 0 1 0 0,0 0-1 0 0,1 1 1 0 0,0-1-1 0 0,-1 1 0 0 0,1 0 1 0 0,0 0-1 0 0,0 1 1 0 0,0-1-1 0 0,1 1 1 0 0,6-1-1 0 0,8 1-44 0 0,1 0 0 0 0,-1 2 0 0 0,26 2 0 0 0,15 2-241 0 0,-59-5 48 0 0,0-1-1 0 0,-1 1 1 0 0,1 0 0 0 0,0 0 0 0 0,-1 0 0 0 0,1-1-1 0 0,0 1 1 0 0,-1-1 0 0 0,1 1 0 0 0,-1-1-1 0 0,1 0 1 0 0,-1 0 0 0 0,1 0 0 0 0,-1 0-1 0 0,0 0 1 0 0,1 0 0 0 0,-1 0 0 0 0,0 0 0 0 0,0 0-1 0 0,1 0 1 0 0,-1-1 0 0 0,0 1 0 0 0,-1-1-1 0 0,3-1 1 0 0,-1-3-2884 0 0,1-1 0 0 0,-1 1-1 0 0,0-1 1 0 0,2-12 0 0 0,-3 13 69 0 0,2-6-1999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11:13:28.8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8 8010 0 0,'-1'0'387'0'0,"0"0"-1"0"0,0 0 1 0 0,0 0 0 0 0,0 0 0 0 0,0 0-1 0 0,0 0 1 0 0,1 0 0 0 0,-1 0 0 0 0,0 1 0 0 0,0-1-1 0 0,0 0 1 0 0,0 0 0 0 0,0 1 0 0 0,1-1 0 0 0,-1 1-1 0 0,0-1 1 0 0,0 1 0 0 0,1-1 0 0 0,-1 1 0 0 0,0-1-1 0 0,0 1 1 0 0,1 0 0 0 0,-1-1 0 0 0,1 1 0 0 0,-1 0-1 0 0,1-1 1 0 0,-1 1 0 0 0,1 0 0 0 0,-1 0 0 0 0,0 1-1 0 0,1-1-245 0 0,0-1-1 0 0,0 0 1 0 0,0 1-1 0 0,1-1 1 0 0,-1 0-1 0 0,0 1 1 0 0,0-1-1 0 0,0 1 1 0 0,0-1-1 0 0,0 0 1 0 0,0 1-1 0 0,1-1 1 0 0,-1 0-1 0 0,0 1 1 0 0,0-1-1 0 0,1 0 1 0 0,-1 0-1 0 0,0 1 0 0 0,0-1 1 0 0,1 0-1 0 0,-1 0 1 0 0,0 1-1 0 0,1-1 1 0 0,-1 0-1 0 0,0 0 1 0 0,1 1-1 0 0,19 0 1370 0 0,141-22 1160 0 0,-77 14-2523 0 0,0 4 0 0 0,127 11 0 0 0,-202-8-152 0 0,50 9-5 0 0,-55-9 23 0 0,0 1 0 0 0,-1 0 1 0 0,1 0-1 0 0,-1 0 0 0 0,1 0 0 0 0,-1 1 0 0 0,0 0 0 0 0,1-1 0 0 0,-1 1 1 0 0,0 0-1 0 0,0 0 0 0 0,5 5 0 0 0,-8-5-1 0 0,1-1 0 0 0,0 0 0 0 0,-1 0 1 0 0,0 0-1 0 0,1 1 0 0 0,-1-1 0 0 0,0 0 0 0 0,1 1 0 0 0,-1-1 0 0 0,0 0 0 0 0,0 1 0 0 0,0-1 1 0 0,0 0-1 0 0,0 1 0 0 0,-1-1 0 0 0,1 0 0 0 0,0 1 0 0 0,-1-1 0 0 0,1 0 0 0 0,-1 0 0 0 0,1 1 1 0 0,-1-1-1 0 0,1 0 0 0 0,-1 0 0 0 0,0 0 0 0 0,0 0 0 0 0,1 0 0 0 0,-1 0 0 0 0,0 0 0 0 0,0 0 1 0 0,-1 1-1 0 0,-36 30 423 0 0,34-29-424 0 0,-80 60-2921 0 0,-117 114 0 0 0,196-173 2815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11:13:29.2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22 5753 0 0,'-2'-2'859'0'0,"0"1"-1"0"0,1-1 0 0 0,-1 0 1 0 0,0 0-1 0 0,0 1 1 0 0,0-1-1 0 0,-1 1 0 0 0,1-1 1 0 0,0 1-1 0 0,0 0 1 0 0,-1 0-1 0 0,1 0 1 0 0,-1 0-1 0 0,1 1 0 0 0,-3-1 1 0 0,4 1-643 0 0,0 0 1 0 0,1 0-1 0 0,-1 0 1 0 0,1 0-1 0 0,-1 0 1 0 0,0 1-1 0 0,1-1 1 0 0,-1 0-1 0 0,1 0 0 0 0,-1 1 1 0 0,1-1-1 0 0,-1 0 1 0 0,1 1-1 0 0,-1-1 1 0 0,1 1-1 0 0,-1-1 1 0 0,1 0-1 0 0,0 1 1 0 0,-1-1-1 0 0,1 1 1 0 0,0-1-1 0 0,-1 1 1 0 0,1 0-1 0 0,-5 25 1244 0 0,8 12-852 0 0,2 0 1 0 0,1 0-1 0 0,2-1 0 0 0,22 60 1 0 0,-8-20-260 0 0,48 136 155 0 0,-56-177-1038 0 0,2-1 0 0 0,2-1 0 0 0,39 58 0 0 0,-55-89 61 0 0,0 0 0 0 0,0-1 1 0 0,0 1-1 0 0,1 0 0 0 0,0-1 0 0 0,-1 0 0 0 0,1 1 0 0 0,0-1 1 0 0,0 0-1 0 0,0-1 0 0 0,0 1 0 0 0,4 1 0 0 0,-4-19-13297 0 0,-3 15 12730 0 0,-2-11-4297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11:13:29.7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108 250 7426 0 0,'-5'-5'834'0'0,"-52"-48"5879"0"0,52 47-5935 0 0,-1 0-1 0 0,1 0 1 0 0,0 0-1 0 0,1-1 0 0 0,0 0 1 0 0,0 0-1 0 0,-4-10 1 0 0,7 14-584 0 0,0 0 1 0 0,0 0 0 0 0,1 0 0 0 0,-1 0 0 0 0,1 0 0 0 0,0 0 0 0 0,-1 0 0 0 0,2 0 0 0 0,-1-1 0 0 0,0 1 0 0 0,1 0 0 0 0,-1 0-1 0 0,1 0 1 0 0,0 0 0 0 0,0 0 0 0 0,0 1 0 0 0,3-6 0 0 0,-2 4-26 0 0,1-1 0 0 0,0 1 0 0 0,1 0 1 0 0,-1 0-1 0 0,1 1 0 0 0,0-1 0 0 0,0 1 0 0 0,0 0 0 0 0,0 0 0 0 0,5-3 1 0 0,-1 2-102 0 0,0 0 1 0 0,0 0 0 0 0,0 1-1 0 0,0 0 1 0 0,0 1-1 0 0,1 0 1 0 0,0 0 0 0 0,-1 0-1 0 0,1 1 1 0 0,0 1 0 0 0,-1-1-1 0 0,14 2 1 0 0,-2 4-70 0 0,0 0-1 0 0,0 1 1 0 0,0 1 0 0 0,-1 1 0 0 0,-1 1-1 0 0,1 0 1 0 0,17 13 0 0 0,116 91-175 0 0,-123-89 72 0 0,-23-20 73 0 0,-1 0-1 0 0,0 1 0 0 0,0 0 0 0 0,0 0 0 0 0,0 0 0 0 0,-1 1 0 0 0,0-1 0 0 0,0 1 0 0 0,-1 0 0 0 0,4 8 0 0 0,-6-11-35 0 0,0 0 0 0 0,0 0-1 0 0,-1 0 1 0 0,1 1 0 0 0,-1-1-1 0 0,0 0 1 0 0,0 0 0 0 0,0 1 0 0 0,0-1-1 0 0,0 0 1 0 0,-1 0 0 0 0,1 0 0 0 0,-1 1-1 0 0,0-1 1 0 0,0 0 0 0 0,0 0 0 0 0,-1 0-1 0 0,1 0 1 0 0,-1 0 0 0 0,0-1 0 0 0,1 1-1 0 0,-1 0 1 0 0,-3 3 0 0 0,-8 8-27 0 0,0 0 1 0 0,-1-1 0 0 0,0 0 0 0 0,-1-1-1 0 0,-1-1 1 0 0,0-1 0 0 0,0 0 0 0 0,-1 0-1 0 0,0-2 1 0 0,0 0 0 0 0,-1-1 0 0 0,0-1-1 0 0,-33 6 1 0 0,50-11 129 0 0,-1-1 0 0 0,0 0 0 0 0,1 1 0 0 0,-1-1 0 0 0,0 0 0 0 0,1 0 0 0 0,-1 0 0 0 0,0-1-1 0 0,1 1 1 0 0,-1 0 0 0 0,0-1 0 0 0,1 1 0 0 0,-1-1 0 0 0,1 1 0 0 0,-1-1 0 0 0,0 0 0 0 0,1 1 0 0 0,0-1 0 0 0,-1 0 0 0 0,-2-2 0 0 0,4 2-15 0 0,0 1 0 0 0,0 0 0 0 0,-1-1 0 0 0,1 1 0 0 0,0-1 0 0 0,0 1 0 0 0,0 0 0 0 0,0-1 0 0 0,0 1 0 0 0,0-1 0 0 0,-1 1 0 0 0,1-1 0 0 0,0 1 0 0 0,0 0 0 0 0,0-1 0 0 0,0 1 0 0 0,1-1 0 0 0,-1 1 0 0 0,0-1 0 0 0,0 1 0 0 0,0-1 0 0 0,0 1 0 0 0,0 0 0 0 0,1-1 0 0 0,-1 1 0 0 0,0-1 0 0 0,1 1 0 0 0,17-14 501 0 0,-12 12-422 0 0,1 1 1 0 0,-1-1 0 0 0,1 1 0 0 0,0 0 0 0 0,-1 1 0 0 0,1-1 0 0 0,0 1 0 0 0,-1 1-1 0 0,1-1 1 0 0,0 1 0 0 0,-1 0 0 0 0,1 1 0 0 0,-1 0 0 0 0,0 0 0 0 0,10 4 0 0 0,3 2 71 0 0,0 1 0 0 0,0 1 0 0 0,27 19 1 0 0,102 93 239 0 0,-99-80-626 0 0,-36-29 268 0 0,-1 0-1 0 0,0 0 0 0 0,-1 1 1 0 0,0 1-1 0 0,9 17 0 0 0,-16-25-323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11:13:30.0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122 197 13691 0 0,'-4'6'1198'0'0,"0"0"0"0"0,1-1 0 0 0,0 1 0 0 0,0 0 0 0 0,0 1 0 0 0,0-1 0 0 0,-1 11 0 0 0,2-12-705 0 0,1 1 1 0 0,1-1-1 0 0,-1 1 0 0 0,1 0 1 0 0,0-1-1 0 0,0 1 0 0 0,1 0 1 0 0,1 8-1 0 0,0-9-394 0 0,-1 0-1 0 0,1 0 1 0 0,0 0 0 0 0,0-1 0 0 0,1 1-1 0 0,-1-1 1 0 0,1 0 0 0 0,0 1-1 0 0,0-1 1 0 0,1 0 0 0 0,-1-1-1 0 0,1 1 1 0 0,0 0 0 0 0,0-1 0 0 0,0 0-1 0 0,0 0 1 0 0,0 0 0 0 0,1-1-1 0 0,0 0 1 0 0,-1 1 0 0 0,1-1-1 0 0,7 1 1 0 0,-5-1-62 0 0,1 0 1 0 0,0-1-1 0 0,0-1 0 0 0,-1 1 1 0 0,1-1-1 0 0,0 0 0 0 0,0-1 1 0 0,0 0-1 0 0,-1 0 0 0 0,1-1 1 0 0,0 0-1 0 0,-1 0 0 0 0,1 0 0 0 0,-1-1 1 0 0,0-1-1 0 0,0 1 0 0 0,0-1 1 0 0,0 0-1 0 0,-1 0 0 0 0,0-1 1 0 0,9-8-1 0 0,-1 0 0 0 0,0-1 1 0 0,0 0-1 0 0,-2-1 1 0 0,0 0-1 0 0,0-1 0 0 0,-2-1 1 0 0,13-25-1 0 0,-20 36-21 0 0,0 1 0 0 0,-1-1 0 0 0,0 0 0 0 0,0 0 0 0 0,-1 0 0 0 0,1 0 0 0 0,-1 0-1 0 0,0 0 1 0 0,-1-11 0 0 0,0 13-14 0 0,-1 1 1 0 0,1 0-1 0 0,-1-1 0 0 0,0 1 0 0 0,0 0 0 0 0,-1 0 1 0 0,1 0-1 0 0,0 0 0 0 0,-1 0 0 0 0,0 0 0 0 0,0 0 0 0 0,0 1 1 0 0,0-1-1 0 0,0 0 0 0 0,0 1 0 0 0,-1 0 0 0 0,1 0 1 0 0,-1-1-1 0 0,-5-2 0 0 0,-12-7-36 0 0,-1 1 1 0 0,-1 1-1 0 0,0 1 0 0 0,0 1 1 0 0,-1 1-1 0 0,0 1 0 0 0,0 1 1 0 0,0 0-1 0 0,-1 2 1 0 0,1 1-1 0 0,-1 1 0 0 0,-41 4 1 0 0,58-2-54 0 0,0 0 1 0 0,0 1 0 0 0,1 0-1 0 0,-1 1 1 0 0,1-1 0 0 0,-1 1-1 0 0,1 0 1 0 0,0 1 0 0 0,0 0-1 0 0,-10 8 1 0 0,14-10-101 0 0,0 0 0 0 0,0 0 0 0 0,0 0 1 0 0,0 1-1 0 0,0-1 0 0 0,1 0 0 0 0,-1 1 0 0 0,1-1 0 0 0,0 1 0 0 0,-1-1 0 0 0,1 1 0 0 0,-1 5 1 0 0,2-6-102 0 0,0 0 0 0 0,0 0 0 0 0,0 0 1 0 0,0 0-1 0 0,0 0 0 0 0,0 0 0 0 0,1 0 1 0 0,-1 0-1 0 0,1 0 0 0 0,-1 0 0 0 0,1 0 1 0 0,0 0-1 0 0,0 0 0 0 0,0 0 0 0 0,0 0 1 0 0,0-1-1 0 0,0 1 0 0 0,1 0 0 0 0,1 2 1 0 0,0-1-792 0 0,0-1 0 0 0,0 0 1 0 0,1 1-1 0 0,-1-1 1 0 0,0 0-1 0 0,1 0 1 0 0,-1-1-1 0 0,1 1 0 0 0,0-1 1 0 0,-1 0-1 0 0,1 0 1 0 0,4 1-1 0 0,7 1-4652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11:13:30.2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0 11186 0 0,'-1'1'507'0'0,"0"0"0"0"0,0 0 0 0 0,0 0 0 0 0,0 1 0 0 0,0-1 0 0 0,0 0 0 0 0,1 0 0 0 0,-1 1-1 0 0,0-1 1 0 0,1 0 0 0 0,-1 1 0 0 0,1-1 0 0 0,0 0 0 0 0,-1 1 0 0 0,1-1 0 0 0,0 1 0 0 0,0-1-1 0 0,0 1 1 0 0,0-1 0 0 0,0 0 0 0 0,0 3 0 0 0,1-1-174 0 0,0 0-1 0 0,0-1 0 0 0,0 1 1 0 0,0 0-1 0 0,1-1 1 0 0,-1 1-1 0 0,1 0 1 0 0,0-1-1 0 0,-1 0 0 0 0,4 3 1 0 0,5 6-524 0 0,2-1 0 0 0,0 0 0 0 0,17 11 0 0 0,-17-13 848 0 0,-5-4-775 0 0,0 1-1 0 0,1-1 1 0 0,0 0 0 0 0,0 0-1 0 0,0-1 1 0 0,0 0 0 0 0,17 3-1 0 0,-19-5-598 0 0,0 0-1 0 0,0-1 0 0 0,0 0 1 0 0,0 0-1 0 0,8-1 0 0 0,-10 1-637 0 0,0-1 0 0 0,1 0 0 0 0,-1 0 0 0 0,0-1 0 0 0,0 1-1 0 0,0-1 1 0 0,7-4 0 0 0,-1-2-5438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11:13:30.5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0 236 12379 0 0,'1'7'968'0'0,"-1"0"1"0"0,1 0 0 0 0,0 0-1 0 0,1 0 1 0 0,0 0-1 0 0,0 0 1 0 0,3 6 0 0 0,0-1 34 0 0,1-1 1 0 0,0 1-1 0 0,10 11 0 0 0,6 5 980 0 0,43 43 0 0 0,-54-61-1759 0 0,-1-1 0 0 0,1 0 0 0 0,1-1 1 0 0,0 0-1 0 0,0 0 0 0 0,0-1 0 0 0,1-1 0 0 0,0 0 0 0 0,0-1 0 0 0,0-1 0 0 0,1 1 0 0 0,23 2 0 0 0,-33-7-218 0 0,0 0 1 0 0,0 0 0 0 0,0 0-1 0 0,0-1 1 0 0,0 0-1 0 0,-1 0 1 0 0,1 0-1 0 0,0 0 1 0 0,0-1-1 0 0,-1 1 1 0 0,1-1-1 0 0,-1 0 1 0 0,1 0-1 0 0,-1 0 1 0 0,0 0-1 0 0,0-1 1 0 0,0 1-1 0 0,0-1 1 0 0,0 0-1 0 0,-1 0 1 0 0,1 0-1 0 0,-1 0 1 0 0,0-1 0 0 0,3-3-1 0 0,6-12-25 0 0,-1 0 0 0 0,-1-1 0 0 0,8-23 0 0 0,-13 33 17 0 0,9-28 15 0 0,-3-1 0 0 0,10-65-1 0 0,-13 60-455 0 0,24-80 0 0 0,-30 121 309 0 0,0 0-112 0 0,0 0-1 0 0,0 0 0 0 0,0 0 1 0 0,1 0-1 0 0,-1 0 1 0 0,1 0-1 0 0,-1 0 1 0 0,1 1-1 0 0,0-1 1 0 0,3-3-1 0 0,-25 39-16859 0 0,15-27 12436 0 0,1 1 67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11:13:30.8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0 15339 0 0,'-2'0'485'0'0,"1"1"0"0"0,0-1 0 0 0,-1 1 0 0 0,1 0 0 0 0,0-1 0 0 0,0 1 0 0 0,0 0 0 0 0,0 0 0 0 0,0 0-1 0 0,0 0 1 0 0,0 0 0 0 0,0 0 0 0 0,0 0 0 0 0,0 0 0 0 0,0 0 0 0 0,0 0 0 0 0,1 0 0 0 0,-2 3 0 0 0,1-1-60 0 0,0-1 1 0 0,1 1 0 0 0,-1 0 0 0 0,1-1-1 0 0,0 1 1 0 0,0 0 0 0 0,0 0-1 0 0,0-1 1 0 0,0 5 0 0 0,3 6 9 0 0,0-1 1 0 0,1 1 0 0 0,7 16-1 0 0,-5-14 214 0 0,2 9-524 0 0,1-1 0 0 0,1 0 0 0 0,2-1 0 0 0,0 0 0 0 0,1-1 0 0 0,25 31 0 0 0,-30-43-84 0 0,0 0-1 0 0,1-1 1 0 0,0-1 0 0 0,0 1-1 0 0,0-1 1 0 0,1-1 0 0 0,0 0-1 0 0,0 0 1 0 0,1-1 0 0 0,0 0-1 0 0,0-1 1 0 0,0 0-1 0 0,0-1 1 0 0,0 0 0 0 0,1-1-1 0 0,12 1 1 0 0,-15-2-389 0 0,0-1 0 0 0,0 0-1 0 0,0-1 1 0 0,0 0 0 0 0,0 0 0 0 0,0-1 0 0 0,0 0-1 0 0,-1-1 1 0 0,1 0 0 0 0,-1 0 0 0 0,0-1-1 0 0,0 0 1 0 0,0 0 0 0 0,0-1 0 0 0,-1 0 0 0 0,1 0-1 0 0,-1-1 1 0 0,-1 0 0 0 0,1 0 0 0 0,-1 0 0 0 0,0-1-1 0 0,-1 0 1 0 0,1-1 0 0 0,-1 1 0 0 0,-1-1-1 0 0,1 0 1 0 0,-1 0 0 0 0,5-16 0 0 0,-4 14-5091 0 0,0 4-941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11:13:31.5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407 223 11506 0 0,'-1'1'480'0'0,"0"0"0"0"0,0 0 0 0 0,0 0 0 0 0,-1 1 0 0 0,1-1 0 0 0,1 0 0 0 0,-1 1-1 0 0,0-1 1 0 0,0 1 0 0 0,0-1 0 0 0,1 1 0 0 0,-1-1 0 0 0,1 1 0 0 0,-1-1-1 0 0,1 1 1 0 0,0-1 0 0 0,-1 3 0 0 0,-2 33 1736 0 0,3-31-1636 0 0,5 186 2648 0 0,1-73-2534 0 0,-6-68-430 0 0,1 20-24 0 0,2 0-1 0 0,15 76 1 0 0,-18-145-208 0 0,0-1 0 0 0,0 0 0 0 0,0 0 0 0 0,0 0 0 0 0,0 0 1 0 0,0 1-1 0 0,0-1 0 0 0,1 0 0 0 0,-1 0 0 0 0,0 0 0 0 0,1 0 0 0 0,-1 0 1 0 0,1 0-1 0 0,0 0 0 0 0,-1 0 0 0 0,1 0 0 0 0,0 0 0 0 0,-1 0 1 0 0,1 0-1 0 0,0-1 0 0 0,0 1 0 0 0,0 0 0 0 0,0 0 0 0 0,0-1 0 0 0,0 1 1 0 0,1 0-1 0 0,-1-2 88 0 0,1 1 0 0 0,-1-1 0 0 0,1 0 0 0 0,-1 1 1 0 0,0-1-1 0 0,1 0 0 0 0,-1 0 0 0 0,0 0 0 0 0,0 0 1 0 0,0-1-1 0 0,0 1 0 0 0,0 0 0 0 0,0 0 0 0 0,0-1 0 0 0,0 1 1 0 0,0 0-1 0 0,0-3 0 0 0,4-2-53 0 0,1 0 0 0 0,-1 1-1 0 0,1-1 1 0 0,0 1 0 0 0,0 0 0 0 0,0 1 0 0 0,1-1-1 0 0,0 1 1 0 0,0 1 0 0 0,0-1 0 0 0,0 1 0 0 0,0 1 0 0 0,9-3-1 0 0,-6 2-62 0 0,0-1 0 0 0,-1 0 0 0 0,0 0-1 0 0,0-1 1 0 0,0 0 0 0 0,0-1 0 0 0,12-10-1 0 0,-10 4 13 0 0,0-1-1 0 0,-2 0 0 0 0,1 0 0 0 0,-2-1 0 0 0,0 0 1 0 0,0-1-1 0 0,-1 1 0 0 0,-1-1 0 0 0,-1-1 0 0 0,0 1 0 0 0,-1-1 1 0 0,0 0-1 0 0,-2 0 0 0 0,0 0 0 0 0,0 0 0 0 0,-2-19 1 0 0,-1 7 7 0 0,-1-1 1 0 0,-1 1 0 0 0,-2 0 0 0 0,-1 1-1 0 0,-1-1 1 0 0,-1 1 0 0 0,-1 0 0 0 0,-19-36 0 0 0,16 40-3 0 0,-1 1 0 0 0,-1 1 0 0 0,-2 0 0 0 0,1 1 0 0 0,-2 1 0 0 0,-29-26 1 0 0,31 32-7 0 0,-1 0 1 0 0,0 1-1 0 0,-1 0 1 0 0,-1 2-1 0 0,1 0 1 0 0,-2 1 0 0 0,1 0-1 0 0,-33-9 1 0 0,40 16-31 0 0,1 0 0 0 0,0 0 0 0 0,-1 1 0 0 0,1 0 0 0 0,0 1 1 0 0,-1 0-1 0 0,1 1 0 0 0,-1 0 0 0 0,1 0 0 0 0,0 1 0 0 0,0 1 1 0 0,0 0-1 0 0,0 0 0 0 0,0 1 0 0 0,0 0 0 0 0,1 1 0 0 0,-15 9 1 0 0,12-6-21 0 0,0 2 1 0 0,1 0 0 0 0,0 0 0 0 0,0 1 0 0 0,1 1 0 0 0,0-1 0 0 0,1 2 0 0 0,1-1 0 0 0,0 1 0 0 0,0 1 0 0 0,-8 21-1 0 0,10-19-402 0 0,0 1-1 0 0,1-1 0 0 0,0 1 0 0 0,2 0 0 0 0,0 0 0 0 0,-1 27 1 0 0,4-38-184 0 0,0 0 0 0 0,1 1 0 0 0,-1-1 0 0 0,1 0 0 0 0,1 0 0 0 0,-1 0 0 0 0,1 0 0 0 0,0 0 0 0 0,4 7 0 0 0,-4-9-307 0 0,1 0 0 0 0,-1-1 0 0 0,1 0 0 0 0,-1 1 0 0 0,1-1 0 0 0,0 0 0 0 0,0 0 0 0 0,1-1 0 0 0,-1 1 0 0 0,0-1 0 0 0,1 1 0 0 0,0-1 0 0 0,-1 0 0 0 0,1-1 0 0 0,5 3 0 0 0,11 2-4955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11:13:32.6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11 672 13091 0 0,'18'27'8264'0'0,"-5"8"-4204"0"0,3 1-1302 0 0,-12-28-2513 0 0,1 0 1 0 0,-1-1 0 0 0,2 1-1 0 0,-1-1 1 0 0,1 0-1 0 0,0-1 1 0 0,1 0 0 0 0,-1 0-1 0 0,1 0 1 0 0,0-1 0 0 0,1 0-1 0 0,-1 0 1 0 0,15 6-1 0 0,-16-9-208 0 0,0 0-1 0 0,0 0 0 0 0,1 0 0 0 0,-1-1 0 0 0,1 0 0 0 0,-1-1 1 0 0,1 1-1 0 0,-1-1 0 0 0,1 0 0 0 0,-1-1 0 0 0,1 1 1 0 0,-1-1-1 0 0,1-1 0 0 0,-1 1 0 0 0,0-1 0 0 0,0 0 0 0 0,1-1 1 0 0,-1 1-1 0 0,8-6 0 0 0,-8 4-26 0 0,0 1 1 0 0,0-2-1 0 0,-1 1 0 0 0,1-1 0 0 0,-1 0 1 0 0,0 0-1 0 0,0 0 0 0 0,0-1 1 0 0,-1 0-1 0 0,0 0 0 0 0,0 0 1 0 0,0 0-1 0 0,-1-1 0 0 0,0 1 1 0 0,0-1-1 0 0,3-12 0 0 0,-5 14-22 0 0,0-1-1 0 0,0 1 0 0 0,-1-1 0 0 0,0 0 1 0 0,0 1-1 0 0,0-1 0 0 0,-1 0 1 0 0,1 1-1 0 0,-1-1 0 0 0,-1 1 1 0 0,1-1-1 0 0,-1 1 0 0 0,0 0 0 0 0,0-1 1 0 0,0 1-1 0 0,-1 0 0 0 0,0 0 1 0 0,0 1-1 0 0,0-1 0 0 0,-1 1 1 0 0,-7-8-1 0 0,0 1-113 0 0,0 1-1 0 0,-1 1 1 0 0,0 0 0 0 0,-1 1-1 0 0,0 0 1 0 0,0 1-1 0 0,-1 1 1 0 0,0 0 0 0 0,-15-5-1 0 0,21 9 72 0 0,-1 0 0 0 0,1 0 0 0 0,0 0 0 0 0,-1 1 0 0 0,1 0 0 0 0,-1 1 0 0 0,1-1 0 0 0,-1 2 0 0 0,1-1 0 0 0,-1 1 0 0 0,1 1 0 0 0,-1 0 0 0 0,1 0 0 0 0,0 0 0 0 0,0 1 0 0 0,0 0 0 0 0,-11 7 0 0 0,17-9 47 0 0,0 0 1 0 0,0 0-1 0 0,0 0 0 0 0,0 0 0 0 0,0 1 1 0 0,0-1-1 0 0,1 1 0 0 0,-1-1 0 0 0,0 1 1 0 0,1 0-1 0 0,-1 0 0 0 0,1 0 0 0 0,0-1 1 0 0,-1 1-1 0 0,1 1 0 0 0,0-1 0 0 0,0 0 1 0 0,0 0-1 0 0,1 0 0 0 0,-1 0 1 0 0,1 1-1 0 0,-1-1 0 0 0,1 0 0 0 0,-1 1 1 0 0,1-1-1 0 0,0 0 0 0 0,0 1 0 0 0,1-1 1 0 0,-1 0-1 0 0,0 1 0 0 0,1-1 0 0 0,-1 0 1 0 0,1 1-1 0 0,0-1 0 0 0,-1 0 0 0 0,1 0 1 0 0,0 0-1 0 0,1 0 0 0 0,-1 0 0 0 0,0 0 1 0 0,1 0-1 0 0,-1 0 0 0 0,1 0 1 0 0,1 1-1 0 0,5 5-6 0 0,0 0 1 0 0,0 0-1 0 0,0-1 1 0 0,1-1-1 0 0,0 1 1 0 0,1-1 0 0 0,-1-1-1 0 0,13 5 1 0 0,7 0 70 0 0,1-2 1 0 0,0-1-1 0 0,1-2 0 0 0,-1 0 1 0 0,51-1-1 0 0,15 4 172 0 0,-76-6-219 0 0,-6 1 10 0 0,1-2 1 0 0,-1 0-1 0 0,0-1 0 0 0,15-1 0 0 0,-25 1-28 0 0,0-1-1 0 0,0 0 1 0 0,0 0-1 0 0,-1 0 1 0 0,1 0-1 0 0,0-1 1 0 0,-1 1-1 0 0,1-1 1 0 0,-1 0-1 0 0,1 0 1 0 0,-1 0-1 0 0,0-1 1 0 0,0 1-1 0 0,0-1 1 0 0,0 0-1 0 0,0 0 1 0 0,-1 0-1 0 0,1 0 1 0 0,1-4-1 0 0,13-26-1130 0 0,-1-1 0 0 0,-3 0 0 0 0,0-1 0 0 0,13-68-1 0 0,-21 85 986 0 0,6-33 129 0 0,-2-1-1 0 0,3-56 1 0 0,-11-104 3391 0 0,-8 178-1517 0 0,7 34-1800 0 0,0 0 0 0 0,-1-1 1 0 0,1 1-1 0 0,0 0 0 0 0,0-1 0 0 0,0 1 1 0 0,0 0-1 0 0,-1-1 0 0 0,1 1 1 0 0,0 0-1 0 0,0 0 0 0 0,-1-1 0 0 0,1 1 1 0 0,0 0-1 0 0,0 0 0 0 0,-1-1 0 0 0,1 1 1 0 0,0 0-1 0 0,-1 0 0 0 0,1 0 0 0 0,0 0 1 0 0,-1-1-1 0 0,1 1 0 0 0,0 0 1 0 0,-1 0-1 0 0,1 0 0 0 0,0 0 0 0 0,-1 0 1 0 0,0 0-5 0 0,0 1 0 0 0,0 0 0 0 0,1-1 0 0 0,-1 1 0 0 0,0-1 0 0 0,0 1 0 0 0,1 0 1 0 0,-1 0-1 0 0,1-1 0 0 0,-1 1 0 0 0,1 0 0 0 0,-1 0 0 0 0,1 0 0 0 0,-1-1 0 0 0,1 1 1 0 0,-1 2-1 0 0,-4 13 132 0 0,1 1 1 0 0,1 0-1 0 0,0 0 1 0 0,1 0-1 0 0,1 1 1 0 0,1 28-1 0 0,0-35-159 0 0,1 33-18 0 0,2 0 0 0 0,2 0 0 0 0,1 0 0 0 0,3-1 0 0 0,14 43 0 0 0,-13-56 0 0 0,1 0 0 0 0,1-1 0 0 0,2-1 0 0 0,1 0 0 0 0,1-1 0 0 0,1-1 0 0 0,38 45 0 0 0,-44-61-937 0 0,1 1 0 0 0,0-2-1 0 0,19 13 1 0 0,-17-13-241 0 0,-1 1 0 0 0,18 16 0 0 0,-35-36-6404 0 0,-13-14 4906 0 0,5 11 2495 0 0,-1-1-1 0 0,-26-20 1 0 0,-74-40 4320 0 0,36 36-1087 0 0,50 25-597 0 0,-42-24 0 0 0,68 36-2384 0 0,0 0 0 0 0,0 1-1 0 0,0-1 1 0 0,0 0 0 0 0,0 1 0 0 0,1-1-1 0 0,-1 0 1 0 0,0 0 0 0 0,0 0 0 0 0,1 0-1 0 0,-1 1 1 0 0,0-1 0 0 0,1 0 0 0 0,-1 0 0 0 0,1 0-1 0 0,0 0 1 0 0,-1-1 0 0 0,1 1 0 0 0,0 0-1 0 0,-1 0 1 0 0,1 0 0 0 0,0 0 0 0 0,0 0-1 0 0,0 0 1 0 0,0 0 0 0 0,0-2 0 0 0,1 1 2 0 0,0-1 0 0 0,0 1 0 0 0,-1 0-1 0 0,2-1 1 0 0,-1 1 0 0 0,0 0 0 0 0,0 0 0 0 0,1 0 0 0 0,-1 0 0 0 0,1 0 0 0 0,2-2 0 0 0,2-2 29 0 0,0 1 1 0 0,0 0-1 0 0,0 0 0 0 0,1 1 0 0 0,0 0 1 0 0,13-7-1 0 0,-13 9-54 0 0,0 0 0 0 0,0 1 0 0 0,0-1 0 0 0,0 1 0 0 0,1 1 0 0 0,-1-1 0 0 0,0 1 0 0 0,0 1-1 0 0,0-1 1 0 0,1 1 0 0 0,-1 0 0 0 0,0 1 0 0 0,13 4 0 0 0,3 4-26 0 0,0 0-1 0 0,38 25 1 0 0,-43-24-24 0 0,0 0 0 0 0,2-1 0 0 0,-1-1 1 0 0,23 8-1 0 0,-33-15 19 0 0,1 1 1 0 0,0-2-1 0 0,-1 1 0 0 0,1-1 1 0 0,0-1-1 0 0,-1 0 0 0 0,1 0 1 0 0,0-1-1 0 0,-1 0 0 0 0,1-1 1 0 0,0 0-1 0 0,17-6 0 0 0,-20 5-2 0 0,0 0 0 0 0,0-1 0 0 0,-1 0 0 0 0,0 0 0 0 0,0 0 0 0 0,0-1 0 0 0,0 0-1 0 0,-1 0 1 0 0,0 0 0 0 0,0-1 0 0 0,0 0 0 0 0,-1 0 0 0 0,1 0 0 0 0,-1 0 0 0 0,-1-1 0 0 0,1 0-1 0 0,3-11 1 0 0,-6 14-7 0 0,0-1-1 0 0,0 1 1 0 0,0-1 0 0 0,0 1-1 0 0,-1-1 1 0 0,0 1-1 0 0,0-1 1 0 0,0 1-1 0 0,-1-1 1 0 0,1 1-1 0 0,-1-1 1 0 0,0 1 0 0 0,0-1-1 0 0,-1 1 1 0 0,1 0-1 0 0,-1-1 1 0 0,0 1-1 0 0,0 0 1 0 0,-1 0-1 0 0,1 1 1 0 0,-1-1 0 0 0,0 0-1 0 0,0 1 1 0 0,-4-5-1 0 0,-4-2-6 0 0,0 0 1 0 0,0 1-1 0 0,-1 1 0 0 0,0-1 0 0 0,0 2 1 0 0,-19-9-1 0 0,21 12-14 0 0,0 0 0 0 0,-1 0 0 0 0,1 1 0 0 0,-1 1-1 0 0,1-1 1 0 0,-1 2 0 0 0,0 0 0 0 0,0 0 0 0 0,-21 2 0 0 0,27-1 11 0 0,1 0 0 0 0,0 1 0 0 0,-1 0 0 0 0,1 0 0 0 0,0 0 0 0 0,0 0 0 0 0,-1 1-1 0 0,1 0 1 0 0,0-1 0 0 0,0 2 0 0 0,1-1 0 0 0,-1 0 0 0 0,0 1 0 0 0,1-1 0 0 0,0 1 0 0 0,-1 0 0 0 0,1 0-1 0 0,0 1 1 0 0,1-1 0 0 0,-1 1 0 0 0,0-1 0 0 0,1 1 0 0 0,0 0 0 0 0,0 0 0 0 0,0 0 0 0 0,0 0 0 0 0,-1 7-1 0 0,2-6 1 0 0,0 0-1 0 0,0 0 1 0 0,1 1-1 0 0,-1-1 1 0 0,1 0-1 0 0,0 0 1 0 0,1 0-1 0 0,-1 1 1 0 0,1-1-1 0 0,0 0 1 0 0,1 0-1 0 0,-1 0 0 0 0,1 0 1 0 0,3 6-1 0 0,-1-4 6 0 0,0 1 0 0 0,1 0-1 0 0,1-1 1 0 0,-1 0 0 0 0,1 0 0 0 0,0-1-1 0 0,13 11 1 0 0,-4-6 1 0 0,1 0 0 0 0,0-1 0 0 0,0 0 0 0 0,1-2 0 0 0,0 0 0 0 0,1-1 0 0 0,24 7 0 0 0,-9-6-23 0 0,1-1 0 0 0,0-2 0 0 0,1-1 0 0 0,-1-2 0 0 0,1-1 0 0 0,-1-2 0 0 0,52-7 0 0 0,-60 3-714 0 0,-1-1 0 0 0,0 0 1 0 0,33-15-1 0 0,-35 12-459 0 0,-10 4-718 0 0,0 0 0 0 0,20-12 0 0 0,-16 4-3820 0 0,-3-3-3348 0 0,-9 7 3810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11:13:51.2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1 2689 0 0,'-16'14'5185'0'0,"15"-13"-4290"0"0,0 0 1 0 0,-1 0-1 0 0,1 0 0 0 0,0 0 0 0 0,0 0 0 0 0,0 0 0 0 0,0 0 0 0 0,0 0 0 0 0,0 0 0 0 0,0 1 0 0 0,0-1 0 0 0,1 0 0 0 0,-1 1 0 0 0,0 1 0 0 0,7 4 3823 0 0,14 0-3792 0 0,-3-5-756 0 0,-1 0 0 0 0,0-1-1 0 0,1-1 1 0 0,-1-1-1 0 0,1 0 1 0 0,-1-1-1 0 0,18-5 1 0 0,13 0 34 0 0,321-8-384 0 0,-366 15 178 0 0,21-1-545 0 0,9-1-1344 0 0,-13 5-2605 0 0,-18-3 4382 0 0,-1 0-1 0 0,0 0 1 0 0,0 0 0 0 0,0 0 0 0 0,0 0 0 0 0,0 0 0 0 0,0 0 0 0 0,0 0 0 0 0,0 0 0 0 0,1 0 0 0 0,-1 0 0 0 0,0 0 0 0 0,0 0 0 0 0,0 0 0 0 0,0 0 0 0 0,0 0 0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11:13:51.4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78 8514 0 0,'23'0'8617'0'0,"0"1"-3289"0"0,20 0-1790 0 0,-29-1-3774 0 0,0-1-1 0 0,0 0 1 0 0,-1-1 0 0 0,1 0-1 0 0,20-7 1 0 0,50-21-5650 0 0,-31 5-5848 0 0,-37 16 6415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11:13:51.8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 1 6545 0 0,'-4'3'1825'0'0,"-32"29"5748"0"0,34-30-7173 0 0,0-1 0 0 0,0 1 0 0 0,0 1 0 0 0,0-1 1 0 0,1 0-1 0 0,-1 0 0 0 0,1 1 0 0 0,-1-1 0 0 0,1 0 0 0 0,0 1 0 0 0,0 0 0 0 0,0-1 0 0 0,1 1 1 0 0,-2 2-1 0 0,3-4-320 0 0,-1 0 0 0 0,0 0 1 0 0,1 0-1 0 0,-1 0 1 0 0,1 0-1 0 0,-1 0 0 0 0,1-1 1 0 0,-1 1-1 0 0,1 0 1 0 0,0 0-1 0 0,-1-1 0 0 0,1 1 1 0 0,0 0-1 0 0,-1-1 1 0 0,1 1-1 0 0,0-1 0 0 0,0 1 1 0 0,0-1-1 0 0,0 1 1 0 0,0-1-1 0 0,0 1 0 0 0,-1-1 1 0 0,1 0-1 0 0,0 0 1 0 0,0 1-1 0 0,2-1 0 0 0,34 6 292 0 0,-21-3-204 0 0,2 1-107 0 0,-1 1 0 0 0,0 1 0 0 0,0 1 1 0 0,0 0-1 0 0,-1 1 0 0 0,17 12 0 0 0,-26-16 22 0 0,0 2 0 0 0,0-1-1 0 0,-1 1 1 0 0,0 0 0 0 0,0 0-1 0 0,0 1 1 0 0,-1-1-1 0 0,0 1 1 0 0,0 1 0 0 0,0-1-1 0 0,-1 1 1 0 0,0 0 0 0 0,-1 0-1 0 0,5 16 1 0 0,-7-20-58 0 0,0 0 0 0 0,-1 1 1 0 0,1-1-1 0 0,-1 1 0 0 0,0-1 0 0 0,-1 1 1 0 0,1-1-1 0 0,-1 0 0 0 0,0 1 0 0 0,0-1 0 0 0,0 0 1 0 0,0 1-1 0 0,-1-1 0 0 0,0 0 0 0 0,0 0 1 0 0,0 0-1 0 0,0-1 0 0 0,-5 7 0 0 0,-5 4-57 0 0,0 0-1 0 0,-1 0 0 0 0,-19 14 1 0 0,-11 12-472 0 0,42-39 388 0 0,-7 8-128 0 0,1 0-1 0 0,-13 19 1 0 0,11 0-1574 0 0,9-27 1533 0 0,0 0 1 0 0,0 0-1 0 0,0 1 1 0 0,0-1-1 0 0,0 0 1 0 0,0 0-1 0 0,0 1 1 0 0,1-1-1 0 0,-1 0 1 0 0,0 0 0 0 0,1 0-1 0 0,-1 0 1 0 0,1 1-1 0 0,0-1 1 0 0,-1 0-1 0 0,1 0 1 0 0,0 0-1 0 0,1 1 1 0 0,-1-1-216 0 0,-1-1 0 0 0,1 1-1 0 0,0-1 1 0 0,0 1 0 0 0,0-1 0 0 0,0 0 0 0 0,0 0 0 0 0,-1 1-1 0 0,1-1 1 0 0,0 0 0 0 0,0 0 0 0 0,0 0 0 0 0,0 0 0 0 0,0 0 0 0 0,0 0-1 0 0,0 0 1 0 0,0 0 0 0 0,0 0 0 0 0,-1-1 0 0 0,1 1 0 0 0,0 0-1 0 0,0 0 1 0 0,0-1 0 0 0,0 1 0 0 0,-1-1 0 0 0,2 0 0 0 0,3-2-3284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11:13:52.2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1 8554 0 0,'-1'0'610'0'0,"0"1"1"0"0,-1 0 0 0 0,1-1-1 0 0,0 1 1 0 0,-1 0-1 0 0,1 0 1 0 0,0 0 0 0 0,0 0-1 0 0,0 0 1 0 0,0 0-1 0 0,0 0 1 0 0,0 0-1 0 0,0 0 1 0 0,0 1 0 0 0,-1 1-1 0 0,-7 27 4131 0 0,9 32-2197 0 0,0-59-2412 0 0,14 134 973 0 0,65 263 0 0 0,-17-109-862 0 0,9 19-140 0 0,-14-72-160 0 0,-52-207 40 0 0,-4-21-256 0 0,1-1 0 0 0,-1 1 0 0 0,2 0 1 0 0,6 17-1 0 0,-9-27 219 0 0,0 0 0 0 0,0 0 1 0 0,0 0-1 0 0,0 0 0 0 0,0 0 1 0 0,0 0-1 0 0,0 1 0 0 0,0-1 0 0 0,0 0 1 0 0,0 0-1 0 0,0 0 0 0 0,0 0 1 0 0,0 0-1 0 0,0 0 0 0 0,0 0 0 0 0,0 0 1 0 0,1 0-1 0 0,-1 0 0 0 0,0 0 1 0 0,0 0-1 0 0,0 0 0 0 0,0 0 1 0 0,0 0-1 0 0,0 0 0 0 0,0 0 0 0 0,0 0 1 0 0,0 0-1 0 0,0 0 0 0 0,0 0 1 0 0,1 0-1 0 0,-1 0 0 0 0,0 0 1 0 0,0 0-1 0 0,0 0 0 0 0,0 0 0 0 0,0 0 1 0 0,0 0-1 0 0,0 0 0 0 0,0 0 1 0 0,0 0-1 0 0,0 0 0 0 0,1 0 0 0 0,-1 0 1 0 0,0 0-1 0 0,0 0 0 0 0,0 0 1 0 0,0 0-1 0 0,0 0 0 0 0,0 0 1 0 0,0 0-1 0 0,0-1 0 0 0,0 1 0 0 0,0 0 1 0 0,0 0-1 0 0,0 0 0 0 0,0 0 1 0 0,0 0-1 0 0,0 0 0 0 0,0 0 1 0 0,0 0-1 0 0,0 0 0 0 0,0 0 0 0 0,0 0 1 0 0,0-1-1 0 0,0 1 0 0 0,0 0 1 0 0,0 0-1 0 0,0 0 0 0 0,0 0 0 0 0,4-12-3218 0 0,0-13-2779 0 0,-3-11-2772 0 0,-1 16 4623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11:13:53.1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1 802 11546 0 0,'2'-10'983'0'0,"1"0"0"0"0,0 1 0 0 0,1-1-1 0 0,0 1 1 0 0,0 0 0 0 0,8-10 0 0 0,-3 6-188 0 0,0 1 1 0 0,0 1-1 0 0,18-16 1 0 0,5-1 274 0 0,72-45 1 0 0,-32 30-666 0 0,3 2 0 0 0,113-43 0 0 0,166-42-150 0 0,-132 58 131 0 0,4 10 0 0 0,2 10 1 0 0,1 9-1 0 0,3 11 0 0 0,240 1 1 0 0,418 46 1608 0 0,-709-12-1587 0 0,8 1 62 0 0,260 45 1 0 0,-414-46-358 0 0,-1 2-1 0 0,1 1 1 0 0,34 15-1 0 0,-53-18-62 0 0,0 1-1 0 0,-1 0 0 0 0,1 1 0 0 0,-2 1 0 0 0,1 0 0 0 0,-1 1 0 0 0,-1 1 0 0 0,15 15 0 0 0,-21-17-20 0 0,-1 0 0 0 0,1 0-1 0 0,-1 1 1 0 0,-1-1 0 0 0,0 1-1 0 0,-1 1 1 0 0,0-1-1 0 0,0 1 1 0 0,-1-1 0 0 0,-1 1-1 0 0,2 17 1 0 0,-1 18 13 0 0,-2 72 1 0 0,-2-96-57 0 0,0 147 7 0 0,8 0 0 0 0,7-1-1 0 0,49 232 1 0 0,82 383-393 0 0,-142-766 402 0 0,4 24 2 0 0,-2-1 0 0 0,-1 1-1 0 0,-3 54 1 0 0,-1-92-21 0 0,0 1 1 0 0,-1-1-1 0 0,0 0 0 0 0,0 1 0 0 0,0-1 0 0 0,0 0 1 0 0,-1 0-1 0 0,1 0 0 0 0,-1 0 0 0 0,0 0 0 0 0,0 0 1 0 0,-1 0-1 0 0,1-1 0 0 0,-1 1 0 0 0,0-1 1 0 0,0 0-1 0 0,0 0 0 0 0,0 0 0 0 0,0 0 0 0 0,-8 4 1 0 0,5-3-2 0 0,0-2 0 0 0,-1 1 0 0 0,0-1 1 0 0,1 0-1 0 0,-1 0 0 0 0,0-1 1 0 0,0 0-1 0 0,0 0 0 0 0,0-1 0 0 0,0 0 1 0 0,0 0-1 0 0,-11-2 0 0 0,-130-19-59 0 0,-92-8 0 0 0,-394 1-227 0 0,-318 10-510 0 0,-206-35 995 0 0,1091 45-352 0 0,-314-42 622 0 0,301 35-1327 0 0,1-4 0 0 0,-130-48 0 0 0,183 60-1391 0 0,11 8-2185 0 0,4 4-2284 0 0,-1 5-3646 0 0,8-4 6833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11:13:53.5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8906 0 0,'0'8'2016'0'0,"1"0"0"0"0,0 0 0 0 0,0-1 0 0 0,5 16-1 0 0,3 1 238 0 0,16 31 0 0 0,-3-7-1157 0 0,12 40-196 0 0,-11-27-477 0 0,3-1-1 0 0,42 72 0 0 0,-66-128-671 0 0,19 36 755 0 0,-20-21-1762 0 0,-1-18 1075 0 0,-1 0-1 0 0,1-1 1 0 0,0 1-1 0 0,-1 0 1 0 0,1-1 0 0 0,-1 1-1 0 0,1-1 1 0 0,-1 1-1 0 0,1-1 1 0 0,-1 1-1 0 0,1-1 1 0 0,-1 1 0 0 0,1-1-1 0 0,-1 1 1 0 0,0-1-1 0 0,1 0 1 0 0,-1 1-1 0 0,0-1 1 0 0,1 0-1 0 0,-1 0 1 0 0,0 1 0 0 0,1-1-1 0 0,-1 0 1 0 0,-1 0-1 0 0,0 0-755 0 0,0-1 0 0 0,1 1-1 0 0,-1-1 1 0 0,0 1 0 0 0,0-1-1 0 0,1 0 1 0 0,-1 0 0 0 0,0 0 0 0 0,1 0-1 0 0,-1 0 1 0 0,1 0 0 0 0,-1 0 0 0 0,1 0-1 0 0,0-1 1 0 0,-3-2 0 0 0,-1-2-3766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11:13:54.8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286 415 6745 0 0,'0'2'663'0'0,"0"-1"-1"0"0,0 1 0 0 0,1 0 1 0 0,-1 0-1 0 0,1 0 1 0 0,-1 0-1 0 0,1-1 0 0 0,0 1 1 0 0,0 0-1 0 0,0 0 0 0 0,2 2 1 0 0,29 30 3655 0 0,-10-13-2896 0 0,-6-2-729 0 0,76 100 1586 0 0,-81-102-2063 0 0,-1 0 0 0 0,-1 1 0 0 0,0 0 0 0 0,-1 1 0 0 0,8 29 1 0 0,-15-46-126 0 0,0 0 0 0 0,-1 0 1 0 0,1 0-1 0 0,0 1 0 0 0,-1-1 0 0 0,0 0 1 0 0,0 0-1 0 0,1 1 0 0 0,-1-1 1 0 0,-1 0-1 0 0,1 0 0 0 0,0 1 0 0 0,0-1 1 0 0,-1 0-1 0 0,1 0 0 0 0,-1 1 1 0 0,0-1-1 0 0,0 0 0 0 0,0 0 1 0 0,0 0-1 0 0,0 0 0 0 0,0 0 0 0 0,-3 3 1 0 0,1-3 59 0 0,0 0-1 0 0,0 0 1 0 0,0-1 0 0 0,0 0 0 0 0,0 0-1 0 0,0 1 1 0 0,-1-2 0 0 0,1 1 0 0 0,0 0 0 0 0,0-1-1 0 0,-1 1 1 0 0,1-1 0 0 0,0 0 0 0 0,-1 0-1 0 0,-4-1 1 0 0,-65-10 1093 0 0,67 10-1098 0 0,0 0 0 0 0,0-1 0 0 0,0 0 0 0 0,0 0 0 0 0,1-1 0 0 0,-1 0 0 0 0,1 0 0 0 0,-1 0 0 0 0,-8-7 0 0 0,14 9-125 0 0,0 1 0 0 0,0-1 1 0 0,0 1-1 0 0,0-1 0 0 0,1 0 1 0 0,-1 1-1 0 0,0-1 0 0 0,0 1 1 0 0,0-1-1 0 0,0 0 0 0 0,0 1 1 0 0,1-1-1 0 0,-1 1 0 0 0,0-1 1 0 0,1 1-1 0 0,-1-1 0 0 0,0 1 1 0 0,1-1-1 0 0,-1 1 0 0 0,1-1 1 0 0,-1 1-1 0 0,0 0 0 0 0,1-1 1 0 0,-1 1-1 0 0,1 0 1 0 0,-1-1-1 0 0,1 1 0 0 0,-1 0 1 0 0,1 0-1 0 0,0-1 0 0 0,-1 1 1 0 0,2 0-1 0 0,26-16-53 0 0,-20 12 53 0 0,9-6-28 0 0,0-1-1 0 0,0-1 1 0 0,-1 0 0 0 0,-1-2 0 0 0,0 1-1 0 0,-1-2 1 0 0,0 0 0 0 0,-1 0-1 0 0,-1-2 1 0 0,10-17 0 0 0,-15 22 2 0 0,0-1 1 0 0,-1 1-1 0 0,-1-1 1 0 0,-1-1-1 0 0,1 1 1 0 0,-2-1-1 0 0,0 1 1 0 0,-1-1-1 0 0,0 0 1 0 0,-1 0-1 0 0,0 0 1 0 0,-1 0-1 0 0,-1 0 1 0 0,0 0-1 0 0,-5-19 1 0 0,1 14-26 0 0,-1 1 1 0 0,-1 0-1 0 0,-1 0 1 0 0,0 0-1 0 0,-2 1 0 0 0,1 1 1 0 0,-2 0-1 0 0,-18-22 1 0 0,5 10 57 0 0,-1 2 1 0 0,-2 1-1 0 0,-46-35 1 0 0,67 55-42 0 0,-1 0 0 0 0,0 1 0 0 0,1 0 0 0 0,-2 0 0 0 0,1 1 1 0 0,0 0-1 0 0,-1 0 0 0 0,0 1 0 0 0,1 0 0 0 0,-1 0 0 0 0,0 1 0 0 0,0 0 0 0 0,0 0 1 0 0,0 1-1 0 0,0 0 0 0 0,-14 2 0 0 0,13 0-4 0 0,1 0 0 0 0,0 0 0 0 0,0 1 1 0 0,0 1-1 0 0,0-1 0 0 0,0 1 0 0 0,1 1 0 0 0,-1-1 1 0 0,1 1-1 0 0,0 0 0 0 0,1 1 0 0 0,-1 0 0 0 0,1 0 0 0 0,0 0 1 0 0,-6 10-1 0 0,3-4-279 0 0,0 0 1 0 0,1 0-1 0 0,1 0 1 0 0,0 1-1 0 0,1 0 1 0 0,1 1-1 0 0,0-1 1 0 0,-4 19-1 0 0,7-26-138 0 0,1 0 0 0 0,1 1 0 0 0,0-1 0 0 0,-1 1 0 0 0,2-1 0 0 0,-1 1-1 0 0,1-1 1 0 0,3 12 0 0 0,-2-13-265 0 0,0 1 0 0 0,0-1 0 0 0,0 1 0 0 0,1-1 0 0 0,0 0 1 0 0,0 0-1 0 0,1 0 0 0 0,-1-1 0 0 0,1 1 0 0 0,9 7 0 0 0,-4-4-2123 0 0,1 0-1 0 0,0-1 1 0 0,14 8 0 0 0,-2-3-2097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11:13:55.2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0 257 9754 0 0,'7'7'1752'0'0,"0"-1"0"0"0,0-1 0 0 0,1 1 0 0 0,0-1 1 0 0,-1 0-1 0 0,15 5 0 0 0,-12-6-1083 0 0,1 0 1 0 0,-1-1-1 0 0,1 0 1 0 0,0-1-1 0 0,15 2 1 0 0,-17-3-547 0 0,0-1 0 0 0,1 0 0 0 0,-1 0 0 0 0,1-1 0 0 0,-1 0 0 0 0,0-1 0 0 0,0 0 0 0 0,0 0 0 0 0,0-1 0 0 0,0 0-1 0 0,0 0 1 0 0,-1-1 0 0 0,1-1 0 0 0,-1 1 0 0 0,8-7 0 0 0,-8 5 33 0 0,0-1-1 0 0,-1 0 1 0 0,0 0-1 0 0,-1-1 1 0 0,0 1-1 0 0,0-1 0 0 0,0-1 1 0 0,-1 1-1 0 0,0-1 1 0 0,-1 0-1 0 0,0 0 1 0 0,5-15-1 0 0,-8 19-138 0 0,0 1-1 0 0,0-1 0 0 0,-1 1 1 0 0,0-1-1 0 0,1 0 0 0 0,-1 1 1 0 0,-1-1-1 0 0,1 0 1 0 0,-1 1-1 0 0,0-1 0 0 0,0 1 1 0 0,0-1-1 0 0,0 1 1 0 0,-1 0-1 0 0,0-1 0 0 0,0 1 1 0 0,0 0-1 0 0,0 0 1 0 0,-1 0-1 0 0,1 1 0 0 0,-1-1 1 0 0,0 0-1 0 0,-1 1 1 0 0,1 0-1 0 0,0 0 0 0 0,-1 0 1 0 0,0 0-1 0 0,1 0 0 0 0,-6-2 1 0 0,-2-1-49 0 0,-1 0 0 0 0,-1 1 1 0 0,1 1-1 0 0,-1-1 0 0 0,1 2 0 0 0,-1 0 1 0 0,0 0-1 0 0,0 2 0 0 0,-15-1 0 0 0,17 1 1 0 0,0 1 0 0 0,0 0 0 0 0,0 1 0 0 0,0 0 0 0 0,0 1 0 0 0,0 0 0 0 0,1 0 0 0 0,-1 2-1 0 0,1-1 1 0 0,-1 1 0 0 0,-11 7 0 0 0,20-10 26 0 0,0 0 1 0 0,0 0-1 0 0,0 0 0 0 0,0 1 0 0 0,1-1 1 0 0,-1 1-1 0 0,0-1 0 0 0,1 1 0 0 0,-1 0 0 0 0,1 0 1 0 0,-1 0-1 0 0,1 0 0 0 0,0 0 0 0 0,0 0 1 0 0,0 0-1 0 0,0 0 0 0 0,-1 3 0 0 0,2-3 3 0 0,0 0 0 0 0,0-1-1 0 0,0 1 1 0 0,0 0-1 0 0,0-1 1 0 0,1 1-1 0 0,-1 0 1 0 0,0 0 0 0 0,1-1-1 0 0,-1 1 1 0 0,1 0-1 0 0,0-1 1 0 0,0 1-1 0 0,-1-1 1 0 0,1 1 0 0 0,0-1-1 0 0,3 3 1 0 0,0 1-10 0 0,0-1 0 0 0,1 0 0 0 0,-1 0 0 0 0,1-1 0 0 0,0 0 0 0 0,1 1 0 0 0,-1-1 1 0 0,0-1-1 0 0,1 1 0 0 0,0-1 0 0 0,9 2 0 0 0,125 17 67 0 0,-108-19-69 0 0,0 2 0 0 0,-1 1-1 0 0,0 1 1 0 0,59 21 0 0 0,-48-6-44 0 0,-32-15-27 0 0,0 0 1 0 0,1-1-1 0 0,0 0 0 0 0,0-1 0 0 0,18 4 0 0 0,-28-8-175 0 0,0 0 0 0 0,0 0 0 0 0,0 0 0 0 0,-1 0-1 0 0,1 0 1 0 0,0 0 0 0 0,0 0 0 0 0,0 0 0 0 0,-1-1-1 0 0,1 1 1 0 0,0 0 0 0 0,0-1 0 0 0,-1 1 0 0 0,1 0 0 0 0,0-1-1 0 0,0 1 1 0 0,-1-1 0 0 0,1 1 0 0 0,-1-1 0 0 0,1 0 0 0 0,0 1-1 0 0,-1-1 1 0 0,1 1 0 0 0,-1-1 0 0 0,1 0 0 0 0,-1 0 0 0 0,0 1-1 0 0,1-3 1 0 0,8-25-8997 0 0,-6 16 4761 0 0,0-1-1120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11:13:55.9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29 117 8250 0 0,'1'-35'8334'0'0,"-1"25"-6657"0"0,1 1 0 0 0,1-1 0 0 0,-1 0 0 0 0,1 1 0 0 0,1 0 0 0 0,6-16 0 0 0,5 93 2767 0 0,-7-24-4444 0 0,1-1 0 0 0,17 54 0 0 0,-18-77 0 0 0,1 1 0 0 0,1-1 0 0 0,1-1 0 0 0,0 0 0 0 0,2 0 0 0 0,21 27 0 0 0,-10-16-1293 0 0,22 28-4015 0 0,-42-55 5015 0 0,1 0 0 0 0,-1 0 0 0 0,0 0 0 0 0,1 0 0 0 0,-1 0-1 0 0,1-1 1 0 0,0 0 0 0 0,0 0 0 0 0,0 0 0 0 0,0 0 0 0 0,0-1 0 0 0,8 3-1 0 0,-16-14-6553 0 0,-17-8 5384 0 0,16 14 948 0 0,-16-13 654 0 0,-1 1 1 0 0,-42-23 0 0 0,-51-16 4287 0 0,78 38-2433 0 0,31 14-1993 0 0,-13-8 3252 0 0,20 10-3087 0 0,-1 0 1 0 0,1 0 0 0 0,0 0 0 0 0,0 1 0 0 0,0-1 0 0 0,0 0 0 0 0,0 1 0 0 0,0-1 0 0 0,1 1 0 0 0,-1-1 0 0 0,0 1 0 0 0,0-1 0 0 0,0 1 0 0 0,0 0 0 0 0,1 0-1 0 0,-1 0 1 0 0,1-1 0 0 0,34-8 917 0 0,1 1 0 0 0,40-3-1 0 0,-52 9-1003 0 0,-1 2-1 0 0,1 0 1 0 0,-1 2-1 0 0,1 0 0 0 0,-1 2 1 0 0,0 0-1 0 0,30 11 1 0 0,-28-7-75 0 0,1-1 0 0 0,0-1 0 0 0,0-1 0 0 0,33 1 0 0 0,-48-5 6 0 0,0-1 0 0 0,-1-1 0 0 0,1 0 0 0 0,-1 0 0 0 0,1-1 1 0 0,-1-1-1 0 0,0 0 0 0 0,0 0 0 0 0,0-1 0 0 0,0 0 0 0 0,-1-1 0 0 0,18-11 0 0 0,-24 14 2 0 0,0-1 0 0 0,0 0 1 0 0,-1-1-1 0 0,1 1 0 0 0,-1 0 0 0 0,0-1 1 0 0,0 0-1 0 0,0 0 0 0 0,-1 0 0 0 0,1 0 0 0 0,-1 0 1 0 0,0 0-1 0 0,0-1 0 0 0,0 1 0 0 0,-1-1 1 0 0,2-7-1 0 0,-2 5 12 0 0,0 0 0 0 0,-1 0 0 0 0,0 0-1 0 0,-1 0 1 0 0,1 1 0 0 0,-1-1 0 0 0,0 0 0 0 0,-1 0 0 0 0,0 1 0 0 0,-5-12-1 0 0,3 7-15 0 0,-1 1-1 0 0,-1 0 0 0 0,0 0 0 0 0,0 0 0 0 0,-1 1 1 0 0,0 0-1 0 0,0 0 0 0 0,-1 1 0 0 0,-1 0 1 0 0,1 1-1 0 0,-1-1 0 0 0,0 1 0 0 0,-19-9 0 0 0,25 14-15 0 0,1 1 1 0 0,-1 0-1 0 0,0 1 0 0 0,0-1 0 0 0,0 0 0 0 0,0 1 0 0 0,0-1 0 0 0,0 1 0 0 0,0 0 0 0 0,0 0 0 0 0,0 0 0 0 0,0 1 1 0 0,0-1-1 0 0,0 1 0 0 0,0 0 0 0 0,1-1 0 0 0,-1 1 0 0 0,0 0 0 0 0,0 1 0 0 0,1-1 0 0 0,-1 0 0 0 0,-4 4 0 0 0,6-4 11 0 0,-1 0-1 0 0,1 1 1 0 0,-1-1-1 0 0,1 1 1 0 0,0-1-1 0 0,-1 1 1 0 0,1-1-1 0 0,0 1 1 0 0,0 0-1 0 0,0-1 1 0 0,0 1-1 0 0,1 0 1 0 0,-1 0-1 0 0,0 0 1 0 0,1 0-1 0 0,-1 0 1 0 0,1 0-1 0 0,0 0 1 0 0,0 0-1 0 0,0 0 1 0 0,0 0-1 0 0,0 0 1 0 0,0 0-1 0 0,0 0 1 0 0,0 0-1 0 0,1 0 1 0 0,-1 0-1 0 0,1 0 1 0 0,0-1-1 0 0,-1 1 1 0 0,1 0-1 0 0,0 0 1 0 0,2 2-1 0 0,2 3 20 0 0,0-1-1 0 0,0 0 0 0 0,0 0 1 0 0,1 0-1 0 0,0-1 1 0 0,0 0-1 0 0,1 0 0 0 0,-1 0 1 0 0,1-1-1 0 0,0 0 0 0 0,1 0 1 0 0,-1-1-1 0 0,0 0 0 0 0,1 0 1 0 0,0-1-1 0 0,10 2 0 0 0,13 2 34 0 0,0-1 0 0 0,56 0-1 0 0,176-9-79 0 0,-222-2-98 0 0,-39 5 109 0 0,0 1 0 0 0,0 0 0 0 0,0-1 0 0 0,0 1 0 0 0,-1-1 0 0 0,1 0 0 0 0,0 0 0 0 0,0 1 0 0 0,-1-1 0 0 0,1 0 0 0 0,-1 0 0 0 0,1-1 0 0 0,-1 1 0 0 0,1 0 0 0 0,-1 0 0 0 0,1-1 0 0 0,-1 1 0 0 0,2-4 0 0 0,-3 5-119 0 0,0-1 0 0 0,0 1 0 0 0,1-1 0 0 0,-1 1 0 0 0,0-1 0 0 0,0 1 0 0 0,0-1 0 0 0,0 1 0 0 0,0-1 0 0 0,0 1 0 0 0,0-1 0 0 0,0 0 0 0 0,0 1 0 0 0,-1-1 0 0 0,1 1 0 0 0,0-1 0 0 0,0 1 0 0 0,0-1 0 0 0,-1 1 0 0 0,1-1 0 0 0,0 1 0 0 0,0-1 0 0 0,-1 1 0 0 0,1 0 0 0 0,0-1 0 0 0,-1 1 0 0 0,1-1 0 0 0,-1 1 0 0 0,1 0 0 0 0,0-1 0 0 0,-1 1 0 0 0,1 0 0 0 0,-1 0 0 0 0,1-1 0 0 0,-1 1 0 0 0,1 0 0 0 0,-1 0 0 0 0,1 0 0 0 0,-1-1 0 0 0,1 1 0 0 0,-1 0 0 0 0,0 0 0 0 0,1 0 0 0 0,-1 0 0 0 0,0 0 0 0 0,-1 0-1029 0 0,1 0 0 0 0,-1 0 0 0 0,0 0 0 0 0,1 0 0 0 0,-1 0 1 0 0,0 0-1 0 0,1 1 0 0 0,-1-1 0 0 0,1 1 0 0 0,-1-1 0 0 0,1 1 0 0 0,-1-1 0 0 0,1 1 1 0 0,-3 1-1 0 0,-2 4-4789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11:13:56.6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34 4257 0 0,'-5'-5'3353'0'0,"4"4"-2547"0"0,-1 0 1 0 0,1 0 0 0 0,0 0 0 0 0,-1-1 0 0 0,1 1 0 0 0,0-1 0 0 0,0 1 0 0 0,0-1 0 0 0,0 1 0 0 0,0-1 0 0 0,0 1 0 0 0,1-1 0 0 0,-1 0-1 0 0,0 1 1 0 0,1-1 0 0 0,-1-3 0 0 0,1 23 1513 0 0,2-1 1 0 0,3 21-1 0 0,4 1-2200 0 0,1-1 0 0 0,25 58-1 0 0,-32-88-261 0 0,1-1-1 0 0,0-1 0 0 0,0 1 1 0 0,6 7-1 0 0,9 1-1935 0 0,-19-15 1880 0 0,1 1 0 0 0,0-1 0 0 0,-1 0 0 0 0,1 0 0 0 0,0 0 0 0 0,0 0 0 0 0,-1 0 0 0 0,1 0 0 0 0,0 0 0 0 0,0 0 0 0 0,-1 0 0 0 0,1 0 0 0 0,0 0 1 0 0,0 0-1 0 0,-1-1 0 0 0,1 1 0 0 0,0 0 0 0 0,-1 0 0 0 0,1-1 0 0 0,0 1 0 0 0,-1 0 0 0 0,1-1 0 0 0,-1 1 0 0 0,1-1 0 0 0,0 1 0 0 0,0-2 0 0 0,-1 2-313 0 0,0-1 0 0 0,1 0-1 0 0,-1 1 1 0 0,0-1 0 0 0,0 0-1 0 0,0 1 1 0 0,0-1 0 0 0,0 0 0 0 0,0 0-1 0 0,0 1 1 0 0,0-1 0 0 0,0 0-1 0 0,0 1 1 0 0,0-1 0 0 0,0 0 0 0 0,0 0-1 0 0,-1 1 1 0 0,1-1 0 0 0,0 0 0 0 0,0 1-1 0 0,-1-1 1 0 0,0 0 0 0 0,0-3-1818 0 0,-2-2-2518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11:13:56.7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142 225 3257 0 0,'-33'-19'4124'0'0,"15"10"-1622"0"0,1-2 0 0 0,0 0 0 0 0,1 0 0 0 0,-18-17 0 0 0,34 27-2331 0 0,-1 1 1 0 0,1-1-1 0 0,-1 1 1 0 0,1-1-1 0 0,-1 0 0 0 0,1 1 1 0 0,-1-1-1 0 0,1 0 1 0 0,-1 1-1 0 0,1-1 1 0 0,0 0-1 0 0,-1 1 0 0 0,1-1 1 0 0,0 0-1 0 0,0 0 1 0 0,0 1-1 0 0,0-1 1 0 0,0 0-1 0 0,0 0 0 0 0,0 0 1 0 0,0 1-1 0 0,0-1 1 0 0,0 0-1 0 0,0 0 1 0 0,0 0-1 0 0,0 1 0 0 0,0-1 1 0 0,1-1-1 0 0,1 0 43 0 0,-1 0 0 0 0,0 0 0 0 0,1 0 0 0 0,-1 0 0 0 0,1 1 0 0 0,0-1 0 0 0,0 0 1 0 0,-1 1-1 0 0,5-3 0 0 0,6-3 209 0 0,0 1 0 0 0,22-8 1 0 0,-30 12-90 0 0,33-12 43 0 0,0 1 0 0 0,1 2 0 0 0,70-12 1 0 0,-88 21-1801 0 0,0 1 1 0 0,0 1 0 0 0,31 3-1 0 0,4 7-5267 0 0,1 10-3416 0 0,-40-13 6805 0 0,0-1-244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11:13:57.1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0 3305 0 0,'-11'37'8419'0'0,"6"-22"-5803"0"0,1 1-1 0 0,0 0 0 0 0,1 0 0 0 0,-1 26 1 0 0,4-38-2444 0 0,0 1 0 0 0,1 0 0 0 0,-1-1 0 0 0,1 1 1 0 0,0 0-1 0 0,0-1 0 0 0,1 1 0 0 0,-1-1 0 0 0,1 0 1 0 0,0 1-1 0 0,0-1 0 0 0,0 0 0 0 0,1 0 0 0 0,0 0 1 0 0,0 0-1 0 0,0-1 0 0 0,0 1 0 0 0,0-1 0 0 0,0 0 1 0 0,8 5-1 0 0,-5-4-127 0 0,0-1-1 0 0,0 0 1 0 0,0 0 0 0 0,1-1 0 0 0,-1 0-1 0 0,1 0 1 0 0,-1-1 0 0 0,1 1 0 0 0,0-1-1 0 0,0-1 1 0 0,-1 1 0 0 0,1-1 0 0 0,0 0 0 0 0,0-1-1 0 0,0 0 1 0 0,0 0 0 0 0,-1 0 0 0 0,1-1-1 0 0,-1 0 1 0 0,12-5 0 0 0,-12 5-28 0 0,-1 0 0 0 0,0-1 0 0 0,0 1 0 0 0,0-1 0 0 0,0 0 0 0 0,0-1 1 0 0,-1 1-1 0 0,1-1 0 0 0,-1 0 0 0 0,0 0 0 0 0,0 0 0 0 0,0-1 0 0 0,-1 1 0 0 0,0-1 0 0 0,0 0 0 0 0,0 0 0 0 0,0 0 0 0 0,-1 0 0 0 0,1 0 1 0 0,-2-1-1 0 0,1 1 0 0 0,0-1 0 0 0,-1 1 0 0 0,0-1 0 0 0,0-6 0 0 0,-1 9-18 0 0,0 1 1 0 0,0 0-1 0 0,-1 0 1 0 0,1-1-1 0 0,-1 1 1 0 0,1 0-1 0 0,-1 0 1 0 0,0 0-1 0 0,0 0 1 0 0,0 0-1 0 0,0 0 0 0 0,0 0 1 0 0,0 0-1 0 0,-1 0 1 0 0,1 0-1 0 0,0 1 1 0 0,-3-3-1 0 0,0 0-41 0 0,0 1-1 0 0,-1 0 0 0 0,1 1 0 0 0,-1-1 1 0 0,1 1-1 0 0,-1-1 0 0 0,-6-1 1 0 0,-6-1-360 0 0,0 1 1 0 0,0 1 0 0 0,-27-2 0 0 0,29 3-6 0 0,-39-1-971 0 0,51 3 1241 0 0,-1 0-1 0 0,0 1 1 0 0,0-1-1 0 0,1 1 1 0 0,-1-1-1 0 0,0 1 1 0 0,1 1-1 0 0,-1-1 1 0 0,0 0-1 0 0,1 1 1 0 0,-4 1 0 0 0,7-2 121 0 0,-1-1 0 0 0,0 1 0 0 0,1-1 0 0 0,-1 0 0 0 0,1 1 0 0 0,-1-1 0 0 0,1 1 0 0 0,-1-1 0 0 0,1 1 0 0 0,-1 0 0 0 0,1-1 0 0 0,0 1 1 0 0,-1-1-1 0 0,1 1 0 0 0,0 0 0 0 0,-1-1 0 0 0,1 1 0 0 0,0 0 0 0 0,0-1 0 0 0,0 1 0 0 0,-1 0 0 0 0,1 0 0 0 0,0-1 0 0 0,0 1 1 0 0,0 0-1 0 0,0-1 0 0 0,0 1 0 0 0,1 1 0 0 0,-1-1 7 0 0,1 1 0 0 0,0-1 0 0 0,0 1 0 0 0,0-1 0 0 0,0 1 0 0 0,0-1 0 0 0,0 0 0 0 0,0 1 0 0 0,0-1 0 0 0,0 0 0 0 0,3 2 0 0 0,2 1-2 0 0,0 0-1 0 0,1 0 1 0 0,-1 0-1 0 0,10 3 1 0 0,54 17-210 0 0,1-4 0 0 0,0-2 1 0 0,91 9-1 0 0,-140-26-4956 0 0,-14-1-4295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11:13:57.6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0 8682 0 0,'0'0'384'0'0,"-1"0"0"0"0,0 0 1 0 0,0 0-1 0 0,0 1 0 0 0,0-1 1 0 0,1 0-1 0 0,-1 0 0 0 0,0 1 1 0 0,0-1-1 0 0,1 0 0 0 0,-1 1 0 0 0,0-1 1 0 0,1 1-1 0 0,-1-1 0 0 0,0 1 1 0 0,1-1-1 0 0,-1 1 0 0 0,0-1 0 0 0,1 1 1 0 0,-1 0-1 0 0,1-1 0 0 0,-1 1 1 0 0,0 1-1 0 0,-5 23 4221 0 0,6-18-3891 0 0,0 0 0 0 0,0 0 1 0 0,1 1-1 0 0,3 12 1 0 0,0-5-500 0 0,1-1 0 0 0,1-1 0 0 0,0 1 0 0 0,1-1 0 0 0,9 14 0 0 0,-12-20-128 0 0,1-1 0 0 0,0 0 0 0 0,0 0 0 0 0,1 0 0 0 0,-1 0 0 0 0,1-1 0 0 0,0 0 1 0 0,1 0-1 0 0,-1-1 0 0 0,1 0 0 0 0,9 5 0 0 0,-13-8-84 0 0,-1 0 0 0 0,0-1 0 0 0,1 1-1 0 0,-1-1 1 0 0,1 0 0 0 0,-1 0 0 0 0,1 1 0 0 0,-1-2 0 0 0,1 1 0 0 0,-1 0 0 0 0,0 0 0 0 0,1-1 0 0 0,-1 1 0 0 0,1-1 0 0 0,-1 0 0 0 0,0 0-1 0 0,1 0 1 0 0,-1 0 0 0 0,0 0 0 0 0,0 0 0 0 0,0 0 0 0 0,0-1 0 0 0,0 1 0 0 0,0-1 0 0 0,0 0 0 0 0,-1 0 0 0 0,3-2 0 0 0,6-8 30 0 0,-1 1 0 0 0,-1-2 1 0 0,12-21-1 0 0,3-5 1 0 0,-6 22-12 0 0,-16 17-26 0 0,-1 1 1 0 0,1-1-1 0 0,-1 1 0 0 0,1-1 0 0 0,-1 1 0 0 0,1-1 0 0 0,-1 1 0 0 0,1 0 0 0 0,-1-1 1 0 0,1 1-1 0 0,-1 0 0 0 0,0-1 0 0 0,1 1 0 0 0,-1 0 0 0 0,0 0 0 0 0,0-1 0 0 0,0 1 1 0 0,1 0-1 0 0,-1 0 0 0 0,0 0 0 0 0,0-1 0 0 0,0 1 0 0 0,0 0 0 0 0,0 1 0 0 0,0 1-56 0 0,1 0 0 0 0,-1-1-1 0 0,1 1 1 0 0,0 0-1 0 0,0-1 1 0 0,0 1-1 0 0,1 0 1 0 0,-1-1 0 0 0,0 0-1 0 0,1 1 1 0 0,0-1-1 0 0,0 0 1 0 0,-1 0-1 0 0,1 0 1 0 0,1 0 0 0 0,-1 0-1 0 0,0 0 1 0 0,0 0-1 0 0,1-1 1 0 0,-1 1-1 0 0,1-1 1 0 0,-1 0-1 0 0,1 0 1 0 0,-1 0 0 0 0,1 0-1 0 0,3 1 1 0 0,3-1-98 0 0,0 1 0 0 0,-1-1 0 0 0,1-1 0 0 0,0 0 1 0 0,0 0-1 0 0,17-3 0 0 0,-22 3 159 0 0,0-1 1 0 0,0 1-1 0 0,1 0 1 0 0,-1 0 0 0 0,0 1-1 0 0,1-1 1 0 0,-1 1-1 0 0,0 0 1 0 0,0 0-1 0 0,0 0 1 0 0,0 1-1 0 0,0-1 1 0 0,0 1-1 0 0,0 0 1 0 0,0 0 0 0 0,5 5-1 0 0,-3-2-17 0 0,0 0 0 0 0,-1 0 0 0 0,0 1 0 0 0,0 0 0 0 0,0 0 0 0 0,-1 0 0 0 0,0 1 0 0 0,5 10 1 0 0,7 3-1281 0 0,-8-15-3512 0 0,-7-17-6392 0 0,-2 6 6063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11:13:57.8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 67 8906 0 0,'-15'-10'8880'0'0,"6"15"-2733"0"0,-3 3-4587 0 0,31-47-9631 0 0,-16 35 6568 0 0,1 1 0 0 0,-1 0 0 0 0,1 0 0 0 0,-1 0 0 0 0,1 0 0 0 0,0 1 0 0 0,5-3 0 0 0,1 1-2679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11:13:58.7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25 153 3193 0 0,'-2'4'1062'0'0,"0"0"1"0"0,-1 0 0 0 0,1 0 0 0 0,1 0 0 0 0,-1 0-1 0 0,1 1 1 0 0,-1-1 0 0 0,1 1 0 0 0,1-1 0 0 0,-1 1-1 0 0,1-1 1 0 0,-1 9 0 0 0,2-6-412 0 0,0 0 0 0 0,0 1-1 0 0,1-1 1 0 0,0 0 0 0 0,0 0 0 0 0,0-1 0 0 0,5 10 0 0 0,4 2-414 0 0,0 0 1 0 0,1 0-1 0 0,1-1 1 0 0,21 22 0 0 0,-34-39-240 0 0,7 8 17 0 0,1 0 0 0 0,-2 0 1 0 0,1 1-1 0 0,-1 0 0 0 0,7 13 0 0 0,-13-21-16 0 0,1 1 0 0 0,-1-1 0 0 0,1 1-1 0 0,-1-1 1 0 0,1 1 0 0 0,-1-1 0 0 0,0 1 0 0 0,0-1 0 0 0,0 1-1 0 0,0 0 1 0 0,0-1 0 0 0,0 1 0 0 0,0-1 0 0 0,0 1-1 0 0,0-1 1 0 0,-1 1 0 0 0,1-1 0 0 0,-2 3 0 0 0,1-2-28 0 0,-1 0 1 0 0,1-1-1 0 0,-1 1 1 0 0,1-1-1 0 0,-1 1 1 0 0,0-1-1 0 0,1 0 1 0 0,-1 0-1 0 0,0 0 1 0 0,0 0 0 0 0,0 0-1 0 0,0 0 1 0 0,0 0-1 0 0,0-1 1 0 0,0 1-1 0 0,0-1 1 0 0,-5 1-1 0 0,1 0-180 0 0,0 0-1 0 0,0-1 0 0 0,-1 1 1 0 0,1-2-1 0 0,-1 1 1 0 0,1 0-1 0 0,0-1 0 0 0,0-1 1 0 0,-1 1-1 0 0,1-1 1 0 0,0 0-1 0 0,-6-3 0 0 0,10 5 152 0 0,1-1 0 0 0,-1 0 0 0 0,0-1 0 0 0,0 1 0 0 0,1 0 0 0 0,-1 0 0 0 0,1-1 0 0 0,-1 1 0 0 0,1-1 0 0 0,-1 1 0 0 0,1-1 0 0 0,0 0 0 0 0,0 1 0 0 0,0-1 0 0 0,0 0 0 0 0,0 0 0 0 0,0 0 0 0 0,0 0 0 0 0,1 0 0 0 0,-1 0 0 0 0,1 0 0 0 0,-1 0 0 0 0,1 0 0 0 0,0 0 0 0 0,0 0 0 0 0,0 0 0 0 0,0 0 0 0 0,0 0 0 0 0,1 0 0 0 0,-1 0 0 0 0,0 0 0 0 0,1 0 0 0 0,-1 0 0 0 0,1 0 0 0 0,0 0 0 0 0,0 0 0 0 0,0 0 0 0 0,2-3 0 0 0,11-19-1146 0 0,1 1 1 0 0,1 0-1 0 0,27-29 1 0 0,21-30-825 0 0,-43 47 2416 0 0,10-14 4680 0 0,-31 49-4927 0 0,0 0 1 0 0,1 0-1 0 0,-1 0 1 0 0,0 0-1 0 0,0-1 1 0 0,0 1-1 0 0,0 0 1 0 0,1 0-1 0 0,-1 0 1 0 0,0 0-1 0 0,0 0 1 0 0,0-1-1 0 0,0 1 1 0 0,1 0-1 0 0,-1 0 1 0 0,0 0-1 0 0,0 0 1 0 0,0 0-1 0 0,1 0 1 0 0,-1 0-1 0 0,0 0 1 0 0,0 0-1 0 0,1 0 1 0 0,-1 0-1 0 0,0 0 1 0 0,0 0-1 0 0,0 0 1 0 0,1 0-1 0 0,-1 0 1 0 0,0 0-1 0 0,0 0 1 0 0,0 0-1 0 0,1 0 1 0 0,-1 0-1 0 0,0 0 1 0 0,0 1-1 0 0,0-1 0 0 0,1 0 1 0 0,-1 0-1 0 0,0 0 1 0 0,0 0-1 0 0,0 1 1 0 0,8 12 2219 0 0,5 23-1764 0 0,-12-30 111 0 0,13 52 535 0 0,7 22-683 0 0,-19-73-542 0 0,1-1 1 0 0,-1 0 0 0 0,1 0 0 0 0,0 0 0 0 0,1 0 0 0 0,0 0 0 0 0,-1-1-1 0 0,2 1 1 0 0,5 5 0 0 0,-6-8-53 0 0,-1 0 1 0 0,1 0-1 0 0,0-1 0 0 0,0 1 0 0 0,0-1 1 0 0,0 0-1 0 0,0 0 0 0 0,0 0 1 0 0,0-1-1 0 0,1 1 0 0 0,-1-1 0 0 0,1 0 1 0 0,-1-1-1 0 0,1 1 0 0 0,5 0 1 0 0,-7-2 13 0 0,0 1 1 0 0,0 0-1 0 0,0-1 1 0 0,0 1 0 0 0,0-1-1 0 0,0 0 1 0 0,0 0 0 0 0,0 0-1 0 0,-1-1 1 0 0,1 1 0 0 0,0-1-1 0 0,-1 1 1 0 0,1-1-1 0 0,-1 0 1 0 0,1 0 0 0 0,-1 0-1 0 0,0 0 1 0 0,0 0 0 0 0,0-1-1 0 0,0 1 1 0 0,-1 0 0 0 0,1-1-1 0 0,2-4 1 0 0,-2 3 0 0 0,0-1-1 0 0,0 1 1 0 0,0 0 0 0 0,1 1 0 0 0,0-1-1 0 0,-1 0 1 0 0,1 1 0 0 0,6-6-1 0 0,-8 13-50 0 0,1-1-1 0 0,-1 0 1 0 0,0 0-1 0 0,0 1 1 0 0,0-1-1 0 0,-1 0 1 0 0,1 1-1 0 0,-1 6 1 0 0,0-7-67 0 0,0 1 0 0 0,1 0 0 0 0,-1-1 0 0 0,1 1 0 0 0,-1-1 0 0 0,1 1 0 0 0,0-1 0 0 0,1 0 0 0 0,-1 1 0 0 0,1-1 0 0 0,-1 0 0 0 0,1 0 0 0 0,0 0 0 0 0,0 0 0 0 0,0 0 0 0 0,0 0 0 0 0,1-1 1 0 0,-1 1-1 0 0,1-1 0 0 0,3 3 0 0 0,-4-4 72 0 0,1 1 1 0 0,-1-1-1 0 0,0 0 0 0 0,0 0 1 0 0,1-1-1 0 0,-1 1 1 0 0,1 0-1 0 0,-1-1 1 0 0,1 1-1 0 0,-1-1 0 0 0,1 0 1 0 0,-1 0-1 0 0,1 0 1 0 0,-1 0-1 0 0,1 0 1 0 0,-1-1-1 0 0,1 1 0 0 0,-1-1 1 0 0,0 1-1 0 0,1-1 1 0 0,-1 0-1 0 0,1 0 1 0 0,-1 0-1 0 0,0 0 1 0 0,0-1-1 0 0,0 1 0 0 0,0-1 1 0 0,0 1-1 0 0,3-4 1 0 0,36-42 160 0 0,-36 40-54 0 0,0-1 0 0 0,1 1 0 0 0,0 0 0 0 0,1 1 0 0 0,-1-1 0 0 0,1 1 0 0 0,0 0 0 0 0,9-4 0 0 0,-16 10-24 0 0,1-1 0 0 0,0 1 0 0 0,-1 0 0 0 0,1 0 0 0 0,0-1 0 0 0,-1 1 0 0 0,1 0 0 0 0,0 0 0 0 0,0 0 0 0 0,-1 0 0 0 0,1 0 0 0 0,0 0 0 0 0,-1 0 0 0 0,1 0 0 0 0,0 0 0 0 0,0 0 0 0 0,-1 1 0 0 0,1-1 0 0 0,0 0 0 0 0,-1 0 0 0 0,1 1 0 0 0,0-1 0 0 0,-1 0 0 0 0,1 1 0 0 0,-1-1 0 0 0,1 1 0 0 0,0 0 0 0 0,16 20 132 0 0,-16-19-158 0 0,0 0 0 0 0,0 0 0 0 0,0 0 0 0 0,0 0 0 0 0,1-1 0 0 0,-1 1 0 0 0,1 0 0 0 0,-1-1 0 0 0,1 1 1 0 0,0-1-1 0 0,0 1 0 0 0,-1-1 0 0 0,1 0 0 0 0,0 1 0 0 0,0-1 0 0 0,4 1 0 0 0,0-2-34 0 0,0 0 0 0 0,0 0 0 0 0,0 0-1 0 0,0-1 1 0 0,0 0 0 0 0,0 0 0 0 0,0 0 0 0 0,0-1-1 0 0,0 0 1 0 0,-1 0 0 0 0,1 0 0 0 0,-1-1 0 0 0,1 0-1 0 0,-1 0 1 0 0,0-1 0 0 0,8-6 0 0 0,-12 10 58 0 0,0 0 1 0 0,-1 0 0 0 0,1-1 0 0 0,-1 1-1 0 0,1 0 1 0 0,0 0 0 0 0,0 0 0 0 0,-1 0-1 0 0,1 0 1 0 0,0 0 0 0 0,-1 0 0 0 0,1 0-1 0 0,0 0 1 0 0,-1 0 0 0 0,1 1 0 0 0,0-1-1 0 0,-1 0 1 0 0,1 0 0 0 0,-1 1-1 0 0,1-1 1 0 0,0 0 0 0 0,-1 1 0 0 0,1-1-1 0 0,-1 1 1 0 0,1-1 0 0 0,-1 0 0 0 0,1 1-1 0 0,-1-1 1 0 0,1 1 0 0 0,-1 0 0 0 0,0-1-1 0 0,1 1 1 0 0,-1-1 0 0 0,0 1 0 0 0,1-1-1 0 0,-1 1 1 0 0,0 0 0 0 0,0-1-1 0 0,1 1 1 0 0,-1 0 0 0 0,0 1 0 0 0,12 32 732 0 0,-11-30-728 0 0,1 4 90 0 0,13 37 148 0 0,-15-43-254 0 0,1 0-1 0 0,-1 0 1 0 0,1-1-1 0 0,0 1 1 0 0,0 0 0 0 0,0 0-1 0 0,0-1 1 0 0,0 1 0 0 0,1-1-1 0 0,-1 1 1 0 0,0-1-1 0 0,1 1 1 0 0,-1-1 0 0 0,1 0-1 0 0,-1 0 1 0 0,1 1 0 0 0,-1-1-1 0 0,4 1 1 0 0,-4-2-5 0 0,0 0 1 0 0,0-1 0 0 0,0 1-1 0 0,0 0 1 0 0,0-1-1 0 0,0 1 1 0 0,-1-1-1 0 0,1 1 1 0 0,0-1 0 0 0,0 1-1 0 0,0-1 1 0 0,-1 1-1 0 0,1-1 1 0 0,0 0-1 0 0,-1 0 1 0 0,1 1 0 0 0,-1-1-1 0 0,1 0 1 0 0,-1 0-1 0 0,1 0 1 0 0,-1 1-1 0 0,1-1 1 0 0,-1 0 0 0 0,0 0-1 0 0,0 0 1 0 0,1 0-1 0 0,-1 0 1 0 0,0 0 0 0 0,0 0-1 0 0,0-1 1 0 0,5-38 64 0 0,-4 34-47 0 0,6-180 602 0 0,-6 93-1759 0 0,4 0-4917 0 0,0 66-3102 0 0,-3 14 2954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11:16:48.9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1102 16636 0 0,'-53'-11'516'0'0,"104"35"-608"0"0,-30-19 73 0 0,1-2 0 0 0,-1 0 1 0 0,0-1-1 0 0,1-1 0 0 0,0-1 1 0 0,-1-1-1 0 0,1 0 0 0 0,-1-2 1 0 0,28-7-1 0 0,-7-1-2 0 0,-1-2 0 0 0,-1-1 0 0 0,66-34 0 0 0,11-19 358 0 0,127-96 0 0 0,2-2 984 0 0,28-13-791 0 0,82-48-657 0 0,-327 209-49 0 0,185-102-2898 0 0,-69 46-5001 0 0,-102 54 2878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11:16:50.1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92 321 12059 0 0,'-9'3'1473'0'0,"0"0"1"0"0,1 1 0 0 0,-1 0 0 0 0,1 0-1 0 0,0 1 1 0 0,0 0 0 0 0,1 0 0 0 0,-1 1 0 0 0,-9 10-1 0 0,17-16-1445 0 0,0 0 0 0 0,-1 0-1 0 0,1 0 1 0 0,0 1 0 0 0,0-1-1 0 0,0 0 1 0 0,0 0-1 0 0,0 0 1 0 0,0 0 0 0 0,0 0-1 0 0,0 0 1 0 0,0 0 0 0 0,0 0-1 0 0,0 0 1 0 0,0 1-1 0 0,0-1 1 0 0,0 0 0 0 0,0 0-1 0 0,0 0 1 0 0,0 0 0 0 0,0 0-1 0 0,0 0 1 0 0,0 0-1 0 0,0 1 1 0 0,0-1 0 0 0,0 0-1 0 0,0 0 1 0 0,0 0 0 0 0,0 0-1 0 0,0 0 1 0 0,1 0-1 0 0,-1 0 1 0 0,0 0 0 0 0,0 0-1 0 0,0 0 1 0 0,0 0 0 0 0,0 1-1 0 0,0-1 1 0 0,0 0-1 0 0,0 0 1 0 0,0 0 0 0 0,0 0-1 0 0,1 0 1 0 0,-1 0 0 0 0,0 0-1 0 0,0 0 1 0 0,0 0-1 0 0,0 0 1 0 0,0 0 0 0 0,0 0-1 0 0,0 0 1 0 0,0 0 0 0 0,1 0-1 0 0,-1 0 1 0 0,0 0-1 0 0,0 0 1 0 0,0 0 0 0 0,12 2 615 0 0,12-2-127 0 0,362-44 992 0 0,-3-27-1318 0 0,-301 55-122 0 0,563-128-40 0 0,-608 132-262 0 0,0-2-1 0 0,40-20 1 0 0,-15 4-4629 0 0,-39 18 1214 0 0,-21 11 2379 0 0,4-2-3298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11:16:50.4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29 320 9162 0 0,'-3'3'1030'0'0,"0"0"0"0"0,0 0 0 0 0,1 0 0 0 0,-1 0 0 0 0,1 1 0 0 0,-1-1 0 0 0,1 1 0 0 0,0 0 0 0 0,1-1-1 0 0,-3 9 1 0 0,3-11-883 0 0,1 0 0 0 0,0 0 0 0 0,0 0 0 0 0,0 0 0 0 0,0 0 0 0 0,0 0 0 0 0,0 0 0 0 0,0 0 0 0 0,1 0 0 0 0,-1 0 0 0 0,0 0 0 0 0,0 0 0 0 0,1 0 0 0 0,-1 0 0 0 0,1 0 0 0 0,-1 0-1 0 0,1 0 1 0 0,1 1 0 0 0,-1-1-39 0 0,1 1-1 0 0,-1-1 1 0 0,1 0-1 0 0,0 0 1 0 0,-1 0 0 0 0,1 0-1 0 0,0 0 1 0 0,0 0-1 0 0,0 0 1 0 0,0-1-1 0 0,0 1 1 0 0,3 0-1 0 0,14 2 271 0 0,-1-1 0 0 0,1 0 0 0 0,-1-2 0 0 0,1 0 0 0 0,34-5 0 0 0,95-26 487 0 0,-111 22-668 0 0,160-45 194 0 0,-10 2-338 0 0,111-42-482 0 0,-147 43-785 0 0,-13-1-3845 0 0,-48 11-6506 0 0,-59 25 4338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11:16:50.7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 0 12395 0 0,'-3'2'1084'0'0,"-2"2"540"0"0,0-1 1 0 0,-1 1 0 0 0,2 0 0 0 0,-1 1 0 0 0,0-1 0 0 0,-5 8 0 0 0,9-10-1514 0 0,0-1 0 0 0,1 1 1 0 0,-1-1-1 0 0,1 0 0 0 0,-1 1 1 0 0,1-1-1 0 0,-1 1 0 0 0,1 0 0 0 0,0-1 1 0 0,0 1-1 0 0,0-1 0 0 0,0 1 1 0 0,0-1-1 0 0,0 1 0 0 0,0 0 0 0 0,0-1 1 0 0,1 1-1 0 0,-1-1 0 0 0,1 1 1 0 0,-1-1-1 0 0,1 1 0 0 0,-1-1 0 0 0,1 0 1 0 0,0 1-1 0 0,0-1 0 0 0,0 0 1 0 0,-1 1-1 0 0,1-1 0 0 0,1 0 1 0 0,-1 0-1 0 0,1 1 0 0 0,6 6-6 0 0,1 0 0 0 0,0-1 0 0 0,0 0 0 0 0,1 0 0 0 0,-1-1 0 0 0,1-1 1 0 0,1 0-1 0 0,12 5 0 0 0,92 26 106 0 0,-79-26-136 0 0,129 27 221 0 0,-91-22 10 0 0,87 30 0 0 0,-139-37-168 0 0,-1 0 0 0 0,0 2 0 0 0,0 0-1 0 0,-1 2 1 0 0,0 0 0 0 0,-1 1 0 0 0,0 1 0 0 0,20 21 0 0 0,-34-30-102 0 0,0 0 0 0 0,0 1 0 0 0,-1-1 0 0 0,1 1 0 0 0,-2 0 1 0 0,1 0-1 0 0,-1 1 0 0 0,0-1 0 0 0,0 1 0 0 0,0 0 0 0 0,-1 0 0 0 0,0 0 0 0 0,1 10 1 0 0,-2-7-6 0 0,-1-1 0 0 0,0 1 0 0 0,0 0 0 0 0,-1-1 1 0 0,-1 1-1 0 0,1-1 0 0 0,-2 1 0 0 0,1-1 1 0 0,-5 9-1 0 0,-5 9-79 0 0,-1-1 0 0 0,-1-1 1 0 0,-2 0-1 0 0,0-1 1 0 0,-33 36-1 0 0,23-29-1323 0 0,-2-2 1 0 0,-1-1-1 0 0,-62 46 0 0 0,24-33-5635 0 0,-6-8-5560 0 0,38-20 6534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11:16:53.2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9 8274 0 0,'-1'0'324'0'0,"1"-1"0"0"0,-1 0 0 0 0,1 1 0 0 0,-1-1 1 0 0,1 1-1 0 0,-1-1 0 0 0,0 1 0 0 0,1-1 0 0 0,-1 1 0 0 0,0-1 0 0 0,0 1 1 0 0,1-1-1 0 0,-1 1 0 0 0,0 0 0 0 0,0-1 0 0 0,0 1 0 0 0,1 0 1 0 0,-1 0-1 0 0,0 0 0 0 0,0 0 0 0 0,0 0 0 0 0,0 0 0 0 0,0 0 1 0 0,-1 0-1 0 0,2 0-64 0 0,-1 1 0 0 0,0 0 1 0 0,0-1-1 0 0,1 1 0 0 0,-1-1 1 0 0,0 1-1 0 0,1 0 0 0 0,-1 0 0 0 0,0-1 1 0 0,1 1-1 0 0,-1 0 0 0 0,1 0 1 0 0,0 0-1 0 0,-1 0 0 0 0,1-1 1 0 0,0 1-1 0 0,-1 2 0 0 0,0 2 173 0 0,0 0 0 0 0,0 1-1 0 0,0-1 1 0 0,1 0-1 0 0,0 0 1 0 0,1 10 0 0 0,46 168 1767 0 0,-6-28-1688 0 0,-40-148-540 0 0,96 399 546 0 0,-75-335-1442 0 0,3-1 1 0 0,2-2-1 0 0,61 107 1 0 0,-86-170 328 0 0,0-1 1 0 0,1-1 0 0 0,0 1-1 0 0,0 0 1 0 0,0-1 0 0 0,1 1-1 0 0,6 5 1 0 0,-8-8-76 0 0,-1 0 0 0 0,1 0 0 0 0,0-1 0 0 0,-1 1-1 0 0,1 0 1 0 0,0-1 0 0 0,-1 1 0 0 0,1-1 0 0 0,0 1 0 0 0,0-1 0 0 0,-1 0 0 0 0,1 0-1 0 0,0 0 1 0 0,0 0 0 0 0,2 0 0 0 0,7-3-5213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11:16:53.8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1 844 12483 0 0,'3'-4'721'0'0,"-1"0"0"0"0,1 0 0 0 0,0 0 1 0 0,0 1-1 0 0,1-1 0 0 0,-1 1 0 0 0,1 0 1 0 0,-1 0-1 0 0,1 0 0 0 0,0 1 1 0 0,8-5-1 0 0,54-20 968 0 0,-47 20-1011 0 0,602-184 3675 0 0,15 51-3976 0 0,-503 113-246 0 0,509-97 467 0 0,-208 41-614 0 0,-401 77 8 0 0,931-164 390 0 0,-754 148-141 0 0,-166 20-151 0 0,0 2 0 0 0,77 9 0 0 0,-116-8-81 0 0,1 0 0 0 0,0 0 0 0 0,0 0-1 0 0,0 1 1 0 0,-1 0 0 0 0,1 0 0 0 0,-1 1 0 0 0,0-1 0 0 0,1 1 0 0 0,-1 0-1 0 0,-1 1 1 0 0,8 5 0 0 0,-9-6 1 0 0,-1 0-1 0 0,0-1 1 0 0,0 1 0 0 0,0 0 0 0 0,0 0-1 0 0,-1 0 1 0 0,1 0 0 0 0,-1 1 0 0 0,0-1-1 0 0,0 0 1 0 0,0 1 0 0 0,0-1 0 0 0,-1 0-1 0 0,1 1 1 0 0,-1-1 0 0 0,0 1-1 0 0,0-1 1 0 0,0 1 0 0 0,-1-1 0 0 0,1 1-1 0 0,-1-1 1 0 0,-1 5 0 0 0,-8 25 32 0 0,-2-1 1 0 0,-1 0-1 0 0,-2 0 1 0 0,-19 30-1 0 0,-30 68 33 0 0,47-82-60 0 0,3 1 0 0 0,1 1 0 0 0,3 0 0 0 0,-7 90 0 0 0,12 207-541 0 0,5-326 462 0 0,13 203-1430 0 0,-1 22 454 0 0,-12-196 979 0 0,-2 0 0 0 0,-17 93 0 0 0,16-130 29 0 0,0 0 0 0 0,-1-1 0 0 0,-1 1-1 0 0,0-1 1 0 0,0 1 0 0 0,-1-2 0 0 0,-1 1 0 0 0,0-1-1 0 0,-11 15 1 0 0,14-22-43 0 0,0 1-1 0 0,0-1 1 0 0,-1 0-1 0 0,0 0 1 0 0,0 0 0 0 0,0-1-1 0 0,0 1 1 0 0,0-1-1 0 0,0-1 1 0 0,-1 1 0 0 0,0-1-1 0 0,1 0 1 0 0,-1 0-1 0 0,0 0 1 0 0,0-1 0 0 0,0 0-1 0 0,0 0 1 0 0,0 0-1 0 0,0-1 1 0 0,-1 0 0 0 0,1 0-1 0 0,-7-2 1 0 0,-93-17-657 0 0,58 9 746 0 0,0 2 0 0 0,-1 2 1 0 0,-70 1-1 0 0,-338 51 28 0 0,288-25-19 0 0,24-1-36 0 0,0 6 1 0 0,2 6-1 0 0,2 7 0 0 0,-208 86 0 0 0,266-87-314 0 0,-26 11-1016 0 0,34-26-2980 0 0,72-22 3857 0 0,-21 3-3684 0 0,10-6-1388 0 0,7-1-411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11:16:54.1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 1 8842 0 0,'-10'1'2422'0'0,"3"0"-919"0"0,0-1-1 0 0,0 2 1 0 0,0-1-1 0 0,0 1 1 0 0,-12 5 0 0 0,17-6-1315 0 0,1 0 0 0 0,-1 0 0 0 0,0 0 0 0 0,1 1 0 0 0,-1-1 1 0 0,0 1-1 0 0,1-1 0 0 0,0 1 0 0 0,-1 0 0 0 0,1-1 1 0 0,0 1-1 0 0,0 0 0 0 0,0 0 0 0 0,0 0 0 0 0,0 0 0 0 0,0 0 1 0 0,0 0-1 0 0,1 0 0 0 0,-1 0 0 0 0,1 0 0 0 0,0 0 1 0 0,-1 0-1 0 0,1 3 0 0 0,1 16 226 0 0,0 1-1 0 0,2-1 1 0 0,0 0 0 0 0,1 0 0 0 0,9 25-1 0 0,-2-1-165 0 0,19 58-753 0 0,78 178 0 0 0,-87-230-1023 0 0,-19-43 1440 0 0,-1 2-4764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11:16:54.4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64 248 6777 0 0,'-6'-2'1152'0'0,"1"-1"-1"0"0,-1 0 1 0 0,1 0-1 0 0,0-1 1 0 0,0 1-1 0 0,0-1 1 0 0,1 0-1 0 0,0-1 1 0 0,-7-7-1 0 0,10 10-936 0 0,0 0 1 0 0,0 0-1 0 0,0 0 0 0 0,0 0 0 0 0,0 0 0 0 0,1 0 0 0 0,-1 0 0 0 0,1 0 0 0 0,0 0 0 0 0,0 0 0 0 0,-1 0 0 0 0,1 0 0 0 0,1-1 0 0 0,-1 1 0 0 0,0 0 1 0 0,0 0-1 0 0,1 0 0 0 0,-1 0 0 0 0,1 0 0 0 0,0 0 0 0 0,-1 0 0 0 0,1 0 0 0 0,0 0 0 0 0,0 1 0 0 0,0-1 0 0 0,0 0 0 0 0,1 0 0 0 0,-1 1 1 0 0,0-1-1 0 0,1 1 0 0 0,1-2 0 0 0,10-9 136 0 0,-1 1-1 0 0,1 1 1 0 0,1 0 0 0 0,-1 1 0 0 0,2 0 0 0 0,-1 1-1 0 0,1 1 1 0 0,30-11 0 0 0,-9 7-232 0 0,0 1 1 0 0,70-9-1 0 0,-69 15-89 0 0,-1 2 0 0 0,1 1 0 0 0,57 7 0 0 0,-73-4-20 0 0,0 2 0 0 0,0 0 0 0 0,0 2 0 0 0,0 0-1 0 0,-1 1 1 0 0,0 1 0 0 0,28 16 0 0 0,-44-22-9 0 0,0 0 1 0 0,0 1 0 0 0,0 0-1 0 0,0 0 1 0 0,0 0 0 0 0,-1 1-1 0 0,0-1 1 0 0,1 1-1 0 0,-1 0 1 0 0,0 0 0 0 0,-1 0-1 0 0,1 0 1 0 0,-1 0-1 0 0,0 1 1 0 0,0-1 0 0 0,0 1-1 0 0,0 0 1 0 0,-1-1 0 0 0,0 1-1 0 0,0 0 1 0 0,0 0-1 0 0,-1 0 1 0 0,1-1 0 0 0,-1 9-1 0 0,-2-4-51 0 0,1-1-1 0 0,-1 1 1 0 0,0-1 0 0 0,-1 1-1 0 0,0-1 1 0 0,0 0-1 0 0,-1 0 1 0 0,0-1-1 0 0,0 1 1 0 0,-1-1 0 0 0,0 0-1 0 0,-1 0 1 0 0,-6 7-1 0 0,-1 0-301 0 0,0-1 0 0 0,-1 0 0 0 0,-30 20 0 0 0,40-30 38 0 0,-1 0 0 0 0,0 0 0 0 0,1 0 1 0 0,-1-1-1 0 0,0 0 0 0 0,-1 0 0 0 0,1 0 1 0 0,0 0-1 0 0,-1-1 0 0 0,1 0 0 0 0,-1 0 1 0 0,1 0-1 0 0,-1-1 0 0 0,1 0 0 0 0,-1 0 1 0 0,1 0-1 0 0,-10-3 0 0 0,14 3 118 0 0,0 0 0 0 0,0-1 0 0 0,-1 1 0 0 0,1-1 0 0 0,0 1 0 0 0,0-1 0 0 0,0 0 0 0 0,0 0 0 0 0,0 1 0 0 0,0-1-1 0 0,0 0 1 0 0,0 0 0 0 0,0 0 0 0 0,0 0 0 0 0,0 0 0 0 0,0 0 0 0 0,1 0 0 0 0,-1 0 0 0 0,0-1 0 0 0,1 1 0 0 0,-1 0 0 0 0,1 0 0 0 0,-1-1 0 0 0,1 0 0 0 0,-1-1-555 0 0,1 1 0 0 0,0-1 1 0 0,0 1-1 0 0,0-1 1 0 0,0 1-1 0 0,1-1 1 0 0,-1 1-1 0 0,1-1 0 0 0,-1 1 1 0 0,1-1-1 0 0,0 1 1 0 0,1-3-1 0 0,4-6-3965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11:16:55.1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137 279 3433 0 0,'-9'0'3488'0'0,"0"0"0"0"0,0 1 0 0 0,-1 0 1 0 0,-17 5-1 0 0,26-5-3341 0 0,0 0-1 0 0,0 0 1 0 0,0 1 0 0 0,0-1 0 0 0,0 0 0 0 0,0 1 0 0 0,0-1-1 0 0,0 0 1 0 0,1 1 0 0 0,-1-1 0 0 0,0 1 0 0 0,1 0 0 0 0,-1-1 0 0 0,1 1-1 0 0,0-1 1 0 0,-1 1 0 0 0,1 0 0 0 0,0-1 0 0 0,0 1 0 0 0,0 0-1 0 0,0-1 1 0 0,1 1 0 0 0,-1 1 0 0 0,7 40 194 0 0,-7-43-325 0 0,24 91 1021 0 0,48 123-1 0 0,-70-209-975 0 0,-1-1-1 0 0,0 0 1 0 0,1 1 0 0 0,-2 0-1 0 0,1-1 1 0 0,-1 1-1 0 0,1-1 1 0 0,-2 8-1 0 0,1-11-51 0 0,0 0-1 0 0,0 0 0 0 0,0-1 0 0 0,0 1 0 0 0,0-1 1 0 0,0 1-1 0 0,-1 0 0 0 0,1-1 0 0 0,0 1 1 0 0,-1 0-1 0 0,1-1 0 0 0,0 1 0 0 0,-1-1 1 0 0,1 1-1 0 0,0-1 0 0 0,-1 1 0 0 0,1-1 1 0 0,-1 1-1 0 0,1-1 0 0 0,-1 1 0 0 0,1-1 0 0 0,-1 0 1 0 0,0 1-1 0 0,0 0 0 0 0,-1-1-5 0 0,1 0 0 0 0,0 0 0 0 0,-1 0 0 0 0,1-1 0 0 0,0 1 0 0 0,-1 0 0 0 0,1 0 0 0 0,0-1 0 0 0,-1 1 0 0 0,1-1 0 0 0,0 1 0 0 0,-1-1 0 0 0,1 0 0 0 0,0 1 0 0 0,0-1 0 0 0,0 0 0 0 0,-2-1 0 0 0,-3-4-79 0 0,-1 1 1 0 0,1-1 0 0 0,1-1 0 0 0,-1 1 0 0 0,1-1 0 0 0,0 0 0 0 0,0 0 0 0 0,1 0 0 0 0,0-1 0 0 0,1 1 0 0 0,-6-17 0 0 0,-1-9 8 0 0,-9-57 1 0 0,9 40 177 0 0,-19-113 158 0 0,27 143-149 0 0,1 0 0 0 0,0 1-1 0 0,2-1 1 0 0,0 0 0 0 0,1 1 0 0 0,7-28 0 0 0,-7 40-45 0 0,0 0-1 0 0,1 0 1 0 0,0 1 0 0 0,0-1-1 0 0,1 0 1 0 0,-1 1 0 0 0,2 0-1 0 0,-1 0 1 0 0,0 0 0 0 0,1 1-1 0 0,0-1 1 0 0,1 1 0 0 0,-1 0 0 0 0,1 1-1 0 0,0-1 1 0 0,0 1 0 0 0,0 0-1 0 0,1 1 1 0 0,-1-1 0 0 0,1 1-1 0 0,0 1 1 0 0,0-1 0 0 0,0 1-1 0 0,0 0 1 0 0,0 1 0 0 0,1 0-1 0 0,7-1 1 0 0,10 1-58 0 0,-1 0-1 0 0,0 2 1 0 0,0 1-1 0 0,1 1 1 0 0,-1 1 0 0 0,45 13-1 0 0,-52-12-47 0 0,66 22 60 0 0,-74-24-48 0 0,-1 1 0 0 0,1 0 1 0 0,-1 1-1 0 0,0 0 0 0 0,0 0 0 0 0,14 13 1 0 0,-21-17 7 0 0,0 0 0 0 0,0 0 1 0 0,0 0-1 0 0,0 0 0 0 0,-1 0 0 0 0,1 0 1 0 0,0 0-1 0 0,0 0 0 0 0,-1 0 0 0 0,1 1 1 0 0,-1-1-1 0 0,1 0 0 0 0,-1 0 0 0 0,0 1 1 0 0,1-1-1 0 0,-1 0 0 0 0,0 1 1 0 0,0-1-1 0 0,0 0 0 0 0,0 1 0 0 0,0-1 1 0 0,0 0-1 0 0,0 1 0 0 0,0-1 0 0 0,-1 2 1 0 0,0-1 2 0 0,-1 1 0 0 0,1 0 0 0 0,0-1 0 0 0,-1 0 0 0 0,0 1 0 0 0,0-1 0 0 0,0 0 0 0 0,0 0 0 0 0,0 0 0 0 0,0 0 0 0 0,-3 2 0 0 0,-7 4 13 0 0,0 0 0 0 0,-1-1 0 0 0,-19 8 0 0 0,31-15-5 0 0,-126 45 166 0 0,86-33-48 0 0,-72 32-1 0 0,110-42-112 0 0,0-1-1 0 0,0 1 0 0 0,1 0 0 0 0,-1 0 1 0 0,0 0-1 0 0,0 0 0 0 0,1 0 0 0 0,0 1 0 0 0,-4 3 1 0 0,6-5 1 0 0,0 0-1 0 0,-1-1 1 0 0,1 1 0 0 0,0 0 0 0 0,-1-1 0 0 0,1 1 0 0 0,0 0 0 0 0,0 0 0 0 0,0-1 0 0 0,0 1 0 0 0,0 0-1 0 0,0 0 1 0 0,0-1 0 0 0,0 1 0 0 0,0 0 0 0 0,0 0 0 0 0,0-1 0 0 0,0 1 0 0 0,1 0 0 0 0,-1-1-1 0 0,0 1 1 0 0,0 0 0 0 0,1-1 0 0 0,-1 1 0 0 0,0 0 0 0 0,1-1 0 0 0,-1 1 0 0 0,1 0 0 0 0,-1-1 0 0 0,1 1-1 0 0,-1-1 1 0 0,1 1 0 0 0,0-1 0 0 0,-1 1 0 0 0,1-1 0 0 0,-1 0 0 0 0,1 1 0 0 0,0-1 0 0 0,-1 0-1 0 0,1 1 1 0 0,0-1 0 0 0,0 0 0 0 0,-1 0 0 0 0,1 0 0 0 0,1 1 0 0 0,17 4 56 0 0,0-1 0 0 0,0-1-1 0 0,0 0 1 0 0,0-2 0 0 0,1 0 0 0 0,-1-1 0 0 0,32-4 0 0 0,1 1 67 0 0,218-25 243 0 0,-191 16-277 0 0,1 3 1 0 0,102 2 0 0 0,-171 7-64 0 0,0 1 0 0 0,0 1 0 0 0,0-1 0 0 0,-1 2 1 0 0,12 3-1 0 0,9 11-2284 0 0,-27-14 855 0 0,0 0 1 0 0,-1 1-1 0 0,1-1 1 0 0,-1 1-1 0 0,5 7 1 0 0,4 8-9724 0 0,-5-10 3840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11:16:57.6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88 683 5745 0 0,'-87'3'12564'0'0,"123"-19"-8388"0"0,-18 7-3204 0 0,143-49 4890 0 0,-29 12-5171 0 0,127-58-426 0 0,118-44-31 0 0,6 37-312 0 0,9 30 22 0 0,-344 72 98 0 0,536-88-2080 0 0,-574 95 1463 0 0,39-3-1364 0 0,-46 5 1302 0 0,0 0-1 0 0,-1 0 1 0 0,1 0-1 0 0,-1 1 1 0 0,1-1 0 0 0,-1 1-1 0 0,1-1 1 0 0,0 1-1 0 0,-1 0 1 0 0,0 0-1 0 0,1 0 1 0 0,-1 0-1 0 0,0 0 1 0 0,5 3-1 0 0,-7-3 282 0 0,1-1-1 0 0,-1 0 0 0 0,0 1 0 0 0,1-1 0 0 0,-1 0 1 0 0,0 1-1 0 0,1-1 0 0 0,-1 1 0 0 0,0-1 0 0 0,0 1 0 0 0,1-1 1 0 0,-1 1-1 0 0,0-1 0 0 0,0 1 0 0 0,0-1 0 0 0,0 1 0 0 0,0-1 1 0 0,0 1-1 0 0,1-1 0 0 0,-1 1 0 0 0,0-1 0 0 0,-1 2 0 0 0,0 5-5427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11:16:58.1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 32 4857 0 0,'-18'-5'11779'0'0,"-1"-6"-6653"0"0,-2-1-2220 0 0,8 8 1177 0 0,23 11-2837 0 0,23 9-786 0 0,122 32 493 0 0,-58-19-766 0 0,148 64 0 0 0,320 178 665 0 0,-495-237-904 0 0,152 66 147 0 0,-22-37-77 0 0,3-7 0 0 0,211 27-1 0 0,-412-82-34 0 0,8 1-101 0 0,0-1 1 0 0,1 0-1 0 0,-1 0 0 0 0,0-1 0 0 0,14-1 0 0 0,-23 1 79 0 0,-1 0 1 0 0,0 0-1 0 0,0 0 0 0 0,0 0 0 0 0,1 0 0 0 0,-1 0 0 0 0,0 0 1 0 0,0 0-1 0 0,0 0 0 0 0,0 0 0 0 0,1 0 0 0 0,-1-1 1 0 0,0 1-1 0 0,0 0 0 0 0,0 0 0 0 0,0 0 0 0 0,1 0 0 0 0,-1 0 1 0 0,0 0-1 0 0,0 0 0 0 0,0-1 0 0 0,0 1 0 0 0,0 0 1 0 0,0 0-1 0 0,0 0 0 0 0,0 0 0 0 0,1-1 0 0 0,-1 1 0 0 0,0 0 1 0 0,0 0-1 0 0,0 0 0 0 0,0 0 0 0 0,0-1 0 0 0,0 1 1 0 0,0 0-1 0 0,0 0 0 0 0,0 0 0 0 0,0-1 0 0 0,0 1 0 0 0,0 0 1 0 0,0 0-1 0 0,0-1 0 0 0,-7-8-1464 0 0,-9-6-1370 0 0,-1 3-1907 0 0,-2 0 1 0 0,0 1-1 0 0,-21-9 0 0 0,17 9-472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11:16:58.5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10402 0 0,'17'18'7426'0'0,"24"5"-3988"0"0,-22-13-2080 0 0,328 223 5217 0 0,-191-122-5509 0 0,115 54-277 0 0,-110-71-642 0 0,209 119-313 0 0,-38-22 451 0 0,-309-177-511 0 0,65 42 413 0 0,-79-49-1133 0 0,0 0 0 0 0,0 1 0 0 0,12 15 0 0 0,-15-10-3300 0 0,-5-9 82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11:16:59.5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260 108 11234 0 0,'-5'-7'2387'0'0,"0"-1"0"0"0,-1 0 0 0 0,-13-12-1 0 0,17 19-2005 0 0,1-1-1 0 0,-1 1 1 0 0,1 0 0 0 0,-1 0-1 0 0,0 0 1 0 0,1 0-1 0 0,-1 0 1 0 0,0 0-1 0 0,0 0 1 0 0,0 1-1 0 0,-3-2 1 0 0,5 2-260 0 0,-1 0-1 0 0,0 0 1 0 0,0 0 0 0 0,0 0-1 0 0,1 1 1 0 0,-1-1 0 0 0,0 0-1 0 0,0 0 1 0 0,1 1 0 0 0,-1-1-1 0 0,0 0 1 0 0,1 1 0 0 0,-1-1-1 0 0,0 0 1 0 0,1 1 0 0 0,-1-1-1 0 0,1 1 1 0 0,-1-1 0 0 0,1 1-1 0 0,-1-1 1 0 0,1 1 0 0 0,-1 0-1 0 0,1-1 1 0 0,-1 1 0 0 0,1 0-1 0 0,-1-1 1 0 0,1 1 0 0 0,0 0-1 0 0,0-1 1 0 0,-1 2 0 0 0,0 5 118 0 0,-1 0 1 0 0,1 0-1 0 0,1 0 0 0 0,0 0 1 0 0,0 1-1 0 0,0-1 0 0 0,1 0 1 0 0,1 7-1 0 0,0 27-9 0 0,-8 41-582 0 0,-4 1-1 0 0,-4-2 1 0 0,-3 0-1 0 0,-46 131 0 0 0,61-207 126 0 0,0 1-1 0 0,0-2 0 0 0,0 1 0 0 0,-1 0 0 0 0,0 0 0 0 0,0-1 0 0 0,0 0 1 0 0,-5 6-1 0 0,7-10 126 0 0,1 1-1 0 0,-1-1 1 0 0,1 1 0 0 0,-1-1-1 0 0,1 1 1 0 0,-1-1 0 0 0,0 1 0 0 0,1-1-1 0 0,-1 0 1 0 0,0 0 0 0 0,1 1 0 0 0,-1-1-1 0 0,0 0 1 0 0,1 0 0 0 0,-1 0 0 0 0,0 0-1 0 0,1 0 1 0 0,-1 0 0 0 0,0 0 0 0 0,0 0-1 0 0,1 0 1 0 0,-1 0 0 0 0,0 0 0 0 0,1 0-1 0 0,-2-1 1 0 0,0 0-90 0 0,1 0-1 0 0,0 0 1 0 0,-1 0 0 0 0,1 0-1 0 0,0-1 1 0 0,0 1 0 0 0,0-1-1 0 0,0 1 1 0 0,0-1 0 0 0,0 1-1 0 0,1-1 1 0 0,-1 1-1 0 0,0-1 1 0 0,1 0 0 0 0,-1-2-1 0 0,-3-9-679 0 0,2 0-1 0 0,-1 1 0 0 0,2-1 1 0 0,0 0-1 0 0,0 0 0 0 0,3-21 1 0 0,15-82-1992 0 0,-7 60 2505 0 0,0-35 3642 0 0,-1-137-1 0 0,-10 218-2816 0 0,2-1 0 0 0,-1 1 0 0 0,1 0 0 0 0,1-1 0 0 0,0 1 0 0 0,0 0 0 0 0,1 0-1 0 0,4-10 1 0 0,-7 19-427 0 0,1 1 0 0 0,-1 0 0 0 0,0-1 0 0 0,1 1 0 0 0,-1 0 0 0 0,1-1 0 0 0,-1 1 0 0 0,0 0-1 0 0,1 0 1 0 0,-1 0 0 0 0,1-1 0 0 0,-1 1 0 0 0,1 0 0 0 0,-1 0 0 0 0,1 0 0 0 0,-1 0 0 0 0,0 0-1 0 0,1 0 1 0 0,-1 0 0 0 0,1 0 0 0 0,-1 0 0 0 0,1 0 0 0 0,-1 0 0 0 0,1 0 0 0 0,-1 0 0 0 0,1 0 0 0 0,-1 0-1 0 0,1 0 1 0 0,-1 1 0 0 0,1-1 0 0 0,-1 0 0 0 0,0 0 0 0 0,1 0 0 0 0,-1 1 0 0 0,1-1 0 0 0,-1 0 0 0 0,0 1-1 0 0,1-1 1 0 0,-1 0 0 0 0,0 1 0 0 0,1-1 0 0 0,-1 0 0 0 0,0 1 0 0 0,0-1 0 0 0,1 1 0 0 0,-1 0-1 0 0,20 24 916 0 0,-16-20-654 0 0,97 111 1595 0 0,-85-101-1828 0 0,-1-1 1 0 0,2-1-1 0 0,0 0 0 0 0,0-1 1 0 0,26 12-1 0 0,-26-16 52 0 0,1-1-1 0 0,-1 0 1 0 0,1-1-1 0 0,0-2 0 0 0,29 5 1 0 0,-24-6-1122 0 0,-1-2-1 0 0,1 0 1 0 0,-1-2 0 0 0,1-1-1 0 0,-1 0 1 0 0,0-2 0 0 0,29-8-1 0 0,-23 4-392 0 0,0-2 0 0 0,-1-1 0 0 0,0-2 0 0 0,-1 0 0 0 0,31-21 0 0 0,-32 16 1426 0 0,0 0-1 0 0,33-34 1 0 0,-52 45 655 0 0,1 0-1 0 0,-1-1 1 0 0,-1 1-1 0 0,9-16 1 0 0,-12 19-290 0 0,0 1-1 0 0,0-1 1 0 0,-1 0 0 0 0,1 0 0 0 0,-1 0 0 0 0,0 0-1 0 0,0 0 1 0 0,-1 0 0 0 0,1 0 0 0 0,-1 0 0 0 0,0 0-1 0 0,0 0 1 0 0,-1-7 0 0 0,1 11-335 0 0,0-1 1 0 0,0 1-1 0 0,0-1 0 0 0,0 1 1 0 0,0-1-1 0 0,0 0 1 0 0,-1 1-1 0 0,1-1 0 0 0,0 1 1 0 0,0-1-1 0 0,0 1 0 0 0,-1-1 1 0 0,1 1-1 0 0,0-1 0 0 0,-1 1 1 0 0,1 0-1 0 0,0-1 1 0 0,-1 1-1 0 0,1-1 0 0 0,0 1 1 0 0,-1 0-1 0 0,1-1 0 0 0,-1 1 1 0 0,1 0-1 0 0,-1-1 0 0 0,1 1 1 0 0,-1 0-1 0 0,1 0 0 0 0,-1 0 1 0 0,1-1-1 0 0,-1 1 1 0 0,1 0-1 0 0,-1 0 0 0 0,1 0 1 0 0,-1 0-1 0 0,0 0 0 0 0,-1 1 35 0 0,0-1 0 0 0,1 1 0 0 0,-1 0 0 0 0,0 0 0 0 0,1-1-1 0 0,-1 1 1 0 0,1 0 0 0 0,-1 1 0 0 0,1-1 0 0 0,0 0 0 0 0,-2 2-1 0 0,-28 36 969 0 0,-131 258-945 0 0,116-218-5269 0 0,28-55-26 0 0,-1-2-3773 0 0,12-15 3550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11:16:59.7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18 6913 0 0,'2'-1'622'0'0,"-1"-1"-1"0"0,1 0 1 0 0,0 1-1 0 0,0-1 1 0 0,0 1-1 0 0,0 0 1 0 0,0 0-1 0 0,0 0 1 0 0,0 0-1 0 0,1 0 1 0 0,-1 0-1 0 0,0 0 1 0 0,1 1-1 0 0,-1-1 1 0 0,0 1-1 0 0,1 0 1 0 0,3 0-1 0 0,-3 1-372 0 0,-1 0 0 0 0,1 0 0 0 0,-1 0 0 0 0,0 1 0 0 0,1-1-1 0 0,-1 1 1 0 0,0 0 0 0 0,0 0 0 0 0,0 0 0 0 0,-1 0 0 0 0,1 0 0 0 0,0 0-1 0 0,-1 0 1 0 0,1 1 0 0 0,1 3 0 0 0,10 20 454 0 0,0 0 0 0 0,-2 1 0 0 0,-1 0 0 0 0,-2 1 0 0 0,10 48 0 0 0,3 10-77 0 0,-2-16-1163 0 0,3 0 1 0 0,61 129-1 0 0,-75-186-1207 0 0,1 0 0 0 0,0-1 1 0 0,1 0-1 0 0,12 11 0 0 0,3 5-6963 0 0,-16-18 3001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11:17:00.6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5 12259 0 0,'0'-1'206'0'0,"0"1"1"0"0,0 0 0 0 0,0-1-1 0 0,0 1 1 0 0,-1 0 0 0 0,1 0-1 0 0,0 0 1 0 0,0-1 0 0 0,0 1-1 0 0,-1 0 1 0 0,1 0 0 0 0,0 0-1 0 0,0-1 1 0 0,-1 1 0 0 0,1 0-1 0 0,0 0 1 0 0,0 0 0 0 0,-1 0-1 0 0,1 0 1 0 0,0 0 0 0 0,-1-1-1 0 0,1 1 1 0 0,0 0 0 0 0,0 0-1 0 0,-1 0 1 0 0,1 0 0 0 0,0 0-1 0 0,-1 0 1 0 0,1 0 0 0 0,0 0 0 0 0,-1 1-1 0 0,1-1 1 0 0,0 0 0 0 0,0 0-1 0 0,-1 0 1 0 0,1 0 0 0 0,0 0-1 0 0,-1 0 1 0 0,1 0 0 0 0,0 1-1 0 0,0-1 1 0 0,-1 0 0 0 0,1 0-1 0 0,0 1 1 0 0,-5 17 3311 0 0,6 33-3000 0 0,-1-44 133 0 0,5 122 646 0 0,15 270 2028 0 0,-20-390-3270 0 0,10 66 992 0 0,-9-71-994 0 0,0 0 0 0 0,0 1 1 0 0,0-1-1 0 0,0 0 0 0 0,1 0 0 0 0,0-1 0 0 0,0 1 0 0 0,0 0 0 0 0,0 0 0 0 0,1-1 1 0 0,-1 0-1 0 0,1 1 0 0 0,0-1 0 0 0,5 5 0 0 0,-5-7-53 0 0,0 0 0 0 0,0 0 0 0 0,0 0 0 0 0,0 0 0 0 0,0 0 0 0 0,0-1 0 0 0,0 1 0 0 0,0-1 0 0 0,1 0 0 0 0,-1 0 0 0 0,0 0 0 0 0,0 0 0 0 0,0-1 0 0 0,0 1 0 0 0,0-1 0 0 0,0 0 0 0 0,5-1 0 0 0,51-23 0 0 0,-55 23 0 0 0,214-117 0 0 0,-37 20 0 0 0,-162 89-1156 0 0,0 0 0 0 0,-1-1 0 0 0,-1-1 0 0 0,0-1 0 0 0,22-21 1 0 0,-32 27 548 0 0,-1-1 0 0 0,1 0 1 0 0,-1 0-1 0 0,-1-1 1 0 0,0 1-1 0 0,0-1 1 0 0,-1 0-1 0 0,0-1 0 0 0,0 1 1 0 0,-1-1-1 0 0,0 1 1 0 0,-1-1-1 0 0,2-15 1 0 0,-1-41-11102 0 0,-4 42 7236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11:17:00.8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199 121 7930 0 0,'-63'19'6680'0'0,"47"-14"-5428"0"0,0 1 0 0 0,0 1 0 0 0,1 0 0 0 0,0 1 0 0 0,0 1 0 0 0,-24 18 0 0 0,39-27-1220 0 0,-1 0-1 0 0,1 0 1 0 0,0 0-1 0 0,0 0 1 0 0,0 1-1 0 0,0-1 1 0 0,0 0-1 0 0,-1 0 1 0 0,1 0-1 0 0,0 0 1 0 0,0 0-1 0 0,0 0 1 0 0,0 0-1 0 0,0 0 1 0 0,0 0-1 0 0,0 0 1 0 0,-1 0-1 0 0,1 1 1 0 0,0-1-1 0 0,0 0 1 0 0,0 0-1 0 0,0 0 1 0 0,0 0-1 0 0,0 0 1 0 0,0 0-1 0 0,0 1 1 0 0,0-1-1 0 0,0 0 1 0 0,0 0-1 0 0,0 0 1 0 0,0 0-1 0 0,0 0 1 0 0,0 1-1 0 0,0-1 1 0 0,0 0-1 0 0,0 0 1 0 0,0 0-1 0 0,0 0 0 0 0,0 0 1 0 0,0 1-1 0 0,0-1 1 0 0,0 0-1 0 0,0 0 1 0 0,0 0-1 0 0,0 0 1 0 0,0 0-1 0 0,0 0 1 0 0,0 1-1 0 0,0-1 1 0 0,0 0-1 0 0,1 0 1 0 0,-1 0-1 0 0,0 0 1 0 0,0 0-1 0 0,0 0 1 0 0,0 0-1 0 0,0 0 1 0 0,0 1-1 0 0,0-1 1 0 0,1 0-1 0 0,-1 0 1 0 0,0 0-1 0 0,0 0 1 0 0,0 0-1 0 0,0 0 1 0 0,17 0 816 0 0,17-5-367 0 0,155-70 52 0 0,-123 46-1580 0 0,80-24 0 0 0,-131 48 501 0 0,109-27-5770 0 0,-41 17-5120 0 0,-64 13 6425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11:17:01.0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6 273 13403 0 0,'-1'0'191'0'0,"1"0"1"0"0,-1 1-1 0 0,1-1 0 0 0,0 1 1 0 0,-1-1-1 0 0,1 0 0 0 0,0 1 1 0 0,-1-1-1 0 0,1 1 0 0 0,0-1 1 0 0,0 1-1 0 0,-1-1 0 0 0,1 1 1 0 0,0-1-1 0 0,0 1 0 0 0,0 0 1 0 0,0-1-1 0 0,0 1 0 0 0,0-1 1 0 0,0 1-1 0 0,0-1 0 0 0,0 1 1 0 0,0-1-1 0 0,0 1 0 0 0,0 0 1 0 0,0-1-1 0 0,0 1 0 0 0,0-1 1 0 0,0 1-1 0 0,1-1 1 0 0,-1 1-1 0 0,0-1 0 0 0,1 2 1 0 0,0-2 8 0 0,1 1 0 0 0,-1-1 1 0 0,0 0-1 0 0,0 1 0 0 0,1-1 1 0 0,-1 0-1 0 0,0 0 0 0 0,0 0 1 0 0,1 0-1 0 0,-1 0 1 0 0,0 0-1 0 0,1 0 0 0 0,1 0 1 0 0,43-12 1709 0 0,29-21-878 0 0,-1-2-1 0 0,117-76 1 0 0,-68 36-2811 0 0,-115 71 379 0 0,0 0 0 0 0,0 0 0 0 0,1 0 0 0 0,17-4 0 0 0,-20 7-631 0 0,-1 0 0 0 0,0 1 1 0 0,1-1-1 0 0,-1 1 1 0 0,11 1-1 0 0,-4 1-3157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11:17:0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705 203 11002 0 0,'19'4'8087'0'0,"-6"-2"-5506"0"0,-12-3-2549 0 0,0 0 0 0 0,-1 0 0 0 0,1 1-1 0 0,0-1 1 0 0,-1 0 0 0 0,1 0 0 0 0,-1 0 0 0 0,1 1-1 0 0,-1-1 1 0 0,0 0 0 0 0,1 0 0 0 0,-1 0-1 0 0,0 0 1 0 0,0 0 0 0 0,1 0 0 0 0,-1 0 0 0 0,0 0-1 0 0,0-2 1 0 0,1-4 75 0 0,0-1 1 0 0,-1 0-1 0 0,0 0 1 0 0,0 1-1 0 0,-1-1 0 0 0,-2-13 1 0 0,2 19-205 0 0,1 0 0 0 0,-1 0 0 0 0,1 0 1 0 0,-1 0-1 0 0,0 1 0 0 0,1-1 0 0 0,-1 0 0 0 0,0 0 1 0 0,0 0-1 0 0,-1 1 0 0 0,1-1 0 0 0,0 0 1 0 0,0 1-1 0 0,-1 0 0 0 0,1-1 0 0 0,-1 1 0 0 0,1 0 1 0 0,-1-1-1 0 0,0 1 0 0 0,1 0 0 0 0,-1 0 1 0 0,0 0-1 0 0,0 1 0 0 0,0-1 0 0 0,0 0 1 0 0,0 1-1 0 0,0-1 0 0 0,0 1 0 0 0,0-1 0 0 0,-3 1 1 0 0,5 0-140 0 0,-1 0 1 0 0,0 0-1 0 0,1-1 1 0 0,-1 1-1 0 0,0 0 1 0 0,1 0-1 0 0,-1 0 1 0 0,0 0-1 0 0,1 0 1 0 0,-1 0 0 0 0,1 0-1 0 0,-1 1 1 0 0,0-1-1 0 0,1 0 1 0 0,-1 0-1 0 0,0 0 1 0 0,1 1-1 0 0,-1-1 1 0 0,1 0-1 0 0,-1 0 1 0 0,1 1-1 0 0,-1-1 1 0 0,1 1-1 0 0,-1-1 1 0 0,1 0 0 0 0,-1 1-1 0 0,1-1 1 0 0,-1 1-1 0 0,0 0 1 0 0,9 16-4347 0 0,1-2 5108 0 0,-6-10-240 0 0,0 0-1 0 0,1-1 1 0 0,-1 1 0 0 0,1-1 0 0 0,0 0-1 0 0,0 0 1 0 0,1 0 0 0 0,7 5 0 0 0,-8-7 121 0 0,-1 1 0 0 0,0-1 1 0 0,0-1-1 0 0,1 1 0 0 0,-1 0 1 0 0,1-1-1 0 0,-1 0 0 0 0,1 1 1 0 0,-1-2-1 0 0,1 1 0 0 0,0 0 1 0 0,0-1-1 0 0,-1 1 0 0 0,6-1 1 0 0,-7-1-210 0 0,1 1-1 0 0,-1-1 1 0 0,1 0 0 0 0,-1 0 0 0 0,0 0 0 0 0,0 0-1 0 0,0 0 1 0 0,1 0 0 0 0,-1-1 0 0 0,0 1 0 0 0,0 0-1 0 0,-1-1 1 0 0,1 0 0 0 0,0 0 0 0 0,0 1 0 0 0,-1-1-1 0 0,1 0 1 0 0,-1 0 0 0 0,0 0 0 0 0,1 0 0 0 0,-1-1-1 0 0,0 1 1 0 0,0 0 0 0 0,-1-1 0 0 0,1 1 0 0 0,0 0-1 0 0,-1-1 1 0 0,1 1 0 0 0,-1-1 0 0 0,0 1 0 0 0,0 0-1 0 0,0-1 1 0 0,0 1 0 0 0,-1-4 0 0 0,1 2-96 0 0,0-1 0 0 0,-1 1 0 0 0,0 0 0 0 0,0-1 0 0 0,0 1 0 0 0,-1 0 0 0 0,1-1 0 0 0,-1 1 0 0 0,0 0 0 0 0,0 0 0 0 0,0 1 0 0 0,-1-1-1 0 0,1 0 1 0 0,-1 1 0 0 0,0-1 0 0 0,0 1 0 0 0,0 0 0 0 0,-5-3 0 0 0,-4-1-57 0 0,-1 1-1 0 0,1 1 0 0 0,-1 0 1 0 0,-1 1-1 0 0,1 0 0 0 0,-1 1 1 0 0,1 0-1 0 0,-1 1 0 0 0,0 1 1 0 0,0 0-1 0 0,1 1 0 0 0,-1 1 1 0 0,0 0-1 0 0,-21 5 0 0 0,8-1 4 0 0,0 2-1 0 0,0 0 0 0 0,1 2 0 0 0,0 1 0 0 0,0 1 0 0 0,-32 20 0 0 0,51-27-44 0 0,-26 16 136 0 0,-59 46 0 0 0,84-59-104 0 0,1-1 1 0 0,0 1-1 0 0,0 0 1 0 0,0 0-1 0 0,1 1 1 0 0,0 0-1 0 0,1 0 1 0 0,0 1-1 0 0,0-1 1 0 0,1 1-1 0 0,0 0 1 0 0,1 0-1 0 0,-4 13 1 0 0,6-18-25 0 0,1 1 1 0 0,-1 0 0 0 0,1 0 0 0 0,0 0-1 0 0,0 0 1 0 0,1 0 0 0 0,0-1-1 0 0,-1 1 1 0 0,1 0 0 0 0,1 0-1 0 0,-1-1 1 0 0,1 1 0 0 0,0-1 0 0 0,2 5-1 0 0,1-1-1 0 0,0-1-1 0 0,0 0 0 0 0,0 0 0 0 0,1-1 0 0 0,0 0 1 0 0,0 0-1 0 0,10 7 0 0 0,2 0 18 0 0,1-1-1 0 0,0-1 1 0 0,1-1 0 0 0,0 0-1 0 0,27 8 1 0 0,24 2 235 0 0,100 16 1 0 0,44 12 79 0 0,-207-46-282 0 0,0 1 0 0 0,-1 0 0 0 0,1 0-1 0 0,-1 1 1 0 0,0 0 0 0 0,0 0 0 0 0,0 0 0 0 0,0 1 0 0 0,6 6 0 0 0,-11-9-31 0 0,0 0 0 0 0,-1 0 0 0 0,1 0 1 0 0,0 1-1 0 0,-1-1 0 0 0,1 1 1 0 0,-1-1-1 0 0,0 1 0 0 0,0 0 1 0 0,0 0-1 0 0,0-1 0 0 0,0 1 0 0 0,0 0 1 0 0,-1 0-1 0 0,0 0 0 0 0,1 0 1 0 0,-1 0-1 0 0,0 0 0 0 0,-1 0 1 0 0,1-1-1 0 0,0 1 0 0 0,-1 0 0 0 0,1 0 1 0 0,-1 0-1 0 0,0 0 0 0 0,0-1 1 0 0,-3 6-1 0 0,-1 1-22 0 0,-1 0 1 0 0,0 0-1 0 0,0-1 0 0 0,-1 0 1 0 0,0 0-1 0 0,0-1 0 0 0,-1 0 1 0 0,0 0-1 0 0,0 0 1 0 0,-1-1-1 0 0,0-1 0 0 0,-15 8 1 0 0,-8 3-53 0 0,0-2 1 0 0,-47 13 0 0 0,-2-6-397 0 0,-165 21 1 0 0,151-29-302 0 0,66-7-241 0 0,-40 13 0 0 0,19-4-2117 0 0,-1-5-4320 0 0,29-11-640 0 0,12-2 1903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11:17:02.8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4831 563 16924 0 0,'-56'-29'47'0'0,"-2"2"1"0"0,-1 3-1 0 0,-1 2 1 0 0,-1 3-1 0 0,0 3 1 0 0,-1 2-1 0 0,-68-5 1 0 0,-32 8-25 0 0,0 8 0 0 0,0 6 0 0 0,0 8 0 0 0,1 7 0 0 0,1 6 0 0 0,1 8 1 0 0,1 6-1 0 0,-217 84 0 0 0,170-38 45 0 0,4 8 1 0 0,4 9-1 0 0,5 9 1 0 0,-259 194-1 0 0,307-194-22 0 0,4 5 0 0 0,-160 172 0 0 0,210-185 85 0 0,4 3-1 0 0,5 4 1 0 0,5 4 0 0 0,5 2-1 0 0,5 4 1 0 0,-65 161 0 0 0,88-162-97 0 0,5 1 1 0 0,6 1 0 0 0,5 2-1 0 0,-21 225 1 0 0,45-302 214 0 0,2 1-1 0 0,2-1 1 0 0,2 0 0 0 0,15 74 0 0 0,-3-57 10 0 0,2-1 0 0 0,42 100 0 0 0,17-5 82 0 0,143 219 1 0 0,-134-239-249 0 0,-58-93 43 0 0,2-1 0 0 0,2-2 0 0 0,2-1 0 0 0,1-1 0 0 0,2-2 0 0 0,40 31 0 0 0,-12-16 23 0 0,2-2-1 0 0,2-4 1 0 0,2-2 0 0 0,1-3-1 0 0,91 35 1 0 0,-35-30-24 0 0,3-5 0 0 0,0-6 0 0 0,218 27 0 0 0,-255-52-55 0 0,1-5-1 0 0,-1-3 0 0 0,1-5 1 0 0,176-31-1 0 0,359-123 272 0 0,-458 102-228 0 0,-2-7 0 0 0,-3-7 0 0 0,-4-8-1 0 0,289-186 1 0 0,-317 169-41 0 0,-4-5 0 0 0,-4-7 0 0 0,-5-4 0 0 0,-5-6 0 0 0,156-202 0 0 0,-166 173 25 0 0,-6-5-1 0 0,-7-4 1 0 0,-6-4-1 0 0,-8-3 1 0 0,77-225-1 0 0,-115 261-87 0 0,-5-2-1 0 0,-6-1 1 0 0,-6-2-1 0 0,-6 0 1 0 0,-5-1-1 0 0,-6 0 0 0 0,-20-259 1 0 0,3 309-261 0 0,-2 1 0 0 0,-5 1 0 0 0,-3 1 0 0 0,-3 0 0 0 0,-4 1 1 0 0,-3 2-1 0 0,-3 1 0 0 0,-4 2 0 0 0,-3 1 0 0 0,-51-69 0 0 0,41 75-429 0 0,-2 2-1 0 0,-3 2 1 0 0,-3 3-1 0 0,-2 3 1 0 0,-118-86-1 0 0,128 109-407 0 0,-1 2 1 0 0,-2 2-1 0 0,0 2 0 0 0,-2 3 0 0 0,0 2 0 0 0,-2 3 0 0 0,0 2 0 0 0,-101-16 0 0 0,35 22-2364 0 0,-2 8-1524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11:17:05.4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68 7482 0 0,'0'-1'10'0'0,"-1"-3"261"0"0,0-1-1 0 0,1 1 1 0 0,0-1-1 0 0,0 1 1 0 0,0-1 0 0 0,0 1-1 0 0,2-7 1 0 0,-1 10-219 0 0,-1-1 0 0 0,1 1-1 0 0,0 1 1 0 0,-1-1 0 0 0,1 0 0 0 0,0 0 0 0 0,0 0 0 0 0,0 0-1 0 0,-1 0 1 0 0,1 1 0 0 0,0-1 0 0 0,0 0 0 0 0,0 1 0 0 0,0-1 0 0 0,0 1-1 0 0,1-1 1 0 0,-1 1 0 0 0,0 0 0 0 0,0-1 0 0 0,0 1 0 0 0,0 0-1 0 0,0 0 1 0 0,1-1 0 0 0,-1 1 0 0 0,0 0 0 0 0,0 0 0 0 0,0 1 0 0 0,1-1-1 0 0,-1 0 1 0 0,0 0 0 0 0,0 0 0 0 0,2 1 0 0 0,5 1-45 0 0,0 1 0 0 0,1-1 0 0 0,-1 1 0 0 0,0 1-1 0 0,7 4 1 0 0,-6-4 173 0 0,0 0 0 0 0,1 0-1 0 0,12 4 1 0 0,-5-6 659 0 0,-1 0 1 0 0,1-1-1 0 0,-1-1 0 0 0,25-3 1 0 0,12 1-131 0 0,247-24 2010 0 0,-36 0-1599 0 0,-226 25-1092 0 0,0 2-1 0 0,1 2 1 0 0,-1 1-1 0 0,74 19 1 0 0,-64-8 9 0 0,0 1 0 0 0,64 34 1 0 0,-82-35-972 0 0,-1 2 0 0 0,-1 1 1 0 0,-1 1-1 0 0,43 38 0 0 0,-64-51 265 0 0,0 1 1 0 0,0-1-1 0 0,-1 1 0 0 0,1 0 0 0 0,-1 0 0 0 0,-1 1 0 0 0,6 10 1 0 0,-8-13 177 0 0,-1 0 1 0 0,1 0 0 0 0,-1 0 0 0 0,0 0 0 0 0,0 1-1 0 0,0-1 1 0 0,-1 0 0 0 0,0 0 0 0 0,0 0 0 0 0,0 1-1 0 0,-1-1 1 0 0,0 0 0 0 0,-2 9 0 0 0,-8 17-2759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11:17:05.7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334 218 1920 0 0,'-17'0'248'0'0,"-113"4"1245"0"0,114-2-1295 0 0,0 0 0 0 0,1 1 0 0 0,0 0 0 0 0,-1 2 0 0 0,1-1-1 0 0,-16 9 1 0 0,26-10-158 0 0,0-1 0 0 0,0 1 0 0 0,0 0-1 0 0,1 0 1 0 0,0 0 0 0 0,-1 1-1 0 0,1 0 1 0 0,1 0 0 0 0,-1 0-1 0 0,0 0 1 0 0,1 0 0 0 0,-3 6 0 0 0,5-8 16 0 0,0 0 1 0 0,0 0 0 0 0,0 0-1 0 0,1 0 1 0 0,-1 1 0 0 0,1-1 0 0 0,0 0-1 0 0,0 0 1 0 0,0 1 0 0 0,0-1-1 0 0,0 0 1 0 0,0 0 0 0 0,0 1 0 0 0,1-1-1 0 0,-1 0 1 0 0,1 0 0 0 0,0 0-1 0 0,-1 0 1 0 0,1 1 0 0 0,0-1 0 0 0,0 0-1 0 0,0 0 1 0 0,1-1 0 0 0,-1 1 0 0 0,0 0-1 0 0,1 0 1 0 0,-1-1 0 0 0,1 1-1 0 0,0 0 1 0 0,0-1 0 0 0,2 2 0 0 0,6 5 235 0 0,1 0 0 0 0,1 0 0 0 0,0-2 1 0 0,0 1-1 0 0,19 7 0 0 0,70 19 441 0 0,-59-20-579 0 0,16 3 326 0 0,0-2 1 0 0,1-2-1 0 0,1-4 0 0 0,0-1 0 0 0,0-4 0 0 0,0-2 1 0 0,0-2-1 0 0,0-4 0 0 0,0-2 0 0 0,0-2 0 0 0,-2-3 1 0 0,91-31-1 0 0,-39 4 141 0 0,181-94-1 0 0,-39-11-2628 0 0,-234 133-99 0 0,-1-1 0 0 0,0-1 0 0 0,0-1 0 0 0,-2 0 1 0 0,28-33-1 0 0,-25 23-338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11:17:06.0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430 48 2961 0 0,'0'-1'129'0'0,"-1"0"0"0"0,1 0 0 0 0,0 0 0 0 0,0 0 0 0 0,0 0 0 0 0,0 0 0 0 0,0 0 1 0 0,0 0-1 0 0,1 0 0 0 0,-1 1 0 0 0,0-1 0 0 0,0 0 0 0 0,1 0 0 0 0,-1 0 0 0 0,1 0 1 0 0,-1 0-1 0 0,0 0 0 0 0,1 1 0 0 0,-1-1 0 0 0,1 0 0 0 0,0 0 0 0 0,-1 1 0 0 0,1-1 1 0 0,1-1-1 0 0,27-12 2377 0 0,-19 11-1947 0 0,0 1-1 0 0,1 0 1 0 0,-1 0 0 0 0,13 1 0 0 0,83 7 793 0 0,0 4 0 0 0,133 31 0 0 0,-125-20-619 0 0,-92-17-403 0 0,0 0 0 0 0,-1 1-1 0 0,0 1 1 0 0,0 2 0 0 0,34 15-1 0 0,-50-20-303 0 0,0 0 0 0 0,0 0 0 0 0,-1 0 0 0 0,1 1 0 0 0,-1-1 0 0 0,0 1 0 0 0,0 0-1 0 0,0 0 1 0 0,0 0 0 0 0,-1 1 0 0 0,0 0 0 0 0,0-1 0 0 0,0 1 0 0 0,0 0 0 0 0,-1 0 0 0 0,0 0 0 0 0,0 1-1 0 0,0-1 1 0 0,-1 1 0 0 0,1-1 0 0 0,-1 1 0 0 0,-1-1 0 0 0,1 1 0 0 0,-1-1 0 0 0,0 1 0 0 0,0 0-1 0 0,-2 9 1 0 0,-1-2 21 0 0,0 0 0 0 0,-1-1-1 0 0,-1 1 1 0 0,0-1 0 0 0,-1 1-1 0 0,0-2 1 0 0,-1 1 0 0 0,0-1-1 0 0,0 0 1 0 0,-2 0 0 0 0,1-1-1 0 0,-1 0 1 0 0,-20 17 0 0 0,-11 5 35 0 0,-1-1 1 0 0,-54 31-1 0 0,85-56-78 0 0,-218 132-139 0 0,-174 111-617 0 0,147-68-4444 0 0,208-146 2790 0 0,-34 28-4403 0 0,60-43 3269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11:17:07.2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141 145 9946 0 0,'-18'-19'1902'0'0,"1"-1"0"0"0,0 0-1 0 0,2-1 1 0 0,-22-37 0 0 0,37 57-1855 0 0,0 1 1 0 0,0 0-1 0 0,0 0 1 0 0,0-1-1 0 0,0 1 1 0 0,0 0-1 0 0,0-1 1 0 0,0 1-1 0 0,0 0 1 0 0,0 0-1 0 0,-1 0 0 0 0,1-1 1 0 0,0 1-1 0 0,0 0 1 0 0,0 0-1 0 0,0-1 1 0 0,0 1-1 0 0,-1 0 1 0 0,1 0-1 0 0,0 0 1 0 0,0 0-1 0 0,0-1 1 0 0,-1 1-1 0 0,1 0 1 0 0,0 0-1 0 0,0 0 1 0 0,-1 0-1 0 0,1 0 0 0 0,0 0 1 0 0,0 0-1 0 0,-1-1 1 0 0,1 1-1 0 0,0 0 1 0 0,0 0-1 0 0,-1 0 1 0 0,1 0-1 0 0,0 0 1 0 0,0 0-1 0 0,-1 0 1 0 0,1 0-1 0 0,-4 12 707 0 0,2 16-382 0 0,-10 405 2285 0 0,1-203-2286 0 0,14 198 191 0 0,7-303-433 0 0,34 173 1 0 0,9-13-158 0 0,-50-326-8800 0 0,8-71-129 0 0,-4 62 5620 0 0,1-4-713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11:17:07.6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85 453 7138 0 0,'-21'-65'2488'0'0,"2"-1"1"0"0,4 0-1 0 0,-11-102 1 0 0,24 153-1727 0 0,1 9 1071 0 0,8 14-1020 0 0,13 16-790 0 0,2-2 0 0 0,0 0 0 0 0,1-1-1 0 0,1-2 1 0 0,1 0 0 0 0,1-2-1 0 0,1 0 1 0 0,0-2 0 0 0,33 13 0 0 0,6-1-976 0 0,1-4 0 0 0,132 29 0 0 0,-179-47 812 0 0,0-2 0 0 0,1-1-1 0 0,-1 0 1 0 0,0-2 0 0 0,1 0 0 0 0,33-5-1 0 0,-39 2 134 0 0,0-1 0 0 0,0 0 0 0 0,-1-1 1 0 0,1-1-1 0 0,-1 0 0 0 0,0-1 0 0 0,-1 0 0 0 0,1-1 0 0 0,15-13 0 0 0,4-5-14 0 0,-1-2 1 0 0,31-35 0 0 0,-50 50 99 0 0,-1-2 0 0 0,-1 0 0 0 0,0 0 0 0 0,-1-1 1 0 0,-1 0-1 0 0,-1-1 0 0 0,9-21 0 0 0,-16 35-9 0 0,0 0 0 0 0,-1 0 0 0 0,1 0 0 0 0,-1 0 0 0 0,1-1 0 0 0,-1 1 0 0 0,0 0-1 0 0,0 0 1 0 0,0 0 0 0 0,0 0 0 0 0,-1 0 0 0 0,-1-5 0 0 0,2 8-41 0 0,0-1 1 0 0,0 1-1 0 0,0-1 0 0 0,-1 0 1 0 0,1 1-1 0 0,0-1 0 0 0,-1 1 1 0 0,1 0-1 0 0,0-1 0 0 0,-1 1 1 0 0,1-1-1 0 0,-1 1 0 0 0,1-1 1 0 0,-1 1-1 0 0,1 0 0 0 0,-1-1 1 0 0,1 1-1 0 0,-1 0 0 0 0,1 0 1 0 0,-1-1-1 0 0,1 1 1 0 0,-1 0-1 0 0,1 0 0 0 0,-1 0 1 0 0,0 0-1 0 0,-1 0-3 0 0,1 0 0 0 0,-1 0 0 0 0,1 1 0 0 0,-1-1 0 0 0,1 1 0 0 0,-1-1 0 0 0,1 1 0 0 0,-1-1 0 0 0,1 1 0 0 0,-1 0 0 0 0,1 0 0 0 0,0 0 0 0 0,0 0 0 0 0,-2 1-1 0 0,-24 22 132 0 0,-42 50-1 0 0,52-55-136 0 0,-133 181 278 0 0,86-108-339 0 0,38-57-44 0 0,-122 176-554 0 0,61-64-3398 0 0,56-79-110 0 0,28-62 3452 0 0,1 1 0 0 0,1-1 0 0 0,-1 1 0 0 0,1-1 0 0 0,0 1 0 0 0,1 0 0 0 0,-1-1 0 0 0,1 1 0 0 0,1 7 0 0 0,3 6-2554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11:17:07.7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8 16291 0 0,'-17'-7'2690'0'0,"17"7"-2658"0"0,0 0 0 0 0,0 0 1 0 0,-1 0-1 0 0,1 0 0 0 0,0 0 1 0 0,0 1-1 0 0,0-1 0 0 0,-1 0 0 0 0,1 0 1 0 0,0 0-1 0 0,0 0 0 0 0,0 0 1 0 0,0 1-1 0 0,0-1 0 0 0,-1 0 1 0 0,1 0-1 0 0,0 0 0 0 0,0 1 0 0 0,0-1 1 0 0,0 0-1 0 0,0 0 0 0 0,0 0 1 0 0,0 1-1 0 0,0-1 0 0 0,0 0 1 0 0,0 0-1 0 0,0 0 0 0 0,0 1 0 0 0,0-1 1 0 0,0 0-1 0 0,0 0 0 0 0,0 0 1 0 0,0 1-1 0 0,0-1 0 0 0,0 0 1 0 0,0 0-1 0 0,0 0 0 0 0,0 1 1 0 0,0-1-1 0 0,15 33 410 0 0,-11-25-393 0 0,26 52-31 0 0,-2 2 0 0 0,36 123 0 0 0,13 137 34 0 0,20 73-3762 0 0,-14-139-5979 0 0,-63-208 6810 0 0,2-5-721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11:17:08.1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0 198 10754 0 0,'0'-10'1336'0'0,"1"-1"0"0"0,0 0-1 0 0,4-19 1 0 0,-5 29-1225 0 0,0 0-1 0 0,0 0 1 0 0,1-1-1 0 0,-1 1 1 0 0,1 0-1 0 0,-1 0 1 0 0,1 0-1 0 0,0-1 1 0 0,-1 1-1 0 0,1 0 1 0 0,0 0-1 0 0,0 0 1 0 0,0 0-1 0 0,0 0 1 0 0,0 1-1 0 0,0-1 1 0 0,2-1 0 0 0,-2 2-53 0 0,0-1 0 0 0,0 1 0 0 0,0 0 0 0 0,0 0 1 0 0,1 0-1 0 0,-1 0 0 0 0,0 1 0 0 0,0-1 1 0 0,0 0-1 0 0,0 0 0 0 0,1 1 0 0 0,-1-1 1 0 0,0 1-1 0 0,0-1 0 0 0,0 1 0 0 0,0-1 1 0 0,0 1-1 0 0,0 0 0 0 0,0-1 0 0 0,0 1 0 0 0,0 0 1 0 0,-1 0-1 0 0,3 1 0 0 0,4 7 153 0 0,0 0 1 0 0,0 0-1 0 0,-1 1 0 0 0,0 0 0 0 0,-1 0 0 0 0,0 0 1 0 0,6 20-1 0 0,9 15 154 0 0,4 5-22 0 0,-2-4-321 0 0,1 0-1 0 0,2-2 0 0 0,38 49 1 0 0,-55-82 44 0 0,1-1 1 0 0,-1 0-1 0 0,2-1 1 0 0,-1 0-1 0 0,2 0 1 0 0,-1-1-1 0 0,1 0 1 0 0,0-1-1 0 0,1 0 1 0 0,-1-1-1 0 0,1 0 1 0 0,0-1-1 0 0,1-1 1 0 0,0 0-1 0 0,-1 0 1 0 0,1-1-1 0 0,20 2 1 0 0,-24-5 21 0 0,0-1 0 0 0,0 0 1 0 0,0 0-1 0 0,0-1 0 0 0,0 0 0 0 0,-1 0 0 0 0,1-1 1 0 0,0 0-1 0 0,-1-1 0 0 0,0 1 0 0 0,0-2 0 0 0,0 1 1 0 0,0-1-1 0 0,-1-1 0 0 0,0 1 0 0 0,0-1 1 0 0,0 0-1 0 0,-1-1 0 0 0,0 0 0 0 0,0 0 0 0 0,6-10 1 0 0,-5 7-61 0 0,0 1 1 0 0,-1-1-1 0 0,-1 0 1 0 0,0-1-1 0 0,0 0 1 0 0,-1 1-1 0 0,-1-1 1 0 0,0-1-1 0 0,0 1 1 0 0,-1 0 0 0 0,0-1-1 0 0,-1 1 1 0 0,0-1-1 0 0,-1 1 1 0 0,0-1-1 0 0,-3-16 1 0 0,-2 13-82 0 0,0 0-1 0 0,0 1 1 0 0,-1-1 0 0 0,-1 1-1 0 0,-1 1 1 0 0,0-1 0 0 0,0 2 0 0 0,-1-1-1 0 0,-1 1 1 0 0,-19-19 0 0 0,-8-4-299 0 0,-80-57 0 0 0,103 81 224 0 0,0 2 0 0 0,-1 0-1 0 0,-1 0 1 0 0,1 1 0 0 0,-1 1-1 0 0,-1 1 1 0 0,-32-8 0 0 0,43 12-65 0 0,-1 1 0 0 0,1 0 0 0 0,-1 1 0 0 0,0 0 0 0 0,1 0 0 0 0,-1 0-1 0 0,1 1 1 0 0,-1 0 0 0 0,1 0 0 0 0,-1 1 0 0 0,1-1 0 0 0,0 1 0 0 0,-1 1 0 0 0,1-1 0 0 0,0 1 0 0 0,1 0 0 0 0,-1 1 0 0 0,0-1 0 0 0,1 1 0 0 0,0 0 0 0 0,0 1-1 0 0,0-1 1 0 0,-8 11 0 0 0,8-9-476 0 0,1 0-1 0 0,0 1 0 0 0,0 0 0 0 0,0-1 1 0 0,1 2-1 0 0,0-1 0 0 0,0 0 0 0 0,0 1 1 0 0,1-1-1 0 0,1 1 0 0 0,-1-1 0 0 0,1 1 1 0 0,1 0-1 0 0,-1 0 0 0 0,1 0 0 0 0,0-1 1 0 0,1 1-1 0 0,0 0 0 0 0,3 10 0 0 0,4 10-3264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11:17:08.3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385 606 9810 0 0,'7'-6'8868'0'0,"8"4"-6377"0"0,17 1-3066 0 0,-30 1 1190 0 0,140 12-79 0 0,-101-6-456 0 0,80 0 0 0 0,-114-6-25 0 0,0-1 0 0 0,0 0 0 0 0,0 0 1 0 0,-1 0-1 0 0,1-1 0 0 0,-1 0 1 0 0,1 0-1 0 0,-1-1 0 0 0,0 0 0 0 0,0 0 1 0 0,0 0-1 0 0,0-1 0 0 0,0 0 0 0 0,-1 0 1 0 0,0 0-1 0 0,1-1 0 0 0,-2 0 0 0 0,1 0 1 0 0,-1 0-1 0 0,1-1 0 0 0,-1 1 1 0 0,-1-1-1 0 0,1 0 0 0 0,-1 0 0 0 0,0 0 1 0 0,3-11-1 0 0,-3 9 5 0 0,-1-1 0 0 0,0 1 0 0 0,0-1 0 0 0,-1 0 0 0 0,-1 0 0 0 0,1 0 0 0 0,-1 0-1 0 0,-1 0 1 0 0,1 0 0 0 0,-2 1 0 0 0,1-1 0 0 0,-1 0 0 0 0,0 1 0 0 0,-1-1 0 0 0,0 1 0 0 0,-1-1 0 0 0,1 1 0 0 0,-1 0 0 0 0,-11-14 0 0 0,-3 0-78 0 0,-1 1 1 0 0,-1 1 0 0 0,0 1-1 0 0,-37-26 1 0 0,-99-57 35 0 0,144 95-2 0 0,-15-10 0 0 0,0 2 0 0 0,-1 0 0 0 0,-45-15 0 0 0,65 27-27 0 0,0 1 0 0 0,-1 0 0 0 0,1 0 0 0 0,-1 1 0 0 0,1 0-1 0 0,-1 0 1 0 0,0 1 0 0 0,0 0 0 0 0,1 1 0 0 0,-1 0 0 0 0,0 0-1 0 0,1 1 1 0 0,-1 0 0 0 0,1 1 0 0 0,0-1 0 0 0,0 2 0 0 0,-12 5 0 0 0,5 1-23 0 0,0 0 0 0 0,1 1 1 0 0,0 1-1 0 0,1 0 0 0 0,0 1 0 0 0,1 0 1 0 0,-14 21-1 0 0,5-3-474 0 0,1 0 1 0 0,-24 54-1 0 0,38-71-117 0 0,0 0 0 0 0,0 1 0 0 0,2-1 0 0 0,0 1 0 0 0,-4 23 0 0 0,8-33 57 0 0,-1 1 0 0 0,1-1 0 0 0,0 0 0 0 0,0 1 0 0 0,1-1 0 0 0,0 1 0 0 0,0-1 0 0 0,0 0 0 0 0,0 0 0 0 0,1 1 0 0 0,0-1 0 0 0,0 0-1 0 0,0-1 1 0 0,1 1 0 0 0,-1 0 0 0 0,1-1 0 0 0,0 1 0 0 0,1-1 0 0 0,3 4 0 0 0,14 12-3838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11:17:08.5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59 19932 0 0,'-31'-58'3912'0'0,"37"72"-3808"0"0,-1 1-1 0 0,0-1 1 0 0,-1 1 0 0 0,0 0 0 0 0,-1 0 0 0 0,1 25 0 0 0,-1-16-54 0 0,25 229 41 0 0,7 49-79 0 0,-23-233-972 0 0,3-1 0 0 0,33 92 1 0 0,18-5-4860 0 0,17-8-3948 0 0,-47-95 4972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11:17:08.8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0 781 10626 0 0,'1'-33'4519'0'0,"8"-56"0"0"0,-5 67-3926 0 0,1 1 0 0 0,0 0 0 0 0,14-32 0 0 0,-14 41-587 0 0,1 0-1 0 0,0 1 1 0 0,1 0 0 0 0,0 0 0 0 0,0 0 0 0 0,1 1 0 0 0,1 0 0 0 0,0 1 0 0 0,0-1 0 0 0,1 2 0 0 0,0 0 0 0 0,0 0 0 0 0,1 0 0 0 0,0 1 0 0 0,0 1 0 0 0,20-8 0 0 0,-4 3 5 0 0,91-38 79 0 0,-101 40-59 0 0,-1 1-1 0 0,0-2 0 0 0,-1 0 1 0 0,26-22-1 0 0,-38 29 16 0 0,0 0 0 0 0,0 0-1 0 0,0-1 1 0 0,0 1 0 0 0,-1 0-1 0 0,1-1 1 0 0,-1 0 0 0 0,0 1 0 0 0,0-1-1 0 0,-1 0 1 0 0,1 0 0 0 0,-1 0 0 0 0,1 0-1 0 0,-1-1 1 0 0,-1 1 0 0 0,1 0-1 0 0,0-8 1 0 0,-2 7 41 0 0,1-1 0 0 0,-1 1 1 0 0,0 0-1 0 0,-1-1 0 0 0,1 1 0 0 0,-1 0 0 0 0,0 0 0 0 0,-1 0 0 0 0,1 0 0 0 0,-1 0 1 0 0,0 1-1 0 0,-5-7 0 0 0,1 2 30 0 0,-1 0 0 0 0,0 1 1 0 0,-1 0-1 0 0,0 0 0 0 0,0 1 1 0 0,-1 0-1 0 0,0 1 0 0 0,0 0 1 0 0,0 0-1 0 0,-1 1 0 0 0,0 1 1 0 0,-15-5-1 0 0,16 7-15 0 0,0 0 1 0 0,0 0-1 0 0,0 1 0 0 0,0 0 1 0 0,0 1-1 0 0,0 0 0 0 0,0 1 1 0 0,1 0-1 0 0,-1 1 0 0 0,0 0 1 0 0,0 0-1 0 0,-13 6 1 0 0,16-5-63 0 0,0 0 1 0 0,1 1 0 0 0,-1 0 0 0 0,1 0 0 0 0,0 0 0 0 0,0 1 0 0 0,1 0 0 0 0,-1 0 0 0 0,1 1 0 0 0,0-1 0 0 0,1 1 0 0 0,-1 0-1 0 0,1 0 1 0 0,0 1 0 0 0,1-1 0 0 0,-1 1 0 0 0,-2 8 0 0 0,-2 10 16 0 0,1 0 1 0 0,1 1-1 0 0,1 0 0 0 0,2 0 1 0 0,0 0-1 0 0,2 0 0 0 0,3 48 1 0 0,1-44-49 0 0,1 0 1 0 0,1-1-1 0 0,2 0 1 0 0,1 0-1 0 0,1-1 1 0 0,21 45-1 0 0,-18-51-191 0 0,1 0-1 0 0,0-1 0 0 0,1-1 0 0 0,2 0 0 0 0,0-2 0 0 0,1 1 0 0 0,0-2 0 0 0,2 0 1 0 0,0-1-1 0 0,1-1 0 0 0,0-1 0 0 0,41 21 0 0 0,-43-27-653 0 0,1 0-1 0 0,0-2 1 0 0,0 0 0 0 0,0-1-1 0 0,0 0 1 0 0,1-2 0 0 0,21 1-1 0 0,-24-3-805 0 0,1-1 1 0 0,-1-1-1 0 0,0-1 0 0 0,1 0 0 0 0,-1-2 0 0 0,0 0 0 0 0,0 0 0 0 0,26-12 0 0 0,2-6-2208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11:17:09.1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52 113 23909 0 0,'-15'-28'761'0'0,"-22"-50"1545"0"0,37 71-1887 0 0,8 13-348 0 0,8 15-112 0 0,-5 2 12 0 0,0 0-1 0 0,-1 2 1 0 0,-1-1 0 0 0,9 48 0 0 0,10 105-16 0 0,0 544-1261 0 0,-24-333-2953 0 0,14-50-8283 0 0,-8-229 5896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11:17:09.6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1126 1108 23565 0 0,'4'-21'150'0'0,"-1"1"1"0"0,-1-1-1 0 0,-1 0 0 0 0,0 1 1 0 0,-2-1-1 0 0,0 0 1 0 0,-9-40-1 0 0,6 41-191 0 0,1 1 1 0 0,1-1-1 0 0,1 0 1 0 0,0 0-1 0 0,2 1 1 0 0,0-1-1 0 0,1 0 1 0 0,8-30-1 0 0,-5 28-157 0 0,-1-1 0 0 0,-2 1-1 0 0,0-1 1 0 0,-1 0 0 0 0,-1 0 0 0 0,-4-25 0 0 0,-2 24 101 0 0,-1 1 1 0 0,0-1 0 0 0,-2 2 0 0 0,-1-1 0 0 0,-1 1 0 0 0,0 1 0 0 0,-2 0 0 0 0,0 1 0 0 0,-2 0 0 0 0,0 1-1 0 0,-1 0 1 0 0,-25-21 0 0 0,14 15 114 0 0,-1 2 0 0 0,-1 1 1 0 0,-1 1-1 0 0,-1 2 0 0 0,0 1 0 0 0,-2 1 0 0 0,-57-20 0 0 0,65 29-3 0 0,-2 2-1 0 0,1 0 0 0 0,-1 2 0 0 0,0 1 1 0 0,0 1-1 0 0,0 2 0 0 0,0 0 1 0 0,0 2-1 0 0,0 0 0 0 0,0 2 0 0 0,0 2 1 0 0,1 0-1 0 0,-39 15 0 0 0,48-14 6 0 0,0 1 0 0 0,0 0 0 0 0,1 1 0 0 0,0 1 0 0 0,0 1 0 0 0,2 0 0 0 0,-1 1 0 0 0,-24 26 0 0 0,30-26-17 0 0,0-1 1 0 0,0 2-1 0 0,1 0 0 0 0,0 0 0 0 0,1 0 0 0 0,1 1 1 0 0,0-1-1 0 0,1 2 0 0 0,1-1 0 0 0,0 0 0 0 0,1 1 1 0 0,-2 15-1 0 0,4-10 2 0 0,0 0 0 0 0,1 0 0 0 0,1 1 0 0 0,0-1 0 0 0,2 0 0 0 0,0-1 0 0 0,10 29 0 0 0,-4-19-27 0 0,2-1 1 0 0,2 0 0 0 0,0-1 0 0 0,24 35-1 0 0,0-10-53 0 0,2-2 0 0 0,2-2 0 0 0,2-2-1 0 0,55 45 1 0 0,-20-25 27 0 0,3-4 0 0 0,2-4 0 0 0,129 68 0 0 0,-191-115 40 0 0,8 4 129 0 0,38 27-1 0 0,-60-37-106 0 0,0 0 0 0 0,0 1 0 0 0,0 0-1 0 0,-1 1 1 0 0,0-1 0 0 0,0 1 0 0 0,-1 0 0 0 0,1 1 0 0 0,-2-1 0 0 0,5 9-1 0 0,-7-13-44 0 0,-1 0 0 0 0,0 0 0 0 0,0 1 0 0 0,-1-1 0 0 0,1 0 0 0 0,0 0 0 0 0,-1 0 0 0 0,0 1 0 0 0,0-1 0 0 0,0 0 0 0 0,0 0 0 0 0,0 1 0 0 0,-1-1 0 0 0,1 0 0 0 0,-1 0 0 0 0,-1 4 0 0 0,-1-2-144 0 0,1 0 1 0 0,-1 0-1 0 0,0 0 0 0 0,0-1 0 0 0,0 1 1 0 0,0-1-1 0 0,-1 0 0 0 0,-8 8 0 0 0,-1-2-452 0 0,-2 0 0 0 0,1 0-1 0 0,-1-1 1 0 0,0-1 0 0 0,-18 7-1 0 0,6-4-290 0 0,-1-2 0 0 0,-1 0 0 0 0,1-2-1 0 0,-41 5 1 0 0,50-9-41 0 0,0-2 0 0 0,0 0 0 0 0,0-1 0 0 0,0-2 1 0 0,-1 1-1 0 0,1-2 0 0 0,-32-9 0 0 0,13-3-2142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11:17:09.9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206 436 16748 0 0,'1'-2'594'0'0,"-1"-1"1"0"0,1 1-1 0 0,-1 0 1 0 0,1 0-1 0 0,0 0 1 0 0,0 0-1 0 0,0 0 1 0 0,0 0-1 0 0,0 0 1 0 0,0 0-1 0 0,1 0 1 0 0,-1 1-1 0 0,1-1 1 0 0,2-2-1 0 0,0 1-258 0 0,0 0 0 0 0,0 0 0 0 0,1 0 0 0 0,-1 0 0 0 0,1 1 0 0 0,5-2 0 0 0,9-3-906 0 0,0 2-1 0 0,29-5 0 0 0,-28 6 1397 0 0,52-9-922 0 0,-38 8-268 0 0,1-2 0 0 0,-1-1 0 0 0,54-21 0 0 0,-85 28 306 0 0,1 0-1 0 0,-1-1 1 0 0,0 1 0 0 0,0-1 0 0 0,0 1 0 0 0,0-1 0 0 0,0 0 0 0 0,0-1-1 0 0,-1 1 1 0 0,1 0 0 0 0,-1-1 0 0 0,1 1 0 0 0,-1-1 0 0 0,0 0 0 0 0,0 0-1 0 0,0 0 1 0 0,0 0 0 0 0,-1 0 0 0 0,1 0 0 0 0,-1 0 0 0 0,0 0-1 0 0,0-1 1 0 0,0 1 0 0 0,0-1 0 0 0,-1 1 0 0 0,1-1 0 0 0,-1 1 0 0 0,0-1-1 0 0,0 1 1 0 0,0-1 0 0 0,0 1 0 0 0,-1 0 0 0 0,1-1 0 0 0,-1 1-1 0 0,0-1 1 0 0,0 1 0 0 0,-2-4 0 0 0,-2-3-70 0 0,0 0 1 0 0,0 0-1 0 0,-1 1 1 0 0,0-1-1 0 0,-1 1 1 0 0,0 1-1 0 0,0-1 1 0 0,-1 1-1 0 0,0 1 1 0 0,-14-11-1 0 0,7 8 191 0 0,0 0 0 0 0,-1 2 0 0 0,0-1 0 0 0,-1 2-1 0 0,0 0 1 0 0,0 1 0 0 0,0 1 0 0 0,-1 1 0 0 0,0 0 0 0 0,0 1 0 0 0,0 1 0 0 0,0 1-1 0 0,-21 1 1 0 0,23 1 38 0 0,0 0-1 0 0,0 1 0 0 0,1 1 0 0 0,-1 0 1 0 0,1 1-1 0 0,0 1 0 0 0,0 0 0 0 0,0 1 1 0 0,1 1-1 0 0,0 0 0 0 0,0 1 0 0 0,1 1 1 0 0,0 0-1 0 0,0 0 0 0 0,-15 17 1 0 0,18-16-70 0 0,2 1 1 0 0,-1 0 0 0 0,1 1 0 0 0,1 0 0 0 0,0 0-1 0 0,1 1 1 0 0,0-1 0 0 0,1 1 0 0 0,1 1 0 0 0,0-1-1 0 0,0 0 1 0 0,1 1 0 0 0,1 0 0 0 0,0 0 0 0 0,1 0-1 0 0,1 20 1 0 0,2-11 40 0 0,0 0 1 0 0,1-1-1 0 0,2 0 0 0 0,0 0 0 0 0,1 0 1 0 0,1 0-1 0 0,1-1 0 0 0,1 0 0 0 0,17 27 0 0 0,-9-21-63 0 0,2-2-1 0 0,0 0 1 0 0,1-1-1 0 0,2-1 1 0 0,0-1-1 0 0,2-1 1 0 0,0-1-1 0 0,36 23 1 0 0,-30-24-67 0 0,1-2 0 0 0,1 0 0 0 0,0-3 0 0 0,0 0 0 0 0,2-2 0 0 0,-1-2 1 0 0,44 8-1 0 0,-58-15-533 0 0,1-1 1 0 0,-1 0-1 0 0,0-2 1 0 0,1 0 0 0 0,28-5-1 0 0,-36 3-667 0 0,0 0 0 0 0,0-2 0 0 0,21-8 0 0 0,-24 8-250 0 0,-1 0-1 0 0,0-1 1 0 0,0 0 0 0 0,0-1 0 0 0,11-10 0 0 0,5-9-4091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11:17:10.1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4 24397 0 0,'-1'0'55'0'0,"1"-1"1"0"0,0 1-1 0 0,-1 0 0 0 0,1-1 0 0 0,-1 1 0 0 0,1 0 1 0 0,-1 0-1 0 0,1-1 0 0 0,0 1 0 0 0,-1 0 0 0 0,1 0 1 0 0,-1 0-1 0 0,1 0 0 0 0,-1 0 0 0 0,0-1 0 0 0,1 1 1 0 0,-1 0-1 0 0,1 0 0 0 0,-1 0 0 0 0,1 0 1 0 0,-1 1-1 0 0,1-1 0 0 0,-1 0 0 0 0,1 0 0 0 0,-1 0 1 0 0,1 0-1 0 0,-1 0 0 0 0,1 1 0 0 0,-1-1 0 0 0,0 0 1 0 0,-1 17 411 0 0,12 29-698 0 0,-8-38 385 0 0,32 120-95 0 0,-5 1 0 0 0,11 134 0 0 0,-20-17-260 0 0,22 196-862 0 0,-7-224-4854 0 0,18-3-6862 0 0,-31-148 7519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11:17:10.4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309 435 22917 0 0,'-4'-17'943'0'0,"2"10"-720"0"0,1 1 0 0 0,0 0 1 0 0,0 0-1 0 0,1-1 0 0 0,-1-8 1 0 0,2 13-216 0 0,-1-1 0 0 0,1 0 0 0 0,0 1 0 0 0,-1-1 0 0 0,1 1 0 0 0,0-1 0 0 0,1 1 0 0 0,-1 0 0 0 0,0-1 0 0 0,1 1 0 0 0,-1 0 0 0 0,1 0 0 0 0,0 0 0 0 0,-1 0 0 0 0,1 0 0 0 0,3-2 0 0 0,0 0 44 0 0,8-6-422 0 0,-1-1 1 0 0,-1 0-1 0 0,0 0 0 0 0,0-1 1 0 0,13-19-1 0 0,-22 27 290 0 0,0-1 0 0 0,0 1 0 0 0,0 0 1 0 0,0-1-1 0 0,-1 1 0 0 0,0-1 0 0 0,0 1 0 0 0,0-1 0 0 0,0 1 1 0 0,-1-1-1 0 0,0 0 0 0 0,0 1 0 0 0,0-1 0 0 0,0 0 0 0 0,-1 1 1 0 0,0-1-1 0 0,0 0 0 0 0,0 1 0 0 0,0-1 0 0 0,-1 1 0 0 0,0 0 1 0 0,0-1-1 0 0,-3-4 0 0 0,-1-1 221 0 0,0 1 0 0 0,-1 0 0 0 0,0 0 1 0 0,0 0-1 0 0,-1 1 0 0 0,0 1 0 0 0,0-1 0 0 0,-1 1 1 0 0,0 0-1 0 0,-1 1 0 0 0,1 0 0 0 0,-1 1 0 0 0,-15-6 1 0 0,19 8-90 0 0,0 0 0 0 0,-1 1 0 0 0,0 0 0 0 0,1 1 0 0 0,-1-1 0 0 0,0 1 0 0 0,0 1 0 0 0,0-1 0 0 0,0 1 0 0 0,0 0 0 0 0,0 1 0 0 0,0-1 0 0 0,0 2 0 0 0,1-1 0 0 0,-1 1 0 0 0,0 0 0 0 0,1 0 0 0 0,-1 0 0 0 0,1 1 0 0 0,0 0 0 0 0,0 1 0 0 0,-10 6 0 0 0,6-1-57 0 0,0 0-1 0 0,0 1 1 0 0,0 0 0 0 0,2 1 0 0 0,-1 0 0 0 0,1 0 0 0 0,1 1 0 0 0,0-1 0 0 0,1 2 0 0 0,0-1 0 0 0,0 1 0 0 0,2 0 0 0 0,0 0 0 0 0,0 1 0 0 0,1-1 0 0 0,1 1 0 0 0,0-1 0 0 0,0 20 0 0 0,2-14-15 0 0,1 1 0 0 0,1-1 0 0 0,1 0 0 0 0,0-1 0 0 0,2 1 0 0 0,0-1 0 0 0,1 1 0 0 0,1-2 0 0 0,0 1 1 0 0,1-1-1 0 0,1 0 0 0 0,21 29 0 0 0,-1-10-155 0 0,1-1 1 0 0,2-2-1 0 0,2-1 0 0 0,1-1 1 0 0,1-2-1 0 0,1-2 1 0 0,2-1-1 0 0,0-2 1 0 0,2-2-1 0 0,58 24 0 0 0,-84-40-716 0 0,0-1-1 0 0,0 0 0 0 0,0-2 0 0 0,22 4 1 0 0,-25-6-627 0 0,0 0 0 0 0,0-1 0 0 0,-1 0 1 0 0,1-1-1 0 0,0 0 0 0 0,18-5 0 0 0,1-4-3566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11:17:10.7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470 203 18044 0 0,'0'-1'99'0'0,"1"-1"0"0"0,-1 1-1 0 0,1 0 1 0 0,0-1 0 0 0,0 1 0 0 0,-1 0 0 0 0,1-1 0 0 0,0 1 0 0 0,0 0-1 0 0,0 0 1 0 0,0 0 0 0 0,1 0 0 0 0,-1 0 0 0 0,0 0 0 0 0,0 0 0 0 0,1 0-1 0 0,-1 1 1 0 0,0-1 0 0 0,1 0 0 0 0,-1 1 0 0 0,1-1 0 0 0,-1 1 0 0 0,2-1-1 0 0,35-9-63 0 0,-37 10-30 0 0,0 0 0 0 0,-1 0 0 0 0,1 0 0 0 0,0 0 0 0 0,0-1 0 0 0,0 1 0 0 0,-1 0 0 0 0,1 0 0 0 0,0-1 0 0 0,0 1 0 0 0,-1 0 0 0 0,1-1 0 0 0,0 1 0 0 0,0-1 0 0 0,-1 1 0 0 0,1-1 0 0 0,-1 1 0 0 0,1-1 0 0 0,0 1 0 0 0,-1-1 0 0 0,1 0 1 0 0,-1 1-1 0 0,1-1 0 0 0,0-1 0 0 0,-1 1-17 0 0,0 0 0 0 0,-1 0 1 0 0,1 0-1 0 0,0 0 0 0 0,0 0 0 0 0,0 0 1 0 0,-1 1-1 0 0,1-1 0 0 0,-1 0 1 0 0,1 0-1 0 0,-1 0 0 0 0,1 0 1 0 0,-1 1-1 0 0,1-1 0 0 0,-1 0 1 0 0,1 0-1 0 0,-1 1 0 0 0,-1-2 1 0 0,-43-30-608 0 0,37 27 587 0 0,-17-11 45 0 0,-1 1 0 0 0,0 2 1 0 0,-1 0-1 0 0,-1 2 0 0 0,-42-12 0 0 0,59 20 146 0 0,-1 0-1 0 0,1 1 1 0 0,-1 0 0 0 0,0 1-1 0 0,0 0 1 0 0,1 1 0 0 0,-1 0-1 0 0,0 1 1 0 0,0 0 0 0 0,1 1 0 0 0,-1 0-1 0 0,1 1 1 0 0,0 0 0 0 0,-1 1-1 0 0,1 0 1 0 0,-18 11 0 0 0,22-10-99 0 0,1 0-1 0 0,0 1 1 0 0,1-1 0 0 0,-1 2 0 0 0,1-1 0 0 0,0 0 0 0 0,0 1-1 0 0,1 0 1 0 0,0 0 0 0 0,0 1 0 0 0,1-1 0 0 0,0 1 0 0 0,0-1-1 0 0,1 1 1 0 0,0 0 0 0 0,0 0 0 0 0,1 0 0 0 0,0 0-1 0 0,0 0 1 0 0,2 14 0 0 0,-1-6-21 0 0,1 1-1 0 0,0 0 1 0 0,2-1-1 0 0,0 1 1 0 0,1-1-1 0 0,0 0 1 0 0,1 0-1 0 0,1-1 1 0 0,9 18-1 0 0,0-9-58 0 0,0-1-1 0 0,2 0 0 0 0,0-1 0 0 0,2-1 0 0 0,0-1 0 0 0,1-1 0 0 0,1-1 1 0 0,1 0-1 0 0,42 25 0 0 0,-38-28-452 0 0,1-1 1 0 0,0-1 0 0 0,45 14-1 0 0,-49-20-607 0 0,0-2-1 0 0,0 0 1 0 0,0-2 0 0 0,44 2-1 0 0,-50-5-489 0 0,1-2 0 0 0,-1 0 0 0 0,0-1 0 0 0,0 0 0 0 0,28-10 0 0 0,2-5-3608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11:17:10.9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0 398 18292 0 0,'12'-102'3805'0'0,"19"-154"-1274"0"0,-30 232-2483 0 0,-1 24-52 0 0,1-1 1 0 0,-1 1-1 0 0,0-1 1 0 0,0 1-1 0 0,0-1 1 0 0,0 1-1 0 0,0-1 1 0 0,0 1-1 0 0,0-1 0 0 0,0 1 1 0 0,0-1-1 0 0,0 1 1 0 0,0-1-1 0 0,0 1 1 0 0,0-1-1 0 0,-1 1 1 0 0,1-1-1 0 0,0 1 1 0 0,0-1-1 0 0,-1 1 1 0 0,1-1-1 0 0,0 1 1 0 0,0-1-1 0 0,-1 1 1 0 0,1-1-1 0 0,0 1 1 0 0,-1 0-1 0 0,1-1 0 0 0,-1 1 1 0 0,1 0-1 0 0,-1-1 1 0 0,1 1-1 0 0,0 0 1 0 0,-1 0-1 0 0,1-1 1 0 0,-2 1-1 0 0,1 3 8 0 0,-1 0 0 0 0,1 0 0 0 0,0 0-1 0 0,0 0 1 0 0,0 0 0 0 0,0 0 0 0 0,0 0-1 0 0,1 1 1 0 0,-1-1 0 0 0,1 0 0 0 0,0 6-1 0 0,-1 0-9 0 0,-9 116 100 0 0,4 1 0 0 0,23 240-1 0 0,-8-265-481 0 0,5-1-1 0 0,34 131 1 0 0,-33-181-653 0 0,2 1 0 0 0,28 53 0 0 0,-28-70-864 0 0,2-1 0 0 0,1-1-1 0 0,42 51 1 0 0,-61-81 1748 0 0,3 3-340 0 0,-1 0 0 0 0,1 0 0 0 0,0-1 0 0 0,1 0 0 0 0,-1 0 0 0 0,1 0 0 0 0,-1 0 0 0 0,1-1 0 0 0,0 1 0 0 0,1-1 0 0 0,-1-1-1 0 0,8 4 1 0 0,-13-6 461 0 0,1 0 0 0 0,-1 0 0 0 0,0 0 0 0 0,1 0-1 0 0,-1 0 1 0 0,1 0 0 0 0,-1 0 0 0 0,0 0 0 0 0,1 0-1 0 0,-1 0 1 0 0,0 0 0 0 0,1 0 0 0 0,-1-1 0 0 0,0 1 0 0 0,1 0-1 0 0,-1 0 1 0 0,0 0 0 0 0,1-1 0 0 0,-1 1 0 0 0,0 0-1 0 0,0 0 1 0 0,1 0 0 0 0,-1-1 0 0 0,0 1 0 0 0,0 0-1 0 0,1-1 1 0 0,-1 1 0 0 0,0 0 0 0 0,0-1 0 0 0,0 1-1 0 0,0 0 1 0 0,1-1 0 0 0,-1 1 0 0 0,0 0 0 0 0,0-1 0 0 0,0 1-1 0 0,0 0 1 0 0,0-1 0 0 0,0 1 0 0 0,0 0 0 0 0,0-1-1 0 0,0 1 1 0 0,0-1 0 0 0,0 1 0 0 0,0 0 0 0 0,0-1-1 0 0,0 1 1 0 0,-1 0 0 0 0,1-1 0 0 0,0 1 0 0 0,0 0 0 0 0,0-1-1 0 0,0 1 1 0 0,-1 0 0 0 0,1-1 0 0 0,0 1 0 0 0,0 0-1 0 0,-1-1 1 0 0,-12-24-600 0 0,12 24 525 0 0,-17-29-857 0 0,-5-5-991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11:17:11.2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140 90 4937 0 0,'-33'-24'4668'0'0,"15"11"-3070"0"0,0 0-1 0 0,0 2 1 0 0,-35-17-1 0 0,70 33-1007 0 0,0-2-1 0 0,0 1 0 0 0,1-2 1 0 0,-1 0-1 0 0,22-1 1 0 0,128-4-3579 0 0,-58 1 1997 0 0,-48 4 357 0 0,-1 2 0 0 0,1 3 0 0 0,-1 2-1 0 0,0 4 1 0 0,115 38 0 0 0,-152-44 1358 0 0,0-1-1 0 0,42 4 1 0 0,-43-7 451 0 0,-1 0-1 0 0,1 1 1 0 0,33 12 0 0 0,-50-14-1133 0 0,-1 1 0 0 0,0-1 0 0 0,1 1 0 0 0,-1 0 0 0 0,0 0 0 0 0,0 1 0 0 0,-1-1 0 0 0,1 1 0 0 0,-1 0 0 0 0,1-1 0 0 0,-1 2 0 0 0,0-1 0 0 0,-1 0 0 0 0,1 0 0 0 0,-1 1 0 0 0,0 0 0 0 0,0-1 0 0 0,0 1 0 0 0,1 6 0 0 0,2 10-37 0 0,-1 1 0 0 0,-1 0 0 0 0,1 25 0 0 0,-3-22 26 0 0,7 120-1800 0 0,-8-115-1203 0 0,-5 35 0 0 0,4-63 2691 0 0,-5 24-3210 0 0,5-25 3311 0 0,1-1 0 0 0,0 1 0 0 0,-1 0 0 0 0,1-1 0 0 0,0 1 0 0 0,-1-1 0 0 0,1 1 0 0 0,-1-1 0 0 0,1 1 0 0 0,-1-1 0 0 0,1 1 0 0 0,-1-1 0 0 0,0 0 0 0 0,1 1 0 0 0,-1-1 0 0 0,1 0 0 0 0,-1 0 0 0 0,0 1 0 0 0,1-1 0 0 0,-1 0 0 0 0,-1 0 0 0 0,-7 0-2904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11:17:11.3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21 20804 0 0,'-2'-8'2089'0'0,"1"2"-1497"0"0,1 1-552 0 0,1 4-272 0 0,4 2 112 0 0,0 1 0 0 0,4 3-240 0 0,4 2-304 0 0,1 3-449 0 0,-2 2-247 0 0,3 3-320 0 0,-4-1-553 0 0,-4 2-607 0 0,3-1-473 0 0,-2 3 48 0 0,3 0-1456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11:17:11.6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2 486 19308 0 0,'7'1'281'0'0,"0"0"-1"0"0,1 0 1 0 0,-1 1 0 0 0,-1 0-1 0 0,1 0 1 0 0,7 4 0 0 0,14 4-257 0 0,22 4 37 0 0,0-1 0 0 0,1-4 0 0 0,88 7 0 0 0,-121-16 27 0 0,0 0 0 0 0,0-2-1 0 0,0 0 1 0 0,0-1 0 0 0,0 0 0 0 0,18-8 0 0 0,-25 7 70 0 0,0 0 0 0 0,0-1 0 0 0,-1 0 0 0 0,0-1-1 0 0,0-1 1 0 0,-1 1 0 0 0,0-1 0 0 0,0-1 0 0 0,0 0 0 0 0,11-13 0 0 0,-17 17-93 0 0,0 0 1 0 0,0 0-1 0 0,0-1 0 0 0,-1 1 1 0 0,1-1-1 0 0,-1 1 0 0 0,0-1 1 0 0,-1 0-1 0 0,1 0 0 0 0,-1 0 1 0 0,0 0-1 0 0,0 0 0 0 0,0 0 1 0 0,-1 0-1 0 0,0-6 0 0 0,0 3-59 0 0,-1-1 0 0 0,-1 1 0 0 0,0 0 0 0 0,0 0 0 0 0,0 0 0 0 0,-1 0 0 0 0,-1 0 0 0 0,-4-10-1 0 0,-8-8-118 0 0,-1 1-1 0 0,-1 1 0 0 0,-41-43 0 0 0,43 52 68 0 0,0 0 0 0 0,-1 0-1 0 0,0 2 1 0 0,-1 0 0 0 0,-1 1 0 0 0,0 1 0 0 0,0 0 0 0 0,-1 2-1 0 0,-1 0 1 0 0,-26-7 0 0 0,29 11-355 0 0,1 2-1 0 0,0 0 1 0 0,-1 1-1 0 0,0 0 1 0 0,-28 2-1 0 0,31 1-560 0 0,1 1 0 0 0,-1 0 1 0 0,1 1-1 0 0,0 1 0 0 0,-1 0 0 0 0,2 1 0 0 0,-18 9 0 0 0,28-13 427 0 0,1 0-1 0 0,-1 0 0 0 0,1 1 1 0 0,0-1-1 0 0,-1 1 0 0 0,1-1 1 0 0,0 1-1 0 0,0 0 0 0 0,0 0 1 0 0,0 0-1 0 0,0 0 0 0 0,0 0 1 0 0,1 1-1 0 0,-1-1 0 0 0,1 0 1 0 0,-1 1-1 0 0,-1 3 0 0 0,3 5-2762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11:17:11.9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 17604 0 0,'15'-1'364'0'0,"1"1"-1"0"0,-1 0 1 0 0,1 2 0 0 0,-1-1 0 0 0,1 2 0 0 0,-1 0 0 0 0,0 1-1 0 0,0 0 1 0 0,0 2 0 0 0,-1-1 0 0 0,0 2 0 0 0,0 0 0 0 0,19 13 0 0 0,-8-3 70 0 0,0 2 1 0 0,-2 1 0 0 0,0 0 0 0 0,-1 2 0 0 0,35 46 0 0 0,-38-44-275 0 0,3 7-63 0 0,1-1 0 0 0,1-2 0 0 0,2 0 0 0 0,49 39 0 0 0,-73-65-46 0 0,1 0 0 0 0,1 0-1 0 0,-1-1 1 0 0,0 0 0 0 0,0 1 0 0 0,0-1-1 0 0,1-1 1 0 0,-1 1 0 0 0,0 0-1 0 0,1-1 1 0 0,-1 1 0 0 0,1-1 0 0 0,-1 0-1 0 0,0 0 1 0 0,1-1 0 0 0,-1 1-1 0 0,1-1 1 0 0,-1 1 0 0 0,0-1 0 0 0,1 0-1 0 0,-1-1 1 0 0,0 1 0 0 0,0 0-1 0 0,0-1 1 0 0,0 0 0 0 0,5-3 0 0 0,8-7 100 0 0,-1 0 1 0 0,0 0-1 0 0,22-26 1 0 0,-12 12-62 0 0,5-2 193 0 0,35-26 1 0 0,-52 45-134 0 0,0 0 1 0 0,0 1-1 0 0,1 1 0 0 0,0 0 0 0 0,0 1 1 0 0,15-5-1 0 0,-23 9-121 0 0,-1 1 0 0 0,1 0-1 0 0,0 0 1 0 0,-1 0 0 0 0,1 1 0 0 0,0 0 0 0 0,-1 0 0 0 0,1 0-1 0 0,-1 1 1 0 0,1 0 0 0 0,0 0 0 0 0,-1 0 0 0 0,1 1-1 0 0,-1-1 1 0 0,10 6 0 0 0,-9-3-28 0 0,1 0 0 0 0,-1 0 0 0 0,0 1 0 0 0,-1 0 0 0 0,1 0 0 0 0,-1 1 0 0 0,0 0 0 0 0,0-1 0 0 0,-1 2 0 0 0,7 10 0 0 0,-1 3-115 0 0,-1 0-1 0 0,-1 1 0 0 0,0 0 0 0 0,-2 1 0 0 0,0 0 0 0 0,4 44 0 0 0,-6-29-910 0 0,-1-1 0 0 0,-2 0 0 0 0,-6 50 0 0 0,3-69-504 0 0,-1 0-1 0 0,-1 0 1 0 0,-10 27-1 0 0,10-33-11 0 0,-1 0-1 0 0,-1-1 0 0 0,0 1 0 0 0,0-1 1 0 0,-1 0-1 0 0,-9 10 0 0 0,-30 27-4625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11:17:12.7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88 200 13347 0 0,'-6'-6'683'0'0,"-5"-4"69"0"0,0 0 0 0 0,1 0 0 0 0,0-1 0 0 0,1-1 0 0 0,-11-17 0 0 0,18 27-729 0 0,1-1-1 0 0,0 1 1 0 0,0-1-1 0 0,0 0 1 0 0,0 0 0 0 0,0 1-1 0 0,0-1 1 0 0,1 0-1 0 0,-1 0 1 0 0,1 0-1 0 0,0 0 1 0 0,0 0 0 0 0,0 1-1 0 0,0-1 1 0 0,1 0-1 0 0,-1 0 1 0 0,1 0-1 0 0,-1 0 1 0 0,1 1 0 0 0,0-1-1 0 0,0 0 1 0 0,0 1-1 0 0,1-1 1 0 0,-1 0-1 0 0,1 1 1 0 0,-1 0-1 0 0,1-1 1 0 0,0 1 0 0 0,0 0-1 0 0,0 0 1 0 0,0 0-1 0 0,0 0 1 0 0,5-3-1 0 0,-4 3-20 0 0,0-1-1 0 0,0 1 0 0 0,0 0 0 0 0,0 0 0 0 0,1 1 0 0 0,-1-1 1 0 0,1 1-1 0 0,-1-1 0 0 0,1 1 0 0 0,-1 0 0 0 0,1 1 0 0 0,0-1 0 0 0,-1 0 1 0 0,1 1-1 0 0,0 0 0 0 0,0 0 0 0 0,4 1 0 0 0,-2 0 39 0 0,-1 0 0 0 0,1 1 0 0 0,-1 0-1 0 0,1 0 1 0 0,-1 0 0 0 0,0 1 0 0 0,0 0 0 0 0,0 0-1 0 0,0 0 1 0 0,5 5 0 0 0,7 9 125 0 0,0 0 1 0 0,-1 1-1 0 0,-1 0 1 0 0,16 26-1 0 0,-29-40-161 0 0,45 68 339 0 0,54 113 0 0 0,21 87-222 0 0,-53-113-153 0 0,18 25-782 0 0,191 302 0 0 0,-202-375-35 0 0,5-3-1 0 0,4-4 0 0 0,164 154 0 0 0,-195-213 1329 0 0,2-2-1 0 0,1-3 0 0 0,3-3 0 0 0,1-2 1 0 0,1-2-1 0 0,2-4 0 0 0,1-2 0 0 0,1-3 1 0 0,93 21-1 0 0,-115-37-263 0 0,1-1 0 0 0,-1-2 0 0 0,1-2 0 0 0,1-2 0 0 0,-1-2-1 0 0,0-2 1 0 0,71-14 0 0 0,305-95-217 0 0,-408 108 3 0 0,325-110-239 0 0,61-18-72 0 0,10 32 144 0 0,-112 56 667 0 0,3 14-1 0 0,556 14 1 0 0,-353 40-117 0 0,250 26-196 0 0,-481-31-324 0 0,1128 49 660 0 0,-73-5-36 0 0,-161 47 179 0 0,660 33 489 0 0,-1709-139-1058 0 0,527 11 789 0 0,0-31 217 0 0,-150-24 226 0 0,928-197 0 0 0,463-328-219 0 0,-1731 508-1111 0 0,-2-6 0 0 0,180-105 0 0 0,-326 164-22 0 0,56-37-1481 0 0,-58 38 1338 0 0,0 0 0 0 0,0-1 0 0 0,-1 1 0 0 0,1-1 0 0 0,-1 0 1 0 0,0 0-1 0 0,0 0 0 0 0,0 0 0 0 0,0-1 0 0 0,-1 1 0 0 0,4-10 1 0 0,-6 13-44 0 0,0 0 1 0 0,0 1-1 0 0,0-1 1 0 0,0 0-1 0 0,0 0 1 0 0,0 0-1 0 0,0 0 1 0 0,0 0-1 0 0,-1 0 1 0 0,1 0-1 0 0,0 0 1 0 0,-1 0-1 0 0,1 0 1 0 0,0 0-1 0 0,-1 0 1 0 0,1 0-1 0 0,-1 1 1 0 0,0-1-1 0 0,1 0 1 0 0,-1 0 0 0 0,0 1-1 0 0,1-1 1 0 0,-1 0-1 0 0,0 1 1 0 0,0-1-1 0 0,0 1 1 0 0,1-1-1 0 0,-1 1 1 0 0,0-1-1 0 0,0 1 1 0 0,0 0-1 0 0,0-1 1 0 0,-1 1-1 0 0,-35-9-5317 0 0,12 6 764 0 0,-37 1 0 0 0,2 2-689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11:17:13.1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646 800 17924 0 0,'-267'-21'1498'0'0,"-85"-9"50"0"0,327 26-1582 0 0,23 4-58 0 0,6-1-20 0 0,39 4-56 0 0,266 7 127 0 0,327-31-1 0 0,307-73 200 0 0,-887 88-157 0 0,612-71 245 0 0,897-99 1449 0 0,4 43-296 0 0,75 69-648 0 0,5 48 307 0 0,-194 4 12 0 0,-3-34 25 0 0,-822 13-257 0 0,492-23 728 0 0,0 34-336 0 0,62 70-1517 0 0,-1145-44-288 0 0,51 6-1550 0 0,-79-8 593 0 0,-1 0 1 0 0,0 1 0 0 0,14 6-1 0 0,-22-8 1060 0 0,-1-1 0 0 0,0 0-1 0 0,0 1 1 0 0,0 0 0 0 0,0-1-1 0 0,0 1 1 0 0,0-1 0 0 0,0 1-1 0 0,0 0 1 0 0,0 0 0 0 0,0 0-1 0 0,0 0 1 0 0,0 0-1 0 0,-1-1 1 0 0,1 1 0 0 0,0 0-1 0 0,-1 1 1 0 0,1-1 0 0 0,0 0-1 0 0,-1 0 1 0 0,1 0 0 0 0,-1 0-1 0 0,0 0 1 0 0,1 1 0 0 0,-1 1-1 0 0,-5 13-7064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11:18:42.4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11 142 11723 0 0,'-3'10'876'0'0,"1"0"0"0"0,0 0 0 0 0,0 0 0 0 0,1 1 0 0 0,0-1 0 0 0,1 0 0 0 0,1 1 0 0 0,2 17 0 0 0,3 5 810 0 0,14 44 1 0 0,-7-34-850 0 0,86 227 1888 0 0,-48-144-2075 0 0,99 204-27 0 0,19 52-309 0 0,-148-324-313 0 0,-5-14-5 0 0,-1 1-1 0 0,14 72 1 0 0,-28-116-10 0 0,-1-1 1 0 0,0 1-1 0 0,0 0 1 0 0,1-1-1 0 0,-1 1 1 0 0,0 0-1 0 0,0-1 1 0 0,0 1-1 0 0,0 0 1 0 0,0 0 0 0 0,0-1-1 0 0,0 1 1 0 0,0 0-1 0 0,0-1 1 0 0,0 1-1 0 0,0 0 1 0 0,0 0-1 0 0,0-1 1 0 0,-1 1-1 0 0,1 0 1 0 0,0-1-1 0 0,-1 1 1 0 0,1-1-1 0 0,0 1 1 0 0,-1 0 0 0 0,0 0-1 0 0,-12-12-484 0 0,-14-30-103 0 0,26 39 613 0 0,-30-55-271 0 0,1-2 1 0 0,-41-123 0 0 0,40 77 406 0 0,-18-109 1 0 0,35 130 99 0 0,4-1-1 0 0,0-165 0 0 0,13 190-102 0 0,2 1 0 0 0,3-1 0 0 0,2 1 0 0 0,3 1-1 0 0,22-60 1 0 0,21-19 408 0 0,-47 117-444 0 0,2 1-1 0 0,0 1 1 0 0,1 0 0 0 0,26-30 0 0 0,-36 45-88 0 0,1 1 0 0 0,0-1 0 0 0,-1 0 0 0 0,1 1 0 0 0,0 0 0 0 0,1 0 0 0 0,-1 0 0 0 0,0 0 1 0 0,1 0-1 0 0,-1 0 0 0 0,1 1 0 0 0,-1 0 0 0 0,1 0 0 0 0,0 0 0 0 0,0 0 0 0 0,-1 0 0 0 0,7 1 1 0 0,-5 0-7 0 0,0 1 1 0 0,0-1 0 0 0,0 1 0 0 0,0 1 0 0 0,0-1-1 0 0,-1 1 1 0 0,1 0 0 0 0,0 0 0 0 0,-1 0 0 0 0,1 1-1 0 0,6 4 1 0 0,7 8-15 0 0,0 1 0 0 0,-1 1 0 0 0,-1 0 0 0 0,22 32-1 0 0,-25-33-27 0 0,268 398 125 0 0,-37 23-4565 0 0,-145-270-1835 0 0,-23-63-3945 0 0,-59-81 4516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11:18:42.6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107 336 14803 0 0,'-16'8'1780'0'0,"-1"0"0"0"0,2 2 0 0 0,-1 0 0 0 0,-26 23-1 0 0,41-30 456 0 0,10-6-1218 0 0,12-7-385 0 0,264-177-12 0 0,-142 99-5427 0 0,-5-6-8322 0 0,-104 68 6188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11:18:42.8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97 1 17212 0 0,'-7'4'811'0'0,"1"1"1"0"0,-1 0-1 0 0,1 1 1 0 0,0-1-1 0 0,0 1 1 0 0,1 0 0 0 0,0 1-1 0 0,0-1 1 0 0,0 1-1 0 0,1 0 1 0 0,-6 12-1 0 0,5-7-271 0 0,1 1-1 0 0,0-1 1 0 0,1 1-1 0 0,0-1 0 0 0,1 1 1 0 0,-1 23-1 0 0,3-5-297 0 0,2 0 1 0 0,1 0-1 0 0,1 0 0 0 0,2-1 1 0 0,13 44-1 0 0,-1-23-107 0 0,46 94 0 0 0,40 43-335 0 0,-64-117-27 0 0,160 260-213 0 0,-87-173-2027 0 0,11-11-3948 0 0,-42-58-4929 0 0,-56-65 3868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11:18:43.2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160 582 16844 0 0,'-1'8'631'0'0,"1"0"0"0"0,0 0 0 0 0,0 0 0 0 0,1 0 0 0 0,0-1 1 0 0,0 1-1 0 0,1 0 0 0 0,0 0 0 0 0,0-1 0 0 0,6 11 0 0 0,-4-9-391 0 0,1 0-1 0 0,0 0 0 0 0,0-1 1 0 0,1 0-1 0 0,0 0 0 0 0,1-1 0 0 0,-1 1 1 0 0,10 6-1 0 0,-11-9-244 0 0,0-1 0 0 0,1 0 1 0 0,-1 0-1 0 0,1 0 0 0 0,0 0 0 0 0,0-1 0 0 0,1 0 0 0 0,-1-1 1 0 0,1 1-1 0 0,-1-1 0 0 0,1 0 0 0 0,0-1 0 0 0,-1 0 0 0 0,1 0 1 0 0,0 0-1 0 0,0-1 0 0 0,0 0 0 0 0,0 0 0 0 0,0-1 0 0 0,-1 0 1 0 0,1 0-1 0 0,0 0 0 0 0,0-1 0 0 0,-1 0 0 0 0,1 0 0 0 0,8-5 1 0 0,0-3 69 0 0,-2 0 0 0 0,1 0 0 0 0,-1-1 0 0 0,-1-1 0 0 0,0 0 0 0 0,0-1 0 0 0,-1 0 0 0 0,-1 0 0 0 0,0-2 1 0 0,-1 1-1 0 0,-1-1 0 0 0,0 0 0 0 0,-1-1 0 0 0,6-18 0 0 0,-3 5 163 0 0,-2-1 0 0 0,0-1 0 0 0,-2 1 0 0 0,-2-1 0 0 0,0 0 0 0 0,-2-60 0 0 0,-3 76-192 0 0,-1 0 0 0 0,0 1 0 0 0,-1-1 0 0 0,-1 1 0 0 0,0-1 0 0 0,-1 1 0 0 0,0 0 0 0 0,-1 1 0 0 0,-1-1 0 0 0,0 1 0 0 0,-1 1 0 0 0,0-1 0 0 0,-1 1 0 0 0,-16-17 0 0 0,18 22-45 0 0,-1-1 0 0 0,0 2-1 0 0,-1-1 1 0 0,0 1-1 0 0,0 0 1 0 0,0 1 0 0 0,0 0-1 0 0,-1 0 1 0 0,0 1-1 0 0,0 0 1 0 0,0 1 0 0 0,0 0-1 0 0,-1 1 1 0 0,1 0-1 0 0,-1 0 1 0 0,0 1-1 0 0,1 1 1 0 0,-1 0 0 0 0,0 0-1 0 0,-19 4 1 0 0,14 0-146 0 0,1 0 0 0 0,0 1 0 0 0,0 1 0 0 0,0 0 0 0 0,1 1 0 0 0,0 0 0 0 0,0 1 1 0 0,1 1-1 0 0,0 0 0 0 0,0 1 0 0 0,1 1 0 0 0,1 0 0 0 0,0 0 0 0 0,0 1 0 0 0,1 0 0 0 0,0 1 0 0 0,-12 22 0 0 0,12-17-412 0 0,1 0-1 0 0,1 0 0 0 0,0 1 0 0 0,2 0 1 0 0,-9 37-1 0 0,12-39-622 0 0,1 1 1 0 0,0 0-1 0 0,1 0 1 0 0,2 0-1 0 0,-1 0 1 0 0,6 29-1 0 0,-4-40 262 0 0,-1 0 0 0 0,1 0 0 0 0,0-1 0 0 0,1 0 0 0 0,0 1 0 0 0,0-1 1 0 0,0 0-1 0 0,1 0 0 0 0,4 6 0 0 0,8 6-3060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11:18:43.6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1 580 5001 0 0,'32'0'2099'0'0,"1"2"-1"0"0,44 8 1 0 0,-54-5-1693 0 0,0 1 1 0 0,-1 1 0 0 0,0 0-1 0 0,0 2 1 0 0,-1 1 0 0 0,0 1-1 0 0,19 13 1 0 0,-2-1-272 0 0,-2 3-1 0 0,-1 0 1 0 0,38 39 0 0 0,-61-53-152 0 0,-1 1-1 0 0,0 1 1 0 0,-1 0-1 0 0,0 0 1 0 0,-1 1 0 0 0,-1 0-1 0 0,0 1 1 0 0,-1 0 0 0 0,-1 0-1 0 0,0 0 1 0 0,4 21 0 0 0,-8-19-93 0 0,1-1 1 0 0,-2 0-1 0 0,0 1 1 0 0,-2 0-1 0 0,0-1 1 0 0,0 0-1 0 0,-2 1 1 0 0,0-1 0 0 0,-1 0-1 0 0,-1 0 1 0 0,-7 17-1 0 0,7-20 73 0 0,-1-1 0 0 0,0 0 0 0 0,-1-1 0 0 0,0 0 0 0 0,-1 0 0 0 0,-1 0 0 0 0,0-1 0 0 0,0 0 0 0 0,-1-1 0 0 0,0 0 0 0 0,-1 0 0 0 0,0-2 0 0 0,-1 1 0 0 0,-12 7 0 0 0,18-13 242 0 0,0 0 0 0 0,0 0 0 0 0,-1-1 0 0 0,1 0 0 0 0,-1 0 0 0 0,1 0 0 0 0,-1-1 0 0 0,0 0 0 0 0,1 0 0 0 0,-1 0 0 0 0,0-1 0 0 0,0 0 0 0 0,1-1 0 0 0,-1 1 0 0 0,0-1 0 0 0,1 0 0 0 0,-1-1 0 0 0,1 0 0 0 0,-12-4 0 0 0,10 1 101 0 0,0 1 0 0 0,0-1 0 0 0,1-1-1 0 0,-1 1 1 0 0,1-1 0 0 0,0-1 0 0 0,1 1 0 0 0,0-1 0 0 0,0 0 0 0 0,0-1-1 0 0,1 1 1 0 0,0-1 0 0 0,-7-17 0 0 0,5 9-203 0 0,1-2 1 0 0,1 1 0 0 0,0-1-1 0 0,2 0 1 0 0,0 0-1 0 0,1 0 1 0 0,1 0 0 0 0,0 0-1 0 0,2 0 1 0 0,0-1-1 0 0,1 1 1 0 0,4-19 0 0 0,5-11 453 0 0,1 1 1 0 0,3 0-1 0 0,25-56 1 0 0,-24 67-2 0 0,2 0 1 0 0,1 2-1 0 0,1 0 0 0 0,33-40 1 0 0,-38 56-302 0 0,1 0 1 0 0,0 2-1 0 0,1 0 1 0 0,1 1-1 0 0,0 1 0 0 0,1 0 1 0 0,1 2-1 0 0,35-18 1 0 0,-30 18-282 0 0,1 1 1 0 0,0 2-1 0 0,0 0 1 0 0,1 2-1 0 0,0 1 1 0 0,28-3-1 0 0,-44 8 0 0 0,0 0-1 0 0,0-1 1 0 0,-1 0 0 0 0,1-1-1 0 0,0 0 1 0 0,-1-1 0 0 0,0 0-1 0 0,0-1 1 0 0,0 0 0 0 0,11-8-1 0 0,-16 9 31 0 0,0 0 1 0 0,0 0-1 0 0,0-1 0 0 0,0 0 1 0 0,-1 0-1 0 0,0 0 0 0 0,0 0 1 0 0,-1-1-1 0 0,1 1 0 0 0,-1-1 1 0 0,0 0-1 0 0,-1 0 0 0 0,1 0 0 0 0,-1-1 1 0 0,-1 1-1 0 0,1-1 0 0 0,-1 1 1 0 0,1-9-1 0 0,-2 8 21 0 0,1 1 0 0 0,-1-1-1 0 0,0 0 1 0 0,-1 1 0 0 0,0-1 0 0 0,0 1-1 0 0,0-1 1 0 0,-1 1 0 0 0,0 0 0 0 0,0-1-1 0 0,-1 1 1 0 0,1 0 0 0 0,-1 0 0 0 0,-1 1-1 0 0,1-1 1 0 0,-1 1 0 0 0,0-1 0 0 0,0 1-1 0 0,-1 0 1 0 0,1 1 0 0 0,-9-7 0 0 0,-2 0 30 0 0,-1 1 0 0 0,0 1 0 0 0,0 0 0 0 0,-1 1 1 0 0,0 1-1 0 0,-28-8 0 0 0,27 10-29 0 0,-1 0 1 0 0,0 1 0 0 0,0 1-1 0 0,-1 1 1 0 0,1 1-1 0 0,0 1 1 0 0,-1 0 0 0 0,-37 6-1 0 0,48-4-91 0 0,0-1 0 0 0,0 1-1 0 0,1 1 1 0 0,-1 0 0 0 0,1 0 0 0 0,0 1-1 0 0,0-1 1 0 0,0 2 0 0 0,0-1 0 0 0,1 1-1 0 0,0 0 1 0 0,0 1 0 0 0,0 0 0 0 0,1 0-1 0 0,0 0 1 0 0,0 1 0 0 0,0 0 0 0 0,1 0-1 0 0,0 1 1 0 0,0-1 0 0 0,-6 15 0 0 0,10-19-169 0 0,-1 1 0 0 0,1-1 0 0 0,0 1 1 0 0,0-1-1 0 0,0 1 0 0 0,1-1 1 0 0,-1 1-1 0 0,1-1 0 0 0,0 1 1 0 0,0 0-1 0 0,0-1 0 0 0,0 1 0 0 0,1 0 1 0 0,-1-1-1 0 0,1 1 0 0 0,0-1 1 0 0,0 1-1 0 0,1-1 0 0 0,-1 0 0 0 0,2 4 1 0 0,0-4-288 0 0,-1 0 1 0 0,1 0-1 0 0,0 0 1 0 0,0-1-1 0 0,0 1 1 0 0,0-1-1 0 0,0 1 1 0 0,0-1-1 0 0,1 0 0 0 0,-1-1 1 0 0,1 1-1 0 0,-1 0 1 0 0,1-1-1 0 0,0 0 1 0 0,0 0-1 0 0,-1 0 1 0 0,1 0-1 0 0,6-1 1 0 0,1 1-1277 0 0,-1-1-1 0 0,1 0 1 0 0,0 0 0 0 0,21-5 0 0 0,-2-1-2507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11:18:43.9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140 272 4433 0 0,'13'7'1286'0'0,"0"1"-1"0"0,-1 0 1 0 0,0 1-1 0 0,0 1 1 0 0,20 20 0 0 0,-28-24-937 0 0,0-1 0 0 0,0 1-1 0 0,-1 0 1 0 0,1 0 0 0 0,-1 0 0 0 0,-1 0 0 0 0,1 0 0 0 0,-1 1 0 0 0,0-1 0 0 0,-1 1 0 0 0,0 0 0 0 0,0-1-1 0 0,0 1 1 0 0,-1 0 0 0 0,0 10 0 0 0,-1-6 83 0 0,0 0-1 0 0,0-1 1 0 0,-2 1 0 0 0,1 0-1 0 0,-1-1 1 0 0,-1 0-1 0 0,-6 14 1 0 0,8-18-135 0 0,-1-1 0 0 0,-1 1 0 0 0,1-1 0 0 0,-1 1-1 0 0,0-1 1 0 0,0 0 0 0 0,-1 0 0 0 0,1-1 0 0 0,-1 1 0 0 0,0-1 0 0 0,0 0 0 0 0,-1 0 0 0 0,-7 4 0 0 0,10-7-179 0 0,1 0 1 0 0,0 0-1 0 0,-1-1 0 0 0,1 1 1 0 0,0-1-1 0 0,-1 1 0 0 0,1-1 1 0 0,-1 0-1 0 0,1 1 1 0 0,-1-1-1 0 0,1 0 0 0 0,-1-1 1 0 0,1 1-1 0 0,-1 0 0 0 0,1-1 1 0 0,-1 0-1 0 0,1 1 1 0 0,-4-2-1 0 0,2-1 32 0 0,0 1 0 0 0,0-1-1 0 0,0 0 1 0 0,0 0 0 0 0,0 0 0 0 0,0 0 0 0 0,1-1-1 0 0,-6-6 1 0 0,0-3 77 0 0,0 0 0 0 0,2 0 0 0 0,-1 0 0 0 0,2-1 0 0 0,-6-15 0 0 0,4 7-103 0 0,1 0 0 0 0,1-1-1 0 0,1 1 1 0 0,2-1-1 0 0,0 0 1 0 0,1-1-1 0 0,1 1 1 0 0,3-39-1 0 0,0 50-172 0 0,0 0 1 0 0,0 0-1 0 0,1 0 0 0 0,1 0 0 0 0,0 1 1 0 0,1-1-1 0 0,0 1 0 0 0,0 0 0 0 0,2 0 1 0 0,-1 1-1 0 0,1 0 0 0 0,0 0 0 0 0,1 1 1 0 0,0 0-1 0 0,1 0 0 0 0,0 1 0 0 0,0 0 1 0 0,14-9-1 0 0,-13 11-795 0 0,0 0 1 0 0,1 0-1 0 0,0 1 0 0 0,0 1 0 0 0,0 0 1 0 0,0 0-1 0 0,1 1 0 0 0,21-3 1 0 0,-18 5-2296 0 0,-1 0-1 0 0,0 1 1 0 0,1 0 0 0 0,15 4 0 0 0,-8-1-2432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11:18:44.1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10266 0 0,'4'15'2784'0'0,"25"90"7850"0"0,-24-91-10190 0 0,1 1 0 0 0,0-1 1 0 0,1-1-1 0 0,0 1 0 0 0,10 11 1 0 0,-14-21-480 0 0,1 0 1 0 0,0 0 0 0 0,0-1 0 0 0,0 0-1 0 0,1 0 1 0 0,-1 0 0 0 0,1 0-1 0 0,0-1 1 0 0,-1 0 0 0 0,1 0 0 0 0,9 3-1 0 0,-11-5-451 0 0,0 1-1 0 0,0 0 1 0 0,0-1 0 0 0,0 0-1 0 0,0 0 1 0 0,0 0-1 0 0,0 0 1 0 0,0 0-1 0 0,6-1 1 0 0,-8 0-213 0 0,1 1 1 0 0,0-1-1 0 0,-1 0 0 0 0,1 1 1 0 0,-1-1-1 0 0,0 0 1 0 0,1 0-1 0 0,-1 0 0 0 0,0 0 1 0 0,1 0-1 0 0,-1 0 1 0 0,0 0-1 0 0,0-1 0 0 0,0 1 1 0 0,0 0-1 0 0,0-1 0 0 0,0 1 1 0 0,0 0-1 0 0,0-3 1 0 0,2-3-4660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11:18:44.2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116 49 14803 0 0,'-2'-5'710'0'0,"-1"1"-1"0"0,0 0 0 0 0,1 0 1 0 0,-1 0-1 0 0,-1 0 1 0 0,1 0-1 0 0,0 1 1 0 0,-1-1-1 0 0,0 1 1 0 0,-5-4-1 0 0,8 7-644 0 0,-1-1 1 0 0,1 1-1 0 0,-1-1 1 0 0,1 1-1 0 0,-1 0 0 0 0,0 0 1 0 0,1-1-1 0 0,-1 1 1 0 0,1 0-1 0 0,-1 0 0 0 0,0 1 1 0 0,1-1-1 0 0,-1 0 1 0 0,1 0-1 0 0,-1 1 0 0 0,1-1 1 0 0,-1 1-1 0 0,1-1 1 0 0,-1 1-1 0 0,1 0 0 0 0,-1 0 1 0 0,1 0-1 0 0,0-1 1 0 0,-1 1-1 0 0,1 0 0 0 0,0 1 1 0 0,0-1-1 0 0,0 0 1 0 0,0 0-1 0 0,0 0 0 0 0,0 1 1 0 0,0-1-1 0 0,-1 3 1 0 0,-3 3-237 0 0,-12 16-478 0 0,12-9-3447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11:18:44.4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 0 19332 0 0,'-7'6'6593'0'0,"5"9"-3630"0"0,3 24-1926 0 0,-1-24 154 0 0,2 29-1067 0 0,2-1 0 0 0,2 1 0 0 0,2-1 0 0 0,2 0 0 0 0,1-1 0 0 0,2 0 0 0 0,3-1 0 0 0,1 0 0 0 0,1-1 0 0 0,3-2 0 0 0,29 45 0 0 0,-33-60-840 0 0,1-1 0 0 0,0-1 0 0 0,2 0 0 0 0,0-1 0 0 0,24 17 0 0 0,11 1-4180 0 0,3-9-3853 0 0,-41-24 4266 0 0,-2-2-1896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11:18:45.0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91 421 14355 0 0,'-7'3'713'0'0,"0"0"-1"0"0,0 1 1 0 0,1 0 0 0 0,-1 0-1 0 0,1 1 1 0 0,0 0 0 0 0,0 0-1 0 0,-7 8 1 0 0,10-10-454 0 0,1 0-1 0 0,-1 0 1 0 0,1 1 0 0 0,-1 0 0 0 0,1-1-1 0 0,0 1 1 0 0,1 0 0 0 0,-1 0 0 0 0,1 0 0 0 0,-1 0-1 0 0,1 0 1 0 0,1 0 0 0 0,-1 1 0 0 0,0-1-1 0 0,1 0 1 0 0,0 8 0 0 0,1-11-219 0 0,-1 0 0 0 0,0 0 0 0 0,1 0 0 0 0,-1 0 0 0 0,0 0 0 0 0,1 0 0 0 0,-1 0 0 0 0,1 0 1 0 0,0-1-1 0 0,-1 1 0 0 0,1 0 0 0 0,0 0 0 0 0,-1-1 0 0 0,1 1 0 0 0,0-1 0 0 0,0 1 0 0 0,0 0 0 0 0,-1-1 0 0 0,1 1 0 0 0,0-1 0 0 0,0 0 0 0 0,0 1 0 0 0,0-1 0 0 0,0 0 0 0 0,0 1 0 0 0,0-1 0 0 0,0 0 0 0 0,0 0 1 0 0,0 0-1 0 0,0 0 0 0 0,0 0 0 0 0,0 0 0 0 0,0 0 0 0 0,0 0 0 0 0,0-1 0 0 0,0 1 0 0 0,0 0 0 0 0,0 0 0 0 0,1-1 0 0 0,41-13 292 0 0,-15 0-541 0 0,-1 0 0 0 0,0-2 0 0 0,-1-1 0 0 0,26-22 0 0 0,90-89-6288 0 0,-18 15-980 0 0,-32 44 3910 0 0,17-16 4530 0 0,-95 71 435 0 0,11-11 2298 0 0,-10 18 2217 0 0,-17 15-1403 0 0,-2 30-1767 0 0,4-25-2475 0 0,1-1-1 0 0,0 1 0 0 0,0 0 1 0 0,2 0-1 0 0,-1 0 1 0 0,2-1-1 0 0,0 0 0 0 0,0 0 1 0 0,11 22-1 0 0,0-6 518 0 0,2 0-1 0 0,34 45 1 0 0,-42-62-785 0 0,0-1 0 0 0,1 0 0 0 0,0-1 0 0 0,1 0 0 0 0,0-1 0 0 0,0 0 0 0 0,1 0 0 0 0,0-1 0 0 0,21 8 0 0 0,-26-12 0 0 0,-1 0 0 0 0,1-1 0 0 0,1 0 0 0 0,-1 0 0 0 0,0 0 0 0 0,0-1 0 0 0,1 0 0 0 0,-1-1 0 0 0,0 0 0 0 0,1 0 0 0 0,-1 0 0 0 0,0-1 0 0 0,1 0 0 0 0,-1-1 0 0 0,0 1 0 0 0,0-2 0 0 0,0 1 0 0 0,0-1 0 0 0,10-5 0 0 0,-11 5 0 0 0,-1-1 0 0 0,0 0 0 0 0,0 0 0 0 0,-1-1 0 0 0,1 1 0 0 0,-1-1 0 0 0,0 0 0 0 0,0 0 0 0 0,-1-1 0 0 0,5-7 0 0 0,1-5 0 0 0,-2 0 0 0 0,6-21 0 0 0,-8 23 0 0 0,1 0 0 0 0,0 0 0 0 0,10-18 0 0 0,-16 34 0 0 0,0-1 0 0 0,1 1 0 0 0,-1 0 0 0 0,0 0 0 0 0,0 0 0 0 0,0 0 0 0 0,0 0 0 0 0,0-1 0 0 0,0 1 0 0 0,0 0 0 0 0,0 0 0 0 0,0 0 0 0 0,0 0 0 0 0,1 0 0 0 0,-1 0 0 0 0,0-1 0 0 0,0 1 0 0 0,0 0 0 0 0,0 0 0 0 0,0 0 0 0 0,0 0 0 0 0,1 0 0 0 0,-1 0 0 0 0,0 0 0 0 0,0 0 0 0 0,0 0 0 0 0,0 0 0 0 0,1 0 0 0 0,-1 0 0 0 0,0 0 0 0 0,0 0 0 0 0,0 0 0 0 0,0 0 0 0 0,1 0 0 0 0,-1 0 0 0 0,0 0 0 0 0,0 0 0 0 0,0 0 0 0 0,0 0 0 0 0,0 0 0 0 0,1 0 0 0 0,-1 0 0 0 0,0 0 0 0 0,0 0 0 0 0,0 0 0 0 0,6 10 0 0 0,1 20 0 0 0,-5-22 0 0 0,-1-5-67 0 0,-1-1 0 0 0,1 1 0 0 0,1 0 0 0 0,-1-1 0 0 0,0 1 0 0 0,0-1 0 0 0,1 0 0 0 0,0 1 0 0 0,-1-1 0 0 0,1 0 0 0 0,0 0 0 0 0,3 3 0 0 0,-4-5 42 0 0,0 1-1 0 0,0-1 0 0 0,0 1 0 0 0,0-1 0 0 0,0 1 0 0 0,0-1 0 0 0,0 0 0 0 0,1 1 0 0 0,-1-1 1 0 0,0 0-1 0 0,0 0 0 0 0,0 0 0 0 0,0 0 0 0 0,0 0 0 0 0,0 0 0 0 0,0 0 0 0 0,1 0 0 0 0,-1-1 0 0 0,0 1 1 0 0,0 0-1 0 0,0-1 0 0 0,0 1 0 0 0,0-1 0 0 0,0 1 0 0 0,0-1 0 0 0,0 1 0 0 0,0-1 0 0 0,0 0 0 0 0,0 1 1 0 0,-1-1-1 0 0,1 0 0 0 0,0 0 0 0 0,1-1 0 0 0,3-4 50 0 0,-1 0-1 0 0,1-1 1 0 0,-1 1 0 0 0,0-1-1 0 0,4-11 1 0 0,-6 13-3 0 0,0 0 0 0 0,0 0 0 0 0,0 1 0 0 0,1-1-1 0 0,-1 1 1 0 0,1-1 0 0 0,0 1 0 0 0,1 0 0 0 0,-1 0 0 0 0,1 1 0 0 0,-1-1 0 0 0,1 1-1 0 0,0-1 1 0 0,0 1 0 0 0,6-3 0 0 0,-7 6-3 0 0,0-1-1 0 0,0 1 1 0 0,0 0-1 0 0,0-1 1 0 0,0 1 0 0 0,0 1-1 0 0,0-1 1 0 0,-1 0-1 0 0,1 1 1 0 0,0-1-1 0 0,0 1 1 0 0,0 0 0 0 0,0 0-1 0 0,0 0 1 0 0,-1 0-1 0 0,1 1 1 0 0,0-1-1 0 0,4 4 1 0 0,45 37 26 0 0,-48-38-51 0 0,73 72-76 0 0,-48-45-52 0 0,2-2 1 0 0,60 46-1 0 0,-85-71-150 0 0,25 15-1376 0 0,-29-18 1397 0 0,-1 0 0 0 0,0 0 1 0 0,0-1-1 0 0,0 1 0 0 0,1-1 1 0 0,-1 1-1 0 0,0-1 0 0 0,0 0 1 0 0,1 1-1 0 0,-1-1 0 0 0,0 0 1 0 0,1 0-1 0 0,-1 0 0 0 0,1 0 1 0 0,-1 0-1 0 0,0 0 0 0 0,1 0 1 0 0,-1 0-1 0 0,0-1 0 0 0,1 1 1 0 0,0-1-1 0 0,-1 0-324 0 0,-1 0 0 0 0,0 0 0 0 0,1 0 0 0 0,-1 0 0 0 0,0-1 1 0 0,0 1-1 0 0,0 0 0 0 0,0 0 0 0 0,0 0 0 0 0,0 0 0 0 0,0-1 0 0 0,0 1 0 0 0,0 0 0 0 0,-1 0 0 0 0,1 0 0 0 0,0 0 0 0 0,-1 0 0 0 0,1 0 1 0 0,-1 0-1 0 0,1 0 0 0 0,-1-1 0 0 0,-1-3-2004 0 0,-1-4-3399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11:18:45.7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7757 1157 9482 0 0,'-58'-56'2518'0'0,"-2"4"0"0"0,-2 2 0 0 0,-88-54 1 0 0,82 63-1719 0 0,-3 4 0 0 0,-1 3 0 0 0,-1 3 0 0 0,-2 3 1 0 0,-148-35-1 0 0,85 39-423 0 0,-1 5 0 0 0,0 7 0 0 0,-1 5 0 0 0,-195 16 0 0 0,71 18-146 0 0,-356 81 1 0 0,165 2 71 0 0,5 20-1 0 0,6 19 1 0 0,8 20-1 0 0,7 18 1 0 0,-412 249-1 0 0,552-262 258 0 0,7 13 0 0 0,-489 425-1 0 0,650-499-215 0 0,-122 145-1 0 0,201-208-286 0 0,2 3 1 0 0,3 1 0 0 0,1 2-1 0 0,4 2 1 0 0,-47 111 0 0 0,69-140-54 0 0,2 0 1 0 0,1 0-1 0 0,1 1 1 0 0,1 0-1 0 0,2 1 1 0 0,0-1-1 0 0,3 0 1 0 0,0 1-1 0 0,2-1 1 0 0,2 1-1 0 0,7 32 1 0 0,-2-27 13 0 0,1-1 1 0 0,2 0 0 0 0,2-1 0 0 0,1 0 0 0 0,2-1 0 0 0,1-1 0 0 0,1 0 0 0 0,43 52 0 0 0,-23-41-14 0 0,2-1 0 0 0,2-2 1 0 0,1-2-1 0 0,2-1 0 0 0,1-3 1 0 0,62 33-1 0 0,-10-14 35 0 0,2-5 0 0 0,137 46 0 0 0,-89-47-134 0 0,1-7 0 0 0,248 34 1 0 0,318-26 66 0 0,-352-54-86 0 0,-1-15 0 0 0,371-71-1 0 0,-286 6-41 0 0,530-175 1 0 0,-594 130 295 0 0,393-194 0 0 0,-546 211-37 0 0,-5-11 0 0 0,343-251-1 0 0,-408 251-16 0 0,-5-8-1 0 0,-7-5 0 0 0,245-295 0 0 0,-321 337-16 0 0,-5-3-1 0 0,70-133 1 0 0,-95 146 30 0 0,-4-1 0 0 0,-3-2 0 0 0,32-126 0 0 0,-52 147-35 0 0,-2-1 0 0 0,-4-1 0 0 0,-3 0 0 0 0,-2 0 0 0 0,-7-83 0 0 0,-3 96-40 0 0,-2-1 0 0 0,-3 1 0 0 0,-2 0 0 0 0,-3 1 0 0 0,-2 1 0 0 0,-46-100 0 0 0,34 99-184 0 0,-2 2 0 0 0,-3 0 0 0 0,-2 3 0 0 0,-3 1 0 0 0,-1 1 0 0 0,-3 3 0 0 0,-1 1 0 0 0,-3 3 1 0 0,-1 1-1 0 0,-89-56 0 0 0,65 54-153 0 0,-1 3 0 0 0,-2 3 1 0 0,-2 3-1 0 0,-1 4 1 0 0,-2 3-1 0 0,0 4 1 0 0,-130-20-1 0 0,-139 10-4883 0 0,-3 33-7558 0 0,159 8 4648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11:18:48.5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63 573 14259 0 0,'-14'10'5188'0'0,"-24"20"-162"0"0,37-30-4886 0 0,0 1 1 0 0,1 0 0 0 0,-1 0 0 0 0,0 0 0 0 0,0 0 0 0 0,0 0 0 0 0,1 0 0 0 0,-1 0 0 0 0,1 0 0 0 0,-1 0 0 0 0,1 0 0 0 0,-1 0 0 0 0,1 0 0 0 0,-1 0 0 0 0,1 0 0 0 0,0 0-1 0 0,0 0 1 0 0,0 1 0 0 0,0-1 0 0 0,0 0 0 0 0,0 0 0 0 0,0 0 0 0 0,0 0 0 0 0,0 1 0 0 0,0-1 0 0 0,0 0 0 0 0,1 0 0 0 0,-1 0 0 0 0,0 0 0 0 0,1 0 0 0 0,-1 0 0 0 0,2 2 0 0 0,-1-2-83 0 0,0-1 0 0 0,0 1 0 0 0,0-1 0 0 0,0 0 1 0 0,0 1-1 0 0,0-1 0 0 0,-1 0 0 0 0,1 0 1 0 0,1 1-1 0 0,-1-1 0 0 0,0 0 0 0 0,0 0 1 0 0,0 0-1 0 0,0 0 0 0 0,0 0 0 0 0,0 0 0 0 0,0-1 1 0 0,0 1-1 0 0,0 0 0 0 0,0-1 0 0 0,0 1 1 0 0,-1 0-1 0 0,1-1 0 0 0,1 0 0 0 0,29-13 101 0 0,-24 10-2 0 0,129-74 651 0 0,-29 13-907 0 0,-36 23-536 0 0,129-102-1 0 0,-76 50-835 0 0,-47 34 326 0 0,27-18-1315 0 0,-87 67 917 0 0,0 0 0 0 0,0 2 1 0 0,1 0-1 0 0,25-8 1 0 0,12 5-8596 0 0,-31 11 4316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11:18:48.7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11 481 17500 0 0,'-6'14'2250'0'0,"1"3"1546"0"0,5-16-3721 0 0,1-1 0 0 0,-1 1 0 0 0,0-1 0 0 0,1 1-1 0 0,-1-1 1 0 0,1 0 0 0 0,-1 1 0 0 0,1-1 0 0 0,-1 0-1 0 0,1 1 1 0 0,-1-1 0 0 0,1 0 0 0 0,-1 0 0 0 0,1 1-1 0 0,-1-1 1 0 0,1 0 0 0 0,-1 0 0 0 0,1 0 0 0 0,-1 0-1 0 0,1 0 1 0 0,0 0 0 0 0,-1 0 0 0 0,1 0 0 0 0,-1 0-1 0 0,1 0 1 0 0,-1 0 0 0 0,1 0 0 0 0,-1 0 0 0 0,1 0-1 0 0,0 0 1 0 0,-1-1 0 0 0,1 1 0 0 0,0 0 0 0 0,7-2 241 0 0,-1 0 1 0 0,1-1 0 0 0,0 0 0 0 0,-1 0 0 0 0,0 0 0 0 0,0-1 0 0 0,0 0 0 0 0,0-1 0 0 0,0 1-1 0 0,-1-1 1 0 0,8-8 0 0 0,9-11-118 0 0,30-37 0 0 0,-32 35-24 0 0,-1 0-637 0 0,24-39 1 0 0,13-34-3765 0 0,-28 47 708 0 0,12-21-4633 0 0,-20 34 41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11:18:49.0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89 0 10650 0 0,'-15'15'4979'0'0,"-31"34"1767"0"0,42-45-6307 0 0,1 0 1 0 0,0 0-1 0 0,0 0 1 0 0,1 1-1 0 0,-1 0 1 0 0,1-1 0 0 0,0 1-1 0 0,0 0 1 0 0,1 0-1 0 0,-2 6 1 0 0,3-10-331 0 0,0 1-1 0 0,0 0 1 0 0,1 0 0 0 0,-1 0-1 0 0,0 0 1 0 0,1 0 0 0 0,-1-1-1 0 0,1 1 1 0 0,0 0 0 0 0,-1-1-1 0 0,1 1 1 0 0,0 0 0 0 0,0-1 0 0 0,0 1-1 0 0,0-1 1 0 0,1 1 0 0 0,-1-1-1 0 0,0 1 1 0 0,1-1 0 0 0,-1 0-1 0 0,0 0 1 0 0,1 0 0 0 0,-1 0-1 0 0,1 0 1 0 0,0 0 0 0 0,-1 0 0 0 0,1 0-1 0 0,0-1 1 0 0,0 1 0 0 0,2 0-1 0 0,8 3 86 0 0,0-1 0 0 0,1 0 0 0 0,15 1 0 0 0,-21-3-80 0 0,69 6-56 0 0,-1-3-1 0 0,99-8 0 0 0,-97 0-136 0 0,0 4 0 0 0,89 10 0 0 0,-133-6 70 0 0,0 2-1 0 0,1 1 1 0 0,-2 1-1 0 0,51 20 1 0 0,-75-25 3 0 0,0 1 0 0 0,0 0 0 0 0,-1 0 0 0 0,0 1 0 0 0,0 0 0 0 0,0 0 0 0 0,0 1 0 0 0,-1-1 1 0 0,1 1-1 0 0,-2 1 0 0 0,1-1 0 0 0,-1 1 0 0 0,0 0 0 0 0,0 1 0 0 0,-1-1 0 0 0,0 1 0 0 0,0-1 0 0 0,-1 1 0 0 0,0 1 0 0 0,0-1 0 0 0,-1 0 1 0 0,0 0-1 0 0,1 11 0 0 0,-2 2-249 0 0,0-1 0 0 0,-2 0 1 0 0,0 0-1 0 0,-2 0 1 0 0,0 0-1 0 0,-1 0 0 0 0,-1 0 1 0 0,-1-1-1 0 0,-12 29 0 0 0,-11 12-3454 0 0,-57 88 0 0 0,0 2-9543 0 0,67-111 7494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11:18:49.3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199 11 19284 0 0,'-12'-3'1347'0'0,"0"0"-1"0"0,0 1 1 0 0,-1 1 0 0 0,-22 0-1 0 0,31 1-1146 0 0,1 0 0 0 0,0 0 0 0 0,-1 1 0 0 0,1-1 0 0 0,-1 1 1 0 0,1 0-1 0 0,0 0 0 0 0,0 0 0 0 0,-1 0 0 0 0,1 1 0 0 0,0-1 0 0 0,0 1 0 0 0,0 0 0 0 0,1 0 0 0 0,-1 0 0 0 0,0 0 0 0 0,1 1 0 0 0,-1-1 0 0 0,1 1 0 0 0,0-1 0 0 0,-4 6 0 0 0,-2 10-76 0 0,0 0-1 0 0,2 0 1 0 0,0 0-1 0 0,1 1 1 0 0,1 0-1 0 0,0 0 1 0 0,2 0-1 0 0,0 0 1 0 0,1 27-1 0 0,4 25 423 0 0,15 82 0 0 0,-14-126-524 0 0,48 249-2729 0 0,8 77-2401 0 0,-59-351 4841 0 0,1 51-5912 0 0,-4-19-5362 0 0,0-26 6144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11:18:49.6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59 873 6465 0 0,'-19'-69'4156'0'0,"-12"-54"-655"0"0,28 105-2978 0 0,0-1 0 0 0,2 0 0 0 0,0 0 0 0 0,2-30 0 0 0,-1 44-229 0 0,1 0 0 0 0,0 0-1 0 0,0 1 1 0 0,0-1 0 0 0,0 0 0 0 0,1 1 0 0 0,0-1 0 0 0,0 0-1 0 0,0 1 1 0 0,0 0 0 0 0,5-7 0 0 0,-5 9-91 0 0,0 1 0 0 0,-1-1 0 0 0,1 0 0 0 0,1 1 0 0 0,-1-1 0 0 0,0 1 0 0 0,0 0 0 0 0,0 0 1 0 0,1 0-1 0 0,-1 0 0 0 0,0 0 0 0 0,1 0 0 0 0,-1 0 0 0 0,1 1 0 0 0,-1 0 0 0 0,1-1 0 0 0,0 1 0 0 0,-1 0 0 0 0,1 0 0 0 0,-1 0 0 0 0,1 0 0 0 0,4 2 0 0 0,79 17 1627 0 0,-62-12-1730 0 0,-1-2 1 0 0,1 0-1 0 0,1-2 0 0 0,37 1 1 0 0,-42-4-378 0 0,1-2 0 0 0,-1-1 0 0 0,1-1 0 0 0,-1 0 0 0 0,0-1 0 0 0,-1-2 0 0 0,1 0 0 0 0,-1-1 0 0 0,23-13 0 0 0,-26 11-509 0 0,0 0-1 0 0,-1-1 1 0 0,0-1 0 0 0,-1-1-1 0 0,0 0 1 0 0,-1 0-1 0 0,0-2 1 0 0,-1 1 0 0 0,-1-2-1 0 0,12-20 1 0 0,-2-3-57 0 0,22-52 1 0 0,-37 77 1240 0 0,-1 0-1 0 0,-1 0 1 0 0,0-1-1 0 0,-1 1 0 0 0,-1-1 1 0 0,0 1-1 0 0,-1-27 1 0 0,-1 40-230 0 0,0-1 0 0 0,0 1 0 0 0,0-1 0 0 0,0 1 0 0 0,0-1 0 0 0,-1 1 0 0 0,1-1 0 0 0,-1 1 0 0 0,1-1 0 0 0,-1 1 0 0 0,1-1 0 0 0,-1 1 0 0 0,-2-3 0 0 0,3 4-88 0 0,0 0-1 0 0,-1-1 1 0 0,1 1 0 0 0,0 0 0 0 0,-1 0-1 0 0,1 0 1 0 0,0-1 0 0 0,-1 1 0 0 0,1 0 0 0 0,-1 0-1 0 0,1 0 1 0 0,-1 0 0 0 0,1 0 0 0 0,0 0-1 0 0,-1 0 1 0 0,1 0 0 0 0,-1 0 0 0 0,1 0 0 0 0,0 0-1 0 0,-1 0 1 0 0,1 0 0 0 0,-1 0 0 0 0,1 1-1 0 0,0-1 1 0 0,-1 0 0 0 0,1 0 0 0 0,-1 0 0 0 0,1 1-1 0 0,0-1 1 0 0,-1 0 0 0 0,1 1 0 0 0,-3 1 151 0 0,1 0 0 0 0,-1 1 0 0 0,1-1 0 0 0,0 1 0 0 0,0 0 0 0 0,0 0 0 0 0,0 0 0 0 0,0 0 0 0 0,1 0 1 0 0,-2 5-1 0 0,-4 15 345 0 0,1 0 0 0 0,1 1 0 0 0,1-1 0 0 0,-1 43 0 0 0,8 101 137 0 0,0-106-639 0 0,-2-30-945 0 0,5 207 2032 0 0,-7-159-6644 0 0,-3 1-8083 0 0,4-69 6440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11:18:49.7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 74 17044 0 0,'-2'-12'1667'0'0,"0"-1"0"0"0,1 0 0 0 0,0-19 0 0 0,1 32-1633 0 0,0 0 0 0 0,0 0 0 0 0,0 0 0 0 0,0 0 1 0 0,0 0-1 0 0,0 0 0 0 0,0 0 0 0 0,0 0 0 0 0,0-1 1 0 0,0 1-1 0 0,0 0 0 0 0,0 0 0 0 0,0 0 0 0 0,0 0 0 0 0,0 0 1 0 0,0 0-1 0 0,0 0 0 0 0,0-1 0 0 0,0 1 0 0 0,0 0 1 0 0,0 0-1 0 0,0 0 0 0 0,0 0 0 0 0,0 0 0 0 0,0 0 0 0 0,0 0 1 0 0,0 0-1 0 0,0-1 0 0 0,0 1 0 0 0,0 0 0 0 0,0 0 1 0 0,0 0-1 0 0,1 0 0 0 0,-1 0 0 0 0,0 0 0 0 0,0 0 0 0 0,0 0 1 0 0,0 0-1 0 0,0 0 0 0 0,0 0 0 0 0,0 0 0 0 0,0-1 0 0 0,0 1 1 0 0,1 0-1 0 0,-1 0 0 0 0,0 0 0 0 0,0 0 0 0 0,0 0 1 0 0,0 0-1 0 0,0 0 0 0 0,0 0 0 0 0,0 0 0 0 0,1 0 0 0 0,-1 0 1 0 0,0 0-1 0 0,0 0 0 0 0,0 0 0 0 0,0 0 0 0 0,0 0 1 0 0,0 1-1 0 0,0-1 0 0 0,1 0 0 0 0,-1 0 0 0 0,0 0 0 0 0,0 0 1 0 0,6 10 1076 0 0,4 14-53 0 0,73 325 1753 0 0,10 29-4429 0 0,-83-346-1348 0 0,16 32-1 0 0,7-5-8916 0 0,-18-38 3778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11:18:50.1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188 495 16852 0 0,'-1'-3'739'0'0,"1"1"0"0"0,-1-1 0 0 0,1 1 0 0 0,0-1 0 0 0,0 0 0 0 0,0 1 1 0 0,0-1-1 0 0,0 1 0 0 0,1-1 0 0 0,0-3 0 0 0,19-47 2071 0 0,-5 19-1740 0 0,-9 12-918 0 0,0-2-1 0 0,-1 1 1 0 0,-1-1-1 0 0,-2 0 1 0 0,0 1-1 0 0,-2-28 1 0 0,0 42-136 0 0,-1 0 0 0 0,1 0 0 0 0,-2 0-1 0 0,1 0 1 0 0,-1 0 0 0 0,-1 0 0 0 0,1 1 0 0 0,-2-1 0 0 0,1 1 0 0 0,-1 0 0 0 0,0 0 0 0 0,-1 0 0 0 0,0 1 0 0 0,0-1 0 0 0,-1 1-1 0 0,1 0 1 0 0,-2 1 0 0 0,1 0 0 0 0,-9-8 0 0 0,12 12-15 0 0,0 0 0 0 0,0 0 0 0 0,0 1 0 0 0,-1-1 0 0 0,1 0 0 0 0,0 1 0 0 0,-1 0 0 0 0,1 0 0 0 0,0 0 0 0 0,-1 0 0 0 0,1 1 0 0 0,-1-1 0 0 0,0 1 0 0 0,1 0 0 0 0,-1 0 0 0 0,1 0 0 0 0,-1 0 0 0 0,1 1 0 0 0,-1 0 0 0 0,1-1 0 0 0,-1 1 0 0 0,1 0 0 0 0,-1 1 0 0 0,1-1 0 0 0,0 1 0 0 0,0-1 0 0 0,0 1 0 0 0,0 0 0 0 0,0 0 0 0 0,0 0 0 0 0,0 1 0 0 0,1-1 0 0 0,-1 1 0 0 0,1-1 0 0 0,0 1-1 0 0,-3 4 1 0 0,-1 1 8 0 0,0 1-1 0 0,1 0 0 0 0,0 0 0 0 0,0 1 0 0 0,1-1 1 0 0,1 1-1 0 0,0 0 0 0 0,0 0 0 0 0,1 0 0 0 0,0 0 1 0 0,-1 16-1 0 0,3-9 1 0 0,1 0 0 0 0,1 0-1 0 0,0-1 1 0 0,1 1 0 0 0,1 0 0 0 0,0-1 0 0 0,2 0 0 0 0,0 0 0 0 0,0-1 0 0 0,1 1 0 0 0,1-1-1 0 0,1-1 1 0 0,0 0 0 0 0,22 25 0 0 0,-22-28-35 0 0,1 0-1 0 0,1-1 1 0 0,0 0-1 0 0,0-1 1 0 0,1-1-1 0 0,0 0 1 0 0,0 0 0 0 0,1-1-1 0 0,0-1 1 0 0,0 0-1 0 0,1 0 1 0 0,-1-2-1 0 0,1 0 1 0 0,0 0-1 0 0,1-1 1 0 0,-1-1 0 0 0,23 1-1 0 0,-21-3-149 0 0,-1 0 0 0 0,1-2 0 0 0,-1 1 0 0 0,0-2 1 0 0,1 0-1 0 0,19-7 0 0 0,-28 7-137 0 0,0 0 1 0 0,-1 0-1 0 0,1-1 1 0 0,-1 0-1 0 0,1 0 1 0 0,-1-1-1 0 0,0 1 1 0 0,-1-1-1 0 0,1-1 1 0 0,-1 1-1 0 0,0-1 1 0 0,0 0-1 0 0,-1 0 1 0 0,8-13-1 0 0,3-15-3000 0 0,-1 1-1 0 0,-1-2 1 0 0,-2 0-1 0 0,7-40 1 0 0,-9 32-2242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11:18:50.2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141 353 9546 0 0,'0'-43'3025'0'0,"-2"-101"3877"0"0,0 123-5688 0 0,-1-1-1 0 0,-1 0 0 0 0,0 1 1 0 0,-11-30-1 0 0,15 49-1094 0 0,-1 0-1 0 0,0 1 1 0 0,1-1-1 0 0,-1 0 1 0 0,0 1-1 0 0,0-1 1 0 0,1 1-1 0 0,-1-1 1 0 0,0 1-1 0 0,-1 0 1 0 0,1-1-1 0 0,0 1 1 0 0,0 0 0 0 0,-1 0-1 0 0,1 0 1 0 0,0 0-1 0 0,-1 0 1 0 0,-2-2-1 0 0,3 3-26 0 0,0 0 0 0 0,0 0 0 0 0,0 0 0 0 0,-1 0-1 0 0,1 0 1 0 0,0 0 0 0 0,0 0 0 0 0,0 0 0 0 0,0 1-1 0 0,-1-1 1 0 0,1 0 0 0 0,0 1 0 0 0,0-1 0 0 0,0 0 0 0 0,0 1-1 0 0,0 0 1 0 0,0-1 0 0 0,0 1 0 0 0,0 0 0 0 0,-1 1 0 0 0,-3 2 90 0 0,1 0 0 0 0,0 1 0 0 0,1-1 0 0 0,-1 1 1 0 0,1 0-1 0 0,0 0 0 0 0,0 0 0 0 0,1 1 1 0 0,-4 9-1 0 0,-2 15-65 0 0,1 1 1 0 0,2 0 0 0 0,1 0 0 0 0,1 0-1 0 0,2 45 1 0 0,5-17 141 0 0,20 114 0 0 0,-10-111-262 0 0,3 0 0 0 0,2-1 0 0 0,3-1 0 0 0,2-1 0 0 0,3-2 0 0 0,3 0 0 0 0,2-2 0 0 0,45 60 0 0 0,-61-96-978 0 0,0 0 0 0 0,1-1 0 0 0,33 27 0 0 0,-12-19-3975 0 0,4-6-4144 0 0,-24-14-443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11:18:50.4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134 299 16083 0 0,'-2'0'348'0'0,"-9"-1"1142"0"0,-1 0 1 0 0,1 1 0 0 0,-1 0 0 0 0,-19 3-1 0 0,29-3-1312 0 0,-1 1-1 0 0,0 0 0 0 0,0 0 1 0 0,1 0-1 0 0,-1 0 0 0 0,0 0 0 0 0,1 0 1 0 0,-1 1-1 0 0,1-1 0 0 0,0 1 1 0 0,-1 0-1 0 0,1 0 0 0 0,0 0 0 0 0,0 0 1 0 0,0 0-1 0 0,0 0 0 0 0,1 0 1 0 0,-1 1-1 0 0,0-1 0 0 0,1 1 1 0 0,0-1-1 0 0,-1 1 0 0 0,1-1 0 0 0,-1 4 1 0 0,2-5-152 0 0,0-1 1 0 0,0 1-1 0 0,-1-1 1 0 0,1 1-1 0 0,0 0 1 0 0,0-1-1 0 0,0 1 0 0 0,0-1 1 0 0,-1 1-1 0 0,1-1 1 0 0,0 1-1 0 0,0 0 1 0 0,0-1-1 0 0,0 1 1 0 0,0-1-1 0 0,1 1 1 0 0,-1-1-1 0 0,0 1 1 0 0,0 0-1 0 0,0-1 1 0 0,0 1-1 0 0,1-1 1 0 0,-1 1-1 0 0,0-1 0 0 0,0 1 1 0 0,1-1-1 0 0,-1 1 1 0 0,1-1-1 0 0,-1 1 1 0 0,0-1-1 0 0,1 0 1 0 0,0 1-1 0 0,0 0-13 0 0,0-1-1 0 0,1 0 0 0 0,-1 0 1 0 0,0 0-1 0 0,1 1 0 0 0,-1-1 1 0 0,0 0-1 0 0,1-1 0 0 0,-1 1 1 0 0,0 0-1 0 0,1 0 1 0 0,-1-1-1 0 0,2 0 0 0 0,38-17-206 0 0,-13 0-564 0 0,0-2 0 0 0,-2 0 0 0 0,0-2 0 0 0,23-26 0 0 0,20-28-3983 0 0,-3-2-3293 0 0,-45 52 4359 0 0,10-12-2845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11:18:51.2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104 31 15003 0 0,'-3'-3'984'0'0,"-1"0"1"0"0,1-1-1 0 0,-1 1 0 0 0,0 0 0 0 0,0 1 1 0 0,0-1-1 0 0,0 1 0 0 0,0 0 0 0 0,-7-3 1 0 0,9 5-853 0 0,1 0 1 0 0,-1-1 0 0 0,1 1-1 0 0,-1 0 1 0 0,1 0-1 0 0,0 0 1 0 0,-1 0 0 0 0,1 1-1 0 0,-1-1 1 0 0,1 0-1 0 0,-1 1 1 0 0,1-1 0 0 0,0 1-1 0 0,-1-1 1 0 0,1 1-1 0 0,0-1 1 0 0,-1 1 0 0 0,1 0-1 0 0,0 0 1 0 0,0 0 0 0 0,0 0-1 0 0,-1 0 1 0 0,1 0-1 0 0,0 0 1 0 0,0 0 0 0 0,1 0-1 0 0,-1 0 1 0 0,0 1-1 0 0,0-1 1 0 0,1 0 0 0 0,-1 0-1 0 0,0 1 1 0 0,1-1-1 0 0,-1 1 1 0 0,1 1 0 0 0,-5 9 10 0 0,2 1 0 0 0,0 0 0 0 0,0 0 0 0 0,1 1 0 0 0,1-1-1 0 0,0 0 1 0 0,1 1 0 0 0,1-1 0 0 0,0 1 0 0 0,5 23 0 0 0,5 14 622 0 0,26 69 0 0 0,-29-94-720 0 0,53 164-45 0 0,95 254 0 0 0,-147-422 0 0 0,2 1 0 0 0,1-2 0 0 0,0 1 0 0 0,2-2 0 0 0,17 22 0 0 0,-25-36 0 0 0,0 0 0 0 0,0 0 0 0 0,0-1 0 0 0,0 1 0 0 0,1-2 0 0 0,0 1 0 0 0,0-1 0 0 0,11 5 0 0 0,-13-7 0 0 0,-1 0 0 0 0,1-1 0 0 0,0 0 0 0 0,0 0 0 0 0,0 0 0 0 0,0-1 0 0 0,0 1 0 0 0,0-1 0 0 0,0-1 0 0 0,0 1 0 0 0,0-1 0 0 0,0 1 0 0 0,0-1 0 0 0,-1-1 0 0 0,6-1 0 0 0,-3 0 0 0 0,0-1 0 0 0,0 0 0 0 0,0 0 0 0 0,-1-1 0 0 0,0 1 0 0 0,0-1 0 0 0,0-1 0 0 0,-1 1 0 0 0,0-1 0 0 0,0 0 0 0 0,0 0 0 0 0,-1-1 0 0 0,0 1 0 0 0,0-1 0 0 0,0 0 0 0 0,3-12 0 0 0,5-12 0 0 0,-1-1 0 0 0,8-47 0 0 0,-18 77 0 0 0,12-90 0 0 0,-12 71 0 0 0,1 1 0 0 0,1 0 0 0 0,1 0 0 0 0,1 0 0 0 0,1 0 0 0 0,8-20 0 0 0,-13 40 0 0 0,-1-1 0 0 0,0 1 0 0 0,0 0 0 0 0,0-1 0 0 0,0 1 0 0 0,0-1 0 0 0,0 1 0 0 0,1 0 0 0 0,-1-1 0 0 0,0 1 0 0 0,0-1 0 0 0,1 1 0 0 0,-1 0 0 0 0,0-1 0 0 0,0 1 0 0 0,1 0 0 0 0,-1-1 0 0 0,1 1 0 0 0,-1 0 0 0 0,0 0 0 0 0,1-1 0 0 0,-1 1 0 0 0,0 0 0 0 0,1 0 0 0 0,-1 0 0 0 0,1 0 0 0 0,-1-1 0 0 0,1 1 0 0 0,-1 0 0 0 0,0 0 0 0 0,1 0 0 0 0,-1 0 0 0 0,1 0 0 0 0,-1 0 0 0 0,1 0 0 0 0,0 0 0 0 0,9 16 0 0 0,3 33 0 0 0,-12-44 0 0 0,12 48 0 0 0,31 82 0 0 0,-35-113 0 0 0,1-1 0 0 0,0 0 0 0 0,2-1 0 0 0,1 0 0 0 0,0-1 0 0 0,22 24 0 0 0,-34-41-5 0 0,1 0 0 0 0,0 1 0 0 0,0-1 0 0 0,0-1 0 0 0,0 1 0 0 0,0 0-1 0 0,1 0 1 0 0,-1-1 0 0 0,1 1 0 0 0,-1-1 0 0 0,1 0 0 0 0,-1 0 0 0 0,1 0 0 0 0,-1 0 0 0 0,1 0 0 0 0,0-1 0 0 0,0 1 0 0 0,-1-1 0 0 0,1 0 0 0 0,0 1-1 0 0,0-1 1 0 0,0 0 0 0 0,-1-1 0 0 0,1 1 0 0 0,0-1 0 0 0,0 1 0 0 0,4-2 0 0 0,-3-1-3 0 0,0 1 0 0 0,0-1 0 0 0,0 1-1 0 0,0-1 1 0 0,-1 0 0 0 0,0 0 0 0 0,1-1 0 0 0,-1 1 0 0 0,0-1 0 0 0,-1 0 0 0 0,1 1 0 0 0,-1-1-1 0 0,1 0 1 0 0,-1-1 0 0 0,-1 1 0 0 0,3-6 0 0 0,5-21 19 0 0,-1 1 1 0 0,6-44-1 0 0,-10 43 33 0 0,3 0 0 0 0,11-38-1 0 0,-17 66-42 0 0,0 0 1 0 0,0 0-1 0 0,0 1 0 0 0,0-1 0 0 0,1 0 0 0 0,-1 1 0 0 0,1-1 0 0 0,0 1 0 0 0,-1 0 1 0 0,1-1-1 0 0,0 1 0 0 0,0 0 0 0 0,1 0 0 0 0,-1 0 0 0 0,0 0 0 0 0,1 1 0 0 0,4-3 1 0 0,-5 3 0 0 0,1 0 0 0 0,0 1 0 0 0,0-1 0 0 0,-1 1 0 0 0,1 0 0 0 0,0 0 0 0 0,0 0 0 0 0,0 0 0 0 0,0 0 0 0 0,-1 0 0 0 0,1 1 0 0 0,0 0 0 0 0,0-1 0 0 0,-1 1 0 0 0,4 2 0 0 0,9 5 8 0 0,0 0-1 0 0,-1 1 1 0 0,0 1-1 0 0,0 0 1 0 0,12 13-1 0 0,-4-4-4 0 0,-17-15-13 0 0,1 0 0 0 0,-1 0 1 0 0,1-1-1 0 0,0 1 0 0 0,0-2 0 0 0,0 1 0 0 0,0 0 1 0 0,1-1-1 0 0,-1 0 0 0 0,0-1 0 0 0,1 0 0 0 0,0 0 1 0 0,-1 0-1 0 0,1 0 0 0 0,0-1 0 0 0,-1 0 0 0 0,1-1 0 0 0,0 0 1 0 0,-1 0-1 0 0,1 0 0 0 0,-1-1 0 0 0,1 1 0 0 0,-1-2 1 0 0,0 1-1 0 0,0-1 0 0 0,0 0 0 0 0,0 0 0 0 0,0 0 1 0 0,-1-1-1 0 0,1 0 0 0 0,-1 0 0 0 0,0-1 0 0 0,0 1 1 0 0,0-1-1 0 0,-1 0 0 0 0,0 0 0 0 0,0-1 0 0 0,0 1 1 0 0,-1-1-1 0 0,5-10 0 0 0,-3 6 19 0 0,0 0 1 0 0,-1-1-1 0 0,0 0 1 0 0,-1 0-1 0 0,0 0 1 0 0,-1 0-1 0 0,0 0 0 0 0,-1-1 1 0 0,0 1-1 0 0,-1-1 1 0 0,0 1-1 0 0,-1 0 1 0 0,-3-19-1 0 0,2 21-2 0 0,-1 0 1 0 0,0 0-1 0 0,0 0 1 0 0,-1 0-1 0 0,-1 0 0 0 0,1 1 1 0 0,-1 0-1 0 0,-1 0 1 0 0,1 0-1 0 0,-1 1 1 0 0,-1 0-1 0 0,1 0 0 0 0,-1 0 1 0 0,0 1-1 0 0,-1 0 1 0 0,-11-8-1 0 0,8 7-22 0 0,-1 0 0 0 0,0 1 0 0 0,0 0 1 0 0,0 1-1 0 0,0 1 0 0 0,-1-1 0 0 0,-20-2 0 0 0,29 6 5 0 0,0 0-1 0 0,-1 1 1 0 0,1 0-1 0 0,0 0 1 0 0,0 0-1 0 0,-1 0 1 0 0,1 1-1 0 0,0 0 1 0 0,0 0-1 0 0,0 0 1 0 0,0 0-1 0 0,0 1 0 0 0,0-1 1 0 0,0 1-1 0 0,0 0 1 0 0,1 0-1 0 0,-1 0 1 0 0,1 1-1 0 0,-1 0 1 0 0,1-1-1 0 0,0 1 1 0 0,0 0-1 0 0,0 0 1 0 0,0 1-1 0 0,1-1 1 0 0,-1 0-1 0 0,-2 7 1 0 0,1-3-219 0 0,1 0 0 0 0,0 1 0 0 0,0-1 0 0 0,1 1 0 0 0,-1 0 0 0 0,2 0 0 0 0,-1 0 0 0 0,1 0 0 0 0,1 0 0 0 0,-1 0 0 0 0,1 0 0 0 0,1 0 1 0 0,-1 0-1 0 0,1 0 0 0 0,1 0 0 0 0,0 0 0 0 0,0 0 0 0 0,4 11 0 0 0,-3-13-207 0 0,-1 0 1 0 0,1-1-1 0 0,0 1 0 0 0,1-1 1 0 0,-1 0-1 0 0,1 0 1 0 0,0 0-1 0 0,0 0 0 0 0,1-1 1 0 0,-1 0-1 0 0,1 0 0 0 0,0 0 1 0 0,0 0-1 0 0,1-1 0 0 0,-1 0 1 0 0,1 0-1 0 0,-1 0 1 0 0,1-1-1 0 0,0 1 0 0 0,0-1 1 0 0,0-1-1 0 0,0 1 0 0 0,0-1 1 0 0,9 0-1 0 0,0 0-464 0 0,0-2-1 0 0,1 1 1 0 0,-1-2-1 0 0,0 0 1 0 0,0-1-1 0 0,-1 0 1 0 0,1-2-1 0 0,24-9 1 0 0,0-5 1449 0 0,62-39 0 0 0,-69 37 2978 0 0,1 1 1 0 0,67-27 0 0 0,-88 44-2939 0 0,1 0 0 0 0,-1 1 0 0 0,0 0 0 0 0,1 1 0 0 0,-1 0 0 0 0,0 1-1 0 0,1 1 1 0 0,-1 0 0 0 0,0 1 0 0 0,1 0 0 0 0,15 5 0 0 0,21 2 413 0 0,-41-7-914 0 0,-1-1 1 0 0,1-1-1 0 0,0 1 0 0 0,-1-1 1 0 0,1-1-1 0 0,0 1 0 0 0,0-1 1 0 0,-1-1-1 0 0,1 1 0 0 0,-1-1 1 0 0,1-1-1 0 0,-1 1 0 0 0,0-1 1 0 0,0-1-1 0 0,0 1 0 0 0,0-1 1 0 0,-1 0-1 0 0,0-1 0 0 0,1 1 1 0 0,-1-1-1 0 0,-1 0 0 0 0,1-1 1 0 0,-1 0-1 0 0,0 0 0 0 0,0 0 1 0 0,-1 0-1 0 0,0-1 0 0 0,0 1 1 0 0,0-1-1 0 0,-1 0 0 0 0,0 0 1 0 0,0-1-1 0 0,-1 1 0 0 0,0 0 1 0 0,0-1-1 0 0,-1 0 0 0 0,0 1 1 0 0,0-1-1 0 0,-1 0 0 0 0,0 1 1 0 0,-2-14-1 0 0,1 14-90 0 0,-1-1 0 0 0,-1 1 0 0 0,0 0 0 0 0,0 0 0 0 0,0 0 0 0 0,-1 0 0 0 0,1 1 0 0 0,-2 0 0 0 0,1-1 0 0 0,-1 1 0 0 0,0 1 0 0 0,0-1 0 0 0,-1 1 0 0 0,-5-5 0 0 0,-3-1 0 0 0,0 0 0 0 0,0 1 0 0 0,-1 1 0 0 0,0 0 0 0 0,-18-6 0 0 0,27 12 0 0 0,-1 0 0 0 0,1 1 0 0 0,-1 0 0 0 0,1 0 0 0 0,-1 1 0 0 0,0 0 0 0 0,1 0 0 0 0,-1 0 0 0 0,0 1 0 0 0,0 0 0 0 0,0 0 0 0 0,0 1 0 0 0,1 0 0 0 0,-1 0 0 0 0,0 1 0 0 0,1-1 0 0 0,-1 2 0 0 0,1-1 0 0 0,-1 1 0 0 0,1-1 0 0 0,0 2 0 0 0,0-1 0 0 0,1 1 0 0 0,-1 0 0 0 0,1 0 0 0 0,-1 0 0 0 0,1 1 0 0 0,1 0 0 0 0,-1 0 0 0 0,1 0 0 0 0,0 1 0 0 0,0-1 0 0 0,-6 13 0 0 0,-2 3-597 0 0,2 1 0 0 0,1 1 0 0 0,0-1-1 0 0,2 2 1 0 0,1-1 0 0 0,0 1 0 0 0,2-1 0 0 0,-2 37 0 0 0,6-58 139 0 0,0 0 0 0 0,0 0 0 0 0,1 0 1 0 0,-1-1-1 0 0,0 1 0 0 0,1 0 1 0 0,-1 0-1 0 0,1 0 0 0 0,0 0 0 0 0,1 2 1 0 0,-2-3 102 0 0,0-1 1 0 0,1 1 0 0 0,-1-1 0 0 0,1 0 0 0 0,-1 1 0 0 0,1-1-1 0 0,-1 1 1 0 0,1-1 0 0 0,-1 0 0 0 0,1 1 0 0 0,-1-1 0 0 0,1 0-1 0 0,-1 0 1 0 0,1 1 0 0 0,-1-1 0 0 0,1 0 0 0 0,0 0 0 0 0,-1 0-1 0 0,1 0 1 0 0,-1 0 0 0 0,1 0 0 0 0,0 0 0 0 0,-1 0 0 0 0,1 0-1 0 0,0 0 1 0 0,-1 0 0 0 0,1 0 0 0 0,-1 0 0 0 0,1 0 0 0 0,-1 0-1 0 0,1-1 1 0 0,0 1 0 0 0,-1 0 0 0 0,1-1 0 0 0,-1 1 0 0 0,1 0-1 0 0,0-1 1 0 0,11-8-6409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11:18:51.4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54 142 18476 0 0,'-5'-29'5172'0'0,"3"12"-3573"0"0,0 1 0 0 0,-2 0 0 0 0,0 0 0 0 0,-9-24 0 0 0,7 33-1156 0 0,1 13-112 0 0,1 20 2 0 0,3-21-316 0 0,-4 42-17 0 0,3-1 0 0 0,6 87 0 0 0,23 95 0 0 0,-21-188 0 0 0,14 90-2380 0 0,65 217 1 0 0,-61-271 591 0 0,5-1 0 0 0,2-2 0 0 0,3-1 0 0 0,50 76 0 0 0,-62-114-8206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11:18:51.9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6202 1250 13891 0 0,'-136'-105'7517'0'0,"86"71"-6992"0"0,-1 1 0 0 0,-2 3-1 0 0,-1 3 1 0 0,-86-33 0 0 0,56 33-302 0 0,-1 3 1 0 0,-2 4-1 0 0,0 4 1 0 0,-155-8-1 0 0,124 21-209 0 0,0 6 0 0 0,1 6-1 0 0,-124 23 1 0 0,69 4-237 0 0,-239 80 1 0 0,-144 102-157 0 0,273-84 335 0 0,6 11 1 0 0,-471 334-1 0 0,467-265 780 0 0,10 12 0 0 0,-311 335-1 0 0,445-411 32 0 0,-138 200 0 0 0,189-224-482 0 0,5 3 0 0 0,-79 175 1 0 0,114-200-167 0 0,4 2 0 0 0,5 2 0 0 0,-36 183 0 0 0,56-199-39 0 0,5 1-1 0 0,4 0 0 0 0,4 1 0 0 0,18 180 0 0 0,-4-197 93 0 0,3-1 0 0 0,3 0-1 0 0,4-1 1 0 0,3-2 0 0 0,3 0 0 0 0,38 71-1 0 0,-34-85-43 0 0,3-1-1 0 0,3-2 0 0 0,2-1 1 0 0,2-2-1 0 0,3-2 0 0 0,1-2 0 0 0,67 54 1 0 0,-36-42-97 0 0,3-4-1 0 0,2-4 1 0 0,2-3 0 0 0,2-4 0 0 0,104 40-1 0 0,-72-42 40 0 0,3-5 0 0 0,1-6-1 0 0,187 28 1 0 0,-134-40 57 0 0,349-4 0 0 0,163-82-16 0 0,-414 17-111 0 0,295-92 0 0 0,-377 80 0 0 0,-2-10 0 0 0,231-119 0 0 0,-260 102 0 0 0,-3-7 0 0 0,-5-6 0 0 0,-5-7 0 0 0,-4-6 0 0 0,-6-6 0 0 0,-4-6 0 0 0,140-174 0 0 0,-133 122 0 0 0,-8-7 0 0 0,116-215 0 0 0,-121 162 0 0 0,136-361 0 0 0,-185 380-65 0 0,52-238 0 0 0,-93 285-33 0 0,-7-1-1 0 0,7-187 1 0 0,-32 230 17 0 0,-5 0 1 0 0,-6 0-1 0 0,-33-184 1 0 0,18 212 38 0 0,-3 1 0 0 0,-5 1 0 0 0,-4 1 1 0 0,-86-171-1 0 0,75 189-407 0 0,-2 2-1 0 0,-4 2 1 0 0,-4 3 0 0 0,-2 1 0 0 0,-4 4-1 0 0,-2 2 1 0 0,-79-63 0 0 0,80 81-1211 0 0,-2 1 1 0 0,-2 4-1 0 0,-89-43 1 0 0,91 56-1757 0 0,-1 3-1 0 0,-1 3 1 0 0,-132-30 0 0 0,44 29-2922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11:19:38.4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4214 292 12763 0 0,'-44'-35'1055'0'0,"-17"-15"-1003"0"0,-3 2 1 0 0,-89-49-1 0 0,132 87-292 0 0,0 0 0 0 0,-1 2 0 0 0,0 0-1 0 0,-1 2 1 0 0,0 0 0 0 0,-38-4 0 0 0,24 8-53 0 0,1 0 0 0 0,-1 3 0 0 0,-59 8 1 0 0,-5 10 42 0 0,1 5 0 0 0,-100 37 0 0 0,189-57 261 0 0,-592 230-460 0 0,16 41 1643 0 0,380-170 256 0 0,-267 180 0 0 0,358-203-1104 0 0,3 5 0 0 0,5 5 1 0 0,-147 160-1 0 0,189-175-399 0 0,4 4 0 0 0,4 2-1 0 0,3 2 1 0 0,4 3 0 0 0,4 2 0 0 0,4 2 0 0 0,-58 179 0 0 0,66-157-677 0 0,4 2 0 0 0,6 1 0 0 0,-13 142 1 0 0,35-207 452 0 0,1 1 1 0 0,3-1 0 0 0,1 1-1 0 0,4-1 1 0 0,1 1 0 0 0,3-2-1 0 0,2 1 1 0 0,2-2-1 0 0,36 85 1 0 0,-19-73 367 0 0,2-3 0 0 0,2 0-1 0 0,3-3 1 0 0,3-1 0 0 0,62 67 0 0 0,-47-65 82 0 0,2-3 0 0 0,3-2 0 0 0,2-3 1 0 0,89 53-1 0 0,-82-63 121 0 0,2-3 1 0 0,2-4-1 0 0,1-2 0 0 0,1-4 1 0 0,89 18-1 0 0,-9-13 318 0 0,256 18 0 0 0,-209-38-310 0 0,0-9 0 0 0,330-38 0 0 0,-371 12-261 0 0,-2-8 0 0 0,-1-6 1 0 0,271-103-1 0 0,-253 63-9 0 0,-4-7 0 0 0,-3-8 0 0 0,-4-7 0 0 0,-6-8 0 0 0,148-127 0 0 0,-41 1 61 0 0,428-484-1 0 0,-48-78-631 0 0,-87-61-2775 0 0,-289 296-2112 0 0,-198 373 1198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11:20:02.3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365 1877 3025 0 0,'-208'-396'2512'0'0,"146"259"-2375"0"0,10 18-72 0 0,45 106-14 0 0,0-1-1 0 0,2 0 1 0 0,-1-1 0 0 0,2 1 0 0 0,0-1 0 0 0,1 0 0 0 0,1 0 0 0 0,0 0 0 0 0,0-1 0 0 0,2 1 0 0 0,0 0 0 0 0,1 0 0 0 0,0-1 0 0 0,1 1 0 0 0,1 0 0 0 0,1 0 0 0 0,0 1 0 0 0,9-23 0 0 0,3 4 87 0 0,2 0 1 0 0,2 1 0 0 0,1 1-1 0 0,1 1 1 0 0,1 1 0 0 0,2 1-1 0 0,1 1 1 0 0,55-44 0 0 0,-13 19 193 0 0,3 4 0 0 0,136-69 0 0 0,-107 69-154 0 0,3 5 1 0 0,124-34-1 0 0,222-36-14 0 0,-229 71-194 0 0,1 9 0 0 0,1 11 0 0 0,404 10 0 0 0,-516 18 26 0 0,0 4 0 0 0,0 6 0 0 0,-2 4 0 0 0,0 5 0 0 0,-1 5 0 0 0,148 63 0 0 0,-147-46 22 0 0,171 105 1 0 0,-213-109-22 0 0,-1 3 0 0 0,-3 3 0 0 0,84 84 0 0 0,-109-93 78 0 0,-1 2 0 0 0,-2 1 0 0 0,-2 2 0 0 0,-2 1 0 0 0,-2 2 0 0 0,-2 1 0 0 0,-3 0 0 0 0,20 59 0 0 0,-31-73-32 0 0,-2 1 0 0 0,-1 0 0 0 0,-2 1 0 0 0,-2 0 0 0 0,-1 0-1 0 0,-1 0 1 0 0,-3 0 0 0 0,-1 1 0 0 0,-1-1 0 0 0,-3 0 0 0 0,0 0 0 0 0,-20 66 0 0 0,8-57 54 0 0,-2 0 0 0 0,-2-2 0 0 0,-2 0 0 0 0,-2-1 0 0 0,-2-1 0 0 0,-53 64 0 0 0,31-52-56 0 0,-2-1 0 0 0,-3-4 0 0 0,-113 83-1 0 0,53-56-108 0 0,-4-6-1 0 0,-3-5 1 0 0,-217 83-1 0 0,127-74 80 0 0,-328 69 0 0 0,360-108 205 0 0,-353 21 0 0 0,384-53 306 0 0,1-6-1 0 0,-273-41 1 0 0,335 27-314 0 0,1-3 1 0 0,1-4 0 0 0,1-3-1 0 0,2-4 1 0 0,-100-53 0 0 0,120 51-128 0 0,2-3 0 0 0,2-2 0 0 0,1-3 0 0 0,2-2 0 0 0,2-2 0 0 0,2-2 0 0 0,-53-66 0 0 0,83 88-79 0 0,0-1 0 0 0,2-1-1 0 0,1 0 1 0 0,-16-38 0 0 0,26 52-82 0 0,1 1 1 0 0,1-1-1 0 0,0 0 1 0 0,1-1-1 0 0,0 1 1 0 0,1 0 0 0 0,0-1-1 0 0,2 0 1 0 0,-1 1-1 0 0,1-1 1 0 0,1 0-1 0 0,4-19 1 0 0,-4 28-162 0 0,1 0-1 0 0,-1 1 1 0 0,1-1-1 0 0,0 0 1 0 0,1 1-1 0 0,-1 0 1 0 0,1 0-1 0 0,0 0 1 0 0,0 0-1 0 0,0 0 1 0 0,0 0-1 0 0,1 1 1 0 0,-1-1-1 0 0,1 1 1 0 0,0 0-1 0 0,0 0 1 0 0,0 1-1 0 0,0-1 1 0 0,6-1-1 0 0,2-1-481 0 0,-1 1-1 0 0,1 0 0 0 0,0 1 0 0 0,0 1 0 0 0,1 0 0 0 0,18-1 0 0 0,11 1-1602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11:20:02.6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0 142 7762 0 0,'127'-22'831'0'0,"204"-9"1"0"0,131 25 382 0 0,-240 7-1097 0 0,157-2 207 0 0,930-31 2643 0 0,-139-19-729 0 0,-1151 51-2308 0 0,467 9 527 0 0,-244 13-1488 0 0,-4 20-3322 0 0,-225-39 3354 0 0,0 0 1 0 0,0 1-1 0 0,0 1 1 0 0,-1 0-1 0 0,0 1 1 0 0,12 7-1 0 0,-1 4-2371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2-22T11:23:49.56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3457 5496 174 0,'-7'-10'44'0,"1"0"24"16,-1-1 4-16,2 0-4 0,1 2-5 0,1 0-14 0,-2 0-15 0,2 0-9 15,1-1-5-15,0 0-5 0,1-2 1 0,1-1-3 0,0 0-2 16,0 1 4-16,0 0 1 0,1 0 0 0,0 0 4 0,1 0-1 0,0-1 3 16,1 2 3-16,1-2 3 0,0-1 4 0,0 0 1 0,2-2 0 0,0 0 1 15,1-2-3-15,2 0-8 0,0 2-3 0,1-2-9 0,2-1-1 16,3 3 7-16,0-2 1 0,5-1 1 0,3-1-2 0,3-2-3 0,4 0-2 16,2 0-3-16,5-1 1 0,3-1-1 0,4 1-2 0,2-1 3 15,4 0-4-15,1 1 2 0,3 2-2 0,1 1-2 0,-1 0 2 0,1 1 0 16,1 1-3-16,0 3-1 0,1 3 0 0,0 2-5 0,-1 2 6 0,-2 3-2 15,-1 1-1-15,0 3 2 0,0 1-1 0,0 2-1 0,-1 1 2 16,-2 3-1-16,0 1-2 0,-1 2 1 0,-1 3-3 0,-3 2-3 0,1 3 4 16,-4 2 0-16,-2 1 1 0,-1 1 2 0,-4 2-2 0,-3 0 1 0,-1 3 1 15,-4 3-2-15,-4 0 2 0,-2 3-1 0,-5 1 0 0,-5 1-1 16,-3 2 0-16,-4-1 4 0,-6 3 5 0,-6 1 4 0,-5 2 1 0,-7 2 0 16,-7 2-6-16,-4-1 4 0,-6 2-1 0,-2-1-5 0,-3-2 2 15,-4-2-2-15,-3 0-3 0,-2-1 8 0,-3-4-5 0,0 1-3 0,-2-5 6 16,0-2-3-16,1-3 6 0,1-1 3 0,-1-3-4 0,2-3-6 15,0-2 3-15,0-1-3 0,1-2 3 0,-1-2 4 0,3-2-5 0,0-1 3 16,3-2-5-16,1-1-4 0,0-2 1 0,-1-2 1 0,3-1 1 0,2-2-1 16,3-2 3-16,3 0 0 0,5-1-2 0,0-1 1 0,4-1-3 0,2-1-2 15,2 0-2-15,3 0 0 0,3 0-1 16,2 0-2-16,2 0-1 0,4 1-11 0,1 0-35 0,2 2-38 0,3-1-48 0,1 1-42 0,5 0-17 16,2 1-18-16,3 0-170 0</inkml:trace>
  <inkml:trace contextRef="#ctx0" brushRef="#br0" timeOffset="418.99">7301 6100 1076 0,'53'-21'16'0,"9"1"19"0,19-4 13 0,1 4 9 15,-5 5-4-15,5 0-6 0,3 2-8 16,1 3-10-16,4 1-8 0,-1 3-3 0,4 0-6 0,-1 3-4 0,3 1 2 0,-2 2-4 16,3 0 1-16,-1 0-1 0,0 2-2 0,-2 0 1 0,0 1-4 0,-2 1 2 0,0 1 1 15,-1 0 1-15,1 1 3 0,-1 0 1 0,2 1 4 0,0 1 1 16,1 0-3-16,-1 0 1 0,2 0-2 0,0-2-7 0,-1 1 4 15,1-1-2-15,0 0-2 0,-1-1 6 0,0 0-4 0,2-1 1 0,-2 0-6 16,1-1 3-16,-2-1-1 0,1 0 2 0,-3 0 7 0,1-1 3 0,0-1 0 16,-1 0 4-16,-1-1 5 0,-1 1 5 0,-2 0-1 0,0 1 6 0,-2 0-1 15,-2 1-1-15,0 1 3 0,-1 0-7 0,-2 1 0 16,0-1-8-16,0 1-1 0,-2 1-4 0,1-1-4 0,0 1 1 0,-2 0-5 16,-1 0-1-16,0 0 1 0,-2-1-5 0,1 1 8 0,-1-1-11 0,-4 0 1 15,2 0 1-15,-4 0-3 0,-1-1 3 0,-3 1-1 0,-3 0-9 0,-3 1-6 16,-2 1-12-16,-3 1-19 0,1 1-55 0,-4 0-74 15,-3 2-64-15,-3 1-62 0,-3 2-35 0,-5 2-229 0</inkml:trace>
  <inkml:trace contextRef="#ctx0" brushRef="#br0" timeOffset="5179.99">6041 8042 119 0,'-82'-18'50'0,"28"11"-11"0,9 1 2 0,10 2-9 0,9 0-8 16,0 0-4-16,3-1-2 0,1 1-6 0,1 0-3 0,4 0-2 0,2 1-2 15,2-1 1-15,2 1 2 0,2 1-4 0,1 0 0 0,2 0-1 16,1-1 1-16,0 1-1 0,2 0-1 0,0 0-1 0,1 0-2 0,1 0-1 16,0 0 1-16,0 0-1 0,1-1 1 0,0 1-2 0,0-1 2 0,1-1 0 15,0 0-2-15,1 0 2 0,2-2-1 0,2 0-1 16,2-1 2-16,3-2-1 0,1-2-1 0,3-1 2 0,2-2 0 0,2 1 3 16,3-1-1-16,3-2 2 0,1-1-1 0,3 0-1 0,0 0 3 15,7-1-1-15,0-2 2 0,4 1 2 0,3-2-2 0,-1 1 1 0,2 0 0 0,3 0-1 16,2 1 0-16,2 1 6 0,-1 1 1 0,3 0 2 0,-2 2 3 15,2 1-6-15,2 0-1 0,-2 2-2 0,0 1 0 0,0 2-1 0,-2 1 1 16,-2 1-1-16,3 2-1 0,-2 0-1 0,-1 2-1 0,0 2 2 0,-2 0-1 16,1 3 1-16,-2 1 0 0,1 0-2 0,-2 3 4 0,1 0 0 15,-3 1 1-15,-1 3 1 0,-1 1-1 0,-2 1-1 0,-1 2-4 16,0 1-4-16,-3 1-7 0,-1 1 2 0,-1 2-1 0,-2 1 4 0,-1 3 7 16,-4 1-2-16,-4 2 0 0,-2 3-2 0,-4-1-1 0,-3 3 0 0,-2-1 0 15,-3 3 2-15,-4 1 0 0,-4 0-2 0,-4 2 0 0,-4-2-2 0,-3 1 2 16,-4-1 0-16,-5 1 0 0,-5-1 1 0,-3 1-2 0,-6 0-5 0,-4-1 1 15,-5 1 3-15,-5-3-1 0,-2 2 4 0,-3-2 0 0,-2-2-3 16,-1-2 2-16,0-3 1 0,0-2 1 0,1-2 1 0,1-1 1 0,2-3 4 16,1-1 1-16,1-3 2 0,1-4 6 0,0-2 3 0,1-2 3 0,1-2 5 15,1-2-2-15,0 0 0 0,-1-2-2 0,0-1-3 16,0 0-3-16,2-1 0 0,0-1 0 0,0-2-2 0,1-1 1 0,2-1 0 16,0-1-4-16,1 0-2 0,2 1-6 0,0-1-1 0,3-1 0 0,2 2-2 15,1-1 0-15,2 0-1 0,-1 1 0 0,3 1-2 0,1-1 1 0,4 0-2 16,5 1-3-16,1 0-3 0,2 0-6 0,3 0-13 0,1 1-16 0,1 0-7 15,4 2-4-15,2-1-8 0,3 1-4 0,3 0-9 16,2 1-2-16,4 1-12 0,4 0-14 0,4 1-92 0</inkml:trace>
  <inkml:trace contextRef="#ctx0" brushRef="#br0" timeOffset="6707.99">12537 9070 57 0,'1'-12'37'0,"2"-2"-16"0,0-2 17 0,1 4 10 15,1 2-5-15,1 1-9 0,2-1-2 0,0 0-8 0,2 1-5 16,0-1-8-16,2 0-5 0,3 3 1 0,1-2-2 0,1 2 1 16,3 1-2-16,0 0-1 0,1 1-2 0,2 0 1 0,1 0 1 15,2 0 0-15,3 1 1 0,0 0-2 0,1 2 1 0,-1 0 2 0,1 0 1 0,-1 0 1 16,1 2 3-16,0-1 2 0,1 1 2 0,1 0 7 0,0 0 7 16,1 0 6-16,2 1 11 0,0 0 3 0,5 0 0 0,-1-1-2 0,2 1-3 15,2 1-1-15,1 0-1 0,1 2-1 0,2 2-6 0,0 1-3 0,2 1-4 16,2 1 6-16,2 0 1 0,5 1 8 0,2 0 6 0,5 1 1 0,4 1 8 15,5 1-1-15,2-1-2 0,5-1-3 0,3-1-3 0,1 1-6 16,3 1-6-16,1 0-4 0,2 0-7 0,-1-1 1 0,-2 1-5 0,-1 0-2 16,-6-1-4-16,-1 0-3 0,-5-2-4 0,-2 1-2 0,-3-3-1 15,-2 0 1-15,0-1 0 0,-1-2-1 0,0-1 0 0,1-1 5 16,0-1-4-16,1 0 3 0,-1-1-3 0,1-2-2 0,1 1 2 0,0-1-1 0,0 0 3 16,-1 0-2-16,-2-1 2 0,-1 0 2 0,-1 0-2 0,0 0 2 15,-1 2-1-15,3 1 0 0,-3 0 2 0,0 1 3 0,0-1-2 16,-3 0 1-16,1 0 2 0,1 1-4 0,1-1 0 0,-1 0-5 0,2 1 4 15,1-1 1-15,-1 0-4 0,1 0 4 0,0-1-4 0,-1-1 1 16,-1 1-2-16,-2-1-1 0,0 1-1 0,-2 0-4 0,0-1 5 0,1 0-4 0,0-1 2 16,1-2-2-16,1 1-1 0,-1-2 2 0,-1-1-2 0,0 0-2 0,0-1 4 15,-1 0-2-15,0-1-2 0,1-1 1 0,1 0 1 0,0-2 1 16,0-1 5-16,-2-1-5 0,-3-1 5 0,0-2-5 0,-3-2 3 16,-3-2 4-16,-1 1-4 0,-2-3 4 0,-1 1-2 0,1 0-3 0,-2-2 8 0,0 1 4 15,-1-3-1-15,-1 0 7 0,-3-1-10 0,-1-1-4 0,-2 2-3 16,-2 0-2-16,-1 0-2 0,-4 0-2 0,-1 0 1 0,-3 0-2 0,-1-2-2 15,-3 0 4-15,-3-2-6 0,-4 1 1 0,-2 0 2 0,-6 0-4 16,0-2 4-16,-4 0-3 0,-3-2 0 0,-3 1-7 0,-4-2 5 0,-3 0 0 16,-3-1 1-16,-6 0-1 0,-4-2-8 0,-5 0 1 0,-6-1-5 0,-5-1 2 15,-5-2-1-15,-6 0-1 0,-4 0 2 0,-4-2 1 0,-4 0 3 16,-2 1 6-16,1-1-4 0,1 0 4 0,2 2 8 0,3-2 1 0,0 4 8 16,1 0-2-16,0 1-4 0,-1 3 1 0,-2 2-5 0,-1 4-2 0,-1 0-3 15,-3 3 5-15,-1 0-4 0,-1 3 2 0,0 2-2 0,0 3 4 16,1 4 0-16,-1 4-2 0,3 1 5 0,-1 4-8 0,-1 1-1 0,1 3 6 15,-3 1-2-15,2 3 2 0,0 3 6 0,-1 1-2 0,3 4 0 16,1 2 0-16,4 3 0 0,4 5 5 0,4 2 0 0,3 4 2 16,4 1 2-16,2 3-5 0,7 3 1 0,1 3-1 0,3 1-4 0,2 4-3 15,4 2-10-15,1 1 4 0,3 0-5 0,3 2 3 0,4-1 2 0,1 0-5 16,3 0-1-16,2-1 0 0,3 0-1 0,2-2 3 0,2-3-3 0,2-2 1 16,1-3 2-16,0-1 3 0,1-3 1 0,1 0 2 0,0-6-4 15,-1-1 1-15,1-3 3 0,-2-3 1 0,2-1 7 0,0-2 1 0,0-4 0 16,1 0 1-16,-2-2 3 0,1-2 1 0,0 0 1 0,0-2-1 0,1 1 2 15,-1-1-2-15,1-1 1 0,0-1 1 0,0-1-3 0,0-1 1 16,0-1 0-16,0 0 1 0,0 0-5 0,0 0 0 0,-2 0-2 0,2-2 1 16,-2 1-1-16,0-1 1 0,0-1 2 0,-1 0-3 0,0 0 0 0,1-1-1 15,-1 1-4-15,-1 1-1 0,1-1 0 0,0 0 2 0,-1 0 0 16,1 1-1-16,-2 0 5 0,2 0-4 0,-1 0-1 0,0 0 1 0,0 1-4 16,-1 0 1-16,0 0 2 0,1 1 2 0,-1-1-4 0,2 1 0 15,-1 0-2-15,0 0-2 0,0 1 1 0,1-1-1 0,0 2 1 0,0-1 1 16,0 1-1-16,0 1 5 0,-1 0-1 0,-1-1 2 0,1 0 1 0,0 0-2 15,-1 0 1-15,0-1-2 0,-1 1 3 0,1 0 0 0,-1 0 3 16,0 0-3-16,0-1 4 0,-1 1-3 0,1-1 2 0,0 0 1 0,-1 1-3 16,-1-1 3-16,1 0-3 0,-1 1 3 0,1-1-2 0,0 1-2 0,-1 0 2 15,0-1-2-15,0 0 2 0,0 1-2 0,-1 0 1 0,0 0 2 16,0 0-1-16,0-1 0 0,0 0-2 0,0 1-3 0,0-1 4 0,0-1-1 16,-1 1 0-16,1-1 0 0,0 0-1 0,-1 1 4 0,1-1-2 0,0 0-1 15,0 0 3-15,0-1-6 0,0 1 6 0,0-1-3 0,0 0 1 16,-1 0 2-16,1 0-5 0,0 1 2 0,0-1 0 0,0 0-1 0,1 1 1 15,-1 0 1-15,0 0-3 0,0 0 2 0,-1 0 0 0,1 0 0 16,0 1-2-16,0-1-3 0,0 1 1 0,0 1 1 0,1-1-1 0,0 0 0 16,1 1 0-16,-1 0-2 0,1 0 2 0,-1 0 1 0,1-1-2 15,-1 1 1-15,1 0 3 0,0-1-4 0,0 0 1 0,1 0 2 0,0 1 0 16,0-1 2-16,-1 0 1 0,1 0-2 0,0-1-1 0,1 1 2 0,0-1-1 16,0 1 1-16,0 0 1 0,0-1-1 0,0 1-1 0,0 0 1 0,0 0-1 15,-1 0 0-15,1 0 1 0,-1 0-2 0,0 0 1 0,0-1-2 16,0 1 2-16,0 0-3 0,0 0-1 0,0 0-3 0,-1 0-5 15,1 0-1-15,-1 0-4 0,-1 0-6 0,1 1-10 0,-1 0-16 0,-1 0-23 16,1-1-19-16,-1 0-14 0,-1 1-8 0,1 1 4 0,-2 1 5 16,0-1 5-16,-2 2 8 0,1 1 4 0,-1 1-1 0,-2 2-2 0,0 1-1 15,-2 1 5-15,-1 3-18 0,-2 1-79 0</inkml:trace>
  <inkml:trace contextRef="#ctx0" brushRef="#br0" timeOffset="9508.99">11159 9606 377 0,'-11'-17'10'0,"-2"0"7"15,-3-2 7-15,1 3 3 0,2 4-4 0,0-1-5 0,2 1-3 16,0 1 0-16,0 0 3 0,-1 1 1 0,0 0 2 0,-1 0 1 0,1 0 3 15,0 1 2-15,-1-1 2 0,-1 0 1 0,1-1-1 0,0 1-4 0,0 1-5 16,2 1-4-16,0 0-5 0,1 0-3 0,2 1 0 0,0 0 1 0,1 1-1 16,1 1 3-16,2 0 1 0,1 1 5 0,1-1 3 0,2 0 4 15,0 1-1-15,2-2-5 0,1 1-4 0,2-1-7 0,2-1-5 0,4 0 2 16,1-1-2-16,6-1 2 0,4 0 5 0,2-2 1 0,4-1 5 16,2-1 2-16,2-1-1 0,1 1 6 0,3-4 0 0,2-1 1 0,3-1 3 15,1 0-7-15,3 0-1 0,5-1 1 0,3 1-3 0,6-1 9 16,5-2-1-16,3 1 1 0,1 0 1 0,1 0-4 0,0 3-5 0,1-1-6 15,4 2-9-15,2 1-1 0,7 0-1 0,3 2 7 0,1 1 4 0,2 2-3 16,-2 2-3-16,-1 0-3 0,-1 0-1 0,-1 2 2 16,1 1-1-16,-2 2-1 0,2 2-1 0,0 2 3 0,-1 2 0 0,-1 1-3 15,-3 2-2-15,0 2-3 0,-1 1 4 0,-1 1-3 0,0 0-1 16,1 1-1-16,-3 0-4 0,0 2 3 0,-1 0 5 0,-2 2 4 0,-2-1 2 0,-2 2-2 16,-4-1 3-16,-2 1-1 0,-3-1-1 0,-3 2 3 0,-2 0-2 0,-2 0-1 15,-2 0 3-15,-1 1 2 0,0 2 0 0,-3-1 1 0,-1 2-3 16,-4 1-1-16,-4-1-3 0,-7 0-1 0,-3 1 3 0,-5-2-3 0,0 1 0 15,-3 0 2-15,-2 0-2 0,-3 2 0 0,-3 1 4 0,-1 1-4 0,-3 1 0 16,-2 1-1-16,-1 3-3 0,-2 0-7 0,-1 2-2 0,-4 1-6 0,-3 1-3 16,-2 0-3-16,-6 2-13 0,-3-1-7 0,-5 1-8 0,-3-1-6 15,-7 1-1-15,-4-1-1 0,-6-1-3 0,-6-1-3 0,-3-2 0 0,-5-4 3 16,-3 0 7-16,-6-2 10 0,-4 0 6 0,-4-2 8 0,-4-2 6 16,-4-2 8-16,-2-2 6 0,1-4 10 0,0-1 6 0,2-1 8 0,2-3 9 15,1-2 3-15,2-1 8 0,2-2-1 0,1 0 6 0,1-2 1 0,1 0 0 16,2-1 0-16,0-1-3 0,0-2-1 0,0-2-3 0,-1-2-1 15,0-2-2-15,0-3 1 0,0-1 1 0,1-4-3 0,0-3-5 0,0-1-4 16,-2-3-3-16,-2-1-4 0,-1-1-2 0,-1-1-3 0,-3 1-2 16,-1-3-2-16,-1 1-2 0,0-1 3 0,2 3 7 0,0 1 5 0,1 2 4 15,3 0 1-15,4 0 0 0,1 2-3 0,5-1-1 0,2 2-7 16,4 1-12-16,7-2-2 0,4 2-6 0,4 3-6 0,3-1-3 0,5 0-17 16,2 3-31-16,7-3-29 0,3 2-31 0,7 1-24 0,4 1-19 0,7 0-72 15,7 0-76-15</inkml:trace>
  <inkml:trace contextRef="#ctx0" brushRef="#br0" timeOffset="10721">7237 10316 1 0,'4'10'0'0,"3"0"0"0,2 3 0 15,1-3 0-15,2-1 0 0,-1-1 0 0,3-1 0 0,0-2 0 0</inkml:trace>
  <inkml:trace contextRef="#ctx0" brushRef="#br0" timeOffset="11146.99">7394 10357 37 0,'-4'-7'31'0,"-1"0"6"0,-2-3-3 0,-1-1 8 16,0 2-4-16,1-2-3 0,0 0-10 0,0-1 0 0,1-2 1 15,0 0 2-15,1 0-3 0,0 1-4 0,1-3-3 0,1 0-10 0,1-1 1 16,2 0-3-16,1 1 5 0,1-2 3 0,2 1 0 16,1 0 2-16,4-3-7 0,0 1 3 0,3 0-3 0,2-1-3 0,3 0-1 0,2 1 0 15,2-2-4-15,3 2 2 0,1 1 0 0,3-2 4 0,3 0 5 0,2 1 1 16,3-2 0-16,3 0-2 0,3 0 0 0,3 0-1 0,5 0 2 16,3 4-2-16,3-1 2 0,3 2-1 0,2 1-4 0,4 2 1 15,2 0-2-15,1 2-1 0,2-1 1 0,2 3-4 0,1 0 3 16,2 1-2-16,2 2-1 0,0 2 4 0,2 1-3 0,-1 2 1 0,-2 1 0 0,2 3 0 15,-2 2-2-15,-1 3 1 0,0 1-1 0,-3 4 1 0,-2 1 0 0,-2 1-2 16,-2 0 2-16,-3 3-1 0,0 1 1 0,-1 3 0 16,-3 1 2-16,0 4 0 0,-4 1 1 0,-3 3 2 0,-2 0 0 0,-2 2 0 0,-4 1 3 15,-2 4 0-15,-4 1 2 0,-4 1-1 0,-4 3 10 0,-3 0 1 0,-3 2 2 16,-3 1 2-16,-1 0-8 0,-4 0-3 0,-5 0-1 0,-2 0-5 16,-4 0-1-16,-4-2-1 0,-5-1-2 0,-6-1 1 0,-4 1-3 15,-7 0-9-15,-4-2-3 0,-4 1-5 0,-6-3-11 0,-5 0-1 0,-5 0-6 16,-6-2-1-16,-4 0 4 0,-7-1 2 0,-3-1 3 0,-6 2-1 0,-6-4 6 15,-1-2 5-15,-4-5 8 0,-3-2 7 0,-1-2 5 0,-4-3 4 0,1-2 9 16,0-3 13-16,1-2 15 0,2-4 13 0,1-2 7 0,3-3 0 0,1-2-10 16,3-3-14-16,2-2-9 0,4-1-11 0,3-2-10 15,4-2-6-15,4-3-6 0,5-1-4 0,4-2-4 0,5 1-4 0,6-2-7 0,6 1-5 16,5-1-1-16,8 1 1 0,6 0 3 0,6 0-3 0,5 1-6 16,3 0-12-16,6 1-16 0,3 0-13 0,5-1-5 0,4 3-1 0,6 0 6 15,5 1-1-15,7 0-4 0,4 0-10 0,5 1-11 0,5 1-5 0,4 0-37 16,5 2-9-16</inkml:trace>
  <inkml:trace contextRef="#ctx0" brushRef="#br0" timeOffset="12815.99">15460 9353 1112 0,'-6'3'430'0,"-1"2"-211"0,0 1 14 16,1 0-8-16,1 1-24 0,1 0-33 0,1 2-31 0,0 1-26 0,0 0-9 16,-1 2-11-16,1-1-12 0,1 3-12 0,0 1-10 0,1 2-2 0,0 1-5 15,1 2-8-15,0 3-6 0,0-1 1 0,2 4-2 0,0 1 4 16,1 3-4-16,1 0-16 0,2 2-6 0,-1-1-2 0,3 2-1 0,1-1 6 16,0 1-8-16,2-3 0 0,1 1 1 0,1-3-5 0,2-2-4 0,0-1 4 15,1-3 1-15,2 1-7 0,1-1 4 0,-1-1 4 16,2 0-8-16,0-2 8 0,-3-1-6 0,2-1-8 0,-1-3-26 0,-1-3-5 15,-1-1-16-15,-1-1-13 0,-1-1 13 0,-1-2-23 0,-2-3-15 0,0-1-22 16,-1-4-42-16,-1-1-48 0,0-1-66 0,0-3-94 0,-2-1-89 0,0-1-53 16,1 0-222-16</inkml:trace>
  <inkml:trace contextRef="#ctx0" brushRef="#br0" timeOffset="13197.99">15874 9579 1054 0,'-4'-4'359'0,"0"0"-94"0,-1-3-6 0,3 0-38 0,1 2-39 15,1-2-33-15,2-1-24 0,1 0-17 0,0-3-9 0,3 0-14 16,1-2-12-16,1 1-13 0,2-1-8 0,2-1-12 0,2 0-5 0,0 1-7 16,0 0-10-16,1 1-6 0,1 0-1 0,0 2-4 0,0 0-1 0,1 2-3 15,0 0-5-15,0 1 2 0,0 2 4 0,2 1-1 0,0 1 3 16,-1 1-4-16,1 0-6 0,0 2 4 0,-1 1-2 0,0 1 4 0,0 1 2 15,-1 1-6-15,-3 1 4 0,1 1-2 0,-1 2-2 0,-1 2 4 16,-3 0-1-16,0 3-2 0,-2 1-1 0,-2 2 0 0,-1 2 4 0,-2 2-2 16,-2 2 0-16,-1 0-9 0,-2 4-4 0,-1-1 17 0,-1 3-4 0,0 2 7 15,-1-1 2-15,-1 1-11 0,-1-1 0 0,-1 1 4 16,-1-1 5-16,0 1-3 0,0 0-1 0,0 0 3 0,1-3-8 0,1-1 9 0,2-4 8 16,1-1-3-16,1-2 4 0,1-3 1 0,2-1-8 0,1-2 3 15,1-1-1-15,2-2-4 0,0-3 3 0,4-1-7 0,0-1 1 16,1-2 0-16,3 0-1 0,0-3 6 0,1-1-5 0,3-1 0 0,0-2-4 0,2-1-2 15,0 1 2-15,1-3-4 0,1-1 4 0,-2-1-9 0,1 0-2 16,1-1-7-16,-1 0-20 0,0 1-13 0,1-3-27 0,-1 0-41 0,-2-2-51 16,0 0-96-16,-2 0-151 0,0-1-169 0,0-1-265 0,0-2 193 0</inkml:trace>
  <inkml:trace contextRef="#ctx0" brushRef="#br0" timeOffset="13420.99">16781 9197 1599 0,'-3'-3'404'0,"0"0"-110"0,-1 1-9 0,1 1-51 0,1 2-49 0,1 0-30 0,-1 2-37 16,1 2-10-16,-1 0-10 0,1 2-17 0,0 1-8 0,0 1-12 0,1 1-14 15,0 2-8-15,0 0-7 16,1 1-4-16,0 3-7 0,0 1 2 0,1 0-9 0,1 2-2 0,1 2-8 0,0 0-3 0,1 3 3 0,0 0-4 16,2 0 4-16,0 1 2 0,1-3-16 0,2 1-5 0,2-2 21 0,0-2-18 15,0 1-8-15,0-1-18 0,1-1-51 0,1 2-21 0,-1 1-38 16,1-1-45-16,-2 1-134 0,1 1-20 0,-2-3 39 15,-2 0-47-15,-2-2 1 0,-2-1-61 0,-2-4-34 0,-3 0-132 0</inkml:trace>
  <inkml:trace contextRef="#ctx0" brushRef="#br0" timeOffset="13807.99">16673 9784 808 0,'0'-15'208'0,"0"-1"-8"0,1-3-4 0,1 3-17 0,1 2-31 0,2 2-23 16,1 1-10-16,0 2-1 0,2 1 5 0,0 1-3 0,1 1-8 0,2 2-13 15,-2 2-6-15,2 1-5 0,0 2-4 0,0 1-5 0,2 2-9 16,0 0-9-16,-1 1-9 0,1 1-10 0,1 1-6 0,-1-1-11 0,-1 2-7 16,0-1-4-16,0 0-10 0,2-1 9 0,-1 0-4 0,0-2-1 0,2 1 1 15,-2-2-5-15,1-1-2 0,-1-2 4 0,1 0-4 0,2-2 6 16,-1-2-3-16,1 0-2 0,-3-1 2 0,1 0-8 0,0 0 6 0,-1-2 2 16,-1 0-6-16,1 0 5 0,-1 1 0 0,-1-1-2 0,0 0 8 15,-1-1-6-15,0 1 0 0,0-1 0 0,-2 1 5 16,-1-1 2-16,-2 1-2 0,-1-1 0 0,-1-1-5 0,-2 1 2 0,-1 0-2 0,-2 0-7 0,-2 0-5 15,-1 1-7-15,-2 1-11 0,-3-1-3 0,-1 0-5 0,-1 1 8 16,-2 1 5-16,0-1 4 0,-1 3 11 0,0-1 0 0,1 2 5 16,-2 1 3-16,2 1 4 0,-2 2-7 0,2 1 0 0,-1 1 3 15,1 3-2-15,1 0 8 0,2 1 11 0,2 2 9 0,2-1 17 0,0 2 5 0,3 1 3 16,0-1-3-16,3 1-11 0,2-1-7 0,1 1 2 0,3 0 2 0,1 0-3 16,2 0-2-16,2-1-5 0,1-1-6 0,3-1 1 0,3-1-1 0,0-2-5 15,0-1 2-15,3 0-6 0,1-2 0 0,2-3 1 0,4 0-6 16,1-2 1-16,2-2-1 0,1 0-7 0,-1-3-5 0,0-1-13 15,1 0-18-15,-1-2-22 0,0 0-23 0,-1-2-26 0,1 0-35 0,-1-1-57 16,0-1-86-16,1 1-120 0,-3-2-101 0,3-2-66 0,-2-1-159 16</inkml:trace>
  <inkml:trace contextRef="#ctx0" brushRef="#br0" timeOffset="14771.99">18314 9032 1225 0,'-7'10'647'0,"0"3"-400"0,-3 3-11 0,3 0-30 0,2 1-27 16,1 1-25-16,2-1-36 0,0 4-30 0,1 0-15 0,-1 0-16 0,2 2-13 15,0-1-8-15,2 0-12 0,1 1-10 0,0 0-1 0,2 1-4 16,0-1-4-16,1 0-3 0,0-1-2 0,2 0 0 0,0-3 0 0,1 0-2 15,1-1-7-15,1-3-11 0,1 0-12 0,1 0-13 0,0-3 11 16,0-2 4-16,1-4 7 0,1 0 7 0,1-3-1 0,-1-1 8 16,0-3 0-16,-1-2 6 0,-2-2 3 0,1 0-16 0,-1-2 12 0,0-3 1 15,0 0-4-15,0-3 21 0,-2 1-4 0,-1 1 3 0,0-3 8 16,-1-1-11-16,-1 0 6 0,0 0 3 0,-2 0 1 0,0 1-1 0,0 1 1 16,-1 1-6-16,1 3 1 0,-2 0 3 0,0 2 3 0,1 1 3 0,-2 2 5 0,1 2-4 15,-1 1-7-15,0 2 1 0,1 0-8 0,-1 1-4 0,1 1 4 16,-1 1-3-16,0 1-1 0,1 1-2 0,-1 1-3 0,1 0-5 0,-1 1-1 15,1 1 0-15,0 0 6 0,1 0 0 0,0 0-2 0,0-2-2 16,-1-1-9-16,3 0-2 0,0-1-7 0,1-2-8 0,2-2-10 16,0-1-11-16,2-2-1 0,1-2-2 0,-1-1 5 0,1-1-1 0,0-3 5 0,0-1 5 15,0-2 7-15,-1-2 8 0,0-1 5 0,1-1 4 0,-2-1 0 16,0 0 3-16,-2 1 4 0,-1-1 3 0,-1 0 4 0,0 0 5 0,-3 2 4 16,0-2 1-16,-1 1-3 0,-1 1 0 0,0 0-4 0,-1 1 6 0,0 1-1 15,-1 1-1-15,0 2 2 0,-1 0-3 0,1 1 5 0,-1 2-4 16,1 1 3-16,-1 1 2 0,0 3-2 0,0 1 6 0,0 0 8 0,0 2-5 15,0 0-1-15,0 1 1 0,0 2-8 0,-1 1 8 0,1 1 4 16,0 1-4-16,-1 2 8 0,2-2-9 0,-1 3-6 16,1 0 1-16,1 1-4 0,0 2-4 0,1-1 1 0,0 1-3 0,1 0-1 0,1-1 0 15,0 1 0-15,1-1-4 0,2 0 0 0,0 1 2 0,1 0 0 0,2-2 0 16,0 1 2-16,2-1-7 0,-1 2-28 0,1 1 1 0,-1 1-2 0,-1-1 2 16,0 1 22-16,1-2-6 0,0 0-5 0,-1-1-7 0,1 0-24 0,-1 2-1 15,-1 0 10-15,-1 0 9 0,-1-2 15 0,-1 0 9 16,-1 0-1-16,-1 1 4 0,-2-1 5 0,-1 1-5 0,-1-1-9 0,-2 1-8 15,-2-1-10-15,0-1-11 0,-2 1-14 0,0-2-24 0,-2 2-17 0,-1-1-8 16,0-1 6-16,0-1 13 0,0-1 18 0,0-3 13 0,0-1 13 0,-1-1 7 16,2-1 14-16,0-1 5 0,0-2 3 0,1-2 10 0,2 0 1 0,1-4 7 15,2-1 3-15,1-1 1 0,2-3-2 0,1 0 2 0,2 0 3 16,2 0 1-16,1-1 4 0,3-1-2 0,0 1 1 0,1-2 1 0,0 1-3 16,2 1 1-16,0-2-1 0,1 2-1 0,0 1 1 0,0-3 4 15,2 1-5-15,0 0-2 0,-1 0-1 0,1 2 3 0,0-1 5 0,-1 1 15 16,0 0 16-16,-3 2 15 0,0 1 11 0,-1 1 10 0,-1 1 2 0,0 2-3 15,-2 1 1-15,-1 0-5 0,-1 3-8 0,-1 1-4 0,-1 1-9 16,0 1-12-16,-1 1-6 0,0 1-9 0,-1 2-6 0,0 2-9 0,-1 0-2 16,0 1-1-16,0 1-6 0,0 1 2 0,0 1-4 0,1 1 1 0,-1-1-2 15,1 0-4-15,1 1 0 0,0 0-1 0,1-2-1 0,1-2-12 16,1-1 1-16,0-1-3 0,2-1-1 0,0 0 4 0,0 0-6 0,1-2-5 16,1-1-3-16,1-1 5 0,-1-1 1 0,1-1 4 0,-1-1 7 15,0-1-3-15,0-1 7 0,1-1-2 0,0-3 1 0,0 2 11 0,-1-1 0 16,-1-1-2-16,1-1 6 0,-1-1-11 0,0-2 4 0,0-1 1 0,-2 0 3 15,0 0 9-15,0 1 3 0,-2-2 5 0,1 0 7 0,-3-1 4 16,2-1 5-16,0 2 0 0,-1-1-7 0,1 1 0 0,-1 3-4 0,0 2-1 16,0 3 3-16,1 2-4 0,-2 0 3 0,0 3-5 0,0 1 3 0,-1 1-5 15,-1 3-3-15,1 0 1 0,-1 2-8 0,1 2-4 16,-1 2-3-16,0 1 0 0,0 1-4 0,1 0 2 0,0 1 0 0,0 1-6 0,0 0 3 16,2 0-6-16,-1 0-11 0,2 0-5 0,0 0-20 0,0-4-15 0,0 1-18 15,2-2-24-15,0 1-35 0,1-2-41 0,0-1-336 0,0 0 4 16,-1-1 75-16,0-1-9 0,0-2 10 0</inkml:trace>
  <inkml:trace contextRef="#ctx0" brushRef="#br0" timeOffset="15030">19642 8918 1691 0,'-3'5'372'16,"-1"1"-174"-16,0 4-1 0,1-1-9 0,2 1-15 0,1 1-32 0,0 2-33 15,0 1-26-15,1 1-18 0,1 3-11 0,0 1-12 0,1 0-12 16,0 3-9-16,2 1-9 0,0 2-6 0,2 4-6 0,0-1 2 0,1 1-1 16,2-1 2-16,2 0-2 0,2-1-3 0,0-3-8 0,0 0-15 0,0-3-22 15,0 1-31-15,-1-2-22 0,0-2-29 0,-2 1-18 16,1-2-43-16,-1-2-69 0,-1-2-134 0,0 1-321 0,-2-1-201 0</inkml:trace>
  <inkml:trace contextRef="#ctx0" brushRef="#br0" timeOffset="15351.99">19713 8737 1879 0,'-2'-1'117'0,"1"2"-28"0,2 1 7 0,0 1 33 0,3 1 32 0,2 1 8 16,0 1-8-16,1 0-27 0,2 3-21 0,0 1-16 0,3 2-12 0,1 2-10 15,1 1-14-15,2 3-4 0,3 1-21 0,2 2 1 0,0 1 4 16,3 2-2-16,0 0 6 0,2 3-7 0,1 1-16 0,-1 0-3 0,1 3-1 15,-1 0-1-15,0 1-4 0,-2 4-3 0,0-2-6 0,-1 2 1 16,-1-2-3-16,-2 0 0 0,-1 0-2 0,-3 1 0 0,-1-1 4 0,-2 1-6 16,0-2-8-16,-2 0 3 0,-3 1-1 0,-1-4-3 0,-2 3-5 0,-2-2-29 15,-1 0-32-15,-2-3-35 0,-2 0-47 0,-1-2-82 0,-4-1-132 16,0 0-242-16,-1-2-236 0,-4-2-88 0</inkml:trace>
  <inkml:trace contextRef="#ctx0" brushRef="#br0" timeOffset="17801.03">22535 11107 1996 0,'8'-2'66'0,"4"0"-63"0,5-1-8 0,6-1 0 0,0 0-1 15,7-2 5-15,2 1 2 0,4-1 0 0,1-2-1 0,4-1 5 0,4-3-3 16,3-2 4-16,2 1-2 0,3-1-4 0,3-1 0 0,4-1 3 0,3 1-4 16,3-1-1-16,5-1 4 0,3 0-5 0,4-1 7 0,4-1-2 15,3 0 1-15,1 2-8 0,1 1-3 0,4 1-1 0,1 2 1 16,0 1 6-16,1 3 4 0,-2 1 1 0,1 3-2 0,-3 1-1 16,1 1 8-16,-4 1 4 0,1 0-4 0,-2 1 11 0,-4 1 1 0,-1-1 7 0,-2 2 13 15,-3-2-10-15,0 1-7 0,-2-1-4 0,-1 0-12 0,-3 0-2 0,-3 0-8 16,-2 0-9-16,-3 0-19 0,-2-1-29 0,-2-1-77 0,-4-1-118 0,1-3-167 15,-4-1-211-15,-1-2 55 0</inkml:trace>
  <inkml:trace contextRef="#ctx0" brushRef="#br0" timeOffset="100866.78">9549 12659 1229 0,'-4'-2'367'0,"0"1"-196"0,-2 1 23 0,1 0 7 0,1 2 8 0,0-1-14 16,1 1-19-16,0 2-19 0,-1 1-17 0,-1 2-23 0,0 2-15 16,-1 1-14-16,-1 3-17 0,1 3 16 0,1 2-9 0,-1 2-7 0,-1 3-3 15,1 2-12-15,1 3-10 0,0 2-7 0,1 4 0 0,2 2-8 16,1 3 8-16,2 5 7 0,1-2-10 0,3 2-6 0,1 1-18 15,1-1-12-15,3 2 0 0,0 1 0 0,1 0 0 0,2 0 0 0,2-2 0 0,1 1 0 16,2 0 0-16,2-1 0 0,4-2 0 0,0-1 0 0,3-1 0 16,0-5 0-16,1-1 0 0,0-3 0 0,1-3 0 0,-1-1 0 0,2-3 0 15,0-3-12-15,0-2-46 0,-1-3-27 0,0-2-14 16,1-4 8-16,-2-1-4 0,1-2-4 0,-1-2-34 0,1-4-58 0,-2-1-50 0,0-4-85 16,-2-1-131-16,0-4-106 0,1-3-73 0,-2 0-126 0</inkml:trace>
  <inkml:trace contextRef="#ctx0" brushRef="#br0" timeOffset="101320.78">10243 13132 2180 0,'-6'11'402'0,"-1"3"-125"15,-1 3-90-15,2 1-26 0,3-1-27 0,2 0-19 0,1 4-14 0,2 1-12 16,1-1-12-16,2 3 10 0,2 1-10 0,2 0-10 0,2 2 0 16,1-2-23-16,1 1-14 0,-1-2-30 0,2 1 0 0,0-1 0 0,3-1 0 15,-2 1 0-15,3-2 0 0,1-3 0 0,-1 0 0 0,3-1 0 16,1-4 0-16,0-1 0 0,1-3 0 0,0-3 0 0,0-2 0 0,0-2 0 15,0-3 0-15,1-3 0 0,0-2 0 0,-1-2 0 0,0-2 0 0,-1-2 0 16,-2-2 0-16,1-4 0 0,-3-2 0 0,-3-2 0 0,-1-2 0 16,-1-1 0-16,-1 0 0 0,-2-3 0 0,-2 0 0 0,-1-2 0 0,-2-2 0 15,-2 1 0-15,-2-1 0 0,-3-1 0 0,-2 1 0 0,-2-1 0 0,-2 1 0 16,-4-2 0-16,-3 3 0 0,-2-1 0 0,-1 3 0 0,-3 0 0 16,-3 1 0-16,-1 3 0 0,-2 0 0 0,0 2 0 0,-2 2 0 0,0 4 0 15,-3 2 0-15,2 3 0 0,-2 3 0 0,1 1 0 0,1 4 0 16,1 3 0-16,1 2 0 0,0 4 0 0,2 4 0 15,-2 2 0-15,1 5 0 0,0 5 0 0,1 1 0 0,1 3 0 0,1 1-78 16,2-2-28-16,1 3-18 0,1 0-33 0,2 2-30 0,1 0-40 16,3 0-63-16,2-1-108 0,5-1-159 0,0-2-88 0,4-2-294 0</inkml:trace>
  <inkml:trace contextRef="#ctx0" brushRef="#br0" timeOffset="101774.78">10620 13623 1234 0,'22'13'559'0,"0"-1"-275"0,7 5-42 0,-5-4-66 0,-2-1-28 15,0 1-38-15,-1-1-12 0,0 2-12 0,1-1-5 0,-3 1 9 0,1-1-7 16,0 0-3-16,-3 0-10 0,0 0-8 0,0 1-6 0,-3-2 0 16,0 3-8-16,-1 0-5 0,-3 0-3 0,0-1-18 0,-1-1-3 0,-4 0-17 15,0 0-6-15,-1 0 16 0,-2 0-9 0,0 1 18 0,-2-1 0 0,-1 0-13 16,-1-1-6-16,-1-3-10 0,-2 1 3 0,1-3-7 0,-4 0 3 16,0-2-5-16,-1-1 3 0,-1-1-10 0,-2-2 6 0,-2-2 2 0,0-3 1 15,-1-1 7-15,-2-2-3 0,1-3-3 0,-1-1 2 0,0-2-5 0,3-4-10 16,2-2 5-16,2 0 12 0,1-2 11 0,2-3 13 0,1-1-4 15,2-3-13-15,1 0-4 0,2-1 0 0,2 1 2 0,1 0 4 16,3 1 2-16,2 4-2 0,0 2 5 0,2 1-3 0,-1 2 3 0,0 2 7 16,1 1 2-16,0 2 9 0,0 3-2 0,1 1 1 0,0 1-5 0,0 2-4 15,0 1 1-15,1 1 1 0,0 2-2 0,0 2-1 0,0 1-5 16,-1 2 5-16,0 0-1 0,1 1 5 0,0 0-3 0,0 1-7 16,0-1-2-16,-1 0-4 0,1-1 4 0,0-1-1 0,0-1-1 0,0 0 0 15,-2-2-4-15,1 0 4 0,0-2-2 0,-2 0 2 0,1 0 6 0,-1-1-6 16,-1 0 9-16,1-2-5 0,-3 0 2 0,1-1 0 0,-1-1-8 0,0 1 15 15,-1-2-3-15,0 0 10 0,-1-1-2 0,-1-1-4 0,0 0 0 0,-2 0-2 16,0 0-4-16,-2-1-12 0,-1 0 0 0,-1 0 0 16,-1 1 0-16,-1 0 0 0,-2-1 0 0,0 0 0 0,-2 0 0 0,-1 1 0 15,0 2 0-15,-1 0 0 0,0 1 0 0,1 2 0 0,-2 3 0 0,2 1 0 16,1 3 0-16,0 1 0 0,1 2 0 0,2 0 0 0,-2 3-2 0,2 1 4 16,-1 0-2-16,1 2 0 0,0 0-4 0,1 1-52 0,-1-2-23 0,2 1-33 15,-1-2-35-15,0-1-61 0,2-1-94 0,-1-1-150 0,0-2-203 0,1-1-157 16,2-2-128-16</inkml:trace>
  <inkml:trace contextRef="#ctx0" brushRef="#br0" timeOffset="101941.79">10937 13145 1507 0,'-1'-7'726'16,"-1"1"-410"-16,0-1-49 0,1 3-53 0,1 1-32 0,1 1-37 0,1 0-24 16,0 0-17-16,-1 1-10 0,2 0-12 0,-1-1-15 0,1 1-20 0,1-1-10 15,0 0-12-15,2 0-3 0,0 0-7 0,0 0-5 0,1-1-6 0,0 0-4 16,0 0 6-16,-1-1-14 0,1 1-9 0,-1-2-15 0,1 0-28 15,0 1-27-15,1-1-34 0,0 2-51 0,2-2-50 0,1 0-88 0,0 0-141 16,2 1-112-16,1 0-104 0,1 1-253 0</inkml:trace>
  <inkml:trace contextRef="#ctx0" brushRef="#br0" timeOffset="102427.78">11410 12981 746 0,'-7'4'654'0,"-2"2"-260"16,-1 0-78-16,0-1-60 0,2-1-45 0,-1 0-48 0,1-1-44 0,1-1-21 16,0 0-13-16,1-1-8 0,1 0-3 0,-1 0-7 0,1-1-6 15,2 0-7-15,-2-1-6 0,1 0-6 0,1 0-11 0,-1-1-1 0,1 1-8 16,1-1-7-16,0 1 4 0,0 0-6 0,0 0-2 0,0 1-3 16,1-1 3-16,-1 1-4 0,1 0 5 0,-1 1-7 0,1 0-3 0,-1-1 8 15,0 2-8-15,0-1-1 0,-1 1 3 0,0 0-2 0,1 0 4 0,0-1-1 16,-1 1 1-16,1 0-6 0,0-1 4 0,-1 1 2 0,1-1-1 15,-1 0 1-15,0 0 0 0,1-1-4 0,-1 1 2 0,0 0 5 0,0 0 1 16,1-1-5-16,-2 0 3 0,1 0-10 0,1 1 2 0,-1-1 8 0,0 1 7 16,0 0 4-16,-1-1 2 0,0 0-3 0,-1 1-8 0,1 1 5 15,1 0-9-15,-1 0 2 0,-1 0-6 0,1 1 5 0,-1 0 7 0,1 2-4 16,-1 0 2-16,1 0-7 0,0 1 3 0,1 0 4 16,0 2-2-16,1-1 6 0,0 0-11 0,2 1 1 0,2 1 4 0,1 0-12 15,1 0 12-15,1 0-4 0,2 0-10 0,1 0 6 0,2 0-2 0,1 0-4 0,0 1-8 16,2-1 4-16,0 1-3 0,1-2 3 0,0 1 10 0,2-1-4 15,-1 1 0-15,-1-1 6 0,-1 0-4 0,2 1-16 0,-1-1 6 0,0 1-9 16,-1 1 5-16,-4 0 33 0,1 0-11 0,-3 0 12 0,0 1 0 16,-1-2-17-16,-2 3 9 0,-1-1-10 0,-3 0-2 0,0 1-6 15,-1-1-2-15,-1 1 8 0,-2-1 0 0,-1 1-7 0,-1-1-1 0,-2 1-10 16,-2-3-5-16,0 1 1 0,-3-2-5 0,0-1 0 0,-1 0 0 16,2-2 5-16,0-1 7 0,-1-1 2 0,-1-1-3 15,0-2-14-15,-1 0-1 0,1-2-5 0,1-2 6 0,1 0 4 0,1-3-8 0,3 0-7 16,2-2-19-16,-1-2-8 0,3 0-26 0,1-4-36 0,1-1-50 0,2-1-52 0,1 1-23 15,1-3-14-15,1-1-13 0,1 1-15 0,1-2-29 0,-1 0-2 16,1 0 23-16,0-2 52 0,1 1-103 0</inkml:trace>
  <inkml:trace contextRef="#ctx0" brushRef="#br0" timeOffset="102899.79">11252 13048 413 0,'1'-9'405'0,"0"1"-45"0,0-3-1 0,-1 1-38 16,-1 2-59-16,1 2-39 0,-1 0-27 0,2 3-21 0,-1 1-23 0,0 1-18 16,2 2-12-16,-2 1-14 0,1 1-15 0,1 1-10 0,0 0-9 15,2 3-6-15,0 1 3 0,0 2-9 0,2 0-8 0,0 1-8 16,1 2-8-16,0 1 1 0,1 3-2 0,0-2-4 0,1 3-5 0,1 1-7 15,0-1-1-15,1 1-6 0,1 1 0 0,-3-2-2 0,2-1-4 0,0 1 2 16,0-1 0-16,1-3-18 0,0 0 0 0,-1-1 10 0,0-1-4 0,1-1 20 16,-1-1 2-16,1-1-20 0,0-1 2 0,-1-2-4 0,1-2 6 15,-1-1 0-15,-2 0-4 0,0-2 0 0,-3 0 0 0,1-2 0 0,-1-2 0 16,0 0 0-16,-1-3 0 0,0 1 0 16,-1-2 0-16,0-1 0 0,-1 0 0 0,0-2 0 0,-1 0-10 0,-1-1 12 0,0 0 6 0,-1 0-8 15,-1 0 0-15,0-1 0 0,1 0 0 0,-1 2 0 0,1 1 0 16,1 2 0-16,0 2 0 0,0 2 0 0,1 0 0 0,0 3 0 0,0 0 0 15,0 1 0-15,0 1 0 0,0 1 0 0,2 1 0 0,0 1 0 0,0 1 0 16,-1 1 0-16,2 0 0 0,-1 1 0 0,1 0 0 0,0 1 0 0,0-1 0 16,1-2 0-16,0 2 0 0,2-3 0 0,-1 2 0 0,2-1-12 15,-1-1 24-15,0 0-12 0,0-1 0 0,0 0 0 0,1-1 0 0,-1 0 0 16,1-1 0-16,0 0 0 0,0 0 0 0,0-1 0 0,-1 0 0 0,-1 0 0 16,-1 0-2-16,0-1-12 0,0 0 10 0,-1-2 2 0,0 1 4 15,0-2-8-15,0 0 4 0,-1-1-6 0,0 0-16 0,-1 0 6 0,0-1-4 16,1-1 6-16,0 1 28 0,0 0-12 0,0 0 16 15,1 2-2-15,0-1-10 0,0 0 8 0,0 1-12 0,1 0-2 0,-1 2 2 0,1 0 2 16,-1 0-2-16,2 2 0 0,-1-1-6 0,0 1 0 0,1 0 8 16,-1 1-2-16,1 0 2 0,0 1-2 0,0 0-6 0,-1 0 4 0,1 0-12 15,-1 0 0-15,0 0-2 0,0 0-1 0,0 0 11 0,0 0 4 0,1-1 6 16,-1 0-8-16,0 0 0 0,-1 0-8 0,-1 0 16 0,0 0-2 0,0-1-16 16,-1-1-5-16,1 0-47 0,-1-1-12 0,1 2 2 0,0-1-22 15,-1 0-26-15,-1 0-56 0,0 0-77 0,0-1-121 0,-1 0-131 16,-1-1-145-16,-1 0-367 0</inkml:trace>
  <inkml:trace contextRef="#ctx0" brushRef="#br0" timeOffset="103113.78">11813 13001 1742 0,'-2'2'343'0,"1"0"-98"0,-1 0-73 0,2-1-41 0,0 0-42 15,0 0-27-15,2 0-20 0,0-1-12 0,-1 0 2 0,2 1-17 16,-1-1-7-16,-1 0-13 0,1 1-18 0,-1-1-11 0,1-1-39 16,1 0-81-16,0 1-123 0,2-1-132 0,0 1-117 0,2 0-49 0,0-2-77 0</inkml:trace>
  <inkml:trace contextRef="#ctx0" brushRef="#br0" timeOffset="103542.78">12166 13077 1143 0,'4'4'487'0,"2"1"-171"0,0 0-41 0,-1-1-30 0,0-2-25 0,1 2-37 0,0 1-27 16,0 0-8-16,-1 1-9 0,0 1-14 0,0-2-18 0,0 2-19 0,0-2-18 16,1 1-5-16,1-1-13 0,-1 0-7 0,0-3-12 0,1 2-10 0,-1-2-5 15,0 0-4-15,-1 0-2 0,-1-1-3 0,0 0-5 0,1-1-2 16,-1 0 4-16,0-1-2 0,0 0 0 0,-1-1-4 0,1 0 4 0,-2-1 0 16,1 0 0-16,-1 1 2 0,1-3-4 0,-1 0 2 0,0 0 0 0,0-1 0 15,0 1-2-15,0 0-10 0,0-1 10 0,-1 0-2 16,2 0 4-16,-1 1 4 0,0 0-8 0,1 1-2 0,-2-1 0 0,2 1 2 15,0 0 2-15,0 1-2 0,-1 1-2 0,1-1-2 0,0 1 4 0,1 0 2 0,-1 0-4 16,1 1-2-16,0 1 0 0,0 0 2 0,1 0 0 0,-1 2 2 16,1 0-2-16,0 0-4 0,0 1 6 0,1 1 0 0,0-1-2 15,1 1 4-15,0 0-4 0,1-2-4 0,0 1 6 0,0-1 0 0,0-1-2 16,-1 0 6-16,1 0-18 0,0-1 6 0,-1 0-3 0,1-1-5 16,0 0 12-16,-1 0-2 0,-1 0 0 0,-1-1 10 0,0 0-8 0,0-1 0 15,1 0 2-15,-1-1 0 0,0-1 4 0,-1 0-2 0,1-1-4 0,-1 0 4 16,-1-2 0-16,0 1 0 0,0-2 4 0,0 2-12 0,-1-1 10 0,-1 0 0 15,1 0 0-15,0-1 4 0,1 1-12 0,0 1 8 0,1 2 2 16,-1 0 0-16,2 1 0 0,-2 0-4 0,1 0-2 0,1 2 0 16,0 1 4-16,1 2-2 0,0 1 4 0,1 0-6 0,-1 1 0 0,0 1-2 0,0 0 0 15,1 0 10-15,0 1-8 0,0-1 4 0,0 1-4 0,0 0 8 16,0 0-4-16,1 0-4 0,-2-1-6 0,2 0-4 0,1-1 5 0,-2 0-1 16,0 0 0-16,0-1-19 0,0 0-8 0,0-1-15 0,-1-1-14 15,0 1-8-15,1-1-18 0,0 0-10 0,2-1-11 0,-3 0-14 0,2 1-11 16,-1-1-21-16,0 1-26 0,-1-1-42 0,2 0-47 0,0-1-38 0,0 1-30 15,0 0-9-15,0 0 21 0,1 0 31 0,1 0 47 0,-1 0-69 16</inkml:trace>
  <inkml:trace contextRef="#ctx0" brushRef="#br0" timeOffset="104355.78">13093 12914 467 0,'2'-7'271'0,"0"-1"-48"0,-1-2-15 0,0 2-5 0,-2-1-16 0,-1 2-13 15,-1 0-7-15,-2 1-14 0,-2 0-17 0,0 1-31 0,-3 2-24 16,-1 0-13-16,0 2-8 0,0 1 0 0,-1 1-7 0,-1 1-7 0,-1 1-9 15,0 2 1-15,0 1 3 0,2 0 2 0,1 2 0 0,0 1 4 16,2 1 4-16,1 1 2 0,0 0-1 0,2 0 2 0,4 2 0 0,-1 1-5 16,3 0-8-16,1 1-8 0,2-2-14 0,2 0-2 0,3 0-3 0,2-1-3 15,2 0-9-15,2-3 0 0,1 0-4 0,2-2 2 0,2-1 5 16,1-3-3-16,0-2-4 0,2-2-1 0,-1-3-8 16,3-2-7-16,-1-2-44 0,0-1-7 0,1-2-3 0,0-1-4 0,-3-3 27 0,2-3 3 0,-1-2-3 15,1-3 9-15,0-1 13 0,-4-1 19 0,2-1 6 0,-2 1 2 16,-1-2 5-16,-1 1-3 0,-1-2 4 0,0 0 6 0,-4 2-7 15,0 1 12-15,-3 1 13 0,-2-1 9 0,-2 0 24 0,-3 2-2 16,-1-2 0-16,-4 2 4 0,-1-1-3 0,-2 1-1 0,-2 1-2 0,-2 2 2 0,-2 1 3 16,0 3-6-16,-1 1-8 0,1 3 1 0,0 3-7 0,3 3-6 15,-1 2 8-15,2 3-1 0,1 4-3 0,0 2-1 0,0 3-7 0,2 3-3 16,1 3 1-16,0 2-4 0,1 2 0 0,1 4-8 0,1 1-20 16,3 4 0-16,0 1 0 0,2 2 0 0,1 2 0 0,2 0 0 15,2 1 0-15,2 0 0 0,2 1 0 0,0 0 0 0,3-2 0 16,0-1 0-16,2-4 0 0,-1-1 0 0,1-1 0 0,0-3 0 0,-2 0 0 0,1-3 0 15,0-2 0-15,-1-1 0 0,0-1 0 0,0-2-12 0,-1-3-38 0,0 0-19 16,-2-3 4-16,0-1 3 0,0-3 10 0,-1-2 17 0,-1-2 6 0,-1-1 14 16,0-3 9-16,-1-2-3 0,0-2 11 0,-2-2 0 0,-1 0 7 15,-1-1 1-15,-1-2 7 0,0 0-4 0,-2-1 6 0,-1-1 12 0,-1-1-4 16,-1 2 2-16,1 1-9 0,-2 0-11 0,1 1 5 0,0 2-2 0,0 2-2 16,1 3-1-16,0 2-5 0,0 3 4 0,1 1 6 0,0 1 5 0,1 0-15 15,0 3 6-15,-1 1-14 0,2 2-2 0,2 3 6 0,0 2-11 16,1 0 11-16,2 1-10 0,0 0 10 0,2 2 4 0,0 1-2 0,-1-2 4 15,2-2-8-15,-1 0 0 0,1-2-2 0,-1-2-10 0,1 0 6 16,-1-2-10-16,2-1-24 0,1 1 9 0,0-2-8 0,-1 0 8 0,-3-2 28 16,2-1-11-16,-1-1 12 0,1-1-5 0,0-1 1 0,-1-1 6 15,-2 0 0-15,0-1 6 0,-1 0 4 0,-1-1-4 0,0-1 0 16,-1-1-4-16,1 0 0 0,-1 0 3 0,-1-1 3 0,0 0 7 0,-1-1 3 16,-1 0-3-16,-1-1 8 0,1 0-3 0,0-1 1 0,0 0 5 0,0 1-5 0,1 0 3 15,0 0 1-15,-1 1-13 0,0-1-2 0,0 2 2 0,1 1-7 16,-1 0 9-16,-1 3 2 0,1-1-6 0,-2 1 0 0,0 0 0 0,0 1 0 15,-2 1 2-15,0 0-4 0,-1 1-2 0,-1-1 2 0,-2 1-2 16,0 0 2-16,0 0-6 0,-2 0-4 0,1 1-4 0,-2 0-2 0,0 1-2 16,0 0 8-16,0 1-8 0,0 0 6 0,0 0 0 0,-1 0-2 0,0 1 2 15,0 0-12-15,-1 0 5 0,1 1 1 0,0 0 4 0,0 1 6 0,1 0-4 16,3 0 0-16,1 1 4 0,4-1 2 0,1 0-2 0,1 1 0 16,2 0 4-16,1 0-11 0,2 0 5 0,1 0 0 0,1-1-10 0,1 2 16 15,1-1 0-15,2 0 0 0,2 0 10 0,2-1-6 0,0-1 3 16,2 0-5-16,1 0-2 0,0-2-2 0,0 1 2 0,0-3 0 0,-1-1-2 15,-1 0-4-15,0 0 4 0,-2-1 2 0,1 0 0 0,-3-1 6 0,1-2-8 16,0 0 0-16,0-1-4 0,0-1-2 0,1-1 0 0,-1 0-1 16,-1 0-3-16,-1-1-8 0,0-1-11 0,0-1-12 0,-1-1-11 0,-1 0-14 15,0 1-12-15,-2-2-14 0,0 0-16 0,0-3-32 0,-1 1-31 0,1-1-41 16,-2-2-50-16,1 0-89 0,-1 0-125 0,-1-3-123 16,-1 1-273-16</inkml:trace>
  <inkml:trace contextRef="#ctx0" brushRef="#br0" timeOffset="104593.78">14281 12100 1137 0,'-4'2'989'0,"-1"0"-747"0,-1 1-20 0,1 1-31 0,2 1-17 0,1 0-17 15,0 2-14-15,2 2-28 0,0 2-4 0,2 1-1 0,0 2-12 0,1-1 0 16,3 0-21-16,0 1-9 0,2 1-15 0,1 0-1 0,2 3-6 16,1 2-34-16,4 0-12 0,2 2 0 0,2 1 0 0,2 0 0 0,3 3 0 15,1-1 0-15,1 1 0 0,1 3 0 0,1 1 0 0,-2 3 0 16,1 2 0-16,-1 2 0 0,-4 4 0 0,2 0 0 0,-2 4 0 0,1 3 0 15,1 2 0-15,-3 3 0 0,0 4 0 0,-2 4 0 0,0 3 0 0,-1 2 0 16,0 0 0-16,-2 1 0 0,0 0 0 0,-1-2 0 16,-3-2 0-16,-1-3 0 0,-2-2 0 0,-2-6 0 0,-4-5 0 0,-3-3-206 15,-4-2-170-15,-5-1-359 0,-5 0-413 0,-4 0-62 0</inkml:trace>
  <inkml:trace contextRef="#ctx0" brushRef="#br0" timeOffset="118560.46">1709 5892 3 0,'-4'-9'12'0,"1"3"18"0,0-2 15 0,-1-2 13 0,-1 0 8 16,0-2-9-16,0 2 11 0,1 1-6 0,-2 0 0 0,1 2 4 16,-1 2-6-16,0 1 3 0,1 1-3 0,-2 3-1 0,2 2-3 0,-2 1-8 15,2 3-5-15,-2 3-6 0,2 2-2 0,-1 3-4 0,1 4-7 0,-1 3-6 16,1 1-6-16,2 5-7 0,0 3 0 0,1 1-4 0,1 2 1 16,2 0-1-16,2 1-2 0,2 1 2 0,0-1 0 0,1 0 1 0,2-3-3 15,0 0-6-15,2-4-8 0,0-1 0 0,0-4-3 0,1-2-3 0,0-3-4 16,-1-3-20-16,1-4-37 0,0-2-61 0,1-2-58 0,0-3-180 15</inkml:trace>
  <inkml:trace contextRef="#ctx0" brushRef="#br0" timeOffset="119043.98">1481 5625 1 0,'12'-12'176'0,"-29"-2"366"0,-3-4 389 0,-3-5-1045 0,0-5 188 0,-2-2-7 0,0-5-8 15,3 1-5-15,7 2-14 0,6 3-21 0,5 2-15 0,3 2-4 0,3 1-5 16,2 3-5-16,4 1-3 0,3 2-4 0,3 2-2 0,4 0-7 16,1 3-4-16,3 1 2 0,1 2 5 0,2 2 7 0,3 2 4 0,0 0 2 15,1 2-1-15,0 1-2 0,2 0 2 0,1 2 2 0,1 2-9 16,-1 2 5-16,6 2-7 0,26 8-3 0,-10 2 8 0,-8 4-3 0,-14 0 2 16,1 3 1-16,0 6-3 0,0 3 5 0,-1 5-1 0,2 6 3 0,-4 5 2 15,1 4 1-15,-4 6 3 0,-3 1 1 0,-1 3 1 0,-2 2 2 16,0-1 3-16,-2-1 3 0,-1 0 8 0,-1-5-3 0,-3-3-3 0,-2-5 3 15,-3-4 0-15,-3-6 4 0,-3-6 8 0,-5-2 4 0,-6-6 7 16,-4 0 7-16,-5-2 1 0,-5-1 2 0,-6 0-3 0,-5-2 1 0,-3-2-6 16,-5-3 2-16,-1-4-5 0,-2-2-7 0,-1-3 1 0,-1-2-8 0,4-2-7 15,0-2 1-15,21 0-5 0,-4-1 0 0,1-1 8 0,-5-1-8 16,1-2-15-16,-5-2-3 0,1-2-7 0,-5-2 7 0,2-2 9 0,3-1 4 16,0-5-9-16,3-1 1 0,2-2-2 0,2-4-5 0,4 0 1 0,1-4-2 15,2-1 1-15,3-2 3 0,1 1-2 0,3-2-4 16,1 1-5-16,3 0-9 0,3 2-8 0,1 2-13 0,3 2-10 0,1 2-22 0,3 2-49 15,1 3-42-15,4 3-23 0,1 4-7 0,3 2-14 0,2 4-195 16</inkml:trace>
  <inkml:trace contextRef="#ctx0" brushRef="#br0" timeOffset="119450.97">2006 7829 2773 0,'-25'-34'-93'15,"4"0"96"-15,0-5 13 0,11 11-12 0,10 7-6 0,2 3-1 16,4 1-5-16,3 1 17 0,3 1-9 0,2 3-9 0,2 2-19 0,3 3-31 15,0 4-14-15,0 6-2 0,2 5-8 0,-1 3-18 0,-2 3-11 0,-2 5 6 16,-2 5 10-16,-2 2 20 0,-3 4 20 0,-3 2 0 0,-3 1 13 16,-3 1 12-16,-3 2 13 0,-2 0 5 0,-1-1 7 0,-1-1 7 0,0-5 6 15,0-4 7-15,0-4 9 0,0-4 5 0,0-3 8 0,1-1 11 16,0-3 4-16,1-3 9 0,0-1 5 0,0-2 2 0,2 0 4 0,1-2-9 16,0-2 1-16,3 0-6 0,-2 0-12 0,2-1-5 0,2 0-11 0,-1-1-10 15,2-1 1-15,1-1-6 0,1 0 0 0,2-2-6 0,1 0-1 16,2-1 0-16,2 1-4 0,1-1-2 0,1 1-4 0,3-1 0 0,0 1 0 15,0 0-2-15,1 1-3 0,2-1-4 0,1 1-7 16,0 0-7-16,3 0-11 0,1 2-19 0,2 1-19 0,1 1-23 0,0 1-31 16,1 1-61-16,2 1-71 0,-1 0-26 0,1 1-1 0,-3 1 24 0,-1 1-28 15,-2 0-64-15</inkml:trace>
  <inkml:trace contextRef="#ctx0" brushRef="#br0" timeOffset="119858.97">1670 7582 1013 0,'-9'-17'-37'0,"2"2"57"16,0-2 21-16,0-5 16 0,1-4 8 0,0-3 1 0,5-1-12 0,4-1-15 16,4-1-9-16,2 1-6 0,5-2-5 0,2 0-23 0,2-1-1 0,6-3-5 15,21-20 0-15,-3 12 2 0,-3 9-1 0,-11 17 4 0,-1 1-2 16,0 2 14-16,1 3 0 0,0 2-6 0,1 0 1 0,1 2 2 0,-3 2-2 15,2 2 3-15,-3 1-2 0,-1 3 2 0,-1 0 1 16,2 1 1-16,-1 2 3 0,1 1 4 0,1 2-2 0,0 2 1 0,1 2 1 16,0 2-3-16,0 1-2 0,-2 4 1 0,1 3 3 0,-1 5 13 0,0 3 12 0,1 6 2 15,-2 2 1-15,-1 4-2 0,-1 3-4 0,-2 0 0 0,0 0 3 16,-1-2-1-16,0-1 11 0,-2-5 0 0,-2 1 1 0,-3-3 0 16,-2 1-8-16,-2-1-3 0,-3 1-12 0,-3 0-9 0,-4 3 8 0,-4-1-8 15,-4 4 11-15,-3 1-4 0,-5-1-15 0,-6 2-1 0,-4 2 0 16,-3 0-4-16,-3 0 1 0,-2 0-4 0,-4-1-1 0,-3-1-1 0,-3 1 2 0,-1 1-7 15,-3-2-13-15,-1 0-5 0,-3-3-22 0,0-1-6 0,-2 1 4 16,-2-3 3-16,2-3 17 0,0-6 17 0,4-4 7 0,27-13 7 0,-4-1-2 16,2 0 19-16,-5 0 3 0,1-3 0 0,-2 0-3 0,2-2-29 15,-2-1-11-15,2-2-9 0,2-2-18 0,4-1-21 0,3-2-26 0,4-2-32 16,2 0-38-16,3 0-35 0,3 0-25 0,3-1-24 0,4 1-38 0,2 0-124 16</inkml:trace>
  <inkml:trace contextRef="#ctx0" brushRef="#br0" timeOffset="121085.97">3108 11047 1658 0,'-4'-15'27'0,"3"-1"10"16,1-5 19-16,6 0 24 0,1 1 12 0,2-4-10 0,2-3-15 0,0-1-25 16,3-2-24-16,0 2-3 0,-1 0-9 0,1 4-6 0,-3 1 4 0,1 2-4 15,1 3-4-15,-1 2 2 0,1 2 1 0,-1 1-5 0,1 3-1 16,0 0-5-16,-1 1 1 0,-1 1 0 0,0 2 3 0,1 2-2 0,0 0 1 15,-1 2-1-15,0 1 2 0,1 0 3 0,0 2 0 0,1 0 3 0,1 0-2 16,-1 2 1-16,1 0 4 0,3 1-1 0,1 0 3 0,1 0-4 16,1-1 4-16,1 0 4 0,0-1-1 0,2 0 4 0,1-1-8 0,0 0 4 15,0-1 8-15,-1-1 4 0,2 1 6 0,-1 1 0 0,1 0 1 16,1 0-3-16,-1 0 1 0,2 1 0 0,1-1-8 16,-1 1 3-16,3 0-8 0,-1 0-4 0,1 1 3 0,-1 0-6 0,0 1-1 0,0 2-2 0,1 0-5 15,-1 1 11-15,1 1-3 0,-1 0-1 0,2 1 4 0,-2 0-11 16,3 0 10-16,-1 1-4 0,1-2-1 0,-1 2 0 0,0 0-3 0,0-1 3 15,1-1 0-15,-2-3-1 0,1 0 1 0,1 0 1 16,2 1 5-16,-3-1 5 0,1-1 0 0,-2-1-4 0,1-2 2 0,1-1 2 0,0-1 5 16,2-2 0-16,-1 0-2 0,2-3-1 0,1 0 1 0,0-1 6 0,2-1 0 15,0 0-6-15,0-1-6 0,0-2-5 0,0 0 2 0,3 0-5 16,-1 1 3-16,1 0-1 0,-2 2 3 0,0 0 1 0,2 3 2 16,-2 2 6-16,0 3 2 0,2 2-6 0,-3 2 3 0,1 3-1 0,1 1 1 15,-1 3 7-15,-1 0-1 0,2 5-8 0,-1 1-1 0,2 1-5 16,3 2 1-16,-2 1 1 0,1 1-1 0,1 3 6 0,1 0-7 0,2 0 1 0,0-1-10 15,4-2-1-15,1-1 0 0,-1-2 0 0,1-2 6 0,2-2-2 0,0-1 1 16,2-3 0-16,0-2 0 0,0-2 1 0,1-4 1 0,2-2-4 16,0-4 4-16,1-3 1 0,1-2-1 0,0-2 5 0,2-2-1 0,-1-3 1 15,0-1-4-15,1-2 5 0,0-2 0 0,0 0-8 0,1-1 4 16,-1-1 2-16,-1 2 1 0,-1 0 6 0,1 1-6 0,-2 3-4 16,0 1 4-16,0 2 16 0,-2 3 6 0,0 2-4 0,-1 4 0 0,1 1-18 15,-1 3 3-15,-2 2 5 0,0 1-16 0,3 2 2 0,0 4-7 16,2 1 4-16,0 3 15 0,1 3-2 0,1-1 2 0,2 2-7 0,1 0-6 0,1-2 0 15,1 0 0-15,1-2-2 0,-1-2 2 0,1-2-5 0,-1-1 0 0,0-4 6 16,1 0 3-16,-1-3-1 0,1-2-3 0,0-3-2 16,1-1 1-16,-1-3 1 0,2-2 0 0,1-1 5 0,0-2-7 0,0-1-5 15,0 0 0-15,0-3-6 0,0-1 11 0,3 0-5 0,-1-1 11 0,-1 2 1 16,-1 0-4-16,-2 2 15 0,1 0-23 0,-2 2 0 0,-1 1 5 0,-2 2-13 16,0 2 20-16,-1 2-1 0,0 1-6 0,0 3 10 0,0 2-4 15,0 1-6-15,1 2-1 0,0 2-1 0,0 3-1 0,0 1 7 0,2 2-7 16,2 2 0-16,-1 1 3 0,2 0-11 0,-1-1 6 0,1 0-10 0,0 1 2 15,0-1 8-15,1 0 2 0,1-1 7 0,0 1-9 16,2-2 7-16,-3-1-3 0,1-1-6 0,-1-2 7 0,1 1-1 0,-1-2 1 0,0 0 2 16,-1-2-3-16,1 0 3 0,0-2 0 0,2 1-2 0,-2 0 1 15,1 0-3-15,-2 0 4 0,0 2 4 0,1-1-4 16,1 0 0-16,0 1 0 0,2-2 1 0,0 1-2 0,0 1-1 0,-1-1-5 16,1-1-3-16,-2 1 10 0,2-1 0 0,0-1 2 15,0-1 0-15,0 1-6 0,-2-3 3 0,1 1 1 0,0-2 3 0,-1 0 2 16,0-2-2-16,1 0-4 0,1 0 4 0,1-1 4 0,2 1-6 0,-2-1 8 0,-1 0-9 0,0 0 0 0,0 0 5 15,2 0-2-15,-3 0 2 0,2 0-5 16,1 1 2-16,-1-1-2 0,1 2-2 0,-2-1 6 0,1 3-1 0,-1-1-3 0,0 1 0 0,-2 1-2 16,2 0-3-16,-1 1 9 0,0 0-1 0,1 1-6 0,-1-1 3 0,0 0-4 15,3 0 4-15,-1 0 2 0,0 0-2 0,-1 1-7 0,1 0 0 16,-1 0-1-16,1-1 0 0,0 1 6 0,0-1 0 0,1 1 4 0,-2 0-4 16,2 0-3-16,0 1 5 0,1-2-1 0,0 1 4 0,-1-2-1 0,1 0-7 15,2 0 13-15,0-2-5 0,-1 1 2 0,2-1 2 0,-2 1-9 16,0 0 7-16,0 0-3 0,1-1 1 0,1 1 3 0,-1 0-1 0,1 0-9 15,-1 1 6-15,-1-1 0 0,2 0 3 0,-1 1 0 0,0 0-2 0,-1 0-5 16,2 1-3-16,0 0 7 0,1 1-5 0,0 1 8 0,0 0 0 0,1 0-4 16,1 1 4-16,1-1-5 0,2 1-1 0,1-1 1 0,0 1 0 15,0-1-5-15,-1 1 1 0,1 1 4 0,1-1-3 0,-3 0 6 0,3 1-4 16,-1-1 4-16,2 1 2 0,0-1 0 0,1 0 2 16,0-1-2-16,0 0 2 0,1 0-4 0,2-1 4 0,-2 0-7 0,2 0 7 15,-1 0-1-15,4 1 3 0,-1-1 3 0,2-1-4 0,0 0 8 0,1 0-3 0,-2 0-2 16,2 0 1-16,2 1-7 0,-2 0 0 0,3 0 4 0,0 0-11 15,-2 0-2-15,2 0 4 0,-1 0-1 0,-1 0 9 0,4 2-4 16,-3 0-4-16,0 0-2 0,1 2-7 0,-1-1 3 0,0 1-5 16,2 0-14-16,-2-2-20 0,-1 1-31 0,-2 2-55 0,0 0-84 0,-2 0-140 15,-1-1-192-15,1 0-54 0,1 1-182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80482-91C6-5C01-4FE2-44EBA8E7B4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3CBC77-1520-9A27-568B-64D88499CD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200B67-8A4E-DFBA-037D-C91F646B7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CA56F-ED66-4B12-B03B-9DFEB39B0C25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46ABE4-F536-2D5D-24B4-BE4B2DCFB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55242-AD69-C095-0BB4-E8A35F8F4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26A48-562F-4BB7-B0C8-62EB3B7BB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7331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86A99-7831-A2A0-8767-645F3A94B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5D65B9-C7A1-6D1E-36D2-9434A08F31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A6C33E-9F8C-B22C-0CBA-709A3D1FE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CA56F-ED66-4B12-B03B-9DFEB39B0C25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77457-15B9-26C4-6005-8B7D90B8D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3A4195-38C0-ECCC-334E-529D5AE2F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26A48-562F-4BB7-B0C8-62EB3B7BB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8881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C3354-A9BD-E343-8B30-4BD05C1E2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3BEA35-05AB-BC29-4401-E2B6C87BA8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1C3407-AA39-244A-A86F-9F3496AB6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CA56F-ED66-4B12-B03B-9DFEB39B0C25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3A655F-170F-5A16-9127-0A494E15D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E75A7B-E822-E9ED-A44D-7306D9F22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26A48-562F-4BB7-B0C8-62EB3B7BB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515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FB20B-14BB-25EA-E739-48BBC429B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F338D4-74A8-765E-3F3F-A2486093FD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413180-E089-89E8-065A-8A7E045D08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70AAB4-9EC0-C809-F391-639E34B2E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CA56F-ED66-4B12-B03B-9DFEB39B0C25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1212C1-63AE-80AB-2184-5A518E89F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37DEFA-595F-13FB-CFE7-F54086BB6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26A48-562F-4BB7-B0C8-62EB3B7BB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502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207E0-2BDD-A9A3-81D8-636D3D8FC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D5E7B4-7CCB-1FAF-D852-A1D1CAABCD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9083BB-EC24-E3BE-48DE-C170DDD3CE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1F1E22-0316-2A73-2960-0F482D4961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6272FF-A56D-F5B6-4B13-798B717171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8969A9-439E-59DB-84EB-4883C27B4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CA56F-ED66-4B12-B03B-9DFEB39B0C25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E1CEF6-25BF-DA30-D385-41A00973D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A8D991-3CB5-2260-7952-B3E5793F9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26A48-562F-4BB7-B0C8-62EB3B7BB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78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7319F-92A3-7153-2759-4E84BD960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C233E2-8E36-3584-64DE-6CAC4D4E1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CA56F-ED66-4B12-B03B-9DFEB39B0C25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7C0CA2-8993-1D87-4C66-D10F83709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730A35-CD5F-26A3-AC2B-ED89D0542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26A48-562F-4BB7-B0C8-62EB3B7BB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48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7CA5C0-459B-A107-13D4-460C3D8CD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CA56F-ED66-4B12-B03B-9DFEB39B0C25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7C14D0-FD8A-028B-D615-531088B55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5EECB1-19F0-53CB-2029-6523A71B4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26A48-562F-4BB7-B0C8-62EB3B7BB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875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6AD19-B126-CD24-3588-9492F82A1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381697-C8D1-A22E-DAB7-679A4514C1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EE6C44-8D8B-0E7C-2BAD-9CD14721EF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463733-FC72-E234-A667-2CD71522D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CA56F-ED66-4B12-B03B-9DFEB39B0C25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0BB5FD-5B76-033C-2B10-D4A51A67E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A0D613-817E-980B-5AF4-28D5C3E1C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26A48-562F-4BB7-B0C8-62EB3B7BB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0199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A6AC7-4653-804F-6757-F67C8DF94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EABAE6-DF46-8FCE-3E64-33D9B29DD0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9DAA6A-04BB-164A-D14F-B970524AE5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009A43-A0A7-EA8C-ADDE-6D46ED48F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CA56F-ED66-4B12-B03B-9DFEB39B0C25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707F83-7B67-F064-B8C6-8AB57EA8D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3351DB-EC42-1170-3659-FB27B4385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26A48-562F-4BB7-B0C8-62EB3B7BB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1052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9225A-9DD7-4D7B-5C5E-BA37FD8A4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0A0C69-4A1B-CE69-0100-7DB7071CBE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ADF048-0295-C10F-96D9-ABFC38275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CA56F-ED66-4B12-B03B-9DFEB39B0C25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07E92E-794C-EBC0-96EF-19670AE77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A5385F-8FE2-F6D7-4E15-ACB7B7C5B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26A48-562F-4BB7-B0C8-62EB3B7BB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16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21EBFE-1108-1C41-8AD0-5544EED09C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41740E-97D4-0430-422D-15AE0A8263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DCD9AA-AC2E-F695-435C-D7D851F14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CA56F-ED66-4B12-B03B-9DFEB39B0C25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DD3D20-3C9C-5C7E-37BB-7115DE394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872EA6-7A68-D3FC-71DA-A2B784B0C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26A48-562F-4BB7-B0C8-62EB3B7BB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112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E4FB98-2C3F-FBB1-F952-F7AF7CFBB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85F15E-2915-0223-A79F-5BB42CC4DF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172B10-5E66-53FC-5230-82583D41A9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6CA56F-ED66-4B12-B03B-9DFEB39B0C25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A71085-572E-DD09-8FEB-DB9EF4656A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47DF1D-A6FE-5CB7-A786-2FE5447A5B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726A48-562F-4BB7-B0C8-62EB3B7BB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089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26" Type="http://schemas.openxmlformats.org/officeDocument/2006/relationships/customXml" Target="../ink/ink13.xml"/><Relationship Id="rId39" Type="http://schemas.openxmlformats.org/officeDocument/2006/relationships/image" Target="../media/image19.png"/><Relationship Id="rId21" Type="http://schemas.openxmlformats.org/officeDocument/2006/relationships/image" Target="../media/image10.png"/><Relationship Id="rId34" Type="http://schemas.openxmlformats.org/officeDocument/2006/relationships/customXml" Target="../ink/ink17.xml"/><Relationship Id="rId42" Type="http://schemas.openxmlformats.org/officeDocument/2006/relationships/customXml" Target="../ink/ink21.xml"/><Relationship Id="rId7" Type="http://schemas.openxmlformats.org/officeDocument/2006/relationships/image" Target="../media/image3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0" Type="http://schemas.openxmlformats.org/officeDocument/2006/relationships/customXml" Target="../ink/ink10.xml"/><Relationship Id="rId29" Type="http://schemas.openxmlformats.org/officeDocument/2006/relationships/image" Target="../media/image14.png"/><Relationship Id="rId41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5.png"/><Relationship Id="rId24" Type="http://schemas.openxmlformats.org/officeDocument/2006/relationships/customXml" Target="../ink/ink12.xml"/><Relationship Id="rId32" Type="http://schemas.openxmlformats.org/officeDocument/2006/relationships/customXml" Target="../ink/ink16.xml"/><Relationship Id="rId37" Type="http://schemas.openxmlformats.org/officeDocument/2006/relationships/image" Target="../media/image18.png"/><Relationship Id="rId40" Type="http://schemas.openxmlformats.org/officeDocument/2006/relationships/customXml" Target="../ink/ink20.xml"/><Relationship Id="rId5" Type="http://schemas.openxmlformats.org/officeDocument/2006/relationships/image" Target="../media/image2.png"/><Relationship Id="rId15" Type="http://schemas.openxmlformats.org/officeDocument/2006/relationships/image" Target="../media/image7.png"/><Relationship Id="rId23" Type="http://schemas.openxmlformats.org/officeDocument/2006/relationships/image" Target="../media/image11.png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10" Type="http://schemas.openxmlformats.org/officeDocument/2006/relationships/customXml" Target="../ink/ink5.xml"/><Relationship Id="rId19" Type="http://schemas.openxmlformats.org/officeDocument/2006/relationships/image" Target="../media/image9.png"/><Relationship Id="rId31" Type="http://schemas.openxmlformats.org/officeDocument/2006/relationships/image" Target="../media/image15.png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13.png"/><Relationship Id="rId30" Type="http://schemas.openxmlformats.org/officeDocument/2006/relationships/customXml" Target="../ink/ink15.xml"/><Relationship Id="rId35" Type="http://schemas.openxmlformats.org/officeDocument/2006/relationships/image" Target="../media/image17.png"/><Relationship Id="rId43" Type="http://schemas.openxmlformats.org/officeDocument/2006/relationships/image" Target="../media/image21.png"/><Relationship Id="rId8" Type="http://schemas.openxmlformats.org/officeDocument/2006/relationships/customXml" Target="../ink/ink4.xml"/><Relationship Id="rId3" Type="http://schemas.openxmlformats.org/officeDocument/2006/relationships/image" Target="../media/image1.png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25" Type="http://schemas.openxmlformats.org/officeDocument/2006/relationships/image" Target="../media/image12.png"/><Relationship Id="rId33" Type="http://schemas.openxmlformats.org/officeDocument/2006/relationships/image" Target="../media/image16.png"/><Relationship Id="rId38" Type="http://schemas.openxmlformats.org/officeDocument/2006/relationships/customXml" Target="../ink/ink1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customXml" Target="../ink/ink2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customXml" Target="../ink/ink2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customXml" Target="../ink/ink24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customXml" Target="../ink/ink25.xml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6.xml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customXml" Target="../ink/ink2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89.png"/><Relationship Id="rId21" Type="http://schemas.openxmlformats.org/officeDocument/2006/relationships/image" Target="../media/image41.png"/><Relationship Id="rId42" Type="http://schemas.openxmlformats.org/officeDocument/2006/relationships/customXml" Target="../ink/ink48.xml"/><Relationship Id="rId63" Type="http://schemas.openxmlformats.org/officeDocument/2006/relationships/image" Target="../media/image62.png"/><Relationship Id="rId84" Type="http://schemas.openxmlformats.org/officeDocument/2006/relationships/customXml" Target="../ink/ink69.xml"/><Relationship Id="rId138" Type="http://schemas.openxmlformats.org/officeDocument/2006/relationships/customXml" Target="../ink/ink96.xml"/><Relationship Id="rId159" Type="http://schemas.openxmlformats.org/officeDocument/2006/relationships/image" Target="../media/image110.png"/><Relationship Id="rId170" Type="http://schemas.openxmlformats.org/officeDocument/2006/relationships/customXml" Target="../ink/ink112.xml"/><Relationship Id="rId191" Type="http://schemas.openxmlformats.org/officeDocument/2006/relationships/image" Target="../media/image126.png"/><Relationship Id="rId107" Type="http://schemas.openxmlformats.org/officeDocument/2006/relationships/image" Target="../media/image84.png"/><Relationship Id="rId11" Type="http://schemas.openxmlformats.org/officeDocument/2006/relationships/image" Target="../media/image36.png"/><Relationship Id="rId32" Type="http://schemas.openxmlformats.org/officeDocument/2006/relationships/customXml" Target="../ink/ink43.xml"/><Relationship Id="rId53" Type="http://schemas.openxmlformats.org/officeDocument/2006/relationships/image" Target="../media/image57.png"/><Relationship Id="rId74" Type="http://schemas.openxmlformats.org/officeDocument/2006/relationships/customXml" Target="../ink/ink64.xml"/><Relationship Id="rId128" Type="http://schemas.openxmlformats.org/officeDocument/2006/relationships/customXml" Target="../ink/ink91.xml"/><Relationship Id="rId149" Type="http://schemas.openxmlformats.org/officeDocument/2006/relationships/image" Target="../media/image105.png"/><Relationship Id="rId5" Type="http://schemas.openxmlformats.org/officeDocument/2006/relationships/image" Target="../media/image33.png"/><Relationship Id="rId95" Type="http://schemas.openxmlformats.org/officeDocument/2006/relationships/image" Target="../media/image78.png"/><Relationship Id="rId160" Type="http://schemas.openxmlformats.org/officeDocument/2006/relationships/customXml" Target="../ink/ink107.xml"/><Relationship Id="rId181" Type="http://schemas.openxmlformats.org/officeDocument/2006/relationships/image" Target="../media/image121.png"/><Relationship Id="rId22" Type="http://schemas.openxmlformats.org/officeDocument/2006/relationships/customXml" Target="../ink/ink38.xml"/><Relationship Id="rId43" Type="http://schemas.openxmlformats.org/officeDocument/2006/relationships/image" Target="../media/image52.png"/><Relationship Id="rId64" Type="http://schemas.openxmlformats.org/officeDocument/2006/relationships/customXml" Target="../ink/ink59.xml"/><Relationship Id="rId118" Type="http://schemas.openxmlformats.org/officeDocument/2006/relationships/customXml" Target="../ink/ink86.xml"/><Relationship Id="rId139" Type="http://schemas.openxmlformats.org/officeDocument/2006/relationships/image" Target="../media/image100.png"/><Relationship Id="rId85" Type="http://schemas.openxmlformats.org/officeDocument/2006/relationships/image" Target="../media/image73.png"/><Relationship Id="rId150" Type="http://schemas.openxmlformats.org/officeDocument/2006/relationships/customXml" Target="../ink/ink102.xml"/><Relationship Id="rId171" Type="http://schemas.openxmlformats.org/officeDocument/2006/relationships/image" Target="../media/image116.png"/><Relationship Id="rId192" Type="http://schemas.openxmlformats.org/officeDocument/2006/relationships/customXml" Target="../ink/ink123.xml"/><Relationship Id="rId12" Type="http://schemas.openxmlformats.org/officeDocument/2006/relationships/customXml" Target="../ink/ink33.xml"/><Relationship Id="rId33" Type="http://schemas.openxmlformats.org/officeDocument/2006/relationships/image" Target="../media/image47.png"/><Relationship Id="rId108" Type="http://schemas.openxmlformats.org/officeDocument/2006/relationships/customXml" Target="../ink/ink81.xml"/><Relationship Id="rId129" Type="http://schemas.openxmlformats.org/officeDocument/2006/relationships/image" Target="../media/image95.png"/><Relationship Id="rId54" Type="http://schemas.openxmlformats.org/officeDocument/2006/relationships/customXml" Target="../ink/ink54.xml"/><Relationship Id="rId75" Type="http://schemas.openxmlformats.org/officeDocument/2006/relationships/image" Target="../media/image68.png"/><Relationship Id="rId96" Type="http://schemas.openxmlformats.org/officeDocument/2006/relationships/customXml" Target="../ink/ink75.xml"/><Relationship Id="rId140" Type="http://schemas.openxmlformats.org/officeDocument/2006/relationships/customXml" Target="../ink/ink97.xml"/><Relationship Id="rId161" Type="http://schemas.openxmlformats.org/officeDocument/2006/relationships/image" Target="../media/image111.png"/><Relationship Id="rId182" Type="http://schemas.openxmlformats.org/officeDocument/2006/relationships/customXml" Target="../ink/ink118.xml"/><Relationship Id="rId6" Type="http://schemas.openxmlformats.org/officeDocument/2006/relationships/customXml" Target="../ink/ink30.xml"/><Relationship Id="rId23" Type="http://schemas.openxmlformats.org/officeDocument/2006/relationships/image" Target="../media/image42.png"/><Relationship Id="rId119" Type="http://schemas.openxmlformats.org/officeDocument/2006/relationships/image" Target="../media/image90.png"/><Relationship Id="rId44" Type="http://schemas.openxmlformats.org/officeDocument/2006/relationships/customXml" Target="../ink/ink49.xml"/><Relationship Id="rId65" Type="http://schemas.openxmlformats.org/officeDocument/2006/relationships/image" Target="../media/image63.png"/><Relationship Id="rId86" Type="http://schemas.openxmlformats.org/officeDocument/2006/relationships/customXml" Target="../ink/ink70.xml"/><Relationship Id="rId130" Type="http://schemas.openxmlformats.org/officeDocument/2006/relationships/customXml" Target="../ink/ink92.xml"/><Relationship Id="rId151" Type="http://schemas.openxmlformats.org/officeDocument/2006/relationships/image" Target="../media/image106.png"/><Relationship Id="rId172" Type="http://schemas.openxmlformats.org/officeDocument/2006/relationships/customXml" Target="../ink/ink113.xml"/><Relationship Id="rId193" Type="http://schemas.openxmlformats.org/officeDocument/2006/relationships/image" Target="../media/image127.png"/><Relationship Id="rId13" Type="http://schemas.openxmlformats.org/officeDocument/2006/relationships/image" Target="../media/image37.png"/><Relationship Id="rId109" Type="http://schemas.openxmlformats.org/officeDocument/2006/relationships/image" Target="../media/image85.png"/><Relationship Id="rId34" Type="http://schemas.openxmlformats.org/officeDocument/2006/relationships/customXml" Target="../ink/ink44.xml"/><Relationship Id="rId55" Type="http://schemas.openxmlformats.org/officeDocument/2006/relationships/image" Target="../media/image58.png"/><Relationship Id="rId76" Type="http://schemas.openxmlformats.org/officeDocument/2006/relationships/customXml" Target="../ink/ink65.xml"/><Relationship Id="rId97" Type="http://schemas.openxmlformats.org/officeDocument/2006/relationships/image" Target="../media/image79.png"/><Relationship Id="rId120" Type="http://schemas.openxmlformats.org/officeDocument/2006/relationships/customXml" Target="../ink/ink87.xml"/><Relationship Id="rId141" Type="http://schemas.openxmlformats.org/officeDocument/2006/relationships/image" Target="../media/image101.png"/><Relationship Id="rId7" Type="http://schemas.openxmlformats.org/officeDocument/2006/relationships/image" Target="../media/image34.png"/><Relationship Id="rId162" Type="http://schemas.openxmlformats.org/officeDocument/2006/relationships/customXml" Target="../ink/ink108.xml"/><Relationship Id="rId183" Type="http://schemas.openxmlformats.org/officeDocument/2006/relationships/image" Target="../media/image122.png"/><Relationship Id="rId2" Type="http://schemas.openxmlformats.org/officeDocument/2006/relationships/customXml" Target="../ink/ink28.xml"/><Relationship Id="rId29" Type="http://schemas.openxmlformats.org/officeDocument/2006/relationships/image" Target="../media/image45.png"/><Relationship Id="rId24" Type="http://schemas.openxmlformats.org/officeDocument/2006/relationships/customXml" Target="../ink/ink39.xml"/><Relationship Id="rId40" Type="http://schemas.openxmlformats.org/officeDocument/2006/relationships/customXml" Target="../ink/ink47.xml"/><Relationship Id="rId45" Type="http://schemas.openxmlformats.org/officeDocument/2006/relationships/image" Target="../media/image53.png"/><Relationship Id="rId66" Type="http://schemas.openxmlformats.org/officeDocument/2006/relationships/customXml" Target="../ink/ink60.xml"/><Relationship Id="rId87" Type="http://schemas.openxmlformats.org/officeDocument/2006/relationships/image" Target="../media/image74.png"/><Relationship Id="rId110" Type="http://schemas.openxmlformats.org/officeDocument/2006/relationships/customXml" Target="../ink/ink82.xml"/><Relationship Id="rId115" Type="http://schemas.openxmlformats.org/officeDocument/2006/relationships/image" Target="../media/image88.png"/><Relationship Id="rId131" Type="http://schemas.openxmlformats.org/officeDocument/2006/relationships/image" Target="../media/image96.png"/><Relationship Id="rId136" Type="http://schemas.openxmlformats.org/officeDocument/2006/relationships/customXml" Target="../ink/ink95.xml"/><Relationship Id="rId157" Type="http://schemas.openxmlformats.org/officeDocument/2006/relationships/image" Target="../media/image109.png"/><Relationship Id="rId178" Type="http://schemas.openxmlformats.org/officeDocument/2006/relationships/customXml" Target="../ink/ink116.xml"/><Relationship Id="rId61" Type="http://schemas.openxmlformats.org/officeDocument/2006/relationships/image" Target="../media/image61.png"/><Relationship Id="rId82" Type="http://schemas.openxmlformats.org/officeDocument/2006/relationships/customXml" Target="../ink/ink68.xml"/><Relationship Id="rId152" Type="http://schemas.openxmlformats.org/officeDocument/2006/relationships/customXml" Target="../ink/ink103.xml"/><Relationship Id="rId173" Type="http://schemas.openxmlformats.org/officeDocument/2006/relationships/image" Target="../media/image117.png"/><Relationship Id="rId194" Type="http://schemas.openxmlformats.org/officeDocument/2006/relationships/customXml" Target="../ink/ink124.xml"/><Relationship Id="rId199" Type="http://schemas.openxmlformats.org/officeDocument/2006/relationships/image" Target="../media/image130.png"/><Relationship Id="rId19" Type="http://schemas.openxmlformats.org/officeDocument/2006/relationships/image" Target="../media/image40.png"/><Relationship Id="rId14" Type="http://schemas.openxmlformats.org/officeDocument/2006/relationships/customXml" Target="../ink/ink34.xml"/><Relationship Id="rId30" Type="http://schemas.openxmlformats.org/officeDocument/2006/relationships/customXml" Target="../ink/ink42.xml"/><Relationship Id="rId35" Type="http://schemas.openxmlformats.org/officeDocument/2006/relationships/image" Target="../media/image48.png"/><Relationship Id="rId56" Type="http://schemas.openxmlformats.org/officeDocument/2006/relationships/customXml" Target="../ink/ink55.xml"/><Relationship Id="rId77" Type="http://schemas.openxmlformats.org/officeDocument/2006/relationships/image" Target="../media/image69.png"/><Relationship Id="rId100" Type="http://schemas.openxmlformats.org/officeDocument/2006/relationships/customXml" Target="../ink/ink77.xml"/><Relationship Id="rId105" Type="http://schemas.openxmlformats.org/officeDocument/2006/relationships/image" Target="../media/image83.png"/><Relationship Id="rId126" Type="http://schemas.openxmlformats.org/officeDocument/2006/relationships/customXml" Target="../ink/ink90.xml"/><Relationship Id="rId147" Type="http://schemas.openxmlformats.org/officeDocument/2006/relationships/image" Target="../media/image104.png"/><Relationship Id="rId168" Type="http://schemas.openxmlformats.org/officeDocument/2006/relationships/customXml" Target="../ink/ink111.xml"/><Relationship Id="rId8" Type="http://schemas.openxmlformats.org/officeDocument/2006/relationships/customXml" Target="../ink/ink31.xml"/><Relationship Id="rId51" Type="http://schemas.openxmlformats.org/officeDocument/2006/relationships/image" Target="../media/image56.png"/><Relationship Id="rId72" Type="http://schemas.openxmlformats.org/officeDocument/2006/relationships/customXml" Target="../ink/ink63.xml"/><Relationship Id="rId93" Type="http://schemas.openxmlformats.org/officeDocument/2006/relationships/image" Target="../media/image77.png"/><Relationship Id="rId98" Type="http://schemas.openxmlformats.org/officeDocument/2006/relationships/customXml" Target="../ink/ink76.xml"/><Relationship Id="rId121" Type="http://schemas.openxmlformats.org/officeDocument/2006/relationships/image" Target="../media/image91.png"/><Relationship Id="rId142" Type="http://schemas.openxmlformats.org/officeDocument/2006/relationships/customXml" Target="../ink/ink98.xml"/><Relationship Id="rId163" Type="http://schemas.openxmlformats.org/officeDocument/2006/relationships/image" Target="../media/image112.png"/><Relationship Id="rId184" Type="http://schemas.openxmlformats.org/officeDocument/2006/relationships/customXml" Target="../ink/ink119.xml"/><Relationship Id="rId189" Type="http://schemas.openxmlformats.org/officeDocument/2006/relationships/image" Target="../media/image125.png"/><Relationship Id="rId3" Type="http://schemas.openxmlformats.org/officeDocument/2006/relationships/image" Target="../media/image32.png"/><Relationship Id="rId25" Type="http://schemas.openxmlformats.org/officeDocument/2006/relationships/image" Target="../media/image43.png"/><Relationship Id="rId46" Type="http://schemas.openxmlformats.org/officeDocument/2006/relationships/customXml" Target="../ink/ink50.xml"/><Relationship Id="rId67" Type="http://schemas.openxmlformats.org/officeDocument/2006/relationships/image" Target="../media/image64.png"/><Relationship Id="rId116" Type="http://schemas.openxmlformats.org/officeDocument/2006/relationships/customXml" Target="../ink/ink85.xml"/><Relationship Id="rId137" Type="http://schemas.openxmlformats.org/officeDocument/2006/relationships/image" Target="../media/image99.png"/><Relationship Id="rId158" Type="http://schemas.openxmlformats.org/officeDocument/2006/relationships/customXml" Target="../ink/ink106.xml"/><Relationship Id="rId20" Type="http://schemas.openxmlformats.org/officeDocument/2006/relationships/customXml" Target="../ink/ink37.xml"/><Relationship Id="rId41" Type="http://schemas.openxmlformats.org/officeDocument/2006/relationships/image" Target="../media/image51.png"/><Relationship Id="rId62" Type="http://schemas.openxmlformats.org/officeDocument/2006/relationships/customXml" Target="../ink/ink58.xml"/><Relationship Id="rId83" Type="http://schemas.openxmlformats.org/officeDocument/2006/relationships/image" Target="../media/image72.png"/><Relationship Id="rId88" Type="http://schemas.openxmlformats.org/officeDocument/2006/relationships/customXml" Target="../ink/ink71.xml"/><Relationship Id="rId111" Type="http://schemas.openxmlformats.org/officeDocument/2006/relationships/image" Target="../media/image86.png"/><Relationship Id="rId132" Type="http://schemas.openxmlformats.org/officeDocument/2006/relationships/customXml" Target="../ink/ink93.xml"/><Relationship Id="rId153" Type="http://schemas.openxmlformats.org/officeDocument/2006/relationships/image" Target="../media/image107.png"/><Relationship Id="rId174" Type="http://schemas.openxmlformats.org/officeDocument/2006/relationships/customXml" Target="../ink/ink114.xml"/><Relationship Id="rId179" Type="http://schemas.openxmlformats.org/officeDocument/2006/relationships/image" Target="../media/image120.png"/><Relationship Id="rId195" Type="http://schemas.openxmlformats.org/officeDocument/2006/relationships/image" Target="../media/image128.png"/><Relationship Id="rId190" Type="http://schemas.openxmlformats.org/officeDocument/2006/relationships/customXml" Target="../ink/ink122.xml"/><Relationship Id="rId15" Type="http://schemas.openxmlformats.org/officeDocument/2006/relationships/image" Target="../media/image38.png"/><Relationship Id="rId36" Type="http://schemas.openxmlformats.org/officeDocument/2006/relationships/customXml" Target="../ink/ink45.xml"/><Relationship Id="rId57" Type="http://schemas.openxmlformats.org/officeDocument/2006/relationships/image" Target="../media/image59.png"/><Relationship Id="rId106" Type="http://schemas.openxmlformats.org/officeDocument/2006/relationships/customXml" Target="../ink/ink80.xml"/><Relationship Id="rId127" Type="http://schemas.openxmlformats.org/officeDocument/2006/relationships/image" Target="../media/image94.png"/><Relationship Id="rId10" Type="http://schemas.openxmlformats.org/officeDocument/2006/relationships/customXml" Target="../ink/ink32.xml"/><Relationship Id="rId31" Type="http://schemas.openxmlformats.org/officeDocument/2006/relationships/image" Target="../media/image46.png"/><Relationship Id="rId52" Type="http://schemas.openxmlformats.org/officeDocument/2006/relationships/customXml" Target="../ink/ink53.xml"/><Relationship Id="rId73" Type="http://schemas.openxmlformats.org/officeDocument/2006/relationships/image" Target="../media/image67.png"/><Relationship Id="rId78" Type="http://schemas.openxmlformats.org/officeDocument/2006/relationships/customXml" Target="../ink/ink66.xml"/><Relationship Id="rId94" Type="http://schemas.openxmlformats.org/officeDocument/2006/relationships/customXml" Target="../ink/ink74.xml"/><Relationship Id="rId99" Type="http://schemas.openxmlformats.org/officeDocument/2006/relationships/image" Target="../media/image80.png"/><Relationship Id="rId101" Type="http://schemas.openxmlformats.org/officeDocument/2006/relationships/image" Target="../media/image81.png"/><Relationship Id="rId122" Type="http://schemas.openxmlformats.org/officeDocument/2006/relationships/customXml" Target="../ink/ink88.xml"/><Relationship Id="rId143" Type="http://schemas.openxmlformats.org/officeDocument/2006/relationships/image" Target="../media/image102.png"/><Relationship Id="rId148" Type="http://schemas.openxmlformats.org/officeDocument/2006/relationships/customXml" Target="../ink/ink101.xml"/><Relationship Id="rId164" Type="http://schemas.openxmlformats.org/officeDocument/2006/relationships/customXml" Target="../ink/ink109.xml"/><Relationship Id="rId169" Type="http://schemas.openxmlformats.org/officeDocument/2006/relationships/image" Target="../media/image115.png"/><Relationship Id="rId185" Type="http://schemas.openxmlformats.org/officeDocument/2006/relationships/image" Target="../media/image123.png"/><Relationship Id="rId4" Type="http://schemas.openxmlformats.org/officeDocument/2006/relationships/customXml" Target="../ink/ink29.xml"/><Relationship Id="rId9" Type="http://schemas.openxmlformats.org/officeDocument/2006/relationships/image" Target="../media/image35.png"/><Relationship Id="rId180" Type="http://schemas.openxmlformats.org/officeDocument/2006/relationships/customXml" Target="../ink/ink117.xml"/><Relationship Id="rId26" Type="http://schemas.openxmlformats.org/officeDocument/2006/relationships/customXml" Target="../ink/ink40.xml"/><Relationship Id="rId47" Type="http://schemas.openxmlformats.org/officeDocument/2006/relationships/image" Target="../media/image54.png"/><Relationship Id="rId68" Type="http://schemas.openxmlformats.org/officeDocument/2006/relationships/customXml" Target="../ink/ink61.xml"/><Relationship Id="rId89" Type="http://schemas.openxmlformats.org/officeDocument/2006/relationships/image" Target="../media/image75.png"/><Relationship Id="rId112" Type="http://schemas.openxmlformats.org/officeDocument/2006/relationships/customXml" Target="../ink/ink83.xml"/><Relationship Id="rId133" Type="http://schemas.openxmlformats.org/officeDocument/2006/relationships/image" Target="../media/image97.png"/><Relationship Id="rId154" Type="http://schemas.openxmlformats.org/officeDocument/2006/relationships/customXml" Target="../ink/ink104.xml"/><Relationship Id="rId175" Type="http://schemas.openxmlformats.org/officeDocument/2006/relationships/image" Target="../media/image118.png"/><Relationship Id="rId196" Type="http://schemas.openxmlformats.org/officeDocument/2006/relationships/customXml" Target="../ink/ink125.xml"/><Relationship Id="rId200" Type="http://schemas.openxmlformats.org/officeDocument/2006/relationships/customXml" Target="../ink/ink127.xml"/><Relationship Id="rId16" Type="http://schemas.openxmlformats.org/officeDocument/2006/relationships/customXml" Target="../ink/ink35.xml"/><Relationship Id="rId37" Type="http://schemas.openxmlformats.org/officeDocument/2006/relationships/image" Target="../media/image49.png"/><Relationship Id="rId58" Type="http://schemas.openxmlformats.org/officeDocument/2006/relationships/customXml" Target="../ink/ink56.xml"/><Relationship Id="rId79" Type="http://schemas.openxmlformats.org/officeDocument/2006/relationships/image" Target="../media/image70.png"/><Relationship Id="rId102" Type="http://schemas.openxmlformats.org/officeDocument/2006/relationships/customXml" Target="../ink/ink78.xml"/><Relationship Id="rId123" Type="http://schemas.openxmlformats.org/officeDocument/2006/relationships/image" Target="../media/image92.png"/><Relationship Id="rId144" Type="http://schemas.openxmlformats.org/officeDocument/2006/relationships/customXml" Target="../ink/ink99.xml"/><Relationship Id="rId90" Type="http://schemas.openxmlformats.org/officeDocument/2006/relationships/customXml" Target="../ink/ink72.xml"/><Relationship Id="rId165" Type="http://schemas.openxmlformats.org/officeDocument/2006/relationships/image" Target="../media/image113.png"/><Relationship Id="rId186" Type="http://schemas.openxmlformats.org/officeDocument/2006/relationships/customXml" Target="../ink/ink120.xml"/><Relationship Id="rId27" Type="http://schemas.openxmlformats.org/officeDocument/2006/relationships/image" Target="../media/image44.png"/><Relationship Id="rId48" Type="http://schemas.openxmlformats.org/officeDocument/2006/relationships/customXml" Target="../ink/ink51.xml"/><Relationship Id="rId69" Type="http://schemas.openxmlformats.org/officeDocument/2006/relationships/image" Target="../media/image65.png"/><Relationship Id="rId113" Type="http://schemas.openxmlformats.org/officeDocument/2006/relationships/image" Target="../media/image87.png"/><Relationship Id="rId134" Type="http://schemas.openxmlformats.org/officeDocument/2006/relationships/customXml" Target="../ink/ink94.xml"/><Relationship Id="rId80" Type="http://schemas.openxmlformats.org/officeDocument/2006/relationships/customXml" Target="../ink/ink67.xml"/><Relationship Id="rId155" Type="http://schemas.openxmlformats.org/officeDocument/2006/relationships/image" Target="../media/image108.png"/><Relationship Id="rId176" Type="http://schemas.openxmlformats.org/officeDocument/2006/relationships/customXml" Target="../ink/ink115.xml"/><Relationship Id="rId197" Type="http://schemas.openxmlformats.org/officeDocument/2006/relationships/image" Target="../media/image129.png"/><Relationship Id="rId201" Type="http://schemas.openxmlformats.org/officeDocument/2006/relationships/image" Target="../media/image131.png"/><Relationship Id="rId17" Type="http://schemas.openxmlformats.org/officeDocument/2006/relationships/image" Target="../media/image39.png"/><Relationship Id="rId38" Type="http://schemas.openxmlformats.org/officeDocument/2006/relationships/customXml" Target="../ink/ink46.xml"/><Relationship Id="rId59" Type="http://schemas.openxmlformats.org/officeDocument/2006/relationships/image" Target="../media/image60.png"/><Relationship Id="rId103" Type="http://schemas.openxmlformats.org/officeDocument/2006/relationships/image" Target="../media/image82.png"/><Relationship Id="rId124" Type="http://schemas.openxmlformats.org/officeDocument/2006/relationships/customXml" Target="../ink/ink89.xml"/><Relationship Id="rId70" Type="http://schemas.openxmlformats.org/officeDocument/2006/relationships/customXml" Target="../ink/ink62.xml"/><Relationship Id="rId91" Type="http://schemas.openxmlformats.org/officeDocument/2006/relationships/image" Target="../media/image76.png"/><Relationship Id="rId145" Type="http://schemas.openxmlformats.org/officeDocument/2006/relationships/image" Target="../media/image103.png"/><Relationship Id="rId166" Type="http://schemas.openxmlformats.org/officeDocument/2006/relationships/customXml" Target="../ink/ink110.xml"/><Relationship Id="rId187" Type="http://schemas.openxmlformats.org/officeDocument/2006/relationships/image" Target="../media/image124.png"/><Relationship Id="rId1" Type="http://schemas.openxmlformats.org/officeDocument/2006/relationships/slideLayout" Target="../slideLayouts/slideLayout2.xml"/><Relationship Id="rId28" Type="http://schemas.openxmlformats.org/officeDocument/2006/relationships/customXml" Target="../ink/ink41.xml"/><Relationship Id="rId49" Type="http://schemas.openxmlformats.org/officeDocument/2006/relationships/image" Target="../media/image55.png"/><Relationship Id="rId114" Type="http://schemas.openxmlformats.org/officeDocument/2006/relationships/customXml" Target="../ink/ink84.xml"/><Relationship Id="rId60" Type="http://schemas.openxmlformats.org/officeDocument/2006/relationships/customXml" Target="../ink/ink57.xml"/><Relationship Id="rId81" Type="http://schemas.openxmlformats.org/officeDocument/2006/relationships/image" Target="../media/image71.png"/><Relationship Id="rId135" Type="http://schemas.openxmlformats.org/officeDocument/2006/relationships/image" Target="../media/image98.png"/><Relationship Id="rId156" Type="http://schemas.openxmlformats.org/officeDocument/2006/relationships/customXml" Target="../ink/ink105.xml"/><Relationship Id="rId177" Type="http://schemas.openxmlformats.org/officeDocument/2006/relationships/image" Target="../media/image119.png"/><Relationship Id="rId198" Type="http://schemas.openxmlformats.org/officeDocument/2006/relationships/customXml" Target="../ink/ink126.xml"/><Relationship Id="rId18" Type="http://schemas.openxmlformats.org/officeDocument/2006/relationships/customXml" Target="../ink/ink36.xml"/><Relationship Id="rId39" Type="http://schemas.openxmlformats.org/officeDocument/2006/relationships/image" Target="../media/image50.png"/><Relationship Id="rId50" Type="http://schemas.openxmlformats.org/officeDocument/2006/relationships/customXml" Target="../ink/ink52.xml"/><Relationship Id="rId104" Type="http://schemas.openxmlformats.org/officeDocument/2006/relationships/customXml" Target="../ink/ink79.xml"/><Relationship Id="rId125" Type="http://schemas.openxmlformats.org/officeDocument/2006/relationships/image" Target="../media/image93.png"/><Relationship Id="rId146" Type="http://schemas.openxmlformats.org/officeDocument/2006/relationships/customXml" Target="../ink/ink100.xml"/><Relationship Id="rId167" Type="http://schemas.openxmlformats.org/officeDocument/2006/relationships/image" Target="../media/image114.png"/><Relationship Id="rId188" Type="http://schemas.openxmlformats.org/officeDocument/2006/relationships/customXml" Target="../ink/ink121.xml"/><Relationship Id="rId71" Type="http://schemas.openxmlformats.org/officeDocument/2006/relationships/image" Target="../media/image66.png"/><Relationship Id="rId92" Type="http://schemas.openxmlformats.org/officeDocument/2006/relationships/customXml" Target="../ink/ink7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png"/><Relationship Id="rId2" Type="http://schemas.openxmlformats.org/officeDocument/2006/relationships/customXml" Target="../ink/ink12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F68F6-6838-5B57-368B-C43D92B05C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8-dars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0D65A7-892D-5E8F-ED5A-51EF7756B2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12468"/>
            <a:ext cx="9144000" cy="345332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Davronbek Malikov</a:t>
            </a:r>
          </a:p>
        </p:txBody>
      </p:sp>
    </p:spTree>
    <p:extLst>
      <p:ext uri="{BB962C8B-B14F-4D97-AF65-F5344CB8AC3E}">
        <p14:creationId xmlns:p14="http://schemas.microsoft.com/office/powerpoint/2010/main" val="39851570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006BA-A15A-4074-EDF1-67F2617FF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Bugun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D76618-C605-0172-BDE8-6EB334A309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Savol </a:t>
            </a:r>
            <a:r>
              <a:rPr lang="en-US" dirty="0" err="1"/>
              <a:t>javob</a:t>
            </a:r>
            <a:endParaRPr lang="en-US" dirty="0"/>
          </a:p>
          <a:p>
            <a:r>
              <a:rPr lang="en-US" dirty="0" err="1"/>
              <a:t>Takrorlash</a:t>
            </a:r>
            <a:endParaRPr lang="en-US" dirty="0"/>
          </a:p>
          <a:p>
            <a:r>
              <a:rPr lang="en-US" dirty="0"/>
              <a:t>Data Preprocessing: Review</a:t>
            </a:r>
          </a:p>
          <a:p>
            <a:r>
              <a:rPr lang="en-US" dirty="0"/>
              <a:t>Scaling</a:t>
            </a:r>
          </a:p>
          <a:p>
            <a:r>
              <a:rPr lang="en-US" dirty="0"/>
              <a:t>Scaling </a:t>
            </a:r>
            <a:r>
              <a:rPr lang="en-US" dirty="0" err="1"/>
              <a:t>amaliy</a:t>
            </a:r>
            <a:endParaRPr lang="en-US" dirty="0"/>
          </a:p>
          <a:p>
            <a:r>
              <a:rPr lang="en-US" dirty="0"/>
              <a:t>For Loop + Scaling</a:t>
            </a:r>
          </a:p>
          <a:p>
            <a:r>
              <a:rPr lang="en-US" dirty="0" err="1"/>
              <a:t>Vazifa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83AB8FB-AD6C-46C0-D522-3910B9D87A37}"/>
                  </a:ext>
                </a:extLst>
              </p14:cNvPr>
              <p14:cNvContentPartPr/>
              <p14:nvPr/>
            </p14:nvContentPartPr>
            <p14:xfrm>
              <a:off x="955440" y="1459080"/>
              <a:ext cx="10997640" cy="53409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83AB8FB-AD6C-46C0-D522-3910B9D87A3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46080" y="1449720"/>
                <a:ext cx="11016360" cy="5359680"/>
              </a:xfrm>
              <a:prstGeom prst="rect">
                <a:avLst/>
              </a:prstGeom>
            </p:spPr>
          </p:pic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76E2B8C3-4352-32F2-0091-019B0F99C9C9}"/>
              </a:ext>
            </a:extLst>
          </p:cNvPr>
          <p:cNvGrpSpPr/>
          <p:nvPr/>
        </p:nvGrpSpPr>
        <p:grpSpPr>
          <a:xfrm>
            <a:off x="4423440" y="172560"/>
            <a:ext cx="6384240" cy="2716920"/>
            <a:chOff x="4423440" y="172560"/>
            <a:chExt cx="6384240" cy="2716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E04A3DD-CBDC-E59B-4284-01F3708CD510}"/>
                    </a:ext>
                  </a:extLst>
                </p14:cNvPr>
                <p14:cNvContentPartPr/>
                <p14:nvPr/>
              </p14:nvContentPartPr>
              <p14:xfrm>
                <a:off x="4423440" y="580440"/>
                <a:ext cx="1607040" cy="13856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E04A3DD-CBDC-E59B-4284-01F3708CD51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417320" y="574320"/>
                  <a:ext cx="1619280" cy="139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CDC5B6CF-0A43-60BF-3CD7-EDD7EE76477F}"/>
                    </a:ext>
                  </a:extLst>
                </p14:cNvPr>
                <p14:cNvContentPartPr/>
                <p14:nvPr/>
              </p14:nvContentPartPr>
              <p14:xfrm>
                <a:off x="5585160" y="1354440"/>
                <a:ext cx="861480" cy="2433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CDC5B6CF-0A43-60BF-3CD7-EDD7EE76477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579040" y="1348320"/>
                  <a:ext cx="87372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CF12FB0-9ACF-AA91-2EA5-1F6ED9CDCC67}"/>
                    </a:ext>
                  </a:extLst>
                </p14:cNvPr>
                <p14:cNvContentPartPr/>
                <p14:nvPr/>
              </p14:nvContentPartPr>
              <p14:xfrm>
                <a:off x="6839760" y="882120"/>
                <a:ext cx="702720" cy="1850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CF12FB0-9ACF-AA91-2EA5-1F6ED9CDCC6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833640" y="876000"/>
                  <a:ext cx="71496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BF86374-94D1-AAA0-045A-29060A8B816D}"/>
                    </a:ext>
                  </a:extLst>
                </p14:cNvPr>
                <p14:cNvContentPartPr/>
                <p14:nvPr/>
              </p14:nvContentPartPr>
              <p14:xfrm>
                <a:off x="6912480" y="1147440"/>
                <a:ext cx="309240" cy="1443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BF86374-94D1-AAA0-045A-29060A8B816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906360" y="1141320"/>
                  <a:ext cx="32148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A8F02D59-D870-100C-B78B-FFDF29355DAF}"/>
                    </a:ext>
                  </a:extLst>
                </p14:cNvPr>
                <p14:cNvContentPartPr/>
                <p14:nvPr/>
              </p14:nvContentPartPr>
              <p14:xfrm>
                <a:off x="7539960" y="634440"/>
                <a:ext cx="380880" cy="5097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A8F02D59-D870-100C-B78B-FFDF29355DA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533840" y="628320"/>
                  <a:ext cx="393120" cy="52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BBE6A3A-0CBF-E634-830F-2DB09F978232}"/>
                    </a:ext>
                  </a:extLst>
                </p14:cNvPr>
                <p14:cNvContentPartPr/>
                <p14:nvPr/>
              </p14:nvContentPartPr>
              <p14:xfrm>
                <a:off x="8028120" y="559560"/>
                <a:ext cx="906840" cy="8589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BBE6A3A-0CBF-E634-830F-2DB09F97823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022000" y="553440"/>
                  <a:ext cx="919080" cy="87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E4809A6-78C6-9DBA-CA20-59F8A5EA2980}"/>
                    </a:ext>
                  </a:extLst>
                </p14:cNvPr>
                <p14:cNvContentPartPr/>
                <p14:nvPr/>
              </p14:nvContentPartPr>
              <p14:xfrm>
                <a:off x="8089320" y="400440"/>
                <a:ext cx="441000" cy="1702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E4809A6-78C6-9DBA-CA20-59F8A5EA298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083200" y="394320"/>
                  <a:ext cx="45324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CE3F2F3-493A-B591-7C20-51F79AD33DCA}"/>
                    </a:ext>
                  </a:extLst>
                </p14:cNvPr>
                <p14:cNvContentPartPr/>
                <p14:nvPr/>
              </p14:nvContentPartPr>
              <p14:xfrm>
                <a:off x="8941800" y="432840"/>
                <a:ext cx="431640" cy="6152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CE3F2F3-493A-B591-7C20-51F79AD33DC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935680" y="426720"/>
                  <a:ext cx="443880" cy="62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CFC2E8A-AB4A-C270-036F-F107550D9D4F}"/>
                    </a:ext>
                  </a:extLst>
                </p14:cNvPr>
                <p14:cNvContentPartPr/>
                <p14:nvPr/>
              </p14:nvContentPartPr>
              <p14:xfrm>
                <a:off x="9541920" y="954120"/>
                <a:ext cx="108720" cy="3726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CFC2E8A-AB4A-C270-036F-F107550D9D4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535800" y="948000"/>
                  <a:ext cx="120960" cy="38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FD4040C-EB68-28DC-E2C5-7010BB5A51EC}"/>
                    </a:ext>
                  </a:extLst>
                </p14:cNvPr>
                <p14:cNvContentPartPr/>
                <p14:nvPr/>
              </p14:nvContentPartPr>
              <p14:xfrm>
                <a:off x="9861600" y="552000"/>
                <a:ext cx="141480" cy="5054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CFD4040C-EB68-28DC-E2C5-7010BB5A51E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855480" y="545880"/>
                  <a:ext cx="153720" cy="51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8BB447C-5D76-615C-9042-DB6450F88DAE}"/>
                    </a:ext>
                  </a:extLst>
                </p14:cNvPr>
                <p14:cNvContentPartPr/>
                <p14:nvPr/>
              </p14:nvContentPartPr>
              <p14:xfrm>
                <a:off x="9785280" y="172560"/>
                <a:ext cx="849960" cy="13561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8BB447C-5D76-615C-9042-DB6450F88DA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779160" y="166440"/>
                  <a:ext cx="862200" cy="136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A531F2C-0C45-B0CA-8738-FD2B90283CB0}"/>
                    </a:ext>
                  </a:extLst>
                </p14:cNvPr>
                <p14:cNvContentPartPr/>
                <p14:nvPr/>
              </p14:nvContentPartPr>
              <p14:xfrm>
                <a:off x="7573440" y="2308440"/>
                <a:ext cx="369000" cy="496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A531F2C-0C45-B0CA-8738-FD2B90283CB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567320" y="2302320"/>
                  <a:ext cx="38124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F8630D9-9987-7640-33FA-D16E3436A050}"/>
                    </a:ext>
                  </a:extLst>
                </p14:cNvPr>
                <p14:cNvContentPartPr/>
                <p14:nvPr/>
              </p14:nvContentPartPr>
              <p14:xfrm>
                <a:off x="8012280" y="2051760"/>
                <a:ext cx="556920" cy="4183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F8630D9-9987-7640-33FA-D16E3436A05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006160" y="2045640"/>
                  <a:ext cx="569160" cy="43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33A006A-6579-C067-B77F-7F28858E7655}"/>
                    </a:ext>
                  </a:extLst>
                </p14:cNvPr>
                <p14:cNvContentPartPr/>
                <p14:nvPr/>
              </p14:nvContentPartPr>
              <p14:xfrm>
                <a:off x="8834520" y="1935480"/>
                <a:ext cx="98640" cy="1522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33A006A-6579-C067-B77F-7F28858E765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828400" y="1929360"/>
                  <a:ext cx="11088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A7FF697-BBD4-A459-7791-7CCCD3F7C8B2}"/>
                    </a:ext>
                  </a:extLst>
                </p14:cNvPr>
                <p14:cNvContentPartPr/>
                <p14:nvPr/>
              </p14:nvContentPartPr>
              <p14:xfrm>
                <a:off x="9067800" y="2408160"/>
                <a:ext cx="60480" cy="1645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A7FF697-BBD4-A459-7791-7CCCD3F7C8B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061680" y="2402040"/>
                  <a:ext cx="7272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1B129B1-9E53-16C1-2033-DA4ED1F28F47}"/>
                    </a:ext>
                  </a:extLst>
                </p14:cNvPr>
                <p14:cNvContentPartPr/>
                <p14:nvPr/>
              </p14:nvContentPartPr>
              <p14:xfrm>
                <a:off x="9259680" y="1842960"/>
                <a:ext cx="498600" cy="5882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1B129B1-9E53-16C1-2033-DA4ED1F28F4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253560" y="1836840"/>
                  <a:ext cx="510840" cy="60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E7E5C10-C8C0-46D3-CA7D-A2FFB1ABC08B}"/>
                    </a:ext>
                  </a:extLst>
                </p14:cNvPr>
                <p14:cNvContentPartPr/>
                <p14:nvPr/>
              </p14:nvContentPartPr>
              <p14:xfrm>
                <a:off x="7221720" y="1279920"/>
                <a:ext cx="3585960" cy="15091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E7E5C10-C8C0-46D3-CA7D-A2FFB1ABC08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215600" y="1273800"/>
                  <a:ext cx="3598200" cy="152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062EEC4-8C86-E83C-D563-32AF081AAA8F}"/>
                    </a:ext>
                  </a:extLst>
                </p14:cNvPr>
                <p14:cNvContentPartPr/>
                <p14:nvPr/>
              </p14:nvContentPartPr>
              <p14:xfrm>
                <a:off x="9582960" y="1645320"/>
                <a:ext cx="111600" cy="1432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062EEC4-8C86-E83C-D563-32AF081AAA8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576840" y="1639200"/>
                  <a:ext cx="12384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6DBED1C-8275-BFD0-7F85-13B86056FA84}"/>
                    </a:ext>
                  </a:extLst>
                </p14:cNvPr>
                <p14:cNvContentPartPr/>
                <p14:nvPr/>
              </p14:nvContentPartPr>
              <p14:xfrm>
                <a:off x="7242600" y="1339320"/>
                <a:ext cx="1722960" cy="15501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6DBED1C-8275-BFD0-7F85-13B86056FA8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236480" y="1333200"/>
                  <a:ext cx="1735200" cy="156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23D730D-4AFF-C480-C404-9ACA70DFB5B4}"/>
                    </a:ext>
                  </a:extLst>
                </p14:cNvPr>
                <p14:cNvContentPartPr/>
                <p14:nvPr/>
              </p14:nvContentPartPr>
              <p14:xfrm>
                <a:off x="7231080" y="1557480"/>
                <a:ext cx="3180240" cy="12596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23D730D-4AFF-C480-C404-9ACA70DFB5B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224960" y="1551360"/>
                  <a:ext cx="3192480" cy="12718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5283541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CD549-3884-481A-AB93-40BC4E0B6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59411"/>
          </a:xfrm>
        </p:spPr>
        <p:txBody>
          <a:bodyPr/>
          <a:lstStyle/>
          <a:p>
            <a:pPr algn="ctr"/>
            <a:r>
              <a:rPr lang="en-US" b="1" dirty="0"/>
              <a:t>Savol </a:t>
            </a:r>
            <a:r>
              <a:rPr lang="en-US" b="1" dirty="0" err="1"/>
              <a:t>javob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7615512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9EBAD-EEB0-284E-1169-B9BB67AC0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5B576-BF91-9C58-491E-8B2504D35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59411"/>
          </a:xfrm>
        </p:spPr>
        <p:txBody>
          <a:bodyPr/>
          <a:lstStyle/>
          <a:p>
            <a:pPr algn="ctr"/>
            <a:r>
              <a:rPr lang="en-US" b="1" dirty="0" err="1"/>
              <a:t>Takrorlash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6691793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E214D-8603-E66D-9FFC-EC664BC34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3C64A-A256-E354-516F-A0EB67418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Takrorlash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14C2C-9A93-E0CF-06AC-F846E46D33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Savol </a:t>
            </a:r>
            <a:r>
              <a:rPr lang="en-US" dirty="0" err="1"/>
              <a:t>javob</a:t>
            </a:r>
            <a:endParaRPr lang="en-US" dirty="0"/>
          </a:p>
          <a:p>
            <a:r>
              <a:rPr lang="en-US" dirty="0" err="1"/>
              <a:t>Takrorlash</a:t>
            </a:r>
            <a:endParaRPr lang="en-US" dirty="0"/>
          </a:p>
          <a:p>
            <a:r>
              <a:rPr lang="en-US" dirty="0"/>
              <a:t>Data Preprocessing: Review</a:t>
            </a:r>
          </a:p>
          <a:p>
            <a:r>
              <a:rPr lang="en-US" dirty="0"/>
              <a:t>Encoding: </a:t>
            </a:r>
            <a:r>
              <a:rPr lang="en-US" dirty="0" err="1"/>
              <a:t>davomi</a:t>
            </a:r>
            <a:endParaRPr lang="en-US" dirty="0"/>
          </a:p>
          <a:p>
            <a:r>
              <a:rPr lang="en-US" dirty="0"/>
              <a:t>For loop</a:t>
            </a:r>
          </a:p>
          <a:p>
            <a:r>
              <a:rPr lang="en-US" dirty="0"/>
              <a:t>For loop + Missing </a:t>
            </a:r>
            <a:r>
              <a:rPr lang="en-US" dirty="0" err="1"/>
              <a:t>qiymatlarni</a:t>
            </a:r>
            <a:r>
              <a:rPr lang="en-US" dirty="0"/>
              <a:t> </a:t>
            </a:r>
            <a:r>
              <a:rPr lang="en-US" dirty="0" err="1"/>
              <a:t>to’ldirish</a:t>
            </a:r>
            <a:r>
              <a:rPr lang="en-US" dirty="0"/>
              <a:t>/Encoding</a:t>
            </a:r>
          </a:p>
          <a:p>
            <a:r>
              <a:rPr lang="en-US" dirty="0" err="1"/>
              <a:t>Vazifa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41363D4-7A91-ADFE-334C-5D3D897BEECA}"/>
                  </a:ext>
                </a:extLst>
              </p14:cNvPr>
              <p14:cNvContentPartPr/>
              <p14:nvPr/>
            </p14:nvContentPartPr>
            <p14:xfrm>
              <a:off x="908280" y="1508760"/>
              <a:ext cx="7743600" cy="37213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41363D4-7A91-ADFE-334C-5D3D897BEEC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98920" y="1499400"/>
                <a:ext cx="7762320" cy="3740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945624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03136F-B598-4B57-1443-4C6BDE8F8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0CFC0-75BF-592A-843E-586A79F53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59411"/>
          </a:xfrm>
        </p:spPr>
        <p:txBody>
          <a:bodyPr/>
          <a:lstStyle/>
          <a:p>
            <a:pPr algn="ctr"/>
            <a:r>
              <a:rPr lang="en-US" b="1" dirty="0"/>
              <a:t>Data Preprocessing: Review</a:t>
            </a:r>
          </a:p>
        </p:txBody>
      </p:sp>
    </p:spTree>
    <p:extLst>
      <p:ext uri="{BB962C8B-B14F-4D97-AF65-F5344CB8AC3E}">
        <p14:creationId xmlns:p14="http://schemas.microsoft.com/office/powerpoint/2010/main" val="34918780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5611B-90CA-3C2D-CC44-07C059166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Preprocessing: Review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BEC018-FE0C-D522-5404-7524C7F451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Handling missing values</a:t>
            </a:r>
          </a:p>
          <a:p>
            <a:pPr lvl="1"/>
            <a:r>
              <a:rPr lang="en-US" dirty="0"/>
              <a:t>Mean</a:t>
            </a:r>
          </a:p>
          <a:p>
            <a:pPr lvl="1"/>
            <a:r>
              <a:rPr lang="en-US" dirty="0"/>
              <a:t>Mode</a:t>
            </a:r>
          </a:p>
          <a:p>
            <a:pPr lvl="1"/>
            <a:r>
              <a:rPr lang="en-US" dirty="0"/>
              <a:t>Median</a:t>
            </a:r>
          </a:p>
          <a:p>
            <a:pPr lvl="1"/>
            <a:r>
              <a:rPr lang="en-US" dirty="0"/>
              <a:t>Fixed</a:t>
            </a:r>
          </a:p>
          <a:p>
            <a:pPr lvl="1"/>
            <a:r>
              <a:rPr lang="en-US" dirty="0"/>
              <a:t>Drop</a:t>
            </a:r>
          </a:p>
          <a:p>
            <a:r>
              <a:rPr lang="en-US" dirty="0"/>
              <a:t>Encoding</a:t>
            </a:r>
          </a:p>
          <a:p>
            <a:pPr lvl="1"/>
            <a:r>
              <a:rPr lang="en-US" dirty="0"/>
              <a:t>One-hot</a:t>
            </a:r>
          </a:p>
          <a:p>
            <a:pPr lvl="1"/>
            <a:r>
              <a:rPr lang="en-US" dirty="0"/>
              <a:t>Label</a:t>
            </a:r>
          </a:p>
          <a:p>
            <a:pPr lvl="1"/>
            <a:r>
              <a:rPr lang="en-US" dirty="0"/>
              <a:t>Frequency</a:t>
            </a:r>
          </a:p>
          <a:p>
            <a:pPr lvl="1"/>
            <a:r>
              <a:rPr lang="en-US" dirty="0"/>
              <a:t>Target</a:t>
            </a:r>
          </a:p>
          <a:p>
            <a:pPr lvl="1"/>
            <a:r>
              <a:rPr lang="en-US" dirty="0"/>
              <a:t>Ordinal</a:t>
            </a:r>
          </a:p>
          <a:p>
            <a:r>
              <a:rPr lang="en-US" dirty="0"/>
              <a:t>Scaling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D7C3F48-6AED-8D49-55A4-8CD24F854B59}"/>
                  </a:ext>
                </a:extLst>
              </p14:cNvPr>
              <p14:cNvContentPartPr/>
              <p14:nvPr/>
            </p14:nvContentPartPr>
            <p14:xfrm>
              <a:off x="853560" y="1583640"/>
              <a:ext cx="4794840" cy="49557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D7C3F48-6AED-8D49-55A4-8CD24F854B5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4200" y="1574280"/>
                <a:ext cx="4813560" cy="4974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561426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45C79-F48B-1469-EC1A-E21E0455E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CD1B3-44AC-D85B-813C-51DE8691B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59411"/>
          </a:xfrm>
        </p:spPr>
        <p:txBody>
          <a:bodyPr/>
          <a:lstStyle/>
          <a:p>
            <a:pPr algn="ctr"/>
            <a:r>
              <a:rPr lang="en-US" b="1" dirty="0"/>
              <a:t>For loop + Encoding 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3804B29-C640-279F-1E33-CF44265AB3E4}"/>
                  </a:ext>
                </a:extLst>
              </p14:cNvPr>
              <p14:cNvContentPartPr/>
              <p14:nvPr/>
            </p14:nvContentPartPr>
            <p14:xfrm>
              <a:off x="3746160" y="2433960"/>
              <a:ext cx="6795360" cy="25048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3804B29-C640-279F-1E33-CF44265AB3E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36800" y="2424600"/>
                <a:ext cx="6814080" cy="2523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974894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DD125-62D1-E2D3-DD82-28C3E7000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loop + Encoding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8457FD-CD8C-421E-6D94-59D6578A4C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Qisqaroq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umumiy</a:t>
            </a:r>
            <a:r>
              <a:rPr lang="en-US" dirty="0"/>
              <a:t> </a:t>
            </a:r>
            <a:r>
              <a:rPr lang="en-US" dirty="0" err="1"/>
              <a:t>yondashuv</a:t>
            </a:r>
            <a:endParaRPr lang="en-US" dirty="0"/>
          </a:p>
          <a:p>
            <a:r>
              <a:rPr lang="en-US" dirty="0" err="1"/>
              <a:t>Vaqtdan</a:t>
            </a:r>
            <a:r>
              <a:rPr lang="en-US" dirty="0"/>
              <a:t> </a:t>
            </a:r>
            <a:r>
              <a:rPr lang="en-US" dirty="0" err="1"/>
              <a:t>yutish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toza</a:t>
            </a:r>
            <a:r>
              <a:rPr lang="en-US" dirty="0"/>
              <a:t> </a:t>
            </a:r>
            <a:r>
              <a:rPr lang="en-US" dirty="0" err="1"/>
              <a:t>kod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94487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C28A6-8800-E91F-8D84-C11E20A96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E5270-7554-963A-1393-AC45757A2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59411"/>
          </a:xfrm>
        </p:spPr>
        <p:txBody>
          <a:bodyPr/>
          <a:lstStyle/>
          <a:p>
            <a:pPr algn="ctr"/>
            <a:r>
              <a:rPr lang="en-US" b="1" dirty="0"/>
              <a:t>Scaling</a:t>
            </a:r>
          </a:p>
        </p:txBody>
      </p:sp>
    </p:spTree>
    <p:extLst>
      <p:ext uri="{BB962C8B-B14F-4D97-AF65-F5344CB8AC3E}">
        <p14:creationId xmlns:p14="http://schemas.microsoft.com/office/powerpoint/2010/main" val="3263471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441A1-63E3-8B78-79A3-EDE7B3D07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79E9B-70ED-CD6C-763C-71A4DB74FD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5477" y="1705279"/>
            <a:ext cx="348088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Juda </a:t>
            </a:r>
            <a:r>
              <a:rPr lang="en-US" dirty="0" err="1"/>
              <a:t>katta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juda</a:t>
            </a:r>
            <a:r>
              <a:rPr lang="en-US" dirty="0"/>
              <a:t> </a:t>
            </a:r>
            <a:r>
              <a:rPr lang="en-US" dirty="0" err="1"/>
              <a:t>kichkina</a:t>
            </a:r>
            <a:r>
              <a:rPr lang="en-US" dirty="0"/>
              <a:t> </a:t>
            </a:r>
            <a:r>
              <a:rPr lang="en-US" dirty="0" err="1"/>
              <a:t>qiymatlarni</a:t>
            </a:r>
            <a:r>
              <a:rPr lang="en-US" dirty="0"/>
              <a:t> </a:t>
            </a:r>
            <a:r>
              <a:rPr lang="en-US" dirty="0" err="1"/>
              <a:t>balanslashtirish</a:t>
            </a:r>
            <a:r>
              <a:rPr lang="en-US" dirty="0"/>
              <a:t> </a:t>
            </a:r>
            <a:r>
              <a:rPr lang="en-US" dirty="0" err="1"/>
              <a:t>uchun</a:t>
            </a:r>
            <a:r>
              <a:rPr lang="en-US" dirty="0"/>
              <a:t> </a:t>
            </a:r>
            <a:r>
              <a:rPr lang="en-US" dirty="0" err="1"/>
              <a:t>ishlatilinadigan</a:t>
            </a:r>
            <a:r>
              <a:rPr lang="en-US" dirty="0"/>
              <a:t> Data Preprocessing </a:t>
            </a:r>
            <a:r>
              <a:rPr lang="en-US" dirty="0" err="1"/>
              <a:t>bo’limi</a:t>
            </a:r>
            <a:endParaRPr lang="en-US" dirty="0"/>
          </a:p>
          <a:p>
            <a:endParaRPr lang="en-US" dirty="0"/>
          </a:p>
        </p:txBody>
      </p:sp>
      <p:pic>
        <p:nvPicPr>
          <p:cNvPr id="1030" name="Picture 6" descr="Feature Scaling in Machine Learning - YouTube">
            <a:extLst>
              <a:ext uri="{FF2B5EF4-FFF2-40B4-BE49-F238E27FC236}">
                <a16:creationId xmlns:a16="http://schemas.microsoft.com/office/drawing/2014/main" id="{C346A301-5822-69D9-A606-AD099404AC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7116" y="520430"/>
            <a:ext cx="609600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5637DDC-22C3-697C-15B0-CB3DE177B7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435475"/>
            <a:ext cx="3219450" cy="2057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D86A732-8746-C1F7-C730-6CF552B68E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9225" y="4435475"/>
            <a:ext cx="3705225" cy="200025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721C7D9-8D45-9160-659C-DD8936897862}"/>
                  </a:ext>
                </a:extLst>
              </p14:cNvPr>
              <p14:cNvContentPartPr/>
              <p14:nvPr/>
            </p14:nvContentPartPr>
            <p14:xfrm>
              <a:off x="1299600" y="1095480"/>
              <a:ext cx="10893600" cy="57024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721C7D9-8D45-9160-659C-DD893689786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90240" y="1086120"/>
                <a:ext cx="10912320" cy="5721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215006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51ACD-438F-2B22-3A26-F52840C97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Scaling</a:t>
            </a:r>
          </a:p>
        </p:txBody>
      </p:sp>
      <p:pic>
        <p:nvPicPr>
          <p:cNvPr id="2054" name="Picture 6" descr="The Data Scientist's Guide to Scaling: Standard, MinMax &amp; Robust Methods |  by Amit Kharche | Medium">
            <a:extLst>
              <a:ext uri="{FF2B5EF4-FFF2-40B4-BE49-F238E27FC236}">
                <a16:creationId xmlns:a16="http://schemas.microsoft.com/office/drawing/2014/main" id="{092C37FE-CBFB-78B3-85C9-5EDF1F2F668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2765" y="1825625"/>
            <a:ext cx="7746470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72864C4-48B5-73EB-4065-904E98BCFEB1}"/>
                  </a:ext>
                </a:extLst>
              </p14:cNvPr>
              <p14:cNvContentPartPr/>
              <p14:nvPr/>
            </p14:nvContentPartPr>
            <p14:xfrm>
              <a:off x="2959200" y="1044000"/>
              <a:ext cx="9234000" cy="58150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72864C4-48B5-73EB-4065-904E98BCFEB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49840" y="1034640"/>
                <a:ext cx="9252720" cy="5833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103565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22611A-7580-17EC-24B0-9D616F1E0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6AFD6-59DC-7A22-96C6-89F893848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59411"/>
          </a:xfrm>
        </p:spPr>
        <p:txBody>
          <a:bodyPr/>
          <a:lstStyle/>
          <a:p>
            <a:pPr algn="ctr"/>
            <a:r>
              <a:rPr lang="en-US" b="1" dirty="0"/>
              <a:t>Scaling </a:t>
            </a:r>
            <a:r>
              <a:rPr lang="en-US" b="1" dirty="0" err="1"/>
              <a:t>amaliy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3978970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7B385-9C73-7133-D1B0-84F4260FD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78FFF-49AF-1370-6986-6084A8842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59411"/>
          </a:xfrm>
        </p:spPr>
        <p:txBody>
          <a:bodyPr/>
          <a:lstStyle/>
          <a:p>
            <a:pPr algn="ctr"/>
            <a:r>
              <a:rPr lang="en-US" b="1" dirty="0"/>
              <a:t>For Loop + Scaling</a:t>
            </a:r>
          </a:p>
        </p:txBody>
      </p:sp>
    </p:spTree>
    <p:extLst>
      <p:ext uri="{BB962C8B-B14F-4D97-AF65-F5344CB8AC3E}">
        <p14:creationId xmlns:p14="http://schemas.microsoft.com/office/powerpoint/2010/main" val="11762675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D878D-AFF5-3DC3-02AB-234A4041D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Loop + Scaling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BD1C1-EB2B-4D95-7646-9919EDD89A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Jarayonni</a:t>
            </a:r>
            <a:r>
              <a:rPr lang="en-US" dirty="0"/>
              <a:t> </a:t>
            </a:r>
            <a:r>
              <a:rPr lang="en-US" dirty="0" err="1"/>
              <a:t>avtomatlashtirish</a:t>
            </a:r>
            <a:r>
              <a:rPr lang="en-US" dirty="0"/>
              <a:t> </a:t>
            </a:r>
            <a:r>
              <a:rPr lang="en-US" dirty="0" err="1"/>
              <a:t>uchun</a:t>
            </a:r>
            <a:r>
              <a:rPr lang="en-US" dirty="0"/>
              <a:t> </a:t>
            </a:r>
            <a:r>
              <a:rPr lang="en-US" dirty="0" err="1"/>
              <a:t>ishlatilinadi</a:t>
            </a:r>
            <a:endParaRPr lang="en-US" dirty="0"/>
          </a:p>
          <a:p>
            <a:r>
              <a:rPr lang="en-US" dirty="0" err="1"/>
              <a:t>Umumiy</a:t>
            </a:r>
            <a:r>
              <a:rPr lang="en-US" dirty="0"/>
              <a:t> </a:t>
            </a:r>
            <a:r>
              <a:rPr lang="en-US" dirty="0" err="1"/>
              <a:t>yoki</a:t>
            </a:r>
            <a:r>
              <a:rPr lang="en-US" dirty="0"/>
              <a:t> </a:t>
            </a:r>
            <a:r>
              <a:rPr lang="en-US" dirty="0" err="1"/>
              <a:t>gruppalarga</a:t>
            </a:r>
            <a:r>
              <a:rPr lang="en-US" dirty="0"/>
              <a:t> </a:t>
            </a:r>
            <a:r>
              <a:rPr lang="en-US" dirty="0" err="1"/>
              <a:t>bolib</a:t>
            </a:r>
            <a:r>
              <a:rPr lang="en-US" dirty="0"/>
              <a:t> scaling </a:t>
            </a:r>
            <a:r>
              <a:rPr lang="en-US" dirty="0" err="1"/>
              <a:t>qilish</a:t>
            </a:r>
            <a:r>
              <a:rPr lang="en-US" dirty="0"/>
              <a:t> </a:t>
            </a:r>
            <a:r>
              <a:rPr lang="en-US" dirty="0" err="1"/>
              <a:t>uchun</a:t>
            </a:r>
            <a:r>
              <a:rPr lang="en-US" dirty="0"/>
              <a:t> </a:t>
            </a:r>
            <a:r>
              <a:rPr lang="en-US" dirty="0" err="1"/>
              <a:t>ishlatilinadi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7B8FE72-394B-9195-FFD2-39378AA29394}"/>
                  </a:ext>
                </a:extLst>
              </p14:cNvPr>
              <p14:cNvContentPartPr/>
              <p14:nvPr/>
            </p14:nvContentPartPr>
            <p14:xfrm>
              <a:off x="1206360" y="1494720"/>
              <a:ext cx="6543720" cy="17139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7B8FE72-394B-9195-FFD2-39378AA2939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97000" y="1485360"/>
                <a:ext cx="6562440" cy="1732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218460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3B921-FFFE-45DA-048B-9B3AB0417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9B3961-697F-6567-A450-4E904F9E4E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E0B0189-9D28-132B-9050-44B64B8F22D5}"/>
                  </a:ext>
                </a:extLst>
              </p14:cNvPr>
              <p14:cNvContentPartPr/>
              <p14:nvPr/>
            </p14:nvContentPartPr>
            <p14:xfrm>
              <a:off x="1143120" y="3298080"/>
              <a:ext cx="1440" cy="25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E0B0189-9D28-132B-9050-44B64B8F22D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37000" y="3291960"/>
                <a:ext cx="13680" cy="1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8F86C78-FD93-3C16-ED08-8CBEF7FDAA14}"/>
                  </a:ext>
                </a:extLst>
              </p14:cNvPr>
              <p14:cNvContentPartPr/>
              <p14:nvPr/>
            </p14:nvContentPartPr>
            <p14:xfrm>
              <a:off x="2143920" y="1103880"/>
              <a:ext cx="12960" cy="291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8F86C78-FD93-3C16-ED08-8CBEF7FDAA1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37800" y="1097760"/>
                <a:ext cx="25200" cy="41400"/>
              </a:xfrm>
              <a:prstGeom prst="rect">
                <a:avLst/>
              </a:prstGeom>
            </p:spPr>
          </p:pic>
        </mc:Fallback>
      </mc:AlternateContent>
      <p:grpSp>
        <p:nvGrpSpPr>
          <p:cNvPr id="62" name="Group 61">
            <a:extLst>
              <a:ext uri="{FF2B5EF4-FFF2-40B4-BE49-F238E27FC236}">
                <a16:creationId xmlns:a16="http://schemas.microsoft.com/office/drawing/2014/main" id="{7F8EC3A6-CACC-7BD6-AA03-B460D5CDEB06}"/>
              </a:ext>
            </a:extLst>
          </p:cNvPr>
          <p:cNvGrpSpPr/>
          <p:nvPr/>
        </p:nvGrpSpPr>
        <p:grpSpPr>
          <a:xfrm>
            <a:off x="832800" y="1553520"/>
            <a:ext cx="9571680" cy="2634120"/>
            <a:chOff x="832800" y="1553520"/>
            <a:chExt cx="9571680" cy="2634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072A64DA-9C0D-F2C4-CAB0-B96DA2390690}"/>
                    </a:ext>
                  </a:extLst>
                </p14:cNvPr>
                <p14:cNvContentPartPr/>
                <p14:nvPr/>
              </p14:nvContentPartPr>
              <p14:xfrm>
                <a:off x="1359480" y="2795880"/>
                <a:ext cx="78120" cy="230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072A64DA-9C0D-F2C4-CAB0-B96DA239069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353360" y="2789760"/>
                  <a:ext cx="9036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F07C205-6DF4-AF88-631C-E44734DBF4C1}"/>
                    </a:ext>
                  </a:extLst>
                </p14:cNvPr>
                <p14:cNvContentPartPr/>
                <p14:nvPr/>
              </p14:nvContentPartPr>
              <p14:xfrm>
                <a:off x="919920" y="3655560"/>
                <a:ext cx="2036520" cy="5320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F07C205-6DF4-AF88-631C-E44734DBF4C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13800" y="3649440"/>
                  <a:ext cx="2048760" cy="54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ADB877E-648C-52DB-B229-A54BF4B1E776}"/>
                    </a:ext>
                  </a:extLst>
                </p14:cNvPr>
                <p14:cNvContentPartPr/>
                <p14:nvPr/>
              </p14:nvContentPartPr>
              <p14:xfrm>
                <a:off x="936120" y="3358560"/>
                <a:ext cx="1770480" cy="6051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ADB877E-648C-52DB-B229-A54BF4B1E77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30000" y="3352440"/>
                  <a:ext cx="1782720" cy="61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A0ECB31-253D-89A7-7711-58A2D007BA94}"/>
                    </a:ext>
                  </a:extLst>
                </p14:cNvPr>
                <p14:cNvContentPartPr/>
                <p14:nvPr/>
              </p14:nvContentPartPr>
              <p14:xfrm>
                <a:off x="1110720" y="3754560"/>
                <a:ext cx="347040" cy="3006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A0ECB31-253D-89A7-7711-58A2D007BA9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104600" y="3748440"/>
                  <a:ext cx="35928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712A4BB-635B-DCDE-0B55-C883E47E004A}"/>
                    </a:ext>
                  </a:extLst>
                </p14:cNvPr>
                <p14:cNvContentPartPr/>
                <p14:nvPr/>
              </p14:nvContentPartPr>
              <p14:xfrm>
                <a:off x="1615080" y="3668160"/>
                <a:ext cx="723960" cy="2934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712A4BB-635B-DCDE-0B55-C883E47E004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608960" y="3662040"/>
                  <a:ext cx="73620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45AC2E3-5589-A929-901C-D453F0A99BA5}"/>
                    </a:ext>
                  </a:extLst>
                </p14:cNvPr>
                <p14:cNvContentPartPr/>
                <p14:nvPr/>
              </p14:nvContentPartPr>
              <p14:xfrm>
                <a:off x="832800" y="2995320"/>
                <a:ext cx="246240" cy="3322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45AC2E3-5589-A929-901C-D453F0A99BA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26680" y="2989200"/>
                  <a:ext cx="25848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09B52EF5-9C60-1971-AB3D-57EB2B517076}"/>
                    </a:ext>
                  </a:extLst>
                </p14:cNvPr>
                <p14:cNvContentPartPr/>
                <p14:nvPr/>
              </p14:nvContentPartPr>
              <p14:xfrm>
                <a:off x="956280" y="2918280"/>
                <a:ext cx="247320" cy="1296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09B52EF5-9C60-1971-AB3D-57EB2B51707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50160" y="2912160"/>
                  <a:ext cx="25956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A4BD4A3-BDA8-8D6B-50A1-3431C3BB2068}"/>
                    </a:ext>
                  </a:extLst>
                </p14:cNvPr>
                <p14:cNvContentPartPr/>
                <p14:nvPr/>
              </p14:nvContentPartPr>
              <p14:xfrm>
                <a:off x="1392600" y="2700120"/>
                <a:ext cx="104760" cy="2887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A4BD4A3-BDA8-8D6B-50A1-3431C3BB206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386480" y="2694000"/>
                  <a:ext cx="11700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DA8C833-3CC9-F445-BB30-6F8DFD67EB15}"/>
                    </a:ext>
                  </a:extLst>
                </p14:cNvPr>
                <p14:cNvContentPartPr/>
                <p14:nvPr/>
              </p14:nvContentPartPr>
              <p14:xfrm>
                <a:off x="1356600" y="2658000"/>
                <a:ext cx="285120" cy="2876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DA8C833-3CC9-F445-BB30-6F8DFD67EB1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350480" y="2651880"/>
                  <a:ext cx="29736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A1F4FF4-A4C3-DF6D-724F-9449F338F6DA}"/>
                    </a:ext>
                  </a:extLst>
                </p14:cNvPr>
                <p14:cNvContentPartPr/>
                <p14:nvPr/>
              </p14:nvContentPartPr>
              <p14:xfrm>
                <a:off x="1656480" y="2763480"/>
                <a:ext cx="172080" cy="1465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A1F4FF4-A4C3-DF6D-724F-9449F338F6D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650360" y="2757360"/>
                  <a:ext cx="18432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23A1D6A-F431-D453-929C-BCFB610012DE}"/>
                    </a:ext>
                  </a:extLst>
                </p14:cNvPr>
                <p14:cNvContentPartPr/>
                <p14:nvPr/>
              </p14:nvContentPartPr>
              <p14:xfrm>
                <a:off x="1844040" y="2806680"/>
                <a:ext cx="96120" cy="568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23A1D6A-F431-D453-929C-BCFB610012D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837920" y="2800560"/>
                  <a:ext cx="10836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7CD1BE8-E2B7-6DC3-0619-451BE3A25B8F}"/>
                    </a:ext>
                  </a:extLst>
                </p14:cNvPr>
                <p14:cNvContentPartPr/>
                <p14:nvPr/>
              </p14:nvContentPartPr>
              <p14:xfrm>
                <a:off x="1975080" y="2655480"/>
                <a:ext cx="199800" cy="1972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7CD1BE8-E2B7-6DC3-0619-451BE3A25B8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968960" y="2649360"/>
                  <a:ext cx="21204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374E7F9-80FC-2AD7-43BC-A0D0F4B8D9DB}"/>
                    </a:ext>
                  </a:extLst>
                </p14:cNvPr>
                <p14:cNvContentPartPr/>
                <p14:nvPr/>
              </p14:nvContentPartPr>
              <p14:xfrm>
                <a:off x="2109720" y="2659440"/>
                <a:ext cx="193680" cy="1497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374E7F9-80FC-2AD7-43BC-A0D0F4B8D9D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103600" y="2653320"/>
                  <a:ext cx="20592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9291429-7FFA-D90D-D827-9E2A84AA7AF1}"/>
                    </a:ext>
                  </a:extLst>
                </p14:cNvPr>
                <p14:cNvContentPartPr/>
                <p14:nvPr/>
              </p14:nvContentPartPr>
              <p14:xfrm>
                <a:off x="2480880" y="2519760"/>
                <a:ext cx="268200" cy="3495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9291429-7FFA-D90D-D827-9E2A84AA7AF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474760" y="2513640"/>
                  <a:ext cx="280440" cy="36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D36523B-1947-821D-CA5E-37E517E3DAC2}"/>
                    </a:ext>
                  </a:extLst>
                </p14:cNvPr>
                <p14:cNvContentPartPr/>
                <p14:nvPr/>
              </p14:nvContentPartPr>
              <p14:xfrm>
                <a:off x="2879760" y="2463600"/>
                <a:ext cx="621360" cy="3157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D36523B-1947-821D-CA5E-37E517E3DAC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873640" y="2457480"/>
                  <a:ext cx="633600" cy="3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D534597-981E-6975-29AE-D0A4732E271E}"/>
                    </a:ext>
                  </a:extLst>
                </p14:cNvPr>
                <p14:cNvContentPartPr/>
                <p14:nvPr/>
              </p14:nvContentPartPr>
              <p14:xfrm>
                <a:off x="2904960" y="3714960"/>
                <a:ext cx="241200" cy="190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D534597-981E-6975-29AE-D0A4732E271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898840" y="3708840"/>
                  <a:ext cx="25344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EEB79FB-1C06-08E0-BB25-5BA2076844A7}"/>
                    </a:ext>
                  </a:extLst>
                </p14:cNvPr>
                <p14:cNvContentPartPr/>
                <p14:nvPr/>
              </p14:nvContentPartPr>
              <p14:xfrm>
                <a:off x="3002520" y="3813600"/>
                <a:ext cx="124560" cy="288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EEB79FB-1C06-08E0-BB25-5BA2076844A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996400" y="3807480"/>
                  <a:ext cx="13680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B148B5E-90D7-68AE-3992-7CAF0491C5E5}"/>
                    </a:ext>
                  </a:extLst>
                </p14:cNvPr>
                <p14:cNvContentPartPr/>
                <p14:nvPr/>
              </p14:nvContentPartPr>
              <p14:xfrm>
                <a:off x="3255240" y="3633240"/>
                <a:ext cx="106560" cy="2052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B148B5E-90D7-68AE-3992-7CAF0491C5E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249120" y="3627120"/>
                  <a:ext cx="11880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FAE91D4-447D-EF22-3DF9-4CE2C4CC4769}"/>
                    </a:ext>
                  </a:extLst>
                </p14:cNvPr>
                <p14:cNvContentPartPr/>
                <p14:nvPr/>
              </p14:nvContentPartPr>
              <p14:xfrm>
                <a:off x="3661320" y="3479160"/>
                <a:ext cx="114480" cy="5716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FAE91D4-447D-EF22-3DF9-4CE2C4CC476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655200" y="3473040"/>
                  <a:ext cx="126720" cy="58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CFBC108-EDC8-DB22-9499-FE0EE8C6BF23}"/>
                    </a:ext>
                  </a:extLst>
                </p14:cNvPr>
                <p14:cNvContentPartPr/>
                <p14:nvPr/>
              </p14:nvContentPartPr>
              <p14:xfrm>
                <a:off x="3588960" y="3235080"/>
                <a:ext cx="1749240" cy="9406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CFBC108-EDC8-DB22-9499-FE0EE8C6BF2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582840" y="3228960"/>
                  <a:ext cx="1761480" cy="9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F4E1F8EB-C6AC-8D24-C0F3-1474C249799D}"/>
                    </a:ext>
                  </a:extLst>
                </p14:cNvPr>
                <p14:cNvContentPartPr/>
                <p14:nvPr/>
              </p14:nvContentPartPr>
              <p14:xfrm>
                <a:off x="3916920" y="3689400"/>
                <a:ext cx="86760" cy="2149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F4E1F8EB-C6AC-8D24-C0F3-1474C249799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910800" y="3683280"/>
                  <a:ext cx="9900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3278BB0-998A-7CC3-6887-747681FFAC15}"/>
                    </a:ext>
                  </a:extLst>
                </p14:cNvPr>
                <p14:cNvContentPartPr/>
                <p14:nvPr/>
              </p14:nvContentPartPr>
              <p14:xfrm>
                <a:off x="3766800" y="3577800"/>
                <a:ext cx="209880" cy="3016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3278BB0-998A-7CC3-6887-747681FFAC1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760680" y="3571680"/>
                  <a:ext cx="22212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1FE5F97-9C27-171F-4A8C-5D6A0FCE9981}"/>
                    </a:ext>
                  </a:extLst>
                </p14:cNvPr>
                <p14:cNvContentPartPr/>
                <p14:nvPr/>
              </p14:nvContentPartPr>
              <p14:xfrm>
                <a:off x="4053720" y="3685440"/>
                <a:ext cx="220320" cy="1162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1FE5F97-9C27-171F-4A8C-5D6A0FCE998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047600" y="3679320"/>
                  <a:ext cx="23256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9414911-A707-64EE-0E9C-C9D20589CFD5}"/>
                    </a:ext>
                  </a:extLst>
                </p14:cNvPr>
                <p14:cNvContentPartPr/>
                <p14:nvPr/>
              </p14:nvContentPartPr>
              <p14:xfrm>
                <a:off x="4342080" y="3543960"/>
                <a:ext cx="421560" cy="1936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9414911-A707-64EE-0E9C-C9D20589CFD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335960" y="3537840"/>
                  <a:ext cx="43380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548E174-0EB5-70C7-26AD-8F68F53AF0C7}"/>
                    </a:ext>
                  </a:extLst>
                </p14:cNvPr>
                <p14:cNvContentPartPr/>
                <p14:nvPr/>
              </p14:nvContentPartPr>
              <p14:xfrm>
                <a:off x="4332360" y="3882720"/>
                <a:ext cx="45720" cy="1098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548E174-0EB5-70C7-26AD-8F68F53AF0C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326240" y="3876600"/>
                  <a:ext cx="5796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24F1B87-D84E-827C-4CBE-FD9A09C053E4}"/>
                    </a:ext>
                  </a:extLst>
                </p14:cNvPr>
                <p14:cNvContentPartPr/>
                <p14:nvPr/>
              </p14:nvContentPartPr>
              <p14:xfrm>
                <a:off x="4209960" y="3811440"/>
                <a:ext cx="201240" cy="813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24F1B87-D84E-827C-4CBE-FD9A09C053E4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203840" y="3805320"/>
                  <a:ext cx="21348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F5D2772E-5592-5DD9-EA90-4D049493DB33}"/>
                    </a:ext>
                  </a:extLst>
                </p14:cNvPr>
                <p14:cNvContentPartPr/>
                <p14:nvPr/>
              </p14:nvContentPartPr>
              <p14:xfrm>
                <a:off x="4412280" y="3864720"/>
                <a:ext cx="168120" cy="928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F5D2772E-5592-5DD9-EA90-4D049493DB3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406160" y="3858600"/>
                  <a:ext cx="18036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938F04F-0057-4794-96D4-1D3F39BF34A3}"/>
                    </a:ext>
                  </a:extLst>
                </p14:cNvPr>
                <p14:cNvContentPartPr/>
                <p14:nvPr/>
              </p14:nvContentPartPr>
              <p14:xfrm>
                <a:off x="4622520" y="3834120"/>
                <a:ext cx="204480" cy="1033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938F04F-0057-4794-96D4-1D3F39BF34A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616400" y="3828000"/>
                  <a:ext cx="21672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3AE3BD34-AD30-267A-9C2B-BEB1B5EDA0AD}"/>
                    </a:ext>
                  </a:extLst>
                </p14:cNvPr>
                <p14:cNvContentPartPr/>
                <p14:nvPr/>
              </p14:nvContentPartPr>
              <p14:xfrm>
                <a:off x="4811880" y="3792000"/>
                <a:ext cx="23040" cy="252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3AE3BD34-AD30-267A-9C2B-BEB1B5EDA0AD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805760" y="3785880"/>
                  <a:ext cx="352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7F6D348-594C-F8F1-D8B0-8B9EAC27C007}"/>
                    </a:ext>
                  </a:extLst>
                </p14:cNvPr>
                <p14:cNvContentPartPr/>
                <p14:nvPr/>
              </p14:nvContentPartPr>
              <p14:xfrm>
                <a:off x="4881720" y="3738360"/>
                <a:ext cx="357480" cy="1836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7F6D348-594C-F8F1-D8B0-8B9EAC27C007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875600" y="3732240"/>
                  <a:ext cx="36972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7521263C-53A9-8C24-CAE8-37598B178FD5}"/>
                    </a:ext>
                  </a:extLst>
                </p14:cNvPr>
                <p14:cNvContentPartPr/>
                <p14:nvPr/>
              </p14:nvContentPartPr>
              <p14:xfrm>
                <a:off x="5056320" y="2586720"/>
                <a:ext cx="789120" cy="4068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7521263C-53A9-8C24-CAE8-37598B178FD5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050200" y="2580600"/>
                  <a:ext cx="801360" cy="41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9FBE1A9-6736-62FB-5716-A17B49F775CE}"/>
                    </a:ext>
                  </a:extLst>
                </p14:cNvPr>
                <p14:cNvContentPartPr/>
                <p14:nvPr/>
              </p14:nvContentPartPr>
              <p14:xfrm>
                <a:off x="5225520" y="3197280"/>
                <a:ext cx="640800" cy="1375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9FBE1A9-6736-62FB-5716-A17B49F775C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219400" y="3191160"/>
                  <a:ext cx="65304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7C6DD5CC-358E-D140-B515-3C5AF0761CB1}"/>
                    </a:ext>
                  </a:extLst>
                </p14:cNvPr>
                <p14:cNvContentPartPr/>
                <p14:nvPr/>
              </p14:nvContentPartPr>
              <p14:xfrm>
                <a:off x="5471400" y="3248760"/>
                <a:ext cx="524160" cy="1461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7C6DD5CC-358E-D140-B515-3C5AF0761CB1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465280" y="3242640"/>
                  <a:ext cx="53640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0E37DF2-75BA-28D1-5DCF-698ACBF70A09}"/>
                    </a:ext>
                  </a:extLst>
                </p14:cNvPr>
                <p14:cNvContentPartPr/>
                <p14:nvPr/>
              </p14:nvContentPartPr>
              <p14:xfrm>
                <a:off x="6123360" y="2931960"/>
                <a:ext cx="330120" cy="3783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0E37DF2-75BA-28D1-5DCF-698ACBF70A0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117240" y="2925840"/>
                  <a:ext cx="342360" cy="39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57C2755-A7A1-2A05-A721-3DEAF2E1D7ED}"/>
                    </a:ext>
                  </a:extLst>
                </p14:cNvPr>
                <p14:cNvContentPartPr/>
                <p14:nvPr/>
              </p14:nvContentPartPr>
              <p14:xfrm>
                <a:off x="6648960" y="2835120"/>
                <a:ext cx="151200" cy="4467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957C2755-A7A1-2A05-A721-3DEAF2E1D7ED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642840" y="2829000"/>
                  <a:ext cx="163440" cy="45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7128A21-F3FD-3203-1C88-630C9E166CA9}"/>
                    </a:ext>
                  </a:extLst>
                </p14:cNvPr>
                <p14:cNvContentPartPr/>
                <p14:nvPr/>
              </p14:nvContentPartPr>
              <p14:xfrm>
                <a:off x="6458520" y="2433360"/>
                <a:ext cx="1481400" cy="8726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7128A21-F3FD-3203-1C88-630C9E166CA9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452400" y="2427240"/>
                  <a:ext cx="1493640" cy="88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34A41CB9-CAE9-9870-3A0E-EC2D08D475E9}"/>
                    </a:ext>
                  </a:extLst>
                </p14:cNvPr>
                <p14:cNvContentPartPr/>
                <p14:nvPr/>
              </p14:nvContentPartPr>
              <p14:xfrm>
                <a:off x="6848760" y="2876880"/>
                <a:ext cx="71640" cy="2552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34A41CB9-CAE9-9870-3A0E-EC2D08D475E9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842640" y="2870760"/>
                  <a:ext cx="8388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1B11425-3FB4-81F1-46F2-D94914E06B28}"/>
                    </a:ext>
                  </a:extLst>
                </p14:cNvPr>
                <p14:cNvContentPartPr/>
                <p14:nvPr/>
              </p14:nvContentPartPr>
              <p14:xfrm>
                <a:off x="6769200" y="2813160"/>
                <a:ext cx="290520" cy="1407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1B11425-3FB4-81F1-46F2-D94914E06B2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763080" y="2807040"/>
                  <a:ext cx="30276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B42FEC2F-163C-04AE-E867-0FC42BE1878F}"/>
                    </a:ext>
                  </a:extLst>
                </p14:cNvPr>
                <p14:cNvContentPartPr/>
                <p14:nvPr/>
              </p14:nvContentPartPr>
              <p14:xfrm>
                <a:off x="7215240" y="2692200"/>
                <a:ext cx="423000" cy="2646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B42FEC2F-163C-04AE-E867-0FC42BE1878F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209120" y="2686080"/>
                  <a:ext cx="43524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8704056E-9DA1-3F7D-B4DD-AE8B945E923F}"/>
                    </a:ext>
                  </a:extLst>
                </p14:cNvPr>
                <p14:cNvContentPartPr/>
                <p14:nvPr/>
              </p14:nvContentPartPr>
              <p14:xfrm>
                <a:off x="7838760" y="2232840"/>
                <a:ext cx="898920" cy="2469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8704056E-9DA1-3F7D-B4DD-AE8B945E923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832640" y="2226720"/>
                  <a:ext cx="91116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57426DF1-4E51-31A4-A2EB-99DD51C75330}"/>
                    </a:ext>
                  </a:extLst>
                </p14:cNvPr>
                <p14:cNvContentPartPr/>
                <p14:nvPr/>
              </p14:nvContentPartPr>
              <p14:xfrm>
                <a:off x="7867200" y="2494200"/>
                <a:ext cx="826920" cy="2905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57426DF1-4E51-31A4-A2EB-99DD51C75330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861080" y="2488080"/>
                  <a:ext cx="83916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859DBA5-65E8-31B1-FCFF-DE5109B6071E}"/>
                    </a:ext>
                  </a:extLst>
                </p14:cNvPr>
                <p14:cNvContentPartPr/>
                <p14:nvPr/>
              </p14:nvContentPartPr>
              <p14:xfrm>
                <a:off x="7853160" y="2606160"/>
                <a:ext cx="677160" cy="4287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859DBA5-65E8-31B1-FCFF-DE5109B6071E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847040" y="2600040"/>
                  <a:ext cx="689400" cy="44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EE91AAF7-24A7-362F-4755-9795E8FDF51E}"/>
                    </a:ext>
                  </a:extLst>
                </p14:cNvPr>
                <p14:cNvContentPartPr/>
                <p14:nvPr/>
              </p14:nvContentPartPr>
              <p14:xfrm>
                <a:off x="8935680" y="1993080"/>
                <a:ext cx="370800" cy="2775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EE91AAF7-24A7-362F-4755-9795E8FDF51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929560" y="1986960"/>
                  <a:ext cx="38304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C6DEE5C7-E09E-3754-03E5-E833D3EAFFBB}"/>
                    </a:ext>
                  </a:extLst>
                </p14:cNvPr>
                <p14:cNvContentPartPr/>
                <p14:nvPr/>
              </p14:nvContentPartPr>
              <p14:xfrm>
                <a:off x="9263640" y="1944480"/>
                <a:ext cx="139320" cy="2804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C6DEE5C7-E09E-3754-03E5-E833D3EAFFBB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257520" y="1938360"/>
                  <a:ext cx="15156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9F3880C0-6AC3-EC08-8E4B-9A0F93297A0E}"/>
                    </a:ext>
                  </a:extLst>
                </p14:cNvPr>
                <p14:cNvContentPartPr/>
                <p14:nvPr/>
              </p14:nvContentPartPr>
              <p14:xfrm>
                <a:off x="8951160" y="2585280"/>
                <a:ext cx="284400" cy="2736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9F3880C0-6AC3-EC08-8E4B-9A0F93297A0E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945040" y="2579160"/>
                  <a:ext cx="29664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19A0128-D013-614E-F832-CF5D05FDF7D9}"/>
                    </a:ext>
                  </a:extLst>
                </p14:cNvPr>
                <p14:cNvContentPartPr/>
                <p14:nvPr/>
              </p14:nvContentPartPr>
              <p14:xfrm>
                <a:off x="8909040" y="2470080"/>
                <a:ext cx="250920" cy="781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19A0128-D013-614E-F832-CF5D05FDF7D9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902920" y="2463960"/>
                  <a:ext cx="26316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4F3C2C3D-D8C4-2510-C7CC-72EFADEC365F}"/>
                    </a:ext>
                  </a:extLst>
                </p14:cNvPr>
                <p14:cNvContentPartPr/>
                <p14:nvPr/>
              </p14:nvContentPartPr>
              <p14:xfrm>
                <a:off x="8988240" y="2573760"/>
                <a:ext cx="232920" cy="1058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4F3C2C3D-D8C4-2510-C7CC-72EFADEC365F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982120" y="2567640"/>
                  <a:ext cx="24516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F5DCF675-E266-5768-A417-6381F28AE48C}"/>
                    </a:ext>
                  </a:extLst>
                </p14:cNvPr>
                <p14:cNvContentPartPr/>
                <p14:nvPr/>
              </p14:nvContentPartPr>
              <p14:xfrm>
                <a:off x="8561280" y="3061920"/>
                <a:ext cx="329760" cy="3690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F5DCF675-E266-5768-A417-6381F28AE48C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555160" y="3055800"/>
                  <a:ext cx="342000" cy="38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BF5CFC78-3E01-9831-2372-B50633EDB1AE}"/>
                    </a:ext>
                  </a:extLst>
                </p14:cNvPr>
                <p14:cNvContentPartPr/>
                <p14:nvPr/>
              </p14:nvContentPartPr>
              <p14:xfrm>
                <a:off x="8216760" y="1553520"/>
                <a:ext cx="2187720" cy="20347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BF5CFC78-3E01-9831-2372-B50633EDB1AE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210640" y="1547400"/>
                  <a:ext cx="2199960" cy="204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E98FD805-55AA-DEB8-8E8E-BE5F5947E4CC}"/>
              </a:ext>
            </a:extLst>
          </p:cNvPr>
          <p:cNvGrpSpPr/>
          <p:nvPr/>
        </p:nvGrpSpPr>
        <p:grpSpPr>
          <a:xfrm>
            <a:off x="8810760" y="3902520"/>
            <a:ext cx="1131840" cy="455400"/>
            <a:chOff x="8810760" y="3902520"/>
            <a:chExt cx="1131840" cy="455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77B1E73B-D9CC-91BC-BD5F-CD14D121A2D0}"/>
                    </a:ext>
                  </a:extLst>
                </p14:cNvPr>
                <p14:cNvContentPartPr/>
                <p14:nvPr/>
              </p14:nvContentPartPr>
              <p14:xfrm>
                <a:off x="8810760" y="3990360"/>
                <a:ext cx="569520" cy="1501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77B1E73B-D9CC-91BC-BD5F-CD14D121A2D0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804640" y="3984240"/>
                  <a:ext cx="58176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5E28E97B-1607-21EF-4B00-1EDABEAB794F}"/>
                    </a:ext>
                  </a:extLst>
                </p14:cNvPr>
                <p14:cNvContentPartPr/>
                <p14:nvPr/>
              </p14:nvContentPartPr>
              <p14:xfrm>
                <a:off x="8814360" y="4162080"/>
                <a:ext cx="690120" cy="1908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5E28E97B-1607-21EF-4B00-1EDABEAB794F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808240" y="4155960"/>
                  <a:ext cx="70236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F9FD4C07-7444-4956-06C0-8F88030A91E6}"/>
                    </a:ext>
                  </a:extLst>
                </p14:cNvPr>
                <p14:cNvContentPartPr/>
                <p14:nvPr/>
              </p14:nvContentPartPr>
              <p14:xfrm>
                <a:off x="9463440" y="3902520"/>
                <a:ext cx="479160" cy="4554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F9FD4C07-7444-4956-06C0-8F88030A91E6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457320" y="3896400"/>
                  <a:ext cx="491400" cy="467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4FA0F36D-6617-D1CD-D983-9FD8022BDCE7}"/>
              </a:ext>
            </a:extLst>
          </p:cNvPr>
          <p:cNvGrpSpPr/>
          <p:nvPr/>
        </p:nvGrpSpPr>
        <p:grpSpPr>
          <a:xfrm>
            <a:off x="4560960" y="4809360"/>
            <a:ext cx="6776280" cy="1167840"/>
            <a:chOff x="4560960" y="4809360"/>
            <a:chExt cx="6776280" cy="1167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B6829B4F-3A0E-3175-AB14-BA1453CE54E9}"/>
                    </a:ext>
                  </a:extLst>
                </p14:cNvPr>
                <p14:cNvContentPartPr/>
                <p14:nvPr/>
              </p14:nvContentPartPr>
              <p14:xfrm>
                <a:off x="5015640" y="5045880"/>
                <a:ext cx="50760" cy="6624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B6829B4F-3A0E-3175-AB14-BA1453CE54E9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009520" y="5039760"/>
                  <a:ext cx="63000" cy="67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06AE4D55-289B-F21D-223E-BD984AABE78E}"/>
                    </a:ext>
                  </a:extLst>
                </p14:cNvPr>
                <p14:cNvContentPartPr/>
                <p14:nvPr/>
              </p14:nvContentPartPr>
              <p14:xfrm>
                <a:off x="5055240" y="5039760"/>
                <a:ext cx="422280" cy="3506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06AE4D55-289B-F21D-223E-BD984AABE78E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049120" y="5033640"/>
                  <a:ext cx="434520" cy="36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0BC08B0-CD9A-7DA1-7B6A-504C6E2878AC}"/>
                    </a:ext>
                  </a:extLst>
                </p14:cNvPr>
                <p14:cNvContentPartPr/>
                <p14:nvPr/>
              </p14:nvContentPartPr>
              <p14:xfrm>
                <a:off x="5469960" y="4978200"/>
                <a:ext cx="158760" cy="5112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0BC08B0-CD9A-7DA1-7B6A-504C6E2878AC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463840" y="4972080"/>
                  <a:ext cx="171000" cy="52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29AEC38D-BF58-7C1E-1952-7E8938D39666}"/>
                    </a:ext>
                  </a:extLst>
                </p14:cNvPr>
                <p14:cNvContentPartPr/>
                <p14:nvPr/>
              </p14:nvContentPartPr>
              <p14:xfrm>
                <a:off x="5796840" y="5224800"/>
                <a:ext cx="262800" cy="2419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29AEC38D-BF58-7C1E-1952-7E8938D39666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790720" y="5218680"/>
                  <a:ext cx="27504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041B686E-B6A5-FD2C-42A7-7F30C2BC7D97}"/>
                    </a:ext>
                  </a:extLst>
                </p14:cNvPr>
                <p14:cNvContentPartPr/>
                <p14:nvPr/>
              </p14:nvContentPartPr>
              <p14:xfrm>
                <a:off x="6097440" y="5200680"/>
                <a:ext cx="325440" cy="22392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041B686E-B6A5-FD2C-42A7-7F30C2BC7D97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091320" y="5194560"/>
                  <a:ext cx="33768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9B75F464-1A1E-22C8-575E-6D63F422F93C}"/>
                    </a:ext>
                  </a:extLst>
                </p14:cNvPr>
                <p14:cNvContentPartPr/>
                <p14:nvPr/>
              </p14:nvContentPartPr>
              <p14:xfrm>
                <a:off x="6364560" y="4937880"/>
                <a:ext cx="128880" cy="4892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9B75F464-1A1E-22C8-575E-6D63F422F93C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358440" y="4931760"/>
                  <a:ext cx="141120" cy="50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8B0CA143-841C-FABF-8BF6-42089C5A8ACB}"/>
                    </a:ext>
                  </a:extLst>
                </p14:cNvPr>
                <p14:cNvContentPartPr/>
                <p14:nvPr/>
              </p14:nvContentPartPr>
              <p14:xfrm>
                <a:off x="6609000" y="5172240"/>
                <a:ext cx="281880" cy="3319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8B0CA143-841C-FABF-8BF6-42089C5A8ACB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602880" y="5166120"/>
                  <a:ext cx="294120" cy="34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3E8D9439-4A82-27E0-281D-D8ED965ABF17}"/>
                    </a:ext>
                  </a:extLst>
                </p14:cNvPr>
                <p14:cNvContentPartPr/>
                <p14:nvPr/>
              </p14:nvContentPartPr>
              <p14:xfrm>
                <a:off x="6963960" y="4825920"/>
                <a:ext cx="61920" cy="69408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3E8D9439-4A82-27E0-281D-D8ED965ABF17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957840" y="4819800"/>
                  <a:ext cx="74160" cy="70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03F4E034-B2E3-D3C2-81BC-D5C93C7BC051}"/>
                    </a:ext>
                  </a:extLst>
                </p14:cNvPr>
                <p14:cNvContentPartPr/>
                <p14:nvPr/>
              </p14:nvContentPartPr>
              <p14:xfrm>
                <a:off x="7644720" y="4967760"/>
                <a:ext cx="411120" cy="60372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03F4E034-B2E3-D3C2-81BC-D5C93C7BC051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638600" y="4961640"/>
                  <a:ext cx="423360" cy="61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76CF1F41-ACD5-0454-9B7D-46577E7C07DA}"/>
                    </a:ext>
                  </a:extLst>
                </p14:cNvPr>
                <p14:cNvContentPartPr/>
                <p14:nvPr/>
              </p14:nvContentPartPr>
              <p14:xfrm>
                <a:off x="8084640" y="5160360"/>
                <a:ext cx="324000" cy="3405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76CF1F41-ACD5-0454-9B7D-46577E7C07DA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078520" y="5154240"/>
                  <a:ext cx="336240" cy="35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690F15D7-80BE-5598-810C-BD06E89EECD1}"/>
                    </a:ext>
                  </a:extLst>
                </p14:cNvPr>
                <p14:cNvContentPartPr/>
                <p14:nvPr/>
              </p14:nvContentPartPr>
              <p14:xfrm>
                <a:off x="8384520" y="4841400"/>
                <a:ext cx="103680" cy="64152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690F15D7-80BE-5598-810C-BD06E89EECD1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378400" y="4835280"/>
                  <a:ext cx="115920" cy="65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48775652-A740-06FB-078E-DCBD935EA22A}"/>
                    </a:ext>
                  </a:extLst>
                </p14:cNvPr>
                <p14:cNvContentPartPr/>
                <p14:nvPr/>
              </p14:nvContentPartPr>
              <p14:xfrm>
                <a:off x="8476680" y="5099880"/>
                <a:ext cx="276120" cy="32868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48775652-A740-06FB-078E-DCBD935EA22A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470560" y="5093760"/>
                  <a:ext cx="288360" cy="34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70FC37E4-6842-38EE-183C-118B786957EE}"/>
                    </a:ext>
                  </a:extLst>
                </p14:cNvPr>
                <p14:cNvContentPartPr/>
                <p14:nvPr/>
              </p14:nvContentPartPr>
              <p14:xfrm>
                <a:off x="8843880" y="5163600"/>
                <a:ext cx="273960" cy="25272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70FC37E4-6842-38EE-183C-118B786957EE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837760" y="5157480"/>
                  <a:ext cx="28620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87E7826C-5D77-1E44-10CF-0A7493021A44}"/>
                    </a:ext>
                  </a:extLst>
                </p14:cNvPr>
                <p14:cNvContentPartPr/>
                <p14:nvPr/>
              </p14:nvContentPartPr>
              <p14:xfrm>
                <a:off x="9354000" y="4996560"/>
                <a:ext cx="133560" cy="5558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87E7826C-5D77-1E44-10CF-0A7493021A44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347880" y="4990440"/>
                  <a:ext cx="145800" cy="56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FDA39700-4FBD-5F3C-9A03-C096A55FCE77}"/>
                    </a:ext>
                  </a:extLst>
                </p14:cNvPr>
                <p14:cNvContentPartPr/>
                <p14:nvPr/>
              </p14:nvContentPartPr>
              <p14:xfrm>
                <a:off x="9226200" y="5260440"/>
                <a:ext cx="432360" cy="23184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FDA39700-4FBD-5F3C-9A03-C096A55FCE77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220080" y="5254320"/>
                  <a:ext cx="44460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A623D1A3-80F2-2201-D8D2-F5097B9460D3}"/>
                    </a:ext>
                  </a:extLst>
                </p14:cNvPr>
                <p14:cNvContentPartPr/>
                <p14:nvPr/>
              </p14:nvContentPartPr>
              <p14:xfrm>
                <a:off x="9527880" y="5094840"/>
                <a:ext cx="43920" cy="486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A623D1A3-80F2-2201-D8D2-F5097B9460D3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9521760" y="5088720"/>
                  <a:ext cx="5616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9081D3CE-B3A9-A1F0-B00F-BCDE66A73BF6}"/>
                    </a:ext>
                  </a:extLst>
                </p14:cNvPr>
                <p14:cNvContentPartPr/>
                <p14:nvPr/>
              </p14:nvContentPartPr>
              <p14:xfrm>
                <a:off x="9823080" y="5116800"/>
                <a:ext cx="240480" cy="20268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9081D3CE-B3A9-A1F0-B00F-BCDE66A73BF6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9816960" y="5110680"/>
                  <a:ext cx="25272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89119A5D-31B1-7666-72AB-B0933109EC4B}"/>
                    </a:ext>
                  </a:extLst>
                </p14:cNvPr>
                <p14:cNvContentPartPr/>
                <p14:nvPr/>
              </p14:nvContentPartPr>
              <p14:xfrm>
                <a:off x="10163640" y="5168640"/>
                <a:ext cx="442080" cy="3182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89119A5D-31B1-7666-72AB-B0933109EC4B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0157520" y="5162520"/>
                  <a:ext cx="45432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81FB3691-581D-5336-5F92-510CE68425CB}"/>
                    </a:ext>
                  </a:extLst>
                </p14:cNvPr>
                <p14:cNvContentPartPr/>
                <p14:nvPr/>
              </p14:nvContentPartPr>
              <p14:xfrm>
                <a:off x="4560960" y="5087640"/>
                <a:ext cx="6776280" cy="88956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81FB3691-581D-5336-5F92-510CE68425CB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4554840" y="5081520"/>
                  <a:ext cx="6788520" cy="90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6BE663E8-D3AD-9B27-740B-EED73F5EBAB9}"/>
                    </a:ext>
                  </a:extLst>
                </p14:cNvPr>
                <p14:cNvContentPartPr/>
                <p14:nvPr/>
              </p14:nvContentPartPr>
              <p14:xfrm>
                <a:off x="5031120" y="4809360"/>
                <a:ext cx="5852520" cy="28800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6BE663E8-D3AD-9B27-740B-EED73F5EBAB9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025000" y="4803240"/>
                  <a:ext cx="5864760" cy="30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F4704073-AA64-8531-EDEE-C732F37A9000}"/>
              </a:ext>
            </a:extLst>
          </p:cNvPr>
          <p:cNvGrpSpPr/>
          <p:nvPr/>
        </p:nvGrpSpPr>
        <p:grpSpPr>
          <a:xfrm>
            <a:off x="539400" y="3994680"/>
            <a:ext cx="4130280" cy="2900160"/>
            <a:chOff x="539400" y="3994680"/>
            <a:chExt cx="4130280" cy="2900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A36A44F9-7CD0-7885-A436-4D929087626F}"/>
                    </a:ext>
                  </a:extLst>
                </p14:cNvPr>
                <p14:cNvContentPartPr/>
                <p14:nvPr/>
              </p14:nvContentPartPr>
              <p14:xfrm>
                <a:off x="912720" y="5010600"/>
                <a:ext cx="533520" cy="64656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A36A44F9-7CD0-7885-A436-4D929087626F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906600" y="5004480"/>
                  <a:ext cx="545760" cy="65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04BBC1AA-275C-1EF2-7D7C-BD58609B36A3}"/>
                    </a:ext>
                  </a:extLst>
                </p14:cNvPr>
                <p14:cNvContentPartPr/>
                <p14:nvPr/>
              </p14:nvContentPartPr>
              <p14:xfrm>
                <a:off x="1046280" y="5272320"/>
                <a:ext cx="227160" cy="14724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04BBC1AA-275C-1EF2-7D7C-BD58609B36A3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040160" y="5266200"/>
                  <a:ext cx="23940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B33A6B6F-41F4-5E07-F50D-8F3B67D96440}"/>
                    </a:ext>
                  </a:extLst>
                </p14:cNvPr>
                <p14:cNvContentPartPr/>
                <p14:nvPr/>
              </p14:nvContentPartPr>
              <p14:xfrm>
                <a:off x="1324200" y="4759320"/>
                <a:ext cx="290160" cy="58572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B33A6B6F-41F4-5E07-F50D-8F3B67D96440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318080" y="4753200"/>
                  <a:ext cx="302400" cy="59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99CD91C9-90B0-8E20-64D4-B3E6CC66F794}"/>
                    </a:ext>
                  </a:extLst>
                </p14:cNvPr>
                <p14:cNvContentPartPr/>
                <p14:nvPr/>
              </p14:nvContentPartPr>
              <p14:xfrm>
                <a:off x="1637760" y="4944360"/>
                <a:ext cx="225720" cy="28872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99CD91C9-90B0-8E20-64D4-B3E6CC66F794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631640" y="4938240"/>
                  <a:ext cx="23796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4417E55F-097D-D70A-B280-13BDB02FB547}"/>
                    </a:ext>
                  </a:extLst>
                </p14:cNvPr>
                <p14:cNvContentPartPr/>
                <p14:nvPr/>
              </p14:nvContentPartPr>
              <p14:xfrm>
                <a:off x="1884360" y="4927800"/>
                <a:ext cx="358560" cy="51408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4417E55F-097D-D70A-B280-13BDB02FB547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878240" y="4921680"/>
                  <a:ext cx="370800" cy="52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DC249350-E97C-ECAF-0EBB-B07C49A71878}"/>
                    </a:ext>
                  </a:extLst>
                </p14:cNvPr>
                <p14:cNvContentPartPr/>
                <p14:nvPr/>
              </p14:nvContentPartPr>
              <p14:xfrm>
                <a:off x="2290800" y="4852560"/>
                <a:ext cx="128880" cy="22716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DC249350-E97C-ECAF-0EBB-B07C49A71878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2284680" y="4846440"/>
                  <a:ext cx="14112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8147326C-EFE9-C8E8-6C43-726E387359FD}"/>
                    </a:ext>
                  </a:extLst>
                </p14:cNvPr>
                <p14:cNvContentPartPr/>
                <p14:nvPr/>
              </p14:nvContentPartPr>
              <p14:xfrm>
                <a:off x="2538480" y="4935720"/>
                <a:ext cx="74520" cy="9216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8147326C-EFE9-C8E8-6C43-726E387359FD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2532360" y="4929600"/>
                  <a:ext cx="8676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38F61722-0A2F-2EE2-D0E4-1032337A8FD5}"/>
                    </a:ext>
                  </a:extLst>
                </p14:cNvPr>
                <p14:cNvContentPartPr/>
                <p14:nvPr/>
              </p14:nvContentPartPr>
              <p14:xfrm>
                <a:off x="2498520" y="4765800"/>
                <a:ext cx="41760" cy="2376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38F61722-0A2F-2EE2-D0E4-1032337A8FD5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2492400" y="4759680"/>
                  <a:ext cx="54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13F6D70A-7FF7-0B27-3BBF-9855701FCDA2}"/>
                    </a:ext>
                  </a:extLst>
                </p14:cNvPr>
                <p14:cNvContentPartPr/>
                <p14:nvPr/>
              </p14:nvContentPartPr>
              <p14:xfrm>
                <a:off x="2688600" y="4592280"/>
                <a:ext cx="165600" cy="30168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13F6D70A-7FF7-0B27-3BBF-9855701FCDA2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2682480" y="4586160"/>
                  <a:ext cx="17784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50263167-DDE7-115B-A8FD-9E1742FAB485}"/>
                    </a:ext>
                  </a:extLst>
                </p14:cNvPr>
                <p14:cNvContentPartPr/>
                <p14:nvPr/>
              </p14:nvContentPartPr>
              <p14:xfrm>
                <a:off x="2649000" y="4690200"/>
                <a:ext cx="662760" cy="20088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50263167-DDE7-115B-A8FD-9E1742FAB485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2642880" y="4684080"/>
                  <a:ext cx="67500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42F9D347-BFAE-C00F-A5F5-E9BE8BD2726F}"/>
                    </a:ext>
                  </a:extLst>
                </p14:cNvPr>
                <p14:cNvContentPartPr/>
                <p14:nvPr/>
              </p14:nvContentPartPr>
              <p14:xfrm>
                <a:off x="539400" y="3994680"/>
                <a:ext cx="3191400" cy="185796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42F9D347-BFAE-C00F-A5F5-E9BE8BD2726F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33280" y="3988560"/>
                  <a:ext cx="3203640" cy="18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1F3B9022-DE56-D532-88C9-E0C6DC6744BC}"/>
                    </a:ext>
                  </a:extLst>
                </p14:cNvPr>
                <p14:cNvContentPartPr/>
                <p14:nvPr/>
              </p14:nvContentPartPr>
              <p14:xfrm>
                <a:off x="1277040" y="5976120"/>
                <a:ext cx="388440" cy="23508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1F3B9022-DE56-D532-88C9-E0C6DC6744BC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270920" y="5970000"/>
                  <a:ext cx="40068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D16B6E30-6FCA-9B7C-464A-0A6874C69D15}"/>
                    </a:ext>
                  </a:extLst>
                </p14:cNvPr>
                <p14:cNvContentPartPr/>
                <p14:nvPr/>
              </p14:nvContentPartPr>
              <p14:xfrm>
                <a:off x="1529760" y="6124440"/>
                <a:ext cx="151560" cy="18684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D16B6E30-6FCA-9B7C-464A-0A6874C69D15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523640" y="6118320"/>
                  <a:ext cx="16380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90AD73E7-E8B4-CAD0-8EC2-07F95A9B0828}"/>
                    </a:ext>
                  </a:extLst>
                </p14:cNvPr>
                <p14:cNvContentPartPr/>
                <p14:nvPr/>
              </p14:nvContentPartPr>
              <p14:xfrm>
                <a:off x="1679520" y="5840760"/>
                <a:ext cx="394200" cy="37224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90AD73E7-E8B4-CAD0-8EC2-07F95A9B0828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673400" y="5834640"/>
                  <a:ext cx="406440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7A6A7552-0B05-485B-5E42-D3C2C0C8843E}"/>
                    </a:ext>
                  </a:extLst>
                </p14:cNvPr>
                <p14:cNvContentPartPr/>
                <p14:nvPr/>
              </p14:nvContentPartPr>
              <p14:xfrm>
                <a:off x="2389800" y="5766600"/>
                <a:ext cx="72000" cy="44208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7A6A7552-0B05-485B-5E42-D3C2C0C8843E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2383680" y="5760480"/>
                  <a:ext cx="84240" cy="45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9D732CEA-20DC-E818-812E-B64C100747C2}"/>
                    </a:ext>
                  </a:extLst>
                </p14:cNvPr>
                <p14:cNvContentPartPr/>
                <p14:nvPr/>
              </p14:nvContentPartPr>
              <p14:xfrm>
                <a:off x="2345160" y="5687040"/>
                <a:ext cx="288720" cy="31428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9D732CEA-20DC-E818-812E-B64C100747C2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2339040" y="5680920"/>
                  <a:ext cx="30096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AAC824B0-178E-3878-6A99-DA14BC1186B9}"/>
                    </a:ext>
                  </a:extLst>
                </p14:cNvPr>
                <p14:cNvContentPartPr/>
                <p14:nvPr/>
              </p14:nvContentPartPr>
              <p14:xfrm>
                <a:off x="2633880" y="5666880"/>
                <a:ext cx="101520" cy="33804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AAC824B0-178E-3878-6A99-DA14BC1186B9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2627760" y="5660760"/>
                  <a:ext cx="113760" cy="3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034238C2-DB3C-EF5E-30AD-F914A6D5817D}"/>
                    </a:ext>
                  </a:extLst>
                </p14:cNvPr>
                <p14:cNvContentPartPr/>
                <p14:nvPr/>
              </p14:nvContentPartPr>
              <p14:xfrm>
                <a:off x="2753040" y="5747160"/>
                <a:ext cx="233640" cy="19836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034238C2-DB3C-EF5E-30AD-F914A6D5817D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2746920" y="5741040"/>
                  <a:ext cx="24588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071FCEFA-30B9-877E-212D-6870CE331D6A}"/>
                    </a:ext>
                  </a:extLst>
                </p14:cNvPr>
                <p14:cNvContentPartPr/>
                <p14:nvPr/>
              </p14:nvContentPartPr>
              <p14:xfrm>
                <a:off x="2981280" y="5479320"/>
                <a:ext cx="175680" cy="45720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071FCEFA-30B9-877E-212D-6870CE331D6A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2975160" y="5473200"/>
                  <a:ext cx="187920" cy="46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E246822B-0097-157A-6FAB-D90B7E5DB33F}"/>
                    </a:ext>
                  </a:extLst>
                </p14:cNvPr>
                <p14:cNvContentPartPr/>
                <p14:nvPr/>
              </p14:nvContentPartPr>
              <p14:xfrm>
                <a:off x="2935560" y="5674800"/>
                <a:ext cx="148320" cy="13248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E246822B-0097-157A-6FAB-D90B7E5DB33F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2929440" y="5668680"/>
                  <a:ext cx="16056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9043CCAC-3DC6-6D5D-A6D3-D884B8C2A26B}"/>
                    </a:ext>
                  </a:extLst>
                </p14:cNvPr>
                <p14:cNvContentPartPr/>
                <p14:nvPr/>
              </p14:nvContentPartPr>
              <p14:xfrm>
                <a:off x="3226440" y="5334240"/>
                <a:ext cx="807840" cy="44568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9043CCAC-3DC6-6D5D-A6D3-D884B8C2A26B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3220320" y="5328120"/>
                  <a:ext cx="820080" cy="45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CD940580-52CB-DF66-922B-DE46F6F07EC2}"/>
                    </a:ext>
                  </a:extLst>
                </p14:cNvPr>
                <p14:cNvContentPartPr/>
                <p14:nvPr/>
              </p14:nvContentPartPr>
              <p14:xfrm>
                <a:off x="4029960" y="5000160"/>
                <a:ext cx="132120" cy="53532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CD940580-52CB-DF66-922B-DE46F6F07EC2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4023840" y="4994040"/>
                  <a:ext cx="144360" cy="54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23667A80-4AA9-3BBD-CB57-B58732910532}"/>
                    </a:ext>
                  </a:extLst>
                </p14:cNvPr>
                <p14:cNvContentPartPr/>
                <p14:nvPr/>
              </p14:nvContentPartPr>
              <p14:xfrm>
                <a:off x="2017920" y="4382040"/>
                <a:ext cx="2651760" cy="251280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23667A80-4AA9-3BBD-CB57-B58732910532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2011800" y="4375920"/>
                  <a:ext cx="2664000" cy="252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F464BCB6-812B-506C-FE0F-B43B22BD02F4}"/>
                    </a:ext>
                  </a:extLst>
                </p14:cNvPr>
                <p14:cNvContentPartPr/>
                <p14:nvPr/>
              </p14:nvContentPartPr>
              <p14:xfrm>
                <a:off x="864480" y="4199520"/>
                <a:ext cx="2660760" cy="166824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F464BCB6-812B-506C-FE0F-B43B22BD02F4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858360" y="4193400"/>
                  <a:ext cx="2673000" cy="168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35C3921B-D150-0D85-A510-D42711D84888}"/>
              </a:ext>
            </a:extLst>
          </p:cNvPr>
          <p:cNvGrpSpPr/>
          <p:nvPr/>
        </p:nvGrpSpPr>
        <p:grpSpPr>
          <a:xfrm>
            <a:off x="6591000" y="2282520"/>
            <a:ext cx="3952800" cy="1085400"/>
            <a:chOff x="6591000" y="2282520"/>
            <a:chExt cx="3952800" cy="1085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A6830FC7-BB79-C6EF-0031-B0EE76EEEE02}"/>
                    </a:ext>
                  </a:extLst>
                </p14:cNvPr>
                <p14:cNvContentPartPr/>
                <p14:nvPr/>
              </p14:nvContentPartPr>
              <p14:xfrm>
                <a:off x="6591000" y="2282520"/>
                <a:ext cx="1716480" cy="108540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A6830FC7-BB79-C6EF-0031-B0EE76EEEE02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6584880" y="2276400"/>
                  <a:ext cx="1728720" cy="10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54DC5AEB-21D6-E227-8220-DCFBCBC268B1}"/>
                    </a:ext>
                  </a:extLst>
                </p14:cNvPr>
                <p14:cNvContentPartPr/>
                <p14:nvPr/>
              </p14:nvContentPartPr>
              <p14:xfrm>
                <a:off x="8704560" y="2961480"/>
                <a:ext cx="1839240" cy="5148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54DC5AEB-21D6-E227-8220-DCFBCBC268B1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8698440" y="2955360"/>
                  <a:ext cx="1851480" cy="63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112247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FB41A-0EEE-3959-CE2B-D404847A8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Vazifa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41046C-3FB6-FD6B-52B1-30DDC1D95B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8-dars </a:t>
            </a:r>
            <a:r>
              <a:rPr lang="en-US" dirty="0" err="1"/>
              <a:t>uchun</a:t>
            </a:r>
            <a:r>
              <a:rPr lang="en-US" dirty="0"/>
              <a:t> report </a:t>
            </a:r>
            <a:r>
              <a:rPr lang="en-US" dirty="0" err="1"/>
              <a:t>yozing</a:t>
            </a:r>
            <a:endParaRPr lang="en-US" dirty="0"/>
          </a:p>
          <a:p>
            <a:r>
              <a:rPr lang="en-US" dirty="0"/>
              <a:t>Kaggle/</a:t>
            </a:r>
            <a:r>
              <a:rPr lang="en-US" dirty="0" err="1"/>
              <a:t>Githubdan</a:t>
            </a:r>
            <a:r>
              <a:rPr lang="en-US" dirty="0"/>
              <a:t> dataset toping</a:t>
            </a:r>
          </a:p>
          <a:p>
            <a:pPr lvl="1"/>
            <a:r>
              <a:rPr lang="en-US" dirty="0"/>
              <a:t>For loop </a:t>
            </a:r>
            <a:r>
              <a:rPr lang="en-US" dirty="0" err="1"/>
              <a:t>orqali</a:t>
            </a:r>
            <a:r>
              <a:rPr lang="en-US" dirty="0"/>
              <a:t> missing </a:t>
            </a:r>
            <a:r>
              <a:rPr lang="en-US" dirty="0" err="1"/>
              <a:t>qiymatlarni</a:t>
            </a:r>
            <a:r>
              <a:rPr lang="en-US" dirty="0"/>
              <a:t> </a:t>
            </a:r>
            <a:r>
              <a:rPr lang="en-US" dirty="0" err="1"/>
              <a:t>tozalang</a:t>
            </a:r>
            <a:r>
              <a:rPr lang="en-US" dirty="0"/>
              <a:t>(5 </a:t>
            </a:r>
            <a:r>
              <a:rPr lang="en-US" dirty="0" err="1"/>
              <a:t>tasini</a:t>
            </a:r>
            <a:r>
              <a:rPr lang="en-US" dirty="0"/>
              <a:t> </a:t>
            </a:r>
            <a:r>
              <a:rPr lang="en-US" dirty="0" err="1"/>
              <a:t>ishlatishga</a:t>
            </a:r>
            <a:r>
              <a:rPr lang="en-US" dirty="0"/>
              <a:t> </a:t>
            </a:r>
            <a:r>
              <a:rPr lang="en-US" dirty="0" err="1"/>
              <a:t>xarakat</a:t>
            </a:r>
            <a:r>
              <a:rPr lang="en-US" dirty="0"/>
              <a:t> </a:t>
            </a:r>
            <a:r>
              <a:rPr lang="en-US" dirty="0" err="1"/>
              <a:t>qiling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For loop </a:t>
            </a:r>
            <a:r>
              <a:rPr lang="en-US" dirty="0" err="1"/>
              <a:t>orqali</a:t>
            </a:r>
            <a:r>
              <a:rPr lang="en-US" dirty="0"/>
              <a:t> encoding </a:t>
            </a:r>
            <a:r>
              <a:rPr lang="en-US" dirty="0" err="1"/>
              <a:t>qiling</a:t>
            </a:r>
            <a:endParaRPr lang="en-US" dirty="0"/>
          </a:p>
          <a:p>
            <a:pPr lvl="1"/>
            <a:r>
              <a:rPr lang="en-US" dirty="0"/>
              <a:t>For loop </a:t>
            </a:r>
            <a:r>
              <a:rPr lang="en-US" dirty="0" err="1"/>
              <a:t>orqali</a:t>
            </a:r>
            <a:r>
              <a:rPr lang="en-US" dirty="0"/>
              <a:t> Scaling </a:t>
            </a:r>
            <a:r>
              <a:rPr lang="en-US" dirty="0" err="1"/>
              <a:t>qiling</a:t>
            </a:r>
            <a:r>
              <a:rPr lang="en-US" dirty="0"/>
              <a:t>(</a:t>
            </a:r>
            <a:r>
              <a:rPr lang="en-US" dirty="0" err="1"/>
              <a:t>barcha</a:t>
            </a:r>
            <a:r>
              <a:rPr lang="en-US" dirty="0"/>
              <a:t> </a:t>
            </a:r>
            <a:r>
              <a:rPr lang="en-US" dirty="0" err="1"/>
              <a:t>numeriklarni</a:t>
            </a:r>
            <a:r>
              <a:rPr lang="en-US" dirty="0"/>
              <a:t> 3 ta </a:t>
            </a:r>
            <a:r>
              <a:rPr lang="en-US" dirty="0" err="1"/>
              <a:t>usulda</a:t>
            </a:r>
            <a:r>
              <a:rPr lang="en-US" dirty="0"/>
              <a:t>)</a:t>
            </a:r>
          </a:p>
          <a:p>
            <a:r>
              <a:rPr lang="en-US" dirty="0"/>
              <a:t>For </a:t>
            </a:r>
            <a:r>
              <a:rPr lang="en-US" dirty="0" err="1"/>
              <a:t>loopga</a:t>
            </a:r>
            <a:r>
              <a:rPr lang="en-US" dirty="0"/>
              <a:t> </a:t>
            </a:r>
            <a:r>
              <a:rPr lang="en-US" dirty="0" err="1"/>
              <a:t>oid</a:t>
            </a:r>
            <a:r>
              <a:rPr lang="en-US" dirty="0"/>
              <a:t> </a:t>
            </a:r>
            <a:r>
              <a:rPr lang="en-US" dirty="0" err="1"/>
              <a:t>misol</a:t>
            </a:r>
            <a:r>
              <a:rPr lang="en-US" dirty="0"/>
              <a:t> </a:t>
            </a:r>
            <a:r>
              <a:rPr lang="en-US" dirty="0" err="1"/>
              <a:t>ishlang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problem </a:t>
            </a:r>
            <a:r>
              <a:rPr lang="en-US" dirty="0" err="1"/>
              <a:t>solvingni</a:t>
            </a:r>
            <a:r>
              <a:rPr lang="en-US" dirty="0"/>
              <a:t> </a:t>
            </a:r>
            <a:r>
              <a:rPr lang="en-US" dirty="0" err="1"/>
              <a:t>kuchaytiring</a:t>
            </a:r>
            <a:endParaRPr lang="en-US" dirty="0"/>
          </a:p>
          <a:p>
            <a:pPr lvl="1"/>
            <a:r>
              <a:rPr lang="en-US" dirty="0"/>
              <a:t>Edabit.com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FB3866A-4CAF-0007-2004-A143C6F39504}"/>
                  </a:ext>
                </a:extLst>
              </p14:cNvPr>
              <p14:cNvContentPartPr/>
              <p14:nvPr/>
            </p14:nvContentPartPr>
            <p14:xfrm>
              <a:off x="471240" y="1685160"/>
              <a:ext cx="8853840" cy="3375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FB3866A-4CAF-0007-2004-A143C6F3950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61880" y="1675800"/>
                <a:ext cx="8872560" cy="3394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223064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511</TotalTime>
  <Words>177</Words>
  <Application>Microsoft Office PowerPoint</Application>
  <PresentationFormat>Widescreen</PresentationFormat>
  <Paragraphs>57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8-dars</vt:lpstr>
      <vt:lpstr>Bugun</vt:lpstr>
      <vt:lpstr>Savol javob</vt:lpstr>
      <vt:lpstr>Takrorlash</vt:lpstr>
      <vt:lpstr>Takrorlash</vt:lpstr>
      <vt:lpstr>Data Preprocessing: Review</vt:lpstr>
      <vt:lpstr>Data Preprocessing: Review </vt:lpstr>
      <vt:lpstr>For loop + Encoding </vt:lpstr>
      <vt:lpstr>For loop + Encoding  </vt:lpstr>
      <vt:lpstr>Scaling</vt:lpstr>
      <vt:lpstr>Scaling</vt:lpstr>
      <vt:lpstr>Scaling</vt:lpstr>
      <vt:lpstr>Scaling amaliy</vt:lpstr>
      <vt:lpstr>For Loop + Scaling</vt:lpstr>
      <vt:lpstr>For Loop + Scaling </vt:lpstr>
      <vt:lpstr>Structure</vt:lpstr>
      <vt:lpstr>Vazifa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Davronbek Malikov</dc:creator>
  <cp:lastModifiedBy>Davronbek Malikov</cp:lastModifiedBy>
  <cp:revision>2</cp:revision>
  <dcterms:created xsi:type="dcterms:W3CDTF">2025-09-17T05:16:09Z</dcterms:created>
  <dcterms:modified xsi:type="dcterms:W3CDTF">2025-12-22T14:26:15Z</dcterms:modified>
</cp:coreProperties>
</file>