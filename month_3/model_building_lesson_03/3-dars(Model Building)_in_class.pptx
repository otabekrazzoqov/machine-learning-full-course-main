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9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1T10:14:33.0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4526 4976 1511 0,'-31'3'197'0,"2"2"-187"16,-8 3 19-16,9 2-19 0,4-2 6 0,2 2-7 0,0-2-6 16,-1 1-7-16,0-1-8 0,-1-1-6 0,-1 0-10 0,0-1 3 0,0-1-4 15,0 0 10-15,-3 0 7 0,1-1 9 0,-2 1 8 0,-2-2-2 0,-3 0 3 16,1 0 5-16,-1-1 1 0,0 1 6 0,-1 0 13 0,-1 2-4 15,0-2 3-15,-2 3 4 0,0 1-16 0,-2 1 5 0,-1 2 3 0,0 1 9 16,0-1 8-16,-1 2 3 0,2 2 0 0,-1 0-3 0,-2 1-3 0,2 1-1 16,0 0-2-16,1 2-8 0,2-1-1 0,-1 2-2 0,3 1-4 15,0 0-2-15,2 1-10 0,2 2 2 0,1 0-4 0,3 0 0 0,0 1 2 16,4-3-5-16,0 0 1 0,3 0-3 0,4 0-2 0,0 1-4 0,3-2 2 16,0 2 2-16,3-1-2 0,0-2 9 0,2 0-15 0,2 0-6 15,2 0 2-15,0-2 8 0,1 3 11 0,2-1 8 0,1 0 0 0,2 1-9 16,0 0 3-16,2 0-3 0,2 0 4 0,0 1 5 0,3-2-6 15,0 2 3-15,3 1-2 0,-1 0-8 0,2 2 8 0,3-1-2 0,0-1-1 16,0 0 5-16,4-1-1 0,1 1-1 0,0-1 2 0,4-1 0 0,0 1-2 16,1-1 2-16,2-1-1 0,0 0 1 0,3 1-2 0,-1-2 2 15,4 2 2-15,0-2-2 0,2-1 0 0,1-1-2 0,-1 0 9 0,3 1-2 16,1 0 3-16,0-2-1 0,2 2-12 0,-2-1 7 0,3-1-5 0,1 2 0 16,-1-1 1-16,3 0-1 0,0-1 0 0,0 0 0 0,3 0 1 15,1-1-3-15,0 0 4 0,3 0-2 0,0-1-2 0,0 0-3 0,1 0 0 16,-1-2 2-16,3 1-2 0,1-1-1 0,0-1-1 0,1-1-1 0,0-1 1 15,1 0 7-15,3-2-3 0,-1 1 0 0,1-1 0 0,0-1-4 16,0 0 4-16,-1-2-7 0,2-1-5 0,1-1 0 0,0-1 1 0,2-1 4 16,0-2 4-16,1 0 1 0,0-1-3 0,-1-1 6 0,2-2 1 0,1-1-2 15,0 0 5-15,0-3 0 0,-1 0 2 0,1-3 5 0,0 0 0 16,1 0 2-16,-2-2-4 0,1 0-5 0,-1-1-6 0,1 0-1 0,-1 0 2 16,1-2-5-16,-1 1 5 0,1-2-4 0,-1-2 1 0,-1 2 1 15,-1-3-2-15,-2-1-8 0,0 0 2 0,0 0 4 0,-1-1-1 0,-1-1 9 16,0-1 0-16,-2 0-4 0,-1-1-5 0,-2-1 7 0,0-1-3 0,-5-1-2 15,-1-2 5-15,-1 0-4 0,-3-4 5 0,0 0 2 0,-4-1-1 16,-1-2 0-16,-1 1 2 0,-2-2 1 0,-2-2-8 0,0-1 12 0,-3-1 0 16,-2 0-7-16,-3-3 13 0,-3 2-13 0,-2-1-2 0,-4 0 6 15,-2-3-6-15,-1 0 2 0,-3 1-1 0,-1-1-5 0,-3 1 4 0,-3-1-8 16,-3-2 8-16,-4 1 6 0,-2-1-6 0,-3 0 10 0,-3-1-17 0,-3 1-2 16,-2-1 4-16,-4 0-6 0,-3 1 0 0,-1 0-3 0,-6 1-10 15,-4 0-10-15,-5 0 5 0,-4 1-9 0,-5 2 3 0,-3 0 4 0,-6 3-6 16,-4 0 0-16,-5 4 3 0,-3 0 4 0,-5 1-3 0,-5 2 10 0,-6 3-2 15,-3 2 4-15,-7 4 9 0,-1 1-2 0,-4 3 7 0,-2 3 2 16,-3 3 5-16,-4 3 3 0,0 5 6 0,-1 3 3 0,1 5 11 0,1 4 9 16,0 5 0-16,4 6 10 0,0 4-8 0,2 7-7 0,3 6-3 0,2 6-10 15,1 6-12-15,2 6-4 0,1 7-1 0,0 6 0 0,3 5-10 16,0 6-5-16,4 7-7 0,-1 7-33 0,3 4-23 0,3 6-38 0,2 1-45 16,4 4-44-16,2 3-49 0,4 0-120 0,2 5-247 0,3 2-425 15</inkml:trace>
  <inkml:trace contextRef="#ctx0" brushRef="#br0" timeOffset="4166.82">9128 7703 776 0,'-4'0'370'0,"0"-1"-324"0,1 1-44 0,1 0-10 0,1 0 8 16,1-1-1-16,2 2 0 0,-1-1 2 0,1 1-9 0,2 1 3 0,0-1-1 15,0 2 0-15,1 0 3 0,1 0-4 0,0 1 1 0,2 0 2 16,-1-1 2-16,1 1 4 0,0 1 0 0,2 0-1 0,0-1 2 0,0 1 3 16,1 0 0-16,1 0 2 0,-1-1 1 0,3 1 2 0,1-1 3 15,1 0 4-15,1 1 4 0,2-1 7 0,1-1 2 0,1 1 5 0,2-2-1 16,2-1-1-16,0 0 1 0,4 0-2 0,0-1 0 0,2 0-1 0,0 0 0 15,1 0 2-15,3 0-5 0,1-1-2 0,1 0-2 0,-2-1-5 16,2 0 2-16,-1-1-2 0,3 0 0 0,0-3-1 0,0-1 0 0,1-1 1 16,-1-2-1-16,0 0 1 0,2-1 0 0,-3 0-1 0,-1-1-2 0,2-2-1 15,-3-1-1-15,1-1-1 0,-1 2-3 0,-1-2 10 0,-1 0-3 16,-2-1 2-16,1 1 2 0,-3-4-13 0,2 1 2 0,-3 0 1 0,1-2-6 16,-1 1 2-16,1 1-4 0,-2-2 4 0,1 0 2 0,-2 1 0 0,1-1 1 15,-2-1-1-15,-1 1-2 0,0-1 5 0,-3-2-3 0,1 1 2 16,-1-1 4-16,-1 0-1 0,-1 0-4 0,-1 0 4 0,-2 0-1 0,-2-3-5 15,-3 1 4-15,0-3-2 0,-2 1-13 0,-3-1 13 0,-2-1-7 16,-1-1 5-16,-3 0 6 0,-3-1-7 0,-2 1-1 0,-2-1 2 0,-4 1-2 16,-4-1 0-16,-2 1 1 0,-4-2-2 0,-4 1 5 0,-4-1-2 0,0 2-1 15,-2 1 4-15,-1 1 2 0,-2 0 0 0,0 2 1 0,-2-1-4 16,-1 2-9-16,0-1 4 0,-2 3 5 0,2 2-2 0,-1 0 7 0,0 3-8 16,1 1-5-16,-2 0-2 0,1 3 1 0,0 2-2 0,-3 1-2 15,-1 1 1-15,0 2-2 0,-2 1 0 0,1 1 1 0,-1 0 0 0,-2 2 2 16,1 2 8-16,1-1-1 0,-1 2 1 0,0 0 3 0,1 2-13 0,1 0 2 15,0 1-2-15,3 0-2 0,-1 0 5 0,1 0-1 0,3 1-1 0,1 1 2 16,3 0-4-16,0 1-2 0,4 2 4 0,0 0-1 0,4 2-1 16,1 0 1-16,2 1-2 0,1 3-3 0,-1-1-4 0,3 3-4 0,0 3 4 15,-1 2 3-15,2-1-9 0,0 3 1 0,0 2-5 0,-1-2 2 16,1 4 15-16,2 0-4 0,-2 0 0 0,1 2-2 0,0-3-7 0,0 2 6 16,1-1-2-16,1-1 2 0,1 1 2 0,2-2 2 0,-1 0 1 0,1-4-8 15,1 1-1-15,1-3-6 0,3 1-1 0,1-2 0 0,1 0-4 16,0-1-14-16,1-1-7 0,1-1-24 0,1 1-27 0,-1 0-15 0,2 0-30 15,0-2-35-15,0 1-46 0,1 0-84 0,0 0-360 0</inkml:trace>
  <inkml:trace contextRef="#ctx0" brushRef="#br0" timeOffset="81337.95">4890 7691 1283 0,'-8'-6'43'0,"2"1"-22"0,-2-1 0 0,3 1-11 0,0 0 6 0,0 0 1 15,0-2 3-15,-1-1-1 0,0 1-17 0,-1 0-9 0,-1-1-7 16,-1 1-16-16,-1 0 2 0,0 1-1 0,-1 1 2 0,0-1 10 0,-2 1 11 16,-2 0 8-16,-1 0 3 0,-2 1 3 0,-1-1-2 0,-4 1-1 0,0 0 4 15,-3 1-1-15,-1 2 4 0,0 1 7 0,-1 0 3 0,-3 1 8 16,0 1 5-16,0 0 7 0,-1 2-3 0,0 0 1 0,2 2 0 0,-2-1-18 16,2 0-5-16,-2 2-8 0,2 0-6 0,0 1 7 0,2 2 4 15,-1 0-1-15,1 0-1 0,0 1 2 0,0 0-6 0,-1-1 2 0,0 1 2 16,1 1 1-16,0 1 4 0,2 1 3 0,1 0 6 0,-1 1-4 0,-1 1 5 15,0 1 3-15,0 0-2 0,0 1 2 0,1 2 2 0,-2 2-5 16,1 3-2-16,-2 0-3 0,1 3-9 0,-1 0-2 0,0-1-2 0,2 3-4 16,0 1 4-16,0 1-3 0,0 2-2 0,2 0-2 0,-1 0-7 0,0 0 4 15,2 1-2-15,0-1 3 0,4 1 4 0,2-1-4 0,2 0 2 16,2-2-7-16,1 1 7 0,2 0-5 0,0 0 0 0,2-1 5 0,2-2-8 16,2-1 3-16,2-1 0 0,2-2-3 0,0 2 8 0,3-2-2 15,0 0-2-15,1 0 4 0,3-1-4 0,1-1-1 0,3-3 3 0,1 2 8 16,1-3 2-16,1 2 7 0,1-2 5 0,2 0-3 0,3 0 0 0,1-1 0 15,5 0-1-15,1-2 2 0,1-1 4 0,2 1 2 0,0-2-7 16,3 1 2-16,1 1-6 0,2-2-1 0,1 1 4 0,3-1-7 0,1 0 2 16,2 0-3-16,1-4-2 0,2 2-3 0,2-1 1 0,0 0-3 0,2 0 2 15,0-2-2-15,2 1-3 0,0 0-2 0,0-1 4 0,0 0-2 16,1 1-2-16,1-1 1 0,1 1-1 0,2 1-4 0,1-1 0 0,-1 0 4 16,3 0-3-16,0-1 5 0,1-1-1 0,1 1-1 0,-1-1-2 0,3 0-9 15,3-1 3-15,1-1-1 0,1-1 3 0,3 0 4 0,0 1 2 16,-1-2-4-16,2 0-1 0,0-2 3 0,1 0-5 0,2-2-1 0,-1 1 1 15,1 0-9-15,0-2 12 0,0 1 4 0,2-1-2 0,-1 0 8 16,-2 0-5-16,2 0-2 0,0-1 7 0,0 1-4 0,1-1 3 0,0 1 3 16,0 0 2-16,3 0-2 0,-4 1-3 0,3-1-5 0,-1 0-1 0,-1 1-1 15,1-1 4-15,0 1 1 0,-1 0-1 0,0-1 0 0,0 1-4 16,1-1-4-16,2-1 2 0,-2 0-1 0,3 0 5 0,0-1 11 0,-3 0-4 16,3 0-1-16,-3-1-4 0,1 0-4 0,-1-2 2 0,-1 0 2 0,1 0 0 15,-2-1 0-15,-1 1-3 0,0 0 3 0,-2-2 2 0,0 1 2 16,-2-1 1-16,1 1-2 0,-2-2 4 0,0-1-4 0,0 1-1 0,-3-1 2 15,2 0 1-15,-4-1-2 0,-1-1 4 0,1 0-2 0,-2-1-1 16,-2 2 3-16,-2-3-1 0,-1-1 1 0,-2 0 1 0,-1-1 0 0,-3 1-1 16,-1-2 1-16,-2-1 1 0,-2 0 0 0,1-2-1 0,-4-2 0 0,-2 0-5 15,-1 0 2-15,-4 0 2 0,-2 0-2 0,-1 0 3 0,-4-1 1 16,0 0 2-16,-3-1 0 0,0 0 1 0,-4 0 1 0,-4 0-8 0,-3 0-1 16,-2 0 8-16,-2 1 0 0,-3 0 6 0,-2-1 2 0,-3-2-5 0,-3 1 2 15,-2-2-1-15,-3 1 1 0,-2-1-6 0,-3 0-11 0,-1 0 0 16,-4-2-5-16,-4 0 0 0,-1-3-3 0,-4 1 2 0,-3-1-1 0,0 1 2 15,-3 1 5-15,-1 1-3 0,-5-2 3 0,-1 2-3 0,-3-1-7 16,-4 2 4-16,-1 0 6 0,-2 0 3 0,-4 0 5 0,-2-1 0 0,-1 2-6 16,-3-2-2-16,-2 2 1 0,-2 0-1 0,-2 1-3 0,-3 0 0 0,-1 0-3 15,-4 2-1-15,0-3 1 0,-3 2 3 0,0-1-1 0,-3 1 1 16,-1 2 0-16,-1 0-2 0,-4 2-1 0,-3 2 1 0,-2-1 2 0,-2 2 0 16,-2 1 1-16,-2 1 0 0,-1 1-1 0,-4 3 5 0,-1-1-1 0,-1 3-1 15,-5 0 0-15,2 2-7 0,0 2 0 0,-2 3 7 0,1 1-3 16,-1 2 1-16,-2 2 1 0,0 3-5 0,-4 2 1 0,0 1 6 0,-1 1-2 15,0 3 4-15,-1 1-1 0,0 3-1 0,-2 1 5 0,0 3 1 0,0 3-6 16,-1 1 3-16,1 4-8 0,-2 3-2 0,0 4 9 0,1 1-1 16,-1 2-7-16,-1 2-14 0,1 1-30 0,-1 3-23 0,2 1-47 0,2 1-37 15,1 1-75-15,1 1-147 0,1 2-599 0</inkml:trace>
  <inkml:trace contextRef="#ctx0" brushRef="#br0" timeOffset="103654.8">3756 9966 1646 0,'-8'1'-13'0,"-4"1"-36"0,-3 2-73 0,-4 3-95 0,5 1-90 0,-1 3-328 0</inkml:trace>
  <inkml:trace contextRef="#ctx0" brushRef="#br0" timeOffset="104155.74">3303 10324 213 0,'-6'9'147'0,"0"0"-25"15,-1 0 3-15,2-2-22 0,2-2-13 0,1 0-19 0,1-1-14 0,2 0-3 16,0 0-6-16,1 1-4 0,1-1-9 0,2 2-5 0,1 0-5 16,1 2-3-16,2-1-5 0,1 2-8 0,0 2-1 0,3 0-1 0,1 1-2 15,1 0 3-15,1-1-5 0,0 2-1 0,2 0-4 0,0 0 4 0,2 0-1 16,1 2 1-16,2-1-3 0,0 2-3 0,4-2 3 0,-1 1 0 15,3-1 1-15,0-2 2 0,1-1 2 0,3-2 4 0,1 1 6 0,3-2 3 16,2 0 2-16,1 0 0 0,3-2 5 0,2 0 6 0,3-3-1 16,0 0 4-16,3-2 7 0,-1 0 5 0,3 0 7 0,1-1 4 0,2 0-2 15,0-2 5-15,2 1 4 0,1 0 0 0,3-2-3 0,2 0-3 0,0 0-6 16,2-2-1-16,-1 0-4 0,3-1-8 0,2 0-7 0,0 0-6 16,0-1-5-16,2 1 0 0,-1 0 2 0,-2 0 1 0,3 0-7 0,-2 0 2 15,-1 1-10-15,1 0-4 0,-1-1 7 0,-2 0-11 0,-1-1 12 0,2-1 0 16,-2 1-1-16,0-2 9 0,0-1-12 0,-2 0 0 0,-2-2-1 15,-1-1-4-15,-1-1 4 0,-2-1 2 0,-2-1 3 0,0-1 1 0,-1 0 6 16,-2-2-7-16,0-2 1 0,-3 0-4 0,-2-3-1 0,0 2 0 16,0-2-3-16,-3-2 6 0,-3 2-5 0,-1-4 5 0,-4 1 1 0,-2-2-14 15,-1 1 8-15,-3-2 2 0,0 0-1 0,-2-1 9 0,-2-1-8 0,-3-2 3 16,-2 0-4-16,-3 0 4 0,-3 0-1 0,-3-1-2 0,-2-1 0 16,-3-1-2-16,-3-2 7 0,-3 2-3 0,-3-1-2 0,-4 1-3 0,-3 0 0 15,-3-3-13-15,-3 2 1 0,-3-1 2 0,-4 0-8 0,-6 1 13 0,-4-1-9 16,-2 2-6-16,-4 1-1 0,-4-1 0 0,-4 3-2 0,-6-2-3 15,-3 2 5-15,-5 2 2 0,-4 0 1 0,-3 4 0 0,-5 1-6 0,-2 1 4 16,-2 2-1-16,-6 0 8 0,0 3 2 0,-4 0-5 0,-2 1 2 16,-1 2-7-16,-5 5 5 0,2 1 14 0,-3 2 3 0,0 3 10 0,-1 1-4 15,0 4-1-15,0 2 0 0,-2 4 5 0,2 3-10 0,-1 2 2 0,1 5 10 16,0 3 2-16,1 6 11 0,0 6-7 0,-1 5-7 0,1 5-5 16,-1 7-8-16,-1 6 4 0,-1 5-1 0,2 7-5 0,-3 7-1 0,3 3-17 15,-1 8 0-15,0 7-10 0,3 4-15 0,2 6-5 0,2 4-42 0,1 3-60 16,5 4-126-16,0 1-186 0,2 6-559 0</inkml:trace>
  <inkml:trace contextRef="#ctx0" brushRef="#br0" timeOffset="106605.51">5601 10935 1861 0,'-20'-4'137'0,"-2"2"-65"0,-7-1-45 0,5 1-15 0,3 0-6 0,0 0-1 15,2-1 11-15,1-1-3 0,0 0-4 0,3-1 3 0,-1 0-12 0,1-1-9 16,-1-2 2-16,1 1-14 0,-2-1 3 0,0-2 6 0,-3 1-2 15,0-3 2-15,-3 1 4 0,0-2-6 0,-2-1 11 0,-1 0 6 0,-1 1-3 16,-2 1 8-16,-1 0-1 0,-2 1-1 0,1 1 3 0,-3 0-2 16,-1 1 3-16,0 0-3 0,-2 1 4 0,-1 0 2 0,-1 2 2 0,0 0 5 15,-1 1-5-15,-3 1 2 0,-2 0 4 0,-2 2-2 0,-1 2 11 0,-2 2 0 16,0 0 7-16,-2 2 9 0,-1 1-3 0,-2 1-3 0,-1 2-4 16,1 1-2-16,-2 1-5 0,1 1 1 0,0 0-9 0,0 1-10 0,1 0-10 15,2 2-2-15,0-1 6 0,1 3-1 0,1 1 8 0,1 1-6 0,1 0-4 16,3 3 1-16,2 1-5 0,2 1 1 0,-1 3-3 0,3 0-5 15,1 3 2-15,2 3 3 0,2 2-3 0,2 2 9 0,2 2-5 0,1-1-1 16,2 2 6-16,1 4-5 0,3 1 1 0,-1 2-11 0,3 2 1 16,2 2-1-16,1-1 2 0,1 2 9 0,4 1 1 0,1 0-1 0,2 0 4 15,4 0-2-15,4-2-2 0,3-3-3 0,3 0 2 0,4-2-6 0,2-1 2 16,5-2 6-16,2-4 1 0,6 1 9 0,2-2 5 0,2-3 2 0,5-1-1 16,1-2 2-16,6-2-1 0,2 1 5 0,2-2-2 0,3 0 1 15,4-2-1-15,2-2-3 0,3 0-1 0,2-2-2 0,0 0 2 0,2-1-5 16,3-1 5-16,2 0-7 0,0-2-6 0,1-2 6 0,3-1-8 15,-2-1 3-15,2-1 2 0,2-3-11 0,-2 0 7 0,2-4-4 0,1-2-2 16,0-2 8-16,1-3-4 0,0-2 9 0,0-1 3 0,-3-3-6 0,0-4 5 16,-1-1-5-16,-2-4-3 0,0-4 8 0,-3-1-5 0,-3-4-3 15,-1-2 11-15,-2-2 1 0,-2-4-1 0,-2 0-1 0,0-4 0 0,-4-2 3 16,-1-2 4-16,-2-2-2 0,-1-1-7 0,-3-1 2 0,-1-2-7 16,-2-2 10-16,-3-2 4 0,-1-1-1 0,-5-2-1 0,-1 0-10 0,-5-1-2 15,-1-2-3-15,-2-1 5 0,-6-3-4 0,-1 1-3 0,-4-1-14 0,-4 0 7 16,-4 0-1-16,-6-1-1 0,-4 1 0 0,-5 2-13 0,-3-1-4 15,-6 2 6-15,-4 1-6 0,-4 1-1 0,-6 5-7 0,-4 2-16 0,-6 5 19 16,-5 4 1-16,-3 5 3 0,-5 6 6 0,-5 5-18 0,-4 6-1 0,-4 7 0 16,-3 6 1-16,-2 7 8 0,-2 6 7 0,-3 10-4 0,0 7 5 15,-2 6-7-15,-1 11-22 0,1 6-15 0,1 8-47 0,2 9-52 0,1 7-60 16,1 6-101-16,3 9-432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1T10:19:46.8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4693 4419 1531 0,'-28'-10'21'0,"-4"2"9"16,-7-2-2-16,3 7-16 0,4 2-6 0,-2 2-4 0,0 3-2 0,-3 0 0 16,-1 3 0-16,-2 1 1 0,-2 1-3 0,0 0-2 0,-2 2 0 0,0 2-2 15,-1 0 12-15,-1 3 4 0,0 0-1 0,-1 0 4 0,-2 1-8 16,2 1-1-16,-1 0 1 0,0 3 4 0,-1-1 0 0,0-1 2 0,2 2 6 15,0 0-1-15,1-1 6 0,1 3 7 0,2-1-3 0,1 2 4 0,0 0-1 16,2 0-6-16,2 1 3 0,1-1-4 0,1 2-3 0,2 1-2 16,0 0 1-16,1 2-3 0,2 1 2 0,3 1-3 0,-1-1-2 0,3 1 0 15,1-1 0-15,1 1 1 0,3 1 1 0,1 0 0 0,1-1-7 16,2 2 3-16,1-2-2 0,1 3-4 0,1-1 0 0,2-1 2 0,2 1-4 16,1-4 0-16,2 2 1 0,1-2-4 0,3 2 1 0,0-2 0 0,2 3 0 15,2-3-6-15,2 0 2 0,2 2 5 0,1-3 4 0,1 2 6 16,3-1 1-16,0 1-6 0,3-2-3 0,1 2 4 0,2-2-1 0,0 1-3 15,3 1 3-15,1 1-1 0,1-2 0 0,2 1 2 0,3-4-2 0,0 1-4 16,1-2 2-16,1 1 2 0,2 0-1 0,0 0 2 0,3 1-2 16,0-3 1-16,2 0-5 0,1-1 0 0,1-1 1 0,2 1 8 0,0 0 2 15,3 0-1-15,0 0-2 0,-1-1-8 0,2-1 3 0,2 0 1 16,1-1 4-16,0-1-1 0,1 0 1 0,3-1-4 0,-1 0 2 0,0 0-1 16,3-1-2-16,-2-1 6 0,3 0-2 0,1-2 3 0,-2-1-3 0,2-1-7 15,1-1 6-15,1 0-3 0,1-1 3 0,0-2 2 0,2 0-2 16,1-1 5-16,1-3 1 0,1 0 1 0,0-1-1 0,0-1-1 0,0-1 4 15,1-1-2-15,0-1-5 0,0-1 1 0,1 1-4 0,1-1 7 0,1 1-1 16,-1-1 2-16,2 0-5 0,0 0 0 0,-1 0 0 0,1-1-5 16,-1 1 0-16,0-1 0 0,0 0 4 0,0 1-3 0,0-1 3 0,0-1-1 15,1 0-4-15,-1-1 1 0,1 0-9 0,0-1 6 0,-2-1-4 16,0-1 1-16,2-1 8 0,-1-1-7 0,-1-1 2 0,2-3 5 0,-3 0 5 16,0-1-7-16,1-2 8 0,1-1-8 0,-1-1 4 0,-2 0 6 0,0-2-5 15,-1 0 1-15,-2 0 1 0,1-2 0 0,-4 0-4 0,0-2-6 16,-1 0-3-16,-2 0 5 0,0-2 7 0,-2 0 9 0,-3-3 2 0,0 0-5 15,-2-2 1-15,-1-1-6 0,-1 0 3 0,-2-1 4 0,-3 0-6 0,-2-3 1 16,-1-1 5-16,-3-3-6 0,0 1 0 0,-3 0 2 0,-1-3-5 16,-3 1-6-16,-2 0 12 0,-3-3-4 0,-2 1 0 0,-2 0 7 0,-3-1-12 15,-2 0 3-15,-3 1 1 0,-2 1-4 0,-3-3 4 0,-3-2-4 0,-3 2-4 16,-3-2 8-16,-3 2-6 0,-3-1-1 0,-1 0 10 0,-4 0-7 16,-1 0 4-16,-4-1 3 0,1 0-9 0,-5 0-1 0,-1 0-2 0,0-1-3 15,-3-3-1-15,-1 3-1 0,-2-2 2 0,-2 2-1 0,-1 1-10 16,-1 0 9-16,-2 0-5 0,-3 1 3 0,-2 1 7 0,-2 0-12 0,-2 0 0 15,-2 3 4-15,-2 0-1 0,-2-1 2 0,-4 1-6 0,-1 2-1 0,-4 2-3 16,-1 3-1-16,-3 1 3 0,-5 1-2 0,0 2 2 0,-4 3 12 16,-2 3-1-16,-1 0 3 0,-4 4-1 0,1 2-1 0,-4 3-2 0,-2 2 0 15,-1 3 0-15,-3 5-7 0,0 2 2 0,-3 4 2 0,0 5 2 0,-2 2-3 16,0 5 3-16,-3 5-1 0,0 5-1 0,-1 3-2 0,-1 5-8 16,1 4 12-16,-1 5-6 0,-1 4 1 0,1 4-5 0,1 4-20 0,0 6-20 15,3 4-21-15,-1 1-33 0,3 6-39 0,0 2-47 0,1 5-63 16,0 5-43-16,1 4-42 0,0 5-191 0,0 3 61 0</inkml:trace>
  <inkml:trace contextRef="#ctx0" brushRef="#br0" timeOffset="3359.84">4774 8686 1249 0,'-2'-5'76'0,"1"1"-9"0,2-1-33 16,2 2-9-16,3 0 1 0,0 0 4 0,3-1 3 0,1 2-2 0,1-1-6 15,2 1-10-15,1 0-6 0,3 1-7 0,2 1 0 0,2-1-6 16,-2 1 1-16,4 1 1 0,0-1-1 0,0-1 6 0,2 0-4 0,0 0 1 16,2 0 0-16,-1-2 0 0,3 1 2 0,-1 0-2 0,0-2 0 0,4 0 0 15,0-2 3-15,2 0-2 0,-1-2 1 0,0-1 1 0,2 0 0 16,0-2-1-16,3 0 6 0,1-2-1 0,0-3-3 0,3-2 7 0,-1-1 6 16,0-2 9-16,2-1 10 0,-2-1 2 0,1-3 6 0,2 0-4 0,-1 0-1 15,0-2-2-15,-3 1-13 0,1-1-6 0,-3 1 7 0,0 0-3 16,-2 1 9-16,-3 0-2 0,0 0-19 0,-3 1-1 0,0 0-5 0,-4 3 2 15,0-1-4-15,-1 2 6 0,-3 2-5 0,0-1-2 0,-2 1 6 16,-5 1-5-16,-1-1-2 0,-3 0 1 0,0 1 1 0,-2 0-5 0,-3 1 7 16,-3 1-4-16,-2 0-1 0,-1 1-1 0,-3 0-8 0,-4 0 4 0,-2 2-5 15,-3-1 2-15,-3-1 2 0,-2 0-2 0,-2 2 5 0,-5-2 4 16,-1 1 0-16,-5 1-3 0,-1 1 0 0,-2 0 3 0,-2 0 0 0,-4 1 5 16,1 1 2-16,-4 0-1 0,0 2 1 0,-2-1 0 0,-2 1 1 0,-2-1-5 15,-2 0 2-15,1 0-1 0,1 1-1 16,-1 2 0-16,-1-1 7 0,-1 1 0 0,2 0 0 0,0 2 5 0,0 0-9 0,1 1 4 0,0 2 0 15,2 2 0-15,0 2 1 0,1 2-4 0,0 3 3 0,2 1 1 16,1 1-1-16,0 3-2 0,1 0-11 0,4 3 0 0,-2-1-2 0,2 2-1 16,-1 2 17-16,0 2-5 0,2 0 0 0,1 1 3 0,2 2-20 0,0 0 2 15,0 2-7-15,1 0-5 0,1 1-1 0,2 1-7 0,1 1-5 16,2-1-6-16,1 0-4 0,2-1-6 0,2-2-5 0,1 0-26 0,3-1-38 16,0 1-23-16,2 0-18 0,1 0 8 0,1 1 11 0,2-3 6 0,3 2-6 15,0-4-15-15,2 1 1 0,1-1-69 0,3-3-60 0</inkml:trace>
  <inkml:trace contextRef="#ctx0" brushRef="#br0" timeOffset="4156.35">5331 8770 1277 0,'-7'-21'549'0,"1"2"-526"16,0-2 8-16,6 10-16 0,5 2-6 0,5 1-4 0,2 0-1 0,4-1-4 15,3 1 4-15,4 0-3 0,2 1-2 0,4 4-2 0,2 1-13 0,3 0-17 16,2 3-6-16,0 0-14 0,2 2 3 0,1-1 5 0,1 2-3 16,1 0-2-16,1-1-5 0,-1 2-6 0,3 0 3 0,-2 1 4 0,-2 0 8 15,2 0 13-15,-2 0 11 0,1 1 10 0,1-1 2 0,-2-1 6 16,0 0 6-16,0-1 9 0,0 0 12 0,0-1 7 0,2-1 2 0,0 0 2 16,1 0 2-16,4 0-1 0,0-1 1 0,3 0-5 0,0 0-1 0,3 0-6 15,3-1-7-15,2 1 1 0,2 0-8 0,2 0 2 0,2 1-1 16,4-1-3-16,1 0 0 0,4 0-5 0,1 0-3 0,-2 0-1 0,2-1-3 15,-1 2 2-15,-2 0 1 0,-2 1 1 0,0 2-3 0,-3-1 4 0,-1 0 1 16,0 1 0-16,-2-1 1 0,1 1 0 0,-2 0 0 0,2-1 1 16,-1 0 3-16,-1 1 3 0,1 0-1 0,-2 2-3 0,1 2 0 0,-1-1-6 15,-1 1 2-15,-1 2 4 0,-2 0-9 0,2-1-1 0,-3 2-1 16,-1 0 1-16,-1 1 11 0,-2 3 0 0,-1 1 0 0,0-1-2 0,-1 3-12 16,-2 0-2-16,0 2-1 0,-4 0 0 0,-3 0 2 0,0 0 6 0,-4 0 1 15,-2 1 2-15,1-1-2 0,-6 3-2 0,1-1-1 0,-6-1 2 16,-1 1 2-16,-2-2 3 0,-1-1-1 0,-3 0 0 0,-1-1 1 0,-3 0-2 15,-5 2 4-15,0 0-1 0,-2 0 1 0,-3-1 2 0,-3 1-7 0,-3-2 2 16,-2 0-3-16,-3 0-6 0,-4-3 6 0,-3 1 1 0,-4 1 13 16,-3-2 5-16,-3 1 1 0,-2-1 3 0,-2-1-12 0,-4-1-1 0,-3 0-1 15,-4 0-4-15,-2 1-3 0,-3-2 4 0,-3-1 2 0,-4-1 1 16,-2 0 4-16,1 0-3 0,-2 2 0 0,-2-3 1 0,1 2 2 0,-1-1-3 16,-1-1 0-16,0 1-3 0,-3-1-5 0,-2 0 1 0,-2-1 2 0,-2 0-4 15,-2-1 2-15,-1-1 0 0,-1 0-6 0,-3 0 1 0,0 0 0 16,0-1 5-16,-4 2-4 0,0 0 4 0,-2 0 0 0,-2 0-2 0,0 0 4 15,0 0-2-15,0 1-2 0,0-2 4 0,0 2 2 0,0 0 3 0,-1-1-1 16,-1 1 1-16,1 1-2 0,-2-1 4 0,3 0 6 0,0 1-1 16,2-1 1-16,2 1 3 0,3 0-11 0,-1-1-2 0,1 0 0 0,2 1-2 15,-1 1 0-15,3-1 8 0,0-1-5 0,1 0 0 0,3-2-3 0,0 0-3 16,-1 0-7-16,1-1 1 0,0-1-2 0,1 0-5 0,2-1 7 16,1-2 11-16,2-1 0 0,1-2 4 0,3 0-3 0,2-1-8 0,0 0-5 15,0-1 0-15,-1-1-3 0,2 0 3 0,0 0-7 0,0-1-6 16,2 0-1-16,1 0-27 0,2 0-43 0,4-1-76 0,0 0-107 0,6 0-157 15,2 1-279-15</inkml:trace>
  <inkml:trace contextRef="#ctx0" brushRef="#br0" timeOffset="141189.23">5195 10180 2259 0,'-18'-4'56'0,"-3"0"-16"0,-4-1-9 0,3 2-1 16,1-1 7-16,-1-2-1 0,0 1-6 0,-1-3-11 0,0 0-11 15,-1-2-10-15,2-1-18 0,-3 1-29 0,0-3-30 0,-2 0-25 0,0-1-2 16,-2-1 7-16,-1 1 17 0,0-2 17 0,-1 1 9 0,-2 0 12 0,1 3 10 15,-5-1 9-15,-1 2 8 0,-2 0 9 0,-2 1 9 0,0 2 13 16,-1 1 3-16,-4 1 1 0,1 1 4 0,-1 2-6 0,-3 3 6 0,-1 1 3 16,-1 2 2-16,1 3 2 0,-1 1-1 0,0 1-3 0,-1 4 0 15,-1 1 12-15,0 1 1 0,2 3 11 0,2 1-2 0,1 4-7 0,2 0 0 16,1 3-12-16,3 2-2 0,3-1-10 0,2 3-4 0,3 1 1 0,2 2-9 16,-1 1 4-16,3 4-10 0,0 1 5 0,3 1-4 0,2 3 2 15,1 1-2-15,3 1-2 0,-1 0 7 0,4 0-8 0,0-3 2 0,3 0-5 16,2 2-9-16,2-1 3 0,2 0 2 0,1 2 2 0,4-3 6 0,3 0 3 15,2-1-3-15,3-1 2 0,2-1-1 0,3 2-4 0,1-1-1 16,3-1-1-16,1-1-5 0,4-2 7 0,3 1-2 0,1-2 2 0,3 2 5 16,2-2-1-16,3-2-7 0,2 0 3 0,5-2-4 0,2 0 7 15,3-1 5-15,4-1 5 0,2-1 3 0,3-3-1 0,4-1 6 0,5-1 0 16,2-1-3-16,4 1-1 0,3-3-2 0,4 0-6 0,2 0 4 0,2-3-2 16,3-3 1-16,2-3 3 0,1-4-3 0,0-5 11 0,2-5 1 15,1-5 0-15,1-4 8 0,1-2-4 0,-1-5-6 0,0-3 2 0,1-2-2 16,-1-3-1-16,-1 1-2 0,0-4-2 0,-1 0 6 0,-1-3 9 0,-2-3-4 15,-2-1 17-15,-3-4 4 0,-3 0 3 0,-1-2 11 0,-2-2-5 16,-2-1-9-16,0-3-4 0,-4-2-5 0,-2-2-12 0,-3-1-5 0,-3-1-5 16,-1-2-1-16,-4 0 2 0,-3 0 1 0,0 0-5 0,-4 0-2 15,-3 0-7-15,-4 0 0 0,-3 1-4 0,-5-1 1 0,-3 1-8 0,-4 2-8 16,-7-1-6-16,-3 2-16 0,-6-1 0 0,-6 1 4 0,-4 2-3 0,-7 2 10 16,-4 2-7-16,-7 1 10 0,-8 0 2 0,-4 3 5 0,-7 2 4 15,-7 4 2-15,-4 3 2 0,-7 6-4 0,-3 1 3 0,-4 5-3 0,-5 5-8 16,-6 5 4-16,-5 5-2 0,-4 7 4 0,-3 6 6 0,-2 6 4 0,-3 7 14 15,1 6 3-15,-2 9 7 0,3 6 11 0,0 7-9 0,4 5 4 16,3 5-1-16,3 2-5 0,6 2 0 0,3 1-13 0,6-1-3 0,4-1-10 16,7-5-36-16,4-7-43 0,4-7-75 0,7-8-84 0,5-11-102 15,6-9-113-15,8-9 23 0,6-12 109 0,5-11-97 0</inkml:trace>
  <inkml:trace contextRef="#ctx0" brushRef="#br0" timeOffset="142014.22">9912 9435 1703 0,'-1'8'675'0,"0"1"-640"0,0 2-22 0,1 0-7 16,1-1-2-16,-1 0-5 0,3-2 1 0,0 0 0 0,0 0-11 15,-1 1 14-15,2-1-4 0,-1 0-2 0,0 2 4 0,0-1-13 0,-2 2-7 16,0 1-3-16,-1 2 2 0,-2 1 2 0,-1 1 10 0,-2 3 14 0,-1 1 6 15,-3 1 8-15,-1 3 1 0,-2 1-1 0,-3 2 0 0,-2 3-4 16,0 1-3-16,-4 3 6 0,0 0-5 0,0 1 2 0,-2 2 4 0,-2 1-1 16,0 1 3-16,-4 3 3 0,0 0 9 0,-3 2-4 0,0 2 1 15,-1 1-2-15,0 1-8 0,0 1 1 0,-2 2 1 0,1 1-7 0,-1 0-1 16,1-1-3-16,-2 0-9 0,2-1 5 0,-2 0-4 0,2 1-1 0,2-2 2 16,0-1-7-16,2 0 4 0,-1-3-5 0,1 0-7 0,-1-3-13 15,3-3-19-15,-2-3-17 0,3-4-16 0,3-4-26 0,-1-5-24 0,2-3-35 16,-2-5-48-16,1-3-49 0,3-3-57 0,-1-5-26 0,1-4 32 0,0-3 41 15,-1-6 88-15,1-5 64 0,0-4-107 0</inkml:trace>
  <inkml:trace contextRef="#ctx0" brushRef="#br0" timeOffset="142249.22">8269 10410 182 0,'-7'-2'36'0,"-1"0"-11"0,-2 0-2 15,2 3-7-15,1 3-1 0,-1 1-4 0,1 3 0 0,-1 3 3 0,2 3 2 16,-1 5 2-16,1 2 3 0,-1 5 4 0,1 2 3 0,-1 5 5 0,-1 2 5 15,0 6 12-15,0 2 14 0,0 3 24 0,-3 3 27 0,1 2 24 16,-2 3 11-16,-1 3 0 0,1 3-10 0,-2 3-15 0,0 1-9 0,0 1-8 16,1-1-7-16,1 0-11 0,-1-1 2 0,2-2 1 0,2-3-2 15,2-1 0-15,3-4-11 0,3-5-4 0,3-3-12 0,4-6-11 0,4-3-9 16,3-7-11-16,5-4-7 0,2-5-5 0,5-5-3 0,3-4-10 0,4-3-8 16,3-6-6-16,4-4-15 0,3-6-18 0,1-5-17 0,4-4-27 15,3-6-23-15,0-3-20 0,5-9-21 0,0-4-50 0,4-6-70 0,2-4-77 16,-1-5-34-16,3-4 16 0,1-5-120 0</inkml:trace>
  <inkml:trace contextRef="#ctx0" brushRef="#br0" timeOffset="-111010.96">6433 8352 375 0,'-9'-11'78'0,"-1"0"-27"0,0-3-2 16,3 3-7-16,3 1-6 0,2 1-10 0,0 1-6 0,1-1-7 0,1 0-2 15,0 1-2-15,0 1-5 0,2 0-4 0,0 0-9 0,1 0-1 0,0 0-3 16,1 2-2-16,0 0-4 0,0 1-4 0,1 1-2 0,-2 0-3 16,1 1-5-16,0 0-1 0,-1 1-2 0,0 0-5 0,-2 1 3 0,0 0-2 15,-1 1 2-15,1 0 5 0,-1 1 3 0,-1 0 5 0,1-1 0 0,-1 1-1 16,0 0-6-16,1 0-17 0,-1 0-7 0</inkml:trace>
  <inkml:trace contextRef="#ctx0" brushRef="#br0" timeOffset="-110726.9">6705 8356 670 0,'4'-5'79'0,"1"0"-36"0,2-2-8 0,4 3 6 15,1 1 9-15,4-2 12 0,2 1 5 0,1-2-6 0,1-1-9 0,2 0-11 16,0 0-14-16,3-1-9 0,3 0-3 0,0 0-5 0,2-1 4 16,0 1 4-16,1-1-4 0,1 0-2 0,2-1-3 0,-1-2-5 0,1 2-1 15,-1-2 0-15,-2 0-1 0,1 1 3 0,-1-1-2 0,1 0 4 0,-1-1-3 16,0 0-2-16,-1-1-2 0,-1 1 0 0,-2 2-1 0,0-2 1 16,-1 1 3-16,-1 1-5 0,-1-2 0 0,-2 2 0 0,0-2-7 0,-3 1-1 15,-1 0-2-15,-1 0-7 0,-1 2-1 0,-1-3-8 0,-2 0-5 0,0 0-27 16,-1 0-28-16,-1 1-18 0,-3-1-23 0,0 0-15 0,-4 0-15 15,-1 0-24-15,-3 2-118 0</inkml:trace>
  <inkml:trace contextRef="#ctx0" brushRef="#br0" timeOffset="-110493.9">6893 7613 211 0,'-10'2'27'0,"2"1"-4"0,-2 1-1 0,6 2-8 0,1 0 2 15,2 2 3-15,1 0 0 0,4 1 3 0,-1-1 3 0,4 1 1 0,2 1 7 16,1 1 1-16,3 1 2 0,1 0 3 0,3 1 0 0,3 3-5 16,2 0-6-16,0 1-4 0,2 0-5 0,1 1-3 0,3 0 1 0,1 2-1 15,0 1 2-15,0 3 1 0,-2-1 0 0,-1 1-1 0,0 2 0 0,0 0 3 16,-1 2 3-16,1-1 7 0,-2 2 7 0,-1 0 6 0,0 3 7 16,-1-1-2-16,-2 2-8 0,0-1-10 0,0 1-7 0,-1 0-7 0,0 1-2 15,0 1-9-15,-1-1-10 0,3 3-9 0,1 0-18 0,-1 3-26 0,0 3-39 16,0 0-99-16,0 3-110 0,2 1-127 0</inkml:trace>
  <inkml:trace contextRef="#ctx0" brushRef="#br0" timeOffset="-187038.06">6097 7700 753 0,'-26'-12'119'0,"-1"1"-94"0,-8-1-2 15,3 5-1-15,4 1 18 0,-1 1 20 0,-2 0 5 0,1 0-2 0,-1 0-18 16,2 1-12-16,-1 1-13 0,0 0-2 0,-3 2-4 0,2-1-14 16,-3 2 14-16,1 0 1 0,0-1 0 0,-4 3 6 0,2-2-8 0,-3 1 5 15,2 0 0-15,-1-1 8 0,1 2 9 0,2 0-6 0,-3 1 3 0,0 0-9 16,1 3-2-16,-1 0-5 0,2 2 0 0,0 0 0 0,-1 0-5 16,-1 3 0-16,1 1-2 0,-1 1 4 0,-1 2-2 0,0 0 0 0,-1 3-5 15,0 1-8-15,2-2-1 0,0 3-1 0,1-1 0 0,2 0 3 16,-2 1 1-16,2 1 1 0,0 0 1 0,4 0-2 0,-1 1 0 0,2-3-2 15,1 1-2-15,2-1 2 0,1 0-3 0,0 0 1 0,3 2 4 0,-1 0-1 16,2 0 7-16,0 1-5 0,1-1 2 0,1 2 1 0,0 0 2 16,0 0-6-16,2 3 4 0,1 0-1 0,1 2-5 0,1 1 10 0,2 0-8 15,3 1 3-15,0-1-2 0,2 2-2 0,1 0 5 0,1 1-2 0,2 1-1 16,0 0 2-16,2-1-2 0,1-2-3 0,2 0-1 0,0-1 1 16,1-1 0-16,2 1-3 0,0-1 4 0,2 1 1 0,0-2-9 0,1 1 6 15,1-1 7-15,2 0-5 0,1 0 16 0,2 0-8 0,-1 0-5 16,2-1 0-16,1 1-2 0,1-2 2 0,0 2-2 0,2-1 3 0,1 3-8 15,-1-2 3-15,3 1 1 0,0-2-2 0,0-3 3 0,1 1-1 0,2-1 0 16,0 1 2-16,2-1-2 0,1 0 2 0,0-1 2 0,1 1-1 16,3-2 1-16,0 1-1 0,2-1-5 0,-2-1 4 0,2 1 4 0,-2-2 3 15,4 0 5-15,-1 0-4 0,1-1-5 0,1-2-4 0,-1 0 3 16,2 0 1-16,0-1 1 0,1-1 5 0,2 1-4 0,-2-1 0 0,2 0 0 16,0 0-1-16,1 1-2 0,0 0-2 0,0 0 2 0,0-2-6 0,1 2 6 15,1 0-3-15,2 0-7 0,-1-1 4 0,0-2-6 0,2 1 4 16,1-1 6-16,0 0-4 0,1 0 5 0,0-2-2 0,0 1-2 0,1-1 2 15,-1 0-2-15,0-1 0 0,1 1 0 0,1-3-2 0,0 2 2 0,-1-1-3 16,1-1 0-16,-1 0 6 0,-1-1-5 0,3 1 6 0,-1-1-1 16,2-1 2-16,-1 0 3 0,-1-1-2 0,2 0 3 0,-1 0-9 0,1-1 2 15,1-1 2-15,-2-1-4 0,1-1 8 0,0-1-4 0,1-1 2 16,0 0 2-16,1-2 2 0,0-1-2 0,0 0 1 0,3 0 1 0,-1-2-11 16,-1 0 2-16,1-1-3 0,0-1 1 0,0-1 7 0,2 0-2 0,-2 0 2 15,1 0-3-15,-1-1 0 0,1 0 3 0,0 0-2 0,1-1-4 16,-2 1 1-16,1-1 0 0,-1-1 2 0,0 0 0 0,1-1 1 0,1 1 2 15,0-3-4-15,1 0 4 0,-2-1 1 0,1 1-1 0,-1 0-1 0,-2 0 2 16,2 0-2-16,-2 0-3 0,1-1 1 0,1 1 0 0,-1-1 2 16,-1-1-1-16,-1 0-2 0,-1-1-3 0,0 1 0 0,0-1 3 0,-3-1-8 15,0 2 7-15,-1-2-1 0,-2 0 2 0,-1 1 11 0,1-3-3 0,-3-1 4 16,1 0-2-16,-1-1 5 0,-3 1 0 0,-1-1 0 0,-1-1 7 16,-1 1 2-16,-2-2-3 0,-1 0 5 0,-2-3 0 0,-2 1-3 0,-1-3 4 15,-1 1-6-15,-4 0 1 0,-1 0-3 0,-3-1 4 0,-1 0 5 0,-2-2 5 16,-3 1-6-16,-2 1 6 0,-2 0 3 0,-1-1-3 0,-3 2 12 15,-3-4-13-15,-2 1-4 0,-4-2-8 0,-1 1-2 0,-4-2-6 0,-2 0 3 16,-2 0-3-16,-3-2-5 0,-2 1-3 0,-1 0-1 0,-3-1-4 16,-2 1 1-16,-1-2-5 0,-4 1-4 0,1 1-1 0,-4-1-3 0,0 2 4 15,-3-1-4-15,0 2 7 0,-3-1-2 0,0 1 4 0,-4 2 4 16,0-2 3-16,0 2 0 0,-3 0-2 0,-1 0-5 0,-2 1-4 0,-3 2-3 16,-3 0-1-16,-2 1 1 0,-2 0 3 0,-2 1 2 0,-1 1-7 0,-2 2 9 15,-1 0-2-15,-1 2-2 0,-3 1 5 0,-1 0-5 0,-2 0 1 16,0 2-1-16,-3-1 5 0,-1 2-3 0,-1 1 4 0,0 0 2 0,2 0-1 15,-1 2 1-15,0 1-2 0,-2 0-4 0,-2 1 2 0,1 2 4 0,-1 0 1 16,-1 1 2-16,1 1 2 0,-1 0-4 0,2 2 2 0,-2 0-1 16,-1 3-5-16,2 1 13 0,0 0-7 0,-1 3 5 0,2 1-3 0,-1 2-11 15,1 2 1-15,-2 0-6 0,0 2 1 0,0 2 2 0,0 2-1 0,-1 0 1 16,0 1 5-16,2 2-4 0,1-1 2 0,2 2 5 0,1 0-4 16,1 1 4-16,4-2 6 0,0 1-2 0,1 2 5 0,3 0-3 0,2 1-7 15,1 1 4-15,3 1 0 0,0 2 3 0,-1 0-3 0,3 2-12 16,1 2 3-16,-1 1 3 0,2 3 3 0,2 1 7 0,-1 2-1 0,3 3-10 15,2 0 2-15,1 3-4 0,3 0-4 0,1 2-2 0,4 2-5 0,3-1 2 16,0 1 2-16,3 0 2 0,2 0-1 0,2 2 0 0,4 1-13 16,3-2-6-16,3 1-37 0,2 0-33 0,5 1-30 0,2 0-52 0,5 1-40 15,3 1-43-15,3 2-33 0,3-1-4 0,4 0 2 0,4 0 20 16</inkml:trace>
  <inkml:trace contextRef="#ctx0" brushRef="#br0" timeOffset="-186471.06">11659 8159 1881 0,'2'-10'127'0,"0"-2"-62"0,4-2-55 0,3 3-8 0,4-1-8 0,5 1 4 16,3-2 2-16,3 0 3 0,4 0 2 0,1 1-7 0,3 1-2 15,0 0 0-15,1 1-5 0,-1 1 8 0,3 0-1 0,-2 2-1 0,1 0-1 16,0 1-3-16,0 1 3 0,2-1-1 0,0 1 5 0,0 1 0 16,-1 0-1-16,0 1 0 0,-2 0-2 0,0 0-1 0,2 0 2 0,-3 1-2 15,1-1-4-15,0 0 2 0,-1 1 0 0,-1-2-2 0,1 3 4 0,-2-2-6 16,1 1 2-16,-3 0 2 0,1-1-2 0,-1 2-2 0,0 0-1 16,-1-1 0-16,2 2-1 0,-4-1 2 0,0 1-1 0,-2 0-8 0,-3 0-5 15,0 0-11-15,-2 0-14 0,-1 0-33 0,-1 0-50 0,0 1-40 0,-2-1-32 16,-3 2-7-16,-1-1 5 0,-2 0 14 0,-2 1 21 0,-2 1 37 15,-3-1-90-15</inkml:trace>
  <inkml:trace contextRef="#ctx0" brushRef="#br0" timeOffset="-186154.26">12093 8679 2015 0,'-1'-7'130'0,"0"2"-56"0,1-1-69 0,2 2-23 0,3 0-7 0,1 0 5 16,3-2 7-16,4 1 4 0,3-1 6 0,3-1 0 0,2 1 8 16,1-1-5-16,1 1 3 0,-2 1-3 0,2-1-2 0,0 1 5 0,2-1-9 15,1 1 5-15,0 1-2 0,1-2-1 0,-1 1 2 0,2-1 5 0,-1 0-4 16,1-1-1-16,-1 0-1 0,-1 0-1 0,1 1 2 0,-1-1 2 15,1 1 2-15,-3 0 1 0,1 0 0 0,-2-1-2 0,-1 0 1 0,2-1-1 16,-1 2-4-16,1-1 6 0,-2 1-2 0,-2 1-1 0,0-2-1 16,-2 2-5-16,-1 0-10 0,-1 0-5 0,0 1-13 0,-3-1-22 0,0 1-36 15,-1-2-49-15,-1 1-52 0,-1-1-51 0,-2 0-27 0,-1 1-11 0,-1-2 23 16,-1-2 62-16,-2-2-80 0</inkml:trace>
  <inkml:trace contextRef="#ctx0" brushRef="#br0" timeOffset="-185871.27">13255 7769 2033 0,'1'-12'47'0,"3"2"-11"16,0-3-37-16,3 5-24 0,2 3-9 0,3 0 2 0,3 0-1 0,3 1 7 0,2 0 8 16,1 2 4-16,0 1 7 0,0 0 2 0,0 3-2 0,0 0-1 15,0 2-2-15,-1 2-3 0,-3 0 1 0,-2 1-2 0,-1 2-2 0,-1 2 1 16,-2 0-9-16,-3 2 2 0,-3 1-6 0,-1 2 1 0,-3 2-2 16,-3 3-10-16,-4 1-31 0,-2 3-24 0,-6-1-27 0,-3 1-10 0,-4 0 14 15,-2-1-23-15,-6-1-12 0,-1 1-28 0,-4 2-23 0,-3 2-158 0</inkml:trace>
  <inkml:trace contextRef="#ctx0" brushRef="#br0" timeOffset="-185388.2">15246 5290 1542 0,'-8'-21'0'16,"0"1"1"-16,0-3-40 0,4 10-25 0,3 5-6 0,1 3-2 0,1 1-3 16,1 2 5-16,0 1 10 0,1 1 17 0,-1 1 21 0,0 1 13 15,0 1 6-15,-1-1 5 0,0 2 0 0,0-1 6 0,0 1 1 0,0 0 4 16,0 0 3-16,0 0 8 0,0 2 9 0,1 0 7 0,1 0 12 0,-1 1-1 16,1 0 1-16,0 1 1 0,0 0-1 0,1 2 2 0,0 1 0 15,0 1-5-15,1 1 1 0,0 3-3 0,1 0-1 0,0 4-4 0,1 2 1 16,1-1-9-16,0 1-7 0,1 2-5 0,0-2-9 0,0 2-2 15,2 1-5-15,1 0 1 0,-1 2-2 0,-1-3 2 0,0 1 1 0,-1-2-8 16,0-1 3-16,0-2 3 0,-1-3-5 0,-1-1 14 0,0-1 1 0,-1-2 6 16,-1-1 5-16,-1-3 2 0,-1-1-4 0,1 0-8 0,-1-2-6 15,0 2-6-15,-1-1-4 0,1 1-8 0,-1-1-2 0,0 0-12 0,-1 2-5 16,-1 0-18-16,0 0-28 0,-3-1-21 0,0 0-32 0,-1-1-20 16,-1 0-21-16,-1 0-13 0,-3 0-13 0,-3-1-6 0,-2-1 2 0,-3-1 7 15,-4-1-68-15</inkml:trace>
  <inkml:trace contextRef="#ctx0" brushRef="#br0" timeOffset="-184938.2">14422 5359 2250 0,'-11'-24'36'0,"2"1"5"0,-2-4-34 0,5 10-13 16,5 3-10-16,2 0-8 0,4 0 0 0,2-1 0 0,3-1 8 15,3 0 7-15,0-1 7 0,3 1 5 0,2-2-6 0,-1-2 3 0,3 2-2 16,1 0 4-16,1-1 10 0,3 0-3 0,2-1 7 0,0-3-8 0,2 1-2 16,2-1 1-16,2 0-1 0,2 1-1 0,0 0 2 0,3 0-2 15,1 1-1-15,3-1-1 0,1 0 3 0,2 0 3 0,-1 0 3 0,3 1-1 16,-1 1-2-16,2 1-3 0,0 2-5 0,2 1 2 0,3 2-3 0,-1 2 0 16,1 1-3-16,0 3 5 0,0 2-1 0,2 0-1 0,0 2 8 15,0 1-10-15,0 3 2 0,-2 0-3 0,-2 3-3 0,0 2 3 0,-2 1-3 16,-2 1-3-16,-1 4 0 0,-4 2-3 0,-1 3 3 0,0 3 0 15,-3 2 0-15,-2 3 5 0,0 3-5 0,-3 5-3 0,-1 1-5 0,-3 3 0 16,-1 3-1-16,-3 2 3 0,-2 5-4 0,-4 0-10 0,-5 1 6 0,-3 0-4 16,-4 2 5-16,-4-1 5 0,-5 0-1 0,-4 1 4 0,-4-2 0 15,-4 1 5-15,-6-4 1 0,-3-3 5 0,-2-3 5 0,-2-5 9 0,0-3 6 16,-2-3 1-16,-3-2-1 0,-4-2-11 0,-2-1-1 0,-4-2 1 0,-5-2 1 16,-3 0 12-16,-5-1 4 0,-2-2 11 0,-3-5 20 0,1-2 7 15,1-3 19-15,0-4-4 0,2-2-3 0,2-3-5 0,2-2-20 0,2-1-11 16,3-1-16-16,0-3-8 0,-2-1-7 0,-1-2-3 0,-1-1 2 0,0-1 2 15,1-4-1-15,0-2-11 0,0-3-21 0,-2-5-24 0,1-4-21 16,-1-4-13-16,2-3-22 0,0-1-36 0,2-3-43 0,2 0-55 0,5 2-61 16,5 1-31-16,7 1-26 0,4-1-244 0</inkml:trace>
  <inkml:trace contextRef="#ctx0" brushRef="#br0" timeOffset="-184321.07">15793 8795 2010 0,'-9'-11'112'0,"-2"0"-41"0,1-2-39 0,0-1-20 0,3 2-3 0,2-1 0 16,1 1-3-16,1 2 9 0,1-1 0 0,0 1 7 0,1 1 14 0,0 1 7 16,2 0 1-16,1 0 0 0,0 1-10 0,1-1-10 0,2 0-4 15,1 0-4-15,3-1-5 0,0 0-1 0,4 0-2 0,1 0-3 0,1-1-2 16,2-1-5-16,0 1 1 0,2 1-7 0,1 0 3 0,-1 2 0 0,4 2-3 15,0 2 2-15,1 2-4 0,0 1 1 0,-1 3 1 0,0 1 1 16,-2 2-2-16,-1 3 4 0,1 2 1 0,-2 2-3 0,-2 1 3 0,-1 0 0 16,-3 2 3-16,-2 0 2 0,-2 2 4 0,-3 0 3 0,-1 0 1 15,-1 2 6-15,-2-1 4 0,-1 2 6 0,-2 0-3 0,-2-1 4 0,1 1 0 16,-1 1-5-16,0-3-7 0,2 0 1 0,-1-1 1 0,0-2 1 0,1 1 6 16,2 0-7-16,1-1-11 0,0-2-3 0,3 1-7 0,1-2 1 15,2 1 1-15,2-3-8 0,1 1 2 0,2 0 0 0,0-2-10 0,2-1 3 16,0 0-16-16,2-2-13 0,-2-3-16 0,2 0-19 0,-1-1-12 15,0-2-20-15,-2-1-31 0,0-3-32 0,2-1-42 0,0-2-36 0,-2-3-11 16,1-4 3-16,-2-5 7 0,0-4 15 0,0-9-46 0</inkml:trace>
  <inkml:trace contextRef="#ctx0" brushRef="#br0" timeOffset="-183971.06">14975 8412 2836 0,'-3'-3'80'0,"3"-1"-68"0,0 0-47 0,10-2-9 0,8 0 8 15,12-3 16-15,8-2 3 0,10-2 4 0,7-1 5 0,6 0 5 0,2-2-2 16,2-1 5-16,4 2 9 0,1 4-2 0,3-1-2 0,2 2-3 0,2 2-19 16,0 1-4-16,2 3 0 0,-3 4-2 0,2 2 2 0,1 5-3 15,-2 3-8-15,0 4-2 0,0 4 3 0,-1 5-2 0,0 5 1 0,-1 3-3 16,-1 3-1-16,-1 5 0 0,-2 1 4 0,-2 4 12 0,-4-1 7 0,0 1 10 15,-6-3 3-15,-4-1 4 0,-5-3 2 0,-6-1 3 0,-4-2 3 16,-4-2 0-16,-6 0-3 0,-5 0 4 0,-5-1 5 0,-5-1 6 0,-6 3 16 16,-5-1-1-16,-6 2-6 0,-6 0-3 0,-7 3-8 0,-6 1 5 15,-9 0-6-15,-7 2-2 0,-10-1-1 0,-6 0-3 0,-10 1-1 0,-8 1-2 16,-7 0-6-16,-10 1-1 0,-2-4-3 0,-6 0-9 0,-4-5 2 0,-3-3 0 16,-2-2 10-16,-3-3 10 0,2-6 8 0,-2-4 13 0,1-5 10 15,1-4 8-15,3-5-1 0,4-3-5 0,4-5-10 0,4-5-13 0,3-4-11 16,6-5-15-16,2-6-22 0,5-5-35 0,5-7-35 0,4-6-53 0,3-6-59 15,5-7-101-15,4-10-205 0,2-13-148 0,4-14-147 0</inkml:trace>
  <inkml:trace contextRef="#ctx0" brushRef="#br0" timeOffset="-89748.9">19736 8408 3020 0,'13'18'4'0,"7"9"-6"0,6 9 0 0,7 10-1 0,-5-9-6 0,3 0 1 0,1 0-8 16,4-2-4-16,0-3-11 0,2-1-4 0,-1-2 3 0,0-2 5 0,1-4 12 16,-1-1 10-16,0-2-3 0,-1-3 8 0,1-4 3 0,1-2 4 0,0-3 11 15,-1-3 2-15,0-5 2 0,-2-3 0 0,1-4 0 0,-2-4 12 16,1-4 8-16,-2-5 6 0,0-4 3 0,-2-4-18 0,-2-5-7 0,-2-2-5 15,-2-4-5-15,-5 0 5 0,-2-3-1 0,-3-1-4 0,-3 1 0 16,-6 0-2-16,-3 2 1 0,-5 1 1 0,-4 1-5 0,-5-2 1 0,-5 4 12 16,-2 3-6-16,-3 1 4 0,-4 6 1 0,-2 3 3 0,-2 5 7 0,-3 6 8 15,-1 5 2-15,0 5-4 0,-3 3-13 0,3 3-9 0,-1 4-17 16,0 6-9-16,-1 3-6 0,-1 4-6 0,0 5-14 0,-2 3-8 0,1 3-13 16,0 3-11-16,2 5-6 0,1 1-33 0,-1 0-46 0,3 1-73 15,1-3-109-15,2 0-169 0,1-4-155 0,2-4-315 0</inkml:trace>
  <inkml:trace contextRef="#ctx0" brushRef="#br0" timeOffset="-89581.89">20344 7093 4095 0,'-6'18'0'16,"8"8"-8"-16,8 15-42 0,11 14 8 0,6 8 20 0,0 7-1 0,0 6-18 15,-2 5-25-15,0 2-12 0,-3 3-23 0,1-1-45 0,0 0-53 0,0 1-119 16,4 0-137-16,-1 2-130 0,3-3-97 0,-1 0-255 0</inkml:trace>
  <inkml:trace contextRef="#ctx0" brushRef="#br0" timeOffset="-89164.49">21455 8068 3281 0,'1'-4'219'16,"5"-6"-247"-16,6-6-34 0,6-8 5 0,4-7 14 0,5-3 14 0,1-4 1 15,1-1-6-15,-4-2 9 0,-2-1 13 0,-4 1 7 0,-4 1-8 0,-1 0 5 16,-1 3-8-16,-3 0 2 0,-3 1 10 0,-3 1-3 0,-3 1 7 16,-3 3 16-16,-2 3 3 0,-3 5 13 0,-3 2 7 0,0 3-2 0,-2 5 4 15,1 1-6-15,0 3-6 0,-1 2-6 0,-1 5-1 0,-1 2-13 16,1 5-22-16,-1 3-19 0,-1 3-17 0,2 4-9 0,0 6 10 0,-1 8 6 15,1 5 3-15,1 8 15 0,1 8 3 0,2 5 7 0,1 7 0 0,1 5 2 16,1 2-3-16,3 8 3 0,1 3 0 0,2 2 0 0,1 4 5 16,1-1-4-16,2-2 1 0,0 0 2 0,2-3 3 0,0-3-1 0,0-2 5 15,3-3 1-15,0-3 0 0,1-6-9 0,2-6 14 0,1-4 0 16,0-5 6-16,3-4 1 0,1-1-12 0,1-4 6 0,0-2 12 0,1-6 16 16,0-3 9-16,-1-6-6 0,1-3-18 0,1-5-7 0,0-6-5 0,1-4-2 15,1-4-3-15,-1-3 0 0,0-6 0 0,0-4-1 0,-3-5 1 16,0-2 7-16,-3-5 5 0,0-2 2 0,-4-1 5 0,0-4 1 0,-2-2-8 15,-3-3 2-15,-2 0-11 0,-3-1-1 0,-3-1-2 0,-1 1-6 0,0 1 4 16,-2 2 4-16,-1 3-4 0,0 4 0 0,-1 3 3 0,0 4-6 16,0 2-1-16,-1 4 0 0,-1 3-10 0,-2 1-9 0,-1 0-18 0,0 2-22 15,-1 0-29-15,-1 0-52 0,-2 1-49 0,1-1-69 0,-1 0-91 0,-1 1-100 16,0-2-44-16,1-1 18 0,1-2-64 0</inkml:trace>
  <inkml:trace contextRef="#ctx0" brushRef="#br0" timeOffset="-89030.49">22008 8369 2904 0,'13'4'381'16,"7"1"-332"-16,9 0-46 0,7-2-10 0,3-2-6 0,3-1-5 0,0 0-7 15,0-1-7-15,-2 0-9 0,-1-1-25 0,-2 0-47 0,-1-2-70 0,0-2-88 16,-1-2-91-16,-2-4-81 0,-4-2-23 0,-2-1 45 0,-4-4 79 16,-2 1-64-16</inkml:trace>
  <inkml:trace contextRef="#ctx0" brushRef="#br0" timeOffset="-88882.24">22561 8375 2879 0,'9'7'-3'0,"5"1"-72"0,6 0-17 0,4-1 2 0,1-3-12 0,-2-1-15 16,2-2-30-16,-1-1-24 0,1-2-57 0,1-3-126 0,-2-3-103 0,3-2-91 15,0-5 111-15</inkml:trace>
  <inkml:trace contextRef="#ctx0" brushRef="#br0" timeOffset="-88031.25">23438 7997 2883 0,'-1'1'185'0,"3"0"-216"15,1 2-39-15,3 1 9 0,3 2 38 0,2 2 19 0,2 1 4 0,0 2 5 16,2 3-3-16,-2 2-5 0,1 1-8 0,1 2-15 0,0 2-11 16,-1 1-14-16,2-1-13 0,-2 1-3 0,-1-2 5 0,-2 2 14 0,1-3 8 15,-1 0 13-15,1-3 13 0,-1-1 7 0,0 0 7 0,-1-2 7 0,-1-3 7 16,0-2 2-16,0-1 10 0,-1-3 6 0,0-1 4 0,0-1 7 16,-2-3-3-16,1 0-5 0,1-2 1 0,-1-3-7 0,0-2-6 0,0-2-1 15,1-3-12-15,0-3-7 0,-3-2 5 0,1-1-4 0,-1-4 0 0,-3-1 3 16,-1-1-7-16,-3-1 2 0,-2 1 3 0,-3 0 10 0,-1 0 8 15,-3 2 9-15,-2 0 5 0,-2 2-5 0,-1 2-2 0,-2 0-6 0,0 2-4 16,1 3-3-16,1 2-1 0,-1 3-6 0,1 2-3 0,0 3-5 0,1 1-11 16,-1 2-8-16,1 1-9 0,0 2-17 0,1 0-8 0,1 1-11 15,-1-1-27-15,0 1-12 0,1-1-36 0,-1 2-34 0,1 1-30 0,1-1-47 16,-1 1-62-16,3 1-35 0,-2-2-11 0,1 1 23 0,-1-1 7 16,-1 2 75-16</inkml:trace>
  <inkml:trace contextRef="#ctx0" brushRef="#br0" timeOffset="-87465.25">23445 7878 2906 0,'-7'14'34'15,"4"2"-86"-15,2 8-17 0,5 3 25 0,3 2 32 0,1 4 9 16,3 0 1-16,2 2-1 0,2-1-4 0,1 0-1 0,1 1-7 0,2-3-19 15,3-2-5-15,1-3-9 0,3-4 2 0,1-1 7 0,2-5 0 16,0-2 5-16,1-2 1 0,-1-3 10 0,1-3 11 0,-2-2 9 0,-1-3 14 16,-1-3 10-16,-4-3 13 0,-2-2 14 0,-1-2 10 0,-4-2 3 0,-1-3-10 15,-2-1-11-15,-2-3-9 0,-2-2-8 0,-2-2 0 0,-5-1-3 0,-1-2-10 16,-1-1-7-16,-4-2-6 0,-6-2-7 0,-3 1 8 0,-5-1 11 16,-5 2 2-16,-3-1 14 0,-3 2 5 0,-4 0 5 0,1 2 11 0,0 3 0 15,2 3-1-15,-1 4-7 0,3 5-7 0,0 4-8 0,2 3-11 16,0 5-15-16,1 2-11 0,-1 1-18 0,0 4-28 0,2 3-23 0,-2 5-24 15,4 2-25-15,1 5-19 0,1 2-34 0,3 2-51 0,0 4-80 0,2-1-84 16,2 0-64-16,1 2-219 0</inkml:trace>
  <inkml:trace contextRef="#ctx0" brushRef="#br0" timeOffset="-87015.25">24058 7655 2520 0,'4'4'207'0,"3"0"-173"0,4 2-30 0,4 2-8 0,2 2 14 15,-1 2 0-15,0 4 0 0,-2 1 5 0,0 4-5 0,-3 3 1 0,2 2-1 16,0 4-8-16,-1 1-2 0,0 3-2 0,-1 1-4 0,-1 0-1 16,0 2-1-16,0-4-4 0,0 0 6 0,-1-3-1 0,0 0 0 0,-1-3 2 15,1-2-3-15,-1-2-2 0,0-3-1 0,-1-2-17 0,1-3 0 16,-1-2-4-16,0-4 0 0,0-1 11 0,-1-1 0 0,1-2 4 0,0-3 7 16,0-1 1-16,0-2 1 0,0-1 3 0,0-3-1 0,-1-2 8 0,1-2-6 15,1-1 12-15,0-3 0 0,1-2-3 0,0-3 9 0,0 1-12 16,0-1-1-16,0 0 4 0,0 2-3 0,1 3-2 0,1 1 1 0,-1 3 6 15,-1 2 1-15,0 2 6 0,0 3 4 0,0 2-2 0,1 3 6 0,-1 3-6 16,1 2-4-16,-1 4-4 0,1 1-7 0,0 3-1 0,-1 2-3 16,0 2-2-16,0 0-3 0,0 0-6 0,-1-1-4 0,1-2-5 0,2-1-1 15,-1-2-3-15,2-2-6 0,-1-2 2 0,1-4-4 0,1-2 3 0,1-3 9 16,-1-2 0-16,0-4 4 0,-1-1 10 0,0-4 1 0,1-4 8 16,-1-1-4-16,1-3 8 0,-1-1 6 0,0-3 0 0,0-1 13 0,0-1-1 15,0 0-4-15,-1 0 9 0,0 0 1 0,0 1 3 0,-1 0 2 16,-2-1 1-16,0 1-6 0,-2-2-5 0,2 2-7 0,1 3-6 0,-1 3-1 15,1 4 3-15,-1 5 1 0,-2 4 5 0,1 3 3 0,-2 3 0 0,1 3-6 16,0 1-8-16,-1 4-9 0,0 2-14 0,-1 2-3 0,-1 0-7 16,0 2 3-16,0 1-1 0,0 1-7 0,-1-1-7 0,1 1-11 0,0 0-2 15,1-2 4-15,0 1 1 0,0-1-4 0,1-1-23 0,0-3-31 0,0-1-44 16,1-2-48-16,0-2-42 0,1-2-29 0,2-2 0 0,0-3 29 16,1-2 47-16,1-3 55 0,4-4 29 0,1-4 10 0,2-4-16 0,-1-4-65 15</inkml:trace>
  <inkml:trace contextRef="#ctx0" brushRef="#br0" timeOffset="-86865.25">25629 7437 1939 0,'-2'-9'451'16,"2"-1"-314"-16,0-4-66 0,1 0-23 0,1 1 0 0,1 4 10 0,-1 2-2 15,0 3 7-15,0 4 1 0,-1 1 4 0,1 2-15 0,0 1-23 0,-2 2-22 16,1 3-32-16,-1 4-4 0,0 3 1 0,1 3-6 0,-1 6 8 16,0 4-1-16,0 6 1 0,0 4 3 0,0 5-10 0,0 2-3 0,0 1-9 15,0 0-22-15,0-2-19 0,0-2-38 0,0-4-48 0,0 0-52 16,0-3-74-16,0-1-77 0,-1-1-77 0,0-3-225 0</inkml:trace>
  <inkml:trace contextRef="#ctx0" brushRef="#br0" timeOffset="-86515.25">25492 7702 2576 0,'-3'4'171'0,"2"-1"-201"0,3 1-35 0,2-2 5 0,3 0 28 15,1 0 19-15,3-1 1 0,1-1-9 0,4-1-7 0,2-2-11 0,2-1-13 16,3-2-13-16,0-2-6 0,0-1-2 0,0-1 3 0,0 0 6 15,-3 1 2-15,1 0-6 0,-1 1 3 0,-1 3 8 0,-1 1 21 0,0 1 22 16,-4 1 11-16,0 1 8 0,-1 1-6 0,0 2-3 0,-1 0 4 16,-1 0 4-16,1 1 2 0,-1 1 8 0,0 2-5 0,0 2-5 0,0 0-8 15,0 3-5-15,0 0 2 0,0 1-2 0,-1 0 1 0,2 0 0 0,1-1-5 16,2 0-1-16,0 0-6 0,1 0-5 0,-2-1-4 0,3-2-7 16,0-1 2-16,1 0-2 0,-1-1 9 0,1-1 9 0,1-2 8 0,0 0 6 15,-1 0 6-15,1-1 5 0,-2 1 4 0,2-2 8 0,0 0 5 0,-1 0 3 16,0-1 14-16,0 1 9 0,-1-1 12 0,-1 0 8 0,1 1 6 15,-2-2 10-15,-1 1 9 0,-3-1 11 0,0 0 1 0,-1 0 0 0,-3 0-1 16,-1 0-10-16,-1-1-5 0,-4 0-9 0,-1-1-19 0,-2-1-15 0,-3-1-21 16,-1-2-15-16,-3 0-11 0,-2 0-9 0,-1-1 3 0,-2 0-4 15,-1 0-4-15,-1 1-2 0,1 0-5 0,-1 1-15 0,0 1-1 0,0 0-6 16,1 1-12-16,-2 0-2 0,2 0-24 0,-1 1-27 0,3 1-37 16,-1 1-61-16,1 0-95 0,2 1-105 0,0 0-54 0,2 1-161 0</inkml:trace>
  <inkml:trace contextRef="#ctx0" brushRef="#br0" timeOffset="-85482.25">27121 7485 2768 0,'-12'-5'88'0,"2"0"-192"0,-4-3 6 16,2-2 29-16,1 3 47 0,0 0 28 0,1 2 2 0,-2 1 3 15,1 1 4-15,-2 4-10 0,1 2-12 0,1 2-1 0,-1 2-11 0,0 2-3 16,-1 1-3-16,1 4-16 0,1 4-13 0,-1 4-4 0,1 3 2 0,1 6 8 16,0 2 6-16,1 4 17 0,2 2 3 0,2 1 8 0,1 1 5 15,3-3 0-15,3-2 1 0,2-4-7 0,2-3-11 0,4-3-8 0,2-2-6 16,4-4-4-16,2-3 8 0,2-3-8 0,2-4 8 0,1-4 8 15,0-4 6-15,3-3 15 0,-3-4 3 0,3-5 1 0,-2-4-6 0,2-7-19 16,1-4-29-16,-2-5-39 0,2-4-46 0,-3-3-55 0,1-4-26 0,0-2 10 16,-1-4 33-16,-1 0 51 0,-4-1 42 0,-1 0 32 0,-3 0 29 15,-1-2 22-15,-3-2 27 0,-2-2 26 0,-3 0 27 0,0 0 36 0,-2-1 34 16,-2 1 25-16,-1 0 15 0,-1 2-5 0,1 2-29 0,0 6-28 0,1 5-19 16,0 6-1-16,0 8 6 0,-1 6 5 0,0 6 7 0,0 4-1 15,-1 6 10-15,0 4-7 0,-1 2-21 0,-1 3-36 0,0 4-46 0,-1 3-30 16,-1 5-29-16,1 5 3 0,0 10 3 0,-2 7 4 0,-1 8 13 0,0 6 3 15,0 6 6-15,-1 4 6 0,0 2 6 0,1 1 2 0,0 0 1 16,1-2-1-16,3-2-5 0,0-4-11 0,2-2-6 0,1-5-8 0,3-3-11 16,-1-2-8-16,4-7-19 0,0-5-10 0,2-4 1 0,0-4 15 15,0-5 23-15,2-3 20 0,0-4 15 0,1-6 12 0,0-2 2 0,0-5-1 16,0-3-2-16,1-4-2 0,2-2-5 0,-2-6-5 0,3-3-3 0,0-3-9 16,1-1-3-16,-1-1 0 0,1-1 0 0,1 3-4 0,-1 0 3 15,-1 1-1-15,1 4-1 0,-1 0 7 0,-2 2 2 0,-1 2-1 0,0 2-5 16,0 2 1-16,0 2-4 0,-1 2 4 0,1 1 2 0,-1 2 0 0,1 1-4 15,1 1 2-15,-1 1-1 0,3 0 4 0,1-1 1 0,0 0-3 16,2-1 2-16,2-2 0 0,0-1-2 0,0-1 6 0,0-1 4 0,-1-2 1 16,-1 0 6-16,1-1 0 0,-1 1 7 0,-2-3 1 0,1 0 1 15,-2 0 3-15,-2-1-2 0,-2 0 3 0,0-1 0 0,-2 2-4 0,-1-2 0 16,0 1-8-16,-3 0 13 0,-1-1-4 0,-3 0-7 0,-2-1-1 0,-2 0-18 16,-2-1 0-16,-2 1 1 0,-1 0-2 0,-2 2-3 0,-1 1-3 15,-2 2-3-15,2 1-1 0,-2 2-3 0,0 1-8 0,-2 2-3 0,0 2 4 16,1 1 1-16,-2 2 19 0,1 0 13 0,0 3 6 0,0 1 4 0,3 1-10 15,1 2-12-15,0 0-10 0,2 0-11 0,1 1-12 0,1 0-2 16,2 0 3-16,0 0 8 0,3 1 14 0,1 1 8 0,1-1 2 0,2 0 1 16,1-2-6-16,3-1-7 0,1-1-10 0,1-1-6 0,3-2-3 15,1 0 0-15,0-2 4 0,3-1-1 0,1-2-2 0,2 0-1 0,2-2 4 16,2-1 4-16,0-1 12 0,1 0 7 0,0-2 2 0,0 1 5 0,1 0 3 16,0-1 3-16,0 1-1 0,1 0 0 0,-2-1-1 0,2 2 1 15,-2-1 2-15,1 1-1 0,-1-1 4 0,-3 1-1 0,1-1-3 0,-1-1 4 16,1 0 1-16,0-1-2 0,0 0 3 0,0-1-1 0,-1-1 1 0,-2-1 3 15,1 0 2-15,0 0 4 0,-2-1-3 0,2-1 2 0,0 0 1 16,0 0-5-16,0-2 12 0,0 0 2 0,-1-2 6 0,-3 1 3 0,1-3-9 16,-2 1 1-16,-2 0-1 0,1 1-4 0,-2-1 4 0,-2 2-4 15,-2 1 2-15,-2 2 9 0,-1 1-6 0,-4 1 4 0,-2 0-2 0,-2 1-4 16,-3 2 9-16,-1 0-12 0,-3 0-3 0,0 1-9 0,-2 1-13 0,0 1-4 16,-3 0-15-16,-2 1-9 0,-2-1-13 0,0 1-11 0,-2 0-9 15,-3 1-18-15,0-1-11 0,-3 1-5 0,0 0 3 0,-1 1 21 0,-1-1 20 16,-1 2 24-16,2 0 10 0,-1 0 1 0,3 0 1 0,2 0-3 0,3 2 1 15,4-1 2-15,2 1-8 0,1 1-23 0,3-1-14 0,2 2-13 16,2 0 1-16,4 2 12 0,0 2 10 0,3 1 18 0,2 3 12 0,2 1 15 16,2 1 12-16,4-2 5 0,3 1 4 0,1-1-3 0,4-1-5 0,2-2-6 15,3 0-11-15,3-2-6 0,3-2-4 0,0-1-2 0,3-2 2 16,0 1-1-16,1 0 2 0,0-1 2 0,0-1 5 0,-1 0 6 0,0-2 5 16,-2 0 3-16,1 0 4 0,-2-1-1 0,0 0 0 0,-1-1 0 15,0-1-2-15,1 0-1 0,-2-2 0 0,-1-1-3 0,0 1-3 0,-1-1-6 16,-1 1-6-16,1 0-18 0,-2-2-108 0</inkml:trace>
  <inkml:trace contextRef="#ctx0" brushRef="#br0" timeOffset="-85165.25">29327 6409 2791 0,'2'11'-7'0,"1"3"-179"0,2 5 9 0,2 4 36 0,1 3 66 15,0 1 38-15,-1 3 8 0,0 1 6 0,0 3 10 0,0 1 6 16,-1 2 8-16,-1 1 1 0,-1-1 2 0,0 1 3 0,-1 1-2 0,1-1-3 16,-2 2 6-16,1-2 0 0,0-2 13 0,0 1 8 0,0-4 1 15,3 3 10-15,1-3-4 0,1 1-1 0,1-3 1 0,0 0-6 0,2-1 0 16,0 0-7-16,3 0-5 0,1 0-5 0,2-1 1 0,1-1-5 0,4-1-3 15,2 0-1-15,0-3-24 0,4 2-35 0,1-1 3 0,2 0 10 16,0-1 2-16,2-3 39 0,3-2-13 0,2-2-13 0,-1-3 10 0,2-2-12 16,1-2-4-16,-1-3-12 0,0-3-31 0,0-5-66 0,-4-3-55 15,-1-5-80-15,-3-6-44 0,-3-2 8 0,-3-6 2 0,-3-4-98 0</inkml:trace>
  <inkml:trace contextRef="#ctx0" brushRef="#br0" timeOffset="-84815.25">30508 6521 2993 0,'7'18'-41'16,"0"3"-39"-16,2 7 7 0,4 2 16 0,-1 1 24 0,1 5 7 0,0 0-5 15,-1 2 9-15,3 1 11 0,0 0 8 0,1-2 6 0,0 1-3 16,0-4-21-16,0-2 3 0,0-4-8 0,-1-1-11 0,2-3 19 0,1-1-4 15,-1-1 11-15,2-4 8 0,0 0 6 0,0-1 2 0,-1-3 2 16,0-3 3-16,-1-1 2 0,-3-4 4 0,1-1 1 0,-1-2 0 0,-2-3-1 16,0-1-9-16,-3-3-11 0,1-2-7 0,1-4-14 0,-2-2 0 0,2-5-8 15,-2-3-1-15,-1-3-1 0,0-3 0 0,-2-4 6 0,-1 1 9 16,-2-3 7-16,-2 1 2 0,-2-1 11 0,-2-1 2 0,-2 1 13 0,-2 0 12 16,-3 2-1-16,2 1 1 0,-4 2-4 0,0 3 0 0,-1 1 0 0,-4 4 1 15,1 2 1-15,-4 3-3 0,-2 3-8 0,-1 2-9 0,-3 3-4 16,0 0-9-16,-3 2-8 0,0 3-10 0,-2 1-5 0,-1 4-3 0,-2 1-3 15,2 1 2-15,-3 3-6 0,2 1-4 0,-1 2-3 0,-3 2-8 16,2 0-10-16,-1 2-20 0,2 1-34 0,2-2-31 0,1-1-50 0,1-1-50 16,2-2-17-16,2-2-8 0,4-3 14 0,-1-6-127 0</inkml:trace>
  <inkml:trace contextRef="#ctx0" brushRef="#br0" timeOffset="-84664.25">30491 5525 3157 0,'4'13'-26'16,"3"6"-26"-16,4 10 2 0,3 5 9 0,2 7 10 0,2 7-35 0,1 9-29 15,1 8-7-15,2 5 8 0,1 9 32 0,0 3-5 0,1 1-61 16,-2 3-129-16,-1 0-160 0,0 2-143 0,-3 3-234 0</inkml:trace>
  <inkml:trace contextRef="#ctx0" brushRef="#br0" timeOffset="-84265.25">31521 6336 1817 0,'10'-24'16'16,"1"-9"-25"-16,3-10 2 0,-1-2 3 0,1 0 5 0,-2 1-3 0,-2 2-1 15,-1 2 2-15,-4 6 6 0,-2 4 6 0,0 6 7 0,-4 2 9 16,-3 4 8-16,0 2 15 0,-4 3 8 0,-2 3 13 0,-2 5 4 0,-1 2 1 15,-1 2-7-15,-2 4-17 0,-1 2-15 0,-2 3-26 0,2 5-10 16,-3 4-5-16,0 4-9 0,2 6 6 0,-2 5-12 0,0 8-5 0,1 7-9 16,0 5-9-16,1 7 4 0,2 5-2 0,2 5-19 0,0 5 6 0,0 3 0 15,2 3 11-15,2 2 19 0,3-2 6 0,3 1 10 0,2-2 5 16,3-7 20-16,3-4 19 0,2-5 15 0,5-5 13 0,3-1 2 0,1-5-6 16,2-3 5-16,-2-3-3 0,3-2-2 0,2-4-13 0,-1-4-59 0,4-2-3 15,-2-4 11-15,1-1 23 0,0-5 49 0,-2-3-12 0,-2-5-32 16,0-6-30-16,-2-3-15 0,-2-5 9 0,-1-4 3 0,-1-4-8 0,-1-4-2 15,-2-6-11-15,-3-4 4 0,0-3 6 0,-2-6 5 0,-3-1 2 16,-3-3 7-16,-4-1 5 0,-4-1-4 0,-4-1 5 0,-3 0-4 0,-1 1-3 16,-6 3 3-16,-1 1-9 0,-2 2-10 0,-4 6-10 0,1 2 2 0,-2 4-4 15,-1 6 1-15,-1 1 12 0,0 3-2 0,-1 2-2 0,0 2-10 16,0 2-15-16,-2 0-23 0,1 0-29 0,1 0-54 0,0-2-71 0,5-2-62 16,1-1-19-16,1-4 7 0,1-5 40 0,1-3-51 0</inkml:trace>
  <inkml:trace contextRef="#ctx0" brushRef="#br0" timeOffset="-84065.25">31591 5403 2801 0,'24'17'-12'0,"6"6"-4"16,11 7 4-16,5 4 9 0,-3 1 6 0,3 6 2 0,2 6-3 0,2 7-4 15,1 8 14-15,-26-28 13 0,8 11 18 0,0 3 7 0,7 11-13 16,-3 5-11-16,6 14-37 0,-1 3-2 0,2 17-9 0,-2 5-13 15,-2 8-21-15,-5 5-37 0,-5 9-44 0,-4 8-34 0,-4 6-9 0,-7 6-12 16,-3 5-5-16,-7 2-24 0,-6 3-40 0,-8-1-97 0,-6 0-130 0,-6-5 54 16</inkml:trace>
  <inkml:trace contextRef="#ctx0" brushRef="#br0" timeOffset="-78539.21">16358 13305 547 0,'0'0'146'0,"0"1"-46"0,3-1 21 0,2 1-6 15,2 0 0-15,2-1-6 0,3 1-12 0,2 0-8 0,0 0-8 0,-1-1-15 16,-2 1 0-16,-1-2-9 0,-1 0-7 0,-3-1-5 0,-2 1 8 16,-2-1 4-16,-2 2 22 0,0-1 3 0,-4-2-9 0,-2 0-5 0,-5-3-25 15,-3 0-7-15,-5-2-12 0,-5 0-3 0,-2 1-15 0,-5 1-3 0,0 2-6 16,-2 2-7-16,-3 3 7 0,-3 3-2 0,-1 5 1 0,-2 3 4 16,-1 3-11-16,-1 5 17 0,-2 4 0 0,-1 5 2 0,-1 7 8 0,2 3-8 15,1 4 6-15,2 4-5 0,0 6 3 0,2 2 5 0,2 3-10 16,1 4 6-16,1 2 4 0,3 3-6 0,4 1 12 0,2 2-4 0,6-2-12 15,3-1 3-15,5-4-7 0,6-3-5 0,5-6-1 0,4-4 0 0,6-3 0 16,5-5-2-16,5-5-12 0,5-3 0 0,5-5-3 0,5-2-2 16,4-4 11-16,3-3-1 0,4-4 0 0,1-3 7 0,3-4 1 0,0-3 2 15,2-4 1-15,0-4 1 0,-1-4 3 0,0-2 1 0,-2-3 12 0,-1-3-9 16,-2-2 1-16,0 0-3 0,0-4-12 0,-3 2 18 0,-1 0 2 16,-1 1-1-16,-1 0 0 0,-2 0-4 0,-1 3-2 0,-2 0 4 0,0 3 4 15,0 2-3-15,0 3 1 0,0 2 1 0,0 2 6 0,-3 3-2 16,0 3-1-16,0 0-2 0,0 3-4 0,-1 2 0 0,2 1-4 0,-1 1-1 15,2-2 3-15,-1 2-5 0,2-1 3 0,0-2-6 0,1-1-3 0,0-2 0 16,2-2-3-16,1-1 9 0,-1-2-6 0,2-2 1 0,-1-1 0 16,0-2-4-16,-1-2 3 0,-3-3 4 0,-2-1 1 0,-1-3-4 0,-4 0 7 15,0-3 0-15,-3-2 1 0,-1 1 10 0,-3-2 1 0,-1-1 5 16,-3 0 6-16,-3-2 6 0,-1-1 3 0,-4 1 4 0,-1-2 6 0,-4 1-3 16,-2-2 2-16,-2-1 0 0,-2 2 4 0,-3-1-14 0,-1 2-4 0,-3-1-15 15,-1 1-8-15,-2 2 2 0,-2 1-11 0,0 2 3 0,-1 5-5 16,-2 1 1-16,-1 3-3 0,-1 3-5 0,-2 2-8 0,-2 3-6 0,-2 2-12 15,-1 3-22-15,-3 2-5 0,0 4 8 0,-1 3 10 0,2 3 14 0,2 2 1 16,1 2-19-16,2 3-19 0,3 0-28 0,4 1-36 0,3 1-41 16,3-1-49-16,3 3-72 0,4 0-101 0,4 2-78 0,7 1-223 0</inkml:trace>
  <inkml:trace contextRef="#ctx0" brushRef="#br0" timeOffset="-78257.21">17777 14225 2544 0,'2'0'67'0,"1"1"-24"0,1-1 2 16,0 1-9-16,3 1-10 0,2 1-11 0,4 1-8 0,2 2-1 16,0 0-4-16,2 1 0 0,-1-1 3 0,1 1-5 0,-2 0-5 0,3-1 0 15,0 0-15-15,1-1-13 0,2-2-19 0,1 2-22 0,-1-3-7 0,1 0-3 16,-2-1 8-16,0-3 9 0,-1 0 5 0,-2-2 13 0,-2 0 18 16,-1-2 14-16,-2-2 20 0,-1-1 10 0,-2 0 9 0,-2-1 16 0,-2-3 12 15,-1 0 10-15,0-2 8 0,-3 0-4 0,-1-2-4 0,-1-1-3 0,-2-2-6 16,0 0-7-16,-1-3-5 0,-4-1-13 0,-2-3-7 0,-3-1-7 15,-1 0-1-15,-1-2 4 0,-3 2-3 0,-1-1-2 0,-3 1-2 0,-1 1-11 16,-1 3-4-16,-1 1-3 0,-1 3-5 0,0 3 4 0,-2 2-4 16,-1 5-1-16,-1 3-1 0,-2 2-4 0,2 4-2 0,0 2-7 0,3 2-18 15,1 4-29-15,1 3-27 0,0 3-41 0,3 1-61 0,1 3-86 0,4 4-119 16,3 0-86-16,3 5-177 0</inkml:trace>
  <inkml:trace contextRef="#ctx0" brushRef="#br0" timeOffset="-77640.21">17939 13295 2984 0,'-5'0'90'0,"1"-1"-10"15,0 1-1-15,1 0-23 0,3 1-29 0,2 0-26 0,1 2-17 0,1 4 16 16,2 4-7-16,2 5 3 0,1 5 10 0,0 5-13 0,2 5 5 16,2 4-4-16,1 3-6 0,1 2-9 0,0 1-22 0,2 1-13 0,0 0-12 15,-1-1-8-15,2-2-9 0,0 0-13 0,1-1-12 0,0 1-29 0,1-2-25 16,1-3-1-16,-2 1-9 0,2-4 6 0,-1 0 19 0,-1-1 3 15,2-2-76-15,0 1-37 0,0 3 59 0,0-2 73 0,1-1 125 0,-3-5 94 16,1-4 21-16,-1-4 6 0,0-2 8 0,0-1 9 0,0-2 0 0,-1 0-15 16,1-2-20-16,1-1-5 0,-1-3 9 0,2 0-3 0,0-1-17 15,-1-2-15-15,3-2-15 0,0-1-6 0,-1-2 4 0,2-1-7 0,-2-2-6 16,0-1-6-16,0-1 0 0,-1-3 10 0,-1 0 2 0,-1 0-1 16,-3-3 0-16,-2 2-1 0,0-3 2 0,-1 0 5 0,-1 1-7 0,-1 0-4 15,-2-1-4-15,0 0-16 0,-2 0 4 0,-1 1-5 0,-2-1-7 0,-1-2 3 16,-1 1-6-16,-2 1-2 0,0-1-2 0,-2 1-7 0,-1 1-4 15,-2 2 0-15,-1 0-2 0,-2 1-1 0,-2 2-3 0,0 1-3 0,-4 3 6 16,0 2 1-16,0 2 6 0,1 2-5 0,-1 1 2 0,0 0 0 0,0 3-11 16,1 1-6-16,2 2-11 0,0 2-9 0,2 2 10 0,1 0-3 15,2 4-6-15,2 1-8 0,1 1-12 0,2 2-12 0,3 1-3 0,1 1 7 16,3-1-2-16,2 1 14 0,2-2 5 0,3-2 6 0,0-2 11 0,4-2 6 16,1-2 8-16,1-3 2 0,2-1 2 0,3 0 4 0,0-4 6 15,2 0 4-15,-1-3 10 0,-1-1-1 0,2-1 7 0,0-2 6 0,-1-2 1 16,-1-3 14-16,0-1 1 0,-3-1 0 0,-2-1 2 0,0-2-1 15,0-1 8-15,-2 1 0 0,0-1 2 0,-1-2 0 0,1 2-7 0,-3-2-4 16,1 4-8-16,0 0-10 0,-2 1-4 0,1 2 4 16,-2 2 6-16,0 3 1 0,0 1 0 0,0 4 2 0,0 2 2 0,-1 2-2 0,1 3-3 15,1 3 0-15,1 2-11 0,0 1 3 0,-1 6-2 0,2 1-3 0,1 2 1 16,0 2-6-16,0 1 0 0,0-2-4 0,1 1 6 0,-1-4-7 0,0-1 5 16,1-1-3-16,1-3 1 0,-2-3 11 0,3 0-3 0,-1-2 10 15,-1-2 18-15,1-3 12 0,-2-2 7 0,0-3 1 16,-2-2-10-16,1-1-1 0,-1-2-5 0,1-2-7 0,-2-3-7 0,2-1-11 0,1-2 1 15,1-1-7-15,1-2-1 0,-1-2-7 0,1-2-2 0,0 0 2 0,-3-3-3 16,1-3-1-16,-1 0 0 0,-1-2-7 0,-2 1-15 0,0 1-5 0,0 2-18 16,1 1-18-16,-1 0-24 0,-2 2-41 0,1 0-40 0,-1 1-47 15,-3 1-72-15,-1 0-95 0,-1-2-122 0,-1 0-90 0,-2-4-109 0</inkml:trace>
  <inkml:trace contextRef="#ctx0" brushRef="#br0" timeOffset="-77257.21">20069 13984 2592 0,'2'13'143'15,"1"3"-56"-15,2 5-20 0,3 2-13 0,2 0-15 0,3 3-18 0,3 1-14 16,2 1-5-16,1 1-2 0,1-1 0 0,2 1-11 0,-1-2-1 0,1-2-13 16,0-3-13-16,0-1-22 0,1-2-30 0,2-1-8 0,2-2-1 15,0 1 14-15,-3-2 26 0,0-3 22 0,-3-2 19 0,-1-2 13 0,0-2 10 16,-1-2 8-16,0-2 7 0,1-2 11 0,-1-1 6 0,-2-2-2 15,1 0 3-15,1-2-2 0,-1-1-7 0,0-1 4 0,0 0 1 0,-2-1 0 16,1-1-1-16,0-1-3 0,-1 0-7 0,-1 0-5 0,-1 0-3 0,0 1-3 16,0 0-4-16,-2-1-3 0,-1 1 0 0,1-1-3 0,-2 1 3 15,0 1-9-15,-2-1 6 0,-1 1-4 0,-1 1-1 0,-2 0 3 0,0 1-5 16,0 1 0-16,-1 0-3 0,-1 0-9 0,0 0 4 0,-1 0-2 0,0-1-5 16,0 0 0-16,-2 0-4 0,1 1-2 0,-2-2 1 0,0 1-7 15,0 0-8-15,-2-1-10 0,-2-1-3 0,1 0-2 0,-2-1 4 0,-2-1-1 16,0 0 7-16,-1 1 3 0,0 0-1 0,0 1 8 0,1 1 0 0,-1 2 6 15,1 1 12-15,1 1 4 0,0 2 9 0,1 1 1 0,1 1-6 16,0 0-9-16,2 2-15 0,-1 0-15 0,0 0-7 0,1 2 2 0,-1 0-7 16,1 1-4-16,0 0-6 0,1 1-12 0,1-1-14 0,0 0-16 15,2 0-12-15,1 0-11 0,1 0 0 0,1 0-1 0,1 0-1 0,2-2 11 16,1 1 14-16,2-1 12 0,0 1 13 0,3-1-16 0,1-1-74 0</inkml:trace>
  <inkml:trace contextRef="#ctx0" brushRef="#br0" timeOffset="-77040.21">21110 14246 296 0,'21'5'124'0,"5"1"-41"0,6 1-1 15,-2 1 4-15,-3 0 8 0,0 0-4 0,-1 1-11 0,-1 1-7 16,0 0-7-16,-1 0-6 0,-2 2-2 0,1 1-1 0,-4 0 8 0,1-1 6 16,-1 0-7-16,-3 1-3 0,-3 1-6 0,0 0 7 0,-2-1 1 15,-2 1-6-15,-1-1-11 0,-1 0-21 0,-2-1-12 0,0-2-4 0,0 0-2 16,-1-1 0-16,-2-1 5 0,-1-2 2 0,-1 0 9 0,-1-3 9 0,-1-1 8 16,0 0 7-16,-1-1 8 0,0 0 2 0,1-1-7 0,-1-1 5 15,1 0 4-15,0-1-1 0,0-2 6 0,1 0-9 0,1-2-10 0,0 1-12 16,1 1-11-16,-1-1-4 0,1 0-7 0,1-1-2 0,-1 0-5 15,1 0-2-15,3-1 1 0,0 0-1 0,2-1 3 0,-1 0-11 0,3-2-7 16,1 0-11-16,2 0-19 0,1-1-26 0,3-1-29 0,1 0-32 0,1 0-30 16,1 0-38-16,0 0-41 0,2 0-45 0,2-2-27 0,1-1 5 0,2 2-102 15</inkml:trace>
  <inkml:trace contextRef="#ctx0" brushRef="#br0" timeOffset="-76724.21">22426 13885 1662 0,'-7'3'725'0,"0"0"-617"0,-2 0-35 16,1 2-49-16,1 0-12 0,1 1-15 0,2 0-18 0,0 1-20 0,1 1-12 16,1 0 17-16,2 1 15 0,1-1 16 0,-1 3 2 0,3 0-17 15,0 2-12-15,3 0-13 0,3 1-5 0,0 2-6 0,3 0 2 0,1 0 10 16,4 0 16-16,1 2 11 0,2-1 8 0,3 1 6 0,1-1-3 0,1 0-2 15,3 2 5-15,0-1-7 0,1 1 6 0,-1 0 7 0,1-1 1 16,0 0 10-16,-1 1 12 0,-1-1 11 0,-1-2 11 0,-4 2 10 0,-1-3 8 16,-2 0-2-16,-1-1-3 0,-2 0-5 0,-4-1-8 0,-1-1-10 15,-3-2-3-15,-4 0-14 0,-2 0-13 0,-3-1-8 0,-2-1-13 0,-2 1-6 16,-3 0-8-16,-3-1-9 0,-3 2-10 0,-6 0-8 0,-5 0-15 0,-2 0-6 16,-6-2-14-16,-2-1-25 0,-3-1-23 0,-3 0-55 0,-1 2-94 15,-2-1-81-15,-1 0-49 0,0 0-124 0</inkml:trace>
  <inkml:trace contextRef="#ctx0" brushRef="#br0" timeOffset="-76387.69">23652 12700 3143 0,'0'1'87'0,"0"-1"-1"0,0 2-16 0,2 0-52 0,1 1-1 0,2 3-17 16,3 2-8-16,3 5 1 0,2 8-2 0,5 9-2 0,1 10 7 0,2 12 4 16,0 14-1-16,2 12 2 0,-2 13 1 0,1 13 13 0,0 11-4 0,0 12 0 15,1 6-2-15,1 7-26 0,-1 9 21 0,3 4-2 0,-1 9 9 16,2 8 11-16,0 4-26 0,2 7 6 0,-1 7-7 0,0 5 1 0,-1 5 11 16,-3 3-7-16,-2 1-5 0,-1-3 3 0,-3-8-2 0,2-4 13 15,0-6 1-15,-1-2-9 0,-9-91 7 0,3 23-8 0,-1-1 9 0,2 23-7 16,-6-66 22-16,0 11 0 0,2 10-19 0,0 14 23 0,0-2-50 0,0 10-22 15,1 9-19-15,1 9-85 0,0-3-45 0,0 18-72 0,0-12 265 16,-2 0 0-16,0-11 0 0,1 0 0 0,-2-12 0 0,0 1 0 0,-2-12 0 0,0-10 0 0,-2-80 0 0,0-7 0 0,-1 0 0 0,-1 0 0 0,0 0 0 0,-1 0 0 0,-1 0 0 0,-1 0 0 0</inkml:trace>
  <inkml:trace contextRef="#ctx0" brushRef="#br0" timeOffset="-76138.67">25573 13403 80 0,'0'-3'-78'0</inkml:trace>
  <inkml:trace contextRef="#ctx0" brushRef="#br0" timeOffset="-75940.65">25637 13274 748 0,'-2'0'329'0,"0"-1"-94"0,-1 0-32 0,-1 0-29 0,2-1-21 15,1 0-19-15,0 1-21 0,1 1-13 0,-1 1-12 0,1-1-13 16,0 1-9-16,1 0-6 0,-1 0-13 0,1 1-4 0,-1 1-7 0,1-1-8 16,-1 1 4-16,1 2-15 0,1 1 1 0,0 3 15 0,2 4-2 0,-1 3 9 15,3 4-11-15,-1 6-19 0,2 4 0 0,1 6-6 0,1 5-1 16,1 5 0-16,0 7-4 0,0 4 4 0,-1 3-1 0,1 1 1 0,-2 0-8 16,0-2 5-16,0-3-7 0,-1-1 4 0,1-5-2 0,-1-4-15 15,0-3-11-15,0-4-30 0,0-4-20 0,-1-1-17 0,-1-5-17 0,-1-3-3 16,-1-5-4-16,-1-4-2 0,-1-2-8 0,-2-4-23 0,-1-4-31 0,0-3-47 15,-2-4-20-15,0-3-15 0,-2-4 15 0,-2-6-202 0</inkml:trace>
  <inkml:trace contextRef="#ctx0" brushRef="#br0" timeOffset="-75673.65">25254 13575 1939 0,'-13'-10'136'0,"0"-2"-30"0,-3-5-32 0,2 1-7 0,2 0-6 0,2 0 3 16,1-1-9-16,2 1 0 0,2-1-6 0,1 0-9 0,1 1-3 0,2 0-11 15,1-1-3-15,1 0-3 0,2 1-6 0,1-1-15 0,1 0 1 16,2-1 3-16,3 3 2 0,3-2 20 0,2-1-6 0,2 0-4 0,4 1-5 16,4 0-1-16,2 0-8 0,4 1 4 0,1 0 9 0,4 2-11 0,0 1 4 15,3 2-4-15,1 4-1 0,0 0 3 0,-1 2-3 0,2 2-1 16,0 1 1-16,-1 2-4 0,1 2 1 0,-1 2-6 0,-1 3-5 0,1 1 4 16,-2 1-2-16,-1 2 10 0,-2 3 0 0,-1 1-4 0,-1-1 1 0,-3 2-4 15,0 1 6-15,-5 0 1 0,-4-1-2 0,-2 2-3 0,-3 1-13 16,-3-2-7-16,-2 0 12 0,-2 0-4 0,-2 0-1 0,-2-1-5 0,-2 1-30 15,-3 0-11-15,-2 0-22 0,-3-2-19 0,-2 3-22 0,-1-1-43 16,-3 0-61-16,1 1-94 0,-4 0-116 0,-3 2-308 0</inkml:trace>
  <inkml:trace contextRef="#ctx0" brushRef="#br0" timeOffset="-75373.65">26467 13782 2500 0,'-1'5'109'0,"0"1"-56"0,-1 1-51 16,1 0-34-16,2 0-5 0,0-1 2 0,1 0-3 0,0-2-1 0,-1 0 2 15,-1 0 4-15,0-2 16 0,0-1 19 0,-1-1 10 0,0-1 7 16,-1-1 5-16,-1-1 6 0,-1 0 4 0,0 0 3 0,0-2 2 0,-2-1 11 16,0-1 1-16,0-2 5 0,0 0 0 0,-2-2-15 0,1-1-2 15,1-1-12-15,-2-1-3 0,2-2-4 0,0-1-1 0,1-1-6 0,1-3-4 16,2-1-7-16,-1 0-11 0,2-2-8 0,1 2-4 0,2-1-9 0,1 2 3 15,1 3-5-15,3 1-1 0,0 1-4 0,2 1-9 0,1 3 2 16,2 0-1-16,0 1-2 0,-1 2-5 0,1 1-5 0,1 2-8 0,0 3-7 16,0 2-8-16,1 1-9 0,1 4 9 0,0 1 6 0,-1 2 10 0,0 1-1 15,0 1-12-15,-1 2-8 0,1-1-10 0,-2 1-17 0,0 0-20 16,0 1-26-16,0-1-29 0,0 1-21 0,-1-2-13 0,1 2-10 0,0-1-106 16</inkml:trace>
  <inkml:trace contextRef="#ctx0" brushRef="#br0" timeOffset="-75139.8">26931 13597 831 0,'5'4'295'0,"1"1"-176"0,2 1-55 16,0 1-21-16,1-2 2 0,1 2 5 0,1 0 13 0,1 0-9 0,1-1-12 15,0 0-7-15,1 1-8 0,1 0 1 0,2-1-7 0,0 1-2 16,1 0-11-16,-1-2-4 0,2-1 0 0,1 0-12 0,-1-2 3 0,1-1-7 16,-1 0-1-16,-2-2 0 0,1 1-3 0,0-3-1 0,-2-2-5 0,0 0-3 15,-1-3-2-15,-2 0-9 0,-1-2 10 0,-4-2 3 0,-1 0 14 16,-2-4 16-16,-3-1 3 0,-2-1 6 0,-3 1-1 0,-2-2 0 0,-3 0 4 15,-2 2 0-15,-4-2 1 0,-1 3 7 0,-2 0 1 0,0 3 5 16,-1 0 2-16,-2 1-2 0,2 2-8 0,-2 1-3 0,-1 2-8 0,1 2-3 16,-2 1-8-16,1 2-6 0,1 2-10 0,0 1-25 0,2 0-33 0,1 2-39 15,0 0-71-15,1 3-65 0,1 2-55 0,1 2-35 0,-1 3-108 16</inkml:trace>
  <inkml:trace contextRef="#ctx0" brushRef="#br0" timeOffset="-74906.79">27487 13414 2077 0,'4'6'488'0,"3"3"-378"0,3 3-58 15,0 2-55-15,2 1 1 0,1 4 2 0,4 1 2 0,1 2-2 16,0 3-8-16,0 1-1 0,-1 2-8 0,1 2-17 0,-2-1-13 0,1 1-21 16,0-2-12-16,-1 1-4 0,-3-1 1 0,1 0 10 0,-1-1 19 0,-1 1 13 15,-2-2 10-15,-2-1 9 0,0 0 2 0,-4-4 9 0,-2 0 7 16,-2-1 4-16,-4-3 8 0,0-1 5 0,-2-2 7 0,-2-1 4 0,-2-3 2 15,-3 0-1-15,-2-1-5 0,-1-1-4 0,-3-1-3 0,-2-2-4 0,-2-1-9 16,0-3-4-16,-2-2-10 0,2-1-5 0,-1-4-10 0,1-1-12 16,3-3-22-16,-1-4-44 0,1-2-57 0,2-6-86 0,1-6-71 0,3-4-49 15,1-9-248-15</inkml:trace>
  <inkml:trace contextRef="#ctx0" brushRef="#br0" timeOffset="-74773.22">27708 13280 1984 0,'4'1'508'16,"1"1"-424"-16,0 1-68 0,3 0-50 0,2 1-13 0,3 1-9 0,1-1-31 16,1 0-38-16,2 1-42 0,-2 1-29 0,1 0-39 0,-3 1-45 0,0 0-61 15,2-1-24-15,-1 1-147 0</inkml:trace>
  <inkml:trace contextRef="#ctx0" brushRef="#br0" timeOffset="-74524">28047 13585 1973 0,'2'1'266'15,"2"3"-162"-15,2 1-54 0,1 0-34 0,1-1-1 0,3 1 4 0,1-2 4 16,2 1-4-16,1-1-13 0,0 0-9 0,-1-1-11 0,2-1-7 16,-1-2-14-16,1-1-9 0,-3-2-11 0,1-1-2 0,-1-1-2 0,-2-2 8 15,1 0 4-15,-4-1 9 0,0-1 19 0,-1-2 6 0,-2 0 4 0,-1-1 8 16,-1 2-5-16,-1-2 1 0,-3 1 8 0,-1 0 1 0,-2-1 7 16,-1 2 14-16,-1 1 3 0,-1 0 4 0,1 2 7 0,1 2-6 0,-1 1 0 15,-1 1 0-15,1 2-8 0,0 1-8 0,0 1-7 0,0 1-10 0,1 1-4 16,-1 1-4-16,2 1-4 0,-1 3 0 0,1 1-9 0,-1 2-1 15,1 2-3-15,1 0-3 0,0 3 8 0,1 0-5 0,1 1-9 0,2 1-7 16,1-1-20-16,3 0-9 0,1-2-22 0,0-1-19 0,2 0-26 16,2-2-39-16,1 1-19 0,1-3-19 0,2-2 4 0,0-1 26 0,2-2 22 15,3-3 29-15,0-4-123 0</inkml:trace>
  <inkml:trace contextRef="#ctx0" brushRef="#br0" timeOffset="-74239.86">28684 13426 550 0,'9'-4'173'0,"3"-2"-50"0,3 0-1 16,-1 0-2-16,-1 2 3 0,0-1-1 0,-1 1-12 0,1 1-11 0,0 1-13 15,-2 2-11-15,-1 2-7 0,1 1-9 0,-1 1-8 0,-1 1-8 16,0 0-8-16,-2 1-5 0,0 1-12 0,-2 1-4 0,0-1-9 0,1 1-7 16,-2 0-7-16,0-1-6 0,1 0-16 0,-2-2-9 0,1 1-10 0,0-1-15 15,-2-1 8-15,0-1 7 0,-1-1 9 0,-1 0 13 0,0-1 7 0,0 0 19 16,-2-2 8-16,0 0 9 0,0-1 16 0,0 1 1 0,0-2 4 16,0 0 7-16,-1-1-11 0,0 0-4 0,-1-1-9 0,0 0-5 0,-1-1 3 15,0-2 5-15,0-1 0 0,1 0 1 0,-2 2 2 0,0 0-2 0,0 1 3 16,0 1 5-16,0 1 1 0,0 0 2 0,0 1 11 0,-1 1 2 15,1 1 2-15,2 2 0 0,-1-1-8 0,0 3-14 0,1 1-10 0,0 0-15 16,0 4-13-16,0 1-4 0,1 2-5 0,0 2 3 0,1 3 4 0,0 1-5 16,1 3-2-16,2 3 5 0,1-1-3 0,2 4 6 0,1-2 5 15,2 2-2-15,1-1-6 0,3-3-1 0,0 0-13 0,4-3-10 0,2 0-11 16,2-3-22-16,1 0-29 0,2-2-34 0,2-1-34 0,2-2-30 16,1-2-12-16,1-4 7 0,1-4 11 0,0-4 25 0,1-6 10 0,-2-7-172 15</inkml:trace>
  <inkml:trace contextRef="#ctx0" brushRef="#br0" timeOffset="-74006.86">29670 12994 1561 0,'6'-3'241'0,"0"0"-84"0,1 1-47 0,-1 1-21 15,-2 2-1-15,0 2 3 0,1 1-12 0,-1 1-17 0,-1 2-23 0,1 0-17 16,-1 3-6-16,1 4-3 0,0 0 3 0,-1 7-4 0,2 2-5 16,-1 3-6-16,0 5-2 0,0 4-2 0,-2 4-9 0,1 4 0 0,-1 2-7 15,-1 1-7-15,1 0 0 0,0-1-19 0,1-3-17 0,1-4-27 0,2-1-26 16,0-3-23-16,2 0-27 0,0-4-18 0,2-2-27 0,3-2-12 15,1-1 1-15,2-1 11 0,1-3 42 0,2-3 47 0,-1-3 56 0,-1-5 49 16,-2-3 44-16,-2-4 48 0,-2-2 40 0,-2-1 39 0,-4-1 20 0,0-1-19 16,-2-1-38-16,-1-2-41 0,0 0-43 0,-2 0-24 0,1-2-16 15,-1-1-16-15,0-1-14 0,0-3-29 0,-1 0-51 0,0 1-50 0,-1-2-38 16,0 0-14-16,0 2 15 0,0-1-110 0</inkml:trace>
  <inkml:trace contextRef="#ctx0" brushRef="#br0" timeOffset="-73639.59">27585 14222 2208 0,'-11'16'1387'16,"-2"4"-1285"-16,-5 10-26 0,-2 6-55 0,-2 5-19 0,-1 6-4 0,2 6 2 15,-1 6 10-15,-1 5-10 0,1 3 8 0,-2 1-5 0,-3 3-10 16,-1 1 12-16,0-2-5 0,-1 0 0 0,2-2 6 0,-3-4-2 0,2-1-4 15,-2-3 2-15,2-4 4 0,1-2-10 0,1-3 10 0,2 2-18 0,0-4-3 16,2-2-1-16,2-1-12 0,0-4-3 0,1-3-9 0,2-3-4 16,1 0-3-16,1-5-1 0,1-1 7 0,2-3-7 0,0-3-16 0,1 0-12 15,0-2-24-15,2 0-16 0,0-4-21 0,1 0-25 0,-1-3-38 0,1-3-50 16,-1-2-63-16,2-3-106 0,-1 0-89 0,-1-1-291 0</inkml:trace>
  <inkml:trace contextRef="#ctx0" brushRef="#br0" timeOffset="-73389.64">26908 14799 1322 0,'5'-8'434'0,"2"0"-298"0,-1-3-6 0,3 1-16 0,1 1 5 16,1 1-5-16,3 1-12 0,1-1-5 0,0 0-17 0,4 2-14 16,1 1-4-16,2 1-16 0,3 1-7 0,2 2-9 0,5 2-13 0,2 2-5 15,5 3-2-15,4 2 2 0,4 3-9 0,5 2 4 0,3 5-4 16,5 5-8-16,4 4 5 0,5 5 3 0,5 4 1 0,2 3 4 0,4 2-6 15,1 2-7-15,2 4 7 0,1 0-7 0,0 2 13 0,1-1 1 0,-2 1-3 16,1 0 0-16,-1-1-1 0,-3 0-2 0,-1-1-1 0,-1 1 0 16,-5 1-6-16,-1-4 9 0,-5-1-1 0,-5-2-9 0,-4-1 3 0,-5-2-17 15,-3-2 5-15,-4-3-13 0,-4 0-33 0,-3-2-40 0,-3-1-56 0,-4 0-70 16,-1-3-113-16,-3 3-208 0,-1 1-461 0</inkml:trace>
  <inkml:trace contextRef="#ctx0" brushRef="#br0" timeOffset="-72539.64">25277 16227 256 0,'3'3'12'0,"1"0"-9"0,2 2 1 0,0 0 13 0,-1 1 21 0,0 2 25 16,1 0 32-16,0 0 35 0,0 0 31 0,0 1 26 0,0 1 6 15,-2-1-2-15,3 2-5 0,-1-1-9 0,1-2-7 0,0 2-14 0,-1-2-11 16,0 0-16-16,-1 0-16 0,1-1-11 0,-1 1-26 0,0-1-15 16,-2-2-12-16,1 2-23 0,-1-2 7 0,1-1-10 0,-3 0-11 0,1-2 4 15,-1 0-9-15,-1 0 1 0,1-1 7 0,-1-1-13 0,-1 0-2 0,0-1 3 16,-1 0 2-16,0 0 9 0,0-1-4 0,0 0-10 0,-2-1 6 15,1 0-1-15,0 0 2 0,-2 1 2 0,-1-1-4 0,-1-2 6 0,-1 0-9 16,-1 1 10-16,-2-2 5 0,-1 1-9 0,1-1 13 0,-4 2-14 0,-1-1 5 16,-3 1 7-16,0 0-4 0,-2 1 1 0,-1 1-6 0,0 1 6 15,-1 2 6-15,-1 2 3 0,0 2-6 0,0 2-3 0,1 2-11 0,-1 3 6 16,1 1-8-16,0 4-10 0,1 3 0 0,2 2-12 0,0 5 1 16,2 3-1-16,2 5-9 0,4 2 7 0,-1 4-10 0,4 2 4 0,1 4 13 15,4 1 2-15,2 2 7 0,3-4 3 0,2-3 6 0,2-4 4 0,3-2-3 16,2-2-8-16,2-1-7 0,-5-20-6 0,2 5 4 0,2-1 2 15,3 4-10-15,2-3 3 0,2 4 9 0,4-2 16 0,3 3 7 0,1-1-5 16,1-3 18-16,0-2-13 0,0-2 11 0,-1-2 3 0,0-3-14 0,-2-1 8 16,-3-3-13-16,-2-2-6 0,-1-2 2 0,-4-2-4 0,-1-2 5 15,-3-1-14-15,-1-2-12 0,-2-1 16 0,-3-1-4 0,0 0 5 0,-2-1-1 16,-2-1-10-16,-1-2 3 0,-1 0 5 0,-2-1-2 0,-1 0 7 16,-1 0 5-16,0-1 4 0,-2 1 6 0,0 1-9 0,-1 0-3 0,2 2 0 15,-1 0-1-15,0 2 2 0,0 1 1 0,1 0 7 0,0 1-12 0,2 1 0 16,0 0-3-16,1 1-6 0,0 1 5 0,3-1-15 0,-1 1-5 15,1 1-22-15,1-1-5 0,0 0-5 0,1 1-8 0,1-1 8 0,0-2 10 16,1 1 12-16,1-2 2 0,1 0 1 0,2-1-4 0,0-2-6 0,4-2 5 16,11-10-12-16,1 0-11 0,-1-1 3 0,-3 3-8 0,1-2 7 15,0 0 8-15,1 3 14 0,2 0 15 0,-2 1 4 0,-2 2 13 0,1 2 0 16,-3 1 8-16,-1 1 2 0,-2 3 3 0,-1 0 9 0,-2 2 1 0,-1 0 7 16,-1 2-2-16,-2 1 0 0,-1 2 6 0,-1 1 4 0,-1 1 1 15,0 1-6-15,-1 1-3 0,-1 0-8 0,1 0 2 0,-1 2 1 0,1 0-8 16,0 2-2-16,0 0 2 0,1 2-1 0,0 2 1 0,0 0-8 15,0 2 2-15,0-1-5 0,-1 0-3 0,0 2 12 0,1 0-4 0,-1-1-6 16,-1-8-7-16,-1 1-18 0,1 0-15 0,-1 1-24 0,1-1-29 0,-1 0-43 16,1-1-53-16,0 1-51 0,-1-2-65 0,0-1-75 0,0-1-25 15,-1-4-133-15</inkml:trace>
  <inkml:trace contextRef="#ctx0" brushRef="#br0" timeOffset="-72389.64">25649 16565 2519 0,'-2'2'399'0,"1"-1"-242"0,1 1-18 16,-1 0-41-16,2-1-24 0,0 0-4 0,0 0-30 0,0-1-21 0,-1 1-14 16,1-1-1-16,-1-1-21 0,1 0-16 0,-1 0-28 0,1 0-35 15,0-1-44-15,0-1-72 0,1-1-73 0,1-1-97 0,1-3-94 0,3-6-65 16,1-4 1-16,2-7-51 0</inkml:trace>
  <inkml:trace contextRef="#ctx0" brushRef="#br0" timeOffset="-72240.64">25964 16445 2646 0,'3'15'133'0,"2"3"-60"16,4 9-36-16,3 1-3 0,2 2-5 0,1 3-4 0,2 3-1 0,2 0-1 15,-1 3-20-15,2 2 9 0,-1 0 0 0,-2 0-12 0,3-2 0 0,-1-4-27 16,0 0-30-16,0-4-39 0,-1 0-64 0,0-4-62 0,-1-2-67 0,-9-13-87 16,2 0-104-16,0 0-53 0,0 1-97 0</inkml:trace>
  <inkml:trace contextRef="#ctx0" brushRef="#br0" timeOffset="-72122.64">25952 16773 1306 0,'0'-1'143'0,"1"0"-61"0,0 0-53 0,0 1-30 16,1-1-11-16,2-1-9 0,1-1-8 0,0-1-3 0,3-3-14 0,1-1-41 16,2-4-59-16,2-2-82 0,3-5-49 0,3-3-235 0</inkml:trace>
  <inkml:trace contextRef="#ctx0" brushRef="#br0" timeOffset="-71322.64">26387 16372 1930 0,'0'0'286'0,"1"1"-73"0,0 1-52 0,0-1-39 16,0 0-5-16,0 1-28 0,0-1-18 0,0 2-23 0,0 0-8 0,1 1-2 15,-2 0-4-15,1 0 4 0,0 3-22 0,-1 0 0 0,1 2-2 16,0 1-7-16,0 1 11 0,0 3-12 0,1 1 1 0,-1 2 0 0,1 4-5 16,0 0 7-16,1 4 0 0,-1 1-6 0,1 1-6 0,1 1-6 15,1-1-6-15,0 0-4 0,0-3-19 0,2 0-18 0,0-2-24 0,1-3-17 16,0 0-9-16,0-3-7 0,1-1 5 0,-1-1 17 0,0-4 24 0,2 0 14 15,-1-3 17-15,0-1 15 0,0-1 12 0,-1-2 21 0,0-1 14 16,-1-1 19-16,-1-1-2 0,0-2-2 0,0 1-3 0,0-1 1 0,0 1 6 16,1-2-3-16,-1 0-1 0,1-1-15 0,1-1 10 0,0 1 1 0,0-1-5 15,1 0 1-15,0-1-4 0,0 1 0 0,1 0 5 0,0 1 0 16,-1 0-8-16,1 2 13 0,-1 0-1 0,-1 1-3 0,-1 0 1 0,-1 2-4 16,1 0-6-16,-2 2-10 0,1 1 1 0,0 1-19 0,-1 1-7 15,-1-1-2-15,-1 2-16 0,0 1 8 0,0-1-13 0,0 1-4 0,-1-1-6 16,1 0-22-16,-1-1-12 0,1-1-25 0,0-1-27 0,0-1-39 0,1 0-25 15,-1-3-12-15,1 1-17 0,0-1 14 0,1-2 32 0,1-1 28 16,1-2 45-16,-1-1 33 0,1-2 10 0,-1 0 17 0,0-2 13 0,0 0 9 16,0-2 18-16,-2 1 6 0,1 0 13 0,1 1 18 0,-1 1 21 0,0 1 30 15,0 0 25-15,-1 4 14 0,0 0 11 0,0 1 0 0,-1 1 2 16,1 1-1-16,-2 2-8 0,1-1-17 0,0 1-20 0,0 1-13 0,1 2-12 16,-2 1-18-16,2 1-10 0,-1 2-17 0,1 0-7 0,1 0-5 15,0 1-10-15,0 1-10 0,1-1-6 0,-1 1-8 0,2-1-2 0,-1 1-8 16,1-1-15-16,-2 0-14 0,2 0-13 0,0-2-8 0,0-1-7 0,1-1 0 15,1-2 1-15,-1 0-2 0,1-2 4 0,-1 0 9 0,1-1 6 16,-1-1 7-16,1-2 10 0,-1 0 4 0,-1-3 10 0,1-1 6 0,-1-1 7 16,-1-2 5-16,1 0 6 0,1 0 9 0,-1-1 4 15,0-2 1-15,0 0 1 0,0-2 1 0,0 1 2 0,-2 0 4 0,1-1 6 0,0 3 3 16,-1 1 17-16,0 0 13 0,-1 0 17 0,0 0 23 0,-1 2 9 0,0 0 14 16,-1 4-5-16,0-1 3 0,0 0 6 0,0 2-4 0,-1 0 2 15,1 2-5-15,-2 2-9 0,1 0 0 0,-1 0-15 0,0 1-10 0,0-1 1 16,1 2-21-16,-1 1 0 0,1 0-12 0,0 1-14 0,0 1-1 0,0-1-15 15,-1 2-7-15,2 0-4 0,-1 1-6 0,1-1 3 0,0 2-10 16,0 0-10-16,0-1 1 0,1 2-3 0,0-1-3 0,1 2-3 0,1-1-14 16,0 0-7-16,1 1-12 0,0-1-22 0,-1 0-18 0,2-1-7 0,-1-2-7 15,1 1 9-15,-1-2 1 0,1 1 1 0,1-1 17 0,1-1 9 16,-1-1 23-16,1-1 22 0,-2 0 25 0,0-1 19 0,-1 0 11 0,0-2 16 16,1 1 5-16,0 0 23 0,0-2 15 0,0 2 20 0,0-2 16 15,0 0-10-15,0-1-2 0,-1 1-5 0,0 0-10 0,1-1 3 0,0-1-2 16,0 1-4-16,1 0-8 0,0 0-9 0,0 0-7 0,0 0-9 0,1 0-13 15,1 0 2-15,-2 0-5 0,0 1 5 0,0 1 9 0,-1 0-7 16,0 2 2-16,1 1 1 0,-1 1-9 0,0 2 0 0,1 2-7 0,-1 1-9 16,0 3-1-16,1 2-17 0,-1 0 9 0,-2 4-1 0,1 2-12 0,-2 2 4 15,-1 3-5-15,-1 3-4 0,0 1 6 0,-2 4-6 0,0-17-5 16,0 5 2-16,-2 0-2 0,-1 2 14 0,0 2-7 0,-2 1-14 0,0-2 5 16,0 3-21-16,-2-4 6 0,-1 0 5 0,1-4-7 0,0-2 18 0,0-3-5 15,1-2 5-15,0-3 6 0,1-1-18 0,1-3-3 0,1-2-14 16,0-2-12-16,0-2-2 0,0-3-7 0,0-4-12 0,1-4-15 0,-1-3-27 15,1-8-61-15,1-6-76 0,1-42-123 0,5-10-106 0,4 0-283 16</inkml:trace>
  <inkml:trace contextRef="#ctx0" brushRef="#br0" timeOffset="-69923.64">29766 16541 1277 0,'0'-1'109'0,"0"1"-24"0,0 0-30 0,0-1 10 0,0 0 31 15,-1-1 19-15,0 1 20 0,-2-1-15 0,0 0-26 0,-1 1-20 16,-1-2-13-16,-1 1-11 0,0 0-5 0,-1 0 3 0,0-2 0 0,-1 2-3 15,0 0-4-15,0-2 8 0,-1 3-7 0,1 0 13 0,0 0-4 0,0 2-12 16,-1 1 8-16,2 1-15 0,-2 1-4 0,0 0 1 0,2 2-21 16,0 0-11-16,1 3-24 0,1 1-17 0,-1 2 14 0,2 2 2 0,0 5 5 15,1 5 8-15,2 4-6 0,0 5 7 0,4 4 8 0,2 4-6 16,2 3-4-16,1 0 0 0,2 0-8 0,3 4-8 0,0-2-12 0,-6-24-3 16,3 7 9-16,-2-2 12 0,3 4 1 0,1-1-1 0,1 1 6 15,1 0-3-15,1 1 3 0,-1-1 9 0,0-4-10 0,-1-2 3 0,-1-3-4 16,-2-2-2-16,-1-3-2 0,-1-4-16 0,-1-1-16 0,-1-2-28 0,-1-4-23 15,-1-2-19-15,1-2-15 0,0-2-22 0,0-4 3 0,2-3 9 16,1-3 12-16,1-4 8 0,2-4-9 0,1-5-1 0,0-3 4 0,3-6 18 16,0-2-11-16,12-34-76 0</inkml:trace>
  <inkml:trace contextRef="#ctx0" brushRef="#br0" timeOffset="-68588.64">30093 16927 572 0,'2'-8'228'0,"-1"1"-10"0,0-2 12 0,0 3-1 0,-1 1-8 0,0 2-17 16,1 0-26-16,-1 0-18 0,0 2-22 0,0 0-17 0,0 1-12 0,0 1-13 15,1 1-21-15,0-2 2 0,-1 1-17 0,2-1-2 0,-1 1-5 16,0 0-27-16,2 1-4 0,1 0-22 0,1-1 2 0,2 1 5 0,1 1-9 15,4 0 2-15,1 1-7 0,2-1-3 0,3 0 10 0,1 1-5 0,0-1-11 16,1 0-8-16,-2 1-12 0,1-1-6 0,-2-1-14 0,0 1-16 16,-2-1-12-16,-4 0 6 0,1 0-1 0,-2 0-5 0,-2 0-1 0,-2-1-9 15,-2-1 2-15,-2 1 4 0,-2 1-4 0,-2-2-2 0,-1 2-6 0,-3 1-5 16,-2 0 11-16,-4 2 12 0,-2 0 20 0,-2-1 26 0,-4 3 18 16,-2 2 23-16,-1 1 31 0,0 0 28 0,1 1 27 0,1 0 9 0,1 2 2 15,2 0-10-15,0 1-18 0,2-2-9 0,9-5-31 0,-1 1 1 16,1 0-2-16,1 1-12 0,-1 0-1 0,1 0-17 0,2 1-7 0,0 0-5 15,2 1 0-15,2-2-1 0,1 1 1 0,3-1 6 0,2-2 6 0,2 1 12 16,0-1 2-16,3-1 9 0,2 0 3 0,1-1-8 0,1-1 6 16,1 0-3-16,2-1-9 0,0-1 2 0,1 0-6 0,1-2 6 0,0 1 3 15,0 0-2-15,1-2 1 0,0 1-10 0,-1-1 2 0,0 0 0 16,0-1-2-16,-2 1-6 0,0 0 0 0,-2-1-6 0,0 1-5 0,-2 0 2 16,-1 0-16-16,-1 1 13 0,-1 0-5 0,-1-1-7 0,-1 2 5 0,-1 0-8 15,0 1-7-15,0 0 0 0,-2 0 4 0,2 0 0 0,-1 1 6 16,1 1 6-16,0-1-4 0,-1 1 6 0,2 0 6 0,0 0 1 0,1 0-7 15,0 1-2-15,1-2-4 0,0 0-4 0,2 0-3 0,0-2-11 0,1 0-2 16,0-2 5-16,0 0 14 0,0-2 9 0,1 0 6 0,0 0-3 16,-1-3 3-16,1 1-5 0,-1-1 6 0,1 0 7 0,-1-1 2 0,0 0-2 15,0 0 1-15,0 0 2 0,-1 0 2 0,-1 0 6 0,0 0-2 16,-1 1 5-16,0 0 8 0,-1-1-3 0,-1 1-5 0,0 0 0 0,0 0-5 16,-1 0 5-16,0 1-4 0,-1 0-3 0,0 1 6 0,-2 0 3 0,-1 0 4 15,0 2 0-15,-1-1-1 0,0 2-7 0,-1 0-3 0,0-1-8 16,0 1 2-16,-1 1-7 0,1-1 2 0,-1 1-1 0,0 0-13 0,0 0 10 15,-1 0 3-15,1 0-4 0,-1 1 6 0,0 0-3 0,0-2-3 0,0 2 7 16,1 0-9-16,-1 0-3 0,0-1 3 0,0 0-3 0,1 0 6 16,0 1-3-16,0 0-11 0,0-1 9 0,2 0-3 0,0 0 2 0,0 0 0 15,3 0-7-15,0-2 9 0,2 2-9 0,-1-2 11 0,3 0-5 0,0-1-3 16,4-2 16-16,10-3-9 0,-4 0 12 0,0 0 2 0,-5 2-8 16,-1-1 2-16,2 0-1 0,-1 1 2 0,0-1 3 0,-1 1 7 0,-1-1-8 15,-1 2 10-15,-1-1 1 0,0 1 5 0,-3 1 4 0,0-1-7 16,-1 1 3-16,-2 0-2 0,-1 0 3 0,-1 0 4 0,-2 1-2 0,-1-1 1 15,-2 0-6-15,0-1-7 0,-2-1 3 0,-3 0-7 0,0-1-1 0,-1 1 3 16,-3 0-4-16,1 1 11 0,-1 0 0 0,-1 1-5 0,0 0 1 16,0 1-4-16,0 1 2 0,0 0 3 0,0 2-8 0,0-1-3 0,2 2-3 15,0 0 2-15,1-1 4 0,2 2-1 0,0 1 0 0,2 0-5 0,2 0-7 16,1 2-5-16,2-1-21 0,1-1-15 0,1 1-17 0,2 1-10 16,0 2 12-16,1 3 17 0,3 0 21 0,1 2 11 0,2-1 1 0,0 2 6 15,4 2 4-15,0 1-2 0,3-1 0 0,-11-7-17 0,5 2 12 16,-1-1 6-16,3 3-1 0,1 0 10 0,1 2 3 0,1 0-5 0,2 3 6 15,-1-1 4-15,1 1-16 0,0-1 7 0,-2 0 0 0,-2-1 8 0,-1-1 5 16,-1-1 5-16,-2-1 3 0,-3-1-7 0,-3-2-9 0,-2-3-6 16,-3 1-20-16,0-2-9 0,-3-1-15 0,-1-1-15 0,-3-1-4 0,-3 0-17 15,-3-2-13-15,-2-2-11 0,-3-1 6 0,-4-2 24 0,-1 0 25 0,0-2 27 16,-3 1 19-16,3-1 8 0,-1-1 6 0,3 1 1 0,3 0-12 16,3 1-5-16,2 0-5 0,2 0-12 0,3 0 3 0,2 0-11 0,2 1-2 15,2-1 3-15,2 0-1 0,0 1 16 0,1-1 6 0,2 1 14 16,1 0 1-16,1-1 3 0,2 0 4 0,2 1 3 0,0-1 3 0,3 1-1 15,-1-2 3-15,2 1 1 0,1-1 5 0,2 0 6 0,0 0 2 0,-1 0 10 16,2 0 11-16,0 0 12 0,0 1 7 0,15-5-2 0,-5 2 5 16,-4 2-10-16,-6 1-2 0,-1 1-11 0,1-2-16 0,1 1 0 0,-1 0-22 15,-1 1 8-15,0-2-13 0,0 1-10 0,0 0 7 0,0-2-17 0,-1 0 12 16,-1 0 6-16,-2 1-12 0,1 0 7 0,-3 0-9 0,0-1-9 16,0-1 10-16,-1 0-4 0,-1 1 0 0,-3 0 6 0,-1 0-9 0,-1 2-2 15,-2 0 4-15,1 1-10 0,-2 0 3 0,0 1-2 0,-2-1 9 16,-1 0 2-16,0 0 10 0,-1 1-5 0,-1 0-8 0,-1 2 2 0,0 0-1 15,0 1-2-15,0-1-1 0,1 1-6 0,1 0-3 0,0 0 1 0,1 2-8 16,2-1-8-16,0 2-11 0,2 1-10 0,1 0-13 0,0 1-5 16,1 1-11-16,1-1 4 0,3 0 14 0,2 1 3 0,1 1 2 0,3 2-3 15,1 1-19-15,2 2 1 0,3 0 10 0,-2 1 16 0,1 1 16 0,1 0 13 16,0 0 1-16,0 3 3 0,-1 0 6 0,-1 1 4 0,-8-9 10 16,1 3 3-16,-1 0 21 0,3 3 12 0,-1 0 6 0,0 1 4 0,0 1 3 15,-1 3 1-15,0-2 7 0,-3 1-2 0,0 0-5 0,-3-1-4 16,-1-3-1-16,-2 1-7 0,-1-1-4 0,-2-2-20 0,-2 0-14 0,-1-3-6 15,-2 0-14-15,-1-1 2 0,-3-1 2 0,0-2 0 0,-2-1 8 0,0 0-2 16,-3-2 11-16,0-1 8 0,-1-1 13 0,0 0 11 0,0-2 1 16,1 0 15-16,0 0-1 0,1-1-9 0,2 0-6 0,1-1-11 0,0 0-11 15,1 0 1-15,2-1-10 0,1 1-9 0,1-1-3 0,2 1-8 0,0-1 1 16,1 2-8-16,1-1-14 0,1 0-6 0,2 0-20 0,0 0-6 16,0 0 4-16,2-1 7 0,2 1 9 0,1-2 8 0,-1 1 5 0,2-1-6 15,1 0-4-15,3-1 0 0,0 1 1 0,1 0 9 0,0-2 19 16,0 2 8-16,3-1 0 0,-1 1 6 0,2-1 3 0,-1 1 3 0,1 0 9 15,-1 1-2-15,2 0 6 0,-3 0 2 0,3 1 8 0,-2 0 6 0,-1 1 0 16,1 1 10-16,-3 1-1 0,2 0 30 0,-2 0 3 0,1 1 0 16,-2 0 2-16,-1 0-30 0,1 0-9 0,0 0 1 0,-1 1-6 0,0 0-2 15,0 0-1-15,-1 0-1 0,-1 0 3 0,1 0-1 0,1 0-16 0,-1 0-9 16,0 0-10-16,1-1-5 0,1-2-9 0,0 1-14 0,1-2-13 16,1-1-22-16,0 0-12 0,0-2-13 0,1-1-19 0,-1-1-5 0,-1 0 9 15,1 0 5-15,-1-3 17 0,-2 1 4 0,-2-2 0 0,1 1 4 16,-1 0-7-16,-2-2 1 0,-2 0-6 0,-1 0-16 0,-1-2-17 0,-1 0-186 15</inkml:trace>
  <inkml:trace contextRef="#ctx0" brushRef="#br0" timeOffset="-68422.64">32201 16369 1506 0,'1'0'355'0,"-1"-1"-192"0,1 1-26 16,-1-1-31-16,1 1 4 0,0 0 15 0,2 1-7 0,-2 1-16 0,1 0-25 0,1 2-17 0,0 1-4 15,1 1-14-15,-1 2-10 0,2 3-8 0,0 3-13 0,1 3-5 16,2 3-9-16,1 6 3 0,1 6-2 0,1 3-6 0,2 4 11 0,-1 6-10 15,2 2-5-15,0 3 4 0,1 2-11 0,-1 1 0 0,0 0-20 0,0-1-38 16,-1-2-63-16,-1-3-78 0,-3-3-85 0,0-1-164 0,1-4-184 16,-4-3-131-16</inkml:trace>
  <inkml:trace contextRef="#ctx0" brushRef="#br0" timeOffset="-68156.64">32719 17074 1680 0,'6'0'153'0,"-1"-1"-65"0,2-2-84 0,4 0-1 0,-5 2 22 16,1-2 20-16,2 0 2 0,0-1-7 0,2-1-16 0,1-1-7 0,1 0 5 15,0-1 1-15,0 0-7 0,2-1 5 0,-1-1 8 0,0 2 8 0,0-1 22 16,-2-1 0-16,-1 1 7 0,1 0 11 0,-2 0-1 0,-1 1-2 16,-3 0-4-16,-2 2-3 0,-3 0-10 0,0 1-1 0,-3 1 2 0,-2 1-14 15,-1 2-6-15,-3 0 1 0,-2 1-13 0,-1 1 7 0,-12 6 8 16,-2 0-11-16,-1 4-5 0,2 2-18 0,2 2-12 0,3 0-10 0,6-1-27 15,4 1-25-15,2-1-17 0,4 0-7 0,4-2-12 0,4 1 2 0,-2-7-23 16,3 1-20-16,2 0-14 0,2 0-29 0,4 0-25 0,2 0-19 16,4-1-20-16,1 0-20 0,5-2-10 0,1 0-1 0,4-3 28 0,2 0-61 15</inkml:trace>
  <inkml:trace contextRef="#ctx0" brushRef="#br0" timeOffset="-67573.64">23087 14326 2464 0,'-25'-25'350'0,"2"-4"-293"16,1-6 2-16,15 0-30 0,12 3 3 0,10-6-10 0,14-9-3 16,12-6-9-16,13-6 8 0,12-6 1 0,12-5-2 0,12-1 11 0,8-7-12 15,10-2 0-15,13-2 1 0,11-2-26 0,14-1 4 0,10 1-4 16,9 0 4-16,7 1 17 0,8 2-10 0,5 2-2 0,6 0 0 0,5 3-28 15,3 3 18-15,4 3 1 0,2 4 2 0,4 5 26 0,2 3-10 0,3 3-2 16,1 4 7-16,3 3-4 0,0 6 1 0,2 7 7 0,-2 3-8 16,1 8-1-16,1 4-2 0,-1 8-2 0,1 8-1 0,-2 7 7 0,-2 8-2 15,0 10-9-15,-4 7 0 0,-2 11-4 0,-5 13-1 0,-7 9 5 0,-9 10-9 16,-9 13-11-16,-10 9-8 0,-12 12-16 0,-11 12-53 0,-14 10-29 16,-8 12-23-16,-10 10-3 0,-9 10 35 0,-9 5 20 0,-9 5-3 0,-9 3-6 15,-4 2 5-15,-6 1 11 0,-4-4 38 0,-3-4 30 0,-1-6 14 16,-4-2 15-16,-1-5-11 0,-29-76 30 0,4 19-1 0,-1 1-2 0,4 20 1 15,-3 1-27-15,2 22 3 0,-4 0-1 0,1 23 5 0,-6 1-4 0,-8 1 3 16,-4-2-4-16,-7 1 8 0,-7-6 7 0,-7-2-2 0,-6-7 18 16,3-77-4-16,-3 7-26 0,-5-6 7 0,-3 8-8 0,-4-3 5 0,-6 6 35 15,-5-3-7-15,-5 5 13 0,-6-6 2 0,-5 5-14 0,-6-3 6 0,-6 3-2 16,-5-2 18-16,-8 2 1 0,-4-3-12 0,-9 4-12 0,-3-7-13 16,-6-2-3-16,-4-3 15 0,-4-1-60 0,-5 2 22 0,5-6 7 0,7-5 0 0,5-5 0 0,6-52 0 15,7-8 0-15,5 0 0 0,8 0 0 0,6 0 0 0,8 0 0 0,8 0 0 0,8 0 0 0,7 0 0 0,8 0 0 0,9 0 0 0,9 0 0 0,8 0 0 0</inkml:trace>
  <inkml:trace contextRef="#ctx0" brushRef="#br0" timeOffset="-67523.64">25747 18476 3829 0,'-27'-19'-31'0,"-9"-11"-23"0,-9-9-26 0,-18-21-47 0,-61-59-15 15,-15-22-50-15,-14-22-59 0,-25-50-81 0,-175-217-172 0,148 91-173 0,76 54-327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1T10:54:48.3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18138 8473 692 0,'-8'-10'169'0,"-1"2"-128"0,-2-2-13 0,3 4-16 0,3 4-11 0,1 0-8 16,1 1-4-16,0 1-3 0,0 0 1 0,1 0 0 0,0 1 1 0,-1 0 2 15,-1 0 0-15,0 1 1 0,-2 0 3 0,-1 1 0 0,-2-1-2 16,-2 1-1-16,-1-1-1 0,0 1 1 0,-2-1 4 0,-1 1 0 0,-2 0 4 16,-1 0 1-16,-2 1 0 0,-2 0 0 0,0 0 2 0,-2 1 0 0,0 0 1 15,-2-1 5-15,1 0 0 0,0-1-1 0,-2 0 2 0,2 0-1 16,0 0-1-16,-1 0 1 0,2 0-1 0,-2 1 1 0,1-1 2 0,-1 0-2 15,1 0 3-15,0 1 1 0,1-1 1 0,0 0 2 0,-1 1-1 16,1 0 5-16,-1 0-2 0,1 1 2 0,1 0 1 0,-1 0 0 0,0 0 0 16,-1 1-3-16,0 1-5 0,0 1-4 0,-1 2-5 0,2 0-4 15,-1 2 3-15,-1 0-5 0,0 0 1 0,-1 3 0 0,0 1 0 0,0 1-1 16,1 0 1-16,0 0 1 0,-1 0-2 0,4 0 3 0,-1 0 0 0,1 1-1 16,0-1-5-16,1-1-1 0,1 2 0 0,-1-1 1 0,2 2 4 0,3 0 3 15,-1 1-3-15,1 0-1 0,0 0 1 0,2 0-1 0,-1 2 1 16,-1-3 2-16,2 2-2 0,-1 0 2 0,1 0 3 0,0 3-3 0,1-1 1 15,1 1-1-15,0 0 1 0,0-2 2 0,1 1 4 0,2 1-4 0,-1-1 1 16,1 2-1-16,1 0-2 0,0 2 2 0,0-1 2 0,1 3 0 16,1-1 0-16,0 0 0 0,1 1 6 0,-1-1 0 0,1 2 3 0,0-2 5 15,0 1-3-15,-1-2 2 0,1 1 1 0,-1-3-2 0,2 1-5 16,0 1 2-16,-1 0 0 0,1 1-3 0,1-1-2 0,1 0-4 0,0-2 1 16,1 2-1-16,0-2-4 0,0 2 1 0,1 0-5 0,1 1 2 0,0 1 5 15,1-1-7-15,0 2 1 0,0-2 4 0,1 0-1 0,0 0 10 16,0 1-7-16,0-1 1 0,1 1 0 0,1-2-4 0,0 1 4 0,1 0-3 15,0 1-3-15,0 0 5 0,0 0-6 0,1 0 1 0,0-3 2 16,-1 0-2-16,2-2 5 0,-1 1-2 0,1 0 0 0,1-2 3 0,0 0-2 16,1-1 3-16,1 1 0 0,1-2-4 0,1 0 4 0,-1 1-4 0,1 0 3 15,3-1 5-15,0 2 2 0,2-1 3 0,0 0-1 0,2 1-6 16,2-1 2-16,-1-2-1 0,2 0 0 0,1 0 4 0,-2-1-2 0,2 2-2 16,-1 0-3-16,1-1 3 0,1 1-3 0,-1-2 5 0,2-3 2 0,0 1 1 15,0-1 0-15,1-1-2 0,-1-2 0 0,4 0 2 0,-2 1 1 16,1-1 10-16,2-1 2 0,0 1-1 0,2-2 7 0,1 0-5 0,-2 0 1 15,5 0 3-15,-1-2-2 0,2 0-3 0,0 0-3 0,0-1 1 0,-1 0-5 16,2-1 1-16,1 0-6 0,1-2 0 0,1 0-2 0,2 0 0 16,-1-1 2-16,2 2-2 0,0-2-5 0,2-1-1 0,0 1-2 15,0-1 0-15,1 1 8 0,0 1 0 0,-1 1 0 0,0-1 4 0,-1 0-1 16,3-1 6-16,-1 1-2 0,0 1-2 0,-1-1 2 0,1 1-1 0,-1-1 2 16,-1 1 0-16,2 0-6 0,0 1-1 0,0 0-2 0,0-2 3 0,-1 1 3 15,0-1-3-15,2 1-3 0,-1 1-7 0,0 0-2 0,1 1-2 16,2 0 4-16,-1-1-2 0,0 0 0 0,1-1-1 0,0 0-2 0,0 0 0 15,0-1 0-15,-3 0-2 0,-1-1 2 0,0 0 3 0,0-2 3 0,-2 1-3 16,-1-1 2-16,0-1 3 0,-1 1-7 0,-1 0 4 0,0 0-2 16,1 0-1-16,0 0 1 0,0 0-2 0,1 0 5 0,-2 0-3 0,1-1 2 15,0 2 0-15,1-1-5 0,-1 0 4 0,1 1-2 0,0 0 0 16,2 0-2-16,-1 0 1 0,1 0-1 0,0-1 0 0,-1 1 0 0,-1-2 0 16,1 0 3-16,-2 1-4 0,0-2 5 0,1 1-7 0,-1-1 0 0,1 0 3 15,0-2 2-15,-2 0 2 0,0-1-7 0,2 1 2 0,-3-1-1 16,0 1 4-16,2-2 4 0,-1 0-1 0,1 0-1 0,0-1 1 0,-1 2 4 15,-2-1-6-15,0-1 4 0,-1 0-4 0,0 0-2 0,1 0 12 16,1 0 1-16,-2-1-1 0,2-1-2 0,-2-1-10 0,0 0 1 0,2-1-2 16,-2 0 5-16,3 0-2 0,-1-1 2 0,1 1-1 0,-1-2 0 0,-1 0 2 15,-1-1 2-15,1-1-5 0,-1-1 7 0,-1 0-15 0,2 0 8 0,-2-1 4 16,-1-2-3-16,-1 0 14 0,-1-1-12 0,-1-2 4 0,-1 0-2 16,-1 0 0-16,1-1 0 0,1 0-4 0,-2 1 0 0,2-1 5 0,-3-1-1 15,0 1 0-15,1-1 0 0,0 0-3 0,-1-1 1 0,2-1-2 16,0 1-3-16,0 0-6 0,-2 0-1 0,2 3 3 0,-4-2-1 0,1 1 6 15,0-1 1-15,0-1-1 0,-1 1-1 0,0 0 1 0,-3-1 0 0,2 0-7 16,-1 1 15-16,-2-1-5 0,0 2 4 0,-2-2 8 0,-1 0-14 16,-2-2 7-16,-2 0-2 0,-1 1-1 0,-1-2 0 0,0 0-2 0,-1-3 1 15,-1 1-3-15,-1-5 4 0,-1 1-4 0,-1-3-4 0,-2 1 2 0,-1-1-7 16,-3 1 4-16,1-1 0 0,-2-1 1 0,0 0-7 0,-3-1 1 16,-1 1 5-16,-2-1-1 0,-1 1 10 0,0 0-1 0,0-1 2 0,-3 3 1 15,0-1 2-15,-3 1-1 0,-1-3 4 0,-1 1-2 0,-1-1 1 16,-2 0-5-16,-1 2-1 0,-2-2-7 0,0 0 0 0,-3-1-8 0,-2-2 6 15,-2 2 0-15,-2-1-1 0,-1 0 13 0,-2-1-8 0,0 1-1 0,-3-1 1 16,0 1-2-16,-4-2-3 0,-2-2 3 0,-1-1 1 0,-5 0 3 16,-2-1 1-16,-1 2 0 0,1 0-20 0,-3 1 6 0,0 0 4 0,-1 1 0 15,-2 1 14-15,-1-1-6 0,0 2-5 0,0 1 2 0,-2 3 4 0,0 1-4 16,-1 0 5-16,0 3-2 0,-1 1-3 0,-2 3 5 0,-3 2-3 16,-2 3 1-16,-1 2-3 0,-3 1-1 0,0 0-11 0,-2 3 2 0,-1 0-2 15,0 0 3-15,0 0 8 0,0 3-11 0,1-2 4 0,-3 1-2 16,0 1-2-16,-2 1 20 0,1 1-3 0,-1 1 0 0,2-1 4 0,-1 1-18 15,4 0 6-15,-1 1 0 0,1 2 1 0,3-1 2 0,1 1 2 0,1 0-1 16,1 1 1-16,1 2-2 0,-1-1-3 0,-2 1 1 0,-1 1-1 16,0 1 3-16,-1 0 0 0,3 2-4 0,-2-1 3 0,-1 2 1 0,2 0 1 15,1 2 1-15,3 1 0 0,4 1 1 0,1 1-1 0,0 1-2 0,-1 2 1 16,0 1-4-16,-2 2 1 0,-1 2-3 0,1 1-11 0,0 1-1 16,-1 0-3-16,0 3 6 0,-1 1 5 0,-2 0 3 0,1 2-11 0,0 0-9 15,0 0-17-15,0 2-33 0,0 1-26 0,-1-1-45 0,-1 4-56 16,-3 3-62-16,-2 3-70 0,-2 3-33 0,-1 0-11 0,-1 1-210 0</inkml:trace>
  <inkml:trace contextRef="#ctx0" brushRef="#br0" timeOffset="73170.67">25597 17099 1609 0,'-2'1'-19'16,"0"-1"-150"-16,0 0-60 0,0 0-37 0,-2-2 4 0,4 1 28 0,-1-2-120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1T11:01:20.5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4601 4612 1324 0,'-24'0'26'0,"-2"1"-23"0,-5 1 0 0,4 0 3 15,4 1 0-15,0 0 3 0,0-1-3 0,0 2-5 0,-1 1 0 0,0 0-6 16,-1 3 1-16,-1 2 1 0,0 1 2 0,-2 2 4 0,-1 4-3 0,-2 1 0 16,1 1 2-16,-2 3 4 0,1 1 12 0,0-1 7 0,-1 1 6 15,-2-1 5-15,1-1-1 0,1 1 1 0,0 0 0 0,1-1-3 0,-1 1 2 16,1 0-3-16,0 1-2 0,2 0-4 0,0 0-6 0,1-1-7 0,-1-1-1 15,1 0 7-15,0 0 1 0,0 1 11 0,1-2 2 0,0 2 4 16,1-1 5-16,-1-1 4 0,1 0 2 0,-2 0-3 0,-1-2 0 0,1 1-1 16,-2 1-6-16,1 0 4 0,0 2-8 0,-1 2-5 0,-1 0 1 15,2 2 1-15,-1-1 7 0,2 2 1 0,0 0-6 0,2 1-8 0,-1 3-2 16,2-1-4-16,2 3-3 0,0-1-10 0,3 0 7 0,2 1-5 0,2-2 1 16,2 2 14-16,2-1-18 0,3-1 3 0,2-2-7 0,2 1-4 15,4-3 2-15,0 1-7 0,2-2 8 0,3-1-7 0,1-3 5 0,4-3 2 16,1-1-3-16,3-2 3 0,3-2-1 0,3-1 2 0,2 0 1 0,2-1-1 15,3-1-1-15,2 0-1 0,2-2-1 0,2 0 2 0,2 0 7 16,3-2-2-16,0 1-1 0,2-3 1 0,1 1 2 0,1-1-2 0,2-1 4 16,0-1-1-16,0 1-3 0,1-2 2 0,0 2-2 0,1-1 1 15,1 0-1-15,2 1 5 0,-2-1-5 0,2 1 1 0,-2 0-4 0,1 0 0 16,3 0 1-16,-2-1 0 0,2 0 7 0,-1 0-7 0,1-3 1 0,1-1-1 16,0-1-1-16,-2-2 1 0,0-2 4 0,-2-2-2 0,2-1 1 15,-3-2 11-15,-2 0-6 0,0-3 3 0,0-1-1 0,0-2-3 0,-3 1 14 16,1-2 4-16,-5-1 1 0,0 0 0 0,1-2-5 0,-2-2-5 0,0 0-7 15,-2-3-2-15,-2-2-6 0,-1-1-1 0,-2 1 2 0,-1-2 1 16,-3-1 2-16,-3-3-1 0,-1 0 2 0,-2-5-9 0,-4 1 7 0,-1-2 3 16,-3-2-1-16,-2 0 3 0,-2-1-8 0,-2-3-1 0,-3-1-4 0,-3-3 4 15,-1-1-5-15,-2-1-3 0,-1-1 2 0,-3-1-4 0,-2 1 0 16,-1 0 0-16,-2 1-2 0,0 0-2 0,-3 2 5 0,-5-2 2 0,-1 3 4 16,-5 2 4-16,-3 0-3 0,-4 3 6 0,-4 2-10 0,-5 4-9 15,-2 2-4-15,-4 4-13 0,-3 1-9 0,-2 4-13 0,-5 3-11 0,-2 7-7 16,-3 3-7-16,-2 6-6 0,1 6-27 0,-2 3-41 0,-1 9-42 0,1 7-50 15,1 6-44-15,1 12-58 0,1 7-59 0,1 8-251 0</inkml:trace>
  <inkml:trace contextRef="#ctx0" brushRef="#br0" timeOffset="4833.1">5490 6750 1323 0,'-7'-1'102'0,"-2"-1"-131"0,-1 2-33 0,2 0 15 0,0-1 22 0,0-1 31 15,0-1 13-15,0 0-12 0,-1 0-25 0,1 1-52 0,-2 0-21 0,1-1-9 16,-1 0 13-16,0 0 36 0,-2-1 26 0,0 0 16 0,0-1 7 15,-1-1 4-15,-1 0 3 0,-1 0 2 0,0 1 8 0,-2-2 9 0,-1-1 7 16,0 0 8-16,0-1 2 0,0-1 2 0,-1-1 7 0,1 1-4 0,-2 0 4 16,-2-1 2-16,1 1-3 0,-2-1 3 0,-1 0-10 0,2 2-10 15,-3-2-10-15,1 0-1 0,-1 1-6 0,-1-1 0 0,1 1-4 0,-3 0-4 16,0 0 1-16,-1-1-7 0,2 1 0 0,-2 0-2 0,1 1 3 16,-3 1 2-16,-1 0 0 0,-2 1 1 0,1 0-5 0,-1 2-4 0,1 0 1 15,-3 1-3-15,0 1 0 0,-3 1 0 0,-2 2-5 0,-1 3 4 0,-2 1 1 16,-3 2 5-16,0 2-4 0,-1 2 3 0,-1 1 0 0,0 2 5 15,-2 4 6-15,2 0 6 0,0 0 4 0,2 0-3 0,3 0 5 0,-1 1-6 16,3-1-3-16,2 2 2 0,0 1-6 0,1 0-3 0,2 2-4 0,0-1 1 16,3-1-4-16,0 1 4 0,2 0-2 0,-2-1-2 0,2 2 2 15,0 1-3-15,2-1 3 0,2 2-1 0,2-1 4 0,0 2-1 0,1-1-7 16,1-1 1-16,1 3 3 0,3-3 4 0,0 2 7 0,1 0 0 0,3-1-1 16,0 1-8-16,0-1 4 0,2 1-3 0,3-1 1 0,0-3 1 15,2 2-4-15,1 1 4 0,2-1-3 0,1 2 0 0,1-2 2 0,2 0-5 16,2-2 5-16,2 0-3 0,2 0 0 0,2-1 3 0,2-1-2 0,2 1-4 15,1-1 3-15,2-2 0 0,2 1 2 0,3 0 7 0,2-2-2 16,1 0 1-16,3-2-9 0,-1 0-2 0,4-2 4 0,2-1 1 0,0 2 12 16,2 0 10-16,-1 0 1 0,3-1 0 0,3 0 2 0,0-1-6 15,2 1-2-15,-1-1-1 0,0 1-3 0,3-1-1 0,0 1-1 0,1 1-4 16,3-1-1-16,-2-1-4 0,1-1-1 0,3 0-1 0,-1 0 1 0,1 1-3 16,2-1 2-16,1 1 0 0,0-2-2 0,0 0 4 0,0 0-4 15,2-1 0-15,-1 1-1 0,3-1-2 0,-2 0-1 0,0 0 1 0,0-2 2 16,0 0 0-16,2-1 3 0,0-1-3 0,1 0 2 0,-1-1-1 15,-1 0-1-15,0 0 5 0,1-1-8 0,0-1-1 0,-2 0 3 0,1-1-3 16,-2 0 8-16,0-1 1 0,1 0 1 0,-1 0-1 0,0-1 3 0,-1 0-3 16,0-1 3-16,-2-1 3 0,-1-1-3 0,1-1-6 0,-1-1-2 0,-2-1 1 15,-2 0 1-15,1-2 6 0,-4 0 0 0,0 0 0 0,0-1-1 16,-4 1 5-16,2-1 0 0,-3-1-4 0,-1-1 4 0,-3 1-1 0,-2 1 4 16,-2-1 2-16,0-1 0 0,-2-2 1 0,0 0-4 0,0 0 4 15,-3-1-2-15,-1-1 2 0,-1 0-8 0,-2-2-5 0,-1-1 3 0,-2 1 7 16,-1 1 6-16,-4-3 5 0,1-1 1 0,-2-1-4 0,-2-1 4 0,-2-1-4 15,-1-1 1-15,-2-1-5 0,-1 1-1 0,-2-3 0 0,-2 0 2 16,-2-2-4-16,-1-2-3 0,-2 0 6 0,0 0-8 0,-4 1 6 0,0-2 4 16,-3 1-7-16,-2-2 4 0,-1 1-17 0,-4-1-3 0,0 2 8 15,-1-1-11-15,-4 1 7 0,1 0-5 0,-3 0-17 0,-2 2-6 0,-2 0-12 16,-3 2-22-16,-2 1-24 0,-1 1-31 0,-2 0-49 0,-1 0-31 0,-3 2-31 16,-1 1-18-16,-3 2-47 0,-2 3-69 0,-3-1-173 0</inkml:trace>
  <inkml:trace contextRef="#ctx0" brushRef="#br0" timeOffset="8002.11">6375 8109 848 0,'-8'-4'350'0,"-1"0"-312"16,-2 0-4-16,1 1-22 0,3 0-9 0,-1 2-7 0,1-2-6 0,2 0-1 15,-4 1-15-15,1 0-14 0,-1 0-15 0,-2 1-17 0,2 2-5 16,-2-1 2-16,1 1 4 0,-2 1 19 0,-1-1 15 0,0 1 15 0,0-1 15 16,0 0 6-16,0-1 11 0,0-1 10 0,0-1 10 0,1 0 5 0,-2 0 8 15,1 0 3-15,-1-1 7 0,-1 0 5 0,1-1 5 0,-2 0 1 16,0-1 5-16,-1 1 0 0,0-1 0 0,-1 1-3 0,0-1-9 0,-1-1-8 16,-1 1-6-16,-1-2-10 0,-1-1-7 0,-2 0-5 0,0 0-7 15,0 0 0-15,-1-1-4 0,0 1 2 0,-3 1-2 0,-1-2 1 0,-3 2 3 16,1-2-4-16,-2 2 2 0,-2 0 1 0,-2-1-4 0,-1 1 1 0,-3 1-6 15,-1 1-2-15,0 2 1 0,-1 1-2 0,-2 1 3 0,1 0-2 16,-1 1 2-16,-2 1 1 0,-1 1-4 0,-1 1-3 0,-2 1 11 0,0 1-4 16,-1 1 3-16,0 1 0 0,-1 2-12 0,0-2 3 0,-2 1 0 0,2 1 1 15,-1-1 1-15,1-1-1 0,1 1 0 0,0-1 1 0,0 2 5 16,0 0-2-16,1 1 2 0,-1-1-2 0,1 0-5 0,0 2 2 0,0 0-2 16,-2 2 4-16,2 1-1 0,1 0 0 0,1 2 0 0,1 2-2 15,-1 1 6-15,2 1-1 0,2 1 1 0,0 1-5 0,-1 1-5 0,4 3 5 16,0-1 2-16,1 4 4 0,0-1-4 0,0 3-2 0,2-1-4 0,1 2 6 15,2 0-6-15,1 2 3 0,1 1-1 0,0 0-5 0,2-1 4 16,1 0 0-16,1-2-2 0,1 2 4 0,3-1-4 0,1 1-4 0,1-1-1 16,2-1-5-16,2 1 9 0,2-2-2 0,1 0 6 0,3-1 0 0,2 1-7 15,2-3-2-15,2 0 1 0,1-1 1 0,1 0 1 0,2 0 2 16,2 3-3-16,2-2 2 0,2 0-1 0,2-1-2 0,2-1 2 0,2 1 2 16,1-1-3-16,2 0 2 0,2 0-1 0,1 0-3 0,3 0 2 15,1-2-5-15,3 0-1 0,2 0 14 0,0-1-1 0,2 2 4 0,2-3-3 16,2 0-15-16,1 0 4 0,2-2 0 0,2 0 1 0,3 0 4 0,0-3 0 15,3-1 1-15,4 0 3 0,-1-1-3 0,5-2-2 0,-1-1 0 16,4-1-1-16,1 0 2 0,1-1 0 0,4-2 1 0,0 0 0 0,2-2-3 16,0-1 0-16,2 0 0 0,0-1-2 0,1 0 2 0,1-2 1 0,2-1 0 15,2-1 1-15,1 0-1 0,1 0-2 0,-2-1 1 0,2 0-1 16,0-1 1-16,0-2 4 0,1 0 0 0,0-3 5 0,0-1 1 0,-1 0-7 16,-3-2 8-16,2-1-6 0,-2 0 2 0,0 0 7 0,-1 0-1 15,-1 0 2-15,-2-1 4 0,-1-2-3 0,-2 0-3 0,0 0-4 0,-1 0 1 16,-1-1 0-16,-1-2 2 0,-1-1 5 0,-1 0 1 0,1-2 1 0,-2-1 5 15,-1 1-11-15,-1-3 8 0,-2 1 7 0,0-2 1 0,-1-2 16 16,-2-1 1-16,-2-1-4 0,-1-1 1 0,1-1-4 0,-4 0 0 0,-1 0-3 16,-2 1-3-16,-1-3-2 0,-2 0-3 0,-4-2 4 0,-2 2-1 0,-5-2-2 15,-1 2 3-15,-2-1-5 0,-3 1 5 0,-2-1 10 0,-3 2-12 16,-3 2 6-16,-4 0 4 0,-2-2-1 0,-3 1 10 0,-4-2-12 0,-2 1-3 16,-4 0-14-16,-2 1 0 0,-3 1-6 0,-2 2-9 0,-3-1 3 15,-1 2-5-15,-1-1-2 0,-3 2-5 0,-2 0-9 0,-4 3-7 0,0 2-8 16,-2 1-15-16,0 0-12 0,-3 2-22 0,-1 0-22 0,-3 0-15 0,-1 2-10 15,1 2-10-15,-2-1-8 0,0 2-10 0,1 0-28 0,0 2-33 16,0 2-27-16,0 0-163 0</inkml:trace>
  <inkml:trace contextRef="#ctx0" brushRef="#br0" timeOffset="26368.37">8986 5024 922 0,'-5'-23'376'0,"1"-1"-278"0,-2-6-31 0,2 2-18 0,1 4-16 0,1-2-17 16,-1-1-2-16,1-2-5 0,-1 1-7 0,-1-2-6 0,-2 2-5 0,0 1-5 15,-1 1 0-15,-2 2 5 0,0-1 6 0,-3 3 12 0,-1-1 9 16,-2 2 13-16,0 2 12 0,-2 0-1 0,0 1 3 0,-2 3 8 0,-2 1 3 16,0 1 10-16,-1 3 6 0,-3 0-4 0,0 4-4 0,-1 1-3 0,-2 2-9 15,1 3-7-15,-2 2-5 0,0 2-2 0,-1 3-10 0,0 1-8 16,0 2-3-16,0 3-11 0,-1 1 2 0,2 1 6 0,0 4-7 0,3 1 7 16,0 1-6-16,1 3-5 0,2 2-1 0,0 0-2 0,2 3 1 0,0 2 1 15,0 4-2-15,3 2 0 0,0 1 1 0,1 3-1 0,2-1 4 16,2 3-6-16,0 2 2 0,1 2-2 0,0 0-7 0,1 3 3 0,2 2-2 15,0 1 2-15,1 3 8 0,1 1-2 0,2-1-2 0,0 1 2 16,2-1-2-16,2-1-1 0,1 1 6 0,1 0-12 0,3-1 12 0,1 1-1 16,2-1-2-16,4 0 14 0,-1 1-8 0,4-2 5 0,1 1 3 0,1-2 3 15,1-3 5-15,3-1-2 0,2 0 13 16,0-1-10-16,4-1 5 0,1-1 11 0,1-2-13 0,2 2 9 0,1-3-7 0,3-1-6 0,1-1 2 16,2-2-10-16,1-2 0 0,1-1 0 0,-2-3-8 0,3-1 4 0,-1-3-1 15,2 0 1-15,0-3-9 0,-1-1 8 0,2-2-2 0,-3-2-2 16,1-3-2-16,-2-1-6 0,-2-2 4 0,-2-1 3 0,-1 1 2 0,-1-2 6 15,-2 0-8-15,-3-2-4 0,-3 0 3 0,-3-2-3 0,-3 0 2 16,-2-1-2-16,-3 1-4 0,-3-2 4 0,-2 2-5 0,-3 0 4 0,-3 0-8 16,-2 0-3-16,-4 1 1 0,-3 0-6 0,-4 0-3 0,-5 3-9 0,-4 2-5 15,-4 2-2-15,-7 1 3 0,-4 5 15 0,-2 3 8 0,-4 0 10 16,1 3 4-16,-1-2 4 0,0 3 5 0,0 0-2 0,2 2 4 0,0 1-4 16,3 3-3-16,0-2-14 0,3 2 6 0,1 3 2 0,2 0-6 0,0 4 12 15,4 1-9-15,1 2 1 0,0 2-2 0,1 1 4 0,2 3 4 16,2 0 4-16,3-1 12 0,3 1 9 0,3 1-8 0,2 1 14 0,2 2 0 15,1 0 1-15,4 2 9 0,1 1-7 0,2 2-5 0,2 2 3 0,2 3-3 16,1 1 4-16,0 2-6 0,1 4 8 0,2 3 2 0,2 1-1 16,0 4 10-16,0 1-13 0,1 1 3 0,1 4-9 0,1 0 6 0,-1 3-1 15,0 3-3-15,-2 2-1 0,-1 1-5 0,1 1-4 0,-2 1-22 16,0 1 26-16,-1 1 4 0,-1 4-4 0,-3 1 15 0,-1 1-24 0,-1 1-19 16,-1 0 15-16,-2 1-14 0,-1-2 6 0,-1-1 11 0,-1-3-21 0,-2-3-11 15,-1-5 3-15,-1-4-29 0,0-9-21 0,0-6-28 0,1-7-80 16,2-8-75-16,1-8-123 0,1-8-218 0,2-10-166 0,2-9-366 0</inkml:trace>
  <inkml:trace contextRef="#ctx0" brushRef="#br0" timeOffset="26651.38">11277 7335 3827 0,'-12'3'19'0,"3"3"-13"0,0 6-6 0,4 3-11 0,3 7-5 0,5 4-9 16,4 6-12-16,2 5-8 0,4 6 3 0,1 4-2 0,1 3 11 0,-2 4 10 15,0 2 4-15,-1 5 12 0,-1 4 3 0,0 2 0 0,1 4 4 16,-1 3-1-16,1-1-16 0,0 0 9 0,0 0-6 0,0-2-5 0,-1-3 10 15,-1-3-19-15,1-4-5 0,-2-5-10 0,-1-2-19 0,-1-4-18 0,-2-4-22 16,-2-2-42-16,-1-5-9 0,0-4-27 0,-2-4-46 0,1-4-54 16,-1-6-102-16,-1-4-43 0,1-6-49 0,-1-5-182 0</inkml:trace>
  <inkml:trace contextRef="#ctx0" brushRef="#br0" timeOffset="26918.28">11128 7701 3344 0,'-2'-12'80'0,"2"-1"-45"0,4-3-38 0,7-2-16 0,9-1 10 0,8-2-4 15,7-3 4-15,6 0 0 0,5 0-25 0,3 0-8 0,1 2 13 0,1 3-7 16,2 2 12-16,-1 4 2 0,0 2-4 0,-1 5 10 0,-3 1 0 16,0 4 0-16,-2 1 4 0,-1 2-4 0,-2 2-1 0,-2 0 7 0,-2 3 6 15,-3 0 2-15,-4 1 4 0,-1 2 3 0,-4 0 0 0,-4 1 4 16,-1-1-2-16,-6 3 0 0,-1 0-3 0,-4 2-1 0,-4 0 4 0,-4 2-9 15,-3 2-12-15,-5 1-1 0,-3 1 6 0,-3 1 0 0,-3 1 8 0,-4 2-8 16,-2 1-24-16,-2-2-6 0,-2 2-9 0,-1-3-6 0,0 1-6 16,0-2-11-16,0-1-16 0,2-1-23 0,0-1-29 0,3-1-36 0,2-1-50 15,2-2-53-15,2-2-28 0,2-1-23 0,1-2-11 0,2-1-202 16</inkml:trace>
  <inkml:trace contextRef="#ctx0" brushRef="#br0" timeOffset="27085.2">12522 7728 2743 0,'5'2'166'0,"3"0"-103"0,4 2-37 0,3 1-19 0,1 1-4 0,0 0-3 15,2 1-5-15,0 1-5 0,0 0-7 0,-2 1-9 0,-1 0-9 0,-3 1-18 16,-3 1-23-16,-1 1-29 0,-2 0-35 0,-1-1-35 0,0 0-45 16,-2-2-62-16,0-1-46 0,-2-3-22 0,-1-1-9 0,0-3-17 0,-1-2-4 15</inkml:trace>
  <inkml:trace contextRef="#ctx0" brushRef="#br0" timeOffset="27218.2">12672 7175 2619 0,'-1'-1'129'16,"0"2"-73"-16,2 0-46 0,1 2-30 0,3 0-21 0,2 2-43 0,2-1-85 15,3 1-120-15,-1 1-137 0,2-1-28 0,0 1-4 0,-1-1-194 16</inkml:trace>
  <inkml:trace contextRef="#ctx0" brushRef="#br0" timeOffset="27418.16">13209 7654 1866 0,'7'27'179'0,"2"9"-131"0,5 11-9 0,4 3-9 15,0 0-12-15,3 1-5 0,0 2-6 0,0 1-2 0,0 0 2 0,1 2-4 16,-2 2-2-16,2 2-4 0,-2 1-5 0,-2 2 0 0,0 3 4 15,-4 1 4-15,0-2 1 0,-2-2 1 0,0-5-4 0,0-5-2 0,-1-4-5 16,-1-3-5-16,-3-4-1 0,2-4-14 0,-1-7-27 0,0-3-47 16,0-6-75-16,-2-4-54 0,-1-2-9 0,-2-5 1 0,-2-5-8 0,-1-6-30 15,0-6-159-15</inkml:trace>
  <inkml:trace contextRef="#ctx0" brushRef="#br0" timeOffset="27618.57">13348 7595 3152 0,'2'-4'97'0,"2"0"-59"0,4-1-35 0,7 0-24 15,7-2-8-15,9 0 10 0,6-1-9 0,5 2 8 0,2 1-4 0,1 2-4 16,-2 2 12-16,1 1-3 0,-3 1-4 0,-2 3 4 0,-1 2-7 16,-4 2 1-16,0 2-15 0,-4 2-7 0,-3 1-10 0,-3-2-21 0,-2 3 6 15,-4 0 3-15,-5 0-4 0,-1 2 11 0,-6-1-10 0,-2 2-14 0,-4 0-14 16,-3 0-21-16,-3 2-20 0,-2 0-40 0,-4 0-40 0,-1 1-22 15,-3-1-24-15,-2 1-20 0,-1 0-11 0,-4 1-95 0</inkml:trace>
  <inkml:trace contextRef="#ctx0" brushRef="#br0" timeOffset="27934.51">14090 8124 1824 0,'11'1'833'0,"4"0"-787"0,6 1-30 0,6-1-31 15,2-3-1-15,7-3-3 0,0-2-9 0,4-4-5 0,1-1-20 0,-1 0-7 16,-1-3 1-16,-3 0 10 0,-3 0 19 0,-1 0 15 0,-5-1 10 16,-1 1 5-16,-3-1 5 0,-4 1 2 0,-2-1 2 0,-3 0 5 0,-2 1 6 15,-3 2 1-15,-2 0 10 0,-2 1 8 0,-3 0 5 0,-2 1 6 0,-4 1 0 16,-2 1-4-16,-2 1-7 0,-2 1-8 0,-2 2 1 0,-2 0-6 16,-1 2-5-16,0 0-4 0,-2 1-9 0,1 2-8 0,-2 0-1 0,1 2-1 15,-2 2 2-15,0 0 2 0,3 3 3 0,-1 1 8 0,1 2 7 0,0 2 2 16,2 1 2-16,1 3-6 0,0 2-1 0,3 1-3 0,0 3-4 15,2 1-5-15,2-1-5 0,0 2-1 0,2 0-4 0,2-1 6 0,2 0-6 16,3 0-3-16,1-2-1 0,2-1-8 0,1-2-7 0,3-2-9 0,0-2-13 16,3-2-15-16,0-2-11 0,2-4-20 0,2-1-17 0,1-3-38 15,1-4-25-15,-1-3-32 0,4-6-35 0,1-5-21 0,-1-5-44 0,3-7-47 16,0-7-247-16</inkml:trace>
  <inkml:trace contextRef="#ctx0" brushRef="#br0" timeOffset="28103.51">15322 6502 3157 0,'-2'11'123'15,"2"7"-62"-15,0 11-39 0,4 7-24 0,1 6 0 0,4 7-2 0,1 5 2 16,1 4 1-16,0 4-8 0,-2 5-4 0,-2 5 2 0,-1 3 2 16,-1 3 2-16,-2 4 5 0,2 3-3 0,-1 1-8 0,1 0-5 0,0-2-31 15,1-2-25-15,0-5-36 0,1-4-41 0,0-4-45 0,0-5-62 0,0-5-74 16,-1-4-97-16,1-5-36 0,1-4 24 0,-1-4-152 0</inkml:trace>
  <inkml:trace contextRef="#ctx0" brushRef="#br0" timeOffset="28318.51">16150 7732 3044 0,'1'7'322'0,"0"4"-273"15,3 4-29-15,1 3-42 0,4-1-12 0,2 2-15 0,3 3-9 0,2-1 2 16,1 3 3-16,-1 0 12 0,-2 1 20 0,0 0 13 0,-3-1 4 0,0 0-8 16,-2-3-16-16,0 2-16 0,-1-1-18 0,0-3-10 0,0 2-5 15,-1-2-8-15,-1-3-4 0,0-2-14 0,-1-1-24 0,-2-2-36 0,0-3-50 16,-1-2-46-16,-1-2-25 0,-1-3 3 0,0-2-1 0,0-3 6 16,-1-4-206-16</inkml:trace>
  <inkml:trace contextRef="#ctx0" brushRef="#br0" timeOffset="28451.51">16313 7404 3428 0,'-1'4'37'0,"-1"1"-109"0,1 1-120 16,3 1-103-16,1 0-125 0,6 0-144 0,1 0-28 0,2 0 16 0,-1-1-31 15</inkml:trace>
  <inkml:trace contextRef="#ctx0" brushRef="#br0" timeOffset="28768.51">16755 7598 3228 0,'3'16'102'0,"1"4"-51"0,4 7-57 15,1 1-23-15,3 1-12 0,1-1-24 0,3 2-7 0,2-2-5 0,-1 2 11 16,-2-3 20-16,0 0 19 0,-1-1 3 0,-2-2-8 0,0-2-15 15,-2-4-21-15,1-2-1 0,-1-4 9 0,1-1 16 0,0-4 21 0,-2-2 11 16,2-5 5-16,-2 0 1 0,0-3-2 0,0-2-13 0,1-3-5 0,-1-1-5 16,0-2-2-16,1-2 7 0,1 0 6 0,-1-3 5 0,1-1 6 15,-2 0-1-15,-1 2 6 0,1 0 4 0,0 1 0 0,0 2 4 0,0 2-1 16,1 2 2-16,-1 1 4 0,-1 0 0 0,1 3 5 0,0 1 3 16,0 2 1-16,0 1 6 0,1 2 1 0,-1 1-1 0,1 2-2 0,1 1-3 15,-1 1-3-15,0 1-3 0,-1 1-4 0,0 1-5 0,-1 0-4 0,2 0-7 16,-1 1-1-16,0 0-8 0,-2 1-17 0,0-1-31 0,-1-1-54 15,0-1-64-15,-2-1-68 0,1-2-49 0,0 0-4 0,-1-1 25 0,0-1 39 16,1-1 41-16,1-1 25 0,0-2-49 0,3-1 33 0</inkml:trace>
  <inkml:trace contextRef="#ctx0" brushRef="#br0" timeOffset="29085.51">17935 7790 2901 0,'5'3'192'0,"2"0"-140"0,4 2-61 16,0 0-34-16,4-1-13 0,1 1-7 0,5-1-7 0,-1 0 10 0,2-1 4 16,-2-1 10-16,0-2 18 0,-1 0 7 0,-1-2 0 0,-2-1 1 15,1 0-5-15,-1-2 4 0,0-2 3 0,-1 0 9 0,1-2 15 0,-1-1 2 16,-2-2 8-16,-2-2 8 0,-1 0 2 0,-1 1 5 0,-2 0-5 16,-2-2-4-16,-1 1-5 0,-3-2-2 0,-1 3-2 0,-2-1-7 0,-2 3 6 15,-3 1-5-15,-2 2-6 0,-3 2 3 0,-3-1-13 0,-4 4 4 0,-1-1 14 16,-1 2 0-16,-4 3 6 0,0 3 2 0,-2 2-12 0,-1 2-13 15,1 2 1-15,-1 3 2 0,4 2 2 0,0 2 18 0,3 2 8 0,4 2 9 16,0-1 2-16,3 4 3 0,4-1 1 0,2 0 1 0,4 1 6 0,4 0-1 16,3 0-5-16,4 1-2 0,4-1-5 0,4-1-6 0,5 0 1 15,3-3-7-15,5-2-11 0,3-1-3 0,4-4-6 0,3-1 0 0,1-2-4 16,3-4-1-16,1-2-3 0,0-4-15 0,2-3-11 0,-2-3-28 0,-1-5-36 16,1-4-43-16,0-7-119 0,-2-4-78 0,-3-6-86 0,0-8-93 15,-1-9-84-15,3-12-43 0</inkml:trace>
  <inkml:trace contextRef="#ctx0" brushRef="#br0" timeOffset="29801.51">12109 5774 3591 0,'-70'19'-6'16,"-30"12"-22"-16,-26 13-37 0,-30 17-28 0,45-1-12 0,4 5-2 16,5 5 11-16,6 4 1 0,3 5-2 0,1 8 12 0,0 5 18 0,2 8 32 15,0 1 19-15,6 3 14 0,4 4 7 0,5 3 0 0,6 2 2 0,6 2-4 16,6 2 0-16,6-2-17 0,5 1 4 0,6-1-2 0,8 1 0 15,4 1 7-15,7-1-11 0,6-1-2 0,6 0-3 0,7-3 4 0,9-1 4 16,8-4 2-16,6-2 4 0,10-3 1 0,7-2-5 0,9-1-3 0,9-1-8 16,7-2-5-16,8-3-1 0,8 0-9 0,6-5 13 0,6 0 0 15,7-7 8-15,5 0 9 0,6-2 1 0,6-4 0 0,4 0 0 0,6-3 7 16,5-2 4-16,5-3 8 0,5-2 2 0,1-4-1 0,6-2 4 16,4-1 7-16,5-2 4 0,4-3 5 0,5-3 2 0,2-3-6 0,3-6 2 15,3-2-3-15,3-3-15 0,2-5 4 0,3-2-7 0,3-6-2 0,2-2 11 16,2-5-4-16,4-5 7 0,-1-4-4 0,1-3 8 0,1-4 1 15,-1-3-4-15,-1-4 10 0,0-3 1 0,-2-4 0 0,-2-3 6 0,-4-2 7 16,-2-3-3-16,-3-5 3 0,-2-3-13 0,-2-5-3 0,-4-3-6 0,-3-1-5 16,-3-5 4-16,-1-5-7 0,-4-3-2 0,-3-4 4 0,-4-4 1 15,-3-2-3-15,-6-3 10 0,-5-4-9 0,-3-2-2 0,-5-1-4 0,-5-3-4 16,-4-4 0-16,-5-2 6 0,-5-3-4 0,-4-3 3 0,-7-3-4 16,-5-2 4-16,-7-1-3 0,-6-4-5 0,-4-2-4 0,-6-3-4 0,-6-1 6 15,-7-1-12-15,-7-2 1 0,-6-2-12 0,-7 1-6 0,-6-3 3 0,-6 0 1 16,-7-2-6-16,-6-3 2 0,-8 0-2 0,-5 0-13 0,-8 0 17 15,-4 1 8-15,-5 0-2 0,-4 0 10 0,-6 2-17 0,-5-2-2 0,-5 5 3 16,-5 2-3-16,-5 0 5 0,-6 1-2 0,-4 3-1 0,-8 0 3 0,-4 1 7 16,-7 2 1-16,-7 1 2 0,-5 0 17 0,-6 3-3 0,-6-2-6 15,-8 4 15-15,-4 1-9 0,-7 0 18 0,-7 3 6 0,-6 0-8 0,-7 3 4 16,-7 2-14-16,-6 2 19 0,-6 4 3 0,-5 2 7 0,-7 3 8 16,-4 4-16-16,-5 4-1 0,-4 7-7 0,-5 7-4 0,-4 5 0 0,-2 8 6 15,-4 9-2-15,-3 4-2 0,-2 10-5 0,-4 7-10 0,-2 10-1 0,-2 10-4 16,-3 9-11-16,1 10 0 0,-3 8-2 0,-1 10-5 0,-2 10 8 15,0 7 0-15,-2 10-12 0,1 9 0 0,1 5-7 0,0 11-12 0,4 6 1 16,1 6-25-16,3 8-5 0,2 5-17 0,5 6-7 0,4 8-2 0,7 1 11 16,4 1 19-16,6 0 28 0,7-6-23 0,4-1-83 0,9 3-161 15,8 2-60-15,8 5-14 0,9 7-16 0,6 2-24 0,6 4-48 0</inkml:trace>
  <inkml:trace contextRef="#ctx0" brushRef="#br0" timeOffset="30401.51">16008 10715 2691 0,'-21'-12'88'0,"0"3"-23"16,0 0-42-16,5 7-36 0,7 5-37 0,3 3-12 0,1 4-2 15,3 4 14-15,1 6 14 0,3 4 13 0,2 2 11 0,1 5 9 0,1-1 7 16,-1 1-1-16,0 0 4 0,2 1-4 0,-1 1-1 0,1 4 4 16,2 0-1-16,2 2 1 0,1 2 0 0,1-1-2 0,-1 1 5 0,0 3 2 15,-2 1-15-15,1 1 2 0,0 2-3 0,-1 2 0 0,0 0 12 0,0 0-6 16,-1 0-2-16,0 2-7 0,1 0-5 0,-1 0-4 0,1-2-12 15,1-2-10-15,2-2-8 0,-1-2-24 0,2-3-7 0,-3-3-26 0,2-3-34 16,0-2-14-16,-1-1-36 0,0-5-44 0,-2-2-57 0,0-3-64 0,0-2-53 16,-2-3 16-16</inkml:trace>
  <inkml:trace contextRef="#ctx0" brushRef="#br0" timeOffset="30602.51">16819 10777 3408 0,'-6'-6'245'0,"2"0"-154"16,0 0-64-16,3 4-27 0,1 2-29 0,1 1-9 0,1 3-15 15,4 3 19-15,2 4 6 0,3 6 8 0,1 5 12 0,0 3-16 0,-2 5 9 16,0 3 2-16,-2 5-2 0,-1 5 6 0,-2 5-11 0,0 4-4 16,-2 4-7-16,0 2-11 0,0 0-18 0,-1 0-40 0,0 0-7 0,-1 0-20 15,0 0-23-15,-2 1-20 0,-1-1-54 0,-2 2-34 0,-2-2-22 0,-1 0-37 16,-2-1-56-16,-2-1-68 0,-3-2-155 0</inkml:trace>
  <inkml:trace contextRef="#ctx0" brushRef="#br0" timeOffset="30835.51">15802 12105 3687 0,'-1'1'177'16,"3"1"-128"-16,2 1-36 0,4 0-5 0,7 3-14 0,13 6 2 15,13 8 0-15,15 5-7 0,8 4 1 0,6 3 4 0,-2-1-4 0,-1 3 4 16,-2-1 6-16,-1 2-11 0,-2 2-18 0,-1 1-25 0,0 3-34 0,-2 3-31 16,-1 2-27-16,-1 0-8 0,-4 0 9 0,-5-6 20 0,-4-7 37 15,-6-5 29-15,-5-7 17 0,-2-7 16 0,-4-3 5 0,-3-7 11 0,-3-4 15 16,-2-4 8-16,0-4 3 0,-2-4-6 0,1-5-18 0,0-9-23 16,4-7-64-16,3-10-98 0,6-10-181 0,4-12-226 0,8-18-454 0</inkml:trace>
  <inkml:trace contextRef="#ctx0" brushRef="#br0" timeOffset="31935.51">15216 13930 2100 0,'-20'5'1084'0,"-2"3"-954"0,-5 2-29 0,3 4-42 16,2 2-24-16,5 2-35 0,2 3-28 0,3 7-16 0,4 7 10 0,3 8 4 15,3 7 10-15,1 6 11 0,2 5-3 0,-1 5 5 0,-1 3-1 16,0 2-2-16,0 6-14 0,0 0 3 0,-2 2-6 0,1 0-1 0,0-1 10 15,-1-4 4-15,-1-5 3 0,1-5-18 0,-2-5 6 0,2-3-19 0,-1-6-23 16,2-3-5-16,1-4-34 0,0-6-15 0,2-5-13 0,1-5-22 0,0-2-22 16,1-6-9-16,0-3-1 0,0-4 8 0,0-4 17 0,0-5 7 15,0-5 4-15,-1-5 1 0,0-7 2 0,-1-7-11 0,1-10-5 0,2-10 1 16,0-13-17-16,1-9-68 0</inkml:trace>
  <inkml:trace contextRef="#ctx0" brushRef="#br0" timeOffset="32236.02">15126 14472 443 0,'-7'-18'335'16,"1"-1"-69"-16,-3-6 3 0,1 4-12 0,1 5-56 0,0 0-61 15,1 1-48-15,0 2-23 0,0 2-18 0,1 1-6 0,0 2 0 0,2 2-6 16,0 0-9-16,0 2-8 0,1 0-8 0,1 1-13 0,1 0 4 16,1 1-8-16,-1 0 0 0,1 1-8 0,0-1-8 0,2 1-7 0,0 0-3 15,1 0 2-15,2 0-7 0,0 0 0 0,2 1-7 0,0 1-8 0,1 1-3 16,0-2-8-16,3 2-10 0,1 0-8 0,2 0-6 0,-1 0-9 16,1 0-12-16,1 0-17 0,-2 0-32 0,1 0-14 0,0 0-6 0,1 1 12 15,0-1 31-15,1 0 32 0,1 0 31 0,1-1 25 0,-1-1 20 0,-3 0 10 16,1-2 15-16,-1-1 14 0,-1-1 16 0,0 0 22 0,-1-2 22 15,0 0 20-15,-2 0 16 0,1 0 15 0,-2-1 5 0,0 1 5 0,-1 0 8 16,-2 1-9-16,0 0-3 0,-2 2-12 0,0 0-18 0,-1 1-10 16,-1 2-9-16,0-1-10 0,-1 2-4 0,1 1-8 0,-1 1-11 0,1 2-10 15,0 1-11-15,2 2-8 0,1 3-1 0,0 1-3 0,1 4-3 0,0 3-4 16,0 0-8-16,1 4-3 0,-2 2-3 0,2 0-5 0,-1 4-1 16,0 1-3-16,1 2 6 0,-2-2-1 0,0 0-14 0,0-1-9 0,1 1-21 15,-1-3-20-15,0 1-24 0,0-2-34 0,-1-1-30 0,0-2-31 0,0-3-20 16,-2 0-21-16,0-3-22 0,-1-1-3 0,-2-3 4 0,-1-3-70 15</inkml:trace>
  <inkml:trace contextRef="#ctx0" brushRef="#br0" timeOffset="32419.02">15832 14039 1826 0,'-6'-1'364'0,"1"0"-206"0,-1 0-26 0,1 1-11 0,1-1-26 0,1 2-53 16,2 0-38-16,0 1-21 0,0 1-2 0,1 2-1 0,0 2 7 15,0 2 4-15,0 2-3 0,-1 2 8 0,0 3-3 0,0 3 2 0,-1 1-3 16,1 4-3-16,-2 2 0 0,0 1-3 0,0 1-2 0,1 0-13 16,0 1-12-16,0-3-18 0,1 0-25 0,0-2-23 0,1 2-39 0,-2-1-23 15,1-2-28-15,0-1-43 0,0-1-62 0,0-1-79 0,-1 0-239 0</inkml:trace>
  <inkml:trace contextRef="#ctx0" brushRef="#br0" timeOffset="32686.02">15971 13982 2180 0,'-1'4'220'16,"0"1"-137"-16,2 2-27 0,1 0-5 0,2 1-17 0,2 2-20 15,3 4-16-15,4 3-9 0,1 3 8 0,3 0 5 0,1 3-4 0,-1 0 2 16,1 1-3-16,0 0-4 0,0 1 3 0,-2 0-4 0,2 1-7 0,1 1 1 16,-1-1-2-16,0-1 3 0,0 0-1 0,-2-1 2 0,-1 0-2 15,1-2-11-15,-1-2-8 0,0-1-18 0,-2-2-14 0,0-1-24 0,0 0-41 16,1-3-59-16,0-2-53 0,0-2-49 0,2-2-46 0,1 0-27 16,-1-1-151-16</inkml:trace>
  <inkml:trace contextRef="#ctx0" brushRef="#br0" timeOffset="33035.01">16803 14175 1902 0,'-5'5'930'0,"-1"1"-817"0,-1 2-29 0,1 1 2 0,2 0-3 15,0 2-32-15,3 2-38 0,2 3-11 0,1 3-6 0,1 2-1 0,2 3 5 16,2 1 0-16,0 3 1 0,-1 1 3 0,3 3-4 0,1 0-7 15,1 1 5-15,1-2-7 0,1 0 2 0,1-2-2 0,1-1-10 0,1-2 6 16,1-1-4-16,1-3 4 0,1 0-4 0,1-3-2 0,-2-3-2 0,2-4 0 16,-1-1 7-16,-1-2 3 0,1-2 8 0,-1-2 1 0,-1-2 9 15,-1-2 5-15,0-1 0 0,-1-2 1 0,-1 0 2 0,-2-2-1 0,1 0 6 16,-1-2-5-16,-1-1-4 0,0-1-6 0,-3-2-3 0,0 1 5 0,-1-2 0 16,-1-1 5-16,-3-2-1 0,-1-1-2 0,-2 2-2 0,-1-1 7 15,-3 0-1-15,-3 0-3 0,-1 0-1 0,-2 0-3 0,-3 1-4 0,-1 1 1 16,-3 0-3-16,0 4 0 0,1-1-12 0,-3 2-1 0,-1 0-6 15,-2 1-17-15,-3 0 2 0,-1 2-8 0,-1 1-1 0,1 2-2 0,1 1-9 16,0 2-12-16,1 1-10 0,1 2-24 0,0 1-22 0,3 1-20 0,0 1-39 16,2 1-27-16,4-1-50 0,0 4-73 0,4 2-74 0,3 2-36 15,4 0-99-15</inkml:trace>
  <inkml:trace contextRef="#ctx0" brushRef="#br0" timeOffset="33335.01">17835 14693 2573 0,'3'10'235'0,"1"0"-201"0,4 2 15 0,2 0 8 16,0-2-4-16,3 3-22 0,2 0-33 0,3 3-11 0,3-1-3 15,0-2 4-15,1 1-1 0,0-3-13 0,-1 0-20 0,2-2-24 0,0-3-17 16,-1-2-19-16,2-1-13 0,0-3 3 0,-1-2 13 0,1-3 27 0,-4-1 33 16,0-4 20-16,-2-1 17 0,-3-3 12 0,-2-2 11 0,-2 1 16 15,0-3 9-15,-4-1 8 0,0 1 5 0,-3-2 14 0,-3-1 3 0,-1 1-3 16,-3-2-5-16,-2 1-6 0,-2 0-5 0,-3 0 3 0,-2 0-6 15,0 0-6-15,-4-1 1 0,-2-1-14 0,-3 2-2 0,0-1-3 0,-2 0-13 16,-2 2 1-16,-2 1-9 0,-2 2-10 0,-1 4-5 0,-1 0-2 0,0 3-7 16,0 2 0-16,1 3-7 0,-2 3-2 0,1 2 0 0,1 2-5 15,-1 3-7-15,3 2-13 0,3 2-10 0,-1 2-14 0,2 2-12 0,-2 4-10 16,1 3-8-16,0 3-11 0,1 4-12 0,2 2-16 0,1 0-22 0,2 2-18 16,5-2-28-16,1 1-56 0,2-1-49 0,4 0-36 0,4-3-27 15</inkml:trace>
  <inkml:trace contextRef="#ctx0" brushRef="#br0" timeOffset="33819.01">18123 13549 2244 0,'-3'5'291'0,"2"1"-174"15,-1 3-50-15,0 2-2 0,2 3-20 0,2 4-25 0,2 6-17 0,2 4-8 16,3 8-1-16,-1 4 1 0,3 7 0 0,0 4 1 0,0 4 3 15,1 4-1-15,1 3-5 0,0 1-2 0,1 2 2 0,2 0-10 0,-1-2-1 16,1 0-5-16,1-5-6 0,1-3-4 0,-2-2-13 0,3-4-18 0,0-2-18 16,1-3-1-16,2-2 4 0,4-5 8 0,1-4 9 0,1-5 17 15,-1-4 21-15,-1-6 16 0,0-4 33 0,-4-4 23 0,1-4 18 0,-4-3-6 16,-3-1-2-16,-2-2 20 0,-2 0 5 0,-2-3-4 0,0 0 0 0,1-2-27 16,0-1 7-16,-1-2 25 0,-1 0-5 0,0-2-5 0,-1 1-14 15,-1-3-12-15,0-1-4 0,0-2-7 0,0 0-12 0,0 0 0 0,-1-2-9 16,0 0-2-16,-1 1 4 0,0 2-5 0,-1 2 3 0,-1 0-5 0,0 4 0 15,-1 1 5-15,-1 2 1 0,0 2 1 0,-1 2-7 0,0 1 16 16,0 1-8-16,-1 1 3 0,0 1 0 0,0-1-22 0,0 1 6 0,0 0-27 16,0 1 1-16,0 1-8 0,1 1-5 0,0 0 6 0,1 1-2 0,1 0-6 15,0 0-6-15,3-1 0 0,0 1-9 0,1 0 6 0,0-1 2 16,1-1 3-16,0-1 13 0,0-1 4 0,0 0 10 0,-1-1 10 0,0-2 7 16,0 0 2-16,-1-1 14 0,-1-1 3 0,1 0 15 0,-1-1 15 15,0 0-5-15,-1-1 12 0,0 0 2 0,-1 0 1 0,1 0-2 0,-1 0-14 16,0 1-7-16,-1 0-7 0,0 1-1 0,0 0 0 0,1 1-9 0,-1 0-1 15,0 1-12-15,-1 1 3 0,1 0-1 0,0 0-7 0,0 2-2 16,0 1-2-16,2 0-8 0,0 3-7 0,1 2 3 0,2 1-13 0,-1 4 0 16,1-1-1-16,0 4-5 0,0 2 1 0,1 2-7 0,0 1-12 15,0 3-14-15,-1-2-3 0,0 1-12 0,1-1-17 0,0-4-21 0,-1-1-33 16,1-2-45-16,-1-2-36 0,1-3-54 0,0-1-44 0,-1-3-52 0,1-1-36 16,1-4 4-16,1-6-35 0</inkml:trace>
  <inkml:trace contextRef="#ctx0" brushRef="#br0" timeOffset="34002.01">19338 13727 1880 0,'-1'3'911'0,"-1"0"-806"16,1 2-49-16,1 0 4 0,0 1-2 0,2 1-16 0,2 3-39 0,1 4-15 15,3 4-4-15,2 6 6 0,0 2 5 0,2 6-9 0,0 3 0 16,2 4-17-16,-1 4-10 0,1 3-5 0,1 3-28 0,0 1-18 0,1 4-35 15,-1-1-28-15,1-2-28 0,-3-2-36 0,-1-5-65 0,-2 0-98 16,0 1-108-16,-1-1-211 0</inkml:trace>
  <inkml:trace contextRef="#ctx0" brushRef="#br0" timeOffset="34452.01">19868 14511 1898 0,'1'0'327'0,"0"1"-175"0,1 1-4 15,1-1 2-15,0 3-32 0,0-1-55 0,2 1-47 0,2 2-17 16,1 0-3-16,2 2-6 0,0 0-8 0,3 0-7 0,0-1-5 0,2 1-14 15,0 1-5-15,2 0-12 0,2-2-12 0,1 0 4 0,1-1 8 16,1-2 9-16,0-2 19 0,1-2 10 0,0-2 5 0,-2-2 12 0,1-2 3 16,-2-2 12-16,-1-1 18 0,-1-1-3 0,-2-1 19 0,-2 2-5 0,-2-3-4 15,-1 0 5-15,-1-1-9 0,-2-1 0 0,-2 1-4 0,-1-1-6 16,-3-1-4-16,-1 0-6 0,-3 1-8 0,-1-1-2 0,-2 0-13 0,-1 1 8 16,-2 1 0-16,-2 2 0 0,0 1 1 0,0 1-6 0,-3 2-3 0,1 1-11 15,-3 2-2-15,-1 1 4 0,1 3 0 0,-2 1 12 0,2 2 7 16,-1 1 5-16,2 1-1 0,1 1-2 0,1-1-12 0,1 1-7 0,2-1-7 15,4 0-9-15,0-1-11 0,2-1-14 0,2 0-7 0,2-1 5 16,1 0 8-16,1 0 21 0,2-1 7 0,0 0 19 0,3 1 12 0,1-1 10 16,3 0 13-16,2 0-3 0,1 0 1 0,3 0-7 0,3 1 0 15,1 1 5-15,2 0 3 0,2 2 2 0,-1 1-1 0,2 1-6 0,1 2-3 16,2 0 0-16,-2 2 0 0,1 3-8 0,-3 1-1 0,2 2-4 0,-1 1-2 16,-2 1-3-16,0 1 9 0,-3 1 17 0,0 0 0 0,-3 2 16 0,-2-2-2 15,-1-2-7-15,-3 0 2 0,-3-4-11 0,-1-1-8 0,-3-2-2 16,-2-2-8-16,-3-2-1 0,0-2 6 0,-3-2 5 0,0-2 7 0,-2-1 8 15,-3-1-5-15,0-3 2 0,-2-1 2 0,0 0 3 0,1-3 8 16,-1 0 0-16,1-2 6 0,-1-1 6 0,1 0 6 0,2-2-7 0,1 1-12 16,2-2-8-16,1-3-11 0,1-2-5 0,3-1-7 0,1-4-9 0,3-1-16 15,3 1-12-15,2-3-11 0,2 1-19 0,3 0-19 0,2 0-17 16,4 0-35-16,2 1-45 0,5 1-60 0,3-1-84 0,5-1-108 0,6-4-63 16,4-2-35-16,5-2-3 0</inkml:trace>
  <inkml:trace contextRef="#ctx0" brushRef="#br0" timeOffset="34735.01">22415 14372 2794 0,'-1'8'187'0,"0"3"-129"0,0 5-41 0,1 3-12 0,0 2-5 15,3 8 0-15,2 4-17 0,4 9 15 0,1 6 4 0,2 6 2 16,-1 5 16-16,0 4-6 0,0 3-2 0,0 2-1 0,0 3-11 0,1 0-2 16,1 2-7-16,-1-2 1 0,2-3-11 0,-1-4-11 0,0-5-2 0,-1-3-26 15,-1-3-32-15,0-5-55 0,0-3-90 0,-1-6-83 0,-1-4-91 16,-1-3-86-16,-2-4-33 0,0-5-54 0</inkml:trace>
  <inkml:trace contextRef="#ctx0" brushRef="#br0" timeOffset="34969.01">22274 14545 1738 0,'-3'-4'680'16,"0"-2"-494"-16,-1-2-55 0,0-3-24 0,3 0-16 0,0 0-30 0,2-1-35 15,2-1-19-15,2-1-12 0,3 0-2 0,4 0-5 0,0 0-2 16,4 0-3-16,2 0-7 0,2 1-4 0,5 1 1 0,3 0 3 0,3 2 9 15,3 2 3-15,1 2 7 0,0 4 4 0,3 2-3 0,-1 3 6 16,1 4-9-16,-1 2 4 0,-2 2 3 0,0 3-7 0,-3 2 3 0,-1 2-8 16,-2 2-6-16,-1 1-2 0,-4 2-14 0,-2 1-14 0,-3-1-13 0,-5 0-20 15,-5 1 16-15,-1-2 1 0,-4 0 9 0,-2 0 7 0,-2-1-22 16,-3-1-18-16,-4-2-9 0,-3-1 4 0,-3 1-1 0,-5-2 11 0,-3-2 5 16,-1-1-2-16,-4-2 3 0,2-2-5 0,1-1-13 0,0-4-23 0,2-1-16 15,-1-3-33-15,1-4-25 0,3-3-8 0,-1-5 6 0,2-5-9 16,4-3 47-16</inkml:trace>
  <inkml:trace contextRef="#ctx0" brushRef="#br0" timeOffset="35419.01">22964 14456 706 0,'14'5'229'0,"2"2"-56"0,4 2-26 0,-3 1-25 0,1 0-12 15,1 1-17-15,0 3-19 0,3 1-10 0,-2-1 6 0,0 0-1 16,0 2-1-16,0 0-6 0,-1 1-13 0,-1-1-10 0,1 1-11 0,-3-2-8 16,-1-1-11-16,0-2-9 0,-3-1-10 0,-2-1-19 0,-2-2-22 0,-3-1-37 15,-2-3-42-15,-2-2-17 0,-1-3 1 0,-2-3 35 0,0-1 28 16,-2-2 24-16,0-1 9 0,-1-1 3 0,0-2 25 0,-1 0 12 0,-2-4 32 15,0 0 26-15,1-1 27 0,1-1 28 0,1 0 5 0,3 1 4 16,2 0-11-16,-1 0-15 0,2 0-13 0,1-3-18 0,1 2-18 0,4-1-16 16,0 3-10-16,2 1-5 0,1 3-1 0,-1 2 0 0,2 2-3 0,-2 1-7 15,1 2-1-15,1 1-9 0,1 1-12 0,0 1-15 0,0 1-22 16,1 1-14-16,0 1-8 0,0 1-8 0,0 0-4 0,-1 1 4 0,2 1 5 16,-1 1 19-16,0 0 25 0,-1 0 16 0,-1-1 18 0,1 2 9 0,0 0 6 15,-1 0 6-15,0-1 9 0,-3 1 11 0,0 0 12 0,0 1 14 16,0 0 9-16,-1 1 2 0,0 1 1 0,1 0-4 0,0 0-1 0,-1 1 2 15,0 0 4-15,0 2-3 0,1 1-1 0,0 2-5 0,0 1-5 16,0-1-8-16,0 3-16 0,0-1-11 0,0-1-8 0,2 2-6 0,0-2-5 16,1-1-4-16,0-2 2 0,-1 0-8 0,1 0 6 0,1-1 8 0,-1-2-2 15,1-1 8-15,0-2 11 0,-1-1-2 0,1-1 13 0,0-2 8 16,0 0 1-16,0-3 19 0,-1-2 8 0,1-1 0 0,0-2 9 0,-1-1-14 16,1-2-12-16,-2 0-10 0,1-1-4 0,0-2-8 0,0 1-7 0,0-4-7 15,-1 1-4-15,0-2 0 0,0 0 0 0,-1-1-9 0,-1-1-8 16,-2-2-3-16,-2 2-11 0,-1-2 1 0,-1-1-2 0,-2 0-8 0,-2 0-5 15,-1 1-11-15,-2 1-3 0,-2 1-5 0,-1 0-2 0,-2 1-3 16,-1 0-5-16,0 1-8 0,-3 1-10 0,-1 0-8 0,-1 2-15 0,-1 1-11 16,-3 1-7-16,1-1-12 0,0 2-12 0,0 0-14 0,1 2-11 0,1 2 4 15,0 1 2-15,3 2-2 0,2 2-13 0,1 1-15 0,5 1-130 16</inkml:trace>
  <inkml:trace contextRef="#ctx0" brushRef="#br0" timeOffset="35969.01">24132 14667 820 0,'11'4'318'16,"2"1"-138"-16,4 1-24 0,-3-2-1 0,0 0 0 0,0 0-17 0,-1 0-34 16,-1-1-34-16,-1 0-17 0,1 0-13 0,-1 1-10 0,0-1-5 0,-1 1-7 15,-1 0-9-15,0 0-7 0,0 1-1 0,-1 0 2 0,1 0-6 16,-1 0 0-16,-1 2-1 0,2 0-4 0,-3 2 2 0,2 0-3 0,0 3-4 16,0 2 3-16,1 0-3 0,0 4 2 0,2 3-3 0,-1 2-4 0,2 2 1 15,0 2-3-15,0 1 2 0,-1 0 8 0,-1 3 6 0,1 1 0 16,-1 1 4-16,1 2-2 0,-2-1 1 0,-1 0-9 0,0 1 0 0,-3-2-10 15,0 2 0-15,-2-1 6 0,-2-2 2 0,-1-1 9 0,-1-2 3 0,-3-2 1 16,-2-1 8-16,-2 0-7 0,-3-2-9 0,-2-3 6 0,-2-1-6 16,-2-3-1-16,-4-3 2 0,-2-3-2 0,-2-3-2 0,-2-3 2 0,-1-2-6 15,0-4 10-15,1-3 1 0,1-4 2 0,2-2 9 0,3-3 0 16,1-3 13-16,3-1 12 0,1-3 4 0,5-2 4 0,1-3-4 0,3-1 2 16,3-2 2-16,3-1-5 0,3-5 1 0,3 1-9 0,3-3 2 0,4-2-3 15,2 3-11-15,4-1-4 0,1 2-9 0,-1 2-2 0,3 2 7 16,2 1-6-16,0 5 2 0,2 1-2 0,1 2-4 0,-1 4 4 0,1 0-5 15,-1 2-4-15,2 2-5 0,-1 3-6 0,0 0-3 0,0 3 0 16,-2 2-2-16,2 2 5 0,-2 3 6 0,0 1 3 0,-1 3 3 0,-2 0 3 16,-1 2-4-16,1 0 7 0,-1 2-6 0,1 0 3 0,1 1-9 0,-1 3-5 15,1-1 3-15,-3 1-8 0,1 0 5 0,-2 1 0 0,0 0-12 16,-1 0 3-16,-1-1-4 0,0 0-5 0,-3 0 7 0,-2-1-8 0,-3 0 0 16,-1-2-2-16,-3-2-2 0,-2-1 0 0,-2-3-1 0,-2 0-2 0,-2-1-11 15,-2-3-4-15,0-2-4 0,-1-1 6 0,-2-2 10 0,-1-3 18 16,-2-1 10-16,1-3 7 0,1-3 14 0,1 0 0 0,1-2 12 0,1-1 8 15,0 1 5-15,1-3 9 0,2 0 2 0,0 1 12 0,2-2 16 0,1 1 11 16,1 2 13-16,1 0 6 0,0 2-11 0,3 0-11 0,0 4-13 16,1-1-16-16,0 1-9 0,1 1-8 0,2 2-9 0,-1 2-5 0,0 1-2 15,2 1-10-15,-1 0-6 0,2 1-10 0,0 2-14 0,0 0-16 16,0 1-23-16,0 0-30 0,0 0-39 0,0 1-24 0,1 0-27 0,-1 1-4 16,0 0 2-16,2 0-1 0,-1 2 0 0,2-1-1 0,0 1 11 0,-1 2 11 15,1 1-75-15</inkml:trace>
  <inkml:trace contextRef="#ctx0" brushRef="#br0" timeOffset="36235.01">25351 14971 1493 0,'5'7'234'0,"2"0"-184"0,2 1-46 0,1 0-8 0,1-2 3 16,0-1 1-16,2 0-8 0,1-1 0 0,1-1-1 0,0-1 2 16,-1 1 2-16,1-2-7 0,0-1-8 0,0-1-18 0,-1 0-1 0,0-2 5 15,1 0 2-15,1-1 18 0,-1-1 14 0,1 0 15 0,-1 0 22 16,-3-1 4-16,-1 0 3 0,0 0-4 0,0-3-8 0,0 1-5 0,-1-1-5 15,-1-1 8-15,-2 0 3 0,-1 0 5 0,-2 0 1 0,-1 0-8 0,-1 0-5 16,-2-2-9-16,-2 1-7 0,-1 0-9 0,-2-1-5 0,-2 1-4 16,0 0-2-16,-4 0 3 0,-1 1-1 0,0 2-2 0,-2 0 1 0,2 1-7 15,-3 1-4-15,-2 1-6 0,0 1-12 0,2 1 7 0,-2 1 6 0,2 1 0 16,1 2 9-16,1 0-1 0,1 1-3 0,0 1 8 0,1 1-1 16,2 1 0-16,0 1 0 0,2-1-15 0,1 1-14 0,0 0-25 0,2-1-38 15,1 3-35-15,2-1-25 0,3 0-12 0,1 2 1 0,4 1 2 16,1 2 15-16,4 2 2 0,4 2-74 0</inkml:trace>
  <inkml:trace contextRef="#ctx0" brushRef="#br0" timeOffset="36352">26042 14931 519 0,'8'4'288'0,"0"3"-149"0,4 1-49 16,-2 0-24-16,1-1-13 0,0 0-13 0,0 2-20 0,-1-1-19 0,-1-1-7 15,1 1-14-15,0-1-15 0,-1 0-25 0,2 1-32 0,-1 0-52 0,1-1-45 16,3 0-30-16,1 0-75 0</inkml:trace>
  <inkml:trace contextRef="#ctx0" brushRef="#br0" timeOffset="40636.6">23385 6010 936 0,'-7'2'31'0,"1"0"-90"15,-1 2-17-15,4 2 14 0,1 1 23 0,1 3 22 0,1 2 7 0,0 2-2 16,0 2-4-16,0 4-1 0,1 3-1 0,0 2 2 0,0 5 2 15,1 2 0-15,1 4 5 0,0 1-1 0,0 3 1 0,0 2 1 0,1 3 0 16,1 2 0-16,-2 2 2 0,1 4 1 0,0-1 2 0,0 1 0 16,-1 1 1-16,0-3 2 0,-1-1 3 0,0-2 4 0,0-1 6 0,-1-3 4 15,0 0 7-15,1 1 8 0,0-2 7 0,0 0 9 0,0-2 2 0,1-1-6 16,-1-3-5-16,2 1-8 0,0-2-6 0,2-2 2 0,0 0 5 16,1-3 3-16,1 0 6 0,3-3-4 0,0 0-2 0,1-2-3 0,2-2-4 15,0 1 4-15,2-4-6 0,2 1 4 0,0-1 2 0,2-2-5 0,3 0 6 16,-1 0-6-16,2-3-6 0,1 0-3 0,-1-1-5 0,0-1-4 15,1-1 2-15,0-3-5 0,0 0 2 0,-1-1 1 0,0-2-3 0,0-1 6 16,1-1-5-16,1 0 4 0,-2-2 4 0,1-1 4 0,1 0 3 0,-1 0 8 16,1-2-2-16,3 1 3 0,-1-1 3 0,1-1-2 0,0-1-2 15,-1 0-5-15,2-1-4 0,0 0-5 0,2-1 3 0,1 0 0 0,0-1-6 16,2 0 1-16,1 0-2 0,1 0-4 0,-1 0 3 0,3 0-4 16,-1 0-2-16,1 1 1 0,2 1-1 0,1 0-4 0,1 0-1 0,1 1 2 15,1 1-4-15,0 0 5 0,0 1-2 0,2 1-3 0,3 0 7 0,-1 1-5 16,1 0 0-16,1 1 0 0,0-2-7 0,0 2-1 0,1 0-8 15,0-1-21-15,-2 1-40 0,0 0-40 0,-3-1-29 0,0 0-16 0,-1-2-7 16,-3-2-7-16,-1-2-26 0,-1-1-19 0,-4-3-9 0,1-2-79 0</inkml:trace>
  <inkml:trace contextRef="#ctx0" brushRef="#br0" timeOffset="41286.04">22829 5358 3157 0,'-19'-4'6'0,"6"0"-197"0,3 0-85 0,13 2 9 0,12 0 77 16,9 0 115-16,5 1 70 0,6 0 16 0,4 1-9 0,4 1 1 0,5 0-4 16,8 0-1-16,5 1 2 0,5-1 5 0,7 0-4 0,6-2 4 15,5 0-2-15,3-2-3 0,6-1 1 0,2-1-1 0,3 0 2 0,5-2-1 16,2 0-2-16,1-2 1 0,4 0-8 0,2-3 5 0,0 0 0 0,2-2 11 16,1-2-5-16,0 1-3 0,0 1 4 0,0-3-8 0,1 1 7 15,0-1-1-15,-2 1 0 0,-1 1 4 0,0 0 0 0,-3 1 5 0,0 0-2 16,-1-1-6-16,-3 0 3 0,-2 1-4 0,0 1 5 0,-3 1 3 15,-1 0-1-15,0 1 0 0,-5 2-3 0,-1 1-4 0,-3 2 4 0,-4 1-2 16,-3 0 2-16,-4 1 2 0,-4 2-4 0,-6 0-2 0,-5 2-2 0,-5 2 0 16,-4 0 3-16,-6 1 1 0,-4 2 4 0,-4 1 7 0,-4 1-2 15,-4 1 4-15,-2 2 0 0,-5 0-7 0,-1 1 3 0,-3 1-4 0,-2 0-3 16,-1 3 2-16,-4 0-4 0,-1 2 1 0,0-1-6 0,-2 3 1 0,-2 3 1 16,-1 0 5-16,-2 3 5 0,-1 2-5 0,-2 2 2 0,-1 1-5 15,-1 1-3-15,-2 2-3 0,0 1 0 0,-2 2-2 0,-2 2 7 0,-1-1-2 16,0 2-3-16,-2 2-2 0,1 1-3 0,-1 3 1 0,0 3-7 0,1 1 0 15,-1 4 5-15,1 1-4 0,0 4 9 0,1 2-2 0,1 2-2 16,1 1 5-16,0 2-3 0,3 1-3 0,0-1-6 0,3 3-5 0,1-1 1 16,3-1 1-16,2 1 0 0,2 1-2 0,2 0-2 0,4 0-3 0,0-1 2 15,2-2-3-15,2-2 1 0,-3-1 6 0,2-2 4 0,-1-3 8 16,-2-2 7-16,2-4 4 0,-1-2 3 0,-2-2-3 0,0-4 5 0,-2-3-9 16,-1-2 1-16,-1-3 2 0,-2-1-3 0,1-1 3 0,-1-3-9 15,1-1 2-15,-1-1-5 0,-1-4-3 0,1 2-6 0,0-4-17 0,-2 0-13 16,1-1-16-16,-1-3-15 0,-1-1-6 0,-3-1 1 0,-1-2 2 15,-1-3 12-15,-2 0 8 0,-1-1 4 0,-3-1 2 0,-3 0-3 0,-1-2-3 16,-3 0-6-16,-4-1-12 0,-3 0-15 0,-3 1-15 0,-6 1-16 0,-4 2-13 16,-7 0-14-16,-2 0-83 0,-4-2 37 0</inkml:trace>
  <inkml:trace contextRef="#ctx0" brushRef="#br0" timeOffset="45587.62">22589 5692 667 0,'-15'6'26'0,"-2"2"-108"0,-5 0-31 15,5 3-3-15,3-1 20 0,1-1 21 0,1 0-35 0</inkml:trace>
  <inkml:trace contextRef="#ctx0" brushRef="#br0" timeOffset="49920.32">22872 5563 757 0,'-4'2'90'0,"1"3"-61"0,0 2-28 15,1 3 1-15,1-1-2 0,1 2 0 0,-1 2 2 0,0 0-2 0,-1 2 2 16,-1 1 0-16,-1 1-2 0,-1 4 2 0,1 1-3 0,-3 2 0 16,0 5 4-16,-1 3-1 0,-1 2 1 0,-1 5 0 0,-1 2-3 0,0 6-1 15,-2 3 0-15,-3 5-1 0,0 4-1 0,-1 3 0 0,0 2-7 16,1 7 1-16,-1 2-1 0,2 2-5 0,-1 4-4 0,2-3-7 0,3-2-6 15,3-3 2-15,3-6 7 0,4-6 5 0,2-5 9 0,1-4 4 0,4-5 6 16,0-2 7-16,3-5 12 0,0-2 14 0,1-3 11 0,0 0 10 16,-1-1-6-16,3-2-7 0,-2-2-9 0,1-2-10 0,0-3-9 0,0-1-2 15,-1-1-4-15,1-2-6 0,0 0 0 0,0-2-3 0,-2-2-4 16,-2 0 0-16,0-1-6 0,-4-2-3 0,1 0-2 0,-2-2-1 0,-1-1 1 16,1 0 4-16,-2-2-2 0,1-2-1 0,-1 0-2 0,-1 0-2 0,1-1 1 15,-1 1 1-15,1-2 6 0,1 0 3 0,-1-1 5 0,2-1 5 16,0 0-1-16,0 0 4 0,2-1 1 0,0 0-4 0,0-1 4 0,1 0-4 15,1-1-1-15,0 1 4 0,2-1-7 0,-1 1 2 0,0-2 0 0,1 1-3 16,1-1 2-16,-1 0-8 0,0-1-9 0,-1 1-9 0,0 0-16 16,0-1-9-16,-1 0-16 0,0-2-14 0,-2 0-3 0,-3-2-8 0,-2-1 3 15,-1 2 10-15,-5-1 15 0,0-1 2 0,-4 0 6 0</inkml:trace>
  <inkml:trace contextRef="#ctx0" brushRef="#br0" timeOffset="50036.32">22107 7245 198 0,'-30'-3'62'0,"-1"2"-24"0,-9-1-8 16,6 2-11-16,3 1-7 0,2 1-6 0,0 1-4 0,1 3-4 16,0 1-7-16,1 1-7 0,0 2-5 0,1 0-6 0,0 1-9 0,-1 1-25 15,1 0-107-15</inkml:trace>
  <inkml:trace contextRef="#ctx0" brushRef="#br0" timeOffset="50786.32">22006 7334 1786 0,'-5'-10'128'0,"0"0"-66"0,-1-1-48 16,2 4-6-16,1 2-6 0,-2 1-1 0,0-1 3 0,-3 2 1 0,-3 0 2 15,-3 1-2-15,-3 1 1 0,-3 1-6 0,-3 2 4 0,-2 2-3 0,-3 3-2 16,-1 2 2-16,-2 1-3 0,-1 3-1 0,-1 1 0 0,-2 2 3 16,-2-1-1-16,-1 3-2 0,0 1-3 0,-1 1-2 0,0 2 5 0,-1 1 3 15,-1-1 0-15,0 1-4 0,-1 1 1 0,-3-2-10 0,1 1 6 0,1 0 7 16,0-1-1-16,2 2 7 0,1-3-1 0,1 2-2 0,2 0 0 15,2-2 0-15,2 1-3 0,3-1 0 0,0-2-2 0,4 1 1 0,0 0 4 16,2-1-3-16,3 1 1 0,0-1 0 0,3-2-2 0,2-1 2 16,1-1 2-16,2 0-4 0,1-2-3 0,3 0-5 0,2 0-2 0,4 0 0 15,0 0 0-15,3-1 0 0,2 1 0 0,1 0 0 0,2 1 1 0,2 0 3 16,2-1 1-16,2 2 0 0,2-1 1 0,2 0-6 0,1 0 6 16,2 1-2-16,2-2-4 0,0 1 0 0,1-2 3 0,2 3-4 0,-1 0 11 15,1 3-2-15,-2-3 1 0,-1 2 0 0,-1 1-2 0,-1 0 0 0,-3-1-5 16,0 2 2-16,-2 0 1 0,-1-2-4 0,-2 4 7 0,-1-1 1 15,0 0 1-15,-1 1 4 0,-2-1-5 0,0 0 1 0,0 0 0 0,-1 1-2 16,0-2 4-16,-1 1-2 0,-1-1 0 0,-2-1 1 0,0 1 1 0,-1 1-1 16,0 0 1-16,-1-1 5 0,0 1-5 0,-2-1 0 0,0 0 0 15,-1 0 1-15,0 0-9 0,-1-2 2 0,0 0-3 0,2 1 3 0,-1-1 7 16,2 1 1-16,1-1-2 0,1-1-3 0,3-2-5 0,1 2 1 16,3 0 0-16,0 0-1 0,2-2 1 0,1-1-3 0,2-1 0 0,0 0-1 15,2 0 5-15,0-2-2 0,0 0-1 0,1 0 2 0,0-2-3 0,1 0 3 16,-1-1 0-16,1 0-6 0,-1 0-10 0,-1-2-19 0,-1-1-15 15,1 0-16-15,0-2-8 0,-2 0-4 0,1-1 2 0,-1 1 10 0,0-1 13 16,0 0 15-16,-1-1 11 0,0 1 6 0,-1-1-4 0,1 1-4 0,0-1-6 16,0-1-12-16,-1 0-15 0,0-1-20 0,0 1-18 0,1-1-11 15,1 0-18-15,1-1-111 0</inkml:trace>
  <inkml:trace contextRef="#ctx0" brushRef="#br0" timeOffset="51870.32">22790 7887 1616 0,'-1'-10'89'16,"1"2"-83"-16,1-1-21 0,2 6 8 0,1 3 7 0,1 3 14 0,1 4 0 15,0 4 0-15,-1 7 1 0,-1 5-5 0,-2 7-3 0,-3 5-3 0,-1 7-7 16,-1 5-4-16,-2 6-6 0,0 5-9 0,-1 4-6 0,0 2 2 15,1 0-3-15,2 1 1 0,1-1-1 0,1-3-10 0,1-1-6 0,1-1-8 16,0-2 9-16,0-2 10 0,-1-2 17 0,-2-2 17 0,1-4 8 16,-1-3 11-16,2-5 21 0,0-3 43 0,2-5 41 0,0-2 33 0,3-2 8 15,1-3-31-15,1-3-25 0,1-2-30 0,2-2-22 0,1-1-19 0,1-4-15 16,2 0-9-16,3-1-7 0,3-3-7 0,1 0-4 0,4-2 1 16,1-1-5-16,3-3 2 0,3 0-3 0,3 0-4 0,1 0 4 0,3-1 0 15,1-1-1-15,2 1-2 0,1 0 3 0,2 0-2 0,-1 1 7 0,3 1 2 16,1 2-2-16,2-1-1 0,2 0 1 0,2 1 1 0,1-1-5 15,2 0-4-15,2 1-11 0,4-2-4 0,1 1-2 0,2-2 1 0,2 0 14 16,2-2-1-16,0-1 5 0,2 0 0 0,3 0-9 0,1 1-5 0,2 0 7 16,0 0-4-16,2 0 11 0,1-2 5 0,-2 1-7 0,1-2 5 15,1 0-1-15,-2 0 7 0,1 1 1 0,-1 0 1 0,1 1 2 0,-2 1-5 16,0 0 1-16,0 2 2 0,-1 1-5 0,-1 2 4 0,1 1 2 0,-1 0-1 16,-1 1 5-16,1 0-6 0,-1-1 0 0,-1 0 0 0,1-1-2 15,-3-1 18-15,2-2-2 0,2 0 11 0,-2-2 5 0,0-1 1 0,2-3 11 16,-1-1 10-16,2-3 9 0,-1-1 2 0,0-1 6 0,2-2-1 15,-2-1-7-15,-2-2-4 0,-1-2-16 0,-1 1-6 0,-1-3 1 0,-2-3 1 16,-1 0 8-16,-3-3 2 0,-3-3 2 0,-2-2-2 0,-6-2-5 0,-3-3-1 16,-4 1 2-16,-3-4-3 0,-1-2-2 0,-4-2-6 0,-4-2 6 15,-6-2 1-15,-2-2-1 0,-5-1-3 0,-2-4-15 0,-2-2-4 0,-5-5-1 16,-1-2-6-16,-2-4-4 0,-1-2-3 0,0-2-2 0,0 1 4 0,0 0-2 16,2 4-4-16,3 3 0 0,5 3-5 0,2 3-4 0,4 4-4 15,3 3-10-15,-1 4-7 0,2 6-18 0,-4 4-19 0,-2 4-8 0,-4 6-26 16,-4 4-27-16,-4 4-47 0,-4 2-95 0,-3 2-135 0,-4-1-134 15,-4-3-448-15</inkml:trace>
  <inkml:trace contextRef="#ctx0" brushRef="#br0" timeOffset="53769.32">20478 11328 1031 0,'16'1'55'16,"6"1"-48"-16,6 1-7 0,3 1-1 0,-1-1-1 0,2 0 4 15,0-1 1-15,3-1 1 0,0 0 4 0,0 0-3 0,3-1 5 0,-1 0 3 16,1-1 6-16,2-1 8 0,0 1-2 0,2-1 1 0,1 0-5 15,0-2-3-15,0-2 2 0,2-1 1 0,0-3 0 0,1-2-1 0,0-3-1 16,0-2 1-16,2-2-2 0,-2-3-2 0,0-1-1 0,2 0-4 0,-2-3-1 16,-1 0 1-16,0-4-5 0,-1 1 2 0,-2-2 3 0,-1 1 1 15,-1 0 9-15,-4 1 1 0,-4-1 2 0,0 2 8 0,-3-1 7 0,-1 2 9 16,-2-1 9-16,-3 2 15 0,0 1 2 0,-2-2-2 0,-3 3-7 0,-1-3-12 16,-2 1-14-16,-2 1-2 0,0-1 0 0,-3 1-8 0,0-2 1 15,-2 0-8-15,0-2-4 0,0-1 0 0,-3-4-4 0,0 0-7 0,0-2 2 16,-2 0-6-16,-1-2 0 0,-1-1 0 0,0-2-6 0,-2-1 5 15,-1-3-2-15,0 0 3 0,-2 0 5 0,1-1-4 0,-2 3 2 0,1 1-4 16,-3 2 7-16,-1 0 2 0,0 3 5 0,-3 0 6 0,-1 4 1 0,-1 0 8 16,-1 3 7-16,-1-1 0 0,-2 2-2 0,0-1-16 0,-1 3 0 15,-1-2-5-15,2 3-4 0,1-1 7 0,1 1-8 0,1-1-1 0,1 1-4 16,2-1-6-16,0 0-1 0,3 0-8 0,1-2 2 0,1 0 3 0,2-4-8 16,1-1 10-16,1-3 0 0,3 1-5 0,1 1 11 0,1 1-5 15,1 1 2-15,1 2-6 0,-1 2 1 0,0 2 8 0,0 1 4 0,-1 1 15 16,-1 2-2-16,0 1-7 0,-1 1-2 0,0 1 1 0,0 2-6 15,0 1-1-15,0 0 0 0,-1 2-3 0,-1-1-1 0,2 1 3 0,-1 0-4 16,0 0-2-16,1-2 5 0,-2-1-3 0,1 0 0 0,0 0 4 0,-1-1-3 16,1-2-1-16,-1 0 2 0,0-1 1 0,0 0-3 0,1 1 2 15,1-1-2-15,-1-2 0 0,1 2 0 0,1-1 3 0,0 2-3 0,0 1-11 16,2 0-1-16,0 3 1 0,1 1 9 0,0 2 10 0,0 2 2 0,-1 2-3 16,1 1-11-16,0-1 1 0,0 2 0 0,0 0 1 0,1 0-3 15,0 1 0-15,0 1 2 0,1 0-4 0,1 0 4 0,0 1 2 0,0-1-3 16,0 1 4-16,0 0 2 0,-1-1 0 0,-1 0-1 0,1 1-1 15,-1-1 3-15,0-1 1 0,0 0-3 0,0 1 1 0,-1-2 0 0,1 0-2 16,0-1 3-16,0 0-1 0,-2 0-1 0,3-1-1 0,0-1 2 0,1-2-4 16,1 0 2-16,-1-1 4 0,2-1-4 0,0 1-2 0,0-2 2 15,2 0 2-15,1-1-4 0,-2 2 4 0,2 0-2 0,-4 1-4 0,2 0 4 16,0 3 0-16,0 0-1 0,0 0 1 0,1 1 0 0,-3 1 3 0,1-1-5 16,0 2 1-16,-1-1 1 0,1 0-4 0,0 0 6 0,1 0 0 15,1 0-2-15,1 0 3 0,0 1-1 0,2 0-1 0,-1-1-2 0,4 1-3 16,1-1 1-16,0 0-5 0,4 0-2 0,1 2 0 0,1-1 2 15,2 0 5-15,1 0 0 0,2 0 4 0,-1 1-2 0,2 1 5 0,0 1 3 16,0-1-1-16,1 2 1 0,2-3-9 0,-2 1 4 0,0-1-4 0,-2 1 4 16,1 0 3-16,-2 0-4 0,2 0-1 0,-1 0 2 0,0 1-4 15,-2 0 1-15,2 1-1 0,0 0-1 0,0 0-4 0,-1 1 3 0,1 0 4 16,0 0 0-16,0 0 4 0,-1 1 0 0,2-1-4 0,-1 1 0 0,4 0-2 16,-2 0 4-16,3-1-2 0,-2 1 0 0,1-1 3 0,1 0-5 15,0-1 1-15,3 0 1 0,0 0-4 0,0 0 3 0,1-1-1 0,-1-1 2 16,1 1 0-16,0 0 3 0,-1 0-3 0,1 0 0 0,0 1 2 15,0 0-4-15,2 0 1 0,-2 1 1 0,0 0 0 0,1 0-2 0,-1 0 2 16,2 0 2-16,0 1 1 0,-1-2-3 0,3 1 2 0,-2-1-1 0,1-1-1 16,0 0 0-16,0 1 2 0,-1-1-4 0,2-1-1 0,1 1 1 15,-1 0 2-15,-1 1 2 0,1 0 3 0,-1-1-2 0,1 2 2 0,1-1 2 16,0 0-1-16,0 1-1 0,1 0 0 0,0 1-2 0,-2 0-4 0,0 0 2 16,-1-1 3-16,2 2-4 0,-1-1 0 0,-1 0 0 0,2 0 0 15,-3-1-2-15,1 2 5 0,3-1-1 0,-2 0 6 0,1-1-1 0,0 0-2 16,2-1 3-16,-1 1-8 0,0-1 3 0,0 0 1 0,2-1-3 15,-1 0 1-15,-2-1 0 0,0 1-2 0,-1 0 3 0,-1 0 2 0,0-1-4 16,1 1 14-16,-3-1 0 0,0 1 5 0,-1 0 1 0,-1 1-13 0,-1-1 2 16,-1 0-3-16,-2 0 1 0,1 1-1 0,-1 0 0 0,1 1-2 15,-2 0 0-15,0 0 3 0,-1 0-2 0,-1 0-3 0,3 1-1 0,-1-1-1 16,1 0 3-16,-1 1 8 0,2-1-2 0,-2 0 0 0,1 0-3 0,1 1-3 16,-2-2-4-16,2 1 1 0,-2-1-1 0,0-1 2 0,-1 1 1 15,3 0-1-15,-2-1 2 0,0 1-3 0,-1-1 3 0,-1 1-4 0,-2-1 3 16,-1 1 1-16,-1 0-3 0,0 0 6 0,-2 1-2 0,1-1 2 15,-1 0 4-15,-2 0 3 0,0 1-6 0,-1 0 1 0,1 0-4 0,-1 1-1 16,-1 0 3-16,1 0-4 0,-1 1 1 0,-2-1-1 0,1 1-1 0,0-1 3 16,-2 0-5-16,2 1 4 0,-1-1-3 0,1 0 1 0,2 0 7 15,1 0-7-15,0 0 5 0,0-1-4 0,0 0-3 0,-1 1 2 0,2-1-2 16,0 0-2-16,1 1 6 0,0-1-3 0,-1 0-1 0,0 0 7 0,0 0-3 16,1 0 3-16,-1 0 5 0,-1 0-10 0,1 1 0 0,0-1-9 15,0 0 0-15,0 1 5 0,-2 0-3 0,0-1 10 0,-1 1-5 0,-1 0 0 16,1 0 0-16,0-1-4 0,0 1 6 0,1-1-4 0,0 0 6 0,-1 0-4 15,-1 1-2-15,0 0 6 0,-1 0 1 0,1-1 2 0,1 1-5 16,-2-1 0-16,3 1-4 0,-1 0 7 0,0 0-3 0,1 0 9 0,-2 0 1 16,1 0-7-16,0 0 11 0,-2-1-5 0,0 1-2 0,1-1 0 15,0 1-6-15,-2 0-4 0,0 0-1 0,0 0 4 0,-3 1 1 0,1-1-3 16,0 1 0-16,-3 1-3 0,-1-2 1 0,0 1 0 0,-1 0 4 0,0 1 3 16,-2 1-8-16,0-1 6 0,-2 0-5 0,-1-1 1 0,-1 1 2 15,-1 0-1-15,-1 0 0 0,0-1-3 0,-2 1-1 0,0 0 2 0,-1 0-14 16,0-1-8-16,-1 0-23 0,-1-2-23 0,0-1-20 0,-1 0-29 0,-1-3-39 15,-1-1-38-15,-2-1-28 0,0-2-28 0,-1 0-7 0,-1-1-8 16,-1 0-13-16,0-2-23 0,-1 0-17 0,0-1-167 0</inkml:trace>
  <inkml:trace contextRef="#ctx0" brushRef="#br0" timeOffset="54053.32">29272 6471 2035 0,'12'1'61'0,"4"5"-77"16,5 3-1-16,3 6 2 0,2 1 5 0,1 2 4 0,0 2 0 0,2 0-2 15,0 1 4-15,-2 1 1 0,1-2 4 0,-2 0 4 0,-1-2-5 16,-2-2 0-16,1 0 1 0,0 0 5 0,-2 0-1 0,1-1 1 0,0 1-5 16,-1 0-1-16,1 1 2 0,0-3 0 0,1 2 3 0,0 0-2 15,-2-1-2-15,-1 0-2 0,-1 0 1 0,-2 0-5 0,-2-1 2 0,-1-2 9 16,-2 2-3-16,-3-1 11 0,0 0 3 0,-3 1 8 0,0-2 8 15,-3 0 6-15,-2 0 9 0,0 0 9 0,-5-1 9 0,-1-1 4 0,-2 2-2 16,-5-1-15-16,-2 1-18 0,-3 0-5 0,-7 0-4 0,-3 2-8 0,-9 2 1 16,-6 2-11-16,-6 2-5 0,-9 4-6 0,-6 1-3 0,-9 2-11 0,-10 3-27 15,-8-2-64-15,-10 4-85 0,-8 1-128 0,-10 0-134 0,-11 4-69 16,-10 1-216-16</inkml:trace>
  <inkml:trace contextRef="#ctx0" brushRef="#br0" timeOffset="-137686.21">5623 5179 1469 0,'0'6'4'0,"2"4"0"0,-1 4 7 0,2 4 10 0,-1 0 3 0,0 4 9 0,0 1 2 0,1 4 0 16,0 2 4-16,2 6-6 0,0 2-2 0,0 2-7 0,3 0-6 0,0-1-6 15,3 2-3-15,1 0-1 0,1 1-4 0,2 0-5 0,1-3 9 16,3-2 0-16,1-1 9 0,3-4 14 0,1-4 3 0,2-3 19 0,2-6 5 16,-1-4 16-16,1-3 16 0,0-4 3 0,2-3 3 0,0-4 0 15,3-3 1-15,0-3-1 0,2-3-12 0,1-5-5 0,2-3-18 0,2-6-21 16,0-4-1-16,1-3-20 0,3-6 1 0,1-4-6 0,1-4-5 0,2-6 4 15,2-4-13-15,0-3-10 0,0-6-17 0,3-2-18 0,1-6-29 16,1-4-19-16,1-1-14 0,0-4-18 0,0-1 0 0,1-3-8 0,0-2-14 16,0-3-16-16,0-2-34 0,-3-1-38 0,1 2-39 0,-2 0-26 0,-1 4-83 15,-1 2-79-15</inkml:trace>
  <inkml:trace contextRef="#ctx0" brushRef="#br0" timeOffset="159863.97">27767 10292 1798 0,'-23'12'1286'16,"0"6"-1270"-16,-4 9-18 0,3 10-5 0,6 3-2 0,2 4 1 15,2 0-1-15,3 2-1 0,0 3 3 0,2 5-9 0,-1 5-1 0,-1 4-10 16,0 4-2-16,0 3 1 0,-2 5 5 0,2 2 13 0,-2 1 3 16,1 3 4-16,0-1 6 0,2 1-5 0,2 4 7 0,2 0 0 0,2 2-1 15,3 4-1-15,4 0-1 0,3 2-4 0,3 0 0 0,3 3 4 0,2 0 3 16,2 0-1-16,0 2-4 0,2 0-12 0,1 1 13 0,0 2 13 16,0 2 1-16,0 3 11 0,1-1-6 0,-1 2-5 0,1 0 33 0,0 3 11 15,0 1 11-15,1 0 10 0,0 2-28 0,-1 2 0 0,0 0-4 0,-1 3-3 16,0 0 5-16,1 2-4 0,0 0 1 0,-1 2-2 0,0-1-5 15,0 2-6-15,-3-1-7 0,-3 0-4 0,-1 2 0 0,-1 0 6 0,-2 3-6 16,-2 2-8-16,-1 2-7 0,-2 3-4 0,0-1 6 0,0 1-3 0,0 1 1 16,-1-3 0-16,1 1-10 0,-1-2 12 0,0-3-2 0,1-1-22 15,-3-65 22-15,0 15-20 0,0-2 0 0,1 15 12 0,-1-3-17 0,0 15 15 16,-1-54-19-16,0 6 15 0,0 5-8 0,1 5-15 0,-1-1 0 16,0 6-32-16,0-2 18 0,0 3 1 0,-1-3-18 0,0 2-25 0,0-4-59 15,0 1-58-15,-1-5-36 0,0 1-71 0,0-6-67 0,0 0-60 0,-1-7-17 16,0-6 52-16,-1-8 51 0,1-8-83 0</inkml:trace>
  <inkml:trace contextRef="#ctx0" brushRef="#br0" timeOffset="160330.75">27419 10383 2181 0,'-20'-6'559'0,"1"2"-498"0,-3-1-40 0,10 1-19 0,6 3 5 0,4-2 1 15,3 1-8-15,4 1 5 0,3-1-15 0,3 0-7 0,5 1 8 16,5 1-6-16,3-1 3 0,5 1 6 0,4 1-3 0,7 0 4 0,3 0 15 16,6 1-3-16,3-1-2 0,6-1 0 0,5-1-12 0,6-1 9 0,5-1-4 15,5 1 2-15,6-1-3 0,4-1 1 0,5 0 2 0,4 0-1 16,2 0 5-16,3-1-5 0,3 1 1 0,2-1 8 0,1 1 2 0,2-1 10 15,2 1 5-15,2-1 3 0,3-1 16 0,0 1 13 0,1-1 7 0,1-1 3 16,0 1-4-16,0 0-6 0,3 0 2 0,-2-1-13 0,1-1-4 16,0 0-9-16,-1 1-13 0,-1-2 7 0,-4 0-12 0,-1-1-6 0,-2-1 6 15,-3 1-19-15,-1 0 2 0,-5 0 4 0,-3 1-13 0,-2-1 13 0,-4 0-17 16,-4 0-14-16,-6 1-19 0,-4 0-42 0,-43 4-1 0,9-2-49 16,-1 1-69-16,7-1-113 0,-3 0-162 0,10-2-130 0,-3-1-355 0</inkml:trace>
  <inkml:trace contextRef="#ctx0" brushRef="#br0" timeOffset="160980.75">28909 11362 1619 0,'0'1'173'0,"-1"1"-48"0,1 0-34 0,1 0-4 0,2 1-1 15,1-1-9-15,3 1-2 0,1 0-19 0,2 0-16 0,2 0-9 0,2-1-17 16,2 2-3-16,0 1-5 0,2-1 0 0,1 1-1 0,1 1 6 0,-2-1-4 15,0 1 3-15,0 1-2 0,-1-1-5 0,1 1 3 0,-1 0-3 16,0 1-3-16,-3 0 0 0,0 1-3 0,-2 0 3 0,-2 1 0 0,-2 2 0 16,-3 0-1-16,-1 1 4 0,-3 1-3 0,0 0-2 0,-2-1 1 15,-1 0-3-15,-1 2 8 0,-2-1 0 0,-1 0 1 0,-1-2 0 0,-1 1 1 16,-2 0 10-16,0 0-2 0,1-1 4 0,1-3 3 0,1 0-4 0,3-1 4 16,1-2 2-16,3-1-5 0,1 1 0 0,0-2 0 0,4 0-3 15,2 0 3-15,1-2-7 0,5 0-2 0,1 0-3 0,2 0-1 0,0-2-5 16,3 1 3-16,1 1-4 0,-1-1-2 0,2 2 3 0,2 1 0 0,-1 0 1 15,2 3 1-15,0 0 3 0,-2 2 1 0,1 1 11 0,-1 1 11 16,-1 2 11-16,0 2 17 0,-1 2 6 0,1 1 3 0,-2 3 5 0,-1 2-17 16,-3 0-1-16,0 1-4 0,-3 0-28 0,-1-2 20 0,-4 3-14 15,-2-3-8-15,-2 2 9 0,-3-1-16 0,-2-2-2 0,-2 1-1 0,-2-1-3 16,-1-2-3-16,-3 0-4 0,1 0 4 0,-3-1 6 0,-1 1-12 0,0-1 0 16,-2-1 1-16,-1-2-10 0,0 0-4 0,1-2-16 0,0-3-29 15,0-1-21-15,2-4-32 0,1 1-41 0,-1-3-51 0,1-1-84 0,1-2-100 16,0-2-109-16,3-4-116 0,-2-3-130 0</inkml:trace>
  <inkml:trace contextRef="#ctx0" brushRef="#br0" timeOffset="169947.66">20728 1335 1130 0,'-4'-1'51'0,"1"0"-41"0,1 0-12 0,-2 0-1 0,1 0 3 0,0 1-2 15,0 0 3-15,1 0-7 0,2 2-1 0,-1 1 0 0,-1 0 1 16,1 1 5-16,1 2 2 0,0 1 1 0,-1 1 2 0,2 1 1 0,-1-1 0 16,1 3 3-16,-1 0 2 0,1 1 1 0,0 0 4 0,0 0 2 0,-1 2-5 15,1 0 1-15,0 2-2 0,0-1 4 0,0 3 4 0,0 2 0 0,-1 2 3 16,1 1 7-16,0 5-4 0,-1-1 5 0,1 5 1 0,-1 0-7 16,0 5 2-16,0 1-1 0,0 1-9 0,0 10-13 0,1 36 1 0,1-4 0 15,1-10 7-15,0-18 9 0,1 3-4 0,1 1-1 0,0 0-7 0,0 2 1 16,1-1-3-16,1 1-3 0,0-1-11 0,-2 0 4 0,1-1 0 15,-1-3 3-15,-1-1 10 0,0 0-3 0,0-3 1 0,-1 0-1 0,-1-2 4 16,0-2 3-16,-1-1 1 0,0-4 4 0,0-1 6 0,0-3-1 16,-1-3 9-16,2-2 1 0,-1-3-3 0,1-1 1 0,0-1-11 0,0-2-3 15,1-1-8-15,0-2-5 0,1-2-1 0,2 0-1 0,-1-3-1 0,2 2-1 16,1-1-1-16,1-1-2 0,0 1 0 0,1-1 2 0,1-2-1 16,-1-2 0-16,2 2 2 0,1-2 1 0,1 1-2 0,2-3-1 0,0 0 1 15,3 1-2-15,1-1 3 0,-1-1 1 0,1 0-3 0,1-3 3 0,-1 3-4 16,1-2-2-16,2 0 4 0,-1 0-2 0,1-3-1 0,-1 0 1 15,0 0 0-15,0-1-5 0,0 0 5 0,0-1-1 0,0 2 4 0,-1-2 2 16,-1 2-2-16,1-1 2 0,-2 0-3 0,1 0 8 0,1 0 0 16,0 1 1-16,0-1-4 0,1 0 0 0,-2 0-5 0,0 0-2 0,0 0 2 15,-1 1-2-15,0-2-3 0,0 1-13 0,-2 0-21 0,-1 0-62 0,-1-1-78 16,-3-1-90-16,-3-1-100 0,-2-2-287 0</inkml:trace>
  <inkml:trace contextRef="#ctx0" brushRef="#br0" timeOffset="171114.84">25151 1473 2292 0,'-3'9'27'0,"2"1"-19"0,0 2-4 16,0 6 4-16,0 4 4 0,1 4-6 0,1 3 6 0,2 1-1 16,-1 3-1-16,1 1 3 0,0 1-3 0,-2-1-5 0,2 1-10 0,-2-1 2 15,-1 29-12-15,-1-7 1 0,-1-12 8 0,0-8-3 0,0-7 11 0,0-4-4 16,0-3-7-16,1-2-5 0,0-1-16 0,1-1-10 0,1-2-18 16,0-1-12-16,1-2-12 0,0-1-24 0,0-4-29 0,-2 2-42 0,2-3-51 15,1 0-60-15,-1 0-370 0</inkml:trace>
  <inkml:trace contextRef="#ctx0" brushRef="#br0" timeOffset="171380.84">25703 2261 2243 0,'-6'4'317'0,"1"2"-314"0,1 2-3 0,2 2 0 0,2 1-3 0,0 2 6 16,0 2 2-16,0 0 0 0,1-1 2 0,0 1-5 0,-1 1 3 0,1 0 0 15,-2 0-2-15,-1 1 0 0,1 1-3 0,-2-1-2 0,1-2-1 0,0 2 0 16,0-2-13-16,1-1-41 0,0-3-50 0,0-1-53 0,2-1-97 15,-1-2-40-15,2 0-45 0,0-4-113 0,0 0-176 0</inkml:trace>
  <inkml:trace contextRef="#ctx0" brushRef="#br0" timeOffset="171698.84">26260 1469 1772 0,'0'0'516'0,"0"1"-530"0,1 0 2 0,0 1 5 16,2 1 13-16,0 1 6 0,1 1 12 0,3 1 6 0,-1 0-6 15,1 3 3-15,1-1-7 0,0 2 0 0,-1 0 11 0,-1 1-8 0,1 1-1 16,0-1 0-16,-2 2-11 0,0 0 4 0,-1-1-2 0,-1 1 1 0,-1 0-6 16,-1 1-5-16,-2 0 7 0,-1 1-15 0,-1 0 12 0,-1 2-6 15,-1 1 2-15,-2 0 5 0,0 1-6 0,0 0 4 0,0 1-6 0,-1-2 2 16,1 0 3-16,1-1-12 0,0-3 17 0,2 1-12 0,1-2-10 15,1-1 7-15,2 0-11 0,2-3 16 0,1 0 14 0,1 0 7 0,3-2 3 16,2 0-5-16,9 5-4 0,2-5-5 0,1-3-6 0,-4-3 6 0,4-2-3 16,2 1-2-16,-11-1 4 0,3 0-2 0,0-1 3 0,4-1-7 15,0 1 2-15,4-1-2 0,1-1-8 0,1 1 2 0,2-1-5 0,-3 0-13 16,1 0-35-16,0 0-31 0,-3 1-50 0,0 0-40 0,-1 0-46 16,-2 0-58-16,-1 1-90 0,0 0-465 0</inkml:trace>
  <inkml:trace contextRef="#ctx0" brushRef="#br0" timeOffset="171914.84">27038 2090 2595 0,'-1'8'17'15,"2"2"-25"-15,0 6 2 0,2 2 4 0,0 2 6 0,-1-2 2 0,-1 2 2 16,1 1 5-16,1 1 3 0,-1 0 3 0,-2-1 2 0,1-1 2 15,-3-2-5-15,0-1-4 0,0-1 1 0,-1-1-7 0,1-2-1 0,-1-1 1 16,0-2-1-16,1-3-2 0,0 0-10 0,-1-2-20 0,1-2-42 0,-1 0-47 16,1-2-42-16,0-1-47 0,0-2-42 0,0-3-69 0,0-2-118 15,0-2-379-15</inkml:trace>
  <inkml:trace contextRef="#ctx0" brushRef="#br0" timeOffset="172297.84">27383 1339 2228 0,'0'-1'11'0,"-1"1"-3"0,0-1 13 0,0 1 15 16,1 0 17-16,-1 0 19 0,0 2 2 0,1 0 2 0,-1 2 2 0,0 0-5 16,0 1-4-16,0 1 1 0,0 1-14 0,0 0-11 0,1 1-2 15,0 0-10-15,1-1-4 0,0 2-4 0,1-1-1 0,0-1-12 0,0 0 2 16,1 0 0-16,1-1-7 0,-1 0 6 0,0 0-12 0,0-1-2 15,-1 0 2-15,1-1 5 0,-2 1-3 0,1 0 4 0,-1-1-5 0,0 0-7 16,-1-1 5-16,1 1 0 0,-1-1 3 0,0-1-8 0,1 0-2 0,0 0-4 16,0 0-3-16,0 0 9 0,1 0-2 0,1 0-3 0,1-1-4 15,2 1 0-15,0-1 3 0,2 0 4 0,2 0 9 0,0-1-6 0,2 1 1 16,0 0 3-16,1 1-5 0,2 0 1 0,-1 1 3 0,1 1 1 0,0 1 5 16,0 2 0-16,1 1 5 0,-2 1-8 0,1 1-2 0,-1 1 2 15,0 1 0-15,-2 1 6 0,0 1-1 0,0-2-1 0,0 2 2 0,-1 1-1 16,-1 0-1-16,-1 0 4 0,-1 2-1 0,0-1 0 0,-2 0-4 15,-1 0 0-15,-3 1 1 0,-1 0-1 0,-2-2-3 0,-2 1-2 0,-2 0-2 16,-2-1-5-16,-1-1-20 0,-2-1-9 0,1-1-32 0,-4-2-30 0,-1-2-27 16,-1 0-42-16,0-2-32 0,-2-3-17 0,-1-2-17 0,-1 0-32 15,-1-2-54-15,-2 0-109 0,0-2-266 0</inkml:trace>
  <inkml:trace contextRef="#ctx0" brushRef="#br0" timeOffset="172747.85">24445 1518 1888 0,'-12'10'38'0,"3"1"-7"0,-2 4 12 0,-1 2 17 0,-2 5 21 0,0 3 12 16,3 3 18-16,2 1 11 0,1 1-7 0,2 0-9 0,1 1-11 0,3 2-16 16,1-1-23-16,3 1-14 0,5 30-25 0,6-6-13 0,2-11 3 15,2-10-7-15,0-5 10 0,1-3-2 0,-2 1-1 0,0-2-2 0,0 1 2 16,-3-1-7-16,-3 1 4 0,0-3-6 0,-2-3-1 0,0-2-3 15,0-3-2-15,-1-1 3 0,0-1-6 0,-1 0 3 0,1-1-4 0,1-4-5 16,1 0 0-16,0-1-5 0,2-1-8 0,0-1-9 0,-1-1-12 0,2-1 0 16,-1-3 0-16,0-2 11 0,1-2 6 0,0-2 10 0,0-2 5 15,0-2 3-15,3-2 2 0,-2-1-4 0,1-1 0 0,3-1 0 0,-1-1-5 16,0 0-5-16,-3 0-9 0,0 0-28 0,-1-1-21 0,0 0-29 0,-1-2-40 16,-3 0-62-16,1-3-89 0,-1-2-202 0,-1 2-167 0</inkml:trace>
  <inkml:trace contextRef="#ctx0" brushRef="#br0" timeOffset="172914.84">24490 1353 2678 0,'0'-3'12'0,"1"1"-9"0,2 0 2 16,3-1 6-16,2 0 15 0,2-1 7 0,5 0 2 0,1-1 1 15,-7 3 23-15,1-1-2 0,2-1-7 0,0 1 1 0,0 0-25 0,1-2-10 16,1 0-2-16,1-1-25 0,1 0-18 0,-1-1-21 0,2-1-37 0,0 0-35 16,1-1-63-16,0 1-40 0,2-1-73 0,1-2-80 0,-1 1-106 15,3 0-329-15</inkml:trace>
  <inkml:trace contextRef="#ctx0" brushRef="#br0" timeOffset="173414.84">27490 756 2693 0,'0'1'0'0,"1"-1"-21"0,0 2 14 0,1-1 6 16,1 1 17-16,1 0 3 0,1 0 9 0,1 1-10 0,1 1-2 0,2-1 2 16,-1 1-3-16,3 0 17 0,1 0-4 0,1 0-3 0,1 1 12 15,2 0-18-15,1-1 3 0,1 0 5 0,0 0-3 0,1-1-3 0,1 0 1 16,0 0-12-16,0-1-16 0,1 0 19 0,0 0-16 0,0-1 13 0,1 1 4 16,-1 0-17-16,0-1 11 0,0 0-6 0,-1 1 2 0,0-1 17 15,0 0-18-15,-1 1-10 0,-3-1 4 0,1 1 3 0,-1 0 12 16,-2 1 11-16,-1 0-1 0,-1 1-11 0,-1 1 7 0,-1 0-10 0,-1 2 5 15,-2 0 15-15,0 1-17 0,-1 1 7 0,0 2-9 0,-1 2-4 0,0 0 1 16,-1 0 4-16,1 3-1 0,-1 2-7 0,1 1 0 0,-1 1-4 0,1 2 9 16,0 1-12-16,6 23-22 0,1 1 7 0,2 0-8 0,0-1 1 15,-1-1 32-15,3-3-10 0,-1-4 2 0,-1-4 3 0,-1-2 1 0,1-1 1 16,-1 0 0-16,1-2 5 0,-2-1-2 0,-2 0-1 0,-1-2 1 0,-1-3 6 16,-3 0 0-16,-2-2-1 0,-3-2 5 0,-2 0 3 0,-2-2-2 15,-3-2-5-15,-2 0 3 0,-1 0-10 0,-3-2-6 0,-2 0 5 0,-2-2-10 16,0-1-7-16,-2-2-1 0,-2 0-1 0,2-2-2 0,-1-2-5 15,1-1-16-15,1-2-9 0,2 0-15 0,0-1-18 0,2-1-13 0,2 0-28 16,2-1-16-16,0-1-15 0,2 0-9 0,1-1-20 0,2-2-27 0,2-1-59 16,1-1-85-16,1-2-488 0</inkml:trace>
  <inkml:trace contextRef="#ctx0" brushRef="#br0" timeOffset="173614.84">28643 1363 1654 0,'0'1'646'0,"-1"2"-633"0,0 1-2 16,0-1 20-16,0 4 23 0,1 1 17 0,0 2 3 0,1 1-17 0,1 0-1 16,0 0-3-16,0-1 15 0,2 1-4 0,-1-1-1 0,2-1-14 15,0 0-13-15,0 0 0 0,1-3-9 0,1 0-3 0,0-1-1 0,0-1-7 16,1-1-7-16,0-1 3 0,1-2-10 0,-1-2 5 0,1 0-6 0,-1-2-6 16,-1-1-5-16,0 0-22 0,0 0-18 0,0-1-26 0,-1 0-20 15,1-1-22-15,-1 1-12 0,-1 1-8 0,0-1-15 0,0 0-24 0,-2 1-37 16,0 0-73-16,-1 1-104 0,0 2-434 0</inkml:trace>
  <inkml:trace contextRef="#ctx0" brushRef="#br0" timeOffset="173747.85">28583 1638 1257 0,'2'3'76'0,"1"0"-67"0,1 0 2 0,1 1 7 0,2 1 9 15,2 0-1-15,2 0-9 0,1 0-2 0,2-2-4 0,1-1-5 0,2-1 3 16,0-1-4-16,1-2-30 0,0-1-64 0,1-1-71 0,0-2-88 0,0-2-299 15</inkml:trace>
  <inkml:trace contextRef="#ctx0" brushRef="#br0" timeOffset="174030.85">28874 1251 2065 0,'2'0'57'0,"0"1"-57"0,1-1 3 0,2 2 17 0,1 0 9 16,2 0 12-16,1 1 8 0,2 0-3 0,1 1-5 0,1 0 3 15,2 1 5-15,2 1-26 0,18 5-1 0,4 2-19 0,-3-1-1 0,-1 1 17 16,-1-1-2-16,-6 0 8 0,-3-1-3 0,-4-2-4 0,-4 1 6 0,0 0-10 16,-1 0 1-16,0 0 4 0,-3 1-1 0,0-1 1 0,-2 1 2 15,-1 0 6-15,-1 0-13 0,-2 0 4 0,-2-1-3 0,-2-2 2 0,-1 2-7 16,-1-1 0-16,-1 1-5 0,-2 0-5 0,-1-1 11 0,0 0-9 0,-2 0-10 15,-2 1-16-15,-1-1-22 0,-2 1-16 0,0-1-17 0,-2 0-28 16,0-1-14-16,-2 1-22 0,0 1-12 0,0-1-14 0,0 0-28 0,0 0-26 16,0 0-35-16,1-1-49 0,1 0-326 0</inkml:trace>
  <inkml:trace contextRef="#ctx0" brushRef="#br0" timeOffset="174497.38">29464 1047 2355 0,'-1'1'-12'15,"0"0"11"-15,1 1-31 0,-1 1 7 0,1 1 11 0,1 1 1 0,0 1 13 16,0 2 6-16,1 1-2 0,0 2-8 0,1 2 7 0,1 2 0 0,0 0-20 15,1 5 8-15,6 20-2 0,3 2-4 0,0 2 25 0,0-1-2 16,-1 0-4-16,0-3 6 0,-1-2-4 0,-2-4 5 0,-1 2-8 0,-1 1 3 16,-2 3 0-16,-1 0-8 0,-1 3 7 0,-3 4-8 0,-2 0-17 0,-2 2 5 15,-6 45 2-15,-2-10-2 0,1-12 15 0,2-12-1 0,2-8 2 16,1 2 1-16,1-1 1 0,0 0-2 0,2-2-1 0,1-3 0 0,1 1 2 16,2-4-10-16,1 0 5 0,0-3 6 0,2-3 3 0,0 1 19 0,2-4-5 15,0-2 2-15,2-2 10 0,2-2-1 0,-2-2 12 0,3 0 5 16,1-4 8-16,1 0 2 0,1-3 4 0,-1-1-7 0,3-2-10 0,1-1-4 15,0-3-1-15,4-1 3 0,1-1-1 0,0-1 3 0,2 1-1 16,-1-3-6-16,0 0-2 0,2 0-6 0,-2-2-10 0,3-1 3 0,-1 0-14 16,1-1 5-16,1 0-4 0,-1 0-3 0,-1 0 2 0,-1-2-2 0,-1 0 0 15,-1-1-1-15,0-1 1 0,-1 0-4 0,0-1 4 0,-2-1-5 16,1-2-4-16,-1 0-1 0,-1-1-8 0,1-3 0 0,-2 0 1 0,0-1-9 16,0-2-15-16,-1-2-18 0,0-2-25 0,-2 0-23 0,0-3-14 0,-3-1-9 15,-3-2 0-15,1-2-7 0,-3-3-15 0,-1-3-21 0,-3-2-27 16,-2-3-42-16,-3-2-64 0,-3 1-83 0,-2-2-284 0</inkml:trace>
  <inkml:trace contextRef="#ctx0" brushRef="#br0" timeOffset="174764.9">29658 933 2533 0,'2'-1'49'0,"1"1"-57"0,1-1 13 0,0 1 3 0,3-1 0 16,1 1-7-16,2 0-2 0,2 0-1 0,0 0 10 0,1 0-5 0,2 1 4 16,2-1-7-16,0 1-3 0,0-1 6 0,2 1 6 0,0 0-2 0,-1 0-6 15,0-1 6-15,0 1-10 0,-1-1-4 0,-2 0 2 0,0 0-28 16,-1-1-32-16,-1 0-41 0,-1 0-31 0,-1 0-42 0,0-1-21 0,0 0-20 15,0 0-21-15,-1 0-14 0,-1-1-24 0,1 1-294 0</inkml:trace>
  <inkml:trace contextRef="#ctx0" brushRef="#br0" timeOffset="175247.9">30680 777 845 0,'-4'0'294'0,"2"0"-242"0,-2 1 13 0,0 0 19 16,-1-1 20-16,-1 2 2 0,0-1-7 0,1 0-8 0,-2 1-7 16,0 0-12-16,0 0 0 0,0 1-1 0,-1-1-4 0,1 1 5 0,0 1-3 15,2 0-3-15,0-1-7 0,2 2-13 0,-1-1 0 0,2 0-4 16,1 0-9-16,1 1 1 0,1 1-12 0,1 0-1 0,0 0 1 0,2 1-3 15,0-1-7-15,1 1 2 0,1 0-11 0,1 1 2 0,1-2 8 0,-1 2-14 16,2 0 10-16,-1 0 3 0,0 0-14 0,1-1 9 0,0 1-6 16,0-1-11-16,-1 0 7 0,1 0 8 0,-1 0 2 0,0 1-1 0,-1-1-4 15,0 0-6-15,0 0-2 0,-1-1 4 0,0 1-3 0,-1-1 12 0,1 0-5 16,-1 1 12-16,-1-1-10 0,0 0-1 0,0 1-1 0,-2-1-4 16,1 0 15-16,-1-1-16 0,0 1 1 0,0-2-1 0,0 0-10 0,0 1 14 15,-1-1 3-15,1 0-13 0,0-1 13 0,0 0-8 0,0 0-5 16,1 0 9-16,-1 0-7 0,1-2 5 0,1 1 11 0,0 0-3 0,0 0-9 15,1-1 4-15,0 1-4 0,0 0 10 0,0 0 11 0,0 0-7 16,1 1 16-16,0-1-3 0,0 2 5 0,-1-1 13 0,0 1 0 0,0 2 2 16,-1 0-10-16,0 1-13 0,-1 0 1 0,0 1-6 0,-2 1-23 0,-1 1 5 15,0 9-12-15,-3 2 4 0,-3 0 25 0,-1-2-4 0,-3 0 1 0,1-1-3 16,-2-4-1-16,2 0-6 0,-1-1-6 0,0-1-8 0,0 0 5 16,1-1-5-16,-1 0-2 0,0-1-10 0,3 1-27 0,-1-3-30 0,1 1-27 15,0-3-21-15,0 1-15 0,2 0-10 0,0-1-6 0,2-1-13 16,0 0-28-16,1-1-39 0,1-1-58 0,1 0-138 0,0 0-154 0</inkml:trace>
  <inkml:trace contextRef="#ctx0" brushRef="#br0" timeOffset="175781.89">30482 1915 1585 0,'0'1'19'0,"-1"0"-6"0,2 0 4 0,-2 1 21 15,2 0 10-15,0-1-4 0,0 2-8 0,1 0-8 0,0 0-16 0,-1 0 2 16,1-1 7-16,-1 1-5 0,-1-1 6 0,0 0-6 0,-1 0-6 16,-1-1 6-16,0 0-2 0,-1 0-4 0,-1 0-2 0,-1 0-1 0,1 0 3 15,0-1-4-15,-1-1 2 0,1 1-5 0,0-1 0 0,0-1-2 0,0 1-2 16,0-1-2-16,0 0 1 0,1 0 0 0,0-1 6 0,-1 1-3 15,1 0-2-15,0 0 1 0,0 0-2 0,0 0 4 0,1-1-6 0,-1 1-2 16,1 1 2-16,0-1 0 0,0 0 4 0,1 0-2 0,0 1 1 0,0-1-8 16,1 1 14-16,0-1-11 0,1 1 12 0,-1 0-1 0,1 0-15 15,1 0 15-15,0-1-21 0,0 2 18 0,0-1 3 0,0 0-9 0,0 0 14 16,1 0-17-16,0 1 7 0,0 0-4 0,-1 0 5 0,1 1 9 0,0-2-10 16,-1 2 8-16,0-1-11 0,0 1 9 0,0 0-7 0,-1 0-4 15,0 0 4-15,0 0-6 0,0 0 3 0,-1 0 7 0,0 1 1 0,0-1-3 16,0 0 1-16,0 0-2 0,-1 1-3 0,-1-1 0 0,1 1 0 15,0-1-7-15,0 0-6 0,-1 1-27 0,1-1-22 0,0-1-27 0,1 0-40 16,-1 1-24-16,1-1-47 0,0 1-57 0,2 0-355 0</inkml:trace>
  <inkml:trace contextRef="#ctx0" brushRef="#br0" timeOffset="176231.89">30232 698 1408 0,'3'-4'55'0,"2"0"-36"16,0-1 16-16,1 0 3 0,2-2 31 0,1 0 18 0,2-1 2 0,0 0-6 16,2-1-4-16,1 1-1 0,2-2 4 0,0 0 8 0,2-1 1 15,1 1-4-15,-2 0 4 0,2 2 5 0,-1 0-3 0,-1 1 7 0,-2 1-13 16,1 1-4-16,-1 1-5 0,-2 1-12 0,-2 1-3 0,1 1-5 0,-1 1-3 16,-2 2-3-16,-1 0 13 0,0 2-10 0,-2 2-11 0,-1 2 8 15,-1 1-32-15,0 2-5 0,0 3 0 0,-2 2-13 0,-1 2 24 0,0 2-2 16,0 2-5-16,-1 3 4 0,-1 0-10 0,0 3 1 0,-1 0-9 15,0 2-5-15,1 1 10 0,-1 2-8 0,0 0-4 0,1 0 2 0,-1 0 6 16,1 2-31-16,0 29 17 0,1-5 2 0,2-5-18 0,1-5 37 16,0-5-11-16,1-5-4 0,-1-5 0 0,1-6 10 0,-1-3-12 0,1-2 13 15,0-2-3-15,0-1-12 0,0-2 10 0,0-2-9 0,0-1 5 0,0-1 1 16,0-1-14-16,0-1 13 0,-2-4-21 0,2 1-7 0,0-2-6 0,-1-2-27 16,-1 0-13-16,1-3-24 0,0-1-26 0,-1-1-20 0,0-1-39 15,0-1-17-15,1-2-6 0,0-2-9 0,0-1-6 0,1-2-41 0,0 1-60 16,1-2-112-16,0-1-268 0</inkml:trace>
  <inkml:trace contextRef="#ctx0" brushRef="#br0" timeOffset="176631.89">30541 2053 1792 0,'-5'2'273'0,"0"1"-271"0,1 1 8 0,4 1 15 16,1-2 11-16,2 1 17 0,2 0 12 0,2-1 7 0,1 0 16 15,1 0 9-15,2-1 1 0,0-1-5 0,1 0-8 0,2-1-13 0,1 0-12 16,1 1-7-16,0-1-14 0,2 0-4 0,0 1-2 0,-1-1-9 0,2 1-7 16,-1-1-4-16,1 0-6 0,-3 2 3 0,1 2 1 0,-2 0-4 15,-3-2-2-15,-2 3-2 0,-2-1 3 0,-1 2-1 0,-3 2 0 0,-1 1-12 16,-2 2 2-16,-1 1-6 0,-1 1-1 0,-2 3 3 0,-2 2-3 15,0 0 2-15,-1 0 3 0,-1-1 0 0,1 1 3 0,-2-2 2 0,0 0 1 16,1-1-3-16,0-1-1 0,1-1 0 0,0 2-4 0,0 0 6 0,2 2-1 16,1-2-1-16,2 0 1 0,2-1 4 0,1-2-5 0,1 0 3 15,1-3-1-15,1-1-4 0,1 1 9 0,1 0-4 0,1-2 4 0,1-1-4 16,1-2-5-16,2 0 0 0,1-1 0 0,1 0-10 0,2-1 10 0,-4 0 7 16,1-2-13-16,0 0 20 0,0 0-19 0,1 0 8 0,-2 0 4 15,0-1-10-15,1-1-2 0,-1 0-29 0,0-1-16 0,-1 1-23 0,1-2-21 16,0 0-11-16,-1 0-4 0,0-1 0 0,-1 0-5 0,-1-2-17 15,1-1-32-15,0-1-42 0,-1 2-56 0,0-2-77 0,-2 1-362 0</inkml:trace>
  <inkml:trace contextRef="#ctx0" brushRef="#br0" timeOffset="176964.89">30977 2488 1800 0,'-2'6'104'0,"0"1"-104"0,0 2 3 0,3 1 7 0,1 0 14 15,2-1 4-15,1 1-1 0,0 0 8 0,2 0 9 0,1-1 7 0,0-1 9 16,1 1 0-16,2 0-2 0,0 0-1 0,-1 0-3 0,2-1-2 0,-1 0-5 16,0-1-9-16,3 1-2 0,-1-1-8 0,-1 1-11 0,-1-1-2 15,-1 1-11-15,-1-2 6 0,-2 1-3 0,-1-1 2 0,-1 1-1 0,-1-2-4 16,-2-1 2-16,0 1 1 0,0 1-1 0,-1 0 1 0,-1 2-4 0,0-1-6 16,-1 1-2-16,0 2-8 0,0-1-4 0,0 0 9 0,0 1 5 15,1-1 3-15,0-1 3 0,3 1-6 0,0-1 0 0,2 1 3 0,2-1-3 16,0 2 1-16,1 0 2 0,1-1-5 0,-1-1 2 0,0 1 1 15,0-1-1-15,1 3 3 0,-1 0 3 0,1 0-3 0,-1 0 2 0,-1 0 0 16,0-1 1-16,-1 1-2 0,0 2 1 0,-2 0 0 0,-1 1-4 0,-1-2 4 16,0 1-1-16,-2-1 6 0,0-2-1 0,0 1 1 0,-1-3-4 15,-3 2-5-15,2-1-3 0,-3-1-11 0,0 0-14 0,-2-2-23 0,-2 0-16 16,1-2-17-16,-2-1-4 0,2-1-6 0,1-3 1 0,-3-2-13 0,2-1-26 16,-2-3-40-16,1-2-41 0,-1-2-53 0,1-5-61 0,0-2-289 15</inkml:trace>
  <inkml:trace contextRef="#ctx0" brushRef="#br0" timeOffset="177547.89">30845 497 1828 0,'0'-4'221'0,"0"1"-221"15,0-2-6-15,0 0 6 0,1 0 16 0,1-1-3 0,0 0 5 0,2 0 8 16,0-1 3-16,0-1 10 0,2 1 18 0,0-1 11 0,1 0-2 0,0-1 11 16,1 2-2-16,2 2-2 0,0 0 25 0,0 1-2 0,1 1-9 15,0 0 2-15,0 2-25 0,1 0-16 0,-1 1 8 0,1 0-17 0,1 2-9 16,-2 0 5-16,2 1-15 0,0 1 16 0,0 0-35 0,0 0 3 0,0 1 1 16,1 1-10-16,1 1 32 0,0-1 4 0,-1 1 0 0,2 0 11 15,1 1-4-15,0-1 1 0,0 0 11 0,2 1-14 0,0 0 9 0,0-1-13 16,1 1 14-16,0-1-8 0,0 1-8 0,1-1 13 0,1-1-31 15,-2 0 3-15,2 1 8 0,-1 0-23 0,-1-1 6 0,1 1 6 0,-1 0-8 16,-3 0 9-16,2 0 13 0,-2 0-8 0,-2 1 1 0,0 0-27 0,-1 1-11 16,-1 0 7-16,0 2-12 0,-3-1 40 0,0 1-6 0,0 2-8 15,-2 2 27-15,0-1-31 0,-1 1 8 0,-1 3 4 0,0 0-26 0,-1 2 20 16,0 0-2-16,-1 2 6 0,1 1 2 0,0 1-14 0,-2 2 10 0,1 2 2 16,1 2-14-16,-1 0-14 0,5 35-7 0,0 0-10 0,0 1 9 15,2-1 34-15,0 0-6 0,1-2-2 0,2-3 8 0,-1-4-12 0,2-4-4 16,2 2 6-16,3-1-1 0,2 1 3 0,3 1-16 0,3 7-1 15,25 41-2-15,0-10 9 0,-32-53 14 0,5 8 2 0,-7-11 2 0,3 8-10 16,0 0 0-16,2 7 4 0,-2-1 2 0,1 8-8 0,-3-2 0 0,-1 0 6 16,-2-3-6-16,-4 1 8 0,-4-4 2 0,-1 0-2 0,-3-1 6 15,-2-2-4-15,-3-2 3 0,-1-1 3 0,-3-2-4 0,-2-1 0 0,-2 0-2 16,-2-4-4-16,-1-1-2 0,-4-1 19 0,-1-3 1 0,0 0 9 0,-3-2-4 16,0-1-13-16,-19 21-2 0,2-10 0 0,7-8-8 0,3-10 4 15,5-5-2-15,-2 0-2 0,0-2 8 0,0-2-10 0,1 0-2 0,0 0-10 16,-1-2-6-16,-1-1-9 0,-1-1-8 0,0-1-6 0,-3 0-7 15,-3-1-1-15,1 1-4 0,-5-1-9 0,3-1-13 0,-1 0-6 0,-1 0-18 16,1-1-14-16,0 0-13 0,-1 0-32 0,2-2-41 0,-1-1-38 0,2 1-24 16,-2-1-35-16,1 0-12 0,3 1-37 0,-1-2-94 0,3-1-146 15</inkml:trace>
  <inkml:trace contextRef="#ctx0" brushRef="#br0" timeOffset="206749.99">2191 11395 1 0,'86'44'266'0,"-27"-22"655"0,-10-10 649 0,-16-7-1457 0,-4-4-51 15,2 1-47-15,8-2 4 0,3-1 24 0,5-1 5 0,4-4 9 0,4 0-16 16,0-2-17-16,3 1-19 0,1 1-6 0,2-1-3 0,3 1-5 16,3 1 4-16,-2 0 19 0,3 1-3 0,2 0-2 0,2 1-4 0,1-1-12 15,3 1 2-15,-1-1-1 0,4 1 8 0,1-1-2 0,1 0 0 0,4 0 0 16,3-1-4-16,1 0 3 0,4-1-5 0,1 0 10 0,2 0-4 15,5-1 0-15,2-1 3 0,3-1-6 0,5 2-9 0,1-3 1 0,2 2 6 16,4-1 0-16,2 0 8 0,4 0-10 0,4 1-9 0,0 0 11 0,4 1-4 16,1 0 15-16,4 0-10 0,3 1-3 0,2-1 4 0,1 1-3 15,4 0 6-15,2 2 2 0,3 1 2 0,0 1-1 0,2 2 2 0,0 1 4 16,2 0 2-16,1 2 1 0,1 1 11 0,-2 1-8 0,0 1-2 16,0 1 3-16,0 3 3 0,1 1-4 0,-3 1-1 0,1 1-9 0,-2 0-1 15,-1 1-4-15,-3 2 5 0,1 1 0 0,-2 3-5 0,1 1-3 0,-1 0-20 16,0 2 14-16,-1-1 2 0,-2 3 0 0,0 2 8 0,-2 1-11 15,-3 3-3-15,0 0 13 0,-2 2-5 0,-5-1 1 0,-2 3-1 0,-2 2 5 16,-1 1 2-16,-1 1 0 0,-3 0-4 0,-2-1 2 0,-2 3 12 0,-2 0-3 16,0 1-21-16,-3 2 10 0,-4 1-3 0,-1 0 3 0,-3 1 20 15,-1 1-18-15,-1 1 5 0,-5 0-5 0,-5 3-2 0,-1-1 6 0,-4 1-8 16,-2 0 9-16,-1 1 3 0,-4 1-10 0,-3 1 5 0,-5 1-1 16,-5 0 2-16,0 1 6 0,-2 2-3 0,-3 1 1 0,-1 1-5 0,-3 0 1 15,-4-1-4-15,-2 0 10 0,-4 2-6 0,-2 0-4 0,-3 0 4 0,-4 1-3 16,-3 4 5-16,-2-1 1 0,-1 3-2 0,0 1-10 0,-2 1 12 15,-1 1 2-15,-4 2-3 0,-1 0 3 0,-3 0-9 0,-1 3 0 0,-2 1 1 16,0 2 3-16,-2 0 0 0,-3 2 1 0,0 2-5 0,-2-1 4 0,-2 3 1 16,-1 2-5-16,-2-1 15 0,0 3-3 0,0 0-4 0,-1 2 1 15,0 2-2-15,0 2 2 0,0 3-3 0,1 2-1 0,0 4-1 0,0-1 1 16,0 3-5-16,0 1 0 0,-1 3 4 0,0 1-4 0,1 1 11 16,0 3-11-16,-1 0-6 0,0 3 6 0,-1 1-5 0,-1-1 10 0,-4-58-8 15,1 13-1-15,0-2 4 0,-1 15-5 0,0-2-14 0,0 13-14 0,-2-50-35 16,-1 6-46-16,1 5-54 0,-2 5-83 0,0-1-80 0,-1 3-114 15,-1-1-257-15,-3 4-228 0</inkml:trace>
  <inkml:trace contextRef="#ctx0" brushRef="#br0" timeOffset="207782.99">1726 12349 1314 0,'-10'-5'682'16,"1"1"-595"-16,-1 1 33 0,-2-1-41 0,1 0-19 0,-1 1-13 15,2 2-10-15,2 1-8 0,0 2-6 0,4 1-10 0,0 1-2 0,1 1-5 16,0 2 0-16,2 2 2 0,0 0-3 0,1 3-1 0,1 2 3 0,0 3-3 16,2 1 0-16,0 2 5 0,2 1-6 0,0 2 4 0,2 2-1 15,2 2-12-15,1 0 10 0,1 2 1 0,1 0-2 0,3 1-19 0,1 0-9 16,2 0-2-16,16 23-1 0,0-8 30 0,-2-10 0 0,-7-10-2 0,-1-4-2 16,-1-2-1-16,-1-3 3 0,1-1 3 0,0-3 0 0,-2-4 2 15,0-1 3-15,-1-4-5 0,-1-1 6 0,1-3 2 0,0 0 2 0,-2-3 4 16,-1-3-3-16,0-1-3 0,-1-4-4 0,-2-2 2 0,3-2 4 15,-1-2-3-15,0-2-4 0,1-1-3 0,-1 1 0 0,0-1 7 0,-2 0 1 16,0 2-3-16,-2-1 4 0,0 1 2 0,0 3 1 0,-5 0 3 0,0 1-9 16,-2 2 8-16,0 2 1 0,-1 1 6 0,-2 2 18 0,0 2-1 15,-1 1 7-15,0 3-1 0,-1 1-1 0,0 1-6 0,0 1-4 0,0 0-13 16,1 1-8-16,0 1 1 0,1 1-5 0,-1 3 4 0,1 2 8 0,1 2 2 16,0 5 0-16,0 1-2 0,1 3-12 0,1 2-6 0,-1 2 4 15,1 0-14-15,-1 3-3 0,0 1 0 0,2 1-7 0,1 4 10 0,0 1 0 16,0 0 3-16,-1 2-2 0,1-1 3 0,-2 2-12 0,1-1-5 15,0-1-6-15,0-1-3 0,1-5-6 0,0 0-14 0,-1-4 1 0,1-4-26 16,0 1-11-16,-1-3-25 0,2-2-26 0,-1-1-22 0,3-1-38 0,0-3-57 16,2-3-77-16,-1-2-113 0,1-2-411 0</inkml:trace>
  <inkml:trace contextRef="#ctx0" brushRef="#br0" timeOffset="208049.99">2711 12755 2627 0,'-9'-1'184'16,"2"1"-43"-16,1 0-92 0,5 2-26 0,2 0-15 0,3 1-3 0,3 0 0 16,2 1 1-16,3 1-3 0,3 0-1 0,1 0 0 0,2 1-8 15,0-3 5-15,3 2-1 0,-2 0 4 0,0-2 1 0,0 1-5 0,-1-1 1 16,-1 0-3-16,0 0 6 0,1 0-4 0,0 1-1 0,-2-2 3 0,0 2-2 15,0-1-3-15,-1 0-4 0,-1 0-3 0,0-1 4 0,-1 1-3 16,1 1 6-16,-2 0-10 0,1-1-12 0,-1 0-7 0,0 1-18 0,1 0-11 16,-3-1-15-16,3 1-18 0,1 0-17 0,-1 0-24 0,0 0-32 15,-2 1-38-15,2 0-39 0,-1 1-54 0,1-1-81 0,-1 0-353 0</inkml:trace>
  <inkml:trace contextRef="#ctx0" brushRef="#br0" timeOffset="208249.99">2909 13330 3058 0,'-9'-5'158'0,"4"2"-22"0,-2 0-84 16,6 1-32-16,2 1-10 0,2 1-1 0,3-1-7 0,2 1-12 0,5 1 3 16,2 1-17-16,3-2-5 0,2 2-16 0,1-2-29 0,1 0-18 15,-1 2-16-15,3-1-13 0,0 0-13 0,2 0-11 0,1-1-23 0,-1 1-25 16,1-2-30-16,-1 1-57 0,2-1-44 0,-3-1-61 0,3-3-362 0</inkml:trace>
  <inkml:trace contextRef="#ctx0" brushRef="#br0" timeOffset="208532.99">3818 12597 3625 0,'0'-5'133'0,"2"2"-35"0,3-1-67 0,3 1-31 0,6 2-2 15,4-1-4-15,5 2 3 0,8 2 1 0,4 1-2 0,5 2 2 0,1 2-2 16,-1 1-4-16,-1 1 0 0,-3 1-15 0,-2 1-4 0,-1 1 2 0,-2 1 10 16,-3 1 11-16,-3 4 6 0,-1 0-2 0,-3 1-17 0,-4 2 1 15,-3 1-1-15,-4 1 0 0,-2 4 6 0,-6 2-10 0,-3 1-4 0,-4 5-3 16,-5 3-9-16,-3 2-2 0,-5 3-6 0,-8 3 5 0,-3 2-2 0,-8 4 11 15,-3 0 11-15,-2 2 0 0,-5 0 18 0,1 2-1 0,-1 0 1 16,-1 2 2-16,1-2-13 0,4-1-16 0,3-2-35 0,3-5-64 0,5-3-100 16,2-1-138-16,8-4-234 0,3 1-621 0</inkml:trace>
  <inkml:trace contextRef="#ctx0" brushRef="#br0" timeOffset="212882.98">6843 12154 1220 0,'-7'-2'217'0,"0"-1"-30"0,0 1-47 0,1 0-9 16,2 0-8-16,1 1 0 0,0 0-21 0,1 0-12 0,0 1-14 0,1 1-18 15,1 0-1-15,0 0-7 0,0 1-8 0,1 0-1 0,1 1 0 0,-1 2-1 16,1 0 5-16,1 3-6 0,1 2-2 0,0 0-5 0,2 5 0 16,0 0-3-16,0 4-2 0,1 2 6 0,2 2-16 0,0 2 9 0,-1 2-2 15,2 1-9-15,0 1 6 0,-1-2-10 0,1 0-6 0,-1 2 2 0,-2-2 2 16,2 3-4-16,-1-2 7 0,1 0-5 0,-1-1-10 0,0 1 12 16,0-1-8-16,0-1 5 0,-1 3 6 0,-1-2-14 0,1 0 6 0,-1-1-8 15,-1-1 1-15,0 0-10 0,-1-1-11 0,-1 1-6 0,0-1-22 16,-1 0-44-16,-1-2-61 0,0-1-78 0,-1 0-127 0,-2-1-185 0,0 0-559 15</inkml:trace>
  <inkml:trace contextRef="#ctx0" brushRef="#br0" timeOffset="213401.98">8497 12033 2935 0,'-6'-6'133'0,"3"2"-47"0,0 0-72 0,4 3-11 16,2 2-11-16,2 1 2 0,4 2-4 0,1 4 5 0,5 4-1 0,2 2-2 0,1 4 4 15,-1 1-10-15,0 2-2 0,-1 1-1 0,-1 2-9 0,0 0-8 0,1 1-9 16,0 0-11-16,-1-1-7 0,1 2-12 0,-1-3-22 0,1 0-16 15,-2-2 0-15,2-3 2 0,0-3 19 0,-1-3 22 0,-1-3 9 0,-1-3 2 16,-1-2 6-16,0-3 10 0,-1-3 5 0,2-5 19 0,2-3 6 0,2-5 2 16,1-4 8-16,0-4 9 0,2-3 5 0,0 0 8 0,0-2 6 15,1 4 2-15,0 0 12 0,-1 2 6 0,-3 2 9 0,-2 2 6 0,0 2-3 16,-2 3-2-16,0 2-5 0,-1 3-3 0,-1 2-9 0,0 3-8 16,-2 2-3-16,1 2-13 0,-1 2 5 0,0 3-4 0,0 2 6 0,-1 4 4 15,0 3-1-15,-1 3 1 0,0 2-4 0,0 0-12 0,-2 4 1 0,1 1-5 16,0 5-1-16,-1 0-4 0,2 3-2 0,-1-1-2 0,1 1-9 15,-2-2 4-15,1 3-6 0,0-2 5 0,-1 3-7 0,1 0-6 0,0 0-14 16,-2 4-12-16,1 0-10 0,-3 4-26 0,-1 0-48 0,-1 3-83 0,-2 0-134 16,-2 3-149-16,-3 4-391 0</inkml:trace>
  <inkml:trace contextRef="#ctx0" brushRef="#br0" timeOffset="213899.98">7303 13501 3328 0,'-22'2'128'0,"1"3"-28"0,-2 1-95 0,11 3-22 15,5-1-3-15,4 3-4 0,4 4 2 0,3 3-4 0,3 4 0 0,2 4-3 16,4-1 4-16,2 2-3 0,2-2-4 0,0 0-9 0,4 0-16 16,1-1-15-16,3 1-10 0,1 0-6 0,2-3 4 0,1-1 4 0,0-3-3 15,1-3 12-15,-3-3 25 0,0-3 9 0,-2-2 20 0,-2-3 10 0,-2-4 2 16,-1-3 9-16,-4-2-4 0,-1-2 1 0,-1-1 13 0,1-3 5 15,-2 0 13-15,1-3 2 0,0-2-8 0,0-2 6 0,0 0-4 0,1-2-2 16,-2 2-3-16,0 0-11 0,-1 0 6 0,-2 1-7 0,2 2-4 0,-2 4 1 16,1 0-9-16,-1 3 2 0,-2 2-4 0,-1 2-4 0,1 3 4 15,0 1 6-15,1 3 9 0,1 3 1 0,0 3 4 0,1 3 0 0,-1 3-9 16,1 5 1-16,0 4-8 0,1 1-4 0,0 4-4 0,-1 1-3 16,1 2-3-16,0 0-4 0,1 3 0 0,-1 0-3 0,-1 2-6 0,1 0-9 15,0-1-2-15,-1 1-2 0,0 0-5 0,0 0-7 0,-1 0-34 0,1-2-55 16,0 0-61-16,1-3-94 0,0 0-88 0,1-2-94 0,1-1-256 15</inkml:trace>
  <inkml:trace contextRef="#ctx0" brushRef="#br0" timeOffset="214116.98">9622 13426 3384 0,'-9'3'315'0,"2"1"-201"0,1 1-79 0,3 2-39 0,2 0-3 0,2 2-17 16,2 3 3-16,2 7-13 0,3 6-3 0,4 7 13 0,0 4-1 16,-1 5 6-16,0 1 0 0,-2 4-7 0,-1 5-8 0,0 3-9 0,0 4-25 15,1 4-9-15,0 0-15 0,0 0-22 0,1 0-18 0,1-1-49 0,2-1-53 16,0 0-75-16,1-1-98 0,1 1-150 0,2 3-398 0</inkml:trace>
  <inkml:trace contextRef="#ctx0" brushRef="#br0" timeOffset="214549.98">7672 14934 3208 0,'-7'-2'331'0,"4"-1"-266"15,0 1-72-15,5-1-21 0,2 0 1 0,4 0 20 0,4 0 5 16,5 1-2-16,7 1 10 0,3 1-10 0,1 2 4 0,0 1-11 0,-2 2-15 16,-2 2-3-16,2 2-37 0,-2 4-25 0,2 4-28 0,0 3-29 15,-1 3-4-15,0 5-15 0,-4 4 0 0,-3 6-13 0,-2 0-11 0,-4 3 4 16,-5 0 11-16,-4-1 36 0,-4 0 40 0,-5-2 39 0,-4-2 35 0,-4-2 27 16,-4 1 32-16,-2 0 40 0,0-2 43 0,0-2 43 0,1-2 28 15,2-4 0-15,3 0-19 0,0-2-32 0,4-4-34 0,3 0-28 0,1-2-21 16,3-3-17-16,2 1-16 0,1-2-3 0,3 2-7 0,3-1 0 15,0 0 0-15,3-1-15 0,3 1 2 0,3 1-11 0,3-2-3 0,3 4 14 16,3 0-9-16,1-2-9 0,4 0-14 0,0-1-11 0,2-1-14 0,1 1-9 16,2-3-15-16,1-2-21 0,3-1-16 0,1-3-44 0,4-1-62 15,3-4-101-15,2-4-140 0,4-4-321 0</inkml:trace>
  <inkml:trace contextRef="#ctx0" brushRef="#br0" timeOffset="-214629.75">9812 15028 3171 0,'0'-1'215'0,"2"0"-120"16,1-1-39-16,0 1-13 0,1-1 0 0,1 0-15 0,4 0-20 15,2 1-8-15,4 0-4 0,2 0-2 0,1 2-3 0,0 1-10 0,1 1-11 16,0 2-13-16,-1 2-3 0,2 1-22 0,0 3-13 0,-1 2-10 0,1 2-19 15,-2 3-3-15,-2 1-6 0,-2 4-5 0,-1 3-10 0,-2 3 13 16,-2 4 18-16,-4 1 19 0,-3 3 34 0,-2 0 22 0,-4-2 16 0,-1-2 22 16,-1-3 17-16,-1 0 17 0,1-2 21 0,0-1 19 0,0-1 18 15,2-1 9-15,1-3 4 0,1-2-9 0,1-1-12 0,2-2-15 0,1-1-12 16,0 1-18-16,2-1-15 0,2 0-14 0,2 0-15 0,2 2 6 0,0 0-6 16,2 1-7-16,0-1-10 0,2 1-17 0,3 1-12 0,3-2-15 15,0 1-31-15,5 0-36 0,0-2-58 0,4 2-36 0,2-1-62 0,3-1-114 16,5 1-162-16,6 1-377 0</inkml:trace>
  <inkml:trace contextRef="#ctx0" brushRef="#br0" timeOffset="-211729.75">8476 11939 2804 0,'-29'-19'85'0,"-3"-4"-17"0,-9-4-25 0,4 2-26 16,6 3-2-16,0 1-11 0,2-2-6 0,-1 1-3 0,2 0-4 0,-1-1 1 15,-1 2 1-15,-3 1-2 0,-1 3-13 0,-3 2 0 0,-1 4-14 16,0 2 4-16,-4 1 12 0,-1 3-2 0,-2 2 12 0,-4 3 4 0,-1 2-4 16,-3 1 7-16,1 3-1 0,-2 2 4 0,-2 1 0 0,-1 2 0 0,0 4-1 15,0 3-9-15,0 2 1 0,-1 3-1 0,0 2 2 0,0 0 7 16,0 2-3-16,4 0 9 0,2 4-3 0,2-1 6 0,3 4 7 0,0 1-10 16,3 3-8-16,2 2 4 0,1 3 1 0,2 3 3 0,3 2 10 0,1 3-14 15,1 3-2-15,2 1 1 0,1 3-2 0,4 1 4 0,1 2-1 16,2 3-9-16,3 4 10 0,1 4-4 0,1 2 4 0,3 5 6 0,1 2-8 15,2 2-3-15,3 1-1 0,1 2 8 0,1 2-4 0,3 2 0 16,2 1 0-16,3 2-5 0,2-2 2 0,2 3 3 0,2-2-2 0,5 3-1 16,2 0 1-16,3 3-1 0,1 0 3 0,3 0-5 0,3 3 3 0,2-2 0 15,5 3 1-15,1 1 1 0,7-1-10 0,2 0 6 0,2 0-7 16,6-2 6-16,0 1 12 0,5-1-1 0,5-2 9 0,3-2-3 0,4-4-14 16,1-2 2-16,5-6 8 0,1-2-3 0,4-3 12 0,3-3-1 0,4-3 3 15,1-5 11-15,5-3-3 0,2-5 7 0,4-4 0 0,2-3 5 16,2-2 8-16,2-6-23 0,3-3 4 0,0-6-8 0,4-3-10 0,0-5 22 15,1-5-9-15,2-3-5 0,0-7 14 0,4-5-13 0,-3-6 5 16,-2-6 17-16,0-4-12 0,-2-8 4 0,0-5 9 0,0-5-7 0,-4-6 13 16,-2-3-3-16,-1-7-28 0,-5-3-10 0,1-5 3 0,-2-3-7 0,0-5 20 15,-3-3-10-15,-1-5-3 0,-1-5-3 0,-2-3-5 0,-2-3 6 16,-2-4-12-16,-3-2 4 0,-2 0 2 0,-2-2 1 0,-3-4-1 0,-5-1 4 16,-3-4-8-16,-1-2-4 0,-3-1 5 0,-4-3-9 0,-2-1 14 0,-1-2-4 15,-5-3-4-15,0-2-9 0,-4-1 3 0,-3-2-5 0,-4-2-3 16,-2-1 1-16,-2-1-19 0,-5-1 12 0,-3 2-2 0,-5-2 2 0,-4 2 11 15,-4 0 2-15,-6 0-7 0,-4 1 10 0,-5 4 3 0,-5 1-6 16,-5 3 16-16,-5 2 1 0,-3 1 1 0,-6 4 8 0,-4 1-6 0,-5 3-2 16,-4 0-1-16,-6 4 1 0,-4 2 1 0,-7 6 3 0,-5 2-8 15,-6 3-1-15,-6 4 4 0,-3 2 12 0,-8 4 5 0,-3 4-7 0,-5 2 1 16,-7 6-20-16,-4 3 6 0,-6 5-8 0,-5 7 10 0,-4 4 1 0,-5 7-4 16,-4 4 7-16,-3 6-5 0,-5 6 5 0,0 6-5 0,-3 6 2 0,-2 8-8 15,-2 6-4-15,-2 7 6 0,-1 10-9 0,-1 7 13 0,-1 8-10 16,-1 10 8-16,0 7 11 0,0 10-17 0,1 8 6 0,2 9-8 0,4 7-14 15,1 6 7-15,4 7-10 0,6 5-21 0,3 4-34 0,10 3-70 0,4 4-73 16,9 3-100-16,5 4-93 0,8 4-180 0,5 2-550 16</inkml:trace>
  <inkml:trace contextRef="#ctx0" brushRef="#br0" timeOffset="-170827.93">2154 12996 2141 0,'-47'-15'68'16,"-2"0"-16"-16,-10-4-15 0,10 4-14 0,8 4-16 0,0 1 2 0,22 4-6 15,-6-1-3-15,1 0 34 0,-3-2-5 0,1 1-3 0,-3-2-2 0,0 0-36 16,-3 0 0-16,1-1-5 0,2-1-8 0,0 0 4 0,2 0-8 16,-1 1 1-16,1-1-2 0,-1 0-5 0,2-1 3 0,-1 1-16 0,0 0 4 15,4-2 0-15,0 1 8 0,2-2 17 0,4 1 1 0,2-1 6 16,4-2-6-16,2-1-2 0,4 0-3 0,2-2 3 0,4-2 5 0,4 0 3 16,3-4 8-16,5 0 1 0,4-3 6 0,5-3-1 0,6-2 5 0,4-1 1 15,6-2-2-15,5-1 3 0,6 0 2 0,4-2-27 0,13-4-1 16,52-27 8-16,-6 12-3 0,-13 11 25 0,-23 16 2 0,-1 2-8 0,3 1-4 15,-1 6 4-15,0 1-13 0,-2 3 3 0,-1 5-1 0,-2 3-5 16,0 2 7-16,-4 4 0 0,-1 4 3 0,-1 3 2 0,-5 6-2 0,0 2 1 16,-4 5-4-16,-2 4 2 0,-3 7 3 0,-3 3-3 0,-1 7-1 0,-1 4-6 15,-3 5 0-15,-1 5 2 0,-2 6 3 0,-3 5 8 0,-5 5-4 16,-1 2 2-16,-4 2 2 0,-3 3 1 0,-3 0-2 0,-6 0 3 0,-3-2-2 16,-3 0 3-16,-5-4 5 0,-3 0 5 0,-3-3 11 0,-3-3 23 0,-3-3 20 15,-2-2 17-15,-4-2 12 0,-3-2-8 0,-5-1 8 0,-5-2-1 16,-2 0-6-16,-5-3 0 0,-3 0-15 0,-6-1-9 0,-6-2-10 0,-4-3-7 15,-5 1-7-15,-3-4-2 0,-4-3 3 0,-4-2-8 0,-1-3-8 0,-1-3 1 16,-3-1-10-16,-2-5-10 0,0-1-2 0,0-4-6 0,-3-3-1 16,-1-5 14-16,-2-3 0 0,2-3-5 0,0-4-2 0,-1-3-9 0,2-3-6 15,-2-3-3-15,42 4-6 0,-11-3 44 0,5-2 2 0,-8-4 8 0,3-4 9 16,-5-4-35-16,2-4 13 0,-5-6 4 0,4-3 3 0,4-4 5 16,4-2-11-16,3-3-4 0,5-1-23 0,2-2 9 0,4-2-5 0,5 0 0 15,3-2 9-15,5 0-13 0,4 0 6 0,4-1-6 0,3 0 3 16,4 1-5-16,4 0 2 0,4 2 0 0,2 1-9 0,2 1 8 0,4 2-6 15,3 3-5-15,1 2 14 0,2 1-16 0,3 5-5 0,3 0-6 16,1 5-23-16,3 2-31 0,0 4-34 0,3 2-35 0,2 5-31 0,1 2-30 16,2 4-36-16,0 4-39 0,4 3-92 0,7 6-77 0,36 7-49 0,-7 9-295 15</inkml:trace>
  <inkml:trace contextRef="#ctx0" brushRef="#br0" timeOffset="-170226.93">1692 16484 2080 0,'-3'-4'202'0,"-1"1"-60"15,0-1-94-15,-1 0-28 0,0 0-9 0,0 0-17 0,-1 2-6 16,2 1-6-16,1 1 4 0,1 1-7 0,1 3 4 0,2 1 5 0,0 3-1 16,0 2 12-16,2 4 8 0,0 2-13 0,1 4 0 0,0 4 3 0,1 2 6 15,0 4 0-15,-1 2 3 0,2 3 1 0,1 1-29 0,-1 2-5 16,0 1 4-16,1 2-7 0,0 2 24 0,1-1 8 0,-2 1-4 0,0 0-2 16,1 1 1-16,0-1 7 0,-1-2-8 0,1 1 4 0,-1-3 12 0,-1-2-20 15,-1-1 11-15,1-2 3 0,0-1-15 0,-1-3 15 0,0-1-3 16,0-3-12-16,-1 0 5 0,2-4-5 0,0-3-11 0,0-1-9 0,1-3-31 15,0-3-40-15,1-4-58 0,1-2-55 0,0-4-68 0,0-3-48 16,3-4-27-16,-1-5-189 0</inkml:trace>
  <inkml:trace contextRef="#ctx0" brushRef="#br0" timeOffset="-169893.93">2164 16599 1940 0,'0'0'318'0,"0"0"-160"0,2-1-103 0,3 0-41 15,1-1-14-15,4-2 3 0,4-1-3 0,3-1 0 0,3 0 3 16,5-3 1-16,2 1 4 0,3-1-11 0,0-1-9 0,2 1-1 0,0 0-9 16,0 2 5-16,-1 2 2 0,1 1 4 0,-5 2 2 0,0 1 8 0,-2 1 1 15,-3 2 4-15,-2 2-2 0,0 2-8 0,-1 1 1 0,0 2 3 16,-1 0 1-16,-2 2 1 0,-1 1-5 0,-1 1-7 0,-2 2 8 0,-1 2-7 16,-2 0-6-16,0 1-1 0,-3 1 0 0,-1 2 6 0,-1 0 12 0,-2 1 6 15,0 1-1-15,-3-4 11 0,0 0-4 0,-1 0 6 0,1-4 8 16,0-1 3-16,0 0 14 0,0-1 7 0,0-2 11 0,1-1 10 0,0-2-4 15,0 0-3-15,2-2-18 0,-2 0-3 0,1-1-11 0,2 0-8 0,-1 0-4 16,2 0-10-16,0 1-6 0,0 0-1 0,2-2 4 0,0 3-9 16,1-2 7-16,0 1-7 0,2 0 4 0,0-1-4 0,1 1-4 0,2-1 12 15,1 1-12-15,3-2 4 0,3 1-1 0,3-1-13 0,2-2-1 16,3 2-9-16,1-4-1 0,3-1-3 0,-1 0-5 0,2-2-16 0,-1 2-30 16,3-3-26-16,-1-1-24 0,3-1-35 0,1-2-49 0,0 1-83 0,1-4-79 15,-3-1-48-15,0-2-255 0</inkml:trace>
  <inkml:trace contextRef="#ctx0" brushRef="#br0" timeOffset="-169693.93">4002 16863 3110 0,'0'3'207'0,"3"1"-120"0,3 2-61 0,5 0-28 0,3 0-14 16,3 0-1-16,2-1 8 0,3-1-2 0,0-2 11 0,1 0-12 0,0 0-28 15,-1-1-14-15,2 1-35 0,1 0-9 0,0 1-7 0,2 1 6 0,-1 0 25 16,0 2 10-16,-2-1 22 0,-1 0 9 0,-2 2 0 0,-2 1-6 16,-1 0-26-16,0 1-45 0,-1-1-62 0,-1 0-76 0,0-1-102 0,1-1-73 15,-2-1-17-15,0 1-158 0</inkml:trace>
  <inkml:trace contextRef="#ctx0" brushRef="#br0" timeOffset="-169543.93">4468 17181 2318 0,'1'3'508'0,"1"-1"-322"0,1 0-128 0,1 1-51 0,2 1-17 0,3 1-4 15,2-1 3-15,3-2-6 0,2 0-14 0,2 0-13 0,2-3-39 0,2 1-42 16,-1-2-51-16,2-1-86 0,1-1-85 0,0-1-58 0,1-1-35 16,-2-1 24-16,2-1-124 0</inkml:trace>
  <inkml:trace contextRef="#ctx0" brushRef="#br0" timeOffset="-169259.94">4950 16531 2129 0,'-1'2'755'0,"0"0"-548"0,1 1-121 0,1 0-65 16,3 1-16-16,3 0-10 0,2 2-8 0,2 0 1 0,3 1-2 15,2 2 11-15,3-1-3 0,1 3 1 0,2 1-5 0,-1 1-13 0,2 1 4 16,2 1 7-16,0 2-11 0,1 1 18 0,1 1-7 0,0 4 8 0,-2-1 11 15,-1 1-14-15,-1 1 9 0,-1 0-4 0,2 0-10 0,0 1 11 0,0 1 9 16,3 2-11-16,-1-2 6 0,2 2-8 0,-1-1 8 0,-3 0 1 16,0 2-9-16,-14-16 17 0,2 4-7 0,0 1 14 0,2 2 12 0,-1 2-19 15,0 2-6-15,-1 0 6 0,1 4-7 0,-3-2 7 0,-2 3 1 0,-2-1-19 16,-2 0 10-16,-3 0-2 0,-2 1-9 0,-3 0 1 0,-1 1-11 16,-1 0-8-16,-3 0-13 0,0 1-15 0,-3-2-17 0,0 1-29 0,-2-2-5 15,0-1-46-15,-2-2-59 0,8-14-79 0,0 2-80 0,-1-3-21 16,-1 1-37-16,0-3-227 0</inkml:trace>
  <inkml:trace contextRef="#ctx0" brushRef="#br0" timeOffset="-167309.94">11316 15785 1073 0,'0'1'427'16,"0"0"-222"-16,-1 0-74 0,2 1-38 0,-1 0-24 0,1 0-29 15,1 2-22-15,-1 3-11 0,1 1 0 0,-1 2-2 0,1 2-3 0,0 1 7 16,-2 4-3-16,1 3-2 0,-2 2-1 0,0 2-7 0,-2 3 4 0,0 1 8 16,-1 1 4-16,0 3-5 0,0 2-4 0,-1-2 4 0,0 3-6 15,0-4 9-15,1 1-2 0,1 2-11 0,0-2 1 0,2 1 1 0,0-1 4 16,2-1-6-16,1-1 3 0,1 2-2 0,2-4-9 0,0 0 15 0,2-2-11 15,0 0 0-15,0-2 4 0,1-1-10 0,1-1 6 0,-1-2-6 16,1-2-7-16,-1 0-8 0,0-1-9 0,1-3-9 0,0-1-7 0,0-1-9 16,-1-2-21-16,1-1-15 0,0-2-21 0,-1-2-27 0,0 0-32 15,1-3-29-15,0-1-24 0,2-1-15 0,0-3-172 0</inkml:trace>
  <inkml:trace contextRef="#ctx0" brushRef="#br0" timeOffset="-166893.94">13143 15546 1261 0,'2'-2'182'0,"0"0"-65"0,0-1-17 0,0 1-18 0,-1 0-30 15,2 1-36-15,1 0-25 0,1 2-8 0,0 0-4 0,1 1 5 0,0 1-4 16,-2 2-2-16,1 2-1 0,0 0 0 0,0 2 10 0,-2 1 7 0,1 1 7 15,-1 2 3-15,1 2 1 0,-1 2 2 0,0 2-1 0,-1 1 2 16,0 2 2-16,0 1-1 0,-1 1-1 0,0 0-7 0,0 0 1 0,-1 3 2 16,2 0 2-16,0 3 3 0,-1-1-2 0,1-1-8 0,0 1-2 15,0-1 2-15,0-1-1 0,1-2 5 0,-1 1-6 0,1-3 1 0,0-1 2 16,-2-3-1-16,2-1-2 0,-1-4-8 0,0 0-15 0,0-2-18 0,-1-1-16 16,0-2-20-16,1-2-21 0,-1-1-13 0,0-2-20 0,0-2-11 15,0-2-13-15,0-1-19 0,1-2-16 0,0-3-154 0</inkml:trace>
  <inkml:trace contextRef="#ctx0" brushRef="#br0" timeOffset="-166593.94">13585 15596 1258 0,'12'-3'544'0,"1"0"-377"0,5-1-39 0,0 1-19 0,0-1-41 15,3 0-36-15,2 1-23 0,4-1-17 0,2 0-4 0,2 0-6 0,0 1 0 16,-2 0 8-16,-1 0 4 0,-1 2 2 0,-2-1 4 0,-1 2-5 0,-2 1 2 15,-3 0 3-15,0 1-1 0,-1 0 1 0,-1 0-2 0,-1 2-4 16,-1 1-1-16,-1-1 0 0,-2 2-10 0,-4 0-10 0,0 1-17 0,-2 2-16 16,-3 0-7-16,-2 4 4 0,-3 0 6 0,-2 1 18 0,-2 1 19 15,-3-1 10-15,-3 3 8 0,-3 1 8 0,-2-2 0 0,0 0 4 0,0-2 8 16,0 0 8-16,1-1 10 0,3-1 11 0,1 1 0 0,3-2 3 0,1-2-8 16,3 0 3-16,2-2 3 0,1 0-7 0,1 1 11 0,2-2 6 15,1 1-3-15,2-1 14 0,1 0-21 0,3 1-2 0,0-1-5 0,3 1-14 16,0-2 4-16,2 1-15 0,3 0 8 0,1 0-6 0,1-2-7 0,4 1-1 15,-1-2-8-15,0 0-5 0,1 1 4 0,0-2-9 0,-2-1-26 16,2 1-18-16,0-2-56 0,-1 2-62 0,1-1-72 0,-2 0-128 0,1-1-131 16,-1 0-229-16</inkml:trace>
  <inkml:trace contextRef="#ctx0" brushRef="#br0" timeOffset="-166042.94">11306 17416 2753 0,'0'0'158'16,"0"0"-44"-16,-1 1-34 0,0 0-12 0,0-1-31 0,0 1-31 15,0 0-24-15,0 2-21 0,0-2-8 0,1 1 2 0,0 0 12 0,1 2-3 16,-1-1-10-16,2 1-18 0,-1 1-8 0,1 0 9 0,-1 2 3 0,1 0 5 15,-1 1 5-15,0 0 8 0,0 0 10 0,0 1 4 0,0 2 5 16,-1 1 1-16,1-1-13 0,0 1-17 0,0 0-25 0,1 3-23 0,0-1-15 16,0 0-17-16,1 1-5 0,-1 0-2 0,0 0 1 0,0 1-8 15,0-1-23-15,-1-2-21 0,1 1-18 0,-1-2 0 0,0-2 1 0,0-1-110 16</inkml:trace>
  <inkml:trace contextRef="#ctx0" brushRef="#br0" timeOffset="-165775.94">11610 17250 1804 0,'6'0'214'0,"-2"-1"-45"0,3 1-26 0,3-1-37 0,3-1-48 16,3 0-28-16,2-1-23 0,4-1-16 0,3 0 6 0,2-1-8 0,2 0-5 16,1 0 2-16,2 1-9 0,-2 1 1 0,0 0-5 0,-2 1-5 15,-1 2-17-15,-3 2-12 0,-2 1 0 0,-1 2-4 0,-5 1 2 0,0 2-1 16,-2 1-4-16,-3 2 1 0,-2 1-7 0,-2 3 8 0,-2 2 7 15,-2 0 2-15,-1 3 17 0,-3 1 10 0,-1-1 17 0,-1 2 10 0,-1 0 13 16,-2-3 2-16,-1 0 22 0,0-2 31 0,0 0 19 0,1-3 21 0,1 0-2 16,0-3-7-16,2 0-10 0,1-1-15 0,1-2-25 0,2 0-15 15,1-1-10-15,1 0-9 0,1 0-3 0,1 0-3 0,2 0-12 0,1-1-4 16,1 0-4-16,1 0-7 0,2 0 15 0,2 1-4 0,2-1-4 0,2-1-8 16,-1 1-11-16,3 0-4 0,2-2-30 0,-1 1-22 0,2-1-45 15,0-2-42-15,2 0-65 0,2-1-63 0,0-2-58 0,3-2-231 0</inkml:trace>
  <inkml:trace contextRef="#ctx0" brushRef="#br0" timeOffset="-165526.94">14252 16495 2881 0,'2'3'146'16,"0"0"0"-16,1 0-20 0,-1 1-32 0,0-1-53 0,1 2-43 0,0 1-11 16,1 3-29-16,1 2-5 0,-1 3 0 0,1 4-6 0,0 1 12 15,-1 5-17-15,0 3 4 0,-2 3 7 0,1 4-6 0,-2 4 9 0,1-1-8 16,-2 1-5-16,0-1-7 0,0 1-29 0,-1 2-35 0,1 0-40 0,-1 1-70 16,1-20-70-16,0 7-92 0,0 0-58 0,-1 6 5 0,-1 1 14 15</inkml:trace>
  <inkml:trace contextRef="#ctx0" brushRef="#br0" timeOffset="-164626.94">12126 17803 487 0,'-1'0'161'0,"1"0"-18"0,0 0 1 0,0 0-13 0,0 0-23 16,0 0-21-16,-1 0-14 0,1 0-8 0,0 0 1 0,0 0 6 0,0 0 7 16,0 0 1-16,0 1-3 0,-1-1 0 0,1 0-10 0,0 0-1 15,0 0 8-15,-1 0-14 0,1 0 12 0,0 0-3 0,0 0-24 0,0 0 1 16,0 0-8-16,0 0 4 0,0 0 0 0,1 0-21 0,0-1 12 0,0 1-16 15,1 0-2-15,0-1 7 0,2 1-25 0,1 0 15 0,0-1 0 16,2 0-4-16,1 1 3 0,0-1-24 0,3 1 8 0,0 0 0 0,2-1-1 16,2 1 9-16,-1 1-9 0,3-1 4 0,1 1 4 0,1 1-1 0,-1 0 12 15,2 0-16-15,0 1-15 0,-2 0 1 0,2 1 1 0,-1 1 2 16,-1 0 12-16,0 1-5 0,-1 0-12 0,0 0 16 0,-2 1-8 0,-1 0 9 16,0 0-7-16,-2 1 0 0,-2 0-7 0,1 0-12 0,-2 0 8 15,-1 0-1-15,0 0-2 0,-1-1 6 0,-1 1-7 0,0 0 0 0,-2-1 11 16,2 0 5-16,-1 1 7 0,-1-1-8 0,1 0 13 0,0-1-8 0,1 0 2 15,-1 0 5-15,1 1-3 0,0-1 2 0,1 0-2 0,-1 0 1 16,2 1-1-16,0-2 15 0,1 2 0 0,0-1 0 0,1-1 11 0,0 1-4 16,-1 0 1-16,1 1 5 0,1 0-14 0,-1 0 6 0,0-1 6 0,1 1-7 15,-2 0 1-15,0-1-6 0,1 1-11 0,-2 0 5 0,1 0-3 16,-2 0-2-16,0 0 8 0,-1 0-8 0,-2 0-9 0,1 0-7 0,-1-1-21 16,-1 1 9-16,0 0-12 0,-2 1-17 0,0-1-20 0,-1 1-28 15,-1 0-35-15,-1 1-43 0,0-2-30 0,-1 2-48 0,-2 0-2 0,1 0-3 16,0-1 5-16,-2 1 21 0,1-1-102 0</inkml:trace>
  <inkml:trace contextRef="#ctx0" brushRef="#br0" timeOffset="-164176.94">14319 17218 1757 0,'7'-4'187'0,"-2"2"-45"0,1-2-10 0,1-1-22 16,1 0-37-16,1 0-45 0,-1 0-21 0,-1 1-5 0,0 1-11 0,0-1 1 16,-1 2-3-16,0 0-7 0,-1 2 7 0,-1 0-10 0,0 0-6 0,-2 0 9 15,0 1-2-15,0 1 7 0,-2 1 2 0,1 0 4 0,-2-1 8 16,1 2 4-16,0-1 2 0,-1 1-7 0,0 0 6 0,1 1 6 0,-1 0-4 16,0-1 4-16,0 2-5 0,0-1 5 0,0 1 9 0,0-1 2 0,1 2-1 15,-1-1-6-15,1 0 3 0,0 1-7 0,0 1 5 0,2 0-4 16,-1 3-7-16,1 0 0 0,1 0-15 0,0 3 6 0,2 1 3 0,0 2-5 15,1-1 10-15,1 3-10 0,1-2 7 16,0 2 1-16,1-2-9 0,1 2 6 0,-1 1-7 0,3-3 1 0,-1 1 8 0,1-1-10 0,1 0 0 16,-2-2 4-16,2-1-3 0,0-2 12 0,0-1-7 0,0-1-1 0,-1-3 13 15,0-1-15-15,1-1 10 0,0-3 7 0,0-1 4 0,0-2 7 16,1-3-6-16,1-2 0 0,-1-3-6 0,1-1-8 0,1-3 2 0,0-3-11 16,0-3-2-16,-2-1 10 0,1-2-6 0,0 0 1 0,-2-1 3 0,-1-2 0 15,-1 0 13-15,-2 1 7 0,0 0-5 0,-3 2 2 0,0 0-1 16,-3 3 2-16,0 0 7 0,-2 3 0 0,-1 3 2 0,-1 1 2 0,0 5-7 15,-1-1 7-15,0 4-5 0,0 0-6 0,0 3-8 0,-1 0-17 0,2 3 15 16,-1 0-6-16,0 2 3 0,0 1-10 0,1 4-8 0,-1 0 11 16,1 5-8-16,0 2 9 0,0 5-13 0,0 0 3 0,-1 5 7 0,2 1-4 15,-1 4-2-15,0 1-16 0,0 3-7 0,0 1-33 0,0 0-12 16,0 2-56-16,1-18-76 0,0 1-87 0,-1 2-138 0,0 1-62 0,0 2-97 16</inkml:trace>
  <inkml:trace contextRef="#ctx0" brushRef="#br0" timeOffset="-163610.94">12523 18433 824 0,'0'-1'425'0,"0"1"-250"0,0 0-34 15,0 0-19-15,0 0-13 0,0 0-47 0,1 0-45 0,-1 0-16 16,1 0-11-16,0 0 1 0,0 1 1 0,1-1-1 0,0 1-1 0,-1-1 0 16,2 1-10-16,1 0 10 0,0 2-9 0,0-1-2 0,1 1 11 0,1 0-12 15,1 2 13-15,1 0-5 0,0 1 0 0,1 0 4 0,0 0-7 0,2 2 4 16,0 0-4-16,2 2 9 0,1-1 3 0,-1 2-7 0,3-1-3 16,0 0-3-16,1 0 6 0,0 0 11 0,1 0 2 0,2-1 1 0,-2-1 7 15,2-1 3-15,0 0 11 0,-1-1 6 0,2-2 4 0,-1-1 8 16,0-1 6-16,0-2 7 0,0-1 2 0,-1-1 13 0,0-1 2 0,0-2-5 15,-1-2-7-15,-2 1-6 0,0 0 0 0,-1-2-11 0,0 0 3 0,-2-2-6 16,0 0-7-16,0 0 2 0,-2 0-24 0,0 1-3 0,-3-1 0 16,1 1 4-16,-1 0 0 0,0 0 5 0,-2 1-12 0,0 1 7 0,-1 2-9 15,0-1-1-15,0 1 5 0,-2 0-10 0,1 2 15 0,0 1-24 0,0 1 2 16,-1 0 4-16,1 1-11 0,0 2 4 0,0 2-6 0,1 0 3 16,-1 2 5-16,1 1-8 0,0 1-1 0,1 1-6 0,0 2 1 0,0 2-13 15,0 0-16-15,1 0-35 0,0 2-19 0,0 0-23 0,1 1-27 16,0-1-31-16,-1 2-37 0,0 0-8 0,1-1-9 0,0 0 50 0,0-1 21 15,1 0 24-15,-1-1 42 0,1-2-1 0,1-1 10 0</inkml:trace>
  <inkml:trace contextRef="#ctx0" brushRef="#br0" timeOffset="-163460.94">14143 18103 1500 0,'3'-1'260'0,"-1"1"-51"0,1-1-7 0,0-1-18 16,0 1-50-16,2 0-49 0,-1-1-45 0,1 0-27 0,1 0-2 15,-1 1-5-15,2-1 1 0,0 0-10 0,0 1-7 0,1-1-9 0,-1 1-10 16,0 0-23-16,-1 1-19 0,1 0-25 0,-2 0-44 0,0 2-31 16,1-1-44-16,-1 1-51 0,0 1-44 0,-1 0-20 0,0 1 12 0,-1 0-161 15</inkml:trace>
  <inkml:trace contextRef="#ctx0" brushRef="#br0" timeOffset="-163292.94">14402 18356 1576 0,'1'1'396'0,"0"0"-268"0,0-1 6 0,1 2-2 0,1-2-41 0,0 1-71 15,0 0-53-15,1-1-57 0,0 0-53 0,1 0-88 0,1 0-106 0,0 0-90 16,1-1-59-16,0-1-83 0</inkml:trace>
  <inkml:trace contextRef="#ctx0" brushRef="#br0" timeOffset="-162976.94">15004 17854 2222 0,'3'0'159'0,"0"0"-1"0,0 0-3 0,2 0-8 0,1-1-57 16,0 1-62-16,1-1-20 0,2 0-20 0,0 0 7 0,2 1-17 0,0 0-7 15,1 0-38-15,-1 0-40 0,2 0-26 0,-1 1-50 0,0 0-8 0,0 2-31 16,-2-1-28-16,-1 1-13 0,0 1-3 0,-1 2 30 0,-1 1 37 15,-2 0 49-15,-1 2 45 0,-2 1 35 0,-1 1 31 0,-1-1 19 0,0 2 12 16,-2 0 12-16,1 0 12 0,-2 0 28 0,1-1 30 0,0 0 28 0,0 0 33 16,0-1 20-16,1 0 3 0,0-2-5 0,1 0-15 0,1-2-25 15,0 0-13-15,2-1-13 0,1-1-16 0,1 0-11 0,1-1-18 0,1 0 7 16,-1 0-18-16,2 0 2 0,2 0 10 0,-1 0-13 0,2 1 21 16,0 0-13-16,0 1 6 0,0 0 11 0,2 0-13 0,0 1 4 0,0 0-8 15,-1 1-6-15,1 1 1 0,0-1 9 0,-1 2-33 0,0 0 36 0,-1 0-4 16,1 2-14-16,-2 0 3 0,0 1-47 0,-1 0 12 0,0 0-27 15,-3 0-16-15,1 1-36 0,-1 0-61 0,-2-1-55 0,-1 1-80 0,-1 0-72 16,-2-1-53-16,-1 1-7 0,-1-2-79 0</inkml:trace>
  <inkml:trace contextRef="#ctx0" brushRef="#br0" timeOffset="-162175.94">17058 16519 1757 0,'-5'-8'817'0,"-1"-1"-623"0,1-3-2 0,0 0-38 16,1 0-52-16,1-1-51 0,1 1-22 0,2 1-9 0,2 0-10 0,1 1-2 16,2-1-17-16,2 0-2 0,3-1-4 0,3 0-8 0,4 0 11 15,1 2 3-15,1 2-2 0,2-1 0 0,1 3-1 0,0 1 5 0,1 2 5 16,-3 2-9-16,0 1-5 0,-3 1 2 0,-2 3-3 0,-5 1 3 0,0 1-4 16,-2 2 1-16,-2 2 5 0,-1 3 3 0,-2 1 7 0,-3 4-12 15,-2 0 4-15,-2 4-6 0,-4 3 10 0,-2 1 19 0,-2 4-2 0,-3 2 3 16,-3 3-18-16,-1 2-8 0,1 0 12 0,-1 2-2 0,2 0 1 0,3-3-1 15,2-1-3-15,4-7 1 0,2-4 11 0,3-3-9 0,2-5 2 16,3-2 0-16,1-2-3 0,1-3 6 0,3 0-4 0,0-2-1 0,1-1 5 16,3-1-8-16,1-1 7 0,2-1-9 0,2 0-5 0,1-1 12 15,2-1-17-15,1-1-2 0,-1 0-20 0,2-2-32 0,-1 0-27 0,0-1-39 16,2-1-28-16,2-1-49 0,0-1-60 0,1-3-91 0,1-2-99 0,3-4-21 16,-1-1-66-16</inkml:trace>
  <inkml:trace contextRef="#ctx0" brushRef="#br0" timeOffset="-161709.94">20011 15413 1832 0,'-4'1'241'0,"-1"1"-114"0,-2-1-32 0,-1 5-22 0,-2 1-21 16,-3 4-26-16,-5 6-17 0,-3 3-9 0,-1 3-5 0,-3 4 4 0,-1 1 1 15,0 5-5-15,-3 4 1 0,2 4-3 0,-1 4-2 0,2 1 11 16,2 3-4-16,1 2-2 0,3 2 7 0,0 2-11 0,3 2 2 0,3-1 10 16,1 2-8-16,4-1 2 0,2 1-9 0,4-1-4 0,2 0 15 15,2-3-9-15,1-4 1 0,0-3-11 0,1-4-13 0,-1-4 4 0,2-2-2 16,2-4 6-16,1-3 5 0,3-4 13 0,0-4 11 0,2-6 3 0,1-6 4 16,-1-2 10-16,0-5 16 0,-2-3 22 0,2-2 19 0,-1-3 8 15,1-3 4-15,-1-1-14 0,0-2-19 0,-2-3-17 0,0-3-12 0,-1 0-13 16,-1-1-6-16,-2 0-13 0,-2-1-4 0,-3 1-19 0,-4-2-19 0,-4 0-15 15,-3 0-13-15,-3 0 8 0,-2 0 2 0,-3 4-7 0,-4-1-15 16,-1 2-29-16,-3 2-22 0,-3 1-30 0,-3 4-57 0,-3 2-39 0,-3 2-35 16,-5 4-14-16,-4 3 10 0,-3 3-129 0</inkml:trace>
  <inkml:trace contextRef="#ctx0" brushRef="#br0" timeOffset="-161343.94">17753 17466 1810 0,'-1'9'782'0,"-1"1"-636"0,0 1 12 16,-1 3-30-16,1 4-52 0,-1 2-38 0,0 3-36 0,1 2 5 15,1 0-11-15,1 1-17 0,0-12-5 0,1 1-24 0,0 2-5 0,0 2-8 16,1 0 6-16,1 2 15 0,1 0 1 0,0 2 14 0,2-1 8 0,0 2-4 15,2-1 18-15,0 3-15 0,3-2-5 0,1 1 8 0,1-1 1 16,2 0 4-16,0 0 20 0,2-2-15 0,1-3 9 0,1 0 4 0,0-2-14 16,2-3 11-16,0-1-1 0,0-2 14 0,0-3 2 0,0 0 4 15,1-3 6-15,-2-2-9 0,0-2 4 0,-1-2-9 0,0-2-5 0,-2-2 3 16,-1-2-10-16,-1-1-4 0,-1-3 4 0,-1-1-6 0,-3-1 4 0,0-3 9 16,-2-1-16-16,-3 0-1 0,0-2-2 0,-3 0-5 0,-2-1 27 15,-1 2-3-15,-1-2 3 0,-2 0 3 0,-2 2-18 0,-1 0-9 0,-2 0 9 16,1 2-12-16,-15-15-15 0,-1 6 1 0,1 6-20 0,-1 3-8 0,1 4-18 15,3 2-17-15,1 4-25 0,3 0-29 0,2 3-28 0,0 0-46 16,1 1-49-16,2 0-23 0,1-1-29 0,3 2 8 0,1-1-147 0</inkml:trace>
  <inkml:trace contextRef="#ctx0" brushRef="#br0" timeOffset="-161059.94">19260 17447 2486 0,'15'0'254'15,"-1"0"-78"-15,2 0-3 0,6 1-14 0,4 0-54 0,4 0-59 16,2 0-15-16,-1 0-16 0,2 0-21 0,0 0 6 0,0-1-18 0,-3 0 3 16,0 1-7-16,-5-1-36 0,-1 1-12 0,-4 0-22 0,-3 1 2 15,-2 1-2-15,-3 1-12 0,-3 1 1 0,-3 2-12 0,-1 2 5 0,-2 0 20 16,-3 5 4-16,-2 1 16 0,-2 2 5 0,-3 0-3 0,-1 3 9 0,-4 3 7 16,-2-1 34-16,-3 2 2 0,-1 1 14 0,8-13 7 0,-2 2-3 15,0 1 29-15,-1 2 26 0,0-2 24 0,0 4 32 0,0-2 14 0,0 1-6 16,2 0 1-16,1 1-22 0,0 0-17 0,2-1-11 0,2 0-17 0,1 1-4 15,3-2-4-15,2 1-21 0,4 0-7 0,4-2-13 0,5-3-3 16,3 0 2-16,6-1-10 0,5-2-14 0,4-2-21 0,5-1-19 0,4-2-16 16,4-1-8-16,4-1 2 0,5-3-19 0,2 0-6 0,3-2 23 15,2 0 8-15,3-3 47 0,1 1-26 0,1-2-75 0,0-2-66 0,1-2-150 16,0-2-184-16,1-2-274 0</inkml:trace>
  <inkml:trace contextRef="#ctx0" brushRef="#br0" timeOffset="39052.94">4595 3994 495 0,'-30'-10'55'0,"-4"2"-33"16,-11-1-2-16,4 6 4 0,2 3 4 0,-1 1 4 0,-1 3 2 0,-2 0-4 15,-1 2-5-15,-3 1 2 0,2 3-7 0,-1 2 3 0,-1 1-5 16,-2 3-2-16,0 2-1 0,1 1-1 0,0 4-1 0,0 0 3 0,-2 0 0 16,2 1-1-16,1-2 2 0,0 4-5 0,-1 1 2 0,3 1 3 0,0 2-1 15,0 2 5-15,-2 1-6 0,2 1-3 0,-1 2 8 0,0 2-3 16,-2 1 6-16,1 3 3 0,0 2-8 0,0 2 4 0,0 3 4 0,-2 3-2 16,2 1-4-16,0 3 2 0,0-2 3 0,-1 2-3 0,2 1-1 0,-1 0-2 15,1 3 5-15,1-1-2 0,2 3 10 0,2 0-5 0,1 1 1 16,0-1 4-16,3 1-4 0,0 1 7 0,1 0-6 0,3 1-2 0,1 0 0 15,2-1-7-15,2 4 4 0,0 1-6 0,1-1 0 0,-1 3 0 0,2 1-2 16,0 2 4-16,2 2 1 0,1 3 1 0,1 2-6 0,4 1-4 16,0-1-5-16,4 1 0 0,1-2-7 0,2 1 13 0,0 1-4 0,1 0 0 15,2 3 7-15,1 0-15 0,1-1 0 0,1 3-1 0,2-3 2 16,1 2-2-16,2 0 0 0,1-2 1 0,2 2 2 0,1 0-2 0,1 1 2 16,1 1-6-16,1-2 3 0,2 2 0 0,1-1 0 0,0 2 7 15,3-2 0-15,2 0-4 0,2 1-4 0,1-3 3 0,2 2 3 0,2-3 3 16,1 3 9-16,2-2-10 0,3-3 1 0,0 2-2 0,2-3 1 0,0 2 7 15,1 1-1-15,0-2 10 0,3 3-10 0,1-2 1 0,2-1 1 16,1 2-21-16,0-4 6 0,0-1 1 0,2 0-5 0,0-3 15 0,1 2-3 16,3-3-3-16,0 0 4 0,0-1-4 0,5-2-5 0,-2-2 1 0,1-1 2 15,1-4 1-15,2-1 4 0,2 0-5 0,1-4 1 0,1-2-1 16,0-1 3-16,2-3 3 0,3 0-4 0,-1-3 1 0,0-3-1 0,0-3 2 16,0-2 6-16,1-3 8 0,2-3 3 0,2-2 6 0,0-2-1 15,2-1 0-15,2-2 0 0,-1-1-6 0,-1-4 3 0,1-2-6 0,0-3 5 16,2-3-4-16,1-1 1 0,0-3 1 0,1-2 0 0,1-1 2 0,0-2-2 15,1-2 1-15,0-2 0 0,0-2 0 0,0-3-4 0,0-1 1 16,2-2-1-16,0-2 1 0,1-1 4 0,-2-2-5 0,1-2-2 0,0-1-4 16,0-2-2-16,0-3-7 0,3-1 3 0,0-4-5 0,0-3 1 0,-1-3 1 15,0-2 0-15,0-1 0 0,-1-1 3 0,-3-4-4 0,2 0-6 16,1-5-5-16,-3-1-6 0,1-1 16 0,-4-3 1 0,1-4 1 0,0 0 5 16,-3-3-12-16,1-1 4 0,-3-3 1 0,1-2 4 0,-2-1 1 15,-3-2 9-15,-1-1-13 0,-4-1 16 0,-1-3 6 0,-1-2-2 0,-1-2 11 16,0-3-16-16,-2 1-4 0,0-1 3 0,-1-3-4 0,-3 1-5 0,0-1-2 15,-2-2 7-15,-1 1-6 0,0-3 10 0,-3-2-9 0,-3 0 0 16,1-2-11-16,-2-1 7 0,-1 0 6 0,0 1-7 0,-2-3 8 0,-2-1-8 16,-1 0-3-16,-2 0-2 0,-2-1 4 0,1 0 2 0,-4-1 1 0,1-2-1 15,-2 0-1-15,-3 1 1 0,-1-1-10 0,-1 2 12 0,-2-1-2 16,1-1 1-16,-2-2 6 0,-1 2-8 0,-4-2 3 0,-1 3-2 0,-2 0 6 16,-2 0-4-16,-3 1-1 0,-1-1-1 0,-2 1-1 0,-2 1 1 0,-1 0 4 15,-3 3-5-15,-2-1 3 0,-2 3-5 0,-2 0-4 0,-5 2 2 16,-1 2-2-16,-2-2 2 0,-1 2 4 0,-3 1 3 0,0 0-7 0,-5 2 2 15,0 0 2-15,-4 1-6 0,-1 0 7 0,-3 1 1 0,-1 2-4 16,-2 0 0-16,-2-1-2 0,-1 2 0 0,0 0 1 0,-4 1 1 0,-1 1 4 16,-2 0-3-16,-2 0-8 0,-2 3 18 0,-1 0-8 0,0 1 1 0,-4 2 6 15,1 0-15-15,-2 1 1 0,0 3-9 0,-2-1 2 0,-2 1 3 16,1 2 1-16,-3 3 7 0,-1 2-4 0,0 2 0 0,-2 1 2 0,-1 2-4 16,-1 3 3-16,-1 0-1 0,-2 3-2 0,-3 1-1 0,-1 1-1 0,-3 3-1 15,1 3 1-15,-2 1 3 0,0 3 1 0,3 1-2 0,-3 3-7 16,1 1 4-16,-1 3-4 0,-1 4 17 0,2 1 6 0,3 3-4 0,1 2 1 15,-1 4-16-15,-1 2-4 0,-1 4 7 0,-2 4-1 0,1 4 1 16,-1 5 9-16,0 5-21 0,1 6-2 0,-4 4 4 0,-1 7-18 0,-1 7-13 16,-4 5-15-16,1 6-41 0,-2 6-22 0,2 5-19 0,-3 5-27 0,2 6-32 15,-3 2-48-15,-1 9-36 0,-2 7-71 0,-4 8-96 0,-1 9-287 16</inkml:trace>
  <inkml:trace contextRef="#ctx0" brushRef="#br0" timeOffset="65118.6">22737 13395 3115 0,'-8'1'208'16,"-3"-1"-94"-16,-4-1-51 0,-1-2-19 0,-2-2-14 0,0-3-13 16,-2-2-30-16,-3-1-6 0,0-2-3 0,-5 0-2 0,-2-3 7 0,-4-1 4 15,-2-2-7-15,-5-2 9 0,-5-3-4 0,-6-1 2 0,-4-2 4 16,-5 0-3-16,-3-1 4 0,-1 0 8 0,-6 2-2 0,-2-3 2 0,-3 1 8 16,-6-3-8-16,-5 0 7 0,-1-1 0 0,-6 2-3 0,-1 0-8 0,-2 0 4 15,-4-3 2-15,-3 2-4 0,-1-1-7 0,-4 4 4 0,-2 0 3 16,1 3 2-16,-1 1 14 0,-1 1-4 0,0 4-3 0,-1 2 6 0,2 2 0 15,-1 3-2-15,-1 1-4 0,2 3-3 0,0 3 1 0,-2 1-3 0,1 4 0 16,-1 1 9-16,0 3-9 0,-2 2 2 0,-1 2-1 0,-3 2-6 16,-2 3 6-16,-3 3-3 0,-1 2 4 0,-2 1-6 0,-3 3-2 0,0 0-16 15,-3 2 22-15,-1 3-2 0,-1 1-9 0,-2 4 11 0,0 1-19 16,0 3 4-16,2 1 2 0,-1 3 0 0,-1 2-7 0,0 2 3 0,3 1 1 16,1 2-1-16,3 0 1 0,5 1 3 0,2 2-9 0,3 3 16 0,4 0 6 15,4 2-14-15,4 0 15 0,7 0-14 0,3 1 4 0,4 1 7 16,6-1 2-16,2 0 0 0,8-3-4 0,6-1 6 0,4 1-10 0,8 0 6 15,5 0 4-15,5-1-8 0,7-1 11 0,6-2 2 0,5-1-3 0,8-1-1 16,6-3-5-16,6-2 2 0,6 0-4 0,3-2 0 0,6 1 1 16,3 0-16-16,4-3-6 0,3 0 14 0,3 1 6 0,4-1-5 0,4 0 10 15,1 0-12-15,4-2 1 0,0-1 2 0,4 0 3 0,2 1 2 16,3-2 0-16,4 1 4 0,3-3 0 0,4 0-2 0,3 1 0 0,3 0 4 16,3 1-6-16,4 0 9 0,3-1 0 0,1 0 0 0,3 0-3 0,2-1-4 15,4 0 10-15,5 1-8 0,0-3 3 0,6 0 4 0,1-2-12 16,3-1 6-16,5 2 6 0,1-2-14 0,5 2 5 0,4-3 7 0,1 1-3 15,2-2 3-15,1 0 0 0,3-1-5 0,2 0 3 0,2 1 4 0,0-1-1 16,1 2 4-16,0-1 1 0,0-1-6 0,1 0 0 0,-1-1 1 16,0 1 3-16,-1 0 0 0,0-1 1 0,1 2-1 0,2 0 9 0,0 0-3 15,2 2-6-15,1-1-5 0,-1 0-6 0,1 1 9 0,0 1 2 16,1 0-4-16,0 0-9 0,-1-2 4 0,1-1 9 0,-1 1-1 0,0-1-1 16,3 0-11-16,-1-3 4 0,3 1 2 0,1-2 12 0,0-2-6 0,0-1-5 15,-2-1 1-15,1-2-4 0,0-2 9 0,1 0-5 0,1-2 7 16,1-1-11-16,1-1-12 0,2-3 10 0,2-1 4 0,1-3-6 0,-3-1 6 15,0-2-8-15,-1-2-5 0,-1-2 14 0,-1-4 1 0,-3 0 0 0,1-3 1 16,-2-2-18-16,0 0 17 0,0-3-1 0,-5-2-5 0,-2-1 27 16,-2 0-24-16,0-2 7 0,3 0-3 0,-3-3-14 0,2 1 20 0,-3 0-9 15,-3 0 5-15,-2 1 16 0,-3-2-14 0,-3-2 9 0,-3 0 1 16,-1-1-8-16,-4 1 6 0,-3 0-5 0,-3 1-3 0,-3-2 5 0,-6 0 1 16,-3 1 5-16,-4-4-7 0,-4 2-9 0,0-3-6 0,-3-1 4 0,-5 0 6 15,-3-5-4-15,-5 0-3 0,-3-2-1 0,-3 1 0 0,-7-2 2 16,-5-4 0-16,-3-1 2 0,-4-4-2 0,-3-3-2 0,-4-1-2 0,-4-5-12 15,-4-5 16-15,-6-4-6 0,-4-5 2 0,-5-6 8 0,-6-2-12 0,-4-5 10 16,-8-4-4-16,-4-2-2 0,-7-2-2 0,-3-2 4 0,-7-1-10 16,-5-3-2-16,-6 1 2 0,-6 0-9 0,-6 0 1 0,-8 3-3 0,-4 0-10 15,-8 2-14-15,-4 2 9 0,-5 1 1 0,-5 2-9 0,-4 6 6 16,-8 2-7-16,-6 3 0 0,-3 4 13 0,-6 3-3 0,-4 5-6 0,-5 5-7 16,-5 6-1-16,-7 5 0 0,-4 4 4 0,-2 8 2 0,-4 5 2 0,-2 7 0 15,-3 5 8-15,-6 7 3 0,-2 5-4 0,-5 5-19 0,-4 7-26 16,-6 4-50-16,-3 5-78 0,-6 7-88 0,-6 5-112 0,-8 5-121 0,-8 9-401 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873A0-AD56-A3D2-B7B0-AC05312B5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835D98-3AC1-FFFF-AC4D-15DCE8F77F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E0E11-905D-47AE-58D8-54464DAAF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A7084-AF68-4685-982C-638876EA6483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C6EA3-EE44-7CDF-6DEE-88040B7F6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2B17F-0B13-F7B4-90CD-EA41F79F3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B78A2-40CD-41D8-893F-3103993B3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568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FA1D6-244D-105B-F982-EC3C486FB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03315-ABDE-E854-3CD6-B797A9E70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58EE0-9780-A3B9-0B52-7ADEFEE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A7084-AF68-4685-982C-638876EA6483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0D3FD-9F5B-F049-3818-C0BDABA88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A969C-FB58-32F1-4460-3BBEB8849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B78A2-40CD-41D8-893F-3103993B3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162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88A00-44B7-4869-0F2D-CD5D65CCC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AB7F8-6FE5-A45B-3263-229369AA9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CA48E-FBF9-1F97-8CCE-AA1AC06B0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A7084-AF68-4685-982C-638876EA6483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3C232-91B6-4678-048D-5B73B6690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37D61-A556-067F-3A6F-426150BB9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B78A2-40CD-41D8-893F-3103993B3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122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FB737-A464-A190-8459-A26AA4E9A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E24D3-F3E1-FD76-3841-3C42A06736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A7EB20-8E18-0F17-462F-03A6CEAF34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BBA814-CC59-2132-3792-9EBFA775A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A7084-AF68-4685-982C-638876EA6483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A4C45-0491-5A51-9CDA-D829CF533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29C2B7-430C-A2CA-D3A3-F085558E4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B78A2-40CD-41D8-893F-3103993B3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901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3C765-5AAA-047D-CD48-6D1C89800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A10FB1-EDD2-5A80-8911-C1EB33C89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066253-8226-C00D-CB1E-F7B110C72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0BC6FA-598B-4FB6-2C83-1E9B170A98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EB00F8-1606-BB2B-31E6-73CC4DE2DA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6998BC-B657-A79C-EF54-9FEB687EE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A7084-AF68-4685-982C-638876EA6483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140F4E-2A31-438F-C110-5BED88314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0C31B3-7855-1249-296D-15DDAFD18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B78A2-40CD-41D8-893F-3103993B3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385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CBFC5-654B-B000-71D7-CC7669EA4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FDC4DD-8FEA-9517-CDB6-A87293512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A7084-AF68-4685-982C-638876EA6483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143639-1EA8-E5BB-554B-EA81D75FC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FA98CD-E47B-A1B9-96FB-2481C1D50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B78A2-40CD-41D8-893F-3103993B3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410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157DF1-C241-16C4-2EDB-D1D623909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A7084-AF68-4685-982C-638876EA6483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E575DE-FA85-552B-E79B-9C05380F2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E4377-5A6E-3241-97F5-50E532A1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B78A2-40CD-41D8-893F-3103993B3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02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0ED5A-49A2-09ED-C369-0BABD2527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EB9CC-2305-4C80-7309-A20F11CA8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376C4A-4445-EDE7-9319-7BD0F5A3F3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4BD63-C99E-6590-5AF1-42F153827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A7084-AF68-4685-982C-638876EA6483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9547D-2C88-B424-6293-32871FB96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2657D3-A74C-8403-8E94-10D574B6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B78A2-40CD-41D8-893F-3103993B3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11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46485-3241-C180-0132-1169632F2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D2AEB0-3A08-C247-8F7D-A889197B90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BA83B-BCDB-67E5-1297-06380ECC05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2E2E79-FD53-8459-C646-9AE53514E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A7084-AF68-4685-982C-638876EA6483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55DEED-426C-9974-5524-249DC163C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F1AC47-5F95-EADC-5CA8-94DE79476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B78A2-40CD-41D8-893F-3103993B3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907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9C806-2529-89EF-CCD0-791F62D19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AD2FA2-C1E1-65BD-FFEC-92DB93FEF3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8B7E8-F244-EBEC-AA9C-E972FEF09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A7084-AF68-4685-982C-638876EA6483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5BF24-4006-43B3-E7B5-4DF0366A5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FAFCB-A01C-035A-389F-ABD336D9E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B78A2-40CD-41D8-893F-3103993B3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58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50D106-1C68-1FB0-41E4-3A3356E60E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6BB593-0F04-CF62-DBEF-C6B27AE0B1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F6621-1998-F2BD-4F94-D7E180580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A7084-AF68-4685-982C-638876EA6483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61393-EB52-4407-0DD6-2A849A2B7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A6D2F-FE54-818B-8262-D371FDAED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B78A2-40CD-41D8-893F-3103993B3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90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B87426-3BA0-D01D-E49B-14A09DB05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909DD7-2A06-3FF0-1691-383A9CA22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3747C-6C4F-F13B-1106-CE63D7FA74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CA7084-AF68-4685-982C-638876EA6483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38247-5259-424B-285D-FAA8442C59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DB8E1-976D-C6A1-DAD2-772A30AB7B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9B78A2-40CD-41D8-893F-3103993B3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87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63910-BF5D-F797-04F3-2AADA753D1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3-dars(Model Building)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5C4398-31E2-CBB9-2342-F1BE48D609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62272"/>
            <a:ext cx="9144000" cy="695528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</p:spTree>
    <p:extLst>
      <p:ext uri="{BB962C8B-B14F-4D97-AF65-F5344CB8AC3E}">
        <p14:creationId xmlns:p14="http://schemas.microsoft.com/office/powerpoint/2010/main" val="2141419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A0215-9480-474A-39BF-528282ADB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Vazifa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EDBE4-1C86-9278-921E-E8AC85526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Built-in fun code </a:t>
            </a:r>
            <a:r>
              <a:rPr lang="en-US" dirty="0" err="1"/>
              <a:t>warsga</a:t>
            </a:r>
            <a:r>
              <a:rPr lang="en-US" dirty="0"/>
              <a:t> </a:t>
            </a:r>
            <a:r>
              <a:rPr lang="en-US" dirty="0" err="1"/>
              <a:t>qollang</a:t>
            </a:r>
            <a:endParaRPr lang="en-US" dirty="0"/>
          </a:p>
          <a:p>
            <a:r>
              <a:rPr lang="en-US" b="1" dirty="0"/>
              <a:t>Project:</a:t>
            </a:r>
          </a:p>
          <a:p>
            <a:pPr lvl="1"/>
            <a:r>
              <a:rPr lang="en-US" dirty="0"/>
              <a:t>Built-in fun code Project </a:t>
            </a:r>
            <a:r>
              <a:rPr lang="en-US" dirty="0" err="1"/>
              <a:t>qollang</a:t>
            </a:r>
            <a:endParaRPr lang="en-US" dirty="0"/>
          </a:p>
          <a:p>
            <a:pPr lvl="1"/>
            <a:r>
              <a:rPr lang="en-US" dirty="0" err="1"/>
              <a:t>Funksiya</a:t>
            </a:r>
            <a:endParaRPr lang="en-US" dirty="0"/>
          </a:p>
          <a:p>
            <a:pPr lvl="1"/>
            <a:r>
              <a:rPr lang="en-US" dirty="0" err="1"/>
              <a:t>Klib</a:t>
            </a:r>
            <a:r>
              <a:rPr lang="en-US" dirty="0"/>
              <a:t>, </a:t>
            </a:r>
            <a:r>
              <a:rPr lang="en-US" dirty="0" err="1"/>
              <a:t>autoclean</a:t>
            </a:r>
            <a:r>
              <a:rPr lang="en-US" dirty="0"/>
              <a:t>(</a:t>
            </a:r>
            <a:r>
              <a:rPr lang="en-US" dirty="0" err="1"/>
              <a:t>functiya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u </a:t>
            </a:r>
            <a:r>
              <a:rPr lang="en-US" dirty="0" err="1"/>
              <a:t>siz</a:t>
            </a:r>
            <a:r>
              <a:rPr lang="en-US" dirty="0"/>
              <a:t> compare, tabulate)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401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07C7F-42DF-423C-516E-2D0240EA1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5DCAC-A41C-9040-8616-F36BB5EB0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 err="1"/>
              <a:t>Qo’shimcha</a:t>
            </a:r>
            <a:r>
              <a:rPr lang="en-US" dirty="0"/>
              <a:t>: Visual </a:t>
            </a:r>
            <a:r>
              <a:rPr lang="en-US" dirty="0" err="1"/>
              <a:t>Kutubxonalar</a:t>
            </a:r>
            <a:endParaRPr lang="en-US" dirty="0"/>
          </a:p>
          <a:p>
            <a:r>
              <a:rPr lang="en-US" dirty="0"/>
              <a:t>Built-in functions</a:t>
            </a:r>
          </a:p>
          <a:p>
            <a:r>
              <a:rPr lang="en-US" dirty="0"/>
              <a:t>Project1</a:t>
            </a:r>
          </a:p>
          <a:p>
            <a:r>
              <a:rPr lang="en-US" dirty="0" err="1"/>
              <a:t>Vazifa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9BF4118-52B0-5372-0FC4-2306BC925408}"/>
                  </a:ext>
                </a:extLst>
              </p14:cNvPr>
              <p14:cNvContentPartPr/>
              <p14:nvPr/>
            </p14:nvContentPartPr>
            <p14:xfrm>
              <a:off x="1004760" y="1388520"/>
              <a:ext cx="2961720" cy="31611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9BF4118-52B0-5372-0FC4-2306BC92540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5400" y="1379160"/>
                <a:ext cx="2980440" cy="317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0883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418E5-2CF8-99E0-9ADC-D3E13D017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15054"/>
          </a:xfrm>
        </p:spPr>
        <p:txBody>
          <a:bodyPr/>
          <a:lstStyle/>
          <a:p>
            <a:pPr algn="ctr"/>
            <a:r>
              <a:rPr lang="en-US" b="1" dirty="0" err="1"/>
              <a:t>Takrorlash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56650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A95FE-5971-F4B6-317E-92BA91922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6FFBE-5A8C-877F-B3D0-C426C489F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F3C72-54E9-81BA-D8A8-376775976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Yangi </a:t>
            </a:r>
            <a:r>
              <a:rPr lang="en-US" dirty="0" err="1"/>
              <a:t>kutubxonalar</a:t>
            </a:r>
            <a:endParaRPr lang="en-US" dirty="0"/>
          </a:p>
          <a:p>
            <a:pPr lvl="1"/>
            <a:r>
              <a:rPr lang="en-US" dirty="0" err="1"/>
              <a:t>Klib</a:t>
            </a:r>
            <a:endParaRPr lang="en-US" dirty="0"/>
          </a:p>
          <a:p>
            <a:pPr lvl="1"/>
            <a:r>
              <a:rPr lang="en-US" dirty="0" err="1"/>
              <a:t>Datacleaner</a:t>
            </a:r>
            <a:endParaRPr lang="en-US" dirty="0"/>
          </a:p>
          <a:p>
            <a:r>
              <a:rPr lang="en-US" dirty="0"/>
              <a:t>Project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A91985F-4B6D-7402-CB2C-125736AA0246}"/>
                  </a:ext>
                </a:extLst>
              </p14:cNvPr>
              <p14:cNvContentPartPr/>
              <p14:nvPr/>
            </p14:nvContentPartPr>
            <p14:xfrm>
              <a:off x="1006920" y="1326600"/>
              <a:ext cx="10864080" cy="5532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A91985F-4B6D-7402-CB2C-125736AA024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7560" y="1317240"/>
                <a:ext cx="10882800" cy="555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0650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9E2BA-8FE5-1309-09BC-1656B5022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35928-9A6F-A977-BADF-21145F60A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15054"/>
          </a:xfrm>
        </p:spPr>
        <p:txBody>
          <a:bodyPr/>
          <a:lstStyle/>
          <a:p>
            <a:pPr algn="ctr"/>
            <a:r>
              <a:rPr lang="en-US" b="1" dirty="0"/>
              <a:t>Built-in functions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A9280CA-9527-471B-EDA4-1BF33F0BBB61}"/>
                  </a:ext>
                </a:extLst>
              </p14:cNvPr>
              <p14:cNvContentPartPr/>
              <p14:nvPr/>
            </p14:nvContentPartPr>
            <p14:xfrm>
              <a:off x="5881320" y="2915640"/>
              <a:ext cx="3333960" cy="3240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A9280CA-9527-471B-EDA4-1BF33F0BBB6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71960" y="2906280"/>
                <a:ext cx="3352680" cy="325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7932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CD294-5E46-0EC9-D0E7-7371BA5CE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functions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1C4E8-51BA-072C-89CB-D66D95790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</a:t>
            </a:r>
          </a:p>
          <a:p>
            <a:r>
              <a:rPr lang="en-US" dirty="0" err="1"/>
              <a:t>Numpy</a:t>
            </a:r>
            <a:endParaRPr lang="en-US" dirty="0"/>
          </a:p>
          <a:p>
            <a:r>
              <a:rPr lang="en-US" dirty="0"/>
              <a:t>Pandas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11C0D18-CC2B-30B4-135D-3300D27924F1}"/>
                  </a:ext>
                </a:extLst>
              </p14:cNvPr>
              <p14:cNvContentPartPr/>
              <p14:nvPr/>
            </p14:nvContentPartPr>
            <p14:xfrm>
              <a:off x="421200" y="137160"/>
              <a:ext cx="11212200" cy="6604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11C0D18-CC2B-30B4-135D-3300D27924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1840" y="127800"/>
                <a:ext cx="11230920" cy="662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1390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CEB92-FCC4-8954-6403-21A5E2677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0104B-3B21-80E8-E6AE-6E6F8FC5A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15054"/>
          </a:xfrm>
        </p:spPr>
        <p:txBody>
          <a:bodyPr/>
          <a:lstStyle/>
          <a:p>
            <a:pPr algn="ctr"/>
            <a:r>
              <a:rPr lang="en-US" b="1" dirty="0"/>
              <a:t>Project1</a:t>
            </a:r>
          </a:p>
        </p:txBody>
      </p:sp>
    </p:spTree>
    <p:extLst>
      <p:ext uri="{BB962C8B-B14F-4D97-AF65-F5344CB8AC3E}">
        <p14:creationId xmlns:p14="http://schemas.microsoft.com/office/powerpoint/2010/main" val="3538904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60</Words>
  <Application>Microsoft Office PowerPoint</Application>
  <PresentationFormat>Widescreen</PresentationFormat>
  <Paragraphs>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3-dars(Model Building)</vt:lpstr>
      <vt:lpstr>Vazifa</vt:lpstr>
      <vt:lpstr>Bugun</vt:lpstr>
      <vt:lpstr>Takrorlash</vt:lpstr>
      <vt:lpstr>Takrorlash</vt:lpstr>
      <vt:lpstr>Built-in functions</vt:lpstr>
      <vt:lpstr>Built-in functions </vt:lpstr>
      <vt:lpstr>Project1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1</cp:revision>
  <dcterms:created xsi:type="dcterms:W3CDTF">2025-08-21T09:18:29Z</dcterms:created>
  <dcterms:modified xsi:type="dcterms:W3CDTF">2025-08-21T11:41:52Z</dcterms:modified>
</cp:coreProperties>
</file>