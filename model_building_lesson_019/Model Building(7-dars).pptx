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1F5607-0F57-44E9-86D4-E119646FAE5D}" v="2" dt="2025-09-02T11:46:39.2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ronbek Malikov" userId="8ee0eb9faaf3663e" providerId="LiveId" clId="{E168BBCB-B3F2-46CC-B5CA-AAD8B95135CA}"/>
    <pc:docChg chg="modSld">
      <pc:chgData name="Davronbek Malikov" userId="8ee0eb9faaf3663e" providerId="LiveId" clId="{E168BBCB-B3F2-46CC-B5CA-AAD8B95135CA}" dt="2025-09-02T11:46:39.273" v="1"/>
      <pc:docMkLst>
        <pc:docMk/>
      </pc:docMkLst>
      <pc:sldChg chg="addSp">
        <pc:chgData name="Davronbek Malikov" userId="8ee0eb9faaf3663e" providerId="LiveId" clId="{E168BBCB-B3F2-46CC-B5CA-AAD8B95135CA}" dt="2025-09-02T11:07:26.420" v="0"/>
        <pc:sldMkLst>
          <pc:docMk/>
          <pc:sldMk cId="3217753223" sldId="257"/>
        </pc:sldMkLst>
        <pc:inkChg chg="add">
          <ac:chgData name="Davronbek Malikov" userId="8ee0eb9faaf3663e" providerId="LiveId" clId="{E168BBCB-B3F2-46CC-B5CA-AAD8B95135CA}" dt="2025-09-02T11:07:26.420" v="0"/>
          <ac:inkMkLst>
            <pc:docMk/>
            <pc:sldMk cId="3217753223" sldId="257"/>
            <ac:inkMk id="4" creationId="{6E3CD8D3-9496-681B-29D0-4C91EE6D676A}"/>
          </ac:inkMkLst>
        </pc:inkChg>
      </pc:sldChg>
      <pc:sldChg chg="addSp">
        <pc:chgData name="Davronbek Malikov" userId="8ee0eb9faaf3663e" providerId="LiveId" clId="{E168BBCB-B3F2-46CC-B5CA-AAD8B95135CA}" dt="2025-09-02T11:07:26.420" v="0"/>
        <pc:sldMkLst>
          <pc:docMk/>
          <pc:sldMk cId="4101747443" sldId="259"/>
        </pc:sldMkLst>
        <pc:inkChg chg="add">
          <ac:chgData name="Davronbek Malikov" userId="8ee0eb9faaf3663e" providerId="LiveId" clId="{E168BBCB-B3F2-46CC-B5CA-AAD8B95135CA}" dt="2025-09-02T11:07:26.420" v="0"/>
          <ac:inkMkLst>
            <pc:docMk/>
            <pc:sldMk cId="4101747443" sldId="259"/>
            <ac:inkMk id="4" creationId="{E40211D5-2638-F47C-D1FB-0C3766B25354}"/>
          </ac:inkMkLst>
        </pc:inkChg>
      </pc:sldChg>
      <pc:sldChg chg="addSp">
        <pc:chgData name="Davronbek Malikov" userId="8ee0eb9faaf3663e" providerId="LiveId" clId="{E168BBCB-B3F2-46CC-B5CA-AAD8B95135CA}" dt="2025-09-02T11:07:26.420" v="0"/>
        <pc:sldMkLst>
          <pc:docMk/>
          <pc:sldMk cId="1528848420" sldId="260"/>
        </pc:sldMkLst>
        <pc:inkChg chg="add">
          <ac:chgData name="Davronbek Malikov" userId="8ee0eb9faaf3663e" providerId="LiveId" clId="{E168BBCB-B3F2-46CC-B5CA-AAD8B95135CA}" dt="2025-09-02T11:07:26.420" v="0"/>
          <ac:inkMkLst>
            <pc:docMk/>
            <pc:sldMk cId="1528848420" sldId="260"/>
            <ac:inkMk id="3" creationId="{12C57D28-BB77-477E-1665-25605CBA10A2}"/>
          </ac:inkMkLst>
        </pc:inkChg>
      </pc:sldChg>
      <pc:sldChg chg="addSp">
        <pc:chgData name="Davronbek Malikov" userId="8ee0eb9faaf3663e" providerId="LiveId" clId="{E168BBCB-B3F2-46CC-B5CA-AAD8B95135CA}" dt="2025-09-02T11:07:26.420" v="0"/>
        <pc:sldMkLst>
          <pc:docMk/>
          <pc:sldMk cId="3999139527" sldId="261"/>
        </pc:sldMkLst>
        <pc:inkChg chg="add">
          <ac:chgData name="Davronbek Malikov" userId="8ee0eb9faaf3663e" providerId="LiveId" clId="{E168BBCB-B3F2-46CC-B5CA-AAD8B95135CA}" dt="2025-09-02T11:07:26.420" v="0"/>
          <ac:inkMkLst>
            <pc:docMk/>
            <pc:sldMk cId="3999139527" sldId="261"/>
            <ac:inkMk id="4" creationId="{D655090A-C3C8-CB2D-4391-AA2DE1D94CCC}"/>
          </ac:inkMkLst>
        </pc:inkChg>
      </pc:sldChg>
      <pc:sldChg chg="addSp">
        <pc:chgData name="Davronbek Malikov" userId="8ee0eb9faaf3663e" providerId="LiveId" clId="{E168BBCB-B3F2-46CC-B5CA-AAD8B95135CA}" dt="2025-09-02T11:07:26.420" v="0"/>
        <pc:sldMkLst>
          <pc:docMk/>
          <pc:sldMk cId="2896464692" sldId="263"/>
        </pc:sldMkLst>
        <pc:inkChg chg="add">
          <ac:chgData name="Davronbek Malikov" userId="8ee0eb9faaf3663e" providerId="LiveId" clId="{E168BBCB-B3F2-46CC-B5CA-AAD8B95135CA}" dt="2025-09-02T11:07:26.420" v="0"/>
          <ac:inkMkLst>
            <pc:docMk/>
            <pc:sldMk cId="2896464692" sldId="263"/>
            <ac:inkMk id="4" creationId="{D4321B1F-C982-A658-AAC6-A444A2728248}"/>
          </ac:inkMkLst>
        </pc:inkChg>
      </pc:sldChg>
      <pc:sldChg chg="addSp">
        <pc:chgData name="Davronbek Malikov" userId="8ee0eb9faaf3663e" providerId="LiveId" clId="{E168BBCB-B3F2-46CC-B5CA-AAD8B95135CA}" dt="2025-09-02T11:07:26.420" v="0"/>
        <pc:sldMkLst>
          <pc:docMk/>
          <pc:sldMk cId="1895830683" sldId="264"/>
        </pc:sldMkLst>
        <pc:inkChg chg="add">
          <ac:chgData name="Davronbek Malikov" userId="8ee0eb9faaf3663e" providerId="LiveId" clId="{E168BBCB-B3F2-46CC-B5CA-AAD8B95135CA}" dt="2025-09-02T11:07:26.420" v="0"/>
          <ac:inkMkLst>
            <pc:docMk/>
            <pc:sldMk cId="1895830683" sldId="264"/>
            <ac:inkMk id="3" creationId="{74E42E34-EA39-BEE9-6C1F-EF216712FE8B}"/>
          </ac:inkMkLst>
        </pc:inkChg>
      </pc:sldChg>
      <pc:sldChg chg="addSp">
        <pc:chgData name="Davronbek Malikov" userId="8ee0eb9faaf3663e" providerId="LiveId" clId="{E168BBCB-B3F2-46CC-B5CA-AAD8B95135CA}" dt="2025-09-02T11:07:26.420" v="0"/>
        <pc:sldMkLst>
          <pc:docMk/>
          <pc:sldMk cId="1400586044" sldId="265"/>
        </pc:sldMkLst>
        <pc:inkChg chg="add">
          <ac:chgData name="Davronbek Malikov" userId="8ee0eb9faaf3663e" providerId="LiveId" clId="{E168BBCB-B3F2-46CC-B5CA-AAD8B95135CA}" dt="2025-09-02T11:07:26.420" v="0"/>
          <ac:inkMkLst>
            <pc:docMk/>
            <pc:sldMk cId="1400586044" sldId="265"/>
            <ac:inkMk id="4" creationId="{D526C72E-9D47-E03E-162A-74FE816BE3E1}"/>
          </ac:inkMkLst>
        </pc:inkChg>
      </pc:sldChg>
      <pc:sldChg chg="addSp">
        <pc:chgData name="Davronbek Malikov" userId="8ee0eb9faaf3663e" providerId="LiveId" clId="{E168BBCB-B3F2-46CC-B5CA-AAD8B95135CA}" dt="2025-09-02T11:07:26.420" v="0"/>
        <pc:sldMkLst>
          <pc:docMk/>
          <pc:sldMk cId="3142909176" sldId="266"/>
        </pc:sldMkLst>
        <pc:inkChg chg="add">
          <ac:chgData name="Davronbek Malikov" userId="8ee0eb9faaf3663e" providerId="LiveId" clId="{E168BBCB-B3F2-46CC-B5CA-AAD8B95135CA}" dt="2025-09-02T11:07:26.420" v="0"/>
          <ac:inkMkLst>
            <pc:docMk/>
            <pc:sldMk cId="3142909176" sldId="266"/>
            <ac:inkMk id="4" creationId="{CE9BA34D-4D7C-A83F-DD6E-F2F34221E548}"/>
          </ac:inkMkLst>
        </pc:inkChg>
      </pc:sldChg>
      <pc:sldChg chg="addSp">
        <pc:chgData name="Davronbek Malikov" userId="8ee0eb9faaf3663e" providerId="LiveId" clId="{E168BBCB-B3F2-46CC-B5CA-AAD8B95135CA}" dt="2025-09-02T11:46:39.273" v="1"/>
        <pc:sldMkLst>
          <pc:docMk/>
          <pc:sldMk cId="1161068412" sldId="268"/>
        </pc:sldMkLst>
        <pc:inkChg chg="add">
          <ac:chgData name="Davronbek Malikov" userId="8ee0eb9faaf3663e" providerId="LiveId" clId="{E168BBCB-B3F2-46CC-B5CA-AAD8B95135CA}" dt="2025-09-02T11:07:26.420" v="0"/>
          <ac:inkMkLst>
            <pc:docMk/>
            <pc:sldMk cId="1161068412" sldId="268"/>
            <ac:inkMk id="4" creationId="{9D1D919E-6589-74D8-DBED-189310A4ED68}"/>
          </ac:inkMkLst>
        </pc:inkChg>
        <pc:inkChg chg="add">
          <ac:chgData name="Davronbek Malikov" userId="8ee0eb9faaf3663e" providerId="LiveId" clId="{E168BBCB-B3F2-46CC-B5CA-AAD8B95135CA}" dt="2025-09-02T11:46:39.273" v="1"/>
          <ac:inkMkLst>
            <pc:docMk/>
            <pc:sldMk cId="1161068412" sldId="268"/>
            <ac:inkMk id="5" creationId="{C6760248-8C8B-ADE3-2C9D-BB04572F4261}"/>
          </ac:inkMkLst>
        </pc:inkChg>
      </pc:sldChg>
      <pc:sldChg chg="addSp">
        <pc:chgData name="Davronbek Malikov" userId="8ee0eb9faaf3663e" providerId="LiveId" clId="{E168BBCB-B3F2-46CC-B5CA-AAD8B95135CA}" dt="2025-09-02T11:46:39.273" v="1"/>
        <pc:sldMkLst>
          <pc:docMk/>
          <pc:sldMk cId="1537264563" sldId="269"/>
        </pc:sldMkLst>
        <pc:inkChg chg="add">
          <ac:chgData name="Davronbek Malikov" userId="8ee0eb9faaf3663e" providerId="LiveId" clId="{E168BBCB-B3F2-46CC-B5CA-AAD8B95135CA}" dt="2025-09-02T11:07:26.420" v="0"/>
          <ac:inkMkLst>
            <pc:docMk/>
            <pc:sldMk cId="1537264563" sldId="269"/>
            <ac:inkMk id="4" creationId="{533DFDC4-0502-C739-7BCF-203736F6AB79}"/>
          </ac:inkMkLst>
        </pc:inkChg>
        <pc:inkChg chg="add">
          <ac:chgData name="Davronbek Malikov" userId="8ee0eb9faaf3663e" providerId="LiveId" clId="{E168BBCB-B3F2-46CC-B5CA-AAD8B95135CA}" dt="2025-09-02T11:46:39.273" v="1"/>
          <ac:inkMkLst>
            <pc:docMk/>
            <pc:sldMk cId="1537264563" sldId="269"/>
            <ac:inkMk id="5" creationId="{3519D710-DB15-7A15-60ED-0C37F5F0E449}"/>
          </ac:inkMkLst>
        </pc:inkChg>
      </pc:sldChg>
      <pc:sldChg chg="addSp">
        <pc:chgData name="Davronbek Malikov" userId="8ee0eb9faaf3663e" providerId="LiveId" clId="{E168BBCB-B3F2-46CC-B5CA-AAD8B95135CA}" dt="2025-09-02T11:46:39.273" v="1"/>
        <pc:sldMkLst>
          <pc:docMk/>
          <pc:sldMk cId="1506022940" sldId="270"/>
        </pc:sldMkLst>
        <pc:inkChg chg="add">
          <ac:chgData name="Davronbek Malikov" userId="8ee0eb9faaf3663e" providerId="LiveId" clId="{E168BBCB-B3F2-46CC-B5CA-AAD8B95135CA}" dt="2025-09-02T11:46:39.273" v="1"/>
          <ac:inkMkLst>
            <pc:docMk/>
            <pc:sldMk cId="1506022940" sldId="270"/>
            <ac:inkMk id="4" creationId="{8CAFDFC4-9F9B-B61E-7F5D-079EC0A53A68}"/>
          </ac:inkMkLst>
        </pc:inkChg>
      </pc:sldChg>
      <pc:sldChg chg="addSp">
        <pc:chgData name="Davronbek Malikov" userId="8ee0eb9faaf3663e" providerId="LiveId" clId="{E168BBCB-B3F2-46CC-B5CA-AAD8B95135CA}" dt="2025-09-02T11:46:39.273" v="1"/>
        <pc:sldMkLst>
          <pc:docMk/>
          <pc:sldMk cId="120408025" sldId="271"/>
        </pc:sldMkLst>
        <pc:inkChg chg="add">
          <ac:chgData name="Davronbek Malikov" userId="8ee0eb9faaf3663e" providerId="LiveId" clId="{E168BBCB-B3F2-46CC-B5CA-AAD8B95135CA}" dt="2025-09-02T11:46:39.273" v="1"/>
          <ac:inkMkLst>
            <pc:docMk/>
            <pc:sldMk cId="120408025" sldId="271"/>
            <ac:inkMk id="3" creationId="{66567519-F71C-653D-B607-CB8636A616B4}"/>
          </ac:inkMkLst>
        </pc:inkChg>
      </pc:sldChg>
      <pc:sldChg chg="addSp">
        <pc:chgData name="Davronbek Malikov" userId="8ee0eb9faaf3663e" providerId="LiveId" clId="{E168BBCB-B3F2-46CC-B5CA-AAD8B95135CA}" dt="2025-09-02T11:46:39.273" v="1"/>
        <pc:sldMkLst>
          <pc:docMk/>
          <pc:sldMk cId="223766864" sldId="272"/>
        </pc:sldMkLst>
        <pc:inkChg chg="add">
          <ac:chgData name="Davronbek Malikov" userId="8ee0eb9faaf3663e" providerId="LiveId" clId="{E168BBCB-B3F2-46CC-B5CA-AAD8B95135CA}" dt="2025-09-02T11:46:39.273" v="1"/>
          <ac:inkMkLst>
            <pc:docMk/>
            <pc:sldMk cId="223766864" sldId="272"/>
            <ac:inkMk id="4" creationId="{D9ED80C1-5172-03C9-4793-93345D7BDF4E}"/>
          </ac:inkMkLst>
        </pc:inkChg>
      </pc:sldChg>
      <pc:sldChg chg="addSp">
        <pc:chgData name="Davronbek Malikov" userId="8ee0eb9faaf3663e" providerId="LiveId" clId="{E168BBCB-B3F2-46CC-B5CA-AAD8B95135CA}" dt="2025-09-02T11:46:39.273" v="1"/>
        <pc:sldMkLst>
          <pc:docMk/>
          <pc:sldMk cId="561554829" sldId="274"/>
        </pc:sldMkLst>
        <pc:inkChg chg="add">
          <ac:chgData name="Davronbek Malikov" userId="8ee0eb9faaf3663e" providerId="LiveId" clId="{E168BBCB-B3F2-46CC-B5CA-AAD8B95135CA}" dt="2025-09-02T11:46:39.273" v="1"/>
          <ac:inkMkLst>
            <pc:docMk/>
            <pc:sldMk cId="561554829" sldId="274"/>
            <ac:inkMk id="4" creationId="{E8D44C4E-998D-5A5E-56C3-D50A4BCFD057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2T10:21:38.4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8366 4696 1363 0,'-34'-14'76'16,"-2"0"-170"-16,-9-3-4 0,4 4 28 0,6 3 46 0,0 0 23 0,-4 1-1 15,0-2-6-15,-2 0-23 0,-2 1-13 0,0 0 0 0,-1 2 5 16,-2-1 19-16,-2 2 11 0,-2 0 6 0,-3-2 4 0,-1 1 8 0,-2-1 5 16,-2 0 7-16,-1-1 3 0,-3 1 3 0,0 0 0 0,0 0 3 0,-4 2 12 15,0 0 6-15,-2 0 10 0,-1 0 3 0,0 0-5 0,-2 2-5 16,-1 0-3-16,1 0 0 0,-1 1-1 0,-1-1-4 0,1 2-7 0,-2-1-12 15,2 2-8-15,0 0-5 0,0 0-6 0,0 0-5 0,1 2 1 16,-1 1-3-16,0 0 2 0,-1 2-3 0,-2 0 3 0,-1 2-3 0,3 1 1 16,-3 1 2-16,1 2-4 0,0 0-4 0,-1 1 2 0,-1 2-3 0,0 0 6 15,-1 4 6-15,2-1 6 0,-1 3-1 0,1 0-2 0,2-2-2 16,0 3-9-16,3 0 2 0,0 1-1 0,2-1 4 0,1 0 2 0,2 0-2 16,1-1 0-16,0 2-2 0,3 1-4 0,1 1-3 0,0 2 3 0,2 0-2 15,1 0 2-15,0 1 8 0,3-2-3 0,3 2 1 0,1-1 1 16,2 2-3-16,2 0-1 0,1 0 2 0,3 2-3 0,0-1-2 0,5 1 3 15,1-1 1-15,0 1 3 0,3-1 4 0,0 1 3 0,5 0-8 16,2-2 0-16,2 0 2 0,2-1-4 0,2 0 3 0,3-1-1 0,2 0-1 16,1 0 4-16,4-2 0 0,2 1 3 0,3-1-1 0,2-1-1 0,3 0 0 15,1 0-4-15,2-2 1 0,3 1 3 0,3 1 3 0,1-1-2 16,3 1-2-16,2 0 3 0,2-1-1 0,0 1-5 0,3-1 2 0,2 0 7 16,-1 1-1-16,2 2 10 0,3-1-7 0,1 1-5 0,2 0-1 0,-1 0-2 15,3 0 1-15,-2-1 0 0,1 0 1 0,0 0 0 0,2-1 1 16,0 1 2-16,2 0-4 0,1-2 0 0,2 1 6 0,0-1-4 0,2-1 4 15,0-1 1-15,1 0-2 0,2-4 2 0,1 1-4 0,2-1 1 16,1 0-1-16,2 0 1 0,1-1 3 0,1 1-3 0,0-2-3 0,2 0 2 16,2-3-1-16,-1 1 0 0,3-1 5 0,1-1-2 0,0-1 3 0,4 1 2 15,1-2-4-15,0-1-1 0,2-1 1 0,-1 0-4 0,2-1-3 16,1 0 1-16,1 0-3 0,1 0 2 0,0-1 0 0,1-1 1 0,0 0-1 16,3-1 5-16,0 0-8 0,-1-2 4 0,2 2 2 0,1-2-3 0,0 1 5 15,3-1-3-15,-1-1-1 0,-1-1 0 0,1 0 3 0,0-1-1 16,3 0 0-16,0-2-6 0,0 1-4 0,0-1-1 0,2-1 1 0,-3-1 5 15,2 1 1-15,-1-1 1 0,0 0-6 0,0-1-1 0,0 1 1 0,-1-1-2 16,1 0 8-16,-2 1-1 0,2-2-1 0,-2 1 2 0,-1-1-7 16,-2 1 2-16,0 1 2 0,-2 0-3 0,1-2 5 0,-2 0-1 0,0 0 5 15,-1-1-2-15,-1 1 1 0,0-1-7 0,-1-1 1 0,0-1 1 16,-3-1 1-16,-1 1 5 0,0-1-5 0,-3 1-2 0,-1 0 5 0,-2-1-2 16,-3 2 2-16,0-1 0 0,-1 0-8 0,0 0 4 0,-1 0-2 0,-3-2 0 15,-2 0 4-15,-3-2 0 0,2 2 1 0,-4-2-3 0,-1-1 1 16,-2 0-7-16,-3-1 6 0,-3 1 12 0,0 0 2 0,-4-1 6 0,0-1-2 15,-3-1-8-15,-2 0-1 0,-1 0 0 0,-4 2 4 0,-1-2-2 16,-3 1 1-16,-1 0 0 0,-3-1-3 0,-1 0 0 0,-2 0-5 0,-1-3-2 16,-3 1-11-16,-2-2-2 0,-3-1-8 0,-3 2-4 0,-3-1-4 0,-3 1-3 15,-4-1-2-15,-3 0-3 0,-5-3 0 0,-2 1-2 0,-6 0-2 0,-1 0 15 16,-5 2 1-16,-3-3 1 0,-4 2-2 0,-3-2-3 0,-3 0 4 16,-2 1 7-16,-2 2 3 0,-3 1-12 0,-1 1-9 0,-1 2-22 0,-3 0-15 15,0 0-13-15,0 2-14 0,0-1-9 0,-1 1-23 0,0 3-43 16,0 0-37-16,-2 2-30 0,2 0-92 0</inkml:trace>
  <inkml:trace contextRef="#ctx0" brushRef="#br0" timeOffset="2626.95">4016 7709 5 0,'-7'-1'9'0,"1"0"8"0,-2 0 7 0,3-1 1 0,-1 1-4 0,1-1-9 16,2 1-5-16,-1 0-4 0,2 1 1 0,-1-1-3 0,0 1 0 0,1 0 0 16,-1 1 0-16,1-1 0 0,0 1 1 0,1 0 0 0,0 0 4 15,0 0-2-15,0 0 2 0,1 0-1 0,-1 0-2 0,2 0 2 0,-1 1 0 16,0-1 4-16,2 1 4 0,0 1 4 0,1 0 4 0,1-1-3 16,0 1 0-16,0-1-1 0,1 0 0 0,1 0 4 0,0 1 2 0,1-1 2 15,1 0 1-15,1-1 1 0,1-1 2 0,3 0 2 0,0 0 1 0,1-1-1 16,2-1 0-16,1 1-1 0,2-1 1 0,0 0-1 0,2 0-3 15,3-1 1-15,0 2-1 0,3-1 5 0,-1 0 0 0,4 0 0 0,-1 1 1 16,2 1-6-16,-1 0 1 0,3 1-1 0,0 0-4 0,1 0 3 0,0 0-3 16,1 0-3-16,3 0 2 0,-1 0-4 0,3 0-3 0,-1-1 3 15,0 0-3-15,4 0 1 0,-2 1 0 0,1 0-12 0,1 0 0 0,-1-1-1 16,0 0 1-16,2 0 8 0,1 0-3 0,0-1 3 0,0-1-4 0,1 2 2 16,-1-3 0-16,-1 1-2 0,0-1 2 0,-1 1 0 0,0-1 3 15,0 0 4-15,0 0 2 0,-1 0 3 0,0-1 6 0,0 1-3 0,1-1 6 16,-2 1 0-16,1 0-6 0,1 0 4 0,-1 0 0 0,0 1-6 0,1 0 0 15,-2 1-3-15,1 0-2 0,2 1-2 0,-2-1-3 0,0 2-5 16,0-1-3-16,-1 1 0 0,0 0 4 0,-2 0 1 0,2-1 3 0,-1 0 5 16,-1 1-4-16,2-1 6 0,-2 0-2 0,1-1-6 0,-4 0 2 15,0-1-2-15,1-1-2 0,-1 0-3 0,1-1 2 0,-1 1-5 0,-1-3-1 16,1-1 5-16,-3 0 4 0,1-1 3 0,-3-1 3 0,-1-1-2 16,0-1-5-16,-2-3 1 0,-1 0 4 0,2-2-1 0,-4 0-1 0,2-1 1 15,-1-2-4-15,-4 0 2 0,1-2 2 0,0-1 0 0,0 0 2 0,0-1-4 16,-1-1-1-16,0-1 3 0,0-1-2 0,-2-1 1 0,-1 0 5 15,1 0-7-15,-4 1-5 0,1 0 2 0,0 0-5 0,-1-1 5 0,-2 1 5 16,0-2-2-16,-2 1-6 0,-2 2 9 0,-1-1-3 0,-3 1 12 0,0-1 3 16,-2 1-8-16,-1-1 1 0,0 1-5 0,-3 1 0 0,-2-2 2 15,-1 2 0-15,-4-2-6 0,1-1-2 0,-3 2 0 0,-1-3-4 0,-3 0-1 16,-2 0 4-16,-1 1-3 0,-1 0 6 0,-3 2-2 0,-1-1-6 16,-1 1-6-16,-5 1-5 0,1 0 2 0,-5 1-5 0,-1 2 2 0,-3 0 4 15,-2 1 4-15,-1 2 2 0,-4 0 5 0,1 0-7 0,-2 1 2 0,-2 1 1 16,0 0-1-16,-2 1 1 0,-1 1 0 0,-2-1-2 0,1 0 3 0,0 1-3 15,0 2 0-15,0 0-2 0,-3 0-6 0,-2 0 2 0,0 1-2 16,-1 2 5-16,1-1 2 0,0 1 1 0,0-1 3 0,-1 2-3 0,-2 0-3 16,-2 2-14-16,-3 1-6 0,-5 2 0 0,-2 1 8 0,-1 1 12 15,-1 1 0-15,2 1 1 0,-1 1-1 0,-2 2 3 0,-1 2 3 0,0 0-4 16,-2 3 1-16,2 0-8 0,-1 1-1 0,0 2 5 0,2-1 2 0,-1 3 5 16,2-1 5-16,2 1-1 0,-3 1-8 0,2 2-1 0,3 0-2 15,-1 2-1-15,3-2 4 0,3 3 1 0,0 0 4 0,3 1-2 0,-1 1-4 16,2 3-1-16,1-1 6 0,1 3 2 0,1 1 4 0,1 1-2 15,-1 0-7-15,3 2-3 0,-2 0 3 0,1 3 0 0,3 1-3 0,-1 1 2 16,2-1-2-16,3-1 1 0,1 0 2 0,3-1 0 0,0 2 3 0,-1 0-3 16,2 2-1-16,1-1-13 0,1 0 5 0,2 2 9 0,1-1 5 15,2 2 7-15,1-3-9 0,2 0-3 0,2 0-6 0,1-1 1 0,2 1 1 16,3-2-7-16,-1-1-7 0,6-1-1 0,1-3-7 0,1-1-8 0,4-1-11 16,0-2-17-16,5 0-12 0,0-2-21 0,2 1-13 0,2-1-15 15,0-2-22-15,3-1-7 0,1-1-15 0,1-2-20 0,2 2-9 0,1 0-36 16,3-1-226-16</inkml:trace>
  <inkml:trace contextRef="#ctx0" brushRef="#br0" timeOffset="14652.74">3396 7881 855 0,'-22'0'210'0,"-2"3"-213"0,-4 3 1 0,6 3-2 15,6 1 2-15,0 3 3 0,2 0-1 0,-2 0-3 0,-1 1-2 16,0 1-5-16,2 3 0 0,0 1-1 0,0-1 0 0,2 3 0 0,1 1 1 16,0-1 1-16,-1 2 4 0,1 0 4 0,0-1 0 0,1 1 1 0,-2-1-4 15,0 0-1-15,0 1 1 0,1 0 0 0,0 3 3 0,0 1 0 16,-1 0 3-16,1 2-2 0,0-1-3 0,2 2 5 0,0-1-2 0,0 1 0 15,1-1 3-15,2-1-2 0,1-1 2 0,1 0 0 0,2-1-2 0,2-2-1 16,1 1-1-16,2-2 0 0,3 1-2 0,3 0-1 0,0-2-1 16,2 1-1-16,2-2-1 0,0-1 1 0,2 1 5 0,1-3 1 0,3 3 3 15,1-1-3-15,2-1-3 0,1 0 1 0,0-1 0 0,3 1 3 16,0-2-2-16,3-1 0 0,1 0 3 0,1-1 0 0,2 0 0 0,0 0 2 16,3-1-5-16,4 1 2 0,-1-3 1 0,3 1-3 0,-2 1 3 0,2-1-3 15,2 0 0-15,2-1 3 0,2 0 2 0,1-1 0 0,0-1-2 16,4 1 0-16,0-2-2 0,2 1 2 0,2-1 4 0,0-1 0 0,1 0 0 15,1-1 1-15,1 0 3 0,1 1-4 0,2-2 2 0,2 1-3 0,0-1 4 16,2 1 7-16,2-1-3 0,-1-1 3 0,2 1-3 0,-1-1-3 16,-2 0-7-16,1 1-4 0,1-1 0 0,0 2-4 0,-1-2 5 0,1 1 5 15,0-1-5-15,-2-1 4 0,1 0-2 0,-1 0 0 0,-1-2-1 16,2 1 3-16,0-1 4 0,1 0 5 0,1 1 7 0,-1-1-2 0,-2 1-5 16,1 0 0-16,0-1-1 0,-1-1-3 0,-1 1 11 0,1 0 1 0,1 0 9 15,0-2 7-15,1 1-4 0,1-1 1 0,-1 1-10 0,0-1-3 16,0 1-7-16,-1-1-5 0,0 0-5 0,1-1 0 0,-2 1 3 0,2 1 0 15,0-2-3-15,-2 0 1 0,2 0-4 0,-1 0 1 0,0 1-4 0,0-1-2 16,1 0 0-16,-1-1 2 0,2 1 6 0,-1-1 0 0,-1-1 2 16,1 1-6-16,-2-1 6 0,-1 0-5 0,0 0-2 0,-1-2-1 0,-1 0-1 15,0-1 2-15,2-1 1 0,-1 1 1 0,-1-2-1 0,-1 0 1 0,-1 0 0 16,0-2 5-16,2 0 1 0,-1-2 2 0,-1 1-2 0,0 0-7 16,-2 0 1-16,0-1-1 0,-1-1 2 0,2-2 0 0,-2 1 0 0,-1-1 3 15,2-1-3-15,-2-1 6 0,0 0-4 0,0-2 1 0,-1-1 1 16,0 3-2-16,-1-2-1 0,-2 0 0 0,0 0 2 0,-1 2 0 0,0-2 3 15,0 0-2-15,0 0-2 0,-2-1 2 0,0 0-3 0,-1 0 4 0,-1 0-7 16,-3-1-1-16,0 3 6 0,-1-2-4 0,0 1 6 0,-2 0 1 16,-3-2-4-16,-1 0 0 0,-2 2 1 0,0-2-1 0,-4 0 1 0,-1 3-6 15,-3-1-2-15,-1 0 2 0,-3 2-3 0,-1-2 5 0,-3 0 6 0,-2 0-9 16,-1 2 6-16,-3-2 3 0,0 0-2 0,-3 1 9 0,-2-1 2 16,-1 0 5-16,-4 2 2 0,-2 0 5 0,-1 0 1 0,-2-1 3 0,-2 1-2 15,-2-1 3-15,-2-1-9 0,-2 2-3 0,-1-2-1 0,-3 0-6 16,-2 1-1-16,-2 1-11 0,0 0 7 0,-4 0-5 0,-2 1-1 0,-1 0 4 15,-4-1-10-15,0 1 2 0,-3 2 1 0,-1 0 1 0,-3 0-2 0,-1 1-4 16,-2 1 1-16,0 2-1 0,-4-1 0 0,-2 1 4 0,-2 0-4 16,-2 1 3-16,-1 0-3 0,-2 2-2 0,-4-2 7 0,0 0 0 0,-1 0 1 15,-2 1-4-15,-1-1-1 0,-4 1-3 0,-1 1 3 0,0-1 4 0,-3 0 0 16,1 1 1-16,-2-1 2 0,-2 0 0 0,0 0-2 0,-1-2 1 16,-1 2 1-16,0-2-3 0,-1 0 1 0,-2 0 0 0,1 1-1 0,-3 2 2 15,1-1-6-15,-2 1-5 0,-2 0 1 0,0 1-11 0,-4 1 4 0,-2 1 0 16,1 0 8-16,-1 1 12 0,0 0 2 0,1 1 4 0,-1 0-7 15,3 0-1-15,-1 1 4 0,0-1-2 0,3 1 3 0,-3 0 5 0,2-1-8 16,1 1 4-16,-3-1-5 0,2 2-7 0,-3-1 6 0,0 1-2 16,0 1-5-16,0 0 3 0,1 2-3 0,-1-1-2 0,0 1-4 0,2-1 2 15,-3 1-4-15,1 0 10 0,3 1 9 0,0-2-3 0,1 1 0 0,4 0-12 16,-1 0-7-16,0 1 3 0,2-1 2 0,-2 1 0 0,1 0 0 16,0 0 5-16,3 0-3 0,-1 1 4 0,1 0 4 0,2 1-3 0,2-1 4 15,2 2 7-15,1 0-1 0,1 0-2 0,1 2 0 0,2 1-14 0,0 1 0 16,3 0-4-16,0 0-2 0,1 1 0 0,4 0-2 0,1-1-13 15,2 2-21-15,4 0-33 0,0 0-37 0,2-1-30 0,1 2-33 0,2 2-27 16,2 3-25-16,-1 0-37 0,0 3-91 0</inkml:trace>
  <inkml:trace contextRef="#ctx0" brushRef="#br0" timeOffset="22212.07">3019 10603 386 0,'-14'2'221'0,"2"2"-185"0,-1 1 6 0,4 0 3 16,5-2 3-16,1-1 7 0,0-1 3 0,2-2-2 0,0 0-11 15,1 0-9-15,0 0-17 0,2-1-10 0,1 0-3 0,0 0-3 0,2-1-2 16,1-1-2-16,0 1 2 0,0 1-3 0,1-1 4 0,-1 0 3 0,1 1-2 16,0-1 1-16,-2 1 0 0,2-1-3 0,0 0 2 0,0-1 3 15,0 0-4-15,0 1 2 0,2-2-2 0,1 0 2 0,-1-1 3 0,1-1-1 16,1-1-2-16,1 0-2 0,1-1 2 0,-2-1 3 0,2 1-3 0,2-2 3 16,0 1-3-16,1 0-1 0,0 0 1 0,-1-2 1 0,2 0 0 15,-1 0 4-15,1 0-1 0,2 3-1 0,0 0 3 0,1-1 1 0,1 1 3 16,0-1 2-16,-2 0 0 0,1 0 2 0,1 2 2 0,-1 0 0 0,2 0 4 15,1 1-6-15,1-1 1 0,2 1-3 0,-1 0-5 0,3 1-2 16,0 2-4-16,1 0-2 0,-1 1 1 0,1-1-2 0,-1 2 2 0,3 1-3 16,0 2-4-16,1 1 1 0,-1 0 0 0,0 0-1 0,0 2 2 15,1-1 1-15,-1 1-2 0,1 0-1 0,-1 0 3 0,0-1-1 0,1 2 1 16,1-2 5-16,-1 0-4 0,3 1 2 0,-1-1-2 0,1 0-4 0,-1 0 5 16,0 0 0-16,0 0-1 0,1-1-2 0,0 0 2 0,-1 1-1 15,2 0 2-15,-2 0 1 0,1 0-2 0,1-1-2 0,0 1 0 0,-2-1 1 16,0 1 0-16,1 0-3 0,-1 1 2 0,2-1 2 0,0 1-4 0,-1-1 4 15,0 1-5-15,0 0 1 0,-1 1 2 0,1 0 1 0,-2 1 3 16,1 0-4-16,-1-1 2 0,0 2-1 0,1 1-2 0,0 0 4 0,-1 0-1 16,0 0-1-16,-1-1 4 0,2 0-4 0,-2 0 6 0,2-2-1 0,3 2-1 15,-1 0-4-15,1 1-3 0,0 1 4 0,-1 0 2 0,2 2 6 16,0-1 0-16,1 1 2 0,-1 0-5 0,1 0 3 0,2 2-5 0,-3-1 2 16,1 1-1-16,0 0 0 0,-1-1 2 0,2-1-4 0,1 0 4 15,0-2-11-15,1 0 3 0,-1 0 0 0,-1-1-3 0,1-2 6 0,1 1-2 16,-1-1 2-16,0-1 0 0,2-1 2 0,-2 0-4 0,1 0-1 0,0 0 2 15,-3-1 0-15,0 1 3 0,1-1-5 0,0 0-4 0,0 1 1 16,2-1-1-16,-4 1 8 0,2-1-8 0,2-1 1 0,-4 2 4 0,3-1-3 16,1 2 9-16,-1 0-5 0,1 0 3 0,0 1 0 0,-1-1 3 0,0 1 0 15,4-2 0-15,0 1-7 0,1-1-3 0,0-2 5 0,1 0-6 16,1-2 7-16,-2 0-1 0,2-1-5 0,2-2 3 0,0 0-2 0,0-1 2 16,-1 0 2-16,-1-2-7 0,0 0 2 0,2 0-2 0,-1 0 3 15,2-1 4-15,-1 1 3 0,1 1 1 0,-1-1 2 0,3 0 0 0,-2-1-8 16,1-1 4-16,1 1-5 0,-1 0-2 0,0 2 12 0,2-1-5 0,2 0 1 15,-2-1 2-15,1 1-11 0,0 0 9 0,-1 0 1 0,3 0-4 16,-1 0 1-16,0-1-4 0,1 2-3 0,1-3 6 0,1 1 0 0,2-2 2 16,0-1 2-16,2-1-5 0,-1 0 1 0,0 0-4 0,2 0-5 0,-1-1-1 15,1 0-5-15,1 0-6 0,-2 0-5 0,1-1-10 0,-1 1-3 16,1 0-17-16,-1 0-22 0,0 2-44 0,2-2-62 0,-1 1-62 0,2 1-68 16,0-1-79-16</inkml:trace>
  <inkml:trace contextRef="#ctx0" brushRef="#br0" timeOffset="32023.2">3234 9791 53 0,'-6'3'38'16,"0"2"1"-16,-1-1 5 0,2 0-7 0,2-1-6 0,0 0-4 0,1 0-7 16,0-2-2-16,1 1-3 0,1-1-1 0,0 0-1 0,1-1-1 15,1-1 4-15,0-1 2 0,1-1 4 0,3-1 4 0,0-1 1 0,3-1 3 16,0 0 1-16,1-2 2 0,1-1 0 0,-1-1 3 0,3 1 0 0,1-1 0 15,2 1 0-15,1 1-3 0,0 0 2 0,2-1 2 0,-1 1 1 16,-1 0-3-16,3 0-4 0,1 0 0 0,-1 0-3 0,4 0-2 0,0 0-3 16,2 0-1-16,2 0-5 0,0-1-2 0,2 0-3 0,1 0-1 0,2-2-1 15,0 0 1-15,3-1-1 0,1-1-11 0,0 1-1 0,2-1-4 16,-2 1 6-16,1-1 5 0,2 1 3 0,-1 1 1 0,-1 0-1 0,1 0 2 16,0 0 0-16,0 0 5 0,1 1-1 0,-1 2-1 0,1 0 3 15,-1 0 0-15,0 2 2 0,1-1 4 0,-1 2-2 0,-1 0 0 0,2 1-1 16,1 1-5-16,1-1 0 0,1 0-1 0,-2 2-2 0,0 0-2 0,2 1-3 15,0 1-3-15,1 0-4 0,0 0 1 0,0 3-5 0,1 0 1 16,-2 0 4-16,1 2-3 0,-1 0 4 0,0 2 0 0,1 1-1 0,1 1 0 16,-2 1-2-16,0-1-1 0,1 3 3 0,-3 0 2 0,2 1-5 0,-3 2-5 15,-1-2-5-15,0 2 0 0,-2 1 3 0,0 0 11 0,-2 1 5 16,1 2 1-16,-3-1-3 0,0 0-1 0,0 1-1 0,1 0-2 0,-3 1 2 16,-2-2-3-16,-2 1 1 0,0 0 1 0,-2 0 2 0,0 1 1 0,-1 2 1 15,-2-1-1-15,0 1 0 0,-1 1-2 0,-1-1-5 0,-2 0 2 16,-1 0-3-16,-3 1 4 0,1 0 4 0,0-1 0 0,-3 2-1 0,0 1-1 15,-3-1 0-15,-1 0-4 0,0-1-2 0,-1 2 0 0,-2-1 5 16,-2 0 1-16,-1 2 6 0,0-1-1 0,-3 2-2 0,-2-2 3 0,-1 2-1 16,-2 0-1-16,-2-1-1 0,-1 1 0 0,-1-1 2 0,-4 1-3 0,1 0 2 15,-4 0-1-15,1-1 4 0,-2-2 1 0,-3 1-2 0,-1-1 1 16,-2 0-5-16,0-1 0 0,-1 1 2 0,-3 0-2 0,0-2-4 0,-3 1 3 16,1-3-6-16,-3-1 8 0,-1 0-2 0,-4-1 1 0,-1 0 6 0,-2 0-5 15,-1 0 0-15,1-1 6 0,-3-2-3 0,0 2 3 0,-1-2 5 16,-1-1 0-16,0-1 5 0,-2-1-3 0,0 1-1 0,0-1 0 0,0-1-4 15,0-1 5-15,-1 0 3 0,1 0-6 0,1-1 1 0,0-1-5 16,0 0 1-16,-2 0 1 0,0-1-2 0,-2 0-3 0,2 0-3 0,1-4 5 16,0 0-6-16,0-2 1 0,-1-1 2 0,1-1-7 0,-2-1 5 0,0-1 4 15,2-2-5-15,-1 0 5 0,-1-2-5 0,0-2-4 0,-2 2 6 16,1-3-2-16,0-1 4 0,-2-2 6 0,-1 0 6 0,1-1 5 0,1-2 4 16,-1-2 5-16,3 0 1 0,-1-4 8 0,0-1 0 0,1-2-1 0,1-2-11 15,1-1-13-15,3-2 7 0,2-1 2 0,1-2-1 0,2 0-2 16,1-3-21-16,2 0-12 0,3-2-9 0,2-2-15 0,3-2-23 0,1-3-41 15,2-1-65-15,4-2-85 0,4-1-80 0,1-2-76 0,5-4-331 16</inkml:trace>
  <inkml:trace contextRef="#ctx0" brushRef="#br0" timeOffset="46976.92">11619 11298 207 0,'-1'7'175'16,"-1"3"-118"-16,1 2-9 0,1 2-10 0,1 0-10 0,0 0-14 0,1 0-8 16,1-1-6-16,0 1 2 0,2 1-2 0,0 1 3 0,0 0-2 15,1 1 0-15,-1 0 0 0,0 1-3 0,1 0 2 0,-1 1-3 0,1 0 2 16,-1-2 1-16,0 0-1 0,1 0 1 0,0 0-2 0,1 2 0 0,0-1 0 15,1 1 1-15,-1 0 3 0,1 1-3 0,-1 1 1 0,0-3 0 16,0 1-1-16,1-1 0 0,0 0 2 0,1 0-2 0,-1 0 2 0,2 0 2 16,-2-1 3-16,2 1 3 0,2-1 3 0,-1-2 1 0,1 2-1 15,1-1 2-15,0 0 1 0,2-1-2 0,2 1-2 0,-1-1 0 0,2 1-1 16,2-1-1-16,1 2 1 0,0 0-3 0,2 0-3 0,0-1 1 0,1 0-1 16,0 1-1-16,2-1 0 0,2 0-3 0,0-1 3 0,3 0-2 15,-2-3 0-15,1 1 1 0,1 1-1 0,2-2-1 0,1 0 1 0,2 0-1 16,-1-1-4-16,2 1-1 0,2 0 2 0,-1 0 0 0,3-1 3 0,-2-1 0 15,2 1 0-15,2-1 0 0,2 0 2 0,1-1 0 0,1 0 0 16,1-2-1-16,0 1-2 0,-1-2 1 0,2-1 1 0,2-1-1 0,0 0 0 16,3-1 2-16,1-2-2 0,0 0 2 0,3-1-4 0,-2-1-1 15,0 0-1-15,2-2 0 0,-2 0 7 0,2-1-4 0,1 0 1 0,-1-1 0 16,2 0-2-16,-1 0 2 0,0-1 2 0,1 1 3 0,-1-2 2 0,2-1 6 16,1-1-2-16,0 0 0 0,0-1-5 0,-2 0-2 0,-1 0-2 15,-1-1 1-15,-2 0 0 0,3-1 0 0,0 1-2 0,-1 2-2 0,1-2 1 16,-1 1 1-16,0 0-1 0,-1-1 0 0,-1 1-2 0,-2 1-2 0,0-1 0 15,-1 1 0-15,-1 0-5 0,1-1 0 0,-1 0 1 0,-3-1-2 16,0 1 3-16,-3-2 2 0,1-1-2 0,0 1 4 0,-3-2 0 0,-2 1-3 16,-1-1 5-16,-3-2-1 0,-1 0 2 0,-1 1 3 0,-2-1 2 15,2-2 3-15,-2 1 2 0,1-4 0 0,-2-2-1 0,-1 1-7 0,-2-3 4 16,-1 1-3-16,-1-1-2 0,1-1 0 0,-2-1-2 0,0-1 0 0,-2-1-2 16,0-1 0-16,-3-1-2 0,-1-2-3 0,0 3-2 0,-3-1-3 15,-2 0 2-15,-1-1 2 0,-2 0 4 0,-1-1 5 0,-2 3 4 0,0-2 2 16,-2 2 5-16,-2 0 0 0,-1-2-4 0,-2 1 2 0,-2 0 1 0,-2-1 1 15,-1 1 0-15,-1 0 1 0,-3 1-2 0,-1-3 3 0,-2 3 2 16,-1-2-1-16,-3 2 4 0,-2 0-6 0,-2 1-1 0,-2-4-1 0,-3 0-5 16,-4-1 3-16,-1 2 5 0,-1 1 1 0,-1 1 4 0,-2 1-2 0,-1 0-6 15,-3-1 1-15,-2 2-1 0,-1-1 6 0,-4 3 2 0,0 0-3 16,-1 1 5-16,-4-1-4 0,-1-1 6 0,-2 1 6 0,-2 0 4 0,-1 2 7 16,-2 0-3-16,0 2-1 0,-1 0-9 0,0 0-5 0,-2 2-2 15,0-1-6-15,-1 1-2 0,0 2-7 0,-1 1-2 0,-2 0-4 0,-2 0-6 16,-3 3 1-16,-1 1 0 0,-4 0-4 0,0 2 3 0,-1 0-6 0,0 2 1 15,0 1 0-15,0 2 0 0,-4 0-2 0,0 3-5 0,-3 1 3 16,0 1-6-16,-2 2-2 0,-1 2 0 0,2 2-5 0,0 2 6 0,-1 0 0 16,-1 2-3-16,-3 2 1 0,1 1 0 0,-1 3 5 0,-1 0 6 0,2 2 8 15,-2 3-2-15,2 0 0 0,-1 1 5 0,2 3-7 0,1-1-2 16,1 3-9-16,3 1-7 0,0 0-22 0,-1 4-25 0,0 3-13 0,-1 3-22 16,1 1-6-16,2 1-30 0,2 2-94 0</inkml:trace>
  <inkml:trace contextRef="#ctx0" brushRef="#br0" timeOffset="62660.93">3501 12066 977 0,'-24'1'128'0,"0"1"-61"0,-4 1-27 0,4 2-25 0,5 0-4 15,-1 1 4-15,0 1-1 0,1 1-1 0,-2 2-2 0,2 0-8 0,0 3-3 16,2 2-7-16,0 3-1 0,1 1 1 0,1 2 1 0,-1 2 2 16,-1 1 7-16,1 2 1 0,2 1-1 0,0 2-3 0,0 1 1 0,2 1-4 15,0 0 4-15,2 1 5 0,0 0-3 0,0 2-1 0,1-1 5 16,2 2 3-16,0-3 3 0,1 1 8 0,2-1-2 0,1 0 1 0,1-1 4 0,1 0-3 15,1-2-2-15,1 1-2 0,0-2-2 0,1 1-1 0,2-1 3 16,2 0-1-16,1 0 0 0,2-1 0 0,0-1-2 0,2 0 1 0,2-2-1 16,-1-1 2-16,3 1 0 0,1-1 0 0,3 1 3 0,0-2 4 15,2-1-3-15,1 0-3 0,1 0 5 0,2-3-14 0,1 0 10 0,4 0 5 16,1-1-6-16,1 0 2 0,0-1-9 0,2-1 2 0,0-1 0 0,3-2 3 16,1 0-1-16,1-1-5 0,2-1-2 0,-1-2 8 0,1-1-3 15,2-2 6-15,0 1 2 0,-1-1-6 0,2-2 2 0,1-1 0 0,0 0 8 16,2-3 0-16,0 1 1 0,1-2 5 0,0 0-2 0,1-1 1 0,1-2-1 15,0 0 0-15,1-1-6 0,0-1 3 0,-1-2-4 0,0 0-3 16,-2-1-1-16,1-1-8 0,0 0 4 0,-2 0-7 0,-1-1 2 0,-1-1 1 16,0-1-3-16,-1 0-3 0,0-1 2 0,-2 1 9 0,0 0 0 15,-2-2 9-15,-1 0 5 0,0-3-11 0,-3-1 3 0,0 1 3 0,-2-3-5 16,-1 1 4-16,-4 0-1 0,-2-1-2 0,-1 0 0 0,-2 1 0 0,-2-2 2 16,-2 0 5-16,-1-3 3 0,-2-1-2 0,-2 1-4 0,0-1 1 15,-3 2-2-15,-1 0-1 0,-3 1-7 0,-1-2-1 0,-4 1 2 0,0 0-1 16,-2 0 4-16,-2 1-8 0,-3-1-1 0,-1 0 3 0,-3 1 0 0,-2-1 1 15,-3 0-1-15,-2 0-5 0,-2-2-4 0,-3 1-1 0,-3 0 0 16,0 2 0-16,-4-1-2 0,-1 1-7 0,-3 0-2 0,-2-1 1 0,-4 2-3 16,-1 0-2-16,-1 1-6 0,-4 3-11 0,0 0-2 0,-1 1-5 0,-5 3 6 15,-2 1-6-15,-1 2 4 0,-2 0 11 0,-2 2 4 0,-1 1 6 16,-4 3 0-16,-1 0 2 0,-2 2 0 0,-3 3 7 0,2 1 6 0,-1 2-1 16,1 2 1-16,-1 1-5 0,-1 2 4 0,-2 3 3 0,-1 1-2 15,2 1 7-15,2 0-5 0,4 1 3 0,2 0-5 0,1 3-8 0,1 1-1 16,2 1-19-16,2 2 3 0,2 1-7 0,6-1-12 0,3 0-19 0,2-1-28 15,2-2-39-15,5 0-41 0,3-1-46 0,4 1-83 0,1-1-67 16,3 1-65-16,1 2-187 0</inkml:trace>
  <inkml:trace contextRef="#ctx0" brushRef="#br0" timeOffset="118386.91">6070 12511 965 0,'-2'-1'31'16,"3"2"56"-16,5 1-29 0,8 4 1 0,5 3-2 0,4 3-1 0,5 2-8 16,3 4-10-16,0 2-6 0,6 2-10 0,3 3-11 0,4 3-5 0,5 1 3 15,3 5-1-15,3 2 6 0,3 2 0 0,3 1-8 0,1 0-1 16,4 2-6-16,1 1-1 0,2-1 0 0,2 1-2 0,3-2 3 0,2-1 5 15,0 0 4-15,3 0 1 0,1 0-1 0,1-1 3 0,2 0 14 16,2-2 15-16,1 2 14 0,3-2 14 0,1 0 2 0,4 1 0 0,-1-2 6 16,4 1-6-16,3-2-7 0,2-1-4 0,4-2-7 0,4-3-3 0,1-4-7 15,4-1-5-15,4-2-4 0,3-3 7 0,5 0-1 0,5-3-1 0,1-4 1 16,4-1-12-16,4-3 3 0,4-4-15 0,4-2-4 0,3-3-3 16,1-2-7-16,2-2 3 0,1-3-8 0,3-3 8 0,1-3 0 0,-1-3 0 15,1-1 4-15,-2-2-5 0,1-3 5 0,-3 1 6 0,0-3 1 16,1-2 4-16,-2-3-4 0,1-1 3 0,-4-2 1 0,-2 1-4 0,-4-2-2 15,-1 0 5-15,-1-3-8 0,-4 1-10 0,0 0 14 0,-2 0-6 0,-2 1 0 16,-6-1 10-16,0 0-9 0,-5 2-1 0,-3 1 0 0,-6 3 4 16,-4 3-8-16,-8 2-3 0,-5 1 3 0,-6 2-9 0,-7 4 1 0,-5 2-9 15,-9 4-2-15,-7 2-2 0,-10 4 0 0,-9 2-1 0,-5 1-7 0,-6 2 7 16,-5 1-3-16,-3 2-5 0,-7 1-11 0,-5 0-15 0,-4 1-21 16,-4-1-15-16,-3 1-10 0,-2 0-12 0,-2 0-1 0,-2-1-3 0,-2 0-11 15,-1-1-5-15,-2-1-8 0,-1 0-7 0,0-2-4 0,1-1-25 16,0-1-27-16,2-2-27 0,1-2-16 0,3-4-14 0,2-2 31 0</inkml:trace>
  <inkml:trace contextRef="#ctx0" brushRef="#br0" timeOffset="118703.9">15233 12671 549 0,'-10'0'136'0,"2"2"16"0,-2 0-10 0,1 0-31 16,2 1-18-16,1 0-17 0,1 0-12 0,1 0-3 0,1 0-8 0,1 1 4 15,1-2-3-15,0 1 2 0,2-1 0 0,1 1-4 0,2 0-3 0,0 0-4 16,4 1 1-16,1 0-6 0,4-1 1 0,3 0-1 0,4-2-3 16,7 0-9-16,5-1-4 0,6-2-1 0,8-1-2 0,5-2 5 0,6-1-6 15,3 0-8-15,3 1-6 0,-1 1-5 0,0 2 2 0,0 2 9 16,4 1 2-16,2 4-2 0,3 1-5 0,4 3-5 0,3 2-4 0,3 0-1 16,0 3-2-16,-1 0-1 0,-3 1 1 0,-4-2 2 0,-2 0 3 0,1-1 3 15,-2-3 5-15,-2-2 11 0,-4-2 16 0,-3-1 21 0,-7-2 19 16,-3-1 12-16,-3 0-1 0,-1 1-6 0,-6 0-20 0,-1 0-19 0,-3 2-13 15,-7 1-14-15,-2 1-7 0,-6 3-10 0,-3 2-7 0,-2 2-10 0,-3 3-6 16,-6 4-2-16,-2 4-1 0,-5 3-2 0,-5 5 1 0,-6 2-1 16,-7 4 4-16,-5 2-3 0,-5 3-6 0,-7 3-29 0,-6 3-19 0,-8 3-32 15,-6 1-38-15,-7 2-27 0,-3 1-38 0,-2 0-19 0,-3-3 0 0,3-2-11 16,5-6 12-16,5-9-5 0,9-6-56 0</inkml:trace>
  <inkml:trace contextRef="#ctx0" brushRef="#br0" timeOffset="119186.9">18783 11613 2390 0,'-7'-5'157'0,"0"1"-35"15,0 1-69-15,4 7-28 0,2 4-27 0,4 7-11 0,3 8-3 0,5 9 4 16,6 8 2-16,4 4 4 0,5 4 1 0,2 0 3 0,0 0 2 16,2 0-1-16,-1 1 6 0,1 1 0 0,1 1-1 0,3 0 9 0,3 0-6 15,3 1 3-15,4-2-4 0,0-2-3 0,1-6 2 0,3-5-3 0,3-1 1 16,2-5-4-16,2-1 1 0,2-4 3 0,0-3 4 0,4-3 2 16,3-5-9-16,1-2 0 0,2-3-1 0,-2-5 2 0,-1-3 14 0,0-4-3 15,-1-3 11-15,0-4-8 0,-5-3 1 0,-3-3 11 0,-2-5-12 16,-3-3 4-16,0-2 3 0,0-6 0 0,-3-1 5 0,0-6-3 0,-2-3-2 15,-3-5-12-15,0-5-4 0,-3-4-1 0,-3-2 3 0,-2-2-1 0,-3-1-5 16,-3-3-5-16,-3-1-4 0,-2 0 1 0,-3 0 10 0,-4-1-2 16,-3 0-2-16,-4 1 0 0,-3 1-7 0,-6 1-17 0,-4 0 5 0,-4-2-12 15,-6 0-6-15,-2 1 15 0,-5 2-14 0,-1-1 1 0,-3 2-1 0,-3 0-10 16,-3 2-10-16,-6 2-7 0,-2 2-32 0,-5 2-2 0,-5 5 7 16,-5 4 3-16,-3 5 32 0,-5 3 14 0,-3 8 21 0,1 4 31 0,-4 6 13 15,1 4 14-15,0 6 3 0,-1 2-3 0,1 5-1 0,-1 4-8 0,0 4-12 16,-1 6-7-16,0 6-3 0,-1 4-7 0,1 6-3 0,2 5-1 15,1 4-9-15,4 3 4 0,1 5-2 0,3 4-1 0,2 6 9 0,1 5-2 16,1 4 2-16,3 4-7 0,2 5-11 0,6 1-14 0,6 1-42 16,1 0-68-16,8 1-79 0,4 0-83 0,5 2-80 0,7 1-67 0,6 3-99 15</inkml:trace>
  <inkml:trace contextRef="#ctx0" brushRef="#br0" timeOffset="119619.9">21338 11464 2112 0,'-6'-4'729'0,"3"3"-630"0,-2 1-99 0,3 4-22 0,1 5-7 0,2 3 2 16,3 7 2-16,4 5 1 0,5 7 4 0,4 4 10 0,2 3 10 15,4 4-4-15,1-2 6 0,-1 1-5 0,3 1-2 0,-1-1-5 0,3 0-6 16,1 1-11-16,2-5-8 0,2-2 15 0,2-5-1 0,-1-3 7 16,2-5 8-16,0-4-10 0,1-3 1 0,3-4 7 0,2-3 5 0,-1-3 11 15,1-2 6-15,-2-4 2 0,-1-2 10 0,0-4 0 0,-3-4 3 0,0-4 3 16,-2-2 1-16,-1-4-10 0,-1-3 9 0,0-3-1 0,-3-3-11 16,0-3 12-16,-4-2-11 0,0-2-8 0,-1-3-4 0,-1-2-11 0,0-2 0 15,-3-3-1-15,0 0 1 0,-3 0 6 0,-4 1-8 0,-3 0 3 16,-3 1-5-16,-4 1-5 0,-5 0-1 0,-3-1-2 0,-5 0-4 0,-4-1-2 15,-5 0-9-15,-4-3 5 0,-2-1 2 0,-4-1-6 0,-3 2 0 0,-5-1-3 16,-3 2-11-16,-5 1-1 0,-3 1-11 0,-5 1 1 0,-1 1 9 16,-1 6 4-16,-1 2 6 0,0 4-1 0,-3 5 4 0,-1 2 7 0,0 4 4 15,-3 4 10-15,2 3 2 0,-2 5 8 0,-1 3 6 0,1 4 0 0,2 3-1 16,2 3-2-16,4 5-3 0,5 3-3 0,5 3-5 0,4 3-1 16,6 6-10-16,4 2-3 0,3 6-9 0,2 4-15 0,4 4-25 0,2 4-30 15,3 3-41-15,5 4-49 0,2 3-50 0,5 3-61 0,1 4-56 0,5 1-205 16</inkml:trace>
  <inkml:trace contextRef="#ctx0" brushRef="#br0" timeOffset="119919.92">23409 10271 3180 0,'-1'3'116'0,"-1"4"-122"0,1 4-40 15,2 7 0-15,2 9 4 0,4 12 5 0,4 8 7 0,4 10 9 0,3 7 9 16,4 6 9-16,2 5-8 0,-1 7 8 0,0 2-2 0,-2 7 0 16,-1 6 5-16,0 7-7 0,-2 5-10 0,-1-5-7 0,-2-8-4 0,-3-8 3 15,0-6 3-15,-3-5 2 0,2 0-10 0,1 1-20 0,-1-2-14 16,1-3-18-16,0-1-1 0,-1-5 6 0,1-4 0 0,0-4-9 0,-1-5-11 15,1-5-11-15,-2-6-6 0,1-8 7 0,-1-4 1 0,0-7 4 0,0-4-9 16,-1-6-30-16,-1-5-59 0,0-5-111 0,-2-4-13 0,-1-4 54 16,-3-7 87-16,-3-9 63 0</inkml:trace>
  <inkml:trace contextRef="#ctx0" brushRef="#br0" timeOffset="120203.92">22937 10304 1073 0,'-5'-9'469'16,"2"0"-242"-16,-1-3-93 0,3 2-72 0,3 0-23 0,2 0-17 0,5-1-8 15,3 0 1-15,5-2-5 0,7-3 2 0,5-1 3 0,7 2 10 0,6-2 3 16,6 0-1-16,5 2-8 0,3 1-8 0,5 1-5 0,2 3-1 16,3 4 7-16,1 2 0 0,-1 3 4 0,0 3 1 0,-3 2-1 0,-2 2-2 15,-2 4 4-15,-2 1-8 0,-4 0 7 0,-1 3-8 0,-5 0-5 16,-2 2 19-16,-2-1-3 0,-1 3 22 0,-5 0 1 0,-1 0-7 0,-7-1 5 15,-2 1-11-15,-4-1 9 0,-3 0-6 0,-4 0-5 0,-3-1-7 0,-4 1-10 16,-3-2-6-16,-4 2-2 0,-3 0-6 0,-3 2-2 0,-4 1-6 16,-4 2-9-16,-5 0-9 0,-6 1-14 0,-4 0-18 0,-5-2-15 0,-6 0-23 15,-5-2-10-15,-3-1-25 0,-4 0-26 0,-4-2-52 0,-4-1-60 0,-1-6-41 16,1-1-62-16,0-5-237 0</inkml:trace>
  <inkml:trace contextRef="#ctx0" brushRef="#br0" timeOffset="120869.92">22423 8580 1576 0,'-81'-20'97'0,"-14"4"7"0,-31 3-35 16,-2 18-27-16,-1 17-30 0,-9 11-2 0,-6 10 1 0,-2 7-10 15,3 7 3-15,-1 5-9 0,0 8 1 0,-8 6 8 0,-5 13-1 0,-6 6 2 16,-1 6 1-16,8-1-5 0,8-2-4 0,10 0 10 0,7 2 1 16,3 7 5-16,2 4 6 0,3 2-1 0,5 5 10 15,4 2 1-15,8 4 2 0,7 4 6 0,6 3-15 0,9 4 8 0,5 7 0 0,6 6-5 0,7 1-5 16,6 5-5-16,7 0-1 0,8 5-2 0,8 0 0 0,11 1 1 16,9-2 1-16,11-6-4 0,11-2 11 0,11-8 1 0,9-5 2 0,12-5-2 15,9-7-4-15,11-8-4 0,8-9-3 0,10-7 5 0,8-7-1 0,9-2-7 16,9-5 3-16,9-3 2 0,6-3-4 0,7-6 4 0,7-4-18 15,3-4 0-15,5-4-1 0,4-5-7 0,3-3 16 0,5-6 2 0,4-3 0 16,5-5 6-16,4-4-2 0,5-5 3 0,2-7-3 0,1-6 1 16,-1-5-15-16,-4-6-8 0,-1-5-4 0,-3-7-2 0,-1-4 5 0,3-5-4 15,2-4 11-15,4-3-7 0,2-4 3 0,0-4 6 0,1-5 5 0,-2-2 3 16,-6-3-1-16,-4-1 5 0,-2-3-3 0,-6-4-8 0,-1-2-6 16,-3-4-6-16,-6-3 4 0,-6-2 4 0,-6-3 6 0,-8-1-2 0,-4-2 4 15,-4-2 1-15,-4-2 10 0,-3 0 5 0,-7 2-12 0,-10 2-2 16,-7 3 1-16,-9 1-2 0,-3-2 23 0,-1-4 9 0,-2-3 4 0,-4 0 2 15,-4-1-4-15,-6 2-13 0,-6 2-14 0,-4-3 4 0,-3-2-6 0,-4-1 5 16,-3-5 9-16,-4 0-4 0,-1-5 6 0,-5-3-6 0,-2-1-5 0,-6-4-1 16,-5-2-10-16,-2-4-8 0,-6-2-3 0,-4-2-6 0,-4-1-6 15,-4-1 13-15,-3-4 10 0,-4-9 2 0,-5-6 11 0,-8-15-10 0,-6-20-17 16,-6-16-20-16,-5 0-13 0,1 17 5 0,2 31 15 0,1 31 29 16,1 18 12-16,-3 4 2 0,-6-4 0 0,-6-3-6 0,-7-7-4 0,-8-5-6 15,-4 1-6-15,-5-4-4 0,-2 4-1 0,-3-2-12 0,-1 4-2 0,-2-1 3 16,-2 2-11-16,-2 0 6 0,-4 2-4 0,-3 4-13 0,-1 3-2 15,1 6-1-15,1 7 7 0,-1 6 17 0,1 7 13 0,-2 6 9 0,-5 8-7 16,-4 5-1-16,-5 7-2 0,-6 8 3 0,-2 7 8 0,-2 8 6 0,-4 8-3 16,-3 8-7-16,-8 8-14 0,-6 8-14 0,-7 9-3 0,-1 9-1 15,-2 7 1-15,-1 5-12 0,0 7-3 0,0 4-6 0,-3 7-3 0,1 7 13 16,3 5 2-16,3 6 6 0,1 5 3 0,2 6-7 0,-2 10 4 16,4 7-3-16,3 8 11 0,12 0 7 0,10 2 3 0,7 2-1 0,8 6-5 15,6 7-34-15,9 6-57 0,6 6-52 0,11 5-61 0,10 4-49 0,8 4-186 16</inkml:trace>
  <inkml:trace contextRef="#ctx0" brushRef="#br0" timeOffset="130133.18">1768 4376 686 0,'-3'-10'92'0,"0"2"-63"0,0-1-14 0,-1-2 2 0,1 1 12 16,0-1 5-16,0 4-5 0,2 3-14 0,0 3-15 0,1 1-7 0,1 2-2 15,1 4 0-15,0 4 4 0,1 3 0 0,1 3-3 0,-1 3 2 0,1 6-1 16,1 3 3-16,-1 3 1 0,-1 3 3 0,-1 4 4 0,0 1 4 16,0 5 8-16,-1 0 2 0,0 2 1 0,-1 3-1 0,0 1 0 0,1 3 5 15,0 1-4-15,-1 2 2 0,2 2 0 0,0 1-2 0,1 3 5 16,0 1-5-16,0 2-4 0,-1 1 2 0,2 2-4 0,2 0-5 0,3 64 3 16,1-14 1-16,-1-14-1 0,-2-17 11 0,-1-8-8 0,-1 1 2 0,0 2 4 15,2 2 1-15,0 1 13 0,-2 3 2 0,2 4-3 0,-1-1-5 16,-1 2-10-16,0 1-13 0,-3-2 7 0,1 4 7 0,-2 1 7 0,1 5 1 15,-2 2-12-15,-1 2-8 0,-1 0-13 0,-1 2 1 0,0-1 1 0,-2 1-3 16,1 1 8-16,-3 2-8 0,-1-1-6 0,0 0-1 0,0 1-2 16,1-1 3-16,-2 2 3 0,4-57-3 0,-1 14 3 0,0 0 4 0,-2 14 3 15,2-2 4-15,-2 14 1 0,2-1 16 0,0 13-10 0,0-2 20 0,1-1-2 16,0-1-17-16,3-5 13 0,0-2-42 0,2-3 16 0,1-4-14 16,1-4 1-16,1-2 22 0,1-4-15 0,1-2 13 0,1-3-3 0,7 59 1 15,-1-23 1-15,1-21-5 0,-2-21 3 0,-1-9-3 0,0-2 2 16,2 0 9-16,-1 0-3 0,0-1 1 0,2 1-3 0,-2-2-2 0,0-1 4 15,1-2-5-15,-1 1 1 0,1-2-5 0,1-2-2 0,-2-1 6 0,2-3-2 16,0-1 6-16,2-1-1 0,-1-3-2 0,2-1-1 0,3 0 2 16,1-3-1-16,0-1-1 0,0-3 2 0,0 0 0 0,0-3 4 0,0 0-3 15,1-2-3-15,-1-1 2 0,2-3-5 0,0-1-3 0,4-1 4 0,0-2-1 16,1 0 1-16,1 1-4 0,0-3-2 0,1 1 1 0,0-1-1 16,1-1 9-16,2-1-1 0,2 1-4 0,-1-1 1 0,1 0-1 0,0-1-2 15,3 1 4-15,1 0 2 0,1 1-4 0,0-1 0 0,-1 1 0 16,1 0-2-16,3 1 0 0,-1-2 2 0,1 1-2 0,3-1-2 0,-2-1 2 15,3-2 1-15,0 0 4 0,1 0 3 0,3-2-3 0,0 0 0 0,2-1 0 16,1-2-3-16,-1 1 8 0,3 1-8 0,-1-1 4 0,1 2-1 16,1-1-2-16,0 0 3 0,2 1-4 0,1 0-1 0,1 1 1 0,0 0-3 15,1 0-4-15,-1 1-4 0,1 0-4 0,2 1-6 0,0-1-13 0,1 1-8 16,-1-2-11-16,0-1-2 0,1 2 9 0,0 1 11 0,1 0 16 16,1 0 9-16,-2-1 6 0,2 2 12 0,3 0 11 0,3 1 2 0,1-2-2 15,1 0-11-15,-4 0-14 0,-2-2-3 0,3 0 2 0,0-2-1 16,4 0 2-16,3 0-1 0,-1-1-9 0,5 0-45 0,0-1-54 0,0-1-54 15,5-1-49-15,-2 0-93 0</inkml:trace>
  <inkml:trace contextRef="#ctx0" brushRef="#br0" timeOffset="131212.79">3195 13959 984 0,'-21'3'154'0,"-1"4"-75"15,0 5-10-15,5 6-37 0,9 4-13 0,2 7-1 0,1 3-8 16,4 7 1-16,3 6-8 0,1 4 0 0,3 4-8 0,2 4 0 0,4 0-2 16,1 2-5-16,2 1-11 0,3 1-10 0,-1-1-19 0,-2-1-24 0,1-1-5 15,-1 0-4-15,1-2 8 0,-1-2 19 0,-1-3 11 0,1-4 10 16,-2-3 11-16,-1-5 5 0,-1-3 11 0,-1-5 5 0,-2-2 8 0,0-1 2 15,-2-4 4-15,0 1 7 0,-1-1 2 0,0-3 3 0,0 0 0 16,-1-1 0-16,1-2-3 0,0 1-1 0,1-1 0 0,0-1-4 0,1 0 1 16,0 1-3-16,1-1-2 0,1-2-2 0,0 0-2 0,2 0 3 0,0-3 0 15,3-1 1-15,0 0 0 0,1-1 3 0,2-1 0 0,1-1-2 16,2-2 3-16,2 0-3 0,2-2 3 0,2 0-2 0,3-2-1 0,2-1 1 16,4-1-4-16,1-2 0 0,5-1-1 0,4-1 0 0,3-1 0 15,2 0-2-15,1-1 1 0,2 0-4 0,3-1 0 0,2 0 1 0,3 0-3 16,1 0 7-16,2 0-4 0,2 1 0 0,2 0 0 0,2 0-4 0,0 1 1 15,2 0 1-15,-1-1-1 0,0 2-3 0,1 1 4 0,-1 0-2 0,-1 0 6 16,1 0 0-16,0 1-4 0,-3 0 2 0,-2 1 3 0,-2 0 5 16,-3-1 11-16,-1 0 21 0,-2-1 22 0,-1 0 16 0,-4 0 12 0,-3 0-9 15,0-1-5-15,-2 0 9 0,-1 0 1 0,1 0 0 0,-5-1-6 16,-2 1-19-16,-1-1-9 0,-2 0 0 0,-4 0-4 0,-1 0 7 0,-3-1 1 16,0 2-1-16,-3-3-5 0,-2 1-7 0,-3 0-6 0,0-2-13 0,-2 0-4 15,-2-2-4-15,-1 0-6 0,-4-4 1 0,1-2-2 0,-2-1-5 16,-2-3-1-16,0-4-3 0,-3-3-12 0,-1-2 4 0,-1-5-5 0,-2-3-2 15,-2-4 0-15,0-2-4 0,-3-3 0 0,-1-2 1 0,-3-3 5 16,0-1 3-16,-1-1 4 0,-1-1 1 0,-2 2 0 0,0 2-8 0,-2 0 11 16,1 3 0-16,2 2 3 0,-2 4 9 0,0 1-6 0,0 3-1 0,-1 3 3 15,0 3-3-15,0 4-7 0,-1 0-10 0,2 3-26 0,-1 1-35 16,0 1-46-16,0 2-60 0,-2 1-67 0,-1 0-61 0,-1 2-59 0,-1-2-88 16,-3-3-101-16</inkml:trace>
  <inkml:trace contextRef="#ctx0" brushRef="#br0" timeOffset="131546.73">3400 13869 2786 0,'-45'-13'166'0,"5"2"-70"15,-5-2-48-15,16 5-18 0,12 1-2 0,5 2-7 0,4 1-7 0,5 1-5 16,1 0-20-16,3 1-5 0,2 0-17 0,4 0-7 0,8-1 5 16,8 1 4-16,7-2 5 0,10 1 1 0,6-2-3 0,5 1-2 0,5-1 1 15,4 0 4-15,3 0-5 0,4 0-3 0,3 0-5 0,1 0 3 16,4 1 5-16,4 0 4 0,-1 0-3 0,2 1-3 0,-3 1 8 0,0-1 3 16,2 1 13-16,-3-1 3 0,1 0 5 0,-2-1 0 0,-5-1-1 0,-1 2 5 15,-3-2 0-15,0-2 5 0,1 1 2 0,-2-2 0 0,0 0 5 16,-1 1-4-16,0-1 0 0,0 3 0 0,-2 0-9 0,-1 0-3 0,-2 2 0 15,1 0-2-15,0 2 2 0,0 3-1 0,1 2-9 0,0 2-11 0,2 4-17 16,3 4-105-16,0 5-148 0,4 3-186 0,0 8-89 0,3 3-246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2T10:24:32.8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5474 7628 40 0,'16'-2'47'0,"2"1"12"0,4-1-1 0,2 0-6 0,0-1-11 16,0 0-2-16,4 1-3 0,-1 0-3 0,4 0-4 0,1 0 0 0,2 1-1 15,0-1-3-15,2 1 4 0,1 0-4 0,0 1-2 0,2 0 4 16,0-1 0-16,1 0-2 0,1-1 0 0,3-2-4 0,1 0-7 0,2 0 0 16,4 0 2-16,0-1 2 0,2 0 5 0,1 0 0 0,4-3-3 0,1 0-2 15,1 0-1-15,1 1 2 0,1-1-1 0,3 0-2 0,1 0 1 0,1 0-1 16,1 0-1-16,0 0 3 0,1 1 0 0,0 0 1 0,2-1-3 15,2 0 1-15,-1 0-3 0,2-1-7 0,-1 0 0 0,-1 0-5 0,-1 1 3 16,-1 1 1-16,-3-2 0 0,1 1 4 0,0-1 1 0,-3-1 1 16,0 0 3-16,0 1 0 0,-1-1 5 0,1 0 3 0,0 1 0 0,2 0 2 15,-1 1-2-15,2 1-2 0,-2 2-3 0,1 0-5 0,0 0-3 0,0 1-4 16,-1 0-1-16,0 0-1 0,2 2 0 0,-2-1-2 0,2 1 0 16,0 0-2-16,-2-1-1 0,0 1 2 0,-1 1-1 0,-1-1 1 0,0 0-1 15,-1 0 2-15,1 0-1 0,-3-1 0 0,0 1 0 0,-2 1-1 0,-1-1-1 16,0 0 4-16,-1-1 1 0,-1 1 4 0,-1-1-1 0,-1 0-1 15,0-1 5-15,0-1-2 0,0-1 3 0,1 0-3 0,-1-2 2 0,-1 0 1 16,0-1-3-16,0 0-1 0,-1-2-2 0,0 0-1 0,-1-1 0 16,-2-1 0-16,-1 1 4 0,-2-2-5 0,-1-1 3 0,0 0 2 0,-5-1-4 15,-3 2 3-15,0-3 1 0,-2 1-5 0,2-1 3 0,-2 1 2 0,-1-2 0 16,0 0 1-16,-4 1 2 0,1-2-3 0,-3 1-3 0,1 1 2 16,-2-2-6-16,0 0 5 0,-2 1-2 0,-3 1 2 0,0-1 5 0,-1 1-1 15,-4 2 2-15,-2 0 3 0,-2 0-2 0,-3 0-1 0,-2 1 4 0,-3-2-2 16,0-1 0-16,-2-1-3 0,-2 0-1 0,-2-1-6 0,-3 0-5 15,-2 1 0-15,-2-2-4 0,-5 0-4 0,-4 0-4 0,-5-1-4 0,-3-1-2 16,-5 1 1-16,-2-1 5 0,-5 0-6 0,-5 1-1 0,-5-1 7 16,-5 1 5-16,-4 0 13 0,-5-1 6 0,-4-1-7 0,-7 1-1 0,-4-1-3 15,-3 2 1-15,-1-1 5 0,1 2 6 0,0 1-3 0,2 1 3 0,0 0-7 16,0 2-8-16,2 1 6 0,1 0-9 0,-1 0 5 0,-2 0-4 16,-1 0 1-16,-2 0 5 0,-3 2-5 0,-3 2 3 0,-3 2-4 0,-2 2-4 15,-4 3 4-15,-2 1 1 0,-7 1-3 0,-2 2 3 0,-4 0 0 0,-3 2-2 16,-3 1 5-16,-2 0 0 0,-2 1-3 0,-2 1 4 0,-3 1-4 15,-2 2 1-15,-2 1 0 0,2 2 0 0,2 0 4 0,2-1 0 0,3 0 2 16,0 0 3-16,1 1-1 0,-3 0-6 0,1 1-2 0,2-1-1 16,2 1-1-16,4 0 5 0,1-1 1 0,1 1 0 0,3-2-2 0,0 1 0 15,1 3-2-15,-1 0-7 0,-2 2 2 0,0 0 1 0,0 0 1 0,0-1 7 16,5 1 3-16,4-3-1 0,2 2 5 0,2 0-10 0,1-1-3 16,-1 1 4-16,4 1 1 0,2 1 17 0,5 0 1 0,1 0-2 0,1 1-4 15,3 2-11-15,2-2 5 0,4 1-1 0,5 0 4 0,4-3-1 0,5 2 6 16,5 0-5-16,5 1-2 0,3 0-4 0,4 1-5 0,3 1 1 15,6-1 0-15,4 2 1 0,4 0-3 0,4-1 0 0,4 1 1 0,4 0 0 16,3 2-2-16,3 2-1 0,4 0 0 0,4 4-5 0,5-1 7 16,4 1-11-16,3 0 5 0,5 0 4 0,1 0 0 0,4 2 5 0,4-2-2 15,4 1-3-15,5-2-5 0,5-1 2 0,2-1-4 0,5 0-2 0,2 1-4 16,4-1-7-16,4 0-5 0,2-1-5 0,2-1-8 0,2-1-18 16,4 1-37-16,3 2-74 0,3-1-60 0,2 3-85 0,5 0-217 0</inkml:trace>
  <inkml:trace contextRef="#ctx0" brushRef="#br0" timeOffset="24845.01">7898 8788 1207 0,'-24'-18'23'0,"-3"1"-7"0,-3-4-9 0,4 6 1 0,6 2 2 0,-1 2-2 16,1 0-2-16,2-2-1 0,0 1-4 0,2-1-1 0,2 1-2 15,1 1-2-15,0 0 0 0,2 1 2 0,-1 0 3 0,2-1 0 0,-1 0 1 16,1-2 3-16,2-1-3 0,0-2 3 0,1 0-2 0,3-2-3 16,0-1 2-16,2 0-2 0,3-1 3 0,1 0 1 0,2-2 1 0,3-1 1 15,1-1 2-15,3 0 4 0,1-1 4 0,3 0 9 0,3-2 3 0,2-1 5 16,0-1-3-16,6-3-6 0,3 1 2 0,3-1-6 0,3 1 3 16,4-1-4-16,1-2 1 0,3 0-5 0,5-2 4 0,4 0-10 0,2 0 1 15,4 3-1-15,1-1-10 0,4 1 9 0,2 1-2 0,2 1-5 0,0 4 3 16,4 2 1-16,1 1-5 0,3 4 4 0,2 0 1 0,-1 1-5 15,3 4-1-15,1 1 0 0,0 1-2 0,2 3-1 0,1 1 2 0,-1 1-3 16,3 3-2-16,0 1 1 0,-1 2 1 0,1 1 2 0,0 3-2 16,-1 1-3-16,0 1 1 0,0 3-2 0,-1 2 3 0,-2 2 1 0,0 1-2 15,-1 2 2-15,0 1 2 0,-1 3-1 0,-1 0 0 0,1-1-7 0,-4 3 2 16,-1 2-1-16,0 1 2 0,-3 3 5 0,0 2 0 0,-1 2-5 16,-2 3 2-16,-2 2 1 0,-3 2-5 0,-1 3 3 0,-3 2-4 0,-5 1-1 15,-2 2 6-15,-3-1-5 0,-3 1 6 0,-2 1-1 0,-6 2-8 0,-3-1 6 16,-2 0-4-16,-5 1 2 0,-1 0 7 0,-6 2-4 0,-2 1-6 15,-5-1 1-15,-4 1 1 0,-6 2 6 0,-4 0-1 0,-4 2-4 0,-6 2-6 16,-5 0 4-16,-5 1 9 0,-5-1 5 0,-5 1 11 0,-4 1 4 16,-2-2 3-16,-4-1 6 0,-3-2 11 0,-2-3-1 0,-2-1 2 0,-1-2-3 15,-1-2 3-15,-1-1 1 0,-3-1 1 0,-4-1 12 0,-1-4-8 0,-2-4-3 16,-1-3 10-16,0-2-5 0,-3-3 9 0,-1-1 9 0,-4-4-5 16,-2-2 3-16,-1-2 3 0,-5-5-6 0,0-1 1 0,-4-3-7 0,-4-3-13 15,0-2-6-15,-4-3-6 0,1-1 8 0,-2-3-3 0,1-2 1 0,1-1 10 16,0-4-11-16,1-1 0 0,-1-4-3 0,1-4-10 0,1-2-2 15,2-2 2-15,2-1-4 0,3 1-1 0,4-2-2 0,1-2-8 0,0-1 2 16,1-1-4-16,3-1-3 0,1-1-15 0,1 1-1 0,1-4-11 16,0 1 4-16,2-2 15 0,3 1-3 0,3 2-4 0,4 0-24 0,5 0-40 15,0 1-58-15,2-2-44 0,2-2-63 0,0-1-78 0,3-3-168 0,2-1-384 16</inkml:trace>
  <inkml:trace contextRef="#ctx0" brushRef="#br0" timeOffset="64583.35">11446 7114 1717 0,'-2'5'-19'0,"-1"3"-4"0,1 2-3 0,-1 2 2 0,3-4 20 0,-1-1 0 0,1 1 3 0,0-2-8 0,0 0-4 0,1 1-5 16,0-2 2-16,1 0 4 0,-1 0 11 0,0-2 7 0,1 0 7 16,-1-1 6-16,2-1 1 0,-1 0 1 0,1 0 3 0,1-1 6 0,0 1 4 15,0 0 9-15,0-2 4 0,1 1 11 0,1-1 4 0,1 1 7 0,0-2 7 16,0 0-2-16,2 0 4 0,2-2-10 0,1 1-3 0,2-1-10 16,1-1-11-16,3-1-2 0,4-2-4 0,0 0 0 0,5-2-1 0,2-3-4 15,3 0-2-15,5-2-2 0,4 1-5 0,1-3-2 0,3 0-6 0,1-1-3 16,4 1-10-16,0 0 9 0,3-1 0 0,3 0-7 0,2-1 6 15,3-1-11-15,1 0-5 0,2-1 5 0,1-1-6 0,3 2-9 0,0-2-12 16,0 2-36-16,2 0-58 0,0 1-107 0,0-1-144 0,1 0-128 16,-2-3-516-16</inkml:trace>
  <inkml:trace contextRef="#ctx0" brushRef="#br0" timeOffset="138926.88">17646 4342 694 0,'-8'-6'77'0,"2"1"-62"0,0 0-5 16,2 3-7-16,3 1-5 0,1 0-3 0,0-1-1 0,1-1 0 0,0-1 4 16,0 0 2-16,0 0 0 0,0-1 8 0,-1 0 1 0,0-2 7 15,0 1 7-15,0 0 7 0,0-1 9 0,0 1 1 0,1-2 5 0,1 0-2 16,1 1-3-16,2-3-4 0,0 0-4 0,3 1-8 0,0-2-6 0,2 2-5 16,3 0-5-16,3 0-5 0,1 0-2 0,0 1-2 0,3 0 0 15,2-1 1-15,0 2 0 0,2 0-2 0,1 2-1 0,1 2-4 0,0 1 0 16,-1 4 0-16,0 0 2 0,-2 2 6 0,2 3-1 0,0 0 0 15,0 3 1-15,2 0-3 0,-2 0 4 0,1 0 0 0,-2-1-4 0,0 0 3 16,-1 0 2-16,-3-2 16 0,-1-1 20 0,-2-1 16 0,-3-1 11 0,-4 0 1 16,-2-1-7-16,-2 1-11 0,-3 0-7 0,-1-1 1 0,-3 1-3 15,-2 1 2-15,-4 1-4 0,-4 0-8 0,-4 2-5 0,-5-1-10 0,-4 1 4 16,-3-1-5-16,-1-1-2 0,-1-2 2 0,-1-1-10 0,1 0 3 16,-1-1-3-16,2-1-4 0,0 0 1 0,2-1-4 0,2-1 3 0,0 0-2 15,2-2-5-15,1-1 6 0,0 0-6 0,2-2 1 0,1-2 0 0,1 0-4 16,2-1-2-16,0 1-6 0,1-2-12 0,1 1-8 0,1 1-10 0,1-1-10 15,0 2-15-15,1 2-15 0,1 0-20 0,2 2-24 0,0 1-35 16,1 1-47-16,1 2-116 0,1-1-83 0</inkml:trace>
  <inkml:trace contextRef="#ctx0" brushRef="#br0" timeOffset="139493.88">17957 5094 1556 0,'-11'-8'74'0,"1"2"-40"15,0 1-32-15,5 4-30 0,3 1-8 0,2 1-2 0,1 0 6 0,1 0 11 16,0 1 4-16,2-1 9 0,0 1 2 0,1-1 3 0,0-1 2 15,1 1 0-15,1-1 2 0,-1 0-3 0,3 0 3 0,0 0 1 0,2-1-3 16,1 1 1-16,2-1-1 0,1 0-3 0,2 1 4 0,2-1 2 0,-1 1 0 16,2 0-1-16,0 0 3 0,0 1 1 0,1-1-7 0,0 2 8 15,-2 0 5-15,0 0 9 0,-1 1 9 0,-1 0 3 0,-1 1-3 0,-1-2-1 16,-1 1-3-16,-2 0-3 0,-1 1-4 0,-1 0-3 0,-1 0-4 16,-2 0-2-16,-1 1 3 0,-3-1 2 0,0 1 2 0,-3 1 0 0,-1 0 1 15,-1 0 3-15,-4 0 1 0,-1 0 4 0,-3 1-1 0,-2-1-1 0,-1 1-3 16,-2 0-2-16,-1-1-6 0,-2 0-1 0,0 0-4 0,-2-1-1 15,1 0 5-15,0-2 0 0,0 0 0 0,0-1-2 0,0-1-3 0,0 1-4 16,0-2 0-16,3 1 3 0,-1-2-3 0,0 0-2 0,3-1 0 0,2 0-3 16,2-1-7-16,2 0-7 0,1 0-16 0,2-1-23 0,1 1-23 15,2-1-23-15,0 0-12 0,1 0-8 0,1 0 0 0,1 0 1 0,0-1-1 16,2 1 4-16,2 0 4 0,0-1-1 0,3 1-5 0,1 0 2 16,1 2 0-16,2 0-4 0,2 2-83 0</inkml:trace>
  <inkml:trace contextRef="#ctx0" brushRef="#br0" timeOffset="139860.23">18084 5968 2247 0,'-12'-10'90'15,"-2"1"-58"-15,0-1-50 0,7 4-39 0,7 2-18 0,3 2 1 0,3 0 19 16,3-1 21-16,1 0 13 0,2 0 7 0,-1 1 1 0,3 0 6 0,0 1-5 16,1 0-1-16,1 1 2 0,2 0-7 0,0 1 3 0,2 0 3 15,-1-1-6-15,3 2 4 0,0-1 5 0,1 1-5 0,1 1 5 0,-1 1 5 16,1 0-2-16,-1 2 6 0,-3 0 2 0,1 1 0 0,-2 0 4 16,0 0 0-16,-1 2 4 0,0-1 1 0,-3 0 2 0,-1 0 5 0,-2 0 0 15,-2 0 4-15,-2-1 0 0,-2 1 3 0,-1-1 2 0,-2 0 0 0,-1 0-2 16,-1 1 1-16,-2-1-2 0,-2 1 2 0,-1 0 1 0,-3 1 1 15,-2-1 2-15,-2 0-1 0,-1-1-4 0,-4 0-4 0,0-1-1 0,-3-1-4 16,-1 0-7-16,3-1 1 0,-2-2-9 0,1 1-2 0,1-1 2 0,-2 0-13 16,0-1-17-16,-1-1-20 0,2 0-27 0,-2 0-20 0,1-2-13 15,2 0-9-15,-2-1-12 0,1 0-9 0,3 1-8 0,-1-3-32 0,1 1-41 16,0-2-39-16,1 0-142 0,-1 0 49 0</inkml:trace>
  <inkml:trace contextRef="#ctx0" brushRef="#br0" timeOffset="140593.32">16904 4619 1081 0,'-41'42'435'16,"0"9"-398"-16,-8 16-10 0,11 0-15 0,11-4-10 0,4 2-10 0,6-1-12 16,5 3 1-16,4 3-2 0,4-1-1 0,4 4-1 0,3 1-12 15,2-2-6-15,2 1-3 0,4 1 3 0,0 0 1 0,5 2 16 0,3-1 6 16,2 0 7-16,2 1 10 0,5-2-2 0,1-2-3 0,5-2-1 15,2-2-9-15,2-2 6 0,6-1 0 0,1-2 11 0,3 0 10 0,4-1-2 16,2-3 0-16,4-3-6 0,1-3 3 0,1-2 0 0,4-5 3 0,2-3 2 16,3-3 3-16,3-5-5 0,1-6 5 0,3-3 0 0,-1-6-3 0,0-4 8 15,4-4-6-15,0-4-1 0,1-3-1 0,3-2 1 0,-1-4-1 16,-1-3 11-16,1-3 10 0,-1-5 10 0,-1-2 6 0,0-4-3 0,-4-4 3 16,-1-2 2-16,-5-4 1 0,-1-3 17 0,-3-3-3 0,-5-4 5 15,-2-4 6-15,-5-3-7 0,0-5-6 0,0-5-14 0,-2-3-14 16,-2-4-8-16,-2-2-13 0,-3-2 4 0,-3-2 3 0,-2-3-1 0,-1-1 7 0,0-5-9 15,-2-3-3-15,-1-5-3 0,-3-3-1 0,-1-2 7 0,-2 1-2 16,-5 4 5-16,-4 3 3 0,-3 2-6 0,-3-1 7 0,-3-1-4 0,-2 1 4 16,-4 0 2-16,-3 1-1 0,-6 2 1 0,-5-2-1 0,-2 0-4 15,-7 1 4-15,-4-2-5 0,-5 0-7 0,-5-1-5 0,-4-1-10 0,-6 2 1 16,-6 2-2-16,-4 1-1 0,-7 3 1 0,-5 2-1 0,-5 5-2 0,-5 5 7 16,-7 4-4-16,-3 5 2 0,-5 4 2 0,0 5-4 0,-3 5 0 15,0 7-1-15,-1 5 5 0,-1 8-1 0,-2 7-1 0,0 9-1 0,0 7-6 16,-1 7 2-16,-1 6 8 0,0 3 7 0,0 7-1 0,0 4-3 0,2 6-9 15,1 5-5-15,3 7 1 0,2 5 7 0,3 8 2 0,4 4-4 16,3 5-3-16,4 7-1 0,4 6-6 0,1 5 1 0,4 8-12 0,3 8 4 16,1 10-5-16,2 10-18 0,3 9-51 0,3 6-118 0,6 8-121 0,5 9-96 15,7 6-222-15,8 4-27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2T10:27:17.2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15379 8358 367 0,'-43'1'115'16,"-5"2"-107"-16,-11 4 16 0,6 4 8 0,7 2 1 0,-1 3-3 0,-1 3 1 16,1 1-4-16,1 1-3 0,-1 3-1 0,0 2-7 0,1 3-1 15,0 2-4-15,0 2-4 0,-2-1-2 0,0 3-3 0,2 1-2 0,2 1-1 16,1 0 0-16,-1 1 2 0,3-1-5 0,1-1 2 0,2 2 0 0,2 0-1 15,-1 2 5-15,3 0-2 0,2 1 2 0,0-1 2 0,2 3 1 16,1 1 4-16,-2-1 3 0,1 2-1 0,0 1 2 0,0 0-1 0,2 2 1 16,1 0-1-16,0 3 3 0,1-2 1 0,0 1 0 0,2 0 4 0,2 0-4 15,3 1 0-15,1 1-1 0,1-2-2 0,2-1 2 0,1-1-2 16,2 1-1-16,2 1-6 0,1 0 0 0,2-1 1 0,2 2 0 16,2-1 3-16,2 0-3 0,2 2 2 0,2-2-1 0,1 1-1 0,2-1 0 15,3 0 1-15,2 0-2 0,1 0 2 0,4-1-3 0,1 0-6 0,2-2 4 16,4 0-3-16,2-3 2 0,2-2 4 0,4-1-4 0,1-1 0 0,3-3 2 15,1-1-6-15,3-2 4 0,3-3-1 0,0 0-2 0,1 0 3 16,2-1-2-16,0 0 1 0,3-2 1 0,2 0-8 0,-1-4-1 0,3 1 4 16,0-3 0-16,2 3 8 0,4 0 2 0,2-3-4 0,1 1 4 0,5 0-6 15,1-2 0-15,3 0-1 0,3 0-1 0,2-1 2 0,3 0 0 16,3 0 2-16,1-3-4 0,3 1-2 0,1-2 2 0,0-1-2 0,2 1 4 16,-2 1 1-16,3 1-2 0,-2 1 2 0,4 2 2 0,-2 2 0 15,0-2 1-15,-1 2-2 0,-1-1-7 0,1-3-1 0,-1 1 1 0,1 0-4 16,1-1 7-16,0-1-1 0,-1-2 1 0,3-1 4 0,-2 0-4 0,2 1 2 15,-1-2-2-15,2-1 2 0,0-1 0 0,1-1 0 0,0-2 3 16,1-3 1-16,-2-2 1 0,0-3 1 0,-1-5 8 0,-1-2 2 0,-1-5 8 16,-1-5 8-16,0-4-1 0,-1-3-6 0,-1-4-3 0,-3-4-9 0,-1-1-2 15,-2-7 15-15,-2-2 6 0,-2-4 7 0,-1-6 0 0,1-1-2 16,-4-3-1-16,1 1-3 0,-1-1-2 0,-3 0-1 0,0 2-13 0,-2-2 13 16,-2 0-1-16,0 0-1 0,0-2 6 0,-2 2-19 0,1 0 1 15,-1-1-8-15,-2 2 0 0,1 0-3 0,-3 1-4 0,-1-1 3 0,-2 2-6 16,-1-2 5-16,-1 1 1 0,-4 0-2 0,-1 0 4 0,-3 1-3 0,-1-3 7 15,-3 0-4-15,-3 0 1 0,1-2-4 0,-5 1 1 0,-1 1-5 16,-1-1 7-16,-4 0 2 0,-1-1-2 0,-2 0 12 0,-3-2-6 0,-1-3 2 16,-4 0-2-16,-3 0-1 0,-1-2 2 0,-4 0-1 0,-1 1 1 15,-4-1-1-15,-2 1 0 0,-2 1-4 0,-3-3-4 0,-2-2 0 0,-3 0-4 16,-3 3 1-16,-1 1 2 0,-2 4 3 0,-1 1 5 0,-4 1 2 0,-4 1-1 16,-2 0-2-16,-4-1-8 0,-3 0-5 0,-3 2 8 0,-3 3 3 15,-2 4 2-15,-3 4 0 0,-2 4-4 0,-3 3-2 0,-6 1-5 0,-1 4-3 16,-4 3-8-16,-6 2-11 0,-6 1-16 0,-5 2 8 0,-6 2 4 0,-2 4 23 15,0 4 35-15,-1 3 11 0,2 1 6 0,1 0-9 0,0 2-21 16,0 0-19-16,-1 1-10 0,-1 1-14 0,-1 2-7 0,-1 0 1 0,-2 3 4 16,-1 1 12-16,-3 1 1 0,-3 2 1 0,-3 2-22 0,-4 2-12 0,-5 4 0 15,-3 2 7-15,-5 2 31 0,2 0 30 0,3 3 32 0,1 0 16 16,5-1 3-16,2 1-9 0,3 0-29 0,3 0-17 0,5 1-9 0,0 2-10 16,4 3 1-16,1 1-3 0,2 2-5 0,1 2 1 0,2 2-1 15,2 0 4-15,5 2-7 0,1 1-1 0,3 3-10 0,3-1-14 0,2 1-24 16,4 1-38-16,3 1-36 0,3 1-30 0,4 2-30 0,3-3-33 0,5 0-27 15,4 4-75-15,5-2-226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2T10:27:40.1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3471 5999 1 0,'11'12'1'0,"2"1"0"0,3 3 1 16,0-1-1-16,-1-2 1 0,1-2 2 0,-1 1 3 0,4 0 1 0,0 0 4 16,2 0 3-16,1-2 0 0,2 1 4 0,-2 0 0 0,3-1-3 0,1 1 2 15,0 0-2-15,3-2 3 0,-1 1-1 0,2 0-3 0,-1-1 1 0,3-1-2 16,1-1 5-16,2-1 6 0,2-1 4 0,-2-1 0 0,3-1-1 15,-1-1-1-15,2 0-1 0,4-2 1 0,-1 0-5 0,2 0-4 0,1-1 2 16,0 0 0-16,0 0 7 0,1 0-2 0,4-1 2 0,-3 0-3 16,2 2-4-16,-2-1-4 0,-1 1-3 0,2 1 0 0,0-1 2 0,1 1-3 15,1 0-3-15,1 1 0 0,1 0 2 0,1 0 3 0,-1 0 0 0,4 0 3 16,-2-1-6-16,3-1-1 0,0 0 1 0,-2-2-5 0,3 0 3 16,0 0-1-16,1-2 2 0,0 1 1 0,0-2 1 0,1 0 2 0,1 0-4 15,-1 0 0-15,0 1-1 0,1-1-3 0,-2 0-2 0,0 1-1 16,0-1-5-16,-2 2 1 0,-2-1 0 0,-1-1 0 0,1 0 3 0,0 0 5 15,0-1 6-15,1 0 5 0,0 0 4 0,1 0 1 0,0 0-2 0,2 1-5 16,-1 1-1-16,1 0-2 0,1 0-2 0,2 1-1 0,2 1-1 16,0-1-4-16,1 2 0 0,2 0-4 0,0 1-1 0,3 0 0 0,-1 0 2 15,0 0-2-15,0 1-1 0,-1-1 1 0,-1 2-4 0,-2 0 5 0,1 1 0 16,-1 0 1-16,-1 0 0 0,1 1 3 0,1-1 1 16,-1 0 3-16,1 1 7 0,-2 0-5 0,-2 0-1 0,0 1 0 0,-2-1 0 0,0 1 4 15,1 0 5-15,-2 0 1 0,1-1-1 0,-2 1 3 0,-1 0 3 0,2-2-1 16,-1 0 6-16,1-1-5 0,1 1-2 0,-1-2 0 0,1 1-4 15,1-2 2-15,-1 0-4 0,1-2-2 0,-1 2-3 0,2-1-3 0,-1 0-3 16,0 1-1-16,1-2-2 0,-1 2 0 0,2-1 6 0,1 0-2 16,1 1 2-16,1-1 2 0,-4 1-6 0,-1 0 0 0,-1 0-1 0,-1 0 3 15,2 1-2-15,2-2 3 0,0 1 1 0,-1 0-11 0,0-1 6 0,0 1-1 16,-2-1-2-16,0 1 8 0,1 0-3 0,-3 0-1 0,0-2-1 16,0 1 1-16,-2-1-1 0,-1 0-1 0,-2 1-2 0,-1-2-1 0,-4 0 2 15,-1 1 4-15,-1-2 4 0,-1-1 7 0,2 0 5 0,-2-1 3 0,-1 0 1 16,1-2 1-16,-2 1-3 0,-2-2-4 0,0 0-1 0,0 0-7 15,-2-3 0-15,0 0 0 0,-2 0-3 0,0-1 4 0,2 0-2 0,-2-4-2 16,1-1 3-16,0 0-4 0,-1-2-3 0,0-1 0 0,-2 1-3 16,-2-1-1-16,-2 0 0 0,-2-1-3 0,-2-3 4 0,-1-1-3 0,-3-1 4 15,-1-2-12-15,-2 3 2 0,-5-3 5 0,1 0-2 0,-3-2 12 0,-4-1-3 16,-2-2 7-16,-4 1-3 0,-3-1 3 0,-1 0-5 0,-5 0-2 16,-3-1 1-16,-2 0-3 0,-6-2-2 0,-1 3 3 0,-5-1-4 0,-4 1 5 15,-2-1 0-15,-6 1-9 0,-2 0-3 0,-7 1 1 0,-4 1 3 0,-7-1 6 16,-5 2 1-16,-2-1 1 0,-5 1 2 0,-4 2 3 0,-2 1 3 15,0 0 2-15,0 3-3 0,0 0-1 0,0-1 1 0,-2 2-4 0,0 0 2 16,-2 1-5-16,-8 2-7 0,-10 3-9 0,-8 1 1 0,-7 5-3 16,1 0 17-16,-1 1 6 0,5-1-4 0,4-1 8 0,0 1-8 0,4-1-3 15,1-1 0-15,0 3 7 0,0-1-1 0,0 2 0 0,0 0 1 0,1 1-16 16,-1 1-3-16,-1 1 5 0,-3 1-5 0,-1 0 11 0,-2 1-2 16,-3 2-5-16,2 1 1 0,-1 0 4 0,0 1-2 0,-1 0 5 0,0-1 3 15,1 1-6-15,0 0-1 0,0-1 2 0,2 2-2 0,0 0 1 0,1-1 1 16,3 0 1-16,2-1-2 0,5 0 7 0,0 0-10 0,4 0 7 15,0 1 1-15,1 0-11 0,-1 1 9 0,0 1-16 0,-5 1-3 0,2 1 10 16,2-1-1-16,3 0 8 0,5-1 5 0,0 1-5 0,1 1 4 16,-2 2-7-16,0 0 4 0,1 1-2 0,0 0-6 0,1 1 6 0,0 0 7 15,-1 1-3-15,-1 0 4 0,0 2-8 0,1-1-6 0,-2 2-7 0,0 1 1 16,-2-1 4-16,-1 1-1 0,3-1 0 0,-1-2 7 0,2 1-3 16,1 0 8-16,0-1 1 0,-1 1-1 0,2 0 2 0,-1 0-14 0,-1 2-2 15,2 1 6-15,0 1-5 0,2-1 3 0,3-2 4 0,0 3-5 0,0 0-2 16,-2 2 3-16,2 1-6 0,1 2 3 0,1 0 5 0,3-1 0 15,1 2 4-15,2 1-5 0,-1 2-3 0,0 6 2 0,-1 2-5 0,2 1 8 16,6-1 2-16,6-1-5 0,3 0-2 0,4 2 11 0,1 2-4 0,2 5 4 16,1 0 2-16,1 3-17 0,4 2-6 0,2 1-4 0,5 2-15 15,1 1-13-15,2 3-14 0,1 1-24 0,5 1-20 0,1 1-53 0,3 1-45 16,4 1-72-16,2 1-285 0</inkml:trace>
  <inkml:trace contextRef="#ctx0" brushRef="#br0" timeOffset="43203.67">10959 6326 636 0,'1'-6'60'0,"3"1"-26"16,2-1-16-16,3 1-6 0,2 2-7 0,3 0 0 0,1 0-4 0,2 2-1 15,1 0 3-15,0 0-5 0,3 1-1 0,2 1 2 0,-1 0-2 16,3-1 3-16,2 1 0 0,-1-2 0 0,3-1-2 0,0-1 0 0,1-1 1 16,1-2 2-16,2-1 0 0,0-2 1 0,2-1 2 0,3-2-1 15,1-1 4-15,5-2-1 0,0-1 4 0,3-3 7 0,2-1 10 0,2-1 11 16,4-1 6-16,4-2 6 0,3-3 3 0,2-2 2 0,4-2 9 0,5-4-3 16,2 1-2-16,4-2 3 0,3-1-7 0,4-1 0 0,4-5-12 15,6 1-5-15,4-1 2 0,1-3-5 0,5 1 0 0,1-1-7 0,0 2-6 16,1 0-7-16,0 3-1 0,-4 2-9 0,0 1-11 0,0 4-8 0,0 2-17 15,0 4-25-15,0 2-42 0,-1 2-64 0,-3 2-86 0,0 2-142 16,0 4-149-16</inkml:trace>
  <inkml:trace contextRef="#ctx0" brushRef="#br0" timeOffset="76137.11">10107 12569 1248 0,'-13'-19'128'0,"2"0"3"0,-3-3-38 0,5 4-29 0,5 5-24 15,3 0-15-15,2 2-12 0,3 0-9 0,3 1-8 0,2 1-2 0,4-1 0 16,1 0 2-16,5 0-5 0,3 0 3 0,1-1-4 0,4 2 3 16,1-2 3-16,5-1-3 0,2 0 6 0,3-3 1 0,1 1 0 0,0-1 1 15,4-1 1-15,2 0 2 0,3 1 1 0,3-2-5 0,0-1-3 0,5 1-1 16,-1 1 2-16,2-3 11 0,4 0 0 0,0 1 6 0,2-2 0 15,2 1-1-15,2 0 0 0,2-2-8 0,3 2 5 0,3 0 0 0,1 0 2 16,2 0 7-16,3-2-8 0,3 0 4 0,3 0-1 0,3 1 1 16,2 1 3-16,2 1-8 0,2 0 2 0,0 4 0 0,3 0 3 0,2 1-8 15,3 1 2-15,1-1-8 0,2 2 0 0,-3 1 0 0,0 2-2 0,-1 1 2 16,-2 3-1-16,1 0 1 0,1 2-2 0,-1 2 0 0,2 0-2 16,-2 1 1-16,-3 1 2 0,-2-1-2 0,-4 0-2 0,0 0 3 0,-2 1-3 15,3-1 2-15,-1 1-2 0,2 0 0 0,-3 1-1 0,1 0 1 0,-3 1 3 16,1 2-1-16,-1 0 2 0,1 1-3 0,0 0 3 0,-1 2 0 15,-1 0 2-15,-1 0 1 0,-3 1-2 0,2 0-2 0,-2 1-2 0,-1 1 4 16,0 2 2-16,-3-1-1 0,-2 2 1 0,-1-1-6 0,-1 2 0 16,-4 1 2-16,-5-1 0 0,-2-1-3 0,-3 1 2 0,-2-1-8 0,-2 2 2 15,-1-1 10-15,-2 3-4 0,0 2 8 0,-3-1-3 0,-2 0-4 0,-5 1-2 16,-1-1 4-16,-1 2-4 0,-2 1-2 0,0-1 4 0,-2 1-7 16,-4-1 6-16,-1 2-5 0,-2 0 1 0,-3-1 3 0,-1 2 0 0,-2-1-1 15,-1 0-4-15,-1-1 0 0,-2-1 2 0,-1 1 2 0,-3 0 2 0,-4-1-6 16,-1 0 1-16,-2 1-5 0,-2-1-1 0,-1 0-4 0,-3-1-3 15,-1 2 15-15,-1 1-4 0,-1-1 8 0,-2 3 0 0,-1-2-6 0,-2 2-2 16,-2 1 0-16,0-2-2 0,-2 2 2 0,-1 0 2 0,-3 2-1 16,-2-2-5-16,-2 0-5 0,-3 0 2 0,0-2-4 0,-3 1 3 0,-3-1-5 15,-1-1 4-15,-2-1-2 0,1-1 7 0,-2 0 3 0,-1-1-2 16,-3-1 4-16,-1 0-1 0,-2-2-6 0,0-2 5 0,-2-1 2 0,-2-1 6 16,-1-1 12-16,-3-1 2 0,-1-1-1 0,0-2-4 0,-4-1-5 0,-1-2-2 15,-1-1 5-15,-3 0 7 0,-4-2-2 0,-2-1-3 0,-3-2-2 0,-5 0-2 16,-2-2 4-16,-4-1 3 0,-5-1 1 0,0 1-4 0,-4-1-1 15,0 1 1-15,1-2-8 0,-1 0 3 0,-3 1-6 0,1 0-5 0,-4 0 7 16,1 0-5-16,-1-1-2 0,-2 2 5 0,-1 0-4 0,-5 0 0 16,0 2 6-16,-1-3-5 0,-1 1 2 0,0 1 1 0,-3-1-4 0,-1 1 0 15,-1 0-2-15,-3 1 3 0,0 1-2 0,0 2 2 0,-2 1 4 0,2 0-6 16,1 1 2-16,1 0 3 0,1 1 1 0,2 2 8 0,0 0 3 16,4-1-4-16,2 1 0 0,2 0-3 0,3 0-2 0,-1 1 4 0,3 0-1 15,-1 0 1-15,2 0 1 0,0 1 2 0,2-1 2 0,0 0-1 0,0 0-1 16,1-1-7-16,1-1 2 0,4-2 7 0,0 1 1 0,4-1 3 15,1 0 1-15,1-1-2 0,4-1-3 0,3 0 6 0,2-2 0 0,3 0 1 16,1 0 14-16,-1-1 0 0,3-1 3 0,0-3 7 0,3-1-7 16,5-2-10-16,4 0 2 0,5-1-11 0,4-2-4 0,2 0 3 0,3 0-10 15,4 0-5-15,2 1-2 0,0-2-10 0,2 1-11 0,3 2-14 0,0 1-15 16,2 1-14-16,3 1-22 0,1 3-37 0,2-1-39 0,1 2-67 16,0 1-97-16,2 1-322 0</inkml:trace>
  <inkml:trace contextRef="#ctx0" brushRef="#br0" timeOffset="95307.01">8176 7095 784 0,'-9'-24'5'15,"1"1"6"-15,2-6-2 0,5 4 6 0,5 6 2 0,4-3 5 0,1 1 2 16,4 1-2-16,3-1-6 0,4 0-1 0,4 2-4 0,1 1-2 16,3 0 0-16,1 3-1 0,4 0-4 0,2 2 2 0,2 2-1 0,-1 1 0 15,2 2 3-15,0-1-2 0,2 1 1 0,4 1 4 0,1-1-3 0,3 1-1 16,2 0-1-16,4 1-4 0,1 2 0 0,2 1-1 0,2 1 0 16,0 0 0-16,2 2 1 0,-2 0-2 0,-1 1-4 0,-2-1 4 0,-1 1 0 15,-3-1 1-15,-2 0 2 0,-3 0-4 0,-1-1 3 0,-2 0 0 0,-1-1 0 16,0-2 1-16,2 1 0 0,-3-2 2 0,0 1 1 0,2 0 0 15,-1-1 0-15,0 1-2 0,-1 1 1 0,0-1 1 0,-1 2 3 0,-1 2 0 16,0 1 6-16,-3 1 0 0,1 2 4 0,-2 2 3 0,-1 0 0 16,0 2 1-16,-3 2 1 0,-1 0-4 0,-2 3-5 0,1 2-4 0,-3 1 2 15,1 1-2-15,-1 3-2 0,-2 1 1 0,1 3-7 0,-2 2-1 0,-1 3 0 16,-1 1-3-16,-3 2-3 0,0 0 3 0,-2 2 5 0,-4 2-1 16,-2 0 2-16,-3 2-2 0,-2-1-4 0,-4 2 0 0,-3 2 0 0,-4 0-3 15,-3 0 0-15,-4 1-1 0,-4-3 0 0,-4 0 2 0,-4-1 0 0,-4 0 1 16,-6-1-4-16,-5 0 2 0,-4-2 4 0,-5 0 1 0,-5-2 7 15,-4-1 4-15,-3-1 2 0,-2-2 3 0,-4-3 3 0,1-2 4 0,-4-1 3 16,0-2 3-16,-2 1 0 0,0-2-1 0,-1-1-4 0,-2-2-5 16,2-2-3-16,-3-3-4 0,2-1-1 0,-1-3-3 0,2-2-1 0,1-2-1 15,-1-2 0-15,-2-2-1 0,-1 0 1 0,-1-2-4 0,-3-1 2 0,1 0 3 16,-2-1-5-16,0-1 1 0,0-1-1 0,-2 0-5 0,2 0 1 16,-2-1-7-16,1 0-4 0,4-2 6 0,0-1-11 0,4-3 2 0,7-2-8 15,4-4-14-15,7-4-5 0,5-1-17 0,7-3-24 0,6-2-28 0,8-4-30 16,7-2-41-16,6-6-57 0,9 0-228 0</inkml:trace>
  <inkml:trace contextRef="#ctx0" brushRef="#br0" timeOffset="96976.64">11785 7024 201 0,'-24'0'-18'0,"-1"1"35"0,-5 0 6 0,6 1 1 0,6 1-4 15,-1 1-6-15,1 0 1 0,2 1-6 0,-1 1 1 0,0 0-2 16,0 0-2-16,1 1 0 0,-2 1-1 0,-1 0-1 0,0 1-2 0,0-1 5 16,2 0-2-16,0-1 1 0,0 0-1 0,1 1-3 0,-2-1 1 15,2-1 0-15,-2 0 4 0,0-1-1 0,2-2 0 0,1 1 3 0,1-2 1 16,0-1 4-16,0-1 1 0,1 0 1 0,0-1 1 0,0-1-1 0,0 1 5 16,2-2 2-16,2 0 1 0,-1 0-2 0,1-1-4 0,1 0-3 15,2-1-2-15,0-2-2 0,2 1-3 0,2-2-2 0,1 0 0 0,2-3-2 16,2-2-3-16,2-2 1 0,3-2-1 0,2 0 3 15,1-2 0-15,2 0 3 0,3-1 0 0,2-3-2 0,2-1 4 0,1 1-3 0,2-2 0 16,3 1 0-16,2-1-1 0,2-1-2 0,1 2 2 0,1-3 1 0,6 0-1 16,1-3 0-16,3 0 3 0,0-1-2 0,1 1 0 0,3-2-2 15,4 1-4-15,2-2-1 0,0 0-3 0,4-2-1 0,1 2 3 0,1-1 1 16,5 0 2-16,1 0 5 0,4-4-2 0,2 1 1 0,1-2 0 0,1 3-3 16,1 2-2-16,1 1-3 0,-2 4 6 0,1 1-3 0,-2 3 0 15,2 2 1-15,0 3 0 0,-2 3 2 0,2 3-4 0,-2 1 0 0,-1 4 1 16,-1 2 1-16,0 4 2 0,-1 1 1 0,0 2 0 0,0 1 2 0,-1 1 3 15,-1 0 0-15,0 1 1 0,-1 2 0 0,-1 0-1 0,2 1-2 16,-2 1-1-16,-2 0 0 0,1 2-3 0,-3 1 1 0,-1 3-1 0,0 2 0 16,-3 1-2-16,1 1 2 0,-3 3-3 0,-1 2-1 0,1-1 2 15,-4 1-1-15,1 1-1 0,0-2 1 0,-2 2-3 0,1-1-1 0,1 2 3 16,-1 1 0-16,0 0-2 0,0 1 2 0,1 1-4 0,0-1-4 0,-2 2 1 16,2 0 3-16,-2 1 0 0,-1 2-1 0,-1 2 2 0,-4 0-5 15,-1 0 1-15,-2 2 4 0,-3-3 1 0,-5 2 1 0,-2-3-1 0,-4-1 4 16,-5-2-2-16,-2-2 4 0,-4-1-1 0,-4-2 1 0,-1 0 0 0,-4 0 2 15,-1 0 3-15,-3 2 1 0,-3-1 3 0,-2 1-4 0,-3 1 0 16,-3 1-2-16,-1 0-7 0,-5 2 3 0,-3 2-1 0,-4 0 2 0,-3-1 1 16,-4 0-3-16,-3 1 2 0,-4-2 2 0,-3 4 0 0,-2-2 2 15,-4 0 2-15,-5 1-2 0,-2-4 0 0,-2 1 4 0,-4 0-5 0,-1-1 2 16,-3 0-2-16,-3-1 1 0,-1 1-1 0,-3-2-3 0,-3-1 1 0,-2 0-2 16,-4-1 3-16,-3 0 3 0,-1-1 3 0,-1 0 9 0,-2-2 0 15,1-2 1-15,-3 0 2 0,2-3-8 0,-1-2 4 0,1-1-1 0,1-1 0 16,-1 0-1-16,1 1-5 0,-2-2-3 0,-2 1-7 0,0-1 1 0,-1 0 0 15,4 0 0-15,2-2 0 0,1-1-3 0,4 0 3 0,1 0-6 16,3-2 1-16,5-1-4 0,2-2-12 0,6-1-13 0,5-3-16 0,4-2-25 16,6-2-24-16,6-3-27 0,6-3-39 0,6-2-92 0,6-5-78 15</inkml:trace>
  <inkml:trace contextRef="#ctx0" brushRef="#br0" timeOffset="105611.63">3690 8093 598 0,'7'-22'67'16,"3"-1"-38"-16,5-5-16 0,3 2-6 0,1 4 0 0,2 0 2 0,2 0-1 15,0 1-5-15,3 0-1 0,0 0-7 0,2 2-3 0,0-1-4 16,3 2-6-16,2 1-2 0,2 2-2 0,1 0 4 0,0 0 2 0,-2 1 5 16,3-1 3-16,-1 0 1 0,1 1 5 0,2-1 1 0,-1 1 2 0,2-1-2 15,2 0 1-15,2 1 1 0,0 0 2 0,2 1 6 0,3-1 3 16,0 0 1-16,3 1 0 0,0 0 0 0,2 0-3 0,2 1 0 0,2 0-2 16,4 1-2-16,1 1 2 0,2 0-3 0,2 0 3 0,2 1-2 0,2 1-2 15,3 0 2-15,2 0-6 0,3 3 0 0,3-1-1 0,1 2 0 16,4 1 1-16,3 2 5 0,2 1 0 0,4 1 0 0,1 2-2 0,2 2 0 15,2 1 6-15,2 2 5 0,2 1 11 0,0 2 8 0,3 1 3 16,-3-2 3-16,-2 0-1 0,-1-2-3 0,-4 2-6 0,-4 0-3 0,-5 0-7 16,-4 0-2-16,-5 0-2 0,-4 0 0 0,-2 0-6 0,-5 1-1 0,-4 0-1 15,-3 2-6-15,-4 0 12 0,-4 3-5 0,-3 1 0 0,-4-1-4 16,-2 1-4-16,-3 2-2 0,-3-1 4 0,-1 1 5 0,-5 0-3 0,-2 0-1 16,-2-1 4-16,-1-2-6 0,-3 2 5 0,-1-1-1 0,-4 0-2 0,-3 2 3 15,-2-1-3-15,-3 1 0 0,-3-3-2 0,-4 1 1 0,-1 0 5 16,-4 0 1-16,-4 1 4 0,-1 1-4 0,-5 0 4 0,-3 1-2 0,-4 2 2 15,-5-1 1-15,-4 1 3 0,-3 0 4 0,-1 0-1 0,-4-1-3 16,-1 0 2-16,-3 0 0 0,-4 0 9 0,-1 2 1 0,-1-2 5 0,-2 1 3 16,-1 1-8-16,0-2 2 0,1 1-4 0,-1-2-2 0,-2 2-3 0,1 0-3 15,-1 0-5-15,0 3-5 0,-2 1-2 0,-2 0-1 0,-4 1 3 16,-2-2-2-16,-1 2 1 0,-2 0-3 0,-1 2-4 0,-1-1 0 0,-3 2-2 16,-2-1 2-16,-3-1-2 0,-1 0-3 0,-3 0 1 0,-2 1 6 0,-3-1 1 15,-3 3 6-15,0-1-2 0,-3 1-7 0,-1-2 7 0,-2 1-3 16,1-1-2-16,1 2-1 0,0-2-5 0,3 1 3 0,0-3 2 0,4-3 0 15,1-2 3-15,4-3 3 0,2-2-3 0,4-2 1 0,3-2-1 16,3-4-3-16,2-1-2 0,2-2-3 0,2-2-9 0,1-1 1 0,2-1 2 16,2-1-3-16,4-2-5 0,1-2-14 0,3-1-23 0,2-1-18 0,2-1-26 15,4-2-26-15,-1 0-34 0,3-2-36 0,1-1-64 0,3-2-257 16</inkml:trace>
  <inkml:trace contextRef="#ctx0" brushRef="#br0" timeOffset="108784.72">4355 9839 170 0,'-17'-15'-72'16,"2"-1"81"-16,-2-2 100 0,9 3-10 0,3 1-24 0,0 0-26 0,2 3-15 16,2-2 3-16,1 1-2 0,2 1-4 0,2-1-6 0,0 1-4 15,2-2 2-15,3-1 0 0,2-2 0 0,1 0-2 0,3-1-2 0,1-2-4 16,3-2 0-16,5-1-2 0,0-2 2 0,5 0 6 0,1-2-3 0,4-1 2 16,4 0-4-16,2-1-2 0,2 2 0 0,0 0-3 0,1 4-2 15,3-2-1-15,1 2-3 0,2 2-4 0,1-1-2 0,2 3 0 0,2 0-1 16,-2 1 6-16,1 2-2 0,1 1-4 0,0 2 1 0,1 1 0 0,1 0-1 15,-1 1 6-15,1 0-2 0,1 1-5 0,-3 1 2 0,1 1-1 16,0 0 1-16,-1 0 6 0,2 1 4 0,1-1 2 0,-2 2 5 0,1 0 1 16,-2 1 0-16,0 2-1 0,-1 1-3 0,-2 1 2 0,-1 3 2 15,0-1 2-15,-2 2 7 0,0 0-1 0,-2 2 1 0,-1 0-4 0,-2 2-2 16,2 0-2-16,-4 0 3 0,-1 2-4 0,0 2 0 0,-1 1-3 0,-1 0-2 16,-1 0-8-16,-1 3 2 0,-1 2-1 0,-2 1-1 0,0 2 11 15,-1 1 1-15,-2 1 2 0,-3 0 2 0,-1 2-2 0,-4 0-1 0,0 3-2 16,-2 2-2-16,-2 3-2 0,-1 0-5 0,-2 5 1 0,-4 1 7 0,-4 3 3 15,-1 5 4-15,-4 0-4 0,-1 2-8 0,-5 3-3 0,-1 0-1 16,-3 1-2-16,-4 1 2 0,-3-2-1 0,-5 2-1 0,-2 1-2 0,-5 3 1 16,-1-1 1-16,-2 0 3 0,-2 1 0 0,-2 0-2 0,-1-2-3 15,-2 0-1-15,1-2 8 0,-3-3-3 0,-1-3-3 0,-1-2-1 0,-1-3-6 16,-2-3 5-16,-1-2 4 0,-3-4-3 0,-2-1 9 0,-2-1-3 0,-4-4-3 16,0 1 3-16,-2-3 1 0,-4 0 4 0,-3-1 5 0,0 0 0 15,-6-1-6-15,-3-2 6 0,-1-1 1 0,-3-2 6 0,-1-3 5 0,0 0 2 16,-3-2-1-16,1-1-5 0,-2-2 0 0,-1 1-7 0,2-1-4 0,0-2 4 15,1-2-6-15,2-1 8 0,-1-2 2 0,1-2-4 0,3-1 1 16,-1-2-11-16,2-3 6 0,1-2 2 0,0-3-2 0,4-3 1 0,-1-2-10 16,2-2 1-16,0-4-4 0,3-3-8 0,-1-3-4 0,3-5-12 15,2-3-9-15,1-4-3 0,4-1 1 0,3-3-8 0,4-3 0 0,2-1-16 16,4-4-3-16,5-2 3 0,5-2 2 0,4-1 5 0,6-1-9 0,4-1-10 16,4 1-11-16,5-2-3 0,6 0-5 0,5 0-15 0,6-2-53 15,6-1-17-15,6-4-15 0,8-4-76 0,8 3-35 0</inkml:trace>
  <inkml:trace contextRef="#ctx0" brushRef="#br0" timeOffset="110789.38">4983 10644 974 0,'-28'-19'-59'0,"-1"-2"76"15,-2-4-5-15,9 3 2 0,7 1 2 0,5 2-1 0,1-1 2 16,3 1-3-16,3 3 2 0,2 0-3 0,3 2-4 0,2 1-3 0,2 3 2 16,2 1 2-16,1 1-1 0,3 0 6 0,3 2 1 0,1-1 4 0,1 2 3 15,3 0 3-15,3 1 1 0,2 0 0 0,3 0 0 0,2 0-2 16,3-2-1-16,3 1-6 0,4-2-2 0,4 1-1 0,3-2-2 16,3-1 0-16,2-2-4 0,4 0-3 0,2-1-6 0,8-2-3 0,4-1-4 0,5-1 3 15,6-2-2-15,1-2 1 0,3 1 6 0,1 2-4 0,-2 0 1 16,0 2-2-16,-2 1-2 0,0 2 4 0,-2 1 4 0,-2 0 5 0,-1 1 1 15,0 1 2-15,-2 1-2 0,-2 2 8 0,-1 1 14 0,0 0 14 16,-1 1 13-16,1 0-2 0,-4 1-7 0,-2 0-9 0,-3 3-10 0,-1 0 0 16,0 1-4-16,-2 1 3 0,2 1 7 0,-2 0 1 0,-1 0-2 0,0 1-1 15,-1 2-4-15,-1-1-1 0,0 1-6 0,-1 2-2 0,-1 0-7 16,-2 2-8-16,0-1 5 0,0 2-4 0,-2 1-2 0,-2-1-2 0,-1 2-9 16,-1 1-2-16,1 0 18 0,-1 1 2 0,-1 4 5 0,-3 0-1 0,-1 0-15 15,2 3 11-15,-3 0-9 0,-1 1 1 0,-1 2-1 0,-4-1-7 16,2 1 5-16,-4 1 3 0,0 1-1 0,-2 2-1 0,-1-2-2 0,-3 2-1 15,1-3 4-15,-3 2-1 0,0-1 1 0,-2 0-7 0,-1 2 2 0,-3-1 2 16,-1 2-2-16,-2-4-6 0,-2 2 7 0,-2-2 0 0,-1 1-2 16,-2 0 1-16,-1-2-13 0,-2 2-4 0,-2-3-1 0,-3 2 7 0,-2-3 0 15,-2 1-2-15,-4 1 4 0,-2-1 5 0,-2 2 4 0,-5 0 4 16,-2 0 4-16,-1 1-3 0,-3-1 4 0,-4 0 5 0,-3 2 2 0,-3 0 2 16,-1 0-2-16,-2 1-2 0,3-2-1 0,-3 1-8 0,-2 0 8 0,-2 1-3 15,-3 0-1-15,-1 1 5 0,0 1-5 0,-2 0-1 0,-3 1 0 16,3 0-1-16,-1 0-2 0,-3 2-1 0,0 0 5 0,1 0-5 0,-3-2 1 15,3-1-1-15,-3-1 1 0,-2 2 3 0,-1-2-2 0,-2 1 0 0,2-2 1 16,0-1-4-16,0-2 2 0,-2 0 7 0,-2 1-4 0,-3-1 0 16,-2 3 2-16,-3 2-10 0,-3 1 9 0,-3 0 0 0,-1 2 0 0,-3-1 4 15,-2 3-8-15,-1 0 2 0,1-2 0 0,-2 0-5 0,-1-3 5 16,0 1-2-16,-3 0 2 0,0 0 1 0,1-2-4 0,0-1 8 0,1-3-11 16,3 0 14-16,0-4 11 0,1 0 2 0,4 0 10 0,0-3-11 0,-1-1-4 15,0-1-4-15,-1-2-2 0,0-2 0 0,0 0-2 0,-2-2-1 16,0-1 2-16,0-4 4 0,-3-3 3 0,2-3 2 0,-1-3 1 0,-2-2-4 15,1-4-7-15,-1-3-5 0,0-3 0 0,0-2-18 0,-3-3 0 16,-2-3 3-16,-2-1-7 0,0-3 23 0,6-2 3 0,2-4 2 0,4 0 3 16,0-5-10-16,3-1-9 0,1-1-6 0,1-3-6 0,4-1 0 0,2-3-4 15,3-2-10-15,4-1-11 0,3 0-14 0,6-1-6 0,6 1 5 16,5-1 1-16,6 0 2 0,4-1-10 0,5 2-8 0,4-2-12 0,5 2-18 16,5-3-12-16,6 0-13 0,4 1-16 0,5-3-10 0,6 4-16 0,5 1-19 15,7 1-26-15,4 2-150 0,7-2 11 0</inkml:trace>
  <inkml:trace contextRef="#ctx0" brushRef="#br0" timeOffset="116050.97">10634 13162 566 0,'-13'-1'228'0,"1"1"-206"0,-1 2-1 0,5 4 6 0,6 1-12 16,1 1-13-16,4 2-5 0,1 1-10 0,5 0 2 0,3-1-2 0,3 2 0 16,2 0 1-16,4 0-3 0,1 0-5 0,2-2 0 0,2 1-4 15,1-1 4-15,1 2 3 0,-1-1 2 0,2-2 0 0,0-2-2 0,0 0 3 16,1-1 4-16,-1 0 4 0,1-1 5 0,-2-1 1 0,1-1 0 0,-1 0 3 15,3-2-3-15,-1 0 2 0,1 1-2 0,1-1-2 0,2 1 5 16,-2-1 2-16,2 1 4 0,0 0 0 0,1-1 1 0,0 0-3 0,1 0 1 16,3 0 1-16,-1 1 3 0,3-1 0 0,2 1-2 0,-2 0 1 15,2-1-4-15,1-1 3 0,1 0-3 0,1 1 2 0,0-2 0 0,1 1 3 16,-2-1 4-16,-1 0 0 0,-1-1 1 0,2 1 2 0,-2 0-2 0,0-1 4 16,1 1 2-16,-2-1 1 0,0 1-1 0,-1 0-7 0,1 0-1 15,-1 1 0-15,1 0-5 0,0 1-1 0,0 0-5 0,2 0 0 0,0 0-1 16,0 1-2-16,2 0 2 0,2 0-4 0,1 1 3 0,0 0-2 0,-1 1-1 15,2 1 2-15,1 0 0 0,1 0-5 0,1 0 0 0,0 1-1 16,-1 1 4-16,0 1 2 0,2 0-1 0,1 0 2 0,0 1-3 0,1 0 1 16,-1 0 2-16,-2 0-3 0,1 1 1 0,-1 0-4 0,0-1 3 15,0 1 0-15,1 0 0 0,-1-1 1 0,1 0 2 0,0-1 1 0,-1 1 3 16,-2-1-3-16,-2 0 1 0,-1 0-2 0,0-2-4 0,-4 1 5 0,0-1 0 16,-2-1 10-16,2 0 11 0,-2-1 16 0,-1 0 11 0,2 0 2 15,-2 0 1-15,0 0-9 0,0-1-10 0,-1-1-5 0,-2 1-3 0,1-1-7 16,1 1-1-16,0-1-2 0,2 0 0 0,0 0-1 0,-1 0 0 0,0 0 1 15,0 0 0-15,-1 0 1 0,1 0-1 0,1 0-4 0,-1 0-8 16,2 0-1-16,-2 0-3 0,-1 0-1 0,1 0 7 0,-2 0-5 0,3 0 2 16,0-1 7-16,0 1-3 0,0-1 3 0,1-1-2 0,1 0-10 0,-2 1 4 15,-1-1-3-15,1 1 2 0,-2 0 2 0,-2 0-3 0,1 0 2 16,-2 0-2-16,-1 0 8 0,-1 0-1 0,0-1 0 0,1 1 6 0,-2-1-1 16,0 1 9-16,-1-1-2 0,1-1-3 0,-3 0-5 0,2-1-7 15,-4 0 5-15,1 0-4 0,-2 0 5 0,-1 1-6 0,-1-2-2 0,2 0 5 16,-1 0-4-16,0 0 8 0,-1 0 0 0,-2 1-2 0,0 0 1 0,-3 1 4 15,2 0-7-15,0 0 2 0,-2 1 1 0,0 0-2 0,0 0 1 16,-2 0-2-16,1 0-5 0,-1 1-2 0,-2-1 5 0,0 0-2 0,0 1 5 16,-1-1-1-16,0 1-1 0,-1 0 4 0,-2 0 2 0,0-1 1 0,-1 0 3 15,0 1-3-15,1-2-2 0,-1 1-2 0,1-1-6 0,-2 0 0 16,0 0-2-16,-1 1 1 0,0-2-2 0,0 1 3 0,-1-1 8 0,0 0-6 16,0 0 1-16,0 0-1 0,0-1-2 0,0 0 2 0,-1 0 0 15,0 1-3-15,0 0 2 0,0-1 6 0,1 1-7 0,-1 0 5 0,0 0-3 16,0 1-9-16,-1-1 7 0,0 1-1 0,-1-1-3 0,1 1 4 0,-2 1-4 15,1-1-2-15,0 0 4 0,-1-1 1 0,2 1-1 0,-1 0-2 16,0 0 0-16,0 0-3 0,-1 0 4 0,1 0-1 0,-1-1-4 0,1 2 3 16,0-1-7-16,-1 0 7 0,1 1 4 0,-1-2-2 0,-1 1 4 0,2 1-8 15,-2-1 3-15,1 1-2 0,-1 0 5 0,0-1-1 0,1 0-5 16,-1 1 4-16,0-1-1 0,-1 1 4 0,0-1 4 0,1 0-7 0,-1 1 1 16,1 0-2-16,-1 0 3 0,0 0-2 0,1-1-1 0,0 1 2 0,-1-1-7 15,1 1 7-15,0 1-4 0,-1-3 4 0,2 3-4 0,-1-2 1 16,1 1 2-16,-1 1-1 0,1-1 3 0,-1-1 0 0,1 1-1 0,0 0-2 15,-1 0-2-15,1-1 1 0,-1 1-1 0,1-1 1 0,-1 1 1 16,-1-1 3-16,2 1-5 0,-1-1 2 0,0 1 0 0,0-1-4 0,0 0 5 16,0 0 1-16,1-1-2 0,-1 1 1 0,-1-1-1 0,1 0 0 0,-1 0 5 15,0-1-5-15,1 0 6 0,0 0 2 0,-1 0-2 0,1-1-7 16,0 1 4-16,0 2-5 0,0-3 2 0,0 1 8 0,1 0-4 0,-1-1-1 16,1 1-6-16,-1-1 2 0,0 0-4 0,1 2 1 0,-1-2 4 0,0 1-2 15,0 0 7-15,0 0 1 0,0 0-3 0,0-1-3 0,0 1-2 16,0 0-1-16,0 0 6 0,0 0 2 0,1 0-2 0,-1-1 0 0,1 1-3 15,0-1-8-15,0 1 8 0,0-1 2 0,1 0-5 0,-1 1 10 0,1 0-11 16,0-1 1-16,0 1 4 0,0-1-5 0,0 0 5 0,0 1-4 16,-1 0 2-16,0 0-4 0,0 0 5 0,0-1-3 0,-1 2 0 0,1-1 3 15,1-1 2-15,0 2-1 0,-1-1-1 0,-1 1-3 0,1-1-4 16,0 1 0-16,-1 1-1 0,1 0-7 0,0 1-4 0,-1-1-1 0,-1 0-12 16,2 2-4-16,0-1-5 0,1 0-13 0,1 1-11 0,0 0-27 0,1-1-35 15,0 0-46-15,1-1-44 0,1-1-44 0,1 0-27 0,2-1-18 16,2-2-102-16</inkml:trace>
  <inkml:trace contextRef="#ctx0" brushRef="#br0" timeOffset="117817.9">7559 13792 906 0,'-15'-9'68'0,"1"1"-8"0,-2-1-9 15,5 1 2-15,4 2-7 0,1 1-8 0,3 0-12 0,0 0-13 0,2 2-5 16,1-1-8-16,1 0-9 0,2 2-2 0,1-1-3 0,4 0-4 15,1 1 6-15,3-1 2 0,0 0 1 0,3 1 3 0,0 1-3 0,2-1 3 16,1 1 0-16,2-1 4 0,2 1 0 0,-1-1 0 0,2 0 3 0,1-1-2 16,1 1-2-16,2 0 5 0,-1 0-4 0,2-1 2 0,-2 0 3 15,1 0-4-15,2-1 3 0,0 0-1 0,4-2 1 0,0 0 1 0,2-1-2 16,2-1 0-16,2-2 0 0,1-2-3 0,3 0 2 0,1-1 2 0,1 1-2 16,4 2-1-16,-1-1-1 0,1 2-4 0,0 1 4 0,-2 1-2 15,1 1 4-15,0 0 1 0,-1 3 0 0,1 1 3 0,-1-1-3 0,3 1 1 16,1 0-2-16,0 0 1 0,1 0-1 0,0 1 1 0,1 0-2 15,1-1 0-15,-1 1-1 0,1 0 1 0,2 0 1 0,0 0 0 0,2 0 4 16,1 0 2-16,1 0 4 0,2-1 1 0,1 1-1 0,0-1 0 0,2 0-1 16,0 0 4-16,2 0-6 0,2 1 4 0,3-1 0 0,1 0-2 15,2-1 4-15,0 0-6 0,-4 0-5 0,0 2-2 0,0 0-1 0,0 0-6 16,2 2 5-16,1-1 2 0,0 0 5 0,1 2 7 0,-2 0 1 0,-4 1-5 16,-2 0-1-16,-2 0 1 0,0 0-5 0,0 1 3 0,0-1 5 15,-1 0 10-15,3-1 8 0,-1 0 8 0,-1 0-3 0,0 0-6 0,-2 0-5 16,0 0-7-16,-1 0-6 0,0-1 0 0,1 1-3 0,-3-2 4 15,0 0 7-15,0 0-8 0,-2 0 0 0,2-1-4 0,0 0-5 0,-2 0 7 16,1-1-7-16,-2 1 3 0,0 0 2 0,0-1-2 0,1 1 5 0,1-1 1 16,-1 1 2-16,-2 0-5 0,-2 1 0 0,-2 0-4 0,-2 1 0 15,0 1 1-15,0 1-2 0,1 0-2 0,-1 0 2 0,-1 1 0 0,-1 0 0 16,-2 1-1-16,3 2-2 0,-3 0-1 0,0 0 5 0,-2 0 0 0,-2 1 4 16,-2 1-5-16,0 0-2 0,0 1-3 0,-2 2-6 0,-1-1 9 15,0 1-1-15,-3-1-1 0,0-2 4 0,-2 2-4 0,-1 1 1 0,-2 1 1 16,1 0-4-16,-3 0 4 0,2 0-6 0,-3 0 6 0,1 2 1 15,-1 0-2-15,-4 0 1 0,-1 2-5 0,0 0-2 0,-2 0 1 0,-1 1 1 16,-1 0 2-16,-2-1 3 0,-1-1-8 0,-2 1 2 0,-1 0 1 0,-2 1 0 16,0 0 5-16,-3 1-1 0,0 0 1 0,-2-2 0 0,-1 1 3 15,-1 0 0-15,-2-1-2 0,0 1 1 0,-3-2 0 0,-1 1 7 0,-1-2-4 16,-2 1 7-16,-1 1-2 0,-2-1 3 0,-1 0 1 0,-2 1-1 0,-1-1 1 16,-2-1-5-16,-2 0 2 0,-2 0 2 0,0 0 2 0,-2 0-3 15,-1-1-3-15,-3 1-2 0,-3 0-2 0,-1-1-2 0,-4 1-2 0,1 1-2 16,-4 1-3-16,-1 0-2 0,-3-1 2 0,-4 0 2 0,0 1 2 0,-2-2 4 15,0 2-3-15,-3-2-8 0,-4 1-1 0,-1-2-5 0,-2 1 8 16,-1 3 3-16,-3-1 0 0,-2-1 2 0,-2 3 6 0,0-2-2 0,1-1 3 16,2 0 0-16,2 0-9 0,1-2 2 0,-3 0 4 0,0-2 0 15,0 1 4-15,-3 0-2 0,1 0-6 0,0-1 4 0,-1 0-4 0,-2 0 5 16,0 1 2-16,-5 0-6 0,-1 1 0 0,-2 0-3 0,-2 0-4 0,2-1 12 16,1-2 0-16,3-1 1 0,1 1 2 0,-1 0-7 0,-2 0 0 15,0-1 8-15,-1-1-7 0,1-1-2 0,-3 0 0 0,-1 1-5 0,-3 0 4 16,0 0-2-16,-1 0 0 0,0-1-2 0,0 1 1 0,-4 1 2 0,-1 1 5 15,0 0 4-15,-1-1 0 0,2 1 5 0,2-2-7 0,-1 1 3 16,1 1-1-16,-4-1 3 0,0-1 4 0,-1 0-4 0,1-1-4 0,1-3-7 16,0 0-3-16,2 0 6 0,-2-1 5 0,1-1 6 0,0 0 3 0,0-1 3 15,1-2 8-15,4 0 3 0,-1-2 1 0,2-1-4 0,2 0 1 16,-2-1 2-16,1 0 7 0,2 0-2 0,0-1-10 0,0-1-11 0,1-1-12 16,3-2 0-16,1 0-6 0,3-1 9 0,1 0-2 0,2-1-2 15,3 2 1-15,2-1-9 0,0 0-9 0,1 0-15 0,3 0-19 0,0 0-20 16,4 0-23-16,1 0-18 0,2 0-22 0,3-1-37 0,1 1-40 0,2-1-77 15,-2 0-179-15,1-2-89 0</inkml:trace>
  <inkml:trace contextRef="#ctx0" brushRef="#br0" timeOffset="138172.1">13201 15859 701 0,'-7'-8'148'0,"-1"1"-10"16,-2-2-13-16,1 1-2 0,0 3-20 0,1-1-15 0,0 2-19 0,2-1-17 16,0 1-2-16,-1 0-4 0,1 2 2 0,0 1-6 0,0-1-8 0,-1 1-7 15,1 0-8-15,-1 1-3 0,0 0-4 0,0 0 0 0,-1 0-4 16,0 1-3-16,-1 1 2 0,0 0 0 0,0 0-3 0,1 1 1 0,0 0 2 15,0 1 1-15,0 0-5 0,0 1 3 0,0 0-1 0,1 2 3 0,-1 3 20 16,2 1 2-16,-1 2 4 0,0 2 4 0,1 2 1 0,0 1-6 16,1 3 10-16,1 1 1 0,1 1-1 0,0 2-3 0,0 1-11 0,0 1-4 15,2 1-11-15,0 0 1 0,1 0-4 0,1-2-11 0,-1 0 8 16,3-4-8-16,1 1 1 0,0-2 2 0,2-2-6 0,0 0 2 0,2-1 2 16,0-1-1-16,1-1-1 0,-1-2 2 0,1 0-2 0,0-2 2 0,1-2 1 15,0 0-5-15,1-1 9 0,1-1-3 0,1 0 0 0,1-2-6 16,1 0 1-16,-1-1 5 0,1-1 3 0,3-1 18 0,-1 1 0 0,1 0 1 15,2 0-6-15,0-1 15 0,-1 1-3 0,3-1 4 0,0 1-3 0,0-1-21 16,2 0-3-16,-1 0 2 0,-1 0-1 0,2 0-2 0,0 0-9 16,1 0 2-16,1 1-2 0,-2-1 4 0,1 1 1 0,-2-2-3 0,1 1 4 15,-1 0-3-15,-2 1-2 0,0-1 7 0,0 2-4 0,-3 0-2 16,-1 1-4-16,1 0-2 0,-3 0 4 0,0 1 4 0,-2 1-9 0,-3 0-1 16,-1 0 5-16,-1 2-3 0,-4-1 11 0,0 1-7 0,-2-1 2 0,-2-1 2 15,-3 0-2-15,-1 1 6 0,-1 0-3 0,-4-1 7 0,-2 0 8 16,-2 0-7-16,-3-2 14 0,-2 0-12 0,-2-2 2 0,-3-1 4 0,-2 0-9 15,-2-2 13-15,0-1-1 0,-5 0-4 0,1-2 8 0,-2 0-3 0,-2-1 1 16,0 0 11-16,0 0-7 0,0-1-6 0,-1 0 2 0,1 0-8 16,-2-1 10-16,0 1-9 0,1 0 1 0,1 0 1 0,0 0-9 0,2 0 6 15,2 1-7-15,0 0-2 0,5 0 2 0,1 0-9 0,3 1-2 16,3 0-2-16,1 0 4 0,3 1 0 0,1-1-5 0,4 2 2 0,1-1-1 16,1 0-5-16,1 0-8 0,2 0-15 0,0 1-16 0,2-1-19 0,1 0-25 15,1-1-45-15,0 0-47 0,1 0-49 0,2-3-42 0,3-1-35 16,3-2-33-16,4-5-47 0,4-4-310 0</inkml:trace>
  <inkml:trace contextRef="#ctx0" brushRef="#br0" timeOffset="138389.16">13293 15506 2307 0,'-8'-6'181'0,"2"0"-26"0,0 0-32 0,4 3-6 0,3 1-24 15,0 0-45-15,2 1-42 0,3 0-19 0,3 0-6 0,5 1 5 0,5 0-3 16,1 0 2-16,5 1-12 0,0 2-14 0,3 1-11 0,-1 0-15 16,2-1-8-16,-2 1-7 0,-2 1-10 0,2 0-12 0,-2-1-16 0,2 0-17 15,-1-1-8-15,1 1-9 0,-1-1-6 0,-2 1-11 0,0-1-18 0,-2 1-13 16,1-1-13-16,-2-1-11 0,-2 0-24 0,1 0-120 0</inkml:trace>
  <inkml:trace contextRef="#ctx0" brushRef="#br0" timeOffset="138739.16">14072 16064 940 0,'-4'13'443'0,"1"3"-305"0,0 5-5 0,4 2 1 0,1-4-5 16,4 0-34-16,2 2-44 0,4-3-29 0,2 2-8 0,2 0-4 0,3-1 11 15,2 1-6-15,2-1-2 0,2 0 4 0,1-3-5 0,2 1 3 16,3 0-6-16,1-2 5 0,3 0-6 0,1-1 6 0,-1-1 7 0,1-3-13 15,-1-2 25-15,-1 1-5 0,-2-2-5 0,0 0 9 0,-2-3-17 0,0-1 7 16,-2-1-2-16,0-1 9 0,-2-3 7 0,-1 0-3 0,-3-3 2 16,0-1-8-16,-2-1-16 0,-2-2 4 0,-1 1 7 0,-1-3-10 0,-1-2 15 15,-2-2-3-15,-1-2-12 0,-1-2 9 0,-2-2-9 0,-1-1 2 0,-2-3 5 16,-2 0-3-16,-1 0 6 0,-2-2-2 0,-2 2 3 0,-1-3 2 16,-3-2-3-16,-1-2 5 0,-3 0 4 0,-2-3-2 0,-3 3 7 0,-1-1-11 15,-5 2 1-15,-2-1-7 0,-2 2-19 0,-4 0-25 0,-2 2-9 16,-2 1-4-16,-3 2 5 0,-4 0 11 0,0 3-14 0,0 3 3 0,-2 4-4 15,1 3 5-15,-2 2 4 0,-3 4-8 0,1 3-4 0,0 3-7 0,-1 4-11 16,0 3 1-16,2 2-7 0,3 3 1 0,1 2 4 0,2 2-5 16,1 5 4-16,1 1-15 0,4 1-7 0,2 4-7 0,5 1-22 0,0 3-17 15,2 1-58-15,3 4-78 0,1 0-86 0,2 5-161 0,3 0 105 0</inkml:trace>
  <inkml:trace contextRef="#ctx0" brushRef="#br0" timeOffset="139189.16">14994 15152 2197 0,'-5'-1'210'15,"1"2"-60"-15,-1 0-40 0,3 1-11 0,2 1-24 0,0 1-42 16,2 6-31-16,3 4-4 0,4 9-5 0,3 5 16 0,4 7-1 0,1 3-9 15,2 4 2-15,0 2-4 0,-1 4 0 0,-1 1 1 0,0 2-3 0,-1 3 1 16,-2-3 8-16,0 2-18 0,-1-2-4 0,-2-1 3 0,-1-1-10 16,-1-1 2-16,1-4-8 0,-1-4-5 0,0-2-3 0,-2-6 10 0,0-2 10 15,-1-4 0-15,-1-4 12 0,-1-4 6 0,-1-3 7 0,-2-4 5 0,1-4-1 16,-1-2 6-16,-1-3 13 0,0-2 11 0,0-1 6 0,0-2 7 16,0-1-7-16,0-2-10 0,-1-2-4 0,1-4 3 0,0-1 1 0,1-5-9 15,1-3-4-15,0 1-20 0,2-2 4 0,1 1 0 0,1 1-14 16,2 0 0-16,1 2-5 0,1 1 2 0,2 0 15 0,-1 0-12 0,2 1-8 15,1 2 11-15,0 2-15 0,0 2 7 0,2 1 7 0,0 1-13 0,2 1 1 16,-1 1-9-16,3 3 0 0,1 1 2 0,-2 1-1 0,1 1 4 16,0 0-11-16,-2 3 8 0,0 1-1 0,-1 1-3 0,-1 1-2 0,-3 1-12 15,-1 2 5-15,-3-1 8 0,-1 1 3 0,-2 1 7 0,-2-1 0 0,-1 2 3 16,-2 1 12-16,-1 1 4 0,-2 0 3 0,0-2 0 0,-2 1 0 16,-1 0 5-16,-1 0 0 0,-1 0-7 0,0-1 10 0,-1 1-12 0,0-1 1 15,0 1 0-15,-2-2-5 0,1 0-1 0,0-3-8 0,-1 2-16 16,1-2-32-16,0 0-31 0,2-1-43 0,0-1-41 0,0-1-42 0,2-1-48 15,0-1-63-15,1 0-55 0,2 0-226 0</inkml:trace>
  <inkml:trace contextRef="#ctx0" brushRef="#br0" timeOffset="139555.16">15825 15858 962 0,'1'-1'392'0,"-1"-2"-201"0,1 0 4 0,0 1 0 0,0 0-28 15,0 2-48-15,0 0-66 0,1 1-29 0,1 1-15 0,0-1-9 16,3 2 3-16,0 2-10 0,2 1 8 0,2 0 2 0,0 1-6 0,1 1 9 15,2 0-15-15,1 1 8 0,1-1 5 0,0 1-4 0,2 0 3 0,-1-1-9 16,1-1 3-16,-2 0 6 0,1-2-1 0,0 0 4 0,0-1-3 16,-2-2-2-16,1 0 13 0,0-1 4 0,-1-1 3 0,-2-1 9 0,0-2-3 15,-1 1 5-15,-1-2 2 0,-1-1-7 0,0-1 6 0,-1-1-11 0,-2 0-1 16,1 1-1-16,-1-2-7 0,-2 0 3 0,-1 0-8 0,-1 2 7 16,-1-2-2-16,-1 0 0 0,-2 0-4 0,0 1-7 0,-2-1 1 0,-1 2-4 15,-3-1-11-15,1 1-1 0,-2-2 0 0,0 1 15 0,-1 1 3 16,-1 0 13-16,0 1-4 0,0 0-7 0,-1 1 11 0,-1-1-7 0,1 2 4 15,0 0 3-15,1 1 3 0,1 0 2 0,1 1 4 0,0 0 5 0,2 1 3 16,1 0 1-16,2 1-1 0,1 0 0 0,1 0-4 0,2 0-4 16,0 0-6-16,1 1-5 0,1 0-6 0,1 2 3 0,1-1-8 0,1 1 4 15,3 2-23-15,2 2 0 0,2 1 8 0,1 2 1 0,3 1 10 0,1 0-8 16,2 1-8-16,1 0-6 0,1 0-6 0,0 0-1 0,3-1-15 16,-1 0-7-16,-1 0-13 0,0 0-8 0,0-2-12 0,0 1-24 0,-1-1-21 15,0-1-36-15,-1 0-19 0,0-1-19 0,-1-1-24 0,-2-1-14 0,-1-1-39 16,0-1-33-16,-1-1-55 0,-1-3-113 0</inkml:trace>
  <inkml:trace contextRef="#ctx0" brushRef="#br0" timeOffset="139805.16">16476 15004 1248 0,'-3'-10'574'0,"0"0"-382"0,-1-4-17 0,2 1 5 0,-1 1-21 0,1 2-67 16,0 2-55-16,2 1-42 0,0 1-12 0,2 3 2 0,0 1-2 15,0 2-2-15,1 2 6 0,2 1 2 0,1 3 6 0,3 3 10 0,1 2 0 16,4 4 4-16,1 4-3 0,2 2 1 0,2 5-1 0,1 2 1 0,3 4 1 16,0 4-7-16,1 2-9 0,1 3 8 0,-1 2-5 0,1 3-1 15,0 2 8-15,1 2-10 0,0 3 1 0,-1-2 3 0,1 1-6 0,-2-3-12 16,0-3-14-16,0 1-16 0,1 0-12 0,-1-2-19 0,-1-1-5 16,0-2-13-16,0-1-2 0,-2-2 7 0,0-4-4 0,-1 0 7 0,-3-5 9 15,1-1-2-15,-2-3-1 0,-1-2-12 0,-1-3-33 0,-1-4-15 0,-1-2-27 16,0-4-42-16,-1-3-13 0,1-3-117 0</inkml:trace>
  <inkml:trace contextRef="#ctx0" brushRef="#br0" timeOffset="139990.5">17198 14914 1185 0,'2'2'205'0,"1"2"-69"0,0 0-3 0,2 2-4 0,1 1-34 16,0 2-39-16,3 3-33 0,3 2-13 0,2 4 2 0,2 2 0 0,-1 3-1 15,2 2 3-15,0 2-4 0,1 2 7 0,0 3-8 0,2 2-6 16,1 4-3-16,0 1-4 0,2 3 4 0,0 3 4 0,0 0-4 16,2 3 0-16,-2 1-7 0,1 2-4 0,0-2-13 0,-2-2-22 0,0 1-26 15,0-1-56-15,-2 2-49 0,2 0-49 0,0-1-42 0,-2 3-13 0,2 1-32 16,-2 4-106-16</inkml:trace>
  <inkml:trace contextRef="#ctx0" brushRef="#br0" timeOffset="140739.51">16697 14087 2585 0,'-35'-24'106'0,"-9"-4"-3"0,-12-8-28 0,-3 0-31 16,-1 4-29-16,-4 0-47 0,-6 5-40 0,-6 2-19 0,-6 5-14 15,-7 2 26-15,-7 3 25 0,-5 4 30 0,-4 1 8 0,-4 5 10 0,-1 5 1 16,-3 1-3-16,-1 5 13 0,-1 3-5 0,-3 3-1 0,-1 2-3 16,-2 4-3-16,-1 3 4 0,2 3-5 0,0 4-3 0,3 5-3 0,-2 4-4 15,1 6 0-15,-4 7 3 0,1 3 6 0,2 4 6 0,6 2 7 0,5 3 7 16,4 2 1-16,3 2 2 0,2 4 13 0,2 3-5 0,5 2 1 0,6 1-6 15,9-1-8-15,7-2-3 0,8 0-1 0,5 1 0 0,5 1 1 16,3 2 5-16,5 0-2 0,6 2 2 0,2 2-8 0,7-3 2 0,3 1-7 16,4 0-1-16,4-2-6 0,2-2 2 0,4 1 3 0,6-2 4 15,3 0 3-15,2-1-8 0,4-3 4 0,2 0-2 0,5-4 4 0,5-3-9 16,3-3 8-16,5-2 5 0,5-2-2 0,3-2 17 0,7-1-5 0,2-1 0 16,5-2 8-16,7-2-8 0,2-2 6 0,5-3-2 0,4-4-7 15,3-2-1-15,3-2-2 0,4-5-2 0,-33-15 1 0,9 3 5 0,4-2-8 16,11 3 3-16,4-2 8 0,11 3-6 0,5-4 1 0,13 3-7 0,5-4 1 15,2-2-4-15,5-4 3 0,3-1-1 0,6-2-5 0,5-3 15 16,3-2-8-16,4-3 2 0,5-1 11 0,3-2-13 0,3-3 3 0,2 1-9 16,3-4-8-16,1-2 8 0,3-1-3 0,0-1 3 0,133-16-1 0,-37 0-1 15,-39 4 3-15,-39 2 3 0,-21 1-8 0,-1-4 0 0,-2 0-3 16,0-4 1-16,-1-1-1 0,1-4-12 0,0-1 4 0,-5-3 5 0,-9-1-4 16,-10 3 7-16,-8-1-10 0,-5 2-8 0,-2-2-2 0,4-4-33 15,1-2-5-15,-1-2 0 0,-2-1 18 0,-6 1 30 0,-10 1 24 0,-7 1 9 16,-6 1 2-16,-5 0 4 0,-4-2-7 0,-5 1 9 0,-4 1 4 0,-4-1 7 15,-3 0-2-15,-4-1-10 0,-4 2 2 0,-4 0 0 0,-5-1 8 16,-3 2 10-16,-4-1-8 0,-3 0 7 0,-3 0-10 0,-5-1-3 0,-1-1-10 16,-5-1-9-16,-4-2-3 0,-5 2-9 0,-8 1 0 0,-4-3-9 0,-7 0 4 15,-4-2 1-15,-7 1 0 0,-5 1 12 0,-5 1-1 0,-6-2 2 16,-7 0 3-16,-8-2-1 0,-6 1 0 0,-7-1-3 0,-8 0-1 0,-8 1-6 16,-7-1 0-16,-10 0 1 0,-9 0 1 0,-8 0 0 0,-10 1-5 15,-9 2 1-15,-8 0-1 0,-4 2-3 0,-4 4 0 0,1 4 1 0,-1 5-1 16,-3 2-4-16,-1 2 2 0,-3 2-8 0,-1 5-8 0,-3 3 18 0,1 5-5 15,2 5 3-15,1 5-5 0,0 5-9 0,0 5-10 0,4 5 4 16,11 5 6-16,16 4-3 0,14 4 8 0,12 3-5 0,9 4-3 0,2 5-2 16,5 1-14-16,3 6-12 0,6 3-18 0,5 3-17 0,4 4-6 0,2 5-19 15,1 4-26-15,1 5-48 0,4 7-63 0,3 4-110 0,4 5-204 16</inkml:trace>
  <inkml:trace contextRef="#ctx0" brushRef="#br0" timeOffset="205026.74">2125 2094 569 0,'-22'22'2'0,"-1"5"-10"0,-5 7-2 0,6 3 3 0,4-4 0 0,1 1-9 16,3 0-21-16,-1 0-19 0,3 1-39 0,1 2-74 0,1 2 25 0</inkml:trace>
  <inkml:trace contextRef="#ctx0" brushRef="#br0" timeOffset="205576.22">1921 3114 38 0,'10'41'34'0,"2"5"10"0,3 11 12 15,2-5-7-15,-1-6-2 0,2 1-18 0,3 0-12 0,1-1-5 16,2 0-4-16,4-1 0 0,0 1-4 0,1-1-2 0,1 0-1 0,3 0-3 16,1 0 4-16,3 0 2 0,2 0 4 0,0 2-2 0,2 0 0 15,2-1 1-15,2 1 0 0,-1-1 9 0,3 0 5 0,2 0 4 0,1-1 6 16,4-2-5-16,0 2-3 0,3-3-7 0,-1-2 0 0,2 0-1 0,2-2 1 16,0-1 2-16,2 0-6 0,1-3-1 0,2 0-1 0,2-1-4 15,-1 0 5-15,3 0 1 0,-1-2 3 0,2 0 5 0,1-2-2 0,2-3-2 16,1 1-2-16,1-2 2 0,2 0 3 0,-1-3 5 0,3 0-2 0,1-3-1 15,1-1-1-15,2-2 2 0,1-2-4 0,2-1 1 0,2-3-1 16,0-1-5-16,3-1-2 0,-2-1-1 0,2-1 0 0,0-1 4 0,1-1 0 16,-1-2 1-16,2-2-6 0,-2 0-6 0,1-1 3 0,-2-1-5 15,3 0 3-15,-1-3 1 0,1 0-2 0,-3-2 3 0,0-2 0 0,-1 2 5 16,0-3 8-16,0-2 2 0,-2-2 9 0,-1-3 6 0,-2 0 2 0,1-3 4 16,-1-2 5-16,-1 0-4 0,0-4 0 0,0-1-1 0,0-3-10 15,-2-2-5-15,0-4-5 0,0-1-5 0,-1-3 2 0,-2-2-3 0,-2 2-6 16,0-2 2-16,-2-2-6 0,-3 1 1 0,-1-1 3 0,-5-2-3 0,-1 0 5 15,0 0 1-15,-3 0-3 0,-3-2 1 0,-2-1 1 0,-1-1 0 16,-4 0-2-16,-2 1-1 0,-3-1 4 0,-2 0-5 0,-2 1 5 0,-3-2 1 16,-1 1 0-16,-1-1 3 0,-4 0-4 0,-1-1 3 0,-4-1-4 15,-1-1 3-15,-2-1 1 0,-3-1-3 0,-2 1 0 0,-1-1-6 0,-5 0 1 16,-2-1 3-16,-3 1 0 0,-2-2 2 0,-3 2-4 0,-1 1-6 0,-4-2 3 16,-1-1-4-16,-4 0-3 0,-2 1 0 0,-3 0-3 0,-4 1 4 15,-1-1 4-15,-4 0-4 0,-2 2-3 0,-1-1-7 0,-3 0-8 0,-1-1 9 16,-5 1-6-16,0-1 2 0,-5 1 4 0,-1 2-5 0,18 27 6 0,-5-7 7 15,-3 1-3-15,-5-7 1 0,-3 1-3 0,-6-5-7 0,-2-1 4 16,-9-5-3-16,0 1 4 0,-3 0 4 0,-2 2-6 0,-1 1 4 0,-3 2-5 16,-2 0-4-16,-2 1 5 0,33 24 32 0,-6-4-2 0,-1 2-9 15,-6-3 0-15,0 1-31 0,-6-1 8 0,-2 0 10 0,-4-2 0 0,-2 3-2 16,-5-2 0-16,-1 3-4 0,-6-2-3 0,-1 2 7 0,-6 0-5 0,-1 1 5 16,-5 0 4-16,-2 3-4 0,0 1-11 0,-2 3 7 0,1 2-5 15,-3 3 4-15,0 3 11 0,-1 2-4 0,0 3-6 0,-2 3 0 0,0 2-4 16,-3 4-2-16,1 2 5 0,-2 5 1 0,-2 3-12 0,-95 23-26 0,9 9-6 15,11 6-20-15,10 5-5 0,10 3-7 0,13 4-36 0,11 0-50 16,14 0-76-16,5 1-211 0</inkml:trace>
  <inkml:trace contextRef="#ctx0" brushRef="#br0" timeOffset="-200052.4">8799 7095 771 0,'-4'-13'25'0,"2"-4"17"0,0-2 1 0,3-3 0 0,6 10-28 0,4 1-17 0,4 1 0 0,6-1 7 0,4-1 1 16,1-3 0-16,5-2-1 0,1 0-8 0,5-2-3 0,3 0-2 16,2 1-5-16,2 1 1 0,1 0-5 0,2 2-2 0,1 1 3 0,0 1-1 15,1 1 4-15,-3 0 4 0,1 0 3 0,0 3 2 0,-1 0 2 16,4 1 1-16,-3 2 0 0,1 0 1 0,1 0 4 0,0 2-1 0,3 0 4 16,1 0 2-16,2 2-3 0,1 0 3 0,2 1 0 0,-1 0 1 0,2 2 2 15,3 0-3-15,-1 1-5 0,0 1 1 0,1 1 1 0,-1 0 2 16,-1 0-2-16,0 1-3 0,-2 0 0 0,-1 1-3 0,-3 2 3 0,-2 0 0 15,0 0-3-15,-3 2 2 0,-3 2-2 0,-2-1-1 0,-4 3-1 0,-3 0-1 16,-1 2 0-16,-2 3 0 0,-3 1 0 0,-3 1-4 0,-2 2-1 16,-4 0-1-16,-2 1-3 0,-4 2 2 0,-5-1 4 0,-3 3 1 0,-4 1 5 15,-3 3 0-15,-5-1-5 0,-4 1 2 0,-6 1 0 0,-6 0 0 16,-4 2 4-16,-5-1 2 0,-5-1 1 0,-3-1 1 0,-5-1 0 0,-5 0 0 16,-2 2 2-16,-8 0-1 0,-4 2-3 0,-4-1-6 0,-6 2 1 0,0-3 3 15,-5 2 4-15,-3-1 4 0,-1 0 0 0,-1 0-4 0,-1 0 1 16,-2 1-1-16,0-3-3 0,-1 2 2 0,1-3 2 0,2-3-11 0,1-2-19 15,0-2-35-15,1-3-65 0,-2-2-160 0,1-2-76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2T10:32:15.3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4177 5159 632 0,'-23'-2'72'0,"-3"1"-59"15,-4 1-11-15,2 1 0 0,3 1 1 0,0 0-3 0,1 0-1 16,0-1-7-16,2-1-8 0,1 2-14 0,1 0-29 0,0 0-46 0,0 2-88 15,-1 0-70-15</inkml:trace>
  <inkml:trace contextRef="#ctx0" brushRef="#br0" timeOffset="827.26">2892 5923 17 0,'0'24'17'0,"3"3"-4"0,0 7-1 0,3-4 5 0,0-4 2 16,2-2 6-16,1 1 4 0,2-2-1 0,2-2 6 0,2 2 2 16,3-2 6-16,1-1 5 0,1 1 1 0,1-3-1 0,2 2-9 0,2-1-5 15,1-2-1-15,1-1 1 0,4 0 1 0,0 0 1 0,3 0-3 0,1 0-2 16,3 0-6-16,0-2 0 0,3 0-5 0,2-1 1 16,-1 0-2-16,3 1 1 0,2-1 2 0,3-2 2 0,1-1 2 0,2 0 0 0,1-2-3 15,2 0-1-15,2 0-6 0,2-2 1 0,1 0-2 0,3-1-3 16,1 0-2-16,2-1-5 0,1 0-2 0,1-1-3 0,2 0 0 0,1-1 1 15,3 1-3-15,2 0 0 0,1-2 2 0,1 1 0 0,2 0-7 0,3-1 4 16,0 1-1-16,3-2 0 0,2 0 9 0,1 0-5 0,1-1 0 16,1 0 0-16,-2-1-4 0,3 1 2 0,-1-1 0 0,1 2 1 0,-2 0 0 15,2 0-1-15,-3 2 2 0,3 0-1 0,-2 0 0 0,3 2-1 0,-1-1 1 16,0 2 0-16,1 0 1 0,-1 0 0 0,1-1-2 0,1 2 1 16,0 1 0-16,1 1-2 0,2-1 4 0,0 1-5 0,0-1 1 0,1 0-1 15,0 0-2-15,2 0 1 0,0 0-2 0,0 0 4 0,0 1-3 16,0-2 1-16,1 1 1 0,2-1 5 0,-1 0-1 0,1 0 2 0,0-1-2 15,-1-1-3-15,2 1 2 0,-1-2-1 0,1 1-4 0,-2-1 6 0,0 0-4 16,1-1 4-16,0 0-2 0,0 0-2 0,0-1 5 0,0-1 0 16,-2 0-3-16,0-1 3 0,0-1 3 0,0 0 3 0,0-1 8 0,0-1 2 15,0-1 0-15,0-1 0 0,-2-1-1 0,0-2 0 0,-1-2-3 0,0-1 1 16,-1-2-2-16,0 0-4 0,-2 0 0 0,0-3-4 0,-2-1 2 16,-1 1-1-16,-2-3 1 0,1 0 0 0,-4 1 3 0,1-2-4 0,-3 0-3 15,0-1 1-15,-3-1-3 0,-1-2 1 0,-2 2 0 0,-1-2 1 16,-2 0 3-16,-1-1 4 0,0-2 3 0,-2 0 3 0,-4-2 0 0,1-1 1 15,-2-2 1-15,-2 1-4 0,-2-1-1 0,-3-2-3 0,-2 1 0 0,-2-3 2 16,-3 0-1-16,1-1 1 0,-3-1 2 0,-1 0 0 0,-1-2 2 16,-3-1-3-16,-2 1-1 0,-1-2 0 0,-1 0-1 0,-3 0 6 0,-3-1-2 15,-1 0-1-15,-5 2-2 0,-3 1-1 0,-3-2-2 0,-4 1 0 0,-2 0-4 16,-5 1 2-16,-1 2-6 0,-2 0-3 0,-3-2-4 0,-3 1 1 16,-4 0 0-16,-2-1-1 0,-3 2-5 0,-3-1-8 0,-3 0 5 0,-3 2 3 15,-2 1 7-15,-2 2-1 0,-4 0-7 0,-4 0-10 0,-2 1-3 16,-5 0-1-16,-3 1 4 0,-2 0-1 0,-4 2 4 0,-2 0 2 0,-4 0 2 15,-4 2 10-15,-1 1-1 0,-5 0 6 0,-5 2 5 0,-3-2-9 0,-6 2 6 16,-2-1-4-16,-2 3-6 0,-3 2 3 0,-2 2 2 0,-2 4 3 16,-4-1 12-16,-5 1 10 0,-4 0 4 0,-5 3-3 0,-4 0-3 0,-1 3-2 15,-5 1-1-15,-1 2 6 0,-4 1 0 0,-2 1-2 0,-1 2-2 0,-2 1 1 16,-1 1 1-16,-2 1 0 0,0 0-1 0,-1 1-1 0,-1 1-5 16,-1 0-3-16,-1 0-2 0,-1 1 1 0,1 0-6 0,-3 0-3 0,1 0-4 15,0-1-3-15,0 0 6 0,0-1 5 0,-2 1 0 0,-2 0-1 0,0-1 1 16,-1 1-4-16,0-1 3 0,-1 1 0 0,0-1-2 0,-1 1 5 15,1 0-3-15,-1 1 3 0,-1 1 4 0,0 1-1 0,0 0-1 0,-1 1 4 16,-1 1-8-16,0 2-3 0,3 0 2 0,-2 1-4 0,2 1 2 16,0 0 5-16,0 1 1 0,1 2-2 0,0 2 2 0,1 2-6 0,0 1 0 15,1 4-2-15,1 0-2 0,-1 4-9 0,1 3-1 0,0 1 1 0,1 1 0 16,1 5-3-16,1 2-9 0,1 2-15 0,2 1-17 0,2 3-15 16,2 2-17-16,2 4-14 0,3 0-5 0,1 2-9 0,5 2-28 0,2 1-51 15,1 2-110-15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2T10:33:30.1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20075 10675 15 0,'63'7'12'16,"3"0"1"-16,17 3 6 0,-5-1 4 0,-10-1 5 0,2 0 7 15,1 0-2-15,0-1 7 0,4 0 2 0,1 0-1 0,1 1 0 0,2 0-7 16,1-1-5-16,1-2-4 0,1 0-6 0,0 0-4 0,1 0-2 16,-1 0-6-16,3-1-3 0,1 0 1 0,-1-1-2 0,1-1 3 0,-3-1-3 15,-2-1 2-15,-1-2 1 0,-4-2 6 0,-1 0-1 0,0-1 3 0,-3-2 1 16,0 0 4-16,-2-2 8 0,-2 0 8 0,0-1 7 0,-1-2 4 16,-1 0-2-16,1-2-1 0,1-3-8 0,1-2 2 0,2-2 7 0,-2-1 7 15,-4-3 4-15,-2 1 4 0,-2-2-3 0,-3-2-1 0,-2 0 6 0,-4-3-5 16,-1 0 4-16,-2-3-9 0,-2 1-6 0,-1 0 0 0,-4-1-4 15,-1-1 1-15,-2 0-1 0,-3-2-3 0,-3-1-14 0,-3 2-1 0,-2-2-3 16,-2 0 1-16,-3-1 12 0,-4-1-1 0,-2-1-1 0,-4 0 2 0,-3-1-10 16,-4-4 2-16,-4 0 1 0,-5-1-5 0,-5-2 7 0,-5-1-4 15,-7-3-11-15,-6-2 3 0,-7-3 0 0,-8-2-4 0,-6-3 10 0,-7-1-9 16,-3 0-3-16,-7 0 0 0,-4 1 7 0,-4-1-3 0,-7 1 1 16,-3-1 7-16,-5 0-6 0,-5 1-1 0,-5 1-1 0,-3 2-10 0,-5 1-1 15,-1 2 5-15,-3 0-10 0,-6 3 2 0,-5 1 3 0,-4 2-16 0,-2 4 8 16,-2 2 4-16,-2 2-10 0,-6 3 11 0,-2 2-9 0,-5 2-4 15,-1 4 3-15,0 2-4 0,0 4 5 0,-1 1 9 0,1 3 0 0,-2 3 3 16,1 1 0-16,-5 2-4 0,-5 3 1 0,-6 5 1 0,-2 2-2 0,3 4-4 16,7 5 0-16,9 2 3 0,7 4 1 0,3 3 4 0,3 2 1 15,-5 4 3-15,-4 0-1 0,-4 5-1 0,-5 5-1 0,0 1-1 0,6 5-3 16,4 3 3-16,7 0-3 0,5 5-2 0,-1 1-5 0,2 1-2 0,-6 3-3 16,-2 5 2-16,0 2-2 0,-1 5 5 0,9 3 0 0,2 1-6 15,3 2 8-15,3 0-8 0,-1 0-7 0,7 5 6 0,2 0-1 16,7 2 7-16,5 2 6 0,6-1-3 0,6-3-7 0,6 0 5 0,7-2 1 15,7-2-2-15,7 3 9 0,6-1-1 0,8-3-2 0,8 0 10 0,9-2-4 16,8-3 11-16,10-4 7 0,6-5 0 0,11-3 2 0,8-4-6 0,8 0-7 16,13-3-5-16,7-3 3 0,10 0 3 0,10-3 0 0,8 2 2 15,8-4-6-15,8-1-7 0,6-2-4 0,3 0 0 0,5-1-7 0,0 1 4 16,3 0-1-16,2 1-8 0,1-2-11 0,-1 0-25 0,-4 1-43 16,0 0-44-16,-2 1-53 0,-1 1-42 0,0 1-34 0,1-1-47 0,1-2-53 15,3 0-65-15</inkml:trace>
  <inkml:trace contextRef="#ctx0" brushRef="#br0" timeOffset="2619.35">12324 8603 333 0,'-30'3'32'0,"0"3"-19"0,-8 1 1 0,4 1 0 0,7 0-3 0,0-1-2 15,2 2-2-15,1 2-1 0,-1-1 1 0,-1 3-2 0,-2 0 1 16,1 1-2-16,-1 3-2 0,-1 0 0 0,0 1 2 0,-2 1 0 0,0 1 0 16,-1 0 1-16,0-2-6 0,0 1-2 0,-1 0 2 0,0-1 1 15,-1 2 4-15,-2 1 1 0,-1-1-1 0,0 1-1 0,1 0 0 0,0-1-2 16,-1 2 0-16,0 0 1 0,-1 0-2 0,0 3 2 0,-1 1 6 0,0 1-1 16,0-1 2-16,-1 1 1 0,3-1 0 0,1-1 3 0,3-1 1 15,1 0 2-15,2 1-1 0,-1 0-4 0,2-1 1 0,1 2-3 0,3-2-1 16,2 1-3-16,2 0 3 0,2 0 0 0,0 2 4 0,1-1 6 0,2 2-1 15,-1-2 1-15,3 2 1 0,1 0-2 0,3 1-2 0,1 0-4 16,1 1-1-16,1 0 0 0,3 0-1 0,1-1 1 0,3-1 1 0,2-1-1 16,1-1-2-16,4 1 2 0,2-1-4 0,2 0-1 0,2 1 2 0,3-1-4 15,1 0-2-15,2 0-2 0,2 1 3 0,0-2 1 0,1 2 4 16,2-1 1-16,2-2-5 0,2 2 0 0,2-2-1 0,-1 0 0 0,2 0 2 16,-1-1 0-16,2 2-1 0,0-1-3 0,2 0 0 0,0-1 1 15,2-2 0-15,0 0-4 0,1-2 0 0,0 0-1 0,-1-1 1 0,1 0 3 16,0 0 1-16,0 0-3 0,1 1 0 0,1-2 1 0,0 1 1 0,3 0 1 15,0-1-1-15,0-1 1 0,2 1-7 0,2-1 1 0,1 0 3 16,2-3 2-16,2 2 4 0,2-1 7 0,3-1 4 0,-1-2 5 0,3 1 3 16,-2 0-2-16,1 1 3 0,-1-1-4 0,-1 0 4 0,1-2-5 0,0 1-2 15,0-1 5-15,2-1 0 0,-2 0 5 0,1 0-4 0,1-1-9 16,-2 3-2-16,2-1-6 0,0 1 3 0,3-1 4 0,2-4 5 0,4-1 3 16,0-2-2-16,0-2 0 0,-1 2-8 0,0 1-2 0,-2 0 2 15,0 1-9-15,0 0 1 0,-1-1 3 0,1-1-4 0,-2-1 1 0,1 0 1 16,-2-2-4-16,0 0 5 0,3-1 3 0,-2-1-7 0,0 0 8 0,-1-2-4 15,0 0-2-15,0-2 7 0,0-2-3 0,1 0 3 0,-2-1-1 16,-2 0-1-16,1 0-1 0,-2 0 1 0,-1 0 1 0,0 0 1 0,-3 0 5 16,-1 0-3-16,1-1 6 0,-4 0-2 0,-1-1-1 0,-1-1 6 15,0-1-2-15,1-2 2 0,0-3 1 0,-1 0-11 0,-2 1 3 0,-2-3-1 16,-3 1-1-16,-2 0 7 0,0-3-10 0,-2-1 4 0,0-2-2 0,-4-1-1 16,0 1 2-16,-4-1-4 0,-2 0 1 0,-3-1-1 0,-3-1 4 0,0 1-1 15,-4-3 2-15,1 0 0 0,-1-2 1 0,-3 1 2 0,-2-1-3 16,-2 1 2-16,-2-2-2 0,-1 0-1 0,-3 0-4 0,-1-2-1 0,-1 1 7 15,-2-2 0-15,-1-1 0 0,-2-1 4 0,-1-1-7 0,-1 1-1 16,-2-2 3-16,0 0-3 0,-2-2-1 0,-2-2 6 0,0-1-8 0,0 0 4 16,-1 0 1-16,1-1-15 0,-1-1 6 0,-2 0 0 0,-1-1 1 0,1 0 7 15,-4-1-3-15,0 2-4 0,0 0 2 0,-3 0 1 0,-1-2 2 16,-1 1-4-16,-2 1 3 0,0 0-4 0,-3 2-4 0,-1 0 0 0,-3 1 1 16,-2 1 5-16,-3-1 3 0,0 2 1 0,-3 0-4 0,-3 0-6 0,-1 3 5 15,-3 1-7-15,-3 1 5 0,-4 0-1 0,-3 2 2 0,-3 0 2 16,-2 3-3-16,-5 1-3 0,-3 2-2 0,-3 1 1 0,-3 1-7 0,0 2 8 15,-4 0-1-15,-1 3 4 0,0 1 7 0,-3 0-7 0,-1 3 5 16,0-2-10-16,-3 1 7 0,3 2-1 0,0-1-4 0,0 2 4 0,2 1-4 16,-1 3-3-16,-1 0 3 0,0 4-4 0,-1 1 1 0,2 4 2 0,0 3-1 15,2 4 1-15,-1 2-4 0,2 3 4 0,1 4-4 0,0 4 5 16,1 5-1-16,1 3-5 0,-2 7-10 0,0 2-11 0,2 7-13 0,-1 3-43 16,2 4-37-16,1 5-57 0,2 7-98 0,-1 6-85 0,0 8-409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2T10:36:49.5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10572 6039 809 0,'0'-14'58'0,"1"2"-24"0,0-4-10 0,1 7-9 0,0 5-11 0,0 0-10 16,-1 3-7-16,-1 0-9 0,1 1-9 0,-1 1-3 0,1 0 0 15,-2 0 6-15,1 1 7 0,-1-1 10 0,-1 0 5 0,-3 1 4 0,-1-2 4 16,-3-1 1-16,-2 0 3 0,-1-2 1 0,-2 0-1 0,-2-1 3 15,1-2 0-15,-2 1 1 0,1-2 2 0,0 2 1 0,-2-2 4 0,0 1-2 16,0-1 4-16,-2 0 0 0,0 0 3 0,1 0 4 0,-2-1 2 0,2-1-2 16,1 2 2-16,1-2-1 0,0 1-4 0,0-1-2 0,2 1-3 15,0-1 5-15,-1 0 4 0,2 0 7 0,1 0 4 0,3-1-4 0,1 1-3 16,1 0-5-16,3 0-1 0,0-1-5 0,1 2-7 0,2-2-3 0,0 1-8 16,2-1-2-16,2-1 2 0,2-1-4 0,1 1 3 0,2-1 5 15,1-2 0-15,4 0 1 0,2 0 0 0,1-4-6 0,3 1 3 0,1-2-1 16,1 1 1-16,2-2 5 0,2-1-3 0,2 2 0 0,3-1 2 15,-1-1-4-15,3 0 4 0,0 0 1 0,1-2 0 0,3 1 2 0,1-2-2 16,5 0 2-16,1-1-9 0,4 0-1 0,3 1 3 0,2-1-2 0,3 1 8 16,1-2 4-16,3 2-6 0,-1 0 1 0,1 1-4 0,0 2-5 15,0 0 8-15,0 0 0 0,2 2 4 0,-2 0 0 0,-2 0-7 0,0 1 2 16,-2 3 1-16,2-1 2 0,1 2 0 0,-1 0-2 0,2 3 1 0,-1 0 1 16,1 1 0-16,4 0-1 0,0 2-3 0,4 1 1 0,0 1-2 15,-1 3-2-15,-5 0 2 0,-3 2-5 0,-3 1 4 0,-1 1-3 0,-1 2-1 16,-1 0 1-16,0 1-1 0,-3 0 3 0,-1 2 0 0,-2-1 0 15,0 1 0-15,-2 1-4 0,-1 0 5 0,-1 0-6 0,-1 1 1 0,-4 0 4 16,-3 1-3-16,-3 1 1 0,-2 0 2 0,-4 0-3 0,0 2 0 0,-3 0 1 16,-2 1 0-16,-1 1 2 0,-1 1-8 0,-3 1 1 0,0 2 1 15,-1 2 2-15,0 0 9 0,-3 3-3 0,-1 0-1 0,0 1 0 0,-2 2-3 16,-1 1 3-16,-2 2-3 0,-2 1-1 0,-2 3 0 0,-1 0-2 0,-3 2-5 16,-2 0 3-16,-2 0 2 0,-2 1 2 0,-2 3 2 0,-3-1-3 15,-3 2 0-15,0 1-9 0,-3-2 9 0,-2 1 2 0,-1 1 1 0,-3 0 4 16,1-1-4-16,-2 1-8 0,-1-1 2 0,3 0 2 0,-4 2-3 15,0-3 5-15,-2 0 1 0,-2-1 0 0,0-1-2 0,-1-1 1 0,0 1 0 16,-1-5-7-16,1 1 6 0,-2-4 2 0,2-1 2 0,0-1 9 0,-1-2-4 16,2-1-3-16,-1-3-4 0,3-2 3 0,-1-2 1 0,1-3-1 15,-1-2 0-15,-2 0 0 0,-1-3-4 0,-2-1 5 0,2-3 2 0,-2-2-4 16,-1-3-1-16,-2-3-2 0,-5-1-4 0,-1-3 2 0,-2-3-5 0,-1-1-3 16,-1-3-1-16,-1-2 2 0,-2-4-3 0,-2-3 2 0,-1-1 2 15,-2-5-13-15,-1-1 2 0,-1-4 4 0,-1-2-3 0,-2-3 0 0,-1-2-7 16,-1-1-14-16,-1-2-5 0,-2-2 8 0,1 0 7 0,-1-1 13 15,4 0 8-15,2-1 8 0,3-2 5 0,5 2-4 16,4-1 13-16,5-1 1 0,6 1 3 0,6-2 8 0,4 1-9 0,4 1-1 0,2 2-1 0,2 0-2 16,4 1 4-16,3 3 5 0,3 1-1 0,3 1 0 0,3 4-3 0,2 2-10 15,5 1-5-15,2 3 5 0,3 1-1 0,3 3 0 0,2 1 2 16,4 1-9-16,1 2 0 0,2 1 0 0,4 3 0 0,-2 2-1 0,3 2 2 16,0 2-2-16,-1 2-1 0,1 2 3 0,1 4-2 0,-1-1-2 15,0 3 0-15,-2 1-2 0,2 1-1 0,-1 0-5 0,-2 2 0 0,1 0-1 16,-2 1 2-16,-1 1 5 0,0 0 1 0,-1-1 1 0,0 1-1 0,-2-2 0 15,0 2 0-15,1 0 4 0,-3-1-1 0,-1-1 0 0,0 0 2 16,0-1-4-16,-1 1 3 0,1-1 4 0,0-1-6 0,-2 0 3 0,1-2-2 16,-1 0-3-16,0 0 6 0,0-1-3 0,-1 0 5 0,-1-1 0 15,1 0-4-15,-1 0 4 0,-1 0-4 0,-1-1 1 0,-2 2-2 0,1 0 2 16,-3 1 4-16,1 0-6 0,0 0-1 0,-2 1 0 0,1 1-6 0,-1 1 4 16,-1 0-3-16,1 0-4 0,0 1-3 0,0 0 4 0,0 1 0 15,0 0 0-15,2 0 5 0,-1 1-1 0,1 0 0 0,0 1 0 0,0 0-2 16,0 1 1-16,1-1 1 0,0 1 1 0,0-1 3 0,0 1-3 0,-1 0 4 15,1-1-2-15,-1 0 1 0,0 0 3 0,-1 0-3 0,-1 0 0 16,1-1 1-16,0 0 0 0,-1 0 2 0,1-1 2 0,-2 1-5 0,1-1 2 16,0 0 0-16,-1-1 2 0,1 0 1 0,-1 1 0 0,0-2 1 0,0 0 4 15,0 1-6-15,0-1 3 0,0 0 0 0,0 0-3 0,0 0 2 16,0 0 1-16,0 0-1 0,0 0 1 0,0 1 1 0,0-1 0 0,1 0-5 16,0 0 3-16,0 0-3 0,1 0-1 0,0 1 3 0,1 0-2 15,-1 0 1-15,0 0 0 0,1 0-5 0,0 0 2 0,0 0-2 0,-1 1 1 16,1-1 2-16,-1 0 2 0,0-1 1 0,1 1-1 0,-1-1 0 0,0 0-1 15,0 1-2-15,0-2 2 0,-1 1 0 0,0-1 1 0,1 1 2 16,-1-1-4-16,1-1 3 0,-1 1-3 0,0-1 1 0,0 0 0 0,1 0 2 16,-1 0-3-16,1 1-2 0,-1-1 2 0,1 1-1 0,-1-1 0 0,1 0 3 15,0 1 0-15,-1-1-2 0,1 1 0 0,0 1-3 0,0-2 2 16,0 1 0-16,0 0 2 0,1 0 0 0,-1 0-2 0,0 0 1 0,0 0-1 16,0 0 1-16,1 0-2 0,-1 0 2 0,0 1 0 0,0-1-1 0,0 0 0 15,-1 1-2-15,1-1 1 0,-1 0 2 0,1 0-1 0,-1 1 2 16,1-1-1-16,0 1-1 0,0 0 2 0,-1-1-3 0,1 0 0 0,0 0 1 15,0-1-1-15,1 1 3 0,-1 0-2 0,1 0 1 0,1 0-3 16,-1 0 1-16,1 1 2 0,0-1-2 0,1-1 5 0,0 1-6 0,0-1 5 16,1 0-4-16,-1 0 0 0,1 0 2 0,0-1 0 0,0-1-1 15,1 0-2-15,1-1 1 0,-1-1-6 0,1 1 5 0,0-1-3 0,2 0 3 16,-1 0-1-16,0 0 0 0,1-1 2 0,-1 0 0 0,1 0 2 0,0 0-3 16,-1-1 0-16,0 1 0 0,1-2 0 0,0 1 0 0,-1-1 2 0,1 0 1 15,-1 1-2-15,-1 1 5 0,-2 1-5 0,0 0 2 0,-1 2-1 16,0 0 1-16,-2 1 0 0,1 1 0 0,-1 0 1 0,0 2-5 0,0 0 4 15,-1-1-1-15,2 2-5 0,-1-1 0 0,0 0-4 0,1 2 2 0,-1-1-2 16,0 1 0-16,0 1-1 0,0-2-4 0,2 2 0 0,-1-2 0 16,0 0-5-16,1-1 3 0,-1 0-1 0,1 0-2 0,0-1 1 0,0 1-1 15,0-1 1-15,-1-1 5 0,0 1-1 0,0 0 6 0,-1-1 2 16,0 0 3-16,0 0 1 0,-1 0 2 0,-1 1 1 0,0 0 0 0,0 1 1 16,-1 0-1-16,1-1 0 0,-1 1-3 0,0 0 0 0,0 0-1 0,1 1-1 15,-1 0 4-15,1 0-2 0,0 0 0 0,-1 0 1 0,0 1-3 16,1 0 2-16,-1-1 1 0,1 2-1 0,-1-1 0 0,1 0-3 0,-1-1 2 15,1 1-1-15,0-1-2 0,0 0 2 0,0 0-6 0,0 1 0 0,0-2-1 16,0 1-3-16,0 0 1 0,-1-1 2 0,1 1-3 0,-1 0 6 16,0-1 3-16,1 1 0 0,-2 0 4 0,1 1 1 0,-1-1 1 0,0 1-2 15,0-1 3-15,0 1-3 0,-1 0 0 0,1 1-1 0,0-1 1 16,-1 0-2-16,1 1-3 0,1 0-2 0,-2-1-7 0,1 2-5 0,1-1-6 16,-1 0-7-16,1-1-6 0,0-1-6 0,1 0-2 0,0-1 2 0,-1 0 2 15,2 0 1-15,-1-1-4 0,2-2-9 0,0 1-11 0,2-3-10 16,2-1-17-16,0-1-62 0</inkml:trace>
  <inkml:trace contextRef="#ctx0" brushRef="#br0" timeOffset="2787.13">10764 3806 1641 0,'-1'-15'80'0,"2"0"-156"0,4-3-33 16,5 4 6-16,2 0 42 0,2-1 29 0,1 1-7 0,-2 3-25 0,1-1-31 15,-2 1-10-15,-1 0 27 0,-2 1 35 0,-2 1 33 0,-4 1 31 16,0 0 15-16,-3 1 17 0,-2 0 13 0,-1 0-2 0,0 1 2 0,-1 0-7 16,1 0-8-16,-1 1-4 0,0 1-4 0,0 1-8 0,0 1-5 0,1 0-7 15,0 1-8-15,0 1-4 0,1 1-4 0,-1 2-1 0,0 0 2 16,0 1-2-16,0 1 0 0,0 1-2 0,1 0 2 0,0 2-2 0,0 1-2 15,0 0 4-15,2 2-5 0,0-1 3 0,0 3 0 0,1 0 0 0,0 3-2 16,1 0 4-16,1 3 2 0,0 2-1 0,0 1 7 0,0 3 1 16,1 1-1-16,1 0-5 0,0 2-3 0,0 0-4 0,1 2 2 0,-1 2 4 15,0 1-1-15,0-1 0 0,-1 0-2 0,1-2-2 0,0 2-5 16,0-1 1-16,-2 2-2 0,1-4 3 0,-1 1 0 0,-1-5 3 0,1 0-2 16,-1-3 2-16,0 0-2 0,0-2-2 0,1-3-3 0,-1 0 0 0,0-2 3 15,0-2 1-15,0-2 4 0,-1-2-4 0,0 0 1 0,-1-2-2 16,0 0 5-16,-1-2-1 0,0-1 0 0,-1 0 0 0,-1 0-2 0,0 0 1 15,-1-1 2-15,-1 0 0 0,-1-1-4 0,-1 1 3 0,-1-2-2 0,-1 0 0 16,1 0 2-16,-2 1 1 0,1 0-1 0,1 0 1 0,0 1-3 16,1-1 0-16,0 1 2 0,2-1 2 0,-2 1-1 0,2 0 0 0,0-1 2 15,2 0 0-15,0 0 0 0,2-2 5 0,-1 0 0 0,2 0 6 16,2 0 7-16,0-1 3 0,1 1 4 0,2-1 5 0,1-1 0 0,2 0-4 16,-1 0-1-16,2-1-8 0,2 1-6 0,0-1-2 0,3 0-5 0,-1 1-2 15,0 0-1-15,1 0-6 0,-2 1 2 0,1 0 1 0,-2 1 1 16,1-1-4-16,-1 2 4 0,-1 0-14 0,-2 0-14 0,-1 2-10 0,-3-1-21 15,-1 1-4-15,-2 1-10 0,0-1-8 0,-2 1-18 0,-1 0-25 0,-2 0-29 16,-2 0-33-16,-2 0-19 0,-2-1-12 0,-4-1-2 0,-1 0 0 16,0-3-57-16</inkml:trace>
  <inkml:trace contextRef="#ctx0" brushRef="#br0" timeOffset="3221.15">10063 3730 2337 0,'-7'-26'116'0,"3"2"-92"0,3-5-26 0,9 10-6 15,4 3-1-15,5 0 4 0,3 1 2 0,5 1 0 0,3 1-9 16,3-2-10-16,3 2-4 0,2 2-4 0,1 1 10 0,0 3 5 0,-2 2 12 15,1 2 0-15,1 2-1 0,-1 2 4 0,2 2-2 0,-2 3-8 0,2 0 4 16,1 2-2-16,1 2-1 0,3 2 8 0,1 2-1 0,1 1 4 16,2 2-4-16,1 2-1 0,1 3-3 0,-1 2-3 0,-2 3-3 0,0 2 2 15,-2 4-3-15,0 2-6 0,-4 1-2 0,-2 0 4 0,-1 0 4 16,-3 2 4-16,-2 0 8 0,-3 0-4 0,0-4 4 0,-5 0 2 0,0 0 2 16,-2 0 0-16,-2 1 0 0,-3-1-2 0,-1 2 4 0,-5-2 0 0,-3 2 0 15,-4 1 2-15,-3-1-4 0,-3 2-3 0,-1-3-4 0,-5 0-5 16,-4 1-1-16,-4-3-8 0,-4 2-5 0,-4-1-5 0,-3-1-2 0,-5-1 0 15,-6 0 8-15,-3 0 8 0,-5-1 2 0,-3-2 6 0,-3-1 0 0,-5-5 0 16,-1-1 1-16,-1-3 4 0,-1-7-6 0,0-4-3 0,-1-4-6 16,-1-5-3-16,-1-2 4 0,0-5 14 0,-3-1 5 0,3-3-2 0,0-5 8 15,2-1-11-15,2-2-2 0,1-4-5 0,3-2-19 0,1-2-11 0,4-3-27 16,2 0-22-16,2-3-25 0,2-2-41 0,3-2-58 0,2-4-33 16,2 1-5-16,3-1-16 0,1-3-85 0</inkml:trace>
  <inkml:trace contextRef="#ctx0" brushRef="#br0" timeOffset="8183.84">26690 4064 1415 0,'-7'5'21'0,"2"-2"-157"15,-1 1-26-15,3-2 28 0,0-1 52 0,0 1 52 0,0-1 14 0,1 1-25 16,0 0-44-16,1-1-39 0,1 1-5 0,0-1 27 0,0 1 45 16,0 2 47-16,-1 0 43 0,-1 0 43 0,-2 1 36 0,0-1 27 0,0 0-1 15,-1 0-21-15,1-2-28 0,-1 0-33 0,0 0-22 0,2 1-8 0,-1-2-9 16,0 1 1-16,0-2-1 0,0 0-1 0,1 0-2 0,0 0 2 15,1 1-1-15,1-2 3 0,-1 1 2 0,0-1-3 0,1 0 5 0,-1-1 3 16,1 0-1-16,-1 0 1 0,0-2-3 0,0 2-1 0,1-2-5 0,-1-1 2 16,0-1-3-16,1 1-4 0,-1-1 7 0,2 0-2 0,-1 2 3 15,2-1-1-15,-1 0 1 0,1 1-2 0,0-1 0 0,0 1-2 0,0 0-1 16,0 0-2-16,0 0 0 0,0 0 0 0,1-1-3 0,0 0 1 16,1 0-4-16,1-1-6 0,-1-1-2 0,2 1 2 0,0-1 2 0,2 0 2 15,0 1 1-15,0-2-1 0,2 2-2 0,0-1 0 0,2 0 0 0,0 2-3 16,2-1 2-16,-1 1 4 0,1 0 2 0,1 2 4 0,-2-2-4 15,2 1-3-15,-1 0 4 0,1 0-1 0,1 0 0 0,0 1 3 0,0 0 1 16,2 0 1-16,0 1-1 0,0 1 1 0,-2 0-4 0,1 0 3 0,-1 1-2 16,0 1-1-16,-2 1 3 0,2 2 2 0,-1 1-1 0,-1 1 4 15,-2 1 2-15,0 1-1 0,0 0 1 0,0 3-5 0,0 0-5 0,-2 0 1 16,0 3-4-16,-1-1-2 0,0 2-3 0,-2 1 3 0,-1-1-6 16,0-1 0-16,-3 3 3 0,0 0-4 0,-1 0 0 0,-2 0-2 0,-2-1-1 15,-2 2 2-15,-1-2 3 0,-2 1-2 0,-2 0 7 0,0-2-6 0,-2-1 4 16,-1 1 5-16,0-1-6 0,0-2 7 0,0 0-3 0,0-3 2 15,-1 1 11-15,2 0 0 0,1-1 1 0,2 0 4 0,1 0-7 0,1-1 0 16,1-2-2-16,1 2-3 0,2-2-6 0,0 1 1 0,1-1-4 0,2 0-1 16,0-1 2-16,1 1-8 0,1-1-1 0,1 0-1 0,0 0-2 15,0-1 6-15,1 1 5 0,1 0-4 0,1-1 8 0,1-1-2 0,0 1-2 16,1-1 5-16,2 0-2 0,0 0 1 0,0 0-1 0,1-1 3 16,-1 0 9-16,3 1-6 0,-1-1 4 0,3 0-1 0,0-1-6 0,0 1 7 15,2-1 0-15,0 0-2 0,0 0 3 0,2-1-3 0,0 0 0 0,1 1-1 16,-1-1-4-16,1 0 2 0,0 1 0 0,0 0-4 0,0 0 1 15,2 0-5-15,-2 0-2 0,0 0 4 0,0-1-11 0,-2 1 5 0,0 0 2 16,-1 1-1-16,-2-1 13 0,-1 2-4 0,0 0 6 0,-1 0-6 16,-1 1 2-16,-2 0 0 0,-1-1 1 0,0 1-1 0,-1 0 0 0,-1 1 2 15,-1-1 0-15,-1 1 1 0,0 0-1 0,-1 0-2 0,-1 0-2 0,1 1-3 16,-1-1-1-16,0 1 0 0,-1 0-1 0,1 0-4 0,0-1-1 16,-1 1-4-16,0-1-3 0,0 0-2 0,0 0-4 0,0-1 2 0,-1 0 1 15,0 0-6-15,0 0 1 0,0 0-5 0,-1 0-6 0,1-1-1 0,-1 0-6 16,0 0-10-16,0-1-8 0,0 0-11 0,0 0-13 0,0-1-8 15,-1-1-8-15,0 0-1 0,1-1-6 0,-1 0-3 0,-1 0-6 0,0-2-4 16,-1-1 3-16,0-1-1 0,-1-1-1 0,0 0-4 0,-1 0 5 0,1 0 7 16,0-2 6-16,1-2 5 0,-2-1-11 0,-1-3-10 0,1 0-89 15</inkml:trace>
  <inkml:trace contextRef="#ctx0" brushRef="#br0" timeOffset="8417.84">26002 3864 2609 0,'-33'4'423'0,"7"-3"-631"0,-4-2-176 0,14-4-23 16,7-4 81-16,3-1 118 0,2 0 92 0,4-1 2 0,2 1-62 0,5-3-94 16,5-1-60-16,6-3-72 0</inkml:trace>
  <inkml:trace contextRef="#ctx0" brushRef="#br0" timeOffset="8951.53">26120 3680 1012 0,'12'-6'289'16,"4"0"-122"-16,4-3-95 0,2 1-51 0,-2-2-17 0,3 2-8 0,1-3 2 16,1 1 3-16,1 1-1 0,1 2 3 0,3 1 0 0,-1 1 1 15,3 2 1-15,0 1 4 0,3 3 4 0,-2 3 10 0,2 3 10 0,0 3 6 16,0 1 5-16,3 3-4 0,-2 1-8 0,1 1-4 0,-2 2-10 0,0 0-7 15,3 2 1-15,0 2-4 0,0-1-4 0,2 2 3 0,-1 0-3 16,2-1-9-16,0-1 5 0,0 0-3 0,0-2 3 0,0 1 3 0,-1 0 4 16,0-2-2-16,0 0 1 0,-1 1 5 0,-2-2-5 0,-2 0 5 15,0 0-5-15,-1-1 5 0,1 1-1 0,-1 1 2 0,-2 0 2 0,1 2-3 16,-2 0-1-16,0 1-1 0,-2 1-1 0,0 1-1 0,-3 0 2 0,1-2 2 16,-2 2-5-16,0 0-1 0,0 0 2 0,0 2-7 0,0-1 8 15,-3 2-3-15,0 1-5 0,-2-2 0 0,-3 2 2 0,1-1-1 0,-1 1 2 16,-1-1 3-16,-1 2-5 0,0 0 5 0,-1-2-3 0,-2 0 2 0,-1-2 0 15,-3 0 1-15,0-1-2 0,-3-1-1 0,-2 1 3 0,-1-1-2 16,-3 0 0-16,-1-1 1 0,-2-2-1 0,-2-1-1 0,-3 0 1 0,0-1 2 16,-4-2-2-16,-2 0 4 0,0 1-1 0,-1-2 2 0,-2 0 0 15,0 0-1-15,-2-2 3 0,-2 1 1 0,-2-3-4 0,-2 1 0 0,-2 0 1 16,-1-1-6-16,0-1 0 0,-1-1 1 0,-3-1-2 0,1-1-1 0,-3-1 1 16,-1 0-2-16,-1-2-5 0,-1-1-7 0,1 0-1 0,-3-2 4 15,0 0 3-15,1-1 24 0,-3-2 1 0,3-1-1 0,-2-2 5 0,-3 0-19 16,1-2 4-16,0 0-5 0,-1-2-2 0,2-1 5 0,0-2 2 0,-1 0-8 15,0-2 6-15,2-1 0 0,0-2-3 0,0 0 11 0,1-1-7 16,2-1 4-16,0 1 0 0,0-2-4 0,-1-2 4 0,2 0 1 0,1-1 2 16,2 0 2-16,1-1-2 0,1 0 1 0,2 1-2 0,0 0-2 15,3 0 0-15,1 1-13 0,2-1 4 0,0 1-4 0,1-1-1 0,2 0 9 16,0 1-7-16,2-1 5 0,2 0-2 0,0-1 1 0,0 0 0 0,0-1-4 16,3-2-1-16,0 1 0 0,0-2 2 0,2 1 2 0,-1-2-4 15,3 0-1-15,1-4 6 0,0 2 1 0,1-3 2 0,2 2 0 0,-1-1-3 16,3 1-1-16,1-1 3 0,0 1-1 0,3 0 0 0,1-1 8 0,1 2-4 15,3-1-3-15,0 1-2 0,2-1-8 0,1 1 1 0,1 1-4 16,2 2-2-16,0 0 2 0,3 2-3 0,1 0 0 0,0 2-5 0,2 2-2 16,0 1-7-16,2 3-5 0,1 2-7 0,-1 1-9 0,2 1-5 15,1 3-7-15,-1 1-11 0,1 1-20 0,0 1-26 0,1 2-41 0,1 1-39 16,-1 1-66-16,1 0-55 0,2 2-48 0,0-2-164 0</inkml:trace>
  <inkml:trace contextRef="#ctx0" brushRef="#br0" timeOffset="12296.21">14142 7174 464 0,'-2'-10'88'0,"1"2"-32"0,1-3-16 16,3 3-17-16,2 3-8 0,1 0-7 0,1 1-2 0,0 2-1 0,0-1-6 15,0 3-2-15,0 0-4 0,0 1-4 0,-1 2-2 0,0 1-1 0,-2 0 2 16,0 1 0-16,-1 1 3 0,-1-1 3 0,-1 1 2 0,1-1 2 16,-2 0 2-16,0-1 0 0,0-1 1 0,0-1 2 0,0 0 3 0,1-2 2 15,-1 1 2-15,1-1 3 0,-1 0 2 0,1 0 1 0,0-1 2 0,0 0-2 16,0 0 0-16,0-1-1 0,-1 1 3 0,1-2 5 0,1 1 1 16,0-1 1-16,1-1-2 0,-1 2-1 0,1-2 3 0,1 2 0 0,0-1 1 15,1 0 0-15,1 0-2 0,0 0 3 0,1 0-1 0,0 1-1 16,2 1 0-16,1 0-2 0,-1 1-1 0,2 0-3 0,0 2-1 0,2-1-1 15,-1 2-5-15,1 0 0 0,1 1-1 0,0 2-5 0,0-1 1 0,-1 2-6 16,1 0 4-16,0 0-3 0,-1-1-2 0,0 3 2 0,-2 0-2 16,2 2 2-16,-2-1-1 0,-1 0-2 0,-1-1 2 0,-1 0-2 0,-3 1 2 15,0 1 2-15,-1-1 1 0,-2 0-4 0,0-1 3 0,-1 0 0 0,0 0 0 16,-2-1 4-16,0 0-3 0,0-1 5 0,-1 0-1 0,0 0 2 16,-1-1 2-16,0 0-3 0,0 0 1 0,0-1 0 0,0 0-1 0,0 0 0 15,0-1 0-15,0-1-3 0,1 0 1 0,0-1-2 0,1 0-4 16,-1 0 4-16,1-1-4 0,0 0 3 0,0 0-1 0,0-1-1 15,1 0 4-15,0 1 0 0,-1-1 1 0,1 0 3 0,1-1-5 0,-1 1-2 0,1-1-1 16,1-1-4-16,0 1 4 0,2-2 0 0,0 1 0 0,2-1 0 16,0 0 0-16,0 0-1 0,1 0 0 0,0 1 2 0,1-1 0 0,0 1 3 15,0 1-2-15,1-1 2 0,-1 0-4 0,-1 1 2 0,1 0 3 0,-1 0-3 16,0 1 5-16,0 0-1 0,0 1 2 0,-1 1 0 0,1 0 1 16,-1 0 1-16,-1 1-1 0,1 1 3 0,0 0 4 0,-1 0-2 0,-1 0 3 15,-1 0-2-15,1 1-5 0,-2 0 5 0,0 0-4 0,-1 0-1 0,-1 0-1 16,1 1 1-16,-2 0 3 0,0 0-1 0,-1 0 2 0,0 0-1 15,-1 1-3-15,-1 0 4 0,0 0-3 0,-2-1 0 0,0 1 1 0,-1 0-1 16,1-1 0-16,-1 1 0 0,1-1 0 0,0 0-2 0,-1 0 3 16,2-1-5-16,-1 0 0 0,1-1-3 0,0-1 0 0,0 1 1 0,0-2-1 15,1 1 2-15,-1-1-1 0,0 0 1 0,1-1 1 0,-1-1-4 0,0 0 4 16,0 0-5-16,0 0 5 0,1 0-4 0,0 0 0 0,0-2 2 16,0 1-3-16,0-1-3 0,0 0 5 0,1 1-4 0,-1-2-1 0,0 2-1 15,0-2-1-15,1 2-2 0,0-1-2 0,0 0 4 0,0 0-3 0,-1 0-1 16,1 0-2-16,-1 0-4 0,1 0-2 0,0 1-4 0,0 0-6 15,0-1 0-15,0 0-9 0,0 0-10 0,0 0-5 16,0 1-38-16,-1-1-57 0,-1 0-43 0,1 0-36 0,-1-1-20 0,0 1-11 0,-1-2-44 0,-1-1-65 16</inkml:trace>
  <inkml:trace contextRef="#ctx0" brushRef="#br0" timeOffset="12797.56">13920 7077 1423 0,'-19'-24'45'15,"5"0"-10"-15,0-5-5 0,10 8-4 0,6 3-10 0,5 3-2 0,4-1-13 16,3 3 0-16,3-1-3 0,1 1-5 0,3 1 5 0,2 2-7 15,0 1 3-15,2 2-4 0,1 2 2 0,-1 1 0 0,2 2 1 0,-2 0 1 16,1 1 1-16,-1 2-1 0,2-1 1 0,1 0-1 0,0 1 5 0,0-1-4 16,1 0 2-16,2 0 8 0,-2-2-6 0,2 0 5 0,-1-1 0 15,2 0-4-15,0 0 7 0,0 0-4 0,0 0 1 0,1-1 1 0,-2 0-3 16,2 0 2-16,0 2-2 0,-1 0 0 0,0 0 0 0,-2 1 7 16,1 0-3-16,-1 2 0 0,1 1-2 0,-2 2 1 0,0 0-3 0,-1 3 8 15,-1 1 0-15,1 2-6 0,-4 1 6 0,2 2-9 0,-3 0 0 0,1 4 3 16,-2 1-3-16,-2 2-1 0,0 0-5 0,-3 1 0 0,-3 0 1 15,1-1 2-15,-2 1 4 0,-2-1 5 0,0 0-4 0,-3 0 4 0,1-1-1 16,-2-2 2-16,-1 1 2 0,-2 0-3 0,-1 0 3 0,-2 1 1 0,-2 0-4 16,-2-1 3-16,-2 3-2 0,-2-1 1 0,-2 0-1 0,0 0 0 15,-4 0 1-15,-2-2 1 0,-1 0-3 0,-1 0 2 0,-2-3-3 0,-3-3 0 16,0 1 3-16,-3-2 1 0,-1-2 6 0,0-1 0 0,-1-3 4 16,0-2-1-16,-2-1-3 0,0-2-1 0,-2-3-5 0,1-1 3 0,-3-1-2 15,1-3 1-15,-1-2-3 0,0 0 2 0,-2-3-3 0,0 1 0 0,1-2 2 16,-1-2-4-16,3-2-1 0,-1 0-2 0,3-3 0 0,0-1-3 15,3 0-2-15,2-2 2 0,1 0-1 0,4 1-3 0,0 0-3 0,2 0-6 16,4-1-3-16,0 1-9 0,2-2-6 0,2 1-23 0,2 0-21 0,3-1-57 16,3 1-98-16,4-4-92 0,2 0-130 0,3-3-57 0</inkml:trace>
  <inkml:trace contextRef="#ctx0" brushRef="#br0" timeOffset="29766.57">10221 3379 372 0,'-19'-15'48'0,"-6"0"-32"0,-4-1 11 0,2 7-4 16,5 2-5-16,4 2-4 0,1 2-6 0,0 1-4 0,1 3-1 0,-3 3-1 15,-2 2 0-15,-1 2 3 0,-4 2-5 0,-2 2 1 0,-1 2 0 16,-2 1-3-16,2-1 2 0,0 1 0 0,1 1 0 0,1 0 0 0,0 1 0 15,1 1-1-15,3-1 0 0,4 1 0 0,3-2-1 0,4 2 1 0,2 1-1 16,4-1 0-16,1 2 3 0,3 1 3 0,1 0 3 0,3 2 8 16,4 3 6-16,1-1 6 0,4 2 2 0,4 0-1 0,3 1-4 0,4 0-3 15,4 1-2-15,1 2-1 0,3 2-6 0,0-1-2 0,0 2-6 16,0-2-1-16,1 3 0 0,-1 0-3 0,0 0 0 0,0 1 0 0,-3-3-5 16,0 0-1-16,-1 0 1 0,-1 1 0 0,-3-1 5 0,0 1-1 0,-1-2-2 15,-2 1-1-15,2-2 4 0,-2-1 3 0,0 0 4 0,1 1 1 16,1-3-4-16,0 0 0 0,3-2-5 0,0-1-2 0,-1-1-7 0,-1 2-17 15,-1-1-35-15,-3-3-49 0,1 1-83 0,0-3-107 0</inkml:trace>
  <inkml:trace contextRef="#ctx0" brushRef="#br0" timeOffset="34080.66">24439 5421 11 0,'-7'0'8'0,"1"2"0"0,0 0-2 0,-1 0-2 0,1 0 1 0,0-1-1 16,0 1 0-16,-1 0-1 0,0 0 1 0,1 1 3 0,0 0 2 0,0-1 2 15,0 1 2-15,0 0 10 0,0-1 7 0,-1 1 5 0,2 0 10 16,-1 0-1-16,1 0-5 0,1-2 3 0,1 1-9 0,-1-1-8 0,0 1-1 15,0-1-4-15,2 0 0 0,0-1 0 0,0 0-1 0,0 1-3 0,0-1-1 16,0 0 1-16,0 0-2 0,0 0 0 0,1 0-2 0,0-1 0 16,0 0 0-16,0 1 1 0,0-1-2 0,1 1-2 0,-1-1-2 0,1 1-4 15,0-1 2-15,0 0-1 0,1 0 1 0,0 0 1 0,0 0-3 16,0 0 0-16,1 0-2 0,1-1 0 0,-1 0 1 0,2 0 1 0,-1 0-1 16,1 0-2-16,0 1 0 0,2 0 0 0,0-1 1 0,1 0 1 0,1 0-1 15,0-1-1-15,3 0 0 0,-1 0-1 0,2 0 0 0,2-2 0 16,0 0 1-16,0 0 0 0,0-1 1 0,2 0-1 0,1 1 0 0,1-2 2 15,-2 0-2-15,1 0 3 0,0 0-1 0,-1 1 3 0,1 0-1 0,0 0 1 16,-2 1 1-16,-2 0-3 0,2 1 1 0,-2-2 0 0,1 1-3 16,0 0 1-16,-1-1 1 0,2 0-1 0,0-1-1 0,1-1 0 0,-1 0-2 15,1 0 0-15,0 0 1 0,-1-1-1 0,-1 0 1 0,1 1 0 16,-1-1-2-16,-1 1 1 0,-1 0 4 0,-1 2-2 0,-1-1 3 0,0 1-2 16,-1 1 0-16,0 0-1 0,-3 1 1 0,-2 1-1 0,0 1 0 0,-2 0 1 15,0 1 0-15,-1 1 0 0,-2 0-1 0,0 1 0 0,-1 0 1 16,-1 1 0-16,0-1 0 0,0 1 1 0,-2 1-2 0,0-1 0 0,-1 0 0 15,-1 0 0-15,0 0-2 0,-1 0 2 0,1 1-1 0,-2 0-1 16,1 1 0-16,-2-1-2 0,-1 1-1 0,-1-1 3 0,0 2 2 0,-1-1-1 16,0 1 1-16,-1 0 1 0,-1 1 1 0,-2 0-2 0,1 1 3 0,-1-1-1 15,0 1-2-15,2-1 1 0,0 0-1 0,-1 0-2 0,2 1 4 16,0-1 0-16,1 0 0 0,-1 0 0 0,0 0-2 0,1-1 0 0,0 0 0 16,0 0 1-16,1 0 0 0,0 0 0 0,1 1 1 0,0 0 1 0,0-1-1 15,-1 0 2-15,0 0-1 0,1 0 1 0,1 1 1 0,1 0-1 16,-1-2 1-16,0 1 1 0,1-1 0 0,0-1-1 0,1 1-1 0,1-1 3 15,0 0 2-15,0 0-3 0,1 0 1 0,1 0-3 0,0 0 0 0,1-1 2 16,0 1-2-16,1-1-2 0,0 0 0 0,1-1-3 0,0 0 2 16,1 0 0-16,0-1-1 0,0 1 2 0,1-1-1 15,-1-1 1-15,0 1 1 0,0-1-1 0,-1 0 0 0,1 0 0 0,-1 0-3 0,0 0 2 0,1 0-1 16,-1-1 0-16,0 0-1 0,1 0-1 0,-2 1 2 0,1-1 0 16,1 0 0-16,-1 1-2 0,1-2 2 0,-1 2-2 0,1-1 0 0,1 0 2 15,-1 0-3-15,1 0 2 0,0 0 1 0,0 0-3 0,1 0 2 16,0 1-1-16,0-1 1 0,1-1 0 0,0 1 0 15,1-1 0-15,0 0-1 0,1-1 2 0,-2 0-2 0,2 0 0 0,0-1 2 0,1 1-2 0,-1 0-2 16,1 0 3-16,0 0-2 0,0-1 1 0,0 1 2 0,0 0-3 16,1 1 0-16,-1 0 2 0,0 0-2 0,-1-1 4 0,0 1-2 0,1 1-1 15,-1 1 2-15,-1 0-2 0,1 0 0 0,-1 1-1 0,1 0-1 16,0 1 0-16,0-1 0 0,0 1 0 0,1 0 1 0,0-1 0 0,0 0 0 16,1 1-1-16,1-1 2 0,1 1 0 0,1-1-1 0,2 0 2 0,0 0-2 15,1 0 0-15,0-1 1 0,2 0-1 0,1 0-1 0,3-1 3 16,-1-1-2-16,2 0 1 0,1-1-3 0,-1-1 2 0,2-1 1 0,1 0-1 15,-1 0 2-15,3 0-2 0,-1 0-1 0,0-1 1 0,-1 0 0 0,-2 0 0 16,0 1 0-16,-1 0-1 0,-1 0 2 0,-3 1 0 0,1 0-1 16,-1 0-1-16,0 1 3 0,-1-1-3 0,-1 1 1 0,-1 0-2 0,-1 0-5 15,0 0-4-15,-1 0-4 0,0 0-6 0,0 0-12 0,0 0-9 0,0-1-13 16,0 0-15-16,-1 0-9 0,1-1-16 0,-1 2-25 0,0-1-102 16</inkml:trace>
  <inkml:trace contextRef="#ctx0" brushRef="#br0" timeOffset="34730.05">27289 4921 50 0,'28'-1'35'0,"4"-1"2"0,7 1-4 0,-4 0 2 0,-3 0-1 0,-1 1-3 16,0 0-5-16,-2 0-7 0,0 0-7 0,-2 0-7 0,-1-1-13 16,-1 0-14-16,-3-2-38 0,1 0-118 0</inkml:trace>
  <inkml:trace contextRef="#ctx0" brushRef="#br0" timeOffset="36874.96">14945 6539 25 0,'1'-5'24'0,"1"0"1"0,1-1 4 15,1 1-1-15,1 0 0 0,0 0-1 0,2 0-4 0,3-1-1 0,3-1-5 16,3-1-1-16,2-1 0 0,2-1 1 0,3-2 3 0,3 1-2 16,4-2 2-16,2 0-3 0,3-1 0 0,1 0 0 0,4 0-3 0,1-2 0 15,3 2 0-15,2 0-2 0,2 1-2 0,0 0 0 0,2-1-2 16,2 1 0-16,1 2-2 0,0 2 1 0,2 1-2 0,-2 2-3 0,-1 1 3 15,2 1-3-15,-1 2 0 0,0 1-1 0,-1 3-1 0,-1 2 0 0,-1 1-2 16,1 2 2-16,0 2 2 0,-1 1-2 0,1 4 0 0,-1 2 1 16,-1 1-4-16,-1-1 0 0,-1 1 0 0,0 1-1 0,-1-1 1 0,-1 2 1 15,-2-2 0-15,-1-1-1 0,0-1 3 0,-3-1-2 0,1-1 2 0,-1-1 0 16,-4-1 0-16,-1-2 0 0,-5 1 3 0,-3 1-2 16,-3 0 0-16,-3 1 2 0,-2 1-1 0,-2 2 2 0,-3 1-1 0,0 1 2 0,0 1-2 15,-1 1-3-15,0 2 3 0,-3 0-1 0,1 3-2 0,-3 2 1 16,-2 1 0-16,-3 3-6 0,-3 1 2 0,-2 3 0 0,-5 1-3 0,-4 0 0 15,-3 4-2-15,-7-1 0 0,-2 2 0 0,-3 0 3 0,-5-1-2 0,-2 1-1 16,-4-4-2-16,-4 1-4 0,-2-1 0 0,-5-1-2 0,-2 0-3 16,-3-1 2-16,-5 0-2 0,-3-2-2 0,-3-1 1 0,-1-2 2 0,-3-2 4 15,0-5 3-15,-1-1 5 0,0-3 4 0,-1-3 3 0,2 1 6 0,-1-3 2 16,0-2 4-16,3-2 2 0,2-4 0 0,4 1 1 0,4-3-5 16,4-2-3-16,5-2-5 0,3-1-3 0,4 0-3 0,5-2-3 0,3 1-3 15,4-3-8-15,4-2-7 0,4-1-24 0,3-2-53 0,4 0-43 16</inkml:trace>
  <inkml:trace contextRef="#ctx0" brushRef="#br0" timeOffset="67821.75">6478 8469 600 0,'-9'4'36'0,"-1"1"-19"0,0 1-8 16,4 1-2-16,3-1 5 0,2 0 2 0,1 0-1 0,0 0-2 16,1-1-5-16,2 1-2 0,0 0-1 0,3 2-2 0,0 1 1 0,1 0 1 15,1 2-3-15,0-1 1 0,3-1 1 0,-3 1-2 0,1-1 3 0,-1 0 0 16,0 0 0-16,2 0 3 0,1-1 0 0,-1 2 3 0,1 0-2 15,1 0-2-15,0 0-1 0,2 0 0 0,1-1-3 0,1 0 1 0,2 0 0 16,0 0 1-16,0-1-1 0,2 0 1 0,1-2 1 0,0 1-4 0,1-3 1 16,2 0 0-16,-1-1 1 0,2 0 1 0,0 0 1 0,2-1 0 15,1 0-1-15,1-1 3 0,-1 0 2 0,2 0 5 0,1 0 6 0,2-2 7 16,1 1 3-16,3-1 3 0,-2 0 3 0,1 0-1 0,1-1 2 16,1 1-2-16,2-1-3 0,0 0-1 0,1 1-5 0,2-1-3 0,0 0 3 15,2 0-1-15,0 1-1 0,1 0-4 0,2 1-7 0,0 0-1 0,1-1-2 16,3 0 2-16,-2 0-1 0,1-1 0 0,1 0-7 0,0 0-1 15,0 0-2-15,0-1 0 0,2-1 4 0,-1 0-2 0,2 0 4 0,1-1-3 16,1 1 2-16,0-1-1 0,0 0-1 0,0 0 4 0,0 0-1 0,0 0 2 16,1 1 0-16,-1-2-2 0,-2 1-1 0,3 0-1 0,-1 0 3 15,-1 0 1-15,1-1 0 0,-1 1 0 0,1-1-2 0,0 0 0 0,0-1 1 16,0 1 0-16,-1-2 0 0,-1 0 0 0,3-1 3 0,-2-1-4 16,1-1 3-16,1 0 1 0,-3-1-4 0,1-1 0 0,-1-1 0 0,-1 1-5 15,0 1 4-15,-1-2 2 0,0 1-3 0,-1 0 1 0,2 1 4 0,-2 1-3 16,0-2 3-16,1 0 4 0,-3-1-1 0,1 0-2 0,0 0-6 15,0-1-3-15,-1 1-2 0,-2 0 4 0,0 1-3 0,-1-2 4 0,0 0-10 16,-1 0 6-16,1 2 7 0,-2-1-3 0,1 0 5 0,-3-1-3 0,0 0-3 16,0-1-3-16,-2 0 1 0,-1 0-2 0,0 1 1 0,-3-1 3 15,1 0-4-15,-1 0 1 0,-2 2 1 0,0-1 3 0,-3 0-1 0,1-1 1 16,-1 0-3-16,-2-2-1 0,-2-1 2 0,-2 0 1 0,-3-1 0 16,1-2 2-16,-1 1 0 0,-2-3 4 0,-1 0 0 0,-1 2-2 0,-4-3-1 15,0 0-1-15,-1 1 3 0,-2-2 0 0,-2 2-4 0,-2-3-3 0,-1 2 11 16,-2-1-3-16,-3-2 9 0,-2 0-2 0,-1-2-8 0,-3 0-3 15,-3-1 0-15,-2 1-1 0,-2-1-2 0,-4 1 0 0,-3-1 0 0,-1 1-4 16,-2-1 6-16,-4 1-4 0,-2 0-5 0,-4 3 4 0,-1 1-3 0,-5 2 1 16,-2 0 3-16,-3 1-3 0,-4 1 2 0,0 1-8 0,-3 0 2 15,-3 2-1-15,-3 0 8 0,-3 1 7 0,-2 3-5 0,-3-1 4 16,-1 1-8-16,-4 1-4 0,-1 2 3 0,-4 0-1 0,-2 0 0 0,0 1 7 16,-3 2-3-16,-1 0 2 0,-1 3 1 0,-2 2-4 0,-1 0 1 0,-1 2 0 15,-2 3 0-15,0 2 2 0,-3 2 0 0,0 0 4 0,-1 4-3 0,-2 2 0 16,1 2-1-16,-2 3-3 0,1 0 5 0,-3 4-4 0,1 2 0 15,-2-1-7-15,0 4 7 0,1 1-1 0,-2 5 4 0,2 2 3 0,2 1-3 16,1 1 4-16,1 1-7 0,5 1 5 0,0 1-4 0,3 1 1 0,3-1-1 16,1 0-2-16,2 0-3 0,4 0 1 0,2 2-6 0,3-1-13 15,2 1-35-15,3 2-69 0,3-1-61 0,1 2-66 0,3 3-63 0,0 1-306 16</inkml:trace>
  <inkml:trace contextRef="#ctx0" brushRef="#br0" timeOffset="94771.57">3687 2387 1028 0,'-52'2'-88'0,"-1"2"148"0,-12 5-35 0,9 5-8 0,8 3-5 16,0 2-3-16,2 1-1 0,0 2-6 0,3 2-7 0,1 2-2 15,-1 5-1-15,2 1 1 0,1 5 4 0,-1 1-2 0,2 4 1 0,0 3-2 16,-2 2-1-16,2 3 3 0,-2 1-3 0,-2 2 5 0,-1 0 4 16,-1 2 0-16,2 2-3 0,-1 0 7 0,2 3-1 0,0 2 5 0,-1 3 15 15,1 3-1-15,0-2-2 0,-2 3-3 0,3-2-5 0,1 0-6 0,0 2 7 16,1 1 12-16,0 1 0 0,-1 2 3 0,1 1-1 0,2-1-7 15,2 1-6-15,4 1-3 0,0-3-4 0,3 1-5 0,14-36 0 0,-3 9 0 16,0 0 1-16,-1 10 14 0,-1 3 3 0,-4 10 0 0,1 3-3 0,-3 10-6 16,1 2-6-16,1 3 0 0,0-1 3 0,2 4-1 0,1-1-1 15,1 2-2-15,3 1 1 0,0 0-1 0,1 2 1 0,2 0 2 0,2 0-3 16,0 2 6-16,1 0 6 0,2 1 2 0,0 1 0 0,2-1-10 0,2 1-2 16,2 1-5-16,0 0 9 0,1-1 3 0,2-1-4 0,2 0 5 15,0-1-9-15,2 2-3 0,0-2-9 0,1-1 11 0,1 1 5 0,1-1-1 16,1 2 15-16,0-2-18 0,1 1 0 0,1-2 0 0,2 1-2 15,0-2 4-15,1 1 0 0,1-1 3 0,1-1 1 0,0 0-1 0,1-2-6 16,2-1-16-16,1-2 0 0,1-1 2 0,19 72 10 0,0-26 16 16,-5-21 0-16,-5-21 4 0,-2-10 14 0,-2 2 9 0,3 1 1 0,-2 1-7 15,3-2-18-15,2-1-8 0,2-2-4 0,0-1-4 0,-1-3-4 0,-1 0 2 16,0 0 3-16,0-3 2 0,1 0 1 0,1-1-5 0,0-1-2 0,1 0-10 16,0-3-6-16,0-1 3 0,-1-1-2 0,0-1 12 0,1-1 5 15,-2 0 0-15,1 0 3 0,-1-1-3 0,3-1-2 0,-1-2-1 0,2 0-4 16,-2-4-1-16,-1 0 7 0,1-1 0 0,0-3 1 0,4 0 3 15,-1-3-4-15,0-2-1 0,2-2-2 0,0 0 1 0,1 0 2 0,3-4 1 16,0 0-2-16,1-2 0 0,1-1-4 0,3 0-3 0,-1-4-3 0,1 0 1 16,0-1 2-16,1-1 2 0,2 0 8 0,0-1-5 0,0-1 1 15,2-2 1-15,0 0-2 0,0-2 0 0,2 0-2 0,-2 0 4 0,2-2-1 16,1 1 3-16,-2-2-2 0,2-2-1 0,-1 0 1 0,1 0-4 0,0-2 4 16,-1 0-4-16,0 1 5 0,2-1-4 0,0 0 2 0,0-1 5 15,2 0-3-15,-2-3 7 0,2 2-6 0,0-2-4 0,0-1 0 0,2-2-7 16,1-4 2-16,0 1 3 0,0-1-3 0,-1 1 5 0,0-1 7 0,1 0-1 15,1-1 0-15,1 0-3 0,0 0-6 0,-1 0 3 0,-2 1 4 16,4 1 0-16,-1-1 4 0,-1 0 0 0,2 0 2 0,-2 0 5 0,0 0-9 16,2-2-2-16,1 2-1 0,0-2 0 0,1 1 3 0,1-2 0 15,-1 1 2-15,1-1 4 0,1-1 0 0,-2 0 1 0,2-1 0 0,-1-1-5 16,1 0-1-16,0-2-2 0,0-1-1 0,1-1 4 0,-1-1 1 0,1-1-2 16,-2 0 2-16,2-1 2 0,0 0-11 0,1-2 3 0,-1 2-2 15,2-1-1-15,-2 0 5 0,1-1-4 0,-1 0-1 0,-2-1-4 0,1 0 1 16,0 1-9-16,-1 0 7 0,-1-2-4 0,0 0-1 0,0 0 16 15,0 0-3-15,-1 1 4 0,-2-1-1 0,-1-2-4 0,-1-1-4 0,-1-2-1 16,-1 1 2-16,0 0-2 0,1-2 3 0,-2 0 0 0,0-1-3 0,-3-1 0 16,0 0 6-16,-2 1-3 0,1 0 3 0,-1-2-3 0,0-1-3 15,-1 0 4-15,-1 0 5 0,0-1-3 0,0 2 3 0,-2-2-3 0,1 0-3 16,-2 2 2-16,0 0-5 0,0 0-5 0,1 1-1 0,-1 0 2 0,0-1 4 16,-2-1 1-16,1 2-1 0,-2-1 2 0,0 0-1 0,-2 1-4 15,-1-2-3-15,-1 1 9 0,-3 2 0 0,0-3 6 0,0 0 2 0,-1 1-4 16,-2 0-11-16,1 0-2 0,-3 1 4 0,1 0-2 0,-1 0 10 15,-1-1 1-15,-1 3-2 0,-2-1-2 0,1-1-2 0,0 1 2 0,1-1 0 16,-1-1 0-16,2 1-1 0,-4-2 1 0,1 0-2 0,-2 0-2 0,0 0 2 16,-1 0 1-16,1 1-2 0,-2 0 3 0,1 0-12 0,-1-2 0 15,-3 2 4-15,1-1-3 0,-3 0 13 0,1 2-1 0,-1 1-7 0,-2-1-1 16,1 1 1-16,-2 2 6 0,-2-1 9 0,0 0 0 0,0 0-2 0,1 0-8 16,-2-1-2-16,2 2-2 0,0-1 7 0,0 1-4 0,0-1 4 15,0 0-2-15,-1 1 0 0,1 0 0 0,-1 0-5 0,0 1 2 0,-1-1-5 16,1 2-3-16,1-2 7 0,0 0 0 0,-1 0 2 0,0 2 2 15,0-3-3-15,-1 1 0 0,0 0 2 0,-1 1-2 0,0 1 3 0,-3-1-9 16,1 0 2-16,1 1 3 0,0-2-6 0,0 1 11 0,-1 0-4 0,1-1 0 16,-1 1 3-16,-1-2-3 0,0 1 6 0,-1 1-4 0,1 1-1 15,0-1 1-15,-1 0 0 0,-1 0-2 0,-1 1 0 0,-1 0-3 0,1 1 0 16,0 1 6-16,-1-1-8 0,1 2-5 0,0-1-7 0,-2-1-14 0,1 0-1 16,1 0-12-16,-1 2-5 0,1 1-2 0,0-1-2 0,0 2-4 15,-1-1-9-15,0 2-6 0,1 0-6 0,0 0 1 0,-1 1 5 0,0 1-4 16,-1-1-6-16,0-1-6 0,0 1-3 0,-1-2-3 0,1 1 5 15,0-1-2-15,-1-1-4 0,1 0-4 0,-1-3 1 0,1 0 1 0,-1-2-3 16,0-1-72-16</inkml:trace>
  <inkml:trace contextRef="#ctx0" brushRef="#br0" timeOffset="96040.15">11943 9067 483 0,'-9'-1'223'0,"1"2"-176"0,1 3-15 0,3 4-22 16,3 2-4-16,2 1-4 0,1 2 1 0,3 2-1 0,-1 1-2 15,3 3 0-15,1 0-3 0,0 2-2 0,1 1 1 0,-1 1-5 0,1 1 0 16,-1 1-1-16,1 1 1 0,0 0 3 0,-1 1 2 0,-1 1 4 15,-2 0-1-15,-1-2 0 0,-2 1 1 0,0-2 3 0,-2 3 5 0,-1-1 3 16,-1 3 1-16,-1-1-1 0,-1 0 0 0,1-1 1 0,-2 0 1 0,0 1 0 16,0 0-1-16,-1 1 3 0,1-1-1 0,1-1 1 0,1-1-4 15,-1 0-3-15,2-2-2 0,-1 1-2 0,2 0 0 0,0 0-2 0,0 0-2 16,2-1 3-16,-1-1-6 0,1 0 4 0,0 0 6 0,1 0-2 0,-1 0 8 16,1 1-2-16,-1-1-8 0,0 2 7 0,1-1-4 0,-1-1-2 15,1 1-2-15,2-1 0 0,-1 1-1 0,2 0 3 0,-1-2-1 0,1 0-7 16,1-1 4-16,-1 0 0 0,1-2 1 0,1-1-1 0,-1-1-1 15,0-2-1-15,-1 1-3 0,2-3 3 0,0 1-2 0,1-1 1 0,0-1 4 16,2-2-2-16,-1-1 3 0,-1 0 1 0,1-1 0 0,1-1 2 0,0 0 1 16,0-1 0-16,3-1 2 0,-2-1 3 0,2-1 0 0,1 0-1 15,-2-1 2-15,0-1-1 0,1 1 4 0,0-1 3 0,1 0-1 0,0 0 0 16,0-1 0-16,-1 1 0 0,2-1-1 0,1-1 2 0,0 1 2 0,0 0-5 16,0-1-1-16,1 1 1 0,-1 0-5 0,3 0 7 0,0 1-2 15,0-2-6-15,0 1 0 0,2-1-7 0,1 0-4 0,-1 0 8 0,2 0-1 16,1 0 5-16,2-2-5 0,1 1 1 0,0-1-4 0,1 0 1 15,0 0 5-15,3-1-11 0,-1 0 9 0,3 0-5 0,-1-1-1 0,0 0 4 16,1-1-2-16,0 1-4 0,3-1 5 0,-1 0-1 0,1 1-5 0,-1 0 2 16,1 0-2-16,-2 1-2 0,1-1 7 0,1 1-1 0,-1 0-3 15,2 1 1-15,-1-1-3 0,0 1 4 0,2 0 3 0,0 0-2 0,1 1-1 16,-1 0-1-16,1-1-3 0,2 0 7 0,1 0-2 0,1-2 0 0,2 2-2 16,-1-1 1-16,1-1 0 0,1 0 1 0,1 0 0 0,0 0-2 15,0 2 1-15,1-1-1 0,0 1 0 0,0 1 3 0,-1 0-2 0,0 0 6 16,0 1-4-16,1 0-4 0,-2 0 4 0,0 1-7 0,0 0 7 0,-1 1-2 15,-1 0 2-15,1 0 4 0,0 0-4 0,0 0 2 0,-1 0-2 16,-1 0-1-16,0 0 5 0,-1-1 1 0,1 0 1 0,-1 0 5 0,0-1-1 16,0 1 5-16,-1-1 0 0,2 1-7 0,-1-1 6 0,0 0-4 15,1 0 0-15,-1 1-1 0,0-1-3 0,0 1-2 0,-2 0-1 0,0 0 1 16,1 0 2-16,0 0-2 0,-1 1 0 0,1 0 1 0,-2 0-3 0,-1 1 4 16,1-1-10-16,-3 0 4 0,0 0-2 0,1 0 0 0,-2 0 2 15,2-1 1-15,-2 1-6 0,0 0 3 0,-1-1 1 0,0 0 2 0,1 0 8 16,0 0-4-16,1 0 0 0,-3 0 2 0,0 0-5 0,-2 0-3 0,0-2 2 15,-2 3-7-15,3-2 1 0,-2 1 4 0,0 0 2 0,-2 0 1 16,1-1 0-16,-2 0-4 0,3 0-3 0,-2 0 4 0,1 0-2 0,-1 0 7 16,-2-1-4-16,-1 0 2 0,0 0-2 0,1-1-1 0,-1 0 3 15,1 1-5-15,-2-2 0 0,2 1 1 0,-1 1-3 0,-3-1 2 0,2 1 1 16,-2 0 0-16,1 0-1 0,-1 0 4 0,0 1-4 0,1-1 2 0,0-1 2 16,0 1-7-16,0-1 7 0,-1 0-2 0,0 0 0 0,0 1-1 15,0-2-1-15,2 1-4 0,0-2 4 0,0-1 2 0,1 0-1 0,-2-1 2 16,1 1 1-16,0-1-2 0,-1 0-1 0,1 0-1 0,0-1 0 0,1 0 3 15,0 0 0-15,-1 1-1 0,0-1-5 0,-1 0-2 0,1 1 2 16,-2-1 1-16,-1 0 3 0,1 0-2 0,0 0 5 0,-2 0-4 0,1 0 0 16,0-1 2-16,-2 0 0 0,1-1 1 0,-1 1-1 0,-1-1 0 0,0 0 1 15,1 1-1-15,0-1-5 0,-1-1 5 0,0-1 1 0,-1 1-2 16,-1-1 5-16,0 2-7 0,1-3-1 0,0 1 1 0,-1-1 4 0,1 0-1 16,0 2-2-16,-2-2-2 0,0 1-1 0,0-1-3 0,-2 0 3 15,0 1 1-15,-1-1 2 0,0-1 6 0,-1 0-5 0,-1-1 5 0,0 1-4 16,-1 0-2-16,-2 0 4 0,2 0-6 0,-1-1 3 0,0 0-1 0,0 0-6 15,1 0 10-15,-1 0-3 0,-1 1 1 0,1-1 3 0,-1-3-9 16,0 0 1-16,1 1-1 0,-2-3 1 0,1 0-4 0,-1 1-3 0,0-2 3 16,-1 0 1-16,1 1 1 0,0-3 4 0,0-1 2 0,-1-1-2 0,0-1 2 15,0-1 2-15,-1 1 0 0,-1-1 2 0,0 3-2 0,-1 0 3 16,-1 0-1-16,1 2 2 0,-1-1 7 0,1 0-4 0,-1 2-2 0,0 0 1 16,1 1-5-16,-1 0-5 0,0-1 1 0,-1 2-1 0,1 2-1 15,0 1 8-15,0-1-1 0,0 1-5 0,0 1-2 0,0 0-3 0,0 1-1 16,0 1 0-16,1 1-5 0,-1 1 0 0,-1 1-2 0,1 0-1 0,-1 1-5 15,-1 0-1-15,1 1-8 0,0 0-5 0,1 1-11 0,-1 2-15 16,0 0-18-16,0-1-28 0,0 1-25 0,0 1-21 0,0 0-23 0,-1 0-15 16,0 0-17-16,-1 0-83 0</inkml:trace>
  <inkml:trace contextRef="#ctx0" brushRef="#br0" timeOffset="96972.15">12145 9110 986 0,'-5'-11'171'0,"2"0"-122"16,3-1-40-16,6 5-16 0,6 1 1 0,4 0 1 0,5-1 1 0,4 1 1 15,1 1-1-15,4 0-3 0,2 2 5 0,4 0-1 0,3 1 1 0,3 3-5 16,2 1-5-16,-1 1-5 0,-1 0 1 0,2 0 3 0,1 1 3 15,-1 0 7-15,1 0-3 0,1 0 3 0,0 0 2 0,0-1 2 0,1 1-1 16,-1-2 0-16,1 2-1 0,0-1-5 0,0 0 11 0,-1 0-2 0,1 0-2 16,-2-1 6-16,0 0-5 0,-1-2 5 0,1 1 3 0,-1-1 2 15,1 0 6-15,1 0 4 0,0 0 5 0,0-1 1 0,1-1 0 0,1-1-4 16,3-1 2-16,-2 0-2 0,3-1-2 0,-1 2-1 0,-1-1-2 0,2 0 0 16,-1 0-2-16,0 1 1 0,0 0 0 0,-1 1-1 0,0 0 3 15,0 1-2-15,1-1-1 0,-1 1-1 0,2 0-6 0,-1 1 1 0,1-1 0 16,1 1-3-16,2 0-2 0,-2-1-2 0,2 1 3 0,-1-1-2 15,2 0 3-15,0 1-2 0,1 0-2 0,-1 0 2 0,1 0-2 0,-2-1 0 16,2 0-1-16,0 0 4 0,0-2-3 0,-1 1-1 0,0-1 4 0,-1-1-3 16,1-1 5-16,1 1-3 0,-2 0-4 0,1-1 6 0,-1 1-4 15,1-2 1-15,0 1 0 0,-2 0-5 0,1-1 0 0,-4 2 2 0,-2-1 0 16,0 1 0-16,1 0-2 0,2 0 2 0,-1 0 1 0,-1 0 1 0,0 0-3 16,-3 0-2-16,0 0 4 0,1 1-4 0,-2-1 4 0,1 0 1 15,0 0-6-15,0 0 2 0,0-1 0 0,0 0 3 0,-1 0-6 0,1 0 6 16,-3 1-4-16,0 1-2 0,-2 0 4 0,0 1 3 0,1 0-1 15,0-2 1-15,2 1-2 0,-1 0-2 0,-1 1 6 0,-3 0-5 0,3 1 7 16,-2 0-4-16,1 0 1 0,1 0 2 0,-3 0-7 0,-1 0 6 0,0 0-2 16,-1-1 0-16,2 1 4 0,3-1 0 0,-1-1 0 0,-1-1 1 15,2 0-5-15,-2 0 2 0,-2 0-2 0,2 0 1 0,-2 0-1 0,0 1 0 16,1 0 1-16,-3 2-5 0,-2-1 3 0,-3 0-3 0,-1 1-1 0,-3 0 1 16,-1 1 1-16,-2 0 0 0,-1 0 3 0,-1 0-1 0,-3 1-6 15,0-1 5-15,1 1-1 0,-2 0-1 0,0 0 1 0,-1 1 1 0,-4-1-1 16,0 1 5-16,-2 0-1 0,-1 1-2 0,-1 0-1 0,-1 0 1 0,-1 1 2 15,0 1 1-15,0 0 2 0,-2-1-1 0,1 2-10 0,-1 0 3 16,-1 1 0-16,1 0 0 0,-3 2 7 0,1 1 3 0,0 1-4 0,0 1 4 16,0 0-2-16,-1 0-5 0,-1 2 0 0,0 2-6 0,-2 0 2 15,1 0-3-15,-2 3-2 0,0 0-1 0,0-1-4 0,-2 1-11 0,0 1-13 16,-1 1-14-16,1 1-29 0,-1 1-50 0,0-1-61 0,-1 1-67 0,-1-2-93 16,-1 0-67-16,-3 1 58 0</inkml:trace>
  <inkml:trace contextRef="#ctx0" brushRef="#br0" timeOffset="128524.14">29439 5265 445 0,'-7'-6'43'15,"0"1"-24"-15,0 0 0 0,0 4-5 0,1 2 2 0,-1 1-6 16,0 1 2-16,-1 1-4 0,-2 0-2 0,0 2-3 0,-2 0-3 0,-1 1 0 15,0 1-2-15,-1 1 4 0,1 1-2 0,-1 0 2 0,-1-2 0 0,-1 0 0 16,1-3 2-16,-1-1 2 0,0-3 1 0,-1-1 0 0,2 0 2 16,-2-1 0-16,0-1 0 0,3-1 5 0,2-1-4 0,-1-1 5 0,1 0-1 15,1 0 2-15,0 0 3 0,2-2 5 0,0 0 5 0,1 0 2 16,0 0 4-16,2 0-5 0,-1-2 1 0,2-1-5 0,0 0-3 0,2 0-3 16,1 0 0-16,1 0-1 0,1 1 1 0,2 0-2 0,1-1 1 0,2 1 0 15,2 0-1-15,2-1-1 0,2 2-1 0,3-2 0 0,2 0-1 16,5 1-3-16,4 0 2 0,2 0-8 0,5 3 4 0,1 1-7 0,2 0 2 15,2 2-3-15,2 0-5 0,3 1 3 0,1 2-5 0,1 0 4 0,1 2-1 16,2 0 0-16,-1 1-7 0,0 1-2 0,0 0 1 0,2 2 2 16,-1 1 0-16,0 2 7 0,-1-1-2 0,0 2-1 0,1 0 7 0,-1-1-5 15,-1 1 1-15,1 1 4 0,1 1-2 0,-1 1 1 0,-1 1 0 16,-1 0-5-16,-2 3-1 0,-3 1 4 0,0 1-2 0,-3 2 1 0,-3 2 2 16,-2 2-1-16,-4 4 5 0,-2 1 3 0,-1 4 0 0,-2 0 5 0,-1 1 1 15,-3 2 0-15,-4 2-3 0,-2 5-2 0,-1 0-12 0,-3 3 1 16,-3 3 10-16,-3 3-6 0,-3 4 2 0,-2-1 1 0,-4-2-19 0,-3-4 0 15,-2-4 1-15,-4-4-6 0,-3-4 3 0,-4-4 2 0,0-4 2 0,-3-4 6 16,-2-2 6-16,-3-3 6 0,-3-4 6 0,-4-3 7 0,-1-2 4 16,-2-2 6-16,-3-1 3 0,0-1 10 0,-1-4 8 0,-2-2 6 0,0-3 10 15,1-3 1-15,0-1-3 0,1-4-10 0,0-1 1 0,1-2-6 0,-1-3-3 16,0-2-3-16,1-4-10 0,0-3-8 0,1-1-3 0,-3-4-4 16,0-2-8-16,-2-5-14 0,-2-2-12 0,0-5 7 0,-3-4-5 0,2 0 6 15,2-2-3-15,1 1-10 0,3 1-2 0,2 1 8 0,6 6 1 16,7 5-2-16,7 2-4 0,5 3-8 0,5 3-9 0,5 2-8 0,4 3-25 15,4 2-58-15,5 1-81 0,4 3-99 0,7-1-354 0</inkml:trace>
  <inkml:trace contextRef="#ctx0" brushRef="#br0" timeOffset="155922.01">24895 7218 1083 0,'-9'15'-2'0,"-3"8"-6"0,-3 7 3 16,-1 6 0-16,5-9 3 0,1-2 4 0,1 1-1 0,1-1-2 0,0 0 2 0,2 2 1 0,2-1 0 0,1 2 5 0,3 1-1 15,1 2-6-15,3 1 7 0,1 4 1 0,3 2 0 0,3 4 5 16,1 2-6-16,3-1 2 0,1 2 2 0,3-1 0 0,4 1 2 0,3-4 0 16,4-3 0-16,1 0 3 0,5-5 3 0,1 0 4 0,2-5 10 0,4-4 7 15,2-5-2-15,0-3-1 0,2-3-6 0,0-3-4 0,0-1 6 16,-1-2-1-16,-2-2 4 0,0-1 1 0,-4-2 1 0,0-3 5 0,0-2 3 16,-1-2 5-16,0-3 3 0,0-2-10 0,-2-2 6 0,1-3-8 15,-2-3-3-15,-1-4 0 0,0-4-12 0,-1-2-7 0,0-4-7 0,-1 0 0 16,-1-4-9-16,-3-1-4 0,-2-3-7 0,-3-5-12 0,0 1-11 0,-1-2-4 15,-4 1-1-15,0-1 5 0,-3 2 3 0,-3 1 15 0,-3 0 4 16,-2-1 4-16,-2 1 5 0,-2-1-8 0,-3-1 4 0,-4 1-1 0,-3-1 3 16,-3 0 4-16,-2 0-5 0,-3 3 0 0,-3 4-2 0,-2 1-2 0,-3 3 3 15,-3 1 2-15,-2 3 1 0,-5 2 14 0,-4 3 1 0,-3 1 4 16,-1 2 6-16,-3 3-13 0,-2 1 5 0,1 2 0 0,-4 4-2 0,0 1-1 16,-1 2-6-16,-2 2 7 0,3 1-5 0,1 2 7 0,2 1-2 0,1 3-5 15,1 2 2-15,3 3-6 0,1 2-1 0,3 3-2 0,4 2-3 16,0 1-3-16,3 3-4 0,0 3 1 0,2 1-2 0,3 1-12 0,0 3-3 15,4 0 0-15,0 3-2 0,2 2 5 0,0 3-3 0,4-1-22 0,-1 1-36 16,2-1-65-16,1 0-69 0,2-3-59 0,0 2-32 0,1-4-3 16,1 0-162-16</inkml:trace>
  <inkml:trace contextRef="#ctx0" brushRef="#br0" timeOffset="156439.01">25578 6706 629 0,'-7'-12'82'0,"-1"-1"-59"0,-2-4-9 0,-1 0 3 0,-1 1 4 16,-3-1 5-16,-2-1 4 0,-5-1 3 0,-3 1-2 0,-4 0-2 0,-3 1 0 15,-4 2 1-15,-1 3 10 0,-2 1 12 0,-5 3 9 0,-1 4 10 16,-3 1-6-16,-1 4 1 0,-3 3-8 0,-2 2-8 0,-1 3-7 0,0 3-9 15,-4 2-7-15,2 3-1 0,-2 4 1 0,0 2-2 0,2 6 2 0,2 3-1 16,2 5 3-16,1 3 5 0,4 1-3 0,4 4-4 0,3 4-2 16,4 2-13-16,6 6 3 0,3 3 0 0,5 2-6 0,3 4 9 0,7 5 1 15,7 4 1-15,8 2 0 0,11 4-7 0,7 0-15 0,9 1-2 0,8 2-4 16,8 1-3-16,8 0 3 0,9 0-10 0,7 0-3 0,7-1-5 16,4 0-1-16,5-3 3 0,0-2-1 0,2-3 8 0,0-5-2 0,0-5 7 15,1-5 2-15,-3-6-1 0,2-5 8 0,-4-5-3 0,-2-5-1 16,0-3 7-16,-2-4 2 0,-2-5 2 0,2-1 8 0,-1-3-7 0,1-2-4 15,0-3 2-15,1-2 2 0,2-2 2 0,-3-3 12 0,0-4 5 0,0-3 7 16,-4-4 0-16,-1-4-4 0,-3-4 4 0,-2-3 2 0,-3-5 5 16,-3-6 2-16,-2-3 2 0,-4-5-2 0,-2-3-7 0,-3-5 5 0,-3-2-6 15,-3-6-1-15,-4-5 6 0,-1-3-11 0,-1-5-1 0,-4-4-7 0,-2-4-7 16,-5-3-8-16,-3-3-3 0,-4-2-1 0,-3-2-4 0,-5-2-1 16,-4-1-5-16,-4-5-8 0,-3-2-4 0,-5-2-4 0,-4-3-1 0,-4 0 0 15,-6 0 6-15,-2 2 0 0,-4-3 0 0,-5 5 2 0,-5 1-3 16,-5 2 4-16,-5 4 8 0,-4 1 4 0,-5 4 4 0,-2 5 4 0,-5 1-11 15,-6 3-4-15,-4 5-4 0,-3 5-3 0,-5 5 9 0,-3 8 8 0,-3 6 1 16,-3 7-4-16,-3 9-4 0,-3 6-4 0,-3 7 1 0,1 5-5 16,-3 7-3-16,2 6-15 0,-3 6-16 0,2 8-40 0,1 7-46 0,0 5-42 15,2 6-40-15,3 5-18 0,4 6-33 0,6 3-230 0</inkml:trace>
  <inkml:trace contextRef="#ctx0" brushRef="#br0" timeOffset="169329.3">26884 8790 627 0,'-17'21'-3'0,"1"-2"8"0,-5 4-3 0,4-5-2 16,3-7 1-16,0-1-1 0,0 0-3 0,1-2-5 0,2 1-13 16,3-3-8-16,0-2-10 0,2-3-13 0,2-3-8 0,2-2-14 0,1-4-31 15,2-1-84-15</inkml:trace>
  <inkml:trace contextRef="#ctx0" brushRef="#br0" timeOffset="169446.33">27093 8459 316 0,'13'5'164'0,"1"-2"-154"16,6 0-2-16,-1-4-1 0,-2-2 0 0,0-1-3 0,1 0 0 0,-1 1 0 15,-1-1 0-15,-1 0-6 0,-1 1-17 0,-1 0-38 0,-2 0-88 16,0 1-108-16</inkml:trace>
  <inkml:trace contextRef="#ctx0" brushRef="#br0" timeOffset="197061.82">5842 4914 599 0,'-25'-18'6'0,"-3"0"12"16,-4-2-1-16,5 6-2 0,5 3 0 0,4 0-3 0,0 1 2 0,2 2-6 16,2 1-7-16,1 3 0 0,2 1-7 0,1 2 0 0,1 1-3 15,2 1-4-15,-1 2 0 0,3 4 2 0,-2 1 3 0,-1 3 5 0,2 3 1 16,-2 0-1-16,1 1 3 0,0 4-3 0,0 3 3 0,0 3 0 0,2 3 0 16,-1 1-2-16,1 3-3 0,1 1 1 0,0 2 1 0,2 0 0 15,0 4 4-15,1 1-1 0,0 1 0 0,1 1 1 0,1 3-1 0,0-1-3 16,0 0 0-16,1 2 0 0,1-1-1 0,0-1 3 0,0 1-1 0,1 0-2 15,0-3 2-15,0 0 2 0,0 0 6 0,0 0 6 0,1 0-2 16,-1 2 0-16,-1 1-1 0,1-1 0 0,0 0-1 0,0-1 1 0,0-2 1 16,1-2 0-16,0 2-1 0,0-2 0 0,1-1-8 0,-1 1 4 0,1-1 0 15,0-1 0-15,1 3 4 0,1-4-5 0,2 1 1 0,1-2-4 16,2-1 2-16,-1 0 1 0,3-4-2 0,1 1 0 0,2-4-3 0,2-2 6 16,4-1-5-16,0-4 1 0,1 0 4 0,2-2-3 0,1-2 6 15,4-1-2-15,2-1 3 0,2-3 1 0,0 0 4 0,1-2 2 0,3-1 3 16,1 0 2-16,3-1 3 0,0-1-1 0,3 0 2 0,1 0-2 0,0-1-4 15,2 1 2-15,1-1-3 0,5-1-4 0,0 1 1 0,1-1-3 16,1 0 1-16,1-1-3 0,1-1-6 0,3-1-1 0,2-1-2 0,1 0 3 16,1-1 2-16,3-1 4 0,3-1 2 0,3-1-2 0,2-2 5 15,-2-1-7-15,2-1 1 0,1-1 2 0,0 0 0 0,0-2 1 0,3 0 3 16,-1 1 1-16,3-1 4 0,1 0 0 0,0 0-1 0,2 1 4 0,0-1 5 16,0 1-2-16,0 1 1 0,1 0-4 0,0 1-5 0,1 1 2 15,1 1-4-15,2 0-2 0,2 0 4 0,0 1-8 0,2 2-3 0,-3-2-1 16,2 1-3-16,-3 1 2 0,3 0-2 0,-1 0-3 0,0 0 2 0,2 0-2 15,-1 1 2-15,1-1-2 0,0 0 1 0,1 0 3 0,1-1 0 16,4-2 3-16,3 0-1 0,1-1 2 0,1 1-6 0,0-2 1 0,-1 0-3 16,-4 1-4-16,-6-1 0 0,-1 0-2 0,-4 0 5 0,1-1 4 0,1-2 1 15,1 0 1-15,-1-1-2 0,-2 0-3 0,0-1 0 0,-2 1 4 16,0-1-2-16,-2 1-2 0,-3 0 1 0,0 0-2 0,-3 1-3 0,-4 0-1 16,-2-1 3-16,-3 0 0 0,2-2 5 0,1 1-1 0,0-2 3 15,2 0 0-15,-2-1-4 0,0 0 7 0,-2 0-7 0,-6 1 5 0,-5 1 9 16,-1 1-10-16,-3-2 2 0,-1-1-6 0,-2 0-1 0,-4 2 4 15,-3-1 2-15,-1-1 0 0,-2 0 1 0,-2-1 2 0,-4-1 0 0,-1 1 0 16,-4-1-3-16,-3 1 2 0,0-3 1 0,-4-1 1 0,0 0 2 0,-2-4-2 16,-1 0 2-16,-1-3 1 0,-3 0 0 0,-4 0 5 0,-4 0 1 15,-3 0-3-15,-3-1-1 0,-3-2-3 0,-3-2-7 0,-2 1 7 0,-4-2-4 16,-2-3 3-16,-2-1 7 0,-3-3-3 0,-1 0 3 0,-4 2 0 16,-1-2-2-16,-1 0-5 0,-2-1-8 0,0-2 0 0,-2-1-6 0,-2 1-3 15,-2 0 8-15,-3-2-6 0,-1 1 11 0,-2-1-5 0,-2 0-3 0,-2-2 1 16,-2 0-25-16,-5-1-13 0,-4-3 2 0,-6-1 8 0,-4-1 13 0,0 0 18 15,1 0 6-15,1 3-1 0,3 1-4 0,1-1 6 0,-4 1-20 16,-1 1-1-16,-2 0 3 0,-3 3 0 0,0 1 10 0,0 1-2 0,0-2 1 16,-1 3-4-16,-2 0-7 0,-4 2-4 0,-5 4 2 0,-5 1 6 15,-2 3 2-15,0 1 10 0,0 4 5 0,0 3 0 0,-1 1 6 0,-2 3-4 16,-4 3-3-16,-2 3-5 0,-4 5-4 0,-3 3 2 0,1 4 0 0,-1 3 4 16,3 3 1-16,1 2-3 0,4 3 1 0,-2 5-6 0,3 2 0 15,-4 6-7-15,-2 4 5 0,-1 3 2 0,-2 4-4 0,-1 3 2 0,1 1-16 16,2 2-10-16,1 0-17 0,0 2-22 0,1 0-28 0,-1 0-32 0,-1 1-22 15,1-3-8-15,2-1 16 0,0 0 14 0,3-2 12 0,-1 0 12 16,-1-2 9-16,-3 1 17 0,-2-3 20 0,0 2 17 0,-3-1 15 0,3-1 7 16,1 1 11-16,1-3 4 0,-2 3 3 0,1-1-1 0,-3 5-3 0,-1 0-14 15,0 4-35-15,1-1-70 0,-3 3-49 0</inkml:trace>
  <inkml:trace contextRef="#ctx0" brushRef="#br0" timeOffset="214512.22">7396 11566 29 0,'0'20'10'0,"2"4"-5"16,1 5 0-16,2-1-2 0,0-3 1 0,2-1-1 0,1 2-1 16,1-3-2-16,1 0 1 0,3 0 0 0,0-1-1 0,3 1 0 0,4-2 0 15,1 3 1-15,3 0 4 0,4 1 5 0,0 1 3 0,3 0 4 16,-1 2 5-16,6 1 2 0,0 0-2 0,0 3 1 0,2 2-7 0,-3 0 2 16,2 2 2-16,0-1-2 0,1 3 0 0,4-1-4 0,-1-1-2 0,2 0-2 15,3-3-3-15,1-1-3 0,2-2 0 0,3 0-1 0,3-3 1 0,3 1-1 16,2-4-2-16,2-2-2 0,4 0-1 0,0-4 2 0,3 1 3 15,1-1-1-15,1-2-1 0,3-3-6 0,-1 0-1 0,2-1-5 0,1-1 0 16,-1-1-1-16,0 0-1 0,2-1-3 0,0-1 1 0,0-1 4 16,0 0 0-16,-1 0 2 0,1-1 1 0,-1-1-1 0,-1 1 0 0,1-1 3 15,-1 2 1-15,-2 0 1 0,-1 0 6 0,-1 2 4 0,-1 0 4 0,-2 0 3 16,-1 0 2-16,-1 0-1 0,-2 1-2 0,-1 0 0 0,1 1-4 16,0-2 0-16,1 0-2 0,0-3-2 0,1-1-2 0,-1-2 1 0,2-4-6 15,1-2 3-15,1-3-3 0,2-4-1 0,0-3 3 0,1-2 0 0,-4-2 1 16,1-1 0-16,-2-4 0 0,0-2-1 0,-2-3-1 0,-2-3 1 15,-2-3 0-15,-3-2 3 0,-1-2 4 0,0-2 8 0,-1-3 8 0,-1-2 7 16,1-1 7-16,1-2 0 0,0 0-6 0,-1-1-2 0,1 1 0 16,0 0-1-16,-2 1 1 0,1 0-5 0,1 1-4 0,-1 0-7 0,-1 1 3 15,1 2-4-15,-2 2-2 0,1 0-2 0,-3 1-4 0,-1 3 1 0,-1-1-2 16,1 3 0-16,-1-1-2 0,0 2 0 0,1-1-2 0,-1 1 0 16,-1 1 0-16,1 1-4 0,-2 1 0 0,0-2 3 0,1 1-5 0,-1-2-4 15,0 1-1-15,0-1-13 0,-1 1-9 0,0-1-11 0,0-2-11 0,2-1-1 16,3 3-6-16,-2 0-7 0,1 1-21 0,-3 2-49 0</inkml:trace>
  <inkml:trace contextRef="#ctx0" brushRef="#br0" timeOffset="-214667.31">14401 11036 784 0,'-23'6'97'0,"-1"0"-14"0,-8 3-15 16,5 0-16-16,3-2-14 0,4 1-10 0,3 0-6 0,1 0-2 0,3 1 4 16,2-1 0-16,1-1 4 0,4-1-2 0,1 0 0 0,1-1-4 15,2-1-1-15,0-2 1 0,2 0 7 0,0-1 7 0,1 0 6 0,0 0 2 16,0-1-7-16,-1 0-4 0,2 0-4 0,-1 0-4 0,1 0-3 16,2 0-6-16,-1-1-6 0,3 1 4 0,2-1-5 0,2 0 0 0,2 0 3 15,0 1-9-15,1-1 6 0,2 1 0 0,2 1-4 0,0 0 5 0,1 0-4 16,0 0 2-16,2 0 0 0,-1 1 0 0,2-1-2 0,0 1 0 15,0 0 2-15,1 0-4 0,0 1 0 0,1 1-1 0,1 1 0 0,-1 1-1 16,-1 0-2-16,0 1 4 0,-1 1-1 0,3-1-3 0,-2 3 0 0,-1 1-3 16,1 2 1-16,-2 2-4 0,-2 2-6 0,0 3-21 0,0 3-32 15,-2 2-31-15,-1 4-38 0,0 2-30 0,-2 3-20 0,0 3-7 0,-4 4-9 16,0 5-10-16,-3 4-38 0,-2 7-34 0</inkml:trace>
  <inkml:trace contextRef="#ctx0" brushRef="#br0" timeOffset="-185835.41">16957 8920 930 0,'-34'-13'192'15,"-1"1"-141"-15,-9-2-63 0,1 2-38 0,5 2-43 0,0 0-34 0,-2 2-19 16,0 0 15-16,-4 2 39 0,0 2 41 0,-2-2 42 0,-1 1 25 16,2 1 15-16,-1 0 2 0,-3 0-5 0,2 1-10 0,0 1-8 0,0-1-7 15,-2 3-1-15,3 0 0 0,0 2-6 0,-2 0 0 0,-1 1-6 16,-2 2-4-16,-1 2-3 0,0 3-2 0,-1 2 4 0,-2 3 5 0,-1 3-1 15,-3 2 4-15,1 3 2 0,-2 2 3 0,-2 1 3 0,-1 5 2 0,-2 0-1 16,0 2 0-16,1 2 4 0,1 1 0 0,1 1 1 0,1 1 6 16,3 1 5-16,2-1 4 0,3 2 0 0,1 1-5 0,2 1-5 0,2 1-4 15,4 2-1-15,2 2-1 0,3 0-5 0,3 1 0 0,2 1-2 16,4 3-3-16,1 0 4 0,4 2-5 0,1-2 1 0,2 2 1 0,2-1-2 16,2 2-1-16,0 1 0 0,5 0 0 0,0 1 2 0,2-1 2 0,3 2-1 15,2 0 0-15,2-2-1 0,3-1-2 0,3-2-1 0,2-2-2 0,3-2-2 16,5-1-2-16,2-2 1 0,2-2 1 0,5-1 2 0,3-3 2 15,1-3 0-15,4-2 2 0,2-3 3 0,3-2 0 0,3-2 1 0,3-1 1 16,4-4 1-16,2-1 1 0,5-3 0 0,2-5-1 0,2 0-1 0,4-3 2 16,2-2-2-16,3-2 4 0,4-3 1 0,3-2 0 0,1-2 4 15,5-2-1-15,0-1 3 0,2-2 0 0,5-2-1 0,0-2-1 0,4-1-2 16,3-1 0-16,2 0-2 0,2-3 0 0,4-1-3 0,-1-2-2 16,2 0 0-16,1-1 0 0,0 0-2 0,0-1-2 0,1-3 0 0,-2 1-3 15,0-2-7-15,-5-2-2 0,-1-1 0 0,-2-4 0 0,-2-1 10 0,-2-2 7 16,-3-4 3-16,-3-5 0 0,-3-2 0 0,-2-4 0 0,-4-3 1 15,-1-4 3-15,0-3-6 0,-4-5-15 0,-1-3-24 0,-2-4-40 0,-2-2-42 16,-1-5-131-16</inkml:trace>
  <inkml:trace contextRef="#ctx0" brushRef="#br0" timeOffset="-182336.22">12534 8862 84 0,'68'12'37'0,"9"-2"-7"0,20 4-4 0,-8-4-7 15,-7-2-4-15,-1 0-1 0,2 0-4 0,1-1-2 0,0-2 0 16,2-1-3-16,-1 0-1 0,2-2-2 0,-2 0-2 0,0-2 1 0,1 0-1 16,-2-1 0-16,3 0 0 0,0-1 1 0,-2-1 0 0,0-1 0 15,-2-2 0-15,1 0 0 0,-2-2-3 0,-1 0 2 0,1 1 1 0,-2 0 2 16,-1-2 0-16,-2-1-1 0,-1-1 0 0,-1-2-2 0,-3 0 1 0,-2-1 2 15,0 1-2-15,-1-1 2 0,-3-1 3 0,-1 0 3 0,-3 0 3 16,-1-1 4-16,-2-1 0 0,-2 1 3 0,-1 0 1 0,-2-1-2 0,-2-2 2 16,1 0-2-16,-4-2-4 0,-1-1-4 0,-3 1-1 0,-2-3-1 0,0 0-2 15,-1 1 3-15,-2-3 0 0,-1 1 0 0,-4-2 0 0,0-2-2 16,-2 1-2-16,0-3 0 0,-3 1 3 0,0-2 1 0,-4-2 1 0,-1 1 0 16,-2-4-4-16,0 1 0 0,-1-1-2 0,-4 0-1 0,-2 0-3 15,-3-4 1-15,-5 1-1 0,-2 0 2 0,-3-1-2 0,-4 2-3 0,-3 0 0 16,-4 2-7-16,-5-1-3 0,-5 2-5 0,-4 0-5 0,-4 0-7 0,-4 1-5 15,-4 0-8-15,-4 0-4 0,-6 3-1 0,-3-1-4 0,-6 4-1 16,-4-1-4-16,-4 0-51 0</inkml:trace>
  <inkml:trace contextRef="#ctx0" brushRef="#br0" timeOffset="-151592.64">14277 7318 213 0,'-6'-5'44'15,"0"-1"-20"-15,-2 0-12 0,3 1-7 0,2 0-5 0,0 1-4 0,1-1-1 16,0 0-1-16,1 1 1 0,0-1 1 0,0 1 0 0,-1 0 2 0,0 1 1 16,0 0 0-16,-1 0 4 0,1 0 0 0,-1 0 1 0,1 0 1 15,-1 0 2-15,0 0 1 0,0 1 0 0,0-1 0 0,1 1-1 0,-1-1 2 16,1 0 3-16,0 1 3 0,0-1 3 0,2 1 2 0,-1-1 0 0,1 1 3 16,0-1-2-16,1 0 0 0,1 0-2 0,1 0-3 0,0 0 0 15,0-1-2-15,2 0 0 0,0 0 1 0,1 0 0 0,1 0 3 0,-1 0 3 16,2 0 2-16,2 0 0 0,0-1-1 0,0 1-3 0,2 0-1 15,-1-1 0-15,0 2 2 0,2-1 0 0,0 1 0 0,2-1 1 0,-2 0 2 16,2 0 0-16,1 0-1 0,-1 1 3 0,-1 0-4 0,2 2 0 0,0-1-3 16,-1 2-3-16,0 0-2 0,0 1-1 0,-1 0-4 0,0 1-2 15,0 2-1-15,0 1-1 0,0 0 0 0,-1 1 0 0,-1 0 1 0,-3 1-1 16,1 1 0-16,-1 2 2 0,-1-1-2 0,-1 3 5 0,0 1-3 0,-2 1 1 16,0 0 1-16,-3 0 0 0,0 1-2 0,-1 0-1 0,0 0 0 15,-1-2-1-15,-1-1-3 0,-1 0 1 0,0 0-1 0,-2-1 0 0,0-1 3 16,-1-1-1-16,0 0 3 0,0-2 0 0,0 0-1 0,0-1 3 0,0-2 1 15,-1 0 0-15,1-1 0 0,1-1 0 0,-1-1-1 0,1 1 3 16,1-2-2-16,0 0 2 0,0 0 0 0,0-1-2 0,2 0-1 0,0 0-3 16,1-1 2-16,0 0-3 0,2 1-3 0,0-1 1 0,1-1-7 0,0 1 4 15,1-1 0-15,2 1-1 0,-1 0 2 0,2 0-2 0,2 1 6 16,0 0-2-16,1 0 3 0,2-1-3 0,0 2-1 0,3-1 2 0,2 1 1 16,1 1-2-16,0 0-1 0,1 1 0 0,1 1-2 0,-1-1 1 15,1 2 3-15,-1 1-1 0,0 0-2 0,1 1 2 0,-1 0-4 0,0-1 2 16,-3 2 3-16,-1 1-3 0,-1-1 6 0,-1 1-2 0,-2-1 0 0,0 0 1 15,-2 0 1-15,-1-1 0 0,-1-1 3 16,-1 2 1-16,-1 0 0 0,-2 0 1 0,-1 0 4 0,-1 0 4 0,-2 1 5 0,-1 0 5 0,-1-1-5 16,-2 2 1-16,-2 0-2 0,-1 1-4 0,-2-2-7 0,-2 1 3 15,0 0-6-15,-2 0 1 0,-1 1 5 0,0 1-10 0,0-2 5 0,-1 1-4 16,0-2 2-16,1 0 1 0,1-1 0 0,0-1-4 0,-1 0-2 0,0 0 0 16,1 0-1-16,0 0-1 0,0 1 2 0,-1-2-5 0,-1 2 4 15,0-1-4-15,-1-1-7 0,1 1 2 0,0 0-7 0,2-1-7 0,-1 1 5 16,0-1-9-16,1 0-5 0,1-1-4 0,-2 0-16 0,0-1-18 0,0-1-33 15,1 1-31-15,1-2-16 0,1-1-11 0,1 0-7 0,1-2-5 16,1 0-16-16,-1-3-110 0</inkml:trace>
  <inkml:trace contextRef="#ctx0" brushRef="#br0" timeOffset="-151189.64">14116 7729 1534 0,'-5'3'75'0,"1"1"-31"0,2 1-43 16,4 2-12-16,7 2-8 0,2 1 1 0,6 3-1 0,4 2 1 0,1 3-3 15,4 2-9-15,1-1 0 0,2 3-2 0,2 1-3 0,0-1-3 16,2 1-7-16,1-2 3 0,1-3 5 0,2 0 12 0,1-2 10 0,1-2 0 16,1-2-2-16,1 0-8 0,1-2-11 0,2-2-6 0,0-1-9 15,0-2 2-15,0-1 3 0,-1-3 7 0,0-1 7 0,0-2 6 0,0-3 8 16,-1-1 11-16,0-2 7 0,1-3 8 0,-3-2 7 0,-1-1 5 0,-1-4 5 16,-2-4 6-16,0 0 7 0,-2-6 11 0,-2-4 10 0,-2-1 13 15,-1-4 7-15,-2-2 0 0,-2-1-5 0,-4-3-9 0,-2-2-12 0,-4 0-4 16,-3-1-5-16,-6 1-11 0,-3-2-4 0,-6 0-13 0,-4 1-10 0,-5 0-4 15,-5-2-11-15,-5-1-3 0,-2 0-10 0,-5 0 7 0,-2 2-10 16,-6 0-4-16,-3 1-3 0,-3 1-15 0,-3 1-6 0,-4 1-16 0,-3 2-18 16,-4 4-14-16,-5 2-11 0,-4 4-20 0,-4 4-55 0,-6 3-146 0,-10 5-6 15</inkml:trace>
  <inkml:trace contextRef="#ctx0" brushRef="#br0" timeOffset="-110807.5">11649 6724 74 0,'14'-5'47'0,"1"-1"-24"0,4-1-10 16,-2 1-3-16,-3 0 3 0,-1 2 3 0,0 0 5 0,-1-1 4 0,-2 1-1 15,-3 0 3-15,-1 1 2 0,-3 1 4 0,-1 1 1 0,0 0 4 16,-1 1 0-16,-1 1 2 0,0 0 5 0,-1 1 2 0,0 0-1 0,-1 0 0 15,0 1-1-15,-1 0-2 0,1 0-3 0,-1 0 1 0,0 1-6 16,0 0-1-16,-1 0 6 0,1 0-2 0,-1-1 5 0,0 1 2 0,1 0-7 16,-1 0 8-16,1-2-3 0,0 0 3 0,2-1 6 0,0-1-6 0,1 0 5 15,0-1-1-15,2-2-6 0,0 0-8 0,2-2-5 0,2-2-5 16,2-1-7-16,3-1 0 0,1-1-4 0,1-1-2 0,4-1 4 16,2-3 1-16,3 0 0 0,2-2 0 0,4-1 2 0,1 1-2 0,3 1-1 0,3-1 3 15,1-1-4-15,3 1 0 0,2-1-1 0,3-1-5 0,4-1-2 16,2 2-3-16,2-3 0 0,2 2-7 0,3 1-1 0,3-1 3 0,3 1 1 15,2 2 8-15,3 0-3 0,4 1-3 0,2-1-3 0,0 4 1 16,2-1 1-16,-2 2 2 0,1 1 0 0,1 1 0 0,2 1 3 0,2 1 0 16,2 3-2-16,3-1-1 0,2 1-5 0,0-1 5 0,3 0 0 0,-2-2 1 15,4 0-3-15,0 0 0 0,-1 1-1 0,0 0 3 0,-3 2 2 16,-2 2-5-16,-1 1 3 0,0 1-2 0,0 2 0 0,1 3 3 0,-1 1-3 16,2 3 3-16,-1 2-5 0,-2 1 5 0,-2 3-5 0,1 1 0 0,-3 4 4 15,0 1-8-15,1 2-7 0,-3 3 10 0,0 1-1 0,-3 4 2 16,-4 2 9-16,-5 2-9 0,-2 1 2 0,-3 2-3 0,0 3 1 0,-2 2-1 15,-4 3-5-15,-2 3 3 0,-3-1 6 0,-3 2-2 0,-2 2-3 16,-2 1-4-16,-6 1-6 0,-1 0 5 0,-5 0 3 0,-1-1 6 0,-1 0 0 16,-3 0-1-16,-4-2-1 0,-3-2 1 0,-4-1 4 0,-4-3 0 0,-3-1 2 15,-3-1 1-15,-4-3-1 0,-3-5 0 0,-5-5 2 0,-1-6-4 16,-5-1 8-16,-2-5 0 0,-5-2 5 0,-1-3 5 0,-6-2 0 0,-3-2 0 16,-7-2 1-16,-6-3-3 0,-8-2-5 0,-7-2-9 0,-6-3-4 0,-6-2-3 15,-5-1-3-15,-6-2 3 0,-4 0-3 0,-6-1-1 0,-4-1-2 16,-6-1-2-16,-7 0 6 0,-5-1-4 0,-2 1 0 0,-3 2 3 0,0 2-7 15,0 1 8-15,-3 3 1 0,1 1-5 0,-2 2 0 0,-1 1-4 16,2 2 3-16,-1 1-7 0,5 3-3 0,5-1-3 0,3 2-6 0,8 0 0 16,4 0-8-16,7 1-10 0,6 0-20 0,5-1-35 0,5 1-46 0,4-1-76 15,3 2-116-15,1 1-418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2T10:43:17.6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10707 4748 632 0,'21'-23'27'0,"4"-3"10"0,7-2-14 0,2 6-9 0,1 5-6 16,4 2-5-16,5 2-1 0,1 0-2 0,1 1-5 0,0 1-6 0,1 2-6 15,0 1-6-15,0 2-4 0,-1 1 4 0,2 1 6 0,-2 2 4 16,0 0 10-16,0 0-1 0,3 0 4 0,0 0 3 0,2-1 1 0,1 0 3 16,1-1 4-16,0 1 0 0,3-1 2 0,1 0-2 0,2 0-2 15,0 0-5-15,2 0 0 0,0 0-2 0,2 3 1 0,-1-2-1 0,0 0 1 16,-2 2-3-16,1-1-1 0,-2 1 2 0,1 1 0 0,-1 1 5 0,0 1 1 16,-2-1-1-16,1 2 4 0,-1-1 0 0,0 1 3 0,-1 2 3 15,-2 0 1-15,1 3 1 0,1 1 2 0,-1 3-1 0,1 1 0 0,-2 1-4 16,-1 3-1-16,-1 2-4 0,-1 1 1 0,-1 2-4 0,-1 3-2 0,-2 1 1 15,-1 4 0-15,-2 1-3 0,-2 3-1 0,-1 0 1 0,-4 0-3 16,-2 1 2-16,-2 1-1 0,-1 1-6 0,-1 2 3 0,-4-1-4 0,-1 0 1 16,-3 0 4-16,-4 2-1 0,0 0 5 0,-3 0 0 0,-1 1-2 15,-4-1 1-15,-2 1 1 0,-1-1 2 0,-3-1-3 0,-4-2 4 0,-2-1 4 16,-3 1 4-16,-3 0 3 0,-2-1 0 0,-1 0-4 0,-2 0-1 0,-4-1 1 16,-1 0 3-16,-2 1 2 0,-3 0 5 0,-3-1-5 0,-2-1-2 15,-3 1-2-15,0 0-4 0,-3-1 0 0,0 0-2 0,-3-2-2 0,-1-2-3 16,-2 1 2-16,-1-3-3 0,-2 1 0 0,-1-3 2 0,-3 0-2 0,-2-2 1 15,-1 0-3-15,-2-1-3 0,1-2 0 0,-1 0 5 0,-2 1 0 16,0-1 2-16,-3 2 2 0,-2 0-5 0,-2 0 4 0,-2 0 0 0,-2-1-3 16,2 1 0-16,-2-1-2 0,2-2 2 0,2 0-5 0,-1-2 8 0,2-2-3 15,-1 0 1-15,2-3 3 0,1-1-6 0,0-3 2 0,2-2 0 16,1-3-2-16,-1 0-5 0,0-1 0 0,-2-3 0 0,-1-1 0 0,1-2 4 16,0-3 0-16,3-3 0 0,1-3 4 0,1-5 5 0,0-2 1 15,0-1 3-15,0-3 3 0,-1-1 5 0,3-2 6 0,2-3-1 0,0 0 3 16,1-3-5-16,0 0-12 0,1-2-7 0,1-2-7 0,0 1-18 0,-1-2-8 15,2 0-10-15,1 1-19 0,0-1-16 0,5 0-21 0,2 0-46 16,2 0-57-16,2 0-64 0,0-2-127 0</inkml:trace>
  <inkml:trace contextRef="#ctx0" brushRef="#br0" timeOffset="2641.91">15895 4654 31 0,'-8'-8'7'0,"1"-1"-9"0,-2-1-4 0,1 3-7 0,1 0 1 0</inkml:trace>
  <inkml:trace contextRef="#ctx0" brushRef="#br0" timeOffset="2858.91">15674 4529 70 0,'-14'-5'82'0,"-1"-1"-6"0,-3-2-10 16,1 1-2-16,3 0-1 0,1 1-5 0,1 2-5 0,-1-1 0 0,0 1-8 16,1 0-4-16,1 1-3 0,2 0-2 0,1 1-3 0,0 1 2 15,1 1-1-15,2 1 1 0,0 1 0 0,1 2-3 0,0 1-1 0,1 1 5 16,0 0 0-16,1 3 6 0,0 1 2 0,2 2 1 0,0 2 2 15,1 3 2-15,1 4 4 0,1 2 4 0,1 3-2 0,1 3-6 0,0 3-8 16,1 6-9-16,1 1-8 0,1 4-12 0,0 2-4 0,2 1-6 0,-3 3-5 16,2 1-7-16,-3 1 0 0,0 2 0 0,-1-2 2 0,-2-1 7 15,-1-3 1-15,-1-2-1 0,-2 0 2 0,0-5-1 0,-2-2-1 0,1-4-2 16,-1-6 3-16,0-2 4 0,-1-3-3 0,1-3 2 0,0-1 0 0,1-5-3 16,1-3-1-16,2-4-2 0,0-3-11 0,0-1-8 0,1-3-6 15,-1-3-14-15,1-1-12 0,0-3-18 0,0-4-14 0,-1-3-23 0,-1-5-21 16,-2-2-16-16,-2-5-24 0,0-4-6 0,-3-2-8 0,-2-6-100 15</inkml:trace>
  <inkml:trace contextRef="#ctx0" brushRef="#br0" timeOffset="3125.91">15275 4429 54 0,'10'1'53'16,"3"4"-1"-16,4 3 0 0,2 4-10 0,-1 3-9 0,3 2-4 15,0 2-3-15,1 3 0 0,2 4 1 0,2 4-2 0,3 1-6 0,1 4-6 16,2 1-5-16,1 3-1 0,1 1 0 0,1 0 0 0,1-1 3 15,-1-1-3-15,-1-2 7 0,2-2 7 0,-2-5 11 0,1-4 18 0,-2-5 12 16,0-5 19-16,-1-4 13 0,0-4 5 0,-3-3 3 0,0-2-6 0,-5-2-7 16,-2-1-2-16,-1-2-4 0,-4-1 1 0,0-3-9 0,-1-3-8 15,-1-2-10-15,-2-4-13 0,0-3-5 0,-1 0-8 0,-1-4-7 0,-1-1-3 16,-3 0-1-16,0 0-5 0,-2-1-5 0,-1-1 0 0,0 0-5 0,-3-1-7 16,-1-3-1-16,-2 1-10 0,-2-2-14 0,-2 1-8 0,0-1-5 15,-1 0 1-15,0 1 2 0,-1 1 9 0,1 3 5 0,1 3 1 0,1 1 1 16,2 3 1-16,2 2-6 0,1 3-7 0,1 2-10 0,0 3-23 15,3 2-27-15,0 3-32 0,2 2-23 0,2 4-16 0,1 2-13 0,1 5-8 16,1 2-8-16,2 0-92 0</inkml:trace>
  <inkml:trace contextRef="#ctx0" brushRef="#br0" timeOffset="3974.91">17301 4893 26 0,'-4'-7'8'0,"1"1"-4"0,-1-1-1 15,3 2 0-15,-1 1 1 0,-1 1-1 0,2 0 1 0,-1 2-3 16,1 0 0-16,0 3 0 0,1 0 4 0,0 1 6 0,1 2 12 0,0 0 10 16,1 0 10-16,0 2 0 0,0 0-6 0,0 1-3 0,0 0-11 0,2-1-1 15,1 2-7-15,1 0 2 0,0 1 5 0,0 0 2 0,2-1 2 16,-1 0 3-16,2-1 1 0,-1 0 4 0,-1 0 4 0,2 1 5 0,-1-2 3 16,0 0 3-16,0-1-1 0,0 0-4 0,1-2-7 0,-1-1-7 15,1-1-6-15,1 1-7 0,0-2-5 0,0-1 4 0,0 0-1 0,-1-1 4 16,-1-1 3-16,1 0-6 0,-1-1 3 0,0-2-6 0,-1-1 4 15,0-1 2-15,-1 0 4 0,0-1 6 0,-2 0 4 0,1-1 2 0,-1 0 2 16,-1-1 3-16,0 1 5 0,0-1-4 0,0 0-5 0,1 1-7 0,0 0-7 16,0 2-6-16,0 0-7 0,-1 2-3 0,1 1-1 0,0 1-2 0,1 2 4 15,0 0 4-15,0 2-2 0,1 2-1 0,1 2 2 0,0 1-3 16,1 3 2-16,1 0-4 0,0 2 2 0,0 1-3 0,-1 1 1 0,2 1 0 16,-1-2-5-16,1 1-3 0,1 1 1 0,0-2-3 0,0-1-4 15,1-1 1-15,0-2-5 0,-1-1 6 0,-1 1 2 0,-2-2 0 0,1 0 3 16,0-2-5-16,0-1 3 0,-1-2 3 0,-1-2 2 0,-1 0 0 0,0-3 3 15,0 0-1-15,-1-2 2 0,1-1 3 0,0 0 5 0,0-1 1 16,0-2-1-16,1-1 3 0,-1-2-2 0,1 0 0 0,0 0 2 16,-1 2 0-16,0 1 1 0,-1 1-1 0,0 2 1 0,-1 2 0 0,1 1-7 0,-1 2 0 15,0 1-6-15,1 2-4 0,-1 1 0 0,1 1-2 0,1 2-1 16,0 1-2-16,0 2-4 0,1 2 2 0,1 2-3 0,0 1-3 0,0 1-7 16,-1-1-18-16,1-1-8 0,-1 1-12 0,-1 0-14 0,1 0-12 0,0 0-23 15,0-2-26-15,0-1-19 0,0 0-16 0,0-1-18 0,-1-2-6 16,0-2-61-16</inkml:trace>
  <inkml:trace contextRef="#ctx0" brushRef="#br0" timeOffset="4676.91">18745 4844 2164 0,'-5'-12'137'0,"1"1"-60"0,1 0-100 16,4 6-49-16,3 5-15 0,4 2 8 0,3 2 25 0,5 1 23 0,5 2 0 16,1 1 1-16,4 1-6 0,-1 1-10 0,0-1 1 0,0 2 1 0,0 0 0 15,1 0 9-15,0 0 5 0,-2 0 11 0,-1-1 4 0,-2-1 8 16,1 0 5-16,-1-2-2 0,-2-1 5 0,1 0-2 0,0-2 2 0,-3 0 4 15,0-2-2-15,-1 0 1 0,-1-2-2 0,-2-1-3 0,1 0 3 0,-1 0-2 16,0-1-6-16,-1 0-12 0,-1-1-14 0,0-1-19 0,0 0-23 16,-2 1-14-16,0-1-16 0,-2 1-4 0,-1 0 3 0,-1-1-1 0,-3 0-3 15,0 0-11-15,-1 1-20 0,-1-1-4 0,-4-1 20 0,-1 1 1 0,-4-2-63 16</inkml:trace>
  <inkml:trace contextRef="#ctx0" brushRef="#br0" timeOffset="4726.91">18898 4898 14 0,'-11'5'-7'0</inkml:trace>
  <inkml:trace contextRef="#ctx0" brushRef="#br0" timeOffset="4875.91">18851 5000 125 0,'5'8'65'16,"2"0"-11"-16,3 2-10 0,-2 0-12 0,2-4-8 0,0 0-4 0,1 1-4 15,1-1-1-15,0 1 2 0,2 1-2 0,1 0-1 0,1-1 0 0,-1 0-2 16,0-2 3-16,0 1 0 0,0-1 0 0,1 0 1 0,-1 0-2 16,1-1 0-16,0-1 0 0,-1 0-2 0,1-1-1 0,0-1-3 0,-1 0-2 15,-1 0-6-15,-2-1-6 0,0-1-3 0,0 0-4 0,-1 0-4 16,0-2-7-16,-2 1-8 0,1-1-10 0,-1-2-11 0,0 0-9 0,0-1-4 15,1-2-4-15,1 0 4 0,1-3-23 0</inkml:trace>
  <inkml:trace contextRef="#ctx0" brushRef="#br0" timeOffset="5109.08">19718 4783 1507 0,'0'-9'542'15,"0"2"-442"-15,1 2-82 0,3 5-56 0,1 3-6 0,2 2 1 0,5 3 20 16,3 0 11-16,2 2 3 0,0 1 4 0,1 2-1 0,-1 1 1 16,0-1 0-16,-3-1 3 0,0 1-4 0,-1 1-9 0,-2 0-19 0,-1 1-30 15,-2 0-23-15,-2 1-16 0,-3 2-9 0,-4 0-3 0,-5 2-2 0,-5 1-13 16,-8-1-10-16,-10 3-36 0,-10 0-71 0,-12 0-171 0</inkml:trace>
  <inkml:trace contextRef="#ctx0" brushRef="#br0" timeOffset="6843.08">19693 3570 1646 0,'-3'-5'167'0,"1"2"-65"16,0 3-81-16,3 6-35 0,3 5-2 0,4 7 2 0,5 6 9 0,4 4-1 15,6 6 2-15,2 4 0 0,0 2-5 0,0 4-1 0,-1 0 0 0,2 0-1 16,0 1 3-16,-1-1-3 0,0-3 1 0,-1-1-5 0,-1 0-1 16,0-5 0-16,-3-3 2 0,-1-7 6 0,-1-3 4 0,-2-4 4 0,-1-4 5 15,-1-3 6-15,-2-4 7 0,-2-2 10 0,-2-2 11 0,0-2 9 16,-1-3 13-16,0-1 6 0,-1-2 0 0,-1-2-4 0,1-1-15 0,-1-2-9 15,1-5-9-15,0-1-14 0,-1-2 1 0,1 0-8 0,0-3-6 0,0-3 3 16,0 1-8-16,-2-3 4 0,0 1-2 0,0 1-2 0,-2-1 2 16,1 1-1-16,-1 1-1 0,1 2 2 0,0 1-3 0,1 2 2 0,1 4-4 15,-1 2-8-15,0 3-1 0,2 3-4 0,0 2 1 0,0 2 2 16,2 3-1-16,-1 3 1 0,1 2 6 0,0 2 1 0,0 3 3 0,3 2 4 16,0 3-6-16,0 2 4 0,1 0 0 0,0 2-3 0,0 0 2 0,0-3 1 15,1 0-3-15,0-1 5 0,0-1-4 0,-1-3-2 0,2 0 1 0,-1-2 2 16,0-3 1-16,-1-1 5 0,1-3 0 0,1-1-4 0,-2-1 7 15,0-2 2-15,-3-2 1 0,1-2 9 0,-1-1-5 0,-1 0 1 0,0-2 0 16,1 0-7-16,-1-1 2 0,0-2-2 0,-3 0 6 0,2 0-8 16,-1 1 2-16,-1-1 0 0,1 2-3 0,-1-2 2 0,1 0-7 0,-1 2 1 15,0 0-7-15,1 0 2 0,-1 3 0 0,-1 2-1 0,1 0 0 0,0 3-6 16,1 0 1-16,-1 1-1 0,1 3 0 0,0 0 4 0,0 2-5 16,0 2 6-16,1 3-2 0,-1 2 0 0,2 1 2 0,-1 1-2 0,1-1-2 15,-1 0-3-15,-1 1-18 0,1 0-20 0,-1-2-22 0,0 2-22 16,-1-2-7-16,0-2-11 0,0-2-3 0,-1-1 2 0,0-2 2 0,0-4 4 15,-1 0 7-15,-1-3 7 0,0-2 3 0,0-2 5 0,0-2-5 0,-1-3-1 16,-1-3 2-16,0-3 9 0,0-1 23 0,1-2 22 0,0 1 23 16,0-1 20-16,1 0 10 0,-1 1 10 0,1 2 7 0,-1 1 3 0,1 2-1 15,-1 1-3-15,2 1 3 0,-1 0-5 0,1 0 2 0,-1 1-3 0,1 1-9 16,-1 1-5-16,1 2-7 0,0 0-8 0,2 0-4 0,-1 2-2 16,1 2-3-16,0 1 2 0,1 1 1 0,1 1 3 0,1 1 6 0,1 1 5 15,-1 2 1-15,2 0 0 0,0 1-4 0,1 1-2 0,1 0-3 0,1 0-2 16,0 2 2-16,1 0-3 0,1 2 2 0,0 0 0 0,-1 0 1 15,2-2 1-15,0-2 5 0,0 0 2 0,-2-1 9 0,2 0 7 0,0-2 11 16,1-1 13-16,-2-1 10 0,0-1 10 0,1 0 0 0,-1-2-2 16,-1 1-9-16,0-2-9 0,-2 0-6 0,0-1-4 0,-1-1-2 0,-2 0 1 15,0 1 1-15,-2-2 2 0,-1-1 0 0,-2 1 2 0,0 0 1 0,-2-1-3 16,-1 2-4-16,-2-1-8 0,-1 1-6 0,-1 0 1 0,-2 0-4 16,0 1 3-16,-3-2 2 0,-1 1-2 0,0-1 4 0,-3 2-2 0,-2 1-4 15,0 0-1-15,0 1-2 0,1 0-1 0,1 1-3 0,0 2 0 0,1 1-4 16,1 2-4-16,1 1-1 0,1 1-5 0,0 1-2 0,0 2-2 15,1 0-1-15,1 3 2 0,1 2 1 0,1 1 3 0,0 0-1 0,1 1-2 16,1 0-1-16,0 0-1 0,3 0-5 0,1 1 2 0,0 0-1 16,2-1-3-16,0-2 0 0,1 0-3 0,1-1 2 0,1-1-4 0,2 0 2 15,0-3 2-15,0 1-2 0,1-2 6 0,1-1 2 0,2-2 5 0,0-1-1 16,1-1 4-16,0-1 0 0,3-2 2 0,0-1 6 0,-1 0-1 16,1-2 3-16,1-2-2 0,-1 1-2 0,0-2 0 0,0 0 2 0,0 0 0 15,-1-1 3-15,-2 0-2 0,1 0 0 0,0 0 2 0,0 0-2 0,-1 1 0 16,-1-1-1-16,1 1-1 0,-1 0-4 0,1 1 0 0,1 0 0 15,0 1 2-15,1 1-1 0,0 1 1 0,2 0 5 0,0 1-1 0,0 1 2 16,-1 0-2-16,-1 1-4 0,1 1 1 0,-1 0-4 0,0-1 2 16,3 2-4-16,-1-1 0 0,0 1 3 0,1-1-7 0,-1 1 4 0,0-1 0 15,0-1-1-15,0 0-1 0,0-1 1 0,0 0 12 0,-1-1-6 0,-1 0 6 16,-1 0-5-16,-1-3-8 0,0 0 8 0,-2-2 1 0,-1 1 6 16,-3-2-1-16,-1-1 0 0,0-1 1 0,-2 0-5 0,-1-1-4 0,-2 0-4 15,-2 1-6-15,-1-2-4 0,-3-1-5 0,0-1-3 0,-2-1 2 0,-2 1-4 16,-1-1 8-16,-3 0-1 0,-2 0 6 0,-3 2 5 0,1-1-2 15,-3 0-4-15,-1 1-9 0,-1 2 4 0,-1 0-3 0,-1 3 7 0,0-1 8 16,-1 1 0-16,0 1-2 0,1 1 6 0,1 2-3 0,2 1-4 16,2 1 3-16,0 1-6 0,1 2-2 0,2 1 2 0,-1 1-11 0,1 1-6 15,2 1 1-15,3 0-3 0,3 1-5 0,2 0-10 0,2 0-10 0,3 1-9 16,1 2-1-16,3-1 3 0,3 2 4 0,2 0 7 0,4-1 13 16,3 1 10-16,1 0 9 0,1 0 9 0,3-1 2 0,0-1 1 0,1-1 0 15,2 1 1-15,1 0-2 0,3-2 4 0,-1 1 0 0,0-2 0 0,1 0 10 16,-3 0-1-16,2-2 3 0,-1 1-1 0,-1-1-6 0,1 0-2 15,-3 0 1-15,0-1-2 0,-2 0-1 0,-1-1 0 0,-1 0 0 0,-1-2 2 16,-1 1 1-16,0-2-3 0,0 0 0 0,-1-1-3 0,1 0 2 16,0-2 0-16,0 0 2 0,-2 0 0 0,-1-2 2 0,1 1-1 0,-2 0 4 15,-2-1 1-15,1 0 4 0,-1 1 4 0,0-1 1 0,0 0 1 0,-1 1 4 16,-1 0 5-16,1 1 5 0,-1 2 0 0,0 0 1 0,-1 1-2 16,0 0-2-16,-1 1-3 0,-2 1-11 0,1 0-4 0,0 2-5 0,-2 0-4 15,1 1 1-15,0 1-3 0,-1 0-1 0,0 1-1 0,1 0 2 0,-1 0 0 16,0 1 3-16,0-1-1 0,0-1 1 0,1 1 4 0,-3-2-6 15,3 0 8-15,-1-1-3 0,1-1 0 0,0-1 2 0,2 0-5 0,0-1 3 16,1 0 7-16,-1-2 5 0,2-1 4 0,-2 0 2 0,2-2-3 16,-1 1 3-16,1-1 2 0,1 0 0 0,-1-1-2 0,1 0-3 0,-1 0-4 15,0 0-8-15,1 1 1 0,0-1-8 0,1 0 4 0,-1 2-4 0,0 0-4 16,1 1-2-16,0 2-3 0,0 1-2 0,-2 0-2 0,1 1-4 16,-3 2-3-16,2 1-6 0,0 1-8 0,-1 2-14 0,2 1-13 0,-2 1-20 15,0 1-22-15,-1 1-18 0,0 2-27 0,-1 2-38 0,0 1-36 0,-1 0-30 16,-1 2-148-16</inkml:trace>
  <inkml:trace contextRef="#ctx0" brushRef="#br0" timeOffset="7893.18">20948 4694 2069 0,'-3'-12'1020'0,"-1"1"-994"0,0 2-104 15,1 6-75-15,3 4-20 0,3 3 6 0,3 3 29 0,1 2 33 0,4 5 10 16,2 4 6-16,2 2 14 0,2 5 10 0,1 1 12 0,2 1 6 15,1-1-5-15,-1-2-5 0,2 0-2 0,-2-3 3 0,-1-2 10 0,1-1 21 16,-2-3 14-16,0-1 8 0,0-4 10 0,-2 0 0 0,0-2 2 16,-1-2 17-16,-1-2 7 0,0-1 18 0,0-2 22 0,-4-2 9 0,1-1 8 15,-2-2 4-15,-1 0-2 0,0-2-8 0,-1-1-15 0,1-1-17 0,-1 0-14 16,1-1-13-16,0-2-5 0,1-1-13 0,0 1-5 16,1-1-1-16,-1 1-2 0,-2 0 2 0,3 0-1 0,-2 2-1 0,1 0-2 0,0 2 1 15,-1 1-1-15,1 1-5 0,-2-1 4 0,2 3-10 0,0 1-4 0,-1 0 7 16,-1 2-6-16,1 1 7 0,0 0 2 0,0 0-5 0,0 1 2 15,1 1-2-15,0-1-2 0,0 1-5 0,-1 0 2 0,1-1-2 0,-1 0-1 16,0 0 5-16,0-1 0 0,0 0 4 0,1-1 7 0,0-1-4 16,0-1 5-16,1 0-5 0,-2 0-4 0,1-2 4 0,-1 0 5 0,0-1 0 15,0 0 4-15,0-2 0 0,-1 1 3 0,2 0-3 0,-2 0-2 0,0 1 2 16,2 0-1-16,-1-1 1 0,0 3 4 0,0-2-2 0,0 1 2 16,-1 1 4-16,1 1-8 0,1 1 0 0,0 1-1 0,0 1-5 0,0 1 6 15,0 2 2-15,-1 0-4 0,2 2 2 0,-1 0-1 0,1 1 1 0,1 1-3 16,0-1 0-16,0 2 0 0,1-1 0 0,0 0 1 0,1 0 10 15,1-3 1-15,0 1 1 0,0 0 1 0,1-1-12 0,0-1 1 0,-2-1-2 16,2-1 1-16,-1-1 0 0,0 0 1 0,-1-1-2 0,-1-1 5 16,0 1 1-16,0-2 2 0,-2 0 1 0,0 0 1 0,-1-1-1 0,-2 1 0 15,0 0 2-15,0-1-3 0,-1 1-2 0,-1 0 2 0,0-1-5 0,0 2 2 16,0 0 0-16,0 0-1 0,-1 1-1 0,1 0 1 0,-2 0-2 16,2 1 0-16,0 0-2 0,2 1-1 0,-1 1-1 0,2 1-3 0,0 1 2 15,2 0 1-15,-1 1 1 0,3 1 0 0,-1 0-3 0,0 1-1 0,1-1-2 16,-1 2 5-16,1-2 1 0,2 0 1 0,-1 0 1 0,1-2 1 15,-1 0 0-15,2 0 0 0,0-2 3 0,0-1 1 0,0 0-2 0,-1-2 2 16,0 0 0-16,1-1 5 0,-1-2 0 0,0 1 3 0,1-1-5 16,-1 0 0-16,-2-1 3 0,-1-1-2 0,0 0-4 0,-1-1-8 0,1 1-9 15,-1 0-4-15,0-1 1 0,-2 1-3 0,-2 0 6 0,0-1-2 0,-2 0-8 16,-1 0 0-16,-2 1-7 0,-1-1 3 0,0-1 0 0,-3-1-7 0,0-1 5 16,-2 0-2-16,-1-2 4 0,0 0 3 0,-2-1 3 0,-2-1 3 15,-2 1 2-15,0 0 3 0,-2-1-1 0,2 0-4 0,-2 0 5 0,0 2 4 16,0 0-1-16,2 1-2 0,1 2-12 0,2 1-25 0,1 0-18 15,2 2-27-15,0 1-14 0,2 0-8 0,0 2-1 0,2 0-1 0,0-1 8 16,1 2 20-16,1-1 18 0,0 2 22 0,0 0 15 0,1 0 3 0,0 0-3 16,-1 0-8-16,2 0-13 0,0 1-4 0,1 1 1 0,1 1 3 15,1 0 11-15,1-1 10 0,1 2 13 0,2 0 11 0,2 0 6 0,0 0 4 16,2 0 1-16,0 0 0 0,1 0 1 0,0 0 0 0,0-1 1 0,2 1 1 16,0 1 3-16,0-1 4 0,-1 0 3 0,1 1 4 0,-1-2 0 15,1 0 3-15,0 1 0 0,2-1 1 0,-1 0 1 0,0 0-3 0,1 0-1 16,-1 1-5-16,1 0-2 0,0 0-4 0,2 1 0 0,0 0 0 15,0 1 3-15,0 0 7 0,0 0 4 0,-2 0 7 0,0 0 4 0,-1 1 3 16,-2 0 3-16,0 0 3 0,-1-1 1 0,1 0 3 0,-1 0 1 16,-2 0 1-16,0-1 0 0,-1-2 0 0,-1-1-1 0,0 1-4 0,-2-2-2 15,1 1-3-15,-1-2-2 0,-1 0 7 0,-1-1-2 0,-2-1 1 0,-1 0 4 16,0 0-5-16,-2-1 5 0,-1-2 0 0,0-1 0 0,-1-2-6 16,-1 0-7-16,-1-1-10 0,-1 0-13 0,0-1-7 0,-3 1-2 0,-1-3-1 15,-2-3 2-15,-1 0 4 0,-3-1-2 0,-1-1-3 0,-3 0 0 0,1 1-1 16,-3 3 2-16,2-1 3 0,1 3-2 0,-1 1 1 0,0 3-5 15,1 0-5-15,2 2-9 0,-2 3-13 0,1 1-12 0,0 2-21 0,2 1-17 16,-1 2-19-16,1 1-18 0,1 2-16 0,0 1-14 0,-1 0-5 16,1 2-1-16,0-2 2 0,1 0 10 0,1 0-95 0</inkml:trace>
  <inkml:trace contextRef="#ctx0" brushRef="#br0" timeOffset="8092.17">23221 4233 1989 0,'1'5'49'0,"1"4"-112"0,0 7-50 16,2 6 6-16,1 5 24 0,2 5 18 0,2 3 0 0,0 2-44 0,1 0-45 15,2 3-49-15,0 4-36 0,2 1-26 0,1 1-73 0</inkml:trace>
  <inkml:trace contextRef="#ctx0" brushRef="#br0" timeOffset="8412.17">23539 4788 899 0,'3'-7'165'0,"0"-1"-145"15,3-1-39-15,0 0-11 0,0 0 0 0,0 2 0 0,0 0-1 0,1 0-6 16,1 1-14-16,1 0-10 0,-1 2-5 0,1 0-5 0,2 0-8 16,0 0-11-16,2 1-3 0,1 0 3 0,0 2 17 0,1 1 21 0,2 0 18 15,1 0 18-15,0 0 12 0,-2 0 8 0,1 0 7 0,0 0 6 0,0-2 9 16,0 1 13-16,1-2 9 0,-1-1 13 0,-1 0 6 0,2-1 5 15,-1 1 5-15,0 0-1 0,-1-2-2 0,0 1-6 0,0 0-7 0,-1 0-8 16,-1 0-5-16,0 1-7 0,0-1-3 0,-2-1-3 0,-2 1-5 0,-1-1 2 16,-2 1-3-16,0-1-1 0,-2 0 1 0,-2 0-6 0,-1 0-5 15,-3 1-3-15,-1 0 0 0,-1-1 5 0,0 0 4 0,-1 0 3 0,-1 1 1 16,-1 0 0-16,-2-2 0 0,1 1-2 0,-3-1-4 0,-1 0 2 0,-1 0-1 16,-1 0-1-16,1 1 2 0,1 0-2 0,-1 2 7 0,2 1 2 15,1 0 0-15,1 3-6 0,1 1-10 0,2 1-9 0,0 2-11 0,0 0-8 16,1 4-6-16,0 2-3 0,0 3 2 0,2 3 3 0,0 1 6 15,2 4 1-15,0 2 4 0,2 0 2 0,2 2-1 0,0 0-10 0,3-1-16 16,0 2-21-16,1-1-30 0,3 0-27 0,2-2-32 0,1 0-22 0,4 0-17 16,1-2-14-16,5 2 5 0,3 1-11 0,6 0-10 0</inkml:trace>
  <inkml:trace contextRef="#ctx0" brushRef="#br0" timeOffset="11582.34">25855 4470 409 0,'1'-5'12'0,"1"1"-3"0,2-2 0 0,0 3 2 0,0-1 2 15,1-1-3-15,0 1 0 0,-1 0-3 0,0 1-2 0,0 1-3 16,-1 0-2-16,1 1 0 0,-1-1 1 0,0 1 3 0,1-1-2 0,-1-1 4 15,0 0 6-15,0 0 8 0,-1-1 11 0,1 0 11 0,-1-1 10 0,0 0 5 16,-1-1 11-16,0 0 6 0,0-2 6 0,-2-1 1 0,1 0-8 16,-2-2-3-16,0 0-8 0,0-1-3 0,-1 0-4 0,0 0-1 0,0-1-8 15,0 1-7-15,-1-1-7 0,0 0-2 0,-2 1-7 0,1-2 6 16,0 0-6-16,-1 0-1 0,-1 1-2 0,1 1-2 0,0 0 3 0,-1 1 6 16,2 2 7-16,-1 2 4 0,1 1 1 0,0 3-7 0,1 2-6 0,1 1-8 15,1 1-9-15,0 1-3 0,1 3-2 0,-1 3 1 0,0 3-3 16,1 3 3-16,-1 3 1 0,1 1-6 0,-1 4 5 0,2 2-3 0,0 1 1 15,1 2 2-15,0 1-2 0,1 1 2 0,0 1 1 0,1 0-2 0,0-1-1 16,0 1 3-16,1-2-1 0,2 0 4 0,-1 0 3 0,0 1-1 16,1-2 2-16,0-3 7 0,1 0 0 0,1-2 6 0,0 0-2 0,1 1-2 15,0-3-5-15,0 1-8 0,0-1 0 0,1-1-5 0,0-1-1 16,-1 0 0-16,0-1-1 0,1 1-2 0,-1-1 0 0,1 0-5 0,-1-1-2 16,1 2-14-16,-2 0-31 0,1 0-35 0,0 2-50 0,0 0-63 0,-1 1-72 15,-2 3-133-15,-2 1-322 0</inkml:trace>
  <inkml:trace contextRef="#ctx0" brushRef="#br0" timeOffset="11981.42">26773 5098 2036 0,'-11'-8'118'0,"1"2"-111"0,0 0-10 0,6 3-12 16,3 4 2-16,1 2-2 0,1 2 2 0,0 2-7 0,1 1-14 0,0 7-18 15,1 5-15-15,1 5-9 0,-2 6-1 0,-1 3 0 0,-3 5-2 16,-1 2-15-16,-3 3-29 0,0 2-50 0,-3 0-77 0,-2 0-76 0,-2 0-177 15</inkml:trace>
  <inkml:trace contextRef="#ctx0" brushRef="#br0" timeOffset="12514.57">27985 4211 2119 0,'-21'-15'146'0,"3"4"-225"0,-2 0-4 0,10 7-3 16,4 5-5-16,4 0 14 0,2 4 6 0,1 2-9 0,0 4-23 0,2 4-18 15,-1 3-12-15,1 3 15 0,-1 6 33 0,-1 2 34 0,-1 2 31 0,-1 2 27 16,-2-1 14-16,0-2 18 0,-2 0 19 0,0-1 9 0,0 1 6 16,-1 1-4-16,0 2-12 0,1 0-5 0,1 3-4 0,1-1-12 0,1 3-5 15,1-1-6-15,3 0-6 0,1-1 2 0,3-4 0 0,2 0-2 16,1-3 2-16,5 0-1 0,3-3 2 0,1 0 6 0,3-3 0 0,1-4 6 15,1-3-3-15,1-3-4 0,2-3 7 0,0-3 3 0,2-3 10 0,-1-2 6 16,2-3 5-16,1-3-9 0,-1-1 2 0,0-4-2 0,0-3-7 16,1-3-3-16,-1-3-13 0,2 0-9 0,-2-3-10 0,-1-1-4 0,-2 0-4 15,0-1-10-15,-1 0 0 0,1-3-6 0,-1 0-6 0,-2-1-6 0,-2-2-5 16,-3-1-1-16,-3-2 2 0,-1 0 8 0,-3-1 6 0,-3 1 9 16,-3-2 8-16,-4 0 5 0,-3-1 6 0,-2-1 7 0,-5 0 9 0,-3-2 8 15,-2 1 5-15,-2 1-4 0,-4 0-3 0,-3 3 1 0,-2 2-6 0,-3 4-2 16,1 2-9-16,-1 2-12 0,-1 5-10 0,-4 2-17 0,0 3-2 15,-4 4-13-15,0 3-26 0,-2 6-26 0,0 5-42 0,-1 7-52 0,-3 8-87 16,0 9-140-16,-2 11-204 0,-5 13 100 0</inkml:trace>
  <inkml:trace contextRef="#ctx0" brushRef="#br0" timeOffset="41870.78">13343 6875 910 0,'-11'-6'121'0,"2"3"-10"0,-2-1-60 0,4 2-19 0,3 3-15 0,2 0-12 16,0 1 1-16,1 1-3 0,0 2-4 0,0 2-2 0,-1 3-1 0,-2 2-1 15,1 2 4-15,-2 0-4 0,1 2-3 0,0 2 3 0,1 2-3 0,0 1 10 16,2 3 3-16,0 0-1 0,1 1 1 0,3 2-2 0,0-1-4 16,2 1 3-16,1-1-1 0,3 2 5 0,0 1 2 0,3-1 4 0,0-1 4 15,-1-3 2-15,2-1 3 0,1-4 1 0,1 0 3 0,0-4 3 16,2-1 6-16,1-3 7 0,1-2 5 0,0-1 4 0,0-3 1 0,0-2 1 16,-3-2 2-16,1-1 1 0,-2-1-1 0,0-2 5 0,-3-1 0 0,0 0 0 15,-1-3-3-15,1-1-2 0,-1 0-6 0,-2-2-2 0,1-2-13 16,0-2-4-16,-1-3-2 0,0 0-8 0,-1-2-4 0,0-1 0 0,-2-1-4 15,0-2-2-15,0 0 0 0,-2-1-7 0,-2 1-2 0,0 1 1 0,-3 0 2 16,-1 0 0-16,-2 0 5 0,-3 0-3 0,0-1-1 0,-3 1-8 16,-3-1-1-16,-1 1-3 0,-2 0 10 0,0 1 10 0,-1 2-3 0,-2 0 7 15,2 0-15-15,-2 3 2 0,1 3 0 0,0 1 0 0,0 3 5 16,0 2-2-16,1 3 1 0,1 2-6 0,1 3-1 0,2 2-3 0,1 2 0 16,1 3-2-16,2 1 2 0,0 4-1 0,2 2-7 0,1 3-2 0,1 2-13 15,2 1-7-15,1 4-11 0,2 0-5 0,2 1-15 0,1 1-31 16,1 0-33-16,1 0-52 0,2-2-59 0,1 0-48 0,1-1-26 0,2-3 6 15,3 0 43-15,2-4-64 0</inkml:trace>
  <inkml:trace contextRef="#ctx0" brushRef="#br0" timeOffset="42304.78">13885 6376 1872 0,'-10'2'108'0,"3"2"-9"0,-1 6-73 16,5 6-12-16,4 5-10 0,3 3-1 0,2 4 0 0,1 2-2 0,1 3-1 15,2 0-2-15,-1 3-1 0,0 0 0 0,-2 1-3 0,-1 1 0 0,0-3 2 16,-1 2 0-16,-1-2 1 0,0 1-3 0,-1-2-4 0,0-1-1 16,0-2 1-16,-1-3 8 0,0-3 8 0,1-2-3 0,0-3 1 0,0-2-2 15,1-2-2-15,0-1 4 0,-1-4 2 0,1-2 5 0,0-2-2 16,-1-4 6-16,0-1 10 0,0-1 2 0,0-2 16 0,0-2 4 0,1-2 3 15,0-2-8-15,1-3-9 0,0-3-10 0,1-2-9 0,0 0-6 0,1-3-8 16,2 1-6-16,1-2-8 0,0-1 0 0,2 3-4 0,2 0 15 16,-1 0 1-16,1 3-2 0,-1 1 1 0,0 1-5 0,0 2 5 0,0 3 1 15,-1 1 4-15,-1 1-2 0,0 2 0 0,-1 2-2 0,-1 1-2 0,0 3 1 16,-1 0 0-16,0 2 3 0,0 1-2 0,-1 0 2 0,-1 2-6 16,0 1-1-16,-3 1 4 0,0 0-6 0,-2 0 1 0,-1-1 5 0,-1 0-4 15,0 0 7-15,-2 1 1 0,1-1-1 0,-2 0 9 0,0 0 0 16,0-1 0-16,-1 0-1 0,0 1-8 0,-1-1 3 0,0-1-2 0,0-1 4 15,0 3 1-15,-2-2-3 0,0 1-2 0,0 0-2 0,0-1-1 0,0 1 1 16,0 0 2-16,1 0-2 0,-1 2-1 0,0-1-5 0,1 2-5 16,-1 0-3-16,2 1-8 0,-1 1-1 0,2 1-11 0,0 0-18 0,0 0-48 15,0 0-58-15,1 2-56 0,1-1-58 0,1 0-16 0,2-3 3 0,0-1 23 16,1-1 34-16,1-3-81 0</inkml:trace>
  <inkml:trace contextRef="#ctx0" brushRef="#br0" timeOffset="42587.81">14671 6920 1056 0,'-4'-3'423'0,"2"1"-296"0,-1 2-33 0,2 4-76 15,2 3-13-15,1 0-7 0,1 3-2 0,1 2 1 0,1 1 1 0,0 2 4 16,-1-1 1-16,0 3 1 0,-1 1 2 0,-1 1 1 0,0 1-1 15,-1 2 2-15,-1-1-5 0,1 2 2 0,-1-1 0 0,-1 0 3 0,1 1 5 16,-1 2 5-16,-1 0 0 0,0 0 2 0,-2-2 0 0,1 1 1 0,-1-1-2 16,-1-1-3-16,1 0-5 0,-1-2-3 0,1-1-1 0,-2-1 1 15,1-1-2-15,0-3-1 0,0-2 1 0,2-2-2 0,0-1 3 0,0-2 0 16,0 0-7-16,0-2 3 0,0-1 0 0,-1-2 1 0,1 0-3 16,-2-2-5-16,1 0-6 0,0-2-23 0,-1-1-42 0,-1-1-58 0,-1-2-54 15,0-2-48-15,-2-2-28 0,1-1-32 0,0-3-10 0,0-2-75 16</inkml:trace>
  <inkml:trace contextRef="#ctx0" brushRef="#br0" timeOffset="42736.81">14487 6586 1678 0,'0'-5'77'0,"2"1"-15"0,3 1-58 0,6 3-17 0,3 2-14 0,6 0-16 16,0 1-32-16,2 1-67 0,-1 0-98 0,-2 1-44 0,-1 2-3 15,0 1 26-15,-4 0-102 0</inkml:trace>
  <inkml:trace contextRef="#ctx0" brushRef="#br0" timeOffset="43020.81">15245 6942 283 0,'2'-11'-2'0,"1"1"-20"0,3-4-21 0,1 5-128 0</inkml:trace>
  <inkml:trace contextRef="#ctx0" brushRef="#br0" timeOffset="43271.81">15236 6880 1574 0,'-5'-3'164'0,"2"0"-31"0,1 2-80 0,4 3-33 0,2 2-10 16,2 1-6-16,3 2 0 0,1 0-5 0,2 0-1 0,0 2 1 15,0 0-3-15,1-2-2 0,-1 1-1 0,-1 0 1 0,0-1 0 0,1 1 1 16,0 1 5-16,0-1-3 0,1-1 3 0,-2-1 4 0,1-3-4 0,0 1 1 16,0-2 5-16,0 0-6 0,0-1 7 0,0-2 2 0,0 0-3 15,1 0 4-15,0 0-3 0,-2-1-1 0,3-2 3 0,-2 2-4 0,1-3 0 16,0 0-1-16,-1 1-1 0,1 0 4 0,-1 0-7 0,1 1 2 15,-1-1-4-15,-2 1-7 0,1 0 5 0,-1 0-7 0,-1 1-2 0,-1 0-1 16,-1 1-15-16,0 1-14 0,0 0-19 0,-2 0-32 0,1 0-69 0,-1 1-67 16,0 0-41-16,-1 2-25 0,-1 0 11 0,0 1-108 0</inkml:trace>
  <inkml:trace contextRef="#ctx0" brushRef="#br0" timeOffset="43554.81">15479 7240 1777 0,'-2'-6'216'0,"0"1"-112"0,1 0-47 0,4 6-53 16,2 2-4-16,2 1-10 0,2 0 7 0,3 0-1 0,-1 2-5 15,1 0-1-15,0 0 4 0,-1 0 0 0,0-2 1 0,-1 0 6 0,-2-1-1 16,1 0 0-16,0-1 1 0,1-1-1 0,1 0-1 0,1-1 2 15,-1-2-2-15,1 0 0 0,1-1 2 0,-1 0-1 0,1-1 0 0,-2-1-1 16,1-1-5-16,-1 0-4 0,0-1-6 0,0 0-7 0,-1 1-8 0,-1-1-9 16,0 0-10-16,-1-1-26 0,1 1-34 0,-1 0-27 0,0-1-26 15,1-1-12-15,-3 1-3 0,3-2-9 0,0 1-12 0,-1-1-8 0,0 0 8 16,-1 0-63-16</inkml:trace>
  <inkml:trace contextRef="#ctx0" brushRef="#br0" timeOffset="43920.81">16036 6821 1950 0,'-4'-9'140'0,"1"4"-71"0,0-2-38 0,4 6-34 16,3 4-10-16,2 0 1 0,2 1 1 0,2 2 1 0,0 1-1 15,-1 1 1-15,0 0 6 0,-1 1 0 0,-1 0-2 0,0 0 6 0,0 0 3 16,1 1-6-16,0 1 6 0,1-1-5 0,2 1 0 0,1-1 0 0,0-2-5 16,2 1 3-16,-2-1-1 0,2 0 5 0,0 0 3 0,1 0 0 15,-1-1 4-15,0-1 2 0,0-1 1 0,-1 0 10 0,0 0-1 0,-3-1 0 16,2 1 1-16,0-1-6 0,0 0 3 0,-1 0-4 0,-2 0 2 0,1 0 3 16,-2 1-3-16,-1-1 3 0,-1 0 0 0,-1 1-7 0,-1-2 4 15,0 1-5-15,-2 0 3 0,0 1-3 0,-2 1-4 0,0 1 4 0,-3 1-7 16,-2 1 0-16,-2 1 3 0,-3 0-5 0,-2 0-1 0,-3 2 3 15,-3 0-6-15,-3 1-3 0,-1 0-1 0,0 1 0 0,-1 0 1 0,1-2 8 16,1 0-2-16,2-1-5 0,2 1 2 0,2-1-9 0,1-2-14 0,3 0-22 16,2-2-35-16,2-1-52 0,4-2-63 0,1 0-77 0,1-1-63 15,2-1-37-15,2-2 5 0,1-1-61 0</inkml:trace>
  <inkml:trace contextRef="#ctx0" brushRef="#br0" timeOffset="45390.34">17167 6807 1959 0,'-8'-11'113'16,"2"1"-39"-16,-1 0-50 0,5 7-42 0,3 3-6 0,2 0-11 0,2 1 8 15,3 0 1-15,0 0-7 0,3 0-9 0,-1-2-3 0,1 1-3 16,-2-2 2-16,-1 0 5 0,-1-1 3 0,-2-2 5 0,1-2 9 0,1-2 10 15,0 0 4-15,0-4 8 0,-1-1 4 0,-2-3 7 0,1-1 1 0,-1-3 4 16,-1-3 5-16,0-1 1 0,-2-2 5 0,-1 0 1 0,-1-3 2 16,-1 1-1-16,-1-3 1 0,0-1-6 0,-2-2 1 0,-1 1 6 0,-1-1 2 15,-1 1 9-15,0 1 5 0,-1 1-4 0,2 3 4 0,-1 3-2 0,1 3-6 16,0 4 0-16,0 2-10 0,0 4-4 0,1 2-4 0,1 2-7 16,0 4-6-16,2 3-6 0,1 2-6 0,0 2 0 0,-1 1-3 0,1 5 2 15,0 2-1-15,-1 4 1 0,1 3 1 0,1 2 4 0,-1 5 1 16,2 4-1-16,0 5-1 0,1 1-9 0,1 4 3 0,1 1 2 0,1 3-4 15,1 5 13-15,1 0-11 0,0 5 4 0,0 3 1 0,1 3-3 0,-2 3 5 16,1 0-1-16,-1 2-3 0,-1-2-7 0,0 1 4 0,0-3 0 16,0-4 8-16,1-5 5 0,0-5-2 0,3-7-1 0,1-3 1 0,1-5 7 15,0-2-1-15,1-5 6 0,-2-3 2 0,1-2 0 0,0-4 5 0,-1-1 8 16,0-2-5-16,0-3 4 0,0-2 0 0,-3-1-7 0,1-1 1 16,-2-1-7-16,-1-2-1 0,0-1-1 0,-1-1-1 0,0-2 1 0,-1-1-7 15,0-2 2-15,-1-2-7 0,-1-2 1 0,0-3-2 0,0-2-8 16,-2-2-1-16,0-2-2 0,-1-2 3 0,0 0 6 0,-1-4 4 0,0 1 0 15,0-3 1-15,0 2 0 0,0 2 0 0,2-1 2 0,-2 2-2 0,0-1 6 16,2 1 0-16,0 2 2 0,1 1-9 0,1 2-5 0,0 1 0 16,1 3-5-16,1 1 11 0,0 2-1 0,-1 3 5 0,1 2 4 0,0 1-6 15,-1 2 2-15,1 0-12 0,-1 1-2 0,0 1 1 0,0 1-5 0,0 0 2 16,1 1-10-16,-1 0 0 0,1 1 1 0,1 1-2 0,-1 0 3 16,0 1-5-16,0-1-2 0,-1 1-4 0,1-2 1 0,0 0 2 0,0 0 4 15,1-1 6-15,-1-2 1 0,0 0 10 0,-1-1 2 0,1-1 4 16,0-1 1-16,1-1-5 0,-1 0-1 0,1-2-5 0,1 1-7 0,-1-1-1 15,1 0-16-15,0-1-13 0,-1 2-17 0,1-3-33 0,0 1-36 0,0 0-30 16,-1 0-36-16,1 0-24 0,-1 0-15 0,1 1-24 0,0-1-7 16,1 0-132-16</inkml:trace>
  <inkml:trace contextRef="#ctx0" brushRef="#br0" timeOffset="45873.34">17687 6105 1725 0,'-6'-11'429'0,"2"2"-333"0,1 3-10 15,4 8-79-15,3 6-14 0,2 5-1 0,5 4 1 0,1 3-4 0,2 5-5 16,1 4-7-16,-1 3-5 0,-2 2-13 0,0 4 1 0,-3 0 6 16,1 3-1-16,0 0 8 0,-1 0 3 0,0 1-3 0,1 0-1 0,-2 0 0 15,0-1 2-15,2-2 2 0,-1-3 2 0,2-3 7 0,0-3 1 0,-1-2 8 16,2-4-2-16,0-2 1 0,-1-2 3 0,0-5 1 0,1-2 2 15,-2-2 1-15,2-2 1 0,0-4 3 0,0-2 3 0,-1-2 6 0,0-2 1 16,1-3 2-16,0-1 4 0,-1-3-2 0,0-2-1 0,-1-2 2 0,-3 0-8 16,-1-3 0-16,0 0-7 0,0-1-5 0,-2-1 1 0,0 0-8 15,-1-1-5-15,-1 1-5 0,0 0-5 0,-1 0-3 0,-1-1 2 0,0 4 2 16,1 0 5-16,0 2 6 0,0 3 4 0,0 3 1 0,1 3-1 16,-1 2-5-16,1 2 1 0,1 3 4 0,1 1 4 0,1 3 6 0,-1 1 0 15,2 3 4-15,1 0 1 0,1 2-1 0,0 1-1 0,1 1-4 16,0-1-4-16,1 0-3 0,0 0 1 0,1 0-1 0,1-1 1 0,1-3 0 15,0 0 2-15,0-2 0 0,1-1 3 0,-1-2 3 0,0-2 4 0,-1-1 1 16,2-3 3-16,0-1 8 0,-1-1 3 0,0-2 3 0,-3-1 5 0,1-2-4 16,-2-1 0-16,1-1-2 0,-1-1-3 0,0 1-1 0,-2-3-4 15,-1 1-3-15,0-1-1 0,-2 1-3 0,-1 1 0 0,-2-1-3 0,-1-1 0 16,-2 0 2-16,-1 0-6 0,-4-1-2 0,0 1-2 0,-3-1-4 16,-2 1 0-16,0-1 0 0,-2 1-3 0,0 0-2 0,-2 0-3 0,-2 3-3 15,1 1-1-15,2 4-4 0,-1 2 3 0,1 2-2 0,0 3 1 0,1 3 0 16,0 2-9-16,1 3-3 0,0 2-11 0,2 1-10 0,1 1-19 15,0 1-41-15,2 1-48 0,2 0-47 0,2 1-27 0,2 1-4 0,1-2 17 16,3 1 21-16,2-1-97 0</inkml:trace>
  <inkml:trace contextRef="#ctx0" brushRef="#br0" timeOffset="46457.34">18875 6684 220 0,'1'-1'81'0,"2"0"-20"15,0 0-16-15,0 0-11 0,0 0-10 0,-1 1-10 0,0 0-2 0,0 0-3 16,-1 0-2-16,-1 0-2 0,1 0-1 0,-2 1 2 0,0-2-1 0,0 1 2 16,0 0-3-16,0 0 0 0,0 0-2 0,-1-1 1 0,1 1 2 15,-1 0 0-15,0-1 2 0,0 0 3 0,-1 0 4 0,0 0 6 0,2 0 7 16,-2 0 8-16,1 0 6 0,-1 1 6 0,1-1 5 0,0 1 2 15,-1 0 4-15,2-1-4 0,-1 2-2 0,0-1-10 0,0 0 0 0,0 2-9 16,1-1-3-16,-1 2-2 0,2 2-2 0,-1 0 5 0,1 0-3 0,0 2 0 16,0 0-4-16,2 2 0 0,0 0 1 0,0 1-3 0,1 0-1 15,1-1-2-15,1 1-2 0,0 1-2 0,1-2 2 0,0 1-1 0,2-2 5 16,0 0 2-16,2-1-4 0,-1 0 7 0,2 0-6 0,-2-1-5 0,1-1 3 16,1 0-3-16,1-2-1 0,0 0 2 0,1-2 1 0,-3 0-4 15,1-2 2-15,0 1 1 0,-1-3 0 0,1 0 6 0,-1-1 1 16,-1-2 2-16,1-1 4 0,-1-1-4 0,-1-1 3 0,-1 1-1 0,-1-2-3 0,-1-1-9 15,0 0 4-15,-2 1-5 0,-2-1-2 0,-1 2 4 0,-1 0-3 16,-1-2-3-16,-2 1-2 0,-3-1-2 0,-2-1-5 0,-2 1-3 0,-2-1-3 16,-2 1 2-16,-1-1 1 0,-3 1 2 0,-1 1-2 0,0-1 1 15,-1 1-2-15,1 0 0 0,2 3 0 0,0 3-1 0,2 1 4 0,1 3-6 16,1 1-2-16,1 1 5 0,2 2-4 0,-1 2 0 0,2 0-2 0,0 3-6 16,0 0-5-16,1 0 1 0,1 0 1 0,1 0-2 0,1-1 3 15,1 0-1-15,2-1-1 0,0 0 2 16,1 0 4-16,1 1 0 0,0-1-1 0,2 2-6 0,0-1 2 0,1 1-1 0,1 1 6 0,1-1 3 0,1 0 2 15,2 1 3-15,0-1-3 0,1 0-1 0,1-1 2 0,2-1 3 16,-1-1-9-16,2-1 6 0,2 0 0 0,1-2-2 0,1-1 13 0,0 1-1 16,2-1-3-16,0 0 1 0,0 0-2 0,1-2 3 0,2 1 0 0,-3 0-1 15,1-1 1-15,0 1-4 0,-2 0-2 0,1-1 0 0,-1 1-5 16,0 0-3-16,-1 0-18 0,1 0-23 0,0 0-60 0,-1 0-60 0,-2-2-44 16,-1 1-28-16,0-1-4 0,-1-1 6 0,-2-2-45 0</inkml:trace>
  <inkml:trace contextRef="#ctx0" brushRef="#br0" timeOffset="46706.34">19388 5817 2261 0,'-1'-8'196'0,"1"5"-120"0,2 2-41 0,2 12-45 0,3 5-2 16,4 5-9-16,2 6 7 0,0 3-6 0,0 4-13 0,0 3 5 0,0 2-2 15,-2 2 8-15,-1-1 1 0,0 3 0 0,-1 1 1 0,0 0 4 16,1-1-2-16,-1 0 9 0,0-1-2 0,0 0 5 0,0-1 8 0,0-1-4 16,1-2 4-16,-1 0-8 0,1-1 4 0,0-1-4 0,-1-2 3 0,1-5 3 15,-1-2-1-15,-1-3 2 0,0-5 1 0,0-2-4 0,0-1 0 16,0-4-12-16,0-1-11 0,0-2-20 0,-1-2-34 0,-1-2-53 0,-1-3-49 16,-1-2-23-16,-1-1-15 0,-1-3-5 0,-1-2-17 0,0-3-25 15,-3-5 28-15,-2-2-82 0</inkml:trace>
  <inkml:trace contextRef="#ctx0" brushRef="#br0" timeOffset="46840.34">19274 6561 1006 0,'4'-2'385'16,"2"2"-309"-16,3 1-34 0,2 4-50 0,5 4-7 0,3 3-16 0,4 2-13 16,2 1-23-16,3-2-49 0,-1 1-50 0,2-2-20 0,-2-1 0 0,0 0 27 15,-1-1 28-15,1-1 13 0,-1 0 9 0,-2-2-52 0</inkml:trace>
  <inkml:trace contextRef="#ctx0" brushRef="#br0" timeOffset="47473.34">17894 7475 1549 0,'-7'-13'109'0,"-1"1"-54"0,0-1-38 16,2 6-33-16,4 4-6 0,1 1-10 0,1 2-4 0,0 0-2 0,1 0-1 16,-1 2 3-16,1 0 11 0,-1 0 7 0,0 2 11 0,0 0 4 0,1 1 6 15,-1 0 5-15,1 0 3 0,0 1 2 0,0 0 8 0,2 3 2 16,0 0 10-16,2 3 4 0,0 3 9 0,2 2 1 0,1 2 0 0,0 4 3 15,0 2-1-15,1 2 1 0,-1 3 7 0,1 0 0 0,0 2-2 0,1-2-8 16,-2 1-7-16,2-4-8 0,-1 0-4 0,1-3-1 0,-1-1-4 16,1-2 0-16,-1-2-1 0,0-3-5 0,1-1-1 0,-1-2-2 0,0-2-10 15,-1-1 4-15,-2-2-5 0,0-1 0 0,-2-1-1 0,0-1 2 16,-1-2-2-16,0-1-4 0,-2-1 4 0,0 0-7 0,-1-2 2 0,0 0-5 16,-1-1-14-16,0-2-26 0,-1-1-57 0,-1-3-59 0,1 0-49 0,-2-1-52 15,0-2-22-15,-2-2-12 0,-1-1 0 0,-1-3 37 0,1-2 69 16,0-3-2-16</inkml:trace>
  <inkml:trace contextRef="#ctx0" brushRef="#br0" timeOffset="47656.34">18021 7107 1377 0,'-2'-11'200'0,"-1"2"-120"0,1 0-33 0,1 6-57 0,2 4-17 0,3 2-12 15,0 2-3-15,3 1-4 0,2 2-18 0,1 1-14 0,-1-2-30 0,-1 2-44 16,-1 0-10-16,-3 1-2 0,0 0 24 0,-2 0 35 0,0 0 17 16,1-3 7-16,1 1-1 0,0-1-1 0,0-1-118 0</inkml:trace>
  <inkml:trace contextRef="#ctx0" brushRef="#br0" timeOffset="48057.34">18401 7364 1300 0,'0'-2'500'0,"-1"1"-397"0,0 3-31 16,2 6-65-16,1 3-9 0,3 5 1 0,1 2-1 0,2 1 0 0,1 0-4 16,0 1-5-16,-1-1 0 0,-1 3 1 0,1-1-5 0,-2-2 7 0,0-1 0 15,-1 0 1-15,0-3 11 0,1 1-3 0,-1-2 2 0,1-1-3 16,-2-3 0-16,0-3 2 0,0 0 0 0,0-2 1 0,0-1 3 0,-1-1 6 15,-2-3 7-15,1 0 3 0,0-1 6 0,-1-1-5 0,0-2-4 0,1-2-2 16,0-2-7-16,0 0-4 0,1-4-5 0,0 0-3 0,1-2-7 16,0-1-7-16,1 2 6 0,2-3-1 0,0 1 0 0,0-2 3 0,1 0-5 15,0-1 7-15,0 1 5 0,1 3 1 0,-1 0 3 0,0 1 2 16,-1 1 4-16,-1 2-1 0,1 1-1 0,-1 4-1 0,-1 0-3 0,0 1-5 16,0 3-1-16,0 2-4 0,0 2 2 0,1 1-1 0,-1 3-1 0,0 0 3 15,0 5-4-15,1 1-2 0,0 1-1 0,0 2 0 0,1 1-3 16,-1 1 1-16,1 2 1 0,0-3-12 0,1 2-2 0,-1 0-4 0,2-2-12 15,0 2-1-15,1-1-3 0,0-2-9 0,0-2-1 0,-2 1-3 0,1-2-9 16,-1-2-2-16,0-1 1 0,0-4 11 0,0-1 16 0,0-2 11 16,0-1-3-16,-2-2-11 0,1-1-19 0,0-2-21 0,0-1-17 0,1-2-8 15,-1-2-3-15,0-2 2 0,0-3 9 0,0 0 13 0,0-2 8 16,1-1 11-16,0-2 16 0,2-3-49 0</inkml:trace>
  <inkml:trace contextRef="#ctx0" brushRef="#br0" timeOffset="48273.33">19223 7035 665 0,'1'0'131'0,"0"1"-40"0,1 2-40 16,1 4-22-16,0 2-3 0,0 4 2 0,2 2-3 0,-1 1-1 0,1 1-4 15,0 2-7-15,0 1 2 0,0 1-3 0,0 2 2 0,0 3 1 16,1-1 1-16,0 2 1 0,1 1-1 0,1 0 0 0,-1-1-3 0,2 2-1 16,0 0 2-16,1 1 2 0,-1 0-1 0,0-1 0 0,-1-2-11 0,1-1 5 15,-1-2 3-15,1-2 2 0,-1 1 9 0,0-3-7 0,1-2-3 16,-1-1-6-16,0-1-4 0,0-2-3 0,0-3-10 0,0 0-4 0,-1-2-8 15,1-2-10-15,0-1-3 0,-1-1-12 0,-1-2-17 0,0-1-28 0,-2-1-9 16,-2-2 5-16,0 0 11 0,-2-3 14 0,-1-2-6 0,-2-3-12 16,-2-1-9-16,-3-3 0 0,-2-1-2 0,-3-2 10 0,-3 0-83 0</inkml:trace>
  <inkml:trace contextRef="#ctx0" brushRef="#br0" timeOffset="48391.33">19042 7459 313 0,'-10'-11'146'15,"1"2"-25"-15,-1-2-10 0,4 4-4 16,4 3-4-16,1 0-5 0,3 2-8 0,2 1-13 0,4 1-14 0,5 2-7 0,4 2-11 0,5 0-12 15,6 3-9-15,5 3-12 0,4 0-8 0,2 2-9 0,0 1-8 0,2-2-15 16,-1 1-24-16,0-1-48 0,0-1-55 0,-2-1-39 0,1-1-32 16,0-3-9-16,0-2-97 0</inkml:trace>
  <inkml:trace contextRef="#ctx0" brushRef="#br0" timeOffset="57827.31">4834 8021 672 0,'-14'-13'60'0,"0"1"-60"0,-3-2 5 0,7 5 3 0,2 4 0 16,3-1 4-16,1-1-4 0,0 1-7 0,0 0-4 0,2 1-4 0,0 1-4 15,1 1-3-15,1 1-3 0,-1 1 2 0,1 0 3 0,0 0 6 16,0-1 3-16,-1 0 7 0,-1-1-3 0,1-1 3 0,-2 0 0 0,-1 0-1 16,0-2 3-16,-1-1 0 0,1-1 0 0,-3 0 2 0,0 1 1 0,0 0 4 15,-1 1 0-15,-1 0 3 0,-1 0 0 0,-1 1 5 0,-1-1 6 16,-1 0 10-16,-2-2 8 0,1 1 4 0,-1 0 1 0,0 0-6 0,-1 1-7 16,0-1-2-16,1 2-7 0,-3-1-5 0,0 1-3 0,1 1-4 0,-2 0-5 15,0 0-2-15,1 2-4 0,0-1-5 0,-3 1 1 0,-1 2 1 16,-1 2-6-16,-2 0 1 0,-2 3 0 0,-3 0-4 0,-2 2 3 0,-4 2 1 15,-1 0-1-15,-2 4 4 0,-3-1 0 0,-1 1 2 0,1 1 5 0,-1 0 4 16,1 2 11-16,2 1 9 0,-1 0 7 0,1-1-4 0,1 2 2 16,0 0-4-16,3 0 2 0,-1 3 1 0,4 0-4 0,1 0-1 0,1 3-8 15,3 2-3-15,0 0-5 0,1 4-4 0,0 0-6 0,1 2-2 16,2 1 1-16,0 0 3 0,3 3 3 0,4-1 0 0,1 1-6 0,1 0 1 16,2 1-4-16,2 1 0 0,1 0 2 0,1 1-4 0,1-3 2 0,1 0-3 15,1 1-1-15,0 0 2 0,2 1-4 0,0-2-2 0,2 1 2 16,1 0 6-16,0-2 3 0,-1 1 5 0,0-2-2 0,2-1-5 0,0-1-2 15,2-2 2-15,0-1 1 0,0 1-4 0,2-2 4 0,0 1-4 0,2-2 2 16,0-2 2-16,1-2-1 0,0 0-1 0,1-1 0 0,1 0 5 16,1 1-5-16,0-1 3 0,2 1 2 0,3-1-3 0,0 0 6 0,0-2-3 15,4 0-4-15,1 1 12 0,1-2-2 0,1 2 3 0,1-1 5 16,-2-1-7-16,3 0 0 0,1 2 8 0,2-3 0 0,1 1 4 0,1-1 0 16,3-1 0-16,1 0 1 0,2 1-4 0,0-3 6 0,1-1-5 0,4 2 2 15,1-2 0-15,1 0-6 0,3-2-1 0,1-1-5 0,0-2-4 16,0 0 0-16,2-2-1 0,-2 1 0 0,1-2 1 0,2-1 0 0,1-4-3 15,2 0 1-15,0-1-3 0,-1-2 1 0,-1-2 4 0,0-3 3 0,0-1-2 16,2-3-3-16,-2-1 3 0,0-3-4 0,-1-2 7 0,-1-2-2 16,1-1-2-16,0 1-2 0,-2-2 0 0,0 0 0 0,-2 0 7 0,0-2-1 15,-4 0 1-15,0 0 2 0,1-3 2 0,-3 1-13 0,-1-4 1 16,-2 2 7-16,-1-2-3 0,0-2 10 0,-1 0 1 0,1 0-6 0,-3-2-8 16,-2 2 3-16,0-2-3 0,-2 2 2 0,-2-1 1 0,-1-3 4 0,-3 0-3 15,-1 0 0-15,-1-1 1 0,-3 0-10 0,-1-2 4 0,-2-2-4 16,-3-2-10-16,-1 1 9 0,-5-2-1 0,-1 2-1 0,-4-2 5 0,-4-1-9 15,-2-2-3-15,-5-1-8 0,-4-2 0 0,-4-3-2 0,-3-2-4 0,-5-2 2 16,-2-1-8-16,-5 0-1 0,-3-1 9 0,-6-1 5 0,-1 0 10 16,-3 0 0-16,-2 1-13 0,-3-1-5 0,-5 2-2 0,-2 1 2 0,-3 2 8 15,-3 5 2-15,-1 3-6 0,-2 6 14 0,-1 5-1 0,0 3-3 16,-1 7 1-16,-2 3-12 0,2 7-6 0,-3 6-4 0,1 6-5 0,0 6-9 16,-3 7-1-16,1 7-20 0,0 6-62 0,2 6-75 0,1 7-69 0,3 8-51 15,1 8-12-15,-1 10-96 0</inkml:trace>
  <inkml:trace contextRef="#ctx0" brushRef="#br0" timeOffset="67557.95">19570 8220 1001 0,'-14'-7'130'0,"0"3"7"0,-3 0-18 16,7 3-21-16,4 3-27 0,2 2-21 0,0 0-22 0,1 5 0 0,1 1-3 15,1 4 2-15,1 2 10 0,0 1-3 0,1 4 3 0,0 4 1 16,1 1-2-16,-1 4-3 0,0 1-4 0,0 5 2 0,0 3-5 0,0 1-2 15,0 4-4-15,1 1-10 0,0 1-2 0,1 3 4 0,0 1-14 16,0 0 2-16,1 0 2 0,1 0-6 0,1 0 8 0,-1-2-6 0,2 0 1 16,-2-3-6-16,2-3-5 0,1-2-9 0,1-5-18 0,1-5-17 0,1-3-19 15,0-4-5-15,2-5-7 0,0-1 7 0,0-5 4 0,1-3-8 16,-3-4-23-16,3-3-38 0,0-3-45 0,0-3-40 0,2-4-27 0,0-4-174 16</inkml:trace>
  <inkml:trace contextRef="#ctx0" brushRef="#br0" timeOffset="67929.95">20157 8752 2600 0,'-17'-7'99'0,"2"5"-12"0,1 4-72 0,11 10-12 0,9 5-3 15,5 5-10-15,6 3 4 0,4-1 6 0,6 3-2 0,2-2 10 16,2 0 1-16,1-1-6 0,1-2-1 0,-1 0-11 0,3-4-12 0,-3-1-9 16,1 0-2-16,-5-3-1 0,-1-2 9 0,-4-2 9 0,-2-3 6 0,-1-2 4 15,-3-3 5-15,-1-2 0 0,0-4 3 0,-1-1 4 0,0-3-3 16,0-2 1-16,0-4 0 0,-1-2-2 0,0-3 0 0,-4-1-4 0,0-4 4 16,-1-1-1-16,-2-1-9 0,-3-2 4 0,-1 1 5 0,-3-3 2 15,-4 0 5-15,-2-1 3 0,-3-1-10 0,-4-2 1 0,-3 1 1 0,-5-2-4 16,-4 1 1-16,-1 0-1 0,-3-3 2 0,0 1-2 0,-2-1 0 0,1 2 0 15,0 2 1-15,-1 3-2 0,0 2-1 0,2 4-3 0,0 3 0 16,4 6-3-16,1 5 2 0,2 4-5 0,3 5-2 0,0 4-3 0,1 5-8 16,2 2-6-16,0 7-15 0,1 3-30 0,3 4-36 0,1 5-35 0,4 2-54 15,2 3-57-15,3 3-50 0,3 3-37 0,2 0 1 0,2 0 39 16,4-2-70-16</inkml:trace>
  <inkml:trace contextRef="#ctx0" brushRef="#br0" timeOffset="68397.95">21277 8492 928 0,'-14'-21'509'0,"2"3"-436"0,-3-2 9 16,5 10-22-16,6 6-17 0,2 3-29 0,2 2-9 0,0 2-8 0,0 2-5 15,1 4 3-15,2 2-2 0,-1 2 1 0,2 3 2 0,0 3 0 16,1 2-1-16,0 0 4 0,1 2 1 0,-1-2 0 0,3 0 0 0,1 1-2 15,0-2-1-15,3 2-1 0,1 0-1 0,0-1 0 0,3 1 5 0,2-3-2 16,0-1 5-16,1-1-3 0,1-2-3 0,1-3 5 0,-2-3-1 16,2-5 1-16,0-2 14 0,-2-2 2 0,-1-3 11 0,1-1 14 0,-3-6 5 15,2-3 12-15,0-3 4 0,-1-3 1 0,-2-2-6 0,2-3-4 16,-2-1-15-16,-1-3-6 0,-3 2-8 0,-2-2-10 0,-1 0-1 0,-2 1-2 16,-2-2-5-16,-2 2-1 0,-4-1-2 0,-2 1-5 0,-3 1 3 0,-4 1-8 15,-4 0-4-15,-4 0 5 0,-3-1-1 0,-3-1-5 0,-2 2 4 16,-1 0 3-16,0 1-4 0,-1 3 8 0,1 2 4 0,0 3-13 0,3 5 7 15,1 3-10-15,2 4-5 0,1 4-3 0,1 4-10 0,2 5-3 16,1 4-12-16,0 3-45 0,3 6-58 0,0 2-71 0,5 4-58 0,1 4-11 16,2 3-1-16,4 2 24 0,3 1-65 0</inkml:trace>
  <inkml:trace contextRef="#ctx0" brushRef="#br0" timeOffset="68795.95">21977 8465 1215 0,'-2'-4'113'0,"1"2"-29"0,0 1-37 0,4 6-7 0,3 3-3 0,1 2 6 16,6 3 2-16,1 2-6 0,3 1-10 0,1 1-10 0,2 0-12 16,2 2-2-16,0-3-2 0,2 2-3 0,1-1 1 0,-1-4-2 0,0 2 0 15,1-2-1-15,0-1 1 0,0-1 2 0,-1-3 1 0,-1-3-2 0,-3 0 2 16,1-3 1-16,-2-3 6 0,-1-1 2 0,1-2 7 0,0-1 2 16,-2-4 5-16,-1-3 8 0,-1 0-2 0,-1-4 3 0,-2 1-5 0,-1-3-4 15,1-2-1-15,0 0-1 0,-2-4 0 0,0-2 1 0,-2 0-1 0,-3-2-3 16,-2 1 0-16,-3-1-3 0,-3-1 2 0,-2-1-3 0,-5-1-4 15,-4-2-12-15,-4 0-14 0,-4 0 3 0,-5 0-5 0,-2 0 3 0,-3 2 9 16,-1 0-11-16,-1 4 5 0,-2 1-3 0,-1 5-5 0,0 2-4 16,0 4-3-16,0 3-7 0,0 4-10 0,-1 5-10 0,2 5-21 0,-1 4-24 15,2 5-33-15,1 3-37 0,1 5-37 0,3 3-38 0,-1 6-30 0,4 4-1 16,1 5-98-16</inkml:trace>
  <inkml:trace contextRef="#ctx0" brushRef="#br0" timeOffset="69796.55">23004 8176 636 0,'-3'-13'375'16,"2"1"-288"-16,0-2-15 0,3 6-27 0,3 3-18 0,2 2-9 0,2 1-8 15,2 0-2-15,2 2-4 0,2 0-5 0,2 1-2 0,1 2-3 0,2 2-1 16,1 0-2-16,-1 2-5 0,1 1-1 0,2-2 2 0,-3 2-6 15,2 1 3-15,0-1 1 0,-2 1-5 0,1-2-4 0,-2 0-5 0,-2 1-7 16,1-2-8-16,-1 3-3 0,-2 0-18 0,0 0-19 0,-2 0-15 16,0-1-7-16,-2 1-1 0,-1 0 5 0,1 1 0 0,-2-1 8 0,-1 3-92 15</inkml:trace>
  <inkml:trace contextRef="#ctx0" brushRef="#br0" timeOffset="69946.55">23084 8501 519 0,'-1'1'86'0,"2"1"-39"0,2 0-26 0,2 4-12 0,2 0-2 0,4 0-3 15,2 2-4-15,3 0-3 0,2 1-4 0,3 1-3 0,3 0-9 0,1 0-10 16,2 0-14-16,1-1-27 0,1 0-20 0,0-1-13 0,1-1 1 16,0-1 18-16,0-2-45 0</inkml:trace>
  <inkml:trace contextRef="#ctx0" brushRef="#br0" timeOffset="70247.82">23945 7979 1368 0,'-1'-8'127'0,"2"2"-86"0,3 0-33 0,4 4-5 0,5 4 4 0,4 0 13 16,2 2 10-16,4 0 7 0,1 1 4 0,-1 2 0 0,1 1-1 15,-1 2-6-15,4 1-3 0,-1 3-6 0,0 0-5 0,0 2-4 0,-3 1 4 16,2 1-1-16,-3-1-3 0,0 1 5 0,0 2-7 0,-2-1-2 0,0 0-6 16,-2 0-6-16,-1-1 11 0,-2 1-5 0,-1 1 2 0,-3-1 3 15,-2 2-9-15,-2-1-1 0,-4 0 2 0,-3 2-2 0,-4-1-3 0,-3 0-4 16,-3 1-2-16,-3 0-2 0,-3 0-4 0,1 0-7 0,-4-1-19 15,-1-1-39-15,-1 0-67 0,-2 0-71 0,-1-1-68 0,1 1-55 0,-2-1 4 16,-2-1-106-16</inkml:trace>
  <inkml:trace contextRef="#ctx0" brushRef="#br0" timeOffset="71554.82">25187 7763 2130 0,'-2'-4'101'0,"0"3"-64"0,2 1-32 0,5 4-11 0,1 3 6 16,3 1 7-16,0 1 1 0,0 5 1 0,1 2-3 0,0 4-5 0,-1 3 1 15,-1 5-4-15,0 1 1 0,-2 3-4 0,0-1-4 0,-3 2 0 16,2-1 0-16,-2 2-1 0,-1-1-4 0,0 2-3 0,-2-2-17 0,0 1-11 16,1 0-25-16,-1-1-43 0,1 0-41 0,0-3-54 0,-1 0-37 0,1-4-14 15,-1-1 12-15,0-3 22 0,-1-3 27 0,2-2 36 0,1-2-73 16</inkml:trace>
  <inkml:trace contextRef="#ctx0" brushRef="#br0" timeOffset="71789.11">25890 8249 1220 0,'-3'-4'507'0,"0"1"-495"15,2 0-29-15,2 3-15 0,3 2-1 0,-1 1 19 0,2 3 11 16,0 2 2-16,0 3 2 0,0 3-5 0,1 3-7 0,-1 3-5 0,0 1-12 16,-1 3-14-16,1 0-8 0,-2 1-27 0,1 0-40 0,0 0-34 0,0 0-34 15,2-1-21-15,1-2-5 0,0-1 9 0,3-3-91 0</inkml:trace>
  <inkml:trace contextRef="#ctx0" brushRef="#br0" timeOffset="72153.11">26320 7558 3053 0,'-2'-5'12'16,"3"3"-28"-16,3 0-9 0,5 4 1 0,6 2 20 0,3 2 16 0,2 1-2 15,2 1-3-15,2 2-17 0,-2 0-23 0,2 0-4 0,0 3-7 0,0 1 7 16,0 1 9-16,-3 0 0 0,0 1-4 0,-1 0-4 0,-2-1 7 16,0 0 3-16,-1 1 6 0,-1 2 7 0,-3-1-4 0,0 0 4 0,-1 2-1 15,-1 1-2-15,-2 2 4 0,-1 2 0 0,-1 2-2 0,-1 0 2 0,-2 1 1 16,-2-3 10-16,-1-1 2 0,-2-2 9 0,-1-4 3 16,-2 0 1-16,-1-2 6 0,-1-2 1 0,0-1 2 0,-2-1 1 0,0-1 0 0,-3 0 3 15,-1-1-2-15,-1-1-1 0,-2-1-2 0,-1 1-7 0,0-1-2 16,-1 0-2-16,3-1-7 0,1-1-1 0,2-1-1 0,3-1-6 0,0 0-1 15,4-1-11-15,1-1-10 0,2-1-14 0,3 0-12 0,1-1-11 0,3-1-13 16,3 1-18-16,3-2-19 0,4-1-18 0,2-2-19 0,4-2-25 16,2 0-49-16,1-2-81 0,3 1-73 0,0-2-26 0,4-2-66 0</inkml:trace>
  <inkml:trace contextRef="#ctx0" brushRef="#br0" timeOffset="73104.1">27938 7879 2231 0,'-5'-1'746'0,"2"1"-742"0,3 0-16 0,6 4-5 0,4 0 3 0,4 2 7 16,2-1 7-16,2 1 0 0,2 0-15 0,0 1-23 0,2 1-23 15,2 1-23-15,-1 0-11 0,1 1-8 0,-2-1-12 0,1-2-7 0,-3 0-2 0,-3 0-4 16,0-1 7-16,-3-1 1 0,-2-1-10 0,0 0-18 0,-3-1-14 16,1-1-6-16,-1 0 3 0,0-1 14 0,0 0 8 0,0 0-5 0,-2-1-6 15,1 0-3-15,0-1-85 0</inkml:trace>
  <inkml:trace contextRef="#ctx0" brushRef="#br0" timeOffset="73504.38">29025 7414 2976 0,'-6'-3'24'0,"3"1"-35"0,1 0-2 0,6 3-3 15,3 1 8-15,3 1 11 0,1-1 1 0,2 1 1 0,1 1-2 16,1 2-6-16,2 1-6 0,-1 1-4 0,2 1-6 0,-1 0 0 0,-1 0 6 16,-3 1 3-16,0 0 1 0,-1 0 4 0,-2 1 0 0,0-2-6 0,-2 2 1 15,-2 0-9-15,1 1-9 0,0 1-8 0,-1 0-13 0,-1 0-11 16,0-1-9-16,-2 0-12 0,0 0 3 0,-2-1 12 0,0 0 17 0,0-1 26 15,-2-1 13-15,1-1 10 0,-1-2 7 0,0 0 1 0,0-2 2 0,0-1 5 16,0-1 0-16,0 0 3 0,-1-1 4 0,0 0-4 0,1-1 0 16,-1 0 1-16,1 1-6 0,0-1-3 0,1 0-4 0,-1 1-1 0,0 1-9 15,1-1 1-15,-1 1-3 0,2 1-5 0,-1 1 2 0,1 0-3 16,0-1-4-16,1 3-3 0,0-1-9 0,0 2-8 0,1-1-9 0,0 2-7 16,1 0-10-16,0 1-13 0,0 0 0 0,0-1 8 0,0 2 18 0,-1-1 23 15,0 1 10-15,0 1 10 0,0 0 4 0,-2 1-4 0,0 2 0 16,-2 0-2-16,-1 1-6 0,0 1-5 0,-3 2-15 0,1 1-12 0,-3 0-14 15,-1 1-20-15,0-1-16 0,-2 1-17 0,1-2-14 0,0 1-19 0,-1-1-24 16,0-1-26-16,-1 1-19 0,-1-1-170 0</inkml:trace>
  <inkml:trace contextRef="#ctx0" brushRef="#br0" timeOffset="73771.52">29738 7927 2364 0,'-9'4'183'0,"0"2"-181"0,-1 2-10 0,5 2-11 0,2 0 3 0,2 0 7 15,2 2 0-15,0 2-16 0,2 0-25 0,0 0-51 0,2 1-79 16,1 1-83-16,1 2-58 0,-1-2-21 0,1 1 14 0,0-2 47 0,0-1 48 16,-1-3-75-16</inkml:trace>
  <inkml:trace contextRef="#ctx0" brushRef="#br0" timeOffset="74104.52">30023 7432 2664 0,'-3'11'47'0,"2"5"-52"0,0 6-5 0,5 6-1 15,1 3 3-15,3 0-5 0,3 2 3 0,1 0 0 0,1-1-10 16,2 1 0-16,0-1-13 0,3-1-7 0,1-2-13 0,0-2-7 0,0-3-1 15,2-3 1-15,-1-3 7 0,-3-3 11 0,1-3 12 0,1-3 6 0,-3-2 9 16,2-4 5-16,-1-2 7 0,0-3 5 0,0-3 5 0,2-1 5 16,-1-2 8-16,1 0 8 0,1-1 2 0,0 0 6 0,-3 0-6 0,-1 1 1 15,-1 1-2-15,-3 1-2 0,-1 1-3 0,-2 2-7 0,0 1-6 16,-2 1-6-16,0 2-4 0,0 1-1 0,-1 3-1 0,0 2-5 0,-1 2-1 16,0 3-3-16,-2 3-1 0,2 1-1 0,-2 4-10 0,0 2-8 0,-3 0-15 15,-3 3-30-15,-1 1-74 0,-3 2-132 0,-2 3-72 0,-2 2 6 16,-4 4-93-16,-2 4-64 0</inkml:trace>
  <inkml:trace contextRef="#ctx0" brushRef="#br0" timeOffset="75742.52">23931 9217 925 0,'11'-7'375'0,"8"0"-317"0,11-2-51 0,6 2-17 16,7 0 0-16,6 0 4 0,5 1-5 0,5-1-4 0,4 2-3 16,3 0-7-16,3 1 6 0,5 0-4 0,3 0-2 0,3-1-6 0,2 1-6 15,2 0-2-15,2-2 6 0,0 0 9 0,4-1 0 0,-2-1 6 16,3-1 0-16,1-1 1 0,1-1 8 0,2-1 2 0,2-2 6 0,5-3 4 15,1-1 8-15,7-1-4 0,1 0-4 0,1 0-1 0,1 1-2 0,-3 0 2 16,4 1-1-16,1 3 8 0,3 0-2 0,3 1 6 0,0 1 20 16,4 0-9-16,-1 3 5 0,-1-1-6 0,0 2-17 0,-3 1 1 0,1 1 3 15,1 1 1-15,0 2 2 0,1 2 6 0,3 0-2 0,2 1 8 16,2 1-3-16,0 0-11 0,-1 0-2 0,-2 1-8 0,-1 0-1 0,-1 0 3 16,-1 1-2-16,0-1 2 0,-1 0 0 0,-5-2 1 0,0-1 2 0,-3 0-3 15,-3-3 1-15,0 0 3 0,-4-2-5 0,-2-1-1 0,-2-1 0 16,-2-1 1-16,-3-3-2 0,-2-1 2 0,-4-1-7 0,-3-2-13 0,-5 0-21 15,-4-1-40-15,-4-1-89 0,-3-1-88 0,-1-3-58 0,1-6-48 0</inkml:trace>
  <inkml:trace contextRef="#ctx0" brushRef="#br0" timeOffset="87469.28">22814 12133 1676 0,'4'0'796'0,"1"1"-768"15,4 1-29-15,2 0-27 0,3-2-37 0,3-2-107 0,-1-2-240 16,-1-2-196-16,1 0-290 0</inkml:trace>
  <inkml:trace contextRef="#ctx0" brushRef="#br0" timeOffset="213106.92">7730 7806 1599 0,'-1'0'453'0,"2"1"-380"15,4 2-62-15,4 2-11 0,3 1 6 0,4 2-5 0,-1 1 1 0,3 0-1 16,1 1-1-16,2 0 2 0,2 1-2 0,3-1-2 0,3 2 2 16,3-2 0-16,3 1 3 0,3-1-6 0,3-3-1 0,2-2 10 0,2-2 5 15,2-1 16-15,2-2 15 0,3 1-3 0,1-1 1 0,2-1 1 16,2 1-9-16,1 1 1 0,1 0-2 0,0 2 2 0,2-1 6 0,0 2 2 15,0 0-5-15,0 0-1 0,1 0-1 0,1 1-5 0,1-1 5 16,1 1-3-16,1-1-3 0,0 1-3 0,2 0-2 0,1 0 2 0,-1 0-3 16,3-1 0-16,1-1-2 0,1-1 1 0,3 0-3 0,0 0-2 0,-1-2-1 15,2 0-5-15,-1 0 2 0,0 0-3 0,-2-1-2 0,1 1-4 0,1-1-1 16,-1 1 1-16,0-1-8 0,-1 0 5 0,1 1-5 0,-2-1 0 16,0 1 3-16,-2 0-1 0,1 0-4 0,-1 1-22 0,-1-1-29 0,-2 1-43 15,0 1-54-15,-1-1-52 0,-2 0-60 0,2 0-73 0,1-2-50 16,0 0-74-16,3-3-275 0</inkml:trace>
  <inkml:trace contextRef="#ctx0" brushRef="#br0" timeOffset="-203992.08">22938 12887 2625 0,'-13'-3'7'0,"-3"-2"15"0,0-2 4 0,-1-3-3 0,12 1-15 0,3-5-25 15,3-5-13-15,6-5-25 0,4-3-29 0,4-5-54 0,5 0-41 0,3-2-33 0,-1 0-37 16,1 2-62-16,-2-4-100 0,-3 3-342 0</inkml:trace>
  <inkml:trace contextRef="#ctx0" brushRef="#br0" timeOffset="-203438.08">22900 11715 2012 0,'-10'2'735'0,"0"3"-650"16,0 3-50-16,5 5-43 0,6 1-5 0,4 6-7 0,3 6-2 0,5 5-1 15,0 9-5-15,1 7 5 0,-1 4-3 0,0 6 21 0,-3 6 9 0,-2 4-6 16,0 10 12-16,-2 5-12 0,0 9-6 0,0 7 6 0,0 3 4 16,-1 4-2-16,-1 4 5 0,1-1-5 0,0 3 3 0,-1 1 0 0,0-3-1 15,0-2 1-15,2-3-3 0,0-3 0 0,0-8 2 0,1-3-1 0,-1-7 1 16,0-5-7-16,0-3 8 0,-1-6 7 0,-1-2 3 0,-1-4 5 15,-1-5-3-15,0-3 3 0,0-2 9 0,1-4 4 0,1-1 0 0,1-3 9 16,0-3 2-16,2-3 3 0,2-3 1 0,2-1-8 0,2-3 3 0,3-4-8 16,3-2-1-16,3-4-9 0,2-1-6 0,4-3 1 0,4-3-7 15,5-2-2-15,2-4-2 0,4-4-2 0,6-3-3 0,6-4 4 0,3-3-6 16,7-4 3-16,3-3 6 0,7-1-7 0,6-5 0 0,3-2 0 0,8-2 3 16,4-4 4-16,7-2-2 0,6-1 8 0,5-3-3 0,7 1-6 15,5-1 16-15,4 1-4 0,5 0-9 0,0 2 11 0,4-1-14 0,4 3-8 16,-1-1 2-16,4 3 0 0,-1 2-2 0,-1 2-2 0,2 4 6 15,2 1-4-15,-1 1 4 0,3 2-9 0,-1 2-6 0,-1 2 7 0,-4 1-6 16,-1 4 4-16,-7 2-3 0,-5 2-5 0,-8 2 18 0,-8 0 3 0,-6 1 1 16,-5 1-1-16,-4 2-14 0,-5 0-3 0,-6 0 6 0,-7-1-8 15,-5-1-19-15,-8-1-21 0,-6-3-41 0,-7-1-46 0,-7-3-32 0,-4-3-44 16,-6-5-32-16,-9-4-37 0,-6-3-62 0,-9-5-27 0,-9-5-33 0,-9-5-301 16</inkml:trace>
  <inkml:trace contextRef="#ctx0" brushRef="#br0" timeOffset="-203056.01">23239 11528 2776 0,'-15'-22'80'0,"7"-2"-42"0,4-8-31 0,15-1-7 15,14-4-10-15,14-4 22 0,12-3-12 0,14-1 0 0,11 0 6 16,9 1-2-16,8 1-1 0,6 1-3 0,7 2-5 0,7 5-3 0,6 2 1 16,8 3 0-16,7 1 6 0,4 0-1 0,6 0-5 0,1 3 4 0,3 0 8 15,2 2-5-15,2-2 2 0,3 0-4 0,-1-1-1 0,1 0-6 16,-4 1-1-16,-4 0 12 0,-6 4-7 0,-2 3 11 0,-5 0 4 0,-1 2 1 16,-5 3 0-16,-4-1-1 0,-4 3 2 0,-5 1-2 0,-2 3-1 15,-5 4-2-15,-5 3 1 0,-4 4-6 0,-8 3 3 0,-5 4 8 0,-6 2-2 16,-7 5-1-16,-5 2-3 0,-6 5-11 0,-7 4 6 0,-6 6-2 0,-7 4 2 15,-7 8-6-15,-3 4 10 0,-3 8-1 0,-4 6 3 0,-1 9 11 16,-4 7-2-16,-1 6-1 0,-2 7-4 0,-2 8-3 0,0 5-11 0,-2 10 5 16,0 7-3-16,-2 8 0 0,-1 4 0 0,1 4-5 0,0 5 4 15,1-1-10-15,1-1-8 0,0-1-5 0,0-4-19 0,-1-3-15 0,-2-6-29 16,-3-7-41-16,-3-8-67 0,-4-7-97 0,-4-3-131 0,-6 0-247 0,-10 4-176 16</inkml:trace>
  <inkml:trace contextRef="#ctx0" brushRef="#br0" timeOffset="-202589.81">24198 12167 2761 0,'-10'-4'242'16,"1"3"-149"-16,-1-1-61 0,3 3-29 0,4 1-8 0,2 2 1 15,3 3-20-15,2 3-11 0,2 5-4 0,3 4 3 0,-1 3 15 0,1 1-3 16,3 6-6-16,0 0-17 0,2 2-23 0,2 0-25 0,2-1-16 0,3-2-4 15,1 1 18-15,2-3 25 0,2-1 19 0,0-3 12 0,1-5 0 16,0 0 6-16,3-3 8 0,-2-4 13 0,3-3 14 0,-2-2 8 0,1-4 15 16,-4-2 12-16,0-3 15 0,-2-1 15 0,-3-3 13 0,0-3 4 15,-1-1 12-15,-2-2-2 0,1-1-7 0,-3-3-4 0,-1-1-23 0,-1-2-16 16,-3 0-9-16,-1-2-9 0,-4 1-4 0,-2-1-4 0,-4-1-8 0,-2 0-3 16,-4-2-8-16,-2 2-6 0,-3-1-8 0,-3 3 4 0,-1 1-4 15,-4 1-10-15,-1 1 7 0,1 1-12 0,-2 1-5 0,-1 1 6 0,2 3-9 16,-3 3 1-16,-1 1 5 0,0 2-5 0,-2 2 7 0,0 3 4 15,0 2-2-15,-2 2 1 0,3 2-11 0,-1 3-13 0,2 1-14 0,2 2-17 16,0 3-22-16,5 2-39 0,3 1-61 0,4 0-90 0,4 1-122 0,3 1-383 16</inkml:trace>
  <inkml:trace contextRef="#ctx0" brushRef="#br0" timeOffset="-202345.81">25627 12120 1592 0,'17'1'800'0,"6"2"-717"0,8 3-25 0,3 2-42 0,0-1-7 16,4 2-6-16,2 0-1 0,1 1-13 0,-1 1 0 0,0 1-13 0,0 1-12 16,-1 1-4-16,-2 2-15 0,0 0-10 0,-1 4-17 0,-1-1-12 0,1 0 1 15,-1 0 16-15,1-1 23 0,-2-4 29 0,0-1 23 0,-1-4 7 16,-2-2 6-16,-2-3 5 0,1-1 5 0,-3-2 18 0,0-1 13 0,-2-3 16 16,-1-1 20-16,0-3 6 0,-1-1 8 0,0-3 2 0,-1-1-6 15,0-4-4-15,-2-3-12 0,-2 0-16 0,-1-3-12 0,1-1-11 0,-3 2-5 16,-1-3-7-16,-1-1-2 0,-1 1-7 0,-3-3-1 0,-2 1 1 0,-3-1-8 15,-3 2-5-15,-3-3-11 0,-3 1-12 0,-3 2-10 0,-2-2-17 16,-4 2-16-16,-2 0-18 0,-5 2-23 0,-3 2-36 0,-3 2-22 0,-5 3-26 16,-3 5-14-16,-3 3-12 0,-2 5-26 0,-3 5-41 0,-2 4-79 0,-4 5-399 15</inkml:trace>
  <inkml:trace contextRef="#ctx0" brushRef="#br0" timeOffset="-201940.81">24782 13046 1687 0,'6'-3'103'16,"3"0"-154"-16,4-1-87 0,4-1-121 0,0-1-213 0,-1-2-194 0</inkml:trace>
  <inkml:trace contextRef="#ctx0" brushRef="#br0" timeOffset="-201472.83">25347 12726 2349 0,'-5'-1'294'0,"2"0"-189"0,0 1-74 16,3 0-37-16,1 0-2 0,1 1-1 0,0 2 1 0,0-1-2 0,2 4-3 15,0 1-3-15,1 2 0 0,0 1-2 0,-1 3-3 0,1 1-6 16,-1 2-10-16,3 3-6 0,0 2 2 0,1 0 9 0,-1 4 13 0,0 0 8 16,0 3-1-16,-1 2-2 0,0-1-6 0,0 1 0 0,0-1 5 0,-1 0 1 15,-1-1 5-15,1 1 5 0,-1-3-1 0,0 1 8 0,0-5 2 16,-1 0-7-16,1-1 10 0,-1-5-10 0,0-1 19 0,0 0 4 0,0-3-2 15,0 0 10-15,-1-2-17 0,0-1 2 0,0-2-5 0,0-1 4 0,1-2-4 16,0-1-1-16,-1-1-3 0,0-1-2 0,0-1-5 0,-1 0-3 16,2-1-1-16,-1 0 0 0,0-1-6 0,0-1-1 0,0 1-9 0,-1 0-4 15,-1-1-3-15,1 0-3 0,-1 1-5 0,-1 0-8 0,0 0-1 16,-1-1-3-16,-2 1 5 0,-1-1 5 0,-1 1-12 0,-1-1-4 0,-3 2-8 16,0 0-7-16,-3 0 5 0,0 1 6 0,-3 2 13 0,-1-1 11 0,-1 1 15 15,-2 2 7-15,1 1 3 0,0 0-1 0,2 0-5 0,-1 0-1 16,2 0-3-16,2 0 4 0,0 0 4 0,1-2 2 0,0 0 7 0,1 0 3 15,3-1 2-15,-2 1 5 0,0-1-2 0,1 1-1 0,-1-1 3 16,1 2-8-16,1 0-8 0,-2 0-18 0,0 0-71 0,0 1-104 0,0 0-130 16,0 0-312-16</inkml:trace>
  <inkml:trace contextRef="#ctx0" brushRef="#br0" timeOffset="-200657.83">24221 12161 368 0,'-6'-2'52'15,"0"0"-77"-15,-1 0-67 0,1 2-164 0</inkml:trace>
  <inkml:trace contextRef="#ctx0" brushRef="#br0" timeOffset="-200422.83">23699 11947 1475 0,'-6'-7'75'0,"1"0"-18"15,-1-3-42-15,3 3-13 0,1 1-22 0,1 2-26 0,0 1-23 0,0 1-36 16,1 2-43-16,-1 0-35 0,-1 2-54 0,-2 2-129 0,1 0-19 16</inkml:trace>
  <inkml:trace contextRef="#ctx0" brushRef="#br0" timeOffset="-200072.84">23549 11748 1282 0,'-10'-11'216'0,"0"0"-92"0,-1-3-28 0,4 4-37 0,4 1-19 15,-1 2-19-15,1 0-13 0,1 1-8 0,1 2-2 0,0 2-4 0,1 1-6 16,0 2-5-16,0 1-2 0,0 3 0 0,2 3 5 16,0 2 5-16,1 0 0 0,2 3 6 0,-2 3-2 0,2 3 3 0,0 1 2 0,1 5-6 15,1 1 3-15,-1 5-4 0,1 1 1 0,0 3 0 0,0-1-8 0,0 2 10 16,-1-2-3-16,2 0-3 0,0 0 8 0,1-1-18 0,1-2 5 15,0-2 0-15,1-3 2 0,0-3 9 0,1-2 4 0,2-2 5 0,1-1 8 16,-1-4-2-16,1-1 4 0,0-3 7 0,-1-3-4 0,-1-2 5 0,-1-1 0 16,-1-3 3-16,0-1 9 0,-1-1-2 0,-1-2 3 0,-2 0 3 15,-2-3-5-15,0 0 4 0,-2-2-10 0,-2-1-7 0,0 1-5 0,-2-1-10 16,-2-1-5-16,-3 0-9 0,-1-1-7 0,-4-1-6 0,-2 2-4 0,-2-2-2 16,-2 1 0-16,-1 0 2 0,-3 2 2 0,-1-1 2 0,0 2 6 15,-2-1 0-15,2-1 5 0,-2 1 4 0,-2 1 1 0,0-1 1 0,-2 2 3 16,1 1-3-16,-1 0 0 0,2 1 0 0,-2 2 1 0,1 2 0 15,-2 2 1-15,-1 2-2 0,1 2 3 0,-1 2 2 0,1 3 7 0,-1 2-6 16,4 1 0-16,0 2-9 0,4-1-5 0,1 1-2 0,2 1-11 0,3 1-12 16,1-2-17-16,2 2-12 0,2 2-20 0,2-1-25 0,2-1-27 15,2 0-26-15,2-3-14 0,1-2-3 0,3-2-6 0,0 0-49 0,2-3-21 16</inkml:trace>
  <inkml:trace contextRef="#ctx0" brushRef="#br0" timeOffset="-199672.84">23874 11598 875 0,'2'-10'115'16,"3"1"-17"-16,1 0-37 0,1 0-18 0,-2 2-9 0,1 1-7 0,-1 1 1 16,-1 1-8-16,0 1 3 0,-1 2 0 0,-2 0 2 0,0 1 8 15,0 1-5-15,0 2 6 0,-1 1-3 0,0 0 0 0,0 2 1 0,0-1-1 16,-2 2-2-16,2 0 0 0,-1 0-2 0,0 1-1 0,0 0-8 15,0 1-5-15,-1 1-5 0,0 1-2 0,1 0-1 0,0 2-3 0,2-2 0 16,0 1-3-16,1-1-3 0,2-1 3 0,-1 0-3 0,2-1 0 0,0-1-1 16,0-1 2-16,1 0 1 0,0-1 3 0,1-1 0 0,0-1 6 15,0-1 2-15,0-1 1 0,1-1 5 0,-1 1-5 0,1-1 4 0,0 0-5 16,-1 0 0-16,1 1-1 0,-2-1-4 0,1 1 4 0,0 0-6 0,0-1-2 16,-1 1-6-16,1 1 0 0,0-1-4 0,0 1-3 0,1 0 0 15,-1 0-7-15,0 1 0 0,0 0-3 0,0 0-7 0,-1 0 2 0,1 0-3 16,-1-1 1-16,0 1 6 0,-2-1 2 0,1-1 5 0,0 0 2 15,-2 1 1-15,0-1 1 0,-2 0-3 0,-3 0 0 0,-1 1-5 0,-3-1 2 16,-2 2 6-16,-2 1 4 0,-2-1 1 0,-2 2 4 0,-4 1-4 0,-2 1 4 16,-1 1 2-16,-3 0 0 0,-1 2 4 0,-1 1 2 0,0 1 1 15,2-1 1-15,-1 0-2 0,3 1-2 0,1 1-4 0,1 1-5 0,2-2-21 16,1 1-21-16,-1 0-25 0,3 1-30 0,2-1-21 0,1-1-27 0,1 0-21 16,2-1-28-16,1-2-80 0</inkml:trace>
  <inkml:trace contextRef="#ctx0" brushRef="#br0" timeOffset="-198289.84">23495 11612 1761 0,'-19'-11'79'0,"0"2"-13"0,-2-1-26 0,2 4-24 0,3 1-6 0,2 1-6 0,-1-1-9 16,0 1-8-16,0-1-2 0,0 0-10 0,-2-1 1 0,-2 0-2 15,-4-2 6-15,-1-2 12 0,-2 0 2 0,0-3 12 0,-1-2 3 0,1-4 0 16,-1-1-1-16,2-5 2 0,1-2 5 0,2-1 3 0,3-3 1 16,4-1 3-16,2-3-15 0,2-2 2 0,4 1 0 0,2-2-7 0,2 1 4 15,4-3-5-15,2-1 9 0,3 0 1 0,3 1 2 0,2-2-3 0,5 1 0 16,2-2-3-16,6-1 4 0,3 1 3 0,6-1-2 0,5 1 3 16,4-1-12-16,5 2-1 0,5 2-4 0,3 1-1 0,4 1 2 0,7 1 2 15,3 2-1-15,5 2 0 0,2 3-1 0,3 3-8 0,1 4 4 16,2 2-7-16,0 2 9 0,3 3-1 0,-1 2 0 0,0 3 2 0,-1 1-2 15,-3 2 13-15,2 0-14 0,-2 0 8 0,-3 1 0 0,-2-2-4 0,-5 2 19 16,-1 0-2-16,-5 0 5 0,-3 3 1 0,-2 0 6 0,-2 2 4 16,-3 1-3-16,-4 1 1 0,-2 0-9 0,-3 0-3 0,-3 0-5 0,-2 2-1 15,-1-1-3-15,-3 1-3 0,-2 2-4 0,-5 1-5 0,-2 1-11 0,-4 1-2 16,-1 1-8-16,-4 0-6 0,-4 1-9 0,-3 0-20 0,-2 0-22 16,-2 1-26-16,-3 0-34 0,-2-1-36 0,-2 0-52 0,-3-1-64 0,1 0-57 15,-3-2-248-15</inkml:trace>
  <inkml:trace contextRef="#ctx0" brushRef="#br0" timeOffset="-198022.67">25453 9804 1183 0,'-3'-11'103'0,"0"-1"-19"0,1-2-33 0,4 5-15 16,3 3-12-16,2 0-7 0,3 1-4 0,3 2-4 0,1-1-3 0,3 2-4 15,1 0-2-15,4 2 0 0,2 2-1 0,1 0-4 0,2 1-1 0,0 1-1 16,3 2 1-16,-2 1 8 0,1 1 0 0,0 1-3 0,-1 1 4 15,1 1-3-15,0-1-2 0,0 1 2 0,-2 0 4 0,1 1-1 0,-4 0 8 16,2-1 8-16,-1 0 7 0,2 0 19 0,-1 0 15 0,-3-1 9 16,-1-1 12-16,-3-1 1 0,-1-1-5 0,0-1 2 0,-4 1-7 0,-2 0-7 15,0-1-7-15,-3 1-7 0,-1-1-11 0,-3-2-9 0,-1 2-1 0,-3 0-7 16,-4 0-4-16,-2 2-4 0,-5 2-7 0,-1 1-6 0,-4 2-1 16,-3 2-12-16,-2-1-3 0,-1 0-18 0,-1 0-21 0,-2 1-17 0,3-2-25 15,0 2-21-15,0 1-36 0,3-1-47 0,1-2-78 0,3-1-97 0,1-1-405 16</inkml:trace>
  <inkml:trace contextRef="#ctx0" brushRef="#br0" timeOffset="-197705.67">26379 9567 1966 0,'4'-7'179'0,"2"3"-97"15,3 2-41-15,3 4-32 0,2 6-3 0,-1 2-6 0,3 4 5 0,-2 3-4 16,-1 1 1-16,-3 3-8 0,-2 4-5 0,-3 3 4 0,-2 4-8 16,-2 2 2-16,-3 2-5 0,0-1-1 0,-1-2 4 0,-1 2 8 0,-1-1 4 15,0-1 0-15,0 0 0 0,0 0 0 0,1-5-9 0,1 0 5 0,0-4 4 16,0-1 2-16,3-3 10 0,0-3 1 0,1-1 4 0,1-3 7 16,1-2 2-16,2-2 2 0,0-2 8 0,1-1 3 0,1-2 5 0,0-1 3 15,2-1-7-15,1-1-4 0,2-1-4 0,2-2-4 0,0-1-3 0,-1 0-8 16,2-1-4-16,2 0-4 0,0 0-3 0,2 0-6 0,0 0 2 15,1-1-7-15,0 2-5 0,0 0 5 0,0 1-6 0,-1 1 1 0,0 0 1 16,0 0-7-16,-1 1 2 0,0 1-3 0,1-2 0 0,-2 0-8 16,1 0-10-16,-1-1-9 0,0 0-31 0,-3-1-34 0,1 1-48 0,-3-1-58 15,-1-1-86-15,-1 0-156 0,-3-3-274 0</inkml:trace>
  <inkml:trace contextRef="#ctx0" brushRef="#br0" timeOffset="-197536.67">26295 9554 2400 0,'-3'-15'46'0,"1"3"-28"0,3-3-35 15,5 9-7-15,6 2-6 0,5 2 6 0,4 1 3 0,4 0-3 0,1 3-11 16,2 1-14-16,-1 0-32 0,4 2-22 0,0 0-29 0,2 1-37 16,2 2-41-16,2-2-48 0,2 0-50 0,1-1-88 0,3-1-80 0</inkml:trace>
  <inkml:trace contextRef="#ctx0" brushRef="#br0" timeOffset="-197087.67">30669 9176 2724 0,'23'-22'39'0,"-1"3"1"0,9-2-26 0,1 6 1 0,2 6 0 15,1 0-5-15,4 0 0 0,-1 2-8 0,-2-1-14 0,0 3-8 0,-3 1-23 16,-1 3-16-16,-1 3-7 0,-1 1-7 0,-1 2 4 0,-1 1 3 15,-4-1 5-15,-1 1 16 0,-3 0 9 0,-1-2 11 0,-1 0 7 0,-1 1 6 16,-1-2 4-16,-3 0 5 0,1 0 5 0,0-2 1 0,-1 1 3 16,-1-1 4-16,-2 1 7 0,-1-2 4 0,-3 0 4 0,-1 0 9 0,-2 0-2 15,-1 1 0-15,-2-1 4 0,0 0-13 0,0 1-3 0,-1 0-6 0,0 2-7 16,0 1 0-16,1 3-2 0,-1 2-3 0,0 2 4 0,1 4-1 16,-2 2-4-16,1 1-4 0,2 4 0 0,-1 4 2 0,4 1 4 0,-1 3 9 15,1 3-4-15,2 4-1 0,0-1-6 0,1 1-2 0,2 3-1 0,-2-1 4 16,3 4 4-16,0 0-9 0,2-2 1 0,-1 2 4 0,-2 1-2 15,1-1 0-15,-1-1-3 0,0-1-7 0,1-1-6 0,-2-3-4 0,-1 1-10 16,0-3-9-16,-2-3-18 0,1-3-13 0,-2-2-16 0,-3-3-25 16,-1 0-41-16,-6-3-43 0,-2-2-48 0,-3-1-33 0,-9-3-18 0,-7-4-96 15,-11-1-89-15</inkml:trace>
  <inkml:trace contextRef="#ctx0" brushRef="#br0" timeOffset="-195471.58">23103 11661 198 0,'-1'-1'66'0,"1"0"-31"0,-1 1-18 0,0 0-9 0,0 1-5 16,1 0-1-16,-1 1-2 0,-1 0 1 0,0 1-1 0,0 0 0 0,-1 2 2 16,-1 1 0-16,2 0 1 0,-2-2 1 0,0 0 3 0,-1 0 6 0,0 0 11 15,0-1 17-15,1 0 15 0,2-2 14 0,0 0 17 0,0 0-3 16,2-1 0-16,0 0-6 0,0-1-12 0,2-1-4 0,1-1-10 0,1-2-6 15,3 0-12-15,2-1-7 0,-1-1-5 0,4-2-3 0,0 2 0 16,3-1 0-16,0 0 0 0,0 1-6 0,1 0 0 0,0 3 0 0,-1 1-1 16,0 3-1-16,0 0-2 0,0 1 0 0,-1 2 6 0,-2 1 0 0,-1 1 3 15,-1 1 4-15,-3 0 2 0,-2 1 5 0,0 1 4 0,-3 0-1 16,0 1-1-16,-2-2 0 0,-1 2-1 0,-2-2-5 0,0 0 0 0,-3 0-6 16,0 0-2-16,-1 1 0 0,-1 0-2 0,-1-2 2 0,1 0-5 0,-1-1 4 15,-1-1-5-15,1-1 1 0,-1-2 6 0,1 0 0 0,0-2-2 16,-1 0-3-16,-1-1-2 0,1-2-4 0,-1 1 0 0,3-2-3 0,-1 0-1 15,3-1 2-15,-1 0 5 0,1 0-3 0,2-1-1 0,0-1-1 16,0 1-1-16,1-1 0 0,1 1-3 0,1 1-6 0,0 0-8 0,1 0-13 16,0 2-17-16,1 0-31 0,0 2-57 0,1 1-92 0,0 1-115 0,1 0-411 15</inkml:trace>
  <inkml:trace contextRef="#ctx0" brushRef="#br0" timeOffset="-194937.58">26972 9619 1369 0,'-4'-2'156'0,"0"2"-86"0,-1 2-32 16,3 4-28-16,1 2-4 0,1 2-1 0,1 2-1 0,0 3-4 16,1 1-1-16,1 3 1 0,-1 2-2 0,1 2-3 0,1 0-1 0,0 1-7 15,3-2-4-15,-1 0 3 0,3-1-1 0,1-2 7 0,0-2 6 16,2 0 0-16,0-3 2 0,0 0 1 0,2-1 1 0,0-3 9 0,0-3 6 16,-2-3 3-16,2-2 15 0,-1-2 2 0,1-1 7 0,-2-3 8 0,0-2-2 15,-1-1 2-15,0-3-3 0,-2-2-8 0,0-1-6 0,-1 0-5 16,-1-2-7-16,-1 0-5 0,-1-2-2 0,-2 0-2 0,0-3 1 0,-2 2 1 15,-1-1-5-15,-1-1-2 0,-2 1-6 0,0 1 0 0,-2-1 0 0,1 1 3 16,-2 0-1-16,-1 2 1 0,-1 0-1 0,0 2-1 0,0 0-1 16,0 1-6-16,0 1-6 0,0 1 3 0,-1 3-4 0,0 2-7 0,1 3-2 15,0 1-10-15,1 2-5 0,-1 2-9 0,0 2-5 0,1 3-13 16,-2 2-13-16,0 2-18 0,0 1-34 0,1 0-67 0,1 1-76 0,1 1-69 16,2 0-290-16</inkml:trace>
  <inkml:trace contextRef="#ctx0" brushRef="#br0" timeOffset="-194771.58">27496 9864 1723 0,'2'-4'198'0,"2"0"-178"16,2 0-21-16,4 5-21 0,0 1 2 0,1 1 2 0,3 2 3 0,-1 2-6 15,1 2-13-15,-2 2-17 0,-3 3-16 0,-1 2-21 0,-3 2-43 16,-1 4-72-16,-3 1-84 0,-2 3-140 0,-2 1-38 0</inkml:trace>
  <inkml:trace contextRef="#ctx0" brushRef="#br0" timeOffset="-194072.58">24525 12298 446 0,'-2'-8'68'0,"0"-1"-39"16,1-1-23-16,1 1-21 0,1 2-24 0,1-1-26 0,1 3-53 0,0 1-112 15</inkml:trace>
  <inkml:trace contextRef="#ctx0" brushRef="#br0" timeOffset="-193738.58">24724 12538 120 0,'-1'-3'45'0,"0"-1"-27"0,0 0-11 0,0 1-6 16,0 0-5-16,-1 1-4 0,1 0-6 0,-2-1-18 0,2 1-20 0,-2 0-18 15</inkml:trace>
  <inkml:trace contextRef="#ctx0" brushRef="#br0" timeOffset="-193538.59">24697 12592 79 0,'0'-2'35'0,"-1"0"-11"0,1 0-7 0,-1 1-8 0,-1 0-4 0,0 0-7 16,-1 0-6-16,-1 0-8 0,-1 0-11 0,-1 0-5 0,1 0-11 0,0 0 3 15</inkml:trace>
  <inkml:trace contextRef="#ctx0" brushRef="#br0" timeOffset="-193372.58">24615 12525 198 0,'4'-3'143'0,"3"-2"-34"0,2-1-24 0,2 1-17 16,1 0-23-16,0 0-19 0,2 1-7 0,2 1-11 0,1 0-5 0,0 2-3 15,2 1-7-15,1 1-3 0,0-1-1 0,2 3-2 0,-2-1 2 16,-2 1 3-16,-1 1 0 0,0 0 5 0,-1 0 6 0,-3 0 1 0,-1 0 2 16,-1 0 7-16,-3 0 1 0,-1 0 7 0,-1 1 12 0,-3-1 2 0,-2 1 10 15,-3 1 2-15,-3-1 2 0,-2 2-6 0,-1 0-13 0,-4 0-13 16,-1 1-9-16,-2 1-7 0,-2 0-1 0,-2 0-1 0,0-1-9 0,-2 0-13 15,-1-1-19-15,0 0-27 0,0 1-40 0,2 0-44 0,0 1-125 0,1-2-6 16</inkml:trace>
  <inkml:trace contextRef="#ctx0" brushRef="#br0" timeOffset="-191916.58">27942 9521 239 0,'-2'-2'60'0,"2"1"-90"0,0 1-29 0,0 2-19 0,1 1-33 16</inkml:trace>
  <inkml:trace contextRef="#ctx0" brushRef="#br0" timeOffset="-191755.59">27956 9477 495 0,'-2'-8'197'0,"-1"0"-50"16,0-2-15-16,0 3-25 0,1-1-20 0,0 2-11 0,1-1-14 16,1 3-17-16,0 1-11 0,0 2-16 0,0 1 1 0,0 1-5 0,1 2-3 15,1 3 6-15,0 2 1 0,1 3 2 0,0 4 4 0,0 3 13 0,2 4 0 16,-2 7 7-16,1 1 4 0,1 5-14 0,-1 1-4 0,1 3-6 16,0 3-11-16,-1 2-6 0,1 1-7 0,0-1-5 0,1-1-16 0,0 0-19 15,1 0-24-15,-1 0-38 0,2-3-99 0,0-1-102 0,1-3-126 0,1-2-89 16</inkml:trace>
  <inkml:trace contextRef="#ctx0" brushRef="#br0" timeOffset="-191422.59">28377 9515 1534 0,'1'-9'118'0,"2"2"-36"0,1 0-30 0,2 2-18 0,5 2-4 0,0 0 3 16,2 1-2-16,2 0-4 0,-4 2-11 0,2 1-9 0,-1 2-9 16,0 2-1-16,-1 1-3 0,-1 0 3 0,-2 3 1 0,-1 0 1 0,0 1 2 15,-2 1-5-15,-1 0-1 0,-1-1-4 0,-2 3 1 0,-2 0-1 0,-1 3-1 16,-1 0 3-16,-2-1-2 0,0 0 7 0,-1-2 5 0,0 0 5 15,-1 0 5-15,-1-1 6 0,0 1 3 0,-1-2 7 0,1-1 10 0,-1-1-2 16,1 1 4-16,1-1-7 0,2 0-3 0,0-1-6 0,0 0-11 0,1 0-3 16,1 0-9-16,2-3 1 0,1 2-3 0,1-1-3 0,2 0-2 15,1 0-6-15,1 1-3 0,1-1-7 0,2 1-5 0,0 0-7 0,3-3-8 16,-1 2-14-16,2-2-13 0,0 0-27 0,-1 1-23 0,1-1-23 16,0 0-25-16,1 0-14 0,-1 0-5 0,0-1-18 0,1-1-12 0,1-1-56 15,0-1-44-15</inkml:trace>
  <inkml:trace contextRef="#ctx0" brushRef="#br0" timeOffset="-191138.55">28977 9575 1124 0,'0'1'102'16,"1"2"-37"-16,1 1-35 0,0 3-15 0,2 1 6 0,0-1 6 15,0 2 2-15,0-1 3 0,0 1-7 0,2 1-4 0,-1 0-6 0,0 1-3 16,1 1-7-16,-1 1 4 0,1 1-3 0,1 1 3 0,-1 0 7 16,1-1 3-16,-1 3 3 0,1 0 2 0,0-1 0 0,-1-1 1 0,1-1 1 15,-1 1-4-15,1 0-4 0,-1-2 2 0,0 1-2 0,0-2-1 0,-2 0 5 16,1 0-6-16,-1-2 2 0,-1 0 5 0,0-2 0 0,-1 0-3 16,-1-2-1-16,-1-1-1 0,0 0-7 0,-1-2-4 0,-1 0-5 0,0-1-6 15,-1-1-4-15,-1 0-7 0,-2-2-13 0,1-1-29 0,-4-1-43 0,-1 0-59 16,-1-3-67-16,-2 0-54 0,-2-2-39 0,0-3-267 0</inkml:trace>
  <inkml:trace contextRef="#ctx0" brushRef="#br0" timeOffset="-191037.55">28874 9573 1582 0,'1'-18'189'0,"0"-2"-62"0,2-5-28 0,2 8-31 0,0 4-11 0,4 3 8 16,1 3-8-16,2 2-12 0,2 3-18 0,1 1-19 0,1 2-22 0,1 2-13 16,0 3-19-16,1 2-29 0,1 4-24 0,0 1-62 0,-2 1-119 15,1 3-167-15,-1-1-388 0</inkml:trace>
  <inkml:trace contextRef="#ctx0" brushRef="#br0" timeOffset="-190085.57">28123 5953 1 0,'-1'-30'248'0,"-5"-4"618"0,-2-9 595 0,-6 7-1507 0,4 8 44 0,4 7-1 15,1 7-6-15,2 4-12 0,2 4-2 0,0 3-2 0,1 2-4 16,0 1-2-16,0 2-2 0,0 2-3 0,0 5 1 0,0 4 2 0,-1 4 10 16,0 5 8-16,-3 4 12 0,-1 1 5 0,-1 3 2 0,-1 0 3 15,1 3-1-15,1 1-3 0,1 2 2 0,2 1 0 0,3 0 1 0,3 4-1 16,3 3-4-16,3 1-4 0,2 3-6 0,2 0 7 0,0-2-1 15,6 0-2-15,3 0 7 0,2-1-5 0,5-2 1 0,2-2-2 0,3-2-1 16,1-6 1-16,2-7 1 0,3-10 6 0,0-9 6 0,3-9 10 0,1-7 17 16,1-4 12-16,-2-6 11 0,-1-3 18 0,-2-4 1 0,-4-3-3 0,0-2-6 15,-4-2-17-15,1 0-21 0,-2-2-6 0,-2 0-9 0,0-2-6 16,-2 0 12-16,-2 1-9 0,-2-1-10 0,-4 2-1 0,-1 0-22 0,-3 0 0 16,-2 2-13-16,-6 0-8 0,-1 1-5 0,-5-2-4 0,-4 0-6 15,-4-2-1-15,-3 1 10 0,-4 0 5 0,-3-1 13 0,-3 2 7 0,-1-2 6 16,-2 0 2-16,-2 2 2 0,-1 0 3 0,-2 1 0 0,0 0 6 0,-1 3-3 15,1 2 0-15,0 4-2 0,1 5-1 0,0 3 2 0,0 3 1 16,3 3 0-16,-2 4-6 0,2 2 0 0,1 2-12 0,0 5-4 0,3 1-11 16,1 5-24-16,1 4-18 0,2 4-36 0,1 4-53 0,-1 4-63 15,1 5-73-15,1 2-120 0,1 1-155 0</inkml:trace>
  <inkml:trace contextRef="#ctx0" brushRef="#br0" timeOffset="-189954.57">29275 5408 2535 0,'7'-8'-16'0,"3"2"-4"16,3 1-4-16,4 8 1 0,0 3 3 0,2 2 0 0,0 4-21 0,1 4-39 15,0 5-92-15,-3 2-103 0,0 8-119 0,-3 4-180 0,-3 4-89 16</inkml:trace>
  <inkml:trace contextRef="#ctx0" brushRef="#br0" timeOffset="-189821.55">29537 6058 1944 0,'1'-17'638'0,"0"4"-622"0,2-1 13 0,2 8-12 16,0 3-10-16,4 3-4 0,2 1-8 0,2 3-11 0,1 1-13 0,1 5-28 15,2 4-46-15,0 4-83 0,1 4-82 0,-1 4-82 0,-1 5-85 0,-2 1-394 16</inkml:trace>
  <inkml:trace contextRef="#ctx0" brushRef="#br0" timeOffset="-189438.65">29943 5274 1229 0,'6'-3'-35'15,"2"3"-5"-15,5 1-5 0,0 5 6 0,4 0 8 0,0 3 3 16,1 2-3-16,-1 1-14 0,1 2-14 0,0 1-11 0,-2 2-9 0,2 2 1 15,-1 1 13-15,0 0 18 0,-2 1 19 0,0-1 16 0,-1-3 12 0,1 0 8 16,-2-1 7-16,1-1 3 0,-1 1 4 0,0 1 3 0,0-1-2 16,1-1 5-16,0 1 0 0,-1-1 4 0,-2 1 2 0,-1-3 2 0,-2 0 1 15,0 0 0-15,-1-2 7 0,-2 0 0 0,0-1 5 0,-3 0 2 0,1 1-7 16,-2-2-1-16,-2 1-4 0,0-1-6 0,-2 0 0 0,-2 0 0 16,0 0 0-16,-1 2-2 0,-2-1-4 0,-1 2-7 0,0-1-2 0,-3 0-6 15,-1 0 2-15,-1 0 2 0,3-1-2 0,2-1 6 0,-1 1 1 16,4-2-3-16,-1 1-1 0,5 0-5 0,2-1 1 0,1 0 1 0,3-1-2 15,1 0 2-15,2-1-7 0,3 2 3 0,2-1-2 0,3-1-1 0,2 1-1 16,1-1-2-16,1 0-1 0,2 0-5 0,0-2 1 0,5-1-1 16,2-1-2-16,0-1 0 0,3-2-2 0,-1-1-5 0,0-2-1 0,0-1-6 15,2-1-10-15,-1-2-13 0,3-2-24 0,-2-1-39 0,1 0-27 0,-2-2-34 16,0-1-24-16,-3-2-23 0,-1 0-244 0</inkml:trace>
  <inkml:trace contextRef="#ctx0" brushRef="#br0" timeOffset="-189138.61">30899 5145 733 0,'-2'0'14'16,"1"2"-8"-16,1 2-3 0,0 1 3 0,1 1 8 0,1 2 6 16,0 1 4-16,1 2 2 0,1 1-2 0,0 1-1 0,1-1 1 0,1 2-1 15,-1 1 2-15,3 1 3 0,0-1 3 0,0 2 3 0,2-1 1 16,0 2-1-16,0-2 1 0,-1 2-3 0,1-1-1 0,0-1-5 0,2 2-5 15,0 0-3-15,0 1-3 0,0 0 2 0,1 1 1 0,0 0 4 0,2-1 2 16,2 1 3-16,-1 0 4 0,-2-2 1 0,0 2 2 0,0-1 1 16,0-3-7-16,-2 1-2 0,1-1 3 0,-1-2 3 0,0 0 12 0,-1-1 4 15,-1-2 2-15,1 0 0 0,-1-2-2 0,-1-2-5 0,0-1-3 0,-2-1-6 16,-1-1-2-16,-2 0-1 0,-2-1-8 0,0 0-3 0,0-1-4 16,-3 0-7-16,0 0 1 0,-1-1-9 0,-2 1-2 0,-2 0-8 0,-3-1-21 15,-3 1-22-15,-1-2-25 0,-4-1-28 0,-1-1-17 0,-3 0-30 0,-3-1-36 16,-3-2-37-16,-4 1-53 0,0-3-83 0,-2-1-81 0</inkml:trace>
  <inkml:trace contextRef="#ctx0" brushRef="#br0" timeOffset="-189021.6">30748 5265 658 0,'2'-23'68'0,"1"0"-27"0,3-7 3 0,2 6-5 0,0 6 0 16,4 2-4-16,1 1-6 0,3 4-10 0,0 3-3 0,2 1-10 16,3 2-4-16,-1 2-8 0,4 3-5 0,0 1-4 0,0 3-2 0,2 0-5 15,-2 3-4-15,3 0-3 0,1 1-16 0,-2 1-32 0,0 0-100 0,0 1-240 16</inkml:trace>
  <inkml:trace contextRef="#ctx0" brushRef="#br0" timeOffset="-188621.61">31796 5203 74 0,'3'3'56'0,"-1"1"18"0,0 1-4 0,-2 0 1 15,0-2-6-15,-2 1-15 0,-1 0-10 0,1 0-6 0,-1 1-1 0,-1-1-2 16,0 0-4-16,-1 0-2 0,0-1-7 0,1 0-1 0,0 0 4 16,0 0-3-16,-1-2 4 0,0 0 3 0,1 0 3 0,-1-1 6 0,1 1 7 15,-2-1 5-15,0-1 11 0,3-1 6 0,-1 0 8 0,0-1 5 0,1 0-3 16,-1 0-2-16,1-1-10 0,0 1-7 0,0 1-6 0,1-1-4 15,-1 1-5-15,2 1-6 0,0 0-10 0,1 1-8 0,2 1-8 0,-1 0-4 16,1 1-2-16,4 2-3 0,0 0-3 0,4 2-6 0,3 0 0 16,1 1 0-16,3 2 2 0,4-1 3 0,-1 2-3 0,3 0 3 0,1 2-3 15,-2 1 3-15,3-1 2 0,-2 1-1 0,2 0 4 0,1-2 0 0,-1 0 1 16,1-2 1-16,-13-5 6 0,2 3-1 0,1-1 3 0,2 1-1 16,0-1-3-16,1 2 0 0,1 0 1 0,0 1 1 0,-1 0-3 0,-2-1-4 15,-3 1-4-15,-2 1-2 0,-3 0-1 0,-3 1-7 0,-2-1-6 0,-2 1-7 16,-4 1-11-16,-2 0-20 0,-4 1-20 0,-2 0-31 0,-4-1-29 15,-5 1-37-15,-24 10-60 0,-1-6-274 0</inkml:trace>
  <inkml:trace contextRef="#ctx0" brushRef="#br0" timeOffset="-188537.61">31939 5014 1239 0,'9'-31'153'0,"1"-1"-135"0,5-7-13 0,1 8-10 16,1 6-7-16,2 5-7 0,2 2-11 0,-12 11-6 0,5-1-18 0,0 2-22 15,3 2-43-15,0 0-103 0,2 1-347 0</inkml:trace>
  <inkml:trace contextRef="#ctx0" brushRef="#br0" timeOffset="-188221.61">27704 5339 1692 0,'-43'21'7'0,"0"9"-1"0,-7 9-2 0,12 5 1 0,10 3 3 16,7 5 3-16,8 3-5 0,5 4 1 0,7 3-1 0,5 2-5 16,6 4 9-16,6 4-5 0,7 1 0 0,6 3-1 0,7 1-8 0,7-1 5 15,7 0 5-15,5-2-1 0,7-3 7 0,6 0 0 0,6-3-1 0,6-4-1 16,3-4-3-16,5-5-4 0,3-6-2 0,3-4-8 0,3-5 2 15,0-6-3-15,-2-4-3 0,2-3 7 0,-5-3 0 0,1-4-1 0,-2-3-3 16,-1-1-3-16,-4-4-8 0,-3-4-19 0,-4-1-29 0,-2-2-34 16,-2-2-41-16,-1-3-51 0,-1-1-51 0,-1-5-71 0,4-4-189 0</inkml:trace>
  <inkml:trace contextRef="#ctx0" brushRef="#br0" timeOffset="-187988.61">33040 4384 4 0,'-78'21'389'0,"96"-10"625"0,3 1 625 15,1 2-1733-15,4 5 95 0,4 5-4 0,2 5-12 0,4 6 3 16,4 7-17-16,2 6 11 0,2 9 6 0,4 8-8 0,1 10-33 0,0 8-95 15,1 11-63-15,-12-1-65 0,-5 12-39 0,-3 10 23 0,-6 8 1 16,-5 8 20-16,-7 5 33 0,-8 4 14 0,-9 4-159 0</inkml:trace>
  <inkml:trace contextRef="#ctx0" brushRef="#br0" timeOffset="-186105.06">8117 8043 988 0,'7'-1'327'0,"2"0"-274"15,5 1-38-15,5 2-21 0,2 2 5 0,3 1-2 0,4 0 2 0,1 1 1 16,3 0-5-16,1 1-6 0,2 0-5 0,1 0-1 0,2 1 0 0,1 2 7 16,-2 1 3-16,1-1 5 0,-3 1 3 0,2-1 0 0,0 0 5 15,-1-1-1-15,2 0 3 0,0-2 2 0,0-1 0 0,4-2 1 0,1-1-3 16,1 0 6-16,5-2-5 0,1-2 6 0,4 0 7 0,3-3-8 16,1 0 9-16,4-2-6 0,3-2-2 0,3 0 2 0,5-3 0 0,2 1 4 15,7-2-2-15,6-3 0 0,3 0-2 0,4-2-3 0,3 1-4 0,1 0-3 16,6 0-3-16,3 2-3 0,3-1-2 0,4 1-5 0,2-1-4 15,5 1-3-15,0 1-3 0,4 1-5 0,1 1-9 0,2 4-9 0,4 0-14 16,1 2-33-16,3 3-78 0,3 2-118 0,1 2-368 0</inkml:trace>
  <inkml:trace contextRef="#ctx0" brushRef="#br0" timeOffset="-170154.76">13416 8628 7 0,'-2'-13'11'16,"-1"-2"0"-16,1-3 1 0,2 2-7 0,1 1-2 0,1 1-2 0,0 0-3 15,1 0-1-15,1 0 1 0,0-1-2 0,1 1-1 0,1 2 0 0,0-2-1 16,-1 1 3-16,1 0 0 0,-1 0 0 0,1 2-1 0,-1-2 0 15,-1 2 2-15,0-1 1 0,-2 1 2 0,1 2-1 0,-2-1 2 0,-1 0 0 16,0 1 1-16,-2 1 3 0,0 0 2 0,-1 2 4 0,-1-1 5 0,2 3 8 16,-1 0 14-16,1 0 17 0,0 1 12 0,-1-1 4 0,0 0-7 15,0 0-6-15,2 1-9 0,0 0-4 0,0 0-7 0,2 1-4 0,0-1-4 16,0 1 2-16,3-1 5 0,-1-1-1 0,3 0-1 0,1-2-1 16,2 0-7-16,3-2-3 0,1-1 2 0,1-1-6 0,3-1-3 0,4-1-1 15,1-1-2-15,4-2 2 0,0-2 3 0,3 1-2 0,1 0 2 0,3 0-4 16,0-2 1-16,0 1 3 0,1 0 0 0,2-1 6 0,-1 0-3 0,3 0 4 15,-1-1 2-15,3-1 4 0,2 2 2 0,0-1 4 0,1 0-3 16,1 0-4-16,3 3-8 0,1-2-5 0,0 2-7 0,1-1-2 0,1 0-3 16,3 1 3-16,1-1 0 0,2 3 0 0,2-1 1 0,0-1-6 15,1 2 0-15,0 1 1 0,1-1 2 0,2-1 2 0,2-1-1 0,1 0-4 16,0-1-2-16,1 0-1 0,2 0 3 0,-2 0-3 0,4-1 1 0,0-2 0 16,1 3 2-16,0-1 1 0,2 0 1 0,-2 0 1 0,-1 2-4 15,2-2 1-15,-2 2 0 0,2 2 3 0,-1-1 1 0,0 2 2 0,-3 0 4 16,2 1-1-16,-1 4 5 0,3-1 1 0,1 2-3 0,-1 1-2 15,-1 2-3-15,0 2-1 0,-1 2-4 0,0 2-3 0,2 1 3 0,-2 2-4 16,-1 2-2-16,1 1 0 0,-2 1-2 0,0 3 1 0,-2 0-1 0,-1 2 1 16,0 1 1-16,-2-1-2 0,-2 2 1 0,-1 1 0 0,-1-1-2 15,-1 1 0-15,-2 1 0 0,-2 1-2 0,-2 0 6 0,-2 2-4 0,0 2-3 16,-1 0 1-16,-2 1 4 0,-1 0-2 0,-1 2 7 0,-4 0 0 0,-3 0-2 16,-1 3 7-16,-3-1 1 0,-1 2 0 0,-2 0 5 0,-1 2-4 15,-3 0 4-15,-2 2 0 0,-2 1-4 0,-1 2 4 0,0 1-1 0,-3-1 2 16,-1 3-1-16,-1-1 1 0,-2 2-6 0,-4 0-7 0,0-1-7 15,-2 1 3-15,-3 1 0 0,-2 1 6 0,-1-1 2 0,-2 0-1 0,-2-1 0 16,-2 0-1-16,-2 0-2 0,-1-2 3 0,-3-1 2 0,-2-1-1 0,-1-1 2 16,-3-2-2-16,-3 1 2 0,-1-2-1 0,-3 1-9 0,-6 1 3 15,-4 2-2-15,-8 2 2 0,-7 2 3 0,-7 0-5 0,-5-2 2 0,-6-1-6 16,-3 1 5-16,-5-3-2 0,-3 0 1 0,-4-3 3 0,-4-2-2 0,0-2 1 16,-3 1 0-16,-1-3 4 0,0 0 6 0,0-3 4 0,3 0-1 15,0-2 3-15,3-2-7 0,-1 2 1 0,1-2 0 0,1 1 2 0,-3 0 1 16,0 0-1-16,2 0-6 0,-2-1-3 0,1-1 1 0,2-2-4 0,-2-1 5 15,1 0-4-15,1-3-2 0,-2 1 2 0,2-1-1 0,-1-1 2 16,-1-1-4-16,0-2-1 0,-2-3 2 0,2 0-1 0,0-1-2 0,1-2 2 16,-3 0-1-16,1 0 3 0,0-3 2 0,0 0-2 0,3-2 6 15,0-2 4-15,4-2 2 0,0-2-2 0,0 0-4 0,2-2-6 0,0-2-8 16,4-2 4-16,1-1-7 0,2 0-6 0,2-3-5 0,2-1-14 0,1-2-18 16,1-4-7-16,1-2-9 0,3-2-4 0,3 0-8 0,4-2-29 15,3-5-29-15,1-1-37 0,4-5-61 0,3-6-102 0,2-6-385 0</inkml:trace>
  <inkml:trace contextRef="#ctx0" brushRef="#br0" timeOffset="-159997.59">4510 10123 401 0,'-2'-3'72'0,"1"1"-2"0,0-2-15 16,1 2-11-16,1 0-10 0,1 1-6 0,-1 1-14 0,2 0-3 0,0 0-8 16,-1 2-1-16,2 1 0 0,1 1-1 0,0 1 1 0,1-1-5 0,-1 1 1 15,1 0-3-15,2 0 0 0,-1 0 3 0,1 0 2 0,0 0 0 16,-1-2 0-16,1 2 2 0,0-1 2 0,0 1 3 0,0-1 7 0,-2 1 11 15,1-1 8-15,-1 1 6 0,0 0 4 0,0 0-3 0,0 2 0 0,0-1-4 16,-1 0-7-16,2 0-4 0,1 0-7 0,0 0 1 0,-1 0-2 16,3 1-6-16,-1-1 1 0,1-1-4 0,0 1-3 0,2 0 2 0,1-1-2 15,0 0 3-15,2-1 0 0,1-1 1 0,0 2-1 0,2-1 0 16,-2 1 2-16,2 1-2 0,1-1 0 0,0 1 1 0,0 0-1 0,1 1-2 16,0 1 8-16,0-1-1 0,1 2 0 0,-1 1 3 0,0 1-5 0,2 0 5 15,-1-1 0-15,1-1 2 0,0 1 0 0,-1-2-6 0,3 2 7 16,1-2-4-16,0-1-2 0,2 1 3 0,0-2-7 0,1-2 4 15,-1 0 2-15,3-1-1 0,-1-1 0 0,3-1-3 0,1-1 1 0,0 1-6 16,1-2 7-16,1-1 3 0,-1 1-5 0,2-1 9 0,-2 0 0 0,0 0-1 16,2 0 5-16,-1 0-1 0,0 0 1 0,1 0 1 0,0 0 1 0,-2-1 0 15,1 0-4-15,1 1-1 0,0-1-5 0,3 1 0 0,0-1-1 16,0-1-8-16,3 1 3 0,-1 0-4 0,2 0-3 0,1 0 7 0,1-1-1 16,1 0-2-16,2 0-1 0,1-1-1 0,2 1-2 0,0 0 0 0,0-1 9 15,1-1-6-15,3 0-8 0,1-1 1 0,-2-1-4 0,1 0 3 16,0 0 8-16,1-1 1 0,0 1 1 0,-2-1 3 0,1 0-4 0,-1 0 0 15,-1-1 2-15,1-1-4 0,0 1 5 0,0-1 1 0,1-1-1 0,-2 1 2 16,1-1-1-16,3 0 5 0,0-1-3 0,1-2-10 0,1 1-1 16,-2-1-4-16,1 2 7 0,1 0 11 0,-1 0-6 0,0 1 3 0,-2 0-8 15,1 1-4-15,1 0 4 0,-1 1-4 0,-1 0-1 0,-1 2 0 16,-2 0 1-16,0 1-2 0,-1 0 4 0,0-1 0 0,-1 1 1 0,0 0 1 16,-3 0-5-16,-1 1 0 0,-1-1 0 0,-1 0-3 0,-1 1 1 0,-1-1 4 15,0-1 2-15,0 1-2 0,-1-2-1 0,0 1 0 0,1-1-3 16,-2 1 3-16,-2-1 0 0,2-1 1 0,-2 0-1 0,-1 0-2 0,-1 0 2 15,-1 0-1-15,-1 1 3 0,-1-2 0 0,0-2-3 0,-1 1 3 0,-3 0-1 16,-1 1-1-16,-1 0 5 0,-2 0-5 0,1-1 5 0,-2 0-1 16,-1 1-2-16,-1-2 1 0,-2 2 1 0,0-1-5 0,-1 0 3 0,-3 0-2 15,1 1 2-15,-2-2 4 0,-3 0 1 0,0 1-1 0,-2 0 2 0,-1 0 0 16,-2 0 0-16,0-1 3 0,-2 0 0 0,-2 1-6 0,-1-1-4 16,-1 0 1-16,-1-1 6 0,-1 2 10 0,-2-1 4 0,-1 0-5 0,-1-2-2 15,-2 0-4-15,-2 0 4 0,-1-1-1 0,-3 0-4 0,-1 0 0 16,-2 1-5-16,-4-1-1 0,-1 0 1 0,0 1 6 0,-4 1 4 0,-2-1-2 15,-1-1 2-15,-3 1-8 0,-1 0-2 0,-1 0 5 0,1-1-3 0,-3 1 5 16,1 0-5-16,-3 0 0 0,-1 0 0 0,0 0 0 0,-2 2-2 16,1 0 1-16,0 0-4 0,-4 0 0 0,1 1 2 0,0 1-3 0,-2-1-1 15,0 1 1-15,-1 0-1 0,-1-1 1 0,-2 1 1 0,1 1-1 0,-2 0 0 16,-1 0-1-16,0 0 2 0,-1 0 1 0,2 0-4 0,0 1 0 16,-1-2-10-16,-1 1-3 0,-1 0 2 0,1 0 0 0,-1 0 11 0,1 1 11 15,-2-1-2-15,-2 1 1 0,2-1 0 0,-2 0-10 0,0 0 0 16,-1 2 3-16,0-2-1 0,-1 1 6 0,-1 0-2 0,0 0-4 0,-1 0-2 15,-2 1 3-15,0 1 0 0,0 1 2 0,0-1 0 0,3 1-5 0,-2 0 0 16,-1 1 8-16,1 0 0 0,0 0-3 0,1 0 5 0,0 1-10 16,-2 0 0-16,1 0 0 0,0 1 0 0,-2 1 2 0,3-1 1 0,0 1 2 15,-1 0-3-15,0 1-2 0,-1 0 1 0,-1 1-2 0,-1 1-1 16,-2 0 4-16,2 0-4 0,-2 1 0 0,0 0 2 0,-1 1 7 0,-2 1 1 16,-1 2-1-16,0 1-2 0,1 1-9 0,-3 0 3 0,2 1 1 0,-3 2 1 15,0-1-2-15,0 3 9 0,-1 1 0 0,0 1-3 0,0 1 3 16,2-1-8-16,-1 1-8 0,1 1 0 0,0-1 0 0,-1 1 8 0,4 1 16 15,-1 0 1-15,2-1-1 0,2 1-11 0,0 1-7 0,3 0 1 0,0 2-1 16,1 0 2-16,2-1 0 0,1 2-2 0,1 1-3 0,1 1 5 16,0 3-3-16,4-1 0 0,0 1 1 0,5-2 1 0,3-2-8 0,1 2 8 15,-2 0-4-15,2 2-2 0,2-2 2 0,1 2-5 0,5-1 4 0,0-1 1 16,2 1-8-16,-1 0-2 0,2 2 13 0,2-1 1 0,2 1 2 16,1 1 7-16,3 0-17 0,0 0 0 0,2 0 1 0,4 0-1 0,0-1 2 15,3 2-6-15,4-1-1 0,2 0-9 0,2-2-3 0,3 0-2 16,1-2 4-16,4 2 2 0,1 0 1 0,3 0-1 0,1 1 2 0,3 0-2 15,2 0-3-15,3-1-5 0,2 2 11 0,2-1 4 0,1 1 3 0,3 0 7 16,0 0-8-16,3 0 1 0,3 0 3 0,1 0-6 0,2-2 0 16,2 3 0-16,1-1-5 0,1 1 3 0,2-2 0 0,2-1-3 0,2-2 4 15,0-2 2-15,-1-2 1 0,1-5 8 0,3-1-3 0,1-2 1 0,2-2-2 16,2-2 2-16,3-2 4 0,2-1 3 0,1 0 0 0,3-2 0 16,0-1-3-16,0 0 2 0,1 0 1 0,-1-1-4 0,0 1 1 0,2 0-1 15,0 0-2-15,0 1 0 0,0-1-4 0,1 0-4 0,1 1-9 0,1-1-15 16,0 0-31-16,0 1-41 0,0 0-29 0,1 1-46 0,-1 1-31 15,1-1-11-15,2 1-35 0,4 0-60 0,0-2-71 0</inkml:trace>
  <inkml:trace contextRef="#ctx0" brushRef="#br0" timeOffset="-155431.04">5369 11081 1547 0,'3'-10'136'0,"3"0"-39"0,5-2-35 0,2 3-20 16,5-1-2-16,2 1 2 0,0 0-1 0,3-1-9 0,3 0-12 0,1 0-10 16,5 0-9-16,0 0-8 0,5 1 1 0,1-1-3 0,2-1-6 15,3 0-3-15,2 0 4 0,2 0-1 0,2 0 4 0,0-1 4 0,1-1-4 16,1-1 5-16,1 3-8 0,2-2-5 0,0 2 0 0,1 1 0 0,1 0 16 15,-1 1 7-15,4 1 6 0,0-1-1 0,0-1-3 0,1 0 2 16,-1-1 2-16,1 0-4 0,1 0 7 0,1-2 1 0,0 0-2 0,1 0 8 16,2-1-2-16,0 1-4 0,2-2-3 0,2-1-1 0,0 1 1 15,3 1 2-15,1-1-3 0,0 1 0 0,1 0-4 0,0 0 2 0,0 3 1 16,1 0 1-16,1 0 0 0,1 1-3 0,0 0 2 0,1 1-5 0,-3 0-2 16,1 2 1-16,1 2-3 0,0 2 0 0,-1 2 1 15,0 2-2-15,1 2-5 0,-1 2 3 0,-2 3-4 0,0 1-1 0,-2 4 4 0,-3 0-3 16,0 3-2-16,-2 1 1 0,-1 2 3 0,-1 4 5 0,0 0 6 0,-2 3-2 15,-1 2-6-15,-2 0-4 0,-1 2-6 0,-2-1-12 0,0 2 7 16,-3 0 3-16,1 1 3 0,-1 3 2 0,0 0-2 0,-2 1-3 0,-1-1-1 16,-3 1 5-16,-2 0-1 0,-2 2 6 0,-1-2 2 0,1-1 1 15,-2-1 9-15,-3-1-5 0,-1 0 5 0,-3-1-6 0,-2 1 0 0,-2-1 6 16,-2 0-11-16,-4-1 1 0,-1 2-5 0,-5 0-2 0,-2 2 10 0,-3 1-2 16,-3 0 4-16,-4 2 0 0,-3 2-8 0,-4 1 12 0,-4 2-2 15,-4 1-3-15,-5 0 6 0,-3 1 4 0,-3 1-2 0,-5 0-2 0,-4 0 1 16,-2 1-7-16,-4 0 5 0,-1 0 9 0,-3-3 1 0,-3 0 4 0,-2 1 5 15,-3-2 1-15,0 0 3 0,-5 0 2 0,2-3 1 0,-2-2 2 16,-3 0 5-16,-2-2-3 0,-1-1-8 0,-1-2-8 0,-1-2-2 0,-1 0 0 16,-2-3-2-16,0 1 7 0,-2 0-11 0,-1-4 0 0,-1-1 7 0,-4-2-4 15,0 0-2-15,-3-1-1 0,-2-2-4 0,-1 1 2 0,-3-1-1 16,0-2-3-16,1 0 4 0,-3-3-4 0,-1 0 0 0,-3-1 1 0,-4-2-9 16,-2 2-3-16,-5 0-6 0,-3 0-1 0,0 0 2 0,-3 0-1 15,1 0 7-15,0-2-3 0,0 0 3 0,-1-3 4 0,2-2-2 0,-2-1 11 16,4-3-2-16,-1-2 1 0,2-2 6 0,1-1-2 0,1-2 4 0,2-2-2 15,1-2 4-15,0-1-2 0,-1-2-2 0,1 0-4 0,0-1 0 16,2-3-1-16,-2-1 3 0,2-1-1 0,-1-1-8 0,1-2-3 0,-1-2-5 16,1 1-13-16,-2-3 7 0,1 2-6 0,1-2-11 0,1 0 1 0,0-1-20 15,-1-1-33-15,-1-1 1 0,0-2 3 0,4 1 3 0,2 0 15 16,6 0-50-16,-1-1-46 0,2-1-122 0,-2-4-192 0,-1-1-349 0</inkml:trace>
  <inkml:trace contextRef="#ctx0" brushRef="#br0" timeOffset="-153613.95">3173 9737 1866 0,'-6'-2'58'16,"2"1"-21"-16,0 2-29 0,4 2-12 0,3 3-7 0,0 2 1 0,1 2 7 16,1 3-2-16,1 2-11 0,1 2-23 0,1 5-29 0,-1 3-28 15,1 3-22-15,1 3-4 0,-2 2 15 0,0 3 20 0,-2 1 27 0,-1-2 23 16,-3 2 16-16,-2-3 12 0,0-1 10 0,-3 0 8 0,1-1 1 15,-1-2-1-15,0 0-2 0,0-2-4 0,0 0 6 0,0-2 6 0,-1 1 6 16,1-3 8-16,1-2 8 0,1 0 2 0,-1-4 8 0,0-1 4 0,1-1-5 16,1-1-2-16,1-4-11 0,2 1 0 0,0 0-8 0,0-1-1 15,2 1-4-15,-1-1-8 0,4 1 4 0,-1 0-1 0,2-1 3 0,1 1-7 16,0 0-1-16,1 0-3 0,0 0-5 0,0 2 4 0,1-1-2 0,3-2-5 16,0 2-3-16,2 0 5 0,2 0 2 0,3 1 5 0,-1-1-3 15,2 1-6-15,0-1-2 0,0 0 0 0,3 0 0 0,0-1-4 0,2 0-5 16,2-1 3-16,0 0 0 0,4-2 1 0,-1 0-1 0,3-2 1 0,1 0 2 15,1-2 4-15,3 0 1 0,-1-2 0 0,2-1-2 0,2 0 1 16,1-2-2-16,1 0 1 0,0-2-3 0,1-1 3 0,0 0 5 0,1-1-6 16,1 0 4-16,3-1-3 0,1-1-1 0,0 1 6 0,2-1-1 15,0 1 3-15,3 1 2 0,-1-1 3 0,2 1 4 0,1 0-1 0,-2-1 5 16,2 2-3-16,0 0-8 0,0 1 2 0,1 0-8 0,1 1 7 0,1-1 5 16,1 0 4-16,0 0 1 0,-1 0-8 0,2 0 3 0,0-1 0 15,2 0 0-15,2 0-2 0,1-1 5 0,-1 0-11 0,3 1 5 0,-2-1 1 16,-1-1-9-16,3 0 9 0,-1-2-9 0,2 1-4 0,1 1-1 0,-1-1-3 15,0 1 2-15,3 1 5 0,2-3 0 0,0 1 1 0,0 0 2 16,0-1-7-16,1 2 3 0,1 0-3 0,-3 2 8 0,2-1-3 0,0 1 3 16,-1 1 0-16,2-1-5 0,0 2 4 0,-1-1-8 0,0 0 3 15,0 1 2-15,2 1 2 0,-3-1 3 0,1 1-3 0,1 0-4 0,-2-1 4 16,0 0 0-16,1 1 2 0,0 0 3 0,1-1-5 0,-1 0 2 0,-1 0 3 16,2-1-4-16,-3 1 7 0,3-1 1 0,-1 1-4 0,-1 0 0 15,-1 0 0-15,-1 0-6 0,-1 1 3 0,1-1-1 0,-3 1 0 0,1 0 0 16,-1 0 2-16,-1 0 4 0,-3 1-5 0,2-1 6 0,-1 2 2 0,-3 0 2 15,2 0 5-15,-4 1-3 0,-1 0-11 0,0 1-6 0,-2 2-2 16,-2 0 0-16,-1 1 5 0,-2 2 5 0,0 1 4 0,-1 1-4 0,-3 0 0 16,-1 1 2-16,-3 0-2 0,-2 0-1 0,2 0-15 0,-4-2 4 15,-1 2-5-15,-1-1 4 0,0 0 12 0,-5-1-2 0,0 0 5 0,-3-2 2 16,0-1 4-16,1-1 3 0,-4-1 6 0,0-1 1 0,-5-1 6 0,-2 0-1 16,-2-2-2-16,-3 0 4 0,0 0-2 0,-2-2 1 0,-1-1 9 15,-3 0-3-15,0-1 2 0,-1-1 2 0,-1-1-5 0,-1-1 3 0,-3-2-4 16,0-1 1-16,-1-2-4 0,-2-3-4 0,-1 0-1 0,-1-2-4 0,-1-2-3 15,-2-4-10-15,-1 0-7 0,-1-4 14 0,-2-1-9 0,-2-1 9 16,-2-3 3-16,0-2-13 0,-3-2 0 0,0-1-1 0,-2 0-2 0,-1-3-2 16,-1-2 4-16,-1-1-2 0,-1-2 4 0,1-1-4 0,-3 2 1 15,-1-2 0-15,0-2-17 0,-1 0 10 0,-2 1 9 0,1 0 0 0,-2 0 17 16,0 1-4-16,0 1-3 0,0 0 2 0,1-2-3 0,-2 2-7 0,1 0-1 16,-3 0-1-16,2 3 4 0,-2 0-1 0,1 0-19 0,0 1 9 15,0 3 0-15,1 0-3 0,-2 2 3 0,2 1-14 0,-1 1-2 0,0 2-6 16,1 3-4-16,-2 0-3 0,3 4-10 0,-4 0-10 0,2 1-12 0,-2 1-11 15,1 2-10-15,0 1-5 0,0 1-12 0,-1 2-25 0,-1 1-21 16,-1 2-46-16,-4-1-74 0,-4 3-196 0,-7-1-460 0</inkml:trace>
  <inkml:trace contextRef="#ctx0" brushRef="#br0" timeOffset="-153144.95">2801 9621 2371 0,'-6'-10'69'0,"3"1"-93"0,5-1-28 0,10 1-11 16,9-1 9-16,5-2 23 0,7-1 15 0,4-1 0 0,5-2-23 16,7 3-43-16,4 2-52 0,7 2-40 0,6 2-11 0,4 1 32 0,2 2 43 15,1 3 48-15,1 1 33 16,-1 2 17-16,0 1 20 0,-2-1 2 0,2 2 14 0,0-1 13 0,0 1 24 0,2 0 16 0,-1 0 7 0,3 0 6 15,4 0-3-15,2 0-5 0,3 1 4 0,4-2-10 0,2-1-5 0,1 0-2 16,3-2-9-16,0 0 0 0,3-1-7 0,0-2-1 0,2 0-4 0,0 0-1 16,1-1-6-16,1 1 3 0,3-2-1 0,0-1 3 0,2-1-3 15,-1-2-5-15,2 0 2 0,-1 0-10 0,2-1-3 0,0 0 0 0,3 2-4 16,0-1-3-16,-1 2-14 0,-1 1-6 0,-2 1-5 0,2 3-1 0,-1 1 6 16,3 2 0-16,0 2-9 0,0 2 1 0,0 3-17 0,1 2-22 15,0 3-45-15,-2 4-55 0,2 2-94 0,-4 2-108 0,-1 5-113 0,1 5-122 16,2 3-81-16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2T10:48:38.2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3185 7589 1543 0,'-1'1'200'15,"3"3"-195"-15,4 2-9 0,5 3 0 0,3 2 4 0,3-1 10 0,0-2 1 16,1 0-1-16,1-2-5 0,3 1-13 0,2 0-8 0,4 2-6 0,2 0-5 16,3 2 1-16,0 1 7 0,1 1 6 0,2-2 3 0,2 2 8 15,0-2-1-15,0 0 3 0,1-1 5 0,0-1 1 0,-1 1 3 0,5 0 3 16,-1 0 3-16,3 0 0 0,3-1 2 0,3 2-1 0,1-2-2 0,2 1-1 16,0 1 0-16,2-2 3 0,2 0-1 0,1-1 5 0,3-2 0 15,1-2 2-15,2-2 7 0,4-1-5 0,2-3 2 0,3-2-1 0,1 0-3 16,2-3-5-16,1-2 0 0,0 0-2 0,1-1 0 0,1-1 6 0,-1 1 0 15,-3-1-1-15,2-2 2 0,-4 0-12 0,-1 0 2 0,-2 0-1 16,-3 0-1-16,-2-1 6 0,0-1-1 0,-4-1 3 0,1 0-2 0,-2-1-3 16,-2-1-1-16,0 1-9 0,-3-2-9 0,-3-1 5 0,-1 2 7 15,-4 0 4-15,0-1 7 0,-3-2 1 0,0 0-9 0,-4-2 4 16,-3 1-1-16,0-2 0 0,-6-1 5 0,0 1 0 0,-3-2 6 0,-2 0 3 16,-3-2 2-16,-2-2 2 0,-3-2 2 0,-3-1 3 0,-4-2-8 0,-1 1 2 15,-4-2-3-15,-5 0-9 0,-1-1-1 0,-4-1 2 0,-3 0 3 0,-4-2 2 16,-3 0 5-16,-4-1-6 0,-5-2-6 0,-3 2 2 0,-4-1-8 0,-3-1 0 15,-3-2-6-15,-4 1-8 0,-5 0-1 0,-4 0-1 0,-3 2 1 16,-4 2-7-16,-1 2 1 0,-2 3 6 0,-4 2-4 0,-2 4 14 0,-4 1-1 16,-1 3-3-16,-1 3-1 0,-1 2-1 0,0 4 1 0,-1 2 1 15,-1 4 4-15,0 1 0 0,-2 3 2 0,1 1-7 0,-1 4 0 0,0 1 3 16,0 2-3-16,-1 2 5 0,3 3-7 0,-2 2 7 0,3 2 2 0,1 3-2 16,2 1 7-16,2 5-9 0,2 1-1 0,4 2 3 0,1 3-4 15,3 0-4-15,3 1 0 0,3 2 16 0,3 0-1 0,3 4 8 0,2 0 2 16,4 2-19-16,3-1 4 0,4 1-2 0,3 2-1 0,3-1-1 0,3 1-5 15,3-3 4-15,1-1-4 0,2-1 4 0,4-1-4 0,2 2-1 16,3-1-2-16,3 1 0 0,0-2-17 0,3 0-7 0,2-1-6 0,1 0-31 16,3 1-24-16,2 1-32 0,1-3-39 0,2 2-13 0,0-3-40 15,4 1-62-15,1 1-121 0,1 0-503 0</inkml:trace>
  <inkml:trace contextRef="#ctx0" brushRef="#br0" timeOffset="916.65">7376 7369 916 0,'-20'-12'3'0,"2"1"10"0,-4-1-4 0,8 4 3 0,5 4-4 0,4 2-9 16,3 1-9-16,0 1-14 0,3 1-4 0,0 3-2 0,0 2 7 15,1 2 9-15,1 3 2 0,-1 2 1 0,1 2-2 0,-1 0-1 0,0 3-2 16,-1-1 3-16,0 1 1 0,0 2 2 0,-2-2 5 0,0 1 2 16,-1 0 1-16,0 0 3 0,-1-3-5 0,2 1 2 0,0 0 1 0,0-2 1 15,1 1 7-15,0 1 0 0,1-1 0 0,2-1 1 0,2 1 9 0,2 0 9 16,1 0 11-16,2-1 8 0,3-1 2 0,-1 0 3 0,4-1 3 16,3-1 4-16,3 0 7 0,1-1-2 0,6-1 0 0,2-1 3 0,3 1-6 15,3-1 0-15,5 0 7 0,2 1-5 0,3 1-3 0,2 1 2 16,1-1-9-16,2 0-8 0,0 1-4 0,2-1-9 0,-1 1 0 0,0 0-7 15,-2-1-2-15,-2-2-2 0,0 1 2 0,-1-1 4 0,-4-1 0 0,0 0-4 16,-1-1-3-16,-1 0 1 0,-2-2-5 0,-1 2 3 0,-2-1-7 16,-2 1 3-16,-1 0-8 0,0-1 1 0,-2 0-2 0,-2 0-6 0,-1-1 4 15,-2 1 1-15,-1-1 0 0,-2 0-2 0,0 0-1 0,-2 1 2 0,-1-2-5 16,0 1 0-16,-2-1-3 0,-2 0-10 0,1-1-5 0,-2 1-14 16,0 0-18-16,-2-2-21 0,0 1-28 0,1 1-26 0,-1-1-33 0,-2 0-46 15,1 2-49-15,-1-1-66 0,0 0-256 0</inkml:trace>
  <inkml:trace contextRef="#ctx0" brushRef="#br0" timeOffset="1982.9">14784 8057 2450 0,'-1'-18'174'0,"0"4"-115"0,3-4-73 0,3 7-51 15,7 3-22-15,8 2-1 0,9 2 4 0,7 2 9 0,9 2 5 0,5 3-1 16,4 2 4-16,2 1 6 0,0 0 10 0,-1 2 15 0,3 0 5 16,2 0 13-16,0 1 6 0,3 0 1 0,0 2 5 0,0 0 2 0,2-1 5 15,2 1 4-15,2-2-2 0,3 1 0 0,6 1-6 0,4-1-2 0,3 1 7 16,9-1 4-16,1-1 0 0,3-3 4 0,-1 0-5 0,-1-3 1 15,2-1-2-15,0-1 0 0,1-2 2 0,-2-2 1 0,-8-1 7 0,-3-2 5 16,-2-1 6-16,-4-3 2 0,2-1 7 0,-1-1 4 0,0-1 3 0,2 0 4 16,0-1-5-16,-1 0-9 0,1 0-12 0,2 1-11 0,3 1-7 15,3-1-1-15,3 0-1 0,1 0-1 0,-1-1 2 0,-6-1 3 0,-9-2 4 16,-5-3 8-16,-8-1 8 0,-6-4 4 0,-5-1 9 0,-5-3 3 0,-4-2-7 16,-3-2-4-16,-4-1-6 0,-1-4-11 0,-3-1-16 0,-1-3-15 15,-2-7-23-15,-4-2-17 0,-3-4 3 0,-5-1 7 0,-9-1 13 0,-5 2 21 16,-6 2 8-16,-6 2 10 0,-4 0 1 0,-5 2-3 0,-7-2-6 0,-5-1 6 15,-7 0 0-15,-5 1 1 0,-4 0 7 0,-4 5-7 0,-4 1-5 16,-6 0 4-16,-6-1-2 0,-7 0-2 0,-6 0 2 0,-10 0-6 0,-5-1-7 16,-4 0-4-16,-7 0 14 0,-5 1-1 0,0 0 9 0,-4 2 13 0,3 2-11 15,2 2 5-15,0 1 6 0,2 4-2 0,2 1 2 0,-1 4-2 16,4 2-9-16,1 5 2 0,2 5-2 0,4 2 1 0,1 6 5 0,5 3-3 16,1 3 1-16,2 4 1 0,3 1-4 0,0 5 2 0,4 3-7 15,1 5-7-15,5 2 3 0,2 3 0 0,4 4 8 0,0 2 4 0,1 3-3 16,2 4 6-16,-1 1 1 0,3 5 1 0,1 4 2 0,2 2 4 15,3 4-3-15,2 3 9 0,4 4-3 0,6 1 0 0,3 3 4 0,6 2-16 16,3 1 3-16,4 0-11 0,3 1 2 0,3-1-2 0,3 0-13 0,4-1 7 16,3-2-8-16,5-2 0 0,2-3 5 0,5-5-5 0,2-3 5 15,3-2 0-15,2-4 3 0,3-3 1 0,2-4-1 0,2-5 0 0,0-3 1 16,-1-3 4-16,1-4 6 0,-1-2 1 0,0-1 3 0,-1-3 1 0,2-2-1 16,-2-1 2-16,1-1 1 0,-1-2 0 0,0-1 0 0,1 0-1 15,-2-2 0-15,-1 0-1 0,1 0-5 0,-1-1-2 0,1 0 1 0,-2 0-2 16,0-2-2-16,0 1 2 0,-1-1-4 0,0 0 2 0,0 1 1 0,-1-1 0 15,-1 0 1-15,1 0-3 0,-2 0-2 0,0-1-2 0,-1 1 2 16,-1-1 3-16,0 1 1 0,-1-1-4 0,-2 1-4 0,0 0 4 0,0 0-1 16,-2 0 6-16,1 0-5 0,-2 1 1 0,1-1 1 0,-1 0-4 0,-1 0 1 15,1 0-4-15,0 1 0 0,0-1 2 0,1 1 1 0,-1 1 4 16,1-2-5-16,-1 2 3 0,0 0-2 0,0 1-1 0,0 0 6 0,1 1-1 16,-1 0-4-16,1 0 0 0,1 2 1 0,-2-2-9 0,2 1 2 0,-1 0 0 15,-1 0-3-15,2 1 13 0,-1 1 1 0,1-1-2 0,0 2-1 16,0-1-1-16,-1 1-1 0,0 0 5 0,1 0 2 0,0 0-2 0,0-1-3 15,0 0-3-15,0 0 0 0,0-1-10 0,0 1-12 0,0 0-23 16,-1-1-28-16,1 1-30 0,0-1-34 0,-1 1-27 0,2-2-36 0,-2 0-56 16,0 0-82-16,-1 1-152 0,-1-1-97 0</inkml:trace>
  <inkml:trace contextRef="#ctx0" brushRef="#br0" timeOffset="3003.13">6954 6650 559 0,'-28'-12'-63'16,"0"1"80"-16,-6 1 3 0,8 5-2 0,5 4-5 0,4 0-9 0,4 2-1 15,2 1-3-15,3 1-5 0,1 1-1 0,3 3-4 0,2 1 0 0,-1 3 2 16,2 1 0-16,0 1 2 0,0-1 1 0,2 0 3 0,0 2 0 0,-1-2 1 16,2-2 0-16,2 0-1 15,-1-3 1-15,2 1 1 0,1-2 0 0,1-1 4 0,0-1 5 0,3-1 9 0,-1-1 11 0,2-1 15 0,1-2 9 16,0-1 11-16,2-1 10 0,0-2 2 0,2-2 6 0,1-2 0 15,3-2-2-15,2-4-2 0,5-2-3 0,2-2-3 0,5-2-8 16,2-4-1-16,4 0-5 0,5-3-2 0,0 1-6 0,3 0-7 0,1-1-5 0,3 1-3 16,2-1-2-16,1 1-13 0,1 1-2 0,-1 1-4 0,-2 2-1 15,-2 2 9-15,-1 2-1 0,0 2 4 0,-1 0-9 0,0 2 2 16,0 2-11-16,-3 2-1 0,1 3-1 0,-3 1-2 0,-2 3 1 0,0 2 2 16,-1 1-5-16,2 2-1 0,-1 1 4 0,1 1-7 0,0 0 3 0,-2 1-1 15,2 1 1-15,-2 0 1 0,-1 1-2 0,0 0 1 0,0 1-1 0,-1 1-1 16,1 0 4-16,-2 2-2 0,-2 1 0 0,-2 0-6 0,-1 1 5 15,1 0-2-15,-2 2 3 0,1 2 8 0,-1 1-4 0,0 1 6 0,0 1-1 16,0 3-2-16,-1 0 2 0,-2 2-9 0,-2 0 2 0,-1 1 1 16,-1 1-3-16,1 0 4 0,-2 2-1 0,-1 1 2 0,-2 0-1 0,-1 0 4 15,-4-1 1-15,0 0-1 0,-3 1-1 0,-2-1 4 0,-3 3-4 0,-4-1 5 16,-2 2 3-16,-2-2-9 0,-3 1 4 0,-1-1 6 0,-4 1-6 16,-2-1 14-16,-3 2-8 0,-1-2-2 0,-2 2-2 0,-2-3-3 0,-2 3 4 15,0 0-8-15,-2 0 10 0,0-1-8 0,0 1 4 0,-2-3-1 0,0 1-7 16,0 0 9-16,-4 0-3 0,0 0 0 0,-2 2 5 0,2-4-11 15,-1 0-2-15,1-1 5 0,-2-3 0 0,-1 2 7 0,-2-3 0 0,0 1-2 16,-1-1-2-16,0-2 2 0,0 0 1 0,0-2-1 0,-2-1 0 0,1 1-2 16,0 0-1-16,0-3-2 0,2 0-3 0,-2-1 3 0,0-2-1 15,0-4 1-15,2-1-1 0,1-3 1 0,-1-1 4 0,1-3-6 0,-2-3 6 16,0-1-1-16,0-3 1 0,1-2 5 0,-2-1 0 0,0-3-3 0,-1-1 1 16,-1-2-5-16,1 0 3 0,-2-1 1 0,0-1-1 0,-3 0-2 15,-2-1-1-15,-1-2 4 0,0-2-1 0,0-1 4 0,-1-1-1 0,1 0-10 16,0-2 4-16,-1 1 10 0,0-1-8 0,0 0 4 0,1 1-2 15,-2-2-14-15,3 2 5 0,-1 1-3 0,1 0 0 0,-3 2-1 0,3 0-1 16,1 2 4-16,0 1-9 0,4 1 7 0,0 2-8 0,2 1 3 0,4 3 0 16,0 1-8-16,6 0 2 0,2 2-15 0,3 2-20 15,4 3-35-15,3 2-42 0,4 2-47 0,2 2-58 0,4 5-43 0,4 2-88 0,5 5-84 16,5 2-268-16</inkml:trace>
  <inkml:trace contextRef="#ctx0" brushRef="#br0" timeOffset="69546.41">7253 6294 74 0,'1'0'25'15,"3"-1"-1"-15,1 0-9 0,2 2-5 0,2 0-4 0,0 2-4 0,3 0-1 16,4 1 1-16,3 1-3 0,2-1-5 0,4 0-1 0,2-1-18 0,2 2-49 16</inkml:trace>
  <inkml:trace contextRef="#ctx0" brushRef="#br0" timeOffset="74181.2">4808 8382 788 0,'-23'-13'20'0,"0"0"18"0,-5-1-12 0,8 4-8 0,6 2-5 0,1 1-4 16,3-2-1-16,0 0-5 0,4 0-6 0,-2 0 0 0,2 1-3 16,1 1 1-16,-1-1 3 0,1 0-2 0,0 1 2 0,1 0-1 0,0 0 2 15,0 1 8-15,1-2 0 0,0 0 3 0,1-3 3 0,1-1-3 0,2-3 4 16,4 0 2-16,1-1-1 0,4-2 4 0,4-2 3 0,2-1 0 15,3-3 3-15,4-1-2 0,4-1 0 0,4-4 2 0,5-2-2 0,6-3 1 16,4-2-8-16,6 0 2 0,4-2-2 0,5 1 0 0,5-2 6 16,4-1-5-16,5 2-1 0,0 2-1 0,4 1-3 0,-1 4-4 0,2 0-2 15,0 3 0-15,2 2 4 0,1 2 10 0,0 4 4 0,2 1 8 0,0 4-1 16,1 4-3-16,-1 3 3 0,-4 3-4 0,0 3 2 0,-2 5 3 16,-2 2-2-16,-2 3 2 0,-2 2-4 0,-3 2-3 0,-3 4-3 0,-4 3-10 15,-5 3 3-15,-3 1-6 0,-5 3 2 0,-4 2 7 0,-2 3-2 0,-7 1 0 16,-4 4 5-16,-5 1 0 0,-6 2 4 0,-6 3 5 0,-4 1-6 15,-7 4-3-15,-5 4-6 0,-9 0 2 0,-5 3 1 0,-6 2-2 0,-7 2 4 16,-4 1-1-16,-9 2-8 0,-3 1 14 0,-4 1-2 0,-3-2 0 0,-1 1 9 16,-4-2-5-16,0-1 3 0,0-4 1 0,0-3 4 0,1-2-5 15,2-5-4-15,3-3-4 0,2-4-13 0,4-5-8 0,3-3 13 0,2-3-1 16,3-1 4-16,2-3 1 0,1-1-16 0,2-3 3 0,1-1-4 16,2-4-4-16,3-2 1 0,3-2-8 0,3-3-15 0,2-2-17 0,1-1-31 15,3-2-31-15,3-3-20 0,2 0-24 0,4-2-32 0,1-2-39 0,3-4-51 16,5-3-50-16,6-4-52 0,8-5-112 0</inkml:trace>
  <inkml:trace contextRef="#ctx0" brushRef="#br0" timeOffset="74714.11">9000 8816 2213 0,'-12'-37'73'0,"0"2"4"0,-2-8-30 0,5 9-19 0,6 7-20 0,1 0-5 15,4-1-3-15,4 0-5 0,1-2-3 0,4 2-7 0,1 0-6 0,0 2-4 16,4 2-5-16,0 2 0 0,2 1 6 0,-1 0 1 0,0-1 10 15,1 1 7-15,-1-1-6 0,2 0 6 0,1-1 9 0,1-1-4 0,2 1 14 16,2-3-3-16,3 0-4 0,5-2 2 0,3-1-4 0,4 1 2 0,3 1-6 16,2 0 5-16,3 0-4 0,2 2 4 0,6-2 5 0,-1 0-2 15,4 1-1-15,1-1-1 0,2 3-3 0,2 2 0 0,2 2 3 0,1 1-3 16,1 3-4-16,-1 2-2 0,1 3 4 0,0 2 1 0,-1 3-1 16,-1 2 2-16,-1 4-4 0,-1 3 1 0,-2 2 1 0,-2 3-5 0,-3 2-1 15,-3 3 7-15,-2 0-2 0,-3 3 1 0,-3 0 4 0,-2 2-5 0,-5 2 4 16,-3 0 2-16,-3 3 2 0,-3 0-1 0,-2 1 0 0,-3 2 3 15,-5 0-4-15,-2 1 8 0,-3 2-5 0,-6 0-4 0,-4 2 3 0,-4 1-2 16,-3 2 1-16,-6-2-7 0,-5 1 4 0,-4 0 0 0,-4-1 4 0,-4 1 6 16,-5-1 6-16,-4 0-4 0,-5-1-4 0,-8 1 5 0,-5 0-2 15,-4 1-4-15,-6-1 5 0,-4 1-4 0,-3-3 12 0,-3-1 2 0,-2-1 3 16,-1-1 1-16,1-2-2 0,1-2 3 0,5-2 0 0,1-4 1 0,6-1-2 16,5-3 0-16,3-2-5 0,7-3-5 0,3-4-6 0,3-1-6 15,1-2-1-15,4-1-5 0,2 0-1 0,4-3 3 0,2 1-6 0,3-2-8 16,0 0-15-16,2-1-24 0,5-1-28 0,0 1-32 0,5-1-32 15,2 0-37-15,3 0-17 0,3-1-37 0,2 1-55 0,3-1-58 0,5-2-75 16,7-4-249-16</inkml:trace>
  <inkml:trace contextRef="#ctx0" brushRef="#br0" timeOffset="75581.37">11783 8361 1341 0,'-28'-33'133'0,"0"-2"0"0,-7-6-33 16,9 9-21-16,6 6-27 0,2-1-15 0,4 3-9 0,3-1-16 0,4 2-3 16,3 1-5-16,5 0-6 0,3 1-3 0,5 1-6 0,3-2 1 15,5 0-3-15,6-1 1 0,4-3 5 0,8 0 4 0,6-2 3 0,5 1 4 16,7 0-4-16,4 1-1 0,4 1-1 0,3 0 5 0,2 3-6 0,5-1 5 16,0 3-2-16,2 2-6 0,0 2 2 0,2 1-1 0,-1 2 0 15,0 2 2-15,-1 2 2 0,0 4-2 0,-1 2 3 0,0 2-1 0,-1 3-1 16,-1 3 4-16,-1 2-4 0,-1 4 4 0,-1 3 3 0,-3 2 0 0,0 4 2 15,-1 1-2-15,-3 4-6 0,0 1 2 0,-4 3-1 0,-1 3 4 16,-2 2-2-16,-2 4-4 0,-2 3 4 0,-3 1-2 0,-1 0 1 0,-6 3 6 16,-2 0-3-16,-4 3-1 0,-4 0-2 0,-1 2-8 0,-3 2 2 15,-7-1 1-15,-6 1 4 0,-5 2 0 0,-6 2-6 0,-7 0 0 0,-5 0 3 16,-7 0-1-16,-7-1 7 0,-3 0-7 0,-4-1 10 0,-2 0 8 0,-4-2 7 16,-4-1 16-16,-4 0-2 0,-6-2 9 0,-2-1-6 0,-2-1 2 15,-1-5-1-15,0-3 4 0,-3-2 8 0,1-4 9 0,1-1 10 0,0-4-13 16,3-1 0-16,1-4-15 0,2-5-13 0,0-1 9 0,2-3-9 0,2-1 1 15,0-2-6-15,1-3-3 0,-1-2 2 0,3-2-3 0,2-3 4 16,2-1-8-16,3-2-11 0,4-2 5 0,0-1-5 0,4-2 3 0,1-1 11 16,2-1 2-16,2-2 11 0,1 0 1 0,3 0-2 0,1-2-8 15,0 0-6-15,3-2 0 0,1 0-6 0,1 1 1 0,3 0-4 0,1 0 1 16,2 0-1-16,0 0 1 0,1 0-1 0,2 1-4 0,0 0-1 0,1 0-3 16,1 1 0-16,0 0 4 0,2 0-2 0,0 0 1 0,0-1 0 15,0 1-1-15,0 1 2 0,0-1-1 0,0 0-3 0,1 0 0 0,-1 0-3 16,1 0 6-16,0 2-5 0,1 0 2 0,-1 1 6 0,1 1-6 15,-1 1 5-15,0 0-5 0,1 1-7 0,0 1 10 0,-1-1-4 0,0 2 2 16,0-1 1-16,1 2-9 0,-1 1 7 0,0 0-3 0,1 1 3 0,-1 1 3 16,1 0-8-16,-1 1 10 0,1 0-8 0,0 1 1 0,-1 0 4 0,0 2-6 15,0 0 6-15,0 0-7 0,0 1 5 0,0 0-4 0,0 1 4 16,0 2 0-16,-1-1-1 0,1 1-1 0,0 1 2 0,-1 0-2 0,1 0-1 16,0 2-1-16,1 1-1 0,-1-1 2 0,1 0-1 0,-1 0 4 15,1-1-3-15,0 1-2 0,0 1-6 0,-1-1-8 0,1-1-20 0,0 1-28 16,-1-1-37-16,0 0-42 0,0 1-37 0,-1 0-31 0,-1 2-37 0,0-1-34 15,-1 2-27-15,-1 2-50 0,-3 1-66 0,-3-1-69 0</inkml:trace>
  <inkml:trace contextRef="#ctx0" brushRef="#br0" timeOffset="76398.63">21053 7872 2527 0,'-4'-35'68'0,"0"0"-11"0,0-4-39 0,2 13-31 16,2 8-32-16,2 4-26 0,4 2-37 0,3 4-19 0,3 3-1 15,4 1 13-15,4 2 28 0,3 1 31 0,3 1 24 0,4 0 19 0,1 0 10 16,6-1 3-16,3 1 8 0,7-2 4 0,4 0 5 0,6-2 4 16,5-1-4-16,7-3 2 0,6-1-6 0,5-2-2 0,5 0 0 0,5-1-2 15,3 1-1-15,2 1 9 0,3 0-2 0,0 2 8 0,2 1-1 0,-2-1-4 16,-2 2 8-16,-4 0 5 0,-4 2 8 0,-2 1 2 0,-3 1 0 16,-1 3-7-16,-1 0-4 0,0 3-1 0,-1 1-6 0,-3 4-3 0,-1 1-15 15,1 4-4-15,-3 2-4 0,-2 3 6 0,0 3 10 0,-3 4-4 0,-2 2-4 16,-2 4-5-16,-3 2-2 0,-2 3 4 0,-3 4 5 0,-1 2-3 15,-2 0-4-15,-4 1 1 0,-3-1-1 0,-5 0-3 0,-5 3 3 0,0 1-14 16,-5 2 11-16,-3 1 3 0,-6 1-2 0,-4 2 12 0,-7 0-9 16,-6 3-2-16,-7 0 2 0,-7 0-1 0,-7 1 3 0,-6-2 5 0,-7 0 0 15,-5-1-2-15,-7-1 5 0,-3 0 1 0,-5 0 4 0,-5-1 5 0,-2-3-4 16,-1 0 4-16,-1-2 4 0,2-1 9 0,-1-3-7 0,1-5 1 16,1-1-2-16,2-3-5 0,2-2 9 0,-1-1-11 0,4-4-9 0,1-4 5 15,2-2-3-15,1-3 14 0,4-3 11 0,4-2 2 0,0-2 0 0,4-4-6 16,0-2-1-16,2-2 1 0,0-3-2 0,3-2 4 0,0-3 9 15,0-2-5-15,2-4-10 0,-1 0-13 0,3-2-8 0,-1 0 1 0,1-2 22 16,2-1-8-16,-1-2 3 0,2 1-10 0,2-3-9 0,-1-1-5 0,-1 1-6 16,1-2 8-16,-1-1-8 0,-1 2 10 0,0-2-1 0,1 2-6 15,-1-1 4-15,0 0-8 0,1-1-6 0,-2-1-16 0,-2-1-27 0,0 1-32 16,-4-2-30-16,-1 3-37 0,-4-1-57 0,-1-2-74 0,-7 1-110 16,-5-2-122-16,-9-3-243 0,-11-5 113 0</inkml:trace>
  <inkml:trace contextRef="#ctx0" brushRef="#br0" timeOffset="77447.63">2913 9393 461 0,'-2'-12'158'16,"3"-1"-91"-16,1-3-1 0,1 4 4 0,4 1-6 0,0 0-9 16,3 1 1-16,1-2-4 0,1 0-5 0,4-1-6 0,3 1-9 0,1-1-7 15,4 0-7-15,3-1-5 0,2 0-4 0,4 1-2 0,2 1 1 0,3-2 5 16,2 0 1-16,4 1 0 0,3 1 12 0,3 0-4 0,3 2 3 16,2 2 6-16,2 1-6 0,2 1 3 0,4 2 0 0,2 1-6 0,2 2-4 15,1 2-6-15,3 1-2 0,1 1 0 0,2 1-2 0,1 1 3 0,0 0-4 16,4 0 0-16,1 0-2 0,2 0-3 0,3 0 7 0,1-3 1 15,3-1-2-15,5-1 4 0,0-3 0 0,4-1-2 0,1-1-1 0,1-1 1 16,1-2-5-16,0-1 1 0,1-1-6 0,4-1 2 0,2-1 0 16,1 0-2-16,4 2 10 0,1 1-11 0,0-1 10 0,3 2-1 0,-1 0-2 15,1 0 10-15,1 1-7 0,0 1-1 0,0 1 6 0,2 2-3 0,1 2 3 16,3 2 5-16,0 2-12 0,1 1 2 0,2 3 0 0,-2 1-1 16,1 3 6-16,2-1-4 0,-2 2-7 0,3 0-2 0,-3 0-2 0,-3 2 0 15,0 0 6-15,-3 3-3 0,1 0 6 0,-5 1-6 0,1-1-2 0,-1 2 6 16,-1-1-6-16,-2-2 1 0,-3 2 0 0,-5-2-3 0,-2 1 7 15,-1-4-2-15,-4 2 4 0,0-2 0 0,-5 1-5 0,-2-2 2 0,-5 3 2 16,-1-1 1-16,0 1 9 0,-2-1 2 0,1 0-4 0,-7 2-3 0,-5-1-1 16,-5 1-4-16,-3-1-6 0,-2 1 2 0,-4 0-4 0,-3 0 2 15,-5 0 5-15,-3 3-1 0,-5-1 1 0,-6 0-1 0,-4 2-7 0,-5 2 6 16,-4-1-5-16,-5 2 1 0,-5 2 4 0,-7 0-7 0,-4 2 2 16,-4 1 6-16,-8 2-1 0,-4 0 6 0,-7 1-1 0,-5-2 1 0,-7 1 5 15,-5 0 1-15,-7 1 4 0,-6 0-5 0,-3 2-7 0,-5-1-2 0,-4 1 1 16,-3-1 7-16,-2-2 4 0,0 0 5 0,-2-1 1 0,-1-1 2 15,-3-1-1-15,-1-1-6 0,1 0-3 0,-2-1-8 0,-1-1 1 0,-2 1-1 16,-3-1 4-16,-2-1-1 0,-4 0 4 0,-4-2-1 0,-4 1-5 0,-5 0-10 16,-4 1 4-16,-3-1-13 0,-1-3 10 0,-1-1-1 0,0-2-4 15,1-2 9-15,-1-4-7 0,-4 0-5 0,-1-3-2 0,-4-2-5 0,1-2-2 16,3-3-5-16,1-3 1 0,5-1 0 0,3-4 1 0,3-2 11 16,6-1 0-16,3-3 2 0,3-2-5 0,2-1-27 0,-1 0-16 0,1 2-2 15,0 0-3-15,2 1 12 0,5 1-2 0,5-3-8 0,5 0-15 0,6-1-15 16,5 1-13-16,3-1-36 0,6 0-47 0,3 2-50 0,3-1-94 15,3 0-165-15</inkml:trace>
  <inkml:trace contextRef="#ctx0" brushRef="#br0" timeOffset="78181.63">24093 9517 1286 0,'2'-16'32'15,"3"3"-16"-15,3-3-6 0,5 5-13 0,6 3-7 0,8 1-1 0,6 1-5 16,7 3 4-16,5 0 0 0,3 2 0 0,7 1 5 0,4 0-1 16,4 2 3-16,5 1 2 0,2 2-3 0,3 1 3 0,-1 0 1 0,4 1 0 15,2-1 5-15,1-1 3 0,3-1 5 0,1-1 10 0,1 0 4 16,1 0 7-16,2 2 9 0,1-1 8 0,4 1 13 0,0 0 0 0,2-1-6 16,-1 0-15-16,3 0-7 0,-2 0-6 0,3 3-9 0,4-1 2 0,2 1-8 15,2 2-8-15,6 0 1 0,2 1-14 0,4 3-12 0,7 2-32 16,5 3-66-16,9 2-89 0,9 2-102 0,9 3-235 0</inkml:trace>
  <inkml:trace contextRef="#ctx0" brushRef="#br0" timeOffset="124284.66">3385 3297 1045 0,'-45'13'13'16,"-2"1"-4"-16,-11 5-1 0,8 0-2 0,7-1 5 0,1-1-2 15,1 1 6-15,0 1-4 0,-1-1-8 0,2 2 2 0,0 0-12 0,1 0 3 16,3 1-2-16,-1 0-1 0,1-1 0 0,-1 1 1 0,0 0 2 0,-1 0 2 16,1 1-1-16,3 1 0 0,0 1 2 0,-1 2 0 0,1 2 2 15,-1 3 0-15,2 0 10 0,-1 3-2 0,1 2 4 0,-2 4 3 0,3 4-5 16,-2 2 1-16,3 4 1 0,1 2 7 0,0 4 7 0,1 2 10 0,0 2 4 15,-1 2 0-15,1 1-6 0,0 2-2 0,3 2-1 0,3 2-4 16,2 3 1-16,-1 3-1 0,1 0-2 0,3 1 1 0,-1 3 0 0,10-40-3 16,-1 11 0-16,0 1 3 0,-1 11 3 0,1 1 5 0,-1 11-1 15,1-1-5-15,-1 13 8 0,1 1 0 0,2 1-1 0,2 1 3 0,1 0-11 16,0 2-5-16,1 1 0 0,2 1-1 0,1 1 3 0,1 2-5 0,1 0-2 16,1 1-1-16,0 2-12 0,2-1 12 0,0 2 2 0,1 1-1 15,-1 0 17-15,3 1-9 0,0-2 3 0,0 0-19 0,1 11 10 0,9 73-5 16,-1-27 3-16,-3-26 15 0,0-39-8 0,0 0 2 0,0-4-11 0,1-1 2 15,-1-3 4-15,0-2-6 0,0 0 10 0,-1-3-4 0,0-1-1 16,1-3-2-16,0-3-8 0,1-1 10 0,-1-2-4 0,0-2-1 0,0-2 2 16,0-1-10-16,1-3-3 0,-2-2-3 0,1-3-4 0,1-3 2 15,-4-3-5-15,0-2-9 0,-1-3 10 0,-3 1-12 0,1-3-8 0,0-3-6 16,0-3-30-16,-3-3-17 0,0-3-25 0,-2 0-28 0,-3-2-41 0,1-1-42 16,-2-1-35-16,-2-4-37 0,0-1-16 0,-3-3-19 0,0-1-187 15</inkml:trace>
  <inkml:trace contextRef="#ctx0" brushRef="#br0" timeOffset="124568.66">1719 9479 1194 0,'-5'-6'121'0,"2"0"-16"0,-2 0-15 0,1 0 1 0,-1-1-2 0,1 1 6 15,0 0-5-15,2 3-8 0,1 2-24 0,0 2-14 0,3 0-11 16,1 4-8-16,0 3 7 0,2 4-32 0,2 2-3 0,1 6 2 0,2 2 8 16,1 7 27-16,-2 3 1 0,2 4 5 0,8 37-4 0,-5 1 12 0,-5-10 11 15,-6-13 9-15,-2-8 2 0,-2-4 2 0,0-4-1 0,-1-1-1 16,1-3 1-16,0-2-8 0,0-16 3 0,1 2-6 0,0 8-12 0,1-5 1 16,2-6-12-16,-1-10-9 0,2-2-2 0,3-2 4 0,3-2-7 0,2-6-7 15,3-4-3-15,1-8-15 0,5-5-3 0,2-8-8 0,4-8-15 16,3-6-13-16,4-9-26 0,3-6-44 0,1-6-41 0,2-5-55 0,1-3-68 15,1-3-94-15,2-6-131 0,3-1-506 0</inkml:trace>
  <inkml:trace contextRef="#ctx0" brushRef="#br0" timeOffset="125784.65">2142 9913 847 0,'-28'-12'-5'0,"-8"-7"3"0,-9-11 1 16,-8-9 2-16,20 2 5 0,2 0 1 0,3 0 3 0,3 1 3 15,14 16 1-15,-4-4-1 0,1-1 4 0,-2-6-3 0,2 0 21 0,-3-8-1 16,1 2-5-16,-1-6-1 0,2-1-18 0,1-2 1 0,2 1-6 0,1 0 3 16,2-2-6-16,1 0-2 0,1-1 0 0,0 0 1 0,2-2 6 15,1-2 3-15,0-2-2 0,1-2-5 0,2-4 0 0,1-3 0 0,2-2 2 16,2-4 2-16,2-5 11 0,3-4 5 0,3-4 5 0,1-5-17 16,4-4-12-16,3-4-10 0,24-95 6 0,1 18 18 0,0 22 3 0,-4 24 7 15,-4 15-8-15,4 2-19 0,1-1 0 0,2 3-3 0,-1 4-5 0,0 1 17 16,-4 2-3-16,0 4-5 0,2 0 2 0,-1 6 1 0,0 2-1 15,1 6 3-15,-4 4 1 0,0 2 2 0,-1 5 6 0,0 0 6 0,3 5-3 16,0 4 10-16,2 3 1 0,2 4-2 0,2 3 5 0,1 3-7 0,-1 6-9 16,-1 6-1-16,-3 4-6 0,-1 7-4 0,-2 6 2 0,-3 4 1 15,-3 6-3-15,-3 6 2 0,-2 5-2 0,-3 5-1 0,-1 5 2 16,-3 5-3-16,-3 2-1 0,-2 4 0 0,-3 4-1 0,-3 2-8 0,-3 7-11 16,-3 2-22-16,-3 5-23 0,-3 4-30 0,-2 1-33 0,-2 4-32 0,-3 0-41 15,-1 4-262-15</inkml:trace>
  <inkml:trace contextRef="#ctx0" brushRef="#br0" timeOffset="146080.68">4368 11644 1700 0,'-14'-1'94'16,"-1"0"-23"-16,-1 1-44 0,6 2-23 0,5 1 3 0,3-1 4 15,0 1-4-15,1 1-3 0,1 0-9 0,1 3-1 0,1 4-1 0,4 3-2 16,0 2-2-16,2 4-5 0,1 1-1 0,0 3 1 0,1 1-1 0,-1-1 0 15,1 3-2-15,-1 0 7 0,0 1 4 0,-1 3 6 0,0 1-1 16,0 0-9-16,-1 2-1 0,1 0-5 0,-2 1 5 0,-1 1 8 0,-1 1-3 16,-1-1 2-16,-1-2 1 0,0-1 0 0,-1-2 1 0,0 1 6 0,-1-4 1 15,-1-2 1-15,-1-1-1 0,0-4 3 16,1 0-3-16,-1-1 5 0,0-3 6 0,1 1 2 0,-1-3 0 0,0 0 6 0,1-1-2 0,1 0-2 16,0-2 0-16,1 0-8 0,1-2-4 0,0 1-4 0,0 0 1 0,2-1-7 15,0-1 1-15,1 1 1 0,2-1-4 0,0 0 5 0,0 1 1 16,0 0-1-16,2 0 2 0,2 0 0 0,1-1-2 0,1-1-6 0,-1 1-1 15,4 0-2-15,1 1-1 0,1-1-5 0,1 0-4 0,0 0-2 16,2-2-6-16,-1 1 1 0,2 0-3 0,2-2-3 0,-2 0 0 0,2-1 1 16,2-1 3-16,0 0 5 0,2 0 8 0,0-1 3 0,0-1 4 0,0 0 5 15,3 0 2-15,-2-2 3 0,3 1 2 0,-1 0 2 0,1-1 4 16,1 0 1-16,1 1 5 0,0-1 1 0,0 1 2 0,3-1 4 0,-1-1-2 16,0 1 0-16,1-1-2 0,1 1-4 0,2 0 0 0,1-1-4 0,0-1-6 15,1 0-1-15,0 0-1 0,1-1-2 0,0 1 5 0,-1 0-1 16,1-1-5-16,0 1 5 0,1 0 1 0,-1 0-1 0,0 1 5 0,1 0-3 15,0 0-1-15,0 1 7 0,1 0 3 0,2 1 0 0,-2 1 2 16,1 0-3-16,0 0-3 0,0-1 1 0,0 2-2 0,1 0 0 0,0 0-1 16,2 1-2-16,0 0-1 0,-1-1 2 0,1 1-1 0,0 1-7 0,1 0 3 15,0-2 1-15,1 0-2 0,-2 0 4 0,1-1-2 0,1 1-7 16,0 1 6-16,1-2 2 0,0 0-2 0,-1 1 0 0,0-1 1 0,-1 1-7 16,2 0 2-16,0-1 9 0,1 0-10 0,-1 0 8 0,0 0-1 0,1 0-7 15,0-2 10-15,0 1-5 0,-1-1 2 0,1 0 5 0,0 0-4 16,1 0 4-16,0-1 3 0,0 0-4 0,0-1 5 0,0-1 0 0,0 1 0 15,1-2-1-15,0 0-5 0,0 0 2 0,0-1-3 0,-2 1 1 16,1 0 2-16,0 0-7 0,1 0 3 0,-1-1-2 0,1-1 3 0,1 1 9 16,0 1 4-16,3-2 0 0,-1 1-2 0,-2-1-7 0,-1-1-8 0,-2 1 0 15,2 0-2-15,0-1-5 0,2 1 7 0,-2 0-2 0,-2 1 1 16,-1 0 2-16,1 0-7 0,-1-1 0 0,1 2 5 0,0-1-2 0,-2 0 0 16,-1 0-2-16,0 1-2 0,1 1-2 0,-1-1 2 0,0 1 2 0,-2-1 0 15,-1 1 2-15,0 0-5 0,0 1 2 0,2 0 3 0,-3 0 0 16,1 0 3-16,-2 0-4 0,1 1-1 0,0-1 2 0,0 1-7 0,2 0 0 15,0 0 5-15,0-1-3 0,-2 1 6 0,-4 1 2 0,0-1-3 16,-1 0 1-16,0 0-1 0,1 1 0 0,-2-1 3 0,-2 1-1 0,0 1 2 16,-2-1-4-16,0 0 2 0,0 0-5 0,-2 1-3 0,1 0 7 0,-2 1-1 15,-1 0 8-15,0-1 0 0,-1 1 1 0,-2 1 1 0,0-1 3 16,-2 1 0-16,0 0 1 0,1-1 0 0,0 1-3 0,-2 0-3 0,0 0 1 16,-2 0 0-16,-2-1 2 0,0-1-4 0,0 0 1 0,-2 0 2 0,0 0 1 15,-1-1 1-15,-3 0-6 0,1-1 0 0,-1-1 3 0,-1 0 0 16,-3-1 6-16,0 0-1 0,-1-2-7 0,-1 1 1 0,-1-2 0 0,-2 0 1 15,-1-1 11-15,1-1 0 0,-1-1-8 0,-2 0 2 0,0-2-1 16,-2 1 5-16,-1-2 9 0,0-2-3 0,-2-1-5 0,0-2-8 0,-2-1-2 16,-2 0-2-16,0-2 1 0,-3 1-10 0,1-2 2 0,-2 0 8 0,-1 0-3 15,-2 0 1-15,-1 0 2 0,-2 0-11 0,0-1-2 0,-2 0 1 16,-2-2-4-16,1 1 0 0,-4 0-4 0,1 0 3 0,0 0-1 0,-2 0-2 16,-1-1 2-16,0 2-3 0,-3-2 1 0,0 1 6 0,-2 1-1 0,1-1-8 15,-2 0 4-15,1 2 3 0,-2-1-3 0,0 2 11 0,-2-1-11 16,-1-1 3-16,-2 2 10 0,0 0 0 0,-2 0 2 0,-2 1-4 0,-1 1-6 15,-2 1-6-15,-2 0-1 0,0 1 3 0,-3 0-6 0,-1 1 4 16,0 2 1-16,-1 1-1 0,-1 0-2 0,-2 0 5 0,-4 0 6 0,0 2 2 16,-1 0 2-16,1 3 5 0,1-1-7 0,-3 1-2 0,-1 1-2 0,1 0 2 15,-2 0 2-15,2 2 2 0,1-1 2 0,-1 0-1 0,-1 1-2 16,-2 0-2-16,-2 2-4 0,-1 1 2 0,0-1 2 0,1 0 4 0,0 0 2 16,1 0 1-16,0 0-1 0,-2 0-1 0,0 0 0 0,0 0 0 0,0-1 5 15,0 1 3-15,0-1-1 0,0-1-1 0,-3 1-1 0,-1 0 3 16,-5 0-7-16,-2 1 3 0,2 0-3 0,2 1 1 0,2-1 7 0,2 1 2 15,0 0-2-15,-1 1-2 0,1 0-7 0,-3 1-3 0,-3 1-6 16,0 1-4-16,-1 0 4 0,0 0 1 0,0 1 2 0,0 0 2 0,-4 1-2 16,-1-1 3-16,-3 1-2 0,1-1-1 0,0 1 5 0,0 0-2 0,4 0 3 15,0 0 4-15,-1-1-7 0,0 1-3 0,-4 0-3 0,-3 2-5 16,-1 0 2-16,0 0 6 0,0 0 9 0,0-1 10 0,5 0 13 0,5-1 12 16,3-1 3-16,3 0 0 0,2 0-7 0,-1 0-3 0,4-1-12 0,1 1-2 15,2-1-5-15,0 2-6 0,-1 0 3 0,1 0-4 0,0 1-5 16,3 0-6-16,2 0-7 0,4 2-13 0,1 0-17 0,2 1-17 0,1 2-30 15,2 1-27-15,1 0-40 0,0 3-46 0,2 3-81 0,-1 2-108 16,1 3-165-16,-4 6-105 0</inkml:trace>
  <inkml:trace contextRef="#ctx0" brushRef="#br0" timeOffset="154261.68">18550 12676 282 0,'0'3'39'0,"2"1"-37"0,0 2-6 0,2-1 0 16,0 1-3-16,1-1-3 0,0-1-4 0,0-1 4 0,2-1 6 0,-1 0 8 15,0-2 10-15,1-1 6 0,-2-1 9 0,2-2 16 0,-1 1 18 16,0-2 23-16,-1 1 23 0,1-2 6 0,-1 0 2 0,1-1-9 0,-1-1-13 16,1 1-1-16,-1-3-13 0,1-3-5 0,-2-1-11 0,0-3-10 0,0 0 0 15,-2-2 3-15,-2-2 4 0,-2 0 11 0,-3-3-2 0,-2 1-3 16,-3-1-3-16,-3 0-4 0,-2 0-2 0,0 1-4 0,-4 2 1 0,0 4-1 16,-1 3 4-16,-3 5 5 0,-2 3-5 0,-2 6-10 0,-3 3-9 0,0 4-6 15,-2 4-4-15,2 5 3 0,-1 2-11 0,0 5-6 0,-1 3-6 16,1 3-12-16,-1 5 0 0,3 4-9 0,-1 4-5 0,2 4-7 0,0 5 15 15,4 3 11-15,2 4 3 0,3 2 12 0,6 0-17 0,2-1-4 16,5-3 3-16,3-4-2 0,4-3-1 0,6-1-1 0,3 0-9 0,3-4-9 16,4-3 12-16,4 0 1 0,4-5 6 0,4-2 11 0,2-1-10 0,4-4 7 15,2-1 7-15,4-3 3 0,2-3 7 0,3 1 6 0,4-2 3 16,2 1 9-16,3 1 3 0,0-2 6 0,1 0 6 0,0-1-4 0,-1 0 6 16,-1 1-3-16,0 0 1 0,-4 0-3 0,0 2-9 0,-4 0-2 0,-4 0-10 15,-2 1-2-15,-4 0-8 0,-5 1-5 0,-5 0 2 0,-4 1-4 16,-6 2-1-16,-3 2 1 0,-5 3 0 0,-5 0-3 0,-4 3-5 0,-5 3-12 15,-4 3-10-15,-6 4-9 0,-4 2-6 0,-7 2 3 0,-5 0-2 16,-5 2 19-16,-2-1-1 0,-3 2 1 0,-4 0 4 0,-2-1-5 0,-3 1-7 16,-3-3-11-16,-1-1-5 0,0-3-3 0,0-3 12 0,3-3 9 0,4-5 0 15,4-6-2-15,4-3-9 0,4-7-25 0,6-3-40 0,5-4-80 16,5-6-102-16,4-5-126 0,3-6-144 0,2-6-103 0,3-8 31 0</inkml:trace>
  <inkml:trace contextRef="#ctx0" brushRef="#br0" timeOffset="154544.68">19458 12308 2923 0,'-5'2'101'0,"0"3"-43"0,1 3-32 0,3 4-13 0,4 5-12 15,4 4-6-15,3 10-9 0,3 6-3 0,1 8 3 0,2 9-2 16,0 5-4-16,-1 4 11 0,-1 4 4 0,0 2 5 0,0 5 2 0,0 3-9 16,-1 3-5-16,0 1-5 0,1 2-1 0,0-1-5 0,-1-2-9 0,-3-4-4 15,0-4-2-15,-2-7 0 0,-2-6-4 0,-1-6-16 0,-1-7-20 16,-2-5-30-16,-1-6-26 0,-1-4-33 0,-1-3-27 0,-1-5-22 0,0-5-13 16,-3-4 0-16,1-4 21 0,-2-6 22 0,0-6 32 0,0-5 14 15,-1-7 4-15,-2-5-3 0,-2-10-13 0,0-6-63 0</inkml:trace>
  <inkml:trace contextRef="#ctx0" brushRef="#br0" timeOffset="154698.68">19472 12891 705 0,'-7'-18'384'0,"1"0"-213"0,0-3-12 0,1 5-4 0,3 4-3 0,0 3-13 15,2 4-27-15,2 1-20 0,0 2-6 0,0 2 8 0,3 0 6 16,0 0-2-16,1 1-10 0,2 0-23 0,0 2-22 0,1 1-17 0,3 1-17 16,2 1-4-16,3 0-3 0,0 1-4 0,2 0-3 0,1 0-3 0,0 0-5 15,2-1-16-15,1 0-20 0,-2-3-36 0,3 0-46 0,-2-1-48 16,-1-1-34-16,0-1-27 0,-1-2-11 0,-2 0-7 0,1-1 0 0,-1 0 20 15,-1-1 38-15,2-1 32 0,-1-1 25 0,1 0-57 0</inkml:trace>
  <inkml:trace contextRef="#ctx0" brushRef="#br0" timeOffset="154844.32">20202 12601 675 0,'9'-16'210'0,"-1"-1"-22"0,3-3-6 0,-3 3-12 16,-2 2-27-16,-2 2-39 0,-1 2-30 0,-1 3-20 0,-2-1-9 0,0 3 2 16,-2 1 2-16,-1 2 3 0,-1 2 0 0,-1 3-7 0,-1 3-15 0,0 2-21 15,-2 3-13-15,0 2-11 0,-3 6-3 0,0 6 5 0,-1 3-1 16,-1 6-2-16,0 2-11 0,0 3-4 0,0 5-2 0,-1 2-10 0,0 1 4 15,1 0-15-15,-2-1-21 0,2 1-33 0,1-2-50 0,1 1-83 16,2-3-89-16,-1-4-83 0,2 1-18 0</inkml:trace>
  <inkml:trace contextRef="#ctx0" brushRef="#br0" timeOffset="155015.81">20147 12460 2499 0,'2'-5'174'0,"3"0"-71"0,1-1-25 15,3 2 3-15,1 3-8 0,3 1-13 0,1 4-30 0,1 3-18 0,1 3-5 16,1 5-5-16,1 3 7 0,-1 7 1 0,1 4-5 0,1 9-8 16,-1 5-9-16,0 8-29 0,1 7-17 0,-2 5-28 0,-2 4-20 0,0 2-7 15,-1-2-13-15,-3-1-19 0,-1-3-38 0,-2-5-54 0,2-5-61 16,-1-2-65-16,2-2-35 0,0-2 7 0,-1-1-95 0</inkml:trace>
  <inkml:trace contextRef="#ctx0" brushRef="#br0" timeOffset="155296.53">21077 12225 2279 0,'6'6'168'0,"4"2"-47"0,3 4-33 0,2 5 1 0,1 2-13 15,4 5-19-15,1 5-20 0,1 5-14 0,2 6-1 0,0 4 2 16,-2 4 7-16,-1 5 3 0,0 4-1 0,-2 6-5 0,1 5-12 0,-1 4-18 15,-3 5 0-15,0 2-1 0,-1-2-9 0,0-1 1 0,-3-4-15 16,1-6 14-16,0-7 5 0,-2-9 4 0,1-7 6 0,-1-7-10 0,2-8-3 16,1-5 1-16,1-4 4 0,0-6-2 0,4-1 9 0,1-4 0 0,-1-3-1 15,1-4 5-15,-1-4-8 0,0-4 4 0,0-3-4 0,1-5 0 16,1-5-1-16,3-5-6 0,2-4-6 0,3-6-9 0,4-3-3 0,2-3-12 16,3-2-15-16,3-1-20 0,3 0-31 0,2-1-32 0,4 4-41 0,1 2-44 15,2 1-47-15,2 2-48 0,1 2-84 0,2 2-48 0,1 2-115 16</inkml:trace>
  <inkml:trace contextRef="#ctx0" brushRef="#br0" timeOffset="155978.64">20164 14832 1 0,'-48'-29'309'16,"8"9"830"-16,-3 2 825 0,18 21-1892 0,8 4 6 0,0 1-3 0,3 1-18 15,3 1-17-15,5 0-25 0,4 4-19 0,5 6-1 0,6 5-7 16,5 10 1-16,3 6 3 0,5 9 4 0,2 6 4 0,1 7 6 0,3 8-6 15,0 6-17-15,4 6-2 0,0 6-10 0,2 4-10 0,1 5 0 0,2 3-19 16,3 5-10-16,-1 2-7 0,1 2-22 0,-2 0-6 0,-1 0 0 16,-1-5 17-16,-3-9 27 0,-3-9 22 0,-6-11 16 0,-3-11 10 0,-5-6-4 15,-4-8 3-15,-2-5-3 0,-3-7-11 0,-1-3 4 0,-1-6-19 16,-2-3-2-16,-1-5 2 0,-1-4-3 0,-2-11 6 0,0 0 1 0,-1-3-9 16,-2-1 1-16,-4-3 5 0,-1-8 0 0,-2-7 16 0,2-8 15 0,-4-6 8 15,-2-5 4-15,-2-9 1 0,-1-4-2 0,-3-6 1 0,-2-5 7 16,-1-4 5-16,-3-2 4 0,-1-3-1 0,-3-5 14 0,-2-2 7 0,-3-2 12 15,-2-3 10-15,0 0 2 0,0 3 3 0,1 2-11 0,2 2 6 16,4 5-19-16,3 4-7 0,7 6 5 0,4 7-11 0,3 5 17 0,3 5 1 16,3 6-13-16,4 2 0 0,2 3-5 0,3 2-1 0,2 3 6 0,1 0-4 15,3 4 4-15,3 2 2 0,2 0 0 0,2 2 2 0,1 1-7 16,2 2-5-16,2 0 5 0,3 1-3 0,1 2-4 0,1 1-6 0,2 3-1 16,0 1-2-16,2 2-9 0,2 3 3 0,0 2-5 0,3 1 0 0,-2 3 5 15,0 3-5-15,0 3 3 0,0 4 8 0,-1 1-9 0,3 3-2 16,-1 4-10-16,0 2 0 0,-2 6 16 0,2 3-12 0,-3 5-2 0,2 2-20 15,-1 4-21-15,0 4-4 0,-3 0-12 0,1 3-12 0,-2-2-4 16,-1 0-20-16,0-2-20 0,-3-2-29 0,0-3-54 0,-2-3-69 0,-3 0-103 16,-1-2-147-16,-2-2-100 0,-2-1-135 0</inkml:trace>
  <inkml:trace contextRef="#ctx0" brushRef="#br0" timeOffset="156143.64">20656 16097 3051 0,'6'9'136'0,"1"-1"-16"0,4 1-15 0,2-4-6 0,3-2-15 0,5-3-54 16,3-5-32-16,4-4-7 0,3-2-5 0,2-4-2 0,3-1-7 0,-1-3-18 15,1-2-18-15,0 0-34 0,0-4-33 0,0 0-46 0,-2-4-74 16,1-1-76-16,-2-2-105 0,-1-2-149 0,-1-4-98 0,-2-1 4 0</inkml:trace>
  <inkml:trace contextRef="#ctx0" brushRef="#br0" timeOffset="156310.64">21558 14628 3434 0,'-5'12'97'0,"0"3"-16"0,1 3-17 0,3 0-1 0,3 1-14 16,2 3-18-16,3 2-29 0,2 6-4 0,4 6 0 0,3 7-2 0,1 7-1 16,1 6 3-16,2 6-2 0,1 6-8 0,0 5-11 0,3 6-17 0,2 2-17 15,-1 4-31-15,3-1-29 0,-1-3-47 0,0-3-55 0,-2-6-77 16,1-2-116-16,-1-6-184 0,-2-2-163 0,1-3-41 0</inkml:trace>
  <inkml:trace contextRef="#ctx0" brushRef="#br0" timeOffset="156510.64">21067 14808 3244 0,'0'7'166'15,"3"-1"-91"-15,2 2-19 0,6-3-17 0,4-1-7 0,7-1-12 16,6-2-20-16,7-2-17 0,5-1 1 0,1-1 2 0,2-1 9 0,0 0 1 16,-1 0-9-16,0-1-28 0,0 0-27 0,-1-1-27 0,-1 1-24 0,1 0-18 15,-2-1-11-15,1 1-28 0,-4 0-19 0,-1 1-31 0,0 1-33 16,-4-1-32-16,0 2-60 0,-3 0-75 0,-1 0-22 0,-3 4-42 0</inkml:trace>
  <inkml:trace contextRef="#ctx0" brushRef="#br0" timeOffset="156680.64">21495 16421 3689 0,'-9'70'105'0,"1"-8"-22"0,1 9-4 0,4-19-14 16,4-21-23-16,4-7-24 0,5-9-40 0,6-9-14 0,8-5-4 16,8-6-1-16,5-5 19 0,4-5-3 0,2-4-2 0,1-5-24 0,2-6-24 15,3-5-18-15,2-7-17 0,3-8-56 0,-1-6-48 0,1-8-62 16,0-6-110-16,-1-10-103 0,0-8-166 0,0-7-285 0</inkml:trace>
  <inkml:trace contextRef="#ctx0" brushRef="#br0" timeOffset="156977.64">23525 12321 2 0,'6'55'536'0,"-4"-19"961"0,-1 0 501 16,-4-30-1956-16,4-4-22 0,3 0-28 0,7-1-8 0,8-1-2 0,7 1-24 16,10-2-13-16,4 0 6 0,4-1 8 0,0-1 21 0,1-1 17 0,-2-1-7 15,-3 0 6-15,1 1-15 0,-2-2-26 0,-2 2-2 0,1-2-18 16,-1-1 3-16,0-2 12 0,-2 0-10 0,-1-2-9 0,-3-2-33 0,-3-2-44 15,0-2-46-15,-1-4-40 0,-2 0-28 0,-1-3-7 0,-3-2 5 16,-1-2-3-16,-3-4-8 0,-2 0-10 0,-4-3-23 0,-2-1 6 0,-2-2-135 16</inkml:trace>
  <inkml:trace contextRef="#ctx0" brushRef="#br0" timeOffset="157127.64">23864 11447 3154 0,'-24'12'230'0,"1"5"-107"0,-1 6-69 0,5 3-31 15,9 3 7-15,5 3 0 0,4 8-11 0,3 6 3 0,4 7-8 16,3 8 5-16,2 7-6 0,4 7 6 0,-1 6-4 0,3 8-9 0,3 4 0 16,2 5-20-16,2 0 9 0,3 3-1 0,1 2-9 0,1-3-20 0,0-1-57 15,1-5-97-15,-4-3-160 0,3-2-280 0,-2 1-351 0,0-1-117 16</inkml:trace>
  <inkml:trace contextRef="#ctx0" brushRef="#br0" timeOffset="157477.64">25834 11304 3203 0,'3'-1'95'0,"0"-2"-54"0,1 0-46 0,0-1-3 15,-1 0 1-15,-2 0-7 0,-1 0-8 0,-3 0-12 0,-4 1-8 16,-4 1-20-16,-5 2-18 0,-7 3-18 0,-4 2-17 0,-6 4 10 0,-4 4 15 15,-4 4 23-15,-4 5 27 0,-2 7 23 0,-1 4 11 0,-5 6 18 16,0 4 6-16,-2 3 13 0,1 2 16 0,1 4 3 0,2 1 0 0,3 2-10 16,3 2-2-16,3 0-2 0,6 0 3 0,3-1-12 0,6-1 20 0,5-3-6 15,6-5-5-15,5-3 4 0,7-6-38 0,5-5-9 0,6-4-14 16,7-3-7-16,6-4-4 0,5 0-9 0,9-1 0 0,5-4-9 0,6-1-5 16,6-3 4-16,3-2 8 0,4-3 6 0,2-1 16 0,3 0 8 0,1 0 5 15,0 0 7-15,-2 1-4 0,-1 2 8 0,-2 1 5 0,-3 0 2 16,-3 4 2-16,-6 2-2 0,-5 1-2 0,-4 0 4 0,-7 2-1 0,-4 1 0 15,-3 1-7-15,-6 1-9 0,-4-1-16 0,-5 0-26 0,-4 1-35 16,-4-2-46-16,-3 1-64 0,-3 0-58 0,-4-3-38 0,-3 1-21 0,-4-1-11 16,-1-2 9-16,-5-3 13 0,-2-2-95 0</inkml:trace>
  <inkml:trace contextRef="#ctx0" brushRef="#br0" timeOffset="157910.64">26099 12087 1881 0,'11'5'235'0,"4"1"-105"0,3 3-73 0,3 0-14 16,-1-1-5-16,-1 2 1 0,3 2-19 0,0 2-10 0,-1 1-11 16,3 1-7-16,-1 1 4 0,-1 1-12 0,1 0-7 0,-1 1-12 0,0 1-12 15,-2 0-2-15,-1-1-2 0,-1 0 0 0,0-1-4 0,-1-1 2 16,-3-2-3-16,1-1 3 0,-2-3 2 0,-1-2-1 0,-2-1 6 0,2-2 12 16,-2-1 9-16,-1-2 18 0,0-1 13 0,-2-3 5 0,0-1 17 0,-1-2 7 15,1-2 3-15,0-2 3 0,0-1-6 0,1-3 0 0,1-1-3 16,-1-3 0-16,1-1-1 0,-3-2-6 0,1 0-7 0,0-1-2 0,1 3-5 15,-1-1-5-15,1 3-6 0,0 3 0 0,1 1-3 0,-2 2 0 16,3 3 2-16,-1 2-5 0,1 3 0 0,0 2 4 0,0 2-4 0,-1 2-1 16,1 2-5-16,0 2-3 0,1 0-1 0,0 2-5 0,-1 3-7 0,0 0-5 15,-1 0-4-15,2-1-3 0,0 0 4 0,0-2-2 0,0-1-4 16,0-1-6-16,1-2-5 0,1-3 1 0,0-1 13 0,-1-1 15 0,-1-2 12 16,1-1 14-16,0-1 6 0,-1-1 7 0,0-3 5 0,-2 0 5 0,-2-1 9 15,1 1 11-15,-2-2 7 0,1-1 5 0,-1 1-3 0,0-2-5 16,0 3-7-16,0-2-5 0,1 0-5 0,-1 1-14 0,0 0 3 0,2 1-11 15,-1 2-7-15,1 0 4 0,0 2-4 0,0 1 3 0,0 0 1 0,0 3-4 16,-2 1-4-16,2 0-4 0,1 2-2 0,0 1-7 0,0 1-2 16,1 2-1-16,1 1-5 0,-1 1 3 0,2-1 1 0,2 1 3 0,0 1 8 15,0-1-1-15,1 0 5 0,-1-2-5 0,0 0-8 0,-1-2-4 16,-1 0-19-16,1-3-16 0,0-1-19 0,0-3-27 0,-1-2-26 0,1-3-34 16,1-3-34-16,0-3-18 0,1-5-12 0,-1-3 0 0,1-6 26 0,0-4-66 15</inkml:trace>
  <inkml:trace contextRef="#ctx0" brushRef="#br0" timeOffset="158077.64">27898 11261 1856 0,'2'-18'302'0,"0"-3"-126"0,3-5-57 0,0 0-25 0,0 3 2 0,1 3-4 15,-1 3-16-15,1 4-4 0,0 6-12 0,0 4 2 0,-1 3-2 0,-1 4-17 16,1 4-2-16,-1 4-10 0,1 4-13 0,1 2-4 0,1 7-10 16,1 3-6-16,1 6-7 0,1 8-3 0,0 9-10 0,1 7 0 0,1 7-3 15,0 8-1-15,1 4 2 0,0 5-4 0,-1-1-18 0,2 2-17 16,-1-2-27-16,-1-7-35 0,0-2-37 0,-3-4-65 0,2-5-57 0,0-4-43 15,0-5-40-15,0-5-27 0,0-3-4 0,1-6-69 0</inkml:trace>
  <inkml:trace contextRef="#ctx0" brushRef="#br0" timeOffset="158212.64">27596 11801 2079 0,'0'1'218'0,"0"0"-69"0,3 0-79 0,5 1-13 0,4-1-8 16,5 0-9-16,4 0-14 0,7 0-11 0,5 0-15 0,3-1-22 15,4-1-27-15,3-2-50 0,3-4-82 0,2-3-118 0,3-5-142 0,4-6-160 16,2-6-173-16</inkml:trace>
  <inkml:trace contextRef="#ctx0" brushRef="#br0" timeOffset="159462.64">18141 12513 1051 0,'7'-67'54'0,"7"-5"46"0,8-18-4 0,7 9-28 16,9 11-33-16,6 1-13 0,8 1-10 0,8 1-7 0,7 2-1 0,8 1-2 15,7 1-4-15,5 4 2 0,8 3-2 0,2 4-6 0,3 6-2 16,6 5-11-16,3 5-2 0,2 3-4 0,1 6-6 0,3 3-2 0,-1 2-7 16,1 3-10-16,2 1-2 0,-1 0-4 0,-1-1-5 0,-1 0 6 15,-1-1 6-15,-3-1 12 0,0 0 15 0,-3 0 9 0,-3-1 9 0,-1 2 5 16,-1 0-1-16,-3 1 3 0,-2 1-2 0,-3 4 2 0,-2 2 0 0,0 5 3 16,-2 4 1-16,1 3 3 0,-1 5 3 0,-1 4-1 0,-2 6 2 15,-2 6-2-15,-1 4-7 0,-1 7 1 0,1 4-4 0,-1 6-1 0,-1 8-8 16,0 5-12-16,-2 9-2 0,-6 6-5 0,-4 8-2 0,-1 8 2 0,-5 5-17 15,-2 9-3-15,-2 6-11 0,-5 7-14 0,-3 8 0 0,-4 6-6 16,-7 8 3-16,-4 2 5 0,-4 8 5 0,-7 5-62 0</inkml:trace>
  <inkml:trace contextRef="#ctx0" brushRef="#br0" timeOffset="159628.64">22623 15927 579 0,'-53'60'218'0,"-9"6"41"0,-18 14-20 15,0-10-45-15,4-13-33 0,-3-3-21 0,-6-4-26 0,-3-4 0 16,-5-2-10-16,-3-8-2 0,0-5 14 0,-2-3-15 0,-1-7 10 0,-3-6-15 15,2-6-7-15,-1-5-2 0,0-7-18 0,2-6 5 0,0-5-19 16,-2-6-21-16,0-8-8 0,-2-4-26 0,-5-6-7 0,1-7-5 0,-2-5-17 16,0-5 1-16,5-4-11 0,5-3-10 0,11-2-10 0,8 2-24 15,9-4-20-15,8-2-23 0,6 0-25 0,7-5-39 0,7-4-90 0,6-8-145 16,10-13-230-16,10-17-27 0</inkml:trace>
  <inkml:trace contextRef="#ctx0" brushRef="#br0" timeOffset="160028.64">25185 13171 1248 0,'11'2'441'0,"2"1"-238"0,5 1-35 0,5 4-56 15,2-1-16-15,6 2-16 0,5 1-8 0,6-1-7 0,6 2 7 0,3-1 1 16,6-2 11-16,4-2 13 0,4-1 0 0,6-2 10 0,5-3-7 15,4-1-1-15,9-2-10 0,4-4 5 0,8-3-4 0,5-3-10 0,5-4 2 16,5-3-27-16,7-4-13 0,7-1-3 0,5-3-11 0,7-2-2 16,4-2-3-16,8-3-11 0,3-4 5 0,3-1 1 0,1-1-11 0,-5-1 3 15,-1 2 2-15,-5 1-6 0,-3-2 8 0,-3 1-20 0,-6 1 4 0,-2 0-6 16,-6 2-8-16,-4 2 12 0,-8 2-35 0,-7 3-42 0,-7 1-53 16,-6 2-97-16,-7 3-146 0,-3 1-317 0,1-1-369 0,8-4 59 0</inkml:trace>
  <inkml:trace contextRef="#ctx0" brushRef="#br0" timeOffset="210184.15">5354 12815 868 0,'-32'-7'186'0,"-3"-1"-99"0,-6 1-1 16,7 2 1-16,6 1 10 0,1 1-3 0,2-1-22 0,0 1-28 0,3-1-20 15,-1 3-12-15,1 0-10 0,1 3-3 0,0 2-5 0,1 1-5 16,3 1-5-16,-2 1-5 0,0 2-3 0,2 2-2 0,-1 0 3 0,0 1-1 16,2 1 6-16,-2-1 0 0,2 2 3 0,-2 0 8 0,3 2-2 15,0-1 5-15,0 1-2 0,0 2-3 0,0 1 1 0,2 0 2 16,1 2 4-16,0 1 1 0,0-1 5 0,1 2 3 0,2-2 3 0,1 1 1 0,0 2-2 16,2-1-1-16,2 3 2 0,0-1-2 0,3 1 2 0,1-1-9 15,0 0 0-15,3-1 3 0,-1 1-4 0,3 1 8 0,1 1-4 0,1 0-2 16,2 1 6-16,0-1-6 0,1 1 1 0,3-1 3 0,1 3-5 15,1-1 1-15,0 0 4 0,3 0 1 0,2-2-7 0,0 0 1 0,3-1-4 16,1 0-2-16,1-1 7 0,1 1-2 0,1-1-3 0,1 1 2 0,1-2 0 16,2-2-3-16,1 0 7 0,2-2 0 0,-1-1-2 0,2 0 2 15,2-2-4-15,0-2-1 0,2 0 5 0,-1 0-2 0,2-2-1 0,-1 0 3 16,2-2 0-16,3 1 6 0,-2 0 1 0,1-2-2 0,2-1 2 0,1-1-1 16,0 0 2-16,1 1 3 0,2 0-5 0,1-2 2 0,1 0-6 15,0-1-2-15,0-2 0 0,2-1-1 0,0 0 3 0,1-2-4 0,0-1-1 16,3-1 6-16,-2-2-3 0,1-2 3 0,2-2 3 0,-1-1-4 15,1-2 2-15,-1 0 2 0,1-1-2 0,-1 0 1 0,1-2-1 0,-1-1 2 16,0-2-1-16,-1 1-3 0,1-3 1 0,1 0 2 0,-1-1 0 0,-2-1 4 16,0-2 0-16,-1 2 0 0,1-2 5 0,0-2-2 0,-1 1 2 15,-2-3-2-15,-2 0-3 0,1 0 3 0,-3-1-3 0,1 2 4 0,-1-2-3 16,-1 2-2-16,-1-2-3 0,-3 0-5 0,-1 0 6 0,1-1-2 0,-4 0 0 16,0 0 0-16,-2 2 2 0,-3-3-1 0,0 2 3 0,-4-1 0 15,0 1-5-15,-4-1 5 0,-1 0-4 0,-4 1 5 0,-1 0 2 0,-2 2 3 16,-2-1 2-16,-3 3 1 0,-2-2-2 0,-4 2 0 0,-1 2 2 0,-5 0 2 15,-4 2 8-15,-3 0-4 0,-4-1-2 0,-2 0-6 0,-3 0-3 16,-5-2-1-16,-3 0-5 0,-2 1 0 0,-5 0-6 0,-2 0-2 0,-6 2-1 16,-3 0-1-16,-3 2-2 0,-4 2-5 0,-4-1-8 0,-6 1-2 15,-2 1-3-15,-6 2 0 0,-3 1 1 0,-6 1-2 0,-3 1 0 0,-3 2 6 16,-6 1 2-16,-2 2 8 0,-2 0-7 0,-3 1 0 0,0 1-8 0,-2 1-6 16,-2 1 13-16,1 2 7 0,-1 1 8 0,2 3 11 0,3 1 2 15,2 4-7-15,1 2 0 0,4 2-12 0,0 5-25 0,3 1-24 0,0 2-42 16,4 3-47-16,4 3-63 0,4 1-95 0,5 5-67 0,1 5-4 0,4 0-72 15</inkml:trace>
  <inkml:trace contextRef="#ctx0" brushRef="#br0" timeOffset="-183194.58">6201 14060 495 0,'-18'-8'243'0,"-4"0"-112"16,-6-2-31-16,4 2-41 0,-1 2-24 0,2 1-14 0,-1 0-9 0,0 1-7 15,1 0-4-15,-1 1 2 0,1 1-5 0,-3 1 2 0,0 0-4 0,0 2 5 16,-1 1 0-16,2 1 1 0,-1 1 6 0,0 0-2 0,-1 0 8 15,-1 2 5-15,0 1 0 0,0 0-1 0,-1 1-4 0,-1 0-7 0,1 0 0 16,-2 2 0-16,1-1-7 0,-3 2-2 0,2 2 2 0,-1 1-6 0,1 3 0 16,-2-1 1-16,2 3-3 0,-3 0 0 0,1 0 1 0,0 0 4 15,0 0-2-15,3 0 1 0,-2 1 0 0,1-1-1 0,1-1 3 0,0 1 0 16,-1 0-3-16,2 1 2 0,0-1 2 0,2 0 0 0,0 1 4 16,1-2-3-16,1 1 1 0,0 0-1 0,2-1 3 0,1 2 8 0,1-1 0 15,1 1 7-15,-1 2 2 0,1 0-6 0,3 0 1 0,-1 2-4 0,1-2 3 16,2 0-1-16,1 0 4 0,2 0-3 0,3 1-1 0,1 2-4 15,2-1-3-15,1 1 0 0,3 0-3 0,2-1 3 0,2 0-3 0,2-1 1 16,1 2-1-16,3-1-1 0,3 0 3 0,2 1-2 0,2-2 1 0,3 1-2 16,2 0-4-16,0-2-2 0,3 2 6 0,2-2-1 0,2 1 1 15,3 0 6-15,1-2-7 0,5 1-2 0,0-1 4 0,2-3 0 0,4 2 4 16,0-3 5-16,3-1-5 0,3 1-4 0,1 0 4 0,4-1-9 16,-1 0 8-16,2 0 1 0,3 0-6 0,0-1 8 0,2-2-5 0,2 0-2 15,1-1 2-15,2 0 2 0,1-1-1 0,3-2 2 0,3-2 2 0,0 0 2 16,2-2-1-16,1-1 5 0,2-1-1 0,3-1 0 0,0 0 6 15,4-2-1-15,2-2-2 0,-2 0-1 0,2 0-4 0,-2-2-3 0,-1 1 3 16,3-1-1-16,0-1 1 0,3 1 2 0,1-1-1 0,0-1 5 0,1-1-1 16,-1-1 4-16,2 0 0 0,0-2-2 0,3 0-2 0,-1-1 1 15,1 0-4-15,0-2 2 0,-2-2-5 0,0 0 0 0,-1-1-4 0,0 1-4 16,-2-2 3-16,2 0-6 0,0 2 0 0,-3-4 3 0,3 0-3 16,-3-1 6-16,0-2 2 0,-2 0 4 0,-1-1 1 0,0-3-11 0,-3 0 4 15,1-2-5-15,-5 1 5 0,-2-2 13 0,-3-2-5 0,-3 0-4 0,-1 0 0 16,-2 1-6-16,-2-1 3 0,0 0 4 0,-2-2-4 0,-2-1 3 15,-2 0 6-15,-3-1 4 0,-1 2 4 0,-4-1 2 0,-3 2 0 0,-3-2-2 16,-3 2-1-16,-3 0-7 0,-2 1 0 0,-1-1-4 0,-4 1-3 0,-2 0 6 16,-5 1-1-16,-2 0 8 0,-4 2-2 0,-3 1-1 0,-2 2-3 15,-3 0 2-15,-2 1 0 0,-3-1 2 0,-1 1-1 0,-4 1-2 0,-2-1 5 16,-2 1 2-16,-3 0 8 0,-2 1-2 0,-3-1 3 0,-1 1 1 16,-2-1-12-16,-4 1-1 0,-2-1-11 0,-1 1 5 0,-3-1-14 0,-3 1 9 15,-2 0-3-15,-4 0-17 0,-2 1 12 0,-3 0-15 0,-3-1 8 0,-4 2-5 16,-3 2 0-16,-1 0 4 0,-3 2-1 0,-3 0 6 0,-1 2-1 15,-3 1 9-15,-5 0 1 0,-2 0-4 0,-3 2 0 0,-6 1-9 0,-2 0-3 16,-5 2 3-16,-2 2-5 0,-4 1 5 0,-3 1 4 0,-3 3 1 0,-2 0 1 16,-2 3-2-16,-1 2 1 0,-2 2-2 0,-4 3 2 0,-3 2-5 15,-3 2-3-15,-2 3 5 0,0 2-3 0,-1 1 3 0,1 1-1 0,2 2-5 16,-2 2-6-16,1 2-1 0,-2 3 4 0,0 0-10 0,4 2 11 16,2-1-8-16,4 2-6 0,3 2-2 0,0 2-31 0,3 4-27 0,0 2-46 15,1 5-52-15,-1 4-77 0,0 2-101 0,1 6-65 0,-2 5 22 0,-1 5-57 16</inkml:trace>
  <inkml:trace contextRef="#ctx0" brushRef="#br0" timeOffset="-144490.2">21087 4834 2574 0,'-29'-5'22'0,"-7"-1"10"0,-4 2-3 0,-5 4-5 0,23 8-38 0,4 6-15 0,4 3 0 0,2 2 10 0,3 2 9 0,1-2 7 16,2 2-1-16,1 1-4 0,-1 2 1 0,-2 5 1 0,1 1 3 0,-3 4-2 16,-1 2 2-16,0 1 0 0,0 1 1 0,0 2 12 0,2 1-2 15,-1 2 3-15,1 1 1 0,0 3 4 0,2 2 2 0,1-1 3 0,2 1 4 16,2 0 3-16,1 1-1 0,3-3-1 0,1 0 1 0,4-3-6 0,2-1-4 15,3-5-3-15,4-4-2 0,1-3-5 0,6-6-1 0,1-4 3 16,2-3-6-16,3-5 5 0,-1-6-3 0,4-2-8 0,-1-5 5 0,0-5 1 16,-2-2-1-16,-1-5 10 0,-3-4-6 0,0-4 1 0,-2-1 5 0,0-6-7 15,-1-2 3-15,-2-6-1 0,0-3-4 0,-1-2 3 0,0-2-8 16,0-1 5-16,-1-1 4 0,-2-2-10 0,-1 0-4 0,-1 1-15 0,-1-2-12 16,-2-1 2-16,-3 0-2 0,-2 0 4 0,-4 0 3 0,-3 2 4 15,-1-2 2-15,-5 4 16 0,-3 0-3 0,-4-2 2 0,-3 2 9 0,-4 1-16 16,-4 1 13-16,-2 2 0 0,-5 4 5 0,-3 0 6 0,-3 5-6 0,-1 1-2 15,-3 5-6-15,-4 2-3 0,-1 5-2 0,0 4-4 0,-1 4 6 16,-1 4-2-16,1 4 3 0,0 3 5 0,1 4-3 0,1 4-1 0,2 3 0 16,3 2-9-16,5 4-10 0,2 2-16 0,5 2-37 0,3 2-55 0,3 1-90 15,3-2-138-15,2 2-149 0,4-2-24 0,1 0-67 0</inkml:trace>
  <inkml:trace contextRef="#ctx0" brushRef="#br0" timeOffset="-144307.2">20671 3755 1043 0,'1'-10'642'0,"3"4"-591"0,3 1-41 15,3 7-10-15,3 4 2 0,4 4 6 0,3 2 10 0,1 5 6 16,0 4 2-16,2 3-2 0,-2 7-6 0,1 6 0 0,-1 8-4 0,-1 8 1 16,0 7 2-16,0 8 0 0,-2 5 2 0,0 9-6 0,-1 4-15 0,-2 6-9 15,-3 6-11-15,0 9-5 0,-1 7-11 0,-1 5-70 0,0 3-140 16,1 0-140-16,-1-1-73 0,2-5-85 0</inkml:trace>
  <inkml:trace contextRef="#ctx0" brushRef="#br0" timeOffset="-143873.2">21828 5199 1067 0,'5'-22'544'0,"4"-5"-527"0,4-12-51 0,3-4-7 0,3-5 20 0,3-5 25 15,-1-4 25-15,2-5 12 0,1-2-7 0,-3-2-6 0,1-1 2 16,-1 1 3-16,-3 1 18 0,-1-1 21 0,-2 3 21 0,-2 2 12 0,-4 3-3 16,-1 1-7-16,-2 2-19 0,-2 3-11 0,-2 1-14 0,-4 3-21 0,-1 4-7 15,-2 2-11-15,-1 4 1 0,1 5 7 0,-2 4-2 0,1 5 4 16,-2 4-1-16,-1 4-2 0,-1 6 2 0,-1 2-4 0,0 4-2 0,1 2-4 15,0 4-6-15,0 3 0 0,1 4-2 0,0 5-3 0,3 7 0 0,-1 7-11 16,3 8 6-16,1 9 0 0,3 8-3 0,-1 8 10 0,1 10-14 16,1 7-1-16,-1 7-3 0,2 9 0 0,-1 3-4 0,2 7-7 0,1 7-2 15,2 2-12-15,1 3-8 0,1 1-13 0,2-6 5 0,2-5 15 16,2-10 21-16,4-8 27 0,3-9 10 0,0-7 7 0,3-6-5 0,0-6 1 16,1-3-5-16,2-3-3 0,-1-5 2 0,-1-3 4 0,-1-7 8 0,-2-4-1 15,1-3 1-15,-2-4 0 0,0-2 0 0,0-4-1 0,-2-6 3 16,0-5-2-16,-1-3-7 0,-2-5-1 0,-3-3-9 0,-2-4-6 0,-1-3 0 15,-4-4-7-15,-1-3-2 0,-3-5-2 0,-4-4-4 0,-3-2-5 16,-3-4-5-16,-4-2-11 0,-3-4 1 0,-3-2-1 0,-3-3 0 0,-1-2 3 16,-1 1-2-16,0 0-16 0,2 1-17 0,-1 3-25 0,1 1-34 0,0 4-37 15,-1 1-69-15,-2 3-97 0,0 0-54 0,-2 1 6 0,0-1-31 16</inkml:trace>
  <inkml:trace contextRef="#ctx0" brushRef="#br0" timeOffset="-143753.2">22361 5169 2315 0,'2'3'514'0,"5"4"-616"0,5 2-86 0,7 2-45 0,2-2 10 15,4-1-47-15,0-4-119 0,-3-1-132 0,0-1-169 0</inkml:trace>
  <inkml:trace contextRef="#ctx0" brushRef="#br0" timeOffset="-143306.2">23423 5087 2923 0,'-4'6'39'0,"4"1"-88"0,2 5-8 0,7 4 10 16,3 0 17-16,3 2 22 0,4 1-3 0,2 0-24 0,0 0-21 0,2-1-29 16,1 1-11-16,-1-1 6 0,2-3 13 0,0 0 17 0,3-3 11 0,-1-3 12 15,3-2 10-15,0-2 9 0,-1-2 10 0,1-3 9 0,-2-1 5 16,1-3 6-16,-2-2 3 0,0-2 1 0,-1-1 8 0,-2-3-2 0,-1-2 1 15,-3-2 1-15,-2-3-1 0,-1-2-1 0,-3-2 1 0,-1-3 1 0,-2 0 9 16,-2-3 1-16,-3 1 0 0,-2-3-1 0,-2 1-7 0,-4-3-4 16,-2 0-6-16,-4-2-2 0,-3 0-6 0,-4-3 0 0,-2-1 2 0,-3-1 3 15,-3 1 1-15,1 3 2 0,-2 3-2 0,2 6-1 0,0 3-1 16,0 6-6-16,0 5-6 0,-1 5-3 0,-1 4-12 0,-1 3-6 0,-3 4-4 16,2 4-4-16,-1 4 4 0,-1 3 1 0,3 6-4 0,-1 4-7 0,3 2-16 15,0 5-18-15,2 2-22 0,2 5-30 0,1 1-36 0,3 2-64 16,0-2-76-16,3-1-90 0,2-5-40 0,2-1-96 0</inkml:trace>
  <inkml:trace contextRef="#ctx0" brushRef="#br0" timeOffset="-143140.2">23892 3483 3185 0,'-4'21'39'0,"3"11"-69"0,2 18-22 0,7 15-1 16,3 6 8-16,3 6-6 0,1 3-4 0,1 5-27 0,1 5-60 16,0 4-70-16,-4 4-141 0,-1 5-181 0,-2 1-123 0,-4 5-83 0</inkml:trace>
  <inkml:trace contextRef="#ctx0" brushRef="#br0" timeOffset="-142506.2">24334 4958 1703 0,'-3'1'-27'0,"2"0"-112"16,0 2-20-16,5-1 39 0,1 3 49 0,3 0 31 0,2 0 13 0,0 2-8 15,4 0-24-15,2-1-9 0,2 1-8 0,1-1 3 0,4-1 15 16,4 0 8-16,0-1 9 0,3-2 10 0,1-1 7 0,1-2 7 0,-1-1 10 16,1-1 4-16,0-2 2 0,0-1 3 0,1 0 4 0,-1-2 11 0,0-1 17 15,-5-2 20-15,0 1 28 0,-1-2 30 0,-4 1 33 0,0-1 25 16,-4 1 15-16,-4 0 2 0,-1 0-12 0,-2-2-19 0,-3 1-23 0,-2 0-23 15,-2 1-21-15,-2 0-10 0,-2 0-11 0,-3 0-13 0,-3 0-3 0,-1-1-9 16,-3 3-5-16,-1 0-3 0,-1 1-7 0,-1 1-9 0,-1 1-10 16,-2 1-9-16,0 1-6 0,0 1-7 0,-1 0-1 0,0 1-4 0,1 0 1 15,-1 1-2-15,-1 1 0 0,1 1 0 0,1 1 6 0,-1 1 4 16,2 1 2-16,1 1 1 0,4 2-11 0,2 1-11 0,0 1-9 0,3 2-1 16,1 0 0-16,2 3 5 0,2 2 3 0,2 1 1 0,2 0 4 0,3 1 3 15,2 1-11-15,1-2-2 0,5 0-5 0,2 1-10 0,2 0 3 16,0-1 3-16,3 1 0 0,1-2 2 0,0 0 7 0,4-3-2 0,-1 1 8 15,4-2 0-15,-1 0 0 0,3-2-8 0,-1-4 14 0,0 1 9 0,0-2 1 16,-2-1 19-16,-2 0-14 0,1-1 4 0,-4-1 3 0,0-2 1 16,-2-1 0-16,-3-3-1 0,-1-1-9 0,-1-2 10 0,-2-2-8 0,-1-2-7 15,0-5 3-15,1-2-15 0,-2-3 3 0,-1 0 9 0,-2-3 1 16,-1-1 2-16,-2-2 5 0,-1-1 4 0,-2 0 5 0,-1 0 8 0,-2 0 14 16,-2 0 7-16,-2 2 12 0,-1-1 14 0,-1 3 5 0,-1 0 5 0,-1 3-4 15,-1 2-9-15,1 2-9 0,-3 1-11 0,0 3-2 0,-1 2 2 16,1 3-3-16,1 1-5 0,0 3-9 0,1 3-10 0,0 1-8 0,-1 3-5 15,0 0-11-15,1 1-10 0,0 2-10 0,1 1-9 0,1 1 4 0,0 3-7 16,0 2 8-16,0 1 2 0,0 2 3 0,0 0 10 0,0 3 10 16,1 1 10-16,0 1 9 0,3 2 12 0,0 0 5 0,2-2 1 0,2 2 0 15,3-3-10-15,3-2-7 0,2 1-11 0,3-2-8 0,1-2-4 16,4 1-5-16,3-1-1 0,0 0 4 0,6-1 10 0,1 0-2 0,0-1 7 16,2-1 2-16,-1 1 5 0,1-3 7 0,-1 2 5 0,0-1 6 0,-1-1 2 15,0 1 5-15,-1-1-5 0,-2-2-5 0,-2 0 0 0,-3 0 2 16,-3 1 5-16,-2-1 3 0,-3 0-2 0,-4 0-2 0,-1-2-2 0,-3 2-6 15,-2-1-10-15,-2 0-10 0,-4-1-21 0,-1-1-19 0,-2 0-21 0,-2-1-20 16,-3 0-18-16,-4-1-29 0,-3-1-37 0,-2 1-40 0,-5-2-10 16,-1 1 3-16,-5-1 16 0,-1-1 41 0,-1 0 15 0,-1-2-4 0</inkml:trace>
  <inkml:trace contextRef="#ctx0" brushRef="#br0" timeOffset="-142039.92">26201 4536 1470 0,'-12'3'976'0,"-2"1"-1077"0,-3 1-20 0,1 0 27 15,3 1 70-15,-2 2 28 0,-1 0-1 0,-1 2-24 0,-1 1-21 0,-3 2-15 16,-1 1-14-16,0 3 5 0,-2 1 8 0,2 2 16 0,1 2 19 15,1 1 16-15,0 1 11 0,3 2 8 0,-1 1-2 0,2 2-2 0,3 0-15 16,3 1-13-16,1 0-18 0,3 2-8 0,1-3-3 0,2 3 2 16,3-2 0-16,3-1 2 0,2-3-5 0,2-4 4 0,1-1 10 0,3-1-2 15,3-2 8-15,4-2 1 0,2-3-6 0,0-4 4 0,2-1 7 0,2-2 7 16,0-2 18-16,4-2 12 0,0-3 13 0,1-2 6 0,0-1-2 16,-1-1-7-16,-1 1-5 0,0-2 6 0,-1 0 12 0,-1-2 7 0,-1 0 5 15,-1-1-15-15,1 2-14 0,-1 0-10 0,-2 1 0 0,1 3-4 0,-1-1 1 16,-2 2-2-16,2 2-11 0,0 2-1 0,-3 1-2 0,1 1-5 15,0 3-4-15,-3 2-8 0,0 1 2 0,-1 2-1 0,-3-1 6 0,-2-1 4 16,-1 1 3-16,-3 0 11 0,-1 0 11 0,-2-3 15 0,-1 1 17 16,-2-2 22-16,-1-3 18 0,-2-1 10 0,-2-1-4 0,0-2-13 0,-2-1-18 15,1-2-7-15,-2-1 1 0,-1-3-7 0,0 0-1 0,-2-1-11 0,-2-2-8 16,1-1 0-16,-3-3-6 0,1-1 5 0,0-4-6 0,-1-1-6 16,2 0-10-16,0-1 3 0,2 1-10 0,3 1-9 0,3-1-4 0,3 2-22 15,3 3-8-15,1 1-7 0,2 1-8 0,1 3-1 0,1 1-5 16,1 2 1-16,3 2-3 0,-1 2-7 0,0 1-1 0,3 1-8 0,-1 2-5 15,2 1-3-15,2 1-14 0,-2 3-28 0,2 1-33 0,0 2-24 0,-2 1 2 16,-1 2 23-16,4 4-22 0</inkml:trace>
  <inkml:trace contextRef="#ctx0" brushRef="#br0" timeOffset="-141955.92">26845 5037 220 0,'-1'-3'0'0,"2"-3"-32"0,1-1-3 0,1 0 8 15,0 0 8-15,0 1 3 0,1 1-48 0</inkml:trace>
  <inkml:trace contextRef="#ctx0" brushRef="#br0" timeOffset="-141889.92">26949 5170 70 0,'7'19'38'0,"1"3"-22"0,2 5-14 0,-1-2-16 16,-3-3-14-16,-1 0-54 0</inkml:trace>
  <inkml:trace contextRef="#ctx0" brushRef="#br0" timeOffset="-141756.53">26664 4374 2122 0,'-4'5'-450'0,"3"2"-156"0,-1 3 61 0,2 4 90 0</inkml:trace>
  <inkml:trace contextRef="#ctx0" brushRef="#br0" timeOffset="-141387.54">24221 6827 3149 0,'-1'13'7'15,"0"5"-20"-15,0 7-48 0,3 9-47 0,3-3-22 0,4 4 16 0,3 4 49 16,4 0 38-16,2 2 6 0,1-2-16 0,-1 0-26 0,0-1-31 16,0-2-32-16,1-1-39 0,3-5-14 0,0-4 3 0,2-6 28 0,3-5 39 15,0-5 33-15,2-5 24 0,0-3 16 0,1-4 9 0,-2-4 11 16,0-3 11-16,-1-3 15 0,-4-2 18 0,0-4 18 0,-4-3 21 0,-1 0 13 16,-2-4 17-16,-4 0 10 0,-1 1-1 0,-4-3-4 0,-3 0-14 0,-1-2-14 15,-3-1-15-15,-2-1-15 0,-2 1-10 0,-2-3 4 0,-6 0 1 16,-3-2-2-16,-2-1-3 0,-4-1-12 0,-1 1-13 0,-1 0-3 0,-1 1 0 15,-1 3-7-15,2 1-10 0,0 6-11 0,-1 4-8 0,3 7-11 0,-1 5 3 16,0 4-4-16,3 6-2 0,-2 4-14 0,2 4-20 0,1 5-18 16,-1 4-32-16,1 2-51 0,1 5-67 0,2 4-78 0,0 4-42 0,-1 5 46 15,0 6-42-15</inkml:trace>
  <inkml:trace contextRef="#ctx0" brushRef="#br0" timeOffset="-141206.53">24469 5825 2779 0,'1'6'43'0,"4"0"-90"0,3 6-21 0,4 2 17 0,4 3 35 0,4 3 12 16,1 6-2-16,3 4-32 0,1 7-60 0,0 6-71 0,2 5-76 16,-2 6-51-16,1 6-37 0,0 3-16 0,0 4 2 0,-1 3 41 0,-4 3-72 15</inkml:trace>
  <inkml:trace contextRef="#ctx0" brushRef="#br0" timeOffset="-141073.54">25296 7097 1826 0,'1'-5'168'0,"3"-3"-297"0,3-7-25 0,2-6 17 0,2-6 56 16,0-5-39-16,2-5-78 0,0-4-47 0,-2-6-13 0,-1-5 37 0,-2-7 62 15,-2-6 54-15,-5-7-67 0</inkml:trace>
  <inkml:trace contextRef="#ctx0" brushRef="#br0" timeOffset="-140839.53">25381 5832 1433 0,'-8'18'404'0,"2"7"-345"0,-2 8-68 0,2 7-9 15,3 2 17-15,2 5 2 0,1 5 6 0,1 3-7 0,1 5-16 0,1 6-16 16,1 4-10-16,0 7-9 0,0 3-4 0,0 3 10 0,1 3 11 16,0-3 18-16,2-1 21 0,0-6 5 0,0-5 5 0,2-5-1 0,1-7-7 15,1-5 1-15,2-6-8 0,2-5-1 0,1-2-14 0,4-3-13 0,1-4-14 16,0-2-12-16,3-4-5 0,-2-3-14 0,-1-4-21 0,-1-6-27 15,-1-2-26-15,-3-5-1 0,-1-5 5 0,-3-4 22 0,-3-5 35 0,-3-4 27 16,-3-1 26-16,-2-5 18 0,-2-2 4 0,-1-2 1 0,-3-2 2 16,-2-4 2-16,-2-2-2 0,-1-3 1 0,-2-1-2 0,0-1 0 0,1 3-3 15,-1-2 1-15,0 4-5 0,2 1-7 0,-1 5-5 0,2 2-4 0,2 4 3 16,-2 3 7-16,1 3 9 0,0 4 6 0,0 1 5 0,0 2 2 16,-1 2-3-16,2 2-4 0,-2 2-8 0,2 0-94 0</inkml:trace>
  <inkml:trace contextRef="#ctx0" brushRef="#br0" timeOffset="-140088.54">26280 6737 1074 0,'2'5'615'0,"2"0"-638"16,2 0-87-16,1-2-2 0,3 0 44 0,-2 0 44 0,2 0 20 15,0 1-10-15,-1 0-29 0,1 0-28 0,-1 1-33 0,-1 0-16 0,-1 0 0 16,2 0 14-16,-1 0 28 0,-1-1 30 0,0 0 25 0,-1 0 13 0,-1 0 8 16,0 0 3-16,0-1 4 0,-2 0 2 0,-1 0 7 0,0 0 2 15,-1-1 7-15,0 0 6 0,0 0 8 0,-1-1 3 0,0 0 6 0,0 0 3 16,0-1-5-16,0 0 0 0,1-1-15 0,0 0-13 0,1 0-13 16,-1 0-11-16,1 0-3 0,1 0-4 0,-1 0 2 0,0 0-1 0,2-1-3 15,-1 1-1-15,0-1-7 0,1 0-3 0,-1 1-7 0,0-1-6 0,1-1 1 16,-1 0 1-16,0 0 5 0,0 0 5 0,0-1 4 0,1 0 3 15,0-2 1-15,1-1 2 0,2-2 1 0,-1-1-1 0,1 0-1 0,1-1-1 16,-1 2-2-16,0-2 2 0,0 0 4 0,-2 0 6 0,1 0 6 16,0 0 3-16,-1 4 0 0,0-1-2 0,1 2-3 0,-1 0-1 0,0 1 2 15,0 2 3-15,0 1 3 0,0 1 0 0,0 1-1 0,-1 1-1 16,2 3 0-16,1 0 1 0,0 1 3 0,0 2 5 0,1 1 1 0,1 1 1 16,0 1 1-16,-1 2-3 0,2 0-1 0,1 0-1 0,0-1 0 0,0-2-3 15,-1 1 0-15,0-1 0 0,0-1-4 0,0-1-1 0,1-1-3 16,-2-1 1-16,1-1 0 0,-2-2 0 0,0 0 2 0,0-1 0 0,1 0 3 15,0-1 0-15,0 0 0 0,0-1 1 0,0 0 2 0,1 1 2 16,0-1 1-16,1 1 1 0,1-1 1 0,0 0 1 0,0 1-2 0,2-1-1 0,0 0-3 16,0-1-1-16,0-1 2 0,2 0-2 0,0-1 0 0,-1-1-1 15,1 0-2-15,0-1-1 0,1 0-1 0,0-1-1 0,-1-1 0 0,1 0-1 16,0-2 3-16,0-1 2 0,-1-1 2 0,-1 0 0 0,0-1-1 16,-1 2 0-16,-1-2-1 0,0-1-2 0,-1 0 2 0,0 0-6 0,-2 0-4 15,-3-2 1-15,0-1-1 0,-3 1-1 0,-2-3 2 0,-2 1-1 0,-3 1-2 16,-3 2 0-16,-2-2 3 0,-3 1 2 0,-2 2 5 0,-3-1 7 15,-1 3 3-15,0 3 7 0,-1 1 6 0,0 4 6 0,1 1 1 0,-1 1-3 16,0 3-5-16,1-1-8 0,-1 3-3 0,0 0 0 0,0 3 6 0,0 3 14 16,1 1 19-16,2 4 35 0,2 0 30 0,4 3 14 0,2 1-5 15,3 2-37-15,3 1-45 0,4 2-36 0,3 1-26 0,1 1-7 0,3 0-13 16,4 0-9-16,1 1-15 0,3 0-9 0,2 0-4 0,2-1 3 16,1-1 7-16,4-3 12 0,0-2 6 0,1-1 4 0,1-3-13 0,1 0-59 15,5-3-44-15,2-1-6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2T11:13:06.7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11710 12118 2612 0,'8'-4'12'0,"5"-2"2"0,6-2 2 0,9-3-3 0,-2 1-10 0,4 0-9 16,2-1-9-16,2-1 2 0,0-1-3 0,4 0 18 0,1-1 4 0,1 0 4 16,3-3 3-16,3-4-10 0,4-1 8 0,3-4 4 0,4-3 6 0,2-1 11 15,3-4 3-15,5-2 1 0,4-4-1 0,2-3-2 0,3 0 6 16,0-3-8-16,1 2-1 0,1-1-8 0,1 0-16 0,0 1 11 0,4-1-12 16,1-2 3-16,1 0 8 0,2 1-11 0,-1 1 0 0,1-1 0 0,0-1-3 15,1-2-2-15,0 1 2 0,-1-1 0 0,0 1-2 0,-4 2 5 16,-1 1-10-16,-4 2 3 0,-3 0-3 0,-1 4-14 0,-4 2-9 0,-4 1-38 15,-1 3-47-15,-5 1-83 0,-3 3-133 0,-2 0-244 0,-5-1-194 0,-2-4-10 16</inkml:trace>
  <inkml:trace contextRef="#ctx0" brushRef="#br0" timeOffset="780.52">10364 13601 1681 0,'27'-14'214'0,"4"-2"-32"0,11-7-81 16,3 1-18-16,-1 1-28 0,6-3-14 0,4 0-17 0,4-4-9 0,3 1 7 16,-1-3 6-16,2 0 6 0,-2 2 10 0,0-2 16 0,1 1 2 15,0-2 6-15,0 1-6 0,2-2-9 0,1 2 6 0,-2-1 0 0,4 1 7 16,-1-2-2-16,1 2-12 0,2-2-10 0,1 1-13 0,-1-1-8 0,1 0-7 16,0 2-5-16,-2-1 0 0,2 1-4 0,2-1 1 0,0 0 2 15,2-1-18-15,0 2 8 0,-1-1-7 0,1 2-7 0,0-1 20 0,-2 0-13 16,-1 1 0-16,-2 2 5 0,-2 3-8 0,0-1 0 0,-1 4-1 15,-2-1-8-15,-1 1-9 0,-3 2-17 0,-4 2-23 0,-3 0-26 0,-3 2-31 16,-4 3-30-16,-3 2-34 0,-2 2-41 0,-4 4-67 0,-4 1-89 0,-5 4-62 16,-5 2 6-16,-6 4-80 0</inkml:trace>
  <inkml:trace contextRef="#ctx0" brushRef="#br0" timeOffset="1163.53">10825 14484 2959 0,'4'-14'183'15,"2"-1"-85"-15,2-3-58 0,1-1-17 0,2 0-9 0,3-1-24 0,4-2-14 16,7 1-17-16,2 1-5 0,3-1 6 0,1 0 19 0,0 1 10 0,0 0 13 16,4 0-4-16,1 2-12 0,4-2 9 0,3-1-14 0,5 0 3 15,4-3 11-15,4-2 1 0,5-1 8 0,4-3 3 0,3-3-2 0,6-3-12 16,2 0 19-16,2-2-8 0,5-4-1 0,5 1 13 15,3-4-11-15,4-1 9 0,3-1 0 0,4-1 0 0,2-2-2 0,2 0-6 0,2-2-1 16,1 2-3-16,2 0-15 0,2 0 13 0,1 0-3 0,3 1-2 0,2 0 12 16,0 3-16-16,0 3-3 0,-1 3-20 0,-3 1-32 0,-1 3-59 15,-2 1-96-15,2 4-155 0,1 2-244 0,4 2-165 0,5-3 22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2T10:54:04.3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7266 5732 464 0,'7'-12'8'0,"2"1"24"0,3-3 14 0,1 4-4 15,1 2 1-15,2 0-1 0,1 0-4 0,4 0-6 0,1 2-8 16,1 0 2-16,3 1-4 0,1 1-2 0,2 0-1 0,1 2-5 0,2 0-3 16,0 1 1-16,1 1-3 0,0 0 3 0,0 1-1 0,1 0 3 15,1 0 3-15,2 0 1 0,0-1 3 0,0 1 0 0,0 0 2 0,1-1 3 16,1 0 1-16,3 1-4 0,1-1-1 0,1 1-1 0,1 0-4 0,2 0 6 16,3 1-6-16,0 1 2 0,2 0 0 0,-1 0-3 0,1 1 2 15,-2 0 2-15,2 0 3 0,1 1 1 0,1 1 3 0,3 0-4 0,-2 0-3 16,1 0-2-16,1 0 0 0,1 1 3 0,3 1 7 0,1 0-2 0,1 4-2 15,2 0-4-15,1 2-9 0,0 0 1 0,2 0-5 0,0 2 1 16,-1 0-5-16,0 0 1 0,1 0-5 0,-3 0 0 0,2 0 2 0,-3-1 2 16,0 0-2-16,2 0-1 0,-2 1 2 0,-1-1 2 0,-2-2-1 0,1 1 3 15,0-1-2-15,-1 0 1 0,2-1 0 0,-1 0 0 0,1-2-5 16,-1 0-4-16,0-2 7 0,-1 0-7 0,-1-1 5 0,1-1 4 0,-1-1-5 16,0-1 4-16,1-2 0 0,-2-1-5 0,-1-1-2 0,-2 0-1 15,-5-2-2-15,-3-1 5 0,-2-1 1 0,-5-1 0 0,0-1 1 0,-1-1 3 16,0-1 0-16,0-1 5 0,-1-1 1 0,-2-2-5 0,-2 1 3 0,0-2-3 15,0-1-3-15,1 1 4 0,-1-2 0 0,2 1-3 0,0-2 3 16,1-1-1-16,1-1-2 0,1 1 2 0,-3-2-2 0,1-1-3 0,-4 0 6 16,-2-1-2-16,-3 0 4 0,-3 0-5 0,-3 0-6 0,-2 1 11 0,-2 0 1 15,-3-1 6-15,-1 0 3 0,-2 1-8 0,-3 0-4 0,-1 1-4 16,-3 1-8-16,-2-1-8 0,-2 1-8 0,-3 2-9 0,-2 1-6 0,-4 1-12 16,-2-1-6-16,-5 1-5 0,-5-2-3 0,-6-1 5 0,-12-1 3 0,-7-2 6 15,-9-3 8-15,-8-1 11 0,-5-2 14 0,-4-3 14 0,-2 1 12 16,4-2 13-16,7 1 16 0,5-1 13 0,5 1 1 0,3 0-8 0,2 3-12 15,2 1-14-15,0 2-12 0,3 4-5 0,-1 1-10 0,-2 3-2 16,1 2-1-16,-4 4 2 0,-3-1 0 0,-3 2 0 0,-5 0 4 0,-3 1 0 16,0 2 3-16,0-1 3 0,0 3-1 0,1 0-1 0,0 1 10 0,-4 2 0 15,0-1-5-15,-3 1-4 0,-1 0-14 0,-3 1-8 0,0-1-7 16,-2 1-3-16,-2 1-6 0,0 0 3 0,-5-1 4 0,-5 0 0 0,-2-2 3 16,-5-1 3-16,-2-2 5 0,-2 0 10 0,0-2 9 0,0-1 5 0,0-2 4 15,1 0 0-15,0-3 3 0,1 0 1 0,0-1 1 0,1-3 4 16,0 1-3-16,4-2 4 0,-1 1 2 0,4-2 3 0,0 0 4 0,1 1-1 15,2-2 1-15,-3 3-5 0,1-1-3 0,-3 3-5 0,0 0-2 16,-2 1-1-16,1 2-4 0,0 2-1 0,0 1-3 0,0 1 3 0,-2 0-2 16,-1 1-3-16,-2 2-1 0,-4 2-2 0,-1 1-3 0,-3 1 0 0,-1 1-3 15,-3 2-2-15,-5 1-1 0,-2 0 4 0,-3 2 0 0,-1-1 2 16,-2 0 3-16,0-1-2 0,0 1 2 0,2-1-1 0,3-1-1 0,0 0 3 16,2 2 0-16,2-1 2 0,6 2 8 0,4 0-2 0,5 1 3 0,6 0-2 15,3 0-4-15,5 0 1 0,5 1-2 0,1 2 1 0,5 0 2 16,3 1-3-16,2 1 5 0,4 1-2 0,4 3-2 0,1 0-1 0,2 1-1 15,3 0-2-15,2 2-1 0,2 2 2 0,0 0-3 0,4 3-1 16,2 1 0-16,0 1 2 0,5 2-4 0,1 0 1 0,3 2-5 0,3 0 1 16,0 3 6-16,1 0 2 0,3 1 7 0,1 2-4 0,3-1-3 0,3 2-3 15,0-2-2-15,2 2-1 0,4-2 0 0,-1 1-2 0,3 0-1 16,1-4 0-16,1 1-5 0,3-3 0 0,2-1 1 0,2-1-1 0,2-1 3 16,2-1 0-16,3-1-8 0,1-2 4 0,1-2 3 0,3-2 3 0,1 1 6 15,2-4 3-15,3 0-1 0,2-2 1 0,3-1 5 0,3-2 0 16,3-2 8-16,4 0 4 0,5-3 0 0,4-1 11 0,5-1 2 0,3-2 4 15,6-2 6-15,6-1-4 0,6-2 2 0,4 1-3 0,5 0-5 16,4-1-3-16,2 1-6 0,7 0-2 0,1 1-2 0,7 2-3 0,2 1 2 16,5 0-1-16,7 0-2 0,3 2-2 0,2 1-6 0,4 1-1 0,2 1 0 15,5-1-4-15,5 1 0 0,0 0-3 0,1 3-3 0,-3 0 1 16,-2 2-13-16,-5 0-24 0,-7 0-7 0,-2-2-12 0,-2 0 3 0,-1-3 15 16,2-1 2-16,-3-2 9 0,-3-2 4 0,-2-2-2 0,-1-2 1 0,-3-1-7 15,-2-2-16-15,-1-2-15 0,-5-1-37 0,-1 1-43 0,-4-2-66 16,-1-1-158-16</inkml:trace>
  <inkml:trace contextRef="#ctx0" brushRef="#br0" timeOffset="3133">7848 7188 230 0,'-3'0'90'0,"1"-1"-40"0,-1 0 3 16,3 1-2-16,2 1 0 0,1-1-2 0,1 0-2 0,1 0-5 0,2 0-11 15,-1 1-11-15,3 0-4 0,1 1-5 0,0 0 0 0,1 1 1 0,2 0-5 16,1-1 5-16,1 2-4 0,0-1-1 0,2 1 3 0,0 0-6 16,0 1 2-16,-1-1 0 0,1 1 2 0,0 0 6 0,-1 0 0 0,0 0 1 15,0 0-1-15,-1 0 7 0,0 0 6 0,1 0 5 0,-2 0 4 0,1-1 0 16,-1 0 1-16,-1 0 2 0,2 0-3 0,2-1-4 0,-1 0-4 16,0-1-6-16,1 0-1 0,0-2-2 0,-1 1-2 0,3-1 0 0,0 1-1 15,0-1-2-15,3 0-1 0,1-1-3 0,-2 2 3 0,1-1-1 16,-2-1 0-16,0 1 0 0,-1 0-2 0,1 0 3 0,-2 0 0 0,1-1 2 15,-1 1-1-15,0 0 1 0,-2 0 6 0,1 0 1 0,-1 0 5 0,0 1-1 16,0 0-4-16,-1 0-1 0,1 0-1 0,-2 1-1 0,2 1-2 16,0 1-4-16,0 0-4 0,-1 0-3 0,0 1 0 0,1 0 0 0,0 1-6 15,-1 0 1-15,1 0 1 0,-1 0-4 0,0-1 5 0,-3-1-2 0,1 1 1 16,0-1 0-16,0 0-1 0,-1 0 6 0,-2 0 2 0,2-1 3 16,-2 0 2-16,0 0 2 0,0 1 2 0,0-1-1 0,-1 0 2 0,1-1-1 15,0 1-1-15,0 0-6 0,-1 0 1 0,0 1-1 0,1-1-2 16,-2 1 4-16,1 0-4 0,0-1 0 0,1 1 3 0,0 0-2 0,0 0 2 15,-1 0 0-15,1 0-3 0,1 0 3 0,-1 0-3 0,2 0 7 0,-1 0-2 16,-2-1 6-16,1 2 0 0,0-2-3 0,0 1 5 0,0 0-3 16,1 1 6-16,0 0 0 0,1-1-2 0,0 1 4 0,0 0-8 0,1-1 1 15,-1 2 1-15,3-2-6 0,0 1 4 0,2 0-3 0,0-1-3 0,1-1-1 16,0-1-2-16,-1 2-3 0,3-2 6 0,-1 1-3 0,1-1 1 16,-1 0 2-16,2 0-1 0,0 0 1 0,1-1-1 0,2 0 2 0,0-1 0 15,2 0 5-15,-1 0 2 0,0 0 1 0,-1-1-1 0,0 0-4 16,2 0-1-16,0 0 0 0,1 0-4 0,2 0 0 0,-2 0-2 0,2-1-7 15,-1 1 7-15,1 0-3 0,0 0-1 0,1 0 2 0,0-1-1 0,0 0-1 16,-1 1 1-16,-1 0 0 0,-1 0-1 0,2-1-3 0,0 0 1 16,2-1-3-16,-3 0 1 0,1 0 1 0,-1 0-3 0,-2 0 0 0,3-1 2 15,-1 0 0-15,0-1 1 0,1 1-2 0,0-2 3 0,-2 1-8 0,1-1 4 16,-1 0 0-16,1 0-1 0,0-1 1 0,0-2 0 0,-1 0 1 16,-1-1 1-16,-1-1 1 0,-1 0 2 0,0 0-1 0,0-2 1 0,-1-1 0 15,2 0 0-15,-4-1 0 0,1-2 4 0,-2 0-4 0,-2 0 4 16,0-1-3-16,-3-1 4 0,0 0-1 0,-3 0-3 0,0 0-1 0,-1 0 1 15,-1 2-3-15,-1-1 0 0,-2 0-1 0,-2-2-7 0,-3 1 0 0,-1-1 0 16,-2-1-2-16,-3 0-1 0,-3-1-9 0,-4 0-3 0,-2-2 10 16,-4-1 0-16,-3-1 9 0,-5-3 2 0,-3-1-4 0,-6-2 3 0,-2 0-2 15,-5-1 1-15,-1 0 1 0,-2-2 0 0,-3 0-2 0,-3 0 2 0,-5-2-3 16,-2 3 1-16,-4 0-1 0,-1 1-2 0,-1 1 2 0,-2 1-1 16,0 0-6-16,-2 4 5 0,0 0 1 0,-2 2 0 0,-1 1 11 0,-2 1-7 15,-1 4-3-15,-2 1-4 0,-4 2 0 0,-1 4 1 0,-2 1 1 16,1 3 0-16,-1 3 2 0,1 2-2 0,-2 3 0 0,-3 2-3 0,-2 4-3 15,-6 2 2-15,-2 3 3 0,-3 2 0 0,0 2 1 0,0 3 1 0,2 0 0 16,2 1 2-16,-1 1-3 0,4 0 7 0,1 1 3 0,7 0 8 16,4-1 11-16,6 1-3 0,7 0 0 0,7-2-6 0,6 3-4 0,7 1-1 15,4 0-3-15,4 3-6 0,5 1 3 0,3 5-8 0,6 2 3 0,3 1-1 16,5 1-4-16,4 1-6 0,5 1-8 0,3 2-7 0,6 3-7 16,4-1-15-16,3 3-3 0,6 0-8 0,4 2-18 0,5 0-9 0,4 1-27 15,5-1-28-15,5 0-25 0,6-1-35 0,4-4-41 0,4-1-20 16,6-5-28-16,4-2-46 0,5-2-130 0</inkml:trace>
  <inkml:trace contextRef="#ctx0" brushRef="#br0" timeOffset="12632.35">8061 7622 462 0,'-3'-4'191'0,"0"1"-120"0,0 0-31 0,1 2-25 0,1 2-9 15,1 0-4-15,0 0 2 0,0 1-4 0,0 1 1 0,0 0-2 16,0 0-3-16,-1 1 2 0,1 0-2 0,-1 1 1 0,0-1 0 0,-1 0 2 15,1-1 0-15,-1 0 1 0,0 0 5 0,-1-1-4 0,0-1 3 16,0 1-1-16,0-1 2 0,0 1-2 0,-1 0 2 0,1 0-3 0,-1 0 0 16,-1 0 3-16,1 0-2 0,-1 0 2 0,1 0 0 0,-1 1-2 0,0 0-1 15,0-1 0-15,0 0-1 0,-1-1 1 0,2 1-2 0,-1-1 4 16,3 0 0-16,-1-1 2 0,2 0 6 0,-1-2-1 0,2 1 4 0,1-2 3 16,1-1 2-16,2 0 6 0,0-1 7 0,3-2 5 0,2 1-1 0,0-2-3 15,4-1-3-15,3-2-3 0,1 0 4 0,4 0 4 0,3 1 3 16,0-1 1-16,4-1 2 0,1-1 1 0,4-1 1 0,0 1-4 0,3-2-4 15,0 0-5-15,1 0-4 0,2 1-4 0,1 0-4 0,0 1 0 0,2-1-3 16,0 2-5-16,1 0-3 0,3 0-4 0,0 1-2 0,0 0 4 16,0 2-6-16,1 0 0 0,1 2-4 0,0-1 0 0,-1 2 3 0,1 1-3 15,-1 2 0-15,-2 2 1 0,-1 1 0 0,-2 3 1 0,0 0 1 16,-2 3-3-16,-1 1 1 0,-1 0-4 0,-2 1 2 0,-1 1 1 0,-2 2 2 16,0 0 3-16,-2 1 0 0,-1 0 1 0,-2 1-2 0,-1 1 0 0,-2 1 2 15,1-1 3-15,-2 0 0 0,-1 1 2 0,-1 1-1 0,-3 1 4 16,-1-1 0-16,-2 2-3 0,-2 1 2 0,-3 0 1 0,-1 2 1 0,-1 1 6 15,-3 0-1-15,0 1-2 0,-3 1-2 0,-2-2-4 0,-3 2-5 0,-3-2-5 16,-4 0-3-16,-3 1-6 0,-3-1-4 0,-5 2-3 0,-5-2-1 16,-4-1-4-16,-6 1 7 0,-3-2-2 0,-1-2 5 0,-4 1 8 0,0-1-1 15,-2-3 3-15,-2 2 2 0,-1-2 1 0,-2-1 4 0,0-3 0 16,-2 0 1-16,-2-1-3 0,1-3 2 0,-3 0 2 0,3-1 1 0,2-2 2 16,0 0 1-16,2 1-4 0,-1-1 3 0,-1 0 3 0,0 1-3 0,0 0 8 15,2 1-1-15,3-1 5 0,2 0 12 0,5 0 5 0,2-1 7 16,1 0-3-16,5 0-2 0,2-2-4 0,5 0-5 0,2-2-3 0,3 0-1 15,3-1-1-15,1-1-1 0,2 0-2 0,3-1-2 0,1 0-2 0,1-1 1 16,3 0-3-16,0 1-2 0,0-1 1 0,2 1-7 0,0 1-1 16,2 0-2-16,0 1 0 0,1 1 0 0,0 0-5 0,1-1 1 0,1 1-4 15,0 1-1-15,1-1 2 0,1 1-1 0,1 1-4 0,1 0-1 0,1 1-5 16,1 0-3-16,2 0 2 0,1 0-11 0,0 0-4 0,2 1-13 16,-2-1-13-16,3 0-13 0,-1 0-20 0,2-1-19 0,0-2-27 0,1 0-32 15,3-2-36-15,1 0-48 0,3-3-57 0,1-1-272 0</inkml:trace>
  <inkml:trace contextRef="#ctx0" brushRef="#br0" timeOffset="13584.35">10426 7871 774 0,'-2'-8'133'0,"-1"0"-103"0,0-1-29 0,2 4-14 16,1 1-5-16,1 0-6 0,2 1-6 0,0 0 0 0,2 0 1 15,0-1 7-15,1-1 9 0,-1 0 7 0,1 0 9 0,1-1 5 0,-1-1 8 16,2-1 8-16,1 0 7 0,1-1 10 0,1-1 7 0,1-1 8 0,-1-2 1 16,2 0-2-16,1-2-5 0,2 1-6 0,1-1-5 0,3 0-8 15,1-1-6-15,3-1-2 0,3 0-5 0,2 2 8 0,5-1-5 0,1-1 0 16,2 1-3-16,2 0-9 0,3-1 0 0,4 2 3 0,0 0 1 15,3 2-1-15,1 0 4 0,2 1-3 0,3 1-2 0,2 2-2 0,2 1 1 16,1 3 0-16,1 2 0 0,0 2 0 0,1 3-6 0,0 3-1 0,-1 2-3 16,-3 5-4-16,-3 1-4 0,-3 3-7 0,-3 0-6 0,-4 3-3 15,-3 1-5-15,-2 1-3 0,-4-2-4 0,-2 3 0 0,-2-1-3 0,-2 0-3 16,-1 2-9-16,0-2-26 0,-3 2-1 0,-1-1 10 0,-2-3 22 0,-3 0 27 16,-1-3 16-16,-2-2 12 0,-3-2 2 0,-2 0 4 0,-2-1-1 15,-2 0-2-15,-2 0 2 0,-3 0-4 0,-2 2-1 0,-1 3-4 0,-3 1-7 16,-3 1-6-16,-2 2-3 0,-4 1-6 0,-2 1-6 0,-3 3-8 0,-5 0-11 15,-3-2-3-15,-6 3 2 0,-4-1 13 0,-4 1 8 0,-2 0 12 16,-3-4 3-16,-3 0 3 0,-3-2-1 0,-3-1 5 0,-1 0 2 0,-1 0 4 16,0-3 4-16,1-1 3 0,2 0 5 0,1 0 2 0,3-2-3 15,4 1-5-15,2-2-6 0,1 0-7 0,2-1-6 0,0-1-16 0,-2 0-41 16,2 0-46-16,-1-2-52 0,-1-2-210 0</inkml:trace>
  <inkml:trace contextRef="#ctx0" brushRef="#br0" timeOffset="59559.25">16021 7234 570 0,'4'-2'140'0,"3"0"-113"0,4-1-16 16,2 0-3-16,1 1 0 0,4-1 0 0,1-1 0 0,2 1-1 0,-2-1-2 15,3 0-2-15,0 1 1 0,-1 0 5 0,1-1 1 0,-2 1 5 16,2-1 5-16,0-1 4 0,1 0 12 0,1 0 5 0,3-2 8 0,-2 0 2 15,3-1 2-15,-1 0 1 0,1 0 2 0,2-1 4 0,1 1 0 16,0 1 4-16,2-1 2 0,-3 0-5 0,2 0-2 0,-1 1-6 16,3-1-10-16,-1 1-4 0,2 2-13 0,0 1-10 0,1 1-6 0,0 3-7 0,1 0-2 15,0 0 2-15,-2 3-2 0,1 2-2 0,1 0 0 0,-1 1-2 16,2 2 3-16,0 0 5 0,0 0-2 0,0 1 1 0,-3 0-3 0,0-1 3 16,-1 2-2-16,-1 1 2 0,1 0-2 0,-3 1 0 0,1-2 2 0,-2 1 1 15,1 1 3-15,-3 1 1 0,1 0 1 0,-3 2 0 0,-1 1 0 16,-1 1-2-16,-3 3-1 0,0 0 1 0,-1 3-2 0,-3 1 0 0,1 2 2 15,-3 0 0-15,-1 2-2 0,-5 1 3 0,-2 1 0 0,-4 2-3 16,-2 1 4-16,-4-1 1 0,-2 2 2 0,-4 0 3 0,-3 0 7 0,-3 1 6 16,-2 0 7-16,0-2 2 0,-4-1 3 0,0-3 1 0,-1 0 2 0,-3-1 0 15,-3-1-2-15,-1-2-4 0,-4-1 0 0,-4-2-1 0,-2-2 0 16,-6-1 5-16,-3-1-1 0,-3-2-3 0,-5-1-1 0,-5 1-6 0,-4-1-2 16,-3-1-2-16,-5-1-7 0,-3 0-2 0,-7 1-5 0,-4 0-5 0,-2 0 2 15,-6 1 4-15,2 0-5 0,-1 0 20 0,1-3 19 0,5 1 20 16,2-1 19-16,6-2-1 0,2 0-21 0,5-1-19 0,4-1-14 0,5 0-18 15,6-1-10-15,4-1-11 0,4 0-10 0,3 0-15 0,3-1-12 16,3 0-26-16,2-2-48 0,4-1-48 0,2-3-64 0,4-3-60 0,1-5-55 16,2-5-114-16,0-8-577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2T11:08:24.9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8918 8623 32 0,'-10'-1'26'0,"-2"-1"-5"0,-3-1 1 15,3 1-6-15,0 1-6 0,1-1-3 0,1 1-2 0,-1 0 0 16,-1-1 2-16,1 2 3 0,0-1 3 0,-2 0 3 0,0 0 2 0,1 0-1 16,-1-1 0-16,1 0 2 0,-1 0 0 0,0-1 6 0,1 0 3 0,0-1 3 15,0-1 3-15,1 1 1 0,2-1 1 0,1-1-1 0,1 1-3 16,2-1-3-16,0-1-2 0,2 1-4 0,0 0-2 0,2-1-2 0,0 0-2 15,2 1 1-15,-1-2-4 0,3 0 1 0,0 1 0 0,2-1 0 16,1 0 1-16,1-1 4 0,3 0 2 0,0 0 0 0,1-2 2 0,3 0 2 16,-1 0-3-16,3 0 0 0,2 1-2 0,3 0 0 0,0-2 2 0,4 0-3 15,1-1 3-15,5 1 1 0,1 1 1 0,3 0 1 0,2 0 0 0,2 1-3 16,4 0 0-16,3 1-4 0,0 2-4 0,1 0-2 0,4-1-2 16,0 0 4-16,3 1-1 0,0 0 0 0,3 1-1 0,1 0-1 0,2 1 13 15,3 1-2-15,1-3-4 0,2 0 6 0,0-1-11 0,3 0 4 16,2-1 2-16,2-1-2 0,2 1 1 0,3 0-1 0,2 0 0 0,-2 1-1 15,2 0-2-15,-3 1 3 0,-3 2-5 0,-3-1 0 0,-2 3 2 0,-4 0-4 16,-1 1 4-16,-2 1 3 0,-2 0-1 0,-1 0 2 0,-2 1 1 16,-1 2 6-16,-2 0-1 0,2 1 4 0,-3 1-3 0,1 1-1 0,-2 1-4 15,-1 1-2-15,0 1-1 0,-3 2-7 0,1 1 0 0,-5 1-1 16,-2 2-2-16,-2 0-5 0,-1 1-1 0,-2-1-4 0,-1 0-1 0,-2 1 4 16,-2 2-1-16,-4-2 4 0,-1 1-2 0,-3 2-1 0,-1-1 3 0,-1 0 0 15,-4 1 2-15,0 0-5 0,-4-1 1 0,-2 1-5 0,-4 1 4 16,-2 0-1-16,-3 1-1 0,-3 2-2 0,-3-1 3 0,-2 1 0 0,-2 1 3 15,-3-1 0-15,-3 0-2 0,-3 0 6 0,-2-1-1 0,-3 0 1 0,-1 1 1 16,-2-1 0-16,-1 0-2 0,-2 2 2 0,-1-1-1 0,-2 0-9 16,-1 0-1-16,-2 1-6 0,-1-1 11 0,-1 0 3 0,-3 1 2 0,-1 1 7 15,-2 0-8-15,-3 0-2 0,0-2 1 0,-1 1-8 0,-2-1 3 0,1-3 0 16,-2 3 3-16,-1-1 5 0,-3 0 2 0,-4 2 0 0,-2 0-1 16,-2-2-2-16,-1 0-7 0,-1-1 3 0,0-2 4 0,-3 1-1 0,-2-1 2 15,-4-2 7-15,-2 1-4 0,2-2-1 0,5-3 2 0,8-2 3 16,3-3 7-16,5-1 7 0,-1-2 4 0,0-1-6 0,1-2 0 0,-2-1-9 15,1-1 1-15,0-1 6 0,0-2-7 0,-1 0 1 0,0-3-7 0,-1 1 0 16,0-2 1-16,1 0-1 0,0 0-1 0,0-1-5 0,2-1 8 16,0 0-4-16,0 1 2 0,0 0-4 0,1 0 0 0,0 0 1 0,1 0-2 15,0 1 1-15,1-1-5 0,0 1 0 0,0 0 2 0,-1-1-2 0,2 1 0 16,1 0 0-16,3 0 0 0,2 0 4 0,4 2 2 0,3-1-4 16,3 0 0-16,1 1-3 0,3-1-6 0,2 0 8 0,3 1-9 0,2 0 2 15,3 1 1-15,1 0-4 0,4 2 1 0,1 1 0 0,2 1 0 16,3 0-9-16,1-1-2 0,2 1-3 0,1 0-23 0,0 1-23 0,2 0-28 15,0 1-16-15,2 2-16 0,1-1-11 0,3 2-18 0,4 1-33 0,3 0-24 16,6 1-6-16,5 0 2 0,2-1 3 0,7-1 12 0,5-3 1 16,3 0-112-16</inkml:trace>
  <inkml:trace contextRef="#ctx0" brushRef="#br0" timeOffset="14134.02">21207 4285 1392 0,'2'-1'66'0,"2"2"-61"0,3 0-12 0,3 3-4 16,0 1 3-16,1 0-1 0,-1 0 2 0,0-1-6 0,-1 1-1 16,-1-1-1-16,-2 1 1 0,0-1 2 0,-2 0-7 0,0-1 5 0,-1-1 2 15,-2-1 3-15,1-1 11 0,-2-1 3 0,-1 0 2 0,0 0 3 16,-2-2 0-16,0 0-2 0,0-2 3 0,-1 0 1 0,-1-1 2 0,-1-1 7 15,-1 0-2-15,-1 0 6 0,-1 0-5 0,-2 0-3 0,1 0 0 0,-2 0-4 16,0-1-2-16,-1 1 0 0,0 2-5 0,0 0 4 0,0 0-4 16,0 3 1-16,1 1 2 0,1 0-5 0,0 3 1 0,1-1-3 0,0 1-3 15,2 1-5-15,1 1 0 0,1 0-1 0,1 2 2 0,1 1-1 0,1 0 1 16,-1 1-2-16,1 0 1 0,2 0 2 0,0 1 2 0,0-2-1 16,1 2 2-16,1 0 1 0,0-1-2 0,1 0-2 0,1-1 5 0,0 0 0 15,1-1 1-15,1-1 4 0,1-1-3 0,0 0 1 0,0-1-1 16,1 0-1-16,-1-1 0 0,1-1 1 0,-1-1 1 0,1 0-3 0,-1-1 1 15,0 0 1-15,1-2-4 0,-1 1-3 0,0-1-5 0,0-1-8 0,-1 1-8 16,1-2-9-16,-2 1-16 0,0-1-17 0,0-1-23 0,-1 0-21 16,-1 1-18-16,-1-1-18 0,1 0-16 0,-1 1-9 0,-1 0 2 0,0 0-120 15</inkml:trace>
  <inkml:trace contextRef="#ctx0" brushRef="#br0" timeOffset="14984">21360 4234 1727 0,'0'-10'221'0,"1"1"-207"0,1 0-25 0,1 2-8 16,1 3-3-16,1-1 1 0,-2 0-2 0,1-1-10 0,-3-1-11 0,-1-1-23 15,-4 1-11-15,-1-1 5 0,-3 0 9 0,-3 0 26 0,-1 0 16 16,-2 1 18-16,0-1 4 0,-2 1 3 0,-1 0 13 0,0 0 2 0,0 2 14 15,-1 0 8-15,1 2-6 0,0 1 1 0,1 1-8 0,-1 1-7 0,0 2 2 16,1 2-5-16,0 1-3 0,0 2 0 0,0 1-2 0,2 3 0 16,-2 0 6-16,0 5-2 0,-1 2 1 0,1 3-1 0,-1 2-2 0,2 3-2 15,1 2-3-15,2 3-1 0,1 2-4 0,2 2-1 0,0 2-2 0,3-1-6 16,1-1 5-16,2-1-7 0,3 0 2 0,1 0 6 0,4-1-10 16,2-3 2-16,2-1 2 0,3-4-6 0,1-2 2 0,5-2 2 0,3-3-4 15,0 0 2-15,4-3 1 0,0-2-3 0,1-5 1 0,2-1 3 16,-1-4 5-16,3-2 0 0,-1-3 0 0,1-3 3 0,-1-2 2 0,0-5 3 15,0-4 0-15,0-4-5 0,-2-2-2 0,0-5-11 0,0-1-12 0,-1-4-17 16,1-1-6-16,-3-3-6 0,0-1-1 0,-2 0 9 0,-1-2 7 16,0-1 5-16,-2-3 12 0,-3 0 6 0,-2-1 3 0,-2-2 12 0,-2-3 0 15,-3-2 0-15,-1 0-1 0,-1-1-1 0,-2 1 3 0,-1 1 5 0,-1 0 7 16,-1 4-3-16,0 2 6 0,-1 3 5 0,0 0-2 0,1 6 0 16,0 3-1-16,0 6-3 0,0 4 4 0,0 6 10 0,-1 5 6 0,-1 5 8 15,1 4-4-15,-3 3-4 0,0 4-6 0,0 2-2 0,-2 5 3 16,0 4-5-16,-1 5 2 0,1 4-4 0,-2 6-7 0,0 3-1 0,0 7-7 15,0 0-11-15,1 3 2 0,-1 2-3 0,2 2 0 0,1 1 7 0,0-1-3 16,3 0-6-16,2-1 2 0,1 0-11 0,2-4 3 0,1-2-1 16,1-2-5-16,4-2 12 0,1-3-10 0,-1-1 9 0,2-5-5 0,0-3 4 15,2-2 11-15,-1-5-2 0,2-1 10 0,0-1-5 0,0-2 5 0,1-4 4 16,-1 0 3-16,0-2 8 0,1-3 2 0,1-2-4 0,-2-1-4 16,0-3 2-16,-1-2-8 0,0-1 6 0,0-3-1 0,0-1-5 0,-2-1 2 15,1-3-15-15,0 0 2 0,-2-2 4 0,0 0 0 0,-3 2 9 0,-1-2 0 16,0-1-8-16,-1 1 4 0,-1 0-8 0,-1-1-2 0,-1 2 1 15,0 2-6-15,0 2 4 0,-1 3-1 0,1 1-6 0,-1 4 3 0,1 2-4 16,0 0 3-16,1 4 1 0,0 3 3 0,0 2 3 0,0 4 0 16,0 3 0-16,0 1 0 0,1 2-8 0,-1 2 1 0,0-1 1 0,1 2-1 15,1 0 1-15,-1-3 4 0,2 1-3 0,-1-2 2 0,-1-2 2 0,0-1-4 16,1-2 2-16,0-3-5 0,1-2 2 0,0-1 2 0,-2-1-3 16,1-2 4-16,-1-1-3 0,0-1 1 0,-1-1 7 0,0-2 0 0,-1 0 5 15,1-2-1-15,-1-1-2 0,1 0-3 0,1-2-2 0,0-2-1 0,0 0-4 16,0-2-2-16,2-1-4 0,-2-2-2 0,0-1-4 0,1-1 1 15,-1 1-1-15,2-1-2 0,-2 1 3 0,2-1 4 0,-1 1 1 0,0 2 7 16,0-1 0-16,0 2-1 0,0 2-2 0,0 2 1 0,-1 1-2 0,-1 2 2 16,1 3 1-16,-1 0 2 0,0 1 1 0,0 3 1 0,0-1 1 15,1 3-4-15,-1 0-2 0,1 2-6 0,-1 1 1 0,1 0 0 0,1 0 0 16,1 2-1-16,-1-1-2 0,1 0-2 0,-1-1 2 0,1 0-2 16,1-1 0-16,-1-1-4 0,-1 0-2 0,-1-1-6 0,0-1-3 0,-1-1-7 15,1 0-9-15,-1-2-12 0,-1 0-22 0,-1-2-17 0,0 0-14 0,-1 0-10 16,0 0 5-16,0-1-2 0,0-1 4 0,0-1 7 0,0 1 0 15,0-2 5-15,0 2 8 0,0 0 6 0,1 0 14 0,0 2 9 0,1 0 8 16,-1 1-105-16</inkml:trace>
  <inkml:trace contextRef="#ctx0" brushRef="#br0" timeOffset="15151.01">22321 4093 2093 0,'-5'-4'88'0,"1"3"-172"0,1 0-70 0,4 3-30 0,4 2 2 15,1 0-13-15,0 1-43 0,1-1-52 0,-2 1-17 0,-1 1-124 0</inkml:trace>
  <inkml:trace contextRef="#ctx0" brushRef="#br0" timeOffset="15501">22562 3570 2483 0,'-11'-5'64'0,"1"3"-92"16,0 2-10-16,5 7-13 0,3 3 8 0,2 4 8 0,2 3 10 15,0 2-2-15,1 3-8 0,-1 5-9 0,-2 4-3 0,0 6 6 0,-2 3 3 16,-2 3 13-16,0 4 5 0,0 4 6 0,0 1 7 0,1 1 3 0,0 1 1 16,0-1-5-16,1 1-10 0,1 0-31 0,1-2-34 0,1 0-52 15,1-3-60-15,0-3-40 0,1-2-26 0,1-1 17 0,0-5 45 0,1-1 50 16,0-6 45-16,0-3 28 0,-1-4 22 0,0-3 17 0,0-2 14 15,0-3 15-15,1-2 6 0,-2-2 4 0,0-2 4 0,-1-1 4 0,0-3 5 16,-1-2 6-16,0-3 8 0,1-2 0 0,-1-4-6 0,1-2-9 0,0-5-23 16,0-3-29-16,1-2-88 0</inkml:trace>
  <inkml:trace contextRef="#ctx0" brushRef="#br0" timeOffset="15818">22714 4366 1629 0,'1'1'82'0,"1"4"-81"16,4 4-13-16,3 2 2 0,1 2 5 0,2 0 2 0,0-1 3 0,0 0-4 16,-1 0-1-16,2-1 1 0,1 0 1 0,-2 1 4 0,0-2 3 15,2 0 0-15,1-1 3 0,1-1 7 0,-1-1 1 0,1-2 0 0,-1 1-3 16,1-3-2-16,-1-1 2 0,1-1 2 0,0-1 5 0,-1-1 1 0,0-2-5 16,0-2-2-16,-1 0-2 0,-1-3-2 0,-2 0 2 0,-1-1-3 15,1-3 1-15,-2 2 1 0,-1-1 8 0,-1 0-3 0,-2-1 0 0,0 0 0 16,-1-2-9-16,-3 2 3 0,-2-1 1 0,-2-1-1 0,-2 1 2 15,-1 1-4-15,-2-1-4 0,-3 1 4 0,-1-1 4 0,-2 1 6 0,-2 2 4 16,0-1-5-16,-1 1-8 0,0 2-3 0,1 1-7 0,-1 2-1 0,1 2-7 16,2 2-4-16,-2 2-6 0,1 1-5 0,0 1-2 0,1 2-5 15,-1 2-2-15,3 2-3 0,0 1-7 0,2 1 0 0,0 3-10 0,0-1 1 16,1 2-5-16,1-1-1 0,1-1-6 0,2 1-25 0,1-1-31 0,2-1-28 16,1-1-23-16,2-2-18 0,0-1-4 0,2-1 14 0,2-4 25 15,1-1-75-15</inkml:trace>
  <inkml:trace contextRef="#ctx0" brushRef="#br0" timeOffset="16018">23103 3998 238 0,'4'-19'71'15,"0"-1"-24"-15,3-4 3 0,-3 2 1 0,0 4 1 0,-1 0-2 0,-1 4-4 16,0 2-3-16,0 3 9 0,0 2 7 0,0 3-1 0,-1 3 1 0,1 2-5 16,-1 3-3-16,0 2 8 0,0 4 7 0,1 4 3 0,-1 3-7 15,0 6-16-15,0 5-16 0,-1 3-12 0,1 4-8 0,-1 3-5 0,0 1-3 16,-1 3 0-16,0 1-3 0,1 0-2 0,0-2 1 0,2 0-5 0,0-3-8 15,0-1-7-15,2-1-13 0,1-3-23 0,1-1-24 0,1-3-35 16,0-3-24-16,0-1-3 0,1-4 9 0,-1-3 25 0,1-3 25 0,1-3 16 16,0-4 17-16,0-2 15 0,0-3 4 0,-1-4 0 0,0 0-75 15</inkml:trace>
  <inkml:trace contextRef="#ctx0" brushRef="#br0" timeOffset="16318">23488 4378 1824 0,'3'5'41'0,"2"4"-45"0,4 5-9 0,1 3 6 0,1-1 4 0,0 0-6 16,-1-2 6-16,-2 0-2 0,0-4-3 0,-2 2 8 0,-2-1-4 15,0-1 0-15,-2-1-5 0,0-2-5 0,-1-2-4 0,-2-2-12 0,0-1-26 16,-2-1-18-16,0-1-15 0,-1-2-3 0,-3-1 17 0,-1-3 18 0,-1-3 24 15,-2-2 20-15,0-2 11 0,0-1 21 0,0 1 5 0,0-1 11 16,1-1 9-16,2-1 1 0,2 1 0 0,0-1-3 0,2 0-3 0,0-1-6 16,2 2-8-16,0-1-4 0,1 1-10 0,1 1 2 0,0 4-6 15,2 0-4-15,2 2-7 0,1 2-8 0,0 0-7 0,1 2-3 0,0 1-4 16,1 1-4-16,0 0-12 0,1 2-7 0,1 1-21 16,-1 1-20-16,2 0-16 0,1 1-25 0,-1 1-14 0,-1 0-19 0,0 1-12 0,-1 0 4 15,1 0-85-15</inkml:trace>
  <inkml:trace contextRef="#ctx0" brushRef="#br0" timeOffset="16634.64">23700 4412 977 0,'0'-1'58'16,"1"1"-57"-16,0-1-7 0,2 2 8 0,2-2 11 0,0 0 3 0,2 0 3 15,0 0-7-15,0 0-7 0,0-1-1 0,0 1-3 0,-1 0 2 16,1-1 7-16,0 1 5 0,0-1 9 0,0 0 5 0,0 0 4 0,0-1-2 16,-1 1-2-16,1-2-5 0,-3 0-2 0,1 0 0 0,0-1-4 15,-2 0 0-15,0 0 0 0,-1-2 1 0,-1 0-3 0,-1 0 9 0,0 0-1 16,0 0 1-16,-1 0 4 0,0-1-10 0,0 2 1 0,0 1-1 0,0 0-3 16,-1-1-1-16,-1 1-1 0,1-1-3 0,0 1-1 0,0 1 1 15,-1 0-2-15,2 0-2 0,-2 0-2 0,1 0 1 0,0 1-4 0,0-1-4 16,0 2-1-16,1-1-1 0,-1 1 2 0,2 0-1 0,0 0-8 0,0 0-7 15,1 1-4-15,1 1-7 0,-1 0-6 0,1 0-2 0,0-1-11 16,0 2-15-16,0-1-16 0,0 1-24 0,-1 1-13 0,2 0-15 0,0 0-13 16,1 1-12-16,-1-1 0 0,1 0 11 0,-1 2 19 0,1-2-95 0</inkml:trace>
  <inkml:trace contextRef="#ctx0" brushRef="#br0" timeOffset="17284.64">24033 4097 1176 0,'-3'-4'76'16,"1"0"-97"-16,-1 0-12 0,2 0 10 0,1 0 10 0,0 0 6 15,0-1-3-15,0 1-11 0,0 1-10 0,0 2-6 0,-1-1 2 0,1 2 13 16,-2 0 10-16,1 0 6 0,-1 0 4 0,0 1 6 0,1 0-2 0,-1 0 4 16,1 1-1-16,0 1-1 0,1 0 1 0,1 0-1 0,-1 1 4 0,0-1-4 15,0 0 3-15,0 0 1 0,1 0 0 0,-1 0 7 0,1-1 6 16,-1-1 1-16,1 1 1 0,0-1 5 0,0-1-3 0,0 0 3 0,1 0 3 16,-1-1-1-16,0 1-7 0,1-2-3 0,-1 0-2 0,0 0-4 0,1-1-1 15,0 1-1-15,-1 0-2 0,1-2-2 0,-1 1 0 0,-1-1 2 16,0 0-3-16,1-1 2 0,-1 2 0 0,0-1 4 0,0-1 2 0,-1 2-1 15,-1-1-4-15,0 0-1 0,0 0 0 0,-1 1-7 0,0 1 2 16,-1 2-3-16,0 0-6 0,0 1 5 0,0 0 0 0,-1 2-1 0,0 1 7 16,-2 2-2-16,-1 1 2 0,1 2 1 0,-1 1 0 0,0 2 0 0,0 1-1 15,0 0-1-15,1 2 1 0,-1 2 0 0,1 0 0 0,-1 1 3 16,2-3-2-16,0 1-1 0,1-1-1 0,1-1-2 0,1-1 4 0,2-1-2 16,0-1 3-16,2 0-1 0,1-2 1 0,1 0 3 0,1-1 2 15,0 0 0-15,2 0 1 0,0-1-1 0,2 0 1 0,1-1 1 0,0-1-2 16,2 0 1-16,0-1-4 0,2-1-1 0,0-1-4 0,0-1-1 0,0 0-1 15,1 0 2-15,0-2 3 0,-1 1-2 0,0-1 3 0,0 0-5 16,0 0-3-16,-1-2 5 0,1 0-2 0,-2-1 0 0,2-1-3 0,-1 1 0 16,-1-1 1-16,0-1 0 0,-3 1 1 0,1-1 0 0,-1 0-2 0,-1 1-1 15,-2 0 5-15,1 0-1 0,-1 1 0 0,-1-1 3 0,0 2-2 16,-2 0 5-16,0 2-2 0,-1 0 3 0,-1 1-3 0,1 1-2 0,-2-1 0 16,0 1-3-16,0 0-4 0,0 0-1 0,0 2-2 0,-1 1-4 15,1 0 0-15,0-1-6 0,0-1 2 0,1 1-4 0,0 0-4 0,0 0-5 16,1-1-16-16,0-1-13 0,0 0-13 0,0-1 0 0,0 0 6 0,0-1 19 15,-1 0 19-15,2 0 10 0,-1-1 6 0,1 0 6 0,1 1 0 16,-2-1 2-16,2 1 4 0,0 0-8 0,-1 1 2 0,1-1 1 0,0 1-3 16,0-1 3-16,0 0-3 0,0 1-12 0,0-1-20 0,-1 0-38 0,0-1-32 15,1 0-28-15,0-1-13 0,-1 0-3 0,1-1 1 0,-1-1 14 16,-1 0 13-16,1-1 20 0,0-1 0 0,-1-1-50 0</inkml:trace>
  <inkml:trace contextRef="#ctx0" brushRef="#br0" timeOffset="17467.64">24530 3756 676 0,'2'-1'40'0,"0"1"-90"0,2 0-22 0,0 0 5 0,-1 0 7 0,-1 0-9 15,1 1-21-15,0-2-134 0</inkml:trace>
  <inkml:trace contextRef="#ctx0" brushRef="#br0" timeOffset="17800.63">24576 2943 2511 0,'-7'-1'154'0,"1"3"-189"0,0 4-18 0,3 6 18 0,3 8 12 16,1 5 13-16,1 5 9 0,2 8 1 0,-1 7 0 0,0 7-6 16,1 8-5-16,-1 8 5 0,0 7 4 0,-1 8 11 0,-1 6 13 0,0 5 3 15,1 6-3-15,-2 7 1 0,2 7-6 0,1 7-7 0,0 8-5 16,2 4-13-16,1 2-8 0,0 3 1 0,2 1-4 0,1-1 2 0,2 0-7 15,1-4-2-15,2-1-5 0,0-1 3 0,3-4-4 0,2-1-10 0,-1-5 6 16,2-3-3-16,0-6 9 0,0-6 13 0,-2-5-7 0,0-8 6 16,-2-5 7-16,-2-8-7 0,-1-3 12 0,-3-7 3 0,-3-8 1 0,-1-7 4 15,-3-8 0-15,-1-6-1 0,-2-6-4 0,-2-8-27 0,-3-5-44 16,-3-7-50-16,-2-8-68 0,-2-5-67 0,-3-5-45 0,-4-8-20 0,-6-7 9 16,-4-8-116-16</inkml:trace>
  <inkml:trace contextRef="#ctx0" brushRef="#br0" timeOffset="18284.63">22435 5486 1796 0,'-6'-2'119'0,"0"1"-260"0,1 0-75 0,4 0-20 0,2 1 29 16,3 0 58-16,-1-1 59 0,0-1 32 0,0 0 10 0,-1-2 7 15,0-1 16-15,-1 1 26 0,-1-2 17 0,-1-1 15 0,1-1 12 0,-1-2 12 16,0 1 22-16,1-1 19 0,0 1 14 0,1 1 2 0,0-1-5 16,0 2-10-16,2 1-15 0,0 0-11 0,1 0-14 0,1 0-13 0,2-1-5 15,1 0-3-15,-1 1-8 0,3-1 1 0,1 2-3 0,2-1-3 0,0 1-2 16,1 0-8-16,0 1-4 0,1 1-1 0,2 2-3 0,-1 0 1 15,2 3 1-15,1 1-6 0,-1 2 1 0,-2 1-7 0,-1 2-7 0,0 1 0 16,0 1-5-16,-4 1 1 0,0 1 0 0,-1 1 1 0,-3 1-1 16,-1-1-1-16,-2 1 1 0,-1 1 2 0,0-1 3 0,-2-3 6 0,0-1 3 15,-1-1 3-15,0-1 3 0,0 0-3 0,0-1 5 0,0-1 2 0,0-2-2 16,0 0 4-16,2-2-1 0,-1 0-7 0,1-1 2 0,0-1-6 16,0 0-3-16,2 0-3 0,0 0-2 0,2-1 0 0,-1 0-3 0,1 0 4 15,1-1 2-15,-1 1 2 0,1-1 0 0,0 1 1 0,1 1 4 0,-1 1 1 16,2 1 0-16,0 0 1 0,0 3 1 0,1-1 2 0,1 1 8 15,-3 2 4-15,1 0-3 0,0 3 2 0,0 2-6 0,1 3-2 0,-1 1 0 16,-1 3-2-16,-2 2-4 0,0 0-4 0,-1 2-1 0,-2 1-9 0,-1 0-2 16,-2 1-1-16,-2-2-6 0,-1 1 2 0,-1-1-5 0,-2-2-15 15,-1-1-26-15,-1-1-48 0,0-3-54 0,-2-1-67 0,1-1-52 0,-1-1-21 16,0-2 24-16,1-3-88 0</inkml:trace>
  <inkml:trace contextRef="#ctx0" brushRef="#br0" timeOffset="18701.63">22706 6135 2186 0,'0'6'69'0,"3"5"-96"0,4 5-30 0,1 5-4 0,4 0 11 16,1 4 15-16,-1 0 15 0,1 2-3 0,-2 0-8 0,0-2-13 15,-1 1-1-15,-1 0 5 0,0 0 7 0,-1-1 17 0,-1 0 3 0,0-1 5 16,2-4 2-16,0-1-2 0,-1-1 0 0,2-3-1 0,-2-2-12 15,1-2-8-15,-2-1-9 0,1-3-5 0,0-1 2 0,-1-3 8 0,1-2 15 16,-1-2 15-16,0-1 23 0,0-3 14 0,-2-1 11 0,0 0 6 0,-1-1 3 16,1-1 2-16,1 1-3 0,0 0-3 0,-1 1 5 0,1 1-2 15,0 1-1-15,0 1-1 0,0 0-5 0,-1 1-12 0,1 2 0 0,1 0-8 16,-1 2-11-16,1 1-3 0,1 3-7 0,0 0-5 0,1 1-2 0,-1 3-9 16,-2 1-5-16,2 2-7 0,0 2-20 0,-2-2-20 0,1 2-41 15,-1-1-67-15,-1 1-97 0,-2-1-122 0,-1-2-74 0,-1 0-84 0</inkml:trace>
  <inkml:trace contextRef="#ctx0" brushRef="#br0" timeOffset="19368.63">20862 5110 1414 0,'27'0'423'0,"11"0"-410"0,14 2-26 0,5 2-4 0,4-2-11 15,6 1 13-15,4-3 10 0,7-2-2 0,3-1 3 0,5 0 10 0,3 0-1 16,3 0 3-16,3-1-3 0,5-1 2 0,4 0 3 0,7-2 0 0,2-2 4 16,5-1-7-16,4-1 0 0,3-1 2 0,6 0 2 0,3-2 0 15,4 0-3-15,3-1 1 0,4 0-2 0,4-1 1 0,3-1 6 0,2 2-2 16,4 1 0-16,1 1 2 0,3 0-5 0,1 0-5 0,1 1 1 16,1 3-2-16,-1 2 1 0,0 1 3 0,0 2 0 0,-2 1 7 0,0 0 3 15,-1 1 10-15,-2 1 11 0,-2-1 5 0,-1-1 15 0,-4 0 9 0,-2-4-9 16,-4 1-5-16,-3-1-19 0,-6 0-13 0,-5-2-5 0,-6-1-7 15,-6-1-3-15,-6-2-6 0,-5-1-5 0,-6 1-15 0,-3-1-42 0,-9-1-54 16,-3 0-59-16,-8 1-54 0,-4-1-46 0,-4-2-60 0,-7 0-79 0,-4-1-191 16</inkml:trace>
  <inkml:trace contextRef="#ctx0" brushRef="#br0" timeOffset="19834.62">21072 5938 1640 0,'-3'-5'8'0,"1"0"-57"0,2-1-16 0,7 1 7 0,6 0 26 16,3-2 25-16,6 0 10 0,2 1 1 0,5 2-1 0,4 0-4 0,5 2-1 16,4 0-2-16,3-1 0 0,7 2-4 0,4 0 4 0,5 1-1 15,7 1 0-15,3 0 6 0,6-1 4 0,5 1 3 0,5-2 8 0,8 1 4 16,8 0-1-16,5-1 2 0,8 1 1 0,6-2-1 0,6-1 6 15,7-1 6-15,7-1 1 0,4 0 1 0,8-2 2 0,6-1 2 0,6-1 9 16,8-1 12-16,5-3 8 0,5-2 7 0,8-1-3 0,1-2-9 0,6-1-7 16,2-1-1-16,2-1-7 0,4-2-8 0,-1-1 0 0,3 0-7 15,-1-1 3-15,-1 0 1 0,0 0 0 0,-1 0-2 0,1 2-3 0,-2 0-3 16,-2 1-12-16,-2-3-2 0,-1 2-3 0,0 0-3 0,-3 0 0 16,1 0 1-16,-3 3-8 0,-4-2-4 0,-2 0 5 0,-6 1-19 0,-3-2-16 15,-6 1-21-15,-5-1-34 0,-4-1-35 0,-4 0-68 0,-8 0-71 0,-4-1-110 16,-7-5-131-16,-2-1-245 0</inkml:trace>
  <inkml:trace contextRef="#ctx0" brushRef="#br0" timeOffset="21301.37">25198 3452 435 0,'-2'-2'16'16,"-1"2"-13"-16,1 0 0 0,0 1-5 0,1 1-4 0,0 0-6 15,0 1-6-15,1 1-5 0,-1 0-3 0,2 0-4 0,-1 1-6 0,-1-1-4 16,1 1-6-16,0 1 0 0,-1-2 4 0,1 1-4 0,0-2-34 0</inkml:trace>
  <inkml:trace contextRef="#ctx0" brushRef="#br0" timeOffset="22001.37">25237 3320 803 0,'-5'-5'14'0,"1"2"-15"0,0 1-2 0,4 2 3 16,1 2-1-16,1 1-1 0,0 0 4 0,1 2 4 0,1 1 5 15,-1 4 3-15,1 1 2 0,0 3 1 0,-1 4 2 0,1 3-1 0,0 5 0 16,-1 6 1-16,1 4 10 0,0 1 9 0,0 3 7 0,-1 1 2 0,-1 2-2 16,1 2-8-16,-1 2-10 0,1 0-6 0,-1 0-10 0,1-2-4 15,1 1-3-15,1-5-3 0,1-2 3 0,0-3-9 0,3-2 0 0,0-1-12 16,1-1-10-16,2-1-8 0,-1-5-15 0,0 0-16 0,-1-5-15 0,0-2-4 15,-1-4 6-15,0-2 22 0,-1-5 19 0,-2-2 17 0,1-4 12 16,-3-2 8-16,0-3-4 0,-1-3-21 0,-2-2-50 0,-2-5-54 0,1-2-71 16,-2-5-22-16</inkml:trace>
  <inkml:trace contextRef="#ctx0" brushRef="#br0" timeOffset="22751.37">25340 3651 664 0,'-2'-32'223'0,"-1"-3"-187"15,2-8-8-15,3 7 1 0,3 4 0 0,2 3-12 0,3 2-6 0,1 4-5 16,2 4-2-16,2 2-3 0,0 2 4 0,1 2 9 0,2 3 6 0,-3 2 5 15,0 2 6-15,1 1-2 0,0 3 6 0,-1 1 11 0,2 2 2 16,1 1 6-16,0 1 1 0,0 3-6 0,1-1-1 0,-1 3 0 0,-1-1-11 16,1 2-3-16,-1 3-6 0,-1 0-10 0,-2 1 0 0,-1 0-4 0,-2 2-2 15,-2 0-6-15,-3 0-3 0,-1 0-7 0,-3-2-1 0,-1 3 2 16,-2-2-2-16,-1-1 0 0,-1-2 2 0,-2 0-1 0,-1-2 4 0,-1-2 2 16,0 0-4-16,-2-2 5 0,-2-1-3 0,0 0 1 0,-3-2 2 15,1-1 1-15,-1 0 0 0,1-2-1 0,2-1 3 0,-1 1-1 0,2-2 1 16,1 1-1-16,0 0-3 0,2 0-2 0,3 0-11 0,-1 0-7 0,3 0-13 15,1 1-18-15,0 0-12 0,1 1-9 0,1 0 4 0,1 0 10 16,1 1 12-16,0 0 12 0,0 1 9 0,2 0 11 0,0 0 3 0,1 0 3 16,1 1 3-16,1 1-3 0,0 0 7 0,2-1 0 0,0 1 3 0,2 0-1 15,1 0 0-15,0 1 3 0,2 0 3 0,0-1 1 0,1-1 0 16,1 0 2-16,1-1 4 0,1 1 4 0,1-1 4 0,1 0-4 0,-1 0 7 16,2-2-3-16,1 0-4 0,0-1 0 0,0 0-8 0,-2-2-1 15,1 1-4-15,1-1-1 0,-1-1-1 0,0 0-2 0,-1-2 0 0,-2 0 1 16,-1-1-1-16,-2 0 3 0,-2-1 0 0,-1-1 1 0,-2 0 3 0,-1 0-3 15,-2 0 1-15,-2-2-2 0,0 1 0 0,-2-2 5 0,-2-1-1 16,-1 1 5-16,-1 0-4 0,-2 0-3 0,-1 1-4 0,-2-1-4 0,-1 0 0 16,0 1 0-16,-2 1-4 0,-1 0 2 0,-2 2-3 0,0 0 1 0,-2-1 1 15,0 3 0-15,-1-1 0 0,-2 1-6 0,0 3 2 0,-1 0-2 16,-2 1-6-16,2 2-2 0,-2 0-6 0,1 2-4 0,0-1 1 0,0 3-4 16,-1 2 1-16,-1 1 3 0,1 0-4 0,-1 3 9 0,1 0 2 15,3 1 5-15,1 2 8 0,0 1-5 0,2 2 2 0,2 1-4 0,3 0-5 16,2 3-7-16,3 0-12 0,2-3-19 0,4 1-28 0,2-2-15 0,3 0-4 15,2-2 3-15,4 0 10 0,2-1 5 0,4-2 4 0,1-1 5 16,4-1 11-16,0-1 13 0,2-1 19 0,0-1 21 0,1-2 26 0,1-1 30 16,1-2 25-16,-1-2 22 0,-1-1 13 0,0-2 5 0,-3-1 4 0,1-1-5 15,-1-1-15-15,0 0-17 0,0 0-20 0,-2-1-16 0,0 0-10 16,-1 1-11-16,1 0-8 0,-1 0-6 0,-2 1 0 0,1-1-3 0,-1 2-1 16,-1 1-1-16,-1-1-1 0,0 1-1 0,-1 0-2 0,-1 2 1 15,0 0 1-15,-1 3 2 0,-2 1 1 0,-2 0 1 0,-1 2 6 0,-1 1 0 16,-1 0-2-16,-2 1 4 0,-1 1-3 0,-2 2-3 0,-1-1 2 0,-3 2-4 15,-2 0 1-15,-1 1-3 0,-3-1-4 0,-1 1 2 0,-2-1-4 16,-1-1 2-16,-1 0 5 0,-3-2 0 0,-1-2 6 0,-1-2-2 0,1 1 3 16,1-3 2-16,-1 0 2 0,2-2 3 0,1-2 3 0,-1-1-3 0,2-2-1 15,2-2-2-15,1-1-8 0,1-1 1 0,2-1-5 0,1 0-4 16,1-1 1-16,2-1-1 0,1 0 3 0,1-2 4 0,1 1 1 0,1-1 6 16,1 0-1-16,1-1-1 0,1 1-1 0,0 0-4 0,3-1-4 15,2 2-7-15,0 1-1 0,1 3-2 0,3 2 0 0,-2 0 4 0,2 2 1 16,0 1 0-16,0 2 1 0,0 1 0 0,1 1-2 0,0 1-5 0,1 1-4 15,-1 1-17-15,0 2-18 0,2 0-25 0,-1 0-26 0,1 0-14 16,2 0-15-16,1-1-15 0,-1-1-4 0,0-1 1 0,-1-1-28 0,-1 0-4 16</inkml:trace>
  <inkml:trace contextRef="#ctx0" brushRef="#br0" timeOffset="23134.37">26902 3575 937 0,'4'-1'39'16,"2"-1"-30"-16,2 2 6 0,2-1 13 0,0 1 8 0,1-1 2 0,1-1-5 15,0 0-9-15,-1 0-5 0,1 0-8 0,-1 0 0 0,0 0-1 16,0-1-4-16,1 0 2 0,-3-2 0 0,2 0-3 0,-3-2-1 0,0 0-5 16,-2-2-9-16,-1 0 2 0,-1-2-2 0,-1 0 1 0,-1-1 3 15,-2-1-2-15,-1 0 3 0,-1 0 0 0,-2-1 4 0,-1 0 3 0,-1 1 2 16,-1 0 3-16,-2-1 5 0,0 0 4 0,0 0 10 0,-1 1 1 0,0 4 4 15,1-1 0-15,-1 2-10 0,0 2-6 0,2 1-9 0,1 1-6 16,-1 2-4-16,1 0-1 0,0 3-5 0,1 1 0 0,0 1 1 0,0 1-3 16,2 2 2-16,-1 2-3 0,1 1-2 0,0 2-2 0,3 0 3 0,-1 4-2 15,1 0 0-15,2 2 1 0,-1-2-2 0,2 1 3 0,0 0 3 16,1 0-2-16,2-1-2 0,2-1-4 0,0 1-4 0,2 0 0 0,0-3 5 16,0 1 3-16,0-3 8 0,-1-1 6 0,1-2 3 0,1 0 4 15,-1-1-1-15,0-2 2 0,0 0 1 0,-1-1 2 0,0-1 1 0,1-1-2 16,-2-2-3-16,0 0-6 0,0-1-13 0,-1 1-20 0,0-2-22 0,-1 0-15 15,-1 1-1-15,-1-1 1 0,0 0 7 0,0-1 1 0,-2 1 2 16,1-1 6-16,-2 1 2 0,-1-1 6 0,0 1-5 0,-1-1-2 0,-1 0-1 16,1 0 0-16,0 0-2 0,-3 0-62 0</inkml:trace>
  <inkml:trace contextRef="#ctx0" brushRef="#br0" timeOffset="23901.37">26779 3373 975 0,'-6'1'691'0,"1"3"-679"0,0 3-21 0,4 1 2 0,3 2 7 0,2 3 2 16,3 1-2-16,1 1 0 0,1 0-1 0,2 3-5 0,-1 2 1 15,3-2-4-15,1 1-4 0,2-2 0 0,-1-1 3 0,2-3 2 0,2 0-1 16,-1-1 6-16,1-2-2 0,2-2 3 0,-1-3 1 0,0-1 2 0,1-1 8 15,0-2 6-15,1 0 3 0,-1-3 10 0,-1-1 2 0,1-1 3 16,-1-3 0-16,-2 0-3 0,-1-3-1 0,-1-1-4 0,0-1-3 0,-2 0-5 16,0-1-2-16,0-1-7 0,-3 0-4 0,-1-2-6 0,-2 1-3 0,-2-1-3 15,-1-1-4-15,-2 1 3 0,-3 0-9 0,-2 0-2 0,-3 0-2 16,-1 2-7-16,-1-2 4 0,-3 0 10 0,-1 0 9 0,-1 0 8 0,-2 1 4 16,0 0-5-16,-2 2 1 0,0 0-5 0,-1 4-7 0,1 0-2 15,-2 1-10-15,-1 2-1 0,0 2-2 0,0 3 5 0,-2 1 5 0,1 2 4 16,-1 1 6-16,0 2 1 0,3 2 4 0,-1 1 1 0,2 2 2 0,3 0-7 15,2 2-1-15,2 0-8 0,2 1-1 0,1 0-2 0,3 0-4 16,1 1 0-16,2 0-8 0,1-1-1 0,1-2-4 0,1 0 4 0,1 1 7 16,1-2 3-16,1 0 6 0,1-1 3 0,0-1 2 0,2 0 6 0,1 0 1 15,1-1-2-15,2 0 3 0,1 0-1 0,1 1 1 0,0 0 6 16,2-1 1-16,0 0 2 0,1-1 3 0,0 0 2 0,0 0 3 0,0 0 4 16,-2 0 1-16,1-1 2 0,1 0 5 0,-1 0-2 0,-1-1-1 15,0 0 3-15,-1-2-6 0,-1 1 2 0,1-2-5 0,-2 1-2 0,0-2-4 16,1 0-3-16,-1 0 2 0,-1-1-4 0,0 0 0 0,0 0-2 0,-1-2 1 15,-1 2 4-15,-1-2 3 0,0 0 1 0,-1-1 5 0,-2-1-3 16,1-1-3-16,-2 0 2 0,0-1-1 0,0 0 2 0,-2 0 2 0,1-2 1 16,-2 1 1-16,-1-1 2 0,0 0 3 0,-2 1-5 0,1 2 1 0,-1 0-2 15,0 0-4-15,-1 2 1 0,1 2-1 0,0 0-1 0,0 1 0 16,1 2-8-16,-1 0 2 0,0 0-4 0,0 2-6 0,-1 1 0 0,2 1-1 16,-1 2 1-16,1 0 1 0,-1 1 1 0,2 2-4 0,-1-1-2 15,1 0 4-15,1-1 0 0,-1 0-2 0,2-1 1 0,-1-1-2 0,1-1-3 16,0 0 3-16,1-1 2 0,0-1-8 0,0-1 5 0,1-1 1 0,0 0 2 15,1-2 4-15,0-1-3 0,0 0 5 0,1-1-2 0,0-1 3 16,1 0 0-16,-1-1-6 0,1-1 1 0,1 0-1 0,0 0-3 0,0-2 2 16,1 1-1-16,0 0-2 0,0-1 3 0,-1 0 1 0,2 1-2 0,0 1 1 15,-2 1 2-15,1 1-2 0,-1 1 2 0,-1 1 2 0,0 1-6 16,0 1 3-16,-1 0-1 0,1 1-1 0,-1 1 2 0,0 0-4 0,0 0 4 16,0 2 0-16,-1 1-3 0,0 0 3 0,-1 1 0 0,0 0 0 0,0 1 2 15,0 0-1-15,1 0-2 0,-1-1-1 0,1 1 5 0,-1-1-3 16,-1-1 0-16,1 0-3 0,0-1-5 0,1-1-5 0,0-1-6 0,-1-1-5 15,0 0-5-15,-1-1 4 0,1-1-3 0,-1-1-1 0,0 0 4 16,0-1 0-16,0 0 3 0,0 0-1 0,-1 0-10 0,1 0-13 0,0 1-11 16,-1 0-4-16,2 0-1 0,-1 0-6 0,2-1-20 0,0 1-32 0,1-1-42 15,1-1-37-15,-2 0-23 0,2-1 3 0,2-2-65 0</inkml:trace>
  <inkml:trace contextRef="#ctx0" brushRef="#br0" timeOffset="24301.37">28174 2896 1397 0,'4'-8'44'0,"1"1"-46"15,2 0 12-15,0 5 12 0,0 2 10 0,-1 3-2 0,1 2-3 16,0 1-1-16,-2 2-7 0,0 2-3 0,0 4-1 0,-1 2-5 0,-1 4-2 16,-1 1-2-16,1 5-2 0,-2 2-2 0,-1 5 3 0,1 1-5 0,-2 2 2 15,1-1-6-15,-1 0-2 0,0 0 1 0,1-2-4 0,1 1 3 16,1-3-3-16,1-1 0 0,1-3-4 0,1-1-4 0,-1-2-8 0,2-2-12 15,1 1-8-15,0-4-11 0,0-2-27 0,1-1-39 0,1-4-46 16,-1 0-2-16,0-3 37 0,0 0 53 0,-1-3 57 0,-1-2 37 0,-2-3 14 16,-1-2 6-16,-1-3 0 0,-1-3-7 0,-1-2-12 0,-2-2-10 0,-1-3-4 15,-1-1-10-15,-2-2-2 0,0-1 5 0,-2-1-1 0,0 1 1 16,-2 0-1-16,0 1-5 0,-2 1-1 0,-1 2-3 0,0 2 5 0,-2 0-2 16,-1 1 2-16,1 0 5 0,0 1 3 0,0 1 0 0,0 1 4 0,1 0-5 15,1 1-4-15,2 1-1 0,0 0-4 0,2 1 1 0,1 1 0 16,2 0 5-16,0 0 5 0,3 0 2 0,0 0 7 0,2 2 2 0,1 0 2 15,1 1 2-15,1-1 0 0,1 1-5 0,1 2-3 0,1-1 1 0,1 2-4 16,0 1 0-16,1-1 5 0,1 2-1 0,-1 1 3 0,0 0-2 16,2 0-4-16,0 1-2 0,1 1-2 0,-1-1 2 0,2 0-1 0,0 0 0 15,0 0-1-15,1-1-2 0,1 0-1 0,0 0-12 0,0 0-19 16,1-1-21-16,2 1-23 0,-1-1-13 0,1-1 4 0,1-2 11 0,0 1 11 16,2-2-32-16,-1 1-2 0</inkml:trace>
  <inkml:trace contextRef="#ctx0" brushRef="#br0" timeOffset="24601.37">28763 3187 1019 0,'-11'-5'19'0,"-1"0"-10"0,-4-1 1 0,4 3 3 0,1-1-5 16,2 1 0-16,-1 0-7 0,0 0-5 0,1 0 1 0,-1 1-5 0,0 0 3 15,0 1 4-15,2 1-1 0,-1 0 4 0,0 1 0 0,2 1 1 0,1 0 3 16,1 0 2-16,1 1-6 0,1 2 1 0,1-1-3 0,1 3-1 16,1 0 0-16,1 1-2 0,1 1 0 0,1 0 2 0,1 0 6 0,1 1 7 15,1 1 6-15,2-1 2 0,-1 1 4 0,3-1-4 0,-1-1 1 0,3 1 1 16,2-1-6-16,1 1-3 0,1-2-3 0,1 0-3 0,0-1 5 16,1 1 11-16,-1 0 10 0,-3-1 14 0,0 0 8 0,-3-1 4 0,-3 1-5 15,-3-1-11-15,-2-1-16 0,-4 1-11 0,-2-1-14 0,-3 1-14 16,-3 1-17-16,-3 0-32 0,-4 0-32 0,-3 1-35 0,-4-1-30 0,-3 1-9 15,0-1-11-15,-2-1 0 0,-1 0-10 0,-4-1-158 0</inkml:trace>
  <inkml:trace contextRef="#ctx0" brushRef="#br0" timeOffset="26668.37">25996 4927 249 0,'0'0'162'0,"0"-1"-149"0,0 2-15 16,1 0-1-16,0 1 3 0,1 0-2 0,-1 0-3 0,0 1-4 0,-1-1-2 15,0 0-2-15,-1 1-1 0,0 0 0 0,-1 0 2 0,0 0 3 16,0-1 7-16,-1 0 2 0,0 0 6 0,0 0 2 0,-1-1 1 0,2 1 4 16,-2-1 0-16,1 0 4 0,0 1 4 0,0 0 2 0,0 0 6 15,-1 1 8-15,0-2 7 0,0 1 5 0,1 0 0 0,0 0-7 0,-1 1-6 16,0-1-7-16,0 2-6 0,-1-2-7 0,1 1-3 0,1 0-5 0,-1-1 0 15,1 1-1-15,-1-1 0 0,0 1-2 0,1-1-2 0,0 0 3 16,0 0-1-16,0-1 5 0,1 0 1 0,-1 1 2 0,2-1-1 0,-2 0 3 16,1-1 4-16,0-1 1 0,-1 1 4 0,1 0 3 0,1 1 0 0,-1-1 6 15,1 0 1-15,0 0 3 0,0-1 2 0,1 1-1 0,-1 0 0 16,1 0 0-16,0 0-3 0,-1 0-4 0,2 0-1 0,-1 0-1 0,0 0-3 16,0 0 3-16,1 0-3 0,-1 0 2 0,0 0 1 0,0-1 3 15,0 1 1-15,2-1 7 0,0 0 4 0,0 0-1 0,1 0 5 0,-2 0-6 16,2-1-1-16,0 0-2 0,0 0-7 0,2 0-1 0,0 0-3 0,1 0 0 15,1 0 1-15,1 0-1 0,2 1-2 0,0 0-3 0,1 0 2 16,1 1-8-16,2 0-1 0,1-1-2 0,2 2-6 0,0 1 3 0,2 0-5 16,-1 1-5-16,-1 0 1 0,0 2 0 0,-1 0 1 0,0 1 8 0,-1 1-1 15,0-1 7-15,-2 0-2 0,-2 2-2 0,-1-1 5 0,-1 0-1 16,-1 0 6-16,-2-1-5 0,-2-1 2 0,-1 1 0 0,-4 1-3 0,0-1 6 16,-3 3-1-16,-2 0-1 0,-2 2-2 0,-2-1 2 0,-1 2-7 15,-2-2 2-15,-2 1 0 0,-1 1 3 0,0-1 3 0,-2 1-2 0,0 1 4 16,1-1-1-16,0 1-2 0,-1-1 0 0,2 0-5 0,3 0 2 0,0-2-3 15,2 2-6-15,2-1-4 0,3-1-4 0,2 0-2 0,1 0-1 16,4-3-6-16,2 2-2 0,2-2-2 0,4 0 2 0,2 0-3 0,3-2 0 16,3 0-3-16,4-2-7 0,2-2-3 0,2-1-11 0,2-3-14 0,1-2-11 15,4-2-22-15,1-2-24 0,4-1-29 0,2-2-27 0,2-1-31 16,3-3-48-16,1-2-68 0,3-1-70 0,2-2-15 0,3-3-24 0</inkml:trace>
  <inkml:trace contextRef="#ctx0" brushRef="#br0" timeOffset="27518.37">26021 6185 1440 0,'1'0'449'0,"2"1"-424"0,2 1-30 0,4 1-2 0,1 1 5 0,2-2 5 16,0 2 9-16,2-1 3 0,-1-1-5 0,0 0-4 0,1-1-8 15,-2 0 4-15,1-1-1 0,-1-1 0 0,-2 0 5 0,-1-1 1 0,0 0 4 16,-3-2 4-16,-1 0 6 0,-1-2 0 0,-2 0 5 0,0-1 1 0,-1-2 0 15,0 0 0-15,0-2-2 0,-2 0 1 0,0 0-1 0,0 0-1 16,0 0 1-16,-1 0-1 0,0 0 4 0,-2 3 1 0,0-1 1 0,0 0 4 16,-1 1-2-16,0 1-1 0,-1 0-3 0,-1 2-1 0,1 2-2 0,-1 1-3 15,1 1-3-15,-1 1-6 0,0 1-7 0,1 0-9 0,-1 3 1 16,1 0-1-16,-1 2 2 0,1 1 4 0,0 0-6 0,0 2-2 0,0-1 2 16,0 0-2-16,1 2 2 0,1 0 3 0,1 0-2 0,0 0 7 15,1 0-5-15,0 0 3 0,1 1-1 0,0 0-2 0,2 1 1 0,1 1 1 16,1-1-1-16,0 1 6 0,0 1-4 0,2 1-5 0,1-1 1 0,2 0 1 15,-1 1 0-15,1 0 5 0,1 1-2 0,0 0 2 0,0 0-5 16,2 0 1-16,-1 0 7 0,0 0 2 0,1 2 7 0,1 1 3 0,-1-2-9 16,2 2-3-16,0 0 0 0,0-1 0 0,-1 0 2 0,-1 0-3 0,1-1 4 15,-1-2 4-15,1 1 6 0,-1-1 2 0,-3-2 7 0,0-1-2 16,-2-1 1-16,-2 0 5 0,-1 0-2 0,-3-1 2 0,-1 1 7 0,-1-1-3 16,-4 0 3-16,-2-1-2 0,-2 0 1 0,-4-1-8 0,-3 0-5 15,-1 0 1-15,-2-1-5 0,-3 1 4 0,0 0-3 0,-1-1-4 0,-1 1-2 16,3 0-5-16,-1 1-8 0,0-1 1 0,3-1-6 0,1 2 3 0,0-2-6 15,5 1-3-15,1-2-7 0,3 0-10 0,3-1-4 0,4-1-24 16,2-1-16-16,2-1-18 0,3-2-12 0,4 0-9 0,5-2-21 0,5-2-26 16,5-3-42-16,6-4-45 0,3-4-49 0,6-4-65 0,8-6-74 0,5-5-20 15,9-7-98-15</inkml:trace>
  <inkml:trace contextRef="#ctx0" brushRef="#br0" timeOffset="28384.37">30193 3066 1096 0,'-17'-24'-39'0,"-2"2"32"0,-2-7 7 0,2 3 10 0,3 5 2 0,3-1-8 16,-1 0 2-16,1-1-5 0,0 0-2 0,0 1-1 0,2 1-6 0,-2 1 1 15,-2 2 0-15,2 0-1 0,0 1 4 0,-1 1 3 0,0 1 1 16,0-1 5-16,0 2 2 0,1 2 5 0,0 2 2 0,0 2 3 0,1 0 4 16,1 2 3-16,-1 0 6 0,1 2 3 0,1 2 8 15,0 0 6-15,1 2 5 0,0 1 8 0,2 1 5 0,-1 2 2 0,1 0 0 0,0 2 3 16,0 1-1-16,0 2-5 0,1 1 1 0,1 3-8 0,0 1-2 0,3 2-6 16,0 0-3-16,1 3 0 0,2 0-7 0,0 1 0 0,1 3-1 15,2 1-2-15,1 1-3 0,1 3-1 0,0 0-3 0,2 1 1 0,-1 0 6 16,0 2 1-16,1-1 2 0,-1 4-1 0,-1 1 1 0,1 3-5 0,0 2-4 15,0 2 11-15,-1 3-2 0,0 2 5 0,0 2 2 0,-1 4-7 16,-1 5-4-16,0 2-3 0,-1 5 0 0,-1 4 1 0,1 5-13 0,-2 6 11 16,1 5 4-16,1 9-4 0,0 4 3 0,3 5-12 0,0 3-15 0,2 2 13 15,4 5 1-15,3 5 4 0,3 4 5 0,3 6-15 0,2 4-10 16,3 3-5-16,0 2-2 0,1 2 2 0,2 2-7 0,0 0 5 0,4 1-1 16,-1-1-5-16,1-2 3 0,1 1-4 0,-1-2 0 0,-3-1 6 15,0-3 6-15,-5-5-6 0,1-4 1 0,-3-6-2 0,0-3 3 0,-2-3 11 16,-5-5-4-16,-1-4-12 0,-4-5 1 0,-5-6-6 0,-2-4 4 0,-3-5 4 15,-2-6-8-15,-2-6-10 0,-1-6-27 0,0-6-44 0,-1-6-43 16,0-5-52-16,-2-7-61 0,2-5-65 0,1-7-100 0,2-5-108 0,2-7-8 16,2-6-36-16</inkml:trace>
  <inkml:trace contextRef="#ctx0" brushRef="#br0" timeOffset="29335.36">30563 2942 1120 0,'-1'-3'206'0,"1"0"-179"16,1 1 11-16,1 3 11 0,3 1 11 0,-1 2 4 0,0 1-6 15,2 1-3-15,-2 0-5 0,3 1-10 0,-1 1-5 0,-1 1-5 0,1 1-8 16,-2 1-3-16,0 1-3 0,-1 1-1 0,-1 2 1 0,0 2-1 0,-3 3-3 16,0-1 2-16,-1 3-6 0,-1 1 0 0,0 0-8 0,-1 3-2 15,0 1 3-15,-2 1 2 0,1 2 2 0,0 0 4 0,0-1-8 0,0 0-1 16,0-2 2-16,0-1-5 0,0-2 0 0,2-3-4 0,-1-1-1 16,2-3-1-16,0-3 0 0,1-1-1 0,0-3 3 0,0-2-5 0,0-2 1 15,0-3-8-15,-2-1-14 0,1-1-24 0,-1-2-59 0,-1-4-60 0,0-1-72 16,-1-3-78-16,-1-4-86 0,0-2-7 0</inkml:trace>
  <inkml:trace contextRef="#ctx0" brushRef="#br0" timeOffset="29518.37">29800 3005 1194 0,'17'5'37'0,"3"1"-3"15,6 1 1-15,2 1 3 0,-2-1-6 0,2 0-12 0,2-1-5 0,3-1-9 16,0-1-7-16,0-1-8 0,-1-1-15 0,0 0-23 0,-1-1-40 0,0-1-42 16,-2-1-28-16,1 0-15 0,-3-1 17 0,2-1 28 0,-3 1 22 15,3 0 16-15,1 0-127 0</inkml:trace>
  <inkml:trace contextRef="#ctx0" brushRef="#br0" timeOffset="29835.37">30929 3132 592 0,'-2'6'93'0,"-2"2"5"0,-1 3 9 0,0 0-4 0,2-1-11 0,0 1-15 16,1 0-21-16,0 1-9 0,1 1-13 0,1 0-9 0,1 1-5 0,1-1-6 16,0-1-2-16,2 0 4 0,1-1 3 0,1 0 3 0,0-2 2 15,1-2-5-15,1-2 6 0,-1-1 6 0,2-2 2 0,1-2 5 0,-1-2 1 16,1-1-4-16,1-1-2 0,0-1 2 0,0-3-6 0,1-1 0 15,0-2-4-15,-1 0-5 0,2 0 3 0,0 0-4 0,0 0-8 0,1-1 1 16,0-1-2-16,-4 0-6 0,1 2 8 0,0-2-2 0,-1 1 1 0,0-1 3 16,-2-1-7-16,0 2 0 0,-4-1-6 0,1 0 3 0,-2 1 0 15,-1 0 1-15,-1 2-1 0,-2-1-1 0,-1-1-1 0,0 2-4 0,-3 1-1 16,1 1-4-16,-2 2-2 0,-2 1 0 0,-1 0-7 0,-1 3-3 0,-1 1-3 16,-1 2-4-16,2 1-2 0,-4 1-4 0,0 1-12 0,-1 1-15 15,1 1-26-15,1 3-30 0,1-1-23 0,0 1-21 0,0 0-6 0,3 0 1 16,-1-1 1-16,1 0 3 0,3 0 12 0,1 0-171 0</inkml:trace>
  <inkml:trace contextRef="#ctx0" brushRef="#br0" timeOffset="30152.36">31697 2695 941 0,'7'-2'204'0,"-1"2"-163"0,3 0 16 0,-2 1 22 0,0 1 14 0,-1-1 2 16,-3 0-16-16,4 2-16 0,-4-1-20 0,1 2-12 0,0-1-7 15,-4 1-6-15,2-1 0 0,-2 2 1 0,0 1-2 0,1 1 3 0,-2 1 4 16,1 1 6-16,-2 1 3 0,-1 2 6 0,-1-1 0 0,0 4-6 0,0 3 2 16,0 3-13-16,-2 1-6 0,0 3-4 0,0 1-7 0,-1 0 0 15,2 1-1-15,-1 1-4 0,0 1 3 0,2 0-6 0,-1 2 0 0,2-2-3 16,2 0-8-16,-1-2 0 0,2 0-3 0,1-2 18 0,0-1 5 0,3-2-1 15,-1-3 4-15,1 0-20 0,2-3-2 0,1-3 4 0,0 0-2 16,1-4 1-16,1 0 4 0,0-2-2 0,2-1-5 0,-3-2-2 0,0-1-20 16,-4-2-33-16,0-2-21 0,-1-1-31 0,-2-1-25 0,0-3-31 0,1 0-47 15,-3-2-28-15,-2-1-3 0,-1-2 33 0,0 1-107 0</inkml:trace>
  <inkml:trace contextRef="#ctx0" brushRef="#br0" timeOffset="30553.36">31561 3179 245 0,'8'-2'66'0,"0"0"22"0,2-1 20 16,0 0 13-16,0 0-4 0,1 0-14 0,0 0-20 0,3 1-20 0,0-1-9 16,2 0-8-16,-1 0 0 0,1 1 4 0,2 0 0 0,-1 1 1 0,-2 1-3 15,1 0-8-15,-3 1-7 0,1 0-6 0,-2 1-5 0,0 0 3 16,1 0-1-16,-3 0 2 0,0 0 1 0,0 0-8 0,-2 0 4 0,2 0-6 16,0 0-1-16,-1 0 1 0,1 0 1 0,-2 0 0 0,-1-1-1 15,1 0 0-15,0 0-3 0,1 0 0 0,0-1 1 0,1 1-3 0,-1-1-3 16,-1 0 3-16,2 0-1 0,-1-1 1 0,2-1 0 0,-1 0-2 0,0 0 0 15,0-1 5-15,0 0 3 0,0 0 2 0,-1 0 1 0,1-1-1 16,-5 2-5-16,1 0 3 0,-1-1-3 0,1 1-2 0,0-1 1 0,1 0-4 16,0-1 0-16,-1 0-2 0,1-1-1 0,-1 1-1 0,-1-1-2 0,0 0 2 15,-1 0-5-15,0 0 1 0,-2-1 2 0,0 0 2 0,-2 1-2 16,-1-1 0-16,0 0-2 0,-3 0-6 0,-1 0 4 0,-1 0-5 0,-1 0 2 16,-4 1 1-16,-9-3-6 0,1 3 4 0,-1 2-13 0,5 3-3 15,0 1 1-15,-3 1-8 0,0 0 5 0,-3 2-3 0,2 1-7 0,-2 1 0 16,0 1-2-16,4 2 1 0,-2 1 5 0,3 1 5 0,3 1 2 0,-2 0 4 15,5 0 5-15,0 0 0 0,3-1 3 0,4-1-5 0,1-1 1 16,4 0 0-16,2 0-6 0,2-1 12 0,4-1-1 0,1 0 2 0,3-2 7 16,1 0 0-16,2-1 1 0,2 0-4 0,2 0 4 0,1-1-7 15,2 0 2-15,0-1 1 0,0 1 4 0,0-2-3 0,-12 0-13 0,4-1-9 16,1 1-29-16,1 0-15 0,0 0-14 0,4 0-30 0,-1 0-26 0,3 0-27 16,-1 1-26-16,-2 0-6 0,1 0 2 0,-1 1-100 0</inkml:trace>
  <inkml:trace contextRef="#ctx0" brushRef="#br0" timeOffset="32152.36">31078 4317 813 0,'3'-7'321'0,"3"2"-285"0,0-3 12 0,0 3 24 0,-1 1 22 16,-1 1 9-16,0 0-13 0,-1 2-21 0,1 0-19 0,-2 1-23 15,-1 1 1-15,1 1-5 0,-3-1-1 0,1 2 0 0,-1 0-6 0,-1 0-6 16,0 2 0-16,-1-1 0 0,2 0-3 0,-1 1 6 0,0 0-2 0,1 0 4 15,1 0 5-15,1-1 5 0,0 1 4 0,2 0 8 0,0 0 4 16,2 0 0-16,2 1 2 0,-2 0-5 0,3-1-4 0,2 1 1 0,1 1-2 16,1-1 5-16,1 1-7 0,1 1 1 0,0-1 2 0,3 2-6 15,-1-1 1-15,0 0-15 0,2-1-6 0,1 1 0 0,0 0 0 0,0 1 7 16,1 1 4-16,-1-1 8 0,1-1-4 0,2 1 1 0,-3 0 1 0,2 0-5 16,-2 0-1-16,-1-1 2 0,-1 1 0 0,1-2-3 0,-1 1 0 15,-4 0-1-15,-1-1 1 0,-3 0-2 0,0 0 6 0,-2 0-2 0,-4 0 0 16,0 0 4-16,-4-2-1 0,0 0-2 0,-1 1-6 0,-1 0 2 0,-2 0-7 15,-3-1-6-15,-1 1 1 0,-2-1-10 0,-2 1 0 0,-2 0-1 16,-2-1-2-16,-2 1-6 0,-1 0-6 0,-2 0-11 0,0 1-16 0,-1-1-7 16,-2 0-17-16,1-1-14 0,-1 0-23 0,1-1-35 0,1-1-37 15,0-2-44-15,2-1-38 0,1-1-39 0,2-1-27 0,1-3-27 0,2-1 43 16,2-2-45-16</inkml:trace>
  <inkml:trace contextRef="#ctx0" brushRef="#br0" timeOffset="32320.36">31231 4279 1218 0,'5'-18'99'0,"3"0"-39"0,2-6 18 0,3 4-1 16,-1 4 2-16,2 3-12 0,1 2-25 0,-1 1-14 0,2 2-13 0,1 2-6 16,-1 1 0-16,0 1-6 0,0 2 18 0,-1-1-9 0,0 3 4 0,-2-1 0 15,1 0-17-15,-1 1 5 0,0-1-7 0,0 0 4 0,-1 1-1 16,1-1-2-16,-1 0-4 0,0-1-8 0,0 1-8 0,0-1-7 0,1 1-19 16,-3 1-14-16,0 0-23 0,0 1-20 0,-3 1-18 0,0 2-18 15,-1 0-16-15,0 2-12 0,0 2-15 0,1 2-15 0,-1 1-171 0</inkml:trace>
  <inkml:trace contextRef="#ctx0" brushRef="#br0" timeOffset="32735.36">30980 5587 2065 0,'-2'4'-2'0,"2"3"-1"0,1 2 9 0,3-1 17 16,2 0 16-16,2 0 7 0,1-1-7 0,2 1-9 0,1-1-12 15,2 1-9-15,1-1-2 0,0 0 4 0,2-1 2 0,-1 0 5 0,0 1 3 16,-4-1-4-16,1 0 4 0,0-1 5 0,0 0 6 0,0 1 10 0,-1 1 8 15,2-1-1-15,0 0 4 0,0 0-3 0,0-1-8 0,-2 1-1 16,2-1-3-16,0 0-5 0,-2-1-3 0,0 0-5 0,-1 0 1 0,0 1-4 16,3 0-4-16,-3 0-8 0,0 0-6 0,-1 0 3 0,-1 0-4 0,1 0 0 15,-1 1 1-15,0-1-4 0,0 1-2 0,-3 0 4 0,0 1-4 16,-1 0 2-16,-2-1-2 0,0 1-6 0,-2 0 3 0,0-1-2 0,-1 0-5 16,-2 1-5-16,-2-2-5 0,-1 0-13 0,-2 1-17 0,0-2-20 15,-1-1-36-15,-2 0-33 0,1-2-32 0,-2-2-41 0,-1-1-50 0,1-2-48 16,-3-3-23-16,1 0 13 0,1-1 46 0,0-4 34 0,1 0-57 0</inkml:trace>
  <inkml:trace contextRef="#ctx0" brushRef="#br0" timeOffset="32952.36">31280 5538 993 0,'2'-20'143'0,"2"-4"2"0,2-5 14 0,2 3-15 0,1 1-23 16,0 3-22-16,3 0-22 0,2 1-28 0,0 4-20 0,1 2-5 0,-1 2-6 16,2 2 2-16,-1 2 7 0,-1 3 2 0,0-1 4 0,0 3 5 15,0 0-6-15,0 0-3 0,-2 2-1 0,1-1 0 0,-1 1 1 0,0 1-1 16,1-1-7-16,-2 1 0 0,0 0-10 0,0 0-2 0,-2 0-3 0,0 0-4 15,-1 0-1-15,-1 1-5 0,-1 0 2 0,-1 0-5 0,-1 1-4 16,0 0-4-16,-2-1-5 0,1 1-2 0,-1 0-5 0,0 1-5 0,0 0-3 16,0 1-6-16,0 0-13 0,0-1-12 0,-1 2-9 0,1-1-8 0,-1 0-2 15,0 1-2-15,1 0 0 0,-2 0-9 0,2-1-1 0,-1 1-1 16,1 0 6-16,-2 1 6 0,1-1 8 0,-1 0 12 0,-1-1 6 0,2 1 10 16,-1-1 2-16,-1 0 8 0,0-1 1 0,-1 0-7 0,0 0-8 15,-1-1-19-15,1 0-10 0,0-1-12 0,-2 0-6 0,0 0-5 0,-2 1-88 16</inkml:trace>
  <inkml:trace contextRef="#ctx0" brushRef="#br0" timeOffset="34702.37">24031 3368 1289 0,'12'-15'93'0,"3"0"-77"15,8 0-3-15,3 6-4 0,1 6-3 0,3 2-5 0,0 3-2 0,2 2 0 16,-3 0-5-16,2 2-6 0,-1-1-4 0,0 1-6 0,-1 0-8 0,-2 0-9 16,-1-1-4-16,-1 0-8 0,-1-1-7 0,-3-1-6 0,0-1-7 15,-1-1-2-15,-3-2 4 0,0-2 7 0,-1-3 9 0,-1-1 6 0,-1-2 10 16,0-2 5-16,0-1 6 0,-2-3 0 0,-2 0-6 0,1-2-10 16,-2 1-9-16,-1-2-14 0,1-1-4 0,-2 1 5 0,-1 1-13 0,0 0-68 15</inkml:trace>
  <inkml:trace contextRef="#ctx0" brushRef="#br0" timeOffset="34835.36">24537 2929 134 0,'-17'-8'59'0,"-1"-1"-10"0,-4-1-2 0,3 3 1 0,3 0 3 16,0 2-2-16,3 1 0 0,1 1-2 0,1 1-4 0,2 0-1 15,1 1-1-15,2 1-6 0,1 2-3 0,3 2-3 0,0 1 1 0,0 2 9 16,2 1 9-16,1 1 9 0,-1 3 9 0,1 3 6 0,0 1 3 0,0 1-4 16,0 3-12-16,1 3-15 0,0 2-14 0,1 4-11 0,0 3-7 15,0 3-12-15,0 2-4 0,0 2-8 0,0 2-5 0,0 2-17 0,0 1-18 16,-1 2-32-16,1 0-94 0,-1-1-71 0,0 0-283 0</inkml:trace>
  <inkml:trace contextRef="#ctx0" brushRef="#br0" timeOffset="50803.34">25977 2729 1680 0,'-23'-15'292'0,"1"2"-357"0,-2-2 2 0,10 9-31 16,8 4-31-16,6 1-14 0,4 2 7 0,4 1 21 0,4 2 17 15,4 1 8-15,4 1 3 0,3 2 0 0,7 0 15 0,2 0 18 0,4 2 18 16,1-1 17-16,2-1 12 0,1-2 5 0,1 0 8 0,0-2 10 0,4 0 11 16,-1-1 7-16,3 0 2 0,3 0-5 0,2-1-6 0,3 1-7 15,5 1-3-15,1 0 0 0,3 2-1 0,5-1-2 0,1 1 5 0,3-1 2 16,4 2 2-16,0 1 0 0,4 1-3 0,1 1-5 0,-3 4-7 0,2 2-6 15,-2 4 0-15,-1 0-2 0,0 5 2 0,-2 0-3 0,-2 6-7 16,-2 2 2-16,-3 4 0 0,-4 4 0 0,-2 3-5 0,-5 4 0 0,-1 2 4 16,-5 2 4-16,-4 3 4 0,-4 3 3 0,-4 0-4 0,-7 1-4 15,-5-2 2-15,-5-3 2 0,-5-1 5 0,-5-5 10 0,-4-5 10 0,-4-5 16 16,-3-4 18-16,-4-6 18 0,-3-3 13 0,-2-4 7 0,-4-3-2 0,-3 1-9 16,-4-3-8-16,-6-1-21 0,-7-2-23 0,-7-1-15 0,-9 2-21 15,-7-1-4-15,-7-3-5 0,-5 1-3 0,-5-2 4 0,-6-1-10 0,-7-2-4 16,-4 0-21-16,-10-2-25 0,-7-1-13 0,-6-1-21 0,-11-2 6 0,-5-3 24 15,-2-3 28-15,4-4 45 0,8-4 33 0,8-3 8 0,4-2-3 16,-1-3-8-16,-1-1-5 0,1-2 18 0,5-2 12 0,1-1 20 0,7-4 15 16,4 0 9-16,6-3 3 0,10 0-11 0,8 1-12 0,10 1-30 15,7 3-12-15,10 3-20 0,7 3-18 0,6 3-11 0,5 2-4 0,7 2-6 16,4 3-8-16,5 3-15 0,3 4-20 0,4 2-13 0,3 3-19 0,2 2-14 16,5 3-57-16,4 4-95 0,3 3-79 0,3 4-57 0,3 1-120 15</inkml:trace>
  <inkml:trace contextRef="#ctx0" brushRef="#br0" timeOffset="51553.34">30672 2758 2742 0,'-14'-11'-17'0,"1"-1"-23"0,-1-1 9 16,3 4-3-16,2 1 14 0,2 1-1 0,1 0-12 0,2 2-32 0,1 1-67 16,1 1-92-16,2 1-77 0,0 0-44 0,2-1 6 0,3 1 41 15,1 0 61-15,4 0 71 0,2-1 63 0,1-1 55 0,0-1 36 0,0-3 27 16,-3-1 18-16,1-1 11 0,-3-1 7 0,3-1 1 0,0 1 1 0,2-2 2 15,4 1 7-15,1 0 13 0,2 0 18 0,3 1 17 0,1 0 10 16,4 0 4-16,1 1-5 0,3 1-5 0,3 1-10 0,4 2-8 0,3 0-15 16,6 1-12-16,3 2-13 0,5 0-10 0,2 2-14 0,1 2-8 0,3 1-8 15,1 2-10-15,4 2-3 0,-1 0-2 0,2 3-2 0,3 2-2 16,0 3 1-16,0 2-4 0,-1 2-2 0,-2 3-8 0,-35-10 6 0,6 3-1 16,1 1 3-16,5 4 7 0,-1 2-10 0,7 4 0 0,-2 2-2 15,5 4 4-15,-3 3-2 0,-1 2 0 0,-3 2 2 0,-2 2 1 0,-4-1-1 16,-1 3 1-16,-3-2 13 0,-4 1 2 0,-1 1-3 0,-19-23 5 0,3 4-13 15,-2-2 5-15,0 4 10 0,-1 0 2 0,1 0 5 0,-3 1 2 16,1 1 1-16,-3 0 4 0,-1 1 10 0,-2 0 1 0,-1 1 4 0,-3-2 4 16,-3 2-3-16,-3 25-3 0,-9-5-8 0,-11-7-10 0,-7-8-4 0,-9-6 3 15,-5-7-4-15,-8-5 4 0,-2-8-8 0,-6-1-20 0,-6-4-21 16,-76-5-34-16,3-9-41 0,10-9-43 0,5-5-86 0,2-5-155 0,-17-7-449 16</inkml:trace>
  <inkml:trace contextRef="#ctx0" brushRef="#br0" timeOffset="52670.34">24364 10199 192 0,'23'6'50'0,"4"-3"-250"0</inkml:trace>
  <inkml:trace contextRef="#ctx0" brushRef="#br0" timeOffset="90805.7">5054 10914 1243 0,'11'4'195'0,"3"4"-144"0,4 3-22 0,4 4-16 15,1-1-12-15,1 2 0 0,3-1-1 0,1-1-1 0,4-2-15 0,-1 2-23 16,3-1-25-16,1 0-36 0,2-1-18 0,1 0 5 0,3 2 13 16,3 0 34-16,-1 0 26 0,3-2 21 0,0-1 15 0,2-1 4 0,0 0 5 15,0-1 2-15,4 1 2 0,-1 0 0 0,3-1 1 0,3 2-1 16,-1-1 0-16,1-1 1 0,3 0 0 0,2 0 1 0,1-1 5 0,2 0-2 16,0 0 6-16,-1 1-3 0,2-1 1 0,1 1-2 0,1 1-2 0,0-2-2 15,1 1 0-15,2 1-1 0,0-2-4 0,0 0 6 0,1 0-4 16,-1 0 3-16,1 1 1 0,0 0 4 0,-1 2 1 0,0-1 3 0,2 1 4 15,-1 0-2-15,2-1 0 0,1-1-4 0,-2-1 1 0,4-1-3 16,-1 0 0-16,1-1-2 0,3-1-7 0,0-1-1 0,3-1-1 0,-3 0-1 16,2-2-1-16,0 1-3 0,-2-2-2 0,3 1 1 0,-1-1 2 0,0-1 4 15,1 0 5-15,1 0 4 0,-1-2 7 0,1 0 8 0,-3 1 3 16,0 0 1-16,0-1-1 0,-2 0-3 0,2 0-1 0,-1-1-2 0,0 0-4 16,0 0 0-16,-1 1-6 0,1-1 3 0,-3 0-3 0,1-1-3 15,1 0 3-15,-1 0-2 0,-1-3 2 0,0 0 2 0,-1 0-8 0,-2-1-7 16,-3 0 0-16,-1-2-2 0,-1 3 19 0,-3-3 5 0,-1 1 4 0,-1 0 0 15,-3-1-3-15,0-2-9 0,0 1 0 0,-3-2-2 0,-2 0-2 0,-3 0 6 16,-3 1-1-16,-2-1-2 0,-3-1 4 0,0 0-5 0,-2 1-3 16,-2-1 1-16,-3 1-7 0,-2 0 3 0,-1 0-4 0,-3-1 0 0,0-1-2 15,-4-2 2-15,0 1 3 0,-3-1-4 0,-1-1 11 0,-2 0-4 16,-5 1 0-16,0-1 6 0,-4-1-8 0,-1 2 7 0,-1-2 1 0,-3-1-5 16,-1 1 1-16,-3-3-5 0,-3 0-4 0,-3 1-1 0,-1-2-7 0,-3 1-6 15,-1-1 5-15,-4 0-3 0,-4 0 0 0,-2-2-2 0,-3 0-3 16,-4-2-6-16,-2 1 4 0,-1 2 2 0,-5-1 3 0,0 3 6 0,-4-2-3 15,-2 1 2-15,-1 0-4 0,-4-1-1 0,-1 3 6 0,-4-2 3 0,-1 3-1 16,-2 1 2-16,-2 0-2 0,-1 2-2 0,-3 1 7 0,-2 0-2 16,-3-1 2-16,0 1-4 0,-2 3-12 0,-4 0 5 0,0 1-8 0,-5 2 4 15,-2 1-6-15,-1 0-6 0,-3 2-3 0,-3 1-6 0,-2 1 2 0,-3 1 2 16,-1 1 5-16,0 1 8 0,-5 1 5 0,2 0 6 0,-2 0 2 16,1-1 8-16,-1 2-1 0,2-1 1 0,-1 0 0 0,0 0-4 0,-3 0 8 15,2 2-1-15,-2-1 3 0,1 1 0 0,-1 0 8 0,-1 1-6 16,-2-1-4-16,-2 0 6 0,2 2-15 0,-3 1 8 0,2 2 7 0,-1 1-4 15,-2 2 8-15,0 1 5 0,0 0 7 0,-4 1 4 0,0 1-4 0,0 1-7 16,-3 2-7-16,0 3 2 0,-6 2-3 0,-2 4 0 0,0 1-10 16,3 0 4-16,2 2 2 0,4 1-9 0,2 1 5 0,4 0-7 0,3-1-2 15,2 1 2-15,5-3 2 0,-3 2 2 0,5 0-1 0,-2 2-2 0,2-1-14 16,2 3-20-16,0 2-25 0,2 0-41 0,4 3-42 0,-1 1-47 16,2 0-46-16,-1 4-48 0,0 1-58 0,-2 1-68 0,0 4-134 0</inkml:trace>
  <inkml:trace contextRef="#ctx0" brushRef="#br0" timeOffset="112165.25">7917 12734 621 0,'-1'-4'74'0,"0"0"-36"16,1 0-6-16,3 0-8 0,2 0-3 0,3 0-1 0,1-1-15 16,2 0-3-16,2-1-3 0,2 1-2 0,3-1 3 0,0 2-5 0,1 0-1 15,1-2-6-15,1 2 2 0,0-3 3 0,2-1 0 0,-1-1 6 16,0-1 1-16,2-2 1 0,-1 1 5 0,1-1-1 0,0-2 7 0,-1 1 5 15,2-1 7-15,1 2 11 0,1-2 4 0,-1 2 6 0,-1 1 9 0,0 1 4 16,-4 1 4-16,2 2 2 0,-1 1-1 0,-1 0-2 0,1 2-5 16,-2 1-2-16,-1 1-6 0,0 1-8 0,0 2-3 0,1 0-4 0,0 1-7 15,0 1-1-15,-1 1-7 0,1 1-1 0,0 1-7 0,0 1-1 0,1 1 0 16,1 2-4-16,0 1 0 0,0 2-5 0,1 1-1 0,-1-1 5 16,2 0-3-16,0 2 5 0,3-2-4 0,1-1-8 0,-1 2 7 0,0-1 3 15,-2-1-7-15,1 0-1 0,-2-1-1 0,1 1-3 0,-2 0 14 16,-1 1 4-16,0 0-1 0,-2 1 0 0,-1 0-5 0,0 1 3 0,-2 1 2 15,-3-1 0-15,0 1 7 0,-2 0-1 0,-1 0 5 0,-1 0 2 0,-1 1-1 16,-2 1-1-16,0 1-4 0,-2 1 2 0,-1 3-3 0,-2 0-2 16,-1 2-2-16,-2-1-2 0,-2-2-2 0,-2 1-1 0,-2 0 1 0,-3 0-3 15,1 0 2-15,-4-1 2 0,-2 1 3 0,-1-1 6 0,-3 1 0 0,-2-1 3 16,-1 0 7-16,-1-2 5 0,-1 0 7 0,-1 0 6 0,-3-1 0 16,0 1 3-16,-1-1 0 0,-1-2-4 0,-2 1-5 0,-4 0-10 0,-2-2-1 15,0 1 5-15,-2-2 8 0,1-1 4 0,0-2 5 0,-1-2-7 0,1 0 0 16,0-2 3-16,0-3-1 0,1-1-7 0,1-3-2 0,-1-2-8 15,2-1-4-15,0-3 2 0,1-3-11 0,0-2-3 0,-1 0-7 0,1-2-1 16,-1-2-4-16,3-1-4 0,-2-1-4 0,3-2-6 0,-2-1 2 16,2-1-7-16,2 1-6 0,1-1-14 0,2-1-18 0,4 2-6 0,1-2-16 15,3-1-26-15,5 0-33 0,2-3-57 0,3 0-52 0,3-2-70 0,6-1-66 16,3-1-55-16,5-5-228 0</inkml:trace>
  <inkml:trace contextRef="#ctx0" brushRef="#br0" timeOffset="119865.42">9727 13589 691 0,'-1'-2'159'0,"-1"0"-103"0,1 0-14 0,2 1-16 15,2-1 4-15,1-1-1 0,3-1-3 0,2 0-4 0,2-2-6 16,3 1 1-16,2 0-2 0,0-1 1 0,2 2-6 0,1 0-1 0,3 1-2 16,1 2-7-16,2 0-1 0,0 2-6 0,0 1 1 0,-1 0 4 15,1 1 5-15,-1-1 2 0,2 0 1 0,1-1 1 0,-1 0 4 0,1 1 6 16,0-2 9-16,3 1 3 0,0-2 4 0,3 0 6 0,-1-1-3 0,1-1 10 15,1-1 8-15,2-2 1 0,1-1 13 0,3 1 0 0,2-2-8 16,0 1-1-16,2-1-11 0,1 0-12 0,1 1 5 0,0 1-3 0,-1 0-6 16,2 1 6-16,0 2-8 0,-2 0 6 0,0 0 1 0,-2 2-4 0,1 0 4 15,-2 0-7-15,1 1-7 0,-1 1-4 0,-1 0-4 0,-1 1-2 16,1 0 2-16,-1 1 0 0,-1-1 3 0,2 2 5 0,-2 0 3 0,0 0 3 16,1 0-5-16,-2 0-2 0,-1-1-5 0,-2 0 3 0,-1 1-3 0,2-1-1 15,-2 0 5-15,0 0-9 0,-2 0 6 0,0 1-1 0,-3 0-6 16,0-1 5-16,-2 0-8 0,0 0 2 0,-2 0 1 0,1 1-8 0,-2-1 5 15,-2 1 1-15,2 0-1 0,-2 0 1 0,0 0 1 0,-1 0 1 16,-2-1 1-16,0 0 2 0,-3 0 1 0,0-1 2 0,-2 1 2 0,-1 0 1 16,-1 0 3-16,-1-1 4 0,-2 1-7 0,0 1 0 0,-1-2-1 0,-1 2 1 15,0-1 4-15,-1 0 0 0,-2 0 0 0,-1 1-5 0,0 0-1 16,0 0 0-16,-1-1-3 0,0 1 1 0,-1 0-2 0,0 0-2 0,0 1 0 16,0-1 1-16,-1 0-8 0,1 0 0 0,0 0 2 0,0-1-7 0,-1 1 9 15,1 0-6-15,-1-1-1 0,1 1 2 0,-1 0-10 0,1 0 5 16,0 1-3-16,-1-1-3 0,1 0-3 0,-1 0-17 0,1 1-13 0,0 0-18 15,-1 1-36-15,1-2-38 0,-1 1-60 0,1 2-87 0,-1-1-146 0,0 0-146 16,2 1-131-16,-1-2 153 0</inkml:trace>
  <inkml:trace contextRef="#ctx0" brushRef="#br0" timeOffset="121165.4">13890 13327 939 0,'-16'0'48'0,"3"0"4"16,-3-1-4-16,8-1-6 0,4-1-15 0,1 0-22 0,2 1-12 0,2-1-11 16,2 0 1-16,3 0 9 0,1 0 10 0,1 0 1 0,4 0-2 15,-1 0-3-15,4 1-6 0,1 1 4 0,1 0-3 0,0 0 0 0,3 0 1 16,1 0-4-16,1-1 3 0,2 2-3 0,1 1-3 0,0-1 2 0,-1 2 0 15,0 0 6-15,2 1 0 0,0 0 1 0,-1-1-3 0,2 1 4 16,0-1 1-16,1 1 1 0,0-1 1 0,1 1-1 0,1-1 5 0,1 0 2 16,1 0 4-16,2-1 5 0,0 0 3 0,2 0 5 0,0 0 11 0,1-1 11 15,2 0 14-15,0 1 7 0,1-2 6 0,0 1 0 0,0-2 8 16,3 0 4-16,2 0 4 0,1-1-2 0,1 0-4 0,1-1-10 0,2-1-12 16,1-1-7-16,1 0-12 0,2-1-7 0,3 1-3 0,0-1-4 15,1 1-7-15,1 0 1 0,0 1-2 0,2 1-4 0,0 1-4 0,0 2 3 16,-1 1-8-16,1 1 3 0,-1 2 1 0,-1 1-2 0,1 1-1 15,-3 1-1-15,0 1 9 0,0 2 5 0,1-1-8 0,-2 1 1 0,0 1 7 16,-3 0 0-16,0 2 9 0,0 1-4 0,1-1-16 0,-2 2-7 0,0-1-1 16,-1-1-2-16,0-1-7 0,1 0-1 0,1-1-13 0,1 0-7 0,0-2-17 15,1 0-23-15,3-2-47 0,0-1-92 0,-1-3-113 0,1 0-105 16,1-2-49-16,4-1-121 0</inkml:trace>
  <inkml:trace contextRef="#ctx0" brushRef="#br0" timeOffset="126582.91">10661 14898 90 0,'-3'1'67'0,"0"0"-5"16,-1 0-11-16,0 0-6 0,2 0-3 0,0-1-1 0,1 1 1 15,0 0 5-15,-1 0 2 0,0-1 4 0,-1 1-2 0,1 0-1 0,0 0-7 16,0-1-2-16,0 0 1 0,0 1-6 0,-1 0 1 0,0 0-4 16,-1 0-2-16,0 0-1 0,0 0-5 0,0-1-2 0,0 1-1 0,0 1-4 15,0-1-1-15,0 1 8 0,-1 1 0 0,2 0 0 0,-3-1 6 0,0 2-11 16,0 0-3-16,-2 0 4 0,1 1-6 0,-2 1 1 0,0-1 5 16,1 1-2-16,-1-1 2 0,-1 0 4 0,0 0 3 0,0-1 7 0,0-1 2 15,0 1 3-15,1-3 0 0,-1 1 5 0,0 0 5 0,2-1 1 0,0-1 5 16,1 0-1-16,1-1 3 0,1 0 2 0,0 0 2 0,1 0 1 15,1 0-10-15,1-1-4 0,0 0-11 0,2 0-6 0,-1 0 0 0,2 0-11 16,0 0-3-16,-1 0-6 0,3 0-7 0,-1-1 1 0,1 0-2 16,2 0 1-16,-1 0 2 0,3-2-2 0,1 1 1 0,0-1 0 0,2 1 0 15,1-1-3-15,2 1 1 0,-1 1-2 0,2 0-1 0,2 0 4 0,0 0-2 16,0 1-4-16,3 1-1 0,-1 0-9 0,0 1-5 0,1 0 10 16,0 1-5-16,-1 0 10 0,0 1 1 0,1 0-3 0,-1 2 1 0,-1-1 2 15,2 2 3-15,-2 0 0 0,-2 1-1 0,0 0-1 0,-3 2 2 0,0 0-1 16,-3 1-2-16,0 2 1 0,-4-1-4 0,0 4 2 0,-2 2 1 15,-2 3 0-15,-2 1 0 0,-4 3-5 0,-1 1 7 0,-3 1-10 0,-3 3 1 16,-2-1 8-16,0 2-1 0,-2 1 15 0,-2 1-1 0,-1-1-10 16,1 2 4-16,-2-1-4 0,0 0 9 0,0 1 0 0,-1 1 3 0,0 0 13 15,0-1 0-15,0 1-2 0,0-3 4 0,2 1-9 0,0-4 1 0,2 1 6 16,2 0-7-16,3-4-6 0,-1-1 2 0,2-2-10 0,0-3-5 16,3 0-3-16,1-2 5 0,2-3 6 0,2 0 4 0,-1-3 4 0,1 0-10 15,0-3-1-15,2-1-5 0,0-2 0 0,2 0 7 0,1-2-5 0,0-1 8 16,0 0-5-16,0 0 2 0,0 0 12 0,0-2-6 0,2 1-1 15,0-1-2-15,2-1-1 0,1 1 6 0,0-2 3 0,2-1-5 0,0 1-4 16,1-2-5-16,-1 0 5 0,2 0 5 0,1-1-12 0,-1 0 0 16,2 0-2-16,-1 0-1 0,1 0 8 0,0 1-18 0,1 1-14 0,-2-2 7 15,1 2-6-15,0-1 16 0,1 1 14 0,1 1-8 0,-3 0 1 0,1 1-5 16,0 1-4-16,-1 1 5 0,0-1 0 0,-1 2 1 0,-1 0-11 16,1 0-23-16,0 1-20 0,-1-1-37 0,-1 1-27 0,0 0-23 0,-1 0-25 15,0 1-19-15,0 0-15 0,-1-1-25 0,1-1-8 0,0 0-2 0,1-2 0 16,-1-1 6-16,2-1 13 0,-1-2 18 0,1-3-80 0</inkml:trace>
  <inkml:trace contextRef="#ctx0" brushRef="#br0" timeOffset="126998.91">11209 15435 1671 0,'-13'2'198'16,"2"4"26"-16,-4 0-74 0,7 3-39 0,2 0-39 0,2 2-29 0,3 3-23 16,2 1-7-16,4 2-6 0,1-3 1 0,2 0 2 0,3 0-7 15,-2 0-11-15,4 0 8 0,0-3-3 0,0 0 1 0,2 0 2 0,0-2 3 16,3 0 5-16,0-2 0 0,1 0 3 0,1-3-8 0,1 0 1 0,0-2-1 16,1-2 0-16,0 0 2 0,-1-3 3 0,2 1-2 0,0-1 7 15,-1-2-5-15,1 0-7 0,-1-2 6 0,-3 0-4 0,0 0 2 0,0 0 4 16,-2-2-1-16,0 0 3 0,0-1 2 0,-2-2-3 0,1-1 3 15,0-1 1-15,1 0 6 0,-3-1 8 0,0-3 0 0,-1-1 5 0,-2-1-5 16,1-1-3-16,-1 0 3 0,0 2-6 0,-2-1 7 0,-1 0-14 0,-2 2-6 16,-1-2-4-16,-2 0-2 0,-1 2 12 0,-1-2-4 0,-2 2-4 15,-2-1-7-15,-3 0 1 0,-3 0 10 0,-3 1-3 0,-4 0 1 0,-3 1-6 16,-3-1-15-16,-3 3-3 0,-5 0-4 0,0 1-5 0,-2 2 2 0,1 1 0 16,0 2 0-16,0 3 7 0,0-1 8 0,1 3 2 0,-1 1 5 15,5 2-7-15,0 1 2 0,3 1 12 0,3 2-7 0,1 1 8 0,1 0-8 16,4 3-5-16,1 1 2 0,2 2-5 0,1 2 3 0,3 3-14 15,2 2-20-15,3 2-27 0,2 3-52 0,2 1-38 0,4 1-38 0,2 2-46 16,3 0-32-16,3 2-36 0,3 0-33 0,6 1-10 0,3-1-11 0,5 0 21 16</inkml:trace>
  <inkml:trace contextRef="#ctx0" brushRef="#br0" timeOffset="128032.91">15146 14626 1532 0,'-8'-9'193'0,"0"0"10"0,-1-3-35 0,1 4-43 0,1 1-27 15,2 2-34-15,0 1-31 0,3 2-16 0,-1 1-9 0,2 2-5 0,0 0-1 16,-1 0-1-16,1 2-2 0,-1 2-1 0,-1 1 2 0,1 3 0 0,-1 1 0 15,0 2 0-15,1 1 3 0,0 2 2 0,0 3 1 0,1 2-1 16,1 1 4-16,1 3 4 0,1 2 7 0,2 4 11 0,1 2 4 0,0 3 5 16,1 1 3-16,0 2 2 0,1 0 1 0,1 2-2 0,0 3 3 0,-1 0-17 15,2 1 7-15,-2 0 2 0,1-1-11 0,-1 0 15 0,2-2-14 16,-1-1-8-16,1-3 3 0,0-1-1 0,-1-1-2 0,-1-4 4 0,1-1-6 16,-2-4 2-16,1-2-3 0,0-2-8 0,0-3 5 0,0-1-3 15,-1-1 2-15,-1-2 1 0,0-2-8 0,-1-1 0 0,0-2 0 0,0 0 0 16,-3-1 6-16,1-2-8 0,-1-1 1 0,0-2-3 0,0 0-4 0,-1 0 6 15,0-1-1-15,0-1-3 0,0 0-2 0,-1-1-3 0,0 0 11 16,0-1-5-16,0 1 0 0,0-2-4 0,0 0-7 0,-2 0 2 0,-1-1-2 16,-1 0-18-16,-1 0-20 0,0-2-11 0,-1 1-12 0,0-1-27 0,-1 0-31 15,0 0-35-15,1-1-35 0,-1 1-49 0,-1 0-47 0,0 0-62 16,0-1-63-16,-1-1-10 0,2-1-190 0</inkml:trace>
  <inkml:trace contextRef="#ctx0" brushRef="#br0" timeOffset="128532.91">15637 15390 1690 0,'-1'-1'635'0,"-1"1"-520"16,1-1-6-16,1 3-31 0,1 1-17 0,1 0-22 0,2 2-21 0,1 2-18 15,6 2-2-15,2 3 2 0,4 2-3 0,2 1 0 0,2-1-2 0,1-1-7 16,1 1-10-16,3 0-7 0,1 0-8 0,1-1-7 0,1-1 2 16,0 0-1-16,2-1 6 0,0-1 6 0,2-1 9 0,-2-3 2 0,0 1 10 15,0 0 4-15,-1-2 4 0,-1-1 5 0,0-2 8 0,-4-1 3 16,2-1 10-16,-3 0 9 0,0-2 10 0,0-1 9 0,-3-2-3 0,1 0 6 16,-1-2-13-16,-1 2 2 0,0-3 4 0,0 0-10 0,-1-1-2 0,-1-1-5 15,0-1-6-15,-2 0 4 0,1 0-4 0,-1-2-4 0,0 1-2 16,-1-1-4-16,1-1-1 0,-1 1 0 0,0-2-6 0,-2-1 6 0,0 1-7 15,-2 2 2-15,-1-2-4 0,0-1 0 0,-3 0 6 0,1 1-1 0,-1-2 1 16,-1 0 1-16,0 0-3 0,-2-3 5 0,-2 0 4 0,0 0-11 16,-3-1-2-16,-2-1 6 0,-2 1-6 0,-3-2 9 0,-2-1 2 0,-3 2-2 15,-3-3-8-15,-3 2-1 0,-3 0-3 0,-3-1 3 0,-3 3 4 16,-2-2 2-16,-4 1-2 0,-2 2-4 0,-3-1-3 0,-3 2 2 0,-1 3-4 16,-1-1 5-16,-2 1-3 0,-1 2-2 0,1 3 2 0,1 2-6 0,1 1 10 15,-1 2-3-15,1 3-3 0,2 3 0 0,1 3 2 0,4 2-6 16,0 4 3-16,1 3-5 0,1 3-3 0,1 3-7 0,1 2 0 0,-1 0-7 15,2 3-9-15,0 1 0 0,2 0-4 0,1 3-4 0,3-2-7 0,2 2-10 16,3-3-6-16,1 1-5 0,2-2-7 0,2-4-15 0,3 0-20 16,0 0-23-16,2-3-20 0,0 3-21 0,1-1-21 0,3-2-12 0,0 0-12 15,1 0 2-15,1-1 6 0,1-1 4 0,1-2 7 0,1-1 5 16,-1-1 1-16,1-1-79 0</inkml:trace>
  <inkml:trace contextRef="#ctx0" brushRef="#br0" timeOffset="129099.86">13960 14499 656 0,'-11'-20'241'0,"-1"-2"-164"0,-2-4 16 0,1 3-16 16,2 4-23-16,1 1-22 0,1 1-19 0,3 2-7 0,-1 1-3 0,2 4-4 15,0-1 7-15,0 2-2 0,0 1 1 0,1 1 2 0,-1 1-1 16,1 2 5-16,0 0 3 0,0 2 5 0,0 1 8 0,0 2 7 0,0 0 5 15,2 1 6-15,-2 2-1 0,1 1 4 0,-1 2 1 0,1 2 1 0,0 2 5 16,-1 3 2-16,2 3 1 0,0 4 1 0,1 3-1 0,2 6-3 16,1 3 1-16,0 5-6 0,1 4 7 0,1 2 0 0,-1 6-1 0,0 1 0 15,0 4-11-15,-1 3 0 0,-1 3-7 0,0 1 3 0,-1 0 3 0,-1 1-2 16,-1-1 8-16,-1 0-7 0,-2 1 1 0,0-3-9 0,-1 0-12 16,-1-1 7-16,0 0-11 0,-2 0 1 0,0-1-1 0,-1-1-11 15,0-2-1-15,-2 1 10 0,0 1 5 0,-1-2 5 0,0-1-2 0,1-3-11 16,0-2 8-16,0-3-6 0,0 0 10 0,0 0-4 0,0-5-10 0,0-2 13 15,1 0-11-15,1-4 5 0,0 0-7 0,1-4-10 0,1-1 3 0,-1-1 9 16,0-1 11-16,0-2 7 0,1 0-2 0,0-4-19 0,3-2-6 16,-1-1 8-16,1-4-4 0,-1 0 2 0,1-1-1 0,1-2-13 0,-1-1 6 15,1-2 8-15,0-1-5 0,0-1-3 0,1-1 3 0,0-1-3 0,0-2 5 16,0 0 6-16,1 0-10 0,0-2 5 0,1 0-7 0,1 0 1 16,-1-1 5-16,0 0-10 0,1 1 14 0,-1-1-13 0,0 0-3 0,0-1 6 15,0 1-9-15,0 0 7 0,0 0-4 0,0 0-16 0,0-1-4 16,-1 0-14-16,1 0-30 0,-1 1-24 0,0 0-47 0,1-1-45 0,-1 0-66 15,0 1-101-15,2-1-101 0,0 1-97 0,4 0-11 0,3 1 2 0</inkml:trace>
  <inkml:trace contextRef="#ctx0" brushRef="#br0" timeOffset="129648.86">17973 15021 244 0,'-3'1'145'0,"2"1"23"0,-1-1 22 0,1-1 21 0,1-2 6 0,1 0-3 15,-1-1-8-15,0-1-17 0,2 1-18 0,0-2-13 0,0 0-22 16,2 0-22-16,-1-1-20 0,1 0-21 0,1 0-13 0,0 0-14 0,2-1-7 16,0 1-7-16,2 0-9 0,0 0-3 0,2 1-5 0,2-1-2 0,1 1-2 15,-1 1-4-15,1 0-7 0,2 1 2 0,2 0 4 0,0 1-2 16,0 1 1-16,0 0-9 0,0 0 1 0,0 1 1 0,1 0 1 0,0 1-1 16,-1 0 0-16,-1 0-3 0,1 0 4 0,0 1 1 0,-2-1-2 0,1 0-8 15,-1 0 2-15,-1 0-9 0,0 1-7 0,0-1-2 0,-1 1-7 16,0 0 0-16,-1-1-9 0,1 2 5 0,-1 0-4 0,1 0 2 0,-2 0-1 15,2 1-6-15,-2-1-6 0,-1 1-8 0,-1 0-15 0,0 0-27 16,-3 1-27-16,0 0-30 0,0 0-38 0,-1 0-35 0,-2 0-50 0,-1 0-53 16,-2 3-13-16,-2-1-23 0</inkml:trace>
  <inkml:trace contextRef="#ctx0" brushRef="#br0" timeOffset="130366.86">9261 15246 1752 0,'-22'0'127'0,"3"2"46"0,-4 0-39 0,8 1-37 16,7-1-32-16,2 0-29 0,4 0-7 0,1 0-16 0,4 1-6 0,2 1-2 16,1 0-2-16,5 0 5 0,1-1-4 0,3 0 3 0,3-1-3 0,2 0 3 15,4-1-11-15,1-2 1 0,2-1-1 0,1-1 2 0,0-1 4 16,3-1-4-16,1-2-3 0,0 1 2 0,0-1 2 0,-2 0-4 0,0 3-10 16,1-2-11-16,0 1-6 0,-1 0-11 0,0-2 1 0,-3 3-17 15,-3 0-16-15,0 1-2 0,-3 2-11 0,0-1 0 0,-2 2-9 0,-2 0-9 16,-2 2-11-16,-2 1-18 0,-1 0-12 0,-3 2-16 0,-3 1-18 0,-2 0-10 15,-3 1-35-15,-3 4-17 0,-4 2-19 0</inkml:trace>
  <inkml:trace contextRef="#ctx0" brushRef="#br0" timeOffset="130515.85">9286 15875 1298 0,'-7'-6'291'0,"2"0"-115"0,0-1-27 0,6 3-53 0,3-1-34 0,4-1-17 15,4-3-13-15,4-1-4 0,7-2-12 0,4-2-6 0,3-1 0 16,4-5-10-16,1 0 6 0,2 0-6 0,2-1-6 0,1 0-7 0,2 1-33 16,2 1-48-16,-1-1-55 0,0 2-64 0,-2 0-52 0,0-1-38 0,-1 1-29 15,-1 0-9-15,-1-3-46 0</inkml:trace>
  <inkml:trace contextRef="#ctx0" brushRef="#br0" timeOffset="131198.85">8040 15163 1 0,'27'-11'70'0,"-11"-9"407"0,0-8 436 0,-17-9-917 15,-3 2 182-15,3 2-97 0,1 2 8 0,2 3-11 0,-1 3-6 0,-1 1-3 16,-1 3-8-16,0 2-5 0,0 1-11 0,-1 2-18 0,1 3-6 0,0 2-8 16,1 1-5-16,1 1 1 0,-1 2-3 0,0 1-5 0,2 1-5 15,-2 1-2-15,2 1-3 0,-1 0-2 0,-1 2 4 0,1 1-9 0,0 0 0 16,0 0-5-16,1 1 5 0,-2 2 3 0,1 1 2 0,-1 2 5 0,-2 1-1 15,0 2 1-15,0 0 3 0,0 0 1 0,0 1 5 0,1-2-1 16,0 2-2-16,2-2 1 0,0-1 1 0,2 0 3 0,1-2 3 0,0-1 3 16,4-1-2-16,1-1 0 0,2-2 5 0,1-3-4 0,3-1 7 0,3-1-1 15,2-1-7-15,0-1-1 0,2-1-2 0,0 0 0 0,-1 0-1 16,2 2-1-16,1-2 1 0,1 0-7 0,1 0 5 0,-3 1-3 0,0-1 2 16,-1 2 2-16,-2 0-5 0,0 1-2 0,-1 2 3 0,-5 2-2 15,1 1 4-15,-1 2-1 0,-3 2-5 0,-2 3 4 0,-2 4-6 0,-2 2 0 16,-3 4 4-16,-2 3-2 0,-3 4 1 0,-4 4 1 0,-2 2 4 15,-3 3 1-15,-3 3-3 0,-2 1 6 0,1 3-9 0,-4 3 4 0,-1 1-8 16,1 1 5-16,-4 2 8 0,-1 0-7 0,0-1 8 0,-3 2-10 0,3 2 2 16,-1-1 4-16,0 2 0 0,3-2 4 0,-2-1-8 0,2 2 4 15,-1 1 0-15,1 1-9 0,2-1 3 0,1-5-2 0,2-3 5 0,5-5 5 16,3-4 5-16,0-1 1 0,3-6-5 0,2-1 1 0,1-2-7 0,3-6 6 16,2 0 3-16,1-4 2 0,2-4 5 0,1-4-4 0,2-1 8 15,2-3 6-15,2-2 0 0,2-3 3 0,3-3 1 0,1-2 3 0,1-4 3 16,1-3 3-16,4-3-7 0,0 0 10 0,3-3-13 0,0-1 7 0,-1 1-2 15,2-3-12-15,1-1 17 0,1 0-14 0,-2-1 2 0,2 1-3 16,-4 0-14-16,0 1 17 0,0 0-2 0,-1 2 11 0,0 1 2 0,-1 0-7 16,0 2-3-16,-1 2-6 0,-2 1 1 0,0 2 0 0,-1 2-6 0,-1 1-2 15,-2 2-1-15,1 2-13 0,-1 1 10 0,-2 1 0 0,-1 3-9 16,1 1 6-16,-2 1 1 0,1 3-7 0,0 1 3 0,0 3 1 0,0 1-15 16,-1 0 9-16,0 4-7 0,0 2-7 0,0 2-10 0,2 0-28 15,-1 5-48-15,1 1-92 0,-2 1-134 0,2 4-146 0,3 2-193 0,-1 4-326 16</inkml:trace>
  <inkml:trace contextRef="#ctx0" brushRef="#br0" timeOffset="138599.32">3659 11771 1415 0,'-35'-17'588'0,"-4"3"-553"0,-8-5 30 0,7 6-39 15,2 3-12-15,4 0-2 0,-5-2-5 0,-1 0 3 0,1-1-7 16,-2 1-1-16,1 1-5 0,2-1-9 0,0 0 1 0,0 0-5 0,2 0 3 16,0 1 6-16,0-1 5 0,-2-2 4 0,2-1 2 0,0-2-1 15,-2 0 0-15,1-3 0 0,-1-2-1 0,-2 1 0 0,1-3-4 0,0 0 13 16,2-1-10-16,2-1 5 0,0-1 0 0,1-4-11 0,1 0 7 0,2-3 5 16,1 0 3-16,1-2 0 0,1-3 1 0,3-2-11 0,0-2 1 15,3-1 0-15,3 1 5 0,1 0-4 0,2-3-2 0,3 0 12 0,4-2 1 16,0 0 7-16,4-2 6 0,1 0-8 0,2 0-2 0,4-1 4 0,1-1-1 15,3-1-1-15,2 1-2 0,1-1-3 0,3 0-3 0,1 3-12 16,2 1 11-16,1 0-6 0,2 2 3 0,3 0 5 0,1 1-9 0,0 1 2 16,0 1-10-16,0-2 2 0,1 3-1 0,1 1-4 0,-2 3 12 0,2 4-5 15,-2 1-1-15,2 4 6 0,-1 0-18 0,-1 3 4 0,1 0 7 16,0 4-5-16,-1 1 13 0,2 2-1 0,0 2-6 0,0 1 2 0,0 3 1 16,-3 2-2-16,1 2 1 0,-2 1-2 0,-1 2-2 0,1 0-7 15,0 2-9-15,-2 2-26 0,0 0-42 0,-2 2-42 0,0 1-41 0,-2 2-38 16,0 0-34-16,-2 2-33 0,-1 1-39 0,-3 1 4 0,-2 0-113 0</inkml:trace>
  <inkml:trace contextRef="#ctx0" brushRef="#br0" timeOffset="138817.32">2942 9129 1195 0,'12'-5'182'15,"4"1"-156"-15,10-1 22 0,3 3-22 0,5 2-11 0,3 2-6 16,6 3-1-16,0 1-5 0,2 3 0 0,4 5-13 0,1 4-19 0,2 4-33 16,0 5-43-16,-1 3-41 0,1 6-23 0,-1 4-1 0,-2 7 14 0,-1 2 29 15,-4 4 30-15,-4 4 24 0,-3 1 23 0,-5 3 14 0,-2 2 10 16,-5 1 8-16,-2 1 5 0,-1 2 3 0,-3 2 2 0,-1 1 1 0,-3 5 6 16,-4 5 4-16,-3 2 1 0,-2 5 2 0,-4 4-2 0,-1 2-3 15,-1 5-1-15,-1 2 0 0,-2 4 0 0,0 7-23 0,-2 6-86 0</inkml:trace>
  <inkml:trace contextRef="#ctx0" brushRef="#br0" timeOffset="204270.79">7929 13321 592 0,'-6'-3'214'0,"0"-1"-117"16,-2 0-44-16,2 1-20 0,3 1-10 0,0 1 1 0,0 1-10 15,2-1-3-15,-1 1-1 0,2 0-10 0,1 1 4 0,1-1-9 0,0 2 0 16,1 1-1-16,2 1-2 0,0 2-5 0,4 1 1 0,-1 1-2 0,2 0 0 15,2 1 0-15,-2 1-2 0,3 1-2 0,-1 0 3 0,2 0 0 16,1-1 2-16,-1 0 6 0,1 0 0 0,3-1 7 0,-1 0 2 0,1-3 2 16,2 0 1-16,0-3 9 0,3-2 12 0,3-2 17 0,0-1 17 0,4-2 11 15,1-2 6-15,3-2 1 0,2-1 2 0,5-2-5 0,0 0-9 16,3-1-4-16,1-2-17 0,4-1-5 0,2 0-3 0,2 0-15 0,3 1 4 16,3 2-8-16,2-1-3 0,3 1 0 0,3 1-11 0,0-1 0 15,3 1-9-15,0 2 4 0,2 1-6 0,4 1-2 0,2 2 5 0,1 2-6 16,2 1 3-16,3 1-5 0,0 1-2 0,3 2-5 0,1 1 0 0,2 1-1 15,1 2 0-15,2-1 5 0,0 0 5 0,1 1-3 0,4-2-3 16,-1 0-6-16,1 0-1 0,1 0 3 0,-1-1 3 0,1 1-7 0,2-2-12 16,-1 0-13-16,3-1-15 0,2 0-14 0,1-2-20 0,2 0-16 15,3 0-32-15,3 0-38 0,2 1-27 0,2 1-49 0,2-1 37 0</inkml:trace>
  <inkml:trace contextRef="#ctx0" brushRef="#br0" timeOffset="-187046.95">15979 9817 158 0,'-8'-2'38'0,"1"0"6"0,-1-1 1 0,2 3-8 0,3 0-8 0,-1-1-8 16,0 2-6-16,2-1-6 0,0 1-3 0,1 0-2 0,2-1-3 0,-1 1 0 16,2-1-3-16,2 0 3 0,0 0-1 0,1-1-2 0,2 0 1 15,0-2-2-15,0 0 0 0,2-1 0 0,0-1 0 0,0 0 1 0,1-1 0 16,1 0 1-16,0-1 2 0,1 0-2 0,-1-1 2 0,1 1-1 0,-1-2 0 15,2 0 1-15,1-1-1 0,1-1 0 0,-2 1 0 0,3-1-2 16,-1-1 3-16,0-1 0 0,-1 0 0 0,2-1 2 0,0 1 0 0,-1 0 2 16,0-1 1-16,1 0 3 0,-1-1 1 0,1 0 4 0,-1-1 1 0,2 0 3 15,1 0 3-15,0 0 1 0,1-1 4 0,2-3-4 0,1 0 2 16,1-1-5-16,3 0-3 0,1 0-3 0,6-2-2 0,1 1 0 0,5 1-3 16,0-1-1-16,3 0 1 0,4 1-2 0,3-1 1 0,3 2-2 0,0 2-3 15,5 0 1-15,-2 3 1 0,3 1-3 0,3 2-1 0,-1 1 0 16,2 2 0-16,2 2-2 0,-2 3 4 0,1 1-2 0,1 3 0 0,3 1 10 15,3 0 6-15,2 2 7 0,2 0-5 0,-1 2-3 0,-3 4-10 16,-1 2-5-16,-4 2 3 0,1 2-1 0,-1 4 0 0,-3 1 0 0,-2 0-1 16,-3 4 0-16,-3-1 0 0,-3 2-1 0,-4 2-1 0,-2-1 1 0,-4 3 1 15,-3-1 1-15,-1 2 0 0,-3 0 1 0,-1 0-5 0,-4-2 3 16,0 4 2-16,-4-3 4 0,0 3 5 0,-2-1-2 0,-1 1 3 0,-2-1 0 16,-2 1-4-16,-2-1 3 0,-2 4-1 0,-2-2 2 0,-1 2 1 15,-3-1-2-15,0 0 1 0,-2 2-4 0,-2 1-2 0,-1 3 2 0,-3-1-6 16,-2 2 5-16,-1 1 0 0,-3-1-5 0,-2 2 5 0,0-1-5 0,-4 2-4 15,-1 1 3-15,-3-1-4 0,-1 2-2 0,-4-1 3 0,-1-3-4 16,-2 1 0-16,-2 0-1 0,-1-1 1 0,-2-2-2 0,-1 0 1 0,-1-4 2 16,-2-2 3-16,0-3 2 0,1-1 6 15,-2-5 3-15,0-1 6 0,0-5 10 0,-1-3 4 0,-1-2 7 0,-1-2 3 0,0-4-3 0,-2-1 0 16,1-4-4-16,-1-2 3 0,0 0-1 0,1-3 3 0,0-1-3 0,1-1-1 16,0-3-3-16,-2-2-4 0,1-1-6 0,-1-2-10 0,0-2 0 0,0 1 0 15,-1-2 4-15,2-2 5 0,1-1-3 0,1-2 4 0,3 0 2 16,-2-1 0-16,2-3-3 0,-2 1 6 0,2-1 3 0,1 0-1 0,-1-1 5 15,1 0-9-15,0-1-10 0,1-1 0 0,0 0 0 0,2 1 11 16,0 0-1-16,3-1 9 0,0 1-3 0,0-2-5 0,1 0-4 0,-2 0-4 16,3 0-7-16,1 0-6 0,2 2-1 0,2-1-3 0,0 2-3 0,0 1-2 15,2-2-2-15,0 3 2 0,0-1-9 0,3 2 3 0,1 3 6 16,1 0-4-16,1 2 9 0,1 2-5 0,1 0-16 0,1 1-11 0,2 2-18 16,2 1-15-16,0 1-19 0,1 1-24 0,2 1-25 0,2 0-22 0,1 2-17 15,1 0-10-15,2 0-3 0,3 0 8 0,3 0 16 0,3 1 5 16,2 0-42-16</inkml:trace>
  <inkml:trace contextRef="#ctx0" brushRef="#br0" timeOffset="-186280.96">20794 9595 843 0,'-20'-18'128'0,"-1"-2"-8"16,-7-4-32-16,6 0-15 0,2 5-19 0,2-1-11 0,3 0-6 0,1 2-4 15,2-2-3-15,2 2 0 0,1-1-9 0,2 1-1 0,2 1-6 0,0 0-9 16,1 2 1-16,2 0-6 0,2 0-1 0,0-1 0 0,3 1 1 16,0-1 0-16,2-1 0 0,2 1-1 0,1-1 1 0,3 0-3 0,1 1 0 15,2 1 1-15,3 1-5 0,2-2 2 0,3 2 3 0,2-1-4 0,5 1 4 16,3 0-3-16,4-1-1 0,1 1 4 0,1 2-3 0,3 0-1 16,-1 2-3-16,-1 2-2 0,1 1-1 0,-2 3-3 0,0 1 4 0,2 2 1 15,0 1 0-15,-1 2 4 0,1 2-2 0,-2 2 2 0,1 3 0 16,-1 3-5-16,1 2 1 0,1 3-3 0,-2 1 3 0,1 2-1 0,1 2 2 15,-1 2-3-15,0 1 1 0,0 4 3 0,-2 0-2 0,3 2-1 0,0 0 0 16,-1 1-4-16,0-1 4 0,-2 3-1 0,-1-1-6 0,0 2 2 16,0 0-4-16,-1 1 5 0,-2 2 5 0,-1-2 3 0,-3 4 1 0,-1-2 4 15,-2 1-3-15,0 1-1 0,-5 0 0 0,-2 2 2 0,-2 1 3 0,-2-2 0 16,-4-1 0-16,0 1-3 0,-4-2 3 0,-1 1 0 0,-2-1-4 16,-2-1 4-16,-3 1 2 0,-2-1 1 0,-2 0 6 0,-2 0-1 0,-2-3 2 15,0 0 0-15,-3-2 0 0,-3-1-1 0,-1-1 5 0,-1-2 2 0,-2-1 0 16,-3-3 2-16,1-2-2 0,-3-2 4 0,-1-1 1 0,0-2-3 15,-3-1 0-15,-1-1-2 0,-3-1-2 0,-1-4 2 0,-3-1-4 0,-1-1-1 16,-4-2-2-16,-3-3-2 0,-2-1 10 0,0-3-3 0,0-1 1 16,-3-2 5-16,0-2-5 0,0 0 7 0,-2-2-5 0,1-1-2 0,1 0 0 15,0 0-6-15,3-2 8 0,0 0 0 0,1-2 1 0,1 0-1 0,2 0 2 16,1 1-1-16,0-1 1 0,2-1-1 0,0-1-6 0,0-1-6 16,3 0-7-16,0-1-7 0,2 0-4 0,0 1-5 0,3-2-8 0,1 0-14 15,3 0-20-15,1 0-27 0,1-2-30 0,1 1-29 0,1 1-32 0,1-2-41 16,0-1-40-16,2-1-148 0</inkml:trace>
  <inkml:trace contextRef="#ctx0" brushRef="#br0" timeOffset="-185578.96">23851 10386 1194 0,'1'-12'76'0,"1"0"4"0,3-1-20 0,4 0-20 0,2 3-20 16,6 0-4-16,4-1-4 0,3 1 4 0,6 1 1 0,3-1-3 16,6 0 0-16,3 2-3 0,4 1-6 0,3 1 1 0,5 2-6 0,2 1 0 15,4 2-1-15,4 1 0 0,3 0 3 0,3 2-4 0,3 1-6 16,5 0-24-16,1 3-42 0,1 2-58 0,6 2-48 0,4 4-50 0,11 2-47 16,8 6-214-16</inkml:trace>
  <inkml:trace contextRef="#ctx0" brushRef="#br0" timeOffset="-173997.35">8928 7732 617 0,'1'1'19'0,"2"1"9"16,1 2-1-16,7 2 10 0,2 0 1 0,3 1 2 0,3-1-3 0,2 1-9 15,3-2-7-15,0 0-5 0,3-1-5 0,1-1-5 0,4 0-1 0,0-1-2 16,5-3-1-16,1 0-2 0,3-1-4 0,0-2 2 0,1 0-1 16,3-3 0-16,0-1 1 0,1-1 1 0,1-1 2 0,1 0-1 0,1 0 1 15,1 2-2-15,-2-2 0 0,0 1 1 0,0 2 1 0,1-1-1 0,0 1 4 16,-1 1 0-16,2 1 1 0,0 1 3 0,2 0-1 0,2 0 5 15,0 1-3-15,0 1 4 0,1 0 3 0,1 0 3 0,1 0 3 0,3 1-6 16,2-1-2-16,1 1-4 0,1 0-3 0,1 0 2 0,1 1-4 0,0 0-2 16,1 1-2-16,0 1-1 0,-1-1-2 0,0 1 2 0,-2 0 0 15,-2 1 0-15,-2 0 4 0,-2 2 1 0,-2 1-2 0,-2-1 0 0,-6 3-2 16,-2 1-1-16,-4 2 2 0,-3 0 0 0,-4 2-1 0,-1-1 4 16,-5 4-5-16,-2 0 1 0,-3 2 4 0,-3-1-4 0,-1 2 4 0,-5 1 1 15,-2 1 0-15,-2 2 2 0,-4 1 4 0,-1-1-2 0,-4 2-3 16,-2-1-4-16,-3 0-2 0,-4 1-4 0,-3 0-3 0,-2 3-4 0,-4-1-10 15,-4 4-9-15,-4 0-3 0,-5 2-18 0,-6 3-14 0,-4 2-24 0,-7 4-26 16,-5 4-28-16,-8 2-19 0,-4 6-25 0,-12 6-69 0</inkml:trace>
  <inkml:trace contextRef="#ctx0" brushRef="#br0" timeOffset="-124296.34">9985 12797 704 0,'-18'1'56'0,"-1"-1"-22"0,-3 0 4 15,6-1-4-15,4-2-8 0,1 1-8 0,1-2-4 0,3-1-9 16,-1 0-1-16,2-2-1 0,1-1-3 0,0 0-1 0,1-1 1 0,1 0-2 16,0 0-5-16,1-1 1 0,2 1 3 0,0-1-1 0,2 1 0 0,2 1 0 15,1-1 4-15,2 1 2 0,2-1 3 0,3-2 5 0,2 0 0 16,4-1 5-16,1 0 0 0,3 1 3 0,3-1-1 0,2 0-1 0,4 2 5 16,2 1-8-16,3 1-1 0,3 2-1 0,2 2 1 0,3 1-2 15,3 2-1-15,3 2-2 0,1 1-6 0,3 2-1 0,3 0 3 0,4 1-11 16,2 1 1-16,4 2-1 0,2 0-3 0,2 2 8 0,3 0-1 0,-2 1-2 15,3-1 1-15,-2 3-9 0,2 2 4 0,-1-1-2 0,-1 1 1 16,0 2 8-16,-1 1-1 0,-2 2 7 0,-1 2-5 0,-2 1 1 0,-2 1-4 16,-3 3-2-16,-2 1 7 0,-3 1 2 0,-2 1 2 0,-5 1 5 0,-2 3 1 15,-3-1 2-15,-2 2 5 0,-5 1 1 0,-6-1 2 0,-4 4 5 16,-4-1 6-16,-7 4 0 0,-2 1 10 0,-6 2 1 0,-5 1 5 0,-4 2 5 16,-6 2 3-16,-7 1 0 0,-4 2 1 0,-5 0 5 0,-7 0-4 15,-2 0 13-15,-7-1 7 0,-4 0 6 0,-2-3-2 0,-6-2-17 0,-3-2-11 16,-4-2-10-16,-5-1-2 0,-3-4-8 0,-4-1 2 0,-2-3 7 0,-2-3 13 15,1-1 19-15,2-2 0 0,3-4 0 0,2-3-4 0,5-4-1 16,3-5-8-16,3-3-15 0,5-4-13 0,4-3-21 0,4-4-14 0,5-2-1 16,5-4-10-16,2-1-2 0,3-1 2 0,5-3-9 0,1-1 6 0,4-1 1 15,3 0-4-15,4 0 4 0,3 1-8 0,3-1-4 0,2 1-3 16,3-1-9-16,3-2-5 0,3-1-4 0,4-1-8 0,2-3-16 0,7-2-27 16,3-1-42-16,4-3-46 0,3-1-71 0,3-1-73 0,3-2-18 15,6-1 8-15,2-1 66 0,3-5-53 0</inkml:trace>
  <inkml:trace contextRef="#ctx0" brushRef="#br0" timeOffset="-123946.34">14963 13540 171 0,'32'-5'37'0,"6"-2"-19"0,13 0 19 0,-1 0 9 15,-4 0 0-15,3 0-1 0,2 0-6 0,2 0-9 0,-1-1-5 16,1-1-2-16,-1 1 4 0,1-2-4 0,-1 1 8 0,-1 0-1 0,-2 0-4 15,-1 0 7-15,-3 0 2 0,-2 1 4 0,0-1 11 0,-1 1 3 16,-3 0-1-16,1 0 3 0,-7 0-5 0,-2-2-6 0,-3 1-8 0,-3-1-3 16,-3 0-2-16,-3 1 7 0,-3-1 11 0,-4-1 2 0,-2-1 0 0,-5 0-2 15,-4-2-5-15,-5 0 0 0,-4-3-9 0,-9-1-23 0,-7-4-22 16,-10-2-30-16,-8-5-20 0,-12-4-26 0,-9-3-29 0,-7-5-31 0,-11-4-55 16,-9-3-61-16,-13-4-164 0</inkml:trace>
  <inkml:trace contextRef="#ctx0" brushRef="#br0" timeOffset="-100511.2">8472 12601 652 0,'-7'-6'118'0,"0"0"-46"0,-1-1-15 0,3 0-14 0,-1 0 2 16,1 0-9-16,0-1-12 0,0 2-11 0,0-1-8 0,0 0-2 0,0 2-4 16,-1 0-1-16,0 0-6 0,0 2-6 0,-1 0-3 0,1 1 0 0,-1 1 7 15,0 1 11-15,-1 1 7 0,1 0 7 0,0 1 3 0,1 0 2 16,1 0 5-16,0 1-3 0,2 1-2 0,0 0-3 0,0 0-2 0,1 3-3 16,0 1 4-16,1 0-5 0,-1 3-4 0,-1 2-2 0,1 2-5 0,0 0 3 15,0 3-1-15,0 1-2 0,-1 0 6 0,0 1 2 0,-1 3 8 16,-1-1 1-16,1 3 1 0,0 0-3 0,-1-1-2 0,1 3 7 0,0-2 0 15,0 3 4-15,-2 0 0 0,0 0-4 0,-1 2-3 0,0 0-4 16,0 1-2-16,1 0-1 0,0 0-4 0,1 0 0 0,1 0-3 0,0 1-1 16,1 0-2-16,0-2-3 0,2 1 7 0,2-2-1 0,1 0-3 0,2 0 0 15,0 1-1-15,3-3-2 0,1 0 3 0,3-2-2 0,2-1 1 16,1 0-1-16,1-3 3 0,1 0 6 0,2-2-2 0,1 0 3 0,3 0 2 16,2-2 0-16,1-5 3 0,1 2 3 0,-1-3-2 0,0-1-2 0,1 0 1 15,0-3 0-15,2-1 2 0,-1 0 1 0,2-1-4 0,-1-2-5 16,1 0-5-16,1-3 1 0,1 0 2 0,-1-2-1 0,1-2 6 0,1-1 0 15,0-3 2-15,-1 0 4 0,1-4 3 0,-2-2 4 0,1-1 6 16,0-1 12-16,-1-3 10 0,-3-2 11 0,0-2 7 0,-1-2 3 0,-3 1 2 16,2-1 0-16,-2-2-5 0,-1-1-9 0,-2-1-11 0,-3-2-6 0,0 0-6 15,-2 2-4-15,-1-2-3 0,-3 1-3 0,-1-2-8 0,-2 0 6 16,-3-1-10-16,-4 1-1 0,-1-1 2 0,-5 1-1 0,-2-1 6 0,-1-1 2 16,-3 0 0-16,-1-1-2 0,-4 0-1 0,-3 2-7 0,0-1 0 15,-4 0-1-15,0 1-6 0,-3 0-4 0,-1 3-12 0,-2 2-10 0,-3 3-11 16,-2 2-12-16,-3 3-2 0,-2 3-12 0,-2 3-5 0,-1 2-10 0,-1 4-22 15,-3 2-23-15,-1 3-33 0,-1 1-48 0,1 3-78 0,0 1-110 16,1 2-54-16,1 0 59 0,2 1-15 0</inkml:trace>
  <inkml:trace contextRef="#ctx0" brushRef="#br0" timeOffset="-71158.44">23223 9498 861 0,'-4'-2'128'0,"1"0"-77"0,1-2-45 0,3 0-25 0,4-2-6 16,3-1 3-16,4-1 2 0,2 0 8 0,3-1 2 0,3 0 5 0,1 2 0 15,1-2 1-15,4-1 5 0,2 1-3 0,2-1 6 0,2 0 1 16,4 0 7-16,3 1 15 0,3-2 13 0,2 1 17 0,2 0 13 0,4-1 5 16,5 1-8-16,3 0-11 0,5-1-16 0,4 0-20 0,4 0-10 0,4 1-6 15,2 1-6-15,1 3 1 0,4 2-2 0,-1 2 0 0,2 4 1 16,2 2-3-16,0 4-2 0,-1 6-3 0,1 3 1 0,-4 4-4 0,-2 4 8 16,0 5 3-16,-4 3-1 0,-2 6 6 0,-1-1 3 0,-3 3 7 0,-4 5 7 15,-4 1 3-15,-3 3 7 0,-6-1 3 0,-2 3-1 0,-4 0 7 16,-4 2-6-16,-5 0-4 0,-4-3-5 0,-5 0-2 0,-4-2-7 0,-5-1 18 15,-5 0 9-15,-4-3 5 0,-4-1 22 0,-7-2-5 0,-6-2 10 0,-6-3 3 16,-6-2-5-16,-7-1 7 0,-6-2-15 0,-7-3-10 0,-8-1-18 16,-10-6-24-16,-9-1-7 0,-11-3-14 0,-8-5 4 0,-7-3 4 0,-7-4-11 15,-4-3 1-15,-6-4-3 0,-4-1-7 0,-6-3-16 0,-6-3-30 0,-7-1-34 16,-2-1-37-16,-7-1-35 0,-1-1 12 0,0 0-43 0,-1-1-9 16,2-2 25-16,4-5 40 0,4-2 85 0,7-2 61 0,8-1 30 0,10-1-10 15,5-4-27-15,8-1-21 0,7-7-20 0,8-3-31 0,8-6-41 16,9-7-33-16,9-6-2 0,6-10-85 0</inkml:trace>
  <inkml:trace contextRef="#ctx0" brushRef="#br0" timeOffset="-65290.5">19546 9969 261 0,'-2'0'113'0,"-1"-1"-56"0,1 1-22 15,0-1-12-15,2 0-6 0,1 0-4 0,0-1-6 0,1 0-7 0,0-2-2 16,1-1 2-16,-1 0-1 0,0 0 0 0,1-1-1 0,-1 0-2 0,-1 0-1 16,1 0-2-16,-1 0-2 0,0-2-1 0,0 1-1 0,-1 0 4 15,1-1 1-15,0 1 2 0,0-1 4 0,0 2-1 0,0-2 0 0,1-1 1 16,0 0 0-16,0-1 3 0,0 0 0 0,1-1 2 0,-1 2 2 0,1-3 0 15,0 2 1-15,-1 0-1 0,1 0-2 0,0 0 1 0,-1 2-1 16,0-2 1-16,0 1 3 0,0 1-1 0,-1 1 2 0,0 0 2 0,-1 1-3 16,0 1 4-16,-1 1 1 0,-1 2-1 0,-1-1 4 0,0 1-1 15,-1 2-2-15,-1 0 0 0,0 1-2 0,-1 0-3 0,-1 2-2 0,-1 0-2 16,0 3-2-16,0 2 1 0,-2 0-1 0,1 2-2 0,-2 3 1 0,1 0-3 16,-2 2 0-16,1 1 1 0,0 0 1 0,0 0-1 0,0 0 1 15,1 0 1-15,1-2-1 0,2 0 0 0,-1-2-2 0,2 2 1 0,-1 1-1 16,1-1 0-16,1 0 2 0,0 0-4 0,2 2 1 0,1 0-1 0,0 1 2 15,1 1 0-15,0 1 1 0,2 0 0 0,0 1 2 0,1 1 1 16,1-3 1-16,0 2 3 0,1-1 5 0,2 0 6 0,1 0 10 0,2-1 8 16,0 1 0-16,0-2 3 0,4 0-4 0,0 0-4 0,2-2 3 0,1-2-1 15,1 0-3-15,1-1 4 0,1-1 2 0,1-2 5 0,1-1 4 16,2-1 5-16,-2-1-2 0,1 0 0 0,-1-1 5 0,1-2-3 0,3 0-1 16,-3-2-5-16,1 0-10 0,0 0-7 0,-4-2-5 0,2 1-3 0,-2-1 0 15,-2 0 0-15,2-3 2 0,-1 0 6 0,-1-3 9 0,1-2 7 16,-1-1 5-16,-1-3 1 0,1-2 1 0,0-3 5 0,1-1-4 0,-1-4-4 15,-3-2-3-15,2-1-15 0,-2-3-6 0,-1 0 7 0,-1-2-12 16,-2-1 4-16,-1-3 2 0,-2 1-12 0,-4-1 0 0,-2 1-3 0,-4 0-4 16,-3 0 1-16,-2 2-3 0,-3-1-2 0,-2 3-1 0,-4-1-1 0,-2 3-2 15,-3 3-5-15,-1 2-1 0,-3 4-3 0,0 2-3 0,-5 3-1 16,1 4-1-16,-5 5 2 0,0 4 6 0,-2 4 2 0,-3 4 5 0,0 5 1 16,-2 4-3-16,1 2-5 0,0 4-7 0,0 4-2 0,-1 5-8 0,3 5-12 15,-1 3-12-15,2 2-28 0,1 4-50 0,-1 1-65 0,3 3-90 16,0 3-77-16,3 2-16 0,3 1 68 0,2 3-11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2T11:11:14.5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19921 6869 405 0,'-3'-2'171'0,"-1"1"-101"0,0 0-39 0,1 0-18 0,0 1-11 16,1-1-4-16,0 1-6 0,0-1-8 0,0 1-12 0,0 0-11 15,-1 1-7-15,1-2-3 0,-1 0-3 0,0 1 5 0,1-1 2 0,-1 1 6 16,0 0 8-16,1-1 8 0,-1 0 9 0,0 1 8 0,0-1 10 16,0 0 6-16,0 0 9 0,0 1 11 0,0 0 8 0,1 1 7 0,-1 0 1 15,0 0-2-15,1 1-2 0,0 0-1 0,0 1 0 0,0 0 3 0,1-2 0 16,0 2 2-16,0 1 2 0,-1 0-1 0,1 1 2 0,1 0 0 15,-1-1 1-15,2 0 3 0,-1 0-2 0,1 0-1 0,1 0-4 0,0 0-13 16,1 0-1-16,0 0-3 0,0 0-2 0,0 0 5 0,0-1-2 0,1 1 2 16,1-1 3-16,0-1 0 0,1 1 0 0,1-2 0 0,0 0-5 15,2 0-2-15,0-1 0 0,0 0 1 0,0-2-1 0,0 0 1 0,1-2 2 16,1 0-1-16,-1-2 6 0,1 1 1 0,-1-2-2 0,1-2 2 16,0-1-1-16,0-1-3 0,-1 1 12 0,0 0 0 0,-1-2 5 0,0 1 4 15,-1-1 0-15,-1 0 6 0,-1 1 1 0,0 2 0 0,-1 0-2 0,0 0-3 16,-1 1 0-16,-2 1-3 0,0 0-7 0,0 2-5 0,-1 0-8 15,-1 2-7-15,-1 1-8 0,0 1-6 0,1 0-6 0,-1 1-4 0,1 0-2 16,-1 0 5-16,1 1-3 0,-1-1-1 0,1 1 4 0,1 0-6 0,-1-1 2 16,0 3 4-16,1 0-3 0,0 0 3 0,1 2 0 0,0-1 0 15,0 2 5-15,0 1 4 0,1 1-4 0,0 2 0 0,0 1-2 0,-1 1 1 16,1 3-4-16,-1 1 3 0,0 1-6 0,0-1 5 0,-1 3-6 16,1 0 3-16,0-2-3 0,1 1-9 0,0-1 1 0,-1-1-1 0,1-1 11 15,-1 0 11-15,1 0-1 0,-1 0-1 0,2-2-10 0,-2 0-2 0,1-1 1 16,0-2 3-16,0 1-4 0,-1-1 3 0,1 0-1 0,-1-1 1 15,0 0-1-15,-1-1 0 0,0-1-4 0,-2 0 2 0,0-1 0 0,-1-1 2 16,-2 1 0-16,0-2-1 0,-1 1-1 0,1-1-1 0,-2-1-1 0,-1 1 0 16,-1-1 0-16,0 0 2 0,-1 0 0 0,0-1 2 0,1 0-2 15,0 0-2-15,0 0 6 0,1 0-2 0,1 0 1 0,0-1 2 0,2 0-3 16,1 0 3-16,0 0-3 0,1-1 1 0,1 0 1 0,0 0-10 16,1 0 12-16,0-1-8 0,1 2 4 0,0-1 3 0,1 1-5 0,1 0 1 15,2-1 5-15,2 0-3 0,0 0 6 0,1-1 1 0,1 0-3 0,0 0 3 16,1 0-6-16,1 0-3 0,1-1 6 0,-1 1-3 0,-1 0-1 15,0-1 4-15,1 1 0 0,0 1 7 0,0-1-3 0,0 1 6 0,-2 1 2 16,1 0-3-16,-1 1 7 0,0 0-3 0,-1 1-4 0,-1 0 5 0,1 0-2 16,-1-1-2-16,1 2-5 0,0 1-1 0,0-1-6 0,-1 1 1 15,0 0-1-15,-1 0-5 0,0 1 2 0,0-1 3 0,-1 0-5 0,-2-1 0 16,2 1 2-16,-1 0-2 0,-1-2 0 0,-1 1 4 0,0-1-6 16,-1-1 6-16,0 0-4 0,-1-2-6 0,0 1 3 0,-1-1-8 0,-1-1-5 15,0 1-11-15,-1-2-14 0,-1 0-13 0,0-2-14 0,-1 0-12 0,1-3-10 16,-2 0-16-16,-1-1-16 0,0-2-12 0,0 0-16 0,-1-2-20 15,0 1-22-15,0-3-16 0,1 1-4 0,-2-2-11 0,2 0 9 0,-1-1 6 16,0-2 8-16,0-2 24 0,0 1 21 0,-1-2 25 0,0-1 32 0,-1 1 32 16,-1-1 27-16,1 0 14 0,0 2-85 0</inkml:trace>
  <inkml:trace contextRef="#ctx0" brushRef="#br0" timeOffset="483.99">19655 6898 2378 0,'-3'-13'355'0,"1"2"-292"0,2-2-40 0,3 3-20 0,4 1-3 0,1 0-5 16,2 1 4-16,0 0 4 0,-1 0-5 0,0 2 7 0,-2-1-3 16,-1 1 1-16,2 0 1 0,0 0-4 0,3 0-2 0,2-1 5 0,0 0-4 15,3 0-1-15,1 0 2 0,2-1-5 0,1 0 8 0,1 0-1 0,2-1-2 16,1 1 2-16,4-1-2 0,0 1 0 0,1-1 1 0,1 1 3 15,0 0-3-15,3 0 3 0,-2 1-6 0,2 2 4 0,0 0 1 0,-1 1-3 16,3 1 5-16,-1 1-7 0,1 0-3 0,0 1 7 0,0 0-2 0,-2 1-2 16,-1 1 2-16,-2 0 4 0,0 2-4 0,-1 2 1 0,1 1 8 15,-2 4-8-15,0 1 4 0,-3 4-1 0,0 1-3 0,-3 2 3 0,0 4 1 16,-1 2 3-16,-2 3-4 0,0 2-3 0,-2 4 3 0,1 1-3 16,-3 2-1-16,0 0-10 0,-2 2 10 0,-1-2-1 0,-2 1-1 0,-3 0 9 15,0-1-12-15,-2-1-2 0,-2-3 7 0,-2 0 2 0,-2-3-2 0,-2 1 3 16,-3-4-1-16,-3 0 1 0,-3-3 9 0,-4-2 3 0,-3-1 7 15,-3-2-4-15,-2-1 3 0,-2-2-2 0,-1-1-4 0,-1-3 6 0,-2-1-6 16,-3-2-1-16,0-2-4 0,-4-2-10 0,0-2 0 0,1-2 6 0,-2-2-3 16,1-1 7-16,0-2 1 0,-1-2 3 0,1-1-2 0,1-2 6 15,2-1 1-15,-2-3-2 0,3-1 6 0,-2-1 4 0,-1-2 0 0,1-3-2 16,-2-2-2-16,1-1-9 0,1-3 3 0,0 1-5 0,4 0-1 0,2 2 9 16,4 3-5-16,2 1 3 0,2 2-7 0,3 3-11 0,2 0 0 15,1 0-4-15,2 2 0 0,2 2 6 0,3 0-5 0,2 2-5 0,2 1 3 16,2 1-12-16,3-1-2 0,3 0-5 0,3 0-7 0,3-2-10 15,3 1-26-15,3-1-30 0,1-1-36 0,2 0-61 0,3 2-73 0,0-3-130 16,2 1-125-16,1-3-71 0,1-4-164 0</inkml:trace>
  <inkml:trace contextRef="#ctx0" brushRef="#br0" timeOffset="1532.99">3468 7813 1748 0,'-1'-4'335'16,"0"-1"-328"-16,1-1-35 0,2 0 8 0,3 0 18 0,1 1 17 0,3-2 3 16,2 0-5-16,0 0-16 0,4 0-13 0,3 2-6 0,0-1-9 15,2 1 4-15,0 2 4 0,2 1 3 0,-3 2 5 0,0 0 3 0,-1 2 1 16,-3 1 8-16,0 1 2 0,-1 1 5 0,-1 0 4 0,0 1-2 16,-2 2 6-16,2 1-1 0,1 1 0 0,1 0-4 0,1 1 0 0,1 0 0 15,0-1-3-15,1 2 1 0,-1-1-2 0,4 1 1 0,3 0-1 0,3 0 0 16,3-2 3-16,3 0-1 0,1-2-1 0,4 0-1 0,1 0 0 15,5-1-3-15,2-1-1 0,1 0-1 0,3-2 2 0,1 1 3 0,1-2 1 16,2-1 6-16,2 1 1 0,2-2 1 0,1 0 2 0,1 0 0 0,0 0-2 16,1 1-8-16,2 0 0 0,0 2 2 0,1 1 1 0,2 0 7 15,0 1 4-15,5 2 2 0,-1 1-1 0,3 0 5 0,0 1-10 0,2 1-2 16,3 0-5-16,0 0-5 0,3 0 5 0,-1-1 1 0,3-1 4 16,3 0 7-16,0-3-1 0,2 0 2 0,1-3 5 0,4-1 6 0,1-1 4 15,1-3 5-15,0-1-1 0,1-2-9 0,-2-2 9 0,1-1 0 0,3 1 4 16,-3-1 2-16,2-1-6 0,0 0-3 0,-1 0-3 0,1 1-10 15,-1 0-1-15,4 1-2 0,-2 0-6 0,1 1-6 0,3 0-10 0,-2 0 1 16,1 0-11-16,1 0 0 0,-1-1-3 0,1-1-13 0,0 0-17 0,-1 1-27 16,-1-1-32-16,-2 0-38 0,-2 0-31 0,-2-1-29 0,-2 1-24 15,-2 0-3-15,-2 2-3 0,-2-1 10 0,-1 1 12 0,-3 0 10 0,-1-2 0 16,0 0 0-16,-2-1-106 0</inkml:trace>
  <inkml:trace contextRef="#ctx0" brushRef="#br0" timeOffset="7950.4">14346 6639 345 0,'-23'-6'93'0,"0"2"-22"15,-6 0 0-15,5 2-10 0,6 1-8 0,0 1-4 0,3-1 2 0,2 0 2 16,3 0 2-16,0-1-2 0,2 0-1 0,1 0-7 0,1 0-3 0,1 0-8 16,2 0-7-16,0 0-6 0,1 0-3 0,0 1-4 0,1 0 0 15,0-1 1-15,1 1-3 0,0 0-1 0,0 0 0 0,0-1 0 0,1 1 3 16,-1-1-1-16,1 0 2 0,0 0 0 0,1 0 1 0,0 0 6 16,1-2-5-16,1 1 3 0,0-1 2 0,2 0 0 0,1 0 6 0,2-1 0 15,2 0 0-15,0-1-5 0,2 0 2 0,3 0 0 0,2 2 0 0,1-1 2 16,4 1 0-16,2 0-4 0,0 2 3 0,3 0-2 0,2 1-1 15,2 1 1-15,2 1-4 0,3 0-10 0,3 2-1 0,2 0-5 0,3 2 0 16,3 0-3-16,1 2 2 0,1 0-3 0,0 0-1 0,0 2 2 0,0-3-6 16,2 2 5-16,-1-1 5 0,-3-1-5 0,0-1 4 0,-3 2 0 15,-1 0-2-15,-3-1 2 0,0 2-7 0,-1-1 0 0,-2 3 3 0,0 1-8 16,-4 0 8-16,0 1 0 0,0 1-3 0,-1 2 1 0,0 3-4 16,-1 2-2-16,0-1 3 0,-3 5 4 0,0 1-5 0,-3 3 0 0,0 2-4 15,-2 2 4-15,-1 1-9 0,-2 1-1 0,-2 2 6 0,-2 2-6 0,-3 0 11 16,-2 1-2-16,0 1 0 0,-4-1 1 0,1 2 2 0,-3-2-2 15,-1-1 2-15,-2-1 1 0,-2-5-2 0,-1 1 4 0,-2-3-1 0,-1 0 0 16,-3-2 4-16,-2 0 2 0,-1-4-2 0,-4 0 1 0,-2-1 1 0,-4-2-5 16,-4 2-2-16,-4-3 0 0,-4 1-5 0,-4-1 0 0,-3-2 0 15,-4-1 3-15,-2-1 0 0,-2-1 8 0,-2-3-1 0,-1-1 3 0,-3-1 3 16,1-1-3-16,0-2 3 0,-1-1-7 0,0-2-7 0,0-2-15 0,-2-1-18 16,-2-2-18-16,0-2-13 0,-1-1-12 0,2-2-13 0,0-3-16 15,0-2-16-15,0-2-22 0,1-4-21 0,1-4-1 0,3-3-1 0,5-4 25 16,4-6-104-16</inkml:trace>
  <inkml:trace contextRef="#ctx0" brushRef="#br0" timeOffset="14251.21">16611 7803 419 0,'-12'4'50'0,"-1"1"-15"0,-3 1-15 16,3 0-6-16,4-1-1 0,0 0 2 0,2-1-1 0,1 0 2 0,2 0 2 16,2-2 0-16,0 1 2 0,2 0-5 0,1 0-3 0,1 0-1 15,2-1 2-15,2 1 2 0,0 0 2 0,3-1 3 0,1 1 3 0,0-1-1 16,2 0 0-16,-1 0-1 0,2 0-3 0,1 1-1 0,0-1-3 15,3 0 1-15,0 0-2 0,0 0 0 0,3 0-2 0,1-1 7 0,1 1 3 16,3 1 2-16,1 0 3 0,2 0 0 0,3-1 0 0,0 1-1 0,4 0-3 16,2-1-3-16,2-1-3 0,3 0-1 0,0 0 3 0,3-2-5 15,0 0-5-15,2-1-2 0,1 0-2 0,0-1 0 0,1 0 1 0,1 0-1 16,3 0-2-16,-3-2 1 0,0 1-1 0,1-1 1 0,-3 1 3 0,1 0-3 16,-1 0 2-16,-1 0 0 0,0-1-1 0,-1 1 6 0,-1-1 8 15,0-1 7-15,1-1 4 0,1-1 4 0,1-2 0 0,-2-2-4 0,1-1-1 16,-1-1-3-16,0-2-8 0,-3-1-6 0,0 0-3 0,-1 0-1 15,-3-2-1-15,0-2 0 0,0 1 7 0,-1-3-2 0,1-1 1 0,1-2 3 16,-2-2-10-16,0-1 4 0,0-2-5 0,-1 0 1 0,1-2 3 0,-3 0-5 16,-2-2 3-16,-1-1-6 0,-3-3-3 0,-2-1 0 0,0 1 0 15,-4-1 1-15,-2-1 4 0,-4-1-6 0,-6 0 9 0,-3-1 1 0,-4 3 6 16,-4 1 8-16,-4-1-6 0,-3 4 6 0,-4 0-3 0,-6 1-3 0,-4 1-5 16,-4-2-9-16,-5 3-4 0,-2 0-1 0,-5 3-3 0,-4 3-1 15,-4 2-5-15,-6 2 3 0,-6 2-3 0,-3 5 1 0,-4 2 1 0,-3 4-2 16,-4 4 5-16,-3 4 0 0,-3 4 5 0,-2 4 4 0,-2 4 0 0,-3 5 4 15,2 2-4-15,-2 5 0 0,0 4-1 0,1 4-1 0,-2 3 4 16,3 5-2-16,1 2 1 0,2 3-2 0,1 3-4 0,3 2-16 0,0 4-23 16,3 3-34-16,2 4-31 0,2 4-39 0,5 1-45 0,1 3-63 15,6 3-151-15</inkml:trace>
  <inkml:trace contextRef="#ctx0" brushRef="#br0" timeOffset="-200740.46">4693 8429 656 0,'1'-14'48'0,"2"0"11"16,3-2-1-16,4 2-3 0,5 1 3 0,6-3 0 0,4-1-7 0,4-2-10 15,5-2-19-15,3 2-14 0,6-2-7 0,5 1-8 0,6-1-3 0,5-2-3 16,7-1-5-16,4 0 2 0,6-1-4 0,4 1-4 0,0 0-11 16,-1 3-4-16,-2 2-3 0,-4 1 5 0,0 0 7 0,-1 2 9 0,2-3 9 15,3 0 5-15,2-2 5 0,0 1-2 0,2-1 2 0,3 0-2 0,1 1 3 16,3-1 2-16,1 0 4 0,6-2 2 0,1-2-4 0,4 1 3 16,-1-1-5-16,0 0-4 0,1 3 7 0,-1-1 0 0,3-1-3 0,2 1 2 15,0-2-4-15,3 3-1 0,1-1 4 0,0 1-2 0,1 0-2 16,-1 1-1-16,0 2 1 0,3 0 0 0,0 1 1 0,0 1-2 0,0 4-1 15,-2-1 4-15,2 2-3 0,-2 2 2 0,-1 1-1 0,-2 2-1 0,-2 4-1 16,-2 0 3-16,-3 4-1 0,0 2 1 0,-3 3-1 0,-1 2 1 16,-4 2-1-16,-1 1 1 0,-3 3 1 0,-2-1-1 0,-3 4 3 0,-1 1-1 15,-1 1 0-15,-4 1-1 0,-3 2-1 0,-2 2-2 0,-4-1 1 0,-3 4-2 16,-2-1 1-16,-3 1-4 0,-3-1 1 0,-3 1 2 0,-2 1-1 16,-4 0 6-16,-2 1-2 0,-3 0 1 0,-3-1 3 0,-4 0-1 0,-3 1 5 15,-3-1-2-15,-3 2 3 0,-4 0 2 0,-2 0-2 0,-4-1 2 16,-4-1-1-16,-4-1 4 0,-4 1 6 0,-4-1 10 0,-3 1 5 0,-5 0 4 15,-2 0 5-15,-4 0-2 0,-3-2-3 0,-2 1-4 0,-3-1-1 0,-4 1-3 16,-2 0 1-16,-6 2 0 0,-3 0-5 0,-3 0-1 0,-5 2-1 16,-2-1-1-16,-3 2-2 0,-5-1 3 0,-1 1-4 0,-3-2-2 0,0 0 1 15,-2-3-6-15,-1 2 1 0,-3 0 0 0,-5 1-4 0,-3 0 0 0,-6 2-7 16,-2-2-6-16,-2 1 3 0,-2-1 0 0,0-1 1 0,-3-1 10 16,-2 1-1-16,-4-2 5 0,2-2-2 0,-1-3 3 0,2-3 0 0,-1-2 1 15,0-2 7-15,0-2 0 0,-1-1-2 0,1-2 0 0,-1-1-5 16,-4-1-6-16,-2-1 2 0,-3-1 1 0,-4-1 2 0,3-2 11 0,1-1 2 15,1-3 6-15,3-1 3 0,-1-2-4 0,-1-2 4 0,2 0-9 0,3 1-6 16,6-2-9-16,1 1 0 0,3 0-7 0,-1 0-10 0,2 0-10 16,0 2-26-16,1 1-46 0,3 2-91 0,-2 1-108 0,2 2-89 0,-3 3-37 15,-3 4-101-15</inkml:trace>
  <inkml:trace contextRef="#ctx0" brushRef="#br0" timeOffset="-191706.31">10004 9373 607 0,'-2'-8'105'0,"2"0"-77"0,2-1-36 0,4 2-5 0,3 1 4 16,2 2 3-16,1 0 1 0,4 1 0 0,2 0-1 15,2 1 1-15,4 0 0 0,1 1-1 0,0 0 2 0,3 0-3 0,-1 1 2 0,5-1 1 16,1 0 0-16,2 1 4 0,0-1 3 0,1-1 2 0,1-1 2 0,2 1 0 15,2-1-2-15,0 1-4 0,1 0-1 0,2 0-1 0,-2 0-1 16,2 1 3-16,-1 0-1 0,1 1 1 0,0 0 1 0,0 1 0 0,2 0-2 16,-1 2 0-16,-1 0-3 0,0 2-1 0,1-1 0 0,0 1 0 0,0 3-4 15,0 0-1-15,1 2-5 0,-1 2 0 0,-1 1-1 0,-1 1-4 16,3 0-2-16,-2 2-1 0,0 1 1 0,1-1 2 0,-2 1 1 0,-2-2 3 16,-1-3 3-16,0-3-4 0,-3-3-1 0,1-2 1 0,-2-1 1 0,-3-1 6 15,0-2 4-15,-4 1 3 0,-2 0 0 0,-2 1-1 0,-5 1 1 16,-3 2-3-16,-2 3-1 0,-3 0 0 0,-3 3 0 0,-2 0 4 0,-1 2 1 15,-3 3 1-15,-2 1-1 0,-3 2-2 0,-2 4-4 0,-3 1-5 16,-4 0-8-16,-2 2-10 0,-5 2-7 0,-5 3-4 0,-2 3 4 0,-6 1 7 16,-3 0 10-16,-5 0 6 0,-2 0 5 0,-4 0 5 0,-4 0 1 0,-1-2 1 15,-4-2 0-15,1-4 3 0,-2-1 2 0,0-3 5 0,-1-2 4 16,1-2 7-16,0-2 5 0,1-4 11 0,0 0 5 0,-1-2 6 0,1 0 6 16,1-2 6-16,3 0 7 0,1-3 9 0,2-1 4 0,1-1 3 0,4-2 1 15,3 0-5-15,2-2-5 0,4 0-11 0,1-1-6 0,4-1-9 16,1 0-4-16,2 0 2 0,2-1 0 0,2 0 0 0,2 0-1 0,0 0-1 15,2-1 0-15,2-1-5 0,0 0 3 0,1 0-3 0,0-2-7 16,1 1 0-16,1 0-8 0,1 0-5 0,1-1-1 0,1-1-2 0,1 1-4 16,1-1-4-16,3 0-6 0,0 0-6 0,0 1-3 0,1-1-10 0,2 0-2 15,0 0-7-15,2 0-7 0,1 0-12 0,1 1-11 0,1 2-14 16,0 0-27-16,4 1-36 0,0 1-51 0,3-2-42 0,1 1-18 0,2 1 52 16,1-2-28-16</inkml:trace>
  <inkml:trace contextRef="#ctx0" brushRef="#br0" timeOffset="-190972.71">13821 9321 79 0,'4'-5'65'16,"1"0"-5"-16,2-1-4 0,-1-1-3 0,0-1-4 0,1 1-4 0,0-2-5 16,2 1-5-16,0-1-4 0,2 1-5 0,1-1-1 0,1-1-2 15,0 1-4-15,-1-2-3 0,2-1-4 0,1 3-2 0,0-2 1 0,0 1-4 16,2 0-1-16,1 1-1 0,1 0-4 0,0-1 1 0,2 1-2 0,1-1-3 16,-2 0 2-16,3 0-2 0,1 0-2 0,4-2-3 0,1 1-12 15,2-3-5-15,3-1-14 0,3-2-17 0,0-1-12 0,4-1-11 0,0-3 1 16,4 1 12-16,2-2 13 0,5-1 12 0,2-1 11 0,2-2 9 15,3-1 8-15,3-3 3 0,0 0 3 0,4-1-1 0,1 1 0 0,0 1 2 16,2 1 1-16,0-1 2 0,0 2 2 0,-1 0 0 0,0 3 1 0,-1 3 0 16,-1 2-1-16,0 4 0 0,-1 2-2 0,-2 2 1 0,0 4-1 15,0 4 1-15,-2 4-1 0,1 5 1 0,-2 4 2 0</inkml:trace>
  <inkml:trace contextRef="#ctx0" brushRef="#br0" timeOffset="-190773.27">17262 9422 17 0,'19'44'28'0,"1"6"13"0,5 15 9 0,-5-8 10 16,-6-10 7-16,-1-1 14 0,-2-4 16 0,-1-2 12 0,0 0 4 0,-3-3-2 16,-1-2-6-16,-1-1-8 0,-1-2-13 0,-2 1-11 0,-2-4-12 0,-2 2-6 15,-4-4-9-15,-1 0-1 0,-3 1-3 0,-4-1-7 0,-2 1 0 16,-3-2-5-16,-2-1 0 0,-4-2 2 0,-5 0 0 0,-4-2-3 0,-3-2-9 16,-4 1-7-16,-6-1-11 0,-3-4-6 0,-7 1-6 0,-4-2-1 0,-6-1-3 15,-5-1-3-15,-5-3-4 0,-7-1-9 0,-7-2-3 0,-4-1-6 16,-6-1-10-16,-6-1-7 0,-2-1-14 0,-2-1-5 0,-2-3-47 0,-1-1-31 15,-1-1-16-15,1-4-41 0,-2-2-10 0,-1-2-77 0</inkml:trace>
  <inkml:trace contextRef="#ctx0" brushRef="#br0" timeOffset="-185946.22">11428 8630 42 0,'-13'-1'41'0,"-1"1"-20"0,-4 1 1 0,5 1-3 16,2 1-5-16,2 0-3 0,0-1-3 0,2 1-1 0,1 0 0 16,-1 1-2-16,1 0 1 0,2-1-1 0,-2 1 1 0,1 0 1 0,2 0 3 15,-1 1 5-15,0-1 6 0,0 0 9 0,0-1 7 0,-1 0 3 0,1 0 3 16,-1 0-1-16,-1 1 1 0,0-1 1 0,2 1-1 0,-2 1 0 15,-1 0-1-15,-1 1-2 0,0 0-3 0,1-1-3 0,0 0-6 0,1 0-4 16,2-1-4-16,0 0-6 0,1-1 0 0,3 0-3 0,-1-2-1 0,2 0 1 16,0-1-4-16,3 0 1 0,2-1 3 0,2-2-1 0,3 0 4 15,2-2-1-15,2 0 0 0,0 0 2 0,2-1-1 0,2 1 1 0,-1-1-1 16,1 1 1-16,0 1 0 0,0 0 4 0,1 2-2 0,-1 1 2 16,-1 1-1-16,-2 0-2 0,0 1-1 0,0 2-3 0,0 1-1 0,-2 1-3 15,1 2 1-15,-1 2-4 0,-1 1 2 0,-1 1-4 0,-2 0 0 0,-1 3 2 16,-3 1-4-16,-3 1 3 0,-1-1-4 0,-3 2-1 0,-3 3 2 15,-2 1 5-15,-3 0 7 0,-2 2 0 0,0-2 3 0,-1 1-3 0,0-1-1 16,2-3 4-16,1 0-3 0,2-2 1 0,1-2-5 0,2-2-2 0,1 0-5 16,2-2-2-16,2 1 2 0,0-3-2 0,1 1 1 0,1-2-1 15,0-2 2-15,1-1-1 0,1 0 3 0,1-3-1 0,0 0 3 0,2-3-1 16,-1 0 2-16,2-2-2 0,1-1 0 0,-1-1 0 0,2-2-2 0,-1 1-1 16,1 0-1-16,0-1 0 0,0 1-2 0,-2-1 0 0,1 1-1 15,-1-1 0-15,1 0 4 0,-1 0 0 0,-1 1 0 0,-1 1 1 0,-3 1 3 16,1 2 2-16,0-2 0 0,1 1 3 0,1-1-2 0,2 0-1 15,2 0 3-15,2-1-3 0,0 1-3 0,1 2 1 0,0 3-3 0,0 1-4 16,1 2 1-16,2 3 0 0,1 0-2 0,-1 0-4 16,-1 3-2-16,3-1-1 0,-1 2 2 0,0-1 6 0,1 1 3 0,0-1-7 0,0-1 1 15,1 0-4-15,2-2 1 0,-2 0 5 0,2-2 3 0,-1-2 1 0,-3-1-2 16,3-2 4-16,-3 0 1 0,0-3 4 0,0-1 6 0,-2-3-1 0,-1-1 7 16,-1-1 5-16,-1-1 5 0,0-1 4 0,-1-2-3 0,-1-2-5 15,-2 1-3-15,0-3-2 0,-1 0 2 0,-1 0-2 0,-1 0-6 0,-2-2-1 16,0 2-4-16,-3 0 5 0,-1-1 1 0,-1 0 2 0,-3 2 0 0,-1-2-10 15,-2 1 1-15,-2 2-3 0,0 1-4 0,-2 1-5 0,-3 1-3 16,-2 2-6-16,-3 3-4 0,0 1-5 0,-4 3-3 0,-1 2 0 0,0 1 2 16,0 3 6-16,1 1 2 0,0 2 2 0,0 2 5 0,2 1-3 15,0 2 5-15,1 1-3 0,4 2-6 0,0 0-4 0,2 2-14 0,3 1-9 16,1 2-14-16,1-1-30 0,1-1-32 0,3 1-42 0,1 0-42 0,3 0-23 16,2 1 2-16,3-1 16 0,2 0 49 0,3-1-48 0</inkml:trace>
  <inkml:trace contextRef="#ctx0" brushRef="#br0" timeOffset="-185345.74">12457 8611 592 0,'-1'-2'68'15,"2"0"-5"-15,2 1-25 0,2 1-18 0,1 1-6 0,2-1 2 16,2 1-2-16,1 0-1 0,0 0-3 0,0 0-4 0,-1 2 1 0,-1 0-3 16,1 1-1-16,-1 0-1 0,0 2-3 0,-1-1 2 0,-1 1 0 15,-2 0 0-15,-1 1 1 0,-2 1 1 0,-1 1 2 0,-1 1 0 0,-2 1 3 16,0 0-3-16,-4 2 0 0,0 1 0 0,-2 0-2 0,0 1 1 16,-2-1-2-16,1 3-3 0,-1-1 0 0,2-1-2 0,-1-1 1 0,1-1 1 15,1 0-2-15,0 0 5 0,2-3-2 0,2 1 0 0,0-1 2 0,2-2-3 16,1 0 2-16,2 0 0 0,0-2-4 0,0-2 4 0,1-1 4 0,1-1 4 15,0-2 8-15,0-1 5 0,1 0 2 0,1-1-1 0,1 0-5 16,1 0-3-16,1-1-8 0,2 1-2 0,2-1-4 0,1 1-3 0,1 1-3 16,0-1-1-16,2 0-1 0,1 0 0 0,0 0 2 0,0 0 0 0,0-1 1 15,-1-1 0-15,-2-1 1 0,0-1 1 0,0 0 1 0,-1-1 3 16,-1 0 0-16,1-2 0 0,0-2 3 0,-1 0 4 0,-1-1 0 0,0 0 4 16,0-1-3-16,-2-2-3 0,0 0 2 0,0 0 0 0,-2 2 2 15,2-2 4-15,-2 1 4 0,0 0 5 0,-2 1 2 0,-1 1 4 0,-1 0 3 16,-1 1 7-16,-1 2 3 0,0 0 3 0,-2 3 3 0,1 0-4 0,-1 1 1 15,0 2-7-15,0 0-6 0,-1 1-6 0,1 1-11 0,-1 1-2 16,1 0-7-16,1 1-4 0,0 1-2 0,0 0-3 0,0 1 0 0,2 1 2 16,0 0-2-16,-1 2 2 0,3-1-3 0,0 1 2 0,1 1-3 0,1 1 1 15,1-1 0-15,1 2-5 0,-1-1 6 0,1 0-1 0,-2-1 0 16,1 0 4-16,0 0-1 0,1-1 0 0,0-1 1 0,-1 1-2 0,1-1 1 16,-1 0 0-16,0 0 2 0,-1 0 0 0,1 0-4 0,0-1 6 15,0 1-1-15,-1 0-2 0,0 1 0 0,-1 0 1 0,-3 1-10 0,2 0 12 16,-2-1-4-16,0 1-3 0,0 0 7 0,-1-1-9 0,-1 1 0 15,-1 0 0-15,-1 0-1 0,-1 1 2 0,-2 0 3 0,-1 2-1 0,-2-1 11 16,1 0-9-16,-3 2 3 0,0 1-2 0,0 1-7 0,-1-1 2 0,0-2-1 16,1 2 1-16,-1-1-2 0,0-2 2 0,1 0-7 0,0-2-4 15,1 0-9-15,1-3-16 0,0 0-36 0,1-2-53 0,0-1-53 0,-1-2-46 16,1-1-21-16,-1-2 12 0,0-2 53 0,0-4-12 0</inkml:trace>
  <inkml:trace contextRef="#ctx0" brushRef="#br0" timeOffset="-185211.74">12924 8255 1076 0,'-5'-21'146'0,"1"2"10"0,1-1-48 0,5 5-50 16,4 5-42-16,2 2-24 0,2 3-13 0,4 2-6 0,2 3-14 15,3 2-14-15,2 3-15 0,-1 2-20 0,1 3-23 0,0 1-50 0,-1 2-61 16,2-1-15-16,0 3 28 0,-1 0-57 0</inkml:trace>
  <inkml:trace contextRef="#ctx0" brushRef="#br0" timeOffset="-184911.73">14146 8538 1001 0,'2'-6'113'0,"3"1"2"0,3 1-38 16,4 2-26-16,2 2-22 0,4 1-11 0,3 0-5 0,1 1-2 0,2 1-5 15,0 0 1-15,-2 1-4 0,-1 1-2 0,-1-1 3 0,-1 1-3 16,-1 1 2-16,0-1 0 0,-1 0-3 0,0-1 1 0,2-2 1 0,-2 0-3 16,1-1 2-16,-1 0 1 0,2 0-4 0,-1-1 2 0,0-2 4 15,-1 0-6-15,-2-1 0 0,0-1-1 0,0 0-3 0,0 0-1 0,-1-1-9 16,0-1-14-16,-1 1-19 0,1-1-21 0,0 0-51 0,-1 0-67 0,1 1-35 15,-1-1-14-15,-1-2 32 0,-1 1-64 0</inkml:trace>
  <inkml:trace contextRef="#ctx0" brushRef="#br0" timeOffset="-184378.67">14765 8261 242 0,'2'0'40'0,"3"2"0"16,2 1-4-16,3 2-7 0,2-2-5 0,2 3-3 0,1-1-3 0,1 1-2 16,0-1-1-16,1 0 1 0,1 0 3 0,0 0 3 0,-1 0 3 0,1-1 1 15,-1 0 1-15,0 0 1 0,1 0 0 0,-1 0-2 0,-1 0-3 16,0 1-1-16,-1 0-3 0,0 0-2 0,-2 0 0 0,-1 1-2 0,-1 0-5 16,-1 1-3-16,-2 1-1 0,0 0-2 0,-2 0 5 0,0 2 2 0,-2 2 3 15,-1 0 4-15,-1 0 3 0,-2-1 4 0,-1 1 8 0,-1-1 7 16,-2 0 11-16,0-1 15 0,-2 0 7 0,1-2 8 0,-1 0-1 0,0-2-10 15,1 0-14-15,-1-2-13 0,1 1-11 0,1-2-11 0,1 1-4 16,1-2-9-16,0 0-3 0,2-1-3 0,0-1-2 0,0 0-4 0,1-1-1 16,-1 0 0-16,2-2-3 0,0 0 1 0,1 0-2 0,1-2-1 0,-1 0-2 15,1-1-2-15,1 0-4 0,1 0-5 0,0 0-2 0,1 1-3 16,0 0 5-16,1 2 1 0,1 2 5 0,1 0-2 0,1 2 6 0,1 2 3 16,0 1 6-16,0 3 4 0,2 0 2 0,0 3 0 0,2 1 1 15,0 0 2-15,2 2 2 0,2-1 5 0,0 1-1 0,0-1 1 0,2 1 2 16,-2-2-1-16,0-1 1 0,0 0 3 0,-2-2 3 0,1-1 2 0,-1-1 7 15,0-1 4-15,-1-2 5 0,0-1 8 0,-1-1 1 0,-3-1 3 16,1-2 1-16,1-1 0 0,-1-1 0 0,1-1-7 0,-2-1-7 0,1-1-6 16,-1-1-9-16,-1 0-4 0,-1 0-8 0,1-1-3 0,-1-1-1 0,-1 1-2 15,0-1 1-15,-2-1-4 0,-1 1 2 0,-2-2 1 0,-1 0-1 16,-1-1 3-16,-2 0-5 0,-2 0 4 0,-1-2-3 0,-2 0 0 0,0-1 1 16,-5 1-5-16,-2-3 1 0,-2 1-3 0,-4 0-1 0,0 1 0 0,-2-2-1 15,-2 1 3-15,1 0 0 0,-3-1 3 0,1 3 3 0,0 0-3 16,0 3-1-16,-1 0-2 0,2 2-6 0,-1 2-4 0,1 1-13 0,3 3-8 15,-2 3-16-15,0 2-11 0,0 3-20 0,-1 2-22 0,0 1-42 16,2 2-44-16,0 0-27 0,1 1-14 0,2 2 13 0,0 1 27 0,2 0 24 16,2 2 38-16,1 0-68 0</inkml:trace>
  <inkml:trace contextRef="#ctx0" brushRef="#br0" timeOffset="-183528.66">15842 8392 1430 0,'-7'-11'131'0,"3"2"-9"0,-1-2-67 0,2 4-37 0,2 4-21 0,0 1-14 15,1 0-11-15,0 1-13 0,0 1-7 0,1 0-1 0,-2 2 2 0,1 0 6 16,-2 0 5-16,1 1-3 0,-2 1-5 0,0 0-6 0,1 1-5 16,0-1 4-16,0 1 7 0,1-1 9 0,1-1 12 0,0 0 9 0,0-2 8 15,0 1 7-15,0-1 8 0,1-1 5 0,0-1 14 0,0 0 5 0,1-1 5 16,0-1 2-16,1-1-6 0,1-1-2 0,0-1-8 0,0 0-2 16,1-1-5-16,1 0 0 0,0-1-1 0,0 1-1 0,1-1 4 0,-1 0-2 15,1 1 1-15,1-1 3 0,-1 1-1 0,1 1-1 0,1 0 2 16,0 2-1-16,2 0 0 0,-1 1-3 0,1 2-4 0,0 0-4 0,1 2-4 15,2 0 3-15,0 4-5 0,0 0 2 0,1 2 1 0,-1 1-3 0,0 0 3 16,0 2-4-16,-1 1 1 0,0-1 2 0,0 1-4 0,0-1 0 16,0 0-1-16,1 0-1 0,-1-1 0 0,1-1 1 0,-1 0 0 0,-2 0-3 15,-1 0-1-15,-2 0 2 0,-1 0-1 0,-3-1-1 0,-1 0 1 16,-1-1-1-16,-2 1-3 0,-2 1 6 0,-1 1 1 0,-3 1 1 0,-1 0 2 16,-1 1 2-16,-4-1 1 0,1 1 2 0,-3-1 2 0,0 0 1 0,0-1 4 15,2 0 6-15,1 0 2 0,1-2 5 0,1 1-5 0,1 0-3 16,1-1-2-16,2 0 1 0,1 0 3 0,1 0-3 0,2 0 3 0,0-2-6 15,2 1 5-15,0-1-2 0,1 0-2 0,2 1-1 0,0 1-4 0,1-1-5 16,2 1-1-16,1-1-8 0,0 1-2 0,2-2-4 0,0 2-6 16,0 1-6-16,2-2-8 0,1 1-9 0,0-1-7 0,1-1-5 0,-2-1-7 15,2-1-7-15,1 0-26 0,-1-1-35 0,-1-2-47 0,2 0-29 0,-1-2-18 16,0 0 17-16,-1-2 37 0,1-2 31 0,0-1 35 0,1-4 23 16,0-2 21-16,-2-1 18 0,1-3 13 0,-1-2 10 0,0 1 7 0,-2 0 4 15,1-2 4-15,0 0 6 0,0 0 8 0,-2-2 15 0,-1 1 10 0,-2-2 9 16,2 0 3-16,-1 1-3 0,0-1-1 0,-1 1 2 0,0 2 2 15,-1-1 2-15,0 2-2 0,-2 0-9 0,1 2-12 0,-3 0-11 0,1 3-11 16,-1 3-8-16,-1 1 0 0,-1 2-5 0,0 0 1 0,-1 2-1 16,0 1-2-16,-1 0 3 0,1 1 1 0,-1 1 2 0,1 1 2 0,-1 0 1 15,0 0 1-15,0 2 0 0,1 0 3 0,0 1-1 0,-1 2 2 0,1 1-2 16,0 0 0-16,1 2 2 0,1 0-1 0,0 1-4 0,1 1-2 16,1 1-3-16,1 1 0 0,1 1 0 0,2 2 3 0,1-1 2 0,2 2-3 15,0-1 2-15,1-1 0 0,0 1-2 0,1-1 7 0,1 0-3 0,1 1 2 16,-1-1 3-16,-1 1 3 0,2 1 6 0,-1-1 2 0,0-1 13 15,-1 0 7-15,-1 0 10 0,1-1 8 0,1 1 4 0,1-2 2 0,0-1-2 16,0 0-4-16,0-3-5 0,0-1-1 0,1-1 0 0,-2-2-1 16,2 1 6-16,0-2 2 0,-1-1 3 0,-2-2 1 0,2 0-2 0,-2-1-6 15,-1-1 1-15,0 1-6 0,0-2-9 0,-3 1-6 0,0 0-15 0,-2 2-5 16,-1 1-7-16,-1 1-12 0,-1 0-3 0,-2 2-4 0,0 2-1 16,-3 2 1-16,0 3-3 0,-3 2-6 0,-3 3-3 0,-2 1-8 0,-2 3-12 15,-4 2-9-15,-4 1-11 0,-2 2-19 0,-4 2-19 0,-4 0-14 0,-2 2-25 16,-3 0-34-16,-3 0-58 0,0 0-28 0,-4 1-1 0,0-1 45 15,-3 0-40-15</inkml:trace>
  <inkml:trace contextRef="#ctx0" brushRef="#br0" timeOffset="-174729.29">6584 9024 420 0,'-11'-13'110'0,"2"2"-88"15,0-5-3-15,5 4 2 0,3 2 5 0,3 0-2 0,1 0-6 0,2-2-8 16,1 0-10-16,3-1-3 0,1 2 0 0,1 0-2 0,1 1 2 15,0 1 2-15,1 2 2 0,0 1-4 0,1 2 4 0,0 0 1 0,-1 0-2 16,1 2 2-16,-1-1-1 0,0 2 0 0,-1 0-1 0,0 1 4 0,1 2-4 16,0 1 0-16,0 1 3 0,-1 0-6 0,0 2 3 0,1 1 0 15,0 1 0-15,-1 4 6 0,0-1 0 0,1 3 2 0,-1 0-1 0,0 2 1 16,-2 1-2-16,0 4-3 0,-1 1 3 0,-1 1-2 0,-1 3-3 0,-1-1 4 16,-1 0-5-16,-1 0 1 0,-1-2 4 0,-1 0 0 0,-2-2 2 15,-2-3 2-15,-1 0 2 0,-2-2 3 0,-1 0 5 0,-2-1 4 0,-2-1 4 16,1 0 9-16,-3 0 4 0,0-3 9 0,-2 2 9 0,0-1 0 15,1-2-1-15,0 0-2 0,1-2-7 0,2 0-6 0,1-1-1 0,2-2-12 16,2-2-8-16,4-1-3 0,0 0-11 0,2-2-1 0,2 0 1 0,4 0 1 16,3-2-5-16,5-1 1 0,3 0-5 0,4-2-9 0,4-1 7 15,3 0-16-15,5 0-15 0,0-1-66 0,5-1-89 0,1 0-66 0,4-3-50 16,3-1-116-16</inkml:trace>
  <inkml:trace contextRef="#ctx0" brushRef="#br0" timeOffset="-166116.89">18673 8434 1793 0,'-5'2'276'0,"0"2"-250"0,2 2-24 0,2 2-3 0,2-2 0 0,1 2-4 16,0-1 5-16,0-1 0 0,-2 0-1 0,0-3 5 0,-1 0-1 15,-3 0-3-15,1-2-4 0,-1 0-16 0,-1-2-16 0,0-1-11 0,0-1-6 16,-1-1 9-16,2-1 16 0,-2 0 17 0,2-1 11 0,-1-1 7 15,1 1 1-15,1 0 1 0,-1-1 2 0,2 0 3 0,1 0 4 0,1-1-2 16,1-1 7-16,1 0 7 0,1-1-1 0,2 2 6 0,1-1 2 0,1 0-1 16,2 2-1-16,2 1-2 0,1 1 0 0,1 2 1 0,1 2-1 15,-2 1 0-15,2 3-3 0,0 1-3 0,1 1-1 0,-2 3-3 0,0 2-4 16,-1 1-4-16,-1 2-1 0,-1 2-4 0,0 1-1 0,-2 0-3 0,-1 2-3 16,0 1 1-16,-1 2-1 0,-2-1 0 0,-2 2 2 0,-1 0-2 15,-1 0-2-15,-1-1 2 0,-1 0 4 0,-2-3 2 0,0 1-1 0,-1 0 5 16,-1-2-2-16,1 1 0 0,0 1 7 0,-1-2-2 0,1-1 6 15,0 1 1-15,1-1-1 0,0-2 4 0,2 1-1 0,1 0-1 0,1-3-9 16,2 0-3-16,0-1 9 0,2 0 4 0,2 0 15 0,1 1 2 0,2 0-4 16,1-2-4-16,3 1-5 0,2-1-2 0,2 1-6 0,1-2-2 15,2 0-5-15,2 0-3 0,0-3-4 0,1 1-2 0,1 0 2 0,-1-2-2 16,1 0 0-16,0 0-3 0,2-2-2 0,-1 0 2 0,-1-1-2 0,1-1 2 16,-3 1-6-16,0-1 4 0,0-1-2 0,-2 0 4 0,2-1-5 15,-1 0 1-15,-1-1 0 0,0 0-5 0,-1-1 0 0,-3-1-14 0,1 0-5 16,-1-1-19-16,-2-1-13 0,-3 0-12 0,0-1-10 0,-2 1-9 15,-2-1-8-15,-1-1-8 0,-1 1-18 0,-3-1-23 0,0 0-31 0,-3-2-34 16,-1 0-35-16,-1 0-17 0,-1-2-2 0,-2 0 16 0,0 0 32 0,0 1 35 16,-1 1 31-16,-1-1 44 0,0-1-53 0</inkml:trace>
  <inkml:trace contextRef="#ctx0" brushRef="#br0" timeOffset="-166066.89">19172 8645 175 0,'-33'-16'52'0,"-4"-2"-25"16,-10-6-15-16,3 3-11 0,5 2-13 0,-2 0-24 0,-1 4-21 15,-1-1-84-15</inkml:trace>
  <inkml:trace contextRef="#ctx0" brushRef="#br0" timeOffset="-165600.87">18162 8439 266 0,'-13'-2'142'0,"0"0"-75"16,-2-1-8-16,4 1 7 0,5-1 9 0,2 0 3 0,1 0 2 15,2 0-6-15,2-1-7 0,1 0 9 0,1 0 9 0,1-1 11 0,2 0 12 16,0 0-3-16,2-1-11 0,0-1-2 0,1 1-8 0,1 0-9 0,1-1 5 16,2 0-8-16,2-1-1 0,0 0-6 0,2 1-7 0,2-2-6 15,1 0-6-15,1-1-9 0,2 1-4 0,1-1-2 0,2 1 9 0,1 0 2 16,2-1 0-16,2 0 0 0,1 0-14 0,2 1-1 0,1-1-2 15,1 2-2-15,2 0-6 0,1 0-4 0,2 1 2 0,3 1-6 0,-1 0 1 16,1 0 4-16,2 1 1 0,0 1 5 0,0-1 4 0,2 2-1 0,0-2-2 16,2 2-2-16,-1-1-6 0,-1 2-2 0,0 1 1 0,0 0-4 15,1 2-4-15,-2 1-1 0,-2 1-1 0,0 2-4 0,0 1 4 0,-3 1-1 16,-1 2 1-16,1 2 0 0,-3 2-2 0,-1 2-2 0,1 1 0 0,-5 1-11 16,1 3 5-16,-2 1-4 0,0 4-3 0,0 4 9 0,-1 1-4 15,-1 3-4-15,-3 2 5 0,0 2-1 0,-2 2 0 0,-4 2 5 0,0 2 2 16,-3 0 6-16,-3-2 0 0,1-1 5 0,-3 0 6 0,-2-2 0 15,-3 0-2-15,-2-1 14 0,-1-2 8 0,-3 1 8 0,-2-3 13 0,-3 0-2 16,-3-3-4-16,-2 0-10 0,-4-3-2 0,-5 1-4 0,-4-3-10 0,-4 2-2 16,-5-2-1-16,-3 1-9 0,-6-1-1 0,-2-2-1 0,-5-2-9 15,-4-1 4-15,-2 0-1 0,-3 0-3 0,-4-1 0 0,-2-2-3 0,-4 0-3 16,-3-1 3-16,-1-2 1 0,-3 0 2 0,0-1 4 0,-1-1 3 0,-2-1-2 16,-1-2 2-16,0-2 6 0,1-1 3 0,-1-1-7 0,3-1 2 15,0-2 0-15,3-2 3 0,5 1 26 0,5-3 4 0,4-1-4 0,6-2-8 16,4-2-27-16,3-2-5 0,5-3-7 0,4-3 1 0,2-2-3 15,4-1-6-15,2-4-3 0,3-3-8 0,4 0 2 0,0-4 4 0,5 0-1 16,1-3 2-16,4 0 3 0,0-2-4 0,2 0-5 0,1 0-3 0,1 1-24 16,1-1-11-16,0 1-26 0,0 0-34 0,0-3-65 0,0 1-75 15,0-2-119-15,-1 0-160 0,2 0-40 0,-1-5 107 0,0-1 36 0</inkml:trace>
  <inkml:trace contextRef="#ctx0" brushRef="#br0" timeOffset="-164405.89">9249 10820 202 0,'-10'-5'46'0,"-2"0"0"0,-1 0 22 15,4 0 9-15,1 1 3 0,1-1-7 0,0 0-4 0,1 0-2 16,-1 1-7-16,1-1-3 0,1 0 1 0,0 1-11 0,1-1-1 0,0 1-9 15,1-1-7-15,0 0-4 0,-1-1-4 0,1-1-4 0,1 0-4 0,0 1-2 16,1 0-1-16,0-1 1 0,-1 0 2 0,2 0 0 0,-1-1-4 16,2 1 6-16,0 0-2 0,0-1 2 0,2 1 1 0,2-1-4 0,0-1 2 15,2 1-2-15,3-1-1 0,2-1 1 0,1 0-5 0,3 2 1 0,0-1 1 16,3 1-3-16,-1 0 1 0,3 1-1 0,2 2 4 0,-2 0-3 16,3 2 0-16,-2 1 2 0,0 0-7 0,1 2 2 0,-1 0 2 0,1 2-3 15,-2 2 1-15,-1 1 1 0,-1 0 0 0,-1 2 0 0,-2 1 2 16,1 1-3-16,-1 1 4 0,-2 1 0 0,-2 1-3 0,-1 2 2 0,-2 0-4 15,-1 0 2-15,-2 2-1 0,-1 0-1 0,-3 3-3 0,-2-2 3 0,-1 2-8 16,-4-1 2-16,-1 0-2 0,-1 1 4 0,-3 1 7 0,0-2-1 16,-1 0 2-16,0-1-3 0,0-1 0 0,-1-2 0 0,0 0-3 0,3-2-1 15,-1-2 4-15,2-2 0 0,1-1 5 0,0-2-1 0,1-1 0 16,1 0 4-16,0-1-2 0,2-1 1 0,0-1-2 0,2 0 1 0,0-1 0 16,1 0-1-16,1 0-2 0,0 0-2 0,1 0 1 0,2-1-3 0,1 0 1 15,2 0 1-15,1 0 4 0,1 1-1 0,2-1-4 0,0 0-1 16,3 0 0-16,1 0-3 0,1-1 4 0,1 1-2 0,1-1-7 0,2 1 8 15,-2 0-4-15,1-1 4 0,0 1 1 0,0 1-5 0,-1 0 1 0,-1 1 2 16,1 0 0-16,-2 0-3 0,0 1 0 0,0 1-4 0,-3 1 4 16,-1 1 0-16,-2 1 2 0,-1 2 2 0,-2 0-5 0,1 1 4 0,-3 2-7 15,-1-1 2-15,-2 4 1 0,-2 2 1 0,-2 0 4 0,-2 1 0 0,-3-1 1 16,-1 2 2-16,-1-1 0 0,-2-1 6 0,0 0 10 0,-2 0 8 16,-1-2 2-16,-1-2 4 0,2 1-3 0,-1-1 1 0,2 0-5 0,1-2-7 15,2-2-7-15,0 0-6 0,2 0-10 0,0-2 3 0,0 0-2 16,2 0-8-16,0-2-6 0,1 0-43 0,-1-1-46 0,1-1-61 0,-1 2-67 15,-1-2-37-15,2 0-27 0,0-2 9 0,-1-1 31 0,1-1-98 0</inkml:trace>
  <inkml:trace contextRef="#ctx0" brushRef="#br0" timeOffset="-163872.89">8860 10742 361 0,'-18'-1'244'0,"0"1"-182"16,-1-1 43-16,6 2-16 0,6-2 3 0,3 1-10 0,1 0-12 0,2-1-11 15,0 2-16-15,1-1-9 0,2-1-13 0,2 0-1 0,0-1-2 0,3-1-2 16,2-1 1-16,2-2-5 0,3-1 0 0,2-3 1 0,3-2-1 16,0-2 0-16,3-3 0 0,3 0-3 0,2-3 2 0,3-2-3 0,2 0 1 15,3-2 0-15,0-1-6 0,1 0-1 0,1-1 0 0,1 0-2 0,1 0 2 16,-1 2 2-16,0 1-2 0,0 1 1 0,-2 2 2 0,0 1-5 15,0 0 2-15,-2 3 0 0,0 0-4 0,-1 2-2 0,2 2 1 0,-1 3 3 16,0 2 0-16,-2 4 3 0,-1 2-6 0,-2 2 1 0,2 1 3 16,-1 4 0-16,1 2 4 0,0 3-4 0,0 2-2 0,0 1 1 0,-1-1-2 15,-1 3-3-15,1-1 7 0,-2 1-2 0,0 0 3 0,-2 3-3 0,0 1-2 16,-2 2 2-16,-1 3 0 0,-1 2 2 0,-2 1-1 0,0 2 0 16,-2 1 3-16,-3 4 3 0,-1 0 1 0,-3 1-2 0,-2 2-6 0,-3-1 3 15,-1 1 0-15,-1-3 9 0,-4 2 2 0,-2 0 1 0,-2-2-4 16,-3 0-1-16,-1-2 6 0,-4 0 1 0,-5 2 3 0,-1-2-1 0,-5 2 0 15,-2-3 0-15,-3-1 1 0,-2-2 2 0,-2 1-3 0,-2-1-3 0,-4 1 1 16,-1-1-3-16,-2-1 0 0,-3-3 7 0,0 1 7 0,-1-4 18 16,-1-2 7-16,1 0 4 0,-2-3-3 0,0-1-16 0,-1 0 4 0,0-1-6 15,2-1 2-15,1-3-4 0,1-2-7 0,0-1-6 0,3-2-4 0,-1-2-1 16,1-2-5-16,0-4-1 0,2-2 2 0,1-2-4 0,3-3 0 16,2-2-4-16,0-2-1 0,-1-2 0 0,3-3 0 0,-1 0 3 0,5-2-12 15,1-4-1-15,2 1-1 0,0-4 10 0,0 0 5 0,2-4 2 0,1 0 2 16,2-4-15-16,0 1 5 0,2-2-6 0,1 1 5 0,4-1-1 15,2-2-4-15,1 1-4 0,4-2-6 0,2 5-2 0,4 0-10 0,2 0-3 16,1 4-28-16,2 0-30 0,1 4-33 0,1 1-28 0,1 4-32 0,2 3-39 16,2 1-32-16,2 3-28 0,1 1-1 0,4 2 36 0,1 3-103 15</inkml:trace>
  <inkml:trace contextRef="#ctx0" brushRef="#br0" timeOffset="-160797.55">5192 12011 238 0,'-16'-11'-59'0,"0"-1"79"0,-3-2-4 0,2 2 3 0,2 3 4 16,2-1-3-16,-1 2-1 0,0 0 1 0,0-1-4 0,1 2-4 16,3 0 2-16,-1 0-3 0,2 3 1 0,0-1 1 0,0 2-2 0,1-1-1 15,1 1-2-15,-1 1 1 0,3 0-1 0,-2-2 0 0,1 1 0 16,1-1-3-16,0 1 0 0,0-1 2 0,1 0-1 0,0-1-1 0,0-1 0 16,0 0-1-16,1 0 3 0,1 0-3 0,1-1 3 0,1 0-2 0,0-1-1 15,2-1 2-15,2-2-2 0,0-1 3 0,4-1-3 0,1-1 1 16,2-2 1-16,4-2 1 0,0 0 4 0,2-3 3 0,2-2 0 0,2 0 0 15,2 0 1-15,2-1-2 0,-1 1 1 0,2-1 0 0,-1 0 0 0,4 0 1 16,1 1-3-16,1 2-1 0,0-1 1 0,0 3 3 0,-1 1 1 16,2 0 0-16,-1 2 0 0,1-1-3 0,-1 3-2 0,2 1-1 0,-1 1-4 15,0 1 0-15,0 3 0 0,0 0 0 0,-1 2 0 0,1 1-1 16,-3 1-4-16,1 3 1 0,-1 1 0 0,2 2-2 0,0 2 2 0,1 2-1 16,-2 2 1-16,1 3-1 0,-3 2 0 0,-1 2 0 0,-1 4-1 0,-1 1-2 15,-1 2-1-15,-1 1 3 0,-2 3 2 0,-1 2 4 0,-1 1 3 16,0 4-3-16,-3-2-5 0,-2 4 2 0,-2-1-1 0,-2 3 1 0,-3 4 5 15,-3 0 0-15,-2 0-2 0,-2 1 4 0,-3 0-1 0,-3 2 0 0,-3 1-2 16,-2 1 0-16,-3-1 4 0,0-1 4 0,-5 2 7 0,-2-2-5 16,-1 0-2-16,-5 1 1 0,0 0-5 0,-3-2 4 0,1-2-2 0,-3-2-2 15,0-3-1-15,-3-1 0 0,-1 1 1 0,-1-2 0 0,0-2-4 16,0-2 2-16,-2 0-3 0,0-3 5 0,-3 2 6 0,-1-1 0 0,-1-1-3 16,-1-1-2-16,-2-3-3 0,2-1 0 0,0-3 1 0,0-1 1 0,0-3 1 15,2-1 0-15,2-3 0 0,1-3 4 0,3-1-3 0,1-2 2 16,1-2-4-16,3-2-3 0,1-2 2 0,3-3-2 0,0-1 1 0,2-2 1 15,1-2 0-15,2-2 1 0,3-2-1 0,2-1 2 0,0 0-2 0,2-1-1 16,2-2-1-16,1 0-2 0,2-2-2 0,1-2-3 0,2-2-1 16,1 1-2-16,2-1-1 0,1-2-2 0,2 1 5 0,0-1 5 0,2 1-5 15,2 0 3-15,0 0-9 0,2 0-3 0,1-1 2 0,2 2-3 0,1-1 3 16,4 0-4-16,2 1-4 0,3-2 2 0,2 3-2 0,4-2-4 16,2-1 0-16,1 3-6 0,5-1-4 0,1 2-8 0,3 2-4 0,3 0-12 15,3 2-19-15,4 0-34 0,2-2-30 0,6 0-18 0,4 0 1 16,4 0 15-16,5 0 29 0,4-1 31 0,4 0 10 0,8 0-85 0</inkml:trace>
  <inkml:trace contextRef="#ctx0" brushRef="#br0" timeOffset="-160231.55">7024 11782 210 0,'-25'-15'-16'16,"-1"0"22"-16,-7-4 2 0,7 4 4 0,6 3 2 0,2 0-3 0,3 0-1 15,2 0-3-15,0 0-3 0,2 1 1 0,0 1-4 0,1 3-1 0,0 1 1 16,1 0-1-16,1 1-1 0,-1 1 1 0,1 1 0 0,-2 0 0 16,1 0 1-16,1 1 2 0,0 1 2 0,0 0 0 0,0 0 2 0,2 1 0 15,0 0-1-15,1 0 2 0,1 1 0 0,1-1 1 0,2 1-2 0,-1 0 0 16,1 1-1-16,1 1-1 0,0-1 0 0,1 2 1 0,1-1-1 16,1 1 2-16,1 0-1 0,1 1 1 0,3-1 0 0,0-1 2 0,2 0 2 15,1 0 0-15,1 0 0 0,3-1 1 0,3 0 1 0,3 0 1 16,2 1 0-16,3-1-1 0,3 2 1 0,3 0 2 0,1 2-2 0,2 2 2 15,-1 1-3-15,0 0-2 0,1-1 0 0,1 2-2 0,0 0 2 0,-2 0 0 16,-1 0-1-16,-4 1-1 0,0-1-1 0,-1 1 1 0,0 0-2 16,-2 2-3-16,1 0-2 0,-2 1-3 0,-3 3 0 0,-1 1-2 0,-3 0 0 15,0 3 1-15,-4 1-2 0,-1 1 1 0,-3 1-2 0,-4 1 0 0,-2 1 4 16,-5 1 3-16,-2 3 4 0,-4 0 1 0,-4 1-1 0,-3 0 0 16,-4-2 3-16,-1 1 3 0,-3 0 2 0,-4 1 0 0,0-1 3 0,-4 0-2 15,1-2 1-15,-3-1 4 0,1-3-4 0,-2 0 3 0,1-1-5 16,-2-3 2-16,2 0-2 0,1-3-1 0,4-2 0 0,1-2-4 0,2-2-4 15,0-1-1-15,3-1-1 0,1-2 0 0,2-1 0 0,4-1 0 0,4-2-4 16,0-2 2-16,3 0-2 0,1-2-6 0,2 1-7 0,2-1-19 16,1 0-23-16,2 0-28 0,2-1-36 0,4-2-27 0,5-1 2 0,7-3 17 15,8-2-53-15</inkml:trace>
  <inkml:trace contextRef="#ctx0" brushRef="#br0" timeOffset="-159532.55">7831 11913 264 0,'-9'-23'27'0,"0"1"16"0,-2-6 8 0,2 5 11 16,3 4 3-16,3 1-7 0,1-1-10 0,4 3-7 0,2 1-11 16,2 1-10-16,2 2-8 0,2 1-7 0,2 3-5 0,1 1-5 0,4 3 1 15,2 2-4-15,2 3 2 0,1 2-1 0,4 4 0 0,0 1-2 16,4 2-2-16,1 3 1 0,2 2-1 0,0 1 3 0,4 1 0 0,-2 2 2 15,2 2 1-15,2 0 1 0,-3 3 1 0,3 2 0 0,-4-1 0 0,0 3 0 16,-1-2-4-16,-3 2 0 0,-3-3 2 0,-4 2-1 0,-5 0 4 16,-2-3 0-16,-4 2-4 0,-4-2 3 0,-4 0 1 0,-5-1 1 0,-4-1 5 15,-3 0 6-15,-5 0 3 0,-5 1 7 0,-4-1 2 0,-3-1 6 0,-7-1 1 16,-2 0 1-16,-4-3-1 0,-4 0-2 0,-1 0-5 0,-3-2-2 16,-4-1-5-16,-2 0-5 0,-1-1-2 0,-1-1-5 0,1-1 1 0,2-5-3 15,1 0 1-15,3-1-6 0,1-1-4 0,1-1-7 0,1-1-10 16,5-1-7-16,2-1-11 0,3 0-17 0,2 0-24 0,3-1-20 0,5 0-18 15,2-1 10-15,3 0-69 0</inkml:trace>
  <inkml:trace contextRef="#ctx0" brushRef="#br0" timeOffset="-158831.55">6460 11675 26 0,'-3'-10'22'0,"1"0"-1"15,-1-3 1-15,2 2 3 0,1 2-2 0,1-1 1 0,2 0 0 0,0 1-1 16,1 0-2-16,0 0-3 0,1 2-2 0,-1 1-2 0,2 0-2 15,1 1-2-15,0 2-1 0,2 0-2 0,2 1 0 0,1 1-2 0,1 0 1 16,3 2-1-16,1 0 0 0,1 1 1 0,4 2 1 0,0 2 0 0,5 1 2 16,1 2 2-16,4 4-3 0,0 2 0 0,3 2-2 0,1 1-1 15,2 2-1-15,2 0-1 0,-1-1 0 0,2 0-3 0,-1-1-2 0,1-2 1 16,2-2-1-16,1-1 1 0,-1-3-3 0,-1 1 0 0,-1-1 1 16,-1 1-3-16,-1 0 0 0,1 2 0 0,-4 1-3 0,-1 1 1 0,-3 0-1 15,-1 3 1-15,-4 2 0 0,-1-1 4 0,-4 2-4 0,0 0 1 0,-4-1 3 16,-4 0-1-16,-2 2 5 0,-4 1-1 0,-3 1-1 0,-5 3 0 15,-4-1 1-15,-5 2 2 0,-4-1 1 0,-3 1 0 0,-4 0-1 0,-4 1 2 16,-1-3-1-16,-5 2 0 0,0-2 0 0,-4-1 0 0,-4 0-1 0,-2-1-2 16,-5-1-1-16,-2 0-4 0,-3-2 2 0,-5-1-2 0,0-3 2 15,-2-4 0-15,1-1 1 0,0-3 2 0,-2-1-1 0,1-3 2 0,1-2-2 16,1-4-3-16,2-2-5 0,3-5-9 0,1-1-11 0,2-5-2 16,1-2-2-16,2-6-111 0</inkml:trace>
  <inkml:trace contextRef="#ctx0" brushRef="#br0" timeOffset="-156367.22">5109 12963 18 0,'-3'-3'13'0,"0"-1"1"0,-1 0 1 16,0 0-3-16,1 1 2 0,1 1-2 0,0 0-2 0,0 0 1 0,1 0-1 15,0 1-2-15,1-1-1 0,0 2 0 0,1 0-2 0,0 0 0 0,2 1 2 16,0 0 0-16,2 0 1 0,0 0 2 0,0 1 2 0,2-1 1 16,1 1 1-16,2-1 1 0,2 1-1 0,0-2-2 0,3 1 0 0,0-1-1 15,3 0-1-15,1-1 0 0,3 1 2 0,0-1-2 0,0-1 0 16,1 0 0-16,1-1 0 0,2 0-1 0,2-1-1 0,1-1 0 0,3 0 0 15,3 0 0-15,1 0-2 0,3 0-1 0,1 0 3 0,3-1-3 0,1 1 3 16,2 1 1-16,0 0-4 0,1 2 2 0,2 1-4 0,-2 2-1 16,1 1 1-16,-2 0 0 0,3 2-1 0,0 2-1 0,1 0 0 0,-1 0-1 15,-1 2 3-15,-1-2 1 0,-2 2 1 0,0 0 3 0,-2 1 4 16,1 0 0-16,-1 0 3 0,-1 0-1 0,-1-2 6 0,-1 1 5 0,1 0 2 16,0 0 7-16,-1 1 1 0,-2 0 2 0,-1 0 3 0,-2-2 0 0,2 2 3 15,-3-2 1-15,0 0-1 0,1-1-1 0,-1 0-1 0,2-1-1 16,0 0-1-16,0 0 0 0,1-1-4 0,-2-1-3 0,1 0-1 0,0 0-6 15,1 1 2-15,0-1-2 0,-2 0 0 0,2-1 5 0,-1 0-2 0,0 0-2 16,0 0 0-16,-1 0-6 0,1 0 2 0,0-1-4 0,2 0-1 16,-1 0 0-16,0 0-4 0,1 0 1 0,-2 1 0 0,1-1-3 0,-1 1 0 15,-1-1-2-15,1 1-2 0,-2-1 1 0,0 0 2 0,-1-1 0 16,-1 0 2-16,-2 0-5 0,3 1 2 0,-4-1 0 0,0-1 2 0,-2 0 3 16,-1 0-8-16,-1-1 5 0,0 1-1 0,-2-1-1 0,-3 1 8 0,-1 0-9 15,-3-1-1-15,-2 1 2 0,-1 0-2 0,-1 0 5 0,-3 1 0 16,-2-1 1-16,-2 1 2 0,-1 0 1 0,-1 0 1 0,-1 0 5 0,0 0-4 15,-2 0 4-15,1 1 0 0,-1-1-7 0,-1 0 3 0,1 0-6 0,0 0-3 16,0 1 1-16,0-1-3 0,0 1 0 0,-1 0-1 0,0 0 0 16,-1 1-2-16,1-1 2 0,-2 0-2 0,2 1-3 0,-1 0-1 0,-1 0 0 15,1 0-1-15,0 0 2 0,-1-1 1 0,0 1-5 0,2 0 0 16,-2 0-1-16,1 1 1 0,1-1 3 0,-1 0 1 0,0 1-1 0,0-3-1 16,1 1-2-16,0 1 2 0,-1-1-1 0,2 0 1 0,-2 0 5 0,1 0-4 15,0 0-3-15,0 0 2 0,1 0-3 0,0 0 1 0,0-1 1 16,0 0 5-16,0 0 0 0,1 0-3 0,-1 0 0 0,-1 0-3 0,1 0 2 15,0 0 4-15,0 0-2 0,0 0 2 0,0 0-2 0,1 0 1 0,-1 0-2 16,-1 0-3-16,1 0 3 0,0 0 0 0,1 0 3 0,-1-1-1 16,0 1-4-16,0 0-1 0,0 0 1 0,0 0 1 0,0 0-2 0,0 0 2 15,0 0-6-15,-1 0 5 0,1 0-2 0,0 1 7 0,-1-1-3 16,2 0-3-16,-1 0 7 0,1-1-11 0,-1 2 11 0,-1-1-2 0,1 0-4 16,-1 0 5-16,2 0-6 0,-1 0 2 0,0 0 0 0,0 0 2 15,1 0 2-15,-1 0-2 0,0-1-1 0,0 1 2 0,0-1-4 0,1 2 2 16,-1-1 0-16,1 0-5 0,0 0-1 0,1-1 3 0,-1 1-5 0,0 1 4 15,2-1-1-15,-3 0-2 0,1 0 3 0,1 1-4 0,-1-1 4 0,0 1 1 16,1 0-1-16,0-1 1 0,-1 0 0 0,0 0 2 0,0 1 1 16,-1 0 1-16,1 0 1 0,-1 0-1 0,0-1-2 0,0 1-1 0,0 0 1 15,0 0 1-15,0 0 0 0,0 0-3 0,0 0 4 0,-1 1 2 0,1-2-1 16,0 1 0-16,-1 1-2 0,1-2-2 0,0 1 0 0,0 0 2 16,-1 0 0-16,0 1 0 0,0-1-1 0,-1 0 1 0,0 1-3 0,1-2 3 15,-1 2 1-15,1-1-3 0,0 0-1 0,-1 0 1 0,1 0 1 16,-1 0 0-16,1-1 1 0,0 1 0 0,-1-1 0 0,0 1 0 0,1 0 0 15,-1-1-3-15,1 1 3 0,0 1-3 0,-1-1 5 0,1 0-7 0,-1 0 4 16,0 1 0-16,0 1-4 0,2 0 4 0,-2-1-2 0,1 2 2 16,0-1-2-16,-1 1 2 0,-1 1-1 0,1-1 4 0,-1 0-2 0,1 1-2 15,-1-1 0-15,1 0-4 0,-1 0 1 0,1-2 3 0,-1 0 0 0,0 0-5 16,0 0 7-16,1 0-3 0,0 0 3 0,0 0 4 0,0-1-5 16,0 0 2-16,1-1 2 0,-1 0-3 0,1-1 4 0,-1 1-1 0,1-1-6 15,1 0 2-15,-2 1-1 0,1-1-2 0,0 0 4 0,0 1-3 16,0-1-1-16,0 1-4 0,0-1-4 0,0 0-4 0,0 1-3 0,0 0-6 15,1-1-13-15,1 1-11 0,-2-1-21 0,2 1-25 0,-1 0-24 0,-1 1-16 16,2-1-9-16,-3 0-9 0,2 1-2 0,1 1-5 0,0 0 4 16,1 1 11-16,2-1 20 0,1-1 22 0,1-1-58 0</inkml:trace>
  <inkml:trace contextRef="#ctx0" brushRef="#br0" timeOffset="-155733.23">9253 12873 1283 0,'-18'-21'26'16,"-3"2"20"-16,-2-3 5 0,5 9 7 0,7 7-2 0,3 1-17 0,1 2-19 15,3 2-19-15,1 2-10 0,1 0-2 0,1 3-6 0,0-1-4 0,0 4-4 16,2 1-5-16,0 3-5 0,0 1 2 0,2 2-5 0,0-1-2 15,2 0 0-15,0 0-2 0,0-1 4 0,2-2 1 0,-2 0 2 0,2-1 7 16,-1-1 5-16,0-1 11 0,1-3 8 0,0 0 5 0,0-2 5 16,0-1 2-16,0 0 7 0,0-1 7 0,-1-1 2 0,0-1 7 0,0 0 3 15,1-2 0-15,1 0 6 0,1-1 0 0,1-1-5 0,2-1 3 0,0 1-7 16,3-1-2-16,2 0 3 0,3-1-8 0,0 0 2 0,3 0-3 16,2 0-4-16,3 0 4 0,2 1 2 0,3-1 3 0,2 0 3 0,3 1-3 15,2 1-2-15,2 1-5 0,4 1-4 0,0 1-5 0,3 0-7 0,3 3 1 16,2 0-6-16,4 3-6 0,2 0-4 0,2 3 1 0,1 0-6 15,3 0 5-15,2 0 2 0,0 0-1 0,4 0 3 0,1-1 4 0,0 0-10 16,2 0-2-16,-1 0 4 0,-1 0-2 0,0 1 11 0,0 0 4 16,1 2-1-16,0-1 3 0,-1 0-7 0,-1-1 8 0,-2-1-1 0,0 0 7 15,0 0 8-15,1-2-3 0,-2 0 10 0,0 0 2 0,0-1 3 0,-2-1 1 16,-2 0-3-16,1-2 4 0,0 0 3 0,-1-1 6 0,3 0-3 16,-1 1-3-16,-1-1-3 0,0 1-1 0,-4-1 4 0,-2 1-7 0,-4 1 3 15,-4-1-3-15,-3 1-8 0,-3 0 5 0,-2 0-6 0,-4 1-6 0,-2-1-5 16,-3 1-9-16,-3 0 4 0,-1 1-5 0,-3 1 0 0,-2-1-2 15,-3 1-10-15,-2 1-8 0,-1-1 2 0,-1 2-12 0,-5 0-9 0,-1-1-9 16,-3 1-21-16,-3 0-24 0,-3 1-30 0,-3 1-26 0,-4 2-19 0,-4 2-20 16,-6 1-16-16,-6 2-19 0,-10-2-6 0,-5 2-4 0,-14 0 22 15,-9-1-74-15</inkml:trace>
  <inkml:trace contextRef="#ctx0" brushRef="#br0" timeOffset="-152268.58">17781 11746 1192 0,'-9'-11'86'0,"-2"0"-25"16,-1-3 1-16,1 1 1 0,3 4-23 0,1 1-15 0,0 1-7 15,2 2-5-15,0 1 6 0,1 3-1 0,0 2 6 0,1 2-4 0,1 2-7 16,0 2-8-16,0 3-12 0,2 2 1 0,2 3-1 0,1 3 3 16,4 2 0-16,1 1-5 0,2 2 1 0,3-1-2 0,2 4-3 0,2 1-4 15,1 0 1-15,4 3-8 0,2 1 1 0,1-1-9 0,0-1-8 0,-1 0 11 16,2-3 2-16,1-1 15 0,-1-4 11 0,1-2 2 0,0-3 11 16,-1-3 12-16,-1-2 22 0,0-5 37 0,-2-2 27 0,-2-3 29 0,-2-3 15 15,-2-3 0-15,-1-2-1 0,-1-5-10 0,0-3-21 0,-2-4-29 0,-4 5-93 16,1-11-175-16,0-3 2 0,-1 0-7 0,1-10 3 0,-4 8 195 15,-2-1-11-15,-2-1-1 0,-1 2-3 0,-2-1 3 0,-1 2-10 0,-2 1 4 16,-1-2-5-16,-2 2-3 0,0 1 11 0,0 2-14 0,0 5-4 16,2 4-1-16,1 6-5 0,-1 2-4 0,2 5 1 0,0 4-7 0,1 2-9 15,-1 4 12-15,1 2 5 0,0 7 4 0,1 5 13 0,1 6-10 0,0 5 6 16,2 2 4-16,0 4-13 0,3 0 10 0,0 2-10 0,1 3 2 16,0 0 0-16,4 2-3 0,0 2-28 0,2 0-39 0,1-2-36 0,-1-3-27 15,1-1-4-15,1-4 11 0,2-1 19 0,1 0 19 0,-1-3 40 0,2-2 28 16,0-5 27-16,-3-2 15 0,0-2 3 0,-3-4 6 0,-3 0 4 15,-3-1-4-15,-1-3 1 0,-3 1-4 0,0-2-3 0,-2-2 7 0,-2-1-12 16,-1-2-9-16,-2-1-22 0,-2-2-28 0,-1-2-5 0,-3-1-11 16,-2-2 3-16,1-1 6 0,-3-1 4 0,1-2 20 0,1 0 12 0,1 0 15 15,1-2 11-15,0 0 5 0,2 1-4 0,4 2 0 0,-5-6 73 0,-1-2 29 16,-2-2 32-16,-5-3 29 0,5 2-110 0,1-2 7 0,2 0-12 16,-1-1-4-16,1-2-3 0,1-1-25 0,2 1-4 0,1-2-12 0,1 0-10 15,2 1-6-15,1-1-8 0,2-1-10 0,1 3-7 0,1-1-11 0,3 1-6 16,1 1 2-16,2 0 1 0,1 0 4 0,2 0 3 0,1 3 0 15,0 0 2-15,1 2 4 0,2 2 8 0,-1 0 10 0,0 3 7 0,1-1-1 16,1 2-10-16,-1 0-2 0,-1 0-89 0</inkml:trace>
  <inkml:trace contextRef="#ctx0" brushRef="#br0" timeOffset="-150885.58">18923 11999 553 0,'0'3'92'0,"1"0"-20"0,0 1-14 0,2 0-15 15,1 0-18-15,0 0-15 0,0 0-4 0,0 0-2 0,0-1 0 0,0-1 2 16,-2-1-3-16,1 0 4 0,-1 0-2 0,0 0 2 0,-1-1 1 16,-1 0 0-16,1 0 1 0,-1 0 1 0,0 0 7 0,0-1 2 0,0 1 2 15,0 0 5-15,0-1 0 0,-1 1 12 0,1 1 12 0,-1-1 14 0,0 1 8 16,-1 0-2-16,1 1 2 0,-2 0-7 0,1 1 7 0,-1 2-9 15,1 0-8-15,-1 0-10 0,0 2-4 0,0 0-5 0,0 1 0 0,0-1-2 16,0 0-11-16,0 0-2 0,1 0 1 0,1-1-3 0,0 0 3 16,0-1-6-16,2-1-4 0,1 0 1 0,0 0-3 0,2-1 2 0,0 0 2 15,-1-2 2-15,2 0-3 0,1 0 5 0,0-2 1 0,2 0 8 0,-1 0 3 16,1-2 8-16,1-1 2 0,0-1 3 0,0-2 7 0,1 0-3 16,0-3 0-16,1-1-10 0,1-1-10 0,0-1-20 0,1-1 0 0,0 2 10 15,-1-2-3-15,0-1 10 0,-1 0-12 0,1-1-7 0,-1-2-2 0,-1 1 4 16,0 0 1-16,-2-1-2 0,0 0-3 0,-4-1 0 0,1 2 7 15,-1-1-2-15,-2 2 3 0,-1 0-1 0,-1 2-1 0,-1 0 3 0,-2 1 2 16,0-1 2-16,-1 2-9 0,0-1 4 0,0 0-4 0,-2 2-2 16,0 2 4-16,-1 2-2 0,1 3-2 0,-1 2-5 0,0 0 3 0,1 3 1 15,0 0-3-15,-1 2 6 0,-1 1-7 0,0 4 0 0,-2 3 0 0,-2 2-2 16,0 2 4-16,0 1-2 0,1 2 5 0,-1 1 5 0,1 0 9 16,2-1 1-16,0 2 2 0,2 1 11 0,1-1-4 0,1 1 1 0,1-2 1 15,2 0-9-15,1-1-3 0,2-1-4 0,2 0-6 0,1-2-16 0,2 0 2 16,1-1-4-16,3-2 18 0,0 0 11 0,3 0-3 0,2 0 6 15,0-1-23-15,3-2 2 0,2-1-1 0,-1-1 3 0,2-2-4 0,0 0 2 16,1-3 1-16,1 0 0 0,1-1 4 0,0-1-3 0,2-1 1 0,-2-1 2 16,2-1-2-16,-1-1 1 0,-2 1 2 0,0-1 5 0,-1-2 1 15,-2 1 3-15,0-2 1 0,-1-1-4 0,-2 0 4 0,1-1-2 0,-2 0-15 16,-1-1-1-16,0 1 0 0,-2-2 13 0,0 1 15 0,-2-2-6 16,-2 1 1-16,2-1-15 0,-2 1-7 0,0-1 8 0,-1 0 2 0,0 2-3 15,0 0 1-15,-2 2-9 0,1 3 0 0,-1 0 5 0,0 1-3 0,0 2 5 16,0 0-5-16,-1 3-4 0,0 0 0 0,-1 1-1 0,1 1 8 15,-2 0-3-15,1 2-11 0,-1-2 7 0,0 2-2 0,1 0 3 0,0 0 4 16,0 0-6-16,1-1-3 0,1 1-5 0,-1-2 4 0,2 0 2 0,0-1-8 16,0-1 0-16,2-1 1 0,-3-1-3 0,2-1 8 0,-1 0 2 15,1-3-2-15,-1 0 1 0,0-1-1 0,-1-2 0 0,0 0 5 0,-1 0 1 16,-3-2 2-16,2 0 1 0,-3-1-2 0,-1-1-2 0,0 1-1 16,-3 0 1-16,-1 0-3 0,-1 0 1 0,-3 1-7 0,0 0-3 0,-2 0 0 15,-1 1 0-15,0 2 0 0,0 0-2 0,-1 3-3 0,1 1 1 0,0 0-3 16,0 3 8-16,2 0-3 0,1 2 6 0,-1 1-3 0,0 2 5 15,2 1 1-15,0 1-3 0,1 2 5 0,0-1-9 0,2 3 4 0,1 0 1 16,1 0 0-16,1 1 3 0,2-1-6 0,2 1 0 0,2-1 0 0,2 0 2 16,3-2 1-16,2-2-1 0,1-1 0 0,0-2 2 0,3-1-1 15,1-1 1-15,2-2-2 0,0-1 2 0,1-2 3 0,0 0-2 0,0-3 9 16,2-1-4-16,0-1 2 0,0-1 3 0,0 0-1 0,0 0 5 0,0-1-1 16,0 2 1-16,-2-1-2 0,1 1-2 0,0 0 2 0,-1 2 1 15,0 0-5-15,-1 0 1 0,-1 2-2 0,2 1 0 0,-2 2 7 0,1 1-9 16,-2 1 0-16,0 2-1 0,0 0 1 0,-1 3 1 0,0 0 1 15,0 1 1-15,0 1-4 0,-1 1-1 0,1 0 1 0,-3 0-2 0,0 2 0 16,-2 0 3-16,-2-1-4 0,-1 0 2 0,0 0 8 0,-2-3-1 0,-3 2 7 16,-1 0-3-16,-3-1 6 0,-1 0 7 0,-3-1 1 0,-2 0 2 15,-1-1 1-15,-2-1 5 0,0-2 4 0,-1 0 3 0,0-1 1 0,0-2-8 16,0-2 6-16,2 0 6 0,-1-2-13 0,2-2-3 0,2-1-1 0,0-1-15 16,2-2-6-16,2 0 4 0,2-2-1 0,1 0-4 0,2-4 3 15,3-1-1-15,2-2-6 0,3 0 2 0,2-1-2 0,3-1-7 0,2 2 2 16,1-1-2-16,1 0-4 0,1 1-3 0,1-1-12 0,-1 1-6 15,2 3-21-15,-3-1-25 0,1 2-38 0,0-1-43 0,-2 2-65 0,1 0-86 16,1-2-100-16,-1-1-126 0,2-2-8 0,2-2 157 0,-1-3 47 0</inkml:trace>
  <inkml:trace contextRef="#ctx0" brushRef="#br0" timeOffset="-150618.58">21515 10417 2342 0,'8'-18'204'0,"2"-3"-83"15,4-3-46-15,-3 7-16 0,1 6-16 0,-1 4-11 0,0 5-9 16,-2 4-2-16,-1 5 7 0,1 5 18 0,-3 4 11 0,2 7 4 0,-3 8-7 16,0 6-4-16,-1 6-11 0,1 8-5 0,-2 4-6 0,0 7 10 0,1 5 4 15,-2 5 7-15,0 6 5 0,-2 6-6 0,1 5-11 0,-1 3-7 16,1 4-3-16,-1 3-8 0,0 6-4 0,1 7-6 0,-2 3-9 0,1 6 0 16,0 5 0-16,1 3 2 0,0 7-11 0,1 1 3 0,0 4-7 15,0 3 18-15,1-2 1 0,-1 2-8 0,4 2 8 0,1-2-10 0,1 1 2 16,3-2-2-16,-1-3-3 0,1-2-25 0,-1 1-8 0,2-3-4 0,0 1-17 15,0-1-7-15,2-2-1 0,-1-4-16 0,2-4 2 0,1-6 8 16,0-7-7-16,0-7 9 0,0-8-13 0,1-9-13 0,-1-8-25 0,-1-11-46 16,3-5-55-16,-1-7-98 0,0-6-133 0,0-8-61 0,-1-11 72 0,1-9 9 15</inkml:trace>
  <inkml:trace contextRef="#ctx0" brushRef="#br0" timeOffset="-149626.58">22283 11228 691 0,'-2'-2'496'0,"0"1"-282"16,1 0-61-16,1 0-44 0,1 0-9 0,2 2-15 0,0-1-15 15,2 0-12-15,1 0-8 0,0 2 7 0,1 0 3 0,0 3 10 0,1 1 8 16,0 1-8-16,1 2-7 0,1 2-6 0,-2 4-11 0,3 3-8 16,0 2 0-16,1 1-14 0,0 2-16 0,-1 1 6 0,1 0-9 0,-1 1 5 15,0-1 6-15,0 1-11 0,-1-1-2 0,0-3 2 0,1-1 9 0,1-1-2 16,-1-5 2-16,1 0 1 0,-2-2-3 0,2-1 1 0,-1-2 2 16,-3-3-15-16,2-1-228 0,1-1 19 0,-2-1 6 0,3 0 17 0,-3-4 214 15,0 0 7-15,0-3-7 0,1-1-2 0,-1-2 0 0,1-2-14 0,1-1 16 16,-1-3-12-16,0 0-6 0,1-1 5 0,-2 0-14 0,3-3 6 15,-1 1 4-15,-1 0-20 0,0-1 24 0,-1 0-15 0,-2 2 0 0,1 1 7 16,0 2-17-16,1 2 5 0,0 1-4 0,-2 2-10 0,0 2 9 0,0 0-1 16,-2 4 0-16,0 1 1 0,-2 1-7 0,1 2 4 0,-1 1 7 15,0 0 2-15,0 2 8 0,-1 0-4 0,1 1-11 0,-1 1 11 0,-1 0-14 16,2-1 18-16,1 1-8 0,0-1-6 0,2-1 0 0,-2 0-7 16,4-1 6-16,-1 0 1 0,1-1-17 0,2 1 1 0,-2-2-11 0,1 1-8 15,0-1 12-15,0-1-8 0,-1 0 14 0,2 1 2 0,-1 0 1 0,2 0-1 16,-2-1-2-16,1 1 4 0,-1-1 3 0,-1 0 0 0,2 0 11 15,0-1 1-15,-1 0 5 0,1 0 8 0,-2-1-9 0,1 1 4 0,0-1-3 16,-1 0-2-16,0 0 5 0,-2 0 0 0,-2 0 0 0,-2 0 0 0,6-1 116 16,3 0 91-16,1-1 18 0,2 1 1 0,-7 0-132 0,1 1-106 15,-1-1-5-15,0 0-16 0,1 1-6 0,-3 0-3 0,2 0-9 0,-1 0 3 16,1 0-3-16,0 1-4 0,0 1 4 0,0 0 5 0,0-1 2 16,0 0 7-16,-1 1 0 0,2 0 2 0,-1 1 6 0,0 0 5 0,0 1 5 15,-1-1 2-15,0 1 5 0,-1-1-1 0,1 1 5 0,-1 0 3 0,0-1-2 16,0 0 6-16,1 0-5 0,0 1-7 0,-1-1-18 0,1 0-37 15,-1-1-37-15,1-1-32 0,-1 0-26 0,0-2-9 0,-2 0-1 0,0-1 8 16,-1 0 13-16,-1-1 18 0,1-1 18 0,-1-1 24 0,1 0 29 0,-2-1-64 16</inkml:trace>
  <inkml:trace contextRef="#ctx0" brushRef="#br0" timeOffset="-149009.58">23629 11396 1612 0,'-1'5'122'0,"1"1"-32"16,2 3-38-16,0 1-15 0,1 1-18 0,1 1-7 0,2 2-13 15,0 0-1-15,0 1 4 0,0-1-4 0,-1-2 1 0,0 1 0 0,0-1-5 16,0-1 3-16,-1-1-1 0,1-2-4 0,-2 0-4 0,1-2-3 0,2-1 4 16,0 0 2-16,0-2 3 0,2 0 2 0,-1-2 0 0,1 0 5 15,1-1 9-15,-1-1 3 0,2 0 10 0,-1-1 3 0,1-1-1 0,0 0-1 16,0-2 1-16,-1 1-1 0,1 0-6 0,1-1-7 0,0-1-5 0,0 1-6 15,0-2 3-15,0 0-2 0,1 0 1 0,-1 0-2 0,0 0-2 16,-1 0 2-16,-2 0 0 0,0 1-1 0,1 1-2 0,-1-1 2 0,-1 0-1 16,0 0-6-16,-2 0 5 0,0 0 0 0,-1-1-7 0,0-1 5 15,-2 0-5-15,1 0 0 0,-3-1 9 0,0-2-15 0,-2 1 5 0,0 0 8 16,-3-1 2-16,0 1 12 0,-1-2 4 0,-2-1-5 0,1 0 3 16,-1 0-2-16,-1 2-1 0,2-1-4 0,-2 1-6 0,-1 1-5 0,0 0-7 15,0 2-8-15,0 1-11 0,-1 1-12 0,1 2 1 0,-1 1-6 0,1 2-2 16,0 1-4-16,0 2-19 0,0 1-13 0,0 3-18 0,1-1-21 0,0 3-17 15,1 1-14-15,1 0-9 0,1 2 0 0,1 0 15 0,1 0 15 16,2 0 14-16,1 1 20 0,1 0 31 0,1 1 23 0,1-2 17 0,2-3-49 16</inkml:trace>
  <inkml:trace contextRef="#ctx0" brushRef="#br0" timeOffset="-148693.58">23997 11378 45 0,'13'-6'30'15,"-2"0"8"-15,3-1 7 0,-1-1 10 0,-3 2 6 0,-1-1 5 0,0 1 7 16,0 0 11-16,0 2 7 0,-1 0 10 0,-1 1 5 0,0 0 5 0,-2 2 1 15,0 0-5-15,-1 1-5 0,-1 1-7 0,0 1-4 0,0-1-1 16,-1 2-7-16,0 0-9 0,-1 2-14 0,0-1-19 0,0 1-14 0,-1 1-5 16,1 1-8-16,-1 1-9 0,0 2 2 0,1-1-15 0,-1-1 1 0,1-2 4 15,0 2 7-15,1-1 3 0,-1 1 2 0,2 1-2 0,-1-2-3 16,1 1-3-16,1-1-2 0,0-1 5 0,1-2-4 0,-1 1 7 0,0 0 4 16,1-2-3-16,1 1 2 0,0-3 7 0,0 0 2 0,0-1 4 15,1-2 2-15,-1 0-2 0,2-1 0 0,-1-1-4 0,0 0-8 0,1-1 0 16,0 2-8-16,0-3-3 0,0 0 6 0,0 0-6 0,0 0 1 0,0-1-1 15,-1 1-7-15,1 0 1 0,1-1-2 0,-1 1 1 0,0 2 15 16,-1 1-9-16,0 2 9 0,0 0-9 0,-3 1-5 0,2 0 1 0,-2 1-14 16,0 2 5-16,0 1-15 0,-1 2 10 0,0 0 2 0,0 2 0 15,-1 0 1-15,1 0-11 0,-1 0-24 0,1-1-32 0,0-1-36 0,0-3-45 16,-1 1-34-16,2-2-18 0,-1-1 9 0,2 0 19 0,-1-3 36 0,2-1 30 16,1-2 20-16,1-1 19 0,1-4 23 0,0-2 18 0,2-2-25 15</inkml:trace>
  <inkml:trace contextRef="#ctx0" brushRef="#br0" timeOffset="-148525.58">24875 10916 815 0,'9'-17'277'0,"1"0"-45"16,2-5-55-16,-3 3-37 0,-2 5-26 0,-1 1-24 0,-1 1-10 0,-1 3-15 15,-1 2-15-15,-1 3-11 0,-2 4-18 0,0 1-11 0,-2 3-4 16,1 3-5-16,-1 3 7 0,-1 3 6 0,-1 5 2 0,-1 3-4 0,0 5-2 16,-2 3-1-16,1 5-8 0,-2 4 2 0,-2 6-7 0,1 5-4 15,0 2 2-15,-1 5 5 0,0 2 4 0,1 1-9 0,0 2 5 0,0-2-8 16,2-5-20-16,1-5-20 0,2-5-55 0,3-6-28 0,0-4-26 0,3 0-8 15,2-4-17-15,3-1-28 0,1-3-18 0,2-4-15 0,1-2 12 16,1-4 58-16,0-4-53 0</inkml:trace>
  <inkml:trace contextRef="#ctx0" brushRef="#br0" timeOffset="-148375.58">24959 11510 278 0,'-11'-18'100'0,"-1"-3"-5"0,-3-3 8 0,1 1 8 16,0 7 16-16,-1 1 12 0,2 3-6 0,2 1-12 0,3 1-29 0,0 0-24 15,2 2-22-15,1 1-15 0,0 1-10 0,3 3-21 0,0 1-7 16,2 1-5-16,2 1 0 0,1 1-1 0,2 1 2 0,3-2 0 0,1 3-6 15,1-1-4-15,4 1-7 0,2 0-7 0,2-1-10 0,0-1-18 16,5-2-32-16,2-2-54 0,0-1-45 0,3-2-22 0,1-3 8 0,2-3 60 16,1-4-25-16</inkml:trace>
  <inkml:trace contextRef="#ctx0" brushRef="#br0" timeOffset="-148125.58">26080 9956 2541 0,'-1'0'115'0,"0"3"-67"0,0 3-20 0,2 5-8 0,1 5-6 0,1 6-2 16,1 5 1-16,-1 4-3 0,1 5 2 0,-1 6 4 0,0 6 2 0,0 6 6 15,0 8 4-15,0 7 4 0,0 5 4 0,1 5 7 0,1 7 2 16,1 4-7-16,0 6-2 0,2 8-9 0,1 6-3 0,1 7 3 0,0 2-8 16,1 2-8-16,0 0 0 0,2 1-6 0,0-2 0 0,0-1 2 0,1 0-3 15,-1 1-4-15,1 4-2 0,0 1-1 0,0 0 10 0,-1 3-6 16,-1-2 3-16,-1 0-8 0,0-1-12 0,-3-2 4 0,-1-2-8 0,-1-4-8 15,-2-3-14-15,-1-5-14 0,-1-4-6 0,-1-4-7 0,0-3-17 16,-1-4-20-16,-1-5-26 0,-1-3-47 0,0-4-41 0,-2-5-73 0,-1-5-97 16,-1-8-48-16,-1-9 1 0,0-6 115 0,-1-7-2 0</inkml:trace>
  <inkml:trace contextRef="#ctx0" brushRef="#br0" timeOffset="-147558.58">26952 10928 1576 0,'-6'6'176'16,"0"2"-30"-16,-2 3-43 0,1 1-29 0,2 2-17 0,1 3-14 15,0 3-18-15,0 1-7 0,1 4-11 0,-1-1-4 0,1 3 2 0,0 0-4 16,0-1 2-16,0 1-1 0,0-1-2 0,1 2 1 0,0-3 2 0,1 1 4 16,1-2 4-16,1-4-5 0,2-1-2 0,1-4-1 0,1-4 5 15,3-2-5-15,1-2 1 0,1-2 1 0,0-2-2 0,3-2 13 0,1-1 8 16,1-3-4-16,-1-1 16 0,1-1-8 0,1-3 0 0,0-2 6 0,0-3-15 15,0-1-2-15,0-2 2 0,0-1-5 0,-3 0-1 0,2-3 4 16,-2 0-4-16,0 0 4 0,-1-2-4 0,-3 3 3 0,0-2 3 0,-2-1 6 16,-3 2 9-16,-1 0-6 0,-3-1 1 0,-1 2-6 0,-2-2-3 0,-4 2-3 15,0 1-6-15,-3 2-9 0,-3 1-5 0,-1 3-9 0,-2 1-11 16,0 2-2-16,-1 1-11 0,-1 1 0 0,-1 2 3 0,1 2-4 0,-2 2 1 16,-1 2-11-16,1 2-15 0,-1 2-24 0,0 2-33 0,1 1-49 15,0 3-64-15,-1 0-72 0,2 3-62 0,-1 0-5 0,2 0 37 0,2 2 101 16,0-2-26-16</inkml:trace>
  <inkml:trace contextRef="#ctx0" brushRef="#br0" timeOffset="-146580.58">27240 10174 2852 0,'-1'0'46'0,"2"3"-2"0,0 3-14 0,2 4-4 16,0 2-4-16,0 3-1 0,0 3-7 0,0 6-6 0,-1 2-6 0,-3 7-12 15,-1 3-1-15,-3 8-4 0,-3 5-2 0,-2 3 3 0,-1 5-3 16,-1 2 0-16,-1 1-12 0,-2 4 9 0,1-1 1 0,-1-2 4 0,1 0 18 16,1-3-15-16,2-3-3 0,2-2-16 0,2-5-22 0,2-5-11 0,3-4-13 15,2-3-8-15,1-3-7 0,2-3-3 0,2-4-13 0,1-3-22 16,0-4 4-16,3-2-8 0,0-4 10 0,2-2 21 0,2-3 21 0,0-3 33 16,1-5 30-16,1-2 29 0,1-3 24 0,0-3 19 0,1-3 5 0,1-1 11 15,1-3-7-15,1 0-15 0,2-3-5 0,0-4-17 0,-1 0-6 16,0-3-5-16,0 0-2 0,-2 0-1 0,1-1-1 0,0 1 1 0,-2 1 4 15,0 0 4-15,-2 1 0 0,-2-1 1 0,0 3-3 0,0 2 0 16,-2 2 3-16,0 4-2 0,-2 4 5 0,0 1 2 0,-1 2-2 0,-1 3-2 16,-1 1-7-16,0 1-6 0,0 2-10 0,0 1-1 0,-1 1-2 0,2 1 6 15,-1 0-2-15,2 1 1 0,1-1 1 0,-1 0 0 0,2-1 4 16,-1 1 2-16,1 0 7 0,2-1 0 0,1-1 10 0,1-1 5 0,-1 0-2 16,1-1 3-16,0-1 2 0,0 0 2 0,-1-2 4 0,1 0 3 0,-1-1-3 15,-2 0 4-15,-1 0-5 0,-2-1 0 0,0-1 2 0,-2 1-11 16,-1-2 3-16,-2 0-7 0,-1 0-2 0,-1 0-11 0,-4 0-9 0,-1 0-7 15,-2 0-13-15,-3 0-12 0,-1 1-9 0,-1 0-13 0,-1 0-1 16,-3 1 8-16,0-1 12 0,-1 0 13 0,0 1 10 0,-2 1 1 0,-2 0 6 16,0 2-7-16,-1-1 4 0,-2 2-2 0,0 1 1 0,-1 1 0 0,-2 1 1 15,1 0 3-15,-1 1 0 0,2 4-2 0,1 0 1 0,1 3-6 16,4 1-3-16,-1 1-15 0,0 1-18 0,3 3-21 0,0 2-21 0,1 1-28 16,2 3-20-16,0 2-31 0,2 1-16 0,2 1-3 0,2 0-1 15,3-4 16-15,2 1 15 0,3-2 19 0,3-4 21 0,2 0 18 0,5-3 17 16,3-2 10-16,3-5 11 0,2-2 13 0,2-2 10 0,2-3 10 0,1-2 9 15,2-2 7-15,-1-3 8 0,1 1 5 0,-2-3 8 0,1 1 6 16,-1-1 8-16,-1 1 6 0,0 0 6 0,-2-1 6 0,-1 2 3 0,-1 0 2 16,-2-1 0-16,-1 1 4 0,0 0-1 0,-1 0 3 0,-2-1 4 0,0 1 4 15,-1 0 15-15,0 0 14 0,-2 1 19 0,-2 0 19 0,-1 0 5 16,0 2-3-16,-2 0-16 0,0 1-22 0,-1 0-18 0,0 1-23 0,-2 0-13 16,0 0-14-16,-1 1-16 0,-1 0-5 0,0 1-13 0,0 1-8 0,-1 0-5 15,0 0-3-15,1 1-4 0,0 0 2 0,1 0-2 0,0 0 1 16,0-1 0-16,1 1 7 0,-1 0 2 0,3 0-1 0,-1 0 6 0,1 0 2 15,0-1 1-15,0 0 5 0,1 0 1 0,0 1 2 0,0-2 0 16,-1 2 2-16,1-1 1 0,1 0 2 0,0 0-3 0,1 0-1 0,0-1 1 16,1 1-9-16,0-1-3 0,-1 1-15 0,1 0-13 0,0-1-14 0,1-1-15 15,0-1-16-15,2 0-4 0,-1-1 12 0,1 0 18 0,0 0 25 16,1-1 19-16,-1-1 11 0,0 1 7 0,0 1 3 0,-1-1 5 0,0 0-1 16,0 0 4-16,0 0-3 0,-1 1-1 0,-1 2-1 0,1 1 1 0,-2 0-1 15,0 0 4-15,0 1 2 0,-1 0 3 0,-1 1 4 0,0 1-5 16,0-1-3-16,-2 0-7 0,1-1-4 0,1-1-4 15,0 0-8-15,1-2-9 0,0 0-11 0,1-1-9 0,1 0-6 0,-1-1-4 0,0-2 3 0,0 0 5 16,1-2 12-16,0 0 14 0,0 1 15 0,0 0 12 0,-1 1 11 16,0-1 12-16,-1 2 15 0,2-3 25 0,-1-1 23 0,1-1 19 0,1-1 7 15,0 0-13-15,0 1-15 0,0 0-17 0,0 0-16 0,0-2-15 16,-1 0-12-16,0 0-16 0,-1-1-3 0,0 0-10 0,1 0-7 0,0 2-6 16,-1 2-4-16,1 2-3 0,0 3 1 0,-1 0-1 0,0 3 0 0,1 3-17 15,1 3-5-15,0 3 0 0,2 4-1 0,0 5 18 0,1 4 7 16,0 3 10-16,2 7 4 0,1 2 2 0,1 5 1 0,3 5 5 0,3 0 13 15,0 2 20-15,3 1 27 0,0 0 38 0,1-1 33 0,-1 1 44 0,0-1 35 16,0-1 19-16,-8-12-239 0,5 10 47 0,-3-2-31 0,-3-3-37 16,3 9-40-16,-10-12 157 0,-5-3-21 0,-5-5-40 0,-4-1-15 0,-3-6-31 15,-4-2-27-15,-5-3-6 0,-2-4-40 0,-5-5-17 0,-5-6-51 0,-5-5-56 16,-7-7-61-16,-7-7-111 0,-3-6-73 0,-5-7-40 0,-3-5 74 16</inkml:trace>
  <inkml:trace contextRef="#ctx0" brushRef="#br0" timeOffset="-145869.58">18260 13100 2025 0,'-2'-3'548'0,"0"-2"-415"0,0-2-8 0,4-2-4 0,1 0-55 16,3-3-38-16,2-1-25 0,6-2-8 0,3-1-7 0,5-2-3 15,1 0 6-15,3-1-1 0,0-1-6 0,2 2-1 0,-1 2-18 0,1 0-7 16,-1 2-12-16,0 3-15 0,-2 3-15 0,-3 1-18 0,1 2-10 0,-2 3-13 16,-3 2-12-16,-1 3-1 0,-2 2 4 0,-2 3 25 0,-3 3 28 15,0 4 29-15,-2 2 18 0,-2 2 16 0,-1 3 10 0,-3 0 5 0,-1 1 9 16,-2 0 3-16,0 0 8 0,-2-1 10 0,0 2 13 0,1-1 11 16,-1 2 15-16,1 0 5 0,2 0 0 0,2 0 0 0,0-2-18 0,3 0-4 15,1-1 5-15,3-1-11 0,1 2 7 0,2-2-8 0,2-1-19 0,3-1-5 16,1-1-4-16,2-2-8 0,3-2 5 0,0-2-4 0,1-1-4 15,2-3 2-15,-1-2 0 0,1-1-2 0,0-3 3 0,-1-1-5 0,1-1 1 16,-1-1-5-16,1-1-10 0,-3-3-20 0,2 0-34 0,-3-3-32 16,-2-1-35-16,-1-1-37 0,0-2-47 0,-3-1-85 0,1-4-63 0,0-2-7 15,-1-3 56-15,-1-2-4 0</inkml:trace>
  <inkml:trace contextRef="#ctx0" brushRef="#br0" timeOffset="-145571.58">19574 12839 2056 0,'0'15'172'0,"1"5"-28"0,2 8 1 16,0-1-42-16,3 1-54 0,1-1-30 0,2 2-11 0,-1-1-3 15,1 3-7-15,0-2 7 0,-1 3-2 0,0-3 1 0,0 1 1 0,1-5-14 16,-2-2 3-16,2-3 6 0,1-2 0 0,0-2 13 0,1-2-5 16,0-2-10-16,0-3 1 0,2-2-4 0,0-2 8 0,0-3 5 0,0-2 2 15,-2-2 7-15,0-1 6 0,0-3 6 0,0-3 8 0,-1-2 5 0,1-3-12 16,-2-3-3-16,1-1 9 0,-1-3-6 0,0-2 3 0,0-2-4 15,-1-5-15-15,-1 2-9 0,-1-3 2 0,-2 2-7 0,-2-1-8 0,-2 1-6 16,-3-1 0-16,-4 2 5 0,-1-2-4 0,-4 3 2 0,-2 0-4 0,-2 3-11 16,-1 2-1-16,-2 1-7 0,0 4-18 0,0 0-13 0,-2 3-17 15,0 3 1-15,0 3 4 0,-1 4 3 0,0 4-2 0,1 4-15 0,-1 4-18 16,-3 4-15-16,2 4-28 0,-3 2-53 0,1 3-79 0,1 2-68 0,0 2-17 16,4 2 48-16,-1 1-39 0</inkml:trace>
  <inkml:trace contextRef="#ctx0" brushRef="#br0" timeOffset="-145171.58">20161 12710 1482 0,'20'-11'1175'0,"3"-2"-1036"0,4-3-36 0,-1 4-16 16,-4 1-20-16,1 1-34 0,2 1-16 0,-1 2-22 0,1 1-35 15,-2 2-32-15,-4 4-23 0,-4 2-23 0,-3 4-20 0,-5 2-30 0,-3 3-14 16,-2 4 12-16,-4 3 14 0,-2 4 34 0,-3 3 25 0,-1-1 25 0,-3 3 25 15,-3 0 27-15,0 0 21 0,-4 1 8 0,0-1 15 0,1 0 17 16,2 0 13-16,1-1 14 0,2-2 2 0,3 0-6 0,0-3-10 0,3-2-12 16,2-3-3-16,0-1-4 0,3-3-7 0,1-3-3 0,1 0-3 15,2-4-3-15,1-1-2 0,2-2-5 0,3-2-7 0,2 0-10 0,2-2-5 16,1-2 1-16,0-2-10 0,3-1-1 0,1-1-5 0,0-1-4 0,1-3 6 16,-2-2 9-16,2-1 0 0,-3-1-5 0,2-1-2 0,-1-2 0 15,-2 1 0-15,-1-2 7 0,-1-1 9 0,-1 2 8 0,0 0 17 0,-4 2 8 16,-2 1 9-16,0 2 0 0,-2 1-3 0,-1 1 5 0,-1 2 2 15,-2 0-5-15,0 2 5 0,-1 1 1 0,0 1-6 0,0 2 4 0,1 1-8 16,-1 2-12-16,1 1 5 0,0 0-11 0,1 2-5 0,0 1 1 0,0 0-7 16,2 1 0-16,1 1 2 0,1 1-1 0,1 3 0 0,2 1 0 15,0 1-4-15,0 2-3 0,1 1 5 0,0 0-1 0,1 2 2 0,0 1 1 16,-1-1-1-16,0 3 1 0,-1 1 3 0,1-1-1 0,-1-1-1 0,0 1-4 16,0 0 4-16,-2-1 0 0,-1 2 1 0,0-1-6 0,-2-1 0 15,-1 1-6-15,-1 0-10 0,-3-2-22 0,0 0-39 0,-3-1-56 0,-2-2-58 16,0-2-68-16,-3-2-118 0,-2 0-74 0,0-3-6 0,-4-2 26 15</inkml:trace>
  <inkml:trace contextRef="#ctx0" brushRef="#br0" timeOffset="-145037.58">20643 12543 2664 0,'15'-5'178'0,"2"0"-20"0,8-1-46 15,0 2-35-15,4-1-45 0,2 1-37 0,5 1-50 0,-1 1-84 0,1 0-113 16,2 2-187-16,-2 0-302 0,1 1-12 0,-1-3 51 0</inkml:trace>
  <inkml:trace contextRef="#ctx0" brushRef="#br0" timeOffset="-143237.59">22678 12540 101 0,'2'-1'60'0,"-1"2"-4"0,1 0-3 0,0 0 0 0,-1-1 6 16,1 1-4-16,0 1 3 0,0-1-3 0,0 0-6 0,0-1 2 0,1 0-4 15,-2 0-1-15,1 1-7 0,-1-1-4 0,1 0-5 0,-1-1-5 0,1 1 0 16,-1 0-3-16,0 0 5 0,-1-1 4 0,-2-1 10 0,2 1 8 16,-3-1 21-16,1-1 23 0,-2 1 18 0,-1-2 23 0,-2 1 3 0,-2 0 1 15,0 0-12-15,-3 1-16 0,-1 1-20 0,-2 0-21 0,-3 2-15 16,1 1-16-16,-3 1-14 0,-2 1-11 0,0 2-8 0,-3 2-14 0,1 0 0 15,-1 3-5-15,0 1-3 0,2 2-4 0,-1 1-4 0,2-1-3 0,3 0 2 16,2 0-7-16,1 0 6 0,3 0 12 0,3 1 0 0,2 0 13 16,2 0-4-16,4-2-7 0,4 0 5 0,2 0 1 0,4-2 4 0,2 0 9 15,4 0 4-15,3-1 8 0,2 1 7 0,2-1 8 0,4-2 4 16,-1-1 8-16,3-1 10 0,1-1 4 0,-1 0 7 0,1-1 2 0,-1 0 3 16,0-1-4-16,-1 0-8 0,0 0-10 0,-1 0-12 0,-3-1-11 0,-1 1-6 15,-3 0-7-15,-2-1-8 0,-3 2-5 0,-2-1-2 0,-3 1-5 16,-2 0-6-16,-2 0-19 0,-1 1-22 0,-3-1-21 0,-2 1-20 0,-2 1 3 15,-1 1 8-15,-2 1 12 0,-3 1 17 0,-1 1 9 0,-2 0 5 0,0 0 1 16,-2 1-4-16,1 0-19 0,-1 0-27 0,1-1-46 0,1 2-61 16,-1-2-69-16,1 2-43 0,1-2-2 0,2 0 40 0,1 0 14 0</inkml:trace>
  <inkml:trace contextRef="#ctx0" brushRef="#br0" timeOffset="-142671.59">22590 12640 475 0,'-9'0'232'0,"-1"2"-148"0,-3 0-14 0,1 0-22 0,2 1-18 16,0-2-23-16,2 2-14 0,-1-2-18 0,2 1-14 0,0 0-13 0,0 1-19 15,1 1-17-15,1-1-11 0,1 0-5 0,1-1 2 0,0 0 11 0,1 0 18 16,0 0 21-16,1-1 19 0,0 1 17 0,1-2 6 0,0 1 5 16,1-1 1-16,-1 0 1 0,2 0 3 0,0-1 0 0,1 1 1 0,1-2 0 15,-1 1-2-15,3-1-2 0,1 0-1 0,1 0-29 0</inkml:trace>
  <inkml:trace contextRef="#ctx0" brushRef="#br0" timeOffset="-140818.59">22846 12831 1263 0,'-18'-8'-5'0,"-2"1"14"0,-6-2 0 16,4 1-8-16,1 1-11 0,-1 1-16 0,1-1-10 0,-1-1-8 16,1 1 3-16,-2-1 4 0,0 1 0 0,0-1-5 0,-2 0-7 0,0 0-3 15,-1 0 5-15,-1 0 15 0,0 1 10 0,1 1 16 0,2 0 4 0,-1 1 12 16,2 1 14-16,2 2 10 0,-1 1 19 0,1 0 6 0,0 2 13 16,0 2 16-16,1 1 12 0,1 2 8 0,2 2 8 0,1 2-5 0,3 2-4 15,1 0-2-15,1 4-7 0,3 2-5 0,2 2-2 0,1 1-11 0,4 2-4 16,1 3-9-16,3 3-11 0,4 2-8 0,2 3-12 0,4-1-4 15,1-1-7-15,3-1-9 0,3-2-4 0,3-3-7 0,1 0-4 0,3-4-1 16,1-3-1-16,1-1-6 0,1-3-2 0,3-3 3 0,-1-4 7 16,4-2 4-16,-1-3 4 0,0-3 13 0,1-2 2 0,-2-3 13 0,-1-2 11 15,-2-2-2-15,1-3 13 0,-2-1 2 0,0-3-8 0,0-1 4 0,0-3-16 16,0-2-7-16,1 1-8 0,-2-4-11 0,1-1 1 0,-3-2-6 16,-1-2-5-16,0 0 4 0,-3-1-4 0,-1 2 2 0,-3-2 7 0,-3 2-2 15,-1-3 0-15,-4 2 4 0,-3-1 2 0,-2 0-17 0,-3 1 6 16,-2 2-1-16,-2-1-1 0,-1 2 16 0,-4 0-10 0,-1 3-6 0,-2 1-3 15,-1 4-9-15,-1 3 0 0,-2 2-2 0,-1 3 0 0,-2 3-5 0,-1 1 0 16,-1 2 3-16,-1 3 1 0,-1 0 3 0,-2 2-5 0,0 2 1 16,-4 1-3-16,0 1 6 0,-3 2 4 0,0 0-3 0,-1 2-3 0,0 0-2 15,-3 3-4-15,0-2-3 0,-4 3-13 0,1 1-16 0,-1 0-29 0,-2 1-19 16,1 0-28-16,-1 0-35 0,0 2-39 0,3 2-48 0,-2-1-58 16,4 3-70-16,-1 2-22 0,3 1 25 0,2 2 104 0,4 3-22 0</inkml:trace>
  <inkml:trace contextRef="#ctx0" brushRef="#br0" timeOffset="-139935.59">23531 12633 163 0,'9'-8'95'16,"0"-1"-24"-16,3 1-16 0,-3-1-13 0,0 4-11 0,0-1-13 16,1 1-6-16,-1 1-6 0,0 0-2 0,0 2 2 0,-2 1 3 0,0 1 2 15,0 1 3-15,0 1 4 0,1 0-3 0,-1 2 4 0,3 0 1 0,-1 1 4 16,-1 0 16-16,2 0 17 0,-1 0 28 0,0-2 31 0,0 0 25 16,-1-1 18-16,1-1 7 0,-2-1-2 0,2 0-11 0,-1-2-10 0,0 0-10 15,1 0-20-15,-1-2-11 0,0-1-15 0,-1-1-13 0,-1-1-13 0,1-1-17 16,-2-2-9-16,-1 0 0 0,-1 0-10 0,-2-1 7 0,-1-1-8 15,-1 0-5-15,-3-1-1 0,-3 1-8 0,-2 1-9 0,-2-1-14 0,-5 1-8 16,-2 0-11-16,-1 2 1 0,-2 1 5 0,-1 2 3 0,-1 2 7 16,-1 1 7-16,0 3 4 0,0 1 2 0,-1 3 0 0,1 1 0 0,-3 2-4 15,1 2 3-15,0 3-1 0,0 1 0 0,3 3 1 0,1 2-1 0,1 3 2 16,2 3 1-16,2 0 2 0,1 4-6 0,0-3-3 0,5 3 14 16,1-1 1-16,4-1 5 0,3 1 3 0,3-5-16 0,3 0 2 0,2-3 2 15,5-4 8-15,2-1 3 0,4-3 1 0,3-3 2 0,1-3-2 0,3-2 11 16,4-3 5-16,1-3 4 0,5-3 3 0,-1-2-3 0,1-3 3 15,0-2 7-15,-1-1 4 0,-1-1 6 0,0-1 2 0,-2 0 0 0,-1 1 2 16,-4 1-4-16,0 0-10 0,-3 1-25 0,-4 1-14 0,-1 3-1 16,-2 2 8-16,-2 2 11 0,-5 2 4 0,-1 2-6 0,-2 1-26 0,-1 2 3 15,-2 2-11-15,-2 4 28 0,-2 2 6 0,-1 5-7 0,-1 5 4 0,-1 2-36 16,-4 5 6-16,0 4-10 0,-3 3-15 0,-3 4-12 0,-1 5-27 16,-4 4-20-16,-4 3-28 0,-3 5-39 0,-5 3-70 0,-2 5-115 0,-5 5-240 15,-8 5-90-15,-5 6-23 0</inkml:trace>
  <inkml:trace contextRef="#ctx0" brushRef="#br0" timeOffset="-138996.59">27770 12275 316 0,'2'1'-6'0,"0"1"-15"0,0 1-13 0,-1 2-11 0,-3 0 2 0,0 1 2 16,-2 0-53-16</inkml:trace>
  <inkml:trace contextRef="#ctx0" brushRef="#br0" timeOffset="-138634.59">27333 12453 715 0,'0'1'183'0,"0"1"10"0,2-1-43 15,-2 0-16-15,2 0-17 0,1-1-17 0,-1 0-19 0,2 0-8 16,1 0-10-16,-2-1-11 0,3 0-10 0,-1 0-9 0,1 0-12 0,0-1 1 16,-1 1-8-16,-1 0-6 0,1 1-1 0,-1 0-5 0,0 1-1 0,0 0 9 15,-2 1-6-15,1 1 3 0,-2 1 0 0,1 1 0 0,-1 1 7 16,-1 3 2-16,1 0 4 0,0 3 1 0,-1 2 3 0,0 1 5 0,0 2-2 16,0 2 0-16,0 1 2 0,0 1-9 0,1 1 2 0,1 1 13 0,0-1 4 15,2 2 13-15,0 0 7 0,1-1-8 0,1 0 5 0,2-2 3 16,0-3-4-16,2-1-3 0,1-2-6 0,3-2-6 0,2 0-5 0,2-2-3 15,-1 0-5-15,3-3-3 0,1-1 3 0,0-3-1 0,2-3 3 16,0-2-5-16,0-2 0 0,1-3 3 0,0-1-6 0,1-3 0 0,-1-2-7 16,0-2-2-16,-1 0-1 0,0-2-8 0,-2-2 1 0,-1 0-4 0,-1-3-2 15,-3 0-5-15,-1 0 1 0,-2-1-1 0,-4-1-15 0,-3 2 8 16,-4 0-9-16,-4 0-5 0,-4 2 23 0,-4-2-11 0,-4 0 14 0,-4 1 11 16,-3 0-4-16,-4 0 2 0,-2 3-3 0,-5 1-10 0,0 2 1 15,-4 1 0-15,0 3 0 0,-3 3-2 0,0 1-5 0,-1 3-7 0,-2 1 2 16,2 3-6-16,1 2-4 0,1 3-5 0,2 1-9 0,1 1-7 0,3 2-9 15,3 0-25-15,4 2-37 0,3 0-48 0,4-2-71 0,3 1-69 16,1-2-87-16,3 0-31 0,2-4 23 0,3-1 102 0,4-3-15 0</inkml:trace>
  <inkml:trace contextRef="#ctx0" brushRef="#br0" timeOffset="-138317.59">28012 12228 2340 0,'24'4'240'0,"4"1"32"0,8 3-59 16,1 3-36-16,-2 1-24 0,2 2-35 0,2 2-16 0,-1 1-15 0,1 2-22 15,-1 0-3-15,-1-1-15 0,-1 1-12 0,-2-1-6 0,0-1-7 16,-3 1-7-16,0-1 1 0,-3 0-8 0,-2-2 0 0,-3 1-2 0,-3 0-6 16,-3-1-2-16,-4-2 4 0,-2 2-6 0,-3 0-6 0,-3-1-16 0,-3 0-11 15,-4 0-25-15,-2 1-2 0,-4 1 29 0,-4-1-13 0,-4 4 14 16,-5 0 2-16,-5 1-23 0,-5 0 16 0,-4 1 5 0,-3 1 8 0,-2-2 4 16,-1 1 2-16,-3-1 9 0,-1 0 3 0,0 3-1 0,0-1 4 15,0 3-3-15,2 0 1 0,2-2 9 0,3 0-2 0,4-3 2 0,2-2 12 16,4-1 3-16,2-2 7 0,6-1 2 0,3-4-4 0,4-2-4 0,5 0 12 15,3-3-4-15,5-2 3 0,3 0-3 0,3-2-5 0,5-1-2 16,6-1-6-16,4-1-3 0,7-2-7 0,5 0 1 0,7-1-6 0,4-1 10 16,5 0-6-16,5 0 4 0,3 0 1 0,2-1-7 0,0 0 10 0,0 1-10 15,1-1-2-15,1 0 6 0,0 0-10 0,1-1 4 0,-2-1 0 16,0 0-9-16,1 0-12 0,-2-2-13 0,-1-1-32 0,-1-2-40 0,-3-1-48 16,-2-4-61-16,-3 0-95 0,-3-2-178 0,-3-4-338 0,-6-2 99 0,-5-5 74 15</inkml:trace>
  <inkml:trace contextRef="#ctx0" brushRef="#br0" timeOffset="110334.74">3057 14298 335 0,'-5'1'279'0,"-1"2"-147"0,1 0-26 16,2 0-35-16,0-1-18 0,1 0-4 0,1 0 1 0,0-1-5 0,-1 0-8 15,1 0-8-15,0 0-9 0,-1-1-3 0,1 1-5 0,-1-1-4 16,0 0-3-16,2 0 0 0,-1 1 3 0,1-1 1 0,-2-1 2 0,-1 1 3 15,1-1 0-15,-1-1 8 0,0 1 9 0,0-1 6 0,-1-1 16 0,1 1 11 16,0 0 5-16,-1 0 6 0,2 0 0 0,-1 0-8 0,0 0 0 16,0 0-3-16,-1 0-7 0,0 1-1 0,0 0-7 0,1 0-2 0,1 1 0 15,0-1-8-15,1-1-2 0,1 1-11 0,0 0-8 0,1 0 0 0,2-1-2 16,0-1 5-16,2 0-1 0,0-1 0 0,3 1 0 0,1 0 2 16,2 0-2-16,0 1 2 0,0 0-8 0,2 1-2 0,2 1 2 0,0 1 0 15,1 0-4-15,0 1 1 0,0 1-3 0,-1 0-2 0,-2 2 2 16,1 0-1-16,-1 1-7 0,-1 0 3 0,-2 0-2 0,-1 2-4 0,-3 0 5 15,0-1-1-15,-3 2-2 0,0 0 4 0,-3 0 5 0,0 2-6 0,-3 0 1 16,-3 1-2-16,-2 2-4 0,-3 1 10 0,-3-1-1 0,-2 2-1 16,0-3 0-16,0 0-1 0,-1 1 3 0,-2-3 2 0,0-1 8 0,1 1-1 15,-1-3-2-15,0-1 4 0,3-1 0 0,-1-1 3 0,0-1 6 0,3 1-1 16,-2-2 6-16,1 0-4 0,0-1 4 0,2 0-2 0,0 0-1 16,0-1-5-16,2 0-2 0,1-1 2 0,0 0 1 0,3 0-3 0,0-1-1 15,1 1-4-15,2-1-6 0,-1 0 5 0,2 0-8 0,0-1 3 16,3 1-4-16,-1 0-4 0,1-1 1 0,1 2-4 0,1-2 0 0,2 1 5 15,1 0-3-15,1-1-2 0,0 0-2 0,1 1 0 0,-1-1 4 0,3 1-4 16,0 0 6-16,1 1-2 0,0 0-4 0,0 0 5 0,0 1 1 16,1 0-6-16,-2 0 6 0,1 1-1 0,-1 1-6 0,0-1 5 0,0 1-2 15,0-1 1-15,0 1-2 0,-1-1-3 0,0 1 0 0,-1-1 13 0,-1 0 4 16,-1 0-3-16,0 0 5 0,-2 0-14 0,-2 0-1 0,0-1 7 16,-1 1-3-16,-1-1-9 0,-1 1 10 0,-1-1-1 0,-2 1-6 0,-1-1 4 15,0 1-4-15,-2-1 0 0,-2 0 9 0,1-1-5 0,0 0-2 16,1-1-2-16,-1-1 4 0,1 1 7 0,0-1-7 0,0 0 3 0,1-1-5 15,1-1-4-15,0 0-5 0,2-1 1 0,1 1-1 0,0-2 2 0,2 0 12 16,2 0 9-16,1-1-14 0,0 0 14 0,1 0-1 0,0-1-17 16,2 0 13-16,1 2-9 0,1-1 0 0,-1 1 0 0,1 0-3 0,0 1 4 15,-1 0 1-15,1 1-2 0,1 0 4 0,-1 1-4 0,2-1 0 0,-1 2 5 16,0 0 1-16,-1 1-8 0,1 0 2 0,-2 0-4 0,0 2 4 16,-2-1 4-16,0 2-6 0,0 0 2 0,-1 0-4 0,-1 0 1 0,-1 2-4 15,-1-1 5-15,-1 1 4 0,-1 0-6 0,-1 0 11 0,-1 1-7 16,-1 0 4-16,-2-1 1 0,0 0-5 0,-1 0 0 0,1-2-3 0,-1-1 4 15,1 0 5-15,-1-2-4 0,2 0-1 0,1 0 10 0,-1-1-11 0,0-1 4 16,1 1-1-16,0-2-4 0,1 0 8 0,1 1 5 0,1-1-1 16,0 0-7-16,1 1 1 0,0-1 1 0,1 1-3 0,0-1 6 0,1 1-7 15,0 0 2-15,0 1-1 0,1 1-4 0,0 0 2 0,0 1-2 0,0 0-3 16,1 0 4-16,1 1 0 0,1 0 4 0,-1 2-3 0,0 0-1 16,0 1 0-16,0 0 2 0,0 1 0 0,-1 1-2 0,0 0-5 0,-1 1-4 15,-1 0 9-15,-1-1-4 0,0 2 6 0,-1 1-13 0,-3 0-5 16,-1 0 5-16,-1 0-2 0,-1 0 28 0,-1 0-1 0,0-1 2 0,-1 0-1 15,0 0-12-15,1-3 1 0,1 0-4 0,0-2 2 0,0-1 2 0,1-1-4 16,0-2 5-16,1 0 4 0,1-1-5 16,1-2-2-16,0 0 3 0,0-2-5 0,1-1 7 0,1 0-12 0,1-2-8 0,1-1 6 0,0-1 11 15,2-1 14-15,1 0-2 0,1-2-1 0,2 1-19 0,1-2 2 0,0 1 2 16,1 0 4-16,0 3-4 0,1 0 6 0,0 1-6 0,1 0 1 16,0 1 7-16,0 0-10 0,0 2 6 0,2 1-3 0,0 0-1 0,-1 1 2 15,0 1-7-15,0 0-3 0,0 1 7 0,0 1-5 0,0-1 6 16,-2 1-4-16,0 1 3 0,0-1-1 0,-2 2 5 0,-1 0 1 0,0 1-4 15,-2 1 0-15,-1 0-2 0,-1 2-1 0,-2 0-1 0,-1 1 4 0,-2 2-9 16,-3 1 7-16,-3 1 2 0,-2 4-4 0,-2 0 4 0,-4 1-2 16,0 0-1-16,-2 0 3 0,-1 1 7 0,2 0 2 0,-3-1-5 0,-1-1 0 15,3-2-19-15,-2 0 4 0,1 0 9 0,1 0-5 0,1-2 21 0,0 0-1 16,2-1-2-16,2-2 6 0,0 0-15 0,1-2 3 0,2-1-5 16,0 0 0-16,3-1 2 0,1-1 0 0,2 1 0 0,0-2 3 0,1-1-3 15,0 1-2-15,2-2 6 0,0 1 3 0,0-1-4 0,2-1-6 16,1-1-3-16,2-1-2 0,2-2 6 0,-1-1-11 0,4-1-9 0,2 0 5 15,0-2 10-15,2 0 16 0,1 0 5 0,-2-1-6 0,2 0-7 0,0-1-3 16,2 1 8-16,-2 0-3 0,3 0-3 0,-2 2 2 0,0-1-8 0,-1 1 4 16,0 1-4-16,0 1 6 0,-1 0-2 0,-2 1 2 0,0 2-2 15,0 2-7-15,-2 0 3 0,-2 2 0 0,1 0 1 0,-1 1 3 0,-2 0-2 16,-2 2-2-16,-1 0 0 0,0 1 1 0,-1 2 3 0,-2 1 0 16,-3 1-4-16,-1 3 2 0,-2 1-3 0,-3 1 5 0,-1 0 5 0,-2 2-1 15,-1 0-1-15,0 1-1 0,-1 0 2 0,-1-2-15 0,1-1 4 16,0 0-3-16,1 0 9 0,1-2 21 0,0-2 0 0,4 0 0 0,-1-3-9 15,0-1-5-15,3-2-2 0,1 0 3 0,1-2 2 0,1-2 6 0,1 0-5 16,0-2-3-16,2 0 6 0,-1-2-24 0,2-1 2 0,0 0-1 0,2-3-6 16,1-1 34-16,1-1-3 0,2-1-2 0,1 0 0 0,1-2-14 15,2 0-1-15,0 0 2 0,1 2-8 0,1-1 6 0,0 2 0 0,1 1 6 16,0 0 4-16,0 2-10 0,2 2 4 0,-1-1-6 0,2 2 8 16,-2 0-4-16,2 2-8 0,0 0 8 0,-2 2-11 0,1 0 7 0,-1 1 4 15,0 1 0-15,0 1 4 0,-4 1-4 0,0 0-4 0,0 1 0 0,-3 1 1 16,-1 1 5-16,-3 0-4 0,0 1 2 0,-1 1 2 0,-3-1-2 15,-1 1 11-15,-1 1-9 0,-1 0 0 0,0-1-2 0,-1 0-2 0,0-1 7 16,0-2 3-16,0 0-3 0,0-2 5 0,3 0-3 0,-2-2 3 0,0 0 5 16,0-1-6-16,-1-1 1 0,1-2 1 0,-1 0 0 0,0 0 5 15,0-2-5-15,-1 1 10 0,0-2-8 0,1 0 6 0,-2 0 10 0,1 0-9 16,-1 1 7-16,0-1-10 0,0 1 4 0,0 0 7 0,0 2-11 16,1 1 3-16,0 0-6 0,1 2-8 0,1 1 0 0,1 0-3 0,0 1 1 15,1 1 0-15,0 0-6 0,1 2-2 0,0 1-7 0,2 1-21 0,-2 1-26 16,3-1-47-16,1 2-75 0,1 0-102 0,-1-1-179 0,1 1-273 15,3-1-126-15,-1-4-81 0</inkml:trace>
  <inkml:trace contextRef="#ctx0" brushRef="#br0" timeOffset="110767.74">4630 13842 2383 0,'-24'-14'237'16,"1"-2"-46"-16,-5-3-89 0,9 6-29 0,7 3-6 0,2 3 8 0,1-1-7 16,2 2-8-16,1 2-17 0,1 2-14 0,2 2-11 0,0 1-11 0,0 3 1 15,0 3-1-15,0 3-5 0,2 3 1 0,-1 6-6 0,1 4-1 16,1 4 1-16,1 4-10 0,1 4 13 0,1 4-9 0,0 5 3 0,1 4 12 16,1 5-12-16,2 6 1 0,1 2 0 0,1 5-1 0,-1 1 1 15,0 0 7-15,-1-1-13 0,-2-3 16 0,0-3-3 0,0-4 3 0,0-4 8 16,0-3-11-16,0-3 1 0,1-2-3 0,-1-6 0 0,1-3-3 0,0-7 5 15,0-3 1-15,-1-4-1 0,0-3 0 0,-1-3 1 0,0-3-6 16,1-4 3-16,-1-1-7 0,-1-3-13 0,0-1-7 0,0-4-18 0,-2-2-13 16,-1-2-25-16,-1-3-32 0,1-4-37 0,0-6-50 0,-1-4-72 0,-1-4-88 15,-2-7-119-15,0-4-32 0,-2-5 81 0,-1-6-42 0</inkml:trace>
  <inkml:trace contextRef="#ctx0" brushRef="#br0" timeOffset="111017.74">4106 13931 1312 0,'-33'-1'427'0,"-4"0"-124"0,-8 2-90 0,3 2-67 16,10 1-14-16,1 1-5 0,5 0-17 0,2 0-16 0,2-1-23 16,5 2-18-16,1 0 3 0,3 0-14 0,3 0-6 0,3 0 3 0,1 1-16 15,2 0 1-15,3 0 1 0,1-1-2 0,2-1 6 0,2 1 9 0,3 0-4 16,3 0-1-16,5-1-6 0,4 0-5 0,2-2 2 0,4-1 0 16,4-2-7-16,1-2-6 0,4-1 0 0,4-1-6 0,-1-1-1 0,2-1 5 15,-1-1-7-15,0-1 0 0,2 0-4 0,0-2 0 0,0-1 4 16,0 0-15-16,-2 0 4 0,-1-2-8 0,1 3 17 0,-2-4 11 0,2 0-1 15,-2-1 1-15,0-1-13 0,1-2 4 0,-1 0 3 0,1 1-5 0,-3-2-3 16,0-1-5-16,-1 1-7 0,-2 1-5 0,1 0-8 0,-3 0-23 16,1 3-20-16,-3 0-22 0,-2 2-24 0,-2 3-21 0,-3 1-43 0,0 2-48 15,-3 2-93-15,-3 2-120 0,-1 1-68 0,-1 4-6 0,-3 4-80 0</inkml:trace>
  <inkml:trace contextRef="#ctx0" brushRef="#br0" timeOffset="111217.74">4456 14372 1880 0,'-21'0'936'0,"2"0"-728"0,-3 2-89 16,7 1-48-16,8-2-21 0,1-1-9 0,3-1-3 0,2 0 0 0,1 0-9 15,2-2-9-15,1 1-9 0,2-2-4 0,3-1-7 0,1 0-3 0,4-1 3 16,2-2-10-16,3 1 5 0,3-2-1 0,3 0 1 0,1-1-2 16,3 0-8-16,1 1-10 0,1 0-17 0,-1 2-7 0,1-1-9 0,-2 1-1 15,1 1-4-15,-2-1-1 0,1-1 3 0,0 0-4 0,2 0-17 0,-2-1-30 16,0 1-32-16,0 0-51 0,-1 0-63 0,0-1-86 0,-1 0-78 15,1 0-15-15,-1-1 59 0,4 0-64 0</inkml:trace>
  <inkml:trace contextRef="#ctx0" brushRef="#br0" timeOffset="111585.74">5400 14206 2080 0,'-9'7'829'0,"-1"2"-630"0,0 5-107 15,3 1-53-15,4 0-16 0,4 2-4 0,1 1-1 0,2 2 4 0,3 2-6 16,3 3-5-16,1 1-15 0,2 4 3 0,2 1 1 0,1 2 1 16,1-2-6-16,1 3 5 0,2-3 2 0,2 0-6 0,0-2 13 0,2-2-11 15,-1-3-3-15,1-2 7 0,1-3-9 0,-2-3 1 0,2-1-1 16,-2-1 7-16,1-3 4 0,-1-1-8 0,-1-3 6 0,-1-2-6 0,-1-1 10 16,-1-1 8-16,0-3-1 0,-1-2 1 0,-2-2-1 0,0-2 5 0,-1-1 8 15,-1-4 8-15,-1-1 5 0,-1-3 7 0,-1-2-8 0,-1-1-6 0,-1-4 0 16,-1-2-8-16,-2-3-7 0,-1-2 2 0,0 0-23 0,-1-2 10 15,-1 2 8-15,-1-1-13 0,-3 1 22 0,0-1-13 0,-2 2-8 0,-1-1 4 16,0 3-3-16,-3 1-5 0,-3 1 4 0,-1 0-4 0,-3 1 4 16,-3 0-4-16,-2 1 2 0,-4 0-5 0,-1 1-3 0,-2 2 0 0,-2 1 5 15,1 3-1-15,-1 0-6 0,0 2 1 0,-1 2-8 0,0 2 7 0,0 3 1 16,-1 2-3-16,-1 3-3 0,1 1-2 0,-3 3 10 0,2 2-3 16,-1 3 12-16,3 1-9 0,-1 2-1 0,4 1-13 0,1 1-22 0,1 0-16 15,3 3-32-15,0 0-57 0,0 2-60 0,2 1-72 0,0 1-101 0,1 1-102 16,1-1-87-16,2 1 15 0,-1-1-57 0</inkml:trace>
  <inkml:trace contextRef="#ctx0" brushRef="#br0" timeOffset="111751.74">5194 14013 2500 0,'-9'-13'344'0,"1"1"-139"0,-1-4-102 16,5 3-47-16,2 2-13 0,4-1-5 0,2 1 10 0,2 0-3 0,3-1-8 15,1 1-8-15,3 0-23 0,2 1-4 0,2 1-2 0,3 1-6 0,-1 1 1 16,2 1-5-16,2 1-4 0,-2 1-17 0,2 2-24 0,-1 0-25 15,0 1-23-15,2 1-19 0,0 1-17 0,0 1-19 0,0 0-28 0,-2 0-31 16,1 0-41-16,-2 2-40 0,-1-1-29 0,0 1 13 0,-1 1 45 0,-2 1 53 16,2 1 50-16,1 2 37 0,-1 1 32 0,1 1 10 0,0-1-67 15</inkml:trace>
  <inkml:trace contextRef="#ctx0" brushRef="#br0" timeOffset="112051.74">6178 14573 1801 0,'-2'12'503'0,"1"3"-302"0,1 4-113 0,2-1-38 0,3 0-8 16,0-1 2-16,1-1-2 0,1 0-10 0,1-1-11 0,0-1-3 0,-2-2-4 16,0 0-6-16,-2 0-1 0,-1-1-6 0,0 1-2 0,-2-3-1 15,0-1-6-15,-2-2 4 0,-3-2 1 0,-1-2-4 0,-3-2 6 0,-3-3 11 16,-1-2 17-16,-2-3 13 0,-2-3 2 0,-1-3-1 0,-1-2-11 15,0-1 2-15,-2 0 10 0,1-3-2 0,2-1 4 0,-2-1-6 0,3-2 1 16,0-2 6-16,1-2-22 0,2 1 13 0,1-1-5 0,3 0-13 0,0 2 15 16,4-1-22-16,2 2-3 0,0-1-6 0,6 3 1 0,0 1 5 15,3 1-19-15,2 3 7 0,1 0-9 0,3 2-7 0,0 0 2 0,1 2-21 16,1 0-17-16,2 2-23 0,3 0-25 0,0 2-28 0,2 2-37 0,1 3-55 16,0-1-66-16,1 3-100 0,-1 1-91 0,-1 0-14 0,2 2 80 15,0 0-44-15</inkml:trace>
  <inkml:trace contextRef="#ctx0" brushRef="#br0" timeOffset="112650.94">6432 14286 3526 0,'-8'1'148'0,"2"0"-68"0,-1 1-53 0,4 0-23 16,2 0-2-16,3 1-6 0,0 2-4 0,3 1 2 0,1 2-5 15,3 2-1-15,1 2-11 0,3 4 0 0,0 1-3 0,2 1-10 0,0 2-9 16,1 1-13-16,0-1-5 0,0 0 3 0,-2-1 11 0,1-1 9 0,0-1 0 16,-1-1 5-16,0-2 11 0,-3-2 7 0,1 0 15 0,0-1 14 15,-1-2-12-15,-1-1 4 0,-2-2 1 0,-1-1 4 0,0-1 18 0,-2-2 5 16,1-1 9-16,0 0 14 0,-3-1-2 0,1-1 8 0,-1 0-4 0,-1-3 1 15,1-1-3-15,-2 0-8 0,1-2-8 0,1-1-9 0,-2-1-20 16,1-2 0-16,-1-1 11 0,-2 0-8 0,2-2 9 0,-1-1-1 16,0-1-17-16,1 0-2 0,0 0 6 0,-1 1-10 0,2 1 0 0,1 3 0 15,0 0-6-15,1 2 2 0,0 2 4 0,0 2-9 0,1 1 3 0,1 2-4 16,0 2-1-16,0 1-1 0,1 2-7 0,2 3 8 0,-1 2-3 0,1 1 3 16,2 2 7-16,1 1-5 0,0 2 1 0,-1 3 0 0,2-1 1 15,-1 1 1-15,0-1-13 0,-1-2-3 0,0-1-5 0,0-2 11 0,0 0 16 16,1-1 0-16,-1-2-2 0,0-1-9 0,-3-2 0 0,0 0 7 0,0-3 3 15,-1-1 3-15,-1-1 3 0,0-3 3 0,-1 0 9 0,-1-2-2 16,-1-1-2-16,1 0 4 0,0-3-15 0,-1-1 8 0,-1 0 13 0,1-2-6 16,-1-1 15-16,-1-2-9 0,0-1-13 0,0-1 1 0,0-1-1 15,0-1 0-15,-1 1-3 0,-1-1 1 0,1 0 0 0,1 3-4 0,0 0 2 16,0 2-8-16,1 2-2 0,0 2 2 0,1 2 0 0,0 4 6 16,0 0-4-16,1 2-3 0,-1 1 3 0,1 2 2 0,0 2 0 0,2 1 4 15,1 1-4-15,1 3-4 0,2 2 2 0,0 2 0 0,2 3-2 0,-1 0 6 16,0 3-6-16,-2 0 0 0,0 0 1 0,0-2-1 0,-1 0-4 0,2-1-1 15,-1 0-12-15,0-3-10 0,-2-1-7 0,2-1-8 0,-1-2-25 16,0-2-8-16,-1-1-9 0,1-1-10 0,-1-1 13 0,1-1-13 0,-2-1-8 16,0-1-17-16,0-1-41 0,0-1-33 0,-1-1-45 0,1 0-51 15,-1-1-56-15,0 0-32 0,0-2-4 0,0-2 54 0,1-1 36 0</inkml:trace>
  <inkml:trace contextRef="#ctx0" brushRef="#br0" timeOffset="113017.94">7317 14280 1917 0,'-6'3'1141'0,"0"0"-966"0,0 2-94 15,2 1-52-15,3 1-19 0,1 1-4 0,4 1-8 0,2 3 2 0,2 3-5 16,3 3-1-16,0 2-6 0,2 2 3 0,0 2-2 0,1-2-4 0,2 1-8 15,1 1-21-15,-1-4-20 0,0 1 8 0,1-2 9 0,0-3 11 16,1 0 17-16,0-2-10 0,0-3-2 0,-2-4 1 0,1-2 3 0,-1-3 13 16,0-2 9-16,-1-2 3 0,1-1 14 0,-1-3 7 0,-3-2 9 15,0-3 11-15,0-3 1 0,0-1-14 0,-1 1 10 0,-1-3 2 0,-2-1 4 16,0-2 7-16,-2 1-13 0,0-3-4 0,-2 2-5 0,-1 0-2 0,1-1 0 16,-3 1-5-16,-1 1-2 0,-1 0-1 0,0 3-6 0,-1 1-6 15,0 1 2-15,0 3-5 0,0 2-2 0,0 3 6 0,0 3-14 0,0 1-3 16,0 3-5-16,1 1-6 0,0 2 8 0,1 3 3 0,0 2-4 0,0 5 6 15,1 1 0-15,1 5 8 0,1 4 1 0,1 3-2 0,2 4-2 16,0 2-7-16,1 1-12 0,1 0-5 0,1 1-15 0,-1-1-22 0,2 0-19 16,0-1-52-16,1-3-59 0,-1-4-69 0,0-2-77 0,0-5-84 15,0 0-32-15,2-3 28 0,0-3 89 0,0-1-35 0</inkml:trace>
  <inkml:trace contextRef="#ctx0" brushRef="#br0" timeOffset="113217.94">7877 13594 3193 0,'-3'5'259'0,"0"2"-107"16,2 4-93-16,3 4-37 0,2 2-7 0,4 6-9 0,3 6 4 0,3 4-5 16,4 7 1-16,2 6-2 0,-1 4-2 0,0 4-2 0,0 1-12 15,-2 0-18-15,0 1-25 0,-1 0-33 0,-1-2-36 0,-2 1-35 0,1-2-39 16,-1-2-55-16,-1-1-104 0,0-2-132 0,-2 0-95 0,1 0 3 0,-2-3 28 15</inkml:trace>
  <inkml:trace contextRef="#ctx0" brushRef="#br0" timeOffset="113668.94">8438 14126 2517 0,'3'9'349'0,"2"1"-219"15,3 5-75-15,4 4-19 0,3 0 3 0,2 2 3 0,0 2-10 16,5-2-15-16,0 0-10 0,0 1-8 0,3-2 1 0,-3 0 1 0,0-1-1 16,0-2-1-16,-1-1-5 0,-1-1-3 0,0-3 2 0,-2-2 7 15,0-4-1-15,0-1 2 0,-2-1 3 0,-2-1 1 0,0-3 2 0,-2-1 2 16,1-2 4-16,-2-3 3 0,-2 1 7 0,0-3 6 0,-1-2-8 0,-1-1-5 16,-2-2-1-16,-2-3-6 0,0 1 2 0,-2-2-9 0,-1-1-2 15,-1-1-6-15,-3-1-1 0,-1-1 5 0,-2 0-9 0,-4-2-1 0,-1-1-6 16,-4 0-11-16,-2 2 11 0,-1 1-9 0,0 1 2 0,-2 4-3 0,0 1-18 15,2 3 1-15,-1 2-16 0,0 2-13 0,2 4-15 0,-3 5-16 16,0 3-3-16,1 3 12 0,0 4 16 0,0 1 18 0,4 4 14 0,1 2 13 16,2 2 14-16,4 1 9 0,2 2 9 0,1 0 0 0,4 1-9 15,1 0-9-15,2-2-16 0,2 0-20 0,2-2-23 0,1-1-33 0,3-1-29 16,3-2-25-16,1-3-13 0,1-1 3 0,4-4 22 0,1-4 33 0,3-4 41 16,3-4 38-16,1-3 27 0,0-3 26 0,2-1 44 0,-1-3 52 15,0 0 48-15,-1 0 46 0,2 0 9 0,-1 2 3 0,-1 0-8 0,0 1-19 16,-3 1-25-16,3 2-30 0,-1 3-23 0,0 0-21 0,0 4-19 0,-1 0-9 15,-1 1-13-15,-1 2-2 0,1 2-1 0,-1 3-6 0,-1 2-2 16,1 1-4-16,-1 2-8 0,-2 0-2 0,1 1-3 0,0 1-1 0,-1 0 0 16,-1 1-13-16,1-1-1 0,0 1 1 0,-2 1-1 0,1-2 5 15,0 0-7-15,-2-1-3 0,1 2 3 0,-1 0-2 0,-1-1 0 0,-2-2-17 16,0 0-37-16,-2-3-20 0,-2 0-45 0,0-2-47 0,-2 0-69 0,-1-1-151 16,0-1-193-16,-2-1-68 0,-1 0-61 0</inkml:trace>
  <inkml:trace contextRef="#ctx0" brushRef="#br0" timeOffset="114135.11">10658 14100 2151 0,'-5'5'784'15,"0"2"-600"-15,1 3-77 0,2 1-44 0,1 1-13 0,2 6-17 0,3 3-17 16,4 5-9-16,2 6-9 0,3 1 4 0,2 4-4 0,0-1 2 0,2 1 0 15,0-1-5-15,-1-1 3 0,0-1-3 0,0-4-17 0,0-1 7 16,1-5-1-16,1-2 4 0,0-2 6 16,2-4-3-16,-1-2 6 0,2-3-5 0,0-2 1 0,-2-3 4 0,0-2-1 0,0-2 9 0,-2-3 12 15,0-2-3-15,-2-1 6 0,0-3 7 0,-2-1 6 0,-1-2 5 0,-1-1-7 16,-2-2 0-16,-1-2 3 0,-1-2-19 0,-2 0 13 0,-1 0-10 0,-3-4-5 16,-2 0 10-16,-1 0-23 0,-3-3 2 0,-1 0-10 0,-4 0 1 15,-1-2-1-15,-4 2-5 0,-1-2 6 0,-3 1 3 0,-2-2 0 0,1 0-3 16,-3 1-4-16,0 2-3 0,-2 3-8 0,0 2-2 0,0 3-9 0,1 2-4 15,0 4-3-15,2 3-14 0,0 3-9 0,-1 4-8 0,2 3 4 16,0 4-3-16,0 3 3 0,3 6-12 0,-1 3-27 0,3 2-26 0,2 4-57 16,3 2-80-16,2 0-105 0,3 3-111 0,3-2-35 0,2 2 121 0,4 0 8 15</inkml:trace>
  <inkml:trace contextRef="#ctx0" brushRef="#br0" timeOffset="114385.09">11248 14254 2086 0,'6'4'298'0,"2"3"-163"0,4 1-50 0,2 1-16 16,1 1-7-16,0 1-16 0,4 2-24 0,1 2-19 0,2 2-5 0,0 1-8 16,1 0-1-16,-4 2-7 0,0-1-10 0,-2-1-15 0,-2 1-13 0,-3-1-2 15,-2-1 11-15,0-3 17 0,-3 0 19 0,-2-3 10 0,-2-3 7 16,-2-3 14-16,-1-2 15 0,-2-2 32 0,-1-1 20 0,-2-1 20 0,-2-2 8 16,-2-2-26-16,0-1-10 0,-2-3-21 0,2-2-21 0,-2-1-2 15,1 0-6-15,-1-2-1 0,1-1 1 0,0-3 2 0,1 1-6 0,0-2-5 16,0 0 9-16,-1 0-14 0,2-1-4 0,-1-2 0 0,2 0-19 0,0-3 7 15,2 0-12-15,1 0-16 0,1 1-11 0,3 2-11 0,1 2-12 16,2 1-1-16,0 4-2 0,3 0-16 0,0 1-12 0,0 2-18 0,3 0-34 16,2 2-45-16,0 1-62 0,2 1-81 0,0 2-81 0,2 1-29 15,1 1 35-15,2 2 117 0,1 2-19 0</inkml:trace>
  <inkml:trace contextRef="#ctx0" brushRef="#br0" timeOffset="114652.09">11807 14265 1399 0,'0'5'501'15,"0"0"-299"-15,1 2-51 0,0-1-9 0,2-1-12 0,0 0-35 0,1 0-46 16,2 1-27-16,0-1-6 0,2 1-6 0,0 1 0 0,2 1-4 16,-1 1-1-16,2 0 0 0,2 2-1 0,1 0 1 0,1 0 3 0,0 2-5 15,1 0 9-15,1 1 6 0,-1-1 8 0,2-1 9 0,0 0 4 16,0-1 5-16,-2-2 7 0,0-1 0 0,0-1 1 0,0-4-5 0,-2-1 0 16,1-1 10-16,-1-1-7 0,0-3-5 0,-1 0-5 0,1-4-7 0,-1-1 5 15,0-2 5-15,-2-1-8 0,-2-2-7 0,-1-1-4 0,-1-2-7 16,-1-1-4-16,-2-1-9 0,-1 0-1 0,-2-1-6 0,-1 0-5 0,-4 1 3 15,-1-2-9-15,-2 0 5 0,-2 0-8 0,-1-1-7 0,-5 0 5 16,-2 1-6-16,-4 0-1 0,1 1-9 0,-3 2-13 0,0 1-6 0,2 1-10 16,-3 3-2-16,1 1-11 0,-1 4-10 0,0 3-12 0,2 4-15 0,-3 3-14 15,1 2-27-15,-1 3-44 0,-1 2-91 0,3 2-106 0,-1 1-89 16,2 2-9-16,-1 1 116 0,2 2 98 0</inkml:trace>
  <inkml:trace contextRef="#ctx0" brushRef="#br0" timeOffset="115002.2">12291 14528 2524 0,'9'20'219'0,"3"4"-110"0,2 9-16 16,0-1-6-16,0 0-5 0,2-1-35 0,1 1-35 0,1 1-8 16,0 1-8-16,1 1 2 0,0 1 6 0,-1 0-11 0,-1-1-12 0,-2-1-16 15,-2-1-9-15,-2 0-4 0,0-1 7 0,-2 1 12 0,1-4-3 16,-2 0 23-16,0-2 9 0,-1 0 0 0,-2-2 9 0,2 0-9 0,-1-2 1 15,-1-4 8-15,1 0 4 0,-1-2 1 0,-1-4 6 0,1 0 3 0,-2-4 7 16,1-2 3-16,-1-2 5 0,0-3 3 0,-1-1 2 0,0-3 4 16,0-1-7-16,-2-3-2 0,1 0-22 0,0-2-7 0,0-1-9 0,0-3-5 15,0-4 12-15,0-2-7 0,-1-3 0 0,-1-2 7 0,0-3 1 16,-2-1-7-16,-2-3 5 0,1-1-2 0,-3-3-8 0,0-2 2 0,1 0-5 16,-2 1-2-16,1 0 2 0,-2 0-6 0,2 3 8 0,-3-3-13 0,0 3-6 15,-2-2 8-15,0 2-12 0,0 0-2 0,0 1-13 0,0-1-18 16,-1 1-11-16,0-2-17 0,1 0-22 0,0 0-27 0,1-2-39 0,-1 1-46 15,2-2-52-15,3 2-64 0,-1 1-36 0,5 3 20 0,1 2 57 16,1 5 82-16,3 3 75 0,1 5 54 0,1 5 34 0,3 5 22 0,0 3 7 16,0 5-30-16</inkml:trace>
  <inkml:trace contextRef="#ctx0" brushRef="#br0" timeOffset="115401.2">12770 14455 1081 0,'0'3'772'0,"0"-2"-489"0,0 1-76 0,0-1-22 0,1-1-19 0,0 1-49 16,1 0-44-16,-1 0-48 0,0 0-18 0,-1 0-5 0,3 1 3 16,0 1-2-16,2 1 1 0,-1 0-6 0,2 1-5 0,0 0 7 0,1 1-1 15,2-1-3-15,1 1 1 0,-1 1 3 0,2-1 0 0,0 0 7 0,1 0 3 16,0-1 2-16,1-1 11 0,0 0 8 0,3-1 9 0,-1-1 8 16,2-1 1-16,-1-2 2 0,1-1-3 0,1-2-2 0,0-1-3 0,0-2-3 15,-1-2-9-15,1-2-4 0,-2 0-1 0,1-1-6 0,-1-2-7 0,-3 0 1 16,1-2-2-16,-3 0-9 0,-1-1 1 0,-1 1-10 0,-1 0 1 15,-3 2 3-15,-1-1-4 0,-3-1-5 0,-1 1-5 0,-2 0-3 0,-3-2-3 16,-2 1 2-16,-3 1-9 0,-2-2 4 0,-2 1 5 0,-2 1-7 16,-3 1-5-16,-1 2-7 0,-1 1-9 0,-2 1 7 0,0 3 3 0,1 2-4 15,-2 3-4-15,1 3-2 0,1 3 4 0,0 3 13 0,1 3 20 0,2 1 9 16,1 3 15-16,3 1-6 0,3 2-2 0,0 1 5 0,3 1 4 16,2 1-2-16,2 1-4 0,3 0-10 0,2 1 1 0,3 0 4 0,2 0 0 15,4 1 4-15,2 0-7 0,2-1 2 0,5-1 3 0,1-1 5 0,3 1 2 16,2-2-10-16,2-1 5 0,2-3-4 0,1 0 4 0,2 0 3 15,1-1-3-15,0-2-12 0,0-1 0 0,-1-2 3 0,0-2-3 0,-2-1 7 16,1-1-6-16,-3-1 3 0,0-2-11 0,-4-2-11 0,1-1-10 16,-3-1-21-16,-2-3-13 0,1-1-29 0,-2-2-26 0,0-2-30 0,-1-2-24 15,-1-3-19-15,1-3-38 0,-4-2-53 0,2-3-72 0,0-5-25 0,0-4 37 16,0-8 67-16,-1-3 93 0</inkml:trace>
  <inkml:trace contextRef="#ctx0" brushRef="#br0" timeOffset="115735.2">13444 13671 2517 0,'-2'10'208'0,"0"3"-79"0,-1 2-41 0,2 2-10 0,2 1-11 15,1 2-23-15,1 2-23 0,2 5-16 0,0 2-1 0,2 5-1 0,2 2-1 16,0 3 3-16,1 3-8 0,0 1-1 0,1 3 4 0,-1 3-5 16,3 2 2-16,1 0 3 0,1 1-4 0,0-1 2 0,0 0 2 0,2 0-1 15,0-2-6-15,1-2 1 0,0-2 1 0,1-3 0 0,-1-5 1 0,0-4-1 16,-1-3-9-16,0-5-7 0,-2-2-10 0,1-3-7 0,0-3-6 15,-1-2-5-15,0-2 0 0,-1-5 5 0,1-2 5 0,-3-3 6 0,-1-3 10 16,1-2 3-16,-2-2 1 0,0-3-1 0,-1-1 1 0,0-2 5 16,-2-3 7-16,1 0 10 0,-1-2 7 0,-1-1 4 0,0-1 3 0,0 0 2 15,-1-2 1-15,0-1 4 0,0 1-3 0,0-1-3 0,0 1 1 0,-2 2-8 16,1 0 1-16,1 3-12 0,-1 2 5 0,0 2 1 0,0 3-1 16,-1 0 9-16,0 2-13 0,0 2-11 0,1 3-5 0,0 1-6 0,0 2-7 15,0 2-5-15,0 1-16 0,1 1 9 0,1 1 0 0,-1 3 3 0,2 1 12 16,0 2-23-16,1 1-6 0,0-1-12 0,1 2-14 0,1 0-14 15,-1-1-25-15,0-2-44 0,-1 0-40 0,0-1-73 0,-1-1-47 0,-1-2-9 16,1-3 20-16,-1-1 92 0,0-1-25 0</inkml:trace>
  <inkml:trace contextRef="#ctx0" brushRef="#br0" timeOffset="115868.59">14090 14098 3149 0,'6'12'156'0,"-1"-1"-55"15,2 2-5-15,0-3-1 0,-1 0-26 0,2 0-55 0,-1 0-47 0,0-2-42 16,0 0-51-16,-1-2-56 0,0-2-106 0,-2 0-161 0,-2-1-323 16,-2-1-40-16,-2-2 34 0</inkml:trace>
  <inkml:trace contextRef="#ctx0" brushRef="#br0" timeOffset="116876.99">3446 13552 179 0,'0'-4'38'0,"0"0"-18"16,1-1-13-16,-1 2-2 0,1 1-2 0,-1 0 0 0,1 1-4 0,-1 1-3 15,1 0-4-15,-1 0-6 0,1 1-2 0,-1-1-2 0,0 1 2 0,0-1 3 16,0 0 0-16,1 0 3 0,0-1 1 0,1-1-6 0,-1-1-92 0</inkml:trace>
  <inkml:trace contextRef="#ctx0" brushRef="#br0" timeOffset="117959.8">3720 14243 1458 0,'-24'-4'204'0,"1"-3"-56"0,-7-2-69 0,6-2-31 15,1-1-6-15,0 0 3 0,1-4 11 0,-2 0 0 0,1-2-1 0,-2 1-10 16,-1-3-1-16,1-1 3 0,0 0 3 0,0-1 0 0,-4-1-5 0,2 1 0 16,-4-2-7-16,1 2 10 0,0-2-2 0,-1-1-5 0,-2 1-1 15,1-3-15-15,-4 0-5 0,1-1-2 0,-3-1-3 0,-1-1-1 0,-2 0 3 16,-3-4-2-16,2 0 0 0,-1-3 0 0,-2-1-1 0,-3 0-4 16,0-4-2-16,1-1-3 0,-3-4-11 0,1-3 11 0,-4-5-5 0,2-1 11 15,-1-4 13-15,-1-2-12 0,3-3-2 0,1-1-11 0,0-1-1 0,2-3 2 16,-2 0-5-16,1-1 3 0,1 0-1 0,1 3-1 0,2 0 9 15,23 34-5-15,-5-9 0 0,-1-1 35 0,-4-8-8 0,-1-1 2 0,-5-11 4 16,2-1-41-16,-4-9 13 0,0 0-2 0,1-2-1 0,1-1 5 0,1-3-9 16,2 1 11-16,3-2-4 0,-2-1 2 0,3-1 0 0,1-3-3 15,3 0 1-15,0-1 9 0,1-1 5 0,6-1 2 0,-1-1 4 0,4 1 0 16,1-3-4-16,6 1 10 0,1-1 5 0,2 2-2 0,4 0-1 16,2 4-8-16,4 0-7 0,2 2 3 0,3 3-5 0,1 3-1 0,3 2 0 15,4 2-15-15,3 1 9 0,0 3 4 0,4 1-6 0,2 4 10 0,2 4-8 16,2 3-5-16,-1 3 5 0,3 3-1 0,-1 3-2 0,2 3-3 15,0 3 3-15,0 2 0 0,1 1 3 0,-1 3-47 0,2 3 7 0,30-27-3 16,-7 8 1-16,-10 12 52 0,-10 8-16 0,-4 3 1 0,0 2-4 0,0 1 2 16,-1 1 2-16,1 2-1 0,-3 1 1 0,-1 2 1 0,-1 0-3 15,-5 3 2-15,-2 2-2 0,-2 0 0 0,-2 3 1 0,-3 3-3 0,-1 3 2 16,-3 2-7-16,-2 3-3 0,-2 2-1 0,-1 1-8 0,-2 2 1 0,-2 1-6 16,-1 2-9-16,-1 3 3 0,-2 3-10 0,-2 2-2 0,-1 1-10 15,-2 2-23-15,-2-1-25 0,-2 1-33 0,0-3-45 0,0 1-37 0,0 0-50 16,0-2-36-16,-1-2-40 0,1-1-23 0,1-2 12 0,3-3 28 15,-1-2 89-15,1-4-98 0</inkml:trace>
  <inkml:trace contextRef="#ctx0" brushRef="#br0" timeOffset="118226.36">1966 8413 937 0,'-13'-8'446'0,"1"2"-243"0,-2 0-3 16,8 2-65-16,3 1-44 0,2 0-28 0,2 1-10 0,1-1-7 15,1-1-7-15,3 0-6 0,3-1-8 0,4 0-7 0,3 0-4 0,2-1-2 16,6 0 3-16,5-1-2 0,1 2 2 0,3-1-1 0,-1 0-3 0,0 1 2 15,2-1 4-15,-1 1 0 0,2 0-3 0,1 0 3 0,1 1-12 16,0 2-2-16,-1 1 2 0,1 1-4 0,-2 2 4 0,0 0-2 0,-3 2-1 16,0 0 1-16,-3 1 4 0,0 0 7 0,-3 0 2 0,0 1 3 15,-5-1-2-15,-3 1 6 0,-3-2 12 0,-2 0 11 0,-3 0 9 0,-2 1 3 16,0 1 0-16,-1 0-6 0,0 0-7 0,-1 2-6 0,-3 1-3 0,0 2-8 16,-1 1-3-16,-1 3-5 0,-1 2-5 0,-1 2-3 0,-1 3-5 15,-1 4 0-15,-1 4 0 0,-2 4-3 0,-1 3-2 0,0 3-6 0,-2 3 2 16,0 2-1-16,-1 3-4 0,-1 1-16 0,1 3-12 0,1-1-32 15,0 0-70-15,2-1-112 0,2-1-178 0,0-1-174 0,2 0-59 0,2-4-51 16</inkml:trace>
  <inkml:trace contextRef="#ctx0" brushRef="#br0" timeOffset="147615.99">23375 4941 1364 0,'-10'-3'35'0,"0"0"-3"0,-1 0 16 0,4 0 20 16,3 2 10-16,1-1 1 0,0 1-1 0,2-1-7 0,-2 0-11 15,1-1-8-15,-2-1-2 0,0-1-6 0,0-1-3 0,0-2 0 0,0-2-7 16,1-1 3-16,-1-2-5 0,0-2 4 0,2-3-3 0,0-3-3 0,2-2 2 15,-1-4-4-15,2-2-1 0,0-1-5 0,1-1-7 0,0-3-2 16,1 1-8-16,0-4-5 0,1 0 6 0,-1-1-2 0,0-1 9 0,1 1 4 16,-2-2-7-16,0 2 4 0,-1 1-6 0,-1 0-4 0,1 2 6 0,-1-3-7 15,0 1 0-15,-1 2-1 0,0 0-2 0,-1 5 8 0,0 1-3 16,-1 4 6-16,0 1-2 0,0 2-12 0,0 4 5 0,0 0-5 0,0 3 7 16,0 2 6-16,-1 3 1 0,2 3 5 0,-2 1-3 0,1 3 0 15,0 1 2-15,0 3-6 0,0 1-1 0,1 3-3 0,-1 3-1 0,0 3 0 16,1 6 6-16,0 3 0 0,0 4 0 0,0 4-2 0,1 2-11 0,0 5 3 15,1 1-2-15,1 5-1 0,2 3 3 0,0 1-3 0,2 3 3 16,0 3-2-16,3 2-5 0,2 3-2 0,2 3-4 0,2 1-9 0,2 0 0 16,1 1-7-16,2 0-11 0,1 0-2 0,0 0-8 0,2 1-6 0,0 2-13 15,1 1-13-15,1 2 0 0,-2-1 9 0,0-3 20 0,-2-2 20 16,-1-4 19-16,-1-5 8 0,0-4 3 0,-2-5 8 0,-2-5-1 0,1-5 4 16,-2-4 8-16,-1-3 1 0,-3-1 2 0,1-4 0 0,-2 0-1 0,-1-3-3 15,-1-3 7-15,0-3-8 0,-2-4-2 0,-1-2 4 0,-2-3 0 16,0-3 20-16,-1-1 15 0,-1-3-1 0,0-3-8 0,-1-4-9 0,-1-3-12 15,0-6-6-15,-1-3-1 0,0-2-4 0,-1-4-4 0,1-1 2 16,-2-3-4-16,1 0 3 0,-2-4-1 0,1-1-3 0,-3-1 0 0,-1-3 4 16,-1 1-3-16,-1 1-2 0,-1-2 0 0,3 2-1 0,-2 3 9 0,-1 1-1 15,1 4 4-15,0 3-5 0,3 5-6 0,-2 4-1 0,2 5-2 16,1 3 2-16,-1 4-4 0,2 1 0 0,-1 2 0 0,1 3-4 0,0 1 2 16,1 1-1-16,2 2-8 0,2 0-5 0,2 0-3 0,1 2-10 15,2 0-3-15,2 0-7 0,2 1-8 0,1 0-6 0,2 0-3 0,1-2-8 16,1 0-6-16,2-1-12 0,0-2-18 0,2 0-21 0,1-1-17 0,0-1-16 15,-1 1-7-15,2 0 14 0,0-2 22 16,0 1 36-16,-2-1 33 0,1-1 26 0,-1 0 20 0,-2 0 11 0,-2 0 12 0,-1-2 11 0,-2 1 13 16,-1 0 8-16,-1 1 8 0,-1 0 4 0,-1 2-4 0,-2 0-2 0,1 1-9 15,-1 1-8-15,0 1-3 0,0 3-2 0,0 0-5 0,1 1-4 16,-1 1 2-16,0 1-1 0,0 0-1 0,0 1 2 0,0 2 1 0,1 0-3 16,0 0 2-16,0 1 0 0,1-1 1 0,0 1 1 0,0 0-3 0,1-1 3 15,1 0 2-15,2 0 3 0,0-3 2 0,1-1 6 0,1-1 3 16,0-2-2-16,4 0 9 0,1-3-10 0,0 0 2 0,0-4 2 0,1 0 2 15,1-3 7-15,0-1-8 0,-2-3 4 0,2-3-9 0,0-1-10 0,-2-1 4 16,0-2-9-16,-2 0 0 0,-1-1 1 0,-2 0-8 0,-3 0 1 16,0 2-7-16,-2 1 0 0,-3-1 1 0,-2 1-2 0,-2-1 7 0,-3 2-8 15,-1 1 2-15,-2 0-4 0,-1 0-8 0,-3 2 0 0,-2 0-3 16,-4 1-2-16,-1 2 4 0,-1 2-2 0,-2 0 2 0,-1 3-2 0,2 1 2 16,-1 3-2-16,1 2 0 0,-1 2 0 0,0 3 3 0,1 2 3 0,0 2 0 15,3 2-2-15,1-1 0 0,1 2-1 0,1 2 1 0,0-1 3 16,3 0 1-16,3 1-1 0,2 0-1 0,2-1-4 0,2 0-4 0,2 0 2 15,3 1-1-15,2 0 1 0,2 0 1 0,4-1-2 0,2-1 3 16,1-2 2-16,2-1-2 0,3-3 4 0,1 0 3 0,2-1-1 0,3-2 0 16,1-1-2-16,1-2-1 0,2-1 1 0,1-2 1 0,2-1-1 0,-1-2 1 15,3-1-1-15,-4-1 1 0,0-2 1 0,-1-1 1 0,0 0 1 16,-1-2 1-16,-1 0-2 0,-3-2 0 0,0 0 1 0,-2-1-1 0,-3-1 0 16,-1 0-3-16,0 1 1 0,-3-1-4 0,-1-1 3 0,0-1-5 0,-3 1-6 15,-1 0-3-15,0-2-2 0,-3 1 2 0,-1 0 2 0,0-1-2 16,-2 2 0-16,-2 0 4 0,-1 1 1 0,-2 1 8 0,-1 1 0 0,-1 1 1 15,0 2 3-15,-2 0 0 0,1 1 3 0,-1 1 3 0,0 1-1 16,-1 2 2-16,0 1-2 0,0 3-1 0,0 1 2 0,0 2-1 0,1 1-1 16,0 2-1-16,1 1 2 0,0 1 0 0,0 3 0 0,1 0-1 0,1 1-1 15,2 2-3-15,0 2-2 0,1 1 2 0,3-1 0 0,1 3-4 16,0 0 4-16,2-1 3 0,1-2 0 0,1-1 5 0,1-1 3 0,1-1-3 16,-1-2 5-16,3-1 4 0,2 0-5 0,-1-2 2 0,0-1 2 15,1-2 1-15,-1-1-2 0,0-1 7 0,-1-1 2 0,0 0-3 0,0-2 4 16,1-2-8-16,-2 1 0 0,0-3 2 0,1-1-5 0,0-1 3 0,-1-2-4 15,0 0 2-15,-2-1-3 0,0 0-2 0,0-1 5 0,0-1-3 16,-1-1 3-16,0 1 3 0,-1-1-1 0,-1-1 6 0,-1 1 8 0,1-1 2 16,-1 1 0-16,-1 1-5 0,2 0-1 0,-1 3-3 0,1 1 1 0,1 2-3 15,-2 3-1-15,1 0-6 0,1 2-4 0,0 1-1 0,-1 2 1 16,0 0-5-16,1 3 2 0,1 1-3 0,-2 1-5 0,2 1-1 0,0 1 2 16,0 0-4-16,0 1 0 0,1-1 6 0,-2 1-8 0,1 1 8 15,0-2-1-15,1 1-5 0,0-2 3 0,-1 0-10 0,0-2 2 0,-1 1-3 16,1-2-12-16,0-1-4 0,0 0-8 0,-1-1-13 0,0 0-11 0,-1 0-29 15,0 1-59-15,-2-1-71 0,-1 2-71 0,-1 1-77 0,-1 1-13 16,0 1 34-16,-1 4 83 0,0 2-53 0</inkml:trace>
  <inkml:trace contextRef="#ctx0" brushRef="#br0" timeOffset="149698.38">23875 6182 705 0,'-9'0'118'0,"2"1"-34"0,0-1 30 0,3 1 15 0,4-2-1 15,0 1-30-15,3-1-18 0,1 0-4 0,3 0-6 0,4-2 4 0,1-1 6 16,5-2 0-16,4-2-2 0,4-2 2 0,5-1-11 15,4-1-3-15,5-3-15 0,4 0-16 0,5-4-3 0,3-1-5 0,3-2-9 0,3-1-6 16,3 0-4-16,3 0-10 0,2 2 2 0,1-2 2 0,1 1-5 16,1 1-3-16,0-1-6 0,1 1-3 0,-1 2 0 0,-1-1-3 0,-1 1 0 15,-1 1 2-15,-1 1-6 0,-2 1-7 0,-2 0-3 0,-1 2-9 0,-3 1-1 16,-4 1 6-16,-4 1 2 0,-4 2 2 0,-2 3-3 0,-3-1 1 16,-6 1-4-16,-2 1-7 0,-6 2-11 0,-4 1-22 0,-3 1-27 0,-4 2-28 15,-5 2-39-15,-3 1-32 0,-3 0-10 0,-4 3-1 0,-3 0 25 0,-2 3-143 16</inkml:trace>
  <inkml:trace contextRef="#ctx0" brushRef="#br0" timeOffset="152232.9">26263 5166 1747 0,'-1'-1'91'0,"1"1"-56"0,1-1 6 0,3 2 6 0,1 1 20 16,1 2 5-16,1-1 5 0,2 1-10 0,0 0-17 0,2-1-13 0,0 0-8 16,1-1-6-16,2 0-6 0,0 0 1 0,1-1-4 0,1 0 0 0,1-1 3 15,1-1 1-15,0 0 1 0,2 0-3 0,1-2-1 0,0 0-2 16,2-1-7-16,0-2 5 0,-2 1-6 0,3-1 2 0,-1-1-3 0,1 1 1 16,-1-1-3-16,-1 0-4 0,-2 1 0 0,-1-1 1 0,-2 0 6 15,-1 1-7-15,-2-1 0 0,0 2 4 0,-4 0-7 0,1 0-7 0,-2 0-9 16,-1-1-20-16,-1 1-13 0,0-1-21 0,-3 1-41 0,0 0-49 0,-2 0-51 15,-1 0-37-15,-1 0-27 0,-1 1 3 0,-2 1 34 0,0 0 30 16,0-1 43-16,-1 0 49 0,-2 0 20 0,0-2-87 0</inkml:trace>
  <inkml:trace contextRef="#ctx0" brushRef="#br0" timeOffset="152398.9">26622 4880 295 0,'-10'-3'231'0,"-1"0"-142"0,-2 1 19 0,4 1 25 0,1 1 2 0,1 0-8 16,2 2-11-16,0 1-13 0,1 0-19 0,0 2-12 0,0 1-7 0,2 0-4 15,-1 2-2-15,1 0-2 0,1 1 4 0,1 2-5 0,0 1 1 16,2 2-4-16,0 1-5 0,2 0-15 0,1 2-11 0,1 1-10 0,0 0-9 16,2 1-3-16,0-1-10 0,-1 0-8 0,0-2-9 0,0 1-15 0,1 1-17 15,0 0-35-15,0 0-64 0,2 1-83 0,0-1-65 0,1 1-21 16,1-1 38-16,0 0-69 0</inkml:trace>
  <inkml:trace contextRef="#ctx0" brushRef="#br0" timeOffset="153715.71">27430 3158 542 0,'-6'-5'27'0,"0"0"12"0,0 1 18 0,1 2 17 16,1 1-1-16,0 1-7 0,0 1-8 0,1 1-7 0,0 1-1 0,0 3 3 15,0 3 4-15,1 1-6 0,-1 3-2 0,1 3-6 0,0 1-8 0,1 5 7 16,0 2 1-16,1 3-3 0,1 4 1 0,0 0-3 0,2 5-4 16,0 2-3-16,1 4-3 0,1 1-6 0,1 4-7 0,2-2-7 0,1 0-4 15,0 2-2-15,2 1-9 0,2-2-5 0,2 0 1 0,1-3-8 16,2 0 5-16,2-3-2 0,1-3-4 0,2-1-4 0,1-3 5 0,0 2-1 15,-1-3-2-15,0 0 3 0,-3-4 0 0,-1-2 4 0,-1-3 5 0,-2-2 4 16,0-1 1-16,-1-1 4 0,-2-3 1 0,-3-1 1 0,-1-1 2 16,-3-1 0-16,0-3 6 0,-2 0-5 0,-1-2 6 0,-1-2 2 0,-1-2 1 15,-2-2 9-15,0-2-4 0,1 0 0 0,-2-1-6 0,1-1-13 0,-1-2-6 16,0-1-10-16,1-1-11 0,-1-1-8 0,0-1-3 0,0 1-1 16,1-1 6-16,1-1 5 0,-1 0 4 0,2 0 1 0,0-1-8 0,0 1-3 15,1 0-10-15,1 0-15 0,0 2-20 0,0 0-26 0,1 1-20 0,0 0-4 16,-1 2 4-16,0 0 7 0,0 0 22 0,0 0-135 0</inkml:trace>
  <inkml:trace contextRef="#ctx0" brushRef="#br0" timeOffset="153933.71">27778 4071 989 0,'0'0'4'16,"3"1"-10"-16,0 1 5 0,1 1 10 0,1 0 5 0,0 1 5 0,0 0-3 16,0 0-5-16,1 0-2 0,-1 0-7 0,1 0-1 0,-1 1 1 15,-1-1 0-15,0 0 0 0,-1 0 3 0,0-2-1 0,0 0-1 0,-1 0-2 16,-1 0-2-16,1 0 0 0,-2 0-3 0,1-1-1 0,0 0-4 16,-1-1-7-16,0 0-20 0,0-1-39 0,0-1-42 0,-2 0-24 0,1-1-14 15,-2 0 19-15,0 0 26 0,0 0-119 0</inkml:trace>
  <inkml:trace contextRef="#ctx0" brushRef="#br0" timeOffset="154483.08">28091 4257 899 0,'3'-2'171'0,"2"0"-159"0,1 0 8 15,2 1 22-15,-1 1 20 0,1 0 13 0,0 0 0 0,0 0-23 0,1 0-22 16,1 1-18-16,0-1-9 0,-1 2 0 0,0-1-2 0,0 1-2 0,-2-1-2 16,2 0-1-16,-1-1-1 0,0-1 6 0,-1 0 7 0,0-1 1 15,0 0-3-15,-1 0 2 0,1-1-8 0,-3 0 1 0,1 1-1 0,0-2-4 16,-2 2-6-16,0-1-7 0,-2 1-11 0,-1 0-19 0,0 0-43 15,-2 1-66-15,1 1-49 0,-2-1-32 0,-1 1 23 0,0 2 19 0,-2-1-39 16</inkml:trace>
  <inkml:trace contextRef="#ctx0" brushRef="#br0" timeOffset="158800.09">28737 3567 948 0,'3'2'106'0,"1"1"-10"15,3 3 32-15,1 3 13 0,1 1 1 0,2 5 1 0,1 1-11 0,2 4-14 16,1 6-17-16,2 3-13 0,1 8-18 0,0 3-18 0,0 4-2 15,1 5-10-15,0 2-3 0,-2 2 0 0,0 0-11 0,-1 0-7 0,0 0-5 16,-2-1-7-16,-1 0 1 0,0-4-3 0,-2-2-4 0,-1-1-1 0,0-2-10 16,0-2-1-16,1-2-3 0,-1 0-5 0,-1-3 0 0,0-2-8 15,-1-3-5-15,0-2-9 0,1-2-10 0,0-2-15 0,0-3-14 0,0-1-10 16,-1-2-2-16,-2-5-4 0,-1-2-19 0,-1-3-41 0,-2-4-30 0,-3-3-39 16,-1-3-11-16,-1-3 11 0,-2-2 26 0,-3-5 43 0,-3-3-134 15</inkml:trace>
  <inkml:trace contextRef="#ctx0" brushRef="#br0" timeOffset="159082.09">28929 4301 812 0,'-20'-36'157'16,"0"-3"-49"-16,-5-10 21 0,4 4 7 0,5 6-10 0,3 3-15 0,0 0-17 16,3 5-6-16,1-2-16 0,3 4-10 0,1 2-9 0,2 2-7 15,2 4-2-15,2 0-6 0,0 3 2 0,2 2-1 0,1-1 3 0,2 3 4 16,2 0 9-16,1 2-1 0,2 0 3 0,2 0-2 0,3 1-8 0,3-1-1 16,0 2-5-16,3 0-6 0,3 1-4 0,-1 1-4 0,4 2-2 15,-1 1 1-15,1 1-3 0,0 3 0 0,0 1-7 0,2 4-3 0,-1 1-3 16,-1 3-1-16,-2 2 2 0,0 2-2 0,-4 1-4 0,0 2 5 15,-2 1-7-15,-2 0 1 0,1 0 2 0,-2 0-2 0,-2 0-1 0,-3 0 0 16,-1-1 2-16,-3 1-6 0,-2-1 1 0,-3 0 3 0,-3-1 7 0,-2 1 10 16,-3 0 1-16,-2 0 1 0,-3-1-12 0,-1 0 0 0,-3 0-3 15,-3 1-5-15,-1 1 0 0,-1-2-1 0,-2 1-1 0,0-1 0 0,1-1-3 16,-1-2-4-16,-1 1-8 0,2-1-6 0,0 0-9 0,1-2-11 0,3 0-14 16,0-3-18-16,2 2-16 0,2-2-22 0,1 1-26 0,3-1-32 15,1 2-54-15,0-1-57 0,2 0-47 0,0 2-4 0,1-2 33 0,0 3 49 16,-1 1 78-16,2 1-127 0</inkml:trace>
  <inkml:trace contextRef="#ctx0" brushRef="#br0" timeOffset="159400.09">28182 5068 881 0,'-19'13'72'0,"0"-1"-47"0,-2 2 22 15,5-2 28-15,4-2 33 0,2 0 25 0,4-2 2 0,1 0-14 0,1-4-14 16,3-2-7-16,0 1 0 0,3-1 1 0,3-1 9 0,1-1 3 0,3 0 2 16,4-2 3-16,4-1-2 0,3 0-5 0,3-2-16 0,5-1-7 15,3-2-11-15,6 0-12 0,1-1 6 0,5 0-15 0,4-1-9 0,1 0-11 16,4-2-19-16,0-2-2 0,2 1-8 0,0-1 3 0,0 2-4 0,1-1 1 16,1-1 11-16,0 1-4 0,0 0 3 0,0-1-7 0,0 1-10 15,0 0 0-15,-1 2-1 0,-1 1 2 0,-1-1-2 0,-1 0-1 0,-1 0 0 16,-1 0 7-16,-4 1 3 0,-2 2-5 0,-1-1 1 0,-5 1-2 15,-2 0-6-15,-3 0-1 0,-4 0 1 0,-3 1-9 0,-3 0-1 0,-4 1-6 16,-1 1-9-16,-2 1-13 0,-4 1-18 0,-3 1-23 0,-2 1-30 0,-4 0-27 16,-1 1-27-16,-3 1-22 0,-3 0-24 0,-2 2-40 0,-3 0-24 15,0 2-17-15,-4 1 13 0,-2 2 37 0,-2 1 39 0,-1 1 36 0,-2 1 27 16,-3 2 42-16,1 1-37 0,-4 2-11 0</inkml:trace>
  <inkml:trace contextRef="#ctx0" brushRef="#br0" timeOffset="160900.09">21875 6379 2819 0,'2'-4'2'0,"5"2"-27"0,7 1 4 0,9 3 2 0,4 1 0 0,7 0-1 16,2-2-3-16,2 0-4 0,2 0 1 0,-2-1-3 0,1 1 7 15,0 0-3-15,0 1-4 0,0-1 9 0,-1 0-2 0,-4 0 5 16,1 0 4-16,-2 0-2 0,-1 1 1 0,0-1 0 0,-3 0-3 15,-1 0 3-15,-1 0-4 0,-3 0-9 0,0 0-12 0,-1 1-21 0,-4-1-15 0,0 0-21 16,-3 0-24-16,-2-1-21 0,0 1-19 0,-3 1-36 0,-2 0-45 0,-4 1-32 16,-3 1 10-16,-2 0 41 0,-3 2 67 0,-4 0 57 0,-4 1-85 15</inkml:trace>
  <inkml:trace contextRef="#ctx0" brushRef="#br0" timeOffset="161034.09">22076 7025 1615 0,'2'3'105'0,"3"2"-39"0,6 1-10 0,4 1-9 0,4-1-10 0,5-1-9 16,2 0-7-16,6-2-10 0,1-1-8 0,2-1-9 0,-1-1-8 15,1-1-5-15,-1-1-14 0,0 0-24 0,1 0-53 0,0-3-86 0,0 1-95 16,-3 0-67-16,1-2 1 0,-3-2-91 0</inkml:trace>
  <inkml:trace contextRef="#ctx0" brushRef="#br0" timeOffset="161941.09">20840 5555 1853 0,'-23'-1'180'0,"1"5"-154"0,-3 3-2 0,10 8-2 0,6 6-5 16,4 6-9-16,3 5-9 0,4 6-3 0,3 4 2 0,1 5-1 0,1 3 6 15,0 5-1-15,0 2-10 0,1 4-2 0,-1 1 2 0,0 2-4 16,-1 2 1-16,-1 1-8 0,2 2 2 0,0-1-8 0,0-1-7 0,2 0-3 16,2-2-18-16,2-3-21 0,-1-4-35 0,2-4-43 0,0-3-60 0,3-3-67 15,1-2-20-15,0-4 13 0,3-5-22 0</inkml:trace>
  <inkml:trace contextRef="#ctx0" brushRef="#br0" timeOffset="162490.09">21183 6774 732 0,'5'-8'97'15,"2"0"-27"-15,4-2 5 0,1 4-11 0,3 0-20 0,2-1-15 0,-1 1-6 16,4-2-4-16,0-1-4 0,0 0-2 0,1-1-1 0,1 1-5 15,-1-2 3-15,0-1 0 0,1-2 4 0,-3 0 2 0,-1 1 0 0,0-1-2 16,-5 0 4-16,0-1-3 0,-2 2 3 0,-1-2 1 0,-2 1 1 16,-2 0 1-16,-2 0-2 0,-1-2-2 0,-3 1 0 0,-1-1-3 0,-2 2-3 15,-2-1-7-15,-1 1-9 0,-3 2-7 0,-2 1 0 0,-2 2 0 0,-1 0 5 16,-3 0 5-16,-1 3-1 0,1 2 4 0,0 2 3 0,1 3 2 16,1 2 0-16,0 2 0 0,2 3-5 0,0 0 4 0,1 2-4 0,0 3-5 15,2 2 1-15,2 3-7 0,1 0 2 0,1 4-2 0,2 0-1 0,1 1 0 16,2 1 0-16,0 0 1 0,2 0 5 0,0 1 1 0,2-2 2 15,1 1 2-15,1-4 1 0,1-3 2 0,0-2 2 0,3-3-2 0,1 0 1 16,2-1-3-16,2-4 1 0,1 0 0 0,-1-2 1 0,2-1-2 0,-1-1 2 16,1-2 0-16,-2-1 2 0,2-3 3 0,-2 0-2 0,-1-2 6 15,-2-1-4-15,0 0-1 0,0-1 1 0,-2-1 1 0,1-1 0 0,-1 0 1 16,-2 0-1-16,1 0 1 0,-1 0 1 0,0 1 2 0,-1-2 1 16,0 1-3-16,2 0-3 0,-1 1-2 0,1 1 1 0,0 0 0 0,1 3-2 15,0 2 4-15,0 1-2 0,0 2 1 0,0 2-1 0,0 1-2 16,0 2-4-16,1 1-1 0,1 1 2 0,-1 1-1 0,1 0 4 0,-1 0-3 15,0-1 0-15,1 0-2 0,2 0-2 0,0-1 0 0,0-2 1 0,-1 0 2 16,1-2-4-16,0-1 3 0,-1-1 0 0,-1-2 0 0,-1-1 7 16,0-2-2-16,0-1 0 0,-1-3 4 0,-1 0-2 0,-1-2 2 0,0-1 1 15,-1-2-1-15,1-3 2 0,-1-2 0 0,-1 1 0 0,0-2-2 0,0 1-2 16,1 0-1-16,0 0-6 0,0-1 2 0,1 1-3 0,-2 2-2 16,1-3 3-16,-1 1-1 0,-1-1 1 0,-1-1 1 0,-2 1-2 0,-2 1-2 15,-1-1 2-15,-1 2 9 0,-1 1 0 0,-1 1 2 0,0 0-1 0,-1 0-9 16,-1 2-1-16,-1 2-3 0,1 3-6 0,2 1-13 0,-1 3-18 15,-1 3-22-15,0 2-30 0,-2 4-37 0,-2 3-39 0,-1 3-40 0,-1 5-20 16,-2 4-7-16,1 4 36 0,-4 4-98 0</inkml:trace>
  <inkml:trace contextRef="#ctx0" brushRef="#br0" timeOffset="170411.23">27615 3142 402 0,'-16'6'61'0,"-1"3"-73"0,-5 3 28 0,3-1 21 0,5-1 4 0,-1-1-9 16,2-2-11-16,0 1-4 0,1 0 0 0,-1-1-4 0,1-1-2 0,-1-2 1 15,0 0 7-15,1-3 10 0,-2-1 12 0,1-2 10 0,-2-1 6 16,1-1 6-16,0-2 4 0,0 0 12 0,1-2 2 0,-1 0 1 0,1 1 4 16,-2-2-6-16,0-1-2 0,1 0 0 0,1 0-3 0,2 0-4 0,0 0-5 15,1 0-8-15,1 0-7 0,1 1-10 0,2 1-5 0,1 1-9 16,2 0-3-16,0 0-4 0,2 1-5 0,1 0-3 0,2-1-1 0,1 1-4 15,0-1-1-15,3 1 0 0,3-1-1 0,2 1-2 0,3-1 1 0,4 2-1 16,1-2 0-16,5 0 1 0,2 0-1 0,4-1 6 0,1 0-2 16,5 0-1-16,2-3 7 0,3 2 0 0,4-2 4 0,2-1 8 0,2 0 0 15,2 0 2-15,1 1-3 0,4-1 0 0,3 0 0 0,1 2 0 16,2 1-1-16,2 3-4 0,0 1 0 0,1 3-1 0,4 1 1 0,2 3-5 16,2 2-2-16,2 2-7 0,-1 2-4 0,1 3-1 0,1 3 0 0,0 1 3 15,1 1-3-15,-1 4 5 0,1 2-5 0,-2 3-8 0,0 4 4 16,-5 2-4-16,0 4-1 0,-5 2-1 0,-4 2-7 0,-3 1 5 0,-5 1 4 15,-3 0 2-15,-6 2 6 0,-3-1-6 0,-5 1-5 0,-4 1 1 0,-5 0-6 16,-4 1 1-16,-2-1-4 0,-3 0 2 0,-5-2-2 0,-1 1-1 16,-5 1-1-16,-2-1-10 0,-3 0 3 0,-4-2 5 0,-1 0 4 0,-2 0 12 15,-2-2 1-15,-2 2-1 0,0-3-9 0,-4 2-7 0,-1-3-5 16,1-1-8-16,-2 0 7 0,-1-4-2 0,-2 0-5 0,-3-2 6 0,0-1-6 16,-5-1-2-16,0 0-2 0,-4-2-13 0,-2-1-4 0,-1 0 1 0,-3-2 5 15,-2-1 13-15,-1-1 7 0,-2-2 7 0,-1-3 6 0,-1-2 6 16,0-3 9-16,-3-3 15 0,2-3 2 0,0-3 14 0,0-3 1 0,0-3 1 15,0-3 4-15,1-2 0 0,-2-4-8 0,2-3 0 0,-1-2-3 0,1-3-9 16,1-4 4-16,0-1-15 0,2-4-12 0,-1 0-8 0,2-2-33 16,2 2-3-16,3 1-26 0,6 2-24 0,4 4-8 0,3 0-26 0,4 2-6 15,4-1-2-15,2-1 5 0,5 0 9 0,5-3 1 0,3-1 12 0,4-2 5 16,4 1-100-16</inkml:trace>
  <inkml:trace contextRef="#ctx0" brushRef="#br0" timeOffset="170794.23">29129 2533 1350 0,'-23'-13'25'16,"-1"-1"31"-16,-5-2 55 0,5 3 19 0,4 2 0 0,3 1-23 0,1 0-29 15,2-1-15-15,3 0-21 0,2 0-15 0,2 1-8 0,2-3-6 0,1 0-3 16,1 0 0-16,2 0-1 0,3 2-3 0,1 0 1 0,2-1-1 16,0 0-2-16,2-2 4 0,3-1-3 0,2 0 3 0,1-1-1 0,3 1 3 15,-1 1 4-15,2-1 1 0,1 0-5 0,0 0 2 0,2 2 2 16,0-1 2-16,0 2-1 0,0-1-6 0,1 1 0 0,-2 2-9 15,-1 0 0-15,0 1-1 0,-2 2-2 0,-1-1 0 0,-1 2-3 0,-1 0 4 0,-1-1-10 16,-7 4-28-16,2-2-29 0,-2 0-47 0,1-1-44 0,0 0-22 16,1-2-20-16,-1 1-9 0,0-2 1 0,-2 0 12 0,0 1 21 0,-2-2 30 15,-1 1 28-15,-1-2 30 0,0 1 29 0,-2-2 18 0,-1 1 18 0,0-1 9 16,0-1 2-16,-1-1 6 0,-1 0-5 0,0 1 1 0,-1-2-2 16,1 1-50-16,-1 0-62 0</inkml:trace>
  <inkml:trace contextRef="#ctx0" brushRef="#br0" timeOffset="171061.23">29109 1594 253 0,'-4'-1'187'0,"1"0"-114"0,-1 0 30 16,0 1 22-16,1-1 1 0,0 0-17 0,1 1-27 0,2 1-12 0,2-1 0 15,3 1-5-15,1-1-6 0,3 0-4 0,2 1-5 0,1 0-7 0,3-1-2 16,2 1-10-16,0 0-4 0,1 0-1 0,2 1-1 0,0-1 0 16,-1 1 1-16,1 0-3 0,1 0-1 0,-2 0-2 0,2 0-3 0,0 1 4 15,-1 0-3-15,0 0-1 0,1 1-1 0,-3 0 0 0,2 1-4 0,-1 1 1 16,-1 0 6-16,1 0-5 0,0 2 4 0,-1 0 1 0,1 1-5 15,1 0 5-15,-2 1 1 0,1 0-4 0,-1 1 1 0,1 0-6 16,-1 0 2-16,0-1-2 0,0 0 1 0,-1 1 1 0,1-1-3 0,-2-1 0 0,0 0-3 16,-4-1-1-16,0 1-2 0,-1-1 2 0,-4 0 1 0,-2-1 2 15,-3 1 1-15,-2 0 0 0,-4 0-1 0,-4 0-7 0,-3 1-13 0,-4 0-15 16,-1 1-13-16,-5-1-21 0,-3 0-8 0,0 0-21 0,-4-2-12 16,1 1-11-16,-2-1-18 0,0 0-14 0,0-1-30 0,1 1-12 0,1-1-5 15,0 1 6-15,4 0 19 0,1-2 38 0,-12 7-149 0</inkml:trace>
  <inkml:trace contextRef="#ctx0" brushRef="#br0" timeOffset="180906.95">23785 7028 1 0,'18'8'242'0,"-5"2"705"15,-1-2 685-15,-9 0-1590 0,-6-6-34 0,2 3-14 0,4 4 4 0,2 6-8 16,4 3 2-16,3 1-2 0,0 2-4 0,1 2 13 0,0-2-6 15,0 3 9-15,-1-1-4 0,-1 1-1 0,-1 0 1 0,1-2-3 0,0-1 4 16,1-3-8-16,0-2 1 0,0-1-5 0,2-3-5 0,-1-2-2 0,-1-2-1 16,0-3 1-16,-1-3 1 0,2 0 13 0,-1-2 6 0,0-3 3 15,-1 0 8-15,-2-4 2 0,1-2 3 0,-1-3-1 0,2-1 1 0,-1-2-1 16,0-1-3-16,0-2 1 0,-3-3 3 0,1 1-2 0,-1-2 2 16,1 1-1-16,-1 3-7 0,1 2 7 0,1 2-4 0,-1 2-1 0,-1 4-4 15,2 1 1-15,-1 1-5 0,-1 3 4 0,2 1-4 0,0 2-2 0,1 1-5 16,0 3 0-16,1 2-3 0,1 2 1 0,1 0-1 0,-1 4-4 15,-2 0 3-15,2 0 1 0,-3 1-4 0,2-2 4 0,-2 1 0 0,2-2-4 16,-2-1 7-16,1-2 0 0,0-2-5 0,0-1 2 0,-1-2-2 0,1-2 4 16,-2 0 4-16,-1-3 2 0,0-1 3 0,0-1-1 0,-1-1 0 15,0-1 4-15,-1 0-1 0,0-2 2 0,0 0-2 0,-1 1 0 0,0-2 1 16,0 0-1-16,-2 0 2 0,1-1-1 0,0 1-1 0,-1 2-1 0,1 0-4 16,0 1-4-16,-1 2 3 0,0 1-1 0,1 2 2 0,1 1-2 15,0 2 1-15,0 2 1 0,1 1-4 0,0 1 3 0,1 2 1 0,0 1-7 16,0 1 6-16,-1 2-1 0,2 1 0 0,0 0 1 0,0 0-1 15,0-1 4-15,-1 0-6 0,0-1 3 0,-1-2-1 0,0 0 0 0,1-1-1 16,-2-2-4-16,1-2 2 0,0-1-4 0,0-2 0 0,0 0 6 0,-1-3 1 16,1 0 2-16,-1-2 5 0,0-2-5 0,1 0 2 0,-1-1 0 15,1 0-1-15,-2-1 3 0,0 0 1 0,0 2-2 0,-1-1 0 0,1 1-1 16,0 1-6-16,-1 2 4 0,1 1-1 0,-1 2 1 0,1 1-2 16,-1 1 2-16,2 2 3 0,0 2-6 0,1 0 2 0,1 3-1 0,0 0-6 15,3-1 6-15,-2 2 2 0,1 0-2 0,2 0 4 0,-2 0-4 0,2-1 1 16,-1-1 1-16,1-1-4 0,-1-3 4 0,1-1-1 0,1-1-2 0,-1-1 3 15,0-2 0-15,-1-1 1 0,-1-1 2 0,1-3-1 0,0-1 1 16,-1-1 2-16,1-1 0 0,1 0 0 0,-2-1 0 0,-1 1-2 0,0-2-1 16,-1 0 1-16,-1 0-3 0,-1 1 4 0,-2 0-4 0,-1 0 0 15,-1-1-2-15,-1-1-1 0,-1 1-2 0,-2 0 0 0,-2-1-5 0,-1 1-6 16,-1 1-11-16,-4 1-17 0,1 2-15 0,-1 4-11 0,0 0-1 0,0 3 11 16,0 2 16-16,-2 3 21 0,0 0 9 0,0 4 16 0,0 0 4 15,1 1-6-15,0 2 4 0,3 1-1 0,1 0-4 0,1 0 2 0,5 0-2 16,1 0-2-16,5-2 0 0,0 1-2 0,3-3 4 0,2 2-4 0,0-1 1 15,3 0-2-15,2-1-5 0,-1-2 4 0,4 0 1 0,0-2 0 16,2-1 1-16,1 1-1 0,2-1-6 0,1 0 2 0,0 0-10 0,0 0-2 16,0 1-4-16,-1-1-6 0,0 1-2 0,-2 0-7 0,-1 0-19 15,-1-1-41-15,0 0-102 0,-2-1-104 0,1-2-74 0,-1 0-7 0,0-1 100 16,-1-3-29-16</inkml:trace>
  <inkml:trace contextRef="#ctx0" brushRef="#br0" timeOffset="181092.95">25398 6669 2511 0,'-10'-1'77'0,"1"1"-77"0,-1 2-11 0,3 3-8 0,5 2 10 0,2 2 10 16,1 3 3-16,2 3-1 0,1 3-3 0,0 0-2 0,-1 5 1 0,2 2-4 16,-2 1 3-16,1 4-1 0,-1 1-6 0,0 2-6 0,-1 1 0 15,-2 1-2-15,0 0-10 0,-3 0-8 0,0-1-33 0,-1-3-40 16,-2-1-39-16,0-3-39 0,0-2-46 0,0-2-32 0,-2-3-23 0,1-2 5 0,0-2 31 15,-2-5 51-15,1-3 62 0,-1-4 46 0,0-3-65 0</inkml:trace>
  <inkml:trace contextRef="#ctx0" brushRef="#br0" timeOffset="181239.95">25217 7095 243 0,'-3'-27'181'15,"0"-1"-42"-15,0-8 7 0,-1 5 23 0,0 3 21 0,0-1 3 0,-1-1-16 16,0 1-26-16,-1-2-37 0,0 4-29 0,1-1-32 0,2 5-26 0,2 4-18 16,3 3-13-16,3 5-3 0,1 5 2 0,2 4 6 0,2 3 5 15,0 3 3-15,1 3 2 0,0 2 1 0,3 3-1 0,1 1-7 0,1 1 1 16,-1 1-8-16,1 0-1 0,2 0-2 0,1 0-2 0,3 2 5 0,3 1-5 15,1 0-4-15,1-3-12 0,0 0-26 0,-1 0-31 0,-1-3-88 16,-2-1-95-16,1-2-57 0,-1-1-10 0,0-2 65 0,-1-2-49 0</inkml:trace>
  <inkml:trace contextRef="#ctx0" brushRef="#br0" timeOffset="181439.95">25594 6285 1964 0,'-13'16'72'0,"1"3"-60"0,-1 8-17 0,6 5 12 15,5 0 5-15,3 6 1 0,3 4 4 0,2 2-6 0,3 2-5 0,1 3-2 16,1 3-1-16,3 0-4 0,1 1-2 0,4-3-4 0,2 1-3 0,4-3-9 16,3 0-9-16,4-4-15 0,1-5-25 0,5 1-43 0,3-6-70 15,2-3-91-15,4-3-87 0,1-4-26 0,1-4-120 0</inkml:trace>
  <inkml:trace contextRef="#ctx0" brushRef="#br0" timeOffset="183772.94">28515 5822 2292 0,'-1'3'-15'0,"1"1"6"15,1 1 6-15,4 3 2 0,2 1 1 0,3 3-3 0,3 3 0 16,4 0 1-16,0 2-4 0,1 1 2 0,0 0-5 0,-4-1-3 0,1 1 0 16,-2-1-1-16,-2-1 3 0,-2-2 6 0,-2 0 1 0,-1-3 7 0,0-2 0 15,0-1-1-15,0-3-3 0,0-1 8 0,0-1 1 0,0-1-1 0,0-1 9 16,0-2-4-16,0 0 6 0,-1-3 7 0,2 0 4 0,0-2-3 15,1-2-1-15,0-3-2 0,1-2-12 0,0-2-2 0,1 1-6 0,0-2-11 16,1 0 2-16,0 0 2 0,1 2-5 0,-1 0 13 0,-1 2-4 16,1 2 2-16,-1 2-1 0,0 2-4 0,-1 2 4 0,0 3-4 0,-1 0-2 15,-3 2-9-15,2 1-3 0,0 2 4 0,0 1 2 0,-2 2 9 0,1 0 1 16,-1 1-5-16,0 1-2 0,1 1 2 0,-1-1 1 0,0 0-1 16,-1 0 4-16,2-1-2 0,0-1 1 0,0-2-1 0,1 0 0 0,1-3-1 15,-1 0 2-15,0-2-1 0,0-2-1 0,-1 0-1 0,0-2 2 16,1-1 0-16,0-1-1 0,-1 0 1 0,-1-1-2 0,1-1 5 0,-1 1 2 15,-1-1 1-15,1 0 0 0,-1-1 0 0,0 2-2 0,-2-1-1 0,1 1 2 16,-1 2-2-16,1-1 1 0,0 3-1 0,0 0-3 0,0 1-3 16,0 1 2-16,0 1 1 0,1 1 0 0,0 1-5 0,-1 1 4 0,1-1-1 15,0 2-2-15,0 1 4 0,0 0 3 0,0 1-2 0,0 0 4 0,0-1-4 16,2 1-4-16,-1-1 3 0,0-1-1 0,0 1 1 0,-1-2-1 16,1-1-7-16,0 0-2 0,-1-1-9 0,1-2-10 0,1 0-15 0,-1-2-13 15,0-1-3-15,1-1-6 0,1-1 2 0,0 0 2 0,0-1-8 0,0 0-4 16,0-1 1-16,0 0 8 0,-1 1 13 0,-1-1 15 0,-1 0 12 15,1 0 10-15,0 0 5 0,0 1 4 0,-1 0 3 0,2 1-2 0,-1 0-2 16,1 2-2-16,0 0-4 0,1 1-4 0,-1 1-2 0,-1 1-4 16,0 1-5-16,2 0 5 0,-2 1 3 0,1 1 6 0,1 1 10 0,-1 0 1 15,1 0 6-15,0 0 2 0,0 1 4 0,-1 0 5 0,1-1-2 0,1 1 3 16,0-1-3-16,1 0-2 0,-1 0-1 0,2-1 1 0,-2 0 8 16,0-1-1-16,0-1 2 0,0 0 3 0,1 0-6 0,0 0 8 0,1-1 5 15,-1 1 7-15,1-1 5 0,0-1 7 0,-1 1 3 0,0-1 1 0,0 0 1 16,-1 0 0-16,-2 0-2 0,2-1-6 0,-1 1-5 0,0-1-3 15,-1 0-6-15,0 1-4 0,-1-2-3 0,0 1-1 0,0-1 1 0,-1-1-5 16,-2 0 3-16,0-1-3 0,-1 0 2 0,-2-1 2 0,0 0-7 16,-3-1-4-16,-1 0-6 0,-2 2-8 0,0-2-4 0,-1 2-5 0,-2 0-6 15,0 1 1-15,1 1 1 0,-2 1 5 0,1 2 6 0,-2-1 2 0,0 3 9 16,1 0 2-16,-1 0 0 0,1 2 1 0,0-1-10 0,1 1-1 16,1 1 0-16,1-1-2 0,0 0 9 0,0 1 0 0,2 0-5 0,1 0 5 15,1 0-1-15,3-1-5 0,1 1 1 0,2 0-2 0,1-1-4 0,3 1 3 16,1 0-5-16,2-1-4 0,-1 0 7 0,3 1-8 0,2 0-1 15,1-1-4-15,2-1-11 0,-1 0-1 0,2 0 4 0,0-1 0 0,0 1 2 16,1 0-8-16,0-1-6 0,-1 1-5 0,0-2-17 0,-1 0-15 16,0 0-16-16,1-1-24 0,0 0-9 0,1-1-5 0,1 0-3 0,-2 0 0 15,2-2 1-15,-1 0 1 0,-2-1 21 0,1-3 20 0,-1 0-74 0</inkml:trace>
  <inkml:trace contextRef="#ctx0" brushRef="#br0" timeOffset="184089.94">29908 5359 1739 0,'-6'11'3'16,"-1"4"-5"-16,1 3 1 0,2-1 1 0,3 1 3 0,3 2-5 15,1 1 2-15,2 1 3 0,2-1-2 0,3-1-1 0,1 0 0 0,2 0-5 16,2-1 5-16,1-1 0 0,1 1 0 0,2-4-3 0,2 1 0 16,-1-1 0-16,3-2-7 0,1-2 6 0,-1-2 5 0,1 1-4 0,0-2 12 15,0 0-3-15,-1-1-5 0,-2-2-5 0,-2-1-10 0,-3-1-40 0,-3-1-70 16,-3-2-77-16,-1-1-68 0,-3-1-31 0,-1-1 27 0,-5-1 73 15,-4-2-52-15</inkml:trace>
  <inkml:trace contextRef="#ctx0" brushRef="#br0" timeOffset="184472.94">30355 5311 1235 0,'-8'5'-22'0,"-1"2"4"16,-5 1-3-16,2 2 7 0,1-2 6 0,0 2-3 0,1 3-2 0,0 1 0 16,-1 0-1-16,0-1 4 0,-1 1 0 0,0 0 2 0,1 1 4 15,-2 0 2-15,-1 2 6 0,0 1 6 0,-1 0 2 0,0-1 7 0,0 2 0 16,-3 2-1-16,1 1-3 0,-2 1-7 0,-1 2-4 0,0 2-7 0,-2 1-1 16,0 1 3-16,-1 3-3 0,-1-1 11 0,0 2 1 0,-1 0 1 15,0-3 8-15,0 1 3 0,-1-3 0 0,1-1 4 0,2-2-5 0,2-4-9 16,3-1-5-16,4-3-11 0,1-4-13 0,3-1-24 0,2-2-50 15,2-3-56-15,1-3-33 0,1-3-19 0,3-2 14 0,0-4 52 0,0-4-78 16</inkml:trace>
  <inkml:trace contextRef="#ctx0" brushRef="#br0" timeOffset="184659.94">29720 5358 1789 0,'6'15'122'0,"3"3"-116"16,7 7 7-16,4 2 3 0,3 1 7 0,5 2 4 0,2 3 1 0,1 2 1 16,0 1-10-16,2 1-6 0,1-5-13 0,1 0-12 0,1-3 1 15,1-1-3-15,0-2 1 0,1-2-10 0,0-3-14 0,-2-1-36 0,1-3-56 16,-3-1-81-16,-1-4-97 0,-3 0-42 0,-1-3 22 0,-2 0 91 0,1-2-55 16</inkml:trace>
  <inkml:trace contextRef="#ctx0" brushRef="#br0" timeOffset="185006.94">30446 4935 2789 0,'-18'11'4'15,"1"2"-37"-15,-1 6 21 0,6 6-4 0,4 3 0 0,3 3-6 0,3 6 6 16,3 5-5-16,3 5 2 0,3 3 6 0,0 2-4 0,2 5 2 0,-1 0 2 16,2 3 9-16,1 0-1 0,3-2 5 0,0-1-5 0,0-1-3 15,2-2 4-15,1-2-3 0,1-3 9 0,1-4 1 0,5-2-3 0,3-4-5 16,4-2-7-16,4-3-21 0,4-3-25 0,1-3-31 0,3-3-42 0,3-4-48 15,-2-1-52-15,-1-3-58 0,-1-3-38 0,-2-2 11 0,-2-3 44 16,-1-4 69-16,-3-3 76 0,-2-2 55 0,-4-4 37 0,-4-4 21 0,-5-5 5 16,-4-5-39-16,-3-3-48 0</inkml:trace>
  <inkml:trace contextRef="#ctx0" brushRef="#br0" timeOffset="185240.94">30547 4764 2998 0,'4'-1'-72'0,"3"2"37"0,6 2 13 0,7 4 7 0,9 4 5 0,8 2 5 16,10 5 5-16,6 3 5 0,7 1 0 0,3 5 2 0,3 2-2 15,1 2-5-15,-1 4 0 0,-1 4-14 0,-3 1 6 0,-3 3-2 0,-3 2 3 16,-1 1 21-16,-2 2-4 0,-3 2 0 0,-4 2-9 0,-6 3-14 0,-6-2-12 15,-5 0-11-15,-6-1-25 0,-4 1-34 0,-7-1-61 0,-5-1-53 16,-4 1-39-16,-7-1-62 0,-3-2-40 0,-5-1-6 0,-8-2 23 0,-3-3 76 16,-5-5-75-16</inkml:trace>
  <inkml:trace contextRef="#ctx0" brushRef="#br0" timeOffset="185840.94">25693 6313 576 0,'-6'-1'2'0,"1"2"2"0,-1 1 0 16,3 1 5-16,3-1 2 0,2 1 6 0,0 2 11 0,4-1 15 16,1 1 19-16,3 1 8 0,1-1 6 0,3 1-3 0,4 0-7 0,1-1-1 15,3-1 3-15,4 2-1 0,1-1-2 0,4 1 0 0,1 3-9 0,3 0-3 16,2 1-5-16,2 3-6 0,3 1-1 0,-1 1-11 0,1 5 4 16,2 3-2-16,-1 2-5 0,1 4 7 0,-3 2-6 0,-2 5-8 0,-3 3-6 15,-2 3-14-15,-4 4-5 0,-3 2-11 0,-5 2-11 0,-5 3-17 16,-4 3-59-16,-6 2-86 0,-5 5-117 0,-5 1-65 0,-6 4 39 0,-8 2-42 15</inkml:trace>
  <inkml:trace contextRef="#ctx0" brushRef="#br0" timeOffset="187161.94">26386 6794 935 0,'-16'-3'5'0,"-2"-1"35"0,-2-1-6 0,5 0-20 0,5-2-17 0,0 0-5 16,1 0-18-16,0-1-3 0,1 2-4 0,-1-1-9 0,2 0 1 15,1 1 5-15,-2 1 5 0,2 1 5 0,0 2-1 0,1 0-1 0,0 1-3 16,1 1-4-16,0 0-12 0,0 1-17 0,1 1-25 0,1 1-7 16,0 2-170-16</inkml:trace>
  <inkml:trace contextRef="#ctx0" brushRef="#br0" timeOffset="187478.94">23966 4080 278 0,'1'36'21'0,"3"8"-18"16,4 12-2-16,7 0-4 0,3-2-7 0,6 2-10 0,4 2-184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2T11:31:47.7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15391 8456 822 0,'-18'-17'213'0,"-3"-2"-166"15,-3-2-7-15,5 4-22 0,5 4-16 0,3 1-13 0,2 1-8 0,1 2-18 16,1 1-18-16,1 0-13 0,0 0-3 0,-1 2 3 0,1 0 10 15,0 2 13-15,-1 0 9 0,2 1 16 0,0 0 11 0,0 1 6 0,0 0 8 16,0 0 5-16,0 1 5 0,1 1 9 0,0 1 8 0,0 1 2 16,0 1 4-16,1 1 5 0,0 2-1 0,1 1 7 0,0 2 5 0,1 4 1 15,1 2 3-15,2 4-10 0,1 4-8 0,2 1-7 0,1 5-12 0,2 1-4 16,0 5-7-16,2 3-4 0,0 3-6 0,1 3-4 0,2 1 1 16,-1 2 1-16,1 2-4 0,-1 2-5 0,1 0 3 0,1 2 2 0,-1 1 1 15,0 0 2-15,-3 3-5 0,1 2-9 0,-3 0-10 0,0 2-6 0,-2-1-6 16,-1 1-3-16,-2 1 7 0,-1 1 3 0,-2 2 5 0,-1 0 6 15,0-1 6-15,-1 1 5 0,-1-1 6 0,0-2 0 0,0-2 0 0,1-2 1 16,0-2-2-16,0-2 4 0,2-1 2 0,0-1 1 0,2-1 8 16,1-2-4-16,0-2 0 0,2-1-1 0,0 2-1 0,2-5 3 0,0 1 5 15,0-1 3-15,1-1 1 0,-1 1 3 0,1-1-2 0,0 1 4 0,0-1 3 16,1-1-3-16,0 0-1 0,1-3-5 0,2 0-7 0,-1 0 1 16,2-1-4-16,-1 2-4 0,0-3 0 0,2-1-2 0,0-2 1 0,0-1 7 15,0-2-7-15,1-3 1 0,0 1 1 0,-1-4 2 0,1 1 10 16,1-2-1-16,2-4 4 0,0-1 2 0,1-1 0 0,2-1 12 0,2-1 2 15,1 0 6-15,3-1 0 0,0-2-3 0,2-1 1 0,1 1-7 0,2-2-6 16,0-1 2-16,2-1-8 0,-2 0 1 0,2-1 0 0,1-3-4 16,1 0-3-16,3-1-3 0,0 0-7 0,2-1 4 0,2-2-1 0,2-1-2 15,2-1 5-15,1-1-2 0,0 0-6 0,1-1 2 0,1-1-5 0,1-1-2 16,1 0 5-16,3-1-3 0,0 1 4 0,2-1 1 0,-1-1-2 16,3 1-2-16,0 0 2 0,1 1 0 0,5 1-1 0,0-1 2 0,1 0-6 15,1 1 3-15,0 0 2 0,1 1-3 0,1 1-2 0,0 1 1 16,-2 1-1-16,2 0 3 0,0 1 3 0,0 1-6 0,-1-1 5 0,1 1 2 15,-1 0 5-15,2 0-1 0,-1 1 0 0,0-1-6 0,2 0-1 0,-3 1 1 16,1-1-1-16,1 1 1 0,-1 0 2 0,1 2-5 0,-1-1 0 16,-1 0 6-16,-1 0-6 0,-2 0 7 0,0 1-4 0,-2 0 2 0,0 0 3 15,-2-2-3-15,-1 1 4 0,-2 0 2 0,-1 0 3 0,-2-1 5 16,-2 1-5-16,-2 0-6 0,-2-1 6 0,2 2 6 0,-3-1 2 0,0 1 7 16,-3 2-2-16,-6-1 3 0,-1-1 2 0,-4 1-7 0,-1 0 5 0,-4-1-5 15,-3 0-5-15,-4 1 8 0,-2-1 0 0,-3 0 11 0,-3-1 2 16,-2 0 1-16,-2-1-2 0,-2 0-6 0,-2 0 4 0,-2-1-3 0,0 0 4 15,-2 0 3-15,-1-2 3 0,0 1 10 0,-1-1 4 0,0-1 6 0,-1 0-3 16,0-2-1-16,0 1-7 0,-1-2-2 0,-2-1-6 0,0-1-12 16,-1-1-6-16,-1-3-15 0,-1-1-3 0,0-2-7 0,-1-3-5 0,-1 0 2 15,0-5-4-15,-2-1-11 0,0-3 11 0,-1-4 0 0,0-1 1 16,-2-3 11-16,-1-5-13 0,-1 0 8 0,0-3-9 0,-1-1 3 0,-1-3 6 16,0 0-9-16,0-2 6 0,-3 1 1 0,0 0 1 0,0 1-1 0,-1 1 1 15,1 1 1-15,-1 0-2 0,0 1-1 0,0-3 3 0,-1 2-2 16,1 2 0-16,2-1 12 0,1-2-16 0,1 1 4 0,0 1 0 0,1-2-6 15,-1 2 5-15,2 0-9 0,1 0-4 0,1 1-10 0,1 2-16 0,0 1-17 16,0 1-28-16,2 1-31 0,-2 0-34 0,1 1-42 0,-1-1-55 16,0-4-89-16,-1-6-118 0,-4-14-292 0</inkml:trace>
  <inkml:trace contextRef="#ctx0" brushRef="#br0" timeOffset="566.99">14789 8173 2582 0,'-20'-8'82'0,"2"0"-76"0,-2 0-62 0,12 0-67 0,7 0-23 16,6 1-10-16,6-2 15 0,9-2 28 0,7-2 18 0,8 2 15 0,5-2 1 15,8 1-3-15,2 0-7 0,5-2-2 0,6 0 2 0,3-2 2 16,5-2 8-16,4 0 11 0,2-4 18 0,3-1 20 0,1 0 17 0,-2-1 11 15,1 1 1-15,0 1 3 0,-1-1-2 0,0 1 0 0,1-1 9 0,0 0 8 16,-2 1 8-16,-3 0 12 0,0 1 18 0,-2 2 36 0,1-1 35 16,4-2 28-16,4 0 5 0,0-2-38 0,-3 3-41 0,-8 3-35 0,-2 3-23 15,-3 2-6-15,-1 0 0 0,1 3 5 0,0-1 0 0,0 2 5 16,-1 0 7-16,1 2 6 0,-1 0 7 0,2 0 1 0,1 1-6 0,1 3-7 16,-1 1-13-16,-2 1-12 0,1 2-1 0,-2 1-4 0,-1 0-4 0,1 3 5 15,-2 2-1-15,0 2-7 0,-1 3 6 0,-1 3 2 0,-1 1 1 16,-3 3 3-16,-2 2 0 0,-1 1-9 0,-5 2-6 0,-2 2-6 0,-2 1 3 15,-3 4 7-15,-1 0-2 0,-2 5 11 0,-2-1-4 0,0 2 0 0,-4 3 2 16,-1 2 4-16,-1 2 3 0,-2 2 0 0,0 1 3 0,1 2 2 16,-1 5 6-16,1 5-12 0,2 5 6 0,-1 6-4 0,4 5-4 0,1 6 5 15,2 6-3-15,3 4-8 0,-2 4-1 0,2 2-7 0,2 6-4 0,1 4 1 16,0 3-6-16,1 3 6 0,0 3-6 0,0 1-4 0,1 2 2 16,-2 2 2-16,0 1 2 0,1-2-5 0,0 0-15 0,-2-9-31 0,-2-2-59 15,-1-4-78-15,-1 0-112 0,4 3-201 0,5 9-318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2T11:32:37.0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3584 5484 1158 0,'-5'-7'72'0,"3"-1"-53"0,1-1-3 0,6 0-11 0,3-3-3 16,3-2 1-16,2-2-1 0,1-1 1 0,0-2 0 0,2-2-4 0,1 1-9 15,2-1-9-15,3 0-16 0,2 1-8 0,0-1-2 0,1 1 3 0,-1 1 13 16,0 1 9-16,-2 0 7 0,-1 2 11 0,1-1 5 0,1 2 12 16,0-1 7-16,2 2 3 0,-1-1 4 0,1-2-4 0,1 0 2 0,0 1-4 15,4-3-2-15,0-1-3 0,4 0-2 0,3-1-1 0,0-1-2 0,3 0-2 16,1-2-1-16,3-1-3 0,2-1-2 0,1-3 0 0,2 1-3 15,2-3-1-15,1 3 0 0,2-1 4 0,1 2-6 0,0-2 3 0,2 2-3 16,-1 1-2-16,1 1-1 0,1 3 0 0,0 1 4 0,0 3 1 16,1 3 3-16,-3 2 1 0,0 2-4 0,-1 2 0 0,-3 2 0 0,2 3-1 15,-2 2 0-15,-1 2 1 0,0 2 4 0,-1 2-5 0,-1 2 2 0,0 2-2 16,-1 2-1-16,0 0-2 0,-1 2-2 0,0 1 1 0,-2 2 5 16,0 2 3-16,-1 2 2 0,2-2-4 0,-4 3-5 0,1 0-3 0,-2 0-2 15,-1 2 2-15,-2 0-3 0,-1 0 5 0,-3 2 3 0,-1 0 1 0,-3 4 0 16,-1 0 0-16,-3 2 3 0,-3 0-2 0,-3-1 6 0,-3 3 4 15,-3 0 1-15,-2 2 5 0,-4 3 4 0,-2 1-6 0,-5 4 5 0,-3 0 1 16,-3 2 1-16,-5 2 8 0,-3 2-6 0,-3 1-2 0,-3 1-2 16,-4 1-2-16,-4 0 2 0,-1-1-1 0,-3-1-4 0,-1-1-4 0,-1-1-2 15,-1 1 1-15,-1-1 4 0,-2-2 3 0,0 1 0 0,-4-3 2 0,2 0-1 16,1-3 4-16,-3-1 1 0,3 0 4 0,-1-3-6 0,-1-3-3 16,2-3-6-16,-2 0-4 0,-3-3 0 0,-2 1-4 0,-2-2 0 0,-1 0 1 15,-3-3-3-15,-1-2-2 0,0-2 2 0,-2-1 2 0,0-3-1 0,-1-1 11 16,2-2 2-16,-2-3 1 0,-1-3-2 0,1-2-7 0,0-3-4 15,1-3-2-15,0-3 2 0,1-2-8 0,0-4 0 0,2-4-5 0,0-2 5 16,3-3 3-16,1-4-9 0,0-2-5 0,1-6-15 0,1-2-13 16,3-3-27-16,1-3-30 0,2-1-38 0,1-6-57 0,1-3-58 0,1-1-66 15,3-4-247-15</inkml:trace>
  <inkml:trace contextRef="#ctx0" brushRef="#br0" timeOffset="8562.39">17479 2366 1438 0,'-5'2'371'0,"3"2"-358"0,-2 3-42 0,5 6-20 0,2 4-9 16,2 2 6-16,2 5 9 0,0 2-11 0,-1 2-7 0,-1 3-11 16,0 5-4-16,0 1-3 0,-1 6 0 0,-1 2-4 0,1 3 3 0,-1 2 9 15,0 3 18-15,0 1 17 0,-1 3 18 0,1-2 18 0,0 3 4 0,1-2 12 16,-1 1 4-16,0 2 6 0,2 1 7 0,-1 2-1 0,2 1 1 15,0 3-2-15,-1 1 2 0,2 0-1 0,-1 0 4 0,0 0 5 0,2 1-5 16,0 1-2-16,1 2-3 0,0-1-10 0,1 0 8 0,1 0 9 16,0-3 4-16,2 3 10 0,3-1-3 0,0 0-5 0,-1 1-1 0,2 1-6 15,0-1 3-15,1 1-3 0,1 0-10 0,1-2-7 0,3 0-9 0,1-2-9 16,0-2-9-16,1 0 2 0,-1-1-2 0,1-1 3 0,1 0 7 16,2-1-6-16,1-2 5 0,2-2 2 0,-1-2-3 0,2-3-2 0,1-3 2 15,2 0-4-15,0-2 10 0,3-1 10 0,3-2 4 0,0-2 4 0,3-3 3 16,3-4-6-16,2-3-3 0,2-1-2 0,2-3-6 0,4-2 4 15,3-3-8-15,6-4-3 0,3-3 0 0,4-4-6 0,5-3-1 0,3-3 0 16,4-4-4-16,3-3 2 0,4-1-3 0,4-3-5 0,4-5 5 16,6-2 0-16,2-3 8 0,5-4-1 0,3-1-1 0,3-4 2 0,5-1-6 15,2 0 4-15,4-2-2 0,3 2-1 0,1-1-1 0,4 0-2 0,4 0 7 16,3-2 1-16,1 0-4 0,3 0 1 0,1 2 1 0,2 0 2 16,3 0 0-16,1 2 2 0,4-1-7 0,3 1-3 0,1 0 3 0,3-1-6 15,3 2-4-15,2-1 1 0,3 2-3 0,3 1 4 0,1-2 1 16,2 3 3-16,2-1 1 0,0 0 1 0,3 1 6 0,1 0-5 0,0 0-1 15,0 1-1-15,-1 3 1 0,-2 1 0 0,2 0 11 0,1 2 0 0,0 2 2 16,-1 2 5-16,-2 0-5 0,1 0 5 0,-1 2-1 0,-2 1 2 16,-1 1 2-16,-2 2 7 0,0 0 0 0,-1 1 5 0,-2 1-9 0,-4 0-9 15,-4 1-8-15,-4 0 0 0,-2 1 3 0,-4 1-2 0,-4-1 3 0,-5 0-1 16,-4 0 1-16,-7-1-4 0,-5 0-2 0,-5-2-11 0,-6 0-4 16,-9-2-11-16,-5-2-34 0,-10-1-60 0,-7-4-64 0,-6-1-62 15,-8-3-42-15,-8-5-30 0,-6-3-126 0</inkml:trace>
  <inkml:trace contextRef="#ctx0" brushRef="#br0" timeOffset="8903.6">18331 2212 1986 0,'15'-3'-57'0,"8"-2"-116"16,14-2-80-16,10-1-34 0,8 0 36 0,7-1 69 0,3 0 44 0,7-2 6 15,4-2-17-15,6 1-87 0</inkml:trace>
  <inkml:trace contextRef="#ctx0" brushRef="#br0" timeOffset="9162.69">20283 1929 340 0,'73'-9'123'15,"-4"0"-25"-15,18-2-7 0,19-2-6 0,19-2-5 0,20-2-7 0,4-1-14 16,5 0-9-16,3 0-12 0,5-1-9 0,4-2 1 0,3 0-10 0,2 0-6 15,3-2-6-15,3-1-5 0,2-1 1 0,3 0 1 0,1 1-1 16,2-1-1-16,1 2 1 0,1-1-5 0,1 2-1 0,1 1-1 0,-1 1 1 16,1 1-2-16,-1 2 5 0,-1 1 1 0,0 1 0 0,-1 2-1 15,-2 3-4-15,-3 2-1 0,0 1 2 0,-4 2 6 0,-1 3 1 0,-4 1-1 16,-3 3 1-16,-2 1 0 0,-3 2-4 0,-4 2 4 0,-3 1-3 0,-4 4 1 16,-4 1 7-16,-3 2-1 0,-4 3 0 0,-4-1 9 0,-6 4-1 15,-2 3 15-15,-5 0 13 0,-4 4 8 0,-4 0 18 0,-5 5 8 0,-6 0 5 16,-4 4 0-16,-4 2 9 0,-6 2-8 0,-4 2-6 0,63 43-1 0,-30-4-5 15,-29-7 0-15,-26-12-2 0,-13-1-5 0,-8 3-9 0,-4 5-5 16,-3 5 1-16,-6 3 0 0,-4 2-9 0,-4 6-9 0,-2 2-6 0,-4 5-10 16,-2 4-1-16,-2 6-2 0,-4 4-8 0,-2 3-5 0,-1 4-5 15,-2 3-4-15,0 3-4 0,-3 0-17 0,2 0-2 0,-2 0-16 0,1 2-24 16,1 0-29-16,0-1-51 0,1-2-63 0,1-1-80 0,2 1-57 0,1 1-124 16,2 3-207-16</inkml:trace>
  <inkml:trace contextRef="#ctx0" brushRef="#br0" timeOffset="10579.29">17906 4867 1757 0,'-10'-10'53'0,"0"1"-35"0,2-2-41 0,8 4-17 0,6 2-7 16,4-1 6-16,4-1 14 0,4 1 6 0,4-2 3 0,3 1-2 0,5-1-10 15,3-1-16-15,5-1-13 0,4 0-12 0,4-1-5 0,4 0 6 0,3-1 10 16,3-1 17-16,2-2 14 0,2 0 16 0,1 0 10 0,2-2 4 16,-1-1 3-16,0 0-4 0,1-1 0 0,0 0-1 0,-1 1-1 0,0 1 7 15,0-3 1-15,0 1 5 0,-2 2 3 0,-1-2 7 0,-1 2-1 16,0 0 8-16,0-3-8 0,0 1-1 0,0 1 0 0,0 3-9 0,-1-1 6 15,1 2 2-15,0 1 0 0,-1 2 2 0,0 0-4 0,-2 1 1 0,-2 2-3 16,0 2-5-16,1 0 4 0,-3 3-1 0,-1 2 3 0,-2 1 10 16,-2 3 4-16,0 1 1 0,-4 4 5 0,-1 1-1 0,-2 3-1 0,-3 3 2 15,-4 4-3-15,-1 4 2 0,-2 4-3 0,-1 5 1 0,-1 2-6 0,-4 5-4 16,-1 2-2-16,-2 5-4 0,-2 3-1 0,-1 5-6 0,-1 5-5 16,-2 2-6-16,0 2-5 0,-2 3-19 0,0 3-50 0,-2 1-84 0,-3 5-132 15,-2 3-184-15,-1 7-173 0</inkml:trace>
  <inkml:trace contextRef="#ctx0" brushRef="#br0" timeOffset="11763.38">22772 1538 930 0,'-6'-8'29'0,"2"2"-26"0,0-2-13 0,-1-1-1 0,1-1 1 0,-1 0-4 16,3 2-5-16,0 0-6 0,2 2-9 0,0 2-8 0,0 0 0 15,0 1-4-15,0 2 3 0,0 0 6 0,0 0 6 0,-1 2 9 0,1-1 11 16,0 2 8-16,0-1 4 0,0 0 3 0,0 1 1 0,0 0 1 0,0 0 1 15,1 0 2-15,-1 0 2 0,1 0 4 0,0 1 7 0,-1-1 5 16,1 1 8-16,-1 1 5 0,0 0 4 0,-1 1 2 0,0 2 2 0,1 0-5 16,-2 2-1-16,1 3 0 0,0 2-4 0,0 3-2 0,1 2-5 0,-1 3-5 15,-1 2-4-15,1 4-4 0,0 3-4 0,0 3-7 0,0 2-4 16,1 4-6-16,-1 36-7 0,3-3 4 0,0-11-3 0,1-14 3 0,0-7 7 16,2-5-1-16,1-3 3 0,0-4-1 0,1-2 0 0,0-5 4 0,0-3 1 15,-1-3 8-15,1-3 6 0,1-3 3 0,-1-2 8 0,0-1 2 16,1-2 4-16,0-2 3 0,1-2-9 0,0-2 2 0,1 0-8 0,3-2-3 15,1-2-5-15,2 0-3 0,0-3-7 0,2 1-6 0,1-2-1 16,-1-2-6-16,2 1 7 0,0-2-1 0,0 0 0 0,1 0-1 0,1 0 0 16,-1 1-4-16,0 1 2 0,0 0 1 0,-1 2-2 0,0 1 2 0,0 2-3 15,-1 0 2-15,1 1 1 0,0 2-1 0,0 0 1 0,1 2-1 16,0 0-2-16,1 0 0 0,3 1 1 0,0 0-3 0,3 0 3 0,0 0-5 16,2 0 5-16,3-2 0 0,1 0 1 0,1-2 5 0,4-1-2 0,0-1 6 15,2-2-1-15,4-1 3 0,0-1 1 0,0 0-4 0,2-1 5 16,3 0-3-16,-2 1 0 0,1-1 4 0,1 0-4 0,0 1 3 0,3-1 0 15,0 1 2-15,0 0 7 0,1 0 4 0,0 1 5 0,2 0 4 16,2 0-7-16,1 3-8 0,1-2-5 0,0 1-1 0,-29 3 0 0,7 0-1 16,-1-1-3-16,9 0-5 0,-2 0-14 0,8-2-2 0,-1 0-9 0,7-1-8 15,-1 0-14-15,-1-1-24 0,-3-2-74 0,-1-1-131 0,-3-3-131 16,-3-2-197-16</inkml:trace>
  <inkml:trace contextRef="#ctx0" brushRef="#br0" timeOffset="12828.31">26426 4390 917 0,'-1'1'3'0,"2"3"-7"0,1 2-7 16,4 4 5-16,0 1 6 0,2 1 5 0,1 1 1 0,0 2 0 0,2 2-3 15,1 2 3-15,1 5-3 0,2 3 2 0,1 4-3 0,0 0-3 16,-1 4 5-16,2 1 4 0,1 2 11 0,0 2 5 0,0 1-1 0,1-1-1 16,1-2-6-16,-1-2-1 0,0-3 6 0,0-1-1 0,-1-2 8 0,1-2 2 15,1-3-1-15,1-1-3 0,1-3-3 0,0-2-8 0,0 1-3 16,0-4-2-16,0-1-4 0,-2-3 0 0,0-2-1 0,-2-2 2 0,-3-4-3 16,0-1-3-16,-4-4-3 0,-1-2-4 0,-2-2-2 0,-1-3-9 0,-3-3-19 15,1-4-15-15,-3-1-24 0,-2-6-31 0,0-3-20 0,-3-2-36 16,-1-7-94-16,-2-6-111 0</inkml:trace>
  <inkml:trace contextRef="#ctx0" brushRef="#br0" timeOffset="13128.31">26364 4213 327 0,'2'1'10'0,"2"0"-7"0,5 1 1 0,6 2 0 15,7 1 5-15,5 0 6 0,8 0 2 0,4-1 4 0,5 0-1 16,9-2 0-16,2 1 6 0,7 0 17 0,6-1-1 0,3 0-6 0,5 0-9 15,1 1-25-15,1 2 4 0,0-1 3 0,3 0-2 0,1 0 5 16,-2-2-6-16,-1 0 0 0,-1 0 8 0,0 0 4 0,1-1 16 0,2-1 9 16,2-1 6-16,-2 0 3 0,1-2 3 0,-1 0 7 0,-1-2 5 0,0-1 2 15,-1-1-2-15,0-1-9 0,1-1-3 0,-1-2-3 0,-2-1-1 16,-3-1-4-16,-1 0 5 0,-2 0 4 0,-2 1-3 0,-2-3-1 0,-3 1-8 16,-3-1-5-16,-4 2-4 0,-5 1-6 0,-4 2-5 0,-5 0-2 0,0 3-4 15,-4 0-3-15,-3 1 1 0,-2 3 0 0,-3 0-4 0,-4 2 2 16,-4 2-10-16,0 3 1 0,-2 1-3 0,-2 3 1 0,-1 2 0 0,-1 2 0 15,-1 3-3-15,-1 3 0 0,1 4 0 0,0 3-3 0,1 2-5 16,-1 4-8-16,2 3-3 0,0 5-11 0,-1 3-11 0,0 5-26 0,-2 5-33 16,0 4-54-16,-2 6-69 0,1 8-84 0,-3 9-121 0,0 11-38 0</inkml:trace>
  <inkml:trace contextRef="#ctx0" brushRef="#br0" timeOffset="13814.66">29647 2667 1206 0,'-20'-11'31'0,"1"0"-30"0,-2-1 6 16,6 6-6-16,4 2-1 0,2 1-4 0,1 2-9 0,0 2-11 16,1 2-15-16,1 0-19 0,1 3-24 0,1 1-41 0,1 2-47 0,2 1-42 15,1 1-179-15</inkml:trace>
  <inkml:trace contextRef="#ctx0" brushRef="#br0" timeOffset="14195.66">29464 2526 1068 0,'-17'-12'-18'0,"1"0"45"16,-2-1-6-16,5 6-10 0,4 4 0 0,2 1-7 0,0 2-3 0,1 1-3 16,2 2-6-16,1 2-9 0,0 3 2 0,1 3-4 0,1 3 1 15,0 2 4-15,1 2-1 0,0 2 1 0,1 2 3 0,0 2 2 0,-1 3 5 16,1 2 2-16,-1 1 2 0,0 0-1 0,1 2 0 0,0 0-1 15,1 3-1-15,-1 1 3 0,2-1-2 0,1 1 0 0,0-2 1 0,2 0 0 16,1-1 1-16,1-1-1 0,0-1 0 0,0-1 2 0,1-3 1 0,-2-2-1 16,1-5 5-16,-1-1 4 0,0-3 5 0,-2-1 9 0,0-3 5 15,-1-1 7-15,0-2 7 0,0-2 8 0,1-2 9 0,-1-1 12 0,0-1 2 16,0-1 3-16,1-2-2 0,1-1-13 0,2-2-10 0,2 0-12 16,2-2-14-16,3-1-6 0,0-2-7 0,3 0-5 0,2-1-3 0,0 0-6 15,2-1-3-15,-1 1-5 0,-1 0 1 0,1 0 2 0,-1 2 4 0,-1 0 3 16,2 1-6-16,1-1 6 0,-1 0-9 0,1 0 2 0,0 1 5 0,-2 0-6 15,0 1 5-15,2-1 0 0,-2 1-2 0,4 0 2 0,0 0-2 16,3 0-1-16,0-1 4 0,0 1-1 0,1 0 2 0,1 0 2 0,0 1-5 16,-2 0 2-16,3-1-3 0,-1 0 1 0,1 1 0 0,-3 0 0 15,1 0-1-15,-2 1 2 0,0-1 0 0,1 1-7 0,-1 0-1 0,-1 1-1 16,-2 1-2-16,-1-2 2 0,-3 2 3 0,-2 0-4 0,0 0-1 0,-2 0-1 16,0-1-1-16,-2-1 4 0,2 1 1 0,0-2-1 0,-1 1-10 15,0-1-12-15,1-1-42 0,-1 0-41 0,0-1-35 0,0-1-30 0,-2 0-11 16,1-2-13-16,-1-1-192 0</inkml:trace>
  <inkml:trace contextRef="#ctx0" brushRef="#br0" timeOffset="14495.4">29567 2373 1273 0,'-11'-4'31'0,"2"1"-35"0,3 1 5 0,4 2-4 0,5 2-1 15,2 0 10-15,3 1 4 0,4 1 5 0,4 2 2 0,4 1-4 16,3 2-5-16,6 2-2 0,2 1-4 0,5 2-2 0,1 1 1 0,4 0-3 16,1 0 2-16,-1 0-1 0,-1 0-3 0,1-1 3 0,0-3-5 15,0 1-2-15,3 0 3 0,-2-2 1 0,1 1 2 0,1-2 3 0,1-2-3 16,-3-1 2-16,0-2 6 0,0-1 3 0,-3-1 5 0,-2-1 4 16,0 0 8-16,-4-2-1 0,-2 0 8 0,-1-2 1 0,-1 1 0 0,-1-1 2 15,0 0-3-15,-3 1-1 0,-1 0-2 0,-3 2 6 0,-2 0-7 0,1 1 2 16,-1 2-2-16,-1 2-10 0,-1 2 1 0,-1 3-10 0,0 2-3 15,-2 2-2-15,0 2-1 0,2 5-5 0,-2 3-2 0,-1 3-6 0,-1 3-8 16,0 2-9-16,0 5-19 0,-3 2-25 0,-1 2-65 0,-1 4-94 0,-5 0-114 16,-2 4-330-16</inkml:trace>
  <inkml:trace contextRef="#ctx0" brushRef="#br0" timeOffset="15262.67">16564 3340 551 0,'-18'1'2'0,"-1"1"39"0,-4 0 7 0,5 2 2 0,4 1-3 15,1 1-4-15,0 3-9 0,2 1-5 0,3 0-4 0,0 2-4 0,1 0 1 16,1 2-4-16,2 2-5 0,2 0 4 0,1 3-2 0,2 2 1 15,2 0 2-15,1 2 0 0,1 2 1 0,2-1-2 0,2 2 1 0,0 0-5 16,5 2-3-16,1 2 1 0,1 2-7 0,1 2-1 0,3 2-8 16,1-2 2-16,-2 2 1 0,2-3 4 0,-2-1 4 0,-2 0-1 0,-1-4-1 15,-2-3 1-15,-2-4 3 0,-1-3-4 0,-2-2 6 0,-1-3-2 0,-1-2 4 16,0-2 8-16,0-3 8 0,0-1 13 0,0-2 7 0,0-1 7 0,0-1-3 16,1-1-3-16,2-2-7 0,1-1-7 0,2-1-11 0,3-2-4 15,0-2-6-15,3 0-12 0,2-1 2 0,-1 0-5 0,2 0-3 0,2 1 7 16,0 1-6-16,1-2 1 0,1 1-1 0,0-1-4 0,2 0-2 0,-2-1 0 15,1 0-2-15,0 2-1 0,1-3 1 0,-1 0-3 0,1 0 3 16,-2-1 0-16,-2 1-3 0,0-1-10 0,-3 0-8 0,-1 0-10 0,1 1-12 16,-4-1-18-16,1 2-15 0,-1-3-18 0,-2 0-3 0,-2-1 1 15,-1 0-10-15,-1-3-13 0,-1 1-39 0,-1 0-169 0</inkml:trace>
  <inkml:trace contextRef="#ctx0" brushRef="#br0" timeOffset="15545.67">16626 3338 886 0,'-19'-1'-24'15,"-1"1"92"-15,0 0-10 0,10 0-17 0,7 0-11 0,4 1-9 0,3-1-3 16,4 1 5-16,5 0 5 0,3 0 8 0,5 1 1 0,2-1-2 0,5 2-2 16,4 1-6-16,3 0-4 0,4 2-8 0,2 0-3 0,4 1-6 15,1 0 3-15,5 1 6 0,3-1-1 0,3 2 1 0,4-1-2 0,1 1-8 16,2 0-4-16,0 1-2 0,0 0-4 0,1 1-2 0,0-1-4 0,0-2-2 15,-2-1 2-15,-2-4 1 0,0-1 6 0,-4-4-1 0,-3-3 4 16,-3-1 0-16,-5-3 0 0,-1 0 4 0,-4 1 4 0,-6 0-6 16,-2 1 4-16,-6-1 0 0,-3 2-3 0,-5 0 13 0,-5 0 0 0,-1 1 0 15,-4 1-1-15,-1 2-4 0,-1 2-7 0,-1 3-2 0,0 1-3 0,-2 4 1 16,0 3 2-16,0 4-5 0,-1 4-3 0,1 4-7 0,0 3-10 0,2 4-21 16,2 1-78-16,2 2-98 0,1 0-112 0,3 1-191 0</inkml:trace>
  <inkml:trace contextRef="#ctx0" brushRef="#br0" timeOffset="23508.11">27063 3765 923 0,'-16'4'115'0,"-1"-1"-97"0,-2 0 10 0,4-1 2 0,5-2 3 16,3 0-5-16,1-1-16 0,0 0-7 0,3 0-6 0,0-1-7 0,2 0-5 15,0-1-2-15,1 1-4 0,2-1 0 0,0 0-2 0,2 1-2 0,1 0-4 16,1-1-1-16,2-1-3 0,-1 0 1 0,1 0 0 0,1-1-9 16,1 1-12-16,1-1-14 0,0 0-22 0,-1 0-45 0,0-1-234 0</inkml:trace>
  <inkml:trace contextRef="#ctx0" brushRef="#br0" timeOffset="24557.96">27177 3619 311 0,'-8'-2'60'0,"-2"-1"13"0,-1 0 15 0,2-1 9 0,3 0-5 0,-1 0-8 15,1 0-14-15,0 0-6 0,1 0-4 0,0 0-7 0,-2 0 1 0,2 1-1 16,0 0-5-16,0 2-3 0,2-2-7 0,0 1-3 0,0 1-5 16,1-1-6-16,2 0-4 0,0 0-8 0,1 1-4 0,1-2-4 0,1 1-2 15,2-1-1-15,1 0 1 0,1-1 1 0,2-2-1 0,-1 2 4 0,2-1 1 16,-1 0 6-16,0 0 3 0,1-1 8 0,-1 2 10 0,1-1 9 16,-1 1 6-16,1 1 2 0,0 1-4 0,-2 0-2 0,0 1 0 0,-1 1-5 15,0 1-2-15,-2 1-8 0,1 0-4 0,0 1-7 0,-1 1-3 0,0 1-2 16,-1 0-3-16,1 2 3 0,-1 0-3 0,0 0-3 0,-1 2 1 15,0-1-2-15,0 0 4 0,0-1 1 0,0-1-1 0,-1 1 1 0,-1-1-1 16,2 0 2-16,-1-1-3 0,0 1 5 0,-1-2-2 0,1 1-5 16,-1-1 4-16,-1-1 0 0,2 1 0 0,-1-1-1 0,0 1 3 0,1-1-7 15,0 2 0-15,1-1 1 0,-1 0-2 0,1 1 3 0,0 0 1 16,1-1-5-16,1 1 1 0,0-2-5 0,1 2 2 0,0 0 0 0,0 0-1 16,0 0 4-16,2-1-8 0,-1 0 7 0,0 0-1 0,0 0-4 0,0-1 5 15,0-1-2-15,-1 1-3 0,-1-2 3 0,0 1-2 0,0-1 1 16,0-1 2-16,0 0-4 0,-1-2 5 0,0 0-1 0,1-1-5 0,-1-1 7 15,1-1-3-15,0 1-2 0,-1 0 8 0,0-1-10 0,1 0 5 16,-2 0-5-16,1 0-1 0,0 0 7 0,0 0-4 0,-1 0 6 0,-1 1-6 16,-1 0-1-16,-1 0 2 0,-1 1-2 0,0 0 1 0,-1-1 5 0,0 2-3 15,-2 0 0-15,0-1 0 0,-1 1-9 0,1 0 5 0,-2-1 1 16,0 1-2-16,0 0 5 0,0-1-7 0,-1 1 4 0,-1 0 0 0,0-1-2 16,1 1 4-16,2 1-7 0,0-1 5 0,-2 1-1 0,2 0-1 0,-2-1 5 15,0 0-3-15,1 0 3 0,-2 1-1 0,2-1-4 0,-1 0 1 16,1 0-4-16,0 0 5 0,-1 0 2 0,1-1-5 0,-1 2 3 0,0-1 0 15,0 1 0-15,0 0 3 0,0-1 1 0,0 1-4 0,0 0 0 16,-1-1 3-16,0 0-6 0,0 0 3 0,0 1 0 0,0-1 5 0,0 1-2 16,2 0 1-16,-1 0 1 0,0 0-10 0,1 1 7 0,0 0-2 0,0 0 1 15,0 0 4-15,0 0-7 0,2 0 2 0,0 1 0 0,1-1-1 0,2 1 2 16,-1-1 1-16,1 0-2 0,0 0 3 0,0 0-1 0,2 0 1 16,0 1 3-16,0 0-9 0,0 0 1 0,0 0 1 0,0 0-1 0,0 0 10 15,0 1-7-15,0 0 4 0,1 0 4 0,1 0-6 0,-1 1 10 0,0 1-1 16,0 0-3-16,0-1 10 0,0 2-3 0,0-1 1 0,1 1 3 15,0 0-1-15,-1 1 2 0,2 0-4 0,-1 0 7 0,1 0-3 0,1 0-5 16,1 0 3-16,0 2-1 0,1-1-3 0,0 0 3 0,3 1 0 16,-1 0-7-16,0 1 4 0,2-1-7 0,-1 2 2 0,-1-2-3 0,3 2-6 15,0-1 4-15,0 0-1 0,3 1-1 0,-2-1 0 0,2 2-1 0,-1 0 0 16,1 0-1-16,-1 1-1 0,-1-3 2 0,2 2-2 0,-2-2 0 16,-2 0-8-16,-1-1 1 0,-1 0 0 0,-2-1 1 0,0 0 7 0,-1-1 3 15,-3 0 6-15,0 0 3 0,-2-1-2 0,0 0 6 0,-2 0-10 0,-1-1-1 16,-2 1 3-16,-1-2-4 0,-1 1-2 0,-1-1 2 0,-1 1-1 15,0 0-3-15,-1-1 1 0,-1 1-2 0,-1-1 0 16,-1 1 3-16,-1-1-1 0,1 1 1 0,-1-1-3 0,-1 1-1 0,-1 0-1 0,0 1-1 16,1 0 3-16,-2 0-2 0,0 1 2 0,-1-1 0 0,2 0-2 0,-1 0-3 15,0 0 0-15,2-1 0 0,1 0-7 0,1-1-1 0,2-2-7 0,0 0-6 16,3-2-12-16,1-1-26 0,2-1-24 0,0-1-25 0,1-1-18 16,0-1-15-16,0-1-16 0,1-1-33 0,0-1-44 0,0-1-38 0,1 0-31 15,0 0-31-15,0-1-178 0</inkml:trace>
  <inkml:trace contextRef="#ctx0" brushRef="#br0" timeOffset="24740.96">27060 3418 1215 0,'-1'-2'24'0,"3"0"2"0,1 0 18 0,3 2 25 15,4 0 16-15,2 0-5 0,3 0-19 0,-1 0-20 0,1 0-14 0,2 1-12 16,0-1-6-16,3 0-2 0,1 1-6 0,-1 1-2 0,2 1-4 15,-1 0-4-15,-3-1-5 0,1 0-9 0,-2 0-28 0,-1 1-53 0,-1 0-64 16,1 1-58-16,0 1-61 0,0 1-276 0</inkml:trace>
  <inkml:trace contextRef="#ctx0" brushRef="#br0" timeOffset="25743.34">26015 4638 525 0,'-2'-1'103'0,"1"1"-48"16,0-1 12-16,2 0 12 0,-1 1 2 0,1 0-14 0,-1 0-16 0,-1 0-14 15,1 0-15-15,0 1-5 0,1-1-1 0,0 1 1 0,0 0 4 0,2-1 2 16,-1 0 4-16,1 0 2 0,1 0 10 0,-1-1 3 0,1-1 11 0,1 1 13 15,0-2 1-15,2 1 0 0,0-2-5 0,2 1-12 0,1-1-2 16,1 1-3-16,1 0-7 0,0 0-6 0,1 1-1 0,-1-1-8 0,1 1-3 16,-1 1-3-16,0-1-8 0,-1 3-2 0,-2 0-2 0,-1 0-2 15,0 2 0-15,-3 1 4 0,0-1 1 0,-3 4 4 0,0 1 2 0,-2 0-1 16,-2 2-2-16,0 2 2 0,-3 1 2 0,-1-1 3 0,-2 2-4 0,0 0-1 16,-1 1-2-16,-1 0 4 0,-1 0 2 0,-1 1 3 0,3 0 4 15,0-3 0-15,4 2 4 0,0-2 1 0,1 0-1 0,1-1-2 0,1-3-7 16,2 0 1-16,2-1-11 0,0 0 3 0,2-2 2 0,3 0-12 15,0-2 2-15,3-2-2 0,3-1-2 0,1-1 1 0,2-1 2 0,2-1-6 16,3-1-4-16,2-3-7 0,1-1-14 0,3-1-41 0,0-1-77 0,2-2-91 16,1 0-146-16,2-2-246 0,0-2-42 0</inkml:trace>
  <inkml:trace contextRef="#ctx0" brushRef="#br0" timeOffset="27189.72">18506 3816 550 0,'-6'0'14'15,"0"0"-15"-15,0 1-3 0,3 2-3 0,2 0-8 0,0 0-14 0,0 0-12 16,1-1-2-16,0 0 5 0,1-1 14 0,-1-1 13 0,1 0 7 15,-1 0 3-15,1 0 3 0,-1-1 2 0,1 0 4 0,0 0 6 0,-1-1 8 16,1 0 12-16,-1 1 1 0,1 0 2 0,0 0-7 0,0 1-9 0,0-1-9 16,-1 2-3-16,0-1-2 0,1 0-1 0,-1 0 2 0,1 0 1 15,0 1 4-15,0-1 5 0,0 1 2 0,1-1 1 0,-1 0 6 0,2 0-6 16,0 0 2-16,0-1 0 0,1 0-7 0,1-1 7 0,2 0-2 0,0-1-4 16,1 1 0-16,2 0-3 0,0-2-2 0,0 1 2 0,1 0 2 15,1-1-2-15,1 1 4 0,1 0 0 0,0 0 3 0,1 1 2 0,-1 1 1 16,0 0-1-16,1 0-1 0,-2 2-6 0,2 0 0 0,-1 0-4 15,-1 2-4-15,-1-1-1 0,-1 2-2 0,-1 1 1 0,-1 0 0 0,0 0-3 16,-2-1-1-16,-1 2 0 0,-2 0 1 0,0-1 1 0,-1 1 1 0,-1 0 2 16,0 0-5-16,-2-1 0 0,1-1-1 0,-2 1 1 0,0-1 1 15,-1-1 4-15,1 1 1 0,0-3-1 0,0 0 0 0,1-1-3 0,0-1 2 16,0 1-3-16,1-1-2 0,0-2 0 0,2 0 1 0,-1 0-3 16,2-1 9-16,0 0 0 0,0-1-5 0,1 0 4 0,0 0-7 0,0 1 0 15,1-1 3-15,0 1-3 0,1 1 3 0,0 0-3 0,2 1-1 0,1 0 1 16,1 1-2-16,0 1 2 0,0 0-1 0,-2 2-1 0,2 0 1 15,0 1-2-15,-1 0 3 0,0 0 0 0,0 1 0 0,-1 1 4 0,1 0-1 16,-1 0-4-16,-1 0 9 0,1 1-2 0,0-2 13 0,-1 2 8 0,-1-1-2 16,0 1-1-16,-1 2-7 0,-1-1-3 0,0 1-2 0,-3 0-4 15,-1 2 4-15,-1 1-3 0,-1-1-3 0,-2 1 1 0,-2 0-5 0,-1 0-1 16,-1 0-2-16,-1-2-1 0,1 1-5 0,-1-2-10 0,0 0-14 0,0-1-20 16,1-1-23-16,2-1-22 0,0 0-21 0,1-2-21 0,0-2-15 15,2 1-18-15,2-1-23 0,0-1-133 0</inkml:trace>
  <inkml:trace contextRef="#ctx0" brushRef="#br0" timeOffset="28255.87">20997 4552 1844 0,'-8'-10'364'0,"1"3"-335"0,2 2-20 0,7 6-12 0,4 5-3 0,3 3 0 16,4 1 5-16,0 4-1 0,3 5-1 0,1 2 0 0,0 6-3 15,0 5-1-15,0 3-6 0,0 5-18 0,-1 3-22 0,0 1-37 0,0 2-36 16,-1 0-35-16,-4 5-45 0,1 0-47 0,-1 2-42 0,-2 1-43 0,-1 2-165 16</inkml:trace>
  <inkml:trace contextRef="#ctx0" brushRef="#br0" timeOffset="30770.09">16100 2861 1522 0,'-19'36'17'0,"2"8"-11"0,-2 14 4 0,10 2-2 16,6 0 0-16,6 4-3 0,4 4-7 0,4 3-6 0,4 1-4 0,3 5 1 16,3 1-9-16,1 2 0 0,3 1 5 0,3 1-5 0,1 3 9 0,4 2-1 15,0 3-10-15,2-3 4 0,2-1-4 0,2-2 4 0,3 0 6 16,2-1-3-16,3-1 7 0,2 2 2 0,3 0 8 0,3-2 4 0,1-1-6 16,3-1 0-16,4-5-3 0,3 1 2 0,1-1 4 0,4 0 2 15,4-1 6-15,2-3 3 0,3-1 0 0,4-3-6 0,3-2 0 0,4-2-9 16,3 1 7-16,4-3 5 0,4-3-1 0,4 0 10 0,1-3-16 0,2-3 5 15,3-1-1-15,0-4-4 0,3-3 11 0,0-3-3 0,1 0 0 16,1-2 3-16,3-1-8 0,2-2 4 0,2-2 2 0,3 0 6 0,-1-1 1 16,4-1-4-16,1-3-2 0,4 1-8 0,2-4 2 0,3 0 2 0,1-2-5 15,3 1-2-15,2-3-5 0,-2-1-3 0,1-1 2 0,0-3-2 16,0-3 3-16,2-1 2 0,1-3-2 0,1-3 2 0,1-2-3 0,1-4 1 16,1-1 3-16,2-2 0 0,0-2 1 0,2-2 1 0,-1-3-4 15,2-1 1-15,0-2 0 0,1-3-1 0,2-3 2 0,-1-4 3 0,1-1-2 16,0-4 5-16,1 0 0 0,1-3 0 0,-2-2 4 0,-2-2 2 0,0-2 2 15,-1-3 2-15,3 0 14 0,-3-1 1 0,1-2 0 0,-6 1 1 16,-2-2-2-16,-4-1-1 0,-1-2-2 0,-3 0-1 0,-1-4-13 0,-2 0 6 16,-4-2-6-16,-2-2 3 0,-2-1-3 0,-3 0-1 0,0-1 1 0,-5-2-2 15,0 1 0-15,-3-2-9 0,-2-4-3 0,-2-1 5 0,-5-3-4 16,-3-1 5-16,-3 0-8 0,-5 1 1 0,-3-1 5 0,-6 0 8 0,-3 0 3 16,-6-4-2-16,-5-2-2 0,-4-1-10 0,-5-1 8 0,-6 0-2 15,-4 0 0-15,-5-3 5 0,-6 2-2 0,-2-3 2 0,-7-1 12 0,-6 1-5 16,-3-3-1-16,-5 0 1 0,-5 0-10 0,-3 0-1 0,-5 1 1 0,-5-2-8 15,-4 0 1-15,-5-1 2 0,-4-1 4 0,-4 2 1 0,-5-1-5 0,-3 3-1 16,-6-2-15-16,-5 0 2 0,-3 1 2 0,-6-1 2 0,-4 1 20 16,-3 3-1-16,-5 3-1 0,-3 1-4 0,-4 0-13 0,-5 1 1 0,-3 1-4 15,-4 1-5-15,32 36 4 0,-12-7 0 0,-3 1 0 0,-12-8 6 16,-3 0-6-16,-14-6-9 0,-5 0 0 0,-14-7-1 0,-5 2-2 0,-5 1 5 16,-3 2-5-16,-5 1 5 0,57 30 38 0,-8-4-1 0,-1 2 8 0,-10-3-5 15,-1 1-29-15,-9-2-2 0,-2 1-6 0,-9-3 1 0,-2 2-7 16,-10-2 3-16,-2 0 0 0,-8-1-9 0,-3 0 0 0,-9-1-2 0,-2 1 3 15,-8-1 58-15,-4 2-1 0,-1 1 6 0,-2 3 4 0,-2 2-53 0,-2 3-7 16,-1 2 7-16,-4 4 0 0,0 1-7 0,-1 4 8 0,-3 3 2 16,-1 4 2-16,-1 4-53 0,-2 3 5 0,-2 5-16 0,-1 4-16 0,-3 2 43 15,-1 5-17-15,-3 4-19 0,1 3-47 0,-2 2-39 0,1 3-49 16,-1 1-21-16,1 4-29 0,-1 1-230 0</inkml:trace>
  <inkml:trace contextRef="#ctx0" brushRef="#br0" timeOffset="31661.1">2937 3283 1251 0,'21'19'96'0,"7"1"-85"0,12 5 0 0,6-2 6 16,2-4 4-16,4-2-2 0,5-1 5 0,6-2-4 15,4-3-5-15,4-3-2 0,6 0-7 0,2-3 0 0,6-1 1 0,4-1-6 0,6-2 2 0,3-1-6 16,3-3-1-16,0-2 2 0,0-4-1 0,0 0 0 0,-1-2-2 16,-2-2-1-16,1-1 3 0,-4-2 0 0,-1 0 0 0,-4-2 2 0,-1-4-1 15,-2 0 5-15,-1-5 4 0,-3-1 4 0,-1-1 13 0,-1-2 4 16,-3-3 8-16,-3 0 5 0,-1-5-2 0,-4 1 3 0,1-2 3 0,-2-3-4 15,-2-3 0-15,-2 0-2 0,-2-4-9 0,-3-2 1 0,-2 0-6 0,-1-1-5 16,-5-1 5-16,-2-1-5 0,-3-1-1 0,-1 1 0 0,-3-1-9 16,-4 1 1-16,-3-4-8 0,-4 0 1 0,-5-1-4 0,-2-1 3 0,-15 32 12 15,2-7 2-15,-3-2 7 0,0-7 0 0,-2 1-7 0,-2-8-3 0,-4-1-3 16,-2-7-5-16,-6 1 3 0,-4 1-6 0,-5 1-2 0,-5 0 4 16,8 30 16-16,-3-5 9 0,-3 2 0 0,-3-4-2 0,-3 1-28 0,-4-3-12 15,-2 2-15-15,-6-4-7 0,-2 2 5 0,-4-2 0 0,-6-1 8 16,-4-1 5-16,-4 1 3 0,-5-2-10 0,-5 3 33 0,-6-1 0 0,-2 2-1 15,-6 3 4-15,-5 3-26 0,-3 5-9 0,-5 4-26 0,-3 4 18 0,-5 5 3 16,-4 6 26-16,-3 5 16 0,-4 6 0 0,-3 5-2 0,-3 8-1 16,-3 7 17-16,-1 5-14 0,-3 7-24 0,-7 10-4 0,-113 51-3 0,15 10 9 15,17 7 17-15,19 6-10 0,21 2-1 0,5 14-11 0,-59 77 2 0,59-29 4 16,36-20-6-16,46-42 4 0,8-2-20 0,6 1-40 0,7-4-75 16,10-1-108-16,6-1-123 0,6-2-422 0</inkml:trace>
  <inkml:trace contextRef="#ctx0" brushRef="#br0" timeOffset="65460.44">3677 6524 171 0,'-24'6'27'16,"0"2"10"-16,-6 1 7 0,3 1 6 0,6-3-4 0,0 2-12 0,2 0-12 0,2 2-8 15,0 1-4-15,1 0-2 0,1 2-2 0,1 2-4 0,1 0 1 16,1 1-2-16,2-2 6 0,0 1-4 0,1 1 3 0,0 0 0 0,-1-1 1 16,0 0 4-16,3 1-2 0,-1-1 2 0,1 0 0 0,3 0 2 15,-1 0 2-15,1-2 2 0,1 2 1 0,-1 0 0 0,2 0 1 0,0-1 2 16,0 0-3-16,2 0 0 0,-1 2 0 0,2-2 5 0,0 4 3 0,2 0 1 15,0-2-3-15,2 4-5 0,0 0-6 0,1-1 0 0,2 0-4 0,2 0-4 16,2 0 4-16,0 0-6 0,1 2 7 0,-1-1-4 0,2 2 0 16,1-1 0-16,1 0-5 0,-1 0 1 0,2-1-1 0,1 0-1 0,0 0 3 15,1 0-3-15,1-1-1 0,1 1 3 0,-2 1-6 0,3-2 5 16,0 0 0-16,-2-1-1 0,2-2 3 0,0 0-1 0,0-2-3 0,2-2 1 16,-1 0 1-16,4-1 2 0,-1 1 3 0,1-1 3 0,2-1 0 0,-2-1-3 15,2 0 1-15,1-1 0 0,1 1 0 0,0-1 4 0,2-1-2 16,-3 1 3-16,3-2-4 0,-2 1-4 0,2 0 3 0,-1-1-3 0,1-2 4 15,1 0 3-15,-1-2 0 0,2 0 1 0,-1-1-1 0,3-1 0 0,-2-1-3 16,2 0-1-16,1-1-2 0,-1-2-2 0,1 1 4 0,-1-1-1 16,0 1 0-16,0-1 2 0,-2 1-2 0,0-1-1 0,-1 0 0 0,1-1-3 15,0 1-2-15,-1-2 0 0,-1 1-1 0,-1-1 3 0,0 0 3 16,0-1 2-16,-1 0 1 0,0-1-1 0,0-1-2 0,-3 0 3 0,3 0-1 16,-2-2 1-16,1 2 1 0,-3-1-3 0,-1-1 0 0,-2 1 1 15,1-1-2-15,0 0 7 0,-2 1 2 0,1 0-1 0,1 0-1 0,-3-2-8 16,1-1 3-16,-1 0-6 0,1 1 3 0,-1-3 1 0,0 1-5 0,-1 0 4 15,0-1 1-15,-2 2 0 0,1-3 1 0,0 1 1 0,-1 0-2 16,0 1 2-16,-3-1 0 0,0-1-2 0,-3-1 0 0,2 0-1 0,-1-1 3 16,0 0 0-16,-2-1 1 0,1 0 0 0,-1-1 1 0,-1-1 2 0,0 2-3 15,-2-2 3-15,-1 1-4 0,-1 2 1 0,-2-2 3 0,0 1-4 16,-2 0 2-16,0 1-1 0,-2-1 3 0,-2 0-3 0,0 2 1 0,0-1-6 16,-2 0-2-16,-1 0 2 0,-1 3 5 0,-2-1 3 0,0 1 0 15,-1 1-2-15,-2-1-5 0,-2 0 3 0,0 0 0 0,-1 1 1 0,-1 0-3 16,0 2-2-16,-3-1 1 0,-1 0-3 0,0 1 4 0,-3 0-2 0,-1 2 0 15,-1-1 2-15,-3 0-3 0,0 1 1 0,-2 0 3 0,0 1-3 16,-4 1 1-16,-1 1 1 0,-2 1-3 0,-1-1-2 0,-1 1 1 0,-1 1 3 16,0-1 1-16,-2 1-4 0,-2 1 0 0,-1 0-1 0,-2 0-2 0,1 0 6 15,1 0 2-15,-1 0-2 0,0 1 9 0,2 0-4 0,-1 0-4 16,-1 2 3-16,0 0-10 0,-1 0 2 0,2 2 4 0,-1 0-4 0,-1 1 3 16,1 0 1-16,0 2-8 0,2 1 3 0,2 2-3 0,0 1-3 0,2 3 3 15,0 0-2-15,1 3-3 0,1 2-3 0,0 1-7 0,3 3-3 16,1 2-4-16,1 3-12 0,2 2-7 0,1 2-28 0,2 2-36 0,2 1-27 15,0 4-36-15,1 4-28 0,-1 2-32 0,1 5-224 0</inkml:trace>
  <inkml:trace contextRef="#ctx0" brushRef="#br0" timeOffset="80177">6727 3312 2286 0,'-1'0'68'0,"1"1"-109"15,4 1-8-15,2-2 18 0,2 0 22 0,4-1 6 0,0-3-3 16,2 0-3-16,1-1-6 0,1 0-4 0,3-1-1 0,1 0 0 0,2 0 5 16,2 1 11-16,0-1 1 0,1 1 8 0,1-1-1 0,-1 0 2 0,2-1 5 15,-2 1 12-15,4 0 1 0,0 0-1 0,1 0-1 0,-1-2-11 16,1 1-3-16,-1-2 4 0,0 1-1 0,1-1 4 0,0 0 1 0,1 0-2 15,-1 0-1-15,1 1-5 0,-2-1-2 0,2 0 6 0,-2 1-8 0,1-1 6 16,-2 2-4-16,1-1-3 0,-1 0 3 0,0 2 0 0,-2-1 0 16,-1 0-1-16,0 0-4 0,0 0 4 0,-2 0-2 0,-2 1-2 0,-1-2 4 15,-2 0-5-15,-3 1 0 0,0-2-2 0,-1 0-4 0,-2-1-5 16,-2 1-11-16,-2-2-10 0,-2 1-18 0,-1-2-39 0,-1-1-49 0,-3-1-61 16,-3-1-39-16,-3 1-28 0,-2-1-2 0,-3-1 0 0,-3 0 9 0,-2 0-3 15,-3 0-5-15</inkml:trace>
  <inkml:trace contextRef="#ctx0" brushRef="#br0" timeOffset="80443">7105 2518 1022 0,'-1'0'479'0,"2"1"-430"0,1 0-39 0,4 2 16 16,0 0 24-16,2 0 18 0,2 2 10 0,0 1-3 0,3 3-12 15,1 3-18-15,2 2-7 0,3 4-12 0,0 2-5 0,2 7-6 0,2 3-1 16,-1 6 3-16,2 2-3 0,-1 3 6 0,-1 5-5 0,2 4-4 16,-2 4-3-16,-1 3-4 0,2 2-2 0,-2 3 2 0,1 0-6 0,0 2 0 15,-2 0 4-15,3-3-7 0,0-1 9 0,-2-1-3 0,2-2-1 0,-1-4 0 16,0-4-4-16,3-2-6 0,0-5-7 0,2-2-12 0,0-1-20 16,-1-5-20-16,1-2-25 0,-3-5-18 0,2-1-17 0,0-6-18 0,2-2-21 15,0-4-36-15,0-4-22 0,1-3-7 0,-1-5-13 0,0-3-106 0</inkml:trace>
  <inkml:trace contextRef="#ctx0" brushRef="#br0" timeOffset="80978">9101 2065 1915 0,'-16'-5'368'0,"3"2"-356"16,-1 3-9-16,11 6 0 0,3 4-7 0,4 6 5 0,4 1 2 0,3 4 0 16,5 5 2-16,2 2-4 0,2 8 2 0,4 3-4 0,2 4 2 15,2 5-1-15,1 0-4 0,0 5 2 0,2 2-14 0,-1 4-1 0,1 4 7 16,-2 0 1-16,2 6 10 0,-1 3 2 0,1 1-4 0,-2 4 1 0,1 0-5 16,-3-2-7-16,1-4 7 0,-2-3-3 0,0-5 5 0,-2-4 9 15,-3-3-3-15,-1-7 0 0,-2-6-1 0,-2-6-2 0,-2-7 1 0,-1-6 2 16,-1-7 0-16,-2-3-2 0,0-4 1 0,-2-3 1 0,-1-4-5 15,-2-2-2-15,-2-3-5 0,0-3-15 0,-1-3-15 0,-2-5-39 0,-1-5-65 16,-3-6-80-16,-2-8-73 0,-5-8-60 0,-1-7-41 0,-3-6-129 0</inkml:trace>
  <inkml:trace contextRef="#ctx0" brushRef="#br0" timeOffset="81227">8922 2309 2288 0,'-14'-13'108'0,"2"1"-88"0,0-1-15 16,9 4-2-16,5 2-6 0,5 0-2 0,3-1 2 0,4-2-6 0,6-1 3 15,4-3-2-15,6 0-5 0,2-1 2 0,3 1-3 0,0-3 1 0,2 0 1 16,1-3-2-16,1 0 2 0,-1-2-3 0,2-1-3 0,-21 10 8 0,5-2-2 16,0-1 13-16,5-2 10 0,0-2-11 0,3-5-2 0,1 2-4 15,4-5-8-15,0 0-6 0,1-1 0 0,-3 1-14 0,0-1 0 0,-2 1-9 16,0 3-4-16,-3-2-1 0,-2 3-16 0,-2 1-10 0,-2 1-28 15,-2 4-24-15,-2 1-19 0,-2 1-27 0,-2 4-12 0,-3 3 1 0,-2 2 3 16,-1 2 18-16,-3 2 13 0,-1 2 3 0,-2 2-105 0</inkml:trace>
  <inkml:trace contextRef="#ctx0" brushRef="#br0" timeOffset="81427.17">9422 3013 1932 0,'-7'-5'758'16,"4"1"-747"-16,3 0-29 0,10 2 5 0,6 0 5 0,8-1 3 0,5 0-3 16,6-1-5-16,2 0-7 0,5 0-12 0,3-1-17 0,-1-1-17 0,2 0-13 15,-1 1-7-15,-2-2-2 0,0-1 0 0,-2-2-9 0,-1-1-8 16,-3-2-12-16,-3 2-9 0,-2-3-8 0,0 0-16 0,-4-2-12 0,-1 0-6 16,-2-1 10-16,-2-2 12 0,0 1 10 0,-1-1 2 0,0-3-7 15,-2 0-144-15</inkml:trace>
  <inkml:trace contextRef="#ctx0" brushRef="#br0" timeOffset="81811.17">10336 2218 1561 0,'-9'1'216'15,"1"2"-168"-15,1 1-33 0,6 4-2 0,3 3 2 0,4 3-3 0,2 4 4 16,3 3-2-16,3 4-3 0,4 3-3 0,3 1-7 0,1 3-1 0,4 2-1 15,-1 0-2-15,2 3 1 0,0-3-5 0,-3-2-11 0,1-2 3 16,-1-3-4-16,0-2 0 0,0 0 2 0,-1-3-10 0,-2-5-4 0,0-1-6 16,-2-4 3-16,-1-5 10 0,-2-3 8 0,-3-3 15 0,-1-4 8 0,-1-2 8 15,-1-3 9-15,-2-2 0 0,0-1 4 0,-2-2-3 0,-3-1 3 16,1-3 0-16,-2-2 0 0,-1-2-5 0,0-1-2 0,-2-2-5 0,-2 0-6 16,1-2 2-16,-1-1-5 0,0-1-3 0,-1-1 2 0,-1 1 0 15,0 1-5-15,0 1 0 0,0 2-2 0,1 2-3 0,1 2 1 0,0 1-1 16,2 5 0-16,0 0-3 0,1 4-3 0,1 4-4 0,0 3 5 15,0 2-4-15,2 1 0 0,0 3 2 0,2 1-3 0,1 2 1 0,1 3 9 16,2 3 0-16,0 1 0 0,2 4 7 0,2 0-1 0,0 1 4 0,2 2-4 16,0 2 2-16,1 0-1 0,0 1 1 0,-1 2 0 0,0-1-2 0,0 1-1 15,0-2-7-15,0 0 5 0,-2-3-4 0,2-2 1 0,-2-1 2 16,1-2-3-16,-2-1 5 0,-1-2-7 0,0-3-9 0,-1-2-18 0,-1-1-27 16,0-3-34-16,-2-1-32 0,0-1-34 0,-1-2-19 0,0-2 1 15,-2-1 0-15,1-3-4 0,-1-2-7 0,-1-3-157 0</inkml:trace>
  <inkml:trace contextRef="#ctx0" brushRef="#br0" timeOffset="82160.5">11396 1971 1178 0,'-1'0'864'0,"0"1"-800"0,-1 1-87 16,3 3-8-16,4 5 4 0,4 4 3 0,2 3 19 0,2 2-5 0,0 2 0 15,3 3-1-15,2 2 0 0,0 3 0 0,3 0 5 0,-1 0 4 16,-2 1 3-16,-2-2 2 0,0-2 1 0,-1-3 0 0,-2-2-4 0,-2-3 3 16,0-3-3-16,-1-1 7 0,-1-4-2 0,-1-1 2 0,-1-2 3 0,-1-2-2 15,-1-1 3-15,1-2 2 0,-1 0 1 0,-1-1 0 0,0-1 0 16,-1-1 2-16,-1-2 2 0,0 0 0 0,0-3 0 0,0 0 4 0,-1-2-8 16,1-3 1-16,-1-2-3 0,1-1-5 0,-2-4-1 0,-1-2 0 15,1-3-3-15,-2-3-2 0,1-1 3 0,-1 0-6 0,0 0 4 0,0 2-6 16,1 0-5-16,0 2-5 0,2 2-1 0,0 1-2 0,2 4-4 0,1 3 0 15,1 4-6-15,1 3 4 0,0 1-1 0,1 3 7 0,-1 2-1 16,3 2-1-16,0 3 4 0,1 1 0 0,2 2 0 0,1 3 6 0,1 3 3 16,2 2-8-16,1 2 3 0,1 1-4 0,0 2 0 0,3 1-1 0,-2-1-17 15,-1 2-40-15,2 0-49 0,-2-1-45 0,0-1-40 0,-1-1-10 16,-1-2 3-16,-2-3 17 0,-3-3 27 0,0-2 26 0,-3-3-104 0</inkml:trace>
  <inkml:trace contextRef="#ctx0" brushRef="#br0" timeOffset="83010.14">11838 829 1703 0,'-1'-2'89'0,"0"1"-60"0,0 0-22 0,-1 0-1 15,1 1-10-15,0 0 2 0,0 0 2 0,1 1-2 0,0 2 4 0,1 2-1 16,1 2 4-16,1 2 6 0,1 3 2 0,1 4-3 0,1 2-1 0,2 6-5 15,10 30-35-15,4 9 9 0,1 7-1 0,2 6 3 0,0 2 33 16,-2 4-3-16,1-3-4 0,-4-4 2 0,-1-5-4 0,1 4-2 0,3 6-21 16,15 57-10-16,-4-23-11 0,-4-22-8 0,-9-30 14 0,-4-3 1 0,0-4 9 15,-1-5 5-15,-2-6 11 0,-1-6 7 0,-1-5 7 0,-2-7 4 16,-1-5 0-16,-2-6 3 0,-2-6 3 0,-1-2 2 0,-3-3 4 0,0-2 4 16,-1-1 5-16,-1-3-5 0,1 0-9 0,-3-4-18 0,-2 0-27 0,-2-5-15 15,-1-4-9-15,-1-3 2 0,-1-4 10 0,0-3 2 0,0-2-1 16,-1-3 0-16,1-3-8 0,-1-2 5 0,2-2-3 0,-1-2-1 0,2 1-9 15,2 0-19-15,0-1-11 0,3 0-6 0,2 19 22 0,1-3 18 16,1 1 19-16,1-4 17 0,2 3 0 0,2-4 5 0,1 4 2 0,2-2 1 16,1 2 2-16,1 4 1 0,1 2 2 0,0 2 4 0,0 3 6 0,0 2 2 15,0 4 9-15,0 0 4 0,-2 3 5 0,-1 1 5 0,-1 1 3 16,0 3 3-16,-2 0-7 0,-2 3-1 0,0 1-5 0,-2 0-3 0,-1 3-4 16,-1 1-5-16,-1 2-5 0,-1 1-1 0,-1 0 0 0,-1 2 2 0,0 1 4 15,-1 0-2-15,0-2 4 0,-1 2-1 0,-3 12-15 0,1-4 2 16,3-5-4-16,2-2-4 0,2-1 10 0,1-1-3 0,1 1-4 0,3 1-2 15,1-2-1-15,1 1-3 0,2 0 0 0,2 0-1 0,1 0 2 0,2 0-4 16,2 0 1-16,0-2 0 0,2-2-2 0,1-1 2 0,1-1 4 16,0-2 0-16,3-1 1 0,-1-3 0 0,2-2-3 0,1-2 3 0,-2-2 0 15,2-2 5-15,0-3 6 0,-2-2 4 0,1-2 4 0,-3-2 2 16,1-2 1-16,0-2 3 0,-1-1-2 0,1 0 0 0,0-4-5 0,-2-1-3 16,0-1-1-16,-1-4-5 0,-9 14 7 0,1-3-2 0,-1-1 3 0,2-5-5 15,0 1-5-15,0-4-2 0,-1 0-6 0,1-4 3 0,-3 0 2 16,-1 0 9-16,-1 3 2 0,-2-1 5 0,-3 2 1 0,-1 4 0 0,-1 0 12 15,-2 3 3-15,-1 3 6 0,-1 2 8 0,-2 2 7 0,1 3 8 16,-1 2 0-16,-1 3-9 0,0 2-16 0,0 1-14 0,0 3-10 0,0 0-5 16,0 3-2-16,1 1-3 0,1 1 0 0,0 2-2 0,1 1-4 0,1 1-3 15,2 1-4-15,1-1-2 0,3 3-6 0,2-1 0 0,3 1 0 16,1 0-3-16,1 0 8 0,4 1 3 0,2 0 0 0,1-1 7 0,1 0-3 16,2-1-1-16,2 0 7 0,-1 0 1 0,3-2-2 0,-1 0 7 0,1 1-6 15,1-1-2-15,0 0 4 0,0 0-1 0,1-1-1 0,-1 2 1 16,1 0 1-16,1 2-11 0,17 10 4 0,-8-1 2 0,-8 0 1 0,-10-6 11 15,-3 1 0-15,-1 1 3 0,-2 0 0 0,-1 0 0 0,-3 1 0 16,-2-2-6-16,-3 4-5 0,-2 1-14 0,-2 0-13 0,-3 1-9 0,-1 0-2 16,-2-3 13-16,-1 0 13 0,-1-3 15 0,0-4 16 0,0-2 5 0,2-3 7 15,-1-3 8-15,1-2 4 0,1-3 11 0,2-4-4 0,0-2-7 16,2-2-20-16,0-3-12 0,2-2-11 0,0-3-8 0,1-4-3 0,0-3-2 16,1-1-2-16,2-3-5 0,0 1-3 0,2-2 1 0,1 1 0 0,1 1 1 15,1 0 3-15,1 2 2 0,1 0 6 0,2 2 7 0,2 3 8 16,-7 9 18-16,3-1-1 0,0 2 3 0,1-1 4 0,1 1-12 0,2 0 0 15,1 3 4-15,1-1-8 0,1 3 2 0,0 1-5 0,2 2-4 16,-1 2 2-16,1 0-4 0,1 4 0 0,16 7-13 0,-2 3-5 0,-7 1-4 16,-4-1-1-16,-6-3-1 0,0 1-26 0,-1-1-50 0,-2 0-65 0,-1-2-43 15,-2 0-17-15,-1-2 13 0,-4-1 21 0,-3-2-97 0</inkml:trace>
  <inkml:trace contextRef="#ctx0" brushRef="#br0" timeOffset="83160.42">13398 1537 1573 0,'0'1'51'0,"1"1"-119"0,2 1-37 0,1 1 3 0,3 2 6 16,3 1 0-16,1 2-28 0,2 1-38 0,1 2-29 0,2 0-1 16,1 1 24-16,-2 0-97 0</inkml:trace>
  <inkml:trace contextRef="#ctx0" brushRef="#br0" timeOffset="83910.09">13795 1593 1062 0,'0'0'7'0,"1"0"-66"0,1 2-23 0,2-1 8 0,1 2 11 0,1 2 13 0,2 1 5 0,1 2-4 16,3 0-2-16,0 4 6 0,1 2 9 0,0 1 16 0,2 1 11 16,-1 3 5-16,2 1 9 0,-2 0-3 0,2 1 0 0,0 0 2 0,1 0-4 15,-2 0-1-15,1-1-4 0,1-2-1 0,0-1-5 0,-2-2 0 16,0-2 7-16,1-4-5 0,-2-4 19 0,-1 1 12 0,-2-5 10 0,1-1 26 15,-3-3 3-15,0-1 10 0,-3-4 0 0,0-2-8 0,-2-2-12 0,0-2-13 16,-1-3 1-16,0 0-4 0,-2-3 4 0,0-2-3 0,-1 0-13 16,0-1-3-16,-1 1-10 0,1-2-2 0,-1 2-5 0,1 3-1 0,1 0-5 15,0 3 1-15,1 2-2 0,0 3 3 0,2 2 1 0,-1 2 0 16,1 3 5-16,2 3-4 0,0 2 1 0,1 3-3 0,1 3-1 0,1 2-3 16,2 3 2-16,0 3 1 0,3 4 1 0,-1 3 0 0,1 2-2 0,2 4 0 15,0 2 0-15,0 2 5 0,13 31-14 0,-3-4 5 0,-5-8 1 16,-4-8-5-16,-2-4 16 0,-2 1-5 0,-2-1-5 0,-2 2-9 0,-1 1-10 15,-3 0-7-15,-2-1 1 0,-1-2 6 0,-3-3 10 0,-2-4 12 0,-1-2 6 16,-3-2 6-16,-3-4-2 0,0 0-3 0,-4-4-14 0,-2-4-10 16,-2 0-10-16,1-4 0 0,-1-3 14 0,0-2 14 0,1-5 19 0,2-4 5 15,1-4-1-15,1-4-7 0,2-3-3 0,2-4-3 0,0-3 0 16,0-4 4-16,1-3-3 0,1-3-4 0,2-2-5 0,2-2-6 0,3 2-4 16,2 0 0-16,3 3 4 0,3 0 4 0,1 4 7 0,3 2 9 0,-1 4 7 15,2 3 4-15,2 5 1 0,0 1 4 0,0 2-3 0,2 3 0 16,-1 2 0-16,1 1-7 0,0 3-4 0,2 2-4 0,1 2-3 0,0 1-4 15,1 2 2-15,0-1-2 0,-1 1-3 0,2-3 0 0,-1 0 1 0,-1-1 0 16,1-2 1-16,0-1-1 0,-1-2 1 0,2-2-3 0,-2-1-1 16,-1-2-3-16,-1-1-2 0,-1-3 2 0,-3-2-3 0,-2-1 3 0,-1-2 7 15,-1 0 6-15,-1-1 12 0,-2-2 5 0,0 0 9 0,-2 0 8 0,-2-1 0 16,0-1 4-16,-1 2-2 0,-2 8 14 0,0-3-5 0,0 1-6 16,0-2-2-16,-1-1-30 0,-1-3-2 0,1 0-5 0,-1-1 1 0,1-1 1 15,-1 0 4-15,0 1 2 0,0 0-2 0,0 2-2 0,0 1 0 16,-1 3 1-16,1 0-4 0,-1 2 5 0,0 2-10 0,-1 2-9 0,0 2-9 15,-1 2-23-15,0 1-6 0,-2 1 0 0,-1 0 2 0,-1 2 10 16,-3 0 4-16,-1 0 0 0,-3 2 2 0,-1 1 4 0,-1 1 9 0,-3 1 2 16,0 2 6-16,-1 0 2 0,-1 1 1 0,1 0 0 0,0 0-1 0,0 2-1 15,1 0-1-15,-1 0-3 0,2-1 3 0,3 0 2 0,1-1-2 16,1 0-8-16,3-1-10 0,3-2-7 0,4-1-9 0,2-1 4 0,2-3 1 16,4 0 8-16,2-2 11 0,5-2 4 0,2-1 14 0,3-1-1 0,3-1 3 15,3-1 2-15,3-1-4 0,2 0 1 0,2 0-2 0,1-1 4 16,3-1 1-16,0 2 3 0,2-1 11 0,-1 2 4 0,2 1 9 0,-1-1 3 15,1 2-7-15,-2 1-1 0,1 1-6 0,-1 1-6 0,0 1-6 0,0 1-6 16,-1 0-3-16,0 2-3 0,-1-1-1 0,0 1-3 0,-3 1-2 16,0 0-6-16,-3 0-2 0,0-1-6 0,-2 1-7 0,-3-1-4 0,-1 0-17 15,-2-1-37-15,-2 0-41 0,-3-2-25 0,-1 0-14 0,-3 0 13 0,-4-2 17 16,-3 0-9-16,-4-1-29 0,-4-1-42 0,-5-1-121 0</inkml:trace>
  <inkml:trace contextRef="#ctx0" brushRef="#br0" timeOffset="84561.87">9778 782 2461 0,'-19'52'30'0,"-6"-38"-4"0,-5 5-4 0,-7 4 4 0,-46 37-86 16,-10 13 10-16,-8 13 2 0,-8 14-4 0,-7 14 48 0,-5 14-25 16,36-9-50-16,16 13-42 0,-24 82-11 0,29-22 0 0,21-25 37 0,22-46 30 15,2 0 10-15,4-4 18 0,4 1 17 0,3-6 11 0,3-2 8 0,2-5-5 16,3-7 0-16,4-4 1 0,4-4 1 0,4-3 4 0,5-6 6 15,5-3 2-15,5-4 0 0,5-5 5 0,4-3-2 0,7-5 5 0,4-1 0 16,6-3 6-16,5-3-1 0,6 0 2 0,8-3 1 0,4 0-4 0,7-3-3 16,5-1-9-16,2-2-8 0,6-2-7 0,2-2 2 0,3-1 0 15,7-2 1-15,3 2-3 0,4 0-2 0,3-2-2 0,1 0 2 0,2-2 1 16,6 0 1-16,1 0-2 0,5-3-5 0,2-1 4 0,1-8-18 16,-1-4-13-16,-1-8 7 0,-2-8-3 0,-2-8 36 0,3-6 33 0,4-5 6 15,4-5 16-15,1-6-5 0,0-6-10 0,-2-8 3 0,-4-3-9 0,-1-6-1 16,-1-5-13-16,-2-4-10 0,-1-4-9 0,-2-2-19 0,-2-1-6 15,1 0-4-15,-2-1 5 0,0 0 9 0,-1-2 15 0,-2 0 6 0,-2 0 2 16,-2 0 7-16,-1 0 3 0,-4-3-1 0,-2 0 2 0,-3-4-13 0,-5 1-3 16,0 0 2-16,-6 1-1 0,-4 2 9 0,-1-3 25 0,-5-2-10 15,-4 1 6-15,-4-3-2 0,-6 1-21 0,-7 3 14 0,-4-1-1 0,-5 1-5 16,-5 2 8-16,-6-5-4 0,-6 0 1 0,-5-2 3 0,-5-5-11 16,-4 2-6-16,-7 1-6 0,-13 40 11 0,0-9 3 0,-5 1-3 0,-2-9-3 15,-6-1-17-15,-5-10-7 0,-5 1 0 0,-7-10 5 0,-9 3 1 0,-6 0 11 16,15 40 29-16,-7-6 3 0,-2 3 4 0,-8-4-6 0,-4 1-41 15,-7-2 0-15,-5 1-13 0,-8-3-5 0,-4 3 6 0,-9-4-10 0,-6 1 5 16,-6-1 13-16,-7 3-65 0,-9-3-68 0,-6 1-5 0,-10-1 0 0,-5 3 73 16,-4 2 95-16,-4 2 23 0,-2 4 10 0,-4 2-3 0,-2 4-24 15,-1 2-14-15,-4 4-12 0,-1 2-6 0,0 4 1 0,-2 4 1 0,0 4-4 16,-1 3 12-16,2 4 8 0,0 5-1 0,4 4 4 0,-1 5-62 16,1 6-5-16,2 6 6 0,0 4 2 0,3 8 49 0,2 3-13 0,1 7-40 15,-5 12-79-15,-111 59-57 0,24 10-54 0,22 11-40 0,24 7-12 0,23 3-119 16</inkml:trace>
  <inkml:trace contextRef="#ctx0" brushRef="#br0" timeOffset="95200.13">3569 8714 281 0,'-13'2'16'0,"-1"2"16"0,-3 0 0 15,1 1 3-15,4-1 9 0,-2-1-1 0,-1 0-2 0,0 0-10 0,-1 0-10 16,0 0-7-16,-3 1-5 0,1 0-3 0,-1 1-2 0,1-2 0 16,3 0 0-16,2 0 1 0,0-1 0 0,2 0 1 0,1-2 1 0,1-1-2 15,2 0 4-15,1-1 1 0,0-2 2 0,1 0 5 0,0-1-1 0,1-1 5 16,1-2 4-16,1 0 6 0,1 0 7 0,1-3 4 0,1-1 5 15,2 0 2-15,1-4 1 0,2-1 0 0,1-1-4 0,3-1 0 0,3-4-6 16,4-2-4-16,4-5 3 0,3-1-7 0,5-3 4 0,1 1-4 16,4-3-4-16,0 1 0 0,3-3-4 0,3 0-5 0,3 0 7 0,4-1-8 15,3 0 3-15,1 2-2 0,3-2-11 0,1 2 3 0,5 1-1 0,4 1 0 16,1 1-4-16,4-1-1 0,3 2-2 0,-1 1-3 0,3 2-1 16,2 2-6-16,2 4 5 0,3-1 1 0,3 2 1 0,1 1-2 0,2 1-4 15,0 2-4-15,0 3-2 0,0 1 2 0,0 0 1 0,1 1 4 0,-1 1 2 16,0 2 6-16,-2 0-7 0,-1 1 1 0,-1 1-1 0,-1 0-3 15,-2 1 8-15,-1 1-1 0,-1 0 3 0,-4 2-3 0,-2 1-4 0,-2 2 2 16,-2 2-3-16,-2 2 2 0,-2 1 6 0,-1 2-1 0,-1 1 6 16,-3 2 1-16,0 4-3 0,-5 0-2 0,-2 3-4 0,-2 2-4 0,-2 1 7 15,-3 4 7-15,-1 4 0 0,-3 2-2 0,-2 3-3 0,-5 2-4 0,-2 3-3 16,-6 3 1-16,-1 4-2 0,-4 1 0 0,-6 3 0 0,-4 0 3 16,-4 0-1-16,-2 3 2 0,-4 1-7 0,-3 2 2 0,-2 0 4 0,-3-1 0 15,-2 1 5-15,-1-1 0 0,-1 1-4 0,-2-1 1 0,-1 0-1 0,-2-1 0 16,0-2 8-16,-2-1-6 0,-1 0-6 0,-2 0 1 0,-3-1-1 15,-3-1 8-15,-1 0 10 0,-4-1-3 0,-1 0 7 0,-3 0 0 0,-5-1 1 16,-3 1 3-16,-4-3-5 0,-4-2-2 0,-4 0 1 0,-1-2-4 16,-5-1-3-16,-1 0-3 0,-3-2-3 0,-3 1 12 0,-3-1-2 0,-3-1 6 15,-1 0-1-15,-5-1-16 0,-6 2 3 0,-4-2-4 0,-7 4 4 0,-2-2 5 16,-2-2-4-16,0 0 4 0,0-5-7 0,2-4 1 0,3-3 5 16,3-5 1-16,2-3 2 0,6-3 0 0,0-2-1 0,2-4-5 0,2-2 0 15,0-4 0-15,2-3-1 0,2-2-2 0,0-4-1 0,2-1 1 0,1-1 0 16,2-4 2-16,2-3 3 0,0-1-4 0,0-6 0 0,-1-1 2 15,-1-5-3-15,1-1 2 0,-1-4-3 0,0-2 1 0,1-2 2 0,0-5-12 16,1-3-2-16,3-2-1 0,0-2 4 0,0-3 16 0,3-2 3 0,3-4-3 16,4-2-4-16,1-3-2 0,3-3 0 0,2 0-5 0,1 0 6 15,6-3 8-15,4 1-2 0,3 0 14 0,3-2-3 0,4 2 12 0,4 0 6 16,1 1-7-16,6 4 7 0,2 0-14 0,4 2-6 0,3 3 8 0,5 3-5 16,3 4-1-16,4 3 2 0,1 3-6 0,4 4-4 0,4 3-1 15,2 8-4-15,4 2-2 0,1 6-15 0,1 2-1 0,3 5-13 0,1 4 0 16,5 4 12-16,2 3-6 0,2 3 13 0,1 5 2 0,2 2-8 15,-1 3 5-15,4 4-3 0,0 1 11 0,1 2-1 0,-1 3-4 0,-4 0 7 16,0 4-21-16,-2 2 6 0,-1 1 2 0,-2 1-3 0,-2 2 6 0,-2 1 1 16,-4 3 0-16,0 2 2 0,-2 3-3 0,-4 2 0 0,1 0-1 15,-2 1 7-15,-3 2-2 0,-1 2-1 0,-2 2 0 0,-2 0-15 0,0 2 4 16,-1-1 7-16,1 0-1 0,-1 1 8 0,1-2-7 0,0-1-5 16,1-1-5-16,2-1 1 0,1-2 1 0,1-1-6 0,0-4 0 0,3-2-8 15,-1-1-12-15,1-1-14 0,0-2-23 0,1 0-32 0,3-3-56 0,-1 0-62 16,1-2-43-16,2-2-19 0,2 0-12 0,-1-2 13 0,1-1-76 15</inkml:trace>
  <inkml:trace contextRef="#ctx0" brushRef="#br0" timeOffset="96033.56">3431 8418 1413 0,'-18'-10'10'0,"-1"1"92"0,-2 2-22 16,6 4-5-16,6 2-13 0,3 2-11 0,1 1-14 0,2 1-14 0,1 1-11 16,1 3-8-16,2 3-5 0,0 4-3 0,3 2 2 0,1 4-4 15,2 4 3-15,1 3-4 0,3 1-2 0,-1 1 4 0,-1-1-2 0,0 1-4 16,-2-2 3-16,-1 2-1 0,0-1-2 0,0 0 3 0,0-2 2 15,0 1-2-15,-1-2-4 0,0-2-1 0,-1 1 1 0,1-3 7 0,0 1 8 16,-1-2 1-16,0-3-3 0,0 0-5 0,-2-2 0 0,2-1-2 0,-1-2-1 16,0-4-8-16,0 0-7 0,-1-4-6 0,1-1-20 0,-1-1-25 15,1-2-27-15,-1-2-34 0,1-1-37 0,0-3-31 0,1-1-24 0,0-2-7 16,3-4-128-16</inkml:trace>
  <inkml:trace contextRef="#ctx0" brushRef="#br0" timeOffset="96234.56">3298 8394 893 0,'-17'-7'40'0,"-1"1"45"0,-2 0 3 0,4 3 12 0,6 1 4 15,3-1-2-15,1 1-9 0,4-1-18 0,0 2-21 0,1 0-19 0,2 0-17 16,1 0-9-16,3 0-2 0,3 0-3 0,4 0-3 0,2-2 4 0,5 0-5 16,2-2 1-16,6-1-1 0,4-1-2 0,3-2-5 0,1-1 1 15,3-1-8-15,-2 0-3 0,1 0-3 0,3-1-9 0,-1-1 0 0,1-1-16 16,-1 0-2-16,-2 0-10 0,-1 2-13 0,-3-1-4 0,-2-1-15 15,-2 1-3-15,-1 2 0 0,-3-1 0 0,-2 1 1 0,-2 0 4 0,0 0 3 16,-1 0-1-16,-2 2 3 0,-1-2-4 0,-2 1-6 0,-2 1 8 0,-2 2-118 16</inkml:trace>
  <inkml:trace contextRef="#ctx0" brushRef="#br0" timeOffset="96402.9">3424 8818 1518 0,'-23'-9'145'16,"2"2"-39"-16,-3 0-45 0,7 4-33 0,10 2-11 0,3 0-12 15,4 0-10-15,3-2-12 0,3-1-16 0,5-1-36 0,7-1-76 0,8-1-87 16,7 2-99-16,5-1-62 0,5 0-115 0</inkml:trace>
  <inkml:trace contextRef="#ctx0" brushRef="#br0" timeOffset="96908.34">5324 8755 2533 0,'-33'-25'-13'0,"0"5"91"0,-6-1-67 16,12 10-12-16,11 9-15 0,4 2-26 0,6 3-27 0,3 2-41 15,3 3-53-15,4 4-51 0,4 5-97 0,5 5-90 0,8 6-44 0,7 6-190 16</inkml:trace>
  <inkml:trace contextRef="#ctx0" brushRef="#br0" timeOffset="97159.34">8196 9248 2669 0,'2'-23'-155'0,"-2"-14"50"15,-5-10 8-15,-4-5 9 0,-7 19 140 0,1 11-58 0,4 8-34 0,5 7-94 16,2 6-94-16,3 5-146 0,3 5-92 0,4 8-46 0,5 5 65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2T11:45:10.9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3753 5621 1 0,'-9'-17'30'0,"-3"-4"249"0,-2-4 312 0,-3-2-520 0,7 17-3 0,1 0-3 0,1 2-13 0,-1-1-2 0,1 1-1 16,1-1-8-16,-1-1-10 0,2 1-13 0,0-1-10 0,2-1-7 0,0 1-4 15,0 0-3-15,1 0-3 0,1 0-2 0,1-3 0 0,2-2 1 16,1-1 5-16,1 1 3 0,2-2 1 0,1 0 1 0,0 0 0 0,3 0 3 16,2 0 2-16,3-2 4 0,1 0 7 0,1-2 7 0,4-2 4 0,2 1 1 15,2-2-4-15,4 0 0 0,3 0 2 0,3-2 3 0,3 0 0 0,4-2-3 16,4 0-6-16,2-1-1 0,3 1-4 0,4-1 1 0,2 0-4 16,2 0 2-16,5-2-1 0,0 0-5 0,4-2 8 0,2-1-2 0,3 2 2 15,1-1 1-15,0 2 2 0,2-1 4 0,1 2-7 0,2-1-7 16,-1 2-6-16,3 2 1 0,1 2 4 0,0 0 1 0,0 3 0 0,2 2-5 15,-3 2-2-15,1 3-4 0,-2 3 2 0,-1 3-2 0,-2 5 0 0,-1 2 4 16,0 3-1-16,-1 3 0 0,-3 2 1 0,1 5 0 0,-2 3 2 16,0 4 0-16,0 3 2 0,-3 4-9 0,0 3 0 0,-2 2 2 0,-2 1-3 15,-2 4 9-15,-3 0-2 0,-3 1-6 0,-3 2 1 0,-5 3-4 0,-2 1 1 16,-5 2-3-16,-3 2 0 0,-4 0 1 0,-6 0-3 0,-2 1 2 16,-6 1-6-16,-4 3-3 0,-6 1-1 0,-7 2 3 0,-7 2 9 0,-7 0 4 15,-5 3 6-15,-6-1 3 0,-4 1 1 0,-5 1 6 0,-7 2-2 0,-5 1-3 16,-5 2 3-16,-3-2-4 0,-2-3 6 0,0-3-1 0,0-1 3 15,-1-3-4-15,2-1-1 0,0-3 2 0,-2 0-3 0,-1-2-5 0,-1-2-2 16,-1-1-6-16,-1-2 16 0,-3-3-1 0,-1-3 3 0,0-3 14 16,3-3-12-16,2-4 12 0,3-5 4 0,4-5 5 0,0-3 7 0,3-3-8 15,2-3 3-15,1-3-11 0,0-3 0 0,3-2-5 0,-1-1-9 0,2-2-3 16,0 0-3-16,3-2 1 0,3-1-7 0,3-3-1 0,1 1-1 16,2-3-13-16,2-2-12 0,1-3-15 0,2 1-33 0,5-3-28 0,2 0-38 15,3-1-49-15,1-2-48 0,2-1-45 0,5-1-45 0,1-3-22 0,4-1-114 16</inkml:trace>
  <inkml:trace contextRef="#ctx0" brushRef="#br0" timeOffset="284.36">10417 5906 1746 0,'12'-8'146'0,"5"2"-210"0,7 1-95 0,5 4-40 15,1 3 17-15,6 1 48 0,1 0 51 0,1 2-17 0,1 0-64 0,-2 1-67 16,3 1 1-16,-2 2-67 0</inkml:trace>
  <inkml:trace contextRef="#ctx0" brushRef="#br0" timeOffset="684.36">11182 6003 254 0,'26'1'135'0,"5"1"-20"0,7 0-4 16,-2 1-1-16,-4-1-2 0,1 0-7 0,1 1-9 0,-1 0-12 16,3 1-10-16,0 1-14 0,3 0-10 0,0 2-12 0,2 0-5 0,1 1-5 15,2 0 0-15,-1 2 0 0,4-1 8 0,1 1 9 0,1 1 7 0,1-1 12 16,1-1 5-16,1 0 6 0,5-1 11 0,3-1 2 0,3-1-3 15,4 0-5-15,1-2-16 0,-1-2-11 0,2-1-11 0,-1-1-7 0,1-2-6 16,-1 0-8-16,3-1-2 0,-1-1-2 0,0-1-1 0,-1 1 6 16,-3-1 2-16,-2-1 0 0,-4 2 2 0,-1-1 0 0,-1-1-1 0,-2 0 0 15,3-1-1-15,-1-1-5 0,1-1 2 0,0-1 5 0,-2-1 2 0,1-2 5 16,1-2-2-16,-1-1-5 0,0-1-3 0,-1-3 1 0,-1-2 4 16,0-1-3-16,-1-1-1 0,-2-2-2 0,-4 2-2 0,-4-2 9 0,-1 1 0 15,-3-3 1-15,-3 1-6 0,-1-2 7 0,-3 0 0 0,-2-1-3 0,-4-1 8 16,-2-2-15-16,-3-1 2 0,-4-2 0 0,-3 1-2 0,-5-2 4 15,-4-1-5-15,-1-1 5 0,-5-4-9 0,-2-1-14 0,-6-2-10 0,-2-2-19 16,-6-2-14-16,-6 0 5 0,-3 0 4 0,-7-1 13 0,-4 0 18 16,-7-1-14-16,-4-2 6 0,-6 1-1 0,-3 0-1 0,-4 1 18 0,-4 2 1 15,-1 3-3-15,-3 0-1 0,-5 2-10 0,-2 2 2 0,-5 0 0 0,-5 2 4 16,-2 2 4-16,-2 3 0 0,0 4 7 0,3 4-2 0,-5 5 3 16,3 5-3-16,-2 3 0 0,4 6 4 0,9 3 1 0,5 5 3 0,4 6-1 15,0 5-2-15,-1 7-5 0,1 6-5 0,1 6 0 0,4 8-1 0,2 8-1 16,1 8-6-16,3 9 6 0,-1 8-3 0,1 7 1 0,2 8 10 15,0 7-13-15,3 5-5 0,1 4-17 0,1 1-32 0,5 0-36 0,3-1-47 16,2 0-46-16,4-2-63 0,1 1-71 0,0-1-59 0,2 3-57 16,-4 6-206-16</inkml:trace>
  <inkml:trace contextRef="#ctx0" brushRef="#br0" timeOffset="5917.46">9147 6870 373 0,'-11'-12'-5'0,"3"-1"35"0,-2-3 4 0,5 2 1 0,2 4-13 0,2-1-1 16,1-1 0-16,2 2-4 0,1-2-5 0,0 1-3 0,4 1-3 0,0-1-2 15,3 0 2-15,0-1 1 0,1 1 1 0,2 2 1 0,-1-1 1 16,1 0 0-16,1 0 3 0,0 0 5 0,-3 1 3 0,2 0 4 0,-2 3 2 16,1-2 2-16,-1 1 1 0,1 0-1 0,0 0 0 0,1 1-2 0,1 0-4 15,1 0-2-15,0-1-2 0,2 0-2 0,2 0-1 0,0-1-2 16,2 1-2-16,2-2 3 0,-1 1 0 0,3-2 1 0,0 1 2 0,-1-1 1 16,2-1-1-16,1 0 5 0,2-1-2 0,-1 1 3 0,1 2 3 15,-2-1 2-15,1-1-3 0,-1 1 5 0,-1 2-5 0,2-1-2 0,-1 2 5 16,3 2-6-16,-1-2 0 0,1 1-2 0,0 1-1 0,2 2-2 0,-1 0-2 15,3 2-2-15,0 1 0 0,1 0-7 0,0 2 4 0,1 0-5 16,2 1-1-16,0 1 4 0,1 0-4 0,0 1-1 0,-2 0 5 0,2 0-4 16,-2 2 2-16,2 1-2 0,-1 1-8 0,-3 1 1 0,2 0 1 0,-3 1 1 15,1-2 4-15,1 2 2 0,-1 0 3 0,-1 0 1 0,-2 0 2 16,-1 1-5-16,0-2 4 0,1 3 2 0,-2-1-1 0,0 1 6 16,-2 0-4-16,1-2 1 0,-3 3-1 0,1-1-1 0,-2 1-4 0,0 1-2 0,-1 1-2 15,-1 0-1-15,1-1-2 0,-1-1 6 0,0 2-4 0,0-1 1 16,-1 1 1-16,-1-1-2 0,1 0 0 0,-2 2-3 0,1 0 2 0,-1 0 1 15,-1 1-2-15,0 0 1 0,0-1 1 0,-1 1 1 0,1 1-3 16,-1 0 8-16,0-1-12 0,-2 0 0 0,1 1 4 0,-3-2 6 0,1 2 8 16,-2 1 1-16,0-2 5 0,-1 2-13 0,-1-1 4 0,1-1-4 0,-2 1-1 15,1 1 2-15,1 0-3 0,0-1 1 0,0 1-1 0,-1 1-3 16,0 0 2-16,0 1-5 0,-1-1 3 0,-1 0-1 0,0-1-3 0,-2-2 1 16,0 0-1-16,0-2 2 0,-1 1-2 0,-2-1 4 0,0 0-3 15,-1 1 1-15,-1-1-1 0,-2-3-2 0,0 1 4 0,-2 0 2 0,-1 0 4 16,-1-1 2-16,-1 0 0 0,-2 1-1 0,-1-1-9 0,0 0 1 0,-3-1 2 15,0 0 3-15,-2 1 7 0,0-1-2 0,0-1-1 0,-3-1-5 0,0 0-2 16,0-1 2-16,1 0-3 0,-2 0-3 0,-1-1 2 0,-1 0-2 16,0 0 2-16,-4-1-1 0,0 0 2 0,-1-1 1 0,-1 0-2 0,1-2-1 15,0 0-1-15,-2 0 2 0,-1-1 4 0,-1-1-5 0,0 1 0 16,-2 0-1-16,0-1-2 0,-2 0 2 0,1 1-3 0,-2-1 6 0,-1 0-2 16,1-1-1-16,-1 1 1 0,1 1-2 0,-1-1 1 0,1 1 0 0,-2 0-3 15,1 0 2-15,-1 0 2 0,0 1 1 0,2-1 0 0,-2 1-3 16,1 0 2-16,-3 0-2 0,2-1 2 0,0 0 7 0,-1 0-4 0,2 0 3 15,0-1 2-15,2 1-3 0,0-2 0 0,3 1-2 0,0-1-1 16,3 0 0-16,-1 1-2 0,0 0 4 0,-1 1-4 0,1-1 1 0,0 1-4 16,0-1 2-16,2 0-1 0,0 1 2 0,-1-1 1 0,0 1-4 0,0-1 5 15,0 0-4-15,1-1-1 0,0 0 4 0,-2-1-2 0,2 0 1 16,-2 0-1-16,0-1 3 0,1 0-3 0,-1-1 1 0,1 0 1 0,-1 0 1 16,2-2 0-16,-1 1-3 0,0-1 6 0,2-1-1 0,-3 0-3 0,1 1 1 15,-1-2-3-15,2 1 0 0,1-1 3 0,1 1 0 0,2 0-3 16,-2 1 1-16,2-1-1 0,0 1-1 0,1 1 7 0,0 0-6 0,2 0-2 15,-1 0 5-15,0 0-1 0,2 0 1 0,-2 1 0 0,1 0-3 0,-2-1-2 16,1 1-1-16,-1 0 5 0,0 1-4 0,0-1 2 0,-1 0-3 16,-1-1 0-16,2 0 3 0,-1 1 3 0,0-2 0 0,2 1 2 0,-3-1-3 15,1-1-3-15,-2-1 2 0,1 0-1 0,1 0 3 0,1 1 0 16,1-1-3-16,1 0 3 0,1 0-3 0,-1 0-1 0,1 1 4 0,2-1-2 16,-2-1 1-16,2 1-1 0,0-2 1 0,1 1-10 0,0 0 8 0,1 0-4 15,0-1-2-15,1 1 3 0,1-2 0 0,0-1 3 0,1 1 7 16,0 1 2-16,0-1-3 0,0 1 2 0,1-2-7 0,0 0-1 0,0 0 3 15,0 0-1-15,0 0-2 0,0-1 1 0,2 1 1 0,0-1-4 0,0-1 2 16,0 2-1-16,1-2-1 0,0 0 7 0,1-1-4 0,0 0 1 16,0 2-2-16,1-2-5 0,0 1 8 0,1 0 0 0,0 1-3 0,3-1 2 15,-1 0-5-15,0 0 0 0,2 0 3 0,0-1 0 0,-1 0-3 0,2-2 1 16,2-1 2-16,1-2-1 0,2 1-1 0,1-1 1 0,1-2 1 16,1 2-2-16,2-3 5 0,1 0 0 0,3 0-6 0,1-1 5 0,2-2-5 15,-2 0-5-15,4 0 4 0,1 1 7 0,1 0 3 0,2 0 3 16,2 0 1-16,3-1-11 0,0-1-4 0,5 2 7 0,0-1-2 0,4 2 0 15,0 1 0-15,3 1 0 0,0 3-2 0,0-2 1 0,1 2 1 0,-1 1-3 16,2 3 1-16,-1 0 2 0,0 1-3 0,-1 0 2 0,0 2 2 16,0 2-2-16,-1 1 1 0,0 0 1 0,-1 3-2 0,2 1 5 0,-2 1-2 15,-1 1-2-15,-2 0-2 0,0 1-7 0,-1 1 9 0,0 1-4 16,-1 1 5-16,-1 1-1 0,-3 1-6 0,0 0 5 0,-2 2-4 0,-1-1 5 16,-2 2 3-16,0 0-3 0,-1-1 2 0,-4 1-1 0,0-1 2 0,-2 0 2 15,-2-1-2-15,-1 0-2 0,-1 1-1 0,-1 0 2 0,-1-1-1 16,-1 1 4-16,-2-1-4 0,-3 0 5 0,0-1-4 0,-3 1 2 0,-1-1 4 15,0-1-4-15,-3-1 7 0,0 1-2 0,-1 0 0 0,0-2 0 0,0 1 1 16,-1-2-1-16,1-1 3 0,-2 1 4 0,0-1-4 0,-1 0-1 16,1-1-2-16,-1 1-5 0,0-1 4 0,-1 0-2 0,0 0 2 0,-2-1-2 15,-1 1-1-15,0-1 1 0,2 1 2 0,-1 0 0 0,-1-1 1 0,1 1 0 16,-1 0-1-16,1 1 0 0,0 0 1 0,0 0-3 0,2 0 4 16,-2 0-5-16,1 1 1 0,0-1 0 0,1 2-3 0,-1-1 1 0,2 0-4 15,0 1-2-15,0-1 7 0,1 1-1 0,1 0-4 0,-2-1 0 0,2 0 0 16,0 0-3-16,0 0 8 0,0 0-2 0,1-1-4 0,0 0 9 15,-1 0-7-15,0 1-1 0,0-2 3 0,1 1-3 0,0 0 0 0,-1-1 3 16,1 1-1-16,0-1 1 0,-1 1-1 0,1-1 1 0,-1 0-1 16,1 0-2-16,-1 0 4 0,0 0 0 0,0-1 0 0,1 0 0 0,-1-1-1 15,1 1-2-15,0-1-2 0,-1 1 1 0,0-1-2 0,0-1 5 0,-1 1-6 16,2-1 5-16,0 1-1 0,0 0 1 0,0 0 1 0,0 0-1 16,1-1-1-16,0 1-5 0,0 1 5 0,0 0-4 0,0 1-2 0,0 0 4 15,1-1-9-15,0 1-4 0,1 0-9 0,1 0-13 0,1 0-18 0,1 0-22 16,1 0-15-16,1 0-27 0,1 0-26 0,0-1-19 0,3 1-20 15,1-1-20-15,2-1-10 0,2-1-29 0,2-2-10 0,2-2 5 0,3-1-163 16</inkml:trace>
  <inkml:trace contextRef="#ctx0" brushRef="#br0" timeOffset="7427.46">13944 7032 1048 0,'-14'-16'44'15,"-2"0"-33"-15,-3 0-31 0,5 6-11 0,6 2-17 0,0 3 0 0,1 1 2 16,2 0 2-16,1 1 11 0,2 0 3 0,0 2 8 0,0-1 6 0,0 1 6 16,0-1 7-16,-1 0 3 0,0 0 2 0,0 0 5 0,-1 0 3 15,0-1 2-15,0-1 2 0,-1-1 0 0,1-1 0 0,0-1 1 0,-1-1 1 16,1-1 4-16,0 0 6 0,0-1 6 0,1 0 2 0,-1-1 4 16,2-2 0-16,0 1 0 0,0-2-1 0,0 2-1 0,1-1-3 0,1 0 1 15,0 0-3-15,2-1-2 0,-1 0 1 0,2-1-9 0,0 0 0 0,1 0-3 16,2 1 0-16,1-3-1 0,1-1 1 0,1 2-4 0,1-2 0 15,2 2 3-15,1 1 2 0,1 1 4 0,0 0-2 0,3 0-2 0,0 0-3 16,3 0 0-16,-1 2 0 0,2 0-4 0,1-1 4 0,-1 2-9 16,2 0 1-16,3 3-2 0,1-1-5 0,2 0 3 0,3 1-3 0,0-1 1 15,3 2 0-15,0-1-2 0,1 1-1 0,0 1-2 0,1-1 1 16,3-1 1-16,1 1-1 0,1 0 6 0,1 0-3 0,-1 0 6 0,-1 0-2 16,1 2 0-16,0-3-4 0,0 1 2 0,0 1 2 0,-2-1 4 0,1 1 4 15,1 0 2-15,2 0 13 0,2 1 8 0,3 1 4 0,1 0-4 0,-2 2-7 16,-1 1-14-16,-2 1-4 0,1 0-3 0,2 1-8 0,1 2 4 15,0 0 0-15,1 1-5 0,-2 1 3 0,1-1-2 0,0 2 11 0,-1 1-1 16,-1-1 1-16,-1 2 0 0,-2 0-8 0,-2-1 1 0,-1 0-4 16,2-1-3-16,-2 2 1 0,-1-1-1 0,2 3 6 0,-3 1-1 0,0 0 3 15,1-1-5-15,0 1 0 0,-1 0 4 0,-2-2-1 0,0 0 2 0,-1 1 1 16,-2-3-5-16,1 2-2 0,-2 0 1 0,0 0 4 0,-2 0-4 16,-1 0 4-16,-1 0 0 0,1-2-6 0,-2 2 4 0,-1 0 0 0,-3 0-4 15,-1 1 7-15,-1-1-7 0,1 2 2 0,1 1 2 0,-3 1 2 0,1 0-1 16,0 1 1-16,-1 0-3 0,2 2-4 0,-1 1 3 0,-1 0 2 15,0 0 2-15,0 1-1 0,-2 1-3 0,1-1 0 0,-1 1-2 0,-1 1 1 16,0 0-3-16,-2 3 4 0,-1 0-4 0,-2-1 2 0,-1 2-2 0,0-1 0 16,-1-1-3-16,-1 1 3 0,-2-1 1 0,1 2 3 0,-1 1 8 15,0-1-2-15,-1 2 2 0,1-3-4 0,-2 2 2 0,0-1-2 16,-2 1 5-16,0 1 1 0,0 0 0 0,-1 1 2 0,-1 0 3 0,0-2-4 16,-1 1 2-16,-3-3-7 0,0 2-2 0,-2 0 0 0,-1 0-1 0,0 1-3 15,-3-1 0-15,-1 1-1 0,-1-2-1 0,-2-1 1 0,-1-1-5 0,0-2 3 16,-3 2 0-16,-1-1 9 0,0-1 4 0,-1-1 8 0,-2 0 3 15,-1-1 0-15,-1 0-3 0,-1 0-2 0,0-1-2 0,-1 0 1 0,-1 0-3 16,-2 1 2-16,-2-2-4 0,1 2 2 0,-3 1 0 0,0 0-1 0,-1-1-1 16,0 1-4-16,-1-2 2 0,-2 0-2 0,-3 0 0 0,1 0 0 15,-2 0-3-15,-1-2-3 0,-1 1 0 0,0 0 2 0,-1-1-4 0,-1 1 1 16,0-1-6-16,-3 1 4 0,-3-2 2 0,-1 1 2 0,0-1 4 16,0 0-3-16,0-1-10 0,-1-2 5 0,1 1 1 0,0 0 4 0,0 1 12 15,1-1-2-15,2-2-2 0,1 1 1 0,5-1 0 0,0 0 3 0,-1 0 1 16,4-1-4-16,-1-2 1 0,1 3-5 0,1-1-6 0,-2 0 1 15,2 0-2-15,1 0 1 0,-1 0 1 0,-1-2 1 0,1 0-1 0,-3 0-1 16,2-1 7-16,-1-1 0 0,2-1 3 0,1 0 1 0,-1-1-1 0,2-1-1 16,0 0 2-16,2-1 1 0,-1 0 3 0,0-2 1 0,1 0-4 15,-2-1 2-15,1-1-9 0,1 0 0 0,-1-1-2 0,0 0 0 0,0 0 0 16,-1-2-1-16,3 0 3 0,-1 0-2 0,0-1-1 0,0-2 0 16,1 0 0-16,1-2 2 0,0 1-3 0,3-2 1 0,0 1 0 0,3-1-1 15,-1-2 4-15,0 0-1 0,1-1 0 0,0 0 3 0,2 0 13 0,1-2 2 16,0 0 7-16,2 0-4 0,0-3-11 0,0 1 0 0,1 1-3 15,0-1 0-15,2 1-2 0,0 1-3 0,2 0-1 0,0 0 3 0,0 1-6 16,0 1 0-16,3 0 3 0,0-1-3 0,1 1 2 0,1 2 0 0,1-2-3 16,-1 1 1-16,3 0 1 0,-2 2-4 0,1-1-2 0,1 0 0 15,0 1 0-15,0 1-3 0,0 1 5 0,1 1-5 0,1 0 2 0,0 1 0 16,1 1-6-16,-1 0 1 0,2 0-6 0,-1 1-6 0,1 0-8 16,-1 1-4-16,1-1-9 0,0 0-3 0,0 0-6 0,1-1-2 0,-1-1-4 15,1 0 4-15,0 0 1 0,-1 0-3 0,1 0 2 0,0-2-5 0,1 2-1 16,-1-1-4-16,2-1-13 0,0 1-21 0,0 0-27 0,2 0-22 15,1 0-20-15,1 1-13 0,1 1-1 0,2 0-10 0,0 1-3 0,3 0 4 16,1 1 5-16,1 2 18 0,4-1-91 0</inkml:trace>
  <inkml:trace contextRef="#ctx0" brushRef="#br0" timeOffset="9121.45">6113 7828 51 0,'11'0'50'0,"4"0"-1"16,5 0-7-16,-1 1-10 0,-3 0-9 0,0 1-5 0,2 0 0 15,0 0 3-15,1 0 0 0,3-1 0 0,1-1 0 0,0 0-3 0,2 0-1 16,0-1 1-16,2-1-4 0,3 0 0 0,1-1 0 0,0 0-1 0,3-1 1 16,-2-2 1-16,1 0-1 0,3 0 2 0,1-2 0 0,1-1 1 15,2-1 1-15,2-1-1 0,0-2 2 0,1 0-1 0,0 1-1 0,1 1-3 16,0-1-1-16,1 1 3 0,1-1 0 0,-1 2 0 0,0-1 1 16,0 1 1-16,1-1 1 0,1 2 3 0,0 0-3 0,-1 1 1 0,2-1 2 15,0 0-5-15,0-1 3 0,1 0 0 0,0 1-1 0,2 1 4 0,-1 0-2 16,0-1-1-16,-1 3 0 0,0-2-2 0,0 0 2 0,2 0 0 15,-1 0-1-15,0-1 1 0,1 1-4 0,0-1 3 0,1 1-3 0,3 0-2 16,-1-1-1-16,1 1 0 0,2 1-1 0,0-1 0 0,0 2 3 0,1-1-3 16,-2 4 1-16,1-1-2 0,-3 2-2 0,0 1 3 0,0 1-1 15,0 1 3-15,-2 1 3 0,-1 1-2 0,-2 0 0 0,-2 1 1 0,2 1 1 16,-3 1-1-16,-1 0 2 0,-1 1-4 0,-1 1-2 0,-1 0-3 16,-1 1-2-16,1 0-2 0,0 1-2 0,-1 1 2 0,1 0-5 0,-2 0 0 15,-1 1-1-15,1-1-1 0,-2 1 2 0,0 1 3 0,1 0-3 0,-1 1 1 16,-2-3-5-16,-1 1 0 0,-1-1 0 0,-1 1 1 0,-2 0 8 15,-1 0-4-15,-3 1 1 0,-1 1-1 0,-1-1-2 0,-2 1 2 0,-2 0 2 16,-2 1-1-16,0 1 1 0,-3 1 2 0,0 0 2 0,-2 2-1 0,0 0-1 16,-1 1-3-16,0 2 1 0,-2 4 0 0,-2-1 1 0,0 2 1 15,0 1-2-15,-1 0-2 0,-1 0-1 0,-2 2 0 0,-1-1 0 0,-2 3-1 16,-1-1 1-16,-2 2-2 0,-1-3-1 0,-3 0 3 0,-1-1 0 16,-2-1 2-16,0-1 7 0,-1 0-6 0,-1-2 6 0,-1-3 0 0,-1-1 3 15,-3-2 4-15,0-3 5 0,-1 0 0 0,-3-2 1 0,-1-1-8 0,-3-2-3 16,-1 1-2-16,-2-1-2 0,0 1-2 0,-2-1-5 0,-3-1-3 15,-3 2 3-15,-5-1-3 0,-2 0-1 0,-5 1 1 0,-3 0-2 0,-4-1 5 16,-2 2-1-16,-3-1-1 0,-4-1 4 0,-2 1 3 0,-3-2 5 0,0 2 0 16,-1-1 1-16,0 0-3 0,-3-1-3 0,-1-1-1 0,1 0-3 15,-1 0-1-15,2-1-6 0,-1-1-11 0,0 0-14 0,2-1-4 0,1-2-2 16,3-1 1-16,3-2 7 0,3-2-5 0,5-1-8 0,2-3-5 16,3 0-13-16,6-2-11 0,4-1-18 0,3 0-18 0,6-2-19 0,3 1-20 15,5-2-4-15,4-2-13 0,6 0 4 0,4 0-142 0</inkml:trace>
  <inkml:trace contextRef="#ctx0" brushRef="#br0" timeOffset="31702.33">7328 9362 645 0,'-15'0'158'0,"1"1"-124"16,-2 1-9-16,4 2-8 0,4 0 3 0,1 0-9 0,2 0 6 15,-1 0 3-15,2 0-3 0,-1-1-5 0,0 0-5 0,1 1-5 16,0 0 2-16,0 1-3 0,-1 0 1 0,1 0 3 0,-1-1-1 0,-1 1 4 0,1 0 1 16,1-1 2-16,0 0 1 0,2-1 3 0,1 1 2 0,1-2 0 15,-1 2 2-15,2-1-1 0,1 0-3 0,2 1 1 0,1-1-3 0,1 0-3 16,2 0 3-16,1 0-3 0,2-1 0 0,3-2 2 0,2-1 3 16,3-2 1-16,3-2 2 0,4-2-3 0,1-2 0 0,5-2 0 15,2-2-7-15,4-3-2 0,3 0 1 0,3-2 0 0,3 0 0 0,1-1 3 0,3-1 1 16,2 2-2-16,2-2 0 0,2-1-2 0,1 2-2 0,1 0-1 15,1-1-1-15,2 1-2 0,3-2 0 0,1 0-3 0,2 4 2 0,2 1-1 16,-1 3-1-16,3 1 0 0,0 1 0 0,1 3 3 0,2 1 2 0,1 1-5 16,0 3-1-16,1 1-3 0,0 2-1 0,1 2-2 0,-2 2 1 15,-1 1-2-15,2 1 8 0,0 1 0 0,-2 3-1 0,3 2-1 0,-1 2-8 16,-2 1 0-16,-2 2 3 0,-2 2 1 0,-2 2-1 0,-2 0 4 16,-2 1 3-16,-1 0-4 0,-3 0 10 0,0 3-4 0,-2-1 2 0,-3 3 6 15,-3 1 0-15,-2 1 0 0,-3 1-4 0,-5 0-4 0,-4 3 7 0,-2 1 3 16,-4-1 3-16,-2 3 7 0,-3-1-9 0,-3 2 6 0,-4 0 0 15,-4 2 7-15,-4 3 1 0,-4-2 0 0,-3 1-2 0,-4-1 2 16,-3-1 1-16,-5 2 1 0,-4 2 6 0,-6-1-13 0,-4 2 7 0,-5 2-7 0,-7-1 2 16,-3 0 13-16,-4 1-5 0,-6 0 4 0,-4-1 2 0,-4 0 3 15,-3-2 0-15,-2-2 7 0,-3-4-3 0,0-1 0 0,-1-3 2 0,0-3-4 16,3-1 7-16,0-3-10 0,-1-3-4 0,-1 0-5 0,0-3-8 16,2-3 3-16,2-2-5 0,3-3 4 0,1-3-7 0,-2-3-6 0,2-3-4 15,-1-3 1-15,-1-3-1 0,-2-3 3 0,-3-2-4 0,-1-3-12 0,-1-4 3 16,1-2 5-16,2-2 10 0,3-5 6 0,0-1-3 0,1-5-9 15,0-1-7-15,-1-4-4 0,2 0-2 0,2-3-3 0,4-1 4 0,3-4-7 16,2-2-2-16,4 0 3 0,3-1-10 0,2 0-3 0,7 0-21 0,3 0-8 16,7-1-13-16,7 0-17 0,4-2-11 0,6-1-45 0,6 1-40 15,6 0-37-15,10-3-38 0,9-2-19 0,10-3-27 0,10-2-185 0</inkml:trace>
  <inkml:trace contextRef="#ctx0" brushRef="#br0" timeOffset="82892.75">10982 3590 1653 0,'-61'-49'11'0,"-22"-15"7"0,-21-14 8 0,-22-14 1 0,38 36-10 0,-2 3-17 0,-3 2-23 0,-5 4-21 0,-4 3-20 16,-3 5-13-16,-3 4-9 0,-3 4 8 0,-2 4 8 0,-3 4 18 0,-4 3 25 15,0 2 11-15,-4 2 14 0,-1 4 7 0,-2 1 7 0,-2 3 11 0,-2 2 4 16,-4 3 3-16,0 3 0 0,-3 3-2 0,-2 3-4 0,1 5-1 16,-2 2-4-16,-3 4-4 0,-1 3 0 0,-2 2-3 0,0 0 1 0,2 4-1 15,1 0 3-15,0 4-3 0,3 1-1 0,0 3 3 0,0 1-1 0,2 3-5 16,1 0 2-16,1 4 0 0,0 3-3 0,3 3 7 0,-1 2 0 16,3 5-4-16,0 1 4 0,0 3 2 0,1 4 7 0,-1 2 2 0,2 4-6 15,-1 5 12-15,0 4-2 0,-1 5-4 0,1 8 0 0,-1 2-17 0,1 5-4 16,-1 7-4-16,1 2 0 0,0 8-1 0,-1 5-2 0,1 3 2 15,2 5-2-15,2 0 6 0,5 3-3 0,2-1 5 0,6 2 3 0,3 2-1 16,4 1 3-16,4 4-2 0,3-1 0 0,6 1-5 0,1 3 2 16,6 2 1-16,1 2 2 0,44-71-5 0,-9 18 27 0,4 2-2 0,-9 17-12 15,3-1 10-15,-7 19-36 0,5-2 1 0,-6 19 7 0,5-3-4 0,5-1-1 16,5-2-1-16,4-1-1 0,4-2 4 0,6-2 6 0,4-2 5 16,6-3 5-16,5 0 13 0,4-2 9 0,5-2 14 0,4-3 6 0,6 1 10 15,5-3-5-15,4-1-1 0,5-2 0 0,5-3-14 0,5-3-1 0,5-1 4 16,5-3-3-16,3-3-3 0,5-2-4 0,6-2-8 0,4-3-9 15,5-3-27-15,15 10-8 0,57 66-3 0,-4-29 1 0,-8-26 36 0,-23-35-2 16,4-1-12-16,4-4-10 0,5-3-12 0,5-3 10 0,2-2 5 16,3-3 10-16,5-2-1 0,2-3-8 0,7-1 4 0,2-3-2 0,4-2 0 15,5-3 0-15,3-2 5 0,5-3 0 0,3-3 4 0,3-3 14 16,3-2-2-16,4-3 0 0,3-2-2 0,5-1-14 0,2-2 4 0,3-4 0 16,3-1-2-16,4-4 5 0,2-2-1 0,4-1-4 0,4-5 9 0,4 0 2 15,6-2-4-15,2-2 2 0,3-1-2 0,2-1-7 0,-1-2-6 0,3-2 1 16,0 1-2-16,2-2-7 0,1 0 4 0,4-1 1 0,5 0-11 15,0-1 8-15,2 2 0 0,0-1-4 0,0 1 9 0,2 1-8 0,3-1 0 16,2-1-14-16,3 0 4 0,-1-1 7 0,-1 1-9 0,-1-1 10 0,1 0-10 16,1-1-2-16,2 0 14 0,2 0-4 0,3-2 3 0,-2 1 0 15,-1 0 0-15,-2-1 4 0,-1-1 0 0,1-1-1 0,3 1-1 0,1-1 4 16,2 0 6-16,1-1 2 0,0-1-6 0,0 0-1 0,-2 2-1 16,1-2 1-16,-3 1 2 0,2-1-1 0,-1 0 1 0,0 0-4 0,-1 0 4 15,2 0 0-15,-3-1-4 0,-1 0-3 0,0-1 6 0,1-2 1 0,2-2 8 16,0 0-2-16,-3-1-3 0,-4 1 2 0,-3-3 1 0,-2-1-1 15,2-3 0-15,-2 0-7 0,-1-1 4 0,1-2 0 0,-2 0 2 0,5-2 4 16,-1-2-8-16,1-4 2 0,-1 0-2 0,-6-4 3 0,-1 2-6 0,-8-1 10 16,-3 0-7-16,-5-1-2 0,-1-3 8 0,1-1-10 0,1-1 8 15,-1-2 0-15,-1-2-8 0,-4-2 1 0,-6-3-5 0,-4 0 3 16,-5-2 8-16,3-3-12 0,6-3-30 0,9-5-16 0,7-4 0 0,-2-1 25 16,-9-3 32-16,-11-2 18 0,-8-1 5 0,-11-1-3 0,-10 1 0 0,-10 3-8 15,-11 2 7-15,-7-2 0 0,-5-1-5 0,0-2 0 0,0-5-13 0,-1 0 0 16,0-3 15-16,-7 0 5 0,-7 2 16 0,-5 0-5 0,-5-1-16 15,-5 1 1-15,-5-2-23 0,-6 0-9 0,-3-4 0 0,-5 0-4 0,-5-1 29 16,-6 1 13-16,-7 3-4 0,-6-3-3 0,-6 0-24 0,-6-3 2 0,-6 1 3 16,-7 2 6-16,-4-2 1 0,-7 1-12 0,-4-2-1 0,-6-3-6 15,-6 2 0-15,-7-4 1 0,-7 2 1 0,-6-1-1 0,-8 1 1 0,-5-1-8 16,-8-2-10-16,-6-3-2 0,-7 1-4 0,-8-1 17 0,-5 1 7 16,-5 2 6-16,-3-1 9 0,-4 1-1 0,-5 1-3 0,-5-2-3 0,-6 1 7 15,-5 1-2-15,-7-2 6 0,-3 0 8 0,-5 0-3 0,-6 2-4 16,-4 0-4-16,-6 3 2 0,-5-1-4 0,-6 3-5 0,-3-2 9 0,-8 4-6 15,-5 2-1-15,-4 2 2 0,-9 4 1 0,-5 2 2 0,-6 1 5 0,-6 3 0 16,-4 4-7-16,-3 1-1 0,-4 4-7 0,-7 1 8 0,-5 4-3 16,-9 3 0-16,-5 3 8 0,-3 4-5 0,-4 2 2 0,-3 4 0 0,-3 3-10 15,-3 2 2-15,-3 3 0 0,-2 0-2 0,-4 4 2 0,-1-1 7 0,-2 1-8 16,0 1 2-16,-1 2-8 0,-3 0-9 0,-2 4 9 0,-1 0-5 16,-3 1 11-16,2 2-4 0,0 0 0 0,2 1 3 0,0 2 5 0,1 3 3 15,-2-1 8-15,-2 1 2 0,-1 1-8 0,-3 1 9 0,1 1-9 0,-2 1 8 16,-3 1 7-16,1 1-7 0,2 3 3 0,0 0-1 0,3 2-15 15,2 1 0-15,-3 1-7 0,2 1-4 0,2 1 6 16,1 1-10-16,4 3 7 0,-3 0-6 0,3 3 2 0,1 0 11 0,0 0-9 0,0 3-1 16,-2 1-1-16,0 4-15 0,-2 1 3 0,1 3 0 0,4 2 0 0,3 0 13 15,7 4 0-15,10-1 6 0,9 0 9 0,3 5-3 0,2-1 1 0,-1 4 7 16,1 0-2-16,3 1-7 0,7 2 7 0,5 2-10 0,1 5-11 16,2 3-8-16,1 3-8 0,-1 3-7 0,1 3-6 0,3 5-6 0,-1 6-31 15,2 3-25-15,0 4-28 0,2 3-32 0,2 4-12 0,2 5-1 0,1 3-3 16,0 6-17-16,2 1-11 0,4 4-24 0,2 5 1 0,2 3-140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5C4CC-21DC-A9D6-B743-32868782C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D541C-3DC3-B827-2242-D80F2DCF1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D1D3B-8460-FFD7-2462-334E8ADCB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B8D9-1A7F-4007-9C81-820AC4B60CA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13FF6-0856-91AA-4966-6D106F82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831DD-1108-DC6E-52D6-34E0AD0F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C08-FD8C-43CB-BD35-7D6FB3EF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754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0063A-32DB-06E7-F9C5-FB5B34304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43DD-1476-6156-B903-04CBA5F8B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7F035-B408-79A7-DDE1-E0EF5F30C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B8D9-1A7F-4007-9C81-820AC4B60CA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3B84F-5904-19DB-F959-61FD5875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E480E-2B7C-D8FF-5C90-450272356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C08-FD8C-43CB-BD35-7D6FB3EF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70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DFDC3-9E63-48E1-B77C-C28456262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088BA-7558-10B8-39FA-2D995455D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DD74F-2F65-64F0-A596-C87C0FE69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B8D9-1A7F-4007-9C81-820AC4B60CA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2DFA1-A229-46B3-01E2-CE76CCA05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C408C-E37E-BC6B-B93B-5452E9DA8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C08-FD8C-43CB-BD35-7D6FB3EF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221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3141C-BCA9-50E4-E24F-716BA3BB7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A235B-2C82-A27C-8587-4C298A4C55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C8C4F9-6A34-A69E-9BC7-B602A9550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F5709-7077-ABD1-F2E9-CAA443177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B8D9-1A7F-4007-9C81-820AC4B60CA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ED0E5-5FCE-6D1C-8647-B29CA63B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73072-FAC8-0942-4A50-39DD3B470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C08-FD8C-43CB-BD35-7D6FB3EF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89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B430E-F1D8-E20E-F7D5-D3DC8693D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4B79C-E209-ECC6-44FD-6BED36CE2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51302-3A73-B6C8-9D7D-DC063A6AF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3E8A40-6580-F26C-0EDE-FE78079D9A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933580-444F-D2F7-E579-C3280C45AD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0E314F-CAE0-1E17-F2F1-92716F684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B8D9-1A7F-4007-9C81-820AC4B60CA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B9AAA7-9F9D-EB90-6B7E-E4D28E5EE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954983-0BA0-2AE6-F0E6-1430517D7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C08-FD8C-43CB-BD35-7D6FB3EF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44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B71C-6CBB-1C65-0D48-3BCD3A0CF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404983-5C60-CD22-6CD4-9534A7EEF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B8D9-1A7F-4007-9C81-820AC4B60CA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7CF68-DA25-B7B3-2530-8EB8D7107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7595F3-F6F8-9EED-FF70-06626B764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C08-FD8C-43CB-BD35-7D6FB3EF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92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FC9074-E065-4CE2-4B47-B0369B8F7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B8D9-1A7F-4007-9C81-820AC4B60CA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BBB2AD-B5EF-E7C8-AEBA-F8F20CFC6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59756-604F-1239-5E25-39F2DCB2B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C08-FD8C-43CB-BD35-7D6FB3EF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553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4569E-C1F3-9610-EA92-4535D5F6D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021A1-1E7E-2CD2-8A1D-93DD33B5F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F214C-444C-36A2-3486-1FCE9FDD7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48A85-B028-507B-A168-603993A4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B8D9-1A7F-4007-9C81-820AC4B60CA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E52F7-B5E7-717F-6604-32289F384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A4193-0B07-DD83-E35D-845CFD7AB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C08-FD8C-43CB-BD35-7D6FB3EF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93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43897-90C6-15E8-0AF0-A975982BE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7A1149-B50F-0703-05C6-81077F6F88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E749C7-200F-A638-F170-AA464C6DE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04178-3929-5F6A-872A-E77E5B16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B8D9-1A7F-4007-9C81-820AC4B60CA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10231-C284-929F-EC3E-EE9942078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45B75-0B73-2B10-0558-AE234A37F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C08-FD8C-43CB-BD35-7D6FB3EF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49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C113C-AD0D-0CDE-6261-494B95101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D23A9-0C6D-F7A6-2B93-D548370D1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FE22B-8ACE-6B3D-3136-636B4EAE3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B8D9-1A7F-4007-9C81-820AC4B60CA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8F27A-84D5-0BEB-FE02-37A73586B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D5906-19EC-56B9-D16D-C84C333E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C08-FD8C-43CB-BD35-7D6FB3EF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64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B83E8-C741-EB7D-5BBD-2FD17BD0A0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D03B13-1C74-9866-4B20-27B946B99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21E3C-BD04-AA6F-9A64-72B148E9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B8D9-1A7F-4007-9C81-820AC4B60CA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AADDC-B90F-4401-ABF5-A46FA2A9B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54E22-A512-8635-75AC-06E34683C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EAC08-FD8C-43CB-BD35-7D6FB3EF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62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2B19B9-48FE-A9E6-1FD3-2A032BA79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2A661-44F3-3A25-3559-EC977C27F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CFA67-2C05-D245-240C-925A746E17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0B8D9-1A7F-4007-9C81-820AC4B60CA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EA3DA-7D7B-8463-636C-1B16A1D54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903A6-7B5D-138C-AB17-C9F771FB6A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EAC08-FD8C-43CB-BD35-7D6FB3EF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726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925E7-00CC-B6CD-3C36-7BE8B8C29B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 Building(7-dars)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373F51-ED19-AA0A-8F9C-B50E2EC0C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3634"/>
            <a:ext cx="9144000" cy="744166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431300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6961E-36D0-8634-4718-5ADBEC80C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CEE5C-6101-4751-767A-D7BA11CAB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Imtixon</a:t>
            </a:r>
            <a:r>
              <a:rPr lang="en-US" dirty="0"/>
              <a:t> </a:t>
            </a:r>
            <a:r>
              <a:rPr lang="en-US" dirty="0" err="1"/>
              <a:t>taxlili</a:t>
            </a:r>
            <a:r>
              <a:rPr lang="en-US" dirty="0"/>
              <a:t> </a:t>
            </a:r>
          </a:p>
          <a:p>
            <a:r>
              <a:rPr lang="en-US" dirty="0"/>
              <a:t>Project 2</a:t>
            </a:r>
          </a:p>
          <a:p>
            <a:r>
              <a:rPr lang="en-US" dirty="0" err="1"/>
              <a:t>Qo’shimcha</a:t>
            </a:r>
            <a:r>
              <a:rPr lang="en-US" dirty="0"/>
              <a:t> </a:t>
            </a:r>
            <a:r>
              <a:rPr lang="en-US" dirty="0" err="1"/>
              <a:t>dars</a:t>
            </a:r>
            <a:endParaRPr lang="en-US" dirty="0"/>
          </a:p>
          <a:p>
            <a:r>
              <a:rPr lang="en-US" dirty="0"/>
              <a:t>Feature Engineering</a:t>
            </a:r>
          </a:p>
          <a:p>
            <a:r>
              <a:rPr lang="en-US" dirty="0"/>
              <a:t>Feature </a:t>
            </a:r>
            <a:r>
              <a:rPr lang="en-US" dirty="0" err="1"/>
              <a:t>Engineering:Techniques</a:t>
            </a:r>
            <a:endParaRPr lang="en-US" dirty="0"/>
          </a:p>
          <a:p>
            <a:r>
              <a:rPr lang="en-US" dirty="0"/>
              <a:t>Class</a:t>
            </a:r>
          </a:p>
          <a:p>
            <a:r>
              <a:rPr lang="en-US" dirty="0" err="1"/>
              <a:t>Vazifa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E3CD8D3-9496-681B-29D0-4C91EE6D676A}"/>
                  </a:ext>
                </a:extLst>
              </p14:cNvPr>
              <p14:cNvContentPartPr/>
              <p14:nvPr/>
            </p14:nvContentPartPr>
            <p14:xfrm>
              <a:off x="627840" y="1549800"/>
              <a:ext cx="8790120" cy="4066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E3CD8D3-9496-681B-29D0-4C91EE6D67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8480" y="1540440"/>
                <a:ext cx="8808840" cy="408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7753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24CB-404F-9FCD-F13C-55A3C0D1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Imtixon</a:t>
            </a:r>
            <a:r>
              <a:rPr lang="en-US" b="1" dirty="0"/>
              <a:t> </a:t>
            </a:r>
            <a:r>
              <a:rPr lang="en-US" b="1" dirty="0" err="1"/>
              <a:t>taxlili</a:t>
            </a:r>
            <a:r>
              <a:rPr lang="en-US" b="1" dirty="0"/>
              <a:t> </a:t>
            </a:r>
            <a:br>
              <a:rPr lang="en-US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38157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99A3C-1AAA-A908-60AF-193D7B6DC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Imtixon</a:t>
            </a:r>
            <a:r>
              <a:rPr lang="en-US" dirty="0"/>
              <a:t> </a:t>
            </a:r>
            <a:r>
              <a:rPr lang="en-US" dirty="0" err="1"/>
              <a:t>taxlili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AEAAE-8F5D-9BF5-CB64-32008764E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Building project</a:t>
            </a:r>
          </a:p>
          <a:p>
            <a:r>
              <a:rPr lang="en-US" dirty="0"/>
              <a:t>Fold-cross validation</a:t>
            </a:r>
          </a:p>
          <a:p>
            <a:r>
              <a:rPr lang="en-US" dirty="0"/>
              <a:t>Standard-&gt;Creativity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40211D5-2638-F47C-D1FB-0C3766B25354}"/>
                  </a:ext>
                </a:extLst>
              </p14:cNvPr>
              <p14:cNvContentPartPr/>
              <p14:nvPr/>
            </p14:nvContentPartPr>
            <p14:xfrm>
              <a:off x="1375920" y="1273320"/>
              <a:ext cx="5821920" cy="2289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40211D5-2638-F47C-D1FB-0C3766B253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66560" y="1263960"/>
                <a:ext cx="5840640" cy="230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1747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4B0DB-DE2F-A1CD-530D-89C93B778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167BA-ECA1-5849-D978-B312EB210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Project 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2C57D28-BB77-477E-1665-25605CBA10A2}"/>
                  </a:ext>
                </a:extLst>
              </p14:cNvPr>
              <p14:cNvContentPartPr/>
              <p14:nvPr/>
            </p14:nvContentPartPr>
            <p14:xfrm>
              <a:off x="4916520" y="2912400"/>
              <a:ext cx="2601360" cy="1466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2C57D28-BB77-477E-1665-25605CBA10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07160" y="2903040"/>
                <a:ext cx="2620080" cy="148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884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F84DF-393B-D6E2-B1C9-03E224EB3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344F1-0E8F-8642-648A-D8CA394D4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(car2018csv)</a:t>
            </a:r>
          </a:p>
          <a:p>
            <a:r>
              <a:rPr lang="en-US" dirty="0"/>
              <a:t>Eng </a:t>
            </a:r>
            <a:r>
              <a:rPr lang="en-US" dirty="0" err="1"/>
              <a:t>yaxshi</a:t>
            </a:r>
            <a:r>
              <a:rPr lang="en-US" dirty="0"/>
              <a:t> accuracy/r2/</a:t>
            </a:r>
            <a:r>
              <a:rPr lang="en-US" dirty="0" err="1"/>
              <a:t>mae</a:t>
            </a:r>
            <a:endParaRPr lang="en-US" dirty="0"/>
          </a:p>
          <a:p>
            <a:r>
              <a:rPr lang="en-US" dirty="0"/>
              <a:t>Eng </a:t>
            </a:r>
            <a:r>
              <a:rPr lang="en-US" dirty="0" err="1"/>
              <a:t>tartibli</a:t>
            </a:r>
            <a:r>
              <a:rPr lang="en-US" dirty="0"/>
              <a:t> </a:t>
            </a:r>
          </a:p>
          <a:p>
            <a:r>
              <a:rPr lang="en-US" dirty="0"/>
              <a:t>Eng </a:t>
            </a:r>
            <a:r>
              <a:rPr lang="en-US" dirty="0" err="1"/>
              <a:t>to’liq</a:t>
            </a:r>
            <a:endParaRPr lang="en-US" dirty="0"/>
          </a:p>
          <a:p>
            <a:r>
              <a:rPr lang="en-US" dirty="0"/>
              <a:t>Eng </a:t>
            </a:r>
            <a:r>
              <a:rPr lang="en-US" dirty="0" err="1"/>
              <a:t>tushunarli</a:t>
            </a:r>
            <a:endParaRPr lang="en-US" dirty="0"/>
          </a:p>
          <a:p>
            <a:r>
              <a:rPr lang="en-US" dirty="0" err="1"/>
              <a:t>Topshirish</a:t>
            </a:r>
            <a:r>
              <a:rPr lang="en-US" dirty="0"/>
              <a:t> sanasi:12 </a:t>
            </a:r>
            <a:r>
              <a:rPr lang="en-US" dirty="0" err="1"/>
              <a:t>Sentabr</a:t>
            </a:r>
            <a:r>
              <a:rPr lang="en-US" dirty="0"/>
              <a:t> 2025</a:t>
            </a:r>
          </a:p>
          <a:p>
            <a:r>
              <a:rPr lang="en-US" dirty="0" err="1"/>
              <a:t>Himoya</a:t>
            </a:r>
            <a:r>
              <a:rPr lang="en-US" dirty="0"/>
              <a:t>: 13 </a:t>
            </a:r>
            <a:r>
              <a:rPr lang="en-US" dirty="0" err="1"/>
              <a:t>Sentabr</a:t>
            </a:r>
            <a:r>
              <a:rPr lang="en-US" dirty="0"/>
              <a:t> 2025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655090A-C3C8-CB2D-4391-AA2DE1D94CCC}"/>
                  </a:ext>
                </a:extLst>
              </p14:cNvPr>
              <p14:cNvContentPartPr/>
              <p14:nvPr/>
            </p14:nvContentPartPr>
            <p14:xfrm>
              <a:off x="691560" y="357120"/>
              <a:ext cx="6428880" cy="5839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655090A-C3C8-CB2D-4391-AA2DE1D94C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2200" y="347760"/>
                <a:ext cx="6447600" cy="585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9139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25EBA-3885-64C0-6257-B2517C271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F559B-06D4-9316-A502-FC9AE0715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Qo’shimcha</a:t>
            </a:r>
            <a:r>
              <a:rPr lang="en-US" b="1" dirty="0"/>
              <a:t> </a:t>
            </a:r>
            <a:r>
              <a:rPr lang="en-US" b="1" dirty="0" err="1"/>
              <a:t>dars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09881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69A37-63A8-3807-7074-0BE6ECE02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Qo’shimcha</a:t>
            </a:r>
            <a:r>
              <a:rPr lang="en-US" dirty="0"/>
              <a:t> </a:t>
            </a:r>
            <a:r>
              <a:rPr lang="en-US" dirty="0" err="1"/>
              <a:t>dars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CECE7-5C27-8488-4EE6-D8A39EE6F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Keyingi</a:t>
            </a:r>
            <a:r>
              <a:rPr lang="en-US" dirty="0"/>
              <a:t> </a:t>
            </a:r>
            <a:r>
              <a:rPr lang="en-US" dirty="0" err="1"/>
              <a:t>darsgacha</a:t>
            </a:r>
            <a:r>
              <a:rPr lang="en-US" dirty="0"/>
              <a:t> idea?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4321B1F-C982-A658-AAC6-A444A2728248}"/>
                  </a:ext>
                </a:extLst>
              </p14:cNvPr>
              <p14:cNvContentPartPr/>
              <p14:nvPr/>
            </p14:nvContentPartPr>
            <p14:xfrm>
              <a:off x="1041120" y="1485360"/>
              <a:ext cx="4016880" cy="954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4321B1F-C982-A658-AAC6-A444A27282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1760" y="1476000"/>
                <a:ext cx="4035600" cy="97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6464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092D9-BA54-05FB-6E79-C880029BE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DFFE4-A40C-4B22-D0A7-2055B9DC8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Feature Engineering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4E42E34-EA39-BEE9-6C1F-EF216712FE8B}"/>
                  </a:ext>
                </a:extLst>
              </p14:cNvPr>
              <p14:cNvContentPartPr/>
              <p14:nvPr/>
            </p14:nvContentPartPr>
            <p14:xfrm>
              <a:off x="3840480" y="2820600"/>
              <a:ext cx="4797720" cy="1159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4E42E34-EA39-BEE9-6C1F-EF216712FE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31120" y="2811240"/>
                <a:ext cx="4816440" cy="117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5830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177F5-56C1-4E8C-3144-BE7407253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4BDDE-5798-2990-E0C1-1951EEF95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Yangi </a:t>
            </a:r>
            <a:r>
              <a:rPr lang="en-US" dirty="0" err="1"/>
              <a:t>featurelar</a:t>
            </a:r>
            <a:r>
              <a:rPr lang="en-US" dirty="0"/>
              <a:t> </a:t>
            </a:r>
            <a:r>
              <a:rPr lang="en-US" dirty="0" err="1"/>
              <a:t>yaratish</a:t>
            </a:r>
            <a:r>
              <a:rPr lang="en-US" dirty="0"/>
              <a:t>, </a:t>
            </a:r>
            <a:r>
              <a:rPr lang="en-US" dirty="0" err="1"/>
              <a:t>ularni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turdan</a:t>
            </a:r>
            <a:r>
              <a:rPr lang="en-US" dirty="0"/>
              <a:t> </a:t>
            </a:r>
            <a:r>
              <a:rPr lang="en-US" dirty="0" err="1"/>
              <a:t>ikkinchi</a:t>
            </a:r>
            <a:r>
              <a:rPr lang="en-US" dirty="0"/>
              <a:t> </a:t>
            </a:r>
            <a:r>
              <a:rPr lang="en-US" dirty="0" err="1"/>
              <a:t>turga</a:t>
            </a:r>
            <a:r>
              <a:rPr lang="en-US" dirty="0"/>
              <a:t> transform </a:t>
            </a:r>
            <a:r>
              <a:rPr lang="en-US" dirty="0" err="1"/>
              <a:t>qilish</a:t>
            </a:r>
            <a:r>
              <a:rPr lang="en-US" dirty="0"/>
              <a:t>,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muhim</a:t>
            </a:r>
            <a:r>
              <a:rPr lang="en-US" dirty="0"/>
              <a:t> </a:t>
            </a:r>
            <a:r>
              <a:rPr lang="en-US" dirty="0" err="1"/>
              <a:t>featurelarni</a:t>
            </a:r>
            <a:r>
              <a:rPr lang="en-US" dirty="0"/>
              <a:t> </a:t>
            </a:r>
            <a:r>
              <a:rPr lang="en-US" dirty="0" err="1"/>
              <a:t>tanlash</a:t>
            </a:r>
            <a:r>
              <a:rPr lang="en-US" dirty="0"/>
              <a:t> </a:t>
            </a:r>
            <a:r>
              <a:rPr lang="en-US" dirty="0" err="1"/>
              <a:t>bosqichi</a:t>
            </a:r>
            <a:endParaRPr lang="en-US" dirty="0"/>
          </a:p>
          <a:p>
            <a:r>
              <a:rPr lang="en-US" dirty="0"/>
              <a:t>Model </a:t>
            </a:r>
            <a:r>
              <a:rPr lang="en-US" dirty="0" err="1"/>
              <a:t>Performanceni</a:t>
            </a:r>
            <a:r>
              <a:rPr lang="en-US" dirty="0"/>
              <a:t> </a:t>
            </a:r>
            <a:r>
              <a:rPr lang="en-US" dirty="0" err="1"/>
              <a:t>yaxshilash</a:t>
            </a:r>
            <a:r>
              <a:rPr lang="en-US" dirty="0"/>
              <a:t> </a:t>
            </a:r>
          </a:p>
          <a:p>
            <a:r>
              <a:rPr lang="en-US" dirty="0"/>
              <a:t>Yangi </a:t>
            </a:r>
            <a:r>
              <a:rPr lang="en-US" dirty="0" err="1"/>
              <a:t>featurlar</a:t>
            </a:r>
            <a:r>
              <a:rPr lang="en-US" dirty="0"/>
              <a:t> model </a:t>
            </a:r>
            <a:r>
              <a:rPr lang="en-US" dirty="0" err="1"/>
              <a:t>generalizationni</a:t>
            </a:r>
            <a:r>
              <a:rPr lang="en-US" dirty="0"/>
              <a:t> </a:t>
            </a:r>
            <a:r>
              <a:rPr lang="en-US" dirty="0" err="1"/>
              <a:t>oshiradi</a:t>
            </a:r>
            <a:r>
              <a:rPr lang="en-US" dirty="0"/>
              <a:t> 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526C72E-9D47-E03E-162A-74FE816BE3E1}"/>
                  </a:ext>
                </a:extLst>
              </p14:cNvPr>
              <p14:cNvContentPartPr/>
              <p14:nvPr/>
            </p14:nvContentPartPr>
            <p14:xfrm>
              <a:off x="540720" y="859320"/>
              <a:ext cx="10507320" cy="3814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526C72E-9D47-E03E-162A-74FE816BE3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1360" y="849960"/>
                <a:ext cx="10526040" cy="383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0586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C4A44-6599-D476-8035-F9B2BED0A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2E71F-976B-0290-E540-03C0FDEC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Feature Engineering: Techniques</a:t>
            </a:r>
          </a:p>
        </p:txBody>
      </p:sp>
    </p:spTree>
    <p:extLst>
      <p:ext uri="{BB962C8B-B14F-4D97-AF65-F5344CB8AC3E}">
        <p14:creationId xmlns:p14="http://schemas.microsoft.com/office/powerpoint/2010/main" val="153901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3CA44-4FC3-5E91-66EF-A8354D55C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C796C-AED3-E691-4CA1-B7A0EAC7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Engineering: Techniques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E4044-1171-7AD5-2C8D-84B0D8B3F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Handling missing values</a:t>
            </a:r>
          </a:p>
          <a:p>
            <a:r>
              <a:rPr lang="en-US" dirty="0"/>
              <a:t>Encoding</a:t>
            </a:r>
          </a:p>
          <a:p>
            <a:r>
              <a:rPr lang="en-US" dirty="0"/>
              <a:t>Scaling(Normalization)-&gt;Transforming</a:t>
            </a:r>
          </a:p>
          <a:p>
            <a:r>
              <a:rPr lang="en-US" dirty="0"/>
              <a:t>Feature Creation</a:t>
            </a:r>
          </a:p>
          <a:p>
            <a:r>
              <a:rPr lang="en-US" dirty="0"/>
              <a:t>Feature Selection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E9BA34D-4D7C-A83F-DD6E-F2F34221E548}"/>
                  </a:ext>
                </a:extLst>
              </p14:cNvPr>
              <p14:cNvContentPartPr/>
              <p14:nvPr/>
            </p14:nvContentPartPr>
            <p14:xfrm>
              <a:off x="1005120" y="1282320"/>
              <a:ext cx="11101680" cy="4061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E9BA34D-4D7C-A83F-DD6E-F2F34221E5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5760" y="1272960"/>
                <a:ext cx="11120400" cy="408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2909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2D307-0ED0-7569-298A-8C469258C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E6BBD-8DBE-2963-12A9-A7DF0E026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Engineering: Techniques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13F2A-FC66-5353-EF41-DFC69B8E7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 Creation</a:t>
            </a:r>
          </a:p>
          <a:p>
            <a:r>
              <a:rPr lang="en-US" dirty="0" err="1"/>
              <a:t>Qachon</a:t>
            </a:r>
            <a:r>
              <a:rPr lang="en-US" dirty="0"/>
              <a:t>: Raw data </a:t>
            </a:r>
            <a:r>
              <a:rPr lang="en-US" dirty="0" err="1"/>
              <a:t>yetarli</a:t>
            </a:r>
            <a:r>
              <a:rPr lang="en-US" dirty="0"/>
              <a:t> </a:t>
            </a:r>
            <a:r>
              <a:rPr lang="en-US" dirty="0" err="1"/>
              <a:t>bo’lmaganda</a:t>
            </a:r>
            <a:endParaRPr lang="en-US" dirty="0"/>
          </a:p>
          <a:p>
            <a:r>
              <a:rPr lang="en-US" dirty="0"/>
              <a:t>Agar </a:t>
            </a:r>
            <a:r>
              <a:rPr lang="en-US" dirty="0" err="1"/>
              <a:t>ko’p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foydali</a:t>
            </a:r>
            <a:r>
              <a:rPr lang="en-US" dirty="0"/>
              <a:t> data </a:t>
            </a:r>
            <a:r>
              <a:rPr lang="en-US" dirty="0" err="1"/>
              <a:t>bo’lsa</a:t>
            </a:r>
            <a:r>
              <a:rPr lang="en-US" dirty="0"/>
              <a:t> model </a:t>
            </a:r>
            <a:r>
              <a:rPr lang="en-US" dirty="0" err="1"/>
              <a:t>ketma</a:t>
            </a:r>
            <a:r>
              <a:rPr lang="en-US" dirty="0"/>
              <a:t> </a:t>
            </a:r>
            <a:r>
              <a:rPr lang="en-US" dirty="0" err="1"/>
              <a:t>ketlikni</a:t>
            </a:r>
            <a:r>
              <a:rPr lang="en-US" dirty="0"/>
              <a:t>(patterns) </a:t>
            </a:r>
            <a:r>
              <a:rPr lang="en-US" dirty="0" err="1"/>
              <a:t>ni</a:t>
            </a:r>
            <a:r>
              <a:rPr lang="en-US" dirty="0"/>
              <a:t>  </a:t>
            </a:r>
            <a:r>
              <a:rPr lang="en-US" dirty="0" err="1"/>
              <a:t>yaxshi</a:t>
            </a:r>
            <a:r>
              <a:rPr lang="en-US" dirty="0"/>
              <a:t> </a:t>
            </a:r>
            <a:r>
              <a:rPr lang="en-US" dirty="0" err="1"/>
              <a:t>o’rganadi</a:t>
            </a:r>
            <a:endParaRPr lang="en-US" dirty="0"/>
          </a:p>
          <a:p>
            <a:r>
              <a:rPr lang="en-US" dirty="0" err="1"/>
              <a:t>Nimalar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Domain knowledge</a:t>
            </a:r>
          </a:p>
          <a:p>
            <a:pPr lvl="1"/>
            <a:r>
              <a:rPr lang="en-US" dirty="0"/>
              <a:t>Creativity</a:t>
            </a:r>
          </a:p>
          <a:p>
            <a:pPr lvl="1"/>
            <a:r>
              <a:rPr lang="en-US" dirty="0"/>
              <a:t>Statistical insight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D1D919E-6589-74D8-DBED-189310A4ED68}"/>
                  </a:ext>
                </a:extLst>
              </p14:cNvPr>
              <p14:cNvContentPartPr/>
              <p14:nvPr/>
            </p14:nvContentPartPr>
            <p14:xfrm>
              <a:off x="591480" y="1186920"/>
              <a:ext cx="10171080" cy="4951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D1D919E-6589-74D8-DBED-189310A4ED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2120" y="1177560"/>
                <a:ext cx="10189800" cy="49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6760248-8C8B-ADE3-2C9D-BB04572F4261}"/>
                  </a:ext>
                </a:extLst>
              </p14:cNvPr>
              <p14:cNvContentPartPr/>
              <p14:nvPr/>
            </p14:nvContentPartPr>
            <p14:xfrm>
              <a:off x="3731040" y="3756240"/>
              <a:ext cx="1636560" cy="1458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6760248-8C8B-ADE3-2C9D-BB04572F42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21680" y="3746880"/>
                <a:ext cx="1655280" cy="147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1068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CADAE-6026-1069-C6E6-61836385B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775BF-8CC2-F334-D120-C903FD003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Engineering: Techniques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60BC1-C798-30CE-EE39-05522909C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Nima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muhim</a:t>
            </a:r>
            <a:r>
              <a:rPr lang="en-US" dirty="0"/>
              <a:t>:</a:t>
            </a:r>
          </a:p>
          <a:p>
            <a:pPr lvl="1"/>
            <a:r>
              <a:rPr lang="en-US" b="1" dirty="0" err="1"/>
              <a:t>Modeni</a:t>
            </a:r>
            <a:r>
              <a:rPr lang="en-US" b="1" dirty="0"/>
              <a:t> predictive </a:t>
            </a:r>
            <a:r>
              <a:rPr lang="en-US" b="1" dirty="0" err="1"/>
              <a:t>qobiliyatini</a:t>
            </a:r>
            <a:r>
              <a:rPr lang="en-US" b="1" dirty="0"/>
              <a:t> </a:t>
            </a:r>
            <a:r>
              <a:rPr lang="en-US" b="1" dirty="0" err="1"/>
              <a:t>oshiradi</a:t>
            </a:r>
            <a:endParaRPr lang="en-US" b="1" dirty="0"/>
          </a:p>
          <a:p>
            <a:pPr lvl="2"/>
            <a:r>
              <a:rPr lang="en-US" dirty="0" err="1"/>
              <a:t>Telefon</a:t>
            </a:r>
            <a:r>
              <a:rPr lang="en-US" dirty="0"/>
              <a:t> </a:t>
            </a:r>
            <a:r>
              <a:rPr lang="en-US" dirty="0" err="1"/>
              <a:t>RAMi</a:t>
            </a:r>
            <a:r>
              <a:rPr lang="en-US" dirty="0"/>
              <a:t>, </a:t>
            </a:r>
            <a:r>
              <a:rPr lang="en-US" dirty="0" err="1"/>
              <a:t>rangi</a:t>
            </a:r>
            <a:r>
              <a:rPr lang="en-US" dirty="0"/>
              <a:t> ga </a:t>
            </a:r>
            <a:r>
              <a:rPr lang="en-US" dirty="0" err="1"/>
              <a:t>ko’ra</a:t>
            </a:r>
            <a:r>
              <a:rPr lang="en-US" dirty="0"/>
              <a:t> </a:t>
            </a:r>
            <a:r>
              <a:rPr lang="en-US" dirty="0" err="1"/>
              <a:t>uni</a:t>
            </a:r>
            <a:r>
              <a:rPr lang="en-US" dirty="0"/>
              <a:t> </a:t>
            </a:r>
            <a:r>
              <a:rPr lang="en-US" dirty="0" err="1"/>
              <a:t>modelini</a:t>
            </a:r>
            <a:r>
              <a:rPr lang="en-US" dirty="0"/>
              <a:t> </a:t>
            </a:r>
            <a:r>
              <a:rPr lang="en-US" dirty="0" err="1"/>
              <a:t>yaratish</a:t>
            </a:r>
            <a:endParaRPr lang="en-US" dirty="0"/>
          </a:p>
          <a:p>
            <a:pPr lvl="1"/>
            <a:r>
              <a:rPr lang="en-US" b="1" dirty="0" err="1"/>
              <a:t>Modelni</a:t>
            </a:r>
            <a:r>
              <a:rPr lang="en-US" b="1" dirty="0"/>
              <a:t> </a:t>
            </a:r>
            <a:r>
              <a:rPr lang="en-US" b="1" dirty="0" err="1"/>
              <a:t>o’rganishini</a:t>
            </a:r>
            <a:r>
              <a:rPr lang="en-US" b="1" dirty="0"/>
              <a:t> </a:t>
            </a:r>
            <a:r>
              <a:rPr lang="en-US" b="1" dirty="0" err="1"/>
              <a:t>osonlashtirish</a:t>
            </a:r>
            <a:endParaRPr lang="en-US" b="1" dirty="0"/>
          </a:p>
          <a:p>
            <a:pPr lvl="2"/>
            <a:r>
              <a:rPr lang="en-US" dirty="0" err="1"/>
              <a:t>Koplab</a:t>
            </a:r>
            <a:r>
              <a:rPr lang="en-US" dirty="0"/>
              <a:t> </a:t>
            </a:r>
            <a:r>
              <a:rPr lang="en-US" dirty="0" err="1"/>
              <a:t>featurelarni</a:t>
            </a:r>
            <a:r>
              <a:rPr lang="en-US" dirty="0"/>
              <a:t>  </a:t>
            </a:r>
            <a:r>
              <a:rPr lang="en-US" dirty="0" err="1"/>
              <a:t>birlashtirish</a:t>
            </a:r>
            <a:r>
              <a:rPr lang="en-US" dirty="0"/>
              <a:t>(</a:t>
            </a:r>
            <a:r>
              <a:rPr lang="en-US" dirty="0" err="1"/>
              <a:t>farzandlar</a:t>
            </a:r>
            <a:r>
              <a:rPr lang="en-US" dirty="0"/>
              <a:t> </a:t>
            </a:r>
            <a:r>
              <a:rPr lang="en-US" dirty="0" err="1"/>
              <a:t>soni</a:t>
            </a:r>
            <a:r>
              <a:rPr lang="en-US" dirty="0"/>
              <a:t>+ </a:t>
            </a:r>
            <a:r>
              <a:rPr lang="en-US" dirty="0" err="1"/>
              <a:t>ota</a:t>
            </a:r>
            <a:r>
              <a:rPr lang="en-US" dirty="0"/>
              <a:t> </a:t>
            </a:r>
            <a:r>
              <a:rPr lang="en-US" dirty="0" err="1"/>
              <a:t>onalar</a:t>
            </a:r>
            <a:r>
              <a:rPr lang="en-US" dirty="0"/>
              <a:t>=family)</a:t>
            </a:r>
          </a:p>
          <a:p>
            <a:pPr lvl="1"/>
            <a:r>
              <a:rPr lang="en-US" b="1" dirty="0" err="1"/>
              <a:t>Hiddin</a:t>
            </a:r>
            <a:r>
              <a:rPr lang="en-US" b="1" dirty="0"/>
              <a:t> </a:t>
            </a:r>
            <a:r>
              <a:rPr lang="en-US" b="1" dirty="0" err="1"/>
              <a:t>Realtionships</a:t>
            </a:r>
            <a:endParaRPr lang="en-US" b="1" dirty="0"/>
          </a:p>
          <a:p>
            <a:pPr lvl="2"/>
            <a:r>
              <a:rPr lang="en-US" dirty="0" err="1"/>
              <a:t>Butun</a:t>
            </a:r>
            <a:r>
              <a:rPr lang="en-US" dirty="0"/>
              <a:t> </a:t>
            </a:r>
            <a:r>
              <a:rPr lang="en-US" dirty="0" err="1"/>
              <a:t>mavsumdagi</a:t>
            </a:r>
            <a:r>
              <a:rPr lang="en-US" dirty="0"/>
              <a:t> </a:t>
            </a:r>
            <a:r>
              <a:rPr lang="en-US" dirty="0" err="1"/>
              <a:t>gollar</a:t>
            </a:r>
            <a:r>
              <a:rPr lang="en-US" dirty="0"/>
              <a:t> </a:t>
            </a:r>
            <a:r>
              <a:rPr lang="en-US" dirty="0" err="1"/>
              <a:t>soni</a:t>
            </a:r>
            <a:r>
              <a:rPr lang="en-US" dirty="0"/>
              <a:t> </a:t>
            </a:r>
            <a:r>
              <a:rPr lang="en-US" dirty="0" err="1"/>
              <a:t>o’rniga</a:t>
            </a:r>
            <a:r>
              <a:rPr lang="en-US" dirty="0"/>
              <a:t> </a:t>
            </a:r>
            <a:r>
              <a:rPr lang="en-US" dirty="0" err="1"/>
              <a:t>xar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o’yindagi</a:t>
            </a:r>
            <a:r>
              <a:rPr lang="en-US" dirty="0"/>
              <a:t> </a:t>
            </a:r>
            <a:r>
              <a:rPr lang="en-US" dirty="0" err="1"/>
              <a:t>o’rtacha</a:t>
            </a:r>
            <a:r>
              <a:rPr lang="en-US" dirty="0"/>
              <a:t> </a:t>
            </a:r>
            <a:r>
              <a:rPr lang="en-US" dirty="0" err="1"/>
              <a:t>gollarini</a:t>
            </a:r>
            <a:r>
              <a:rPr lang="en-US" dirty="0"/>
              <a:t> </a:t>
            </a:r>
            <a:r>
              <a:rPr lang="en-US" dirty="0" err="1"/>
              <a:t>sonini</a:t>
            </a:r>
            <a:r>
              <a:rPr lang="en-US" dirty="0"/>
              <a:t> </a:t>
            </a:r>
            <a:r>
              <a:rPr lang="en-US" dirty="0" err="1"/>
              <a:t>taratish</a:t>
            </a:r>
            <a:r>
              <a:rPr lang="en-US" dirty="0"/>
              <a:t>(</a:t>
            </a:r>
            <a:r>
              <a:rPr lang="en-US" dirty="0" err="1"/>
              <a:t>gpg</a:t>
            </a:r>
            <a:r>
              <a:rPr lang="en-US" dirty="0"/>
              <a:t>=</a:t>
            </a:r>
            <a:r>
              <a:rPr lang="en-US" dirty="0" err="1"/>
              <a:t>total_goals</a:t>
            </a:r>
            <a:r>
              <a:rPr lang="en-US" dirty="0"/>
              <a:t>/</a:t>
            </a:r>
            <a:r>
              <a:rPr lang="en-US" dirty="0" err="1"/>
              <a:t>number_games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33DFDC4-0502-C739-7BCF-203736F6AB79}"/>
                  </a:ext>
                </a:extLst>
              </p14:cNvPr>
              <p14:cNvContentPartPr/>
              <p14:nvPr/>
            </p14:nvContentPartPr>
            <p14:xfrm>
              <a:off x="1220040" y="1648080"/>
              <a:ext cx="5206320" cy="1390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33DFDC4-0502-C739-7BCF-203736F6AB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0680" y="1638720"/>
                <a:ext cx="5225040" cy="14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519D710-DB15-7A15-60ED-0C37F5F0E449}"/>
                  </a:ext>
                </a:extLst>
              </p14:cNvPr>
              <p14:cNvContentPartPr/>
              <p14:nvPr/>
            </p14:nvContentPartPr>
            <p14:xfrm>
              <a:off x="793800" y="885600"/>
              <a:ext cx="11032920" cy="5118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519D710-DB15-7A15-60ED-0C37F5F0E4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4440" y="876240"/>
                <a:ext cx="11051640" cy="513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7264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15087-4D1E-E7B2-BE61-93222F7BD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B8CA8-68BC-1F16-6EDD-2BE10F27D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Engineering: Techniques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CA15D-8F05-8A8A-52D0-CEACD0629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Qanday </a:t>
            </a:r>
            <a:r>
              <a:rPr lang="en-US" dirty="0" err="1"/>
              <a:t>bajaramiz</a:t>
            </a:r>
            <a:r>
              <a:rPr lang="en-US" dirty="0"/>
              <a:t>:</a:t>
            </a:r>
          </a:p>
          <a:p>
            <a:r>
              <a:rPr lang="en-US" dirty="0" err="1"/>
              <a:t>Matematik</a:t>
            </a:r>
            <a:r>
              <a:rPr lang="en-US" dirty="0"/>
              <a:t> </a:t>
            </a:r>
            <a:r>
              <a:rPr lang="en-US" dirty="0" err="1"/>
              <a:t>yo’l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(+,-,/, sum, mean)</a:t>
            </a:r>
          </a:p>
          <a:p>
            <a:r>
              <a:rPr lang="en-US" dirty="0"/>
              <a:t>Domain knowledge</a:t>
            </a:r>
          </a:p>
          <a:p>
            <a:pPr lvl="1"/>
            <a:r>
              <a:rPr lang="en-US" dirty="0"/>
              <a:t>House age=Current year-</a:t>
            </a:r>
            <a:r>
              <a:rPr lang="en-US" dirty="0" err="1"/>
              <a:t>Yearbuilt</a:t>
            </a:r>
            <a:endParaRPr lang="en-US" dirty="0"/>
          </a:p>
          <a:p>
            <a:r>
              <a:rPr lang="en-US" dirty="0"/>
              <a:t>Time-based</a:t>
            </a:r>
          </a:p>
          <a:p>
            <a:pPr lvl="1"/>
            <a:r>
              <a:rPr lang="en-US" dirty="0"/>
              <a:t>2025.09.02=2025/09/02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CAFDFC4-9F9B-B61E-7F5D-079EC0A53A68}"/>
                  </a:ext>
                </a:extLst>
              </p14:cNvPr>
              <p14:cNvContentPartPr/>
              <p14:nvPr/>
            </p14:nvContentPartPr>
            <p14:xfrm>
              <a:off x="419400" y="572040"/>
              <a:ext cx="10990080" cy="5055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CAFDFC4-9F9B-B61E-7F5D-079EC0A53A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0040" y="562680"/>
                <a:ext cx="11008800" cy="507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6022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0BF2A-2CCF-DEEB-7968-148D1937B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B4ECF-4CE5-499D-D35E-1A2A6F279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Class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6567519-F71C-653D-B607-CB8636A616B4}"/>
                  </a:ext>
                </a:extLst>
              </p14:cNvPr>
              <p14:cNvContentPartPr/>
              <p14:nvPr/>
            </p14:nvContentPartPr>
            <p14:xfrm>
              <a:off x="5299920" y="2668680"/>
              <a:ext cx="1951560" cy="1508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6567519-F71C-653D-B607-CB8636A616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90560" y="2659320"/>
                <a:ext cx="1970280" cy="152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408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04624-6DAD-7C97-C99B-EA795E710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FE652-861C-239E-4898-608FA1F3F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Blueprint/Template==Plan </a:t>
            </a:r>
          </a:p>
          <a:p>
            <a:r>
              <a:rPr lang="en-US" dirty="0"/>
              <a:t>Object== Real House </a:t>
            </a:r>
          </a:p>
          <a:p>
            <a:r>
              <a:rPr lang="en-US" dirty="0"/>
              <a:t>F1+f2+f3 = Classes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9ED80C1-5172-03C9-4793-93345D7BDF4E}"/>
                  </a:ext>
                </a:extLst>
              </p14:cNvPr>
              <p14:cNvContentPartPr/>
              <p14:nvPr/>
            </p14:nvContentPartPr>
            <p14:xfrm>
              <a:off x="756720" y="182160"/>
              <a:ext cx="10407240" cy="3403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9ED80C1-5172-03C9-4793-93345D7BDF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7360" y="172800"/>
                <a:ext cx="10425960" cy="342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766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FA8FD-0FEE-D2A0-A208-2BA0C2652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0937A-7935-E9EA-7B5B-148064461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Vazifa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26327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FF84C-5C03-C7CC-75BD-A8B0BF32D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2E37E-FCB1-841E-4C02-238415CCA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Githubdan</a:t>
            </a:r>
            <a:r>
              <a:rPr lang="en-US" dirty="0"/>
              <a:t> dataset toping </a:t>
            </a:r>
          </a:p>
          <a:p>
            <a:r>
              <a:rPr lang="en-US" dirty="0"/>
              <a:t>Feature </a:t>
            </a:r>
            <a:r>
              <a:rPr lang="en-US" dirty="0" err="1"/>
              <a:t>engineeringsiz</a:t>
            </a:r>
            <a:r>
              <a:rPr lang="en-US" dirty="0"/>
              <a:t>/engineering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o’tilgan</a:t>
            </a:r>
            <a:r>
              <a:rPr lang="en-US" dirty="0"/>
              <a:t>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algorithmlar</a:t>
            </a:r>
            <a:r>
              <a:rPr lang="en-US" dirty="0"/>
              <a:t> bn  model </a:t>
            </a:r>
            <a:r>
              <a:rPr lang="en-US" dirty="0" err="1"/>
              <a:t>yasang</a:t>
            </a:r>
            <a:r>
              <a:rPr lang="en-US" dirty="0"/>
              <a:t> </a:t>
            </a:r>
          </a:p>
          <a:p>
            <a:r>
              <a:rPr lang="en-US" dirty="0" err="1"/>
              <a:t>O’zingiz</a:t>
            </a:r>
            <a:r>
              <a:rPr lang="en-US" dirty="0"/>
              <a:t> </a:t>
            </a:r>
            <a:r>
              <a:rPr lang="en-US" dirty="0" err="1"/>
              <a:t>xaqingizda</a:t>
            </a:r>
            <a:r>
              <a:rPr lang="en-US" dirty="0"/>
              <a:t> </a:t>
            </a:r>
            <a:r>
              <a:rPr lang="en-US" dirty="0" err="1"/>
              <a:t>malumot</a:t>
            </a:r>
            <a:r>
              <a:rPr lang="en-US" dirty="0"/>
              <a:t> </a:t>
            </a:r>
            <a:r>
              <a:rPr lang="en-US" dirty="0" err="1"/>
              <a:t>beruvchi</a:t>
            </a:r>
            <a:r>
              <a:rPr lang="en-US" dirty="0"/>
              <a:t> class </a:t>
            </a:r>
            <a:r>
              <a:rPr lang="en-US" dirty="0" err="1"/>
              <a:t>yarating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8D44C4E-998D-5A5E-56C3-D50A4BCFD057}"/>
                  </a:ext>
                </a:extLst>
              </p14:cNvPr>
              <p14:cNvContentPartPr/>
              <p14:nvPr/>
            </p14:nvContentPartPr>
            <p14:xfrm>
              <a:off x="436320" y="1010520"/>
              <a:ext cx="10000440" cy="3500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8D44C4E-998D-5A5E-56C3-D50A4BCFD0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6960" y="1001160"/>
                <a:ext cx="10019160" cy="351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1554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293</Words>
  <Application>Microsoft Office PowerPoint</Application>
  <PresentationFormat>Widescreen</PresentationFormat>
  <Paragraphs>72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Model Building(7-dars)</vt:lpstr>
      <vt:lpstr>Bugun</vt:lpstr>
      <vt:lpstr>Imtixon taxlili  </vt:lpstr>
      <vt:lpstr>Imtixon taxlili  </vt:lpstr>
      <vt:lpstr>Project 2</vt:lpstr>
      <vt:lpstr>Project 2</vt:lpstr>
      <vt:lpstr>Qo’shimcha dars</vt:lpstr>
      <vt:lpstr>Qo’shimcha dars</vt:lpstr>
      <vt:lpstr>Feature Engineering</vt:lpstr>
      <vt:lpstr>Feature Engineering </vt:lpstr>
      <vt:lpstr>Feature Engineering: Techniques</vt:lpstr>
      <vt:lpstr>Feature Engineering: Techniques </vt:lpstr>
      <vt:lpstr>Feature Engineering: Techniques </vt:lpstr>
      <vt:lpstr>Feature Engineering: Techniques </vt:lpstr>
      <vt:lpstr>Feature Engineering: Techniques </vt:lpstr>
      <vt:lpstr>Class</vt:lpstr>
      <vt:lpstr>Class </vt:lpstr>
      <vt:lpstr>Vazifa</vt:lpstr>
      <vt:lpstr>Vazifa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1</cp:revision>
  <dcterms:created xsi:type="dcterms:W3CDTF">2025-09-02T06:00:24Z</dcterms:created>
  <dcterms:modified xsi:type="dcterms:W3CDTF">2025-09-02T11:46:40Z</dcterms:modified>
</cp:coreProperties>
</file>