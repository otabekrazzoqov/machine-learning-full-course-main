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9" r:id="rId4"/>
    <p:sldId id="258" r:id="rId5"/>
    <p:sldId id="257" r:id="rId6"/>
    <p:sldId id="260" r:id="rId7"/>
    <p:sldId id="261" r:id="rId8"/>
    <p:sldId id="265" r:id="rId9"/>
    <p:sldId id="264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9T10:04:13.9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4491 6353 165 0,'-1'-1'63'0,"1"-1"-56"0,-1 1-7 0,1-1 0 0,0 1 1 0,0 0-2 16,2-1 1-16,0-1-2 0,0-1-14 0,2-1-20 0,0 1-47 0,1-1-11 15</inkml:trace>
  <inkml:trace contextRef="#ctx0" brushRef="#br0" timeOffset="742.02">4534 6262 83 0,'-4'-1'55'0,"-1"0"-28"0,-1 0-5 0,-1 0-2 15,2 1-3-15,-2 0-4 0,0 0-4 0,0 1-2 0,1 0 0 16,0 1 0-16,2-1 0 0,0 1 0 0,0-1-2 0,1 1 0 0,1-1 1 15,1 0-2-15,0 1 1 0,1-1 1 0,0 0-1 0,1 0 5 0,0 1 1 16,1 0 0-16,0 0 2 0,1 0 2 0,1 0 3 0,0 0 2 0,1-1-1 16,0 2-3-16,2-1-2 0,0 1-3 0,2 0 2 0,-2 0 0 15,2-1-5-15,-1 1 4 0,1 0-4 0,-1-1-5 0,2 0 6 0,2 0-3 16,-1 0 3-16,2 0 5 0,-1 0-2 0,4 0 4 0,2 0 0 16,1-1 2-16,0 0 3 0,2-1 6 0,2-1 4 0,0 0 5 0,2 0 4 15,3-1-3-15,1 1 0 0,3 0-4 0,1 0-5 0,1 1-3 0,3-1-3 16,0 1 0-16,0 1 0 0,2 0 1 0,0-1-1 0,1 2 0 15,-1-1-2-15,1 0 0 0,2 1 0 0,-1-1-1 0,0 0-2 0,-1 1 1 16,0-1-1-16,0 0-2 0,2 0 7 0,-1-1-1 0,1 0 4 16,1 0 2-16,2-2-6 0,-1 1 4 0,0-1-6 0,3 0 1 0,1 1 4 15,-1-1-4-15,2-1 1 0,-2 1 1 0,3 0-11 0,-2-1 2 0,2 0-9 16,1 1 0-16,-1-1 4 0,2-1-3 0,0 1 4 0,-1-1-4 16,0 1-4-16,-1-1 2 0,0 0 0 0,-1 0-1 0,0-1 3 0,-2-1-2 15,0 0 1-15,0 0 2 0,1-1 4 0,-1-1 5 0,-1 0 1 0,-1-2 5 16,1 0 4-16,-2-1-1 0,1 0 0 0,0-2 6 0,1-1-3 15,-4 0-4-15,0-1 0 0,-2 0-4 0,-1-2-2 0,0-1 1 0,-1 1-2 16,-2-3-5-16,0-2 2 0,-1 0-2 0,0-3 2 0,-1-1-1 0,-1 1-2 16,0-2 5-16,-2 1-3 0,2-3 0 0,-2 0 3 0,0-1-5 15,-2 0-5-15,-1 0 2 0,-2 1 5 0,0-1 3 0,-1 1 12 0,-1 0 2 16,-1 1-6-16,-3 0 2 0,1 1 1 0,-3 1 2 0,-3 0 4 16,0 1-2-16,-3-2-6 0,-2 0 2 0,-2-1-5 0,-4 2-3 0,-2-2 0 15,-3 2-4-15,-5 2-5 0,-3-1-4 0,-4 0-5 0,-5 0-2 0,-2-1 7 16,-5 0-5-16,-3-1-2 0,-4 3 10 0,-1-3-3 0,-3 1 2 15,-2-1 7-15,-3-1-12 0,-3 1 4 0,-1-1 0 0,-3 2-1 0,0-2 0 16,-3 1-5-16,-1 0 3 0,0 0 3 0,-1-1-1 0,-1-1-1 0,1 3 1 16,1-2 1-16,-4 3 0 0,2 1 2 0,0 1-3 0,-2 0-3 15,2 0 1-15,-2 1-8 0,0-1 10 0,-1 1-12 0,-1 3 3 0,1-1 1 16,-1 1 6-16,-3 0 1 0,1 0 7 0,-2 0-1 0,0 0-13 16,1 1 6-16,-1 0-3 0,0 1 1 0,0 1-1 0,0-1 5 0,0 2-3 15,-1 1-1-15,0 1 6 0,0 0-7 0,-1 1 1 0,1 1 6 0,0 0-6 16,1 1 2-16,-1 1 4 0,1 1-6 0,0 2 2 0,-2 2 1 15,0 2-4-15,-1 2 0 0,-1 2-2 0,0 2-3 0,-1 2 5 0,0 3 0 16,-2 1-1-16,-1 2-1 0,0 2 1 0,-1 1-7 0,2 1 4 0,0 0 0 16,3 3-4-16,2 0 6 0,1-1-7 0,2 2 4 0,3 1 2 15,1 0-3-15,5 2-7 0,1 1 1 0,3 0-6 0,2 1 12 0,0 1 9 16,4 2-1-16,1 1-1 0,-2-1-10 0,1 3-2 0,1-2 0 0,0 3 2 16,-1 1 0-16,1 1 0 0,1 4 1 0,0-3 0 0,2 1 1 15,-1-1 3-15,0 1-2 0,3 0 3 0,0 1 3 0,4-1-7 0,2 0-1 16,2 0 5-16,0-1 3 0,3 3 8 0,2-1 4 0,0 0-9 15,4 2 3-15,0 0-4 0,2 0-1 0,5 2-2 0,1-2-7 0,3-3 0 16,3 1-4-16,1-2-5 0,4 2-2 0,1-1-4 0,3-1-17 0,3 2 10 16,2-2-17-16,0 3-21 0,0-1-14 0,3 0-75 0,1 2-88 15,0 0-70-15,1 0-38 0,-1 2 41 0,2-1-175 0</inkml:trace>
  <inkml:trace contextRef="#ctx0" brushRef="#br0" timeOffset="27219.46">4839 8826 412 0,'-3'-6'307'16,"2"0"-260"-16,0-1-9 0,4 2-18 0,3 0-1 0,0-1 2 16,3 0 4-16,1-2 3 0,0-1-10 0,0 2-12 0,2-1-16 0,-1 0-16 15,2 2-10-15,3 1-4 0,-2 1 0 0,0 0 9 0,0 1 6 16,0 1 9-16,0-1 10 0,0 1 4 0,-2-1 6 0,2 1 1 0,2 0 1 16,1-1 2-16,0 1 1 0,2-1 2 0,0 0 1 0,0-1 0 0,3-1-1 15,2 0-2-15,2-1-1 0,2-1 1 0,-1 0 0 0,1-1 2 16,-2-2 2-16,3 0 3 0,1-2-1 0,2 1 1 0,0-1 2 0,1-2 1 15,-1 1-6-15,2-2 6 0,-2 0 1 0,0 0 4 0,-1 2 10 0,1-1 2 16,-2 0 4-16,0 0-1 0,-2 1-1 0,-1 2-3 0,-1-1-5 16,3 0 0-16,-2 0-5 0,-1 0 1 0,0 0-3 0,-3-1-2 0,1 1-5 15,-2-1-2-15,-1 0-6 0,1 1-4 0,-2-1 4 0,0 0-4 16,-2 1-1-16,0-2 1 0,-3 3 5 0,-1-1 6 0,-1-1 4 0,-2 0-5 16,-2-1-3-16,-2 0-2 0,-2-1 4 0,0 0 7 0,-2 0-1 0,-1 1-1 15,-3-2 1-15,-2 0 4 0,-2 0-2 0,-2 1 5 0,-1-1-1 16,-4 0-8-16,-3 1 0 0,-2-1-6 0,-1 0-1 0,-3 1 3 0,-2 0-1 15,-2-2-1-15,-3-1-5 0,1 0-2 0,-3 2 0 0,1 0 4 0,-4 1 2 16,-1 0 3-16,-1 1 0 0,1 1-1 0,-1 0 1 0,1 0-5 16,-2 1 5-16,-1 0-4 0,-1 0 0 0,0 0 1 0,0 2-1 0,-1 1 0 15,-2 1-2-15,1 2-3 0,1 0-2 0,-2 2 3 0,2 2-1 16,-2 0 3-16,-1 3 1 0,2 1 2 0,2 3 1 0,-1 1-1 0,3 1 0 16,-1 4-1-16,1 3 4 0,1 3 6 0,-2 2-2 0,1 4 7 0,1 2-4 15,0 3-7-15,2 5 3 0,3 1-9 0,1 1 3 0,5 1-1 16,1-2-7-16,3 2 1 0,3-2-3 0,0 2-2 0,3-1 1 0,3-2-12 15,0 0 8-15,4 0-4 0,2 1-9 0,1-1 3 0,4 1-16 0,0-3-5 16,3 1-6-16,1-2-11 0,0 1-21 0,2 1-62 0,1 1-90 16,1-2-71-16,1 0-28 0,1-3 29 0,0 3-158 0</inkml:trace>
  <inkml:trace contextRef="#ctx0" brushRef="#br0" timeOffset="27952.46">4821 9808 1437 0,'-16'-15'680'0,"1"-1"-584"0,-1-3-26 0,4 4-41 16,5 3-16-16,2-2 7 0,1-1 1 0,1 0 3 0,0-1-11 16,1 0-16-16,0 0-10 0,2 0-22 0,2 2-22 0,0 1-22 0,2 0-12 15,0 1-3-15,2 0 9 0,0 1-7 0,-1-1 6 0,0-1 17 16,0 1 6-16,0 1 33 0,0 1 13 0,-1-1 7 0,1-2 5 0,0 0 0 16,0-1 7-16,-1 1 1 0,2-1 7 0,1-1 3 0,0 0 4 0,1 1 2 15,0-2 2-15,2 1 2 0,0-1 0 0,2 2 2 0,1-2-4 16,2-1 0-16,0 0-8 0,2 0-4 0,2-1-1 0,1 0-1 0,2 0 5 15,2-1 4-15,2 0-4 0,1 0-3 0,1 1-1 0,1 1 0 0,0-1 0 16,3 2 3-16,1-1 0 0,4-1-6 0,0 0 4 0,1 1-5 16,4-1 3-16,-1 1-1 0,3 2-3 0,3-1-14 0,-2 0-1 0,2 0-2 15,2 3 5-15,1 0 14 0,2 0-2 0,1 1 4 0,-1-1-6 16,4 0 0-16,0-1-1 0,-1 0 0 0,4 0 3 0,-1 2-8 0,1-2-2 16,3 0 3-16,-2 1 2 0,1-1 7 0,1 3 0 0,-1-1 0 0,-1 1 2 15,2 0 0-15,-2 1 5 0,2-1-6 0,0 2 2 0,0 0-2 16,0 0-8-16,-1 3 7 0,1 0-4 0,1 0 0 0,-1 2 2 0,2 0 0 15,-1 1-3-15,0 1-4 0,1 2 0 0,-2 1-3 0,-1 2 4 0,-1 0 0 16,0 2 0-16,-2 2 6 0,-1 0-4 0,-1 2 1 0,-2 0 0 16,0 1-2-16,-1 1-3 0,-1 0 5 0,-1 2-2 0,-1 0 1 0,-1 1 4 15,-1 0-3-15,0 3 5 0,-2 1-1 0,-1-1-2 0,-1 3-1 16,-2 0-2-16,-2 1 1 0,-2 0-6 0,-1 1-1 0,-2-1 7 0,-3 2 2 16,-2 1 10-16,-2-2 1 0,-3 3-5 0,-1-2-4 0,-4 0-7 0,-2 0 9 15,-3-1-3-15,-1 2 1 0,-2 0 1 0,-2 1 0 0,-3 1-7 16,-1-1 9-16,-2 1-5 0,-2 0-1 0,-3 1 5 0,-2 0-4 0,-3 0 5 15,-2 2-1-15,-3-1 1 0,-2 3 4 0,-2-2-9 0,-2 1 6 0,-1-2 6 16,-3 3 6-16,-2-3 6 0,-1 0-12 0,-2 0 2 0,-1-1-7 16,-1 0 0-16,-1-2 7 0,-2 0-5 0,1 0 2 0,-1 1 1 0,0 0-9 15,-1 0 3-15,-2-2-4 0,-1-3-2 0,-1 1 1 0,0-2 0 16,-2-1-3-16,0 1 0 0,-2-2-5 0,-2-1-2 0,-1 0 1 0,-2-2-7 16,-3 0-3-16,0-3 0 0,-1 0-5 0,-1-2 5 0,-3-1 8 0,0-2 0 15,-2-2 0-15,1-1 2 0,0-1-4 0,0-3 6 0,-2-1 5 16,-1-2-2-16,-1-1-25 0,-2-1-11 0,0-1-7 0,0 0 2 0,0-1 22 15,2 0-1-15,-2 0-21 0,3-1-38 0,1-1-56 0,-1 1-74 0,1-1-66 16,0 0-46-16,-1 0 18 0,-1-2-120 0</inkml:trace>
  <inkml:trace contextRef="#ctx0" brushRef="#br0" timeOffset="79254.14">3450 10446 690 0,'0'-20'57'0,"3"-1"0"0,1-4 3 0,3 3 1 0,3 6-11 16,1-3-1-16,2-1-5 0,1 1-7 0,4-4-4 0,2 2-10 0,1-1-6 15,4 0-3-15,0 0-6 0,2 0-2 0,2 1 8 0,1-2 1 0,4 1 2 16,-2-1 4-16,4 0-6 0,-1 0 2 0,0-1 0 0,3 3 1 15,0-2 2-15,2 1-4 0,2 2 5 0,1 0-5 0,1 1 3 0,3 2 0 16,0-1-2-16,1 1 1 0,2 1 0 0,1 0 4 0,2 1-6 0,1 0 6 16,1 1-2-16,3 2-5 0,0-1 2 0,1 0-3 0,3 0-5 15,0 2 2-15,1-1-2 0,2 1-5 0,2 1 0 0,-1 0-2 0,-1 2-2 16,2 2 3-16,-3 2 0 0,0 1-3 0,-3 2-3 0,1 3 2 16,-1 0-10-16,0 5 3 0,1 2-1 0,-2 3 1 0,0 2 4 0,1 2 6 15,-2 2 0-15,0 5-4 0,-1 2 2 0,-3 5-3 0,-1 1 6 0,-2 3-5 16,-1 0-1-16,-2 3-8 0,-2 0 1 0,-3 2 5 0,-4 2-2 15,-2-2 2-15,-1 1 6 0,-1 1-1 0,-1 0 4 0,-3 2 2 0,-3 1-10 16,-5 1 6-16,-2 1-2 0,-3 2 3 0,-5 2 1 0,-2 0-3 0,-4 0 3 16,-6 1-4-16,-6 0-2 0,-3 2 10 0,-5 1 3 0,-2-2 4 15,-5 1 6-15,-3 0 4 0,-3-1 0 0,-7 0 1 0,-5-1 1 0,-4-1-5 16,-2-3 6-16,-3-2 0 0,-2-1 4 0,-4-2-6 0,-4-3 4 16,-1-2 13-16,-2-5 2 0,-2 0 13 0,-3-2-7 0,-4-2-14 0,-2-1-1 15,-5-1-9-15,-2-4 2 0,-2 1 4 0,0-2 2 0,-2-2 7 0,0-1-4 16,0-4 5-16,1-3 1 0,-1-5 0 0,2-2 3 0,-1-3-4 15,0-3 2-15,5-5-1 0,1-2-3 0,-1-4-8 0,4-3-7 0,-2-1-1 16,3-3 5-16,5-3-1 0,-2-1-5 0,2-3-6 0,2-3-8 0,2-1-3 16,1-3-2-16,1-2 2 0,0 1 0 0,3-3-4 0,1 1-1 15,5 0-26-15,1-1-30 0,1 3-41 0,2-2-72 0,1 3-77 0,2-1-130 16,1 1-169-16,0 1 2 0,2 1-164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9T10:07:23.5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14590 7780 2497 0,'-19'-12'337'0,"-6"-3"-275"0,-10-4-87 16,-6 1-81-16,-6 1-77 0,-4 3-81 0,-4 3-74 0,-1 3-58 16,-1 3-8-16,-4 2 63 0,0 1 110 0,-2 2 107 0,-1 0 93 0,0 0 66 15,0-1 41-15,-1 0 31 0,-2 0 11 0,0-2 0 0,-4 1-3 0,-2-2 0 16,-1-1-2-16,-2-1-2 0,1 0-9 0,-4-2-9 0,-3 1-9 16,0-1-10-16,-4 0 4 0,1 0-6 0,-1 1 1 0,-3 0 1 0,1 1-6 15,-3-1-4-15,0-2-5 0,-3-1-9 0,0 1-4 0,-2-1-2 16,-3 0-3-16,0-1-8 0,-4 1-3 0,0 0-9 0,-2 1-3 0,-1 0-1 15,-1 0 0-15,-1 1 5 0,0 0 5 0,-1 0-2 0,-1 1 1 0,-1 0-1 16,-2 1 0-16,1 1 2 0,-2 1-4 0,-2 0-7 0,-1 1-1 16,-2 1-4-16,-2 1-2 0,0 1-6 0,-3 2-5 0,1-1-3 15,0 2 7-15,0 1 1 0,-1 0 1 0,-3 2-6 0,1-1-3 0,-2 1 0 0,-2 1 2 16,-1 1 1-16,-2 0-3 0,0 1-6 0,1 0 2 0,-3 1 3 16,-1 0 3-16,1 1-1 0,-2 2-2 0,0 1 4 0,1 0 1 0,-3 1 4 15,2 1-8-15,3 0-5 0,-3 0 10 0,4 0-1 0,-2 2 9 16,2-1-2-16,0 0-1 0,2 2-2 0,0 1 2 0,2 0 0 0,0 1-5 15,0 0 5-15,3-1 0 0,1 2-2 0,4 1 4 0,3 0-7 0,2 1 10 16,3 0 0-16,2 0-2 0,0-1 2 0,3 0-9 0,1 1-1 16,5 0 10-16,4 0-8 0,0 2 1 0,2 1 1 0,1 0-11 0,3 0 4 15,-1 1-12-15,4 1-3 0,1 0 1 0,2 0 1 0,3 1 6 0,1 1-3 16,5-1-11-16,1 0-1 0,1 0-5 0,5 0 1 0,2 1 2 16,4 0 5-16,3-1 9 0,4 0 5 0,5-3-3 0,0 0-1 0,4-1-2 15,3-1 1-15,2 0 4 0,6 1-3 0,3-1-5 0,3 0 0 16,1-1-13-16,5-2 5 0,3 1 8 0,4-2-1 0,2 1 16 0,4-1-5 15,2-1-7-15,5-2-1 0,3 0-9 0,2 0 0 0,5-1 5 0,3-3-10 16,4 2 1-16,2-1 6 0,4 1-2 0,4-1 6 0,3 2 4 16,3 0-7-16,4 0 2 0,3 0 3 0,4-1 2 0,5 0 2 0,2-4 1 15,4 2-1-15,3-2 0 0,3 1 2 0,3-1-2 0,5-2-2 0,2 2 1 16,4-2 1-16,2 0 4 0,5 0 0 0,1-1-2 0,3-1 2 16,4-1 3-16,-1 0 1 0,6 1 5 0,0-1-4 0,3 1 1 0,1-2-4 15,2 0 1-15,3 0 1 0,1 0 1 0,5-1 2 0,1 0 3 16,1 0 4-16,1-1 2 0,2 0 3 0,0 0 1 0,2 0 6 0,1 0 1 15,1 1 4-15,0 0 3 0,3-1 2 0,1 0-1 0,3-1 6 0,0 0-6 16,1 0-2-16,2-1-1 0,-2 0-6 0,4-1 1 0,-1 0 0 16,1 1 2-16,1-1-8 0,1-1 2 0,0 0-2 0,0 0-1 0,1 0 3 15,2 0-6-15,0-1-1 0,3 0 5 0,0-1 5 0,0 1 2 0,1-2 1 16,-2 1-4-16,3-2-5 0,-1-2 4 0,0 0 2 0,0-2-1 16,-2 0-5-16,0 0 4 0,1-1-10 0,-1 0 2 0,0 2-2 0,1-2 0 15,-2 0 1-15,1-1-3 0,-1-1 4 0,-1 0-5 0,1-1 1 16,-2 1 3-16,-2-1-3 0,3 1-1 0,-3-1-2 0,1 0 1 0,-1-1 1 15,-1-1 0-15,1 0-1 0,-1-1-8 0,0 1 2 0,-1 0 1 0,-2-2 2 16,0 0-4-16,-3 1-1 0,2-1 2 0,0-1 6 0,-1 2 3 16,0 0-1-16,-3 0 0 0,-1 0-9 0,-4 0 10 0,1 0-4 0,2 0-2 15,-2 1 1-15,-1 0-5 0,-4 2 3 0,-3-2 2 0,-3 1-1 0,-2-1-6 16,0 2-2-16,-3 0 1 0,-2 0 2 0,-1 1 20 0,-4 0-5 16,0 1 4-16,-4 0-3 0,-1-2-14 0,-2 1 6 0,-5-1-2 0,-2 0 3 15,-5 1-3-15,-3-1 2 0,-4-1-1 0,-3 1-7 0,-2 0 1 16,-5 0-6-16,-4 0 0 0,-4 0-11 0,-6 0-10 0,-3 0-21 0,-6 1-25 15,-2 1-26-15,-4-1-46 0,-5 1-68 0,-5-2-58 0,-4 0-58 0,-5 1-42 16,-4-2-267-16</inkml:trace>
  <inkml:trace contextRef="#ctx0" brushRef="#br0" timeOffset="-72001.44">15699 12272 1698 0,'-9'-6'135'0,"2"1"-103"0,-1-1 7 0,5 3-7 0,3 1-13 16,0-1-12-16,2 2-10 0,2-2 1 0,0 2-2 0,1-1 5 15,-1 0 2-15,0 0-6 0,-1 0 7 0,-2 2-5 0,1 0 2 0,-2 1 9 16,1 0-7-16,-1 1 6 0,1 1 0 0,-1 0 5 0,0 3 8 0,1 1 6 16,-1 1 9-16,2 3 3 0,-1 1 4 0,1 2 1 0,-1 1 1 15,1 1-11-15,0 0 4 0,1-1-6 0,0 3-4 0,1 0 5 0,1-1-9 16,-1 0 4-16,2-1 1 0,0-1-2 0,0-1 9 0,1-2-2 0,0-1 5 15,1-1 7-15,0-2 0 0,0-1 1 0,0-1-5 0,0-1-6 16,-1 0-2-16,-1-2 1 0,0-2-2 0,-1-1 0 0,1 0-10 0,0 0-1 16,1-2-1-16,-1-1-1 0,1-1-2 0,1-2-8 0,-1-1-2 15,0-2-4-15,0-1 4 0,0-1-1 0,1 0-1 0,0-2-3 0,0 0-2 16,0 1-4-16,0 2 9 0,0 1 0 0,-1 2-5 0,1 1 3 16,-2 0-5-16,0 3 4 0,-1 0-1 0,0 1 1 0,0 2-6 0,0 0 2 15,0 2 2-15,0 2 0 0,1 0-1 0,-1 2-1 0,2 1-1 0,-1-2-7 16,0 3 12-16,0-1-6 0,0 1 0 0,0-2 8 0,0 0-13 15,-1 0 8-15,0-2 3 0,0 0-4 0,0-1 2 0,1-1-4 0,0 0 7 16,0-1 1-16,1-1 1 0,0 0-5 0,0-2-2 0,1 0-2 0,-1-1 7 16,1-1-3-16,0 0 1 0,0-1 5 0,0 0-5 0,-1-1 4 15,1 1 0-15,-1-1-3 0,0 0 1 0,-1 0-7 0,0 0 1 0,1 2 4 16,-1 0-5-16,0-1 8 0,0 1-3 0,-1 1-3 0,1 0 2 0,-1 1-2 16,0 2 0-16,-1 0 0 0,1 2 0 0,0 1 2 0,0 1 0 15,-1 1 3-15,1 2 2 0,0-1-3 0,1 4-2 0,-1 0 0 0,1 2-6 16,0 0-1-16,-1 1 3 0,0-1 0 0,0 1 0 0,0-1 2 0,0-1-3 15,0-1 1-15,1-1 4 0,0 0 3 0,0-1-10 0,0-2-1 16,0 0-3-16,1-1 2 0,-1-1 0 0,1 0-4 0,0-2-5 0,0 0-14 16,1-1-3-16,0-1-6 0,0-1-15 0,1-1-10 0,-1-1-14 15,0-2-10-15,2 0 1 0,0-1-8 0,1-1-2 0,1-1-4 0,-1 1 2 16,1 0 5-16,1 1 14 0,-1 0 14 0,2 1 8 0,-1 0 23 0,0 3 10 16,0 0 6-16,-1 2 12 0,-2 0-1 0,0 1 5 0,1 0 5 15,-1 0 3-15,1 1 1 0,-1-1 4 0,-1 2 4 0,0 0-6 0,1 0 9 16,0 1 3-16,-1 0-5 0,1-1 8 0,-1 2-6 0,0 1 5 0,0 0 7 15,0 0-3-15,0-1 2 0,0 0-4 0,1 0-4 0,1-1 7 16,-1 0-4-16,2-1-1 0,1-1 5 0,-1 1-2 0,1-2 2 0,-1 0 9 16,0 0-4-16,0-1 3 0,0-2 1 0,-1 0 2 0,-1 0 0 15,2-1 9-15,-3 0-5 0,1-1-6 0,-1 0 0 0,-1-1-8 0,0 1-3 16,-4-2-7-16,1 1-3 0,-1 0-1 0,-1-1-4 0,-1 0-2 0,-1 1-1 16,-2-1-3-16,-1 0 4 0,-1-1 2 0,-2 1-6 0,-2 0-4 15,-1-1-6-15,-3 1 1 0,-1 0-1 0,-2 1 4 0,-2 1-1 0,-1-1 1 16,-1 2 0-16,1 1 6 0,0 1-1 0,-2 2 0 0,0 1 1 0,1 1-9 15,-1 3 3-15,1 0 0 0,1 2 4 0,2 2 0 0,1 1-4 16,0 2-3-16,2 0-2 0,2 2 4 0,2 2-6 0,2 1-1 0,2-1-2 16,0 1-1-16,3 0-5 0,1-1 3 0,2-1 3 0,3 1 1 0,1-2 1 15,3-2-7-15,0-3-1 0,3-1 0 0,3-2-3 0,3 0-4 16,1-3 6-16,2 0-7 0,2-2 1 0,-2-1 5 0,1-1-7 0,0 1 11 16,-3-1 10-16,0 1-5 0,0-2 6 0,-1-2-3 0,0-2-6 15,-1-2-8-15,-2-2-20 0,1-1-34 0,-1 0-42 0,1-4-45 0,0 0-50 16,-1-2-35-16,1 0-41 0,-2 0-35 0,-1-1-45 0,1-1-143 15</inkml:trace>
  <inkml:trace contextRef="#ctx0" brushRef="#br0" timeOffset="-71718.44">17482 11884 880 0,'-6'-4'668'16,"0"0"-550"-16,-3 2-7 0,4 2-19 0,0 1-29 0,2 0-26 0,0 4-17 15,1 1-2-15,0 3-6 0,0 2-5 0,0 2 9 0,1 2-2 16,0 3 0-16,1 1-1 0,0 3-6 0,0 1 8 0,2 2 5 0,0 1 1 16,1 3 7-16,0 0-12 0,2 0-1 0,1 0-2 0,2 1-10 15,0-1-3-15,2 2-9 0,3-2-9 0,0 0-4 0,2 0-11 0,-1-3-16 16,3-1-9-16,0-2-17 0,1 1-24 0,-3 0 6 0,0 1 13 0,-3 1 20 15,0-4 20-15,-1-3-8 0,-1-6-21 0,1-3-13 0,0-3 2 16,-2-2 11-16,-2-1-8 0,-1-3-31 0,-3-1-67 0,-1-2-94 0,-2-1-203 16</inkml:trace>
  <inkml:trace contextRef="#ctx0" brushRef="#br0" timeOffset="-71584.44">17373 12459 1917 0,'-1'-2'146'0,"0"-1"-18"16,2 0-24-16,3 0-28 0,4-1-17 0,2-1-18 0,5-1-17 0,1 1-10 15,3 0-1-15,2-2 1 0,0 0-1 0,1 0-5 0,0 0-7 16,-1-1-2-16,1 1-4 0,-1 0 0 0,1-1-4 0,0 0-9 0,1-1-16 16,1-2-29-16,0 0-59 0,0 0-89 0,-1-1-99 0,0 2-141 0,1-3-325 15</inkml:trace>
  <inkml:trace contextRef="#ctx0" brushRef="#br0" timeOffset="-66435.45">17797 12213 1853 0,'-6'-6'333'0,"2"2"-282"0,1 0-2 16,2 2-5-16,3 0-19 0,2 2-17 0,2 0-11 0,4 1-2 15,3 2 1-15,2 0-1 0,0 0 1 0,1 2 4 0,0 0 0 0,-1 2-3 16,-1 1 3-16,-1 1-2 0,0 0 4 0,0 1-2 0,-1 0-3 0,-1 0 0 16,-2-1-3-16,0-2 1 0,-2 1-2 0,-2-1 1 0,0-1-2 15,-2 1 7-15,-1-2-4 0,-2 0-2 0,0 0-2 0,-3 0-3 0,0 0-3 16,-2 0 0-16,-2 0 8 0,0 1-5 0,-2-2 3 0,-1 2-1 0,1-1-3 15,-3-1 5-15,1 0 2 0,0 0 2 0,0 0-6 0,1 1-2 16,1-1-5-16,1 0-7 0,1 0-16 0,0 0-29 0,1 2-27 0,0-1-35 16,2 2-44-16,1 1-44 0,1 0-71 0,0 2-87 0,1 2-169 0</inkml:trace>
  <inkml:trace contextRef="#ctx0" brushRef="#br0" timeOffset="-66083.45">17848 12364 2206 0,'-10'3'74'16,"-1"3"-2"-16,-1 2 2 0,4 3-12 0,4 0-28 0,2 2-26 0,1 2-7 15,2 3 3-15,2 3-4 0,0 1 9 0,0 3-6 0,1 1 0 16,0 0-4-16,0 2-12 0,0 0 24 0,1 2-9 0,-1-2 7 0,0 2 4 15,2-1-21-15,1 0 10 0,1-1-9 0,0 0-2 0,1-2 1 16,0 0-5-16,-2-2-2 0,0-2-4 0,0-1-6 0,1-2-18 0,0-3-32 16,-1 0-43-16,1-2-50 0,-1-1-43 0,-1-1-48 0,0-2-71 0,-3-2-87 15,1 1-221-15</inkml:trace>
  <inkml:trace contextRef="#ctx0" brushRef="#br0" timeOffset="-65734.45">18165 11682 2247 0,'-11'-9'117'0,"0"2"-49"0,0 1 2 15,3 4 1-15,3 3-28 0,2 2-23 0,1 2-8 0,2 3-9 0,0 2-2 16,1 2 1-16,0 3 3 0,0 3 0 0,0 3 0 0,0 3 1 16,0 5-4-16,0 3-1 0,-2 5 6 0,0 2-4 0,0 2-8 0,0 2 10 15,1 1-5-15,1 0 0 0,1 2 10 0,1 2-14 0,3-1 3 16,1 1-7-16,2-1 1 0,1-1-2 0,2 0-3 0,1-4-1 0,1-3-1 16,0-1-2-16,1-5-6 0,-1-4-2 0,0-4-2 0,-2-3 9 0,-3-3 16 15,0-3 5-15,0-1 1 0,-1-2-2 0,-2-1-8 0,0-2-2 16,-1-2-6-16,-2 0-13 0,0-2-33 0,-4-2-36 0,0 0-36 0,-2-1-48 15,0-2-42-15,0 0-62 0,0-2-76 0,-1-1-76 0,1-1-129 0</inkml:trace>
  <inkml:trace contextRef="#ctx0" brushRef="#br0" timeOffset="-65435.45">18544 12425 2168 0,'0'5'84'0,"1"3"-66"0,2 3-5 0,1 3-1 15,4 0-7-15,2 0 2 0,1 0-5 0,2-1 1 0,-1-2 6 0,-1-3 3 16,-1 0 12-16,-2-4 12 0,1 0 3 0,0 0 9 0,-1-3-8 16,-1-1-6-16,0-1-6 0,-1-2-9 0,0-1-3 0,0 0 0 0,0-4-3 15,0-1-8-15,0-3 1 0,0-1-4 0,-2-1-1 0,0-1 3 16,-1-2-8-16,-1 0 0 0,-3-1-3 0,0 0-6 0,-2 0 5 0,-1-1-1 15,-2 1 1-15,-2-1-2 0,1-1 2 0,-1 2 7 0,-2 0-3 0,1 1 8 16,-2 2-8-16,1 1 6 0,0 1-7 0,0 2-3 0,3 2-1 16,-1 3 1-16,2 1-6 0,0 2-5 0,0 2-5 0,1 1-8 0,0 2-18 15,-1 2-16-15,0 3-36 0,1 2-36 0,0 2-37 0,0 3-52 0,-1 0-59 16,1 3-77-16,1-1-229 0</inkml:trace>
  <inkml:trace contextRef="#ctx0" brushRef="#br0" timeOffset="-65218.45">18951 11819 2611 0,'-3'-4'344'0,"0"3"-298"0,0-1-1 0,4 3-4 0,0 2-13 0,3 5-12 16,1 3-11-16,3 4 2 0,1 3-10 0,0 2-2 0,0 5 6 0,-1 0 1 15,-2 3-7-15,1 3-4 0,-2 0 6 0,-1 1-8 0,1 4 6 0,-1-1-2 16,0 1-21-16,1-1-5 0,0 2-18 0,0 0-15 0,2 0-20 15,-1 0-21-15,2-3-17 0,2-2-12 0,0-4-7 0,2-1-9 0,0-2-9 16,0-3-42-16,0-2-77 0,0-2-133 0,-1 0-376 0</inkml:trace>
  <inkml:trace contextRef="#ctx0" brushRef="#br0" timeOffset="-65082.45">18876 12404 2156 0,'-2'-5'364'0,"1"2"-288"0,1-2-3 0,3 1-17 0,6-1-15 0,4-2-26 16,7 0-13-16,4 0-2 0,6-1-10 0,3 0-11 0,1-1-15 0,2-2-26 16,2 0-50-16,0 0-69 0,-1 1-77 0,0 0-120 0,0 0-140 15,1 1-338-15</inkml:trace>
  <inkml:trace contextRef="#ctx0" brushRef="#br0" timeOffset="-64651.45">21186 11415 2438 0,'-13'-4'227'0,"-2"3"-108"16,-2 3 0-16,4 7-10 0,2 6-34 0,3 5-31 0,1 6-21 16,3 4-7-16,0 7 7 0,2 7 7 0,-1 5 5 0,0 5-3 0,0 7-6 15,-2 3-8-15,0 5-24 0,-1 4 22 0,-3 2-7 0,-1 4-10 0,-3 5 12 16,0 5-24-16,0 3 0 0,-1 7 1 0,0 2-5 0,1 3-13 16,-1 5-32-16,2 3-42 0,-2 1-58 0,1 3-53 0,0 0-65 0,-2 0-85 15,1-2-104-15,0-1-183 0,1-4-84 0</inkml:trace>
  <inkml:trace contextRef="#ctx0" brushRef="#br0" timeOffset="-64217.45">22342 12220 2851 0,'-28'-6'35'0,"0"1"-8"0,-7-1 5 16,5 4-1-16,4 1-4 0,4 1-13 0,4 0-9 0,0 0-3 0,1 1-2 15,-1 0 6-15,0 0-2 0,0 0-2 0,-1 0-1 0,1 0-4 16,-2 1 1-16,0 0 4 0,3 0-9 0,0 1 0 0,2-1 4 0,2 0-2 15,1-1-4-15,2 1-1 0,1 0-19 0,4-1-2 0,1 1-13 0,2-1-3 16,2 2 1-16,1 1-3 0,1 2 13 0,2 1-3 0,3 2 16 16,2 2-1-16,1 1 0 0,1 1 10 0,2 1 1 0,-1 2 10 0,1-1 6 15,1 0-4-15,-1-1-3 0,3 0-2 0,-1 0 3 0,0 1 6 16,-1 0-1-16,0-2-1 0,0 2 2 0,0-1-1 0,-1 2 0 0,-1-2 4 16,-1 1-5-16,-3 1 3 0,-2-1-1 0,-1 1 2 0,-2 0 3 0,-2 0-2 15,-1 0 4-15,-2-3-18 0,-2 0-2 0,-2 0-8 0,-2 0 11 16,-2-1 8-16,-2 1-10 0,-2-1-4 0,-1-2-19 0,-1 0-2 0,0-2-5 15,2-2-5-15,-1-1-7 0,2 0-19 0,1-2-26 0,2-1-38 0,4-1-39 16,0-2-31-16,2-2-45 0,3-2-39 0,3-1-17 0,2-2-19 16,2-3-88-16</inkml:trace>
  <inkml:trace contextRef="#ctx0" brushRef="#br0" timeOffset="-63251.45">22296 12459 1162 0,'2'-1'289'0,"0"2"-136"0,1 1-28 0,1 0-24 0,0 2-14 16,2 0-11-16,1 2-17 0,1 0-9 0,2 0-1 0,-1 0-11 0,1 1-2 15,1-1-6-15,1 1-11 0,1 0-1 0,0-1-12 0,2-1-1 0,0 0-10 16,1-2-1-16,0 0 0 0,-1 0-4 0,2-2 7 0,-1 0-5 16,0-1 5-16,0-2 0 0,0 2 0 0,-1-4 6 0,-1 0 8 0,0-1 4 15,0 0 6-15,-2-2 3 0,-1 0 1 0,-1-1 3 0,-1-1 1 0,0 0-6 16,0 0 2-16,-1-1-5 0,-1 0-1 0,0 0-4 0,0-2-7 16,-3 0 1-16,2 1 1 0,0-2-2 0,-1 0-3 0,0 0-4 0,-1 0-6 15,-1-1 5-15,-1-1-3 0,0 1-2 0,0 0 1 0,-2 2-9 0,-1 1 1 16,-1 0 1-16,-1 1-6 0,1 2 1 0,-3 0 0 0,0 3-2 15,-1 1-1-15,-1 0-5 0,0 2-8 0,-1 0-4 0,-2 2 0 0,0 2 4 16,-2 1 7-16,0 2 6 0,0 0-3 0,-1 4 3 0,-1 1-3 16,1 1 2-16,1 1 7 0,2 1-1 0,-1 1-1 0,3 0-7 0,1 1-1 15,2 0 0-15,1-2-2 0,3 0 4 0,2 0-4 0,3 0-2 0,2-1 6 16,1 0 0-16,3-1-9 0,0-1 3 0,2 1 1 0,1-2 6 16,1 1 12-16,1-2 4 0,-1 2 3 0,3-1-3 0,0-1-2 0,0-1 6 15,1 1-1-15,0-1-3 0,-1-1 2 0,0 0-4 0,-1-1 5 16,1-1 8-16,1 1-1 0,-3-2 7 0,3 0-1 0,-1-1 5 0,0-2 5 15,-1-1-5-15,0 0 2 0,-1-1-5 0,0-1 1 0,-2-1 0 0,2 0-4 16,-1 0-1-16,-1 0-5 0,0 0 2 0,1 1 0 0,-1-1 0 16,1 0 3-16,0-1-2 0,-2 0-1 0,1 0 0 0,1-1-5 0,0 1 1 15,0-1-3-15,1 0 2 0,0 1-5 0,1 0-1 0,-2 2 5 0,0 1-6 16,1-1 5-16,-1 3 2 0,-1 0 1 0,-1 1 10 0,-1 1-1 16,0 0 8-16,0-1-2 0,-1 2-1 0,-1 0 3 0,1 0-4 0,0-1 2 15,0 1-2-15,0-1-6 0,-1-1 2 0,-1 0-1 0,-1-1-2 0,1-2 6 16,0-1-1-16,-1 0 1 0,0-2 3 0,0-1 1 0,0 2 0 15,-1-3 2-15,0-1 3 0,-1-1-1 0,0 0-2 0,-1 0-1 0,-1-1-4 16,-1 1 6-16,-1-1-1 0,0 0 0 0,-2 0-3 0,-1 0-5 16,-2 0-4-16,-1 2-4 0,-1-2-4 0,-1 0-2 0,-1 0-9 0,-2 1-7 15,0 2 2-15,-1-1-2 0,-1 2-5 0,1 2 1 0,-2 2-8 0,0 1 1 16,-1 2 4-16,0 3-6 0,3-2 2 0,-1 4-9 0,0 1-4 16,0 2 3-16,1 2-2 0,2 0 1 0,0 0-1 0,1-1 7 0,2 1-5 15,2 1 1-15,1 0-4 0,2 0-7 0,2-1-4 0,1 0 0 0,3-2 0 16,1-1-5-16,3-1 7 0,2-1 5 0,1-2 6 0,2 0 13 15,2-2 1-15,1-1 7 0,1 0 5 0,3-1 4 0,-1-1 11 0,-1-1 6 16,3-1 4-16,-1-1 7 0,1 1 0 0,3-2 6 0,-2 0 6 0,2-1 0 16,0-1 6-16,-4-1-5 0,2 0-3 0,-2-1-1 0,1-2-14 15,1 0-2-15,-1-1-7 0,2-1-8 0,-1 0 0 0,-1-2-19 0,0-2-10 16,0-1-13-16,-3-1-18 0,0-1 6 0,-2-1 8 0,-3 1 20 16,1-1 28-16,-2-1 13 0,-1-1 13 0,-2 0 12 0,-3 1 3 0,1 0 11 15,-2 0 10-15,-1 2-7 0,-1 2 18 0,-1 2 5 0,-1 1 2 0,-2 4 18 16,0 0-10-16,-2 2-2 0,1 2-9 0,-2 3-8 0,1 3-8 15,-1 0-19-15,0 1-8 0,0 1-10 0,0 2-17 0,-1 1 7 0,1 4-2 16,1 3 1-16,-1 1-10 0,0 5 13 0,1 2-4 0,0 4-6 16,0 1 17-16,0 4-15 0,0 0-4 0,-1 1 3 0,0-1-4 0,0 1-6 15,-1-2 11-15,1 0 4 0,0 1 0 0,0-2 5 0,1-1-6 0,0-2-5 16,0-2 1-16,2 0-8 0,-1-4 1 0,0 1-2 0,2-3-4 16,0-1-2-16,1-2-3 0,1-2 3 0,1-1-2 0,1-1 7 0,0-2 6 15,1-2 4-15,0-2 7 0,2-2 2 0,0-2 5 0,1 0 1 0,2-3-3 16,1 0 0-16,1-2-10 0,0-1 7 0,-1 0-4 0,1-1 6 15,-1 1-8-15,0-1-2 0,-1 1 4 0,-1 1-7 0,1 1 6 0,-2 1-9 16,0 1-4-16,-1 2 1 0,-1 0 1 0,0 2 1 0,-2 1-2 0,-1 0-5 16,0 1-4-16,-1 1 6 0,-1 0 3 0,-1 2 6 0,-1 0-3 15,-1 1-6-15,-2 1-1 0,-1 0-4 0,-1 0-2 0,-1 1-9 0,-2 0-14 16,-2 1-17-16,-1-1 0 0,-1-1-2 0,-1 0 2 0,1 0 9 16,-2-1-1-16,2-2-5 0,-2 0 3 0,2-1-9 0,1 1-17 0,-1-2-23 15,3 1-25-15,1-1-10 0,1 1-3 0,2 0 1 0,1 0-4 0,2 0-11 16,0 0-13-16,2 1-1 0,1 0 5 0,2 1 9 0,1 0-2 15,2-2-7-15,2 0-122 0</inkml:trace>
  <inkml:trace contextRef="#ctx0" brushRef="#br0" timeOffset="-62834.45">24272 12496 1367 0,'7'-7'269'0,"2"2"-65"0,1-4-48 16,-3 3-24-16,1 1-29 0,-1 1-28 0,1 1-29 0,0 1-20 16,0 2-8-16,-2 0-10 0,0 2 0 0,-1 1-4 0,0 1 1 0,0 0-6 15,-1 3-6-15,1 0 7 0,-1 1-1 0,0 1-1 0,0 1 2 0,1 0-9 16,-1 0-6-16,1 0-5 0,0-2-4 0,0 0-5 0,1-1-8 15,0 1-20-15,1 0-14 0,1 1 2 0,-2-1 11 0,0 0 27 0,2-2 14 16,-1-2 12-16,1 0 8 0,0-3 9 0,1 0 16 0,1-2 7 0,-1-2 4 16,0 0-2-16,0-1-3 0,1-2 3 0,-1 0-5 0,1-1-4 15,0-1-2-15,1-1-5 0,0 1-3 0,-1-1-2 0,-1 1-1 0,0 1-1 16,0 0-2-16,-1 0 2 0,0 1 1 0,0 0 1 0,-2 2-6 16,0 0-4-16,-2 2-7 0,0 1 1 0,1 0-2 0,-1 2 2 0,-1 0 3 15,0 2-4-15,-1 2 1 0,0-1 3 0,0 2 2 0,-1 1 2 0,0 0-7 16,-2 2-1-16,0 0-12 0,0 0-10 0,-1 2 5 0,-1-1-6 15,0 1-13-15,-2-1 4 0,2-2-6 0,-1 1 4 0,0-1 8 0,1-2-5 16,0-2 0-16,0 0 3 0,1-1 1 0,0-1 12 0,2 0 6 0,0-1-1 16,1-1 4-16,0-1-6 0,-1 0 3 0,1 0-2 0,0-1-1 15,0 0 3-15,1 0 4 0,1-1-1 0,-1 1 11 0,1-2-3 0,0-1 1 16,1 0 2-16,1-2-2 0,0 0 4 0,2-1-6 0,-1-1 0 16,1 0-6-16,0-1-6 0,2-1 1 0,-1 2-8 0,1 1 1 0,1-1 1 15,0 0-6-15,2 2 2 0,0 0-3 0,-1 1 2 0,1 2 2 0,1 0 3 16,-2 1 5-16,0 1 1 0,-1 1 3 0,0-1 4 0,0 2-4 15,0 0 4-15,-1 0-4 0,1 0 1 0,-1 0-1 0,0 0-6 0,1 0-4 16,1-1-12-16,0 1-5 0,0-2-28 0,0 1-68 0,1-1-81 0,-1 1-67 16,0-2-67-16,-1-1-112 0</inkml:trace>
  <inkml:trace contextRef="#ctx0" brushRef="#br0" timeOffset="-62667.45">25541 12121 737 0,'-1'1'-10'0,"-1"2"-44"16,-1 1-36-16,0 3-44 0,0-2-101 0</inkml:trace>
  <inkml:trace contextRef="#ctx0" brushRef="#br0" timeOffset="-62184.62">27744 10493 2592 0,'-5'14'4'0,"-1"6"-7"0,-3 9 3 15,1 8 2-15,-1 8-2 0,1 5-15 0,1 7 6 0,1 4-5 0,0 2 4 16,-2 5 13-16,-1 4-6 0,-1 1 3 0,-4 5 5 16,-1 4 9-16,-4 2 12 0,-2 3 7 0,-3 4-1 0,-1 3-6 0,-1 2-3 0,0 3-4 15,0 2 4-15,0 2-8 0,2 1-2 0,0 4-10 0,1 3-6 0,2 4 0 16,0 4-2-16,1 4 2 0,3 5-4 0,0 5-1 0,3 1-13 15,2 3 14-15,2-2-3 0,2 2 1 0,1-2 7 0,1-2-22 0,-1-3 1 16,1-4 2-16,0-3-3 0,0-4 5 0,0-4-3 0,1-5-15 0,1-8-8 16,0-7-41-16,2-8-55 0,0-7-51 0,3-7-86 0,1-3-122 15,3-4-520-15</inkml:trace>
  <inkml:trace contextRef="#ctx0" brushRef="#br0" timeOffset="-61834.62">28635 11621 2844 0,'-26'0'22'0,"0"1"5"0,-3 3 3 0,5 3-3 0,8 3-1 16,5 3-20-16,2 4-11 0,1 4 4 0,3 5-3 0,1 4 2 15,1 2 2-15,0 5-3 0,-1 5 10 0,2 2 3 0,-1 3-5 0,0 2 11 16,0 2-4-16,0-1-5 0,0 1 8 0,1 0-15 0,-1 2-2 0,0-1-1 15,0 2-7-15,0-2-4 0,-1-2-10 0,0 1-19 0,-2-1-34 16,-1 0-19-16,-2 0-30 0,0-3-23 0,0-1-10 0,-1-4-35 0,0-3-28 16,-1-6-32-16,1-3-63 0,1-5-74 0,0-3-292 0</inkml:trace>
  <inkml:trace contextRef="#ctx0" brushRef="#br0" timeOffset="-61568.62">28421 11771 2799 0,'-1'-6'28'0,"3"1"-4"0,2-1-19 0,6 2-7 0,4-1 10 15,8 0 1-15,5 1-2 0,5 2-6 0,4 2-1 0,0 1 5 0,0 3-5 16,0 1 2-16,-2 2 0 0,0 0-4 0,-2 4 0 0,-2 0 4 0,-3 1 1 16,0 1 1-16,-5-1-4 0,-1 0 0 0,-3 0-5 0,-3-1-2 15,-3 1-2-15,-1 0 1 0,-3-3-2 0,-2 1 0 0,-1-1-2 0,-3-1-14 16,-1 0-7-16,-2 0-5 0,-2 0-7 0,-1-2-5 0,-3 1-13 0,-2 1-12 15,-2 0-9-15,-3 0-9 16,-3 0 1-16,-2-1 2 0,-1 2 2 0,-3-1 13 0,-1 0 5 0,0 2 17 0,0 0 22 0,-1 2 9 0,3 2 16 16,-2 1-2-16,3 2-1 0,-1-1-1 0,3 0-9 0,2 1-6 15,0 0-26-15,4 0-43 0,1-3-65 0,3-1-84 0,3-1-72 0,3-2-198 16</inkml:trace>
  <inkml:trace contextRef="#ctx0" brushRef="#br0" timeOffset="-61384.62">29011 11456 2011 0,'-6'-8'488'0,"2"-1"-468"0,0-1-11 0,2 3-13 0,2 2-6 15,0 2-1-15,2 2-9 0,-1 1-2 0,1 3 5 0,2 2 16 0,0 3 10 16,0 2 5-16,2 3-2 0,0 6-12 0,2 6-1 0,0 3 2 0,-1 5-1 16,1 5-6-16,-3 4-2 0,2 4 2 0,0 3-6 0,0 0-2 15,1 0-11-15,-2 0-14 0,0-1-29 0,-2-2-64 0,1-2-72 0,-1-2-125 16,0-2-149-16,0-1-329 0</inkml:trace>
  <inkml:trace contextRef="#ctx0" brushRef="#br0" timeOffset="-61101.62">29500 11966 2162 0,'-3'5'41'0,"3"1"-26"0,0 4-33 0,1 1 1 0,2 1 5 0,0 2 13 16,2 3 5-16,1 1-3 0,3 0 2 0,1 1-10 0,1 0 2 0,0 0 3 15,1 0 2-15,1-1-1 0,0-3-1 0,1-2-1 0,0 0 4 16,3-2-9-16,0-2 1 0,0 0 10 0,0-4-5 0,-1-1 10 0,2-1 8 16,-2-4-1-16,0-1 8 0,0-2 11 0,-2-1 2 0,-2-1 2 15,1-1-1-15,-1-1-12 0,-2-1-2 0,-1-1-5 0,-2-1 0 0,-2-1 1 16,-1-1 2-16,0-1 1 0,-2 0-2 0,-2 1 0 0,-1-1-9 16,-2-1-6-16,-1-1-4 0,-1-1-22 0,-3 2 14 0,0-1-5 0,-4 0-12 15,0 1 8-15,-1 3-29 0,0 0-5 0,0 4-5 0,1 2 4 0,-3 1 0 16,1 3-4-16,0 1 0 0,-1 1-10 0,0 3-4 0,-1 2-7 0,0 2-5 15,0 1-3-15,0 2-11 0,4 0-48 0,1 0-70 0,2 0-76 16,1 0-55-16,2-2-224 0</inkml:trace>
  <inkml:trace contextRef="#ctx0" brushRef="#br0" timeOffset="-60933.62">30384 11486 3228 0,'-1'-3'55'0,"2"2"-53"0,2 1-31 15,0 3 5-15,2 2 16 0,0 2 10 0,-1 3 9 0,4 3 8 16,-2 5-11-16,2 4-7 0,1 3 5 0,-3 4-1 0,-1 3-3 0,-2 6 3 16,-1 2-5-16,-1 3-9 0,-1 3-3 0,-1-1-11 0,0 1-13 0,-2 0-18 15,3 0-28-15,-2-4-30 0,-1-2-27 0,4-3-47 0,0-2-41 16,2-4-46-16,1-2-53 0,0-2-50 0,2-5-44 0,-1-2-289 0</inkml:trace>
  <inkml:trace contextRef="#ctx0" brushRef="#br0" timeOffset="-60800.62">30444 12067 2546 0,'-7'-5'174'0,"4"0"-22"16,-1-2-48-16,3 0-25 0,3 0-24 0,2 0-13 0,4 1-24 0,5-2-22 15,3-1-10-15,5 1-10 0,4-1-6 0,4 0-17 0,6 0-16 16,3 0-16-16,3-1-54 0,4-1-86 0,6-2-133 0,4-4-234 0,4-3-488 16</inkml:trace>
  <inkml:trace contextRef="#ctx0" brushRef="#br0" timeOffset="-59751.62">15316 12337 1216 0,'-10'-42'43'0,"2"-3"94"0,1-9-24 0,8 9-27 0,6 6-14 0,4 0-25 16,5 2-4-16,2-1-12 0,5 1-3 0,2 1-8 0,2 0-15 16,5 2 3-16,3 0-4 0,2 3-1 0,6-1 3 0,0 0-3 0,3 0-4 15,4 1 2-15,3 0-2 0,2 2-3 0,6-1 5 0,2-1-2 0,5-1-1 16,3 0 1-16,5 0-7 0,4-1 9 0,3 2 2 0,5 0-2 15,4 2 9-15,2 1-10 0,2 2-2 0,5 4 0 0,0 2-5 0,3 4 3 16,4 6-3-16,0 4 3 0,1 5 0 0,0 6-6 0,-2 4 6 0,-4 7-6 16,-4 5-11-16,-5 5-4 0,-5 7-12 0,-2 5-7 0,-6 7 15 15,-3 5-3-15,-4 7 10 0,-5 9 12 0,-4 7-5 0,-6 8 10 0,-2 8 0 16,-4 7-10-16,-2 7 15 0,-3 9 3 0,-1 7-2 0,-4 6 10 16,-4 4-18-16,-2 0 5 0,-5-3 2 0,-3-8 3 0,-4-12 6 0,-1-14-12 15,-3-9 4-15,-3-10-8 0,-2-7 23 0,-3-6 34 0,-4-5 26 0,-4-4 37 16,-5-4 8-16,-4-4-8 0,-5 0-15 0,-4-2-11 0,-7-2-19 15,-4-1-9-15,-9-2 4 0,-8 0-8 0,-7-2 0 0,-8-3-8 0,-9-1-21 16,-7-5-7-16,-8-3-12 0,-7-3-9 0,-9-2 0 0,-10-4-14 0,-9-2-17 16,-12-2-22-16,-8-4-17 0,-8-4-5 0,-7-3-1 0,-5-6 14 15,-2-4 11-15,1-5 15 0,0-4 26 0,6-5 12 0,4-4 21 0,6-5 28 16,13-3 19-16,10 0 24 0,15-1 9 0,13 3-8 0,12 0-23 16,10 2-22-16,11 2-26 0,9 2-28 0,12 3-30 0,10 5-42 0,10 3-46 15,10 3-50-15,10 1-46 0,9-1-34 0,12-2-16 0,10 0 7 0,15-2 23 16,12-3 23-16,11-1-11 0,15-2-217 0</inkml:trace>
  <inkml:trace contextRef="#ctx0" brushRef="#br0" timeOffset="-59251.62">22019 11756 2685 0,'-6'-28'194'0,"-2"-5"-125"0,-1-8-23 0,0 1-39 0,2 1-19 15,0-1-15-15,1 0-10 0,3-2-14 0,2 2 23 0,3 0 3 0,3 0 12 16,4-1 27-16,1 0-7 0,4 1 8 0,4 2-7 0,3 3 1 16,2 0-4-16,5 2-9 0,3 1 1 0,4 2-9 0,4 1 7 0,4 4 2 15,6-1 0-15,7 1 3 0,4 1-7 0,5 0 4 0,4 2-10 0,4 1 1 16,2 4 4-16,1 1-7 0,2 3 7 0,5 3-2 0,2 2 3 0,2 3-3 15,3 3 5-15,1 2 2 0,3 2-8 0,3 5 12 0,3 4 4 16,2 4-2-16,3 4-6 0,2 3-8 0,1 3-9 0,2 3 6 0,0 1 1 16,-1 3-3-16,-3 0-4 0,-3 3-12 0,-5 0-3 0,-1 3-9 15,-4 1-10-15,-1 0-5 0,-4 3-5 0,-5 0-8 0,-7 2-1 0,-4 2-2 16,-7 2-4-16,-2 1 3 0,-5 3 3 0,-4 2 13 0,-3 1 8 0,-6 2 10 16,-5 0 3-16,-4-1 3 0,-8 1 6 0,-3 0 1 0,-7 0-1 15,-5 1 16-15,-7 0 6 0,-7-1 13 0,-5-1 14 0,-6-1-4 0,-5-1 8 16,-6-2 3-16,-4 0 2 0,-9-1 4 0,-3-1-1 0,-8-2 1 0,-5-1-9 15,-3-2 11-15,-7-3-10 0,-4-2-3 0,-4-2 4 0,-6-3-12 16,-5-5 6-16,-2-2 2 0,-4-4 7 0,-3-3 1 0,0-2 1 0,-6-5 2 16,0-3 7-16,-3-4 4 0,-5-4-2 15,0-4 0-15,0-2-1 0,-1-7 2 0,3-4 11 0,2-4-2 0,2-4-4 0,3-5-5 0,2-3-7 16,2-3-8-16,-1-4-3 0,5-3-19 0,0 0-7 0,5-2-12 0,2-3-24 16,3-1-8-16,4 0-21 0,6 1-29 0,4-1-28 0,7 1-24 15,7 2-26-15,7 2-21 0,8 5-4 0,9 3-8 0,7 1-8 0,9 3 2 16,8 0-10-16,8-1-50 0,10 0-39 0</inkml:trace>
  <inkml:trace contextRef="#ctx0" brushRef="#br0" timeOffset="-58818.62">28442 10269 2531 0,'3'-3'439'0,"0"1"-403"16,0-2-20-16,3 0-33 0,2 0-26 0,5-1-8 0,6 0-4 15,6 0 5-15,9 1 7 0,5 1 10 0,5 1 7 0,7 1 5 0,2 0 7 16,5 2-3-16,3-1 6 0,4 2 8 0,3 2-2 0,0 1 4 0,7 1 2 15,2 3-2-15,2 2 2 0,2 2 1 0,2 2 1 0,3 4 3 16,1 2-7-16,6 3 4 0,0 4 0 0,3 6-3 0,5 6 8 0,-1 2-9 16,4 6-6-16,-1 2 1 0,-1 4-5 0,-2 1-4 0,-1 3-4 15,-3 3 1-15,-1 2-1 0,-4 3 4 0,-1 3-1 0,-6 0-3 0,-4 3 7 16,-3 0-2-16,-3-1 3 0,-6 2 8 0,-2 0-13 0,-3 1-10 0,-5 5 0 16,-5 1 0-16,-4 1 18 0,-5 4 10 0,-6-1 4 0,-1 4-11 15,-8 2-12-15,-5 3-17 0,-6 1-16 0,-10 0-18 0,-7-2-20 0,-8-2-2 16,-9-4-9-16,-11-4-2 0,-10-4 3 0,-11-2-1 0,-12-7 16 0,-13-5 20 15,-11-6 9-15,-11-11 19 0,-10-9 6 0,-12-7 5 0,-7-8 6 16,-8-6-4-16,-10-7 1 0,-8-6-5 0,-7-6 5 0,-7-7 1 0,-7-8 3 16,-7-5 3-16,-9-8-2 0,-6-6 0 0,-11-9-28 0,-9-9-73 15,-7-9-86-15,-7-8-91 0,1-11-105 0</inkml:trace>
  <inkml:trace contextRef="#ctx0" brushRef="#br0" timeOffset="-41150.19">17100 9999 3681 0,'-4'-2'14'0,"0"0"5"0,-1 2-6 0,0 1-5 0,3 6-22 0,1 5-14 0,3 9-2 0,4 7-16 0,1 10-4 16,1 5-4-16,-1 5 11 0,-2 1 19 0,-1 0 12 0,-3 0 6 0,-2-1-1 16,-1 1-10-16,-1-1-14 0,2 2-16 0,0-1-14 0,1-1 4 0,1 0-13 15,2-1 6-15,0-1-5 0,1-3-23 0,0-1-17 0,1-1-25 16,1-2-25-16,2 0-13 0,0 0-11 0,3-1-16 0,0-3-23 16,3-1-40-16,4-5-66 0,2-1-108 0,3-4-120 0</inkml:trace>
  <inkml:trace contextRef="#ctx0" brushRef="#br0" timeOffset="-40733.68">24012 9410 3048 0,'6'-6'90'0,"0"1"32"0,0-1 0 15,-1 1-24-15,-5 6-141 0,0 0-66 0,1 2-12 0,1 3 24 0,3 4 40 16,1 4 33-16,1 3 13 0,-1 4 1 0,-1 1 14 0,-1-1 1 16,-2 4-2-16,-1 0 13 0,-2 3-13 0,-1 3 0 0,0 1-3 0,-1 2-1 15,-1 2-1-15,0 1 0 0,1 1 2 0,-2-1-3 0,1-1 1 16,0-1 0-16,0-2 1 0,0 0 1 0,1-1-4 0,0-2-9 0,1-1-8 16,0-2-32-16,0 0-19 0,2 1-42 0,0-1-51 0,1-1-41 0,1 1-43 15,2-1-15-15,1-1-34 0,2-1-49 0,2 0-59 0,0-1-214 16</inkml:trace>
  <inkml:trace contextRef="#ctx0" brushRef="#br0" timeOffset="-40482.68">29368 9531 3421 0,'26'8'49'0,"-1"4"-32"0,6 4-30 0,0 7-5 0,-3 4 5 16,2 3 2-16,1 5 9 0,2 5 2 0,-1 1 0 0,-2 0 0 0,-5 1-6 15,-3-6 3-15,-5 0-5 0,-4-3-2 0,-2 0-3 0,-2 3-7 16,-3-2-18-16,-1 1-11 0,-3-1-8 0,-1 0-8 0,-2-2-10 0,-1 1-27 15,-3-2-26-15,-2 0-38 0,-2-1-27 0,-3 0-46 0,-1 0-42 16,-4 2-39-16,-3-3-79 0,-4 0-40 0,-4-3-175 0</inkml:trace>
  <inkml:trace contextRef="#ctx0" brushRef="#br0" timeOffset="-39383.68">21137 4452 3244 0,'-6'29'32'0,"0"15"-18"0,-5 23-17 15,-2 21-6-15,0 10-4 0,1 10-4 0,2 5 2 0,-1 1-2 0,-1 1 1 16,0-3 3-16,-3-6 8 0,0-5-6 0,-3-7 3 0,-1-8 1 0,1-7 3 16,-1-7 6-16,-2-5 7 0,0-5-2 0,-4-2 0 0,-1-4 3 15,-3-4 3-15,-2-2 1 0,0-3-5 0,-4-1 19 0,0-2 1 0,-2-1 10 16,-3 0 14-16,0 0-10 0,-2-2-2 0,-1 0-3 0,1-1-6 0,1-3-6 16,1-1-4-16,4-3-9 0,4-4-1 0,3 1-7 0,2-2-1 15,3-2-6-15,2 0 2 0,2-3 0 0,5-1 2 0,2-1-4 0,3-5-13 16,2-1-4-16,5-2-5 0,2-3 13 0,3-1 11 0,4-3 4 15,3 0-6-15,2-2-11 0,4-2-2 0,2-3 6 0,5-5-13 0,4-2-1 16,2-4 12-16,4-5-3 0,3-5 21 0,5-3 0 0,3-6-10 0,2-3 3 16,3-4-6-16,1-2 1 0,3-2 7 0,3-3-10 0,0-1 8 15,2 0 6-15,1 1-8 0,0 1 2 0,3-2 2 0,1 1-15 0,0-1 18 16,2-1 1-16,0 1-1 0,0-2 16 0,1 0-10 0,-2 0 5 16,-1-3 3-16,-2 1 3 0,1-1-2 0,-1-2 1 0,-2 1 3 0,-2 0 1 15,-6 1 12-15,-2-1-1 0,-3 0 0 0,-2-2-1 0,-4-2-14 0,-4-1 0 16,-3-2 4-16,-7-3-2 0,-3-1-5 0,-5-3 1 0,-6-2-11 0,-5-3 14 15,-5-1 5-15,-8 0-1 0,-4 0 19 0,-6 1-3 0,-6 2-2 16,-3 3-40-16,-5 2 0 0,-6 6 0 0,-5 4 0 0,-8 4 0 0,-5 5 0 16,-5 2 0-16,-8 7 0 0,-4 4 0 0,-7 7 0 0,-4 4 0 15,-1 6 0-15,-4 4 0 0,2 5 0 0,-2 5 0 0,1 4 0 0,1 5 0 16,-3 4 0-16,2 6 0 0,-2 5 0 0,3 5 0 0,0 6 0 0,1 4 0 16,3 5-16-16,2 5 4 0,4 4 0 0,4 2 0 0,5 2-10 15,4 3-31-15,5-1-43 0,6 1-32 0,6-1-44 0,5 0-39 0,5-1-69 16,6 2-77-16,6-2-126 0,8-2-99 0,4-3-41 0,7-5-148 0</inkml:trace>
  <inkml:trace contextRef="#ctx0" brushRef="#br0" timeOffset="-38816.17">23342 3974 3905 0,'-2'2'110'15,"-1"5"-240"-15,1 8-74 0,0 10-5 0,3 12 45 0,2 8 96 0,0 5 60 16,1 4 11-16,-3 4 4 0,-2 3 0 0,-2 5-5 0,-4 6 0 0,-1 6-4 16,-2 7 2-16,-2 8 7 0,0 3-1 0,-2 6-5 0,1 2-8 15,0 3-2-15,0 2 4 0,1 0-6 0,1 1 11 0,1-1-9 0,3-2 1 16,-1 1 6-16,1 0-4 0,0-4 8 0,1-4-5 0,1-5 3 0,2-8-4 15,1-7 1-15,1-6-3 0,1-6-6 0,0-5 8 0,1-5-1 16,0-4 9-16,0-7 6 0,0-6 3 0,1-6 10 0,-1-8-2 0,1-4-1 16,0-5-1-16,0-7-3 0,-1-2 2 0,0-4-1 0,1-4 4 15,-1-5-3-15,0-3-14 0,0-4-13 0,0-5-15 0,1-7 5 0,1-6 4 16,0-8 6-16,2-7 6 0,0-6 1 0,1-7 2 0,-1-5-4 0,2-3 8 16,1-4-1-16,0-6 1 0,1-3 5 0,0-4-5 0,0-7-4 15,-1 0-6-15,1-4 4 0,0 0-3 0,0 0 1 0,-1 1 3 0,-1 1-5 16,-1 2 4-16,-2 3-5 0,-2 1 7 0,-1 5-2 0,-1 5 6 0,0 2 5 15,0 6 0-15,0 4 5 0,2 4-10 0,0 3-4 0,3 2 0 16,2 4-7-16,2-1-6 0,3 4 2 0,2 1-1 0,0 1-8 0,4 4 20 16,2 0 0-16,3 2 7 0,4 3 11 0,3 1-16 0,2 4 3 15,0 2-5-15,1 4-1 0,-3 3 6 0,2 4-1 0,-1 3 6 0,0 6 7 16,0 2 4-16,0 3 10 0,-1 4 0 0,2 3 0 0,-1 4-3 0,1 2-8 16,0 5-5-16,1 6-4 0,-2 4 0 0,0 6-4 0,-1 4 4 15,-1 7 1-15,0 6-12 0,-1 5 9 0,-3 7 0 0,-2 5-5 0,-2 5 11 16,-5 5-11-16,0 5-6 0,-3 4 2 0,-3 4-15 0,-1 3 0 0,-2 4 4 15,-2 1 1-15,-4 3 10 0,1-1-3 0,-2 0 1 0,0-2-15 16,-1-3-1-16,-1-3-19 0,2-4-33 0,-2-6-11 0,2-5-14 0,-1-8 7 16,1-8 1-16,1-7 2 0,0-8-28 0,1-4-52 0,0-7-36 15,0-3-66-15,0-5-217 0,0 1-11 0,-2-2 59 0,0-4 29 0,-2-6 78 16</inkml:trace>
  <inkml:trace contextRef="#ctx0" brushRef="#br0" timeOffset="-38650.16">23557 5711 3744 0,'0'-1'27'0,"3"0"-158"0,5 0-66 0,5-1 16 0,8 0 31 16,6 0 87-16,4-1 46 0,3-1-10 0,2-1-31 0,0-2-43 0,0-3-55 16,-1-1-49-16,2-1-47 0,-1-1-44 0,1-2-36 0,1-2-39 15,-1-4-109-15,2-7-91 0</inkml:trace>
  <inkml:trace contextRef="#ctx0" brushRef="#br0" timeOffset="-38067.17">24062 3002 2996 0,'-110'-27'-12'0,"-15"5"-76"0,-37-3-45 0,5 14-34 0,10 8 21 16,-3 3 51-16,2 1 44 0,1 0 33 0,2 2 5 0,-2 2 5 0,-1 4-1 16,-2 5 11-16,-3 4 5 0,1 7 13 0,-1 6 4 0,1 5 4 0,-2 6 7 15,1 5-11-15,-2 9 1 0,0 5 1 0,-1 5-4 0,2 9 6 16,4 4-5-16,3 5-2 0,3 5-1 0,5 5-1 0,0 6 5 0,4 6 7 16,4 6-2-16,1 5-2 0,2 5-7 0,6 5-6 0,3 4-2 15,6 5-4-15,5 3 7 0,6 1-12 0,4 4 9 0,11 2 2 0,9 0-5 16,11 1 4-16,9-1-10 0,9-2-1 0,9-4-4 0,9-3 1 0,10-5-4 15,13-4 3-15,9 0 4 0,8-4-1 0,12-4 4 0,7-4-13 16,9-3 0-16,7-2 3 0,8-3-2 0,9-2 2 0,9-5-3 0,10-6-4 16,7-5-1-16,8-6 5 0,9-4 3 0,7-3 2 0,9-5 4 0,7-4-4 15,6-3-3-15,5-7-4 0,5-5-19 0,3-3 6 0,6-5-3 16,3-2 2-16,5-4 12 0,1-1-6 0,4-5 5 0,2-4 2 0,5-6 16 16,2-4 1-16,2-7 2 0,2-7 2 0,0-6-9 0,-3-6 3 15,-2-5 7-15,-1-5-2 0,-2-4 3 0,-1-6 0 0,-1-3 0 0,-2-5-6 16,-1-3 4-16,-2-3 6 0,-2-5 3 0,-3-3 14 0,-2-3 3 0,-4-3-3 15,-4-3-3-15,-2-5 0 0,-3-3 5 0,-4-4 0 0,0-5 4 16,-4-1 6-16,-3-6-4 0,-5-4-1 0,-1-2-7 0,-6-4-1 0,-4 1-4 16,-6-2 13-16,-6 3 1 0,-5-1 5 0,-6 0 2 15,-5-2-11-15,-6 0 4 0,-6-3-3 0,-3-4 0 0,-5-4-4 0,-4-6-3 0,-6-6-6 16,-8 1-3-16,-8 1-2 0,-9 2-6 0,-10 5-2 0,-8-2-9 0,-7-4-6 16,-7-4 0-16,-6-3-6 0,-7-4 8 0,-8 1-2 0,-6-4 2 0,-8 0-1 15,-8 2 2-15,-7-2-2 0,-9 2-3 0,-7-1-4 0,-7 2-3 16,-9 4 3-16,-6 1 3 0,-8 6 1 0,-8 2 0 0,-6 5 0 0,-9 5 2 15,-6 4-5-15,-8 8 11 0,-5 4-14 0,-7 6-8 0,-9 8-3 16,-7 5-15-16,-6 9 7 0,-5 7-4 0,-2 10-13 0,-5 11-22 0,-4 11-20 16,-7 12-27-16,-7 11-12 0,-3 14-25 0,-6 12-54 0,-1 11-43 15,3 12-101-15,0 5-83 0,1 7-49 0,1 5-321 0</inkml:trace>
  <inkml:trace contextRef="#ctx0" brushRef="#br0" timeOffset="-464.82">6455 10997 2630 0,'-3'-1'81'0,"1"0"-52"0,1 0-21 0,3 3-11 0,3 1 5 16,1 2 7-16,2 3-4 0,1 4 4 0,1 4-4 0,-1 5-2 15,-1 2-2-15,1 4 1 0,-2 5 0 0,0 0-2 0,0 5 6 0,0 4-2 16,1 3-3-16,-3 4-1 0,2 4 10 0,0 3 10 0,-1 4 8 0,0 3 23 16,0 4 5-16,0 3 10 0,-1 4 21 0,1 3 1 0,-2 2 10 0,1 1-10 15,-1 5-15-15,1 1-1 0,0 5-8 0,0 1-10 0,0 1-10 16,1 1-10-16,0 3-9 0,1 1-8 0,0 3 6 0,0 0-2 0,0 1-9 16,-2 1-6-16,3-2 11 0,-2 1-5 0,-1 2 9 0,0 0 7 15,-2 1-26-15,0 2-12 0,-1 0 14 0,-1 1-4 0,-1 2 2 0,-1 1 15 16,-1 1-19-16,0 0 6 0,-1 0 4 0,-2 1-4 0,1 1-2 0,-2 1-2 15,1-1-2-15,-2 1 4 0,2-2-4 0,-2 0 6 0,1-1-4 16,0-1 0-16,0-4-16 0,1-2 16 0,0-3 0 0,1-1-2 0,1-2 12 16,0-2-14-16,1-3 2 0,0-2 12 0,2-5-6 0,1-1-6 0,0-5 4 15,1-1-6-15,-1-1 2 0,2-3 10 0,0-2-4 0,2-2 8 16,-3-37-1-16,2 7-14 0,-1-1-7 0,2 8 0 0,0-4 8 0,1 9 16 16,1-4 3-16,-1 7-17 0,2-1 10 0,1-2-22 0,0-3 5 15,0-2 28-15,0-1-5 0,-5-25 20 0,2 2-6 0,-2 0-26 0,2 2 4 16,0-3-4-16,0 3-10 0,0-2-6 0,1 3-8 0,0-2 14 0,0 2 2 15,1-1 8-15,0 1-14 0,-1 0 8 0,2 0 18 0,-1 1-12 16,1 0 10-16,0 0-22 0,0-1 10 0,0-2 34 0,-1 1-36 0,1-2 0 16,0-1 0-16,0-1 0 0,0-2 0 0,0 0 0 0,0-1 0 0,-2-3 0 15,2 0 0-15,-1-1 0 0,0-2 0 0,1-3 0 0,-1 0 0 16,0-1 0-16,0-1 0 0,1-2 0 0,-1-1 0 0,1-1 0 0,1-1 0 16,0-1 0-16,0-2 0 0,0-1 0 0,2-1 0 0,0 1 0 15,2-3 0-15,0-1 0 0,0 0 0 0,2-2 0 0,2 0 0 0,-1-1 0 16,2 0-46-16,2-1 4 0,-1-1 34 0,3-1-4 0,1 1 0 0,0-2-1 15,2 1-7-15,0-1 20 0,3 0 6 0,0 0-12 0,2-1 4 16,0 2-18-16,3-2 18 0,0 1-9 0,3-1 9 0,1 1 4 0,1 0-12 16,2-1 12-16,2 0-20 0,1-1 1 0,2 1 9 0,2 1-5 0,1-1 13 15,2 0 0-15,2 0-12 0,1-1 18 0,3 2-18 0,2-1 2 16,0 0 7-16,2 1-3 0,3-1 15 0,0 2-9 0,3-1 0 0,2 0-2 16,2 1 2-16,1 1-5 0,2 1 10 0,1-1-5 0,2 1 10 15,3 1 11-15,0 1-30 0,2 0 5 0,2 1-10 0,1 1 9 0,2 1 5 16,2 1-16-16,0-1 22 0,2 1-10 0,1 1 29 0,1 0-25 0,1 0-6 15,0 1 4-15,3 1-21 0,0-1 33 0,1 1-6 0,1 0-14 16,0 0-5-16,2 0 3 0,0 1-1 0,1-1 15 0,1 1 23 0,0 0-33 16,1-1-5-16,2 1 11 0,-1 0-17 0,2 0 40 0,0 1-10 0,2-1-22 15,-1 0 7-15,1-1-2 0,2 1-7 0,-1 1 13 0,3-2-14 16,-1 1 5-16,1-1 11 0,0 1-16 0,1-1 22 0,1 0-8 0,0-1 6 16,2 0-8-16,0 1-8 0,1-1 8 0,0-1 2 0,0 0 12 15,1 1 1-15,1-2-15 0,-1 1 4 0,2-1 8 0,0 0 1 0,1-1 4 16,-1 1 1-16,1-1-7 0,8-1 1 0,108-3 11 15,-16 0 4-15,-15 0 10 0,-15 0-1 0,-17 2-17 0,-17-1-5 0,-16 2 8 0,-25 0-16 16,-1 2 19-16,-2-1-11 0,-1 2-10 0,-1 0 28 0,-2-1-28 0,-2 2 8 16,-1-1 6-16,-1 1-28 0,-3 0 18 0,-1 0-4 0,-2 0-16 0,-2 1 40 15,-3 2-12-15,1-1-4 0,-4 2-10 0,0-1 0 0,-3 0 0 16,-2 1 0-16,-3 0 0 0,-2 1 0 0,-2-1 0 0,-42-2 0 0,5 2 0 16,-2-1 0-16,3 1 0 0,-2 0 0 0,4 1 0 0,-3-1 0 15,4 2 0-15,-4-1 0 0,4-1 0 0,-4 2 0 0,3 0 0 0,-3-1 0 16,2 2 0-16,-4-1 0 0,2 0 0 0,-2 0 0 0,-5 1-22 0,-1-1-42 15,-4 0 7-15,-2-1-29 0,-3 0-7 0,-3-1-10 0,-3 1-41 16,-2-1-21-16,-2-1-46 0,-2 0-45 0,-3-2-51 0,-3 0-77 0,-1-1-67 16,-3-2-65-16,-2-1-86 0,-4-8 84 0</inkml:trace>
  <inkml:trace contextRef="#ctx0" brushRef="#br0" timeOffset="-147.82">18429 17212 2355 0,'10'2'147'0,"1"0"-30"16,4 0 14-16,4 0-15 0,4 0-32 0,5-1-40 0,3 0-28 15,2 0-8-15,3 0-6 0,4 0 0 0,0 0 5 0,3 1-9 0,3 0 0 16,0 2-8-16,2 0 3 0,0 1 7 0,3 1 4 0,-1 2-4 0,1 0 1 15,0 2 8-15,0 1-4 0,2 2 16 0,-2 1 13 0,1 1 19 16,-3 2 24-16,-1 1-6 0,-1 1 12 0,-2 1-14 0,-3 2-6 0,-3-2 0 16,-2 2-27-16,-3-1 14 0,-3 2 2 0,-2 1-9 0,-3 1 11 0,-3 2-11 15,-2 0-8-15,-4 1 35 0,-11-13-11 0,1 2-13 0,-2 0 0 16,0 3-46-16,-2 0 0 0,-1 2 0 0,-2 1 0 0,-1 1 0 0,-2 2 0 16,-2 3 0-16,-2-2 0 0,-2 4-14 0,-3 0-30 0,-2 2-49 15,-4-1-70-15,-1 1-25 0,-5 1-124 0,-4 0-161 0,-2 0-321 0,-5-2-537 16</inkml:trace>
  <inkml:trace contextRef="#ctx0" brushRef="#br0" timeOffset="786.18">10362 12070 2309 0,'-2'0'98'0,"-1"1"-55"0,1 3-53 0,0 4-10 0,1 4 0 16,2 6 3-16,1 5 5 0,2 9 1 0,-1 6 0 0,0 8 1 0,0 5 4 16,-3 6 1-16,-2 4 4 0,-1 4-4 0,-1 4-13 0,0 7 12 0,0 5-4 15,-1 5 2-15,0 7 7 0,1 3-13 0,1 5 4 0,-1 3-5 16,1 3 6-16,-1 4 2 0,0 5 1 0,0 4 4 0,1 3 1 0,2 4 8 16,0 3 4-16,2 3 12 0,0 2 15 0,1 4 10 0,1 1 6 15,1 6 2-15,2 1 8 0,0 1-4 0,1 2-1 0,2-1 4 0,1 2-8 16,2-1-2-16,0 0-13 0,0-1-10 0,0-1-10 0,1-2-7 0,2-1 4 15,1-1-12-15,0-2-1 0,0-2-6 0,-8-73 2 0,3 18-7 16,-1-4-13-16,1 17-30 0,2-3-59 0,1 14-69 0,-7-54-111 0,1 5-110 16,1 7-112-16,0 9-42 0,1-3-68 0</inkml:trace>
  <inkml:trace contextRef="#ctx0" brushRef="#br0" timeOffset="1319.48">13002 11704 1456 0,'-4'53'124'15,"-1"13"-27"-15,0 24-6 0,1 6-39 0,2 0-34 0,2 6-11 0,1 5-4 16,1 7-5-16,1 4-2 0,0 3 2 0,-1 6 4 0,1 2 5 15,-1 5-6-15,1 4 5 0,0 2 0 0,2 3 4 0,1 4 7 0,0 2 0 16,3 2-3-16,1 3-1 0,1 1 8 0,2 3 58 0,1 6 10 0,0 1-2 16,1 2-8-16,0 0-67 0,0-4-15 0,-1-2-3 0,1-1-12 15,0 2 12-15,1 0-2 0,0 2-8 0,0-3-19 0,1-1-47 0,0-1-73 16,-1-4-96-16,1 1-83 0,-9-81-43 0,2 22-26 0,1-2-82 0</inkml:trace>
  <inkml:trace contextRef="#ctx0" brushRef="#br0" timeOffset="1735.48">17075 12096 1860 0,'-7'36'99'0,"-1"13"-40"15,-4 19-1-15,1 12-25 0,-1 4-25 0,0 9-13 0,-1 9 2 0,-1 10-3 16,0 7-4-16,-2 5 4 0,-1 4-15 0,-1 2 18 0,0 3 3 0,-3 4 7 16,1 3 13-16,3 2-21 0,0 5 2 0,2 3-1 0,3 0-3 15,-1 3 5-15,1-1 6 0,2 2-2 0,1 0 7 0,2 1-1 0,0-1-8 16,2 1 3-16,0 1-3 0,0-1 8 0,0 0-9 0,1-1-2 0,0-1-1 16,1-3 6-16,1 0 1 0,0-4-1 0,1-5-12 0,0-4-18 15,0-72-14-15,1 16-50 0,-1-6-77 0,0 16-98 0,-1-3-86 0,-1 13-17 16,2-53-187-16</inkml:trace>
  <inkml:trace contextRef="#ctx0" brushRef="#br0" timeOffset="2135.48">8346 11937 1 0,'-18'23'378'0,"4"-12"783"16,-5 0 764-16,6-15-1870 0,1 3 3 0,4 7-34 0,1 4-31 0,2 8-18 16,4 9 12-16,4 10 2 0,6 10 7 0,3 11 8 0,5 8-19 15,3 8-1-15,-2 7 8 0,2 5 1 0,-2 7 9 0,-1 4-2 0,-3 7 5 16,-1 3-5-16,-1 3 0 0,-2 5-20 0,-1 4 14 0,-2 3 8 0,1 8-5 16,-1 4 19-16,-2 5-7 0,0 4-10 0,-2 5-1 0,0 5 4 15,-1 8-8-15,-2 4 8 0,0 6-2 0,-1 5-4 0,0 3-1 0,0 3-6 16,0 1-17-16,0 4-34 0,0 4-47 0,2 3-53 0,0 4-58 15,2 1-83-15,1 1-132 0,-1-98-130 0,2 26-81 0,1 4-82 0</inkml:trace>
  <inkml:trace contextRef="#ctx0" brushRef="#br0" timeOffset="3368.48">11934 13731 1879 0,'-18'-17'660'0,"-3"1"-511"0,-3-4-13 16,5 6-42-16,4 5-24 0,2 2-17 0,2 3-27 0,1 2-16 15,2 1-8-15,-1 2-7 0,1 3-8 0,-2 4-2 0,-1 5 1 0,-2 4 0 16,-1 5 4-16,-2 4-4 0,-2 7 2 0,0 4-1 0,0 3-9 15,-2 5 20-15,-1 2-8 0,0 3 6 0,-2 3 13 0,-1 3-14 0,-1 4 8 16,-1 3-6-16,1 2-4 0,-1 3-3 0,-1 0 10 0,-1 2 3 0,-1 1-1 16,-2-1 1-16,0 2-8 0,-1 0 4 0,1-1 2 0,1-3 11 15,2-2-8-15,1-4-1 0,2-1-20 0,0-1 14 0,2-1 4 0,2-3-1 16,0-2 12-16,1-3-22 0,3-2-2 0,-1-2-5 0,1-6-20 0,-1-3-17 16,3-4-27-16,-2-3-24 0,1-3-9 0,3-5-29 0,1-2-34 15,1-6-23-15,1-4-27 0,2-5 3 0,0-5 20 0,2-3 0 0,0-3 17 16,2-7-15-16,-1-6-72 0,1-9-97 0</inkml:trace>
  <inkml:trace contextRef="#ctx0" brushRef="#br0" timeOffset="3601.48">10971 14560 907 0,'-3'-29'194'0,"0"-2"-40"16,0-8-13-16,2 5-22 0,2 5-12 0,0 3-21 0,1 3-17 0,1 4-4 16,0 4 0-16,2 1-1 0,0 3-10 0,1 2-12 0,0 3-17 15,1 3-17-15,1 1-1 0,2 2 1 0,1 3 10 0,2 2 24 0,3 4 16 16,0 3 4-16,2 3 1 0,2 2-6 0,0 3-9 0,4 2-6 15,1 2-6-15,2 4-25 0,3 1-2 0,2 3-12 0,2 1-1 0,2 2 18 16,2-1 2-16,1 1 8 0,1 1-5 0,0-1 0 0,2 0-1 0,0 0 4 16,-2 0 4-16,1 0 2 0,-2 0 5 0,0 0-3 0,1-3 1 15,-2 1-14-15,0-1 1 0,-3 0-3 0,-1 0-6 0,-1-1 4 0,-1-2-16 16,-1 1 11-16,-2-2-1 0,0 1-4 0,-2-1 7 0,1 0-15 0,-1-1-8 16,-3-2-44-16,-1 1-67 0,-3-2-92 0,0 0-135 0,-2-1-97 15,0 2-127-15,-2 0-255 0</inkml:trace>
  <inkml:trace contextRef="#ctx0" brushRef="#br0" timeOffset="4402.48">10371 12393 1387 0,'-12'0'303'15,"-2"2"-247"-15,0 1-33 0,0 5-33 0,2 3-10 0,1 2-2 0,1 3-5 16,2 5-3-16,2 2 6 0,0 3 9 0,-1 3 6 0,0 0 4 15,1 1-1-15,0 1 1 0,0 3 5 0,0 3 3 0,0 2 0 0,0 2-5 16,0 0-2-16,0 1 2 0,-1 1 2 0,0-1 5 0,0 0 0 0,0-1 7 16,1 0 7-16,0-1 9 0,0 0 9 0,0 2 2 0,0-1-5 15,0 0 5-15,1 1-2 0,0 0-2 0,2 0 2 0,1 2-11 0,2 1-7 16,0 1-1-16,1 2 3 0,2 2 0 0,2-1 2 0,1 2 0 0,1 0-3 16,2 1-9-16,-2 3 12 0,3 0-4 0,-1 1 1 0,1 1 12 15,2 0-10-15,1 0 5 0,-1 1-3 0,2-1 1 0,0 0-2 0,0 0-4 16,1-1-8-16,1 2 2 0,-1 0 4 0,-2-1 5 0,-2 2 10 15,-1-1-6-15,0 0-3 0,-1-2-4 0,0-1-3 0,-1-2 3 0,-1-1 1 16,-1-1-2-16,0 0-1 0,0-2 1 0,0 0 1 0,0 0 8 0,-1-2-4 16,1-1-9-16,0 1 1 0,-1 0-5 0,1-1 3 0,-1 0-4 15,0-1-2-15,0 1-2 0,0-2 1 0,-1 2-7 0,-1-1 7 0,0 1 1 16,-1-1-4-16,1-2 7 0,-2 1-5 0,0-1 5 0,0 1 10 0,0 1 0 16,0 1 0-16,0-1 0 0,-1-1 7 0,-1 0 5 0,0 3-10 15,0-2-15-15,0 1 11 0,-1 0-2 0,-1 2 4 0,1-1 10 0,-2-1-27 16,2 0 4-16,-1 2-7 0,0-3 3 0,0 0-3 0,-1-3-1 15,2-2 4-15,0-1-1 0,0 1 0 0,-1-2 1 0,0 0-13 0,1-21 10 16,0 5-11-16,0-2 11 0,0 5 12 0,0-2-8 0,0 3 3 0,-1 0-9 16,0 1 11-16,0-1-2 0,0-1-4 0,1-1 6 0,-1-1-6 15,1-3 3-15,0 0 13 0,1-1 4 0,-1-2-2 0,2-1 10 0,0-1 5 16,1-2-9-16,0-3-4 0,1 0-11 0,0-1 3 0,1-1-4 0,0-1-4 16,1-1 7-16,0-1 6 0,1 0-9 0,-1-1 7 0,2 0-7 15,0-2-7-15,-1 1 5 0,2 0-11 0,1-1-3 0,1 0 12 0,0 0 2 16,1 0-3-16,0-1-6 0,1 1-4 0,1-1-7 0,2 0 20 15,0-1-18-15,1 2-24 0,-1-2 6 0,3 0-27 0,1 2-14 0,-1 0-29 16,1-2-59-16,1 1-62 0,1-1-90 0,0 1-91 0,0-1-124 0,2-2-102 16,-1-3-71-16</inkml:trace>
  <inkml:trace contextRef="#ctx0" brushRef="#br0" timeOffset="5153.46">10093 11998 1 0,'-32'-25'281'16,"6"-1"727"-16,3-2 724 0,-11-8-1563 0,-2 1-121 0,6 3-36 15,10 5-28-15,5 4-19 0,7 2-20 0,5 3 3 0,6 1-17 0,5 2-2 16,6 3 6-16,5 0 1 0,3 1 8 0,5 0 8 0,2 1 5 0,5 2 1 16,4 0 5-16,4 0 0 0,6 0-2 0,6-1 8 0,3 0 7 15,4-2 9-15,2 0 7 0,2-1 0 0,2-1-5 0,0 0 3 0,3 0 3 16,1 1 1-16,2-1 9 0,1 1-3 0,-1 1-5 0,0-1 5 0,0 2-3 16,-1-1-5-16,2 1 16 0,0 0 1 0,-1 0 2 0,3 1 10 15,1 0-7-15,0 1-6 0,1 0 0 0,-1 0-8 0,0 2-2 0,-1 0 2 16,-1 1-1-16,2 2 2 0,-1 0-2 0,0 2 2 0,-2 2-1 15,-3 0-3-15,0 2-1 0,-2 3-4 0,-4 1 0 0,-2 2 8 0,-4 3-1 16,-2 0-9-16,-4 3 4 0,-4 3 6 0,-5 1 5 0,-1 3 10 0,-5 1-1 16,0 1-9-16,-4 4-4 0,-4 1-1 0,-1 2 0 0,-3 1 5 15,-5 2-7-15,-1 3 4 0,-4 1-2 0,-3 2 3 0,-1 0-1 0,-2 2-2 16,-2 2 0-16,-1 2-2 0,-2 2-6 0,-1 4 10 0,-1 1-4 0,1 3 2 16,-2 2 8-16,1 5-11 0,0 2 5 0,-1 3-1 0,0 2-2 15,0 1 2-15,0 4 2 0,-1 4 0 0,0 2 5 0,-1 2-6 0,1 3-1 16,1-1 1-16,0 3-1 0,1-2-1 0,0 1 2 0,1 2-1 15,1 1 1-15,0 3 3 0,1-1-8 0,0 2 1 0,2-2 2 0,-2 0 0 16,1 0 3-16,1 2-1 0,-1-1-1 0,1 0 5 0,1 2 9 0,0-1 16 16,0 5 7-16,2 1 2 0,0 1-8 0,0-2-17 0,0-3-2 15,-3-1 6-15,-1-2 4 0,-1 2-2 0,0-1-4 0,0 1-2 0,-1-2 0 16,-1-1 6-16,-2-3 1 0,1-1-4 0,-2-3 7 0,-1 1-1 0,-1-2 5 16,0-3 8-16,0 0-4 0,-1-4 4 0,1-4 1 0,-1 1 8 15,0-3 5-15,0-2-3 0,-1-1-2 0,0-2-7 0,0-3 3 0,-1-2 2 16,1-5-2-16,-1-2-7 0,3-29-6 0,-1 7 14 0,-1-3-4 15,-1 6 0-15,1-3-12 0,-2 6 1 0,1-3-7 0,-2 3 6 0,0 1-4 16,-1-3-10-16,1-2 20 0,-1-3-8 0,0 0 2 0,1-3-9 0,-1 1-14 16,0-2 17-16,1-2-19 0,-1-2 0 0,1-1 0 0,-1 0-2 15,1-1 6-15,0-1-2 0,1-3 29 0,-2-1-6 0,2-1 3 0,-1 0-10 16,0-2-20-16,1-2-4 0,0 0 14 0,3-7 6 0,0 2-24 0,-1-1 14 16,1 0 2-16,0 0-2 0,0 0 6 0,-1-1-18 0,1 1-4 15,-1-1 14-15,1 1-8 0,-1-1 6 0,2 0 0 0,-2 0 2 0,0-1 8 16,1 1-14-16,-1-1 12 0,0 1-10 0,0-1-12 0,0 0 4 15,0-1-16-15,0 1 2 0,-1 0 8 0,1-1-25 0,-1 1-36 0,0-1-33 16,0 0-46-16,-1 1-70 0,0-2-70 0,0-1-123 0,-1-1-134 16,-1-1-183-16,-5-5-258 0</inkml:trace>
  <inkml:trace contextRef="#ctx0" brushRef="#br0" timeOffset="5886.46">12637 11484 2199 0,'-24'-25'345'0,"-3"-1"-237"16,-7-7-40-16,3 7-28 0,2 4-4 0,2 2-6 0,-2 2-30 0,0 2-5 16,-1 3-7-16,1 2 1 0,-2 3 2 0,-2 4 1 0,-4 1 0 15,-3 3-2-15,-3 4 2 0,-4 1-4 0,0 5 6 0,-3 4 1 0,-2 3 2 16,-1 1 7-16,-2 4-10 0,-1 2 14 0,-1 2-1 0,0 3-6 0,-3 3 6 16,0 5-12-16,-3 0 3 0,-3 5-6 0,0 3 5 0,0 2 8 15,-3 2 0-15,1 1 0 0,2 1 1 0,-2 5-6 0,2 0-13 0,1 5 10 16,2 2-4-16,3 2-1 0,2 2 11 0,2 5 2 0,0 2 0 15,0 5 0-15,2 3-2 0,1 3-6 0,0 3 3 0,2 3-3 0,0 4-1 16,1 0-2-16,0 4 1 0,4 2-8 0,1-1 11 0,4 1-1 0,4 3 3 16,1-1 16-16,4 1-12 0,4 1-12 0,4 0-2 0,4 1-8 15,4 0 5-15,2 1 10 0,6-2-5 0,3-2-12 0,3 0 14 0,5-3 0 16,2 0-1-16,6 0 17 0,3-3-17 0,5-1 4 0,2-1 8 0,7-1 0 16,4-1 6-16,5-2 5 0,3 0-1 0,5-5-2 0,4 0 8 15,4-3-3-15,5-5-4 0,3-1-2 0,4-4-7 0,3-2 6 0,1-3-7 16,6-3-4-16,4-3 1 0,4-3-2 0,6 0 12 0,4-2 22 15,3-5-5-15,3-4-18 0,0-6-1 0,-1-4-19 0,5-6 0 0,-1-3 16 16,2-6-2-16,1-4-1 0,2-3-6 0,0-5-1 0,0-6 6 0,-1-3 5 16,2-7 4-16,-1-5 3 0,-1-5-9 0,2-4 15 0,0-4 6 15,-1-4 4-15,-1-5 8 0,-2-5-2 0,-1-2-19 0,-2-5 14 0,-2-5-5 16,-2-3-5-16,-3-4 21 0,-3-4-12 0,-3-6-1 0,-1-3-8 0,-3-4-1 16,-4-7 7-16,-2-1-15 0,-4-4 12 0,-3-5-6 0,-4-4-13 15,-2-5 12-15,-4-3-12 0,-2-4-1 0,-3-3-2 0,-4-1-8 0,-5-1 1 16,-3-1 1-16,-2 0-1 0,-5-1 3 0,-4-1 2 0,-3 0-15 15,-7-2 1-15,-3-1 1 0,-5-1 1 0,-6 1 12 0,-5 4-8 0,-6-1-4 16,-4-1-4-16,-6-1-15 0,-5-2 15 0,-4 2 2 0,-7 0 0 0,-4 1-6 16,-8 0-18-16,-3 1-2 0,-4 2 0 0,-6 2-5 0,-7 1 0 15,-7 4-16-15,-8 2-6 0,-7 3 22 0,-5 7-1 0,-5 4 23 0,-5 8 8 16,-7 4 6-16,-6 6 4 0,-6 7 3 0,-4 5 7 0,-2 8 6 0,-2 8 12 16,-1 7 2-16,1 8-10 0,0 7 1 0,2 8-1 0,1 9 7 15,0 8 14-15,6 10-4 0,1 10-1 0,3 9-14 0,3 12-10 0,0 11 6 16,4 14-11-16,3 12-4 0,2 10-6 0,6 10-14 0,5 8-4 15,7 8-34-15,9 7-90 0,8 8-172 0,9 6-209 0,11 6-139 0,7 7-204 16</inkml:trace>
  <inkml:trace contextRef="#ctx0" brushRef="#br0" timeOffset="6219.46">19534 16147 3509 0,'8'3'82'0,"4"-1"-27"0,7 0-23 0,6 0 11 0,5 0-4 16,12 1-20-16,13 1-6 0,10 1-18 0,9-1 12 0,5 1 1 0,1 1-6 15,0-2 13-15,-1 2-17 0,0-1 2 0,0 0-7 0,1 0-9 16,1 0 3-16,1 1-6 0,2 0-12 0,-1-2 4 0,-2-1 6 0,0 0 2 16,-2-3 8-16,-1 0-23 0,1-2-13 0,0 0 8 0,1-1-3 0,-1-1 10 15,-1-1-3-15,0-1-3 0,-1 0 2 0,-5 0 2 0,-1-1 12 16,-4 0-7-16,-3 1 12 0,-4 0-21 0,-4 1-25 0,-3 0-23 0,-3 1-49 16,-2 0-46-16,-2 1-69 0,0 0-77 0,0 0-61 0,0 0-70 15,-1-1-44-15,3-4-122 0</inkml:trace>
  <inkml:trace contextRef="#ctx0" brushRef="#br0" timeOffset="6486.46">22529 15123 2796 0,'-1'-2'868'0,"2"0"-715"0,0 0-71 0,1 2-55 0,1 0-3 16,4 1-18-16,5 2-2 0,6 4-6 0,6 3-6 0,8 3-8 0,4 4 18 15,5 2-2-15,-1 5 6 0,0 0 10 0,0 3-14 0,0 2-2 16,0 2-6-16,1 2 0 0,-2 2-2 0,-1 3 8 0,0 2-4 0,-5-1 10 16,0-2-6-16,-5-1 4 0,-1-1-2 0,-3 3-10 0,-2 1 10 15,-2 0-20-15,-3 2 18 0,-4 1 0 0,-2 0 2 0,-3 4 22 0,-3-2-22 16,-4 1-2-16,-4 3-12 0,-3 0 2 0,-5 2-2 0,-2 0 1 0,-3 1 5 16,-2 0-18-16,-2 0-7 0,-1 3 2 0,0 1-11 0,-2-1-16 15,1-1-10-15,-2 0-41 0,2 0-22 0,0 0-16 0,1-1-40 0,3-1-53 16,1-3-111-16,0-2-196 0,2 0-102 0,0 0-287 0</inkml:trace>
  <inkml:trace contextRef="#ctx0" brushRef="#br0" timeOffset="7052.48">25655 13061 1 0,'15'6'279'0,"-1"-4"764"0,-1-2 812 0,-2 0-1553 15,-14-8-210-15,3 5-65 0,-1 4-59 0,1 6-11 0,1 8-5 0,2 10 0 16,2 16 8-16,2 12 20 0,0 10 13 0,0 7-1 0,-2 3 14 0,-1 6-17 16,-2 3 4-16,0 4 3 0,-1 5-19 0,-1 2 8 0,1 7-19 15,-1 5-10-15,1 4 16 0,0 5-1 0,0 3 14 0,-1 1-1 0,0 0-12 16,0-1-10-16,-2 0-2 0,1-1-10 0,-2 1 26 0,-1-3 6 15,-1 1 11-15,-1-1 16 0,-2-1-11 0,-1 0 4 0,0-3-4 0,0-2 4 16,-1-1-1-16,0-1 3 0,-1-2-1 0,1-3 4 0,1-1 0 0,1-3-6 16,-1-1 4-16,0 0-8 0,1-3 1 0,1-3 4 0,5-47-12 15,-1 9 8-15,1-2 7 0,0 9-8 0,2-2 8 0,0 8-10 0,2-4 3 16,0 6 14-16,3-3-4 0,1-2 1 0,2-4 15 0,2-4 3 0,-5-28 6 16,2 2 12-16,0-3-22 0,2 2 7 0,2-2 17 0,1 3-4 15,1-3-9-15,2 2 6 0,2-2-10 0,2 1 1 0,2-2 11 0,3 0-14 16,3-1-17-16,2 1 0 0,4-3-6 0,3 2 4 0,4-3 6 15,4-3 15-15,2-1-13 0,5-2-14 0,3-2 10 0,5-3-22 0,4 0 7 16,4-3-7-16,5-3-6 0,4-1 26 0,2-1-3 0,6-2 3 0,3-1 0 16,3-2-17-16,3-1-3 0,3-1 7 0,1 1-11 0,4-2 0 15,2-1 17-15,1 0 1 0,4 0-3 0,0 1 11 0,2-1-18 0,1 0-1 16,2 2 8-16,1-1-22 0,2 0 29 0,0 1-5 0,2 0 7 0,0 0 19 16,2 1-2-16,0 1 30 0,2 0 11 0,0 0-10 0,0 0 1 15,1 1-15-15,0 1 0 0,-1 0-6 0,-1 1-13 0,1-1 8 0,-2 2-14 16,0-1 6-16,-2 1-22 0,-2 0-4 0,0 2 0 0,-3-1 0 15,-1 2 0-15,-4 0 0 0,-2 1 0 0,-3 2 0 0,-1 0 0 0,-5 1 0 16,-2 0 0-16,-5 2-34 0,-2-1-34 0,-5 1-44 0,-4 2-36 0,-3-1-24 16,-5 2-50-16,-2 0-68 0,-4 0-99 0,-4 0-139 0,-2 1-78 15,-3 0-55-15,0 0-6 0</inkml:trace>
  <inkml:trace contextRef="#ctx0" brushRef="#br0" timeOffset="7302.46">31981 17518 3470 0,'5'-3'297'0,"-2"1"-148"0,2-2-94 0,1 0-45 0,2 0-14 16,4-1 18-16,1 1-4 0,2 1-8 0,3 0-4 0,5 1-37 15,1 3-12-15,5 1-6 0,-1 3-3 0,4 1 7 0,1 3-7 0,2 2-7 16,0 3 10-16,-1 2 5 0,2 2 8 0,0 3 6 0,0 2 3 0,-2 0-3 15,-16-9-7-15,2 1-4 0,-2 2-9 0,2 2-9 0,1 2 88 16,-1 3-5-16,1 2-21 0,0 3 1 0,-3 2-78 0,2 4 5 0,-3 1 17 16,0 4-6-16,-4 2-4 0,1 5-14 0,-4 2-41 0,-2 5-54 15,-5 1-161-15,-6 4-105 0,-6 2-59 0,-6 3 2 0,-9 4-14 0</inkml:trace>
  <inkml:trace contextRef="#ctx0" brushRef="#br0" timeOffset="7919.46">25221 12922 1 0,'-2'-5'282'0,"-1"-5"705"0,-4-8 744 0,-4-6-1575 0,-1 1-49 0,2 4-57 0,1 4-36 16,3 4-7-16,1 4-5 0,3 2-5 0,1 1 3 0,0 2-9 0,0 2 1 16,1 1 3-16,0 1-4 0,-1 2 11 0,0 1 0 0,-1 1-4 15,0 3 2-15,-1 5-4 0,0 3 2 0,-2 2 2 0,1 4 0 0,-1 3 0 16,-1 1 2-16,-1 2 0 0,-1 0-6 0,0 1 4 0,-2 0 0 16,-1 3-3-16,-2 0 1 0,-1 2 0 0,-1 0 2 0,-2 0-11 0,-2 2 19 15,-2-1-1-15,1 1-2 0,-3 0 15 0,0-1-20 0,-2 1 2 16,0-2-9-16,0 0 5 0,0-1-5 0,1-2-10 0,1-2-9 0,1-2-26 15,2-3-20-15,1 1-20 0,0-3-21 0,4-1-19 0,0 0-28 0,2-4-53 16,1-1-62-16,2-1-62 0,2-3-25 0,2-2-12 0,2-4-14 16,3-2-142-16</inkml:trace>
  <inkml:trace contextRef="#ctx0" brushRef="#br0" timeOffset="8119.46">25648 12635 3470 0,'1'-14'168'15,"-1"3"-18"-15,1-1-88 0,1 3-35 0,-1 5-17 0,3 1-14 0,1 3 2 0,3 1 0 0,2 3-5 16,5 3 3-16,2 3-10 0,4 2 3 0,2 5 32 0,0 3-8 0,3 3 13 16,0 3-3-16,4 2-33 0,-2 4 9 0,3 2-1 0,0 4-2 15,1 2-2-15,1 3-20 0,1 1-32 0,-3-1-40 0,0 1-53 0,-5 1-62 16,-1 1-62-16,-2 1-88 0,-3 3-106 0,-2 3-122 0,-3 2-220 15,-5 3 132-15</inkml:trace>
  <inkml:trace contextRef="#ctx0" brushRef="#br0" timeOffset="9468.87">14200 14597 1 0,'-54'-97'190'0,"-5"3"627"0,-14-15 638 0,12 29-1304 0,8 20-101 15,6 3 2-15,5 4-8 0,4 3-26 0,7 5 8 0,4 4-11 16,5 7 0-16,4 4-3 0,2 4-12 0,2 3 3 0,1 3-3 0,2 4 2 15,1 3-6-15,2 3-1 0,1 4-3 0,2 2-9 0,2 3 1 0,0 2-7 16,0 2-2-16,2 3 2 0,1 3 0 0,1 4 6 0,2 5 2 16,3 6 0-16,4 3 11 0,3 2-16 0,3 4 0 0,2 1 10 0,5 0-3 15,4 5 16-15,5 0-7 0,3 0-9 0,6 3 0 0,4 1 5 0,3 1 4 16,6 2 4-16,6-2 0 0,3 1-7 0,4-1 7 0,5 3 0 16,4-2-1-16,3 1 4 0,8 0-2 0,2 1 6 0,5 0 1 0,4-1 0 15,4 0 3-15,2 1-3 0,6-3 1 0,5 1-4 0,4-3 1 16,4-1 2-16,5-3 0 0,4-2 5 0,8-2 3 0,2-3-9 0,8 0-1 15,3-3 2-15,5-2-3 0,4-2 11 0,3-2 2 0,5-2 2 0,4-1-10 16,2-4 11-16,7-1 4 0,3-2-1 0,4-4 6 0,2-1-10 16,1-3-4-16,2-1-1 0,4-1 2 0,5-2 5 0,-1-2 8 0,5-3 4 15,0-2 7-15,-1-3-6 0,4 0 3 0,-1-2 3 0,2 0-1 0,1-1 8 16,0-2-9-16,-2 1-5 0,-1 1 2 0,-2 1-23 0,-1-1-4 16,3-3 17-16,2 0-1 0,-2 2 25 0,0-1-2 0,-4 2-16 0,-5 0-6 15,-5 1-11-15,-5 0 2 0,-4 1 3 0,-3 0-12 0,-4 1 7 16,0 1-4-16,-5 1-5 0,-4-1 5 0,-6 0-7 0,-9 0-2 0,-6 1-2 15,-7 2 6-15,-8 0-4 0,-3 1 1 0,-4-1 1 0,-8 2-8 0,-6-1 6 16,-4 0 2-16,-7 2-2 0,-5 0-2 0,-3-1 8 0,-7 0-6 16,-7 1 7-16,-8 0 1 0,-12 1-10 0,-8 1 2 0,-5 1 1 0,-4-1-1 15,-3 1 6-15,-6 0-6 0,-4 1-4 0,-2 0 4 0,-4 0-2 0,-5 0-2 16,-2 1-13-16,-2 0-29 0,-3 0-37 0,0 0-41 0,-1 0-44 16,0 1-45-16,-2 0-68 0,1 1-97 0,0 0-126 0,3 1-144 0,1-1-280 15</inkml:trace>
  <inkml:trace contextRef="#ctx0" brushRef="#br0" timeOffset="9718.88">27289 14294 3798 0,'7'-10'201'0,"4"1"-105"0,2-1-96 0,4 3 0 0,2 4 0 15,7 2 0-15,6 2 0 0,8 2 0 0,7 5 0 0,5 3 0 16,4 2 0-16,0 4 0 0,0 0 0 0,-1 5 0 0,-2 3 0 0,-1 0 0 15,-2 4 0-15,0 2 0 0,-1 3 0 0,0 1 0 0,-3 2 0 0,0 1 0 16,-3-2 0-16,-2 2 0 0,-3 0 0 0,-1 2 0 0,-3 2 0 16,-2 1 0-16,-4-2 0 0,-5 1 0 0,-4-2 0 0,-3 1 0 0,-4 2 0 15,-3-1 0-15,-3 3 0 0,-5 0 0 0,-3 5 0 0,-6 3 0 0,-4 2 0 16,-5 4 0-16,-5 3 0 0,-8 4 0 0,-8 6 0 0,-10 1 0 16,-8 5-14-16,-11 3-78 0,-9 2-47 0,-16 8-37 0,-14 4-103 0,-20 9-212 15,-26 6-368-15,-32 7-483 0</inkml:trace>
  <inkml:trace contextRef="#ctx0" brushRef="#br0" timeOffset="11381.87">28386 15216 597 0,'-12'100'-71'0,"-1"23"-38"0,-4 40-202 0</inkml:trace>
  <inkml:trace contextRef="#ctx0" brushRef="#br0" timeOffset="12902.14">8674 18361 2252 0,'-7'1'234'0,"1"1"-72"0,-1-1-32 0,-2 0 12 0,0 1-18 15,-1-1-26-15,-1 1-23 0,-1 0-36 0,-1 0-6 0,-1-1 1 0,1 1-11 16,-2 0 1-16,-1-1 7 0,0 1-19 0,1 0 1 0,0-1-16 0,1 0-5 16,1 0 16-16,1 0-14 0,1 0 10 0,-1 0-13 0,0 1-2 15,1-1 14-15,0 1-19 0,1-1 9 0,-1 2-4 0,1-1 2 0,-1 1 11 16,1 0-13-16,0 0 9 0,2 1-9 0,-2 1 4 0,1 0 0 0,1 1-1 16,-1 0 5-16,1 0-4 0,0 1 1 0,2 2-15 0,-1 0 8 15,0 0-6-15,1 2-6 0,1 1 5 0,0 1-24 0,0 0 18 0,1 0-2 16,0 2-12-16,1 1 16 0,0-1-24 0,1 1 5 0,1 1-14 0,0 1-38 15,1-1-18-15,0 0 5 0,1 1-43 0,0-1-47 0,1-1-44 16,1 0-80-16,1 0-20 0,0-2 3 0,2-1 12 0,0 0 7 0,1-2 29 16</inkml:trace>
  <inkml:trace contextRef="#ctx0" brushRef="#br0" timeOffset="13286.01">8556 18584 2327 0,'-5'1'276'16,"1"1"-152"-16,0 0-37 0,-2-1-22 0,1 1-11 0,-1 0-8 0,0 1-10 15,-1 0-33-15,1 0-1 0,0 1-2 0,0 0-20 0,-1 0 18 16,1 0-10-16,-1 1-2 0,2 0 4 0,1 0-21 0,2 0 11 0,0 0-2 16,2 0 4-16,0 0 3 0,1-1 57 0,1 1 13 0,0 0-3 0,1 0-4 15,0-1-59-15,1 0-4 0,0 0-6 0,0-1 3 0,1 1 4 16,1-2 5-16,-1 0 11 0,1-1 7 0,-1-1-11 0,1-1 0 0,1-1 9 15,-1 0-2-15,1-2 2 0,1-1-4 0,0-1 1 0,0-2 4 16,0 0-4-16,1-1-67 0,0-2 4 0,1-2-3 0,-1 0 12 0,1-1 62 16,0 0 4-16,-1-2-1 0,1-1 2 0,0 1 3 0,-1 0 3 0,1-1 7 15,-2 0-13-15,-1 1-3 0,0 1-7 0,0-2-1 0,-2 1 18 16,1 1-13-16,-2 1 4 0,0 0 11 0,-1 0 0 0,-1 1 10 0,-1 2-5 16,0-1-59-16,-1 0 15 0,0 1-3 0,-1 1 2 0,0 0 49 0,-1 2-20 15,0 0-2-15,-1 1-10 0,1 1-10 0,-1-1 7 0,0 2-7 16,-1 1-2-16,1 1-1 0,-1 1-9 0,1 1 2 0,-1 1 3 0,0 2-26 15,2 1-21-15,-2 1-26 0,0 2-32 0,0 2-53 0,1 1-50 16,-1 1-56-16,1 1-65 0,0 2-14 0,1 2-7 0,0 2 21 0,2-1-138 16</inkml:trace>
  <inkml:trace contextRef="#ctx0" brushRef="#br0" timeOffset="14019">9832 18246 2407 0,'-5'0'169'0,"2"-1"-65"15,0 0-19-15,-1 0-26 0,0-1-12 0,0 0-22 0,0 0-28 16,1-1-4-16,-1 0-10 0,1-1 2 0,0 1 10 0,1-2 3 0,1 0 7 15,0 0-13-15,2-2 3 0,2 1-2 0,1 1-4 0,2-1 3 0,1 1-11 16,1 0 9-16,1 0 2 0,0 2 8 0,2 1-8 0,-2-1-4 16,2 2 9-16,1 1-13 0,-1 1 3 0,1 2-8 0,-2 0 3 0,1 2 21 15,-1 1-11-15,0 1 29 0,-1 2-11 0,-1 0-18 0,0 2-1 16,-3 0-23-16,0 1 5 0,-1 1 9 0,-1 1 9 0,-1 1-14 0,-1 0-2 16,-1 0 0-16,-1 2 3 0,-1-1 9 0,-1 0-2 0,-1 2 1 0,0 0 0 15,0-1-8-15,-1 1 5 0,0-1 8 0,0 0-8 0,0-1-12 16,1 2-21-16,0-2-44 0,1-1-9 0,0-1-16 0,1 0-14 0,2-1 8 15,0-1 3-15,2-2 17 0,1-1 19 0,1 0 5 0,1-3 6 0,1 0-4 16,1-2-9-16,2-1-8 0,0-1-4 0,2-2 2 0,1-1 7 16,1-1 15-16,1-2 7 0,0 0 13 0,2-2 20 0,0-1 13 0,0-1 19 15,0 1 7-15,1-1 5 0,0-2 6 0,-1 1 0 0,0 0 12 16,0 1 13-16,0-1 6 0,-2 1 13 0,-1 1 10 0,1 1 3 0,-2-1 12 16,0 2 0-16,-3 2-10 0,1 0 4 0,-1 1 1 0,-1 1 7 0,-1 1 3 15,-1 1-11-15,0 0-23 0,0 1-7 0,-1 1-10 0,-1 0-2 16,0 2 2-16,0-1-11 0,0 1 2 0,0 1-7 0,-1-2-11 0,1 3 2 15,0-2-8-15,0 1 5 0,-1-1-9 0,2 1-4 0,-1-1 4 16,1 1-5-16,0-1 10 0,-1-1 7 0,1 0 1 0,0-2 19 0,1 0-4 16,-1 0-4-16,1-3 3 0,1 0-6 0,-1-2 9 0,0-1-1 0,0-1 2 15,0 0 5-15,-1-3 3 0,1 0 4 0,-1-2 13 0,0-1-3 16,-1 1 16-16,0-2-11 0,0-1-9 0,-2-1 8 0,0-1-21 0,-1 2 13 16,-1-1-8-16,-1-1-12 0,-1 0 9 0,0 1-10 0,-2 0-15 0,-1-1 6 15,0 2-9-15,-2 1-5 0,0 0 5 0,-1 1-25 0,0 1 5 16,-2 1-4-16,0 2-11 0,-1 0-7 0,0 3-37 0,1 0-26 0,-2 1-30 15,0 2-42-15,0 2-44 0,0 1-55 0,1 2-50 0,-1 0-43 0,0 2-14 16,1 2-130-16</inkml:trace>
  <inkml:trace contextRef="#ctx0" brushRef="#br0" timeOffset="14686">12532 18038 971 0,'-1'-2'269'0,"0"0"-236"0,0-1-15 0,0 0-3 0,-1-2-15 0,1 0-20 16,0-1-29-16,0-1-30 0,1-1-6 0,1 0-10 0,0-1-9 16,0-1-5-16,1-1-20 0,1-1-17 0,-1 1-25 0,3-2-96 0</inkml:trace>
  <inkml:trace contextRef="#ctx0" brushRef="#br0" timeOffset="15003">12587 17796 343 0,'-1'0'176'0,"0"0"-25"0,0 0-1 15,0 0 4-15,0 0 10 0,-1 0-10 0,1 0 0 0,-1 0-8 16,1 0-22-16,0 0-8 0,-1 0-26 0,1 0-29 0,0-1-8 0,0 1-13 15,1 0 0-15,0-1 9 0,0 0 4 0,1 0-12 0,1 0 3 0,1 0-5 16,0 0-4-16,1 0-8 0,1 0-2 0,0 0-4 0,2 1-11 16,0-1 18-16,1 2-21 0,1-1 7 0,1 1 8 0,0 0-18 0,0 1 0 15,2 1-1-15,0 0 4 0,1 1-17 0,-1 1 13 0,0 0 1 16,1 1-1-16,0 1 5 0,-1 1-10 0,0 0-3 0,-1 1-7 0,-2 1 13 16,1 0-7-16,-2 1-8 0,0 1 1 0,-2 1-2 0,0 1 10 0,-2-1 2 15,-1 2 3-15,-1 0 0 0,-1 1 5 0,-1 0-7 0,-2 0 2 16,0 1 0-16,-1 0-1 0,0 0 2 0,-1 0-12 0,0-1 11 0,0-1-6 15,-1 0 18-15,1 0 10 0,0 0 2 0,0-3-5 0,0 1-24 0,1-1 0 16,0 0-11-16,0-1 2 0,1-1 11 0,1-1-5 0,1 0-4 16,0 0 6-16,1 0-5 0,0 0 2 0,1-1 2 0,1 1-13 0,0-1 10 15,1 1 5-15,1 0-6 0,-1 1 3 0,2-1-2 0,0 0-2 16,0 0 6-16,1 2 4 0,0 0-4 0,-1 0 1 0,1 0 1 0,1 1-5 16,-1 0-5-16,-1 2 10 0,1 0-8 0,-1 0-3 0,0 0 6 0,-1 1-5 15,0 1-7-15,-2 1 2 0,0 0-12 0,0 0-8 0,-1 1-15 16,-1 0-23-16,0-1-52 0,0 1-57 0,-2 1-65 0,1-2-16 0,-1 1-31 15,0-1-6-15,0-1-67 0</inkml:trace>
  <inkml:trace contextRef="#ctx0" brushRef="#br0" timeOffset="15303">13288 18448 1987 0,'-1'3'271'0,"1"-1"-152"15,-1 0 13-15,1 1 10 0,-1 1-33 0,1-1-30 0,0 1-61 0,0-1-14 16,0 2 1-16,1 0 1 0,1 0 0 0,0 0-5 0,0 1 3 16,1-1-3-16,1 1 4 0,0-2-1 0,2 0-4 0,0-1 1 0,1-1 3 15,-1 0-6-15,3-1 24 0,0-1 0 0,0-2-7 0,1 0-5 16,0-2-5-16,1-1 2 0,-1-2 5 0,1 0 5 0,0-2-23 0,1-2 21 16,-1 1-8-16,-1-3 7 0,1-1 6 0,-1-1-6 0,-1-2 14 0,0 1-5 15,-1-2-15-15,-1-1-8 0,-2 1 0 0,-1-2 0 0,0 0 14 16,-1 0-10-16,-2-1 12 0,-2 0-8 0,0 1-1 0,-2 1 11 0,-2-1-27 15,1 2 13-15,-4 1-15 0,0 0-17 0,-2 2-5 0,-1 2-25 0,-1 0 3 16,0 2-18-16,-2 3-4 0,-1 1-23 0,-1 4-24 0,0 2-30 16,-2 4-38-16,0 2-29 0,0 3-36 0,1 3-24 0,-2 4-34 0,1 1-7 15,3 5 10-15,-1 3-138 0</inkml:trace>
  <inkml:trace contextRef="#ctx0" brushRef="#br0" timeOffset="15919">16739 18148 979 0,'0'0'424'0,"0"1"-183"0,-1-1 22 16,0 0-9-16,1 0-29 0,-1 0-56 0,0 1-64 0,0-1-27 0,0 0-17 15,0 0-18-15,0 1 11 0,-1 0-34 0,1 0 2 0,-1 0-8 16,0 1-16-16,0 0 14 0,1 2-22 0,-1-1 3 0,0 1-5 0,1 2 4 16,-1 0 35-16,1 2-10 0,-1 1 2 0,2 2-2 0,-1 0-36 0,1 2 0 15,0 0 5-15,1 2-1 0,0 1-3 0,1-1-4 0,1 2-10 16,1 0 20-16,0 0-5 0,0-1 7 0,2 2-3 0,-1-2-10 0,2 0 15 15,0-2-2-15,1 0-2 0,0-1-4 0,1-1 4 0,1-3 12 0,-1 0 9 16,1 0-19-16,0-3 8 0,1-1 4 0,1-1 9 0,-1-3 21 16,0 0-14-16,2-2 0 0,-1-2-7 0,1 0-2 0,1-1-1 0,-2-2 2 15,3-1 7-15,-2-1-12 0,1 1-5 0,0-1 5 0,-2-1 3 16,2-1-13-16,-2 0 12 0,1 1-15 0,-1-1 4 0,-1 1 19 0,1 0-6 16,-2 0 1-16,0 0-3 0,-1 1 1 0,-1 1 2 0,-1 1-3 0,-1 0 5 15,0 1 5-15,-1 0-9 0,-1 1 13 0,-1 2-21 0,0-1 8 16,0 2-2-16,-2 1-22 0,0 1 13 0,0 1-18 0,-1 2 11 0,0 2-7 15,-1 1-10-15,0 2 0 0,0 1-12 0,-1 4 11 0,0 2-12 0,0 1-14 16,0 3-24-16,-1 2-35 0,1 2-34 0,-1 2-51 0,1 1-70 16,-1 3-95-16,1-1-75 0,0 3-15 0,1 0 66 0,1 2 118 0</inkml:trace>
  <inkml:trace contextRef="#ctx0" brushRef="#br0" timeOffset="16120">17761 18595 1622 0,'0'1'970'0,"-1"0"-802"16,1 1 17-16,0 0-16 0,-1 0-37 0,1 1-34 0,0 1-63 0,-1 0-37 15,1 0-7-15,1 0 4 0,-1 2-3 0,1-1-4 0,0 2 3 0,1 0-40 16,0 0-13-16,1 0 33 0,1 1-39 0,0 0-10 0,-1-1-6 16,3 1-44-16,0-1 12 0,2-1-3 0,0-1 1 0,0-1-11 0,2-1-13 15,-1-1-3-15,1-2-13 0,2-2-20 0,0-2-31 0,1-4-90 16,1-3-7-16,0-5-19 0,2-4-123 0</inkml:trace>
  <inkml:trace contextRef="#ctx0" brushRef="#br0" timeOffset="16904">7614 13182 2950 0,'-37'-17'-12'0,"-1"1"60"15,-3-1-4-15,12 10-11 0,8 10-12 0,3 7-14 0,1 10-9 16,-2 9-10-16,-2 13-4 0,-3 12 16 0,-1 12-5 0,-3 11 4 0,-2 11-3 16,-4 6-27-16,-3 8-15 0,-6 7-24 0,-5 4-5 0,-6 9-2 0,-3 3-2 15,-2 6 14-15,-4 2 9 0,-2 3 15 0,-4 5 10 0,-1 4 9 16,-4 1 11-16,-1 4 4 0,-1-1 8 0,0 0-2 0,2-3-10 0,3-5 8 15,6-7-2-15,6-8 2 0,9-12-5 0,9-13-38 0,10-14-35 0,11-14-53 16,11-15-46-16,9-14-25 0,10-14-44 0,11-15-17 0,9-14-7 16,14-16-43-16,9-20-174 0</inkml:trace>
  <inkml:trace contextRef="#ctx0" brushRef="#br0" timeOffset="17086">8796 13333 2315 0,'-28'-5'386'0,"0"2"-278"0,-8 2 6 0,2 8-37 0,2 7-19 0,-3 8-22 16,-3 10-20-16,-3 9-4 0,-2 12 1 0,-7 13-8 0,-5 11 0 16,-4 11-3-16,-6 9-2 0,-1 6 2 0,-1 8-1 0,-2 8 5 0,1 5-8 15,4 3 4-15,3 3-9 0,5-1-2 0,7-3-16 0,8-6-41 16,8-7-50-16,13-9-51 0,10-7-60 0,10-8-63 0,8-5-23 0,13-9-74 16,11-10-49-16,10-11-332 0</inkml:trace>
  <inkml:trace contextRef="#ctx0" brushRef="#br0" timeOffset="17220">9526 14561 3048 0,'-64'34'134'0,"-1"7"-13"0,-19 16-45 0,7 11-31 16,6 7-21-16,-2 12-7 0,0 12-23 0,4 9 4 0,2 7-7 0,5 5 2 16,5 0 11-16,5-1-34 0,6-3-35 0,8-9-66 0,9-3-82 0,11-7-124 15,12-3-116-15,13-5-124 0,10-8-469 0</inkml:trace>
  <inkml:trace contextRef="#ctx0" brushRef="#br0" timeOffset="17353.01">9675 16471 2857 0,'-93'97'129'16,"1"9"-107"-16,-18 36-20 0,67-71-14 0,-6 21-33 0,13-3-61 0,-1 20-116 15,11 0-112-15,15-48-101 0,4 7-99 0,7-3-368 0</inkml:trace>
  <inkml:trace contextRef="#ctx0" brushRef="#br0" timeOffset="17587">18061 14616 3995 0,'-34'17'8'15,"-20"17"-40"-15,-24 22-38 0,-31 24-35 0,4 7-40 0,-12 18-15 16,-8 11-15-16,-7 7-29 0,-4 7-15 0,1 1-1 0,3 0 4 0,6-1 2 16,10-5-14-16,11-5-23 0,12-10-10 0,14-9-52 0,14-10-59 0,13-11-235 15</inkml:trace>
  <inkml:trace contextRef="#ctx0" brushRef="#br0" timeOffset="17753.83">19113 15204 3885 0,'-14'13'55'0,"-5"3"-12"0,-5 7-27 0,-7 8-2 0,-4 6-10 16,-10 15-18-16,-10 14-39 0,-12 13-53 0,-8 13-36 0,-8 9-53 0,-4 5-36 15,-1 4-35-15,-6-1-90 0,-4 3-115 0,-7 3-153 0,-11 4-245 0</inkml:trace>
  <inkml:trace contextRef="#ctx0" brushRef="#br0" timeOffset="18175.84">10623 18837 3981 0,'-6'1'48'0,"-1"-1"18"0,-2 1-66 0,-2 0 0 16,1 0 0-16,-3 1 0 0,1-1 0 0,-1 0 0 0,0 0 0 16,1-1 0-16,0 2-180 0,-1-1-63 0,1 0-66 0,1 1-65 0,2 1-98 15,3 1-66-15,7 0-20 0,4 2-6 0,6 2 59 0</inkml:trace>
  <inkml:trace contextRef="#ctx0" brushRef="#br0" timeOffset="19319.83">14721 18735 3223 0,'0'1'308'0,"-1"-1"11"16,1 1-114-16,-1 0-165 0,-1 0-40 0,1 0 0 0,0 0 0 15,-1 0 0-15,0 0 0 0,1 0 0 0,-1 0 0 0,0 0 0 0,1 0 0 16,-1 0 0-16,0 0 0 0,0 0-42 0,1-1-10 0,-1 1 7 0,1-1 2 16,0 0 4-16,0-1 31 0,-1 1 16 0,1 0-10 0,0-1 13 15,-1 0-11-15,0 0 12 0,0 0 0 0,0 0 1 0,-1-1 9 0,1-1-12 16,-1 1 0-16,0-1-4 0,0 0-14 0,0-1 21 0,-1 1 1 0,0 0-6 16,0-2 12-16,0 2 2 0,0-1 2 0,-1-1-30 0,1 1 6 15,0-1 6-15,-1 0-2 0,1 1 18 0,0 0-20 0,-1 0-2 0,1-1 6 16,1 1-6-16,-1 0 0 0,0 1-8 0,0-1 14 0,0 0-70 0,0 2-1 15,0-1-20-15,0 0 14 0,0 0 71 0,1 0-8 0,-1 0 18 16,1 0-32-16,0 1 26 0,0-1 2 0,0 1-12 0,0 1 6 16,0-1-7-16,1 0-9 0,0 0 20 0,0 1-19 0,-1 0 5 0,1 0 10 15,0 0-21-15,0 0 15 0,0 1-1 0,0-1 16 0,0 1-9 0,0 0-9 16,0 0-10-16,0 0-2 0,1 0 10 0,-1 0-3 0,1 1-6 0,0-1 1 16,0 0 13-16,0 0-9 0,0 1 13 0,0-1-3 0,1 0-7 15,-1 0 26-15,1 1-20 0,0-1-9 0,-1 1 11 0,1-1-1 0,0 0-1 16,0 0 6-16,0 1 13 0,0-1-11 0,0-1 13 0,0 1-9 0,0 0-12 15,1 0 17-15,-1 0-5 0,0 0 7 0,0 1-17 0,0-1 6 16,0-1 17-16,0 1-21 0,0 0-4 0,0 1-9 0,1-1 21 0,-1 0 9 16,0-1 6-16,0 1 3 0,0 1-39 0,1-2 26 0,-1 2-11 0,0-1-11 15,0 0 22-15,1-1-11 0,-1 1 6 0,1 0-8 0,-1 0-7 16,0 0 5-16,1 0 8 0,-1-1-14 0,1 1 5 0,0 0-1 0,-1 0 6 16,1 0 13-16,0 0-18 0,-1 0 10 0,1 0 1 0,0 0-2 15,0 0 9-15,0 0-36 0,0 0 21 0,0 0 2 0,1 0-3 0,-1-1 6 16,0 1-6-16,1 0-5 0,-1 1 2 0,1-1 3 0,0 1-5 0,-1-1 19 15,1 0-16-15,1 0-3 0,-2 0-11 0,1 0 1 0,0 1 10 16,1 0-9-16,0 0-7 0,-1-1-5 0,1 1 17 0,0 0 0 0,0 0 6 16,0 1-1-16,0-1-10 0,1-1 17 0,-1 1-4 0,0 1 4 0,0 0-1 15,0-1-3-15,1 1-11 0,-1 0 4 0,0 0 15 0,0 0-6 16,0-1 9-16,-1 1-5 0,1 0-5 0,-1 0 12 0,1 0 5 0,-1 0-4 16,1 0-9-16,-1 0 68 0,1 1 15 0,-1-1-14 0,0 0 8 15,0 1-73-15,1 0 1 0,-1-1 23 0,0 1-17 0,0 0 1 0,0 1-3 16,-1-1-14-16,1 0 16 0,0 1-5 0,-1 0-11 0,0-1 26 0,0 2-26 15,1-1 0-15,-2 1 8 0,1-2-12 0,-1 2 28 0,1 0-22 16,-1 0-14-16,-1 0 16 0,1 0-15 0,0 0 5 0,-1 0-4 0,1 1-11 16,-1-2 14-16,0 1-24 0,0 0-26 0,0-1-10 0,1 0-38 0,-1 0 5 15,0-1-26-15,0 1-45 0,1 0-10 0,-1-1-32 0,1-1-30 16,-1 1-33-16,1-1-74 0,0 0-32 0,1 0-10 0,-1-1 3 0,2 0-104 16</inkml:trace>
  <inkml:trace contextRef="#ctx0" brushRef="#br0" timeOffset="19769.83">10052 16695 2221 0,'-27'-17'140'0,"-1"0"-37"0,-5-6-18 15,9 4-9-15,7 3-24 0,4 0-25 0,5 5-24 0,2 1-12 0,4 2-1 16,3 3-3-16,2 0 7 0,2 2-6 0,3 0-2 0,3 3-4 15,5 2-9-15,5 3 13 0,2 4-2 0,6 2 5 0,3 3 4 0,4 4-7 16,2 1 6-16,2 2 4 0,6 2-6 0,1 3-2 0,2 3-1 0,4 3-4 16,2 1 5-16,3 3-5 0,3-2-14 0,0 1 2 0,2 4-9 15,0 0 8-15,0 2 15 0,-30-20 4 0,6 6 14 0,0-1-3 0,9 7-3 16,-2-1 3-16,8 6-12 0,-2 0 2 0,8 5-1 0,-2 1 4 0,-2-1 8 16,-1-2 10-16,0 0-1 0,-2 1 4 0,-2-2 2 0,-2-1-1 15,-1-2 18-15,-2-1-10 0,-22-18 0 0,1 2-9 0,-1-1-17 0,2 2-2 16,-1-1-7-16,2 0 7 0,-1 0-8 0,1 2-21 0,0-3-51 0,-1 2-60 15,-1-2-52-15,1 0-30 0,-2 0-1 0,0-1-22 0,-3-2-11 16,2 0-23-16,-4-3-38 0,-4-2 27 0</inkml:trace>
  <inkml:trace contextRef="#ctx0" brushRef="#br0" timeOffset="20152.83">10415 13697 2806 0,'-33'-30'166'0,"2"0"-68"0,-5-10-25 0,7 6-18 0,10 6-27 16,2 5-12-16,5 4-19 0,5 4-8 0,4 3-3 0,4 3-2 0,2 2 3 16,4 1-8-16,4 2 7 0,2 2 0 0,4 3-1 0,5 4 2 15,2 3-1-15,5 3 1 0,6 6 2 0,2 2 8 0,5 6 1 0,4 2-12 16,1 6-5-16,4 4 2 0,3 4-2 0,3 4 19 0,3 4 0 0,4 4-2 15,1 3-10-15,2 5 9 0,1 4 0 0,3 4-3 0,1 4 6 16,4 2-11-16,1 4-1 0,1 1 5 0,-1 0 0 0,0 2 12 0,0 2-3 16,-3 0-5-16,0 3 4 0,1-1-11 0,-3 0 8 0,0 2 6 0,-2-2 3 15,-3 2-4-15,0-1 7 0,-2 1 2 0,-3 0-4 0,0 1-2 16,-3 0-8-16,0-2 10 0,-4 0-9 0,-4-4 4 0,0 1-10 0,-3-3-3 16,-1-4 3-16,-2-2 6 0,-4-5 7 0,-3-5-28 0,-3-4 21 15,-3-5-21-15,-2-5-9 0,-5-7-6 0,-2-5-45 0,-4-7-10 0,-5-5-28 16,-2-6-11-16,-3-8-10 0,-2-3-9 0,-3-7-10 0,-2-4 2 0,-2-6 15 15,0-5 8-15,-3-5 8 0,0-10 5 0,-3-9 1 0,-2-12-23 16,-2-11-16-16,-3-13-25 0,-2-14-83 0,-4-18-75 0</inkml:trace>
  <inkml:trace contextRef="#ctx0" brushRef="#br0" timeOffset="20502.83">11850 12280 2164 0,'-41'-46'344'15,"-3"-7"-164"-15,-10-11-84 0,9 5-16 0,8 7-14 0,4 6-12 16,2 3-6-16,6 5-13 0,2 6-1 0,5 5 1 0,4 5-7 0,3 3 2 16,2 4-7-16,3 5-3 0,3 2-11 0,1 4-4 0,2 2-14 0,3 2-5 15,4 2-2-15,4 3-2 0,3 3 8 0,6 4-1 0,4 6 4 16,2 4 0-16,5 2 0 0,0 7 2 0,4 2 5 0,3 6-7 0,2 2-2 16,2 4 2-16,2 3-7 0,-1 4 7 0,3 2 2 0,-1 3-2 0,-1 4 7 15,1 1 5-15,0 2 7 0,-2 1 4 0,0 0 0 0,0 1 12 16,-3 3 2-16,-2-1 7 0,-1 1 8 0,-1 0-9 0,0 0 5 0,-3-3-6 15,-1 0 1-15,-2-3 8 0,-1 0-14 0,-3 1 22 0,0-3 2 16,-2 2-5-16,-1-3 8 0,-2 0-21 0,-3-2-15 0,-1-2 4 0,-1-2 10 16,-1-3-8-16,-3-2-2 0,1-1-1 0,-3-1-26 0,-1-4 17 0,-2 0 3 15,0-3-8-15,-3-1 8 0,0-3-15 0,0-2 5 0,-2-2 0 16,0-2 8-16,-3-1-10 0,2-3 0 0,-2-2-10 0,0-3-2 0,1-2 8 16,-1-3-8-16,0-1 10 0,-1-2-10 0,0-2-2 0,-1-1-2 0,1-3-21 15,-1-1-2-15,0-1-22 0,1-2-18 0,-1 0-17 0,0-2-22 16,1-1-27-16,-1-1-27 0,1-2-32 0,-1-3-47 0,0-2-54 0,-1-6-64 15,1-7-98-15,-2-11-148 0,0-17-203 0</inkml:trace>
  <inkml:trace contextRef="#ctx0" brushRef="#br0" timeOffset="20786.83">10465 11397 1296 0,'-9'7'159'0,"0"3"-135"0,-3 6-54 0,2 3-26 15,3 7-15-15,2 6-9 0,2 7 0 0,2 8 3 0,2 9 0 0,1 5 5 16,0 6 0-16,1 5-4 0,-1 3-11 0,0 7-13 0,1 8-17 16,-1 8-15-16,0 8-137 0</inkml:trace>
  <inkml:trace contextRef="#ctx0" brushRef="#br0" timeOffset="20936.83">10796 16312 1558 0,'-3'103'272'16,"-1"18"-95"-16,2 34-41 0,3-8-20 0,1-79-26 0,2 18-23 0,1-1-26 15,2 17-18-15,1-3-3 0,-3-43-4 0,1 7-4 0,-1-2 6 0,2 5-17 16,1 7 13-16,0 4 10 0,1-5-51 0,0 5-46 0,0-5-93 16,0 3-71-16,2-6-45 0,0 3-59 0,0-6-6 0,2 2-4 0,-1-5 28 15,1 0-41-15</inkml:trace>
  <inkml:trace contextRef="#ctx0" brushRef="#br0" timeOffset="21436.83">10834 11810 2000 0,'-29'-38'1242'0,"-2"-4"-1105"0,-5-12-101 0,7 5-30 16,11 5-8-16,6 3-4 0,6 0-21 0,7 1 2 0,8 1-6 0,9 0 2 15,7-1 22-15,7 1-11 0,5 1 2 0,7 5-7 0,5 1 0 16,8 2-4-16,3 2 1 0,4 1-2 0,2 1-7 0,6 2 0 0,3 0 9 16,0 4 1-16,3 1 11 0,1 1 14 0,2 0-12 0,3 2 8 0,1-1-8 15,2 0-1-15,0 2 1 0,3 3-2 0,-2 0 11 0,1 1-5 16,-1 2 4-16,1 1-6 0,0 3 0 0,-1 1 2 0,-2 2-2 0,-1 2 8 16,-1 2 0-16,-2 2 2 0,-3 2-2 0,-1 2 1 0,-3 2-3 0,-3 2 1 15,-5 2 0-15,-1 1 4 0,-3 4 1 0,-2 1 3 0,-3 2 2 16,-3 4 3-16,-1 2-2 0,-4 5 6 0,-2 1-1 0,-4 5 6 0,-4 0 3 15,-4 2-7-15,-4 4 8 0,-4 2-8 0,-4 3-3 0,-5 4 14 0,-4 2-7 16,-2 2 7-16,-5 3 5 0,-2 2-18 0,-4 1 6 0,-3 2-5 16,-2 1 4-16,-4 2 5 0,-2 2-7 0,-2 3 7 0,-3 2-7 0,-2 3 3 15,-5 3 3-15,-2 0-4 0,-1 2 5 0,-4 1-8 0,2 0 16 0,-3 3 5 16,0 0-1-16,-1 3 8 0,2-1-17 0,-1 2-6 0,2 1-1 16,1 2 3-16,1 4 1 0,2 4-6 0,0 3 6 0,2 1-6 0,1 2-17 15,2 1 13-15,1 3-9 0,2 3-2 0,0 0 15 0,0 1-10 16,3 1 1-16,0 6 0 0,3 8-1 0,-1 0-3 0,2 0-10 0,1-6 16 15,2-9-6-15,1-3 3 0,1-2 5 0,1-2-18 0,1-3 18 0,2-2-14 16,1 0 15-16,2-2-15 0,0-1-15 0,3-2 19 0,0-4-10 16,2-1 4-16,1-4-20 0,4-1-26 0,0-3-33 0,2-1-38 0,0-4-49 15,0 0-58-15,-7-43-68 0,3 11-117 0,1-3-141 0,3 11-88 0,3 2-230 16</inkml:trace>
  <inkml:trace contextRef="#ctx0" brushRef="#br0" timeOffset="36637.61">11293 12104 1382 0,'-7'3'688'0,"0"2"-603"15,1 3-7-15,3 3-26 0,3 2-12 0,4 3-22 0,2 3-13 0,4 1-2 16,2 4-3-16,1-1-2 0,1 1 1 0,2 0-2 0,0-1 0 16,1 0-2-16,2-1 1 0,0-2 1 0,1 0-2 0,3-1 7 0,1-3-5 15,1 0 6-15,2-1 7 0,-1-2 7 0,0-1 15 0,-1-1 12 0,-2-1 23 16,0-2 21-16,-2-2 20 0,2-1 8 0,-1-2-5 0,1-1-13 16,0-2-16-16,1-2-11 0,-1-3-16 0,2-2-25 0,-1-1-6 0,2-4-14 15,1-2-1-15,-1-1 9 0,1-1-3 0,-2-3-10 0,1 1 6 0,-3-2-7 16,-1-2 7-16,-2 1-1 0,-2-2-1 0,-1 0 2 0,-1 1-9 15,-2 0 6-15,-1 0 2 0,-3 2 0 0,-2-1 1 0,-3 0-4 0,-3 1-5 16,-4-1 5-16,-2 0-1 0,-4 1-1 0,-4-1-10 0,-3 0-5 16,-5 1 9-16,-1 0 8 0,-3 1 13 0,-3 1-9 0,-4-1 4 0,-3 1-13 15,-3 3 5-15,-2 0 12 0,-4 0-10 0,-1 3 2 0,-2 3-5 0,-1 2-1 16,-1 2-1-16,2 3 0 0,1 1 7 0,1 5 2 0,2 2 4 16,3 2 6-16,2 4-3 0,2 4-5 0,1 4-9 0,0 3 0 0,1 4-14 15,2 4 20-15,1 5-7 0,1 2-1 0,2 4 7 0,2 1-26 0,1 1-4 16,4 1-17-16,2-1-16 0,2 1-19 0,4-2-24 0,2-2-34 15,3-1-51-15,3-2-74 0,3-2-100 0,2-2-162 0,4-4-86 0,3-3 4 16,3-4-29-16</inkml:trace>
  <inkml:trace contextRef="#ctx0" brushRef="#br0" timeOffset="37504.19">11439 12516 2756 0,'-3'-3'167'0,"1"0"-41"0,-1-2-46 0,3 0-4 0,0-1-19 16,1 1-27-16,1-1-23 0,0 0-7 0,0 0 0 0,2 0 2 15,-2 2 2-15,0 0 1 0,-1 1-1 0,0 1-1 0,-2-1-3 0,-1 0 0 16,0 0-3-16,-1-1-3 0,-2 0 12 0,1-1-3 0,-3 0 6 15,-3-1 2-15,-2-2-2 0,-3 0 8 0,0-1 6 0,-5-1 3 0,-1-1 3 16,-1 0 2-16,-3-3 1 0,-2-1 14 0,-1-2-7 0,-3 0-1 0,0-1 3 16,-3 0-22-16,0 0 6 0,-1 1 0 0,-3-1-20 0,0-1 15 15,-3 1-7-15,-2-2-7 0,1 1 3 0,-2 0 1 0,0 0-4 0,-1 1 1 16,-1-1 3-16,0 2-10 0,-3-1 21 0,0 1-13 0,-1 2 2 0,-1-1 0 16,-1 0-14-16,-2 0 13 0,-2 2-3 0,-2-1 0 0,-1 1 8 15,-2 1-12-15,-1 1 17 0,-3 0-1 0,-1 1-10 0,-2 1 15 0,0 1-7 16,0 2 4-16,1 0 6 0,-1 2-6 0,-1 0-8 0,1 1 2 0,0 1-4 15,-1 0-6-15,1 2-4 0,1 1 0 0,-1 1 0 0,0 2 0 16,-1 0 0-16,0 2 0 0,2 0 0 0,0 3 0 0,1 2 0 0,1 0 0 16,1 1 0-16,2 2 0 0,0-1 0 0,1 3 0 0,1 1 0 0,0 1 0 15,1 0 0-15,0 2 0 0,1 1 0 0,1 0 0 0,2 2 0 16,1-1 0-16,2 0 0 0,1 0 0 0,2-1 0 0,2 0 0 0,2 0 0 16,4-1 0-16,2-2 0 0,0 1 0 0,3-2 0 0,0 0 0 15,3-1 0-15,1 1 0 0,1 0 0 0,2-1 0 0,1 0 0 0,2 0 0 16,2 0 0-16,0-1 0 0,3-2 0 0,-2 0 0 0,2 0 0 15,0 0 0-15,1 0 0 0,0-2 0 0,1 0 0 0,2-1 0 0,1-2 0 16,2 1 0-16,1 0 0 0,1-2 0 0,-1 0 0 0,1 0 0 0,0-4 0 16,1 2-24-16,0-1-26 0,1-2-7 0,0 0-4 0,2-1-23 15,-1 0-8-15,0-2-29 0,1 0-40 0,-1-2-31 0,1 0-31 0,0-1-21 16,2-2-17-16,0-1-23 0,1-1-4 0,2-2 6 0,0-1 38 0,2 0 60 16,1-2 58-16,2 0 48 0,-1 0 32 0,1-1 19 0,0 0 6 15,0-2 7-15,0-1 0 0,2 1-4 0,-1-1-3 0,1 0-7 0,2 0-17 16,-1 1-18-16,1-2-20 0,-1 0-11 0,1 0-4 0,0-1 7 0,-2 1-57 15,2 1-49-15</inkml:trace>
  <inkml:trace contextRef="#ctx0" brushRef="#br0" timeOffset="37754.19">6965 11892 1821 0,'-9'-3'507'0,"1"0"-262"15,-1-1-107-15,3 2-33 0,3 0-1 0,0 0-9 0,1 2-21 0,0-1-21 16,1 0-25-16,1 2-13 0,-1 0-7 0,-1 0-7 0,0 2 1 0,-1 2-5 15,-1 3-3-15,0 2 4 0,-3 1-1 0,-1 3-4 0,-1 1 5 16,-3 3 4-16,1 2 0 0,-4 0-6 0,0 2 22 0,-3 2-2 0,-1 1 3 16,-2 4 17-16,-2 0-11 0,-1 3 9 0,-3 0 13 0,1 4 13 15,-2 0 6-15,1 2 9 0,-1 2 3 0,1 0-13 0,0-1-2 0,1-2-3 16,3 0-16-16,2-1 1 0,4-3-15 0,4-2-18 0,7-6-14 0,2-2 11 16,5-3-1-16,5-4-8 0,4-1 14 0,6-2-20 0,7-2-4 15,4-4 4-15,7-3-1 0,6-2-1 0,5-5 2 0,8-2-14 0,7-3-5 16,5-3-8-16,8-4-37 0,5-2-24 0,8 0-38 0,1-5-85 0,6-1-88 15,4 0-177-15,3-4-236 0,9-3-22 0,7-5-105 0</inkml:trace>
  <inkml:trace contextRef="#ctx0" brushRef="#br0" timeOffset="55105.51">11801 2965 2271 0,'-5'-6'-24'0,"-2"-2"-23"0,-1-2-14 0,-1-3-15 0,6 4 9 0,2 0 0 0,0-1 0 0,1-1 3 0,2 0 6 16,0-2 19-16,2 1 14 0,1 0 13 0,2 0 14 0,1-1 3 0,2-2 4 15,2 0 3-15,2 1 7 0,2-1-1 0,1-1 4 0,3 2 0 16,2 1-5-16,2 0-2 0,3 2-10 0,3 1-6 0,2 3-3 0,2 2-3 16,3 3-1-16,2 2 7 0,1 2-2 0,3 1 2 0,-2 2 5 15,-2 1-4-15,1 1 1 0,-2 2-2 0,0 2 1 0,-2 1 3 0,-2 2-2 16,0 0 3-16,-5-1 1 0,-1 0 5 0,-3-2 0 0,-3 1 6 0,-1 1 0 15,-4-1 1-15,-2 2-1 0,-3-1-11 0,-3 4-2 0,-3 1 0 16,-3-1-2-16,-3 3 3 0,-3-1 3 0,-4 1-3 0,-4 1 0 0,-5 3-5 16,-3 0-3-16,-6 2 0 0,-3 1-3 0,-5 1-3 0,-3 0-5 0,-4-1-14 15,-2 0 2-15,-1-2-5 0,-2 0 0 0,2-1 8 0,0-4-2 16,2-2 1-16,-1-2 6 0,4-5-3 0,3-1 0 0,4-3 8 0,3-3-1 16,4-3-5-16,3-3-12 0,4-3-27 0,5-3-30 0,4-3-23 15,4-1-21-15,3-5-18 0,5-4-13 0,5-3-10 0,5-4 9 0,8-3-106 16</inkml:trace>
  <inkml:trace contextRef="#ctx0" brushRef="#br0" timeOffset="55538.51">14680 2643 1846 0,'20'-14'299'0,"3"1"-324"0,10-1-62 16,2 7-55-16,5 7-24 0,4 1-1 0,3 5 21 0,1 3 33 0,-2 4 15 15,-1 2 20-15,-3 3 22 0,-2 2 15 0,-6 5 8 0,-4 1 7 16,-6 4 2-16,-3 4 7 0,-6 2 9 0,-5 3 9 0,-3 1 12 0,-5 3 21 16,-3 0 7-16,-5 0 0 0,-4 3-3 0,-5 1-22 0,-4 1-13 0,-5 2-6 15,-5 1-3-15,-3 2 3 0,-6 1 6 0,-2-1-1 0,-2 2 3 16,-4-4 4-16,1-1 10 0,0-5 20 0,1-4 18 0,2-4 12 0,2-3 4 16,2-3-8-16,4-3-10 0,3-6-15 0,4-3-11 0,3-3-7 0,4-5-6 15,3 0 0-15,3-3-9 0,2-3-25 0,3-2-24 0,1-2-19 16,3-3-13-16,2-1-8 0,2-2 2 0,1-2 3 0,4-2 1 0,2 1 16 15,3-3 8-15,3-2 12 0,4 1 8 0,3 0 10 0,2 2 3 16,3 2-1-16,2 2-3 0,3 3-4 0,2 4-2 0,1 4-4 0,0 4-5 16,-1 3-23-16,1 5-28 0,0 5-21 0,0 3-46 0,1 4-87 0</inkml:trace>
  <inkml:trace contextRef="#ctx0" brushRef="#br0" timeOffset="55611.51">14998 4647 93 0,'-41'22'36'16,"-7"3"-47"-16,-17 11-50 0</inkml:trace>
  <inkml:trace contextRef="#ctx0" brushRef="#br0" timeOffset="55905.51">13164 4954 1074 0,'35'-12'30'0,"8"1"-30"0,14-3-18 0,4 5-17 0,3 1-6 15,3 3-4-15,5 1-4 0,2 2-3 0,3 2 6 0,0 2-1 0,0 2 10 16,-4 2 8-16,-1 2 6 0,-3 1 10 0,-5 4 8 0,-3 3 5 16,-6 1 4-16,-2 1 4 0,-4 5 1 0,-2 1 0 0,-5 2 1 15,-5 3-4-15,0 2 1 0,-6 2 0 0,-3 4 1 0,-4 2 2 0,-4 2 1 16,-5 1-3-16,-4 2 2 0,-4 1 0 0,-5 0-2 0,-4-1 1 0,-5 0 0 16,-5 1 7-16,-5-1 5 0,-5-1 1 0,-7 1 1 0,-5-3-2 0,-8 0 9 15,-5 2 2-15,-5-4 3 0,-5 1-7 0,-4-1-11 0,-3-1 1 16,-5-1-2-16,-3 0-1 0,-4-3-5 0,-1-3-5 0,1-3-3 0,1-3-7 15,3-4 3-15,4-3 0 0,3-4-1 0,4-4-4 0,6-4-2 0,5-4-10 16,5-3-13-16,6-4-19 0,5-4-37 0,4-5-47 0,4-5-54 16,3-4-238-16</inkml:trace>
  <inkml:trace contextRef="#ctx0" brushRef="#br0" timeOffset="56005.51">13611 5717 206 0,'43'-7'79'0,"7"1"-57"0,13-2-12 0,-6 1-5 0,-4 3-2 0,1 2-3 15,-2 0 0-15,0 3-1 0,-3 0 1 0,-2 3 1 0,-2 1-1 16,-4 2 0-16,-4 0-1 0,-2 0-3 0,-5 3-3 0,-2 3-8 0,-4 3-20 15,-4 2-42-15,-2 3-77 16</inkml:trace>
  <inkml:trace contextRef="#ctx0" brushRef="#br0" timeOffset="56863.38">15732 2295 2 0,'6'55'386'0,"-5"-16"672"0,-2-22 627 0,-10-14-1765 0,0 3-36 0,0 5-231 16,0 7-178-16,-2 7-147 0,-2 6-289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9T10:27:37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14616 12334 672 0,'-12'-1'254'0,"-1"2"-211"15,0 1 11-15,5 2-7 0,4 1-9 0,1 0-8 0,2 1-9 16,0 1-1-16,3-1 6 0,0 2 0 0,1 0 3 0,0 0 5 0,1 0-4 15,0-1 6-15,0 1 4 0,1-1 1 0,0 0 4 0,0 0 2 0,0 1-6 16,0 1 2-16,1-1 0 0,1 2 1 0,0 1 4 0,0-2 0 16,0 1-2-16,0 1-7 0,1 0-2 0,-1 1-4 0,0 0-9 0,2 0-3 15,0 1-6-15,0 1-5 0,0-1 0 0,0-3-3 0,-2 1 0 16,0-1 1-16,-1-1-6 0,1 0 5 0,-2-1-3 0,0-1 5 0,0-2 8 16,-1-2-6-16,-1 1 2 0,0-1-4 0,-1 0-6 0,0-1 7 0,-1-1-6 15,0 1 5-15,-1-1 0 0,0 0-2 0,1-1 6 0,-1-1 2 16,0 0-2-16,0-2 0 0,-1 0-5 0,-1 0-1 0,1 0-6 0,0-1-5 15,0 2 1-15,0-2-3 0,0-1 9 0,0 0-3 0,0-1 0 0,0 2-4 16,-1 0-11-16,1 1-4 0,-1 0-12 0,1 1-16 0,0 1-49 16,1 0-111-16,-1 0-165 0,1 2-288 0,-2 0 36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9T10:34:32.0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23146 9148 1526 0,'-8'-6'322'0,"-2"-2"-268"0,-3-3-91 16,3-2-26-16,1-1 0 0,2 0 18 0,1 2 17 0,0 1 2 0,-1 2 2 16,0 0 2-16,-1 0-7 0,0 1 0 0,0 0-7 0,-2 1-7 15,1 1 0-15,-3 0 4 0,-1 1 9 0,-1-1 9 0,-2 1 7 0,0 0 9 16,-4 0-1-16,-2 1 5 0,-1-1 2 0,-2 0 3 0,2 0 8 0,-2 1 9 15,-2 0 11-15,0 0 10 0,-1 0 7 0,0 0 3 0,-2 1 2 16,0 2 5-16,-2 0 8 0,0 1 6 0,-1 1-5 0,2 0-5 0,-1 2-12 16,1 1-11-16,2 0 3 0,2 1-6 0,0 0-4 0,3 2-2 15,-2 1-9-15,1 1-3 0,1 1-6 0,-1 1-3 0,2 2-4 0,0 2-6 16,1 1-1-16,-1 2 2 0,-1 2-1 0,0 2-1 0,-2 3 4 16,0 0-6-16,2 2 4 0,-3-1 2 0,2 2-4 0,-1 0 1 0,0 1 4 15,1 0-2-15,0 1 9 0,3 0 1 0,1 1 4 0,1 0 1 0,4 0-17 16,1 0 7-16,3 3-1 0,1-2 0 0,3 3 5 0,1 0-8 15,2-1-3-15,1 1 0 0,0-1 1 0,3 3-1 0,0-1 2 0,1 1-2 16,0-1 1-16,1 0-1 0,1-1 5 0,1 1 2 0,1 1 1 0,0 0 5 16,0 1-4-16,2-1 9 0,2 0 11 0,0 1 2 0,1-1 5 15,3 0 1-15,1 0 2 0,1-3-1 0,4 2-3 0,0-2-8 0,1 1-8 16,3-2 1-16,2 0-6 0,0-3-1 0,3 0 0 0,0-1-8 0,1 2 3 16,0-2-3-16,2 1-11 0,-1-3 11 0,1 1-2 0,0-1-5 15,-1 1 14-15,2-2-9 0,1 2-1 0,-1-2 4 0,2-1-1 0,-3 1 2 16,3-2 14-16,-2-1 6 0,3 0 7 0,1 1 0 0,2-2 1 15,1-2-3-15,2 0-4 0,2-3 4 0,1-1-6 0,1-3-2 0,2 0-1 16,2-2-6-16,1-3-3 0,3 0 7 0,1-3-2 0,1-2-7 0,2-1 2 16,0-2-14-16,3-2 2 0,-1-2-2 0,1 0-3 0,0-3 4 15,-1 0-2-15,2-2 2 0,-2-1 3 0,0-1 1 0,0 0-1 0,-2-1 3 16,0-2-11-16,1 0-6 0,-1-1 10 0,-1-1-2 0,0-1 9 0,-1-1-2 16,0 1-1-16,-2-2-1 0,-1-1 3 0,-2 1 3 0,-2-1 3 15,-1-2-1-15,-1 1-2 0,-2-3 5 0,-1 0-4 0,-2 0 5 0,-2 0-3 16,-1 1 6-16,-3-2 0 0,-3 0 0 0,0 0 11 0,-4-2-19 0,1-1 2 15,-2-2-3-15,-2 1 2 0,-2-2-1 0,-3 0-1 0,-3-1 0 16,-2-3-5-16,-2-2 8 0,-4 1-2 0,-1-1 3 0,-2 0-6 0,-4 0-3 16,-2-2-2-16,-3-2-15 0,-2 0 16 0,-3-3 5 0,-2 1-1 15,-3-2 8-15,-2 0-13 0,-4-2-2 0,-2 0 2 0,-3-2 3 0,-2-2 3 16,-2 1-8-16,-2-1 5 0,-1 1 3 0,-3 0-18 0,-1 0 22 0,-4 1-11 16,0 1 12-16,-1 3 19 0,-1 1-13 0,1 3 0 0,-1 1-8 15,-1 3 1-15,1 2-5 0,-2 2 3 0,-1 3-5 0,-2 4-1 0,0 3 4 16,-2 5-8-16,-1 3 5 0,-2 3-1 0,-3 4-10 0,-3 3 3 15,-1 4-7-15,-1 5-1 0,-3 3 1 0,0 2-7 0,-2 4-7 0,-4 2-17 16,0 4-21-16,-2 4-30 0,-4 1-60 0,-1 3-106 0,-2 1-178 0,-5 0-277 16,-2 0-529-16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9T10:35:17.0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8702 6209 1861 0,'2'-3'74'0,"3"1"-111"0,4 0-23 0,4 3 16 0,4 1 30 0,0 2 14 15,2-1-4-15,2 2-8 0,1-1-10 0,4 2-16 0,-1 0-4 0,2 0-4 16,2 0 7-16,-1 1 11 0,4-1 6 0,1 0 9 0,2-1 9 16,2 0 6-16,0-3 6 0,3 0 4 0,0-1 0 0,4-2-2 15,1-1 5-15,4-1-2 0,2 0 2 0,2 1 2 0,4-2-1 0,2 2-2 16,3-2-4-16,1 2-1 0,1-2 0 0,3-1-3 0,-1 0 7 0,2-1-3 15,0 0 0-15,1-1 4 0,-1-1-3 0,2-1 8 0,-1 0 3 16,-1-2 3-16,0-2 1 0,-1 0 2 0,0 0-5 0,-1-1-4 0,2-1-2 16,-2-3 0-16,-1 0-3 0,-1-1 4 0,-1-2-9 0,0-3 1 0,-2 0 5 15,-1-2-6-15,-2 0 1 0,-2 0-3 0,-3 0-3 0,0-1-1 16,-4-1 8-16,-3 0 0 0,0-1 2 0,-2 0-6 0,-2 0-3 0,-3 0 6 16,-3-1 2-16,-3 2 8 0,-2-3-4 0,-3 3 0 0,-3-1-5 0,-4 2 5 15,-2-1 2-15,-3 2-3 0,-3-2 4 0,-3-1-5 0,-3-1-2 16,-3-1-3-16,-4 2-9 0,-3-1-1 0,-5 2-7 0,-3-3 1 0,-4 2 8 15,-4-4 1-15,-3 1-5 0,-3 0 10 0,-3 1-4 0,-3-1 3 0,-3 0 8 16,-2 0-10-16,-4-2-1 0,-4 2-1 0,-1 0-2 0,-3 2-2 16,0 0-2-16,-4-1-2 0,-2 0 4 0,-1 1 2 0,-2-1 5 0,-1 3-4 15,-2-1 2-15,-2 1 0 0,-3 1-4 0,-1-1 5 0,-2 2-5 16,-3-1-7-16,-2 3 10 0,-4-1-5 0,-2 2 3 0,0 0 6 0,-5 0-3 16,-1 1-2-16,-2 0-4 0,-3 0 11 0,-1 3-2 0,-3-1 0 0,-2 0 1 15,-2 3-10-15,-4 0 2 0,-1 0 2 0,-1 2 2 0,-2 1-1 16,-2-2-2-16,-2 1 1 0,-1 0-2 0,-1 1 5 0,-1-2 2 0,0 2-1 15,-1 0-4-15,0 2-1 0,0 3-1 0,-1-1-2 0,1 1 3 16,-2 2 0-16,-1 0-2 0,-2 1 1 0,0 3-5 0,-1 0-2 0,-1 2 1 16,0 1 2-16,-1 1 2 0,0 2 0 0,-2 1-1 0,3 1-1 0,-2 2-1 15,-2 0-1-15,2 1-2 0,-2 2 4 0,2-1-1 0,-1 3 0 16,0 1 3-16,0 2 1 0,-1 3-1 0,1-1 0 0,0 2-2 0,1 0-5 16,1-1 5-16,0 2 8 0,4-1-3 0,0 1 5 0,2 0-5 0,4 1-6 15,0 0 3-15,3 2 2 0,2 2-8 0,-1-1 1 0,5 2-5 16,4 0-3-16,1 2 18 0,4-1-1 0,1 3 11 0,5-1 1 0,1 3-10 15,6 0 1-15,-1 2-5 0,2 2 2 0,5 3 5 0,1 0 0 0,3 3 4 16,2 0-4-16,5 0-7 0,0 1-2 0,5 2-3 0,4 1-6 16,2 1 6-16,6 1 0 0,2 0 2 0,3 3 7 0,6-2 1 0,4 2-1 15,5-1-3-15,3-2 0 0,5 2-3 0,5-5-3 0,5 0 2 0,3-1 0 16,7-1-7-16,2-1 4 0,6-2 6 0,4-1 2 0,6-3 8 16,6-2 3-16,1-2-8 0,7-3 0 0,2-1 1 0,5-1 5 0,7-3 9 15,3 0 6-15,6-3 7 0,5-2-7 0,5-1 5 0,6-2-2 16,1-3-6-16,7-1 3 0,5-1-10 0,2-2 4 0,7 0-4 0,3-3 4 15,6 0 0-15,5-2-5 0,5 0 0 0,5 0 2 0,4-3-10 16,6 0 2-16,2-2 0 0,4-1-5 0,3-1 2 0,3-1-1 0,3 0-4 16,2 1-1-16,4-2-2 0,-2 0-5 0,4-1 5 0,-1 1-7 0,1-1 2 15,0 1 3-15,-1 0-1 0,-1-1-2 0,-1 1-9 0,1 0-14 16,-3 0-22-16,0 2-34 0,-4-1-38 0,-2 2-40 0,-1 1-52 0,-2 0-88 16,0-1-138-16,-4-2-313 0</inkml:trace>
  <inkml:trace contextRef="#ctx0" brushRef="#br0" timeOffset="640.99">15520 3120 2930 0,'2'-18'39'0,"4"3"-171"0,4 0-85 15,6 11-29-15,4 8 27 0,4 6 74 0,6 3 46 0,0 4 5 0,3 2-32 16,-1 1-16-16,2 2 13 0,1 1 32 0,-1 0 41 0,0 2 24 16,-1-1 13-16,2 1 10 0,1-1 8 0,1-2 6 0,0 1 2 0,0-1 4 15,1-3 5-15,1 0 5 0,1-1-1 0,3-3-2 0,1 0 1 16,3-1 2-16,1 0 0 0,3-2 3 0,2-3 4 0,0 0 4 0,4-2 8 16,0-2 7-16,1-3 1 0,1-2 4 0,1-4 1 0,1-3-3 0,2-2 8 15,-1-2-5-15,-1-4 1 0,0-2 1 0,2-2-2 0,-3-2 5 16,-1-4-8-16,-1-1 4 0,-4-3-3 0,0-1-8 0,-2 1 4 0,-3-4-11 15,-3 0-1-15,-3-2-1 0,-1-5-4 0,-4 2-6 0,-2-1-1 16,-2-3-9-16,-3-1-8 0,0-3 2 0,-5-3-2 0,-3 0 4 0,-3 0-4 16,-6-1-7-16,-3 0 4 0,-4 0-5 0,-5-1-7 0,-3 0 2 0,-4 0-18 15,-3 0-1-15,-3-1 3 0,-4-1-5 0,-4-2-5 0,-5-1-3 16,-3 1-8-16,10 29 11 0,-3-9-4 0,-5 2 0 0,-6-7 3 0,-1 0-11 16,-9-4 10-16,-5 0 5 0,-8-6 1 0,-4 2 10 0,-5 2 0 0,-4 1-3 15,-2 1 8-15,-5 4-2 0,-3 1 3 0,-3 1 12 0,0 5 9 16,-4 1 9-16,-3 5 6 0,1 3 8 0,-2 5 6 0,-1 3 5 0,-2 5 0 15,0 5 1-15,-3 6-6 0,0 6-2 0,-2 6-2 0,0 5-12 0,0 6 5 16,-1 7-7-16,2 5-7 0,-1 5 4 0,3 5-10 0,1 3-9 16,3 5 9-16,2 3-6 0,-5 13-20 0,-59 48 2 0,30-9-6 0,31-12 3 15,32-26 22-15,7-2 2 0,5-2 2 0,8-3-7 0,6-3 1 16,7-1-5-16,4 0-2 0,7-1-4 0,4 1-1 0,6-2 2 0,4 0-2 16,5 1 1-16,3 1-7 0,4-1-22 0,3 0-35 0,2 0-51 0,3 2-72 15,2 2-84-15,2 3-171 0,4 2-260 0</inkml:trace>
  <inkml:trace contextRef="#ctx0" brushRef="#br0" timeOffset="6775.29">4369 6808 881 0,'-25'-15'417'0,"1"-1"-412"15,-3-3 1-15,8 5 1 0,6 2 0 0,1 1 4 0,2 0 1 0,1 2-2 16,0 1-2-16,1 1-4 0,1 3-4 0,2 0-5 0,0 2-5 0,2 0-5 15,-1 2-8-15,0 0-2 0,0 0-3 0,0 1 2 0,-3 1 9 16,-1 0 9-16,-2 1 4 0,-2 1 4 0,-1 1-1 0,-2 1 3 0,-2 1 0 16,-1 0 1-16,-2-1 0 0,-1 2-2 0,-2-1 1 0,-1 1 2 0,-2-1 0 15,-1 0 3-15,1 1-2 0,1-2 4 0,1-1 4 0,-2 0 5 16,2-2 7-16,-1 0 1 0,0-2 4 0,3-1 3 0,0-1 0 0,1-1 2 16,2-1-4-16,1-1-5 0,0 0 0 0,4-2-5 0,-2 0 0 15,0 1-3-15,2-2-3 0,1 2 0 0,3-1-4 0,1 0-1 0,1-1-1 16,1 1-1-16,2-1-4 0,1 1 0 0,2-1 1 0,2 1-4 15,1 0-1-15,2-1-4 0,2-1 0 0,3-1 2 0,2 1 1 0,3 0 2 16,2-1-2-16,4 1-2 0,3 1-1 0,1-2 3 0,3 2 5 0,1 0-6 16,4-1 6-16,1 2-5 0,3-1-2 0,1 2 3 0,2 1-3 15,2 0-1-15,1 2 0 0,4-1 1 0,0 0 3 0,-1 1-1 0,2 0-4 16,2 1 2-16,1-1 0 0,1 0 0 0,0 0 6 0,1 0-3 0,-1 0 2 16,2 0-1-16,1-1-1 0,-1 1-1 0,0 0 0 0,-1 0 1 0,-2 1 0 15,1 0 2-15,-3 1-5 0,0 0-4 0,-1 1 1 0,-1 1 0 16,-2 0 4-16,-1 1 6 0,-2 1-5 0,0 1 2 0,-3 0 1 0,2 1-4 15,-3 2 4-15,-1-2-5 0,-1 3 2 0,-4 3 3 0,1 0 0 16,-4 2 1-16,0 1 1 0,-2 4-1 0,-3 2-2 0,0 0 1 0,-3 3-2 16,-4 1-2-16,-1 0 3 0,-3 2 0 0,-1 1 3 0,-2 2 1 0,-4 2 0 15,-1 3-2-15,-2 0-7 0,-3 1 10 0,-1 0-3 0,-4 1 0 16,-2 4 6-16,-2-1-3 0,-4 2-1 0,-2 2-1 0,-3 2 0 0,-4 0-9 16,-1 0 1-16,-5 1 0 0,0-2-1 0,-3 0 0 0,-1-1-6 15,-4-1 1-15,-1-1 5 0,-2-2 3 0,-2 0 4 0,0-2 3 0,-1-3-2 16,-2 1 1-16,-2-4 7 0,-1 0 2 0,-2-2 0 0,-1-1-2 15,-1-4-4-15,0-1-2 0,-3-2 1 0,0-4 2 0,0-1 7 0,0-2 13 16,3-3 19-16,3-3 19 0,2-2 19 0,2-2 3 0,3-2-5 0,2-1-13 16,1-3-13-16,5-1-15 0,2-2-11 0,3 0-3 0,3 0-9 0,2 0-6 15,2-2-4-15,2 0-3 0,3 0-6 0,2 0-2 0,2 0-8 16,5 0-7-16,2 0-6 0,1-2-12 0,2 1-4 0,3 1-6 0,2-3-5 16,3 0-1-16,2-1-6 0,3 0-10 0,2-1-18 0,5 1-16 0,3-2-24 15,0-3-23-15,5 0-24 0,2 1-19 0,1-1-18 0,5-1-30 16,1 1-286-16</inkml:trace>
  <inkml:trace contextRef="#ctx0" brushRef="#br0" timeOffset="7822.29">9329 6861 1698 0,'-25'-22'58'0,"3"0"-53"0,-3-3-10 0,10 7 0 16,8 4-7-16,2 2 2 0,1 3-3 0,1 1-7 0,2 1-13 0,2 2-20 16,1 1-31-16,2 1-19 0,1 1-8 0,2 1-3 0,0 0 14 0,1 0 17 15,0 1 17-15,-1 0 25 0,1-1 20 0,-2 1 11 0,1-1 10 16,-1-1 3-16,-2-1 5 0,1 0 1 0,-1 0 5 0,1-1 7 0,1 0 1 15,0 1 6-15,1-2 1 0,1-2 1 0,1-1 1 0,1-1 5 0,3 0 2 16,3-1 2-16,0 1-1 0,1 1-5 0,2-1 1 0,3 0-7 16,1 1-1-16,2-1-5 0,2 1-2 0,0 2 0 0,2 0-4 0,3 0 1 15,2 1-6-15,2 0-1 0,0 1 2 0,2 0-1 0,2 1 1 0,1 0-3 16,3 2-6-16,0 0 0 0,1 1-3 0,1 0 1 0,0 2-2 16,0 1-2-16,-1 1 3 0,1 0 0 0,1 2 2 0,-1 1 0 0,-1 1-2 15,0 2-1-15,-1 1 2 0,-1 2-5 0,-1 1 6 0,1 1-6 16,-2 4-2-16,-3 0 3 0,0 1-1 0,-2 3 1 0,-3 1-2 0,-3 0 3 15,-1 4 1-15,-5 2 0 0,-2 4 4 0,-2 3-5 0,-5 3-7 0,-2 0 6 16,-3 2-1-16,-5 1 2 0,-4 1 3 0,-5 0 0 0,-4 0-1 16,-4 2 6-16,-3-1-5 0,-5 0 2 0,-3-1-4 0,-2-1-1 0,-5-3 5 15,-3-1-2-15,-3 0 1 0,-3-3-5 0,-1-1 6 0,-2-4 5 0,-1-1 1 16,-1-2 7-16,-1-2-3 0,1-2-4 0,2-2 2 0,-1-1 1 16,2-4-3-16,1-1 3 0,2-1-7 0,3-2-1 0,1-1-3 0,2-2 1 15,4-1-1-15,-1-1-2 0,4-2-2 0,3-1-6 0,1-1-3 0,2-2-3 16,3-1-8-16,2-1-9 0,1-2-11 0,2 0-11 0,3-2-8 15,2 0-6-15,2-1-4 0,2 0-8 0,2-1-9 0,3 0-9 0,3-1-13 16,3-1 2-16,5-3-3 0,4 0-7 0,4-1-50 0,4 0-91 16</inkml:trace>
  <inkml:trace contextRef="#ctx0" brushRef="#br0" timeOffset="8672.87">16527 7799 671 0,'-1'-1'64'0,"1"0"-64"0,0 1-38 0,1 0-19 0,3 1-4 0,2 2 8 15,3 0 14-15,1 1 14 0,3 1 8 0,2 0 6 0,0 1 7 0,2 0 1 16,-2 0 2-16,2 2 3 0,2-1 3 0,-1 1 4 0,2 2 6 16,2-1 3-16,0 2 2 0,3-1 3 0,2 1-3 0,0 1 0 0,2 0 1 15,0-1 1-15,3 0 3 0,1-1 4 0,0 0 1 0,5 0 0 16,-1 1 1-16,1-1-3 0,1 0-4 0,1 0 0 0,2-2-3 0,0 1-1 15,0-1 4-15,0 0-1 0,0 0 7 0,0-1 2 0,2-2 3 0,-1 0 1 16,0 0-3-16,0-4-3 0,1 2 3 0,-2-3-7 0,-1 0-1 16,2-1 0-16,-2-1-8 0,1-1 1 0,1-3-2 0,-3 0-2 0,0-1 3 15,1-2-4-15,-2-1 2 0,1-1-3 0,-1-1-3 0,-1-3 0 0,-1-1-1 16,0-1 4-16,-1-2-4 0,0-2 3 0,-2-2 5 0,-1 0-3 16,-2-3 1-16,-1 0-2 0,0-3-2 0,-3 1 0 0,-2-3 0 0,-4 0-2 15,-2-4-3-15,-4 1 7 0,-1-3 0 0,-1-1 5 0,-3 0 2 16,-2-5-6-16,-3 0 2 0,-2 0-1 0,-2-2-1 0,-3 1 5 0,-3 0-4 15,-2 0-5-15,-5-1-5 0,-4 1-12 0,-3 0-1 0,-3-1-1 16,-6 2 6-16,-4 0 5 0,-4 3 12 0,-1 1 7 0,0 3 8 0,-4 2 3 16,1 4 3-16,-2 1 2 0,-3 5-3 0,2 1-5 0,-2 2-9 0,-1 3-12 15,1 2-14-15,-1 2-3 0,0 3-8 0,-2 3-9 0,-3 4-4 16,1 2 3-16,-2 2-2 0,0 2 5 0,-1 2 7 0,-2 0 4 0,0 4 6 16,-1-1 5-16,0 3 3 0,0 1-3 0,1-1 0 0,-1 0 3 0,2 0-2 15,2 0-4-15,1 0-7 0,2 1-13 0,2 0-21 0,1 1-23 16,-1 2-30-16,2 2-27 0,-2 3-20 0,1 2-18 0,0 4-6 0,0 1-14 15,0 4-117-15,1-1 50 0</inkml:trace>
  <inkml:trace contextRef="#ctx0" brushRef="#br0" timeOffset="23440.55">5280 8838 219 0,'-9'-19'127'0,"0"-5"-116"0,0-6-5 0,3 4-1 0,3 1-1 15,2 1-4-15,0-2 1 0,2 1-6 0,1-3-1 0,2-1-1 0,2 2-9 16,1-2-7-16,0 2-31 0,0-1-84 0</inkml:trace>
  <inkml:trace contextRef="#ctx0" brushRef="#br0" timeOffset="23892.56">5344 8125 141 0,'-1'-16'120'0,"-1"-1"-11"0,1-2-24 16,0 3-11-16,-1 3-5 0,1 0-10 0,1 1-7 0,0 0-13 0,1 0-7 15,1-1-6-15,0 1-8 0,3-2 0 0,1 0-5 0,1-1-2 0,3 0-1 16,1 1-1-16,2 0 0 0,2-1-1 0,1 1-1 0,3 0 4 15,1 0-4-15,3 1 6 0,2 1-6 0,1-1 1 0,1 3 3 0,1-2 2 16,2 2 8-16,2 1-1 0,3 1 1 0,1 1-7 0,2 1-4 16,4 1 1-16,1 1-3 0,3 0-4 0,3 0 0 0,0 1-2 0,2 0 1 15,2 1-4-15,2 0-3 0,1 1 1 0,1 2 0 0,0-1 0 0,1 1 3 16,1 1 0-16,-2-1 0 0,2 1 4 0,-2 0-2 0,0 0 1 16,1 1 2-16,1-1 5 0,-1 2 8 0,0-1 6 0,-2-1 3 0,1 2-4 15,0 1-5-15,-1 0-4 0,-1 1-4 0,-1 1 0 0,-2 1-2 0,1 0 1 16,-1 1-4-16,-2-1 1 0,-1-1-6 0,-1 1-1 0,1 0 1 15,-3 0 1-15,-1 1 3 0,-3 2 2 0,1 0-3 0,-4 3-1 0,-4 2-2 16,0 1 0-16,-3 0 2 0,-2 4-1 0,-1 0 6 0,-3 1-1 0,-2 1-1 16,-3 1 1-16,-2-1-5 0,-3 4 1 0,-3 0-1 0,-3 3 5 15,-2 2-1-15,-3 2-2 0,-3-2-6 0,-2 3-1 0,-5 0 1 0,-3 3-5 16,-4 1 0-16,-4 0-4 0,-4 2-2 0,-5-2 3 0,-2 1 8 16,-5 0 3-16,-1-3 5 0,-1-2 6 0,-4-2 6 0,-1-3 2 0,-3-2 6 15,0-2 1-15,-1-1-5 0,0-2 5 0,-2-1 0 0,0 0-1 0,0-3 0 16,-2 0 10-16,0-1-1 0,0 1 7 0,0-1-2 0,0 0-11 15,0-1-1-15,3 0-5 0,2-2 8 0,-1 0 4 0,2-1-3 0,3-2-2 16,1 0-6-16,5-3-4 0,0 1-6 0,3-1 0 0,2 0-9 16,2-1-1-16,2 1 1 0,3-1-3 0,1 1-2 0,3 1-6 0,1-2-8 15,4 2-3-15,1 0-5 0,2 2-5 0,1 0-5 0,3 1-7 0,1 2-15 16,3-1-16-16,1 0-23 0,2 1-19 0,2-1-12 0,3 0 2 16,2-2-3-16,3-2 6 0,2 0 5 0,2-3-11 0,3-1-4 0,1-1-10 15,3-4-80-15,1-1 33 0</inkml:trace>
  <inkml:trace contextRef="#ctx0" brushRef="#br0" timeOffset="24458.56">8712 9226 122 0,'30'13'89'0,"2"-1"-10"0,8 4-7 15,-3-1-3-15,-6-2-6 0,0 0-11 0,0-1-6 0,2 0-13 0,0-1-3 16,2 1-1-16,-1-1-1 0,1-1 1 0,0 0 0 0,1 0 6 16,2-1 0-16,1-2 3 0,-2 1 4 0,1-2-2 0,-1 0 2 0,2-2-3 15,0 0 2-15,0-1 1 0,0-1-1 0,-1 0 1 0,1-1-1 0,2-1-4 16,-1 0 1-16,-1-2 1 0,0-1-3 0,0 0-2 0,1 0-5 0,2-1-4 16,-2 0-5-16,2-2 0 0,-1 0-6 0,0 0 0 15,1 0-3-15,1-1-1 0,0 0 0 0,1 0-4 0,1 0 2 0,-1 1-1 0,0-2-6 16,0 1 1-16,-1 1 0 0,1-1-1 0,-2 1-1 0,0 0-1 15,-1 0-3-15,-2 0 3 0,1 0-3 0,-1 1 6 0,-2-1 0 0,1-1-3 16,-1-1 2-16,1-1-1 0,0 0-1 0,-1 0-2 0,-1 1 3 0,1 0-3 16,0-3 0-16,0 0-1 0,0-2-1 0,0 0-1 0,0 0 2 15,0-2 0-15,-2 1 0 0,0-1-1 0,-1 2 0 0,-1-2 2 0,1 0 5 16,-4 0 0-16,3 0 4 0,-3-2-2 0,0 0-1 0,-1-1 0 0,-2 1 1 16,-2-3 5-16,0 1-3 0,-1 0 4 0,-2-2-1 0,0 1 3 15,-2 0 3-15,-2-2 4 0,0 0 4 0,-2 0-3 0,-2-1 0 0,-1 0-1 16,-2 1-2-16,-1 0-2 0,-2 0 4 0,-1-1 1 0,-2 0 1 15,-2 1 1-15,-2-3-2 0,-1-1 0 0,-1 1 4 0,-4-1-1 0,-1 2-4 16,-3-1-2-16,-3 1-7 0,-2-1-9 0,-2-1-4 0,-4 0-11 0,-3-2-2 16,-1 1-2-16,-5 0-1 0,-1 1-1 0,-4 0-1 0,-3 0-5 15,-5 0-2-15,-3-1 4 0,-2 2 0 0,-5-1 3 0,-2 2-1 0,-4 1 2 16,-4 1 5-16,-1 1 8 0,-4 1 6 0,0 0 2 0,-3 2 2 0,-2 2 1 16,-1 0 0-16,-1 2 1 0,0 3 4 0,-1 3-4 0,-3 2-1 15,0 4-1-15,-3 2-2 0,0 4 2 0,-1 4 0 0,-2 2 0 0,0 5 2 16,0 5-2-16,0 1 0 0,1 4-2 0,-3 3-2 0,3 2-1 15,2 4-4-15,1 4-2 0,4 1-6 0,4 3-14 0,3 2 0 0,6 2-10 16,3 3-14-16,5 4-27 0,4 3-54 0,4 5-63 0,5 4-61 0,3 5-177 16,5 7 37-16</inkml:trace>
  <inkml:trace contextRef="#ctx0" brushRef="#br0" timeOffset="34914.94">4285 9928 992 0,'-16'-6'55'0,"1"2"-17"15,-3-2-20-15,3 1-6 0,4 0 4 0,1 0 9 0,0 0 4 0,1 1-6 16,2 1-7-16,-2 1-15 0,1 0-9 0,0 2-2 0,0-1-3 16,1 1 2-16,0-1 1 0,1 1 2 0,1-1 3 0,-1 0 4 0,0 1 3 15,0-2 5-15,0 1-2 0,0-1 6 0,0 0-1 0,-1 1 4 0,1-2 10 16,0 0 6-16,0 1 15 0,2 0 12 0,-1 0 15 0,0-1 8 15,2 0 0-15,-1 0 0 0,3 0-12 0,-1 1-7 0,1-2-9 0,1 0-10 16,1-1-11-16,3-2-8 0,1 0-5 0,2-3-9 0,1 1-2 0,3-3-4 16,3 0-6-16,3 0 2 0,2-1 1 0,1 2 1 0,3-2-1 15,0 1 3-15,2-1 0 0,2 1-6 0,0 0 2 0,2-1-2 0,-1 0-1 16,2-1 4-16,0 0 1 0,3 1 0 0,1-1 2 0,1-1 4 16,2-2-8-16,2 1 1 0,3-1 10 0,2-3-2 0,1 2 13 0,0-2 2 15,3-2-9-15,2 2 3 0,0-2-8 0,3 0 3 0,1 1 3 0,0 0-5 16,1-1 9-16,2 3-2 0,4-2-4 0,-1 0 0 0,3 1-4 15,0-1 1-15,3 0-4 0,2 0-1 0,1 1-2 0,0 0-6 0,-1 3 7 16,2 1 1-16,-2 1 1 0,2 1 4 0,3 2 0 0,-2 1-1 0,2 0 0 16,0 1-3-16,-1 1 0 0,0 1 2 0,2 0 1 0,0 3-2 15,1 0-4-15,0 0 5 0,1 1-10 0,0 1-2 0,1 0 1 0,0 2 1 16,2-1 5-16,2 1 2 0,1 0-2 0,2 0-3 0,-1 2-5 16,0 0 4-16,1-1 1 0,1 1 0 0,-1 0 4 0,2 0-4 0,1 0 6 15,-1 0-3-15,2-1 6 0,-1 1-1 0,0-1-10 0,0 0 11 0,1 1-1 16,0 0 7-16,2 1 10 0,-2 0-2 0,1 0 1 0,-1 2 0 15,-1 0 1-15,1 1 0 0,-1-1 0 0,3 2-5 0,-3 0 3 0,3 0-7 16,-3 2 0-16,2-1 1 0,0 1-4 0,-2 0 2 0,2 1-9 0,-2-2-1 16,3 2-4-16,-3 1 1 0,2 0 1 0,-4 1 1 0,-1 0-4 15,0 1 3-15,-3 1-10 0,-1 1 4 0,-1 0 3 0,-4 0-5 0,-1 1 8 16,0 0-1-16,0 1-4 0,-1-1 1 0,-2 1-4 0,-3 0 2 16,0 1 0-16,-2 0 3 0,-2 1 3 0,-1 1-2 0,-2 0 1 0,-1 2 0 15,-1 0 1-15,-1-1-3 0,-3 1 0 0,-2-2-15 0,-1 0 2 0,-5 1 10 16,-1 2 0-16,-3-3 16 0,-1 2-7 0,-3-1-9 0,-3 0 1 15,0-1 1-15,-3 1 1 0,-2 0 0 0,-4-2-2 0,-2 1-1 0,-3-1 1 16,-5 1 2-16,0-1-1 0,-4 2 2 0,-1-2-1 0,-4 2 2 0,-2-1 3 16,-3-1-5-16,-2 0 5 0,-2 0-5 0,-4 0 0 0,-2-2 1 15,-3 2 3-15,-4-1-1 0,-2-1 2 0,-1 1 1 0,-5 1-3 0,-2-1 5 16,-3 0-3-16,-4 0-1 0,-1 0 2 0,-4 1-9 0,0-3-2 16,-2 2 2-16,-4 0 1 0,-2-2 17 0,-2 3 6 0,-2 0-1 0,-2 0-9 15,-1-2-6-15,-1 2 3 0,-1 0-8 0,-2 0 5 0,-2 0-2 0,0 0-6 16,-1 0 5-16,1-1-9 0,-2 1 7 0,-3 0 7 0,-1-1-1 15,-3 1 3-15,-1-1-4 0,-2 0-7 0,-2-3-3 0,0 0 3 0,-4-1-4 16,1-2 11-16,-4 0 5 0,-4-1-4 0,-1-1 6 0,-4 0-14 0,-1-2 0 16,0 0-1-16,-3-1 2 0,0 1 2 0,-3-1 6 0,0-1-2 15,-2 1-2-15,1 0-3 0,-1 0-5 0,-3-1 7 0,0 0-4 0,-1-1-6 16,-2 0 6-16,6 0 1 0,0-1 7 0,1 0 2 0,1-1-3 0,-1 1-1 16,0 1-3-16,-1-2 1 0,2 1 1 0,-2 0-6 0,0 1 6 15,-2-1-1-15,-1 1-2 0,-2 0 5 0,-2-1-5 0,0 1-2 0,-1-1 4 16,-1 2 1-16,-1 0 2 0,-1-1 7 0,0 2-7 0,-2 0-8 0,-6-1 10 15,1 2-1-15,-2 0 1 0,0 0 6 0,2-1-8 0,1 0 6 16,-1-1-1-16,2 1 10 0,1-1-3 0,1 1-5 0,4-1 9 0,1 0 8 16,1 1-5-16,3 0 0 0,2 0 6 0,-1 0-20 0,2 0 4 0,0 1-2 15,2-1 1-15,3 2-8 0,1-2 2 0,5 1-2 0,1-1-12 16,5-2 4-16,4 1-4 0,0-1 0 0,2 1-9 0,2-1-7 0,4 0-13 16,2-1-32-16,4 0-18 0,0-1-33 0,2-1-36 0,3-1-50 15,3-2-50-15,3 0-55 0,3-1-90 0,3 0-81 0,1-2-231 0</inkml:trace>
  <inkml:trace contextRef="#ctx0" brushRef="#br0" timeOffset="58741.69">22149 6642 1270 0,'2'-7'34'0,"1"1"-18"0,2 2-5 0,2 3 7 0,0 2-2 16,1 2 8-16,2 3 5 0,0 0-7 0,0 4 2 0,2 1-6 16,-1 3-1-16,2 1 4 0,0 2-3 0,0 3-1 0,-1 0 4 0,-2 1 3 15,0 2 5-15,-2-1 5 0,-2 1-5 0,-1 0 2 0,-1-1-10 0,-1 3-1 16,-2-1-4-16,-1 2-4 0,-1 2 10 0,-1 1-6 0,-3 6 6 16,-1 2-3-16,-1 4-5 0,-2 6 4 0,-1 4 0 0,-3 4 2 0,-3 4 1 15,-1 4 0-15,0 2 6 0,1 2-4 0,0 1 4 0,1-1 3 16,1 0-1-16,4 1 6 0,3-3-5 0,3-1 1 0,4-2-3 0,5-4 5 15,3-3-2-15,5-4-11 0,5-2 2 0,6-4-7 0,3-3-1 0,5-2 8 16,2-1-13-16,2-3-3 0,-1-2 3 0,2-4-7 0,3 1-1 16,-1-6-1-16,0-1-6 0,0-3-3 0,-3-5-3 0,0-1-7 0,-2-2-7 15,-1-3-4-15,-2-2-12 0,-1-3-13 0,-2-1-11 0,-2-2-23 0,-1-2-31 16,2-2-27-16,-4-2-42 0,1-2-39 0,-2-4-40 0,-4-4-52 16,1-4-270-16</inkml:trace>
  <inkml:trace contextRef="#ctx0" brushRef="#br0" timeOffset="58942.66">21509 8102 2827 0,'-1'-5'24'0,"2"1"-39"15,5 1-17-15,9 3-2 0,7 1 7 0,4 2 19 0,8-1 3 16,1 0 0-16,2 0-3 0,1 1-2 0,-2 0-11 0,1 0-14 0,-1 1-24 15,-1-1-33-15,1 1-27 0,-2 0-29 0,-1 0-22 0,-2-1-13 0,0 0-7 16,-1-1-11-16,-1 0-16 0,-1 1-20 0,0-2-27 0,-2 1-154 16</inkml:trace>
  <inkml:trace contextRef="#ctx0" brushRef="#br0" timeOffset="59207.66">23034 8419 2143 0,'-1'7'56'0,"-1"4"-97"0,1 5-30 16,2 2-18-16,3 1 8 0,2 1 21 0,1-3 25 0,-1-2 14 0,0-3 10 15,-1-4 9-15,-2-3 2 0,-2-2 9 0,0-3 8 0,-2 0 6 0,0-3 2 16,-2-2-2-16,-2-2-9 0,-2-4-3 0,-1-3-4 0,0-1 5 16,0-4 12-16,1-1 9 0,-1-1 9 0,1-2 3 0,0-1-13 0,1 0-4 15,2-3-3-15,0-1-2 0,3-2-5 0,1 0-9 0,2-1 1 16,3 2-7-16,2 0 7 0,2 2-5 0,2 4-10 0,0 1 2 0,2 4-6 15,1 1 2-15,0 3-2 0,-1 2 3 0,0 2-2 0,1 2 2 0,-1 1-10 16,-1 1-19-16,-1 2-28 0,1 0-41 0,-1 2-27 0,0 2-35 16,1 1-38-16,-1 2-30 0,-1 1-50 0,1 2-72 0,0 0-110 0</inkml:trace>
  <inkml:trace contextRef="#ctx0" brushRef="#br0" timeOffset="59673.66">23492 8217 2291 0,'3'0'77'0,"4"3"-67"0,3 3-27 0,4 2-1 0,3 0 5 0,2 2 5 15,0 0 2-15,2 1 11 0,-2-2-5 0,1 1 0 0,-1 0-2 0,0-1-1 16,-2-1 3-16,0-1 2 0,-1-2-1 0,-1-2 2 0,-2-1 2 16,-1-1-1-16,-1 0 5 0,-1-2-6 0,-1 0 2 0,-1-1-4 0,-1-1-7 15,0-2-1-15,-2-1-4 0,0-1-2 0,-2-2-2 0,0-1-5 16,-2-1-17-16,-2-2-10 0,0 0-11 0,-3-1-4 0,-1 0 8 0,-2 0 6 15,-1 0 13-15,-3-1 16 0,-2 2 11 0,1 1 10 0,-1 2 7 0,1 1 6 16,-1 1-10-16,0 2-1 0,0 1-1 0,0 2-4 0,1 2 1 16,0 0 4-16,0 3-3 0,1 1-1 0,1 1 6 0,1 2-9 15,1 1 0-15,1 1-1 0,0 1-2 0,2 1-2 0,0 1-3 0,2 2-5 0,2 0-6 16,0-1-6-16,2 1-6 0,1-1 1 0,2 0-3 0,2 0 3 16,1-2-2-16,2 2 2 0,0-2-2 0,2-1 7 0,4-1-2 0,1-1 3 15,1-1 2-15,2-2 3 0,2-2 4 0,0-1-2 0,1 0-1 16,1-2 3-16,0 0 2 0,1-1 6 0,0-2 5 0,-1 0 1 0,0-2 6 15,0 1-4-15,1-1 1 0,-1 1 5 0,-1 0-3 0,-1 0 5 0,-1 1 1 16,-2 0 1-16,0 1-5 0,0 0 8 0,-2 1-3 0,0 1 2 16,0 0 3-16,-2 2-6 0,-1 0 7 0,-3 1-1 0,0 1 4 0,-1 1 3 15,-1 0-7-15,-1 1 4 0,0 0-6 0,0 1-1 0,-2 1 0 0,1-1-6 16,-1 1 3-16,1 0-4 0,-1-1-1 0,1 0 1 0,-1 1-5 16,2 0 2-16,-1-1 2 0,1 1-4 0,-1-1 2 0,1 0 0 0,0 0-5 15,-1-1-2-15,0-2-5 0,0 1-8 0,-1 0-6 0,1-1-3 16,-1 0-7-16,0-1-10 0,0-1-23 0,-1 0-36 0,0-1-33 0,1 0-41 15,-1-1-34-15,-1-2-53 0,1-1-96 0</inkml:trace>
  <inkml:trace contextRef="#ctx0" brushRef="#br0" timeOffset="59828.46">24287 7854 2138 0,'-3'-2'-12'15,"0"3"-97"-15,1 0-33 0,3 4 9 0,2 1 43 0,1 1 33 0,1 1 7 16,0-1-14-16,0 1-26 0,-3 1-28 0,2-2-24 0,0 2-30 0,-1 0-28 16,1-1-35-16,-1 1-175 0</inkml:trace>
  <inkml:trace contextRef="#ctx0" brushRef="#br0" timeOffset="60110.46">24666 8081 1576 0,'1'3'95'0,"1"2"-83"0,1 0-19 0,1 4-5 0,2 0 5 0,-1 2 3 16,0 0 0-16,1 0-4 0,-2-1-3 0,0 2-4 0,0-1 2 15,0 0-4-15,-1 0 2 0,1-2-5 0,-1-2-2 0,1 1 4 0,0-2 0 16,0 0 6-16,1-1 6 0,0 0-1 0,1-2-3 0,0-1 5 16,0 0-1-16,0-2 3 0,1 0 4 0,1-1-1 0,0-2 6 0,1 1 6 15,0-1 0-15,0 0-1 0,-2 0-2 0,1 0 2 0,0 0 2 0,-1 1 5 16,-1 0-4-16,1 2 4 0,0 0 0 0,1 1 6 0,-1 0 4 15,1 2-3-15,0 0-6 0,0 2-6 0,-1 1 1 0,2 1-6 0,-1 1 2 16,1 1-3-16,-1 1-6 0,1 2-3 0,0 0-15 0,-2 2-9 0,2 0-21 16,0 1-35-16,-1 1-54 0,-1 0-98 0,1 0-127 0,-2 2-255 15</inkml:trace>
  <inkml:trace contextRef="#ctx0" brushRef="#br0" timeOffset="66990.11">10046 1291 19 0,'-237'-5'7'0,"80"4"-2"0,-1 3-4 0,0 3-3 0,1 1-14 16</inkml:trace>
  <inkml:trace contextRef="#ctx0" brushRef="#br0" timeOffset="67556.12">5154 1849 45 0,'-59'9'40'16,"5"-2"26"-16,-13 4 18 0,-13 3 3 0,-106 17 1 0,19-2-34 15,29-1-17-15,31-6-1 0,16-1-1 0,1 1-1 0,2 1-4 0,0 1-3 16,2 2-5-16,1 3 1 0,1 3 0 0,2 1-4 0,0 1 3 0,1 1 1 16,1 0 2-16,-1 2 2 0,3 3-3 0,0 1-4 0,-1 2-6 15,1 4 0-15,1 1 4 0,0 2-2 0,2 2 2 0,3 1-4 0,2 4-8 16,3 1 3-16,2 2-3 0,3 0-3 0,3-1-1 0,5 2-9 0,1 2 12 15,3 1 3-15,4 1 0 0,2 1 1 0,2 1-11 0,5-1-2 16,4 1-5-16,1 0 7 0,3 1-2 0,14-35 0 0,-3 10 5 0,2 0 1 16,-3 8 1-16,1 2 2 0,-3 9-1 0,3-1-3 0,-3 10-1 15,1 0-3-15,3 1-1 0,0 0 1 0,1 1 2 0,2 0 2 0,1 2 2 16,2 0 4-16,0 0 0 0,1 4 3 0,2-1 0 0,0 2 4 0,0 0 3 16,2 3 0-16,1 0 2 0,0 0-3 0,1 2-3 0,1-1-8 15,0 2 1-15,0 0 0 0,2-1 2 0,-1 2 4 0,2 0-6 0,0 1-2 16,0 1-1-16,0 2 5 0,0 0 2 0,1 4 1 0,0 0-1 0,-1 3-6 15,0 0-4-15,0 1 9 0,-1 2 1 0,0 2 0 0,0 0 2 16,-1 1-11-16,-1 0-13 0,0 0 10 0,0 3 0 0,-1-1 3 0,1 1 11 16,-1-1-11-16,0 1-5 0,0 0-1 0,1-1 3 0,2 1 2 15,-2 0 6-15,1-2-3 0,2-1-5 0,1 0 3 0,0-2 0 0,1 0 1 16,0 0 8-16,2-3-1 0,1 1 8 0,0-1 4 0,0 0 11 0,1 0 4 16,1 2-5-16,-1-3-3 0,1 0-16 0,0-3-7 0,1-2 4 15,-1 0-2-15,1-3 4 0,1 0 2 0,1-3-4 0,1-3-2 0,1 1-2 16,0-3-5-16,2-1 1 0,2-3 0 0,0-3 1 0,1-4-20 0,2-1 1 15,2-3-2-15,1 4 3 0,20 45 16 0,-6-20 3 0,-3-21-4 16,-9-25-3-16,1-2 4 0,-2-3-2 0,1-2 6 0,1-3 2 0,-2-2-1 16,3-3-4-16,0 0 2 0,1-2-4 0,-3-2 3 0,1-1 2 15,-2-2-6-15,0-2 8 0,1 0-7 0,-1 0 2 0,1-2 1 0,0 0-5 16,-1 0 6-16,3 0-3 0,-1-1 1 0,-2-1-12 0,2-2-3 0,-1 0 3 16,1-2-4-16,0 0 12 0,0 0 0 0,1-3-1 0,-1 0-3 15,2 0-4-15,-2-1-2 0,0-1-8 0,1-1-17 0,-1-1-28 0,1-2-24 16,-1 0-17-16,0-3-12 0,-2 0 1 0,-1-2-7 0,-1-1-11 0,0-2-42 15,0-1-139-15</inkml:trace>
  <inkml:trace contextRef="#ctx0" brushRef="#br0" timeOffset="67876.11">2518 11360 536 0,'0'-1'56'0,"3"1"-47"0,2 1 4 0,3 1 2 16,3 2 8-16,3 1 11 0,1 0 10 0,0 1 4 0,0-1 3 15,3 2-2-15,2 1-7 0,-1 1-1 0,5 2-12 0,0 0-3 0,-1 1-1 16,2 1-4-16,-3 1 6 0,1 0 4 0,1 2 1 0,-3 0-3 0,2 2 1 15,-1 0-5-15,-2 0-1 0,0 0-1 0,-2 0-3 0,-3 2-2 16,-1 0 0-16,-1 2-2 0,-2 2 1 0,-1 2-3 0,-4 2 1 0,-1 1 3 16,-2 3-3-16,-4 1 4 0,-2 3-5 0,-3 4-2 0,-5 2-5 15,-4 3-2-15,-4 3-2 0,-2 2-3 0,-5 4 1 0,-3 3-4 0,-2 3-9 16,-3 2-13-16,-2 1-20 0,0 3-21 0,-3 1-27 0,2 0-19 0,0 3-28 16,1 0-33-16,2 1-73 0,2 4-185 0</inkml:trace>
  <inkml:trace contextRef="#ctx0" brushRef="#br0" timeOffset="70128.57">9386 11908 1225 0,'-5'-3'185'0,"1"0"-143"0,0 0-12 0,4 2-18 15,2 0-9-15,2 2-5 0,3-1-4 0,2 1 3 0,2 1 0 0,3 0-3 16,2 1 2-16,4 1-2 0,4-1-2 0,1-1-1 0,3 0 0 16,2 0 1-16,5 0-4 0,1 0 2 0,3-1 0 0,2 0 2 0,-1-1 1 15,2-1-1-15,3 1 2 0,1 0-2 0,2 0-1 0,0 1 1 0,1 1 1 16,1 1 5-16,-1 0-2 0,1 1 4 0,1-1-3 0,-1 2 1 15,0 1 4-15,0-1-2 0,-1 1 2 0,2-1-3 0,0 1-8 0,1 0 1 16,1-1 1-16,1 0 4 0,1-1 6 0,3 0 6 0,3 0 2 16,1 0 3-16,3-1 9 0,2 1 2 0,2-2-1 0,1 2 2 0,4-3-9 15,2 2 6-15,2 0-3 0,0-2-9 0,2 1 5 0,3-2-9 0,0 1-3 16,3 2 5-16,1 0-6 0,2-1-1 0,3 2 6 0,1-1-3 16,2-1 0-16,3 1-4 0,-3 0-4 0,1 0 3 0,0 0-2 0,0-1 12 15,1 1-2-15,0-1 2 0,-1 1 1 0,-1 0-2 0,-1 0 1 16,-1-1-3-16,0 0 6 0,0 0-2 0,2 0 3 0,-2 0 4 0,0-1-4 15,-3-1-1-15,2-1 7 0,-1 0-3 0,1-2 6 0,-2-2 3 0,0 0-9 16,-2-2-8-16,0 0-3 0,-2-3-1 0,0 0 8 0,-1-2 6 16,-1 0 0-16,-2-2-3 0,-2 0-3 0,-2-2-1 0,-2-2-2 0,-2 0 2 15,-2-2 6-15,-1 0-3 0,-2-1 1 0,-2 0 6 0,-2-2-8 0,-6 0 6 16,-1 0 0-16,-6 0-6 0,-3 0 9 0,-1-1 2 0,-6 0 1 16,-4-1 9-16,-1 1-4 0,-7 3 9 0,-4-1 2 0,-4 1-3 0,-4 0 10 15,-2-1-8-15,-4 1 6 0,-3 1 0 0,-4 0-3 0,-2-1-6 0,-2 1 12 16,-3-1-3-16,-2 0-3 0,-4-1-3 0,-3-3-19 0,-4 1-12 15,-3-2-10-15,-1 1-7 0,-5 1-1 0,-3 0-5 0,-6 2 4 0,-1-1-1 16,-4 2-1-16,-1 0 6 0,-3-1-3 0,-4 1 9 0,-3 1-1 16,-4 0-1-16,-2 2 6 0,-5 1-9 0,-2 2 3 0,-4 0 2 0,-5 1-6 15,-2 4 5-15,-4-1-3 0,-5 1 0 0,-1 2 3 0,-2 1-2 0,-3 0 2 16,0 1-3-16,-3 2-5 0,-2 0 6 0,-6 4 0 0,-3 1-1 16,-7 0 3-16,-4 2-6 0,-1 0 1 0,3 0 0 0,1 1 11 0,1 1-1 15,-3-1 0-15,0 1 0 0,0-1-10 0,4-1 4 0,1 0 4 0,2-1-2 16,-3 0 3-16,-3 0-9 0,-4-1-7 0,-8 1 3 0,-5-1-1 15,-3 0 5-15,0 0 3 0,4-2 7 0,-1 0 12 0,1-3 0 0,1 0 5 16,-1-2-2-16,1-1-9 0,-1-1 11 0,-2 0-1 0,1-1-6 16,-1 2 2-16,0-2-11 0,-2-1 5 0,0 1 4 0,-2-2-5 0,1-1 5 15,2 0-13-15,0-1-1 0,2-1 1 0,-3-1-4 0,0 1 6 0,-1-1-3 16,-1-1-6-16,-1 1 4 0,-1-1-4 0,0-2-2 0,1 1 7 16,3-1-4-16,3 1 6 0,0 0-5 0,0 0-6 0,0 2 8 0,0 2-6 15,2 1 2-15,1 0 5 0,4 0-3 0,3 1 6 0,1 2 2 16,2 1-7-16,0 1-1 0,2 2-7 0,0 2 1 0,0 1 9 0,3 2-3 15,0 1 6-15,5 1-4 0,3 1-4 0,4 0 3 0,4 2 4 0,5 0 3 16,2 2 0-16,4 1-7 0,4 2-3 0,3 2-2 0,4 3-1 16,2 1-2-16,4 1-3 0,3 3 5 0,2 4-2 0,2 3-5 0,3 4-5 15,1 3-29-15,3 5 3 0,2 4-7 0,2 3-7 0,3 2 0 0,4 4-22 16,3 3-12-16,3 2-25 0,4 2-21 0,3 0-14 0,6 1-28 16,4 0-24-16,4 2-25 0,4 2-33 0,6-1-82 0,6 2-162 0</inkml:trace>
  <inkml:trace contextRef="#ctx0" brushRef="#br0" timeOffset="73571.39">3860 12389 1273 0,'-28'3'138'0,"2"1"-37"0,-7 0-55 0,10-1-19 0,5-1-3 0,3-1-5 16,1 1 1-16,2-1-5 0,2-1-7 0,1 1-6 0,3 0-8 0,0-1-7 15,2 0-10-15,1-1-6 0,1 1-3 0,1-1-1 0,-1 0 2 16,2 1 2-16,0 0 10 0,1 0 2 0,-1 0 10 0,1-1 5 0,1 1 3 16,-1 0 7-16,1-1 4 0,0 0 5 0,0 0-5 0,2 0 6 0,2 0 0 15,1-1 4-15,2 0 4 0,1 0-3 0,2-1-3 0,3 0 4 16,2 0-3-16,0 0 0 0,6-1 2 0,3-1-9 0,2 0 4 15,5-1-1-15,0 0-3 0,5-1 1 0,3-2-6 0,2 0-4 0,1 0-1 0,2 0-4 16,2 0 3-16,2 2-2 0,2 0-2 0,0 0 4 0,2 2-3 16,2 0 1-16,1 0 0 0,1 1-2 0,-1 0 0 0,-1 2-1 0,1 0 1 15,-2 2 2-15,0 1-3 0,1 1-5 0,-1 2 4 0,0 1-1 16,-1 1 0-16,-1 1 4 0,-1 2 3 0,-2 2-3 0,-2 0 5 0,-3 3-5 16,-1 1 0-16,-4 0 0 0,-3 0 2 0,0 2 4 0,-3-1 9 15,-2 1-3-15,-3 0 8 0,-1 1 4 0,-5 0-1 0,0 0 13 0,-4 2 2 16,-3 1 7-16,-1-1 0 0,-3 0 10 0,-2 2-1 0,-3-2 3 0,-1-2-1 15,-4 1-5-15,-4-2 5 0,-2 2-2 0,-4 1 3 0,-2 0 3 16,-2 1-4-16,-4 0-7 0,-2-1-5 0,-5 0 2 0,-3 1-2 0,-2-1-4 16,-3-2 0-16,-1 1-5 0,-2-1-8 0,-3-1 2 0,0 2-2 0,-2 0-4 15,-1 0 2-15,-1 0-2 0,-3-2-8 0,1-1-4 0,-2 0-4 0,1 1-4 16,-1-1 2-16,1 0 4 0,1-1-2 0,0-1 4 0,2 0-8 16,1-2 2-16,0-2 1 0,4 1-8 0,4-2 4 0,0-1-2 0,3-1 1 15,-1-2 5-15,3 1-8 0,3-3-12 0,3 0-12 0,3 0-16 16,3-2-15-16,3 1-11 0,2-2-28 0,2 0-28 0,2 0-31 0,4-2-53 15,2 1-20-15,2 1-16 0,2-1-1 0,5 0 25 0,4-1 3 0,7 0-1 16,6-2-12-16,5-2-212 0</inkml:trace>
  <inkml:trace contextRef="#ctx0" brushRef="#br0" timeOffset="74410.46">12945 13356 1192 0,'12'-6'141'16,"0"1"-35"-16,6 0-33 0,0 1-21 0,-1-1-16 0,3 1-22 16,2 0-6-16,3-1-6 0,3 0-5 0,2 1-1 0,3-1-2 0,1 1 2 15,2-1 2-15,-1 1-1 0,1 0 1 0,-1 2-4 0,1 0-4 0,3 1 2 16,-1 1-3-16,1 0 2 0,-3 2 0 0,1 0-1 0,0 0 2 15,0 2-5-15,0 0 1 0,0 1-1 0,-1 1-2 0,-1 1 6 0,-1 0-3 16,0 1 0-16,-2 0 1 0,0-1 3 0,-2 2 7 0,0-1-1 16,0 0 1-16,1 0 2 0,-1 1-1 0,-2-1 3 0,-1 0-2 0,-1-1 0 15,-1 0 3-15,2 0-1 0,-2-1 5 0,2 1-2 0,0-2 2 0,-2 0 2 16,2-1 0-16,0 1 1 0,0-2 3 0,0 1-3 0,1-2-4 16,0 0 2-16,0-1-2 0,-1 0-2 0,-1-1 5 0,1 1-4 0,-3-1 4 15,3 0 1-15,-2-1-1 0,1 0 5 0,-1-1-2 0,-2 0 4 0,0-1 7 16,-2-2 4-16,-1 0 5 0,0-1 1 0,0 0 2 0,-1-1 2 15,0-1-1-15,-2 0 0 0,-1-1 0 0,-1 0-1 0,0 0 3 0,0-1 3 16,-3-1 5-16,1 0-3 0,-3-2-4 0,0 1-7 0,-2-2-13 16,0 0-3-16,-1 0 6 0,-1 0-5 0,1-2 6 0,-2-1-2 0,0-3-11 15,-2 1 2-15,0-1-5 0,-2-1-2 0,0 0-6 0,-2-1 0 0,-1 0-1 16,-2 0 2-16,-1 0 1 0,-1 1 1 0,-3-2-2 0,2-1 5 16,-4 0 5-16,-2 0-8 0,-1-1 6 0,-3 0-7 0,1 0 3 0,-2 0 1 15,-1-2-5-15,-1 2-1 0,-2-3-3 0,-2 1-1 0,0-1-7 0,-2 1 2 16,0 1-2-16,-5-1 0 0,-2 1 2 0,-4-1-3 0,-1 1-3 15,-1-1-2-15,-2 2 8 0,0 2 0 0,-2 0 5 0,0 3 7 0,-1 0-5 16,-1 1 4-16,-2 2-5 0,-1 1 0 0,1 1 3 0,0 0-2 16,-1 3 2-16,0 4 0 0,-1 1 2 0,1 2 2 0,2 2-1 0,0 1 2 15,0 3 2-15,4 2 5 0,2 2 3 0,0 3-3 0,4 0-4 0,1 4-5 16,0 1 0-16,3 3 0 0,-1 2-6 0,2 2-1 0,-2 1-13 16,2 2-13-16,-1 5-17 0,2 1-22 0,-1 5-19 0,2 3-19 0,-2 2-22 15,1 2-13-15,-1 4-21 0,1 3-28 0,0 4-30 0,1 2-40 0,-3 5-40 16,2 2-175-16</inkml:trace>
  <inkml:trace contextRef="#ctx0" brushRef="#br0" timeOffset="79243.45">19011 2123 3432 0,'9'-9'-28'0,"10"-1"-15"0,13-2-2 0,14-2-2 15,4 7 27-15,3 1 13 0,3 0 2 0,4 2 0 0,3-1-1 0,5 0-3 0,3 1 6 16,1-2-3-16,6-1 1 0,2 0 3 0,2-2 1 0,5 0-3 0,2-2 1 16,-44 6 17-16,13-1-4 0,2-2 6 0,12-2 2 0,1 1-20 0,12-3-1 15,3 1 10-15,11-1 0 0,1 0 0 0,2 0 7 0,-2 2-14 16,1 0 8-16,-1 2 1 0,-2 2-8 0,-2-1-1 0,-1 0-1 0,-4 1-3 15,-2 1 11-15,-3 1 2 0,-3-1 2 0,-2 1 2 0,-3 0 1 0,-4 1-10 16,-6 0-4-16,-1 2 0 0,-4 0 0 0,-5 1 7 0,-4 1-2 16,-4 0-12-16,-6 1 3 0,-4 0 1 0,-3 1-6 0,-6-2-22 0,-3 1-35 15,-5 0-38-15,-3-1-28 0,-3 0-22 0,-2 0-12 0,-4-2-25 0,-1 0-26 16,-2-3-24-16,0-1-31 0,-2-3-40 0,1-1-49 0,0-4-368 16</inkml:trace>
  <inkml:trace contextRef="#ctx0" brushRef="#br0" timeOffset="79722.45">23609 843 3574 0,'2'-1'8'0,"0"1"-110"0,2 0-5 0,1 2 3 15,2 2 40-15,0 1 60 0,3 1-3 0,0 2 14 0,2 2-1 0,1 1-6 16,-1 3 10-16,3 3 6 0,-1 2-7 0,2 1-2 0,-1 5-8 15,-1 3-51-15,15 30 5 0,-8 1-1 0,-5-3 3 0,-5-1 45 0,-6-5 2 16,-4-4 1-16,-4-6 4 0,-3-8 0 0,-2-1-3 0,-2 0-4 16,-2-2 3-16,-2 1 1 0,-2-1 1 0,-1-1-3 0,-1 0-1 0,-2-2 5 15,-1-1-8-15,1-2 14 0,-1 0-8 0,-1-2-8 0,2-3 8 0,-1 1-8 16,2-1 8-16,1-3-4 0,2 0 5 0,1 0-9 0,2-2-13 16,3 0 6-16,2-1-1 0,2-1 5 0,2 0 11 0,1-1-9 0,2-1-14 15,2 5-7-15,3-1 9 0,3-6-2 0,0-3 12 0,2-2 4 0,3-1-8 16,4-2 5-16,1-1 7 0,2-2-1 0,-9 1 19 0,3 0 5 15,1-1-7-15,2-1 11 0,3-1-16 0,3-1-4 0,0 0 8 0,6-3-4 16,0 0 0-16,1-2 4 0,2-1 0 0,0 1-7 0,1-3-1 16,1 0 3-16,0-2-6 0,1-1 2 0,-2-1 6 0,0-1-10 0,-2-1 4 15,0-1 2-15,-3-1-4 0,0-1 4 0,-3-2-5 0,-2-1 3 0,-1-2 4 16,-2-1 1-16,-4-2 0 0,0 0 1 0,-3-3-2 0,-3-1 3 16,-2-1 4-16,-4 17 55 0,-2-2 2 0,0-1-3 0,-2-3-1 0,-1-1-58 15,-1-2-9-15,-2-1 13 0,-2-2-9 0,-2 0-14 0,-2-2 8 16,-2 0-29-16,-2-2 11 0,-3 1-1 0,-3-2 2 0,-1 3-6 0,-3-3 79 15,-3 3 3-15,0 3-6 0,-3 0 16 0,0 4-90 0,-1 3-5 0,-1 2 2 16,1 5-3-16,-2 2-6 0,2 4-87 0,-2 3 16 0,2 4-29 16,0 4-12-16,1 4 27 0,0 3-61 0,1 4-70 0,1 4-74 0,1 1-70 15,0 5-63-15,2 3-229 0,-2 0 81 0</inkml:trace>
  <inkml:trace contextRef="#ctx0" brushRef="#br0" timeOffset="79983.45">24819 1107 3837 0,'2'1'-188'16,"0"2"-79"-16,2 3 18 0,1 3 42 0,7 9 107 0,-1 6 52 0,3 3 8 15,0 5 60-15,1 4-7 0,-1 5 2 0,-4 0 3 0,-4-6 0 0,-3 4 1 16,-2-1-3-16,-2 2-2 0,-1 2-9 0,-2 0 5 0,-1 1-7 15,-2 1 4-15,1 0-4 0,-2-2-13 0,0 0 4 0,-1 3-21 0,-7 30-12 16,5-15-33-16,4-10-70 0,4-18-29 0,-1-1-17 0,2-2 6 16,0-4 19-16,0-2-6 0,1-5-17 0,-1-4-22 0,0-2-17 0,1-5-32 15,-2-3-178-15,0-6 88 0</inkml:trace>
  <inkml:trace contextRef="#ctx0" brushRef="#br0" timeOffset="80191.53">25001 1047 2844 0,'3'-3'74'0,"1"0"-227"0,2-1-30 0,3 0 41 0,2-1 103 0,3 0 56 15,3-1 17-15,3 1-5 0,2 0-15 0,3-1 10 0,3 0 18 0,3 1 13 16,3-1-7-16,2 2-5 0,2 0-21 0,1 2-6 0,1 2 5 16,1 1-9-16,-1 2 9 0,-1 1-4 0,-2 2-1 0,-1 1 3 0,-3 1-8 15,0 1 3-15,-4 2-4 0,-2 2-8 0,-4 1-1 0,-2 1-2 0,-4-1-6 16,-5 4-48-16,7 15-1 0,-11-1-2 0,-11-1 0 0,-9 0 48 15,-8-3-12-15,-6-1-20 0,-5-3-24 0,-3-4-38 0,-2 1-38 0,-3-1-27 16,-2-3-34-16,-2 0-34 0,-2-1-43 0,-1-3-93 0,-1-3-311 16</inkml:trace>
  <inkml:trace contextRef="#ctx0" brushRef="#br0" timeOffset="80575.53">19516 2498 3046 0,'12'11'-57'0,"11"9"-21"0,12 9 3 0,12 11 2 0,2-1 55 16,3 0 25-16,4 0-3 0,3-3-4 0,1 1 0 0,3 1-1 0,2-1-4 16,2 1 0-16,2 2 3 0,1-3-3 0,2 2 5 0,0-2 0 0,1 0 2 15,-1 0-10-15,0-2 1 0,1 1-4 0,0-2 0 0,2 3 12 16,1 0-4-16,1 0 8 0,0 2-7 0,0 0 4 0,1 0-2 0,-2 3 3 16,1-2 0-16,-3 0-1 0,-1 0 3 0,-2-1-2 0,-2 0 2 0,-2 1-2 15,-3-3-4-15,-2 1-6 0,-2-1 12 0,-2-1 5 0,-2 2-2 16,-2-3 3-16,-5-2-14 0,-1-1-5 0,-3-2 6 0,-4-2-11 0,-3 1-39 15,-4-5-85-15,-5-2-106 0,-4-4-100 0,-3-4-97 0,-2-2-107 16,-3-4-162-16</inkml:trace>
  <inkml:trace contextRef="#ctx0" brushRef="#br0" timeOffset="81007.47">23567 3876 4095 0,'5'21'-96'0,"5"9"-103"0,6 15-1 0,3 11 50 0,-1 5 95 16,-1 0 53-16,-5-4 6 0,-5-6-4 0,-3-6-5 0,-5-4-1 15,-1-5 2-15,-4-2-1 0,-1-5 5 0,-2-1-4 0,-2-4-1 0,-2-2-2 16,-2-2-8-16,-2-2 3 0,-3-1 4 0,-1-2 7 0,-3 0 10 0,1-2-2 16,0-1-2-16,1-1-1 0,3 0-4 0,1 0 0 0,2 0-2 0,3-1 0 15,2 0-3-15,2 0-2 0,2-1-6 0,2-1-7 0,2 1 0 16,1-2-6-16,1 2 4 0,1 1 1 0,1 0 3 0,1 0 9 0,0 1-3 15,0-2 7-15,1 1 1 0,1-1-1 0,0 0 3 0,2 0 2 16,1-2-3-16,-2-1 1 0,3-1 2 0,-1-1-2 0,0-2 9 0,1-2-3 16,0 0-1-16,1-3-3 0,0-1-1 0,1-2-1 0,1-3 5 0,2 0-1 15,1-3 9-15,0-3-4 0,4-1-4 0,1-4 3 0,1-1-12 16,1-1 4-16,-1-1-1 0,1 0 6 0,-1-1 1 0,2-1-2 0,-1 1 0 16,2-1-1-16,-2 1-1 0,-1 1 4 0,0-1-2 0,-1 2 6 0,-1-1 10 15,-3-1 5-15,-1 2 8 0,-1-3-6 0,-2 2-2 0,-3-1 1 16,-1-1 1-16,-2 0-1 0,-2-2-1 0,-2 1 1 0,-4-3-2 0,-2-1-1 15,-3-2 3-15,-2 0 0 0,-3-2-4 0,-2 3 1 0,-4 0-6 0,-2 1-4 16,-4 1 8-16,0 1-4 0,-4 2 11 0,3 2-11 0,-2 3-9 16,1 2 17-16,3 3-19 0,-2 5 7 0,1 1 1 0,-2 2-28 0,1 3 1 15,-2 1-10-15,1 3-9 0,0 2-7 0,-1 3-19 0,-1 2-8 16,-2 2-24-16,0 1-34 0,-2 1-38 0,1 2-58 0,-1 0-83 0,1 1-43 16,-1 0-53-16,2-2-35 0,0 1-57 0,3-2-162 0</inkml:trace>
  <inkml:trace contextRef="#ctx0" brushRef="#br0" timeOffset="81511.48">24786 3596 3421 0,'0'0'129'0,"2"3"-286"0,2 2-42 0,5 5 27 0,4 5 85 16,0 2 85-16,0 4 28 0,-3 1 3 0,-3-1 0 0,0 4-2 0,-2-1 13 15,-1 5 4-15,-1 2 1 0,-1 4-2 0,-1 4-17 0,-1 6-4 0,-3 0-10 16,-2 5-5-16,-1 3 6 0,-2 1-4 0,-1 2 0 0,-1 2 2 16,-2-1-8-16,-1 1-12 0,0 2 0 0,1-2-2 0,1-1 6 0,1-4 9 15,1-3-3-15,2-4-4 0,0-2-3 0,1-3 5 0,1-4 4 0,1-4 1 16,0-5-2-16,0-1 1 0,0-5-6 0,0 0-3 0,1-4-5 16,0-3-14-16,-1-3-5 0,2-2-5 0,-1-3 5 0,1-2-3 0,0-3-8 15,0-1-26-15,1-4-32 0,-2-4-9 0,0-4-40 0,-1-3 5 16,-1-2 21-16,0-4 11 0,1-4 50 0,-2-4 27 0,0-4 11 0,1-3 6 15,0-5-5-15,1-4 5 0,1-2 1 0,1-2 4 0,0-2 5 0,1-1 4 16,0-3 12-16,1 0-3 0,0-1 4 0,0 0 0 0,1-1 0 16,-1 0 7-16,2 0 0 0,0 0 1 0,1 3 4 0,1 1 9 0,1 4 10 15,0 2 13-15,2 3 7 0,0 3-4 0,0 4-3 0,2 3-9 0,2 2-7 16,1 2-3-16,0 6 5 0,1 2 7 0,2 3 14 0,2 5 1 16,0 1-3-16,2 3-10 0,2 3-12 0,2 1-8 0,1 3-1 0,1 3 1 15,1 2 0-15,3 3 1 0,1 3-4 0,1 2-7 0,0 4-3 16,1 2-4-16,0 5-1 0,0 2-4 0,-1 3-2 0,-1 3 1 0,-2 1-12 15,-1 5 6-15,-1 2-1 0,-3 3-1 0,-1 1 11 0,-3 3-11 16,-1-1 4-16,-1 3 3 0,-1 2-5 0,-3 2 4 0,0-1-1 0,0 1-5 16,-3 0 4-16,-1-1-14 0,-2 0 3 0,-3-1 0 0,-1-3-12 0,0-2-2 15,-2-2-21-15,-2-4-18 0,0-3-20 0,-3-2-20 0,0-1-23 0,-2-3-43 16,-3-3-208-16,-3 0-154 0,-4 0 22 0,-2-4 70 0,-3 1-84 16</inkml:trace>
  <inkml:trace contextRef="#ctx0" brushRef="#br0" timeOffset="81627.48">24896 4426 3434 0,'6'0'-73'15,"4"0"-110"-15,8 1 1 0,9 0 53 0,4 3 78 0,7 0 41 0,3 0-17 16,3-1-48-16,3-1-58 0,5 0-61 0,1-1-74 0,1 0-85 16,3-1-133-16,1-2-380 0</inkml:trace>
  <inkml:trace contextRef="#ctx0" brushRef="#br0" timeOffset="87189.58">3355 13972 994 0,'-17'-6'144'0,"0"-1"-11"0,-4 0-26 16,3 0-15-16,3 1-12 0,2-1-10 0,-1 0-7 0,1 0-8 15,0-1-8-15,1 1-10 0,1 2-5 0,0 0-9 0,3 0-8 0,0 0-4 16,2-1-10-16,2 1 1 0,0-1-6 0,2 0 2 0,1 0-2 16,2-1-7-16,-1-1-1 0,3-1-7 0,3-2-2 0,3-1-3 0,4-4 4 15,3 0 4-15,1-2 3 0,3-2 4 0,4 0 0 0,1 1 1 0,5-2-3 16,2 0 5-16,4 0 0 0,0-2-2 0,1 0 4 0,3 1-3 15,1-1 4-15,2 3 1 0,1-2-5 0,0 2-1 0,1 1 2 0,1 0 2 16,4 0 5-16,0 0 0 0,3 1-2 0,2 1-7 0,2 2 1 16,1 1 3-16,2 3 3 0,0 0-8 0,3 3 0 0,-1 1-1 0,1 2-1 15,-1 2 6-15,0 1 3 0,1 3-3 0,-3 2 0 0,2 3 5 0,-2 2 0 16,-3 2-1-16,0 3 5 0,-2 2-7 0,-3 3 3 0,-1 4 0 16,-6 1-2-16,-2 3 3 0,-3 2-1 0,-2 5 1 0,-2 2 4 0,-3 3-2 15,-5 1-3-15,-4 1 5 0,-2 2 1 0,-2 1 2 0,-2 4-5 0,-2 1-6 16,-6 4 1-16,0 0 0 0,-4 3 3 0,-3 2 5 0,-3 2-11 15,-4 1-2-15,-3 0-1 0,-4 0 0 0,-2 1 3 0,-2-1 5 0,-5-1-7 16,-1 0 14-16,-5-1 3 0,-4-1 6 0,-4-3 13 0,-1-1-2 16,-2-3 14-16,2-3 13 0,-3-3 13 0,0-5 7 0,0-3-7 0,-2-4 0 15,2-1-3-15,-1-4-5 0,0-2 1 0,1-2-5 0,1-5-14 0,1-2-8 16,2-2-4-16,1-3-3 0,-1-1 0 0,-2-3-8 0,3-1-4 16,-1-1 8-16,5-1 1 0,1-2 1 0,2-1-8 0,0-1-7 0,1-1-10 15,2 0-15-15,1 0 0 0,3-1-12 0,1 0-3 0,2-2-6 0,2 1-18 16,5 0-36-16,1 0-44 0,2 0-46 0,2 1-65 0,3-1-65 15,2-2-68-15,4 1-238 0</inkml:trace>
  <inkml:trace contextRef="#ctx0" brushRef="#br0" timeOffset="87776.58">7143 14233 2206 0,'-15'-16'174'0,"0"0"-48"16,-2-2-53-16,4 1-40 0,4 3 1 0,2-1-15 0,1 3-12 0,1-1 2 16,1 1-12-16,1 1-11 0,2 0-14 0,0 1-21 0,2-1-22 15,1 1-19-15,2 1-17 0,3 0-3 0,2-1 7 0,3 2 18 0,2-2 17 16,2 1 17-16,3-1 21 0,2-1 6 0,0 1 6 0,1-1-2 0,1 0 2 16,1-1 4-16,4 1 8 0,0-1 8 0,5 0-2 0,0 0-2 15,4-3-3-15,2-1-3 0,1 0 2 0,4 0 6 0,1 0-2 0,1 1-2 16,0-1 3-16,3 1-1 0,-2-1 5 0,0 2 6 0,1 0 3 15,-2 2 9-15,2 0 2 0,0 0 5 0,-2 2 7 0,0 0-3 0,1 1 1 16,-2 2-4-16,-1 0-1 0,-1 3-3 0,1 1 1 0,-1 1-1 0,0 1-1 16,0 1 2-16,-3 3-1 0,-2 1-1 0,1 1-7 0,-2 2-6 15,0 0 0-15,1 4-6 0,-3 1-2 0,0 2 2 0,-3 2-4 0,-1 0 2 16,-2 3-1-16,0 2-1 0,-3 2-4 0,0 2-1 0,-4 2 2 16,-2 1-9-16,-1 2 0 0,-2 0-2 0,-3 2-3 0,-1 2 4 0,-2 0 5 15,-4 3 0-15,-4 0-2 0,-3 2 5 0,-3 0 4 0,-5 1 0 0,-3 0 7 16,-3-2 6-16,-2-1 0 0,-4 1 6 0,-1-1 0 0,-2 0 9 15,-4 0 3-15,-1-2-2 0,-4 1 16 0,-1-1-1 0,-1-2 5 0,1-1 14 16,-1-1-9-16,2-4-10 0,0-1-1 0,1-2-9 0,1-1-11 0,3-1-2 16,1-3-12-16,2-1 0 0,1-2-3 0,1-2 1 0,3-2-4 15,-2-2-3-15,3-2-3 0,1 0-4 0,1-2-1 0,1 0-7 0,2-1-6 16,3-1-13-16,0-1-14 0,2-2-17 0,2 1-29 0,2-1-23 0,0 0-38 16,1-1-39-16,2-1-42 0,0 0-65 0,2-1-51 0,1-1-79 15,4-4-88-15</inkml:trace>
  <inkml:trace contextRef="#ctx0" brushRef="#br0" timeOffset="88406.58">11373 15006 2497 0,'0'-1'168'0,"0"1"-86"0,1 0-35 0,0-1-17 15,2 1-10-15,1 1-17 0,3 0-13 0,3 1-14 0,4 1-11 0,2 1-1 16,4 1-3-16,4 2 5 0,2 0 1 0,4 1-3 0,0 1-3 0,3 0-6 16,0 1 4-16,0-1 9 0,0 0 9 0,1-2 15 0,-2 0 0 15,1 0 10-15,-3-3-5 0,0 0 0 0,-1 0 4 0,1-2-4 0,-2-1 11 16,1 0-5-16,0-3 11 0,0-1-4 0,1-2 0 0,0 0 5 16,-1-1-4-16,3-2 6 0,-1-1 6 0,-1-1 10 0,-1-2-1 0,-2 0 10 15,-1 0-4-15,0-2-9 0,0-1 2 0,-2-1-5 0,0 1 2 0,-1-2 5 16,1-1 0-16,-1 0-8 0,-1-2-1 0,-1-1-1 0,-1 0 6 15,-2-3 3-15,2 1-1 0,-3 0 0 0,0 0-2 0,-3 1 2 0,0-1 2 16,-1-1-5-16,0 0 2 0,-2-2 0 0,0-2 4 0,-3 0-18 0,0-1 4 16,-1 0-6-16,1-2-9 0,-2 1 13 0,0-4-9 0,-2 1-10 15,-1 0-3-15,1 0 6 0,-2 0-8 0,0 0 3 0,0-1-4 0,0-1-4 16,-1 1 2-16,0 0-4 0,-2 2 3 0,-1 0-8 0,-1 1-5 0,0 0 0 16,-1 0 0-16,-1 0-7 0,0 2 18 0,-1 0-6 0,-2 1 1 15,0 0 8-15,-1 0-15 0,-2-1 8 0,-2 3-8 0,-2-1-2 0,-3 2-5 16,-2 0-8-16,-1 0 12 0,-4-1-5 0,0-1 9 0,-5 0 0 15,-2-1-5-15,-5 2 6 0,-5 0 2 0,-2 0 7 0,-5 2 2 0,-3-2 6 16,-4 1 7-16,-3 0 4 0,-3 1 1 0,-1 2 7 0,0 1 14 0,-1 2 9 16,1 2 13-16,0 2-1 0,2 2-12 0,-1 3 2 0,2 2 4 15,0 4 5-15,1 2-2 0,4 1-4 0,1 5-5 0,4 0 0 0,0 7-3 16,2 2-7-16,0 4-21 0,1 3 1 0,0 6-13 0,0 5 1 16,0 4 7-16,1 3-31 0,1 4 0 0,2 3-17 0,1 4-28 0,2 4-14 15,2 2-42-15,1 3-50 0,4 2-41 0,1 3-81 0,4 5-124 0,0 6-201 16,0 6-220-16</inkml:trace>
  <inkml:trace contextRef="#ctx0" brushRef="#br0" timeOffset="107494.54">22901 14236 203 0,'6'-3'16'0,"1"-1"-19"16,2 0-8-16,-2-1-10 0,1 1-18 0,0 0-41 0</inkml:trace>
  <inkml:trace contextRef="#ctx0" brushRef="#br0" timeOffset="108177.95">23149 14056 1260 0,'-5'-3'232'0,"1"1"-142"16,-2-2-6-16,2 0-12 0,1 1-4 0,1-2-14 0,-1 0-22 0,1 0-4 16,1-1 2-16,-1 1-1 0,0 0 6 0,0 0-1 0,-1-1-6 0,0 1 3 15,1-1 1-15,0 2 1 0,-1-1 6 0,0 1 8 0,0 1 2 16,1 0 4-16,0 0-3 0,0 0-5 0,0 0 2 0,1 1 0 0,-1 0 2 16,2 1 4-16,-1 1-14 0,0-1 13 0,0 1 0 0,0 0 1 15,-1 1 15-15,0-1-18 0,1 0 0 0,0 0-5 0,1 1-7 0,-1-1-1 16,1 1-1-16,0 0-7 0,0 0-1 0,0-1 0 0,0 1-8 0,0-1-4 15,1 1-1-15,-1 0-5 0,0 1 3 0,1 0 3 0,-1 0-3 16,0 0-4-16,0 0 7 0,0 0-7 0,0-1 4 0,0 0 0 0,-1 0-8 16,1 0 8-16,-1 0-4 0,0 1-5 0,1-1 2 0,-1 0-6 15,0 0 1-15,0 0 10 0,0 0-9 0,-1 1 2 0,1-1 2 0,0 1-10 16,-1 0 0-16,1 1 6 0,-1 1-2 0,1 2-2 0,-1 1 2 0,1 1 0 16,0 4 0-16,0 3 2 0,0 4-2 0,0 1-4 0,-1 4-3 15,0 2 9-15,0 3-2 0,-1 4 0 0,1 2-4 0,0 0 4 0,-1 2 2 16,0-1 0-16,0 0-8 0,-1-1 3 0,1-2 1 0,-1 0-2 0,0-3 8 15,1-2 7-15,-1-2-8 0,1-3 1 0,-1-2 4 0,0-1-10 16,1 0 13-16,1-2 0 0,-1-2-4 0,0-3-3 0,1-1 0 0,-1-2 5 16,1-2 0-16,1-2 6 0,1-2 2 0,-1-2-10 0,1-1 1 0,0-1-3 15,1 0-1-15,-1-2 4 0,1 0 1 0,2-2-1 0,0-1-3 16,1-1-10-16,2-1 3 0,0-2 5 0,1-1-1 0,3 0-2 0,-1-1 4 16,2-1-4-16,-1 0-9 0,1-2 11 0,1 1-4 0,1-3 0 0,-1 0-9 15,2 0 12-15,2 0-6 0,-1-2 7 0,1-3 15 0,1-1-14 16,1-2 3-16,0-2-4 0,1 0 3 0,0-2 1 0,1 0-4 0,-3-2 2 15,0 0 5-15,1-2 1 0,-4-1-1 0,1-2 2 0,-2 0-5 0,-1 1 2 16,-2-1 1-16,-3 1 1 0,0-1-6 0,-2 1-12 0,-2 1 8 16,-3 2 4-16,-3 2 5 0,-3 2 7 0,-2 1-14 0,-2 2-4 15,-4 2 4-15,-2 3 5 0,-3 3 3 0,-3 1 1 0,-3 3-5 0,-1 2 2 16,-3 4 3-16,1 0-5 0,-2 3-2 0,2 2-8 0,-1 2 0 0,1 2 2 16,0 2 6-16,1 1-10 0,2 2-3 0,0 1-11 0,1 3-8 15,1 0-5-15,1 3-10 0,0 1-19 0,0 0-22 0,1 0-28 0,2 1-36 16,1 0-31-16,2 1-43 0,3-2-56 0,0 2-50 0,3-1-81 0,3 0-116 15,2 4-2-15,2 1-91 0</inkml:trace>
  <inkml:trace contextRef="#ctx0" brushRef="#br0" timeOffset="108547.95">23534 14083 2550 0,'7'0'286'0,"0"1"-175"0,1 2-28 0,2 2-27 0,-1 1-2 0,0 0-7 15,3 2-17-15,0-1-5 0,-1 3-14 0,1-2-8 0,-1 4-4 16,2 0-3-16,-1 1-1 0,0 0 1 0,-1-1 1 0,-2 0-8 0,1-1 0 16,-1 0 8-16,0-1-1 0,0-1 4 0,-1-3 2 0,-1 0 0 0,0 0 1 15,0-1 3-15,1-1-1 0,0-2-1 0,-1 0 3 0,0-2 2 16,0 0 3-16,-1-1 0 0,0-1 3 0,0-1-3 0,1-3-3 0,-1 0 6 16,-1-1-1-16,1-1-1 0,-1-1 1 0,-1-1-3 0,0-2 6 0,-1 0 1 15,0-1 2-15,-1-2-5 0,-1-1-10 0,-2-1 2 0,-1 1-3 16,-1-1 5-16,-2-1-9 0,-1 0 2 0,-2 1-11 0,-2-1 7 0,-2 2-7 15,0 2 5-15,-3 1 10 0,-2 1-10 0,-1 2 11 0,0 0-5 16,-2 3-16-16,-1 2-3 0,1 2 2 0,-2 3-5 0,1 2 30 0,3 1 0 16,0 3-6-16,1 1-2 0,3 3-15 0,1 1-7 0,1 1-2 0,2 1-5 15,2 2-11-15,2 0 1 0,0 2-6 0,4 0-1 0,1 2-7 16,1 0-3-16,2-2 2 0,3 0 3 0,1-2 3 0,3-1 2 0,3-1 7 16,2-3 6-16,1-1 11 0,3 0 2 0,2-2 0 0,1-2 5 0,3-1-4 15,2-2 6-15,-1-2-5 0,2-3-9 0,0-1-12 0,-1-2-20 16,0-1-28-16,-3-2-34 0,0 0-45 0,-1-1-57 0,-2-2-62 0,0-1-75 15,0-1-38-15,0 0-1 0,-1 0-57 0</inkml:trace>
  <inkml:trace contextRef="#ctx0" brushRef="#br0" timeOffset="109185.15">24286 13647 2360 0,'-5'-6'585'0,"-1"-1"-448"0,-1-3-37 0,2 0-17 15,1 2-11-15,1 1 3 0,0 1-22 0,0 2-14 0,1 3-6 16,0 0 4-16,1 1 1 0,-1 1-4 0,0 2-12 0,1 1-7 15,-2 3-7-15,1 4-4 0,-1 3 1 0,0 3-1 0,1 2-4 0,0 5 0 0,0 2-2 16,1 5-7-16,0 2 3 0,1 3 4 0,1 2-9 0,1 2 1 16,1 0-10-16,2 1-20 0,0 0-22 0,0 1-41 0,2-3-42 0,1-1-39 15,1-3-27-15,1-4-8 0,1-1 20 0,0-6 34 0,0-6 42 16,0-3 43-16,0-6 20 0,-1-1-50 0,-1-3 11 0,-3 0 2 0,-2-1-7 16,-1-2 56-16,-3-3-15 0,0-2-7 0,-1-4 9 0,-3-2 16 0,-1-2 27 15,-2-1 30-15,-2 0 16 0,-1 0 6 0,-1-3 11 0,-3 1-2 16,1 0 9-16,-1 1 12 0,-1 1 6 0,1-1 9 0,1 2 12 0,-1 0 4 15,0 3 10-15,0 3 7 0,1 1 2 0,-2 1-6 0,1 1-9 0,0 0 4 16,0 2-7-16,4 0-1 0,0 2-6 0,2-1-21 0,1 1-5 16,2 0-15-16,2 0-3 0,1-1-10 0,1-1-16 0,1 0-6 0,2 0-12 15,2 0 3-15,0 0-6 0,3 0-1 0,1 0-8 0,1-2 1 16,1 0-8-16,2 0-5 0,0-1-4 0,1 0-11 0,-1 1 0 0,0-1-1 16,1-1-4-16,-1 2 5 0,2-1-4 0,-1 1 2 0,1 1-1 15,0-1-5-15,0 1-3 0,0 0-3 0,-1 1-1 0,0 0 6 0,2 0 13 16,-1-1 4-16,1 0 13 0,0 0 11 0,1-1 1 0,1 0 7 0,0-1-2 15,0-1 0-15,1 0 5 0,0 0-1 0,1 0 2 0,1 2-4 0,1-2-4 16,-2 1 4-16,0 1 3 0,1 0 5 0,-1 1 4 0,-1 1 0 16,0 0 3-16,-1 2 8 0,-2-1 5 0,2 2 7 0,-2 1 4 0,1-1 1 15,-3 2 5-15,2 1 4 0,0-1-6 0,-1 1-9 0,-1-1-2 16,0 0-9-16,-1-1-3 0,0-1 0 0,1-1-7 0,-2 0 4 0,2-1 1 16,0-1 4-16,-1-1 9 0,0-1-3 0,0 0 8 0,1-2 1 0,-1 0-9 15,-1-2 5-15,0 0-8 0,-1-1 5 0,-1-1-12 0,0 0 5 16,0-1 4-16,-2-2-4 0,0 0 8 0,-3 0-7 0,0-2-8 0,-3 1 3 15,-1-2 3-15,-3 0-4 0,-2-2-14 0,-3 1 10 0,-4-1 1 16,-1 0 6-16,-2 1 27 0,-3 2-17 0,-2 1-9 0,-1 3-7 0,-1 1-13 16,0 2 2-16,-1 3 0 0,-1 1 1 0,-2 3-5 0,1 4-4 0,0 1 10 15,2 4-6-15,1 2 2 0,3 1-2 0,3 2-25 0,3 2 19 16,1 2 2-16,2 1-8 0,3 5 18 0,2 1-16 0,2-1-5 0,4 2 7 16,3-2-7-16,3-1-4 0,3-1 6 0,4-1-4 0,1-1-8 0,4-2-3 15,4-1-14-15,3 0-10 0,4-3-5 0,0-2-34 0,3-3-37 16,-1-3-46-16,2-1-76 0,1-3-75 0,3-2-102 0,0-3-147 0,1-2-22 15,2-2-101-15</inkml:trace>
  <inkml:trace contextRef="#ctx0" brushRef="#br0" timeOffset="110807">26423 13422 1806 0,'-11'-2'623'0,"2"0"-494"0,-2-1 24 0,4 3-15 0,3 2 6 16,0 1-8-16,1 2-26 0,0 2-19 0,1 4-26 0,1 2-14 0,-1 2-14 15,1 4-9-15,0 2 2 0,0 3-10 0,1 5 4 0,1 4-7 0,0 2 0 16,2 2-9-16,1 1-3 0,0 0-5 0,3 1 6 0,1 2-4 15,1 0-2-15,1-3 6 0,1 1-10 0,1-4 4 0,-1 0-6 16,1-3-16-16,1-2-18 0,0-3-6 0,0 0-6 0,-2-5 6 0,0-1 9 16,0-2 5-16,-2-4 1 0,0-2 11 0,-2-1 6 0,-1-3 12 0,-3-3 9 15,-1-1-12-15,-1-3-6 0,-3-3-10 0,-1-3-19 0,-1-3 3 16,-3-2-3-16,-2-5 7 0,-1-2 10 0,1-2 11 0,-1-2 7 0,0-1 1 16,2-2 1-16,-2-3 10 0,-2-2 1 0,0-5 15 0,-1-2-7 0,0-5 13 15,-1-3 14-15,0-3-4 0,0-2 28 0,2-3-16 0,2 1-6 16,0 1 1-16,3 3-17 0,3 5-7 0,2 5-3 0,3 9 3 0,2 4 1 15,0 4 1-15,0 4 4 0,1 5-13 0,0 2 13 0,0 4-11 16,0 1 2-16,0 3 4 0,1 1-15 0,2 3 1 0,2 4-7 0,1 3 2 16,1 3 4-16,1 3-1 0,1 3-9 0,2 3 4 0,1 3-2 0,0 2-2 15,-2 3 8-15,3 0-12 0,0 0 1 0,2-2-1 0,0 1 2 16,3-2-9-16,0 0-1 0,1-2 3 0,1-2-6 0,-3-1 5 0,0-3 1 16,-2-1-21-16,-2-1-9 0,-1-1 11 0,-1-2-16 0,-1 1 5 0,-1 1 4 15,-3-1-30-15,-1-2-11 0,-3-1-23 0,-2-1-30 0,-2-1-46 16,-2-2-44-16,-3-1-53 0,-3 0-106 0,-1-2-155 0,-3 2-110 0,-1-1-1 15</inkml:trace>
  <inkml:trace contextRef="#ctx0" brushRef="#br0" timeOffset="110932">26427 14171 2136 0,'0'-6'256'0,"2"-2"-163"0,3-2 2 16,3 0-15-16,5-1 5 0,2-2-3 0,2-1-21 0,1-2-26 0,1 2-15 15,0-2-13-15,0 1-2 0,1-1-3 0,0 1 0 0,0-2-14 16,1 1-37-16,-2 1-38 0,-2 1-78 0,-2-1-77 0,0 0-82 0,0-2-145 15,0 1-132-15,-2-1-149 0</inkml:trace>
  <inkml:trace contextRef="#ctx0" brushRef="#br0" timeOffset="111538">26979 13753 2444 0,'-6'2'117'0,"2"1"-11"15,-1 1-13-15,3 0-7 0,2 1 6 0,0 1-13 0,1 0-15 0,1 2-23 16,-1-1-7-16,1 2-1 0,0 0 6 0,1 0 4 0,0-1-4 15,1 2-3-15,1 0-14 0,-2 0-8 0,3 1 1 0,-1-1-8 0,1-1 2 16,1 1-7-16,0-2 4 0,0 0-6 0,1-2-4 0,-1 0 0 16,-1-2-6-16,2-1 6 0,-1-1-11 0,0-1 13 0,0-1-12 0,0 0 12 15,0-1 8-15,-2-1-10 0,1 0 13 0,-1-2-18 0,-1-1 13 16,1 0-6-16,0 0 0 0,-1-1 4 0,1-1-6 0,0 1 2 0,1-1 8 16,1 1-6-16,0-1 5 0,1 0-3 0,-1 0-6 0,1 1 1 0,0 0 6 15,0 1 1-15,1 1-4 0,-1 1 4 0,0 1-8 0,0 0-1 16,-1 1 10-16,1 1-5 0,0 0-4 0,0 1 10 0,0 1-10 0,-1 1 6 15,0 1 5-15,0 0-5 0,-2 0-4 0,1 1-3 0,0-1 3 0,1 0 2 16,-1 1 0-16,1-2 0 0,0 1-5 0,0-1-1 0,0-1-1 16,0 0 1-16,-1-2 1 0,1 0-2 0,1-1 0 0,-2-1-1 0,2 0 7 15,0-1-7-15,0-1 7 0,0 0 1 0,-1-1-2 0,2 0 5 16,-1 0 6-16,0 0-7 0,-1-1 0 0,0 1-2 16,0 1-2-16,0 0 9 0,-2 2-1 0,2-1-3 0,-1 1-3 0,0 1 6 0,0 1-6 0,0 0 5 15,-1 1 3-15,0 1-10 0,1-1 7 0,0 2-3 0,0-2 2 16,1 2-4-16,1 0-4 0,0 0 0 0,-1-1 8 0,2 1 5 0,-1-1 0 15,2-1 2-15,0 1-5 0,1-1 3 0,2 0 3 0,-1-1-1 0,1 0 6 16,-2-1-2-16,2 0-2 0,0-1 12 0,1-1 7 0,0 0-4 16,-2-2 2-16,0 1-2 0,-1-1-4 0,0 0-1 0,-1-2-2 0,-1-1-10 15,0 1-1-15,0-1 3 0,-1 0-5 0,0 0 0 0,-2 0-5 0,-1 0 3 16,-2-1 2-16,-1 1 1 0,-1-2-7 0,-2 1-4 0,-2-2 0 16,-2 1 4-16,-1-1-6 0,-3 0-1 0,-2 0 1 0,-1 1-13 0,1 0 3 15,-3 2 1-15,-2 0-8 0,0 2 15 0,0 3-11 0,-1 2 2 16,0 2 13-16,-1 3-9 0,2 1 5 0,-1 3-3 0,1-1-2 0,2 3 5 15,2 0 4-15,1 1-5 0,1 2 1 0,3-1-3 0,1-1 1 0,4 2 3 16,2-2-1-16,3 1 0 0,3 0-1 0,2-2 11 0,3 1 1 16,2 0-7-16,1-1 4 0,4-1 2 0,1-1-6 0,0-1 4 0,3-2 4 15,1 0-12-15,-1-2 6 0,1-1-17 0,0 0 10 0,-1-2 1 0,1-1-5 16,-1-1 9-16,2-2-24 0,-1-2-20 0,-2 0-38 0,0-5-59 16,-2-1-53-16,-3-2-64 0,0-3-65 0,-1 0-89 0,-3-3-150 0,0-2-26 15,-2 0-82-15</inkml:trace>
  <inkml:trace contextRef="#ctx0" brushRef="#br0" timeOffset="111693">28022 12855 2073 0,'-6'3'124'0,"-1"2"6"0,0 3 1 0,3 4-5 16,0 1-11-16,1 2-20 0,0 2-3 0,0 5-21 0,3 3-16 16,-1 1-6-16,2 4-16 0,3-1-5 0,0 1-3 0,3 1-2 0,2 1 0 15,2 0-6-15,0 0-3 0,3-1-12 0,1-1-12 0,2-2 18 0,0-1 1 16,2-1 6-16,2-1 1 0,-1-1-24 0,1-1-8 0,0-1-17 15,-2-2-20-15,1 0-31 0,-1-2-51 0,0-2-48 0,0-1-42 0,-1-1-41 16,-1-2-33-16,2-1-56 0,-1-2-58 0,1-1-10 0,-1 0-161 16</inkml:trace>
  <inkml:trace contextRef="#ctx0" brushRef="#br0" timeOffset="112783.99">28638 13292 1794 0,'-8'-7'186'0,"-1"2"-77"0,-2-2-4 0,2 4-13 0,1 1-10 16,1 2-20-16,1 2-18 0,0 2-21 0,2 2-7 0,-1 4-13 0,-1 1-14 16,1 3 17-16,0 3-1 0,1 2-1 0,0 3 3 0,2 2-15 15,1-2 2-15,1 2-2 0,3-3 2 0,1 0-8 0,2-1-7 0,2-3-7 16,3-1-4-16,0-2-4 0,3 0-10 0,1-3-2 0,1-3 4 16,-1-2 8-16,2-1 13 0,1-3 11 0,-1-1 8 0,0-3 10 0,0-2 8 15,-1-3 11-15,-2 0 12 0,1-2 5 0,-1-2 4 0,0-1 4 0,0-1 4 16,-2 0 8-16,-1-1 10 0,0-1 3 0,-2 0 9 0,-1 1-3 15,-1-1 0-15,-3 0-3 0,0 0-10 0,-2 0-4 0,-2 2-6 0,0-1-10 16,0 2-11-16,-1 2-7 0,0 2-12 0,0 3 7 0,0 2-7 0,-1 1-5 16,2 1 5-16,-1 3-9 0,0-1-2 0,1 2-3 0,-1 2-11 15,1 2-4-15,0 4 5 0,1 1 1 0,1 3 1 0,-1 2-3 0,3 3 0 16,1 2-4-16,0 0 2 0,1 2 0 0,0 1-4 0,2-1 6 16,1 3-4-16,0-1 6 0,0 2-7 0,1 0-24 0,1 2-5 0,0 0-6 15,0 2 3-15,0 0 6 0,0-1-11 0,-1 0-20 0,0 0-13 16,-1-3-2-16,-1-1 23 0,-1-1 16 0,-2-3 10 0,-1 0 22 0,-2-2-3 15,-2-1 11-15,-3-3 8 0,-3-3 2 0,-2-2-2 0,-1-1-1 0,-3-2-12 16,-3-2-3-16,-1-3-10 0,-3-2-10 0,-1-2-3 0,-1-2 1 0,-3-1 6 16,0-3 12-16,0-2 10 0,0-2 7 0,1-2 13 0,-1 0 10 15,1-3 5-15,2-2-1 0,0 0-1 0,2-2-7 0,3 0 3 0,1 1-7 16,4 3-3-16,3-1 3 0,3 1-3 0,3-2 3 0,3 1 6 0,3 0-5 16,2-1-3-16,3 2 6 0,3-3-1 0,2 0 0 0,1 0 3 15,4 1-1-15,2-1-7 0,1 1-1 0,3 0 4 0,0-2 4 0,2 1 0 16,1-2 0-16,0 1-1 0,0-2-3 0,1 0 8 0,0 2-5 15,-2-1 1-15,1 0 6 0,-2 2-7 0,0-1 8 0,0 0 6 0,-2 2-9 16,0-1 3-16,-4 2-1 0,0 1-7 0,-3 2 8 0,-2 1 3 0,-4 0-4 16,0 2 1-16,-2 2 7 0,-1 0-7 0,-2 4-1 0,-1-1-4 15,-1 2-2-15,-2 1 0 0,-1 1 4 0,0 1-4 0,0 0-5 0,-1 1-2 16,0 0-2-16,-1 1 3 0,1 0-2 0,-1 1-9 0,1 0 1 0,0 1-6 16,0 1 6-16,1 0-2 0,0 1 2 0,0-1-3 0,1 0-1 15,-1 1 4-15,2-2 5 0,0 0-1 0,0 0-4 0,0-1-4 0,0 0-8 16,1-1 8-16,-1 0 4 0,1 0-10 0,-1-1 10 0,-1 0-8 15,1-1 2-15,-1 1 8 0,1-1-8 0,-1 0 2 0,-1-1 2 0,1 1 0 16,0 0 7-16,-1 0-11 0,1-1 4 0,-1 0-2 0,1 0-3 0,-1-1 10 16,-1 0-5-16,1-1 0 0,-1 1 5 0,0-1-12 0,0-1 8 15,0 1-6-15,0-1 1 0,0 0 11 0,-1 1-9 0,1-1 6 0,0 0-2 16,1 1-10-16,-1 0 6 0,0 1 0 0,0-1-6 0,-1 1 12 0,1 1-2 16,0-1-4-16,1 1 3 0,-1 0-6 0,0-1 3 0,1 1-4 15,-1 0 0-15,0 1 6 0,1-1-4 0,-1-1 6 0,0-1-2 0,0 0 0 16,0 0-4-16,0 0-19 0,-1-1 1 0,0-1-1 0,1 1 6 0,-2-1 28 15,1 0-2-15,-2 1 4 0,0-1-3 0,0 1-11 0,0 0 1 16,0 1-4-16,-2 0 4 0,0 2-7 0,-1-1 5 0,0 3-6 0,-2-1 0 16,2 1 5-16,-2 0-3 0,-1 0 0 0,0 2 4 0,0 0 0 15,-1 1-2-15,0 0 6 0,1 0 0 0,-2 0-19 0,1-1 2 0,-1 1 2 16,2 1-1-16,1 0 35 0,1 0 3 0,3 0-15 0,-1 0 2 0,2 0-24 16,1-1 5-16,2 1 8 0,1 1-6 0,1 0 8 0,1 1-9 15,2 1 1-15,0-1 6 0,2 1-2 0,2-1 2 0,1-1-1 0,1 2 3 16,1-1-2-16,-1 3 2 0,2-1-6 0,1 0 2 0,0 1-6 0,1-2 3 15,1 2 1-15,0 0 5 0,1 0-1 0,-2 1-5 0,1 0 4 16,1-1-2-16,0 1 1 0,-2 0 5 0,0 0-5 0,-3 0 0 0,0-1-2 16,-2 0-7-16,-3 1 5 0,-1-1 1 0,-2 0-1 0,-1-1 6 15,-3 0-6-15,-1-2-4 0,-3 1 3 0,0-1-1 0,0 0-3 0,-3-1 0 16,0 0-6-16,-1 0-9 0,0-1 13 0,-1-1-4 0,0-1 12 0,0 0 3 16,2-1-4-16,0-1 6 0,0 0-4 0,2-2 6 0,2 0-4 15,1-1-10-15,1 0 3 0,1 0 3 0,2 0-3 0,1-1 7 0,1-1 0 16,2 0 0-16,1 0 4 0,1-1 3 0,2-1 0 0,1 0-1 15,1-1 5-15,1-1-6 0,0 1 3 0,0-3-1 0,3 1-1 0,0 0 7 16,0-1-10-16,-2 3 3 0,0 0 1 0,1 2-5 0,-1 0 11 0,0 1 0 16,0 2-6-16,-2 0 10 0,0 1-9 0,-1 2-5 0,-2 1 5 0,2 1-8 15,-1 1 4-15,0 1 3 0,-2 2-3 0,-1 0 0 0,-2 0-4 16,-1 2-6-16,1-2 4 0,-1 2-5 0,0 0 3 0,-1-2 0 0,0 1-7 16,-1-2-4-16,0 0-11 0,-1-1-28 0,1-1-15 0,-1 0-29 15,-1-1-33-15,0 0-57 0,-1-2-80 0,1-1-94 0,-1-2-141 0,0-1-95 16,0-2-29-16,1-3 105 0</inkml:trace>
  <inkml:trace contextRef="#ctx0" brushRef="#br0" timeOffset="112921">29933 13329 1712 0,'1'-5'479'16,"1"2"-366"-16,1-2-19 0,-1 2-9 0,-1 1 1 0,0 1-7 0,0 2-13 0,-1 0-10 0,-1 1 0 16,-2 2-13-16,0 0-9 0,-2 0-19 0,0 2-35 0,-1-1-37 15,-1 1-57-15,0 0-75 0,-1 0-100 0,-1 1-131 0,0-1-127 0,1 1-262 16</inkml:trace>
  <inkml:trace contextRef="#ctx0" brushRef="#br0" timeOffset="113204.43">30217 13443 1465 0,'12'-8'161'0,"3"-2"-118"0,6-3-8 0,-1 3 14 0,-1 0 15 15,1 0 4-15,-3 0-10 0,-1 0-24 0,-4 0-11 0,-2 0-6 0,-2 2 1 16,-3-1-5-16,-3 1 1 0,-1 1 3 0,-4 1 7 0,-2 1 1 0,-3 1-5 15,-3-1-4-15,-1 1-18 0,-3 0 4 0,-2 2 5 0,-2 2-1 16,-3 1 14-16,-1 2 13 0,-2 1-5 0,-1 1 23 0,-1 1 1 0,2 1 11 16,-1 3 12-16,2 0-11 0,1 2 5 0,2-1-11 0,1 2-6 15,5 1-1-15,1 0-12 0,1 0 1 0,4 3 6 0,1 1 0 0,2 1 7 16,3 1 7-16,2 2-2 0,2 2 5 0,2 0 3 0,0 4 0 16,2-1 5-16,3 2-7 0,-1-1-14 0,2-1-8 0,0-1-10 0,-1 1-9 15,1 0-1-15,0-2-9 0,-1 2-7 0,0-3-2 0,-2-1-4 0,-1-1-2 16,-1-3-11-16,-3-1 17 0,0 0-6 0,-5-4-17 0,-1 0-15 0,-1-2-50 15,-4-2-37-15,1-1-44 0,-3-2-50 0,-1-3-80 0,0-1-118 16,-3-2-134-16,0-3-134 0,-2 0-115 0</inkml:trace>
  <inkml:trace contextRef="#ctx0" brushRef="#br0" timeOffset="117816.35">25403 14309 123 0,'-1'-1'69'0,"1"2"-9"0,0 0-17 0,0-1-14 0,1 1-2 16,-2-1-1-16,2 1 5 0,-1 0 3 0,-1-1 5 0,2 1 5 16,-2-1 4-16,1 0 4 0,0 0 0 0,1 0-3 0,-1-1-4 0,1 0-3 15,-1 1 1-15,1-1 3 0,-1-1 3 0,1 1 3 0,0-1 1 16,0 0 6-16,0 0-1 0,1 0-4 0,0-1 5 0,0 1-7 0,1-1-3 16,-1 1 0-16,-1-1-5 0,2 1 2 0,-2 1-2 0,1-1 0 0,0 2-4 15,-1-1-2-15,0 1 1 0,0-1-3 0,0 0-7 0,1 2-7 16,-2-1-2-16,2 0 3 0,-2 0-3 0,1 1-2 0,0-1 0 0,0 1-5 15,0 0 4-15,0-1 5 0,0 0-2 0,0 1-4 0,-1 0 4 0,1 0-3 16,-1-1 0-16,1 0 9 0,0 1-4 0,-1 0 4 0,1-1-3 16,-1 1 1-16,2-1 1 0,-2 0 0 0,2 1 6 0,-1-1-3 0,0 1-2 15,1-1 5-15,-1 1 1 0,1 0-3 0,0-1 13 0,0 0-6 0,1 1-2 16,0-2 4-16,0 2-13 0,1 0 7 0,0-1-5 0,1 0-1 16,1-1 5-16,0 1-10 0,1-1 2 0,2 0 1 0,1 0-11 0,2 0 11 15,2-1-6-15,1 0-7 0,2 0 9 0,0 0-11 0,3-1 2 0,1-1 6 16,2 0-10-16,1 0 1 0,1-1-1 0,1 0-3 0,2-2 4 15,0-1-1-15,2 0 0 0,2 0 3 0,1-1-5 0,0-1 3 0,2 0 6 16,1 1 3-16,0-2 14 0,0 0-4 0,-2 0 6 0,1 1 0 16,-1 0-10-16,-2 0 3 0,0 0-5 0,-4 1-1 0,-2 1 3 0,-3 0-9 15,-3 2-3-15,-4 2-4 0,-3 0 0 0,-2 2-3 0,-5 1-3 0,-2 0-1 16,-2 1-5-16,0 1 7 0,-2 0-2 0,0-1-9 0,-2 1 0 16,-2 2 0-16,1 1-3 0,-2 1 6 0,-2 1-4 0,1-1-3 0,0 0 3 15,-1 1-6-15,0-1 4 0,1 0 5 0,1-1-4 0,0 0 1 0,2-1 4 16,1 0 1-16,1-1 0 0,0-1 3 0,0 1 0 0,0-1-3 15,1 0 9-15,-1 0-3 0,1 0-1 0,0-1 4 0,0 1-4 0,0-1-2 16,1 1 4-16,-2 0 0 0,2 0-8 0,-1 0 12 0,1 0-3 16,-1 0-5-16,1 0 4 0,-1 0-5 0,1 0 3 0,-1 0 1 0,1 0-4 15,-1 0-2-15,1-1-4 0,-1 0 2 0,0 0 2 0,0 0-6 0,1 0 1 16,-1 0-4-16,0 0 2 0,1-1 2 0,-1 1-4 0,0-1 9 16,1 0-4-16,-1 0 1 0,0 0 1 0,0 0 2 0,-1 1 3 0,1-1-2 15,0 0 1-15,-1 1 3 0,0 0-2 0,1 0 6 0,-1 0-1 0,0 0-3 16,0 1 2-16,-1-1-7 0,0 1 0 0,0 0 5 0,1 0-4 15,-1-1 8-15,1 1 1 0,-1 0-9 0,0 0 8 0,0 0-3 0,0 0-6 16,0 0 5-16,0 0-1 0,0-1 1 0,-1 1 3 0,1-1-3 0,-1 0-2 16,1-1 2-16,-1 1 2 0,1 0-4 0,0 0-1 0,0 1 5 15,0-1-4-15,0 0 5 0,0 0 2 0,-1 0-8 0,1 0 3 0,1 0-2 16,-1 0-3-16,1 0 10 0,1 0-3 0,-1 0 0 0,1 1 1 16,-1-1-13-16,1 0 10 0,0 1 0 0,0-1 0 0,-1 0 3 0,1 1-4 15,0-1 1-15,0 1 0 0,1-1 5 0,-1 1-9 0,0-1 3 0,1 1 4 16,0-1-8-16,-1 1 7 0,0-1-2 0,1-1 0 0,0 1 0 15,0 1 0-15,0-1 0 0,0 0-2 0,0 0 2 0,-1 0 0 0,1 0 0 16,-1 0 2-16,0 1-1 0,0-1-1 0,1 0 0 0,-1 0-1 0,0 0 1 16,0 0 0-16,0 0 0 0,1 0-4 0,-1 0 6 0,1 0-6 15,1 0 4-15,-1 0 0 0,0-1-1 0,0 0 1 0,0 0 3 0,1 0-1 16,-1 0-6-16,1 0 4 0,0 0-3 0,-1 0 3 0,1 1 5 16,-1-1-1-16,1 0-4 0,-1 0 3 0,1 0-6 0,-1 1-1 0,0-1 6 15,0 1-4-15,0-1 2 0,0 1-2 0,-1 0 1 0,1 0 1 0,-1 0 0 16,0 0 0-16,1 0-4 0,-1 0 4 0,0 0 0 0,0 0-1 15,0-1-1-15,0 1 0 0,1 1-3 0,-1-1 2 0,1 0 4 0,-1 0-4 16,1-1 0-16,-1 1 3 0,0 0-5 0,1 0 5 0,0-1 0 0,-1 1 0 16,1-1-4-16,0 1 4 0,0-1 2 0,-1 0-4 0,1 1 6 15,0 0-9-15,-1 0 5 0,1-1 3 0,0 1-1 0,-1-1-1 0,1 1-2 16,0 0-1-16,0 0 4 0,0 1 1 0,-1-1-3 0,0-1 2 16,1 1-4-16,-1 0 2 0,0-1 5 0,0 1-7 0,0 0 1 0,0 0-1 15,0-1-3-15,1 1-4 0,-1-1 4 0,0 1-5 0,1 0-5 0,-1-1-3 16,0 0-11-16,1 0-3 0,-1 0-4 0,1-1-8 0,-1 1-13 15,1 0-25-15,-1-1-33 0,3 0-43 0,-1-1-43 0,0 0-57 0,1-1-95 16,-2-1-131-16,1-1-254 0</inkml:trace>
  <inkml:trace contextRef="#ctx0" brushRef="#br0" timeOffset="118500.37">25051 14300 327 0,'-2'-2'89'0,"2"1"2"0,-1 0 4 0,2 0-3 0,-1 1-13 15,1 0-14-15,-1-1-13 0,0 1-4 0,1-1-4 0,0 2-1 0,1-1-3 16,1 0 4-16,0-1 10 0,2-1 7 0,2 1 10 0,1 0-3 15,4-2-4-15,0-1-6 0,4 0-10 0,2-2-5 0,2-1-4 0,4 0-2 16,3-1-8-16,0-2-1 0,4-1-4 0,1-1-1 0,4-1 1 0,1 1-2 16,2-3-3-16,1 2 0 0,-1-2 1 0,2 1 4 0,1 1 3 15,1-1-1-15,1 0-1 0,0-2 3 0,-1 2 4 0,0-1 9 0,-2-1 1 16,2 2 1-16,-3 1-10 0,0-1-5 0,0 0-1 0,-1-1-10 16,-1 2 10-16,-2 0 3 0,-2-1-3 0,-1 2-3 0,-3-1-8 0,-1 1-6 15,-4 1-1-15,0 0-1 0,-3 1 0 0,-4 1 1 0,-1 2-4 0,-3 0 4 16,-2 2-1-16,-2 1-1 0,-5 1 0 0,-1 0-3 0,0 2 4 15,-3 1 0-15,0 0 4 0,-2 1-4 0,-2 0 1 0,-1 1-4 0,-1 2-7 16,-1 0-1-16,-2 1-1 0,-2 1-6 0,-1 2 1 0,1-1-5 0,-1 2-6 16,1-2-6-16,-1 1-13 0,-1 2-18 0,0-2-27 0,1 1-34 15,0 1-38-15,1-2-48 0,0-1-40 0,1 1-39 0,1 1-43 0,1-2-84 16,1 2-1-16</inkml:trace>
  <inkml:trace contextRef="#ctx0" brushRef="#br0" timeOffset="119661.89">25791 14123 1445 0,'-3'-11'83'0,"2"-1"-56"0,-1-1 3 0,2 5-10 15,0 4 6-15,-1 2-9 0,0 1-13 0,-1 2-12 0,-2 0-17 0,0 2-25 16,-2 2-72-16,1 2-88 0,-3 2-97 0,0 0-313 0</inkml:trace>
  <inkml:trace contextRef="#ctx0" brushRef="#br0" timeOffset="119974.9">25644 14130 1106 0,'-18'0'41'0,"1"3"-28"15,-2 0-2-15,6 3-2 0,4 0-6 0,1 0-9 0,2 0-10 16,0 1-28-16,1-1-19 0,1 1-40 0,-1-1-32 0,1 0-9 0,1-1 0 16,2 0 6-16,-1 0-69 0</inkml:trace>
  <inkml:trace contextRef="#ctx0" brushRef="#br0" timeOffset="120144.26">25781 14278 753 0,'-7'2'105'0,"0"1"-15"15,-1 1 20-15,2 0 3 0,1 0-19 0,0 1-33 0,1-1-24 16,0 0-17-16,1 0-12 0,1-1-12 0,-1 1-14 0,1 0-22 0,-1 1-44 16,1-1-59-16,1 0-70 0,-1 0-41 0,2-1-220 0</inkml:trace>
  <inkml:trace contextRef="#ctx0" brushRef="#br0" timeOffset="120474.32">25978 14312 148 0,'1'-3'58'16,"1"0"-16"-16,0-1-10 0,0 2-11 0,-1-1-12 0,2 0-6 0,-2 1-13 15,2-1-21-15,-1 2-39 0,0 0-104 0</inkml:trace>
  <inkml:trace contextRef="#ctx0" brushRef="#br0" timeOffset="-191424.89">9878 8516 371 0,'-15'-12'68'0,"-1"1"-19"0,-4-3-13 15,4 3-13-15,2 1-6 0,2 2 1 0,-2-2-4 0,0 1-1 16,0 0 0-16,0 1-6 0,0 0 0 0,-2 2 1 0,1 0-1 0,-1-1 4 16,3 0 3-16,0 0 4 0,0-1 7 0,2 1 8 0,0-2 2 15,3 1 2-15,-1 0-6 0,1-1 1 0,1 0-2 0,-1-1 1 0,2 1 5 16,-1-1 2-16,0 0 0 0,2 2 2 0,0-2 3 0,0-1 1 15,2 0 1-15,-1 0 2 0,3 0-1 0,-1 1-3 0,3-1-6 0,1-1-5 16,0-1-10-16,3 0 0 0,1 0-4 0,1-1-1 0,4-1-1 0,1 0-3 16,2 0 0-16,3-1 0 0,1 0 3 0,3 0-3 0,4 1 1 0,0-1-3 15,2 1-3-15,2-1 2 0,1 2-1 0,1 0-2 0,3 0 0 16,-1 0-1-16,4 2-1 0,1-2 0 0,-1 1-1 0,3 1 0 0,-1 2 1 16,1 0 3-16,3 3 2 0,-2-1 0 0,3 1 2 0,1 1 1 15,-1 0 0-15,2 1 2 0,-1 1-2 0,1 0 0 0,0 2-1 0,0 0-2 16,0 2-4-16,1-1 2 0,1 1-4 0,0 1 3 0,0 1-3 0,0 1-3 15,2 1 2-15,-2 1 0 0,0 1-1 0,-1 0 1 0,-2 2-4 16,2 2-1-16,-2-1 2 0,-2 2 0 0,1 1-2 0,-3 2-1 16,-2 1-1-16,2-1 1 0,-2 2 3 0,-2 0-1 0,1 1 0 0,-2 0-2 0,1 2 3 15,2 0-1-15,-3 0-3 0,0 3 2 0,-4 0 0 0,0-2 0 16,-2 3 1-16,0 1 1 0,-1-3-5 0,-1 3 2 0,-2-1-5 0,0 1 5 16,-3 1 6-16,-1 0 0 0,-1 2 6 0,-3 0-6 0,0 2 5 15,-2 0 0-15,-2 1 0 0,-1 1 2 0,-2 3-3 0,-3 1-1 0,-1 0 2 16,-3 0-1-16,-1 1 2 0,-2-1-3 0,-2 1-1 0,-2 2-2 0,-1-1-9 15,-2 2 4-15,-3-1 2 0,-1-1-3 0,-2 3 11 0,-2-2-4 16,-3-2-5-16,-1 1 2 0,-3-2-1 0,-3 2-3 0,-1-3 6 0,-4-1 1 16,-1-4 2-16,-4-3 3 0,-3-2 0 0,-2-1 3 0,-2-2-2 0,-1-2 4 15,-4-1-2-15,-1-1-1 0,-2-3 6 0,0 0-8 0,1-2 5 16,0-2 1-16,1-2 8 0,1-1 6 0,1-3-6 0,0 0 1 0,1-2-9 16,2 0-3-16,0-1 1 0,1-2-3 0,1 0-3 0,-1-1 4 15,2-2-4-15,0 1 3 0,0-2 1 0,2-1-2 0,-1 0 1 0,-1-1 2 16,4-1 3-16,-2-1 8 0,3-1 5 0,0 1 3 0,-1-1-4 0,2-1-2 15,1 0 0-15,0-1-4 0,1-1 3 0,1 2-7 0,-3-2-1 16,1 1-4-16,0-1-4 0,2-1 2 0,1-1-2 0,1-1-2 0,-1 0 2 16,2 0-3-16,-2 0 1 0,4-2 5 0,-1-1 7 0,1 1 6 0,3-2 7 15,1 1 3-15,0 1-6 0,2-2 1 0,-1 1-9 0,0-1 0 16,3-1-2-16,-1 0-8 0,1-1 2 0,3 0-16 0,-1 0 3 0,1 0 1 16,1 0 5-16,0 1 13 0,2 0 4 0,-1 1-2 0,1 0-6 15,0 2-4-15,1 0 0 0,1 2-1 0,2 1-3 0,-2 0 1 0,1 2-3 16,0 1-3-16,-1 2 1 0,2 2-5 0,-1 1 1 0,1 1-3 0,3 0-7 15,-2 2-7-15,0 0-21 0,1 0-36 0,-1 1-68 0,0 1-105 16,0 0-177-16,-2 0-676 0</inkml:trace>
  <inkml:trace contextRef="#ctx0" brushRef="#br0" timeOffset="-189890.89">15773 3652 359 0,'1'3'112'0,"2"2"-103"0,2 3-7 0,1 5 0 0,3 1-3 16,0 4 2-16,0 3-1 0,1 0-3 0,-1 2 1 0,0 3-1 0,1-2 0 15,-1 3 4-15,0 1-1 0,0 1 1 0,-2 0 3 0,2 1 8 16,0-2 11-16,0-1 10 0,1 0 14 0,0 0 17 0,1-2 16 0,1-1 12 16,4-2 8-16,3-3 1 0,1-3-6 0,3 0 3 0,3 0-8 0,2-1-8 15,6-1-11-15,3 0-12 0,6 1-4 0,4-1-6 0,5-2-2 16,4-2-7-16,2-1-4 0,4-2 0 0,2-1-1 0,2-3 1 0,1-1-1 16,2-3-1-16,2-3-1 0,1-3-2 0,3-2-5 0,-1-3 1 0,-2-1-6 15,0-2 4-15,-2-1-1 0,-3 0 3 0,-2-1-2 0,-4-1 3 16,-1-3-6-16,-1 1-3 0,-2-3 2 0,-1-3-2 0,-2 0 2 0,-1-2-1 15,0 1-4-15,-2 1-4 0,-2 2-1 0,-2-1 0 0,-2-1-5 0,-1 0 4 16,-1-1-4-16,-2 0-7 0,0 0 5 0,-3 1-4 0,-3-2 8 16,0 0 6-16,-5-1-2 0,0 1-3 0,-4-2 4 0,-2 2-4 0,-3 0 5 15,-4-1-5-15,-2 3-1 0,-3-2 5 0,-2-1-10 0,-2-1 8 16,-3 0-5-16,-2-1-4 0,-3 3-1 0,-1-1-2 0,-4-1-3 0,-1 0-2 16,-2 1-3-16,-2-2-1 0,-1 2 1 0,0-2 8 0,-1 1 2 0,-1-1-1 15,-2-1-3-15,-2-1-3 0,0 1-2 0,-3-1 3 0,-1 2 1 16,-1-1-1-16,-3 0 2 0,-1-2 1 0,-1 1 4 0,-5-1-2 0,1 2 3 15,-2 1 0-15,-4-1-3 0,-1 0-3 0,-1 0-5 0,-1 1 4 0,0 0 2 16,-2 3 4-16,0-2 2 0,0 3 4 0,-1-1-8 0,0 1 2 16,1 1 1-16,-1-1-5 0,0 4 10 0,2 0-2 0,2 1-4 0,-1 4 4 15,3-2-9-15,-1 1 0 0,1 1-2 0,1-1 2 0,0 0 0 16,-1 3 1-16,-1 1 2 0,1 0-1 0,1 1-1 0,-1 0 1 0,2 3-4 16,-2-1 2-16,-2 1-2 0,-2 1 1 0,-3 1 2 0,-1 1 2 0,-2 1 0 15,-3 0-2-15,-1 1 4 0,-2 1-5 0,-1 0 4 0,-1 2-1 16,-2 0-3-16,0 1 5 0,-2 0-2 0,1 2 1 0,-1 0 3 0,1 2 0 15,1 0-4-15,0 1-1 0,0 1-1 0,1 1-1 0,0 0 0 0,2 2 3 16,1 1 3-16,4 1 0 0,0 1-4 0,3 0-1 0,2 1-1 16,3 1-3-16,2 2 3 0,2 2-3 0,3 1 1 0,2 1 3 0,2 3-1 15,0 2 3-15,2 0-3 0,-1 3 3 0,-1 1 3 0,-1 0-1 0,3 1 1 16,1 0-3-16,6 1 0 0,1-2-3 0,2 2 0 0,3-1 0 16,-1 1-5-16,2-2 3 0,1 2 1 0,1-1 4 0,3-1 3 0,0 1 5 15,3-2-8-15,1 1-2 0,2-2 2 0,1 1-2 0,3 1 4 16,1-2 1-16,1 2 0 0,2-3 0 0,0 0-1 0,1-2 1 0,1-4 0 15,-1 0-3-15,2-3-2 0,0-1 2 0,0-1-1 0,-1-2 2 0,1-1 4 16,-1-1-5-16,-1-1 5 0,0-2-1 0,-1-1-2 0,0 0 4 16,-1-1-6-16,-1-1 5 0,-1-2-2 0,0 1 3 0,-1-1 2 0,0-1-1 15,1 0 1-15,-1-1 0 0,1 0-2 0,-1 0 0 0,0 0 2 16,0-1-3-16,1 1 3 0,-1-2-4 0,1 1-1 0,0-1 1 0,0 0-3 16,0 0-2-16,0 2 2 0,0-1-4 0,0 0 8 0,1 0-5 0,0-1 0 15,1 2 1-15,-2 0-1 0,0 0 0 0,1 0-3 0,-1 1 5 16,0 0-5-16,1 0 4 0,-1 0 1 0,0 0-2 0,0 1 0 0,0 0-3 15,0 0 3-15,0 1-2 0,0 0 5 0,0 0 0 0,-1 0-4 0,1-1 1 16,-1 1-2-16,1-1 1 0,-1 1 4 0,0 0-2 0,0 0-1 16,0 0-1-16,-1 0-4 0,1 0 5 0,0 0 0 0,0-1 2 0,0 0-2 15,-1 1 1-15,0-1-1 0,1 0 2 0,0-1-1 0,-1 1-4 0,2 0 3 16,-1 0-1-16,-1 0-1 0,1-1 4 0,0 0-2 0,1 0 0 16,-1 0 1-16,1 0-1 0,-1 0-1 0,0 0 1 0,1 0-2 0,-1 1 5 15,0-1 3-15,0 0-7 0,-1 0 1 0,2 0-3 0,-1 0 0 16,0 0 4-16,0 0-1 0,0 0 0 0,-1-1 0 0,1 1-1 0,-1 0 1 15,1 1 3-15,-1-1-3 0,1 1 3 0,0-1-3 0,-1 1-2 0,1 0-1 16,-2-1 3-16,1 0 2 0,1 0-4 0,-1 1 7 0,1-1-4 16,-1 1-2-16,0-1 2 0,0 0-1 0,0 0 0 0,1 0 0 0,-2 0 0 15,1 0 0-15,1 0 0 0,-2 0 2 0,2 0-4 0,-2 0 2 0,1 0-1 16,0 0 1-16,0 1 1 0,0-1 1 0,0 0-2 0,0 0-2 16,-1 0 6-16,1 0-8 0,-1 1 4 0,1-1 2 0,-1 1-5 0,0 0 3 15,0 1-2-15,0-1 1 0,1 0 1 0,-1 1 1 0,0-1-4 0,0 1 3 16,0-1 0-16,1 1-3 0,-1-1 3 0,1 1-2 0,0-1 2 15,-1 1 2-15,1 0 0 0,0-1 1 0,0 1-5 0,0-1 4 0,0 0-2 16,-1 0-3-16,1 0 4 0,-1 0-2 0,0 0 2 0,0 0 2 16,0-1-3-16,0 1 0 0,1 0-1 0,-1-1 1 0,0 1 0 0,0-1 1 15,0 0-1-15,0 1 0 0,-1-1 2 0,1 0-5 16,0 1 4-16,0 0 1 0,0 0-1 0,0-1-1 0,-1 1 0 0,1 0-1 0,-1-1-2 16,0 1 1-16,1 1 4 0,-1-1-5 0,1 1 6 0,0-1-3 0,0 0-3 15,0 0 6-15,0 0-5 0,1 1 2 0,-1-1 2 0,0 1-1 16,0-1 1-16,0 0-2 0,0-1 0 0,0 1-3 0,1 0 0 0,-1 0 3 15,0-1-2-15,1 1 2 0,-1-1 2 0,1 0-1 0,-1 1 1 16,1-1-4-16,-1 0 2 0,0 0 2 0,1 0-2 0,0 0-2 0,-1 0 4 16,1 0-1-16,0 0-4 0,-1-1 6 0,1 1-6 0,-1 0 2 0,1 0 1 15,0 0-2-15,0 1 2 0,0-1-2 0,-1 0 4 0,1 0 0 0,-1 1-2 16,0-1-2-16,1 0-1 0,0 1 3 0,-1-1-2 0,0 1 2 16,0-1 3-16,0 1-3 0,0 0 5 0,0 0-3 0,0 0-2 0,0 0-2 15,0 1-3-15,0-1 4 0,0 1-2 0,-1 0 1 0,0 0 4 0,0 0-1 16,2 0 2-16,-2 1-3 0,1-1-3 0,0 0 0 0,-1 1-2 15,1 1 1-15,-1-1-4 0,1 0-1 0,-1 1 1 0,0 0 0 0,-1 1 5 16,1 1-6-16,-1 1 1 0,0 1-1 0,0 1-5 0,0 0-3 16,-1 2-15-16,0 2-21 0,0 0-49 0,0 3-44 0,0 2-41 0,1 4-33 15,1 2-22-15,-2 2-30 0,2 4-321 0</inkml:trace>
  <inkml:trace contextRef="#ctx0" brushRef="#br0" timeOffset="-185791.56">5338 12741 2015 0,'-68'-37'-36'0,"-2"-3"-18"0,-14-9 20 0,19 11 19 15,14 5 20-15,2 2-1 0,2 4-8 0,0 2 2 0,2 3-9 16,1 4 0-16,2 2 3 0,-3 3-1 0,2 4 2 0,-3 2 8 0,1 2 7 16,0 3 8-16,-1 1 6 0,2 1 5 0,-3 2 2 0,2 1 1 0,0 0 0 15,0 0-4-15,0 2 1 0,2-1-7 0,2 0-9 0,1 0 2 16,2 0-4-16,2-1-1 0,1 0 1 0,5-2-9 0,1 0 1 0,5-1 2 15,2 0-3-15,1-2 3 0,5 0-3 0,2-2 3 0,3-1 0 0,3-1 0 16,3-2-3-16,3-3-7 0,3-1-2 0,5-6-3 0,4-5 8 16,5-4 4-16,4-4 4 0,4-1 4 0,4-4-1 0,2 0 6 0,3-1 10 15,2-1 9-15,3 3 14 0,3-1 3 0,-1 2 6 0,3 0-2 0,3 0-3 16,2 1-7-16,4 0-7 0,2 2-9 0,3 1-7 0,3 1-2 16,4 0-10-16,6-1 0 0,3 2-3 0,3 1-5 0,2 4 0 0,3 1-7 15,3 2-2-15,1 2 4 0,3 0 2 0,2 1 4 0,0 5 1 16,0 3-7-16,-3 5-3 0,0 5 0 0,-3 5 3 0,-2 4 7 0,-3 8 0 15,-3 4-7-15,-8 4 5 0,-2 5-3 0,-7 3 0 0,-3 5-1 16,-4 2 0-16,-4 3 4 0,-4 3 4 0,-2 1 9 0,-7 4 4 0,-3 3-5 16,-4 3 0-16,-4 3 4 0,-5 3-3 0,-2 6 6 0,-4 3-7 0,-4 0-3 15,-5 5 3-15,-6 1-7 0,-6 4 9 0,-7 4-2 0,-5 2-3 0,-8 3 4 16,-7 1-8-16,-7 0 0 0,-8 1 2 0,-6-4 14 0,-4 0 9 16,-7-6 6-16,-4 0 8 0,-6-3-10 0,-8-2-7 0,-5 2-5 0,-7-2 0 15,-2-2-3-15,-5 0 3 0,-4-4 1 0,0 0 1 0,1-2-5 16,-2-2-3-16,3-2 1 0,6-6 1 0,5-6 11 0,7-4-7 0,3-6-5 15,4-3-6-15,6-3-22 0,4-4-31 0,6-3-63 0,4-1-114 0,3-2-172 16,4 1-352-16,-2 3-396 0</inkml:trace>
  <inkml:trace contextRef="#ctx0" brushRef="#br0" timeOffset="-49198.8">9552 11350 1686 0,'0'-27'166'0,"1"-1"-129"0,4-6-22 0,4 3-2 0,4 5 2 15,5 0-7-15,3-1-7 0,7 2-1 0,3-3 0 0,5 1-1 0,1-1 0 16,2 2-8-16,4 1 1 0,2 1 1 0,3 3-6 0,2-1 6 16,4 1-1-16,0 1-2 0,2 0 14 0,1 0-4 0,2 2 0 0,0-1-6 15,2-1-4-15,1 3 7 0,1-1 6 0,3-1-3 0,3 2-7 0,2-3 1 16,2-1-4-16,3-1 14 0,1-1 2 0,2 0 0 0,4 0 2 16,0-1-8-16,2 0 11 0,2 1-1 0,2-1-2 0,2 1 7 0,0-2-4 15,3 1 4-15,2 0 2 0,4 0 2 0,0 4 0 0,2 0 7 0,0 3 6 16,-1 3-1-16,0 1-5 0,1 1-7 0,-2 1 1 0,1 1-1 15,1 3 10-15,-1 1 0 0,1 2-10 0,-1 2 2 0,-3 3-16 0,1 2-2 16,-1 2 10-16,0 3-13 0,4 3 12 0,-2 2-9 0,1 1-4 16,0 1 8-16,0 3-7 0,0 3 3 0,2 2 0 0,-1 4 0 0,-3-1 6 15,-2 3-1-15,-7-1-1 0,-3 1 1 0,-4-1 1 0,-4 1-3 0,0 1 0 16,-3 1-3-16,-2 2-1 0,-2 1-5 0,-1 0-1 0,0 2 8 16,-3 0-6-16,0 1 7 0,-2 0 2 0,-3 0-4 0,-3 1 2 0,-3-1-5 15,-4 1 0-15,-4 0 0 0,-2-1-2 0,-3 2 8 0,-2-4 2 0,-4 0-5 16,-2-1-1-16,-4-1-1 0,-4 1 4 0,-5-2-11 0,-2 1 3 15,-3-2-1-15,-3 1-3 0,-1-3 8 0,-2 1-1 0,-5-1-7 0,-3 0-1 16,-3 0-3-16,-4-1-5 0,-4-1 5 0,-4 2-4 0,-5 0-3 0,-2-2 3 16,-5 0 2-16,-4-3 2 0,-2-1 8 0,-4-1 0 0,-3-2 0 15,-1 1 3-15,-1 0 6 0,0-1-3 0,-1 1 0 0,-4-1-1 0,0 1-11 16,-3-1 0-16,-3 1 0 0,-3 0 2 0,-2 2 4 0,-3 0 4 16,-2 1-1-16,-2 1-3 0,-2-2 0 0,-2 2-4 0,-2-2-1 0,-1 2 6 15,-4 0-6-15,-3-1 5 0,-2 2-6 0,-5-2 2 0,-3 1-3 0,-5-1-5 16,-5-2 1-16,-5-1-6 0,-7-1-2 0,-4-3-2 0,-4 0-6 15,-2 0 3-15,-5-1 6 0,-3-1 6 0,-2-1 11 0,-1-3 1 0,0-3 3 16,0-1-2-16,1-3 2 0,0-1-1 0,-1-1 1 0,0-1 7 0,-2-2-4 16,0-2-6-16,0 0-14 0,-1-1-10 0,0-2 3 0,0-1 0 15,-3-2 2-15,-2 0 5 0,2-3 2 0,3-1 16 0,6 1 11 0,6-2 7 16,2 1 0-16,0 0-8 0,-2 0 11 0,-4 0-3 0,1 0-1 0,-3 1 1 16,1 1-6-16,1 1 9 0,-1 2-1 0,0 2-5 0,-2 2-2 15,-2 2-8-15,-1 2 2 0,-3 2 1 0,0 2-6 0,-3 4-6 0,-4 1-27 16,0 3-60-16,-2 2-58 0,1 1-69 0,3 1-79 0,1 0-137 15,1 4-196-15</inkml:trace>
  <inkml:trace contextRef="#ctx0" brushRef="#br0" timeOffset="-45983.15">14648 8207 1880 0,'17'-39'-24'0,"5"-1"62"0,12-8-37 0,7 7-4 0,10 9-5 15,11 1 1-15,13 3 5 0,9-1-2 0,10 3 4 0,8 0 1 16,5 3-1-16,5 4 1 0,6 2 2 0,2 5 0 0,7 3-3 0,0 5 0 16,0 2-3-16,-1 2-1 0,-2 2-3 0,-1 1-6 0,-4 5-13 0,-1 1-11 15,-4 3-13-15,-4 4-16 0,-1 0-7 0,-5 6-12 0,-2 1-7 16,-4 1 2-16,-2 2 5 0,-7-1 10 0,-3-1 10 0,-6 2 17 0,-6-2 15 16,-4 1 12-16,-6-2 10 0,-8-2 6 0,-5-1 3 0,-8-1 7 0,-3-4 11 15,-5-1 14-15,-3-2 8 0,-3-2 7 0,-2 0 7 0,-3-3-8 16,-1 3 0-16,-1 0 0 0,-5 2-16 0,0 1-5 0,-3 0-8 0,-3 3-10 15,-3 4-4-15,-5 3-7 0,-3 3-9 0,-6 4-10 0,-6 2-6 0,-8 4-2 16,-6 3-5-16,-11 0-1 0,-9 3-4 0,-10-2-1 0,-10 1 0 16,-10 1 9-16,-9 3 3 0,-11-2-6 0,-9 0 7 0,-10 0-9 0,-8-2-4 15,-7 0 17-15,-3-1 9 0,-3-3 8 0,-3-2 6 0,-2-2-4 16,-3-1-7-16,0-1-2 0,-3-1-4 0,-1 0-17 0,2-2-54 0,-2 0-329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9T11:05:27.5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3341 14464 239 0,'-11'-7'8'0,"3"-2"7"0,-3-1 1 0,5 1 3 0,1 0-1 0,2 0-4 15,1-1-1-15,0 0-1 0,1 0-4 0,2 1-3 0,0 0-2 0,2 1-5 16,1 0 1-16,-1 1 1 0,0 2-1 0,0 0 0 0,1 0 1 16,-1 2 0-16,0-1-2 0,0 3 2 0,-1 0-1 0,0 0-2 0,0 2 2 15,0 1-4-15,-1-1 0 0,-1 3-3 0,1 0-12 0,0 1-23 0,0 0-168 16</inkml:trace>
  <inkml:trace contextRef="#ctx0" brushRef="#br0" timeOffset="4583.96">4160 7175 557 0,'-13'-7'63'16,"-1"1"-25"-16,-3-2-6 0,4 3-4 0,1 2 5 0,-1 0 1 0,0 0-8 15,1 1-3-15,0-1-7 0,0 1-9 0,1 0-2 0,-1 0-2 0,0 1-1 16,1-1-2-16,-2 1-1 0,2-1-1 16,1 0 1-16,-1 0 0 0,3-1 1 0,-2 0 0 0,2-1 1 0,-1 0 0 0,0-2 0 0,2 0 1 15,-1-1 0-15,2 0 1 0,1 0 3 0,-1-1 5 0,1 1 6 0,-1 1 2 16,0-2 9-16,2 0 2 0,1 0-3 0,0 0 0 0,2-1-6 16,0-1-4-16,1 1 3 0,2-3-1 0,1 1 4 0,1 0-1 0,4-2-3 15,1-1-2-15,2-2-7 0,3-2-2 0,2 0 5 0,3-1-2 16,3-2 0-16,4-1 2 0,2 0-5 0,4 0-1 0,1-1-1 0,1 2 1 15,2 0 3-15,2 0-1 0,1 1-1 0,3 0 5 0,2 1 2 0,1 3 3 16,2 0 9-16,0 3-6 0,3 2 1 0,2 4-3 0,0 0-7 16,3 3 2-16,1 1-2 0,2 1-2 0,3 3 2 0,3 0-8 0,1 3-2 15,5 0-1-15,0 1 1 0,2 0 3 0,4 2-5 0,-1 3 1 0,3 1-4 16,-2 4-6-16,1 2 5 0,0 4 1 0,-3 2 1 0,-1 1 2 16,-2 2-4-16,-3 1 0 0,-1 3 0 0,-3 2 3 0,-4 1 0 0,-1 2-4 15,-3 0-7-15,-3-1 3 0,-2 0 5 0,-4-3 5 0,-5 3 11 16,-2-3 1-16,-2 3 0 0,-5-1 10 0,-2 1-2 0,-7 4 5 0,-5 0 4 15,-4 1-1-15,-7-1 2 0,-4-1 1 0,-5 2 5 0,-6 0 1 0,-5 2-1 16,-7 1-8-16,-5 0-1 0,-8 0-1 0,-4 1 3 0,-5-1 6 16,-3-1-3-16,-4 0-1 0,-5 0-2 0,-3 1 6 0,-4 1-4 0,-4-1-1 15,-3-2-7-15,-4-1-7 0,-2 0-1 0,-2-2-5 0,-1 2 3 0,-2-5-1 16,-1 0 0-16,1-6 11 0,1 0 8 0,1-5 4 0,3-5 3 16,6-4 10-16,5-6 3 0,7-5 2 0,7-4-1 0,6-5-13 0,6-3-2 15,6-3-10-15,6-1-13 0,4-3-9 0,7-1-19 0,3-2 0 16,5-2 0-16,5 0-8 0,6-3-9 0,4 0-25 0,6-3-23 0,6-1-35 15,4 1-37-15,4 0-44 0,7 1-43 0,3 0-36 0,5 0-36 0,6-4-41 16,5 0-263-16</inkml:trace>
  <inkml:trace contextRef="#ctx0" brushRef="#br0" timeOffset="5183.47">18465 7389 1941 0,'6'-23'176'0,"2"1"-77"16,0-7-69-16,-2 4-27 0,-1 2-24 0,0-1-18 0,-1 1-15 15,-2 0-6-15,1 0 3 0,-4-1 14 0,-1-1 11 0,-5-1 2 0,-3-1-3 16,-3 0-15-16,-3 0-19 0,-3 0-15 0,-3-2-7 0,-6 1-1 0,-3 0-3 15,-6-1-2-15,-5 0-7 0,-5 0 4 0,-3 0 9 0,-6 0 13 16,-3 1 17-16,-4 1 10 0,-5 2 11 0,-2 1 4 0,-6 0 3 0,-3 4 3 16,-1 2 5-16,-4 1 7 0,0 5 17 0,0 3 19 0,0 3 21 15,3 3 24-15,3 3 20 0,3 3 14 0,6 2 10 0,3 3-3 0,7 3-11 16,5 5-19-16,3 4-15 0,5 3-15 0,0 5-13 0,3 4-9 0,4 3-11 16,2 4-12-16,5 5-10 0,5 6-7 0,7 3-15 0,5 1-8 15,8 4-6-15,9-1-2 0,7 3-4 0,8 1-21 0,8 0-46 0,7 1-43 16,9 2-47-16,6 0-188 0</inkml:trace>
  <inkml:trace contextRef="#ctx0" brushRef="#br0" timeOffset="124295.62">17490 8667 316 0,'1'0'95'16,"2"-1"-49"-16,0 0-32 0,1 0-28 0,2 1-23 0,1-1-31 0,2 1-69 15,2-1-53-15</inkml:trace>
  <inkml:trace contextRef="#ctx0" brushRef="#br0" timeOffset="125122.62">17833 8579 635 0,'-5'-1'217'15,"-2"-2"-134"-15,-2 0-56 0,-2 0-31 0,-2 1-22 0,0 0-15 0,-2 1-7 16,-1 1-3-16,-2-1 7 0,2 0 15 0,-3-1 15 0,1 0 11 15,0 0 12-15,2-1 5 0,0-1 6 0,1 0 3 0,1 0 2 0,2-1 0 16,0 1-3-16,2-2-5 0,1 0 0 0,1 1-2 0,0-2 1 0,1 1 7 16,0 0 4-16,1 1 8 0,0-1 8 0,-1 0 10 0,1 1 8 15,0-1 8-15,-1 1-2 0,1 0-3 0,0 1-8 0,0-2-9 0,0 1-6 16,1-2-7-16,-1 2-3 0,1-1-2 0,0-1 0 0,-1 1 0 16,2-2-4-16,-1 1 2 0,0-1 3 0,1-1 0 0,1 0 8 0,-1 0 6 15,1 0 6-15,0 1 4 0,0-2-2 0,0 2-3 0,0-2 1 0,1 1-3 16,0 1-3-16,0-1 1 0,1 1-5 0,1 0-1 0,-1 0 3 15,1 0-7-15,1 0-3 0,0-1-5 0,0 0-7 0,1 0-5 0,0 0 9 16,1 2-2-16,0-2 0 0,0 1-2 0,1-2-6 0,0 1-1 0,0-1-3 16,1 1 1-16,1 1-3 0,1-1 3 0,0 0-3 0,1-1-1 15,0 1-6-15,3-1 1 0,-1 2-2 0,3-2-2 0,1 0 4 0,1 1-4 16,1-1 4-16,0 0-2 0,1 2 3 0,2-1 0 0,0 1 5 0,3-1 0 16,2 0 2-16,2 1 1 0,2-1-4 0,2 1 1 0,2 1-5 15,1-2-1-15,5 1 1 0,1 1-1 0,1 1-1 0,1 1-2 0,0 0-2 16,0 1 3-16,1 1-2 0,0 1 2 0,-2 1-3 0,1 0-2 15,-2 1 2-15,-2 1-1 0,1 1 1 0,-3-1 3 0,-1 1-3 0,-2 1 3 16,-1 0 0-16,1 1-2 0,-1 0 1 0,0 2 1 0,-2 2 1 0,1 0-1 16,-1 1 3-16,0 1-1 0,2 3-5 0,-1 1 3 0,2 2-3 15,1 0-1-15,-1 4 1 0,2 1 0 0,-3 1 1 0,1 2-4 0,-1 1-2 16,-1 0-8-16,-1 2-5 0,-1 1 6 0,-3 2-4 0,-1 1 8 0,-1 2-3 16,-3 0-5-16,-1 1 1 0,-3 0 1 0,-2 1-3 0,-4 3 1 15,-2-1-3-15,-1 1 1 0,-3-2 2 0,-2 1 6 0,-2 1 6 0,-1 0 4 16,-1 2 2-16,-2-2-10 0,-1-1 5 0,-1 0 0 0,-1-2 0 15,-1 0 10-15,-2-3-4 0,-2 0 0 0,-1-2-3 0,0-1-1 0,0-2 2 16,-2 2-4-16,-1-3 3 0,-2 1-1 0,0-3-7 0,-4-2 2 0,-2-2-4 16,-2-2-4-16,-5 0 4 0,-1-2-1 0,-2-1 5 0,-4-3 3 15,0-1 6-15,-1-1 5 0,0-3-1 0,0-1 7 0,-2-3-8 0,1-1 1 16,-2-2 4-16,-4-2-4 0,0-2 4 0,-2-3-1 0,-1-3 2 0,-2-1 0 16,-3-2 0-16,-1-3 2 0,2-2 5 0,0-1 1 0,1-1 8 15,3-2 4-15,1-3-1 0,1-1 6 0,2-3 2 0,2-2-5 0,2-2 3 16,2 0-4-16,1-2-4 0,-1-5-7 0,0-2-9 0,1-2 3 15,-1-4-2-15,2-1 2 0,0-1-2 0,4 0-11 0,2 2-3 0,4-1-3 16,1 2 1-16,5 2-5 0,1 2 2 0,0 0-7 0,4 3-4 0,-1 1-12 16,0 1-18-16,1 3-14 0,2 2-37 0,-1 2-46 0,1 1-64 15,0 1-111-15,0-1-123 0,-5 1-435 0</inkml:trace>
  <inkml:trace contextRef="#ctx0" brushRef="#br0" timeOffset="127473.62">18520 6729 1404 0,'1'-16'61'0,"2"1"-27"0,3-1-28 0,4 3-10 16,1 3-6-16,4 1 2 0,2 1 1 0,2-1 1 0,3 1 4 0,2 2 1 16,2 0-2-16,1 0-2 0,2 2 2 0,1 0-3 0,1 0-5 15,3 2 2-15,2-2-4 0,1 1 1 0,4-1 11 0,3 0-2 0,0 0 6 16,3-1 0-16,1 0 0 0,1-1 1 0,-2-1 2 0,-1-1 4 0,-1 1 4 16,3-1 5-16,-3 0 5 0,1 1 5 0,-3 0 4 0,0 1 10 15,0 0 9-15,-4 0 3 0,2 1-1 0,-1 1-2 0,-1 2-11 0,0 0-4 16,-2 2-7-16,0 1-6 0,-4 2 0 0,2 1-10 0,0 2 0 15,-1 2-5-15,1 0-4 0,-2 2 2 0,1 1-6 0,-2 3 2 0,1 0 1 16,-1 1 3-16,-1 1-4 0,-3 2-2 0,-1 1 1 0,-3-1-2 0,0 1 2 16,-3-1-3-16,0-3 5 0,-2 0-5 0,0-1 2 0,-3 0 3 15,0-2 1-15,-3-2 2 0,0 1 1 0,-2 0 2 0,-1-1 3 0,0 0 7 16,-2-1 5-16,0-1 6 0,-1 1 6 0,0 0 6 0,-2 0 0 0,0 1-3 16,0 1 9-16,0 0-8 0,0 1-4 0,-1 2-3 0,0 1-11 15,-1-1-9-15,-1 2-3 0,-1 2-4 0,-1 1 4 0,0 1 6 0,-3 1-1 16,-1 2-3-16,-1 0-10 0,-2 3 0 0,-1 0-3 0,-1 3 0 15,-3-2-1-15,-1 3-4 0,-3 0 2 0,-1 1-2 0,-1-2-2 0,-4 0 4 16,-1-2 0-16,0-3 0 0,-2 0 3 0,1-3 5 0,0 1-4 0,-1-2 6 16,2-2-1-16,-2-1 0 0,2 0 6 0,-1-2-4 0,1-2 3 15,2 0-2-15,-2-2-9 0,2-1 2 0,1-1-2 0,-2 0 0 0,1-1 11 16,-2 2 7-16,-2-1 1 0,-1-1 1 0,-1 0-2 0,1-1-10 0,-4-1 3 16,1-1-6-16,-4 0 3 0,-2-3-1 0,-2 0-5 0,1-2 4 15,-2-1-4-15,-1 0 0 0,-1-1-1 0,-3-2-2 0,-1-2 1 0,-1-2-2 16,-1-1 0-16,-1-3-4 0,1-1-1 0,1 1 4 0,1-1 9 15,-1-2 9-15,4 0 2 0,2 0-1 0,2-4-8 0,4 1 2 0,2-2 4 16,4 2-6-16,0-2 0 0,3-1-1 0,1 1-2 0,1-2-2 0,3 0 3 16,1 0 4-16,0-3-2 0,2 0 0 0,-1-4 4 0,1 2-10 15,1-4-2-15,2 3 3 0,1-1-3 0,0-2 4 0,2 2-3 0,1-2 1 16,2 1-10-16,1 0 3 0,2 2 3 0,0 1 5 0,2 1 4 0,0 1 0 16,1 0-6-16,2 1-1 0,0 0 4 0,1 3-6 0,2-1-1 15,0 0-1-15,0 3-2 0,2-1 6 0,2 0-7 0,1 2-2 0,2-1-1 16,0 0 4-16,2 2-1 0,0 0-3 0,3 2 3 0,1 1-11 15,-2 2 1-15,3 1-3 0,0 0-5 0,1 2-1 0,0 1-10 0,2 2-26 16,0-1-37-16,2 2-33 0,3 1-45 0,1-1-64 0,6-1-84 0,4-1-92 16,6-1-317-16</inkml:trace>
  <inkml:trace contextRef="#ctx0" brushRef="#br0" timeOffset="128423.14">12916 9767 533 0,'-7'1'43'0,"2"1"-43"0,0 1-9 16,2 2-3-16,2 1 0 0,1 1 5 0,1 1 3 0,0-1 3 0,0 1 4 15,-1 0 2-15,1-1 1 0,-1 0 8 0,0-1 3 0,0-1 5 16,-1-1 9-16,1-1 5 0,0 1 10 0,-1-1 8 0,-1-1 11 0,0 0 11 15,-1 0 5-15,-1 0 4 0,-1 0-1 0,-1 0-5 0,-2-1-1 0,0-1-4 16,-2 1 3-16,-1-2-1 0,1 0-4 0,-2-2-4 0,-2 1-5 16,-1-1-4-16,1-1-5 0,-2-1-4 0,0-2-3 0,1-1-6 0,1-1-6 15,-1-1-2-15,0 0-5 0,-1 0 4 0,2 0 1 0,-3-2-7 16,2 0 6-16,-1 0-4 0,2 0 5 0,1 0-1 0,0 0-7 0,2 0-2 16,0 0-8-16,1-1 0 0,2 1 2 0,0 0-5 0,1-1-1 0,1 1-5 15,1 1-12-15,2 1-3 0,0-1 3 0,2 1-3 0,1 0 1 16,2 2-3-16,0 0-2 0,2-1 0 0,0 3 4 0,2-2 3 0,1 0 0 15,2 2 6-15,0 0 0 0,3 0 2 0,3 0 4 0,2-1-5 0,4 1-1 16,3 1 2-16,3-1-5 0,2 0 3 0,2 1 0 0,4 1 4 16,1 0-2-16,4 2-1 0,-1 2-2 0,1 0 1 0,3 2 1 0,0 1 1 15,2 1 2-15,-1 2-7 0,-1 1 3 0,-2 1-3 0,0 1-7 16,-2 0 8-16,-2 2-5 0,0 1 4 0,-2 1 12 0,1 1-2 0,-3 2 5 16,0 0-3-16,-3 1-4 0,-3-1 1 0,-4 2-1 0,-2 0-1 0,-2 0 5 15,-2 0 1-15,-1-1 5 0,-3 1 7 0,-2-1 4 0,-3 2 0 16,-2-1 9-16,0 1-2 0,-2 0-6 0,-1 1 0 0,-2-2-5 0,-3 0-1 15,-1 0-3-15,-2 1-2 0,-2-2-1 0,-1 2-7 0,-5 2 3 0,-2-1-4 16,-4 1 1-16,-3 1 4 0,-3-1 1 0,-4 0 1 0,-5-1 5 16,-2-2 2-16,-5-2-8 0,-1-1 4 0,-2-2-4 0,-2-1 3 0,-1 0 10 15,-2-1 1-15,-2-1-6 0,-2-1-6 0,-2-1-5 0,0-2-5 16,-2-1-1-16,-3-2 1 0,0-2-7 0,0-2-3 0,1-3-10 0,4-2-4 16,2-1-8-16,4-5-10 0,3-2-25 0,1-3-32 0,5-1-35 0,3-4-51 15,4-3-51-15,5-3-55 0,5-7-81 0,5-5-151 0,9-8-227 16</inkml:trace>
  <inkml:trace contextRef="#ctx0" brushRef="#br0" timeOffset="-155215.77">8267 11392 161 0,'-11'-6'123'0,"-3"0"-22"0,-1-2-17 0,2 2-9 16,3 0-13-16,2 2-8 0,-2 0-1 0,2-1-4 0,1 0 0 15,-1 0 4-15,1-1-2 0,0 1-2 0,0-1-5 0,1 0-8 0,-1 0-3 16,1 1-2-16,-2-1-3 0,2 1 1 0,-2-1-2 0,0 0 0 0,0-1 3 16,1 0-4-16,-2 1-1 0,0-1-4 0,-1 0 4 0,0-1 1 15,-1 1 6-15,1-1 4 0,2 0 0 0,-3 0-2 0,2 0-2 0,-1 0 0 16,0 0 0-16,1 0 1 0,1 1 1 0,0 0 2 0,0 1-1 0,1 0 1 16,1 0-2-16,-1 2-4 0,2-2-1 0,0 2-3 0,1-2-5 15,0 1 0-15,2 1-4 0,1-1-6 0,0 1 2 0,1 0-5 0,0 0-1 16,2-1 1-16,0 0-5 0,3 0 1 0,3-2-5 0,2-1 0 0,3-3 2 15,3-1 6-15,1-2-3 0,4 1 0 0,1-2-1 0,3-1-1 16,2-1 3-16,0 2 4 0,2-2-1 0,1 0-1 0,2 1 3 0,4-1-1 16,2-1-3-16,0-1 6 0,1 2 0 0,0 0 1 0,0 1 1 15,2 3-11-15,0 1 4 0,0 2-5 0,-1 2-2 0,1 0 4 0,0 4-4 16,-1 1 4-16,4 2 1 0,0 1 1 0,3 1-8 0,3 1 5 0,2 0-1 16,2 1-7-16,1-1 7 0,3 2 1 0,2 0-5 0,-1 0 5 15,2 2-2-15,0 0 4 0,-1-1 4 0,-1 3-4 0,-2 1 3 0,-2 0-8 16,-1 2 3-16,-2 1-3 0,-1-1 3 0,-1 4 0 0,-4 1 0 0,-3 0 2 15,-1 1 1-15,-3 2-1 0,-3 2-4 0,0 1 7 0,-4 4-1 16,-1 2 5-16,-2 1 1 0,-1 4 2 0,-4 0-1 0,0 1-2 0,-4 4-2 16,-3 1-2-16,0 4-2 0,-4 3-11 0,-2 2 10 0,-4 3 1 0,-4 0 0 15,-2 2 7-15,-3 0-5 0,-1 3-2 0,-3-1-1 0,-2 0 2 16,-3-1-7-16,-3 0 0 0,-1 1-4 0,-2-1 5 0,-3-1 8 0,-1 0-4 16,-2-3 10-16,-3-1-5 0,0-2-3 0,-2-1 6 0,0-2 5 0,-2-4 2 15,0-3 8-15,-1-3 5 0,0-2 5 0,0-1 7 0,2-5 14 16,0 0 12-16,1-5 4 0,4-3 6 0,1-2-13 0,2-3 0 15,1-3-14-15,1-4-3 0,2-2 1 0,1-1-14 0,2-1-3 0,1-1-15 16,1 0-13-16,3-1 8 0,0 0-8 0,1-1-4 0,1 0 1 0,1 0-9 16,2-1-3-16,0 0 10 0,0 0-13 0,2 1 1 0,-1-1-3 0,2-1-21 15,1 0 0-15,0 1-19 0,2-2-22 0,0 1-9 0,1-2-23 16,2-1-15-16,3-1-16 0,4-2-25 0,5-2-15 0,6-1-29 0,8-3-29 16,7-1-24-16,7-2-52 0,8 2 51 0,6-1 9 0,4 1-304 0</inkml:trace>
  <inkml:trace contextRef="#ctx0" brushRef="#br0" timeOffset="-154664.77">12533 12267 1170 0,'11'4'112'0,"4"2"-1"0,6 1 1 0,1 1 4 0,3 1-10 16,3-1-21-16,4 2-18 0,2-1-10 0,5 1-13 0,2 0-2 16,4-1-2-16,4-1-5 0,1 0 3 0,1-1-2 0,2-1-5 15,2-1 8-15,1-1-1 0,2-2 5 0,-1-2 6 0,1-1-2 0,2-1 7 16,1-2 5-16,-1-2 0 0,2-1-5 0,-2 0-7 0,2-1-16 0,1-1 0 16,0 0-6-16,1-2-7 0,0 1 0 0,2-1-8 0,1 0-2 15,1-1-1-15,0-2-2 0,1 1 2 0,0-1-2 0,-1 0-4 0,0-1 1 16,-3-1-2-16,1 0 2 0,0-1 1 0,-1-2-3 0,1-2 3 0,-1-1-3 15,-1-1-1-15,-3-1 7 0,-1 1-7 0,-2-2 2 0,-1 1 8 16,-3-2-6-16,0 0 6 0,-2-3 1 0,0-1-2 0,0 0 4 0,-2-2-2 16,-2 1-6-16,0-1 2 0,-2-1 1 0,-1-1 2 0,-3-2-1 0,-2 1 1 15,0-3-6-15,-2 1 0 0,-1 0 8 0,-3-2-3 0,-1 0-15 16,-1 0 13-16,-2-1-6 0,-2 1 3 0,-3-2 12 0,-4 0-13 0,-2 1 2 16,-3-1-6-16,-4 3 4 0,-2-2 4 0,-2-1 0 0,-3 1-1 0,-5 0 0 15,-2 0-5-15,-4 2-4 0,-4-2-13 0,-1 0 0 0,-5-1-7 16,-4-1-1-16,-5-3 6 0,-6 0-6 0,-6 1-1 0,-8 0 3 0,-3 0 6 15,-4 0 9-15,-4 0 4 0,-4 0 3 0,-3 1-1 0,-3 2-5 0,-2 1 2 16,-2 1-9-16,-2 4-5 0,2 2 9 0,-3 4-3 0,-2 1 10 16,-2 4 6-16,-3 0-8 0,-4 2 4 0,-3 3-6 0,-2 2 1 0,-4 2-1 15,-1 3 4-15,-3 4 3 0,-3 1-4 0,-3 2 6 0,-5 5 1 16,-5 2-3-16,-3 4 9 0,-4 2 7 0,-1 5-3 0,-3 4 4 0,-2 4 4 16,0 3 2-16,-3 5 6 0,4 2-6 0,-1 6-3 0,0 2 14 0,4 4-1 15,-3 5 8-15,4 2-3 0,1 5-14 0,4 1-7 0,4 2-6 16,2 3 8-16,2 2-5 0,3 3-9 0,3 2 6 0,8-1-13 15,10-1-14-15,10 0-22 0,4 4-54 0,5 2-85 0,4 4-96 0,4 4-137 0,5 1-300 16,2 4-286-16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11:11:51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1976 753 5753 0 0,'-32'-49'3624'0'0,"32"49"-3659"0"0,0-1 0 0 0,-1 1 0 0 0,1 0 0 0 0,0-1 0 0 0,0 1 0 0 0,0 0 0 0 0,0-1 0 0 0,0 1 0 0 0,-1 0 0 0 0,1 0 0 0 0,0-1 0 0 0,0 1 0 0 0,0 0-1 0 0,-1 0 1 0 0,1-1 0 0 0,0 1 0 0 0,0 0 0 0 0,-1 0 0 0 0,1 0 0 0 0,0-1 0 0 0,-1 1 0 0 0,1 0 0 0 0,0 0 0 0 0,0 0 0 0 0,-1 0 0 0 0,1 0 0 0 0,0 0 0 0 0,-1 0 0 0 0,1 0 0 0 0,0 0 0 0 0,-1 0 0 0 0,1 0 0 0 0,0 0 0 0 0,-1 0 0 0 0,1 0 0 0 0,0 0 0 0 0,-1 0 0 0 0,1 0 0 0 0,-1 0 0 0 0,-9 13-1059 0 0,-4 17 569 0 0,14-29 658 0 0,-1 1-1 0 0,1-1 1 0 0,0 1-1 0 0,0-1 1 0 0,-1 1-1 0 0,1-1 1 0 0,0 1-1 0 0,0-1 1 0 0,0 1-1 0 0,1-1 1 0 0,-1 1-1 0 0,0-1 1 0 0,0 1-1 0 0,1-1 1 0 0,-1 1-1 0 0,1-1 1 0 0,0 0-1 0 0,-1 1 1 0 0,1-1-1 0 0,0 0 1 0 0,0 1-1 0 0,0-1 1 0 0,-1 0-1 0 0,3 1 0 0 0,-1 0 15 0 0,1 0 0 0 0,-1-1-1 0 0,1 1 1 0 0,-1-1-1 0 0,1 0 1 0 0,0 1-1 0 0,0-1 1 0 0,0-1-1 0 0,0 1 1 0 0,-1 0-1 0 0,7 0 1 0 0,10-1 176 0 0,0 0 0 0 0,-1-1 0 0 0,1-1 0 0 0,-1-1 0 0 0,21-6 0 0 0,13-1 135 0 0,426-82 2366 0 0,634-132 904 0 0,-107 122-3074 0 0,-549 70-93 0 0,407-38 158 0 0,-571 37-416 0 0,346-44 988 0 0,181-8-658 0 0,-527 60-582 0 0,37 4-15 0 0,0 15 0 0 0,523 57 0 0 0,-59 65 60 0 0,760 259-233 0 0,-1114-268 404 0 0,625 71 0 0 0,1590 83 1534 0 0,-2375-243-1686 0 0,361 27 19 0 0,60 51 209 0 0,-8 43-31 0 0,-585-116-219 0 0,258 67-169 0 0,-269-60 62 0 0,160 74 0 0 0,-222-87-25 0 0,-1 2 0 0 0,0 0 1 0 0,-1 2-1 0 0,34 31 0 0 0,-54-42 35 0 0,-1 1 1 0 0,0 0-1 0 0,0 1 1 0 0,-1 0-1 0 0,-1 1 1 0 0,0 0-1 0 0,-1 0 1 0 0,0 1-1 0 0,-1 0 1 0 0,-1 0-1 0 0,0 1 1 0 0,7 28-1 0 0,-12-37-1 0 0,-1 0 0 0 0,1 0 0 0 0,-2 0 0 0 0,1 0 1 0 0,-1 1-1 0 0,0-1 0 0 0,0 0 0 0 0,0 0 0 0 0,-1 0 0 0 0,0 0 0 0 0,0-1 0 0 0,-1 1 0 0 0,1 0 0 0 0,-1-1 0 0 0,-1 0 0 0 0,1 0 0 0 0,-1 0 0 0 0,-7 9 0 0 0,-2 0 27 0 0,-1 0-1 0 0,-1-1 1 0 0,0-1-1 0 0,-28 19 1 0 0,5-9-59 0 0,-1-1 0 0 0,-1-2 0 0 0,-59 19 0 0 0,-135 30 49 0 0,145-45-2 0 0,51-12-11 0 0,-749 186-174 0 0,-617 21-95 0 0,-12-75 286 0 0,980-103-57 0 0,-2016 97 624 0 0,-345-69-269 0 0,1647-43-202 0 0,133-3 66 0 0,-104-6 474 0 0,294-7-199 0 0,-315-12 373 0 0,3-65-468 0 0,336-24 7 0 0,8-56 261 0 0,612 103-573 0 0,-318-124 0 0 0,423 135-12 0 0,2-3 0 0 0,1-3 1 0 0,2-3-1 0 0,1-4 0 0 0,3-2 0 0 0,-88-83 0 0 0,128 102-44 0 0,0 0 0 0 0,2-2-1 0 0,1-1 1 0 0,2-1-1 0 0,2-1 1 0 0,1-1 0 0 0,1-1-1 0 0,2-1 1 0 0,-16-50-1 0 0,27 65-40 0 0,1 0 0 0 0,2 0 0 0 0,0-1-1 0 0,1 0 1 0 0,2 1 0 0 0,0-1-1 0 0,5-38 1 0 0,-2 43 5 0 0,2 0 0 0 0,1 0 1 0 0,0 0-1 0 0,1 1 0 0 0,1 0 0 0 0,1 0 0 0 0,0 1 0 0 0,1 0 0 0 0,1 0 0 0 0,16-19 0 0 0,-7 13 13 0 0,2 0-1 0 0,0 2 0 0 0,2 0 1 0 0,0 2-1 0 0,35-23 0 0 0,137-72-111 0 0,-73 53 53 0 0,3 6 1 0 0,136-41 0 0 0,270-50-65 0 0,428-21-311 0 0,12 71 428 0 0,-892 89-9 0 0,1579-112-345 0 0,-444 98 431 0 0,-1 41 66 0 0,-686-9-48 0 0,-340-7 13 0 0,1507 47 606 0 0,-337 51-625 0 0,-704-34-195 0 0,-195-18-2299 0 0,-160-8-2863 0 0,-182-23-1319 0 0,1-2-5530 0 0,-80-14 8776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9T11:04:33.2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18155 5593 1420 0,'-9'-13'113'16,"2"-1"-66"-16,-1-3-18 0,3 4-8 0,4 3 1 0,0-1-5 0,1 0 3 15,0 1-2-15,0-2-3 0,0 1 1 0,0 1-4 0,-1-1 2 16,-1 1 0-16,-1-1 1 0,-2 1 0 0,0-1-3 0,-2 1-3 0,-1-1 2 16,-1-1 1-16,-1-2-7 0,-2 1 3 0,-2 0-5 0,-1-1-3 0,1 0 7 15,-3 1-3-15,0 0 2 0,0 1 3 0,-1-1-7 0,-3-1 4 16,-1 0-5-16,-1 1-1 0,-1 0-1 0,1 0-5 0,-2 0 4 0,1 2-3 15,-2 2 4-15,-1 1 4 0,-2 1-9 0,-3 0 5 0,2 2 0 16,-2 1-5-16,-1 2 14 0,-2 1-2 0,-1 2-2 0,-2 2 4 0,-3 1-7 16,3 2 8-16,-1 1-2 0,1 3 1 0,3 1 3 0,-2 2-3 0,1 3 2 15,2 2-1-15,3 1-7 0,-1 1-4 0,2 3 2 0,0 0-4 16,2 3 3-16,0 2-1 0,3 2 5 0,0-1-1 0,1 0-2 0,0-2 2 16,0 3-2-16,1 0 2 0,-1 0-1 0,1 2-1 0,-1 1 2 15,0-2-4-15,2 3 2 0,-1 0 0 0,1 1 2 0,1 1 3 0,-4 0 5 16,2 1-3-16,-2-1-2 0,0 3-2 0,3 0-4 0,0 0 1 15,0 1 3-15,2-3-3 0,-2-1 0 0,0 0 1 0,2-2-2 0,0 0 2 16,2-2-8-16,4 0 3 0,0-3-3 0,2 1 0 0,2-2 4 0,2 1 0 16,1 0 1-16,3-1 0 0,0-1 2 0,2-1-4 0,0 0 0 0,0-1 1 15,0 1-1-15,2-1 4 0,0-1 3 0,0-1 2 0,1-3 2 16,1 1 6-16,-1-1-4 0,2-1 3 0,0 0-4 0,2 0 2 0,0-1-2 16,3 2 2-16,0-1 0 0,0 0 4 0,1 0-1 15,1 1-3-15,1 0-4 0,-1 0-2 0,2 0 5 0,-1 0-1 0,5 0 5 0,-2 0 2 16,3 0-2-16,1 0 4 0,-2 0-2 0,2 1-1 0,1-3 1 15,2 0-2-15,1 0 0 0,2-2 1 0,4 1-1 0,-1-1-1 0,2-2 0 16,0-1 6-16,1-1 8 0,2-2 7 0,1 0 5 0,1-4-1 0,5-1-4 16,2-1-4-16,1-2-5 0,0-1-7 0,2 0 1 0,0-1-4 0,-3-2-5 15,3-1 4-15,1-1 2 0,-2-1-6 0,3-1 12 0,0-3-3 16,0 0-7-16,0-3 4 0,2 1-2 0,2-2-4 0,-1-2-1 0,1 0-1 16,0 0-1-16,1-2 1 0,1-2 6 0,2-2-6 0,0-1-6 15,1-3 1-15,-2-1 0 0,0-1-4 0,0 0-5 0,0-2 12 0,-2 0-1 16,-2-2 10-16,-1 1 3 0,-2-3-12 0,-2 1 2 0,0-2 1 0,-2 1 0 15,-3-1 0-15,-1-1 1 0,-4-2-3 16,-3 0 3-16,0 0 4 0,-2-2-3 0,-2-1 2 0,-1 0 3 0,-2-3-13 0,-3 1 11 0,-4-2-3 16,-2 0 2-16,-2-1 9 0,-1 1-6 0,-3 0 0 0,-2-2-3 0,-4 1 7 15,-3-1-5-15,-3 1 2 0,-3-1 1 0,-2 2-3 0,-3 0 3 16,-3 0-5-16,-2 1 9 0,-4 0-1 0,-4 1-3 0,-1-1 4 0,-4 2-7 16,0 1-1-16,-4 1-4 0,-1 2-2 0,-4 1-5 0,-1-1 3 0,-4 4 0 15,-2 1-1-15,-1 4-2 0,-2 3-4 0,-2 1 5 0,-3 5 1 16,-5 1 1-16,-5 4 1 0,-4 5-6 0,-4 3-2 0,-6 4-2 0,-3 3-1 15,-7 2 1-15,-4 5 13 0,-2 6 0 0,-1 4 0 0,-3 4-3 16,0 5-12-16,-3 4 1 0,2 3 3 0,1 4-3 0,1 4-13 0,8 1-39 16,3 2-57-16,6 2-72 0,8 4-88 0,4 1-114 0,7 2-224 0,6 2-446 15</inkml:trace>
  <inkml:trace contextRef="#ctx0" brushRef="#br0" timeOffset="600">19055 5120 2219 0,'-19'-14'79'16,"2"2"12"-16,-2-2-20 0,8 6-15 0,7 4-12 0,1 2-14 0,4 0-6 16,2 0-18-16,2-1 4 0,4-1 0 0,3-2-2 0,5-1 11 0,4-1-6 15,4-1 0-15,5-1 0 0,3 0 0 0,5-2 0 0,0 1 0 16,3 0 2-16,5-3 1 0,0 0 1 0,3-1-6 0,2 1-9 0,0-1-5 16,1-1-1-16,1 2 6 0,-2 0 5 0,0 0 1 0,-1 0-7 15,-3 0 3-15,-1 1-4 0,-5 1 3 0,-2 0 0 0,-1 0 1 0,-3-1-1 16,-3 1-5-16,-3 1-3 0,-1-1-11 0,-4 0-9 0,0 1-28 0,-4-1-31 15,0 2-32-15,-2-2-33 0,0 0-24 0,-2-1-34 0,0-4-45 16,0-3-86-16,0-4-523 0</inkml:trace>
  <inkml:trace contextRef="#ctx0" brushRef="#br0" timeOffset="882.99">20136 3863 2675 0,'-13'-16'142'16,"3"3"-34"-16,1 1-88 0,9 11-27 0,8 6-22 0,5 5 8 0,5 2 9 16,4 2 7-16,6 1 3 0,2-1 2 0,4 2 0 0,1 0-7 0,4 1 2 15,2 2 2-15,-1 0 0 0,2 0 1 0,-3-2 0 0,-1 1 1 16,1 1-6-16,-1 0 9 0,0 0-6 0,-2 1-1 0,-2-1 0 0,0 0-1 16,-2-1 2-16,0-2 3 0,-1-1 1 0,-1 0-5 0,-1 0 5 0,-1-1 2 15,-2-1-1-15,1 1-2 0,-3 1 1 0,-4 0-2 0,-2-1 2 16,-3 1 2-16,-6 1 6 0,-1 0 0 0,-4 2 2 0,-4 2 7 0,-4 2-11 15,-5 4 4-15,-5 4 11 0,-8 4-3 0,-6 7 9 0,-7 3-3 16,-3 5-12-16,-7 7-2 0,-4 6-10 0,-3 3 2 0,-4 6-9 0,-2 3-46 16,-2 2-47-16,-2 6-85 0,-2 4-120 0,-6 6-182 0,-3 6-684 0</inkml:trace>
  <inkml:trace contextRef="#ctx0" brushRef="#br0" timeOffset="1967.99">21707 3723 1883 0,'-27'-7'56'0,"-2"2"15"0,-4 0-15 0,6 6-13 16,11 0-9-16,3 1 1 0,6-1 2 0,2 0-2 0,2 0-2 16,2-2-3-16,3 1-16 0,2-2-8 0,2-1 3 0,5-1-11 0,5-3 8 15,7-2 2-15,5-3-5 0,6-3 1 0,5 0-1 0,4 0-1 0,6-1-2 16,2 1 5-16,5 0 2 0,2 3 1 0,1 1 1 0,0 2-6 15,-1 2-9-15,-2 3 4 0,-2 4-4 0,-4 3 0 0,-5 3-1 0,-5 2-6 16,-7 3 3-16,-3-1-4 0,-6 2 2 0,-5 1 0 0,-4 1 2 16,-4 1 4-16,-3 2 6 0,-3 1 1 0,-3 2 2 0,-3 1 3 0,-3 3-4 15,-3 2 5-15,-3 1-7 0,-2 2-3 0,-2-1 6 0,-1 1 0 0,-2-2 6 16,0-1 0-16,1-1-6 0,3-2-3 0,1-2 2 0,1-1-2 16,2-2-2-16,2 1 1 0,1 0-1 0,4 0-4 0,2 1 0 0,2-3-9 15,4 0-3-15,2-2 0 0,2-2-3 0,4-2-2 0,1-2 1 0,6-2-6 16,3-1-6-16,3-2-13 0,5-1-28 0,1-1-26 0,5-2-33 15,1-2-30-15,1 0-52 0,4-1-124 0,-2-2-367 0</inkml:trace>
  <inkml:trace contextRef="#ctx0" brushRef="#br0" timeOffset="2299.98">23090 3203 3166 0,'-7'-28'-3'0,"1"5"59"0,2 2-51 0,9 15-29 0,7 8-1 15,7 4 13-15,7 2 3 0,5-1 2 0,5 2-5 0,0 0-1 0,2 2 5 16,0 3 1-16,-3 1 8 0,0 1-1 0,-4 2 4 0,0 0-4 16,-3 0-4-16,-1 1 3 0,-1 2-5 0,-3-1-1 0,-2 2-3 0,-4 0-7 15,-5 0 5-15,-3 2-4 0,-3 0-3 0,-3-1 4 0,-2-1-6 0,-3 0 1 16,-3 1 3-16,-2-1-2 0,-1 0-1 0,-3 0 5 0,-3-1-4 15,1-2 6-15,-2 0 8 0,1-4 1 0,2-1 6 0,2-1 1 0,1-1-1 16,0-2 0-16,2 1-6 0,1-2-1 0,0 0 2 0,0 2 0 16,2-2-4-16,0 1 0 0,1-1 4 0,1-1-4 0,1 1 7 0,1-1-1 15,2 1-9-15,2-1 7 0,1 0-14 0,2 0-13 0,3 1-11 0,2-2-23 16,5-1-15-16,2-1-17 0,6-3-19 0,3-1-11 0,4-2-19 16,1-3-28-16,5-2-27 0,3-4-57 0,6-4-97 0,4-3-380 0</inkml:trace>
  <inkml:trace contextRef="#ctx0" brushRef="#br0" timeOffset="2716.99">24373 3126 1547 0,'-17'-21'167'0,"-4"2"-79"16,-4 0-7-16,5 9-28 0,2 5-27 0,2 5-11 0,0 2-3 0,1 3-8 15,-1 2-3-15,2 1 3 0,0 1-4 0,2 1 3 0,2 3 3 0,0 0-5 16,1 1 2-16,1 0 4 0,0 0 1 0,3 3 11 0,2 0 5 16,0 1 0-16,2 2 3 0,1 0-8 0,1 1 0 0,2 3-2 0,1 1-5 15,3 0 3-15,0 2-6 0,2 1-4 0,2 4 3 0,0 1-8 0,2 0 4 16,-1 0-4-16,1-1 0 0,-1-1 3 0,-2 1-4 0,-1-3 2 15,-2 1 1-15,-1-2-4 0,-2-3-2 0,-1-2-1 0,-3-1 1 0,-1-2-1 16,-1-2 8-16,-3-1 0 0,0-1 3 0,-4-3 5 0,-2-2-3 16,-1-1 4-16,-4-1 2 0,-1-1-1 0,-3-2-1 0,-2-2 2 0,1-2-4 15,-1-1 2-15,-2-4 0 0,0-1-1 0,-1-2 1 0,1-4-4 0,0 1-1 16,1-3-1-16,2 0 2 0,0-2-2 0,2-2 3 0,4-1 1 16,0 1 0-16,4-2 9 0,2-1-5 0,5 1-10 0,4-4-11 0,6 0-20 15,5 0-2-15,6-2 3 0,6 0 2 0,8 0 9 0,4-1 4 0,7 1 2 16,1-1 3-16,2 1 0 0,1-4 2 0,2-1 2 0,-1 2 7 15,0-3-2-15,-2 4 1 0,-1-2 7 0,-3-1 4 0,-2 1 7 0,-1 0 9 16,-4 2-2-16,-2 0-1 0,-4 4 3 0,-3 1-3 0,-4 1 0 16,-3 2 2-16,-5 0-3 0,-2 2-1 0,-5 1-1 0,-3 1 1 0,-4 0-5 15,-3 2-5-15,-5-1-6 0,-4 3-5 0,-4-1-2 0,-3 1 2 0,-5 2-3 16,-3 0-2-16,-1 3 0 0,-4 1-3 0,0 1-4 0,-2 3 2 16,-3 1-3-16,0 1-7 0,-3 1-12 0,1 2-18 0,-2 0-14 0,-1 2-2 15,1 1 0-15,2 1 6 0,1-1 2 0,3 1-7 0,4-2-7 0,0 1-16 16,7 1-8-16,3 1-20 0,3-1-22 0,6 0-29 0,5 0-23 15,3-1-24-15,3 1-12 0,5 0-37 0,5-1-257 0</inkml:trace>
  <inkml:trace contextRef="#ctx0" brushRef="#br0" timeOffset="2916.99">24922 2967 1344 0,'27'-10'129'16,"2"0"-43"-16,9 0 3 0,-2 7-15 0,-3 3-18 0,0 4-14 0,2 3-12 15,1 1-4-15,1 3-11 0,2 3 0 0,-1 2-6 0,1 2-2 0,0 0-4 16,-1 3-4-16,0 0-2 0,-3 1 3 0,-1 0 3 0,0 0-2 15,-3 0 4-15,-1 0-5 0,-4 0 0 0,-2-2 5 0,-4 0 0 0,-1 1 1 16,-3-3 6-16,-3 1 1 0,-3-1 0 0,-3-2 11 0,-5-1-3 16,-2 1 9-16,-4-2 3 0,-4-1-2 0,-4 1 4 0,-4-1-7 0,-6 0-2 15,-5 0-5-15,-6-2-10 0,-6-1-3 0,-3 0-11 0,-4-4-12 0,-2-1-19 16,-3-3-28-16,1-2-38 16,-2-2-35-16,1-3-43 0,0-3-58 0,0-4-80 0,1-3-400 0</inkml:trace>
  <inkml:trace contextRef="#ctx0" brushRef="#br0" timeOffset="3001.99">24994 2959 893 0,'15'-41'182'0,"5"-2"19"0,6-11-47 0,3 9-31 0,2 7-21 0,6 6-21 16,4 3-19-16,5 4-18 0,3 4-21 0,3 3-13 0,5 4-6 0,2 5-4 16,4 1-6-16,1 3-21 0,3 2-62 0,0 1-89 0,0 3-172 15,1 1-429-15</inkml:trace>
  <inkml:trace contextRef="#ctx0" brushRef="#br0" timeOffset="4183.99">14988 7423 1010 0,'-10'-16'272'16,"1"0"-190"-16,-2-3 0 0,3 6-17 0,3 3-21 0,3 1-20 0,1 0-13 15,2 1-5-15,2 1-7 0,1 0-5 0,2 1-2 0,1 0 0 0,2 0 1 16,0 0 7-16,2 0 2 0,2 0 3 0,1-1 4 0,1-1 5 15,2-1 6-15,3 0 2 0,3 0-2 0,1 0 0 0,6 1 0 0,4-1-4 16,2 2-4-16,5 2-3 0,0 0-2 0,2 1 1 0,2 2-1 0,-2 1 3 16,-1 1 0-16,1 1 5 0,-3 0 6 0,0 2 2 0,-2 1 1 15,-2 0 3-15,-2 1-5 0,0 1 1 0,-3 0-1 0,-1 1-4 0,-2 0-3 16,0 2-1-16,-3 1-3 0,-2 1-4 0,-2 0 0 0,-1 1 2 0,-1 0-2 16,-1-1 3-16,-1 2 0 0,-3 1-5 0,0 0 4 0,-3 1-3 15,-2-1 4-15,-3 2 0 0,-2 1 0 0,-4-1-2 0,-3 2 1 0,-4-2 0 16,-3 0-4-16,-5-1-3 0,-3-1 1 0,-5 1 0 0,-3-1 0 15,-1-2-1-15,-4-2-3 0,-3-1-5 0,-2-3 2 0,-4-1 0 0,-3-1 1 16,-1-2 1-16,-4-2-1 0,1 0 0 0,-1-2 5 0,2-1 9 0,1-2 0 16,3-1 2-16,2-3-2 0,0-1-6 0,4 2-1 0,3-2-1 15,0 1 1-15,4 0 2 0,1 0-1 0,1 0-2 0,3 2 0 0,2-2-5 16,3 3 2-16,2 0-3 0,3 1-1 0,2 2-1 0,4 1-5 0,1 1-10 16,4 1-17-16,1 3-28 0,1 0-35 0,2 2-33 0,2 1-36 15,2 1-45-15,5 1-48 0,5 3-114 0,3 0-213 0</inkml:trace>
  <inkml:trace contextRef="#ctx0" brushRef="#br0" timeOffset="5066.99">15252 9315 2216 0,'-8'4'64'0,"0"5"-31"0,-2 6-28 16,4 7-16-16,4 3-2 0,2 7-10 0,2 3 10 0,3 2 2 15,2 4 4-15,0 1 8 0,1 0-9 0,-4 3 5 0,1 2 3 0,-3 2-3 16,-3 2 3-16,0 0 0 0,-3 1-5 0,-1 0 2 0,-2 0-10 0,-2 0 7 15,-1 0 3-15,1 0 2 0,-1 0 10 0,-1 0-8 0,0 1 1 16,-1-1-1-16,0 1-4 0,1-1 3 0,-3 0 2 0,1 1-2 0,-1 1-5 16,1 2 7-16,0 0-7 0,-1 1 4 0,0 0 8 0,0 2-7 15,0 2 2-15,-1 1-1 0,1 1-1 0,-1 1 0 0,2 2-6 0,-1 2 8 16,1 3-1-16,-1-1 2 0,1 3 7 0,-1 2-7 0,-2-1-1 0,2 3 1 16,-1 2-3-16,0 1 3 0,0 1 3 0,-1-1-1 0,1 3 0 15,0 0 1-15,-1 0-9 0,-1 1 0 0,2-4-7 0,-1 0 8 0,2 0 2 16,0-1 5-16,2 1 8 0,1 1-7 0,-1-2 7 0,1 0-2 0,0-1-7 15,2-1 5-15,-1 0-6 0,3-5 3 0,-2 2 6 0,1 0-3 16,0 0 5-16,0-1 4 0,1-1-3 0,0 0-7 0,0-1-4 0,2 2 2 16,-1-2 4-16,0 0 3 0,1 1 1 0,1-1-8 0,-1 2 1 0,1-1 2 15,0 1-6-15,0-2 3 0,0 0-6 0,0-2 0 0,-1 2 3 16,0-1-1-16,1-1 2 0,0-1 1 0,-1-2-3 0,1-1-7 0,0-1 10 16,1 0-4-16,0-4 1 0,0-1 9 0,2 0-8 0,0-1 0 15,2-1 3-15,0-1-3 0,0-4-1 0,1 0 2 0,-1-1-8 0,0 0 15 16,0-2-8-16,0 0 3 0,-1 0-1 0,1-2-5 0,0 1 5 0,-1 0-1 15,0 1 6-15,0 0-7 0,1-1 5 0,0-1 0 0,1 2-3 16,0-2-12-16,2-1 15 0,0 1-8 0,0-2 8 0,2 2 8 0,0-3-21 16,1-1 7-16,1 4-2 0,-1-3-2 0,1 1 4 0,-1-1-5 0,1-2 7 15,-1-1-8-15,1-1 5 0,0 1-1 0,-1-3-11 0,-3-18 17 16,0 4-7-16,1 0-1 0,0 4 10 0,1 0-5 0,0 3 4 0,0 1-6 16,2 3 1-16,-1 0 6 0,1-1-3 0,-1-1 0 0,0-1 6 15,1 0-8-15,0 0 8 0,-1 0 2 0,0-1-19 0,0 1 7 0,0-3-1 16,1 1 29-16,-1-1 4 0,1 0-9 0,-4-16 8 0,0 3-36 0,0-1 6 15,0 2-5-15,0-2-2 0,1 3 5 0,-1 0 0 0,1 0-7 16,-1 0 2-16,1 2 7 0,-1 0 4 0,1 1 4 0,-1 1-6 0,0 1-3 16,0 0-4-16,0 2-2 0,0-1-3 0,-1 1 0 0,1 0 8 0,-2-2 29 15,0 3-2-15,1-1-16 0,-1-1 9 0,1 1-30 0,-1 0 2 16,0 0 9-16,0-3-9 0,0 1 3 0,-1 0-3 0,1-2-7 0,-1 0-8 16,1 0 10-16,-1-2 10 0,0 1-7 0,0-1 13 0,0-1-1 0,0 0-2 15,0-1 1-15,-1-1-15 0,0 1-3 0,0-2 12 0,0 0 4 16,0-1 12-16,-1 1-3 0,1-2-4 0,0 0 10 0,-1-1-17 0,1-2 10 15,-1 1 2-15,0-1 1 0,1-1 2 0,-1 0-17 0,1-2 2 16,-1 0 9-16,1-3 11 0,0 1 3 0,-1 0-4 0,1-2-13 16,0 1 6-16,0-2-13 0,0 1 3 0,0-1 9 0,1 0-5 0,-1-1 29 15,0-1-12-15,0 1-10 0,0 0 14 0,1-1-9 0,-1 0 11 0,0 0 1 16,1 0-4-16,-1-1 6 0,1 0-17 0,-1 0 5 0,1-1 6 0,0 0-13 16,0-1 1-16,0 0-8 0,1 0-15 0,-1 0 2 0,2-1-3 15,-1 0-28-15,1 0-33 0,0-2-71 0,1 0-80 0,1-2-90 0,0 1-215 16,1-3-613-16</inkml:trace>
  <inkml:trace contextRef="#ctx0" brushRef="#br0" timeOffset="5599.99">15194 18100 2665 0,'-2'-1'143'0,"0"-1"9"0,-1 0-7 0,0 0-18 0,-1-1-40 0,0 0-42 15,0 0-36-15,0 0-9 0,0 0 6 0,0-1-19 0,-1 1 6 16,2 0-9-16,-1 0-2 0,-1 0-8 0,2 1-1 0,0 0-1 0,0 2-8 16,1 0 13-16,1 1-5 0,0 2 9 0,1 0-5 0,0 1 6 0,0 2 11 15,1 0 2-15,0 0 5 0,1 2-12 0,0 0 0 0,1 0-6 16,1 2 25-16,0 0-22 0,1 1 32 0,0 1 14 0,1-1-31 0,2 2 18 15,0 1-39-15,1-1 9 0,1 0 6 0,1 0 5 0,0 0 2 16,1 0-6-16,1 0 4 0,1 0-6 0,0-2-7 0,-1 2 4 0,2-1 6 16,0 0 11-16,0 0-4 0,-1-1-3 0,0-1 6 0,0 1 7 0,0-2-4 15,-1 1 1-15,0-1-8 0,0 0-2 0,0 0 11 0,-2 1-25 16,-1-1 14-16,0 0-9 0,-1 1 11 0,0 0 5 0,-2-2-19 0,-1 2 22 16,0-1-14-16,-2 2-2 0,0 0 11 0,-2-1-21 0,0 0 13 0,-2 1-4 15,-2 0-12-15,0-1 14 0,-2 1-16 0,-2 0 8 0,0-2 2 16,-2 2-36-16,-1-1 8 0,-2-1-14 0,0 1-38 0,-2-2-27 0,-1 0 17 15,-2-1-51-15,-1-2-54 0,1-1-86 0,-3-1-284 0,-2-1-304 0</inkml:trace>
  <inkml:trace contextRef="#ctx0" brushRef="#br0" timeOffset="5749.99">15164 18047 2801 0,'0'-2'204'0,"0"0"-59"16,0 1 4-16,0-2-3 0,1 0-49 0,1-1-52 0,0-1-52 0,2 1 7 15,2-2-4-15,1 0-5 0,3-1 14 0,3 0-31 0,1 0 0 0,3 0-46 16,3 2-59-16,1-2-44 0,4 2-64 0,2 1-52 0,2 0-33 16,3 2-39-16,0 1-61 0,2 1-160 0,1 2-102 0</inkml:trace>
  <inkml:trace contextRef="#ctx0" brushRef="#br0" timeOffset="6133.99">15117 18165 2478 0,'-3'-3'353'0,"0"-1"-200"16,0-1-20-16,-1 0-2 0,0-3-26 0,0 0-61 0,1-2-38 0,0-1-10 16,0 0-11-16,1-3-5 0,1-1 2 0,2-1-14 0,1-1-2 0,2-2 16 15,2 1-2-15,4-1-26 0,3 1-8 0,4-1-13 0,3 1 5 0,5 1 9 16,3 0 6-16,3 2-14 0,5 1-3 0,3 3-10 0,3 1-8 15,4 1 15-15,4 3-1 0,2 3 7 0,3 2-6 0,3 3-4 16,1 3 0-16,3 2 3 0,0 4 24 0,2 1 12 0,0 5 8 0,0 2 13 16,-1 2-4-16,0 2-6 0,-2 3 13 0,-1-1 19 0,-3 4 20 0,-2 1 6 15,-2 2-13-15,-5 0-9 0,-3 2-20 0,-3 0 8 0,-5 1 15 16,-4 0-15-16,-5 1 10 0,-4 2-6 0,-7-1-6 0,-4 2 7 0,-5-1-13 16,-7-1 5-16,-5 3-13 0,-6 0-6 0,-4-2-7 0,-8 1-11 0,-6-1 42 15,-5-1-7-15,-6-2-1 0,-7 0 0 0,-4 0-28 0,-5-4-22 16,-4 0 28-16,-4-4 31 0,-3-2 19 0,-2-1 21 0,-2-3 113 0,0-3 8 15,-1-3 19-15,-2-5 76 0,0-2-148 0,0-3-13 0,1-2-32 0,3-3-47 16,1-3-11-16,3-2-16 0,3-2-37 0,2-3-13 0,4-2 13 16,2-2-31-16,3-2-138 0,4-1-44 0,3-4-62 0,3-1-70 0,3-1-20 15,5-3-465-15</inkml:trace>
  <inkml:trace contextRef="#ctx0" brushRef="#br0" timeOffset="6583.99">14829 16830 1648 0,'-11'-1'197'16,"0"2"-45"-16,-1-1-19 0,4 1-16 0,1 0-31 0,2 0-29 15,1 3-34-15,0 1-20 0,2 3 4 0,-1 2-7 0,0 2 3 0,1 2 14 16,0 4-8-16,-1 3 13 0,1 0 3 0,-1 3-2 0,1 0 5 16,0 2-10-16,0 0-9 0,1-13 4 0,0 4-3 0,1 1 2 0,1 5 3 15,0-1-17-15,1 6 2 0,1-1-1 0,1 5 2 0,2 0 2 0,1 0-14 16,0-1 3-16,1-1 0 0,0-4 2 0,0 0 9 0,1-2-9 16,1-3 1-16,-1-2 2 0,1-2 3 0,0-2 0 0,-2 1-4 0,2-2 6 15,0-2 0-15,1-1-4 0,-1-2 15 0,0 1 0 0,0-1 3 0,-1-2 9 16,1-2-5-16,1 0 10 0,-1-1-5 0,1-1 3 0,-1-2-2 15,0 0-3-15,1-2 2 0,1 0 0 0,-1-1-12 0,1-1 1 0,-2 0-3 16,2-1-4-16,0 1 5 0,0-1 0 0,0-1-4 0,-2 0 4 16,3 0-7-16,0-3-3 0,-1 1 4 0,2 0 1 0,-1-2 0 0,2-1-4 15,0 0 6-15,1-1-2 0,0-1 0 0,1 2 1 0,1-1-16 0,0-1 11 16,0 0 7-16,0 0-8 0,1 1 8 0,-1-2-13 0,0 2 3 16,0-1 10-16,-2 1-13 0,0 1 5 0,0 1-9 0,-1-1-9 0,-2 2-6 15,1 0-34-15,-2 1-38 0,-1 0-24 0,-1 1-38 0,0 0-12 0,-3 0-14 16,0 0-40-16,0-1-50 0,-2-1-159 0,-2-1-443 0</inkml:trace>
  <inkml:trace contextRef="#ctx0" brushRef="#br0" timeOffset="6985.99">15064 16347 2808 0,'-17'-11'130'16,"2"1"0"-16,-2-4-4 0,5 2-15 0,5 1-35 0,3 1-45 15,2 3-35-15,2 1-9 0,2 1-3 0,0 2 5 0,4 0 2 0,-1 2-4 16,3 1 4-16,1 1 0 0,2 1-2 0,3 2 11 0,1 0-12 16,3 3 5-16,0-1 3 0,3 2-3 0,1 2-2 0,-1-1 0 0,1 0 9 15,1 1 0-15,-2-1 0 0,0-1-4 0,0 0-1 0,-1 1-4 0,0 0 6 16,-2 0-3-16,-3 0-13 0,0-1 12 0,-2-1-1 0,1 2-2 16,-1 1 15-16,0-1-24 0,0 0-2 0,-1 0 5 0,2 2-7 0,-2 1 34 15,3 1 3-15,0 1-6 0,3 0-2 0,0 2-31 0,2 1 8 0,2 2 1 16,-1 0-2-16,2 1 17 0,1 1-4 0,0 0 1 0,2 1 2 15,0 1-12-15,2 1 2 0,0 1 4 0,1-1-3 0,-1 0 6 0,1-2-5 16,-1-3 8-16,-1 0 2 0,1-1 5 0,-3-2 2 0,-2-3-12 16,-3 1 7-16,-2-3-6 0,-1 1 3 0,-3-2 14 0,-2-2-4 0,-2 1 1 15,-1 1 1-15,0-2-3 0,-2 0 10 0,-1-1-1 0,-2 0-6 0,-1 1-1 16,-2-1-6-16,0 1 4 0,-2 1 5 0,-1 1-10 0,-2 0 4 16,-2 2 2-16,-2-2-6 0,-2 0 4 0,5-4 16 0,-3 2-5 0,1-1 12 15,-3 2-3-15,-1 0-7 0,-2 0 16 0,-1 1-4 0,-2 2 8 0,-2-2-12 16,0 0 5-16,-1-1 9 0,0-1-3 0,-1-1-5 0,0 0-30 15,1 0 9-15,-2 0-2 0,1 1-4 0,1-1 7 0,-1 1-20 0,1 1-7 16,1 0-8-16,-1 2-57 0,0 2-94 0,1 2-164 0,0 4-246 16,-2 5-924-16</inkml:trace>
  <inkml:trace contextRef="#ctx0" brushRef="#br0" timeOffset="8366.99">21091 5622 2024 0,'-16'-22'140'0,"0"4"-92"0,-2-1-24 0,6 9-14 16,6 7-15-16,4 3-8 0,0 2-3 0,2 1-5 0,0 3 8 0,-1 2 3 15,1 3 3-15,-2 1 5 0,0 4-1 0,-2 4 2 0,0 1-6 0,-2 5 2 16,-1 2 10-16,0 4-2 0,0 3 8 0,1 5 2 0,-1 3 2 15,1 5 7-15,0 4 0 0,2 5-4 0,2 1-5 0,1 4-5 0,1 5-4 16,0 3-1-16,0 5-4 0,1 3-5 0,-1 3 1 0,2 1 2 0,0-1-1 16,1-2 5-16,1-5-2 0,1-5-10 0,1-3 11 0,3-5-9 15,1-8 9-15,1-5 6 0,2-5-10 0,2-6 5 0,1-3-2 0,1-4 1 16,-1-3 10-16,2-3 4 0,0-4 10 0,0-2 10 0,1-4 4 16,0-2 9-16,1-3 1 0,0 0 2 0,2-3-4 0,1 0-7 0,2 0-2 15,0-1-10-15,1-2 4 0,3-1-8 0,0 0-4 0,2-2 1 0,1 0-12 16,2 0 2-16,-1 0-5 0,2-1 3 0,-1 0 0 0,2-1 1 15,3-1-1-15,1 0-5 0,2-1 5 0,2-1-1 0,1-1 0 0,6-1 3 16,1 0-4-16,5-1 3 0,2-1-3 0,0 1-1 0,3-2-1 0,1-1 1 16,0 0 2-16,-2 0-2 0,-1 0 5 0,-2 1-5 0,1-2 0 15,1 1 2-15,0 0-2 0,0 1 10 0,-1 0 0 0,-4 1-1 0,2 1 4 16,-2 2-11-16,0 0 4 0,1 2-3 0,-2 0-4 0,-1 2-3 0,1 1-4 16,-2 2-1-16,-3 0 6 0,-3 0-2 0,-3 1 2 0,-3 0-2 15,-3 2-2-15,-3 0 6 0,-1 0-6 0,-3 0 4 0,-3 0-8 0,-1-1 5 16,-5 2 4-16,0-1-5 0,-2 1 2 0,0 0-12 0,-2-1-8 15,-2-1-9-15,-1-1-27 0,-1 0-24 0,-1-2-30 0,-2-2-18 0,-1-1-11 16,-2-3-7-16,-2-3-23 0,-2-2-56 0,-3-6-47 0,-4-6-367 0,-7-7-83 16</inkml:trace>
  <inkml:trace contextRef="#ctx0" brushRef="#br0" timeOffset="8733.99">21643 5081 2784 0,'-24'-25'68'16,"3"5"6"-16,-2-2-43 0,9 12-38 0,10 7-17 0,1 2-9 0,3 2-1 15,2 1 4-15,1 1 10 0,4 2 9 0,2 1 7 0,3 2 4 0,2 2-13 16,2 1 2-16,3 3-3 0,5 1 8 0,3 2 17 0,5 1-2 16,2 0-3-16,5 2-4 0,2 2-9 0,6 1 4 0,4 1-5 0,3-1-2 15,6 1 8-15,0 0-4 0,2 2-3 0,1-1-2 0,1-2-5 0,1-1 8 16,1-3-4-16,-1-2 9 0,1-1 1 0,-3-1-6 0,0-1 5 15,-4-2 3-15,-2 2 0 0,1 2 3 0,-4 1 1 0,-1 2-6 0,-1 3 4 16,-4 2-4-16,-3 3 2 0,-2 2-6 0,0 2-6 0,-3 3 4 0,-2 3 2 16,-2 1 4-16,-5 2 5 0,-1-1 2 0,-6 2-2 0,-1 3 9 15,-3 0-1-15,-3 2-3 0,-2-1-1 0,-1 2-6 0,-1 0 2 0,-2 2-6 16,-4 1 3-16,1 1 0 0,-4 1 0 0,-2 0 10 0,-2-1 0 0,-3 0-1 16,-5 1 3-16,-1-1 1 0,-5 1 3 0,-3-1 1 0,-3 0 1 15,-2 1 3-15,-5 1-12 0,-4-1 2 0,-4 2 3 0,-4-1-9 0,-3 1 11 16,-3 2-5-16,-1-1-8 0,-1 0 2 0,3-2-5 0,2-4-5 15,4-4-25-15,2-3-42 0,2-5-56 0,2-4-64 0,0-5-56 0,4-5-69 16,0-5-90-16,0-6-575 0</inkml:trace>
  <inkml:trace contextRef="#ctx0" brushRef="#br0" timeOffset="8900.98">23831 6681 3485 0,'-6'-11'441'0,"-2"5"-441"0,0 2-109 0,-2 11-42 0,1 8-23 0,1 5-19 15,2 6-46-15,2 5-110 0,1 8-153 0,-2 7-230 0,-3 1-295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9T10:37:36.2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21069 10905 217 0,'1'-1'49'0,"3"0"-19"15,0-1-15-15,1 0-7 0,0 1-3 0,0-2-5 0,1 1 0 16,0-2-4-16,1 1-5 0,0 1-2 0,0 0-7 0,-2 0-1 0,2 1 0 16,-1-1 4-16,0 0 5 0,0 1 5 0,0 0 4 0,0 0 2 0,0 0 6 15,0 0 6-15,0-1 8 0,0 1 6 0,-1 0 4 0,1-1 3 16,-1 1-3-16,1 0 1 0,0 0-3 0,0 0-7 0,1 1-3 0,0 0-4 15,0 0-1-15,-1 1-2 0,2 0-1 0,1 1 2 0,0 0 2 0,1 1 4 16,1 0 9-16,1 1 12 0,0 0 11 0,2 2 15 0,2 0 11 16,2 0 11-16,2 0 10 0,3 2 3 0,5-1-3 0,3 2-6 0,3-2-6 15,5 1-13-15,4 0-3 0,5 0-12 0,4-2-14 0,4 2-7 16,3 0-6-16,4-1-9 0,4 1-5 0,4-1-2 0,2 1-4 0,4 1 0 16,2 0 0-16,2 1 3 0,3 2 2 0,2 0 3 0,2-2 12 0,3-1 5 15,2 0 9-15,1-1 7 0,1 1 6 0,0 0 0 0,3 0-7 16,0-1-7-16,2 0-2 0,4 0-8 0,1 0-4 0,2-1-4 0,0-2-15 15,0 0-7-15,-3-1 4 0,0-2-7 0,-2-1 5 0,0-2 8 0,1-2-5 16,0-1 5-16,3-3 3 0,0-2-8 0,0-3 1 0,2 0 4 16,0-4 3-16,-1-1 6 0,-4 0 2 0,1-2-2 0,-3 0-8 0,-1 0-2 15,-1 2 3-15,-3-1 3 0,-1 0 7 0,-4 1 0 0,-1-2 6 0,-3-1 3 16,-2-2-1-16,-2-1 12 0,0-2-6 0,-1-1-4 0,-4-2-11 16,1 1-5-16,-2-2 4 0,-2-1-7 0,-3-2 0 0,0 0-8 0,-2-3-7 15,-1 2-1-15,-3-1-1 0,-3 1-1 0,-3-4-4 0,0 2 1 16,-3-1 4-16,-3-2 0 0,-2 3-3 0,-6-2 1 0,-4 1-8 0,-3-1-1 15,-5-2-4-15,-5 1 10 0,-4-3-2 0,-4-1 0 0,-3-2-3 16,-5-1-13-16,-4-2 4 0,-6-1-8 0,-5-1 2 0,-5-2-6 0,-4 0-4 16,-6 0 5-16,-3-2-6 0,-7 1-4 0,-3 1 11 0,-4 1 8 0,-3 1 11 15,-4 1 15-15,-3 0-6 0,-3 2-3 0,-3 2 9 0,-3 0 0 16,-3 0-2-16,-1 3 4 0,-3 2-1 0,-2 0-6 0,-5 4 3 0,-2-1-4 16,-3 2-9-16,-5 2 16 0,-3 1-2 0,-3 2 4 0,-6 1-4 0,-1 1-10 15,-4 3-5-15,-1 0 0 0,-5 3 1 0,-2 2 5 0,-4 2 2 16,-3 1-11-16,-3 3-1 0,-2-1 4 0,-2 3-1 0,-2 1 7 0,-4 3 3 15,-1 3-6-15,-2 2 5 0,-2 2 0 0,-1 3 5 0,-1 2-1 16,0 2-2-16,-2 3 4 0,1 1-5 0,0 3 8 0,-1 0-1 0,0 4-3 16,1 1 1-16,3 1-6 0,0 3 4 0,1 1 10 0,3 1-4 0,-1 2-1 15,2-1-12-15,0 3 3 0,2 0 15 0,0 3 6 0,3 0 7 16,1 3-9-16,2-1-14 0,3 2-2 0,1 0-6 0,3 2 6 0,0 2 1 16,2-1 7-16,2 0 3 0,2 1-4 0,2-1-10 0,4 1 1 0,1 3-14 15,2-1-2-15,2 3 14 0,1 2-11 0,1 0 7 0,3 1-9 16,1 1-24-16,4 1-20 0,4 2-29 0,3-1-30 0,3-1-41 0,3 0-33 15,2 2-52-15,4 1-93 0,1 2-89 0,2 3-241 0</inkml:trace>
  <inkml:trace contextRef="#ctx0" brushRef="#br0" timeOffset="2755.99">22473 8666 120 0,'-13'-9'84'0,"0"0"-36"16,-3-1 6-16,4 1 1 0,3-1-12 0,0 1-11 0,1-1-8 0,-1 1-6 16,0 0-8-16,1 3 2 0,1 0-3 0,1 1-4 0,1 1 1 0,0 1-3 15,0 1-2-15,0 1-3 0,1 0 0 0,1 1-2 0,-2 0 1 16,1 1 0-16,-1 0-1 0,0 1 2 0,1-1 0 0,0 1 1 0,0 0 2 15,-1-1-1-15,3 1 1 0,-2-1-2 0,1 0 1 0,0 0 1 0,1 0 0 16,0 1 0-16,0 0-1 0,1 0 0 0,-1 1 0 0,0-1 3 16,1 2 4-16,-2 1 3 0,0 1 4 0,-1 1 5 0,0 0 4 0,-1 0 6 15,0 1 5-15,-1-1 1 0,-1 1 5 0,1 0-5 0,-2 1 2 16,0 1-3-16,-1 1-5 0,1-1 1 0,0 1-5 0,-1 0-4 0,3 0-3 16,-1 2-3-16,2 0-2 0,-1 1-1 0,2-1-1 0,0 3-2 0,-1 0-1 15,2 0 1-15,-1 1 0 0,1 2-1 0,1 0-5 0,0 0 1 16,2 2 1-16,1 0 7 0,0 2 5 0,1 1-4 0,1 0-3 0,1 3-4 15,0 0 0-15,2 2-3 0,0 2 0 0,0 1-5 0,2 3 0 16,-1 3 0-16,2 1 1 0,1 2 2 0,-1 0-3 0,0 0 1 0,-1 2-1 16,1 0-7-16,-3-2 8 0,0 1-3 0,0-1 3 0,-1 0 5 0,1-2-4 15,-2-1 2-15,0-1 2 0,0-1 1 0,0 0-4 0,0 0 0 16,1 0-1-16,-2-2-1 0,2 0 2 0,-2-1 0 0,-1 2 1 0,2-1 5 16,-2 1-2-16,0-3 1 0,-1 1 0 0,1 0-1 0,-1-2 2 0,1 2 0 15,0-1 3-15,0 0 0 0,1-3-1 0,0 1-4 0,1-4 1 16,-1 3-2-16,0 0 2 0,1-1 0 0,0-1-3 0,1-1-1 0,1-1 0 15,-2-1 0-15,0-1-1 0,0 0 1 0,0-2 1 0,1 0 0 0,-1 0-1 16,1-2 3-16,0-1-4 0,0 0 4 0,-1-3-8 0,1 0-2 16,-1-2 11-16,-1-3-3 0,1 1 10 0,-1-2 0 0,0 0-3 0,-1-1 1 15,1-2-1-15,1 0 1 0,0 0-3 0,0-1 4 0,1 0-1 16,0-1-2-16,0 1 3 0,1-2-5 0,-1 1 0 0,0 0 0 0,0 0 2 16,0 1-7-16,0 0 5 0,1 0-2 0,1 0-3 0,0 0 7 0,-1-1-8 15,1 1 2-15,0-1 3 0,0 1-10 0,0-1 1 0,-1 0 1 16,1-1-6-16,1 1 10 0,0-1-1 0,0 1 0 0,1-2 1 0,0 0 0 15,0 0-1-15,-1-1 1 0,3-1 1 0,1 0 2 0,0 0-1 16,1-1 0-16,2 0 4 0,0 0-8 0,2-1 4 0,0 2-2 0,-2-1-2 16,3 1 7-16,0-1-5 0,0 1-2 0,2 1 6 0,2 0-4 0,-1 1 2 15,1-1 0-15,2 1 0 0,-1 0 1 0,2 0 3 0,1 1 2 16,3-1 2-16,0 1-3 0,2-1 3 0,2 0 1 0,2-1-4 0,1 1 3 16,3-1-2-16,0-1-2 0,2-2 1 0,3 0-2 0,-1-1-1 0,5 0 2 15,-1 0 3-15,3-1-2 0,0-1-1 0,0 0 2 0,1-1-2 16,2 0-4-16,0 0-1 0,0-1-4 0,2 1-3 0,0 0 8 0,-1 0 1 15,3 1 7-15,-1 0-3 0,-1 1 0 0,1 0-5 0,-2 2-6 0,3 0 11 16,-1 1-1-16,1 1 1 0,-2 0 6 0,1 2-7 0,-1 1 3 16,1 0 3-16,0 1-8 0,1 0 8 0,0 1-6 0,-1-1-2 0,3 1 4 15,0 0-2-15,1-1 2 0,1 1-4 0,0-1 4 0,0 0-4 16,2 1-2-16,1 0 5 0,1 1-6 0,2-1 3 0,1 1 2 0,1-1 5 16,1 1 0-16,0 0 0 0,0 0 0 0,2 0-10 0,-1-1 1 0,-1 1-1 15,0-1-2-15,-2 1 3 0,2-1 7 0,-2 1 2 0,0 0-5 16,-2-1 5-16,0 1-9 0,0-1-4 0,-1-1 4 0,-1-1-7 0,-1 0 3 15,0-2 5-15,1-1-3 0,-2 0 3 0,0 0-1 0,-3 0-3 0,0-2-1 16,-1-2 6-16,-2 0-3 0,-1-1-2 0,-2 0 3 0,-2 0-6 16,-2-2 4-16,-1 0 5 0,-2 0-1 0,-3 0 4 0,-3 0-6 0,-1 2-2 15,-4-1 1-15,-1 1 2 0,-3 1 3 0,-3 0-3 0,-1 2 2 16,-1 0-4-16,-4 0 3 0,-1 2 7 0,-3 0 0 0,-2 1 3 0,-3 0 4 16,-2 2 1-16,-1-1-1 0,-2 1 5 0,-1 0 1 0,-1 0-5 0,-1 0 7 15,-1 1 1-15,-1 0-6 0,0-1 6 0,0 1-11 0,-1 0-1 16,0 0 0-16,-1 0-3 0,0-1 1 0,0 0-1 0,0 0 0 0,-1 0-3 15,0-1 2-15,-1 0 3 0,0 0-4 0,-1 0 6 0,2-1-2 0,-2 1-3 16,0-1 6-16,0-1 3 0,-1 1 1 0,0-1-1 0,1-1 1 16,-2 1 0-16,0-2-5 0,-2 0 8 0,0-2 1 0,-1-2-9 0,-2-2 9 15,-1-2-11-15,-2-2 0 0,-1-3 0 0,-2-3 0 0,-2-4-6 0,-1-4 3 16,-3-6-4-16,-3-3-1 0,0-4 14 0,-1-6-10 0,-1-4-5 16,0-5 2-16,-4-5-13 0,1-6 1 0,-5-3 6 0,1-2-4 0,-1-3-13 15,0-3 4-15,3-3-2 0,2-3 3 0,4 1 9 0,4 2 0 16,1 7 5-16,2 7 4 0,2 6-1 0,2 6 4 0,0 3-3 0,0 4 3 15,2 0 0-15,-2 2 0 0,1 4 2 0,0-1-11 0,1 2 4 16,0 2-5-16,-1-1-4 0,1 2 0 0,0 0-4 0,1 1-5 0,2 1 1 16,0 1 3-16,0 4-5 0,1 0 3 0,0 2 3 0,-1-1-8 0,0 1 5 15,1 2-4-15,-1 0-6 0,0 3 7 0,0 0-6 0,1 1-4 0,0 2 5 16,-1 0-10-16,0 1 2 0,-1 3-1 0,0-1-11 0,-1 1-4 16,0 1-1-16,1 0-9 0,0 3 4 0,-1-1 0 0,-1 1-3 0,-1 1-3 15,0 2-13-15,1 0-7 0,-1 2-13 0,0-1-26 0,0 1-16 16,-1 0-29-16,1 1-41 0,-3-2-30 0,0 1-19 0,-1-1-43 0,-1-1-18 15,-4 0-115-15</inkml:trace>
  <inkml:trace contextRef="#ctx0" brushRef="#br0" timeOffset="3623.85">21857 8599 1370 0,'-32'-9'342'0,"2"1"-347"0,-2-1 12 0,13 4-7 16,12 1-14-16,3 3-28 0,3-1-16 0,4 2-5 0,3-1 8 16,4 1 19-16,7-1 11 0,2 0 8 0,4 1 2 0,5 0 1 0,2 0 1 15,4 1 3-15,2 0-3 0,3 2 3 0,1-2 1 0,2 1-2 16,3 0 5-16,1-2 2 0,5 0 2 0,2-2 2 0,3-1-3 0,2-1 5 16,3-1 0-16,2 0-2 0,4-2 1 0,3 1-1 0,1-1-1 0,1 1 1 15,2 1 2-15,-1-2 2 0,4 2 5 0,0-1 0 0,-1 1-3 16,2 0-1-16,0-1 0 0,-1 1 4 0,0-2 9 0,-1 1 13 0,-1-1 7 15,-1 0 13-15,-1 0 14 0,-1-2 4 0,1 1 7 0,-3-1 0 16,0 0-9-16,0 1 2 0,-3-1-7 0,0 0-3 0,0-1-5 0,-1 1-8 16,2 0-7-16,0 2-7 0,-1 0-9 0,1 1-4 0,0 2-2 0,-2-1-4 15,1 0 1-15,-3 1-5 0,2 0 0 0,0 1 3 0,2 0-5 16,0 1-2-16,0 0-4 0,1 1-4 0,-1 0 3 0,-3 0 2 0,0 0-1 16,0 1 1-16,-1-1 8 0,1 0 1 0,0 1-1 0,-2 0 0 0,-1 1-9 15,0 0-4-15,0 0 0 0,-4 1 3 0,0 0-2 0,-4 1 7 16,-2 0-3-16,-1 0 2 0,-3 1 5 0,-3 0-3 0,-1 0 4 0,-4 1-10 15,-2-2 0-15,-2 1 1 0,-3 1 4 0,1 0-1 0,-2-1-1 0,0 0-1 16,-3 1-1-16,0 0 4 0,-3 0 0 0,1 0 1 0,-2 0 0 16,1-1 0-16,-2 1 2 0,1 0-2 0,-1-1 0 0,-2 0 2 0,0 0 6 15,-3 0 0-15,-1 0 5 0,0 0-7 0,-2 0-2 0,0 0-2 16,-2 0-3-16,0 1 6 0,-1-1 0 0,0 1 0 0,0 1 5 0,1-1-3 16,-1 2 3-16,1 0 0 0,-2 1 1 0,-1 0-1 0,0 0-1 0,1 1-5 15,0 0-4-15,0 1 1 0,-1 1-2 0,2 2 3 0,-1 1-2 16,0 0 4-16,1-1 2 0,-3 3-2 0,1-1-4 0,0 2 2 0,-1 0-1 15,-1 1 0-15,-1 1 4 0,-1 0 1 0,-2 2-4 0,1 1 2 0,1 1-5 16,-1 1 0-16,1 1-10 0,-1 0 3 0,0 2 4 0,-2-1 0 16,1 2 8-16,-2-1-5 0,0 2 5 0,-1-1-2 0,0 1 4 0,0 0 0 15,-1 1-4-15,0 1 6 0,1 4-1 0,-1 0 6 0,-1 3 0 16,0-1 6-16,1 1 4 0,0 4 2 0,0 1 1 0,1 1-8 0,-1 3-1 16,1 2-9-16,-1 1 0 0,1 2 0 0,1 3-3 0,0 4-1 0,0 3-5 15,0 3 3-15,0 1-7 0,-1 1 5 0,0 0-3 0,-1-1-3 16,0 0 4-16,0-2-2 0,0-1 5 0,0-1 3 0,0-1-6 0,1-2-8 15,0-3 4-15,1-4 0 0,0-3-9 0,0-1 9 0,1-1-1 0,-2-4-6 16,2-2 15-16,1-2-9 0,0-2 6 0,-1-3-5 0,1-1-2 16,0-1 4-16,-1 0 2 0,0-2 1 0,-1-2 2 0,1-3-7 0,-1-1-2 15,0-1 4-15,0-1-2 0,0 0 5 0,0-1-1 0,-1-2-2 0,1 2-4 16,-1-3 9-16,2 0-3 0,-1 1-15 0,0-1 9 0,0-1-10 16,0 0 3-16,0 0 9 0,-1 0-13 0,1-2-6 0,-1 0-20 0,0-1-8 15,0-1-21-15,-1-2-15 0,1-1-25 0,-1 0-32 0,0-3-47 16,-1-2-45-16,1-2-45 0,-1-4-57 0,0-2-32 0,1-3 12 0,-1-6 39 15,0-7 66-15,-2-11-93 0</inkml:trace>
  <inkml:trace contextRef="#ctx0" brushRef="#br0" timeOffset="4486.14">22247 8408 607 0,'-18'0'18'0,"1"1"-14"0,-3 2-4 0,6 1-7 0,5 2 0 16,3 2-4-16,1 1-1 0,0 1 5 0,1 1 0 0,0 3 2 15,-1 1 4-15,1 1 1 0,-1 0 1 0,0 1 2 0,0-1-1 0,-1 1 2 16,1-2 1-16,0 0 0 0,-2-1 4 0,-1-1 1 0,-1 0 4 0,-1-1 6 15,0 1 3-15,0-1 3 0,2-1 4 0,-1-1 3 0,1 0 2 16,0 0 2-16,1 1-7 0,0 2-8 0,1 0-5 0,0 0-7 0,0 4 2 16,1 1-4-16,0 1 3 0,0 3 0 0,1 0-3 0,0 0 3 0,0 2 2 15,1 1 4-15,-1 0 2 0,1 3-1 0,1 1-6 0,0 2-3 16,0 1 1-16,1 1-2 0,0 1 2 0,2 3-1 0,1-1-4 0,0 1 1 16,1 0 0-16,0 0-6 0,1 1 2 0,0-2-1 0,2 2-2 15,0-1-5-15,1-1 3 0,1 3 1 0,0-1 3 0,2 0 4 0,-3 1-4 16,1-2 1-16,1-1-4 0,-1 1 2 0,1-1 2 0,1 0-1 15,1-1-2-15,0-1-1 0,1 0 4 0,-1-1-2 0,-1 1 0 0,1 0-2 16,0-1-2-16,0-2 1 0,1 1 0 0,-1-2 4 0,-2 1 1 0,2 1 1 16,0 0 1-16,1-2 1 0,0 1-3 0,0-2 0 0,-1 0-2 0,0 1 1 15,0-1 1-15,0-1-1 0,0-1 3 0,-1-3-5 0,1 1 1 16,-1-1 0-16,0-2 2 0,-2 1 4 0,0-1-1 0,-1-2 6 0,-1-1 6 16,0 0 4-16,-1-3 7 0,0 1 6 0,-1-2 5 0,-1 0 6 15,1-4 2-15,-1 1-1 0,1-2-4 0,0-1 0 0,-1 1-4 0,1-2-6 16,-1-1 2-16,1 0-4 0,-2-1-8 0,2-1-3 0,0-1-5 0,0 0-4 15,1 0 6-15,-1-1-5 0,1 0 3 0,0 0 0 0,-1-1-4 16,1 0 5-16,0 1-12 0,1-1 2 0,1 0 2 0,-2 1-2 0,1-1 6 16,1 0-11-16,0 0 0 0,2 1-2 0,0 0 2 0,1 0 3 0,-1 0-11 15,0 0 5-15,1 0-5 0,1 0 0 0,1 0 4 0,1-1-2 16,0 0 2-16,2-1 2 0,0 1 1 0,1 0 0 0,0 0-1 0,4-1 1 16,1 1 1-16,1-2 3 0,3 2-2 0,-1 0 0 0,4 0-1 15,4 0 0-15,0 1 4 0,2 1 2 0,3-1 2 0,0 1-4 0,3 0-6 16,2 1 4-16,3 0-5 0,1 1 3 0,4 2-1 0,2 0 1 0,2 0 1 15,2 0-1-15,3 0 5 0,1 0-6 0,3-1 4 0,2 1 5 16,1-1-2-16,4-1 4 0,1 0 4 0,4-1 6 0,3 2 6 0,3 0 11 16,1-2-3-16,2 2 1 0,3 0 0 0,0-1-5 0,4 1-3 0,-2 2-1 15,3-2 0-15,-1 1 1 0,3 0-5 0,2 0 9 0,0 1-9 16,1 0-9-16,0-2 1 0,2 1-11 0,0 0-8 0,2-1 2 0,2 0 2 16,1-1-4-16,3 0 4 0,0-1-7 0,1-1-12 0,0 0-2 15,1 1-16-15,2-2-16 0,3 0-37 0,2-1-66 0,3 0-67 0,4-2-76 16,4 1-58-16,8 0-21 0,9-2-104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9T10:37:56.6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6770 7742 52 0,'17'-8'37'0,"0"1"-12"16,6 0-3-16,-2 0-6 0,-1 1-4 0,2 1 5 0,0 2 0 0,1-1 6 15,2 2 5-15,-2 0 1 0,2 0 1 0,1 1-4 0,-1 0-2 16,3-1 1-16,1 1 0 0,1 0-2 0,1 0-1 0,2-1-7 0,1 0-3 16,3 0-4-16,0-1-1 0,5 0-2 0,2 1-3 0,0 0 1 15,2 0 0-15,0 1-1 0,3 0 3 0,-1 0 3 0,3 1 4 0,-1 1 3 16,2 0 4-16,0 1-1 0,0 1-5 0,-1 1-1 0,0 0-1 0,1 0 1 15,-1 0 11-15,1 0 6 0,0 0 7 0,2 0 7 0,0-2-3 16,0 1-1-16,0 0 3 0,1 1 2 0,1 1 4 0,0-1 4 0,3 0 1 16,0-1-4-16,2 0-3 0,0 0-7 0,0 1-4 0,3-1-1 0,-1-1-8 15,2 0-1-15,0 0-6 0,0-1-1 0,0-1 1 0,0 1-3 16,0-1 6-16,0 0-2 0,0 0 1 0,3 0 9 0,-3 0-4 0,2 1 6 16,0 0-2-16,0-1-1 0,-1 1 1 0,-1-1-5 0,0 2 0 15,-1-1 0-15,0 0-4 0,0-1 6 0,0 0 1 0,0 0-1 0,-1 0-2 16,0-2-7-16,1 1-1 0,1-1-6 0,-1 0 1 0,0-1 2 0,1-1-4 15,0 1 1-15,1-1-2 0,0 0-2 0,0 0-1 0,-1-1-1 0,2-1 2 16,-1-1-1-16,1 0 1 0,-1-1 0 0,2-1-2 0,-3 0 2 16,1 0 0-16,1-1-1 0,-2 0 2 0,1 1-6 0,0-1-2 0,-1 0 5 15,-1 1 5-15,1 0 6 0,0 0 1 0,0-2 3 0,-1 0-7 16,-2 0 0-16,-1-1-4 0,-1 2-1 0,-3-1-2 0,0-1-3 0,-2 2 3 16,-1-1-2-16,2 1-1 0,0-1 3 0,0-1-3 0,1 1-2 0,0-2-1 15,-1 1 0-15,0 2 3 0,-1-1 0 0,-2-1 0 0,-2 0 0 16,-2 0 0-16,-1 0 0 0,1 0 0 0,-3-1-3 0,-1 1 1 0,-1-2 2 15,-2 2 0-15,-3-2 3 0,-2 0-5 0,0 2-1 0,-4 0 5 16,0 2-1-16,-4-1 5 0,0 0-1 0,-4 0-1 0,-1 2-3 0,-3 0 1 16,-2 2-1-16,-1 0 2 0,-2-1 2 0,-2 2-1 0,-5-1 1 15,1 0-5-15,-3 0-9 0,-1 0-3 0,-1 2-9 0,-2-1 0 0,-1-1-4 16,-3 1-3-16,-2-1-3 0,-2-1 1 0,-2 0 8 0,-2-2 6 0,-2-1 7 16,-1-1 6-16,-5-2-5 0,-2 1-1 0,-2-1 3 0,-3 2 9 0,-1-1 11 15,-1 0 0-15,-3 0 2 0,0-1-10 0,-3 3-5 0,0-3 3 16,-4 2-5-16,1 0-1 0,-3-1-4 0,-2 3 3 0,-1-1 2 0,-2 0-1 15,-1 0 5-15,1 1-6 0,0 1 3 0,-2-1 1 0,-1 1-10 0,-3 1 8 16,0 1-4-16,-3-1 1 0,0 1 4 0,-3 0-3 0,2 1-2 16,-2-1-1-16,0-1 5 0,0 1 1 0,-1-2-2 0,0 1-1 0,-1 0 2 15,-1-1 1-15,1 2 3 0,0-1 1 0,1 0-4 0,0 0 0 0,1 0 0 16,1 0-2-16,0-1 4 0,0 1-4 0,0 1 0 0,0 0-3 16,1 1 0-16,-1 0 1 0,-1 1-2 0,1 0 6 0,0 0-6 0,0 0 1 15,-3 0 4-15,2 0-4 0,-1 1 4 0,-2 1-2 0,2-1-2 16,-1 0-2-16,-2 0 2 0,0-1-1 0,0 0 8 0,-1 0-7 0,1-1 2 15,-1 0-4-15,-1-1-5 0,0-1 8 0,3 1 1 0,0-1 3 0,1 0 2 16,-1 0 1-16,-1 0-3 0,0 0 0 0,1-1-4 0,-1 0 2 16,1 3-2-16,1-2-1 0,-1 1-2 0,1 0 1 0,-1 0-3 0,0 0 0 15,-1 1-1-15,-1 1 3 0,0 1-2 0,2 0 7 0,-1 1 2 16,0 2-6-16,0-1 6 0,-1 2-6 0,0 0 2 0,0 1 4 0,-3 0-2 16,0 1 1-16,-1 1-5 0,-1 2 0 0,-2 0 0 0,-1 1 0 0,-2 1 0 15,-3 0-6-15,0 1-1 0,-1-1 3 0,-1 1 1 0,-1-3 3 16,1 2 6-16,1-1-3 0,0 0 0 0,-1 0 2 0,0 0-7 0,1 0 11 15,1-1-2-15,-1-1 5 0,2 0 1 0,-1 0-7 0,1 0 3 0,1 0 1 16,0-1 0-16,0 1 7 0,2-1-1 0,0 0-3 0,1 0-1 16,1 0-2-16,0 0-4 0,-2 0 0 0,-1 1-3 0,-2 1-1 0,0 1 1 15,2-1 7-15,1 1 6 0,0-2-4 0,1 0 3 0,-1 0-6 0,-1 1-6 16,1 1 8-16,-2 0-7 0,0 0 2 16,1 0 9-16,-1 0-3 0,0 0-1 0,-1 1-1 0,0 1-5 0,0-2-7 0,1 2 10 0,-1 2-4 15,0-1 4-15,1 1 4 0,-1-1-2 0,2 0 5 0,0-2-5 16,-1 1-1-16,1 0-3 0,3-1 3 0,1 0-3 0,3 0-5 0,1-1 10 15,0 0 0-15,2-1 2 0,2-1 6 0,3 0-13 0,2 0-3 0,-1 0 6 16,0 1-8-16,0 1 4 0,-2 0 1 0,4 0-1 0,0 0 1 16,1 1-3-16,0 1 3 0,-2 0-3 0,1 2 3 0,-2 1 0 0,1 1-5 15,-1 1 2-15,1 0 0 0,1 1 2 0,-1 0 3 0,3 2-2 0,-1-1 0 16,-1 2-11-16,1 0-3 0,-2 2 5 0,2-1-5 0,0 3 25 16,2 1 2-16,-2-1-4 0,0 1 2 0,2 0-14 0,1-1-3 0,4-1 4 15,3 0 1-15,3-2-2 0,2 0 3 0,4 1-1 0,4-3-4 16,4 2 4-16,2-2-2 0,3-1 0 0,3-2 0 0,1-1 0 0,3 1-2 15,2 0 4-15,3-1-2 0,2 0-5 0,2 0 3 0,2 0 1 0,2 0-4 16,1 1 4-16,3-1 1 0,1 1-8 0,2 1 6 0,2 1 4 16,2-2-5-16,2 2 4 0,1 0-2 0,3-1 1 0,2 0-3 0,0-2 1 15,5-1 2-15,0 0-5 0,2-1-5 0,4-2-3 0,0-2 1 0,3-1-2 16,0 0 13-16,-1 1-2 0,5-2 1 0,0-1 0 0,4-2 2 16,-1 0-3-16,1-1-1 0,2-1 5 0,4-1-5 0,2 0 7 0,3-1-2 15,4 0-4-15,2-2 5 0,1 1 2 0,3 1 3 0,1-2 2 16,1 0-2-16,1-1-3 0,0 1-8 0,-1 0 3 0,0 1-4 0,1 1-2 15,-2 0 5-15,1-1-1 0,0 1 1 0,0 0 2 0,0 0-1 0,-1 1-1 16,-1 2 1-16,1-2-7 0,-1 1 8 0,2-1-4 0,-3 0-1 16,1 1 5-16,1-1-3 0,-1 0-1 0,2 1-3 15,0 1 1-15,1 0-9 0,0 1-28 0,1 0-65 0,1 1-92 0,1 1-97 0,4 1-51 0,2 2-32 16,3 2 14-16,4 0-98 0</inkml:trace>
  <inkml:trace contextRef="#ctx0" brushRef="#br0" timeOffset="6808.49">4619 9608 592 0,'7'-3'-22'0,"3"-1"56"0,5-1-23 0,2 1 6 16,3-1 3-16,1 1 3 0,3-1 7 0,3 1 4 0,2 0 0 0,4 1 1 15,2-2-6-15,3 2-7 0,3 0 5 0,6-1-3 0,2 0 2 16,6-1 2-16,3 2-8 0,3 1-6 0,2 0-3 0,4 1-1 0,3 0-1 16,2-1-4-16,5 2-3 0,2 1-1 0,2 1-2 0,5 2 3 0,0 1-1 15,3 1 0-15,2 0-2 0,0 0 1 0,2 1 0 0,2 0 4 0,1 0 15 16,3 1 13-16,3-1 8 0,-1 0-7 0,1 0-11 0,-1-2-13 16,-1 3-8-16,0-1 3 0,0 2 1 0,1-2 4 0,1 0 14 0,-1-1 13 15,2 0 7-15,0-1 10 0,-1 0-4 0,-1-2-2 0,-1 0-8 16,-2-1-3-16,0 0-5 0,-2-1 2 0,1 0 0 0,1-1 6 0,-3 0 0 15,2 0-9-15,-2 1-6 0,0 0-7 0,-2 0-3 0,1 0-2 16,-1 1-1-16,-2 0-3 0,1 0-1 0,-1 0-5 0,1 0 2 0,0 0 0 16,0 0-4-16,-2 0 2 0,1 0-2 0,1 0-4 0,-2 0 6 0,3-1-3 15,-2 0 0-15,1-1-3 0,2 0-11 0,-4-2 4 0,2 0-3 16,-2-1-2-16,2-1 10 0,0-2-3 0,2-2 0 0,-1 0-3 0,0-1 0 16,-2-3 3-16,0 0 0 0,-3-2 4 0,1 0 6 0,-2-1 1 0,-2-1-5 15,-2 0 2-15,-3-3-8 0,-4 4 5 0,-2-2 6 0,-1-1 2 16,-1 3 3-16,-1-4-5 0,2-2 2 0,0 2 0 0,0-3 0 0,-2 1-5 15,-3 1-3-15,1 0 1 0,-2-1-5 0,4 0-1 0,0-2 7 16,0 0-3-16,0-1 2 0,-2-2 0 0,-1 2-2 0,-4-2 1 0,0 1 2 16,-3 4 3-16,-2-2 3 0,-1 1 0 0,-3 1-3 0,-2-2 0 0,-3 2 2 15,-3-2 0-15,-3 1 2 0,-4 1 0 0,-3 0-1 0,-2 1 10 16,-5 3 0-16,-1-1 6 0,-4 0 4 0,-2-1 1 0,-4 2 2 0,0 1 1 16,-2-2 2-16,-3 3 2 0,-3-2 0 0,-2 1-6 0,-4 0 0 15,-2 2-11-15,-3-1-8 0,-2-2 3 0,-3-1-7 0,-3 0 1 0,-3-3-1 16,-3-1-2-16,-4-1 3 0,-2-2-1 0,-2 0 2 0,-4-2-1 0,-3-2-1 15,-6 1-5-15,-3-3 5 0,-5 1-1 0,-4-1 0 0,-2-1 6 0,-4 2 4 16,-3 0 4-16,-2 0 3 0,-4 3 4 0,-2-2-4 0,-3 2 3 16,-4 2-3-16,-1 2 0 0,-4 0-4 0,-5 2 1 0,-3 2-4 0,-4 0-1 15,-2 2-5-15,-5 1-3 0,-5 1 0 0,-3 0 1 0,-1 1 1 0,0 0-2 16,0 4-2-16,1-1-1 0,-3 2 2 0,-4 0-2 0,-5 1-2 16,-4 0-4-16,-1 1-1 0,-1 1-4 0,-4-1-4 0,0 0-3 0,-3 0-8 15,-3 0 5-15,1 1 3 0,-2 0 11 0,3-1 9 0,-1 0-4 16,-2 1-4-16,0-1-2 0,-2-1-4 0,1 1 5 0,3-1 10 0,6 1 10 15,5-1 13-15,4 1 11 0,4 0 3 0,0-1-6 0,2 0-8 0,1 0-10 16,-1-1-2-16,1 2-3 0,1 0-2 0,1 0 4 0,1 1 1 16,2 1 0-16,-2-2 5 0,2 1-6 0,0 1 0 0,-3 0-4 0,4 1 8 15,0 1-9-15,0 1 14 0,2 0 2 0,-2-1-15 0,-1 2 5 16,-1-1-18-16,-1 2 4 0,-2 0 1 0,0 0 4 0,1 2 4 0,-2-1-15 16,1 1 8-16,-2 1-17 0,-2 0 8 0,0 3 7 0,0 1-4 0,0 2 12 15,2 1-5-15,0 2 7 0,0 1 3 0,1 2-2 0,-2 1 2 16,-1 1-7-16,1 2-6 0,2 1 13 0,1-1-4 0,1 3-1 0,-2 1 2 15,0 1-10-15,1 4 2 0,1 0 7 0,2 1-2 0,3-2 4 0,3 1 2 16,1-2-3-16,6 0 1 0,2 1-1 0,6 0 5 0,2 2-4 16,4 1 2-16,6 2 0 0,4-3-16 0,4 2 6 0,4-1 1 0,5 1 2 15,4 1 3-15,4 1-3 0,4 0-6 0,2 3-1 0,4 0-1 0,3 2 5 16,4 1 2-16,2 0-5 0,4-2-1 0,5 1-4 0,2-2-5 16,4 3 5-16,4 0 0 0,3 0-17 0,1 2-9 0,4-2-6 0,2 1-23 15,2 2-10-15,2-1-13 0,2 1-28 0,3 3-17 0,2-1-20 0,3 1-24 16,3 0-26-16,4 1-42 0,2-3-24 0,4 1-38 0,3 0-10 15,4-2-141-15</inkml:trace>
  <inkml:trace contextRef="#ctx0" brushRef="#br0" timeOffset="21691.88">7277 9144 2719 0,'-3'-1'-12'0,"1"1"-17"0,-1-1-21 0,0 0-23 0,2-1-16 0,1 2-2 0,2-1 11 0,-1 0 15 0,2 0 21 16,0 1 16-16,0-1 12 0,0 1 12 0,-1-1 7 0,-1 1 5 0,-1 0 5 15,-1 0 3-15,1 0 8 0,-2 1 1 0,2 0-2 0,0 1 1 0,0 0-4 16,1 1-2-16,1 2-2 0,0 1-4 0,1 3 3 0,2 0-2 16,2 2-4-16,2 0 1 0,3 2-2 0,2 0-3 0,3 0 7 0,4-2-3 15,3-2-6-15,2 0 2 0,5-2-5 0,1-1 3 0,6-3 5 16,1-2-1-16,4-2 4 0,7-2-5 0,2-2 2 0,4-1-3 0,3-3-5 16,1 0 4-16,2-3-4 0,1-3-4 0,1-1 4 0,1-1-5 0,-1-1 4 15,2 0 2-15,1 0-1 0,1 0 0 0,1-1 2 0,2 1-2 16,1 2 1-16,2-1 5 0,0 2 1 0,0 1-1 0,2 3-8 0,0 1 2 15,0 1-4-15,2 3 4 0,-1 0 0 0,-1 2 0 0,2 1 3 0,0 1-5 16,2 1 4-16,0 2-5 0,1 0 0 0,3 2 3 0,-1-1-4 16,2 1 3-16,2-1 1 0,0 0-3 0,1 0 0 0,0-2 3 0,1 0-2 15,-2 0 1-15,1-1-3 0,-2 0 1 0,-1-1-1 0,0 1 5 16,-1-1 5-16,-1 1 5 0,1 1 8 0,-3 0 1 0,-2 0 7 0,-2 1 5 16,-5 2-7-16,0 1 4 0,-2 1-5 0,-4 1-1 0,-2 1 1 0,-3 2-1 15,-3 0-14-15,-2 2-4 0,-4 1-5 0,-1 2-1 0,-2 1 6 16,-4-1-4-16,-2 3 4 0,-1 1-5 0,-2-2-8 0,-1 3-23 0,-3 0-50 15,-4-1-86-15,-3-1-127 0,-4-1-166 0,-1-2-105 0,-5-3-275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11:22:35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116 507 8042 0 0,'52'-22'-457'0'0,"-44"20"311"0"0,-1-1 0 0 0,1 1 0 0 0,-1-1-1 0 0,1-1 1 0 0,-1 1 0 0 0,0-1 0 0 0,0 0-1 0 0,-1-1 1 0 0,1 0 0 0 0,-1 0-1 0 0,0 0 1 0 0,7-9 0 0 0,-13 13 179 0 0,0 1 1 0 0,0 0-1 0 0,0-1 1 0 0,0 1-1 0 0,0 0 0 0 0,0 0 1 0 0,-1-1-1 0 0,1 1 1 0 0,0 0-1 0 0,0-1 1 0 0,0 1-1 0 0,0 0 0 0 0,0 0 1 0 0,-1-1-1 0 0,1 1 1 0 0,0 0-1 0 0,0 0 1 0 0,0-1-1 0 0,-1 1 0 0 0,1 0 1 0 0,0 0-1 0 0,0 0 1 0 0,-1-1-1 0 0,1 1 1 0 0,0 0-1 0 0,-1 0 1 0 0,1 0-1 0 0,0 0 0 0 0,0 0 1 0 0,-1-1-1 0 0,1 1 1 0 0,0 0-1 0 0,-1 0 1 0 0,1 0-1 0 0,0 0 0 0 0,-1 0 1 0 0,1 0-1 0 0,0 0 1 0 0,-1 0-1 0 0,1 0 1 0 0,0 1-1 0 0,-1-1 0 0 0,1 0 1 0 0,0 0-1 0 0,0 0 1 0 0,-1 0-1 0 0,1 0 1 0 0,0 0-1 0 0,-1 1 0 0 0,0-1 35 0 0,-1 0-1 0 0,1 0 0 0 0,0 0 0 0 0,-1 0 0 0 0,1 1 0 0 0,0-1 1 0 0,-1 0-1 0 0,1 1 0 0 0,0-1 0 0 0,-1 1 0 0 0,1 0 1 0 0,0-1-1 0 0,0 1 0 0 0,-2 1 0 0 0,0 1 92 0 0,-1 0-1 0 0,1 0 1 0 0,0 0-1 0 0,-1 0 0 0 0,0-1 1 0 0,0 0-1 0 0,0 0 1 0 0,0 0-1 0 0,0 0 1 0 0,0 0-1 0 0,-1-1 1 0 0,1 0-1 0 0,0 0 1 0 0,-1 0-1 0 0,1 0 1 0 0,-1-1-1 0 0,1 1 1 0 0,-6-2-1 0 0,-13 1 562 0 0,1-1 0 0 0,-29-6 0 0 0,44 6-494 0 0,4 1-152 0 0,1-1 1 0 0,0 1-1 0 0,0 0 0 0 0,0-1 0 0 0,0 1 0 0 0,-1-1 1 0 0,1 0-1 0 0,0 0 0 0 0,0 0 0 0 0,0 0 0 0 0,1 0 0 0 0,-1 0 1 0 0,0 0-1 0 0,0-1 0 0 0,0 1 0 0 0,1-1 0 0 0,-1 1 0 0 0,1-1 1 0 0,-1 1-1 0 0,1-1 0 0 0,0 0 0 0 0,0 0 0 0 0,-2-3 1 0 0,3 3-17 0 0,-1-1 1 0 0,1 1-1 0 0,0 0 1 0 0,0-1 0 0 0,0 1-1 0 0,0 0 1 0 0,0-1 0 0 0,1 1-1 0 0,-1 0 1 0 0,1-1-1 0 0,-1 1 1 0 0,1 0 0 0 0,0 0-1 0 0,0 0 1 0 0,0-1 0 0 0,0 1-1 0 0,0 0 1 0 0,1 0-1 0 0,-1 1 1 0 0,0-1 0 0 0,4-3-1 0 0,11-13 67 0 0,2 0 0 0 0,0 1 0 0 0,1 1-1 0 0,1 1 1 0 0,0 1 0 0 0,1 0 0 0 0,32-15 0 0 0,-19 14 13 0 0,1 1-1 0 0,0 2 1 0 0,1 1 0 0 0,48-7 0 0 0,9 6 125 0 0,1 4 1 0 0,0 4 0 0 0,98 9-1 0 0,-104 0-195 0 0,0 3 0 0 0,-1 4 0 0 0,0 4 0 0 0,147 47 0 0 0,-208-52-37 0 0,0 0-1 0 0,-1 2 1 0 0,0 1 0 0 0,0 1-1 0 0,-2 0 1 0 0,0 2 0 0 0,-1 1-1 0 0,-1 1 1 0 0,29 32-1 0 0,-38-38-14 0 0,-1 1 0 0 0,0 0-1 0 0,-1 1 1 0 0,-1 1-1 0 0,0-1 1 0 0,-1 1-1 0 0,0 1 1 0 0,-2-1-1 0 0,0 1 1 0 0,0 0 0 0 0,-2 1-1 0 0,0-1 1 0 0,-1 1-1 0 0,-1 0 1 0 0,-1 0-1 0 0,-1 18 1 0 0,0-28-32 0 0,-2 1 0 0 0,1-1 0 0 0,-1 0 0 0 0,0 1 0 0 0,-1-1 0 0 0,0 0 1 0 0,0 0-1 0 0,-1-1 0 0 0,0 1 0 0 0,0-1 0 0 0,-7 9 0 0 0,1-4 16 0 0,1-2 0 0 0,-1 1 0 0 0,-1-2 0 0 0,0 1 0 0 0,0-1 0 0 0,-14 8 0 0 0,-14 5 26 0 0,-1-2-1 0 0,-1-1 1 0 0,-51 15-1 0 0,90-34-25 0 0,-51 17-11 0 0,-1-2 1 0 0,-1-3 0 0 0,-108 9-1 0 0,-171-11 460 0 0,320-10-419 0 0,-19 0 147 0 0,0-2 0 0 0,-65-11 0 0 0,83 10-84 0 0,0-2 1 0 0,0 1-1 0 0,0-2 1 0 0,1 0-1 0 0,0 0 1 0 0,0-2-1 0 0,0 0 1 0 0,-17-13-1 0 0,3-1 3 0 0,0-2 0 0 0,1 0-1 0 0,2-2 1 0 0,1-1 0 0 0,0-1 0 0 0,2-1-1 0 0,-30-54 1 0 0,47 73-64 0 0,1 0 0 0 0,0 0 0 0 0,0-1 0 0 0,1 0 0 0 0,1 1 0 0 0,-1-1 0 0 0,2 0 0 0 0,0-1 0 0 0,0 1 0 0 0,1 0 0 0 0,2-20 0 0 0,0 16-54 0 0,2 0 0 0 0,0 0 0 0 0,0 0 0 0 0,1 1-1 0 0,1 0 1 0 0,1-1 0 0 0,13-21 0 0 0,1 6-29 0 0,1 1 0 0 0,1 2 0 0 0,1 0 0 0 0,2 1 0 0 0,0 2-1 0 0,47-33 1 0 0,-41 35-1 0 0,1 2 0 0 0,1 2 0 0 0,0 0 0 0 0,1 3 0 0 0,58-18 0 0 0,191-32-105 0 0,-215 53 107 0 0,1 3 0 0 0,0 3 0 0 0,0 4 0 0 0,0 2 0 0 0,1 4 0 0 0,121 21 1 0 0,-140-14 27 0 0,0 3 1 0 0,-1 2 0 0 0,-1 1 0 0 0,-1 4-1 0 0,0 1 1 0 0,-2 2 0 0 0,0 2 0 0 0,-2 3 0 0 0,63 51-1 0 0,-51-34 32 0 0,-10-8 55 0 0,44 45 0 0 0,-80-71-37 0 0,0 0-1 0 0,0 1 1 0 0,-1 0-1 0 0,-1 1 1 0 0,0 0 0 0 0,-1 0-1 0 0,-1 1 1 0 0,10 26-1 0 0,-15-36-8 0 0,-1 1-1 0 0,1 0 1 0 0,-1 0-1 0 0,-1 0 1 0 0,1 1-1 0 0,-1-1 1 0 0,0 0-1 0 0,0 0 1 0 0,-1 0-1 0 0,0 0 1 0 0,0 0-1 0 0,0 0 1 0 0,-1 0-1 0 0,1 0 0 0 0,-4 6 1 0 0,3-8 16 0 0,-1 0 0 0 0,1 0 0 0 0,-1-1 1 0 0,0 1-1 0 0,0 0 0 0 0,0-1 0 0 0,0 0 0 0 0,-1 1 0 0 0,1-2 0 0 0,-1 1 1 0 0,0 0-1 0 0,0-1 0 0 0,0 1 0 0 0,0-1 0 0 0,0 0 0 0 0,0 0 0 0 0,-1-1 1 0 0,1 1-1 0 0,-1-1 0 0 0,-5 1 0 0 0,-51 2 373 0 0,50-5-370 0 0,0 1 0 0 0,0 1 1 0 0,0 0-1 0 0,0 1 0 0 0,0 0 0 0 0,-12 4 0 0 0,22-6-29 0 0,0 1 0 0 0,0-1 0 0 0,0 1 0 0 0,0-1 0 0 0,0 1 1 0 0,0 0-1 0 0,0 0 0 0 0,0-1 0 0 0,1 1 0 0 0,-1 0 0 0 0,0 0 0 0 0,0 0 1 0 0,1 0-1 0 0,-1 0 0 0 0,1 0 0 0 0,-1 0 0 0 0,1 0 0 0 0,-1 0 0 0 0,1 0 1 0 0,0 0-1 0 0,-1 0 0 0 0,1 0 0 0 0,0 1 0 0 0,0-1 0 0 0,0 0 0 0 0,0 0 1 0 0,0 0-1 0 0,0 0 0 0 0,0 0 0 0 0,0 0 0 0 0,0 1 0 0 0,1-1 0 0 0,-1 0 1 0 0,0 0-1 0 0,1 0 0 0 0,-1 0 0 0 0,1 0 0 0 0,-1 0 0 0 0,1 0 0 0 0,0 0 1 0 0,-1 0-1 0 0,2 1 0 0 0,1 2 42 0 0,0 0 0 0 0,-1 0 1 0 0,1 0-1 0 0,1 0 0 0 0,-1-1 0 0 0,0 0 1 0 0,1 1-1 0 0,0-1 0 0 0,6 3 0 0 0,71 44 117 0 0,-62-42-112 0 0,1-1-1 0 0,0-1 1 0 0,0-1-1 0 0,39 5 1 0 0,22 1 25 0 0,-80-12-80 0 0,-1 0 9 0 0,0 1 80 0 0,23-4-300 0 0,8 11 15 0 0,63 8-1 0 0,-80-14 136 0 0,0-1 1 0 0,-1 0-1 0 0,1-1 0 0 0,0 0 0 0 0,0-1 0 0 0,0-1 0 0 0,14-4 0 0 0,10-10-185 0 0,-30 13 223 0 0,0 1-1 0 0,0-1 1 0 0,0 1 0 0 0,0 0-1 0 0,0 1 1 0 0,1 0 0 0 0,12-1-1 0 0,-16 3-39 0 0,-1 1 1 0 0,1 0-1 0 0,0 0 1 0 0,0 0-1 0 0,-1 0 0 0 0,1 1 1 0 0,0-1-1 0 0,-1 1 0 0 0,0 1 1 0 0,1-1-1 0 0,-1 1 1 0 0,0-1-1 0 0,6 7 0 0 0,-10-9 51 0 0,0 0-1 0 0,0 0 1 0 0,0 0 0 0 0,1 1-1 0 0,-1-1 1 0 0,0 0-1 0 0,0 0 1 0 0,0 1 0 0 0,0-1-1 0 0,0 0 1 0 0,0 0-1 0 0,0 1 1 0 0,0-1-1 0 0,0 0 1 0 0,0 0 0 0 0,0 1-1 0 0,0-1 1 0 0,0 0-1 0 0,-1 0 1 0 0,1 0 0 0 0,0 1-1 0 0,0-1 1 0 0,0 0-1 0 0,0 0 1 0 0,0 1-1 0 0,0-1 1 0 0,-1 0 0 0 0,1 0-1 0 0,0 0 1 0 0,0 0-1 0 0,0 1 1 0 0,0-1 0 0 0,-1 0-1 0 0,1 0 1 0 0,0 0-1 0 0,0 0 1 0 0,0 0-1 0 0,-1 1 1 0 0,1-1 0 0 0,0 0-1 0 0,0 0 1 0 0,-1 0-1 0 0,1 0 1 0 0,0 0 0 0 0,0 0-1 0 0,-1 0 1 0 0,1 0-1 0 0,0 0 1 0 0,0 0-1 0 0,-1 0 1 0 0,1 0 0 0 0,0 0-1 0 0,0 0 1 0 0,-1 0-1 0 0,1 0 1 0 0,0 0 0 0 0,0-1-1 0 0,0 1 1 0 0,-1 0-1 0 0,1 0 1 0 0,0 0-1 0 0,0 0 1 0 0,0 0 0 0 0,-1-1-1 0 0,1 1 1 0 0,0 0-14 0 0,-1 0-1 0 0,1 0 1 0 0,0 0 0 0 0,-1 0 0 0 0,1 0 0 0 0,0 0-1 0 0,-1 0 1 0 0,1 0 0 0 0,0 0 0 0 0,-1 0 0 0 0,1-1-1 0 0,0 1 1 0 0,-1 0 0 0 0,1 0 0 0 0,0 0 0 0 0,0 0-1 0 0,-1-1 1 0 0,1 1 0 0 0,0 0 0 0 0,0 0 0 0 0,-1-1-1 0 0,1 1 1 0 0,0 0 0 0 0,0 0 0 0 0,0-1 0 0 0,-1 1-1 0 0,1 0 1 0 0,0-1 0 0 0,0 1 0 0 0,0 0 0 0 0,0 0-1 0 0,0-1 1 0 0,0 1 0 0 0,0 0 0 0 0,0-1 0 0 0,0 1-1 0 0,0 0 1 0 0,0-1 0 0 0,0 1 0 0 0,0 0 0 0 0,0-1-1 0 0,0 1 1 0 0,0 0 0 0 0,0-1 0 0 0,0 1 0 0 0,0 0-1 0 0,0-1 1 0 0,2 0-41 0 0,0-1 0 0 0,0 1 0 0 0,0 1 0 0 0,0-1-1 0 0,1 0 1 0 0,-1 0 0 0 0,0 1 0 0 0,0-1 0 0 0,0 1 0 0 0,1 0-1 0 0,-1 0 1 0 0,4 0 0 0 0,38 1-1236 0 0,-21 0 954 0 0,6 2-1606 0 0,-26-2 1524 0 0,1 0-1 0 0,0 0 0 0 0,-1-1 1 0 0,1 0-1 0 0,-1 1 0 0 0,1-1 1 0 0,0 0-1 0 0,-1-1 1 0 0,1 1-1 0 0,-1-1 0 0 0,1 0 1 0 0,0 0-1 0 0,6-2 0 0 0,-10 3 361 0 0,0 0-1 0 0,0 0 0 0 0,0 0 1 0 0,0-1-1 0 0,0 1 1 0 0,0 0-1 0 0,0 0 0 0 0,0 0 1 0 0,0 0-1 0 0,0 0 0 0 0,0 0 1 0 0,1 0-1 0 0,-1 0 1 0 0,0 0-1 0 0,0 0 0 0 0,0 0 1 0 0,0 0-1 0 0,0 0 0 0 0,0-1 1 0 0,0 1-1 0 0,0 0 1 0 0,0 0-1 0 0,0 0 0 0 0,0 0 1 0 0,0 0-1 0 0,0 0 0 0 0,0 0 1 0 0,0 0-1 0 0,0 0 1 0 0,0-1-1 0 0,0 1 0 0 0,0 0 1 0 0,0 0-1 0 0,0 0 0 0 0,0 0 1 0 0,0 0-1 0 0,0 0 1 0 0,0 0-1 0 0,0 0 0 0 0,0 0 1 0 0,0-1-1 0 0,-1 1 0 0 0,1 0 1 0 0,0 0-1 0 0,0 0 1 0 0,0 0-1 0 0,0 0 0 0 0,0 0 1 0 0,0 0-1 0 0,0 0 0 0 0,0 0 1 0 0,0 0-1 0 0,0 0 1 0 0,0 0-1 0 0,0 0 0 0 0,-1 0 1 0 0,1 0-1 0 0,0 0 0 0 0,0 0 1 0 0,0 0-1 0 0,0 0 1 0 0,0 0-1 0 0,0 0 0 0 0,0 0 1 0 0,0 0-1 0 0,0 0 1 0 0,-1 0-1 0 0,-8-3-2532 0 0,7 2 2176 0 0,-5-2-1695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11:22:37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1114 15915 0 0,'0'0'112'0'0,"-1"0"-1"0"0,1-1 0 0 0,-1 1 0 0 0,1 0 0 0 0,-1 0 0 0 0,1-1 0 0 0,-1 1 0 0 0,1 0 0 0 0,-1-1 1 0 0,1 1-1 0 0,-1-1 0 0 0,1 1 0 0 0,0 0 0 0 0,-1-1 0 0 0,1 1 0 0 0,0-1 0 0 0,-1 1 0 0 0,1-1 1 0 0,0 1-1 0 0,-1-1 0 0 0,1 1 0 0 0,0-1 0 0 0,0 0 0 0 0,0 1 0 0 0,0-1 0 0 0,-1 1 0 0 0,1-1 1 0 0,0 1-1 0 0,0-1 0 0 0,0-1 0 0 0,19-6-409 0 0,-14 7 497 0 0,122-29 2232 0 0,7-2 1576 0 0,724-223-661 0 0,-266 95-2513 0 0,304-54 234 0 0,-449 102-622 0 0,-369 87-1552 0 0,0-4-1 0 0,-2-3 0 0 0,113-65 0 0 0,-181 92 56 0 0,-1 0 0 0 0,0 0 0 0 0,0-1 0 0 0,10-9 0 0 0,-15 13 366 0 0,-1 0 1 0 0,1 0-1 0 0,-1 1 1 0 0,1-1-1 0 0,-1 0 1 0 0,0-1-1 0 0,1 1 1 0 0,-1 0-1 0 0,0 0 1 0 0,-1 0-1 0 0,1-1 1 0 0,0 1-1 0 0,-1 0 0 0 0,1-1 1 0 0,-1 1-1 0 0,0 0 1 0 0,1-1-1 0 0,-1 1 1 0 0,-1-1-1 0 0,1 1 1 0 0,-1-5-1 0 0,-6-8-4563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11:22:37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0 188 12635 0 0,'23'-14'3106'0'0,"41"-19"0"0"0,76-20-2797 0 0,11-5-710 0 0,-139 52 664 0 0,0 1 0 0 0,1 1 0 0 0,-1 0 0 0 0,1 1 1 0 0,0 1-1 0 0,-1 0 0 0 0,1 0 0 0 0,0 1 0 0 0,0 1 1 0 0,17 1-1 0 0,-10 2 114 0 0,0 0 0 0 0,0 1 1 0 0,-1 1-1 0 0,0 1 1 0 0,0 1-1 0 0,18 9 0 0 0,16 14 307 0 0,0 1 0 0 0,-2 3-1 0 0,61 53 1 0 0,106 80 925 0 0,373 217 0 0 0,-362-250-1062 0 0,224 122 467 0 0,-127-105-583 0 0,-310-147-708 0 0,-16-4 219 0 0,0 0 0 0 0,0 0 1 0 0,1 0-1 0 0,-1 0 0 0 0,0 0 0 0 0,0 0 0 0 0,0 0 1 0 0,0 0-1 0 0,0 0 0 0 0,0 0 0 0 0,1 0 0 0 0,-1 0 0 0 0,0 0 1 0 0,0 0-1 0 0,0 0 0 0 0,0 0 0 0 0,0 0 0 0 0,0 0 1 0 0,0 0-1 0 0,0-1 0 0 0,1 1 0 0 0,-1 0 0 0 0,0 0 1 0 0,0 0-1 0 0,0 0 0 0 0,0 0 0 0 0,0 0 0 0 0,0 0 1 0 0,0 0-1 0 0,0-1 0 0 0,0 1 0 0 0,0 0 0 0 0,0 0 1 0 0,0 0-1 0 0,0 0 0 0 0,0 0 0 0 0,0 0 0 0 0,0 0 1 0 0,0-1-1 0 0,0 1 0 0 0,0 0 0 0 0,0 0 0 0 0,0 0 0 0 0,0 0 1 0 0,0 0-1 0 0,0 0 0 0 0,0-1 0 0 0,0 1 0 0 0,0 0 1 0 0,0 0-1 0 0,-16-22-8352 0 0,10 14 6613 0 0,-14-15-5374 0 0,-4-7-1205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11:22:39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20 7498 0 0,'-16'-14'4096'0'0,"9"9"-2871"0"0,6 7 1283 0 0,3 6-1882 0 0,0 0-1 0 0,0 0 1 0 0,-1 0-1 0 0,0 1 1 0 0,-1-1-1 0 0,0 13 1 0 0,0-11-313 0 0,0 1 1 0 0,1-1 0 0 0,0 0 0 0 0,3 12 0 0 0,2-2-42 0 0,1-1-1 0 0,1 0 1 0 0,1-1-1 0 0,0 0 1 0 0,1 0-1 0 0,1-1 1 0 0,1-1-1 0 0,1 0 0 0 0,0 0 1 0 0,1-1-1 0 0,27 23 1 0 0,-26-26-156 0 0,0-1-1 0 0,1 0 1 0 0,0-1 0 0 0,1-1 0 0 0,0-1-1 0 0,0 0 1 0 0,1-1 0 0 0,0-1 0 0 0,0 0-1 0 0,0-2 1 0 0,1 0 0 0 0,33 3 0 0 0,-46-7-79 0 0,-1 0-1 0 0,1 0 1 0 0,-1 0 0 0 0,1-1 0 0 0,-1 0 0 0 0,1 0 0 0 0,-1 0 0 0 0,0-1 0 0 0,1 0 0 0 0,-1 0 0 0 0,0 0 0 0 0,0 0 0 0 0,0-1 0 0 0,-1 0 0 0 0,1 0 0 0 0,-1 0 0 0 0,1-1 0 0 0,-1 1 0 0 0,0-1 0 0 0,0 0 0 0 0,-1 0 0 0 0,5-7-1 0 0,2-5 34 0 0,-1-1-1 0 0,-1 0 0 0 0,-1 0 0 0 0,0-1 0 0 0,4-20 0 0 0,5-11-48 0 0,-16 49-21 0 0,0 0 1 0 0,0 0-1 0 0,1 0 0 0 0,-1 0 0 0 0,0 0 0 0 0,0 0 0 0 0,0 0 1 0 0,0 0-1 0 0,0 0 0 0 0,0 1 0 0 0,0-1 0 0 0,0 0 1 0 0,0 0-1 0 0,0 0 0 0 0,0 0 0 0 0,0 0 0 0 0,0 0 0 0 0,0 0 1 0 0,0 0-1 0 0,1 0 0 0 0,-1 0 0 0 0,0 0 0 0 0,0 0 1 0 0,0 0-1 0 0,0 0 0 0 0,0 0 0 0 0,0 0 0 0 0,0 0 0 0 0,0 0 1 0 0,0 0-1 0 0,0 0 0 0 0,0 0 0 0 0,0 0 0 0 0,1 0 1 0 0,-1 0-1 0 0,0 0 0 0 0,0 0 0 0 0,0-1 0 0 0,0 1 1 0 0,0 0-1 0 0,0 0 0 0 0,0 0 0 0 0,0 0 0 0 0,0 0 0 0 0,0 0 1 0 0,0 0-1 0 0,0 0 0 0 0,0 0 0 0 0,0 0 0 0 0,0 0 1 0 0,0 0-1 0 0,0 0 0 0 0,0 0 0 0 0,0 0 0 0 0,0-1 0 0 0,0 1 1 0 0,0 0-1 0 0,0 0 0 0 0,0 0 0 0 0,0 0 0 0 0,0 0 1 0 0,0 0-1 0 0,0 0 0 0 0,3 12 7 0 0,2 34-4 0 0,3 17-25 0 0,-7-60 23 0 0,0 1 0 0 0,0-1 0 0 0,0 1 0 0 0,0-1 0 0 0,1 0-1 0 0,-1 1 1 0 0,1-1 0 0 0,0 0 0 0 0,0 0 0 0 0,0 0 0 0 0,0 0 0 0 0,1 0 0 0 0,-1-1 0 0 0,1 1-1 0 0,0-1 1 0 0,0 1 0 0 0,0-1 0 0 0,0 0 0 0 0,0 0 0 0 0,0-1 0 0 0,0 1 0 0 0,1 0-1 0 0,6 1 1 0 0,-6-2 6 0 0,1-1 0 0 0,-1 1 0 0 0,0-1-1 0 0,1 0 1 0 0,-1 0 0 0 0,0 0 0 0 0,1-1-1 0 0,-1 1 1 0 0,0-1 0 0 0,1 0 0 0 0,-1 0-1 0 0,0-1 1 0 0,0 1 0 0 0,0-1 0 0 0,0 0-1 0 0,0 0 1 0 0,0-1 0 0 0,-1 1-1 0 0,6-5 1 0 0,46-47 104 0 0,-36 34-62 0 0,1 0 0 0 0,28-20 0 0 0,-42 36-31 0 0,-1 0 0 0 0,1 0 0 0 0,0 1 0 0 0,0 0 0 0 0,1 0-1 0 0,-1 0 1 0 0,1 1 0 0 0,-1 0 0 0 0,1 0 0 0 0,0 1 0 0 0,0 0 0 0 0,0 0-1 0 0,13 0 1 0 0,-15 2-3 0 0,1 0 0 0 0,-1 0-1 0 0,1 0 1 0 0,-1 1 0 0 0,0 0 0 0 0,0 0-1 0 0,0 0 1 0 0,0 0 0 0 0,0 1-1 0 0,-1 0 1 0 0,6 5 0 0 0,49 46 78 0 0,-47-41-102 0 0,2 0 1 0 0,16 13-1 0 0,-20-20-36 0 0,-1 0 0 0 0,1 0 0 0 0,0-1 0 0 0,1 0 0 0 0,-1 0 0 0 0,1-2 0 0 0,0 1 0 0 0,0-1 0 0 0,0-1-1 0 0,0 0 1 0 0,0 0 0 0 0,17-1 0 0 0,-21-1-439 0 0,-1-1-1 0 0,0 1 1 0 0,1-2-1 0 0,-1 1 1 0 0,0-1 0 0 0,0 0-1 0 0,0 0 1 0 0,0 0-1 0 0,0-1 1 0 0,5-3-1 0 0,-6 2-766 0 0,1 0-1 0 0,-1 0 1 0 0,0 0-1 0 0,-1-1 1 0 0,1 0-1 0 0,-1 1 0 0 0,0-2 1 0 0,0 1-1 0 0,-1 0 1 0 0,1-1-1 0 0,2-6 1 0 0,3-7-2005 0 0,2-1-90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11:22:40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0 239 21301 0 0,'7'5'101'0'0,"1"1"0"0"0,0-1 0 0 0,0 0 1 0 0,0-1-1 0 0,0 0 0 0 0,1 0 0 0 0,13 3 1 0 0,69 18 29 0 0,-79-23-91 0 0,0-1 0 0 0,0 0 1 0 0,0-1-1 0 0,-1 0 0 0 0,1 0 0 0 0,0-2 0 0 0,0 1 0 0 0,0-1 1 0 0,-1-1-1 0 0,0 0 0 0 0,1-1 0 0 0,-1 0 0 0 0,15-8 0 0 0,-14 5-18 0 0,0 1-1 0 0,-1-2 1 0 0,0 0-1 0 0,0 0 0 0 0,-1-1 1 0 0,0 0-1 0 0,0-1 0 0 0,-1 0 1 0 0,0-1-1 0 0,-1 0 1 0 0,11-18-1 0 0,-17 26 13 0 0,0 0 0 0 0,0-1 0 0 0,-1 1 0 0 0,1-1 0 0 0,-1 0 1 0 0,0 1-1 0 0,0-1 0 0 0,0 0 0 0 0,0 0 0 0 0,0 0 0 0 0,-1 0 0 0 0,0 0 0 0 0,0 0 0 0 0,0 0 1 0 0,0 1-1 0 0,-1-1 0 0 0,1 0 0 0 0,-1 0 0 0 0,0 0 0 0 0,0 0 0 0 0,-1 1 0 0 0,1-1 1 0 0,-1 1-1 0 0,0-1 0 0 0,1 1 0 0 0,-2-1 0 0 0,1 1 0 0 0,0 0 0 0 0,-1 0 0 0 0,1 0 0 0 0,-6-4 1 0 0,3 3-19 0 0,0 1 1 0 0,0-1 0 0 0,0 1 0 0 0,-1 0 0 0 0,1 1 0 0 0,-1-1-1 0 0,0 1 1 0 0,0 0 0 0 0,0 1 0 0 0,0-1 0 0 0,0 1 0 0 0,0 1-1 0 0,0-1 1 0 0,-1 1 0 0 0,1 0 0 0 0,0 0 0 0 0,0 1 0 0 0,0-1-1 0 0,-10 4 1 0 0,6-1-27 0 0,0 1 0 0 0,1 0 0 0 0,-1 0 0 0 0,1 1 0 0 0,-1 1 0 0 0,1 0 0 0 0,1 0 0 0 0,-1 0 0 0 0,1 1 0 0 0,0 1 0 0 0,1-1 0 0 0,0 1-1 0 0,0 0 1 0 0,1 1 0 0 0,0 0 0 0 0,0 0 0 0 0,1 0 0 0 0,0 0 0 0 0,-5 14 0 0 0,2-1 29 0 0,0 1-1 0 0,2 0 0 0 0,0 0 1 0 0,2 0-1 0 0,0 0 1 0 0,2 1-1 0 0,1 39 1 0 0,1-52-11 0 0,2 0 0 0 0,-1 0 0 0 0,2 0 1 0 0,-1 0-1 0 0,2-1 0 0 0,-1 1 0 0 0,1-1 0 0 0,1 0 1 0 0,0 0-1 0 0,0-1 0 0 0,1 1 0 0 0,0-1 0 0 0,1 0 0 0 0,0-1 1 0 0,0 0-1 0 0,1 0 0 0 0,0 0 0 0 0,0-1 0 0 0,1 0 0 0 0,0-1 1 0 0,0 0-1 0 0,18 9 0 0 0,-12-7 6 0 0,1-1-1 0 0,-1-1 1 0 0,1-1 0 0 0,1 0-1 0 0,-1-1 1 0 0,1 0 0 0 0,-1-1 0 0 0,1-1-1 0 0,0-1 1 0 0,0-1 0 0 0,0 0-1 0 0,0-1 1 0 0,0-1 0 0 0,20-4-1 0 0,-22 1 36 0 0,1 0 0 0 0,-1-2 1 0 0,0 0-1 0 0,-1 0 0 0 0,1-1 0 0 0,-2-1 0 0 0,1 0 0 0 0,-1-1 0 0 0,14-14 0 0 0,-18 16-32 0 0,-2 3 3 0 0,-1 0-1 0 0,1 0 0 0 0,0 1 0 0 0,0 0 0 0 0,0 0 1 0 0,1 0-1 0 0,12-3 0 0 0,-18 6-11 0 0,1 0 0 0 0,-1 1 0 0 0,1-1 0 0 0,-1 1 0 0 0,1 0 0 0 0,-1 0 0 0 0,1 0 0 0 0,-1 0 0 0 0,1 0 0 0 0,-1 1 0 0 0,0-1 1 0 0,1 1-1 0 0,-1-1 0 0 0,1 1 0 0 0,-1 0 0 0 0,0 0 0 0 0,1 0 0 0 0,-1 0 0 0 0,0 0 0 0 0,0 1 0 0 0,0-1 0 0 0,0 1 0 0 0,0-1 0 0 0,0 1 0 0 0,-1 0 0 0 0,1 0 0 0 0,0 0 0 0 0,2 3 0 0 0,19 34 17 0 0,-16-27-37 0 0,0 1-1 0 0,16 18 1 0 0,-19-26 11 0 0,0-1-1 0 0,1 0 1 0 0,-1 0-1 0 0,1-1 1 0 0,0 1 0 0 0,0-1-1 0 0,0 0 1 0 0,0 0-1 0 0,0-1 1 0 0,7 3-1 0 0,0-2 6 0 0,0 0 1 0 0,0-1-1 0 0,0-1 0 0 0,0 0 1 0 0,0 0-1 0 0,0-1 0 0 0,0-1 1 0 0,0 0-1 0 0,0-1 0 0 0,0 0 1 0 0,-1-1-1 0 0,22-7 0 0 0,-26 8 21 0 0,0-1-1 0 0,1 0 0 0 0,-1 0 0 0 0,0 0 0 0 0,-1-1 1 0 0,1 0-1 0 0,-1-1 0 0 0,1 0 0 0 0,-1 0 0 0 0,-1 0 0 0 0,1 0 1 0 0,-1-1-1 0 0,0 0 0 0 0,0 0 0 0 0,0-1 0 0 0,-1 1 1 0 0,0-1-1 0 0,-1 0 0 0 0,1 0 0 0 0,4-14 0 0 0,-7 15-14 0 0,0 1 0 0 0,0-1 0 0 0,-1 0-1 0 0,0 1 1 0 0,0-1 0 0 0,0 0 0 0 0,0 0-1 0 0,-1 1 1 0 0,0-1 0 0 0,-1 0 0 0 0,1 1 0 0 0,-1-1-1 0 0,0 1 1 0 0,0 0 0 0 0,0-1 0 0 0,-1 1-1 0 0,0 0 1 0 0,0 0 0 0 0,0 1 0 0 0,-1-1 0 0 0,0 1-1 0 0,0 0 1 0 0,0-1 0 0 0,0 2 0 0 0,0-1-1 0 0,-1 0 1 0 0,0 1 0 0 0,1 0 0 0 0,-1 0 0 0 0,-8-3-1 0 0,0 0-22 0 0,0 0-1 0 0,-1 1 0 0 0,0 1 0 0 0,0 0 1 0 0,0 1-1 0 0,-1 0 0 0 0,1 1 1 0 0,-1 1-1 0 0,1 0 0 0 0,-28 3 0 0 0,22 0-59 0 0,1 1 1 0 0,0 1-1 0 0,1 1 0 0 0,-1 0 0 0 0,1 2 0 0 0,-24 10 0 0 0,38-14 7 0 0,-1 0-1 0 0,0-1 0 0 0,1 2 1 0 0,0-1-1 0 0,0 0 1 0 0,0 1-1 0 0,0 0 0 0 0,0 0 1 0 0,1 0-1 0 0,-1 0 1 0 0,-4 9-1 0 0,7-9 8 0 0,-1 0 1 0 0,1-1-1 0 0,0 1 1 0 0,0 0-1 0 0,0 0 1 0 0,1 0-1 0 0,-1 0 1 0 0,1 0-1 0 0,0 0 0 0 0,0 0 1 0 0,1 0-1 0 0,-1 0 1 0 0,1 0-1 0 0,0 0 1 0 0,0 0-1 0 0,0 0 1 0 0,0-1-1 0 0,2 5 0 0 0,4 7-16 0 0,1 0-1 0 0,1-1 1 0 0,0 0-1 0 0,1 0 0 0 0,0 0 1 0 0,1-2-1 0 0,23 21 0 0 0,1-2-90 0 0,61 40 0 0 0,-37-34 82 0 0,1-3 0 0 0,1-2 0 0 0,118 43 0 0 0,-174-73 25 0 0,1 0 1 0 0,0 0-1 0 0,0-1 1 0 0,0 0-1 0 0,1 0 1 0 0,-1 0-1 0 0,0-1 1 0 0,0 0-1 0 0,0 0 1 0 0,0 0-1 0 0,1-1 1 0 0,-1 0-1 0 0,0 0 1 0 0,0-1-1 0 0,0 1 1 0 0,7-4-1 0 0,-6 1-92 0 0,-1 0-1 0 0,0 0 1 0 0,0-1 0 0 0,0 1-1 0 0,-1-1 1 0 0,1-1 0 0 0,-1 1-1 0 0,-1-1 1 0 0,1 0-1 0 0,-1 0 1 0 0,0 0 0 0 0,0 0-1 0 0,3-9 1 0 0,0 2 130 0 0,2-6 108 0 0,0 1 0 0 0,2 0-1 0 0,23-31 1 0 0,-30 44-8 0 0,1 0 1 0 0,0 0-1 0 0,0 1 0 0 0,0-1 0 0 0,0 2 0 0 0,1-1 0 0 0,-1 0 1 0 0,1 1-1 0 0,0 0 0 0 0,0 0 0 0 0,1 1 0 0 0,-1 0 1 0 0,0 0-1 0 0,1 0 0 0 0,-1 1 0 0 0,10-1 0 0 0,-9 2 0 0 0,-1 0 0 0 0,0 0 1 0 0,1 1-1 0 0,-1 0 0 0 0,0 0 0 0 0,0 0 0 0 0,0 1 0 0 0,0 0 0 0 0,0 0 0 0 0,9 5 1 0 0,5 5 43 0 0,30 21 1 0 0,-4-2 134 0 0,-25-18-110 0 0,-1-2 0 0 0,2 0-1 0 0,0-1 1 0 0,0-1 0 0 0,0-2-1 0 0,47 11 1 0 0,-69-18-123 0 0,1 0 0 0 0,0 0 0 0 0,0 0-1 0 0,-1 0 1 0 0,1 0 0 0 0,0 0 0 0 0,0-1 0 0 0,-1 1 0 0 0,1 0 0 0 0,0 0 0 0 0,-1 0-1 0 0,1-1 1 0 0,0 1 0 0 0,-1-1 0 0 0,1 1 0 0 0,0 0 0 0 0,-1-1 0 0 0,1 1-1 0 0,-1-1 1 0 0,1 1 0 0 0,-1-1 0 0 0,1 1 0 0 0,-1-1 0 0 0,1 0 0 0 0,-1 1-1 0 0,1-1 1 0 0,-1 0 0 0 0,0 1 0 0 0,1-1 0 0 0,-1 0 0 0 0,0 1 0 0 0,0-1-1 0 0,1 0 1 0 0,-1 0 0 0 0,0 1 0 0 0,0-1 0 0 0,0 0 0 0 0,0 0 0 0 0,0 1-1 0 0,0-1 1 0 0,0-1 0 0 0,-5-41 425 0 0,2 24-169 0 0,2 17-246 0 0,1-39 376 0 0,0 39-392 0 0,0 0 0 0 0,1 0-1 0 0,-1 0 1 0 0,0-1 0 0 0,1 1 0 0 0,-1 0 0 0 0,1 0-1 0 0,0 0 1 0 0,0 0 0 0 0,-1 0 0 0 0,2 0 0 0 0,-1 0 0 0 0,0 0-1 0 0,0 1 1 0 0,3-4 0 0 0,-3 5-8 0 0,-1 0 0 0 0,1-1-1 0 0,-1 1 1 0 0,1 0 0 0 0,0 0 0 0 0,-1 0 0 0 0,1 0-1 0 0,0 0 1 0 0,-1 0 0 0 0,1 0 0 0 0,0 0 0 0 0,-1 0-1 0 0,1 0 1 0 0,0 1 0 0 0,-1-1 0 0 0,1 0 0 0 0,-1 0-1 0 0,1 0 1 0 0,0 1 0 0 0,-1-1 0 0 0,1 0 0 0 0,-1 1-1 0 0,1-1 1 0 0,-1 1 0 0 0,1-1 0 0 0,-1 1 0 0 0,1-1 0 0 0,-1 1-1 0 0,0-1 1 0 0,1 1 0 0 0,-1-1 0 0 0,0 1 0 0 0,1-1-1 0 0,-1 1 1 0 0,0-1 0 0 0,0 1 0 0 0,1 0 0 0 0,-1-1-1 0 0,0 1 1 0 0,0 0 0 0 0,11 29 347 0 0,-10-30-348 0 0,6 30 243 0 0,6 46 1 0 0,-11-52-240 0 0,2 0 0 0 0,1 0 0 0 0,13 38 0 0 0,-16-57-60 0 0,2 4-369 0 0,0 1 0 0 0,0-1 1 0 0,11 16-1 0 0,-36-46-17599 0 0,13 6 12376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11:22:41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38 18284 0 0,'-5'-16'1641'0'0,"0"-3"-697"0"0,5 19-931 0 0,0 0-1 0 0,0 0 0 0 0,0 0 1 0 0,0 0-1 0 0,0 0 0 0 0,0 1 0 0 0,0-1 1 0 0,1 0-1 0 0,-1 0 0 0 0,0 0 1 0 0,0 0-1 0 0,0 0 0 0 0,0 0 0 0 0,0 0 1 0 0,0 0-1 0 0,1 0 0 0 0,-1 0 1 0 0,0 0-1 0 0,0 0 0 0 0,0 0 1 0 0,0 0-1 0 0,0 0 0 0 0,0 0 0 0 0,1 0 1 0 0,-1 0-1 0 0,0 0 0 0 0,0 0 1 0 0,0-1-1 0 0,0 1 0 0 0,0 0 0 0 0,0 0 1 0 0,0 0-1 0 0,1 0 0 0 0,-1 0 1 0 0,0 0-1 0 0,0 0 0 0 0,0 0 0 0 0,0 0 1 0 0,0 0-1 0 0,0-1 0 0 0,0 1 1 0 0,0 0-1 0 0,0 0 0 0 0,0 0 1 0 0,0 0-1 0 0,0 0 0 0 0,0 0 0 0 0,0-1 1 0 0,1 1-1 0 0,-1 0 0 0 0,0 0 1 0 0,0 0-1 0 0,0 0 0 0 0,0 0 0 0 0,0 0 1 0 0,-1-1-1 0 0,30 28 420 0 0,-2 0 1 0 0,-1 2-1 0 0,22 33 0 0 0,-25-32-256 0 0,1 0 1 0 0,2-2-1 0 0,33 30 0 0 0,-56-55-159 0 0,0-1 0 0 0,0 1 0 0 0,1-1 0 0 0,-1 0 0 0 0,0 0 0 0 0,1 0 0 0 0,0 0 0 0 0,-1-1 0 0 0,1 1 0 0 0,0-1 0 0 0,0 0 0 0 0,0 0 0 0 0,0 0 0 0 0,0-1 0 0 0,0 0 0 0 0,0 1 0 0 0,0-1 0 0 0,0-1 0 0 0,0 1 0 0 0,0 0 0 0 0,5-2 0 0 0,3-2 41 0 0,-1-1 0 0 0,0 0 0 0 0,-1-1 0 0 0,1 0-1 0 0,16-13 1 0 0,-24 17-66 0 0,1 0-12 0 0,-1-1 0 0 0,1 1-1 0 0,1 0 1 0 0,-1 0 0 0 0,0 1-1 0 0,0-1 1 0 0,1 1-1 0 0,-1 0 1 0 0,0 0 0 0 0,1 1-1 0 0,-1-1 1 0 0,1 1 0 0 0,7 0-1 0 0,2 2-91 0 0,1 0 0 0 0,26 8-1 0 0,-32-7 121 0 0,-1 0-1 0 0,1-1 0 0 0,0 0 1 0 0,0 0-1 0 0,0-1 0 0 0,0 0 1 0 0,0-1-1 0 0,0 0 0 0 0,0-1 1 0 0,18-2-1 0 0,-19 0-11 0 0,6-2-8 0 0,-1 1 0 0 0,1 0 0 0 0,1 0 0 0 0,-1 1 0 0 0,0 1 0 0 0,1 1 0 0 0,-1 0 0 0 0,1 1 0 0 0,26 2 0 0 0,-30 1 17 0 0,1-1 0 0 0,-1 0 1 0 0,1-1-1 0 0,0 0 0 0 0,-1-1 0 0 0,1 0 1 0 0,0-1-1 0 0,-1 0 0 0 0,1-1 0 0 0,0 0 1 0 0,-1-1-1 0 0,0 0 0 0 0,0-1 0 0 0,0 0 1 0 0,17-10-1 0 0,-22 11-8 0 0,0-1 0 0 0,1 1 0 0 0,-1 1 1 0 0,0-1-1 0 0,1 1 0 0 0,-1 0 0 0 0,11-1 0 0 0,-14 3-1 0 0,-1 0 0 0 0,1 0 0 0 0,0 1 0 0 0,0-1 0 0 0,-1 1 1 0 0,1-1-1 0 0,0 1 0 0 0,0 0 0 0 0,-1 0 0 0 0,1 0 0 0 0,-1 0 0 0 0,1 0 0 0 0,-1 1 0 0 0,0-1 0 0 0,1 1 0 0 0,-1 0 0 0 0,0 0 0 0 0,0 0 0 0 0,0 0 0 0 0,0 0 0 0 0,1 2 0 0 0,9 12-13 0 0,18 33 0 0 0,11 14-53 0 0,-37-57-278 0 0,0-1 0 0 0,1-1 1 0 0,0 1-1 0 0,0 0 0 0 0,0-1 0 0 0,0 0 1 0 0,1-1-1 0 0,-1 1 0 0 0,8 2 0 0 0,-9-4-777 0 0,-1-1 0 0 0,1 0 0 0 0,0-1 0 0 0,0 1-1 0 0,0-1 1 0 0,0 0 0 0 0,0 0 0 0 0,0 0-1 0 0,-1 0 1 0 0,1-1 0 0 0,0 1 0 0 0,0-1 0 0 0,0 0-1 0 0,5-2 1 0 0,1-2-1721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11:22:41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32 171 16932 0 0,'12'25'490'0'0,"2"0"-1"0"0,0-1 1 0 0,30 37 0 0 0,-37-53-418 0 0,0 0-1 0 0,1 0 1 0 0,0-1 0 0 0,0 0-1 0 0,0-1 1 0 0,1 0 0 0 0,0 0-1 0 0,0-1 1 0 0,1 0-1 0 0,-1-1 1 0 0,1 1 0 0 0,0-2-1 0 0,0 0 1 0 0,11 2 0 0 0,-10-3-29 0 0,0-1 1 0 0,0 0 0 0 0,0 0 0 0 0,0-2 0 0 0,0 1-1 0 0,0-1 1 0 0,0-1 0 0 0,0 0 0 0 0,0-1-1 0 0,0 0 1 0 0,-1 0 0 0 0,15-7 0 0 0,-20 7-6 0 0,-1 1-1 0 0,1-1 1 0 0,0 0 0 0 0,-1-1-1 0 0,0 1 1 0 0,0-1 0 0 0,0 1-1 0 0,0-1 1 0 0,-1 0 0 0 0,1-1-1 0 0,-1 1 1 0 0,0-1 0 0 0,0 1 0 0 0,-1-1-1 0 0,1 0 1 0 0,-1 0 0 0 0,0 0-1 0 0,0 0 1 0 0,-1-1 0 0 0,0 1-1 0 0,1 0 1 0 0,-2-1 0 0 0,1 1 0 0 0,-1-1-1 0 0,0 1 1 0 0,-1-10 0 0 0,-1 4 7 0 0,0 0-1 0 0,-1 0 1 0 0,0 1 0 0 0,-1-1 0 0 0,0 1 0 0 0,-1 0 0 0 0,0 0 0 0 0,0 0 0 0 0,-1 1 0 0 0,-1-1 0 0 0,1 2 0 0 0,-2-1 0 0 0,-12-12 0 0 0,10 11-57 0 0,0 1 0 0 0,-1 0 1 0 0,0 1-1 0 0,0 0 1 0 0,-1 1-1 0 0,0 0 0 0 0,0 1 1 0 0,-1 0-1 0 0,0 1 1 0 0,-22-6-1 0 0,22 9-12 0 0,1 0 0 0 0,-1 1 0 0 0,0 1 0 0 0,0 0 0 0 0,0 1 0 0 0,1 0 0 0 0,-1 1 0 0 0,-18 5 0 0 0,22-4-350 0 0,1-1 0 0 0,0 1 0 0 0,-1 0 0 0 0,1 1 0 0 0,1 0 0 0 0,-1 0 0 0 0,0 1 0 0 0,1 0 0 0 0,0 0 0 0 0,0 1 0 0 0,1 0 0 0 0,0 0 0 0 0,-7 8 0 0 0,12-13-187 0 0,0 1-1 0 0,0 0 0 0 0,0-1 1 0 0,0 1-1 0 0,0 0 0 0 0,0 0 1 0 0,0-1-1 0 0,1 1 1 0 0,-1 0-1 0 0,0 0 0 0 0,1 0 1 0 0,0 0-1 0 0,0 0 0 0 0,-1 0 1 0 0,1 0-1 0 0,0 0 1 0 0,1 0-1 0 0,-1 0 0 0 0,0-1 1 0 0,0 1-1 0 0,1 0 0 0 0,0 3 1 0 0,4 3-2388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11:22:42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1 408 13203 0 0,'2'-2'312'0'0,"1"-1"0"0"0,-1 0 0 0 0,1 1 1 0 0,0 0-1 0 0,0-1 0 0 0,0 1 0 0 0,0 0 1 0 0,0 0-1 0 0,0 1 0 0 0,0-1 0 0 0,1 1 0 0 0,-1 0 1 0 0,1 0-1 0 0,-1 0 0 0 0,1 0 0 0 0,6-1 0 0 0,1 3-316 0 0,-1-1-1 0 0,0 1 0 0 0,0 1 0 0 0,17 4 0 0 0,-10-2 340 0 0,18 3-211 0 0,1 0 0 0 0,0-3 0 0 0,0 0 0 0 0,62-4 0 0 0,-80-1-26 0 0,1-2-1 0 0,-1 0 0 0 0,0-1 0 0 0,0-1 0 0 0,0 0 0 0 0,-1-2 0 0 0,1 0 1 0 0,-1-1-1 0 0,-1 0 0 0 0,0-1 0 0 0,16-13 0 0 0,-18 13-28 0 0,-1-2-1 0 0,0 0 1 0 0,-1 0-1 0 0,0-1 1 0 0,-1-1-1 0 0,0 0 1 0 0,11-18 0 0 0,-19 27-48 0 0,-1-1 0 0 0,1 0 0 0 0,-1 0 0 0 0,0 0 0 0 0,0 0-1 0 0,-1 0 1 0 0,0 0 0 0 0,0-1 0 0 0,0 1 0 0 0,0 0 0 0 0,-1-1 0 0 0,0 1 0 0 0,0 0 0 0 0,-1-1 0 0 0,1 1 0 0 0,-1 0 0 0 0,0-1 0 0 0,0 1 0 0 0,-1 0 0 0 0,0 0 0 0 0,0 0 0 0 0,0 0 0 0 0,0 0 0 0 0,-1 1 0 0 0,0-1 0 0 0,-5-6 0 0 0,2 4-48 0 0,0 0 0 0 0,0 1-1 0 0,-1 0 1 0 0,0 0 0 0 0,-1 1 0 0 0,1-1-1 0 0,-1 2 1 0 0,0-1 0 0 0,0 1 0 0 0,0 0-1 0 0,-1 1 1 0 0,0 0 0 0 0,1 0 0 0 0,-1 1 0 0 0,0 0-1 0 0,0 0 1 0 0,0 1 0 0 0,-14 0 0 0 0,-13 1-267 0 0,0 1 0 0 0,0 2 0 0 0,-46 10 1 0 0,64-10-169 0 0,-11 2-177 0 0,-36 10-1 0 0,56-12-895 0 0,0 0 1 0 0,1 1-1 0 0,-1 0 0 0 0,-13 8 1 0 0,21-11 1236 0 0,1-1 0 0 0,-1 1 0 0 0,0-1 0 0 0,1 1 1 0 0,-1-1-1 0 0,0 1 0 0 0,1 0 0 0 0,-1-1 0 0 0,0 1 1 0 0,1 0-1 0 0,-1-1 0 0 0,1 1 0 0 0,0 0 0 0 0,-1-1 0 0 0,1 1 1 0 0,0 0-1 0 0,-1 0 0 0 0,1 0 0 0 0,0 0 0 0 0,0-1 1 0 0,-1 1-1 0 0,1 0 0 0 0,0 0 0 0 0,0 0 0 0 0,0 1 1 0 0,3 4-2120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11:22:42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14923 0 0,'0'-17'5512'0'0,"1"1"-3115"0"0,10 36-2469 0 0,18 55-31 0 0,35 137 1 0 0,-3 85 203 0 0,26 98-5797 0 0,-24-165-7969 0 0,-49-179 10786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11:22:42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1 418 4297 0 0,'3'-12'1752'0'0,"21"-54"4730"0"0,-23 62-6141 0 0,1 0-1 0 0,0 1 0 0 0,1-1 1 0 0,-1 1-1 0 0,0-1 0 0 0,1 1 0 0 0,0 0 1 0 0,0 0-1 0 0,0 0 0 0 0,0 0 1 0 0,0 0-1 0 0,1 1 0 0 0,-1 0 0 0 0,5-3 1 0 0,-4 4-146 0 0,0 1 0 0 0,0-1 0 0 0,0 1 0 0 0,0 0 0 0 0,0 0 0 0 0,0 0 0 0 0,0 1 1 0 0,6 1-1 0 0,21 0 9 0 0,11-6-141 0 0,-1-2 0 0 0,45-13 0 0 0,-71 15 27 0 0,0-1 1 0 0,0 0 0 0 0,0-1 0 0 0,-1-1 0 0 0,0 0-1 0 0,0-1 1 0 0,-1-1 0 0 0,23-18 0 0 0,-31 22 27 0 0,0 0 1 0 0,-1 0-1 0 0,1 0 1 0 0,-1-1-1 0 0,0 0 1 0 0,0 0-1 0 0,-1 0 1 0 0,0 0-1 0 0,0 0 0 0 0,0-1 1 0 0,-1 1-1 0 0,0-1 1 0 0,1-8-1 0 0,-2 12-79 0 0,-1 0-1 0 0,0-1 0 0 0,0 1 0 0 0,0 0 0 0 0,-1 0 1 0 0,1 0-1 0 0,-1 0 0 0 0,1 0 0 0 0,-1 0 1 0 0,0 0-1 0 0,0 0 0 0 0,-1 0 0 0 0,1 0 0 0 0,-1 0 1 0 0,1 1-1 0 0,-1-1 0 0 0,0 0 0 0 0,0 1 0 0 0,0 0 1 0 0,0-1-1 0 0,0 1 0 0 0,-1 0 0 0 0,1 0 1 0 0,-1 0-1 0 0,1 0 0 0 0,-1 1 0 0 0,0-1 0 0 0,0 1 1 0 0,0 0-1 0 0,-5-2 0 0 0,0-1 8 0 0,-1 1 0 0 0,0 1-1 0 0,0 0 1 0 0,-1 0 0 0 0,1 1 0 0 0,0 0 0 0 0,-1 0-1 0 0,1 1 1 0 0,0 0 0 0 0,-1 1 0 0 0,1 0 0 0 0,0 0 0 0 0,0 1-1 0 0,-15 5 1 0 0,18-5 1 0 0,0 1-1 0 0,-1 0 1 0 0,1 0 0 0 0,0 1-1 0 0,1-1 1 0 0,-1 1-1 0 0,1 1 1 0 0,0-1 0 0 0,0 1-1 0 0,0 0 1 0 0,0 0-1 0 0,1 0 1 0 0,0 0 0 0 0,0 1-1 0 0,0 0 1 0 0,1 0-1 0 0,0 0 1 0 0,0 0 0 0 0,1 1-1 0 0,-4 10 1 0 0,3 0-19 0 0,0-1 0 0 0,1 1 1 0 0,1 1-1 0 0,1-1 0 0 0,0 0 0 0 0,2 0 1 0 0,-1 0-1 0 0,2 0 0 0 0,0 0 0 0 0,2-1 1 0 0,-1 1-1 0 0,2-1 0 0 0,0 0 0 0 0,15 27 1 0 0,2-4-43 0 0,1 0-1 0 0,1-2 1 0 0,2-1 0 0 0,46 47 0 0 0,-36-45-291 0 0,1-2-1 0 0,52 39 1 0 0,-67-59-1626 0 0,50 27 0 0 0,-56-35-703 0 0,0-1-1 0 0,1 0 1 0 0,32 7 0 0 0,-14-10-1896 0 0,2-7-49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11:22:46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1063 11666 0 0,'-22'-11'619'0'0,"-136"-68"1276"0"0,128 62-1796 0 0,1-1 0 0 0,1-2 0 0 0,-29-25 0 0 0,50 39-157 0 0,2 1-1 0 0,-1-1 0 0 0,0-1 0 0 0,1 1 0 0 0,0-1 1 0 0,1 1-1 0 0,0-2 0 0 0,0 1 0 0 0,0 0 1 0 0,1-1-1 0 0,0 1 0 0 0,0-1 0 0 0,1 0 0 0 0,0 0 1 0 0,0 0-1 0 0,0-16 0 0 0,2 14 8 0 0,1 0-1 0 0,0 0 1 0 0,0 1 0 0 0,1-1-1 0 0,0 1 1 0 0,1-1 0 0 0,0 1-1 0 0,1 0 1 0 0,0 0-1 0 0,0 0 1 0 0,1 1 0 0 0,0-1-1 0 0,1 1 1 0 0,6-8 0 0 0,4-2 65 0 0,2 0 0 0 0,0 1 0 0 0,0 1 1 0 0,2 0-1 0 0,0 2 0 0 0,35-21 0 0 0,142-58 292 0 0,-180 85-279 0 0,131-50 118 0 0,3 6 1 0 0,2 6 0 0 0,175-27-1 0 0,481-31 332 0 0,-480 81 278 0 0,601 34 1 0 0,-695 11-297 0 0,-1 11-1 0 0,-2 10 1 0 0,302 96 0 0 0,-291-58-306 0 0,344 164-1 0 0,-486-194-137 0 0,-2 4-1 0 0,-3 5 0 0 0,-3 4 0 0 0,-2 4 0 0 0,151 148 1 0 0,-209-182 43 0 0,-2 2 0 0 0,-1 1 0 0 0,-2 2 1 0 0,-2 0-1 0 0,36 74 0 0 0,-53-93 20 0 0,0 0 0 0 0,-2 1 0 0 0,0 0 0 0 0,-1 1 0 0 0,-1-1 0 0 0,-2 1 1 0 0,0 0-1 0 0,-1 0 0 0 0,-1 0 0 0 0,-1 0 0 0 0,-1 0 0 0 0,-1 0 0 0 0,-1 0 0 0 0,-8 31 0 0 0,0-20 66 0 0,-3 0 1 0 0,0-1-1 0 0,-2-1 0 0 0,-1 0 1 0 0,-2-2-1 0 0,-1 0 1 0 0,-1-1-1 0 0,-1-1 0 0 0,-2 0 1 0 0,-35 29-1 0 0,-10 3 103 0 0,-3-3 1 0 0,-142 84-1 0 0,-408 179-73 0 0,-25-45-32 0 0,477-204-133 0 0,-1471 566-969 0 0,1100-433 434 0 0,74-20-3793 0 0,158-57-2457 0 0,120-48 140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9T11:17:28.0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10836 6154 1313 0,'21'-38'-3'16,"5"-2"23"-16,11-8-4 0,6 8 6 15,1 7 1-15,3 3-3 0,3 2-6 0,2 3-7 0,4 1-8 0,2 2-3 0,3 2 1 0,3 2-2 16,2 3 3-16,4 3-3 0,0 1-2 0,3 1-4 0,0 1 6 0,1 0 0 16,1 1 1-16,3 1 6 0,-1-1-6 0,4 2 5 0,-1 0 3 0,0 2 0 15,2 0 3-15,-1 1-2 0,0-1-1 0,0 1-2 0,0 0 3 16,-1 0-1-16,1 1 7 0,1 0 2 0,0 2 5 0,-1 0 8 0,3 2 1 15,-1 1 3-15,1 0 1 0,1 3-2 0,-2 0-7 0,0 4 0 16,-1 3 2-16,-1 2 0 0,0 6 11 0,-2 3-5 0,-1 2-2 0,-3 6-10 16,-3 0-2-16,-2 3-5 0,-4 1-4 0,-4 1 2 0,0 2-6 0,-3 0 1 15,-1-2 0-15,1 2-3 0,-2-1 2 0,1 2-5 0,-2 2-2 16,-2-1-1-16,-2 3 0 0,-3 0 3 0,-3 2 2 0,-4 1 6 0,-5 2-2 16,-1 4 0-16,-6-1 2 0,-2 2-7 0,-4 2 0 0,-4-1-3 0,-3 3 0 15,-2 1-8-15,-4 2 1 0,-1 3-2 0,-4 1-2 0,-2 4 2 16,-3 3-8-16,-4 1 1 0,-1 1 0 0,-3 4 5 0,-3 0-3 0,-1 2-3 15,-4 1-3-15,-1 1-1 0,-3 1 2 0,0 0 2 0,-4 1 0 0,-1-3-2 16,-3 1 4-16,-1-1 6 0,0-3 3 0,-1 2 8 0,-1-2 1 16,-3-3-2-16,2-1 3 0,-2-3-7 0,0-1 3 0,-2-2 4 0,-2-3 3 15,-1-1 10-15,-1 0 1 0,1-2 2 0,-2-2 0 0,-4-1-2 16,-1-1-4-16,-2 0-2 0,-5-2-3 0,-3 0 1 0,-3-3 1 0,-4 0-2 16,-3-1 1-16,-2-3-2 0,-2 1-3 0,-4-1 0 0,-1 0 2 0,-3-2-1 15,-7-1 2-15,-4-1-2 0,-4 0 1 0,-2-2-6 0,-4-2 3 16,-2-2 8-16,-3-1 0 0,0-2 2 0,-4-2 1 0,2-2-5 0,0-1 9 15,2-2 11-15,1 0 7 0,-1-2 6 0,0 0 2 0,-1-3-3 0,0 0-2 16,1-3 2-16,1 0-7 0,0-1-1 0,0-3 0 0,2-2-12 16,-1 0 3-16,0-2 0 0,0 0-1 0,0-3 2 0,-2 0-2 0,1 0-13 15,-2-1-1-15,-4 1 9 0,1-1-2 0,-1 0-2 0,-2-1 1 16,0 0-13-16,-1 1 2 0,-4 1 1 0,0 0 1 0,-2 0 1 0,-3 0-1 16,-1 3 0-16,-3-1 3 0,-2 1 1 0,-2 1 3 0,-1-2 5 0,-2 2-4 15,0-1-7-15,1-1 2 0,-2 0 3 0,-1-2 2 0,1-2-2 16,0 0-2-16,3 0-8 0,1-3 1 0,2 1 0 0,-1-3 3 0,2-1 3 15,1 0 1-15,1-2-1 0,0-1-4 0,0 0-22 0,-2 0 1 0,0-1 1 16,-1-1 1-16,1-2 25 0,4-1 8 0,4-1 13 0,3-2 4 16,5 0 0-16,1-1-1 0,2-1-2 0,3 0-7 0,-2-1 3 0,3 0-7 15,2 0-11-15,-2-2 3 0,0 0-13 0,0 0 2 0,-3 0 13 16,1 0 0-16,2-1 1 0,1-2 0 0,-1-1-14 0,3-2 5 0,0-2 0 16,4-1-4-16,1-3 2 0,1-1 2 0,0-1 2 0,1-3-3 0,3-2 4 15,-2-2-3-15,4-4 0 0,1 0-2 0,3-3 0 0,2 1-4 16,0-1-6-16,1-2-2 0,2-2 7 0,2 0 9 0,3-2 4 0,2 0 8 15,4-2-4-15,2-1-4 0,2-2 0 0,2-3-1 0,3 0 8 0,1-2 3 16,4 2-6-16,4 0-2 0,2-3 12 0,1 0-2 0,2 1 17 16,5-1 3-16,1 1-17 0,5-1-9 0,3 0-6 0,3 0 1 0,1-1-8 15,4 3-1-15,0 1-3 0,4-1-2 0,2 1 2 0,2 0 12 0,2-1-5 16,3 1 4-16,4-2-5 0,4-1-6 0,3 2 0 0,2-1-1 16,4 2-6-16,3 1 5 0,3-2 2 0,3 0 4 0,2-1-1 15,4 2 2-15,1 0-3 0,3 0-4 0,2-1 0 0,5 0 1 0,2-1 1 16,4 2-24-16,3 0-2 0,3 0 14 0,3 0-3 0,5 0 29 0,3-2 3 15,7 1-19-15,3-2 7 0,4 0-3 0,4 0-7 0,3-1 1 0,3 3-9 16,4 2-6-16,3 0 7 0,3 1 2 0,1 1 7 0,5 0-1 16,1 2 8-16,4 1-3 0,2 0 1 0,4 0 0 0,3-1-2 0,4-1-4 15,6 0-12-15,4-2 4 0,7 1 3 0,5-1 4 0,4 1 9 0,4 3-3 16,3 3-9-16,-2 4 5 0,2 4-2 0,0 2 0 0,-1 2 3 16,-1 4-6-16,-2 3 4 0,-1 5 1 0,-3 5-4 0,0 4 4 0,-6 1 2 15,-1 5-4-15,-2 1-2 0,-4 3 0 0,2 2-1 0,-2 2 6 16,-1 2 2-16,2 4-6 0,-3 3 4 0,2 1-8 0,0 2 4 0,0 3 2 15,2 2-5-15,-3 6 2 0,0 5-16 0,-3 2-11 0,-1 3-9 0,-1 1-20 16,0 1-14-16,-1 3-31 0,0 1-40 0,-2 1-33 0,0 3-49 16,-2-2-69-16,1 1-76 0,-2 2-309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58517-DEB7-49F4-8C04-9D01725FA21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EE7BDF-9E19-4861-8751-34C1EED58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72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E7BDF-9E19-4861-8751-34C1EED588E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98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C273-7F5C-D646-7598-0D1C4E0C6C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71B38-1859-D6D9-5570-676698DB0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FA1FB-4C8C-0CD5-989E-5D1DA4C2F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6B84-A6A0-4E4A-AAC8-EA147048CC0B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63D9B-4824-83E5-2589-72302FC31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E903-5CFE-F760-6493-36885E6C7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4439-8354-41E3-B692-018941B5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38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C73DD-2E95-F6DC-5E99-5CCA68D05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ADD6D-AA8A-349B-B68A-D6D5D6385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12ACD-5A39-D072-DF6D-DE2CCAE6B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6B84-A6A0-4E4A-AAC8-EA147048CC0B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58BDB-6B84-64B3-5146-2294AC90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80A4C-F11C-86F5-5D51-E621A2D8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4439-8354-41E3-B692-018941B5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57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923B9-FD05-9072-D44C-D68DF7967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EA866-A10F-943A-4EA6-59353F525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82022-1C60-CC4C-DC43-50261CC36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6B84-A6A0-4E4A-AAC8-EA147048CC0B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201C-F699-18A9-945A-8D7E39AC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DABBF-72B1-D0FD-8901-41B3610DE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4439-8354-41E3-B692-018941B5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1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F48D5-3C04-54E2-582B-6E50839E8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DCE1E-0349-D899-6CA8-2A4CC972A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03833-FBA0-FBE2-49FB-B20B695DB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192D1-C32B-BAAA-6AF3-9F6257698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6B84-A6A0-4E4A-AAC8-EA147048CC0B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3A787-4595-31CE-85D4-6756A6144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1DEEF-D67E-DF1E-50E0-C8DD3DC8E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4439-8354-41E3-B692-018941B5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80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8F49F-344A-B79F-F965-8002BF4D7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E0F17-9F63-65A0-81C3-13EC34E79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4C0F2-7CCB-6E0F-F4AD-2A0A9A588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EEE6E2-01CA-0661-8B89-AD9C102D0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E7BE00-0514-2DAA-D2FE-1016245F2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C6F87B-0C75-D286-F655-C48BDDD0D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6B84-A6A0-4E4A-AAC8-EA147048CC0B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38532-D6E5-DB59-BEE2-FA4BC9E40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0BEC2-6FFE-279E-7EB2-5EC5BF0C6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4439-8354-41E3-B692-018941B5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38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138A0-CCF0-5D58-D439-A00994FCC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44756-45A8-5635-E1D5-849D9BBBA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6B84-A6A0-4E4A-AAC8-EA147048CC0B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2ABC3-6A4F-7AFC-CD45-1334D31C9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8C0A0-28EC-F124-A048-1975132F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4439-8354-41E3-B692-018941B5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83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127E25-6655-60F1-0ABF-07D3CC130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6B84-A6A0-4E4A-AAC8-EA147048CC0B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936395-B08A-00AE-394D-CDFD461A0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EBC50-65B5-ED19-7974-F81C0A45F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4439-8354-41E3-B692-018941B5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48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7F741-9AAB-84B0-CF58-BE144777B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96BDD-5C16-BE3B-092C-5D1EB6865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07D22-C45F-6A5D-E5C6-25342F3D3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011C3-3A84-4279-3A4A-29D562738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6B84-A6A0-4E4A-AAC8-EA147048CC0B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B6535-D435-5485-287A-3F68775D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3CD32-1A84-B53E-7686-A8F9EFE8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4439-8354-41E3-B692-018941B5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58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BA433-D471-528B-A994-F631C3343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4595FF-7DE2-DF82-A9E8-1E118F6015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ACF6E-C0C3-072B-DC05-E7FCD3494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A7157-11B0-7F70-A67A-D7FA09056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6B84-A6A0-4E4A-AAC8-EA147048CC0B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7C098-E6B1-9F37-8F88-F5BBE95E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F93C9-CBD4-71E7-9F04-DCBD52738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4439-8354-41E3-B692-018941B5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58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45CE9-E6CE-A408-26CF-3DEE155E9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5FADC-BB5C-C36E-BF5C-786E942A1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42D40-EACC-18D6-E4A8-ECF076E7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6B84-A6A0-4E4A-AAC8-EA147048CC0B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CAE9A-C7BF-D62C-C7DC-1DC6A6BA5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712C-B788-DE36-11AD-45B9848D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4439-8354-41E3-B692-018941B5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77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9ADA6B-1B95-7A9C-CF75-72DC1888B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DAAB3-12B7-6CDB-2B5A-D5D2CD4C2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5E41C-81ED-4E7A-5960-CACA358FE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6B84-A6A0-4E4A-AAC8-EA147048CC0B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AAA96-DE88-9885-7245-4BDBD06F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F8403-499C-D890-21F5-3E8415C3F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4439-8354-41E3-B692-018941B5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3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B2F7A5-FF22-F206-3194-12B5DED27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6E596-DDCD-7F1C-AE00-8B6B9C9EA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D372D-BBE2-6783-0028-D89A0FC17D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96B84-A6A0-4E4A-AAC8-EA147048CC0B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87901-578A-BF0B-91D4-8E2D66343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DB1C2-C12F-D2B8-DF55-EE743229A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44439-8354-41E3-B692-018941B5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2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6.png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15.xml"/><Relationship Id="rId18" Type="http://schemas.openxmlformats.org/officeDocument/2006/relationships/image" Target="../media/image18.png"/><Relationship Id="rId26" Type="http://schemas.openxmlformats.org/officeDocument/2006/relationships/image" Target="../media/image22.png"/><Relationship Id="rId3" Type="http://schemas.openxmlformats.org/officeDocument/2006/relationships/customXml" Target="../ink/ink10.xml"/><Relationship Id="rId21" Type="http://schemas.openxmlformats.org/officeDocument/2006/relationships/customXml" Target="../ink/ink19.xml"/><Relationship Id="rId7" Type="http://schemas.openxmlformats.org/officeDocument/2006/relationships/customXml" Target="../ink/ink12.xml"/><Relationship Id="rId12" Type="http://schemas.openxmlformats.org/officeDocument/2006/relationships/image" Target="../media/image15.png"/><Relationship Id="rId17" Type="http://schemas.openxmlformats.org/officeDocument/2006/relationships/customXml" Target="../ink/ink17.xml"/><Relationship Id="rId25" Type="http://schemas.openxmlformats.org/officeDocument/2006/relationships/customXml" Target="../ink/ink21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14.xml"/><Relationship Id="rId24" Type="http://schemas.openxmlformats.org/officeDocument/2006/relationships/image" Target="../media/image21.png"/><Relationship Id="rId5" Type="http://schemas.openxmlformats.org/officeDocument/2006/relationships/customXml" Target="../ink/ink11.xml"/><Relationship Id="rId15" Type="http://schemas.openxmlformats.org/officeDocument/2006/relationships/customXml" Target="../ink/ink16.xml"/><Relationship Id="rId23" Type="http://schemas.openxmlformats.org/officeDocument/2006/relationships/customXml" Target="../ink/ink20.xml"/><Relationship Id="rId28" Type="http://schemas.openxmlformats.org/officeDocument/2006/relationships/image" Target="../media/image23.png"/><Relationship Id="rId10" Type="http://schemas.openxmlformats.org/officeDocument/2006/relationships/image" Target="../media/image14.png"/><Relationship Id="rId19" Type="http://schemas.openxmlformats.org/officeDocument/2006/relationships/customXml" Target="../ink/ink18.xml"/><Relationship Id="rId4" Type="http://schemas.openxmlformats.org/officeDocument/2006/relationships/image" Target="../media/image11.png"/><Relationship Id="rId9" Type="http://schemas.openxmlformats.org/officeDocument/2006/relationships/customXml" Target="../ink/ink13.xml"/><Relationship Id="rId14" Type="http://schemas.openxmlformats.org/officeDocument/2006/relationships/image" Target="../media/image16.png"/><Relationship Id="rId22" Type="http://schemas.openxmlformats.org/officeDocument/2006/relationships/image" Target="../media/image20.png"/><Relationship Id="rId27" Type="http://schemas.openxmlformats.org/officeDocument/2006/relationships/customXml" Target="../ink/ink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A77D7-E9AB-9247-F440-CA5E4893EC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2-dars(Model Building)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D5589-60D4-56BF-C9C3-F9B715109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3634"/>
            <a:ext cx="9144000" cy="744166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426749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D9A92-81A1-466D-17A0-4C1FB5F24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B1F81-1B8F-E2C0-F66D-64CC5B9FB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</a:t>
            </a:r>
            <a:r>
              <a:rPr lang="en-US" dirty="0" err="1"/>
              <a:t>qiling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Oddiy</a:t>
            </a:r>
            <a:r>
              <a:rPr lang="en-US" dirty="0"/>
              <a:t> </a:t>
            </a:r>
            <a:r>
              <a:rPr lang="en-US" dirty="0" err="1"/>
              <a:t>usulda</a:t>
            </a:r>
            <a:r>
              <a:rPr lang="en-US" dirty="0"/>
              <a:t>(</a:t>
            </a:r>
            <a:r>
              <a:rPr lang="en-US" dirty="0" err="1"/>
              <a:t>funksiya</a:t>
            </a:r>
            <a:r>
              <a:rPr lang="en-US" dirty="0"/>
              <a:t>)+visual (</a:t>
            </a:r>
            <a:r>
              <a:rPr lang="en-US" dirty="0" err="1"/>
              <a:t>matplot</a:t>
            </a:r>
            <a:r>
              <a:rPr lang="en-US" dirty="0"/>
              <a:t>, line graph)</a:t>
            </a:r>
          </a:p>
          <a:p>
            <a:pPr lvl="1"/>
            <a:r>
              <a:rPr lang="en-US" dirty="0" err="1"/>
              <a:t>Klibni</a:t>
            </a:r>
            <a:r>
              <a:rPr lang="en-US" dirty="0"/>
              <a:t> </a:t>
            </a:r>
            <a:r>
              <a:rPr lang="en-US" dirty="0" err="1"/>
              <a:t>ishlating+visual</a:t>
            </a:r>
            <a:r>
              <a:rPr lang="en-US" dirty="0"/>
              <a:t>(</a:t>
            </a:r>
            <a:r>
              <a:rPr lang="en-US" dirty="0" err="1"/>
              <a:t>seaborn,piechart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Autoclean</a:t>
            </a:r>
            <a:r>
              <a:rPr lang="en-US" dirty="0"/>
              <a:t> +visual(</a:t>
            </a:r>
            <a:r>
              <a:rPr lang="en-US" dirty="0" err="1"/>
              <a:t>plotlyexpress</a:t>
            </a:r>
            <a:r>
              <a:rPr lang="en-US" dirty="0"/>
              <a:t>, bar)</a:t>
            </a:r>
          </a:p>
          <a:p>
            <a:pPr lvl="1"/>
            <a:r>
              <a:rPr lang="en-US" dirty="0"/>
              <a:t>Barcha </a:t>
            </a:r>
            <a:r>
              <a:rPr lang="en-US" dirty="0" err="1"/>
              <a:t>algorithmlarni</a:t>
            </a:r>
            <a:r>
              <a:rPr lang="en-US" dirty="0"/>
              <a:t> </a:t>
            </a:r>
            <a:r>
              <a:rPr lang="en-US" dirty="0" err="1"/>
              <a:t>ishlating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783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7C7F-42DF-423C-516E-2D0240EA1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5DCAC-A41C-9040-8616-F36BB5EB0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Yangi </a:t>
            </a:r>
            <a:r>
              <a:rPr lang="en-US" dirty="0" err="1"/>
              <a:t>kutubxonalar</a:t>
            </a:r>
            <a:endParaRPr lang="en-US" dirty="0"/>
          </a:p>
          <a:p>
            <a:pPr lvl="1"/>
            <a:r>
              <a:rPr lang="en-US" dirty="0" err="1"/>
              <a:t>Klib</a:t>
            </a:r>
            <a:endParaRPr lang="en-US" dirty="0"/>
          </a:p>
          <a:p>
            <a:pPr lvl="1"/>
            <a:r>
              <a:rPr lang="en-US" dirty="0" err="1"/>
              <a:t>Datacleaner</a:t>
            </a:r>
            <a:endParaRPr lang="en-US" dirty="0"/>
          </a:p>
          <a:p>
            <a:r>
              <a:rPr lang="en-US" dirty="0"/>
              <a:t>Project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A74F0C3-2253-4B3A-DE20-DDA1136066A5}"/>
                  </a:ext>
                </a:extLst>
              </p14:cNvPr>
              <p14:cNvContentPartPr/>
              <p14:nvPr/>
            </p14:nvContentPartPr>
            <p14:xfrm>
              <a:off x="1097640" y="1492200"/>
              <a:ext cx="2102040" cy="2720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A74F0C3-2253-4B3A-DE20-DDA1136066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8280" y="1482840"/>
                <a:ext cx="2120760" cy="273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0883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18E5-2CF8-99E0-9ADC-D3E13D01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6650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1C934-6C0E-BF55-2DB0-BE8C78B0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3EF17-1CD9-4A31-5BC5-67E3D4BA4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1-oy </a:t>
            </a:r>
            <a:r>
              <a:rPr lang="en-US" dirty="0" err="1"/>
              <a:t>taxlili</a:t>
            </a:r>
            <a:endParaRPr lang="en-US" dirty="0"/>
          </a:p>
          <a:p>
            <a:r>
              <a:rPr lang="en-US" dirty="0"/>
              <a:t>2-oyda</a:t>
            </a:r>
          </a:p>
          <a:p>
            <a:r>
              <a:rPr lang="en-US" dirty="0"/>
              <a:t>Visualization </a:t>
            </a:r>
            <a:r>
              <a:rPr lang="en-US" dirty="0" err="1"/>
              <a:t>kutubxonalari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734167D-EBB7-9071-51EB-80B56E000304}"/>
                  </a:ext>
                </a:extLst>
              </p14:cNvPr>
              <p14:cNvContentPartPr/>
              <p14:nvPr/>
            </p14:nvContentPartPr>
            <p14:xfrm>
              <a:off x="872640" y="826200"/>
              <a:ext cx="10921320" cy="5969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734167D-EBB7-9071-51EB-80B56E0003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3280" y="816840"/>
                <a:ext cx="10940040" cy="598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180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9AFA8-7EB5-ACE3-F31D-1722E359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04A0-5A42-F63A-89F5-DC9ABE8C0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/>
              <a:t>Yangi </a:t>
            </a:r>
            <a:r>
              <a:rPr lang="en-US" b="1" dirty="0" err="1"/>
              <a:t>kutubxonalar</a:t>
            </a:r>
            <a:r>
              <a:rPr lang="en-US" b="1" dirty="0"/>
              <a:t>: </a:t>
            </a:r>
            <a:r>
              <a:rPr lang="en-US" b="1" dirty="0" err="1"/>
              <a:t>Klib</a:t>
            </a:r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C562F7A-D27D-A029-6CCC-EDC0B4E3CC07}"/>
                  </a:ext>
                </a:extLst>
              </p14:cNvPr>
              <p14:cNvContentPartPr/>
              <p14:nvPr/>
            </p14:nvContentPartPr>
            <p14:xfrm>
              <a:off x="5241960" y="4439880"/>
              <a:ext cx="77400" cy="128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C562F7A-D27D-A029-6CCC-EDC0B4E3CC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32600" y="4430520"/>
                <a:ext cx="9612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D9B372E-2F3A-3D7F-119D-87B9EC821232}"/>
                  </a:ext>
                </a:extLst>
              </p14:cNvPr>
              <p14:cNvContentPartPr/>
              <p14:nvPr/>
            </p14:nvContentPartPr>
            <p14:xfrm>
              <a:off x="7821720" y="3213720"/>
              <a:ext cx="1146600" cy="820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D9B372E-2F3A-3D7F-119D-87B9EC8212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12360" y="3204360"/>
                <a:ext cx="1165320" cy="83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1161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6E65-28A7-EA8B-CC52-AF97F26E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Yangi </a:t>
            </a:r>
            <a:r>
              <a:rPr lang="en-US" b="1" dirty="0" err="1"/>
              <a:t>kutubxonalar</a:t>
            </a:r>
            <a:r>
              <a:rPr lang="en-US" b="1" dirty="0"/>
              <a:t>: </a:t>
            </a:r>
            <a:r>
              <a:rPr lang="en-US" b="1" dirty="0" err="1"/>
              <a:t>Klib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97006-39E4-7C1B-4B3C-16A1C2675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kutubxonasi</a:t>
            </a:r>
            <a:endParaRPr lang="en-US" dirty="0"/>
          </a:p>
          <a:p>
            <a:r>
              <a:rPr lang="en-US" dirty="0" err="1"/>
              <a:t>Datalar</a:t>
            </a:r>
            <a:r>
              <a:rPr lang="en-US" dirty="0"/>
              <a:t> </a:t>
            </a:r>
            <a:r>
              <a:rPr lang="en-US" dirty="0" err="1"/>
              <a:t>xaqida</a:t>
            </a:r>
            <a:r>
              <a:rPr lang="en-US" dirty="0"/>
              <a:t> </a:t>
            </a:r>
            <a:r>
              <a:rPr lang="en-US" dirty="0" err="1"/>
              <a:t>tez</a:t>
            </a:r>
            <a:r>
              <a:rPr lang="en-US" dirty="0"/>
              <a:t> </a:t>
            </a:r>
            <a:r>
              <a:rPr lang="en-US" dirty="0" err="1"/>
              <a:t>malumot</a:t>
            </a:r>
            <a:r>
              <a:rPr lang="en-US" dirty="0"/>
              <a:t> </a:t>
            </a:r>
            <a:r>
              <a:rPr lang="en-US" dirty="0" err="1"/>
              <a:t>olish</a:t>
            </a:r>
            <a:r>
              <a:rPr lang="en-US" dirty="0"/>
              <a:t> </a:t>
            </a:r>
            <a:r>
              <a:rPr lang="en-US" dirty="0" err="1"/>
              <a:t>yoli</a:t>
            </a:r>
            <a:endParaRPr lang="en-US" dirty="0"/>
          </a:p>
          <a:p>
            <a:r>
              <a:rPr lang="en-US" dirty="0" err="1"/>
              <a:t>Malumotlarni</a:t>
            </a:r>
            <a:r>
              <a:rPr lang="en-US" dirty="0"/>
              <a:t> </a:t>
            </a:r>
            <a:r>
              <a:rPr lang="en-US" dirty="0" err="1"/>
              <a:t>tozalash</a:t>
            </a:r>
            <a:r>
              <a:rPr lang="en-US" dirty="0"/>
              <a:t> </a:t>
            </a:r>
            <a:r>
              <a:rPr lang="en-US" dirty="0" err="1"/>
              <a:t>usullaridan</a:t>
            </a:r>
            <a:r>
              <a:rPr lang="en-US" dirty="0"/>
              <a:t> </a:t>
            </a:r>
            <a:r>
              <a:rPr lang="en-US" dirty="0" err="1"/>
              <a:t>biri</a:t>
            </a:r>
            <a:endParaRPr lang="en-US" dirty="0"/>
          </a:p>
          <a:p>
            <a:r>
              <a:rPr lang="en-US" dirty="0"/>
              <a:t>Duplicated </a:t>
            </a:r>
            <a:r>
              <a:rPr lang="en-US" dirty="0" err="1"/>
              <a:t>tozalaydi</a:t>
            </a:r>
            <a:endParaRPr lang="en-US" dirty="0"/>
          </a:p>
          <a:p>
            <a:r>
              <a:rPr lang="en-US" dirty="0" err="1"/>
              <a:t>Malumot</a:t>
            </a:r>
            <a:r>
              <a:rPr lang="en-US" dirty="0"/>
              <a:t> </a:t>
            </a:r>
            <a:r>
              <a:rPr lang="en-US" dirty="0" err="1"/>
              <a:t>xajmini</a:t>
            </a:r>
            <a:r>
              <a:rPr lang="en-US" dirty="0"/>
              <a:t> </a:t>
            </a:r>
            <a:r>
              <a:rPr lang="en-US" dirty="0" err="1"/>
              <a:t>kamaytiradi</a:t>
            </a:r>
            <a:endParaRPr lang="en-US" dirty="0"/>
          </a:p>
          <a:p>
            <a:r>
              <a:rPr lang="en-US" dirty="0"/>
              <a:t>Visual </a:t>
            </a:r>
            <a:r>
              <a:rPr lang="en-US" dirty="0" err="1"/>
              <a:t>chizmalar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analyz</a:t>
            </a:r>
            <a:r>
              <a:rPr lang="en-US" dirty="0"/>
              <a:t> </a:t>
            </a:r>
            <a:r>
              <a:rPr lang="en-US" dirty="0" err="1"/>
              <a:t>imkonini</a:t>
            </a:r>
            <a:r>
              <a:rPr lang="en-US" dirty="0"/>
              <a:t> </a:t>
            </a:r>
            <a:r>
              <a:rPr lang="en-US" dirty="0" err="1"/>
              <a:t>beradi</a:t>
            </a:r>
            <a:endParaRPr lang="en-US" dirty="0"/>
          </a:p>
          <a:p>
            <a:r>
              <a:rPr lang="en-US" dirty="0" err="1"/>
              <a:t>Ustun</a:t>
            </a:r>
            <a:r>
              <a:rPr lang="en-US" dirty="0"/>
              <a:t> </a:t>
            </a:r>
            <a:r>
              <a:rPr lang="en-US" dirty="0" err="1"/>
              <a:t>nomlarini</a:t>
            </a:r>
            <a:r>
              <a:rPr lang="en-US" dirty="0"/>
              <a:t> </a:t>
            </a:r>
            <a:r>
              <a:rPr lang="en-US" dirty="0" err="1"/>
              <a:t>standart</a:t>
            </a:r>
            <a:r>
              <a:rPr lang="en-US" dirty="0"/>
              <a:t> </a:t>
            </a:r>
            <a:r>
              <a:rPr lang="en-US" dirty="0" err="1"/>
              <a:t>xolatga</a:t>
            </a:r>
            <a:r>
              <a:rPr lang="en-US" dirty="0"/>
              <a:t> </a:t>
            </a:r>
            <a:r>
              <a:rPr lang="en-US" dirty="0" err="1"/>
              <a:t>keltiradi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86ECB2-02E3-F964-E525-5378B0FB619E}"/>
                  </a:ext>
                </a:extLst>
              </p14:cNvPr>
              <p14:cNvContentPartPr/>
              <p14:nvPr/>
            </p14:nvContentPartPr>
            <p14:xfrm>
              <a:off x="558000" y="238320"/>
              <a:ext cx="10384560" cy="5232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86ECB2-02E3-F964-E525-5378B0FB61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8640" y="228960"/>
                <a:ext cx="10403280" cy="525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76F3181-EEC0-1E68-70B7-8864CF4EEEAC}"/>
                  </a:ext>
                </a:extLst>
              </p14:cNvPr>
              <p14:cNvContentPartPr/>
              <p14:nvPr/>
            </p14:nvContentPartPr>
            <p14:xfrm>
              <a:off x="1185120" y="2330280"/>
              <a:ext cx="6215760" cy="2877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76F3181-EEC0-1E68-70B7-8864CF4EEE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5760" y="2320920"/>
                <a:ext cx="6234480" cy="28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0330CB2-EEEC-77EB-ED76-6303B87074F9}"/>
                  </a:ext>
                </a:extLst>
              </p14:cNvPr>
              <p14:cNvContentPartPr/>
              <p14:nvPr/>
            </p14:nvContentPartPr>
            <p14:xfrm>
              <a:off x="578244" y="4730285"/>
              <a:ext cx="7043040" cy="1164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0330CB2-EEEC-77EB-ED76-6303B87074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2124" y="4724165"/>
                <a:ext cx="7055280" cy="117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0719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D97A1-62E1-0287-E969-1E369876A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Klib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A83A4-A85C-FD0F-54F1-3AFE43ED6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Tushirilib</a:t>
            </a:r>
            <a:r>
              <a:rPr lang="en-US" dirty="0"/>
              <a:t> </a:t>
            </a:r>
            <a:r>
              <a:rPr lang="en-US" dirty="0" err="1"/>
              <a:t>qoldirilgan</a:t>
            </a:r>
            <a:r>
              <a:rPr lang="en-US" dirty="0"/>
              <a:t> </a:t>
            </a:r>
            <a:r>
              <a:rPr lang="en-US" dirty="0" err="1"/>
              <a:t>qiymatlarni</a:t>
            </a:r>
            <a:r>
              <a:rPr lang="en-US" dirty="0"/>
              <a:t> </a:t>
            </a:r>
            <a:r>
              <a:rPr lang="en-US" dirty="0" err="1"/>
              <a:t>chizma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korasatib</a:t>
            </a:r>
            <a:r>
              <a:rPr lang="en-US" dirty="0"/>
              <a:t> </a:t>
            </a:r>
            <a:r>
              <a:rPr lang="en-US" dirty="0" err="1"/>
              <a:t>beradi</a:t>
            </a:r>
            <a:r>
              <a:rPr lang="en-US" dirty="0"/>
              <a:t>—</a:t>
            </a:r>
            <a:r>
              <a:rPr lang="en-US" dirty="0" err="1"/>
              <a:t>missing_valplot</a:t>
            </a:r>
            <a:endParaRPr lang="en-US" dirty="0"/>
          </a:p>
          <a:p>
            <a:r>
              <a:rPr lang="en-US" dirty="0"/>
              <a:t>Duplicated </a:t>
            </a:r>
            <a:r>
              <a:rPr lang="en-US" dirty="0" err="1"/>
              <a:t>bolganlarni</a:t>
            </a:r>
            <a:r>
              <a:rPr lang="en-US" dirty="0"/>
              <a:t> </a:t>
            </a:r>
            <a:r>
              <a:rPr lang="en-US" dirty="0" err="1"/>
              <a:t>tashab</a:t>
            </a:r>
            <a:r>
              <a:rPr lang="en-US" dirty="0"/>
              <a:t> </a:t>
            </a:r>
            <a:r>
              <a:rPr lang="en-US" dirty="0" err="1"/>
              <a:t>yuboradi-data_cleaning</a:t>
            </a:r>
            <a:endParaRPr lang="en-US" dirty="0"/>
          </a:p>
          <a:p>
            <a:r>
              <a:rPr lang="en-US" dirty="0"/>
              <a:t>Input </a:t>
            </a:r>
            <a:r>
              <a:rPr lang="en-US" dirty="0" err="1"/>
              <a:t>qiyatlarni</a:t>
            </a:r>
            <a:r>
              <a:rPr lang="en-US" dirty="0"/>
              <a:t> </a:t>
            </a:r>
            <a:r>
              <a:rPr lang="en-US" dirty="0" err="1"/>
              <a:t>muhumliligini</a:t>
            </a:r>
            <a:r>
              <a:rPr lang="en-US" dirty="0"/>
              <a:t> </a:t>
            </a:r>
            <a:r>
              <a:rPr lang="en-US" dirty="0" err="1"/>
              <a:t>korasatadi</a:t>
            </a:r>
            <a:r>
              <a:rPr lang="en-US" dirty="0"/>
              <a:t>—</a:t>
            </a:r>
            <a:r>
              <a:rPr lang="en-US" dirty="0" err="1"/>
              <a:t>corr_interatcitve_plot</a:t>
            </a:r>
            <a:endParaRPr lang="en-US" dirty="0"/>
          </a:p>
          <a:p>
            <a:r>
              <a:rPr lang="en-US" dirty="0" err="1"/>
              <a:t>Ustun</a:t>
            </a:r>
            <a:r>
              <a:rPr lang="en-US" dirty="0"/>
              <a:t> </a:t>
            </a:r>
            <a:r>
              <a:rPr lang="en-US" dirty="0" err="1"/>
              <a:t>nomlarini</a:t>
            </a:r>
            <a:r>
              <a:rPr lang="en-US" dirty="0"/>
              <a:t> </a:t>
            </a:r>
            <a:r>
              <a:rPr lang="en-US" dirty="0" err="1"/>
              <a:t>standart</a:t>
            </a:r>
            <a:r>
              <a:rPr lang="en-US" dirty="0"/>
              <a:t> </a:t>
            </a:r>
            <a:r>
              <a:rPr lang="en-US" dirty="0" err="1"/>
              <a:t>xolatga</a:t>
            </a:r>
            <a:r>
              <a:rPr lang="en-US" dirty="0"/>
              <a:t> </a:t>
            </a:r>
            <a:r>
              <a:rPr lang="en-US" dirty="0" err="1"/>
              <a:t>keltiradi</a:t>
            </a:r>
            <a:r>
              <a:rPr lang="en-US" dirty="0"/>
              <a:t>--</a:t>
            </a:r>
            <a:r>
              <a:rPr lang="en-US" dirty="0" err="1"/>
              <a:t>data_cleaning</a:t>
            </a:r>
            <a:endParaRPr lang="en-US" dirty="0"/>
          </a:p>
          <a:p>
            <a:r>
              <a:rPr lang="en-US" dirty="0"/>
              <a:t>Dataset </a:t>
            </a:r>
            <a:r>
              <a:rPr lang="en-US" dirty="0" err="1"/>
              <a:t>xajmini</a:t>
            </a:r>
            <a:r>
              <a:rPr lang="en-US" dirty="0"/>
              <a:t> </a:t>
            </a:r>
            <a:r>
              <a:rPr lang="en-US" dirty="0" err="1"/>
              <a:t>kamaytiradi</a:t>
            </a:r>
            <a:r>
              <a:rPr lang="en-US" dirty="0"/>
              <a:t>---</a:t>
            </a:r>
            <a:r>
              <a:rPr lang="en-US" dirty="0" err="1"/>
              <a:t>data_cleaning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546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3A30-E274-71A4-4B76-20F10F22E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457AE5-4021-FE17-000C-1D4E58153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8635" y="1825625"/>
            <a:ext cx="4274729" cy="43513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1D76B0-66CC-D616-D119-2A029885460C}"/>
                  </a:ext>
                </a:extLst>
              </p14:cNvPr>
              <p14:cNvContentPartPr/>
              <p14:nvPr/>
            </p14:nvContentPartPr>
            <p14:xfrm>
              <a:off x="5203440" y="925920"/>
              <a:ext cx="4103640" cy="5926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1D76B0-66CC-D616-D119-2A02988546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94080" y="916560"/>
                <a:ext cx="4122360" cy="594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7561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170A9-FFFC-270E-7FB5-68D6D8D10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9E537-90BA-1028-0399-CD4E8EDD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/>
              <a:t>Yangi </a:t>
            </a:r>
            <a:r>
              <a:rPr lang="en-US" b="1" dirty="0" err="1"/>
              <a:t>kutubxonalar</a:t>
            </a:r>
            <a:r>
              <a:rPr lang="en-US" b="1" dirty="0"/>
              <a:t>: </a:t>
            </a:r>
            <a:r>
              <a:rPr lang="en-US" b="1" dirty="0" err="1"/>
              <a:t>datacleaner</a:t>
            </a:r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1C625C0-B7B3-A163-7063-7712D87726B2}"/>
                  </a:ext>
                </a:extLst>
              </p14:cNvPr>
              <p14:cNvContentPartPr/>
              <p14:nvPr/>
            </p14:nvContentPartPr>
            <p14:xfrm>
              <a:off x="7224120" y="2987280"/>
              <a:ext cx="2869920" cy="1169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1C625C0-B7B3-A163-7063-7712D87726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14760" y="2977920"/>
                <a:ext cx="2888640" cy="118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6517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94C52-3D06-FF6E-A4DB-7DBDE4C86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E1860-DC30-F22B-D6FC-FBF20C304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Yangi </a:t>
            </a:r>
            <a:r>
              <a:rPr lang="en-US" b="1" dirty="0" err="1"/>
              <a:t>kutubxonalar</a:t>
            </a:r>
            <a:r>
              <a:rPr lang="en-US" b="1" dirty="0"/>
              <a:t>: </a:t>
            </a:r>
            <a:r>
              <a:rPr lang="en-US" b="1" dirty="0" err="1"/>
              <a:t>datacleaner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3DE60-6659-0163-5579-859E8C10D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kutubxonasi</a:t>
            </a:r>
            <a:endParaRPr lang="en-US" dirty="0"/>
          </a:p>
          <a:p>
            <a:r>
              <a:rPr lang="en-US" dirty="0" err="1"/>
              <a:t>Avtomatik</a:t>
            </a:r>
            <a:r>
              <a:rPr lang="en-US" dirty="0"/>
              <a:t> data </a:t>
            </a:r>
            <a:r>
              <a:rPr lang="en-US" dirty="0" err="1"/>
              <a:t>tozalaydi</a:t>
            </a:r>
            <a:endParaRPr lang="en-US" dirty="0"/>
          </a:p>
          <a:p>
            <a:r>
              <a:rPr lang="en-US" dirty="0"/>
              <a:t>Encoding(</a:t>
            </a:r>
            <a:r>
              <a:rPr lang="en-US" dirty="0" err="1"/>
              <a:t>LabelEncoder</a:t>
            </a:r>
            <a:r>
              <a:rPr lang="en-US" dirty="0"/>
              <a:t>)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807BB9C-690E-2CE2-3F95-0B7AAAD86637}"/>
                  </a:ext>
                </a:extLst>
              </p14:cNvPr>
              <p14:cNvContentPartPr/>
              <p14:nvPr/>
            </p14:nvContentPartPr>
            <p14:xfrm>
              <a:off x="1040400" y="2295720"/>
              <a:ext cx="4026600" cy="1202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807BB9C-690E-2CE2-3F95-0B7AAAD866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1040" y="2286360"/>
                <a:ext cx="4045320" cy="122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794D5FB-A915-D9CA-EDD4-F08C1F1ED4C9}"/>
              </a:ext>
            </a:extLst>
          </p:cNvPr>
          <p:cNvGrpSpPr/>
          <p:nvPr/>
        </p:nvGrpSpPr>
        <p:grpSpPr>
          <a:xfrm>
            <a:off x="2765604" y="1845605"/>
            <a:ext cx="5851440" cy="2333160"/>
            <a:chOff x="2765604" y="1845605"/>
            <a:chExt cx="5851440" cy="233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A82C2CD-A054-EE27-A1AA-07FFA01AEA16}"/>
                    </a:ext>
                  </a:extLst>
                </p14:cNvPr>
                <p14:cNvContentPartPr/>
                <p14:nvPr/>
              </p14:nvContentPartPr>
              <p14:xfrm>
                <a:off x="4778364" y="2301365"/>
                <a:ext cx="1175040" cy="386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A82C2CD-A054-EE27-A1AA-07FFA01AEA1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72244" y="2295245"/>
                  <a:ext cx="118728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478E71E-B6A6-9F4F-8654-B811E7CF9094}"/>
                    </a:ext>
                  </a:extLst>
                </p14:cNvPr>
                <p14:cNvContentPartPr/>
                <p14:nvPr/>
              </p14:nvContentPartPr>
              <p14:xfrm>
                <a:off x="5708244" y="1966205"/>
                <a:ext cx="1282680" cy="401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478E71E-B6A6-9F4F-8654-B811E7CF909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02124" y="1960085"/>
                  <a:ext cx="12949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D8A7E63-4B1B-1736-FDBD-4E73FF9E4277}"/>
                    </a:ext>
                  </a:extLst>
                </p14:cNvPr>
                <p14:cNvContentPartPr/>
                <p14:nvPr/>
              </p14:nvContentPartPr>
              <p14:xfrm>
                <a:off x="5672244" y="2428085"/>
                <a:ext cx="1005840" cy="476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D8A7E63-4B1B-1736-FDBD-4E73FF9E427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666124" y="2421965"/>
                  <a:ext cx="101808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EA5865-189C-C199-52E0-498FF2144A19}"/>
                    </a:ext>
                  </a:extLst>
                </p14:cNvPr>
                <p14:cNvContentPartPr/>
                <p14:nvPr/>
              </p14:nvContentPartPr>
              <p14:xfrm>
                <a:off x="7118004" y="1849925"/>
                <a:ext cx="541440" cy="168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EA5865-189C-C199-52E0-498FF2144A1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11884" y="1843805"/>
                  <a:ext cx="5536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D1DFED4-00CD-37D7-797A-77890EEA3D3D}"/>
                    </a:ext>
                  </a:extLst>
                </p14:cNvPr>
                <p14:cNvContentPartPr/>
                <p14:nvPr/>
              </p14:nvContentPartPr>
              <p14:xfrm>
                <a:off x="7623444" y="1845605"/>
                <a:ext cx="819720" cy="366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D1DFED4-00CD-37D7-797A-77890EEA3D3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17324" y="1839485"/>
                  <a:ext cx="8319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7108F53-22E1-29E4-4B5B-5227924EE3D4}"/>
                    </a:ext>
                  </a:extLst>
                </p14:cNvPr>
                <p14:cNvContentPartPr/>
                <p14:nvPr/>
              </p14:nvContentPartPr>
              <p14:xfrm>
                <a:off x="6966804" y="2757845"/>
                <a:ext cx="503280" cy="146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7108F53-22E1-29E4-4B5B-5227924EE3D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60684" y="2751725"/>
                  <a:ext cx="515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B35D55C-3E7F-ADD6-5983-FCA9E6CF4EB3}"/>
                    </a:ext>
                  </a:extLst>
                </p14:cNvPr>
                <p14:cNvContentPartPr/>
                <p14:nvPr/>
              </p14:nvContentPartPr>
              <p14:xfrm>
                <a:off x="7652244" y="2795645"/>
                <a:ext cx="175320" cy="142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B35D55C-3E7F-ADD6-5983-FCA9E6CF4EB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646124" y="2789525"/>
                  <a:ext cx="187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35A83A8-9AD7-9340-28B0-04523F121CE1}"/>
                    </a:ext>
                  </a:extLst>
                </p14:cNvPr>
                <p14:cNvContentPartPr/>
                <p14:nvPr/>
              </p14:nvContentPartPr>
              <p14:xfrm>
                <a:off x="7801644" y="2751365"/>
                <a:ext cx="265680" cy="149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35A83A8-9AD7-9340-28B0-04523F121CE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795524" y="2745245"/>
                  <a:ext cx="277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D362530-CD04-E82E-27D7-D54A8BF63433}"/>
                    </a:ext>
                  </a:extLst>
                </p14:cNvPr>
                <p14:cNvContentPartPr/>
                <p14:nvPr/>
              </p14:nvContentPartPr>
              <p14:xfrm>
                <a:off x="8063364" y="2450765"/>
                <a:ext cx="119160" cy="460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D362530-CD04-E82E-27D7-D54A8BF6343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057244" y="2444645"/>
                  <a:ext cx="1314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0420D36-5C36-BF1B-16CE-710CE24801DE}"/>
                    </a:ext>
                  </a:extLst>
                </p14:cNvPr>
                <p14:cNvContentPartPr/>
                <p14:nvPr/>
              </p14:nvContentPartPr>
              <p14:xfrm>
                <a:off x="8306364" y="2768645"/>
                <a:ext cx="310680" cy="318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0420D36-5C36-BF1B-16CE-710CE24801D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300244" y="2762525"/>
                  <a:ext cx="3229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1A52F01-404D-A0D5-E353-818B03782471}"/>
                    </a:ext>
                  </a:extLst>
                </p14:cNvPr>
                <p14:cNvContentPartPr/>
                <p14:nvPr/>
              </p14:nvContentPartPr>
              <p14:xfrm>
                <a:off x="2765604" y="2652005"/>
                <a:ext cx="2278800" cy="1526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1A52F01-404D-A0D5-E353-818B0378247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759484" y="2645885"/>
                  <a:ext cx="2291040" cy="153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6B46F0D-64CD-944C-259B-CFAC6D01E2C3}"/>
                  </a:ext>
                </a:extLst>
              </p14:cNvPr>
              <p14:cNvContentPartPr/>
              <p14:nvPr/>
            </p14:nvContentPartPr>
            <p14:xfrm>
              <a:off x="762480" y="2037240"/>
              <a:ext cx="4725360" cy="1881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6B46F0D-64CD-944C-259B-CFAC6D01E2C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53120" y="2027880"/>
                <a:ext cx="4744080" cy="190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5714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156</Words>
  <Application>Microsoft Office PowerPoint</Application>
  <PresentationFormat>Widescreen</PresentationFormat>
  <Paragraphs>41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2-dars(Model Building)</vt:lpstr>
      <vt:lpstr>Vazifa</vt:lpstr>
      <vt:lpstr>Bugun</vt:lpstr>
      <vt:lpstr>Takrorlash</vt:lpstr>
      <vt:lpstr>Bugun</vt:lpstr>
      <vt:lpstr>Yangi kutubxonalar: Klib</vt:lpstr>
      <vt:lpstr>Yangi kutubxonalar: Klib</vt:lpstr>
      <vt:lpstr>Klib</vt:lpstr>
      <vt:lpstr>PowerPoint Presentation</vt:lpstr>
      <vt:lpstr>Yangi kutubxonalar: datacleaner</vt:lpstr>
      <vt:lpstr>Yangi kutubxonalar: datacleaner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2025-08-19T07:26:05Z</dcterms:created>
  <dcterms:modified xsi:type="dcterms:W3CDTF">2025-08-19T13:52:31Z</dcterms:modified>
</cp:coreProperties>
</file>