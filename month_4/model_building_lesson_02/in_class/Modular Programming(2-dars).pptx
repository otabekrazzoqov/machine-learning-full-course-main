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85" r:id="rId7"/>
    <p:sldId id="278" r:id="rId8"/>
    <p:sldId id="280" r:id="rId9"/>
    <p:sldId id="281" r:id="rId10"/>
    <p:sldId id="286" r:id="rId11"/>
    <p:sldId id="288" r:id="rId12"/>
    <p:sldId id="282" r:id="rId13"/>
    <p:sldId id="283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C48B-1007-B156-BFD2-86BE1D0F7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B249C-5222-E05D-C1BE-8A2993661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4EC6-EBCC-45A2-59EF-895D21BC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DCDF-5202-5690-CADB-65C19F98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EA4D8-E35F-B57E-7176-BC1512D6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5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CA8D2-D35F-BCDE-B4C6-00E62140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1823-7DFA-55A5-6D42-6C1CE234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63A97-FB72-38B7-E813-C1B2C825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2DC79-4284-8C02-9853-36E2A522C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43897-ADA7-5385-AE42-FF1E59ED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8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E301-0F9A-B6E8-F78F-28E648E3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37160-DE33-2DEC-4D2A-9C7FE94F5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1D8D3-C917-76EB-9EC8-466A63B6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CB78A-F462-C689-2C89-6E05C0C5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C52B-94C0-547A-CD19-FAF8CBF6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4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D404-1BB9-F840-D441-9EBC90FF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5ACBF-BA68-2587-FE00-14D1E8DFA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EF385-B055-8BE7-2BD7-C00621431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C788F-BEC4-F4D9-AA3F-5BDEF5D9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E7C31-F09C-256B-C806-4F8ADA5F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5E9E6-921D-3648-00F0-C86FE7A4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9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0839-3521-6901-F98D-CFCE6482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B04C9-4D7A-BCA5-9847-A39AFFBD6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A6FE2-CDDA-C549-1BCD-397CC171D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DEFDA-F2FA-C0B5-2FD2-82F028255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0F9F3-EBFC-BBC6-2D7C-5DFE34B7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04923-9B91-FF81-8E70-A4CF646B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3A944-88AD-A172-BE92-B68A2E55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9535B-B1B7-07E5-F6DF-E9F74B43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0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C074-E9E6-561C-1270-63B8ADB4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B4B0A-39C9-B2CB-340A-D63DFAA6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B6625-AB62-9216-192D-318D4445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D6217-A586-E298-82EA-2F2AC469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4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03D82-CAF3-1B09-6E79-7008A618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85DB7-B5F4-A979-829B-29FEC76D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9D25D-56E6-2970-9B6F-4AE996A5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9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22EC-0ECC-77AD-48EE-4C72DBBC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38E8-221C-F201-6329-73074FEA6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B395D-C286-EBD1-D321-7271FDCC9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61015-69A4-8562-7CB9-6544605D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E3A88-39F9-EC64-CBD3-4F39590E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4F5E7-1653-1E41-EF71-58F41815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8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39B3-645B-98CF-DF59-33A269D2A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D45B8-9655-6445-9AFE-B045C7630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EA8EA-4D86-920F-4245-F6947CA57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96C97-ED24-7555-BC1B-41CE0E8D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D3DD5-F2AE-560C-59D5-DCE43160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A7840-34CC-C8D9-B7B2-81EB301C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7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4A30-F958-BAC1-5686-46EAC338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21040-B8B7-9157-D14E-02FDF5F59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90C22-FB90-89D6-5655-D59FEB9D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4C26B-56C3-B6CD-76A9-7D5332F4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1D17C-CFE6-EA02-C14B-5DD18DB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5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7EBD7-F02C-12E8-9BA9-9C55A5FBC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292C6-8F63-CA72-8CFA-26F21768D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837D6-2790-1789-EAA6-A8A25159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2C6E3-A84D-9271-2740-09DF1AE7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6D52-3669-6888-8BBE-BB114068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8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96622-122B-9072-392A-A20E662C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2839-7BDE-F38E-0831-C7A8055D6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A7EE-D78B-B643-3FAB-BCE533BCE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1BB3A-E609-466E-8F4C-FEFCEA116A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5060-DF45-A407-201B-F523F28F8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B78F2-B5AA-4462-950A-E7CCB6AE3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94DAA-408B-4979-B8E0-2AF852C1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9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7A4C-F172-D675-C2EC-3B5BB4A29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Programming(2-dars)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41DEA-4514-5CC1-2F7E-687049A6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0094"/>
            <a:ext cx="9144000" cy="61770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51231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3120-65E7-9350-F0F7-B850A0FC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8C58-ADF3-CC23-D416-34D0C664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r>
              <a:rPr lang="en-US" dirty="0"/>
              <a:t>+ Project 1 </a:t>
            </a:r>
            <a:r>
              <a:rPr lang="en-US" dirty="0" err="1"/>
              <a:t>xolati</a:t>
            </a:r>
            <a:endParaRPr lang="en-US" dirty="0"/>
          </a:p>
          <a:p>
            <a:r>
              <a:rPr lang="en-US" dirty="0"/>
              <a:t>Git Review + Install</a:t>
            </a:r>
          </a:p>
          <a:p>
            <a:r>
              <a:rPr lang="en-US" dirty="0"/>
              <a:t>Git commands</a:t>
            </a:r>
          </a:p>
          <a:p>
            <a:r>
              <a:rPr lang="en-US" dirty="0"/>
              <a:t>Git commands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Project structure(modular)</a:t>
            </a:r>
          </a:p>
          <a:p>
            <a:r>
              <a:rPr lang="en-US" dirty="0"/>
              <a:t>Project </a:t>
            </a:r>
            <a:r>
              <a:rPr lang="en-US" dirty="0" err="1"/>
              <a:t>xolati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0CF1-30A4-059D-5056-5F381B9D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037A-6A89-2BC1-AEAC-9718A279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A3E7F-7C21-4CC9-085E-2C872DCEB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Yangi </a:t>
            </a:r>
            <a:r>
              <a:rPr lang="en-US" dirty="0" err="1"/>
              <a:t>oyda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o’rganamiz</a:t>
            </a:r>
            <a:r>
              <a:rPr lang="en-US" dirty="0"/>
              <a:t>?</a:t>
            </a:r>
          </a:p>
          <a:p>
            <a:r>
              <a:rPr lang="en-US" dirty="0"/>
              <a:t>Group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rivojlanish</a:t>
            </a:r>
            <a:endParaRPr lang="en-US" dirty="0"/>
          </a:p>
          <a:p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jamoaviy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Modular Programming(basics)</a:t>
            </a:r>
          </a:p>
          <a:p>
            <a:r>
              <a:rPr lang="en-US" dirty="0"/>
              <a:t>Git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Git vs </a:t>
            </a:r>
            <a:r>
              <a:rPr lang="en-US" dirty="0" err="1"/>
              <a:t>Github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92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970FD-3AF1-9C15-14F8-31FC03F2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317D-583F-9E3F-3F1E-80B237E9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 Review + Install</a:t>
            </a:r>
          </a:p>
        </p:txBody>
      </p:sp>
    </p:spTree>
    <p:extLst>
      <p:ext uri="{BB962C8B-B14F-4D97-AF65-F5344CB8AC3E}">
        <p14:creationId xmlns:p14="http://schemas.microsoft.com/office/powerpoint/2010/main" val="26148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4929-22A2-DB94-3EC6-8EDD1117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Review +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E8A1-BAC3-3927-9FF1-93473B862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Control system</a:t>
            </a:r>
          </a:p>
          <a:p>
            <a:r>
              <a:rPr lang="en-US" dirty="0" err="1"/>
              <a:t>Projectlarni</a:t>
            </a:r>
            <a:r>
              <a:rPr lang="en-US" dirty="0"/>
              <a:t> </a:t>
            </a:r>
            <a:r>
              <a:rPr lang="en-US" dirty="0" err="1"/>
              <a:t>ozon</a:t>
            </a:r>
            <a:r>
              <a:rPr lang="en-US" dirty="0"/>
              <a:t> </a:t>
            </a:r>
            <a:r>
              <a:rPr lang="en-US" dirty="0" err="1"/>
              <a:t>nazorat</a:t>
            </a:r>
            <a:r>
              <a:rPr lang="en-US" dirty="0"/>
              <a:t> </a:t>
            </a:r>
            <a:r>
              <a:rPr lang="en-US" dirty="0" err="1"/>
              <a:t>qilishni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73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D509-F9DD-EABB-A736-CB1D4A7DF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EBC7-C479-E9AC-50FA-96B41DDA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Review+ Install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D873-3EC2-E002-B010-C31F472E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install:</a:t>
            </a:r>
          </a:p>
          <a:p>
            <a:pPr lvl="1"/>
            <a:r>
              <a:rPr lang="en-US" dirty="0">
                <a:hlinkClick r:id="rId2"/>
              </a:rPr>
              <a:t>https://git-scm.com/downloads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2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DDDA-F142-8F23-7F7F-A9E86E9B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4436-0E56-880F-6DC5-341D2C52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 commands</a:t>
            </a:r>
          </a:p>
        </p:txBody>
      </p:sp>
    </p:spTree>
    <p:extLst>
      <p:ext uri="{BB962C8B-B14F-4D97-AF65-F5344CB8AC3E}">
        <p14:creationId xmlns:p14="http://schemas.microsoft.com/office/powerpoint/2010/main" val="1901869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15AB-1E78-59EA-8CC2-624F2AFA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commands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88E5-9E46-9740-DAE4-88B1E4214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Buyruqlar</a:t>
            </a:r>
            <a:r>
              <a:rPr lang="en-US" dirty="0"/>
              <a:t>(commands) </a:t>
            </a:r>
            <a:r>
              <a:rPr lang="en-US" dirty="0" err="1"/>
              <a:t>orqali</a:t>
            </a:r>
            <a:r>
              <a:rPr lang="en-US" dirty="0"/>
              <a:t>  </a:t>
            </a:r>
            <a:r>
              <a:rPr lang="en-US" dirty="0" err="1"/>
              <a:t>kompyuterni</a:t>
            </a:r>
            <a:r>
              <a:rPr lang="en-US" dirty="0"/>
              <a:t> </a:t>
            </a:r>
            <a:r>
              <a:rPr lang="en-US" dirty="0" err="1"/>
              <a:t>boshqaradi</a:t>
            </a:r>
            <a:endParaRPr lang="en-US" dirty="0"/>
          </a:p>
          <a:p>
            <a:r>
              <a:rPr lang="en-US" dirty="0"/>
              <a:t>Git vs Linux(Ubuntu)</a:t>
            </a:r>
          </a:p>
          <a:p>
            <a:r>
              <a:rPr lang="en-US" dirty="0"/>
              <a:t>Git ---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ichidagi</a:t>
            </a:r>
            <a:r>
              <a:rPr lang="en-US" dirty="0"/>
              <a:t> </a:t>
            </a:r>
            <a:r>
              <a:rPr lang="en-US" dirty="0" err="1"/>
              <a:t>oshxona</a:t>
            </a:r>
            <a:endParaRPr lang="en-US" dirty="0"/>
          </a:p>
          <a:p>
            <a:r>
              <a:rPr lang="en-US" dirty="0"/>
              <a:t>Ubuntu---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restaran</a:t>
            </a:r>
            <a:endParaRPr lang="en-US" dirty="0"/>
          </a:p>
          <a:p>
            <a:r>
              <a:rPr lang="en-US" dirty="0" err="1"/>
              <a:t>O’xshash</a:t>
            </a:r>
            <a:r>
              <a:rPr lang="en-US" dirty="0"/>
              <a:t> </a:t>
            </a:r>
            <a:r>
              <a:rPr lang="en-US" dirty="0" err="1"/>
              <a:t>commandalar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2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2BA3-5558-E204-26CE-BA69B645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AFE4-DD43-6605-2B4B-676EBAFB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Git commands 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454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97BD-A98B-CBD0-B621-25A06E20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commands: </a:t>
            </a:r>
            <a:r>
              <a:rPr lang="en-US" dirty="0" err="1"/>
              <a:t>Amaliy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4C98-8C28-5A28-B750-DFDBC692B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Verify</a:t>
            </a:r>
          </a:p>
          <a:p>
            <a:r>
              <a:rPr lang="en-US" dirty="0"/>
              <a:t>User name/email</a:t>
            </a:r>
          </a:p>
          <a:p>
            <a:r>
              <a:rPr lang="en-US" dirty="0"/>
              <a:t>Cd- current directory(current directory)</a:t>
            </a:r>
          </a:p>
          <a:p>
            <a:r>
              <a:rPr lang="en-US" dirty="0"/>
              <a:t>Cd .. One level up(</a:t>
            </a:r>
            <a:r>
              <a:rPr lang="en-US" dirty="0" err="1"/>
              <a:t>orqaga</a:t>
            </a:r>
            <a:r>
              <a:rPr lang="en-US" dirty="0"/>
              <a:t> 1 ta path)</a:t>
            </a:r>
          </a:p>
          <a:p>
            <a:r>
              <a:rPr lang="en-US" dirty="0"/>
              <a:t>Cd ~ home</a:t>
            </a:r>
          </a:p>
          <a:p>
            <a:r>
              <a:rPr lang="en-US" dirty="0"/>
              <a:t>ls – list (directory Ichida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)</a:t>
            </a:r>
          </a:p>
          <a:p>
            <a:r>
              <a:rPr lang="en-US" dirty="0" err="1"/>
              <a:t>Mkdir</a:t>
            </a:r>
            <a:r>
              <a:rPr lang="en-US" dirty="0"/>
              <a:t> folder– </a:t>
            </a:r>
            <a:r>
              <a:rPr lang="en-US" dirty="0" err="1"/>
              <a:t>papka</a:t>
            </a:r>
            <a:r>
              <a:rPr lang="en-US" dirty="0"/>
              <a:t> </a:t>
            </a:r>
            <a:r>
              <a:rPr lang="en-US" dirty="0" err="1"/>
              <a:t>ochish</a:t>
            </a:r>
            <a:endParaRPr lang="en-US" dirty="0"/>
          </a:p>
          <a:p>
            <a:r>
              <a:rPr lang="en-US" dirty="0"/>
              <a:t>Cd folder--- </a:t>
            </a:r>
            <a:r>
              <a:rPr lang="en-US" dirty="0" err="1"/>
              <a:t>papkani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kirish</a:t>
            </a:r>
            <a:endParaRPr lang="en-US" dirty="0"/>
          </a:p>
          <a:p>
            <a:r>
              <a:rPr lang="en-US" dirty="0"/>
              <a:t>Touch file--- file </a:t>
            </a:r>
            <a:r>
              <a:rPr lang="en-US" dirty="0" err="1"/>
              <a:t>ochish</a:t>
            </a:r>
            <a:endParaRPr lang="en-US" dirty="0"/>
          </a:p>
          <a:p>
            <a:r>
              <a:rPr lang="en-US" dirty="0"/>
              <a:t>Rm file– file </a:t>
            </a:r>
            <a:r>
              <a:rPr lang="en-US" dirty="0" err="1"/>
              <a:t>ochirish</a:t>
            </a:r>
            <a:endParaRPr lang="en-US" dirty="0"/>
          </a:p>
          <a:p>
            <a:r>
              <a:rPr lang="en-US" dirty="0" err="1"/>
              <a:t>Rmdir</a:t>
            </a:r>
            <a:r>
              <a:rPr lang="en-US" dirty="0"/>
              <a:t> folder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F44D9-97CB-A151-32D2-E49DC6BE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7BD1-5EA9-269B-C0B3-D77B23589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structure(modular)</a:t>
            </a:r>
          </a:p>
        </p:txBody>
      </p:sp>
    </p:spTree>
    <p:extLst>
      <p:ext uri="{BB962C8B-B14F-4D97-AF65-F5344CB8AC3E}">
        <p14:creationId xmlns:p14="http://schemas.microsoft.com/office/powerpoint/2010/main" val="117402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ABBA-874C-E36F-9D48-FE7A03CD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structure(modular)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6CA2-B407-D83C-7804-F22C61E8B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Desktop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kerakli</a:t>
            </a:r>
            <a:r>
              <a:rPr lang="en-US" dirty="0"/>
              <a:t> </a:t>
            </a:r>
            <a:r>
              <a:rPr lang="en-US" dirty="0" err="1"/>
              <a:t>joyga</a:t>
            </a:r>
            <a:r>
              <a:rPr lang="en-US" dirty="0"/>
              <a:t> </a:t>
            </a:r>
            <a:r>
              <a:rPr lang="en-US" dirty="0" err="1"/>
              <a:t>o’ting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Papka </a:t>
            </a:r>
            <a:r>
              <a:rPr lang="en-US" dirty="0" err="1"/>
              <a:t>oching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Hiddin</a:t>
            </a:r>
            <a:r>
              <a:rPr lang="en-US" dirty="0"/>
              <a:t> folder(.git ) </a:t>
            </a:r>
            <a:r>
              <a:rPr lang="en-US" dirty="0" err="1"/>
              <a:t>yarating</a:t>
            </a:r>
            <a:endParaRPr lang="en-US" dirty="0"/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Changes</a:t>
            </a:r>
          </a:p>
          <a:p>
            <a:pPr lvl="1"/>
            <a:r>
              <a:rPr lang="en-US" dirty="0"/>
              <a:t>control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Vis </a:t>
            </a:r>
            <a:r>
              <a:rPr lang="en-US" dirty="0" err="1"/>
              <a:t>coddan</a:t>
            </a:r>
            <a:r>
              <a:rPr lang="en-US" dirty="0"/>
              <a:t> </a:t>
            </a:r>
            <a:r>
              <a:rPr lang="en-US" dirty="0" err="1"/>
              <a:t>aynan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oching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Keraki</a:t>
            </a:r>
            <a:r>
              <a:rPr lang="en-US" dirty="0"/>
              <a:t> modular </a:t>
            </a:r>
            <a:r>
              <a:rPr lang="en-US" dirty="0" err="1"/>
              <a:t>papkalarni</a:t>
            </a:r>
            <a:r>
              <a:rPr lang="en-US" dirty="0"/>
              <a:t> </a:t>
            </a:r>
            <a:r>
              <a:rPr lang="en-US" dirty="0" err="1"/>
              <a:t>oching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O’zgarishlarni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Githubga </a:t>
            </a:r>
            <a:r>
              <a:rPr lang="en-US" dirty="0" err="1"/>
              <a:t>ulash</a:t>
            </a:r>
            <a:endParaRPr lang="en-US" dirty="0"/>
          </a:p>
          <a:p>
            <a:r>
              <a:rPr lang="en-US" dirty="0"/>
              <a:t>Create folder → 2. Git </a:t>
            </a:r>
            <a:r>
              <a:rPr lang="en-US" dirty="0" err="1"/>
              <a:t>init</a:t>
            </a:r>
            <a:r>
              <a:rPr lang="en-US" dirty="0"/>
              <a:t> → 3. Structure → 4. VS Code → 5. GitHub link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27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1325-8866-83A4-D9BE-E2264629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3DB0-FC6B-9F7E-2BB3-8C7450069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 </a:t>
            </a:r>
            <a:r>
              <a:rPr lang="en-US" dirty="0" err="1"/>
              <a:t>yozing+Upload</a:t>
            </a:r>
            <a:endParaRPr lang="en-US" dirty="0"/>
          </a:p>
          <a:p>
            <a:r>
              <a:rPr lang="en-US" dirty="0"/>
              <a:t>Git Bash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o’rnating</a:t>
            </a:r>
            <a:endParaRPr lang="en-US" dirty="0"/>
          </a:p>
          <a:p>
            <a:r>
              <a:rPr lang="en-US" dirty="0"/>
              <a:t>Project 1 + Modular Structure(Git </a:t>
            </a:r>
            <a:r>
              <a:rPr lang="en-US" dirty="0" err="1"/>
              <a:t>orqali</a:t>
            </a:r>
            <a:r>
              <a:rPr lang="en-US" dirty="0"/>
              <a:t>)=Project 1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/>
              <a:t>yakunlash</a:t>
            </a:r>
            <a:endParaRPr lang="en-US" dirty="0"/>
          </a:p>
          <a:p>
            <a:r>
              <a:rPr lang="en-US" dirty="0" err="1"/>
              <a:t>Classga</a:t>
            </a:r>
            <a:r>
              <a:rPr lang="en-US" dirty="0"/>
              <a:t> </a:t>
            </a:r>
            <a:r>
              <a:rPr lang="en-US" dirty="0" err="1"/>
              <a:t>doir</a:t>
            </a:r>
            <a:r>
              <a:rPr lang="en-US" dirty="0"/>
              <a:t> </a:t>
            </a:r>
            <a:r>
              <a:rPr lang="en-US" dirty="0" err="1"/>
              <a:t>misollar</a:t>
            </a:r>
            <a:endParaRPr lang="en-US" dirty="0"/>
          </a:p>
          <a:p>
            <a:r>
              <a:rPr lang="en-US" dirty="0" err="1"/>
              <a:t>O’rganilgan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commandlarni</a:t>
            </a:r>
            <a:r>
              <a:rPr lang="en-US" dirty="0"/>
              <a:t> </a:t>
            </a:r>
            <a:r>
              <a:rPr lang="en-US" dirty="0" err="1"/>
              <a:t>qayaring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tushunchalar</a:t>
            </a:r>
            <a:r>
              <a:rPr lang="en-US" dirty="0"/>
              <a:t> bn </a:t>
            </a:r>
            <a:r>
              <a:rPr lang="en-US" dirty="0" err="1"/>
              <a:t>birgalikda</a:t>
            </a:r>
            <a:r>
              <a:rPr lang="en-US" dirty="0"/>
              <a:t> note </a:t>
            </a:r>
            <a:r>
              <a:rPr lang="en-US" dirty="0" err="1"/>
              <a:t>qiling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9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278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Modular Programming(2-dars)</vt:lpstr>
      <vt:lpstr>Bugun</vt:lpstr>
      <vt:lpstr>Takrorlash</vt:lpstr>
      <vt:lpstr>Takrorlash</vt:lpstr>
      <vt:lpstr>Git Review + Install</vt:lpstr>
      <vt:lpstr>Git Review + Install</vt:lpstr>
      <vt:lpstr>Git Review+ Install </vt:lpstr>
      <vt:lpstr>Git commands</vt:lpstr>
      <vt:lpstr>Git commands </vt:lpstr>
      <vt:lpstr>Git commands  amaliy</vt:lpstr>
      <vt:lpstr>Git commands: Amaliy </vt:lpstr>
      <vt:lpstr>Project structure(modular)</vt:lpstr>
      <vt:lpstr>Project structure(modular)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3</cp:revision>
  <dcterms:created xsi:type="dcterms:W3CDTF">2025-09-05T03:31:51Z</dcterms:created>
  <dcterms:modified xsi:type="dcterms:W3CDTF">2025-09-15T09:03:17Z</dcterms:modified>
</cp:coreProperties>
</file>