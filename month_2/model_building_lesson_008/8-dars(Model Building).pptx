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3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2T10:04:51.2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4547 6314 1678 0,'2'0'5'0,"1"-1"-6"0,1 1 5 0,1 0-12 0,-1 1-4 0,1 0-11 0,-1 1-18 0,1 0-5 16,1 1-13-16,-2 2 0 0,2 0 10 0,-1 0 14 0,-1 1 14 0,0-1 16 16,0-1 7-16,0 0 9 0,0-1 12 0,0 0 13 0,0 0 13 0,1 1 3 15,-1-1 6-15,2 1-7 0,1 0 1 0,1-1-3 0,-1 2-1 16,4-1 3-16,0 0-7 0,2-1 1 0,2 1-5 0,2-1-6 0,2 0 0 15,5 0-5-15,2 0-8 0,3 1-2 0,3 0-3 0,3 0-2 16,0-1-1-16,3 0-3 0,2 0-3 0,2 0-1 0,2-1-2 0,3-1 2 16,0 0-3-16,3-2-2 0,1 0 2 0,2-2 0 0,1 0 2 0,1-2 0 15,0 0-5-15,3-2-4 0,0-1 1 0,2-1 5 0,0-2-1 16,2-1-5-16,1-1-2 0,2-1-6 0,2 0 4 0,0-1 19 0,0 0-4 16,2 0 1-16,0-2-4 0,-2 0-5 0,1 1 1 0,-2 1 5 0,-1 0 1 15,-1 1 3-15,-1 0 1 0,-3-1-4 0,-1 1 6 0,0 0-6 16,-2 1 1-16,-2 0 2 0,0 0-5 0,-3 0 5 0,0 1 0 0,-1 0-4 15,-3 0 1-15,-2-1-5 0,-1 1 1 0,-1-1 4 0,-2 1-6 16,-1-2 4-16,-1 1-2 0,1-1-4 0,-3 3 7 0,0-3-2 0,-2 1 3 16,-3-1-2-16,-1 0 1 0,-3 3-5 0,0-3-2 0,-1 1 7 0,-5-2 1 15,0 0-2-15,-4-1 2 0,-3-1-4 0,-4-2-7 0,-2 1-1 16,-4-4-7-16,-2-1 5 0,-4 1-1 0,-4-3 8 0,-3 0 2 0,-5-3-5 16,-4 1 2-16,-4-4 1 0,-5 2-1 0,-4 1 2 0,-4-3 0 0,-2 3-1 15,-3-4 2-15,-3 1-1 0,-1-2 2 0,-4 0-1 0,0 3 4 16,-2-2-1-16,-2 1 4 0,1-1-5 0,-3 1-3 0,0-1 0 0,-1 2 4 15,-3 0 8-15,-2 1-1 0,0-1-2 0,-3 1-5 0,-1 1-5 16,-2 0 1-16,-4 4 1 0,0 0 1 0,-4 2 1 0,0 0-2 0,-3 2 2 16,-1 0-1-16,-1 2 4 0,-1 0-2 0,-3 1 1 0,-1 4 0 0,-2 0-5 15,-2 4 1-15,-1 2-2 0,-1 1 1 0,-4 3-3 0,0 2-2 16,-1 1 5-16,1 1 1 0,-1 0-4 0,2 0 2 0,0 1 7 0,3 0-1 16,0 0 2-16,5 1 2 0,0 0-12 0,2 3 0 0,4 1 2 0,-2 1 4 15,2 4 0-15,0 1 0 0,2 2-2 0,1 1 1 0,2-1-1 16,1 0-1-16,3 3 2 0,1 2-5 0,2-1 0 0,2 4 4 0,3 1-1 15,3 1 3-15,1 4 7 0,6 0 0 0,3 4-5 0,3 1 4 16,0 4 2-16,3 0 6 0,2 3 5 0,0 2 1 0,5 2-6 0,1 2-7 16,0 0-6-16,2 2-4 0,0 0-4 0,4-2 1 0,2 0 3 0,3 0-5 15,4 0-1-15,3-2 1 0,4-2 3 0,3 0 2 0,4 0 8 16,4-4-8-16,3-1-3 0,4-2-6 0,5-1 6 0,3-1-2 0,2-3-3 16,6-2 5-16,2-4-3 0,4 0 3 0,2-2 0 0,2-2-2 0,3-1-6 15,1-2-9-15,3-4-6 0,2-1-9 0,4-2-12 0,1-2-18 16,1-2-38-16,2-3-55 0,2-1-78 0,4-3-112 0,0-3-227 0,2-4-50 15</inkml:trace>
  <inkml:trace contextRef="#ctx0" brushRef="#br0" timeOffset="6849.33">3873 7548 257 0,'-12'-9'23'0,"-1"-2"33"0,-3-2 13 0,4 3 2 0,4 0-11 16,-1 1-13-16,2 0-13 0,0-1-5 0,1 1-5 0,1-1-2 0,1 0-7 15,0 0-3-15,1 0-1 0,0 1-5 0,1 0 3 0,0 0-3 16,0-1 0-16,-1 1 2 0,0 1 5 0,1 1 0 0,-2 0 4 0,-1 2 1 16,0 0-1-16,0 2 2 0,-1 2-1 0,-1 0-3 0,0 1 2 15,0 2-6-15,1 1-1 0,0 2-3 0,2 0-3 0,0 2 1 0,0-1-2 16,2 0 1-16,1 0-1 0,1 1 0 0,2 0 3 0,2 0-2 0,-1 0 3 16,2 0 4-16,2 0-2 0,2-2 3 0,2 1 5 0,1 1 6 15,2-2 6-15,-1 0 3 0,3 1 4 0,2-1 2 0,1 0 2 0,1 1 2 16,2-1-1-16,-1 0-2 0,2-1-3 0,1 1-5 0,0 0-3 0,5 0-7 15,-1 0-2-15,4 0-4 0,0 1-4 0,1 0 0 0,-1 0-5 16,2 1 2-16,1 1-2 0,2-1-1 0,0 2-2 0,1 0-4 0,0-1-6 16,1 1 0-16,1-1 2 0,0 1-1 0,0-1 10 0,1 2 3 15,3 0-1-15,1-1 4 0,2 0 6 0,0 0 1 0,3 0 0 0,3-1 4 16,2 1-12-16,4-2-4 0,2 0 5 0,3-1-2 0,2-1 6 0,4 1-3 16,-2-1-1-16,2 0-3 0,2-1-1 0,-1-1-5 0,-1 1 1 15,1 0-2-15,-3 1 1 0,-2 0 11 0,1 1-1 0,-2 0 4 0,-2 1 2 16,0 0-2-16,-1 1 7 0,0-1-4 0,-1 3 5 0,0 0 0 0,-1 0 0 15,-1 0 7-15,2 1-6 0,-1-2 3 0,0 0 2 0,2 1-4 16,-1-1 6-16,3-2-10 0,3 0-2 0,1-2-3 0,2 0-4 0,5-2 7 16,-1-1-4-16,4-1-7 0,4-3 4 0,-1-2-11 0,3-1 5 15,3-2-3-15,-2-1-3 0,0-1 3 0,-2-1-4 0,-1 1 2 0,0-1-1 16,-3-1-1-16,-3-1-2 0,-1-1 1 0,-3-1 1 0,1 0 4 0,-3-2 0 16,-2 0 5-16,0-2 0 0,-1 0 5 0,1-1-1 0,0-1-8 15,0-1-1-15,-2-1-4 0,-1 0 11 0,-1 2 2 0,-1 0 4 0,-2-1-4 16,1 0-9-16,-2-1 0 0,-2 0-3 0,1 0 3 0,-4-1-1 15,0 2-2-15,-1-1 4 0,-2 0-1 0,-1 0 3 0,-2-2-4 0,-3-1-1 16,-3 1-2-16,-4-1 5 0,-1 1-2 0,-4 0 2 0,-1 0 1 0,-6 1-7 16,-1-1 7-16,-6 1-4 0,-3-2 4 0,-3 1-1 0,-4 0-10 15,-4-1-6-15,-4 2 9 0,-4-1-6 0,-5-1 5 0,-3 2 5 0,-6-2-19 16,-4 0 2-16,-7-1-2 0,-5 1-9 0,-6 1 7 0,-4 0 2 0,-4 1 6 16,-7-2 4-16,-3 1 0 0,-1-1 7 0,-4 0-3 0,-2 1 8 15,-1-1-1-15,-3 2 0 0,-2 2 1 0,1 1-4 0,-2 0 3 0,-1 2-3 16,-1-1 0-16,-3 2-1 0,-3 3-5 0,-3 0 0 0,-3 2-1 0,-2 3-8 15,-6 1 4-15,-3 2 2 0,-4 2-1 0,-6 1 13 0,-1 2-3 16,-3 1-1-16,-3 1 1 0,-1 1-2 0,-3 1-4 0,-1 0 11 0,2 1 0 16,-1 1-5-16,2 0 10 0,0 2-12 0,-1 2-1 0,1-1 8 15,1 2-2-15,2-1 5 0,4 2-4 0,1 1 0 0,2 0 6 0,3 0-1 16,5-1-3-16,3 1 0 0,4 0-6 0,1 2-5 0,1 2-1 0,0 1-7 16,1 3-11-16,1 3-15 0,0-1-58 0,-2 4-33 0,1-2-27 15,2 1-30-15,6-1 2 0,9-3-31 0,5 0-72 0,5 0-274 0</inkml:trace>
  <inkml:trace contextRef="#ctx0" brushRef="#br0" timeOffset="46351.68">4683 8251 1753 0,'-16'-4'32'0,"3"3"-23"0,-2 3-7 0,7 4-4 0,4 3 8 16,2 1 2-16,0 0-2 0,2 4-3 0,0 3-6 0,1 3-2 0,2 1 0 15,1 4-2-15,2 0-13 0,0 3-17 0,1 0-17 0,2 2-17 0,-1-1-8 16,3 0 1-16,-1-3 10 0,2-3 17 0,1 0 20 0,0-3 14 16,-2-1 12-16,2 0 4 0,-1-2 2 0,2-2 1 0,0 0-1 0,2-3 4 15,2-2 5-15,0-1 10 0,1-3 23 0,3 0 13 0,0-2 15 0,1-2 3 16,2-1 2-16,0-1 5 0,1-1-5 0,1-1 7 0,3-1-2 15,1 0-3-15,1-2-1 0,1 1-6 0,2-1-6 0,1 0-8 0,2 0-9 16,1-1-8-16,0 1-6 0,1-1-11 0,0 0-1 0,2 1-3 16,2-1-4-16,1 1-15 0,1 1 0 0,-1 0-5 0,3 0-1 0,-2-1 11 15,-1 1 0-15,1-1-5 0,1 1 4 0,-1-1-2 0,0 1-1 0,0-2 3 16,0 0-4-16,-2-1 3 0,1 0-6 0,1-1-2 0,0-1 3 16,-4 0-2-16,0-1 2 0,-2-1 2 0,-2 0 0 0,-2 1 0 0,0-1 0 15,-2 0 2-15,0-2-2 0,-3 0 3 0,-1 0-2 0,-2-2 4 16,-1 1-3-16,-1-2 1 0,0 1 0 0,-1-1-2 0,-1 1 1 0,-1-1 6 15,-3 1-2-15,0-2 2 0,-2 0-2 0,-2-2-4 0,-2 3 1 0,-2-2 11 16,-2 0-12-16,-2 2-2 0,-2-2 0 0,-2 2 0 0,-3-2 13 16,-2 0 1-16,-4-2-1 0,-3-1-11 0,-3 0-4 0,-2-1 2 0,-2 0 3 15,-1 1 0-15,-3-1 4 0,-1 1-4 0,-2-1-3 0,-2 0 0 0,1 0 0 16,-2 0 3-16,1-2-3 0,2 1 8 0,-1-1-1 0,0 1-4 16,0 0 2-16,-1 1-5 0,0 1-2 0,-4 0 4 0,1 1 1 0,-1 0 2 15,-1 0 0-15,1 1-4 0,-2 1-7 0,-1 1-1 0,-2 0 1 0,-1 1 4 16,-2 3 18-16,-2 0 1 0,-1 3-6 0,0 1 2 0,-3 1-11 15,1 2 1-15,1 1-2 0,-4 3 4 0,-1 0-6 0,-1 2 4 0,-1 2 0 16,-1 0-3-16,0 3 0 0,-1 2-1 0,-2 2-1 0,-1 1 0 16,-2 3 2-16,1 1 0 0,-1 2 5 0,1 4 5 0,0 0-3 0,0 2-1 15,3 1-4-15,0-1-9 0,3 3 7 0,2 0 0 0,1 1 7 0,-1 2 3 16,4 1-4-16,1 2-4 0,1-2-10 0,4 0-27 0,2-3-38 16,4-1-29-16,3 0-41 0,4-3-26 0,2 0-26 0,5-2-36 0,4-1-39 15,1-2-35-15,5-2-73 0,2-2-235 0</inkml:trace>
  <inkml:trace contextRef="#ctx0" brushRef="#br0" timeOffset="138107.69">4296 10081 1175 0,'-12'9'505'0,"0"0"-438"0,-1 1-61 0,4 0-6 0,5 0-3 16,1-3-4-16,2 1 10 0,1-1-10 0,2 0-1 0,1-1-10 0,3 0-22 15,2-1-23-15,3 1-31 0,2 1-19 0,2-2-10 0,3 0 13 0,1-3 28 16,3 0 28-16,0-2 25 0,2 0 17 0,0 0 9 0,1-2 2 16,0 0 3-16,-2 0 9 0,0 0 5 0,1 1 8 0,1-2 8 0,2 1 7 15,0-1 7-15,2-1 11 0,-1 0 8 0,0-1 4 0,0 1 2 0,3 0-1 16,0-2-13-16,3 1-5 0,0 1-9 0,1-1-8 0,0 1 1 16,1-1 6-16,1 0-10 0,0 1 4 0,2 1 2 0,-2-2-15 0,1 0 5 15,2-2-15-15,-2 2-2 0,3-1-2 0,2-1-1 0,0-2-3 16,1-1-3-16,1-1 2 0,2-1-11 0,1 0 2 0,-2-1 2 0,1-1-3 15,2 0 10-15,-3 0-2 0,0-1-5 0,-1-1 6 0,1 1-2 0,-2 0 3 16,-2-1-4-16,0 0-1 0,-3-1 0 0,-2 3-2 0,1-1 6 16,-4-1-5-16,1 1-2 0,-5-1 1 0,0 1 0 0,-4 1 5 0,0 0 3 15,-2 1-2-15,-2-1 5 0,-1 1-3 0,-3 0 3 0,-2 1 4 0,-2 0-5 16,-3-1 5-16,-2-1 0 0,-1 0 5 0,-1-1 4 0,-3 2 8 16,-1-3-5-16,-3-2 0 0,0 1-9 0,-3-4-9 0,-1-2 1 0,-2 2-3 15,-1-4 8-15,-1 0 1 0,-1-1-6 0,-1-1 1 0,-3 0 1 16,0 0 1-16,-2 0 5 0,-3 0 11 0,-1 0 1 0,-1 0 6 0,1-1-6 15,-3 0-4-15,-1 1 3 0,-2 0-1 0,-1 0-2 0,-1 1-5 0,-3-1-4 16,-1 1-7-16,-3 1-3 0,1 0-2 0,-4 2-13 0,1-1 5 16,-2 3 7-16,-2 1 1 0,-1 2 9 0,-2 0-2 0,-2 2-4 0,0 0-5 15,-1 2 3-15,-4 0 5 0,0 3-2 0,-4 0 2 0,0 1-4 16,-2 1-11-16,0 1-1 0,-4 1-5 0,0 1-2 0,-4 1 1 0,0 2 1 16,0 1 5-16,-1 2 12 0,0 0-1 0,-1 2 4 0,0 1 0 0,0 3-3 15,-1 1-1-15,2 2-1 0,-1 1 0 0,0 2 4 0,2 1-5 16,-2 4 2-16,1 1 1 0,0 3-4 0,0-1 0 0,0 2-4 0,0 1 15 15,1 0-1-15,0 3 4 0,2-1 3 0,1 1-14 0,2 0 2 0,1 1 1 16,1 0-1-16,4 0 2 0,3 1-4 0,3 0 0 0,1 2 3 16,1-2 2-16,5 0 5 0,3-1-2 0,2-1-4 0,4 1-3 0,3 1-2 15,3-1 3-15,1 0-4 0,4 1 1 0,3-1 1 0,2-1-8 0,2-1 5 16,4 2 12-16,2-2-4 0,4-1 1 0,2 0-1 0,3-1-12 16,3 1-3-16,2 0-3 0,3-2 2 0,3 0-4 0,2 0-11 0,1-2-10 15,5 2-24-15,2-2-24 0,2-2-27 0,4-1-29 0,2-2-42 16,3-4-57-16,2 1-67 0,3-4-71 0,6-2-341 0</inkml:trace>
  <inkml:trace contextRef="#ctx0" brushRef="#br0" timeOffset="-211082.99">5482 12898 2233 0,'-24'-12'61'0,"-6"-4"25"0,-7-3 9 0,-8-6 1 0,19 10-63 0,1 0-28 0,3 4-5 0,1 0 2 0,0 0-2 16,0-1 0-16,-2 0-18 0,-1 1-14 0,2-2-20 0,-3 0-37 0,1 0-10 15,-2 1-19-15,-1 3 0 0,1-1 4 0,-4 2 8 0,2 1 30 0,-6 0 10 16,1 0 35-16,-4 2 19 0,-1 2 12 0,-1 2 15 0,-4 2 6 16,-1 2 9-16,-1 2 1 0,-4 1 4 0,0 2-1 0,-1-1-4 0,2 0-2 15,0-1-3-15,-1 0-10 0,-1 0 5 0,2 2-7 0,-1-2 6 16,1 0-4-16,1 0 3 0,0 0 3 0,0 0-2 0,0-1 4 0,1 1-2 15,0 0 2-15,2 0 5 0,0 1 4 0,0 0 0 0,-1 0-2 0,3 1 3 16,0 1-8-16,-1 1 4 0,1 0-3 0,0 3-4 0,1 0 6 16,0 3-8-16,-1 0 10 0,0 0-6 0,0 3-2 0,1 0 3 0,1 1-7 15,2 1-1-15,0 1-6 0,2-1-4 0,3 0 6 0,0 0-2 16,2 0-6-16,1 2 3 0,2 1-10 0,1 2-1 0,4 2 0 0,0 1 3 16,2 2-2-16,2-2-12 0,1 4 2 0,1-1 6 0,3 1-4 0,1 2 15 15,2 0 2-15,1 2-9 0,0 1 0 0,3 1-4 0,2 2 1 16,0-1 4-16,3-1-2 0,2-1-1 0,2-2 4 0,2 0-3 0,0-1 3 15,1 0-3-15,1-3-3 0,3 0-4 0,0-3 7 0,2 2 6 0,1-2 0 16,1 1 4-16,3-1-4 0,2-1-2 0,0-1 9 0,0 0-1 16,4-2 3-16,1 1-1 0,1 0 2 0,5-1 3 0,1 0 6 0,2-2-1 15,0 0-10-15,3 0 4 0,-1-2-7 0,2 1 3 0,2-1 1 0,1 0-4 16,2 1 7-16,3-1-4 0,1 1 7 0,1-1 2 0,1-2-10 16,1-1-7-16,2-1-3 0,2-2 12 0,2-2 10 0,3 1 8 0,2-2 4 15,1-2-7-15,2-3-10 0,0-1-6 0,-1-4-2 0,0-2-6 16,1-1 3-16,1-3-5 0,0-1 3 0,-1-2-1 0,-1-2 1 0,0-2-11 15,-1-2 2-15,2 0 13 0,0-4 4 0,-1-1 10 0,-1-3-3 0,-1-3-8 16,-1-2 3-16,-1-1 5 0,-2-3-2 0,-3 1-5 0,0-2 4 16,-3-1-2-16,-1-3 7 0,-2 0 0 0,-1-2-3 0,-3 0-4 0,-3-1 4 15,0-1 0-15,-3-1 0 0,-3-3-8 0,0-2 1 0,-4 0 2 0,-3-2-1 16,-3-2 14-16,-4-2-12 0,-3-2 2 0,-3-2-6 0,-6-1 1 16,-4 1-1-16,-5-3-2 0,-4 0 1 0,-5 0-15 0,-4-2 1 0,-4 1-2 15,-7 1-4-15,-5 1 0 0,-4 1 3 0,-6-1-22 0,-4 1-1 16,-5 1 4-16,-5-1-9 0,-3 4 24 0,-4 2-10 0,-3 0 14 0,-2 3 8 15,0 1-2-15,-1 1 12 0,-1 4-6 0,2 4-9 0,-1 2-2 0,0 5-2 16,0 1-11-16,-1 4-1 0,2 4-10 0,2 2-15 0,0 7-14 16,3 4-24-16,0 6-25 0,2 7-34 0,-2 8-58 0,2 8-80 0,-1 9-163 15,-1 10-198-15,-1 10-166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2T10:08:38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4211 6149 1975 0,'0'-9'37'0,"5"3"-39"0,2-3-4 15,3 2-2-15,4 1 8 0,3-2-3 0,1-1 3 0,1-1-2 16,1 0-9-16,2 0 0 0,-1 1-14 0,2 1-19 0,2 2-8 0,-1 1-15 16,3 0 3-16,-1 1 20 0,0 1 16 0,1 0 18 0,-4 0 10 0,2 1 5 15,0 0-1-15,1 1 5 0,0 1-2 0,-1-1 1 0,2 1 6 16,0 0 0-16,3 1-1 0,1-1 5 0,3 0 2 0,0 0 0 0,2-1-1 15,3 1-11-15,1-1 0 0,1 0-1 0,4-1 4 0,0 0 5 16,3 0-2-16,2-2 5 0,1 0-4 0,1 0 5 0,1-2 4 0,0 0-1 16,3-1 8-16,1 1-3 0,2-1 1 0,1 0-5 0,1 2-4 0,-1-2-3 15,3 0-2-15,-1 0-1 0,1-1-1 0,1 1-1 0,-1 0-1 16,2 0 1-16,2 1 2 0,0 1 7 0,-1-1 1 0,1 2 0 0,1 0-2 16,-1 1 1-16,1 1 3 0,1 0-5 0,-1 1-5 0,1 0-5 0,1 1-6 15,-1 1-1-15,-1 1 1 0,1 0 1 0,-1 1-2 0,1 0-1 16,1 0-1-16,-2 0-1 0,-1 0-1 0,0 1 1 0,0-1 4 0,0-1 0 15,2-1 0-15,0-2 1 0,-2-1 1 0,-3 0-1 0,-2-2 4 16,-1-1-3-16,0-2-1 0,0 0 9 0,-1-2-1 0,0-2 7 0,-2-1 2 16,1-2 3-16,-3-2 5 0,-1-2 1 0,0 0-6 0,-1-3-8 0,0-1-8 15,-1 0 7-15,-1-2 1 0,0-2-2 0,-3 0 5 0,-2-2-11 0,0 1 1 16,-3-2-3-16,-1 1 2 0,-1-2-1 0,-3 1-4 0,-4-2 7 16,0 1-4-16,-5-1 2 0,-2 0 4 0,-4 0-1 0,-2 1 1 0,-3 0-2 15,-2 0-4-15,-5-2 4 0,-3 1-8 0,-2-3-4 0,-4 2 14 16,-4-2-9-16,-2 0 2 0,-5 0 3 0,-4-1-13 0,-2-1 0 0,-6 0-1 15,-3 1 3-15,-2-1-1 0,-5-1 4 0,-1-1-3 0,-4-1 0 0,-1 2-4 16,-4 0 0-16,-4 2 1 0,-2 0 1 0,-2-2-7 0,-2 4 7 16,-2-2 1-16,-4 2 5 0,-3 0 7 0,-1 1-11 0,-1 0 6 0,-3 3-6 15,-1-1 0-15,-3 3 6 0,-1-1-3 0,-2 3-2 0,-1-1 7 16,-1 0-5-16,-1 1-1 0,-1 1 2 0,-1 3-4 0,-3 1 0 0,0 1 3 16,-4 3 0-16,-3 1-5 0,-1 2 5 0,-4 2-5 0,0 2 5 0,-4 3 0 15,1 3 2-15,-2 3 3 0,-2 1-12 0,1 5 9 0,-4 1-4 16,-1 2-3-16,1 3 8 0,-4 2-1 0,1 1-2 0,0 4 0 0,-1 1 2 15,1 1-7-15,2 4 0 0,0 1 0 0,1-1 2 0,1 3-4 0,2-2 5 16,5 2-2-16,-1 1 0 0,3 3-1 0,2-1-3 0,1 4 7 16,1 0-14-16,3 2 7 0,0 2 3 0,0 1-1 0,4 3 4 0,-2 0 0 15,1 2-2-15,5 2 0 0,-2 3 4 0,2 2-1 0,3 1-2 0,1 1-5 16,2 3-2-16,4 0-6 0,2 1 10 0,4 2 6 0,3-3-5 16,3 3 5-16,3 0-11 0,5-1-21 0,3 1-23 0,4 0-37 0,3-2-48 15,3 2-40-15,3 0-41 0,5 0-30 0,0 1-26 0,3-1-56 16,4 2-340-16</inkml:trace>
  <inkml:trace contextRef="#ctx0" brushRef="#br0" timeOffset="11250.9">4495 9200 715 0,'2'-3'39'15,"1"0"-15"-15,3-1-10 0,1 3 4 0,1 1 8 0,1 0 10 16,1-2 3-16,1 0-3 0,3 0-11 0,3-1-7 0,1 1-7 0,0-1-3 16,2 2 0-16,1-1-5 0,-1-1-3 0,3 0-2 0,1 0-2 0,-1-1 3 15,3 0 1-15,-1-1 0 0,3 0-1 0,-1 1 2 0,2-1-5 16,0-1 6-16,1 2 3 0,1-1 8 0,1-1 11 0,0 1 1 0,3-1 10 15,-1 0-3-15,2 1 2 0,-2-1 3 0,3 2 3 0,1-1-1 16,-1 0 0-16,0 0 2 0,0 1-3 0,1-1 1 0,2 1-3 0,-1-1-3 16,0-1-5-16,1 0 0 0,-2 0 2 0,2-1-1 0,-1 1 6 0,0 0-2 15,1 0 1-15,-3 1-4 0,2-1-4 0,0-1-4 0,-1 1-5 16,-1 0-4-16,-3-1 5 0,0 0-3 0,1-1 2 0,-1-1 1 0,1 0-12 16,0-1-8-16,1-1-2 0,-2-1 0 0,-1-1 11 0,1 0 6 0,-1-2 1 15,0 0 0-15,-1-1-4 0,-1-2-1 0,-1-2-2 0,1 0 3 16,-2-2-1-16,0-1-2 0,-4 0 5 0,1-1-2 0,-2-3 0 0,-2 1 0 15,2-3-3-15,-4 0-3 0,1-1 5 0,0 1-4 0,-4-2 8 16,-1 2 0-16,1 0-4 0,-3 0-1 0,-1-2-2 0,-3 1-3 0,0-3-2 16,-2 3 15-16,-1-1 5 0,-2 1 2 0,-1-1 9 0,-3-1-8 0,-1 1 0 15,-2 1 0-15,-2 1-5 0,-1 1-4 0,-3-2-1 0,0 0 2 16,-3 1 0-16,0-2-6 0,-4 1 1 0,-3-1-6 0,0 2-5 0,-1-1 4 16,-3 0-5-16,0 0 1 0,-1 2-5 0,-2-3-4 0,0 3 9 0,-1-1 1 15,0 1 7-15,-3-1-3 0,-1-1-5 0,0-1 1 0,-1 3-1 16,1-1 8-16,-1 2-2 0,1 1 0 0,-2-1 3 0,-2 1-2 0,0-1-1 15,-1 2 6-15,0 0-3 0,-3 3 2 0,1 0-4 0,-2 2-6 16,-1 3-2-16,0 1-1 0,-2 2-3 0,-3 2-1 0,-2 0-2 0,-2 5-1 16,-2 1 0-16,-1 2 1 0,-3 3 5 0,-4 3 0 0,-2 3 6 0,-4 3-3 15,-1 3 1-15,0 3-1 0,-1 1 2 0,1 3-2 0,-2 1-3 16,1 3 4-16,1 1 3 0,-1 4 0 0,1 1 2 0,2 1-6 0,1 1-1 16,1-1-2-16,3 2 4 0,2-1-1 0,2 3-3 0,5-1 3 0,2 1-3 15,2-1-6-15,1 1 9 0,3 1 4 0,2-1-2 0,1 2 9 16,5 0-7-16,1 2-7 0,3-1 6 0,2 2-6 0,2 2 6 0,0 0-4 15,3 0 4-15,1 0-5 0,2-1 1 0,4-1-1 0,2 1-2 16,3 0 5-16,2-1-8 0,2 0 3 0,1-1 0 0,3 0 4 0,1 0 1 16,2 0-1-16,3-2-1 0,1 1 1 0,1 0 4 0,1-1-4 0,1 1 7 15,2-1-4-15,0-2-3 0,1-2 3 0,1 1-5 0,0-1-2 16,3 0 7-16,1 1-5 0,-1-2-6 0,-1 0 1 0,2-1-2 0,0-1 12 16,1 0 4-16,0-2 1 0,2-1-2 0,1-1-7 0,2-1-7 0,1-1-1 15,3-2-8-15,-1 0-20 0,3-1-38 0,0-2-55 0,2 0-71 16,0-1-54-16,2-1-71 0,2-4-49 0,2-1-321 0</inkml:trace>
  <inkml:trace contextRef="#ctx0" brushRef="#br0" timeOffset="12284.9">4637 11657 1237 0,'-30'-15'52'15,"-1"1"12"-15,-5-4 34 0,8 5-4 0,7 2-4 0,4 1-22 16,0 1-6-16,1 0-5 0,1 1-14 0,3 0-9 0,0 1-9 0,2 0-6 16,3 2-3-16,2 1-4 0,1 2-3 0,2 1-12 0,0 0 5 0,2 0-2 15,1 2-6-15,0 0 8 0,1 2-11 0,3 1 7 0,0 1-1 16,1 2 4-16,2 1 2 0,2 3-7 0,1-1 1 0,-1 1-1 15,3 1 3-15,0 1 3 0,0 0 1 0,1 1-4 0,2-1-1 0,0 1 2 16,2 1-5-16,-1-1 2 0,4-1 3 0,-1 0 0 0,1 1 4 0,1-2-2 16,1-1-4-16,-1-1 1 0,2-1 2 0,0 0-2 0,3 0 4 0,2-2-3 15,-1-1-6-15,3 0 9 0,0-1-2 0,2 0 5 0,1-2 2 16,-1-1 2-16,4 1 4 0,-1-2 4 0,2 0 7 0,1 0 9 0,0-1 2 16,4-1 3-16,0 0-3 0,0 0 0 0,1-1 0 0,2 0-2 0,0 1-1 15,3-3-7-15,-1 2-4 0,3-1 6 0,-1 0-2 0,1 1-1 16,1-1 1-16,2 2-4 0,0 0-8 0,2 0 1 0,0 1-7 0,0 0-3 15,2 1 1-15,2 1-7 0,-1 0 4 0,2 1-3 0,0 1-5 16,2 0 8-16,1 0-3 0,0 0 3 0,0-1 2 0,1 0 0 0,1-1-2 16,1 0-4-16,1-1-6 0,0-1 6 0,0 0-4 0,2-1 6 0,0-1 1 15,-1 0-2-15,0 0 0 0,-2 0-6 0,-1 0 1 0,0 1 3 16,1-1 2-16,-1 1 4 0,-1 0 2 0,1-1-5 0,-3-1-2 0,1 0 2 16,-2 1 3-16,-1-1-3 0,-1 0 6 0,-2-1-4 0,0 0-2 0,-2 0 2 15,-1 1-1-15,1-1 3 0,-2 0 0 0,-1-1 1 0,-1 0 5 16,-1-1 0-16,-1 1-3 0,0-2 0 0,-1-1-3 0,-1 0 1 0,-1-1 1 15,-1 1 1-15,-2-2-3 0,0-1-2 0,0 1-2 0,-2-3 4 16,-1-1 3-16,-1-1-3 0,-4 0 8 0,-2-1-2 0,0 0-6 0,-4-2 8 16,0 0-3-16,-4-2 3 0,0-1 5 0,-4 1 5 0,-4-2 0 0,-1 0-6 15,-2 0 11-15,-4-2-1 0,-1 1 0 0,-3-3 1 0,0-1-9 16,-2 0-9-16,-2-2 2 0,-3 0 0 0,-2-1-5 0,-3 0 0 0,-2-1 0 16,-1-1 1-16,-4-1-1 0,-2 0-4 0,-3-1 1 0,-3 2-4 0,-4-2 2 15,-3 1-1-15,-2 0-2 0,-4 0-6 0,0 2-7 0,-1 0 11 16,-4 1-4-16,-3-1 5 0,-2 3 11 0,-4-2-13 0,-2 1 6 0,0 0 0 15,-2 2-4-15,-3-1 0 0,-3 2 6 0,-2 1-6 0,-1 0 0 16,-2 0 0-16,-3-1-3 0,-2 1 0 0,-4 2-7 0,-4 2 5 0,-1 2-6 16,-2-1 4-16,-5 2 3 0,-3 0 0 0,-4 2 6 0,-4 2-6 0,-3 3 4 15,-4 3-1-15,-3 2 3 0,0 2-2 0,-1 1 4 0,0 3-2 16,1 1 1-16,0 1 13 0,2 2-4 0,1 0-2 0,3 2-1 0,1 1-3 16,3 4-1-16,-1 4 9 0,-1 4-5 0,-1 4 1 0,0 4 3 0,-1 4-11 15,1 3-2-15,4 4 5 0,-1 1 1 0,4 2 3 0,0 5 3 16,2 3-3-16,1 4-9 0,1 5-5 0,2 2-1 0,2 6-33 0,1 3-26 15,1 5-33-15,6 0-29 0,6-4-4 0,12-3-21 0,6-4-36 16,7 0-52-16,4 2-108 0,4 3-127 0,8 1-301 0</inkml:trace>
  <inkml:trace contextRef="#ctx0" brushRef="#br0" timeOffset="16484.9">9621 11225 682 0,'-8'-3'395'0,"0"-1"-323"16,0-1-43-16,0 0-12 0,3 1 2 0,0 0 2 0,2 0 6 0,1 0-3 0,0 0-4 16,2 0-9-16,-1 0-4 0,0-1 1 0,2-1-15 0,0 1 3 15,1 0-4-15,1-1-4 0,-1 0 12 0,1 2-2 0,0-1 3 0,0 0 2 16,-1 2-5-16,1-2 5 0,0 1-1 0,0 1 1 0,0 0 1 16,0 1 4-16,3-1 3 0,1 1 6 0,0-2 7 0,3 2 4 0,0-1 7 15,3 0 4-15,0 1 3 0,3-2 6 0,2 0-4 0,2 1-3 0,0 0-4 16,3-1-2-16,0 2-1 0,4 1-5 0,1-1-2 0,1 2-11 15,2-1 0-15,0 2-12 0,2 1-4 0,0 1 0 0,-1 1-7 0,3 0 6 16,-1 3 1-16,0 0 0 0,0 1-3 0,0 1 3 0,0 0-4 0,0 1 3 16,-2-1 1-16,-1 3-2 0,-2 1 2 0,-1 0-5 0,-1 1 1 15,-2-2 3-15,-1 2-1 0,0 1 8 0,0 1 0 0,-3 0-2 0,2 1-4 16,-4 0 0-16,0 1 2 0,0-1 4 0,-1 3 9 0,-2-1-3 16,0 0 2-16,-1 1 3 0,-1 2-2 0,-1-1 10 0,-1 1-4 0,0 1-7 15,-1-1 1-15,0 2-4 0,-3-1-1 0,0 2 0 0,-1 0 4 16,-1 0-6-16,-1 2 11 0,0 0-2 0,-2 1-4 0,0 0 11 0,-1 1-4 15,-2 0-1-15,-1-1 4 0,-1 1-5 0,-1 1 2 0,0 0 1 0,-2 1-6 16,0-1-9-16,-1 0 3 0,-2 2 1 0,1-2 1 0,-4 3 8 0,0-1-11 16,-1-1 2-16,1 0-4 0,-1-1-1 0,2 1-1 0,-1-1-2 15,0 0 1-15,0 0-2 0,1-4 2 0,0-1 0 0,2-2-4 0,0-2-2 16,1-1-3-16,0-2 0 0,1 0-6 0,1-2-11 0,1-2-5 0,0-3-34 16,0-2-43-16,0-1-36 0,0-3-46 0,0-2-25 0,-1-1-28 15,-1-3-41-15,-2-1-27 0,-2-4-244 0</inkml:trace>
  <inkml:trace contextRef="#ctx0" brushRef="#br0" timeOffset="16755.9">10071 12020 1574 0,'-7'1'284'0,"-1"0"-202"0,-1 0-65 0,2 0-23 0,2 2 10 0,2 1-13 15,0 1 13-15,2 2-6 0,1 0-3 0,0 2 5 0,0 1-7 0,1 1 1 16,1 2 0-16,-1 0-1 0,1 1-4 0,1 0 3 0,0 2 1 0,0 1 4 15,2-1 3-15,-1-1 3 0,1 0 2 0,1-1-2 0,-1-2 2 16,2 0 0-16,0 0 3 0,0-1 4 0,0 0 3 0,2-2 6 0,1 0 1 16,1 0 3-16,1-2 12 15,0 1 3-15,0-2 12 0,2-2 9 0,0 0-4 0,2-1 8 0,0-1-6 0,3-2 1 0,2 0-4 0,-1-1-8 16,3-1-5-16,1 0-11 0,-1-1-5 0,3-1-12 0,0 0-4 16,2 1-5-16,2-1-4 0,1 2-5 0,1-1-8 0,1 1-18 0,1-1-34 15,1 1-22-15,0 1-56 0,2 0-67 0,-1 0-73 0,0-1-100 0,2 1-82 16,1-1-278-16</inkml:trace>
  <inkml:trace contextRef="#ctx0" brushRef="#br0" timeOffset="173588.03">8796 9690 2191 0,'-31'-14'17'0,"5"1"34"0,-4-2-12 0,13 7-7 0,10 4-8 0,2 1-21 16,3 2-11-16,3 1-7 0,3 0-9 0,3 1-4 0,5 2-7 0,5 2-12 15,3 2-18-15,2 1-30 0,4 2-27 0,3 1-18 0,2 0-9 16,1 1 6-16,3 0 18 0,0 0 26 0,3-1 30 0,0-2 28 0,0 0 16 15,1-1 11-15,-2 0 6 0,1-1 4 0,-1-1 3 0,2-1 5 0,-1 1 4 16,1-2 4-16,0-2 9 0,0-1 9 0,0-1 15 0,-1-1 16 16,1-2 15-16,0-2 19 0,0-1 8 0,0-1 2 0,1-2 2 0,1-1-8 15,-1 0-4-15,0 0-7 0,2-2-8 0,0 0-9 0,0-2-13 0,2 1-13 16,0 1-3-16,0-1-13 0,-1 0-3 0,1-1 3 0,-1 1-9 16,-2 0 0-16,0 0-1 0,-2 1-7 0,-3-1 1 0,-1 1-2 0,-4-1-13 15,1-1-3-15,-3 0 2 0,1 0 2 0,-3 2 16 0,-2-2 1 16,-2 0-2-16,-4 0-4 0,-2-2-4 0,-1 1 4 0,-4-2 4 15,-1-1 0-15,-3-1-1 0,-2-2 0 0,-2-1-2 0,-3 0-1 0,-2-3-2 0,-4-1-5 16,-1 0-4-16,-3-5-4 0,-2 0 0 0,-3-3-8 0,-3 1 0 16,-2-1-1-16,-1-1-5 0,-4 0 3 0,-3-2-10 0,-4 1 7 0,-2 1 5 15,-3-3 6-15,-2 2 10 0,-4 0 1 0,-4 0-3 0,-1 2 0 0,-4 2 6 16,-1 1-6-16,-1 2 5 0,-3 1-5 0,-2 1-2 0,-4 0-1 16,-2 3-3-16,-2 1-3 0,-5 3-1 0,1 2-4 0,1-1 0 0,-2 0-1 15,0 2 4-15,-4 0 6 0,-1 3 1 0,1 2 4 0,2 2 0 16,2 4-2-16,4 0 7 0,3 3-5 0,2 1 0 0,4 3 0 0,3 2 0 15,2 2-2-15,1 1 1 0,3 5 1 0,1 2 0 0,1 3 0 0,3 3-2 16,-1 1 0-16,1 5 1 0,2 2-1 0,2 4-2 0,5 0-1 16,2 1 1-16,4 1-3 0,2 0 1 0,3 1-6 0,3 3-15 0,1 1-26 15,2 0-38-15,4 2-56 0,3-1-49 0,2 0-47 0,2 1-28 0,5-1-6 16,2-1 2-16,3 0 24 0,2-3 49 0,2 1-102 0</inkml:trace>
  <inkml:trace contextRef="#ctx0" brushRef="#br0" timeOffset="174173.03">8553 10150 564 0,'-4'-13'108'0,"1"1"30"0,-1-5 0 0,2 5-3 0,2-1-16 0,1-1-21 16,1-1-20-16,2 1-12 0,1-2-19 0,2 0-15 0,2 1-7 0,3 0-12 15,1-1-5-15,3 2-2 0,1 0-4 0,1 1 1 0,2 0-1 0,2-1-2 16,1 1 5-16,2 0-2 0,1 0 1 0,3-1-1 0,0 1-1 16,4-2-2-16,0 1-2 0,2-1 2 0,3 1-1 0,0 1 5 0,3 0-4 15,2 1 0-15,1-1 1 0,1 1-2 0,3-1 3 0,1 1 0 16,2 1 0-16,1-1 1 0,4-2 0 0,3-1 2 0,4 0-2 0,4-1-1 15,0 0-2-15,0 1 2 0,0 2-1 0,-1 0-9 0,0 0 2 0,-2 1-3 16,-1 2 3-16,-3 1 7 0,-1 4 4 0,0 0 8 0,-2 2 1 16,-2 2 9-16,-1 1 2 0,-2 2 6 0,-1 1 9 0,2 2-2 0,-2 0 1 15,-1 3-11-15,1 0-5 0,-3 3-5 0,1 0-8 0,1 2 0 0,-1 0-13 16,-1 2 5-16,-1 3-6 0,-2 1 1 0,-1 0 1 0,-2 3 1 16,0 0-2-16,-4 1-5 0,-1 1 4 0,-4 4-5 0,-3 1 7 0,0 1 2 15,-4 1 0-15,-1 0 6 0,-3 0 0 0,-4 0 1 0,-2 0 3 0,-4 0-1 16,-1 3 6-16,-3-3-4 0,-2 2-1 0,-2 0 10 0,-2-1-7 15,-1 1 4-15,-3 0 3 0,-2 0-17 0,-2-2 4 0,-3 1-3 0,-2-2-3 16,-1 2 2-16,-3-2-2 0,-2-1-1 0,-2-2 0 0,0-6-4 16,-1-2 0-16,1-2 1 0,-3-3 2 0,-2 2 9 0,-3-1 12 0,-3 0 4 15,-5 0 2-15,0 0-4 0,-5 1-7 0,-2 1-6 0,-2 0-3 0,-3 2 1 16,-3 1-4-16,-1-4 1 0,0 1 5 0,-1-1 0 0,2-2 0 16,-2-1 8-16,-2-1 4 0,-2 0-3 0,-2-2-2 0,0-1-2 0,-1-2-8 15,-2-3 0-15,1-3-6 0,0 0 4 0,-1-2-4 0,2-1 2 16,0-3 1-16,0-1-11 0,0-2-20 0,0-2-27 0,3-1-4 0,1 0 0 15,-1-1 22-15,1-2 1 0,0 0-29 0,-1-1-37 0,3 1-44 0,1-2-59 16,-1-1-75-16,1-2-51 0,1 0-10 0,-1-3-112 0</inkml:trace>
  <inkml:trace contextRef="#ctx0" brushRef="#br0" timeOffset="208442.57">11529 10429 1322 0,'-17'-7'118'16,"3"2"-20"-16,0-2-21 0,9 4-21 0,4 1-36 0,2 0-22 15,2 0-18-15,2 0-1 0,4-1 1 0,2 1 8 0,4-1 2 0,1 2 0 16,0 0 5-16,-1 2 0 0,2 0 1 0,1-1 4 0,0 1 2 0,1-2-4 16,0 1 4-16,-1-1 0 0,2-1-1 0,0-1 6 0,0-1 1 15,-1 1 1-15,2-2 8 0,0 1 12 0,-1-1 0 0,1 0 10 0,0-1-1 16,0 1 1-16,1 0 11 0,0-1 2 0,1 1 3 0,1-1-3 15,-1 0-1-15,1 0-4 0,0 0 3 0,-2 0-1 0,1-1-4 0,1 0 0 16,2 2-9-16,0-2 2 0,-1 0-1 0,1 0-5 0,-2 0 2 16,1 0-6-16,0 1 0 0,1 0-1 0,0 0-5 0,1 0-2 0,1 0-3 15,-2-1-4-15,1 1-5 0,-1 0 0 0,0 0-6 0,0 0-12 0,-1 0 8 16,2 0-1-16,-1-1 3 0,1 1 7 0,-1-2 1 0,1 1-7 0,-1 0 17 16,2 0-5-16,1-1-3 0,-1 0 6 0,2-1-18 0,-1 0 7 15,-1-1-2-15,-1 1-6 0,0 0 1 0,-1-1-1 0,1 2-2 0,-1 0 5 16,-1 1 2-16,1-1 0 0,-2-1-6 0,0 1 1 0,-1 0-5 15,-2-1-5-15,-1 2 2 0,0 1-10 0,-2-1-11 0,1 1-10 0,-1 0-11 16,-3 1-16-16,0 1-14 0,-2 0-13 0,-1 0-16 0,-1 1-16 0,-2-1-23 16,0 1-22-16,-2-2-32 0,-1 1-15 0,-1-2-5 0,-3 0 7 15,0-2 10-15,-3-1 20 0,-1-2 42 0,-4-1-41 0</inkml:trace>
  <inkml:trace contextRef="#ctx0" brushRef="#br0" timeOffset="208791.57">13123 9628 1873 0,'-12'-11'125'0,"2"-2"-47"0,0-2-37 0,7 4-19 16,4 3-22-16,2 0-9 0,3 1-4 0,4 1 3 0,3-2 0 0,4 2 0 16,1 3-2-16,4 1-3 0,2 2 10 0,1 2 0 0,3 3 1 15,1 2-3-15,2 2 0 0,0 1-8 0,1 2 2 0,0 1 3 0,1 1-1 16,-3 1 4-16,0 1 0 0,-3 1 2 0,-1 1 0 0,-2 0 0 0,0 2 2 16,-2 1 0-16,-2 0 5 0,-1 2 3 0,-2 3 1 0,-2 0 2 15,-1 2 0-15,-1 2 4 0,-2 1 6 0,-2 1-3 0,-2 6 8 0,-4 1-6 16,0 3-6-16,-3 3 9 0,-2 5-1 0,-2 2-3 0,-4 5-1 0,-5 4-6 15,-5 6-9-15,-3 4-3 0,-7 6-7 0,-5 6-12 0,-6 5-40 16,-5 7-67-16,-5 7-86 0,-8 7-146 0,-4 6-62 0,-6 5 10 0,-7 4-31 16</inkml:trace>
  <inkml:trace contextRef="#ctx0" brushRef="#br0" timeOffset="-194487.56">7605 9759 696 0,'-5'-9'349'0,"1"0"-229"0,1-1-36 0,5 1-45 16,3 2-12-16,4-2 2 0,2-1 0 0,3-2-3 0,1 1-5 0,3-2-7 16,4-1-14-16,3 1 4 0,2 0-6 0,3 3-2 0,-1-1 5 15,2-1-7-15,0 2 2 0,3-1-4 0,-1 1-2 0,3 1-1 0,1-1 4 16,0 0-3-16,2 0 6 0,-1 1 9 0,2-1 2 0,3 1 2 0,1-2 4 15,4 0-2-15,2-1 8 0,5-1 6 0,2 2 6 0,2-1 4 16,2-1 3-16,2 0 8 0,2 1 1 0,2 0 1 0,2-1-3 0,2 0-7 16,3 0 0-16,-2 1-1 0,0 2-4 0,2-1-5 0,-1 1-4 0,1 0-1 15,0 0 2-15,0 0 5 0,5 1-2 0,-1-2-5 0,0 2-9 16,-1 0-2-16,-1 1-7 0,-1 0 0 0,-1 1-4 0,-2 0-2 0,0 1 3 16,0 0-3-16,-3 1 5 0,1 0-2 0,-3 0-2 0,-3 1-3 0,-2 1-1 15,-3 0 2-15,-2 0 2 0,-1 0 2 0,-1-2 0 0,-2 0-3 16,1-1 2-16,-2-1 7 0,1-2-3 0,-1-1 8 0,1-2-2 0,-3-1-7 15,-1 1 3-15,-2-3-1 0,-2-1 9 0,-2-2 7 0,-2 0-2 16,-2-1 5-16,1-2-2 0,-2 1-11 0,0-3-2 0,-3-2 5 0,-2 1-6 16,-1-4 5-16,-3 1-2 0,-2-2-5 0,-3 0-7 0,-5-2 5 0,-3 1-2 15,-4-2-3-15,-4 0-3 0,-4-1-11 0,-5-2-8 0,-6 0-4 16,-4 0-2-16,-7 1-1 0,-4 0 1 0,-7 0 4 0,-5-2 9 0,-5 0 6 16,-5 1 19-16,-3 1 8 0,-3-1 5 0,-3 2 14 0,-1 0-1 0,-1-1 2 15,-2 4-5-15,0 1 0 0,0 2-6 0,0 1-4 0,2 2 0 16,-2 1-14-16,-3 2 1 0,-1 1-7 0,-2 2-3 0,-3 3 4 0,0 2 1 15,-3 1 1-15,-1 3-3 0,-2 1 4 0,2 3-3 0,-4 2-2 16,-1 4-4-16,-3 2 4 0,-3 3-5 0,-2 3 4 0,-3 3 2 0,5 2 2 16,0 3 1-16,3 2 1 0,3 2 2 0,-1 3-2 0,0 2-3 0,2 3-1 15,0 0 1-15,4 4 0 0,2 0 3 0,4 3-3 0,3 1-4 16,3 1-9-16,6 1 7 0,2 0-1 0,8-1 2 0,4 1 2 0,2-3-12 16,9 0-24-16,4 1-96 0,8 4-27 0,7 2-3 0,6-3-5 0,5-6 27 15,4-11-32-15,6-6-31 0,6-5-5 0,4-6 17 0,9-5 22 16,6-4 16-16,7-7 6 0,7-6 10 0,9-3-177 0</inkml:trace>
  <inkml:trace contextRef="#ctx0" brushRef="#br0" timeOffset="-194004.56">11425 8118 249 0,'-6'1'14'0,"1"1"-3"0,0 1 0 16,5 0-2-16,2 0 2 0,3 1 7 0,1-1 6 0,2 0 9 0,2-1 9 16,3-1 6-16,4-1 8 0,4-2 7 0,1-1 7 0,4-1 4 0,0-1 1 15,3-2 0-15,0 0 0 0,2-2 4 0,2 0 8 0,2 0 5 16,2-2 1-16,2 0-1 0,0 0-1 0,0 0-4 0,2 0-7 0,0-1-8 15,0-1-13-15,3-1-8 0,0 0-13 0,0 0-8 0,1-2-7 0,1-1-9 16,-2-1-3-16,0 1-3 0,0-1-1 0,0-1 0 0,0 2-6 16,-2-2 1-16,-1 0-1 0,-2-1 0 0,-1 2 6 0,1-3-2 0,-3 1 0 15,-1 1-8-15,0-1 1 0,-3 1 3 0,0 1-2 0,-3 0 8 16,-4 2 1-16,-2 1-2 0,-3 2-1 0,-2-1-2 0,-2 1-6 0,-1 1-5 16,-2 0-37-16,-2-1-66 0,-2 0-74 0,-1 0-98 0,-2 0-32 0,-1-1 6 15,-2-1 27-15,-2-1-106 0</inkml:trace>
  <inkml:trace contextRef="#ctx0" brushRef="#br0" timeOffset="-193704.56">12295 7353 1058 0,'3'-2'45'15,"3"3"54"-15,5 0-59 0,6 2-12 0,4 0-3 0,5 3-6 0,3-1-3 16,2 1-2-16,4-1-2 0,3 1 0 0,1 0-3 0,3 2 0 16,0 0-5-16,0 1 0 0,1 1 0 0,1 2-3 0,-3 1 0 0,-1 1 0 15,-1-1-1-15,-5-1 3 0,2 1 0 0,-4-1 1 0,1-1-1 0,-3 0 3 16,0-1 0-16,-2 0 0 0,-1 1 5 0,-2-1-2 0,-1 0 2 16,-2-1-6-16,0-2 1 0,0 3-1 0,-3-1-1 0,-1 2 7 0,-3-1 0 15,-2-1-1-15,-2-1 2 0,-3 1 1 0,-1-1 3 0,-3 1 2 16,-2-1 2-16,-2 1 3 0,-4 0-2 0,-4 2-4 0,-2 3-8 0,-6 2-18 15,-5 2-12-15,-3 0-14 0,-6 3-22 0,0-1-26 0,-1 0-26 16,-1 0-28-16,-1-1-19 0,3-2-17 0,1-1-20 0,4-2-10 0,4-4-181 16</inkml:trace>
  <inkml:trace contextRef="#ctx0" brushRef="#br0" timeOffset="-192785.92">13956 6048 842 0,'-6'-16'11'16,"2"1"75"-16,-1 0-23 0,4 6-29 0,2 5-15 0,1 2-14 16,1 2-4-16,0 0 0 0,2 3-3 0,0 1 0 0,1 0-3 0,-1 2-3 15,0 1-2-15,0 0-6 0,-2 2-4 0,-2 0-3 0,0 0-3 0,-2 0 0 16,0 0 4-16,-1 1 4 0,-1-3 5 0,0 2 3 0,0-1 4 16,-1 0 0-16,1-1 2 0,0 0 2 0,0-1 2 0,0-1 1 0,0 0 0 15,1-2 1-15,0-1 0 0,1 0 0 0,0-1 4 0,0-1 1 0,1 0 5 16,0-1 5-16,0 0 5 0,0-1 4 0,0-1 4 0,0 0 7 15,1-1 1-15,0-1 6 0,0 0 7 0,0-1 7 0,0 0 5 0,-1 1 5 16,1-1-2-16,-2 1-9 0,1-1-1 0,0 2-11 0,0 1-7 16,0 0-6-16,0 3-7 0,0-1-6 0,0 0-5 0,0 1-4 0,0 0-4 15,0 0-3-15,0 2-4 0,0-2 2 0,0 3 1 0,-1 0-2 0,1 0 6 16,-1 1-1-16,0-1-2 0,0 1 2 0,0-1-5 0,0 1 1 16,0-1-2-16,-1 0 0 0,1 1 2 0,-1 1 0 0,1 0 1 0,0 0-1 15,0 2-4-15,0 0 2 0,1 3 2 0,-1 1-1 0,-1 3-1 0,1 1 0 16,-2 0 0-16,1 4-3 0,0 0 2 0,-1 1 0 0,1 4-1 15,-1-1-3-15,1 1-2 0,-1 3 0 0,0-2 3 0,1 4 3 0,0-1 3 16,0 2-5-16,-1 0 0 0,1 0 3 0,0-1-4 0,-1-2 4 16,0-1 1-16,0-3-4 0,0-2 4 0,0-3 0 0,1-6 0 0,0-2 5 15,1-2 0-15,0-3 4 0,0-2 10 0,0-3 8 0,-1-1 10 0,0-1 8 16,-1-1-5-16,0 0-5 0,1-1-6 0,1-1-10 0,-1-1-8 16,1 0 0-16,1 0-6 0,-1-2-5 0,1 0 2 0,1-1-2 0,0-1 0 15,1-1-2-15,0 1 0 0,0-2-4 0,1 1-2 0,0-2-2 0,1 0 1 16,1 1-1-16,0-3-2 0,0 0 1 0,2-1-8 0,0 0 0 15,0-1-2-15,2-3-6 0,0 1 0 0,-1 0-11 0,1-2-4 0,0-1 1 16,0 1 1-16,0-2 13 0,0 0 8 0,-1-2 7 0,0-1 7 0,-2-1 4 16,0-1 4-16,-1 1-1 0,-2-2 4 0,-1 3 0 0,-1-2 0 15,-2 2 8-15,0 0 2 0,-2 0 7 0,-2 1 2 0,-1 1 1 0,-1 3-3 16,1 2-3-16,-2 1-4 0,0 3-3 0,-1 2-6 0,2 1 2 16,-1 1-4-16,0 1 2 0,1 2-2 0,-1 2-4 0,0 1 1 0,1 3-4 15,1 0 1-15,0 2-3 0,1 0 1 0,0 1 5 0,-1 1-2 0,1 1-2 16,1 1-2-16,0 1-1 0,1 1 1 0,1-1 2 0,0 2 0 15,1-1-3-15,1 1 2 0,0 0 3 0,1-1-1 0,0-1 1 0,1 1-1 16,1 0-4-16,-1 1 3 0,1 0 1 0,1 0-2 0,0 1 6 16,-1 1-3-16,0-1 3 0,0 3-2 0,0 1-2 0,1 3 2 0,1 2-1 15,-1 0 3-15,2 3-1 0,0 3 6 0,1-1-3 0,1 4 6 0,0 1 2 16,2 4 0-16,1 3 2 0,1 5-3 0,2 2-4 0,0 4-7 16,1 5-1-16,1 5-1 0,0 4 0 0,0 5-2 0,0 1 2 0,1 3-5 15,-2 0 2-15,1-2-2 0,0-3-9 0,-1-3 8 0,2-5 1 0,-2-5 3 16,2-4 6-16,0-6-9 0,-1-4 1 0,0-4-3 0,-3-2 7 15,-2-3-2-15,-3-3 6 0,-2-4-2 0,-2-4-1 0,0-2 3 0,-2-4-3 16,0-2 4-16,-2-1 0 0,-1-3-2 0,0 0-3 0,-1-1 0 0,-1-2-16 16,0 0-32-16,-3-1-31 0,-3-2-44 0,-2-2-25 0,-4-2-5 15,-2-3 1-15,-1-2 6 0,-1-3 3 0,0-4 6 0,2-3 13 0,-2-5 13 16,0-3 25-16,1-3 24 0,-2-2-4 0,0-4-53 0</inkml:trace>
  <inkml:trace contextRef="#ctx0" brushRef="#br0" timeOffset="-192371.79">13979 6787 85 0,'-15'-55'86'0,"0"-6"9"0,-3-15-11 0,2 8 7 0,4 10 6 0,1 3 2 16,2 4 9-16,3 4 4 0,2 4 1 0,0 4-7 0,1 2-20 15,1 4-19-15,2 3-15 0,1 3-17 0,2 3-7 0,2 3-11 0,0 2-5 16,4 1-6-16,2 2 1 0,4 0-3 0,4 1 0 0,2 2 1 0,3 2-3 16,3 3 2-16,4 1-3 0,3 1-1 0,5 1 0 0,0 1-2 15,1 2 2-15,2 1 0 0,0 1 1 0,1 2-2 0,2 2 2 0,-2 2-3 16,-1 3-2-16,-2 1 2 0,-1 3-2 0,-4 3 2 0,-3 3 1 0,-2 0-4 16,-3 3 0-16,-4 0 2 0,-1 0 2 0,-2 0 0 0,-4 0-2 15,-3-2 1-15,-2 1 1 0,-4 0 1 0,-3-3 3 0,-3-1 1 0,-2-1-2 16,-3-1 5-16,-3-1 5 0,-4-1 1 0,-2 0 0 0,-5-1 2 15,-3-2-3-15,-2 2-4 0,-3 1 4 0,-3 0-6 0,-2 1-1 0,-2-3 5 16,-1 1-3-16,-1 0 2 0,1-2-4 0,1-1-3 0,0-2 1 0,3-2 1 16,1-3 3-16,2 0 1 0,2-3-4 0,2-1 3 0,4-1-2 15,1 0 1-15,3-1-1 0,2 0-4 0,1 0 1 0,1 0-2 0,2-1-2 16,2 1 2-16,0-1 0 0,2 1-3 0,2 0 1 0,0 0-3 0,3 2-7 16,1 0-3-16,3 2 0 0,1 0 3 0,3 3 1 0,3 1 5 15,1 3 2-15,3 1 4 0,0 4 2 0,2 2 0 0,2 2 2 0,0 4-2 16,4 1 4-16,0 1-2 0,0 4-2 0,2 0 0 0,0 6-6 15,0 0 5-15,0 3-1 0,-1-1 0 0,0 0-1 0,-1-1-4 0,1 0 0 16,0-2 1-16,-1-2 0 0,0-4 4 0,1-1 0 0,-1-3-10 0,1-5 4 16,1-2 0-16,3-3 6 0,-1-1 16 0,1-2 1 0,-1-2 2 15,-3-1 3-15,0-1 1 0,-1-1 0 0,-1-1 0 0,0-1-8 0,-2 0-2 16,0-2-7-16,-1 1-3 0,-3-1-1 0,1 0-3 0,-1 0-1 16,-2 2-5-16,-1-1-22 0,-1 1-46 0,0 0-60 0,-1 1-63 0,-1 2-29 15,0 3 10-15,-2 3 24 0,-1 2 25 0,-3 3-145 0</inkml:trace>
  <inkml:trace contextRef="#ctx0" brushRef="#br0" timeOffset="-191735.64">10475 10597 1200 0,'1'-15'364'0,"7"0"-312"0,8-4 58 0,13 4-48 15,9 2-8-15,9-1-4 0,9-1-10 0,6-1-7 0,8-1 3 16,5-2-15-16,3-1-1 0,4 1-9 0,4 0-14 0,0 1 2 0,5 2-5 16,2-2 1-16,1-1 5 0,1 0-3 0,0 1-3 0,-5 0 1 0,-3 2-2 15,-2 1 0-15,-1-2-5 0,0 1 3 0,2-1 3 0,0 1 3 16,-2 0 9-16,-1-1-3 0,-1 1 4 0,-4 1-2 0,0 0-1 0,0 0 3 15,-2 1-2-15,1 0 0 0,0 0 5 0,2-1 7 0,2-2 9 0,-2 3 1 16,-3 0 1-16,-5 2-2 0,-6 3-2 0,-2 1 5 0,-3 1 3 16,0 1 15-16,0-1-7 0,0 0 3 0,-1 1-1 0,-2-1-9 0,-3 1 6 15,-1 0-5-15,-2 1-4 0,-1 0 5 0,-2 0-5 0,-1 1-6 16,-2 1 3-16,-3-1-11 0,0 2-4 0,-4-1-1 0,-2 0-3 0,-3 0-1 16,-2 1-1-16,-2 0-2 0,-3-1-4 0,-1 1 1 0,-4 0-9 0,-3 1-8 15,-2 0-12-15,-2 1-28 0,-3-2-27 0,-2 1-44 0,-4 0-61 16,0-1-61-16,-1 0-68 0,-2 0-65 0,-1-3-19 0,1-1 26 0,1-2-49 15</inkml:trace>
  <inkml:trace contextRef="#ctx0" brushRef="#br0" timeOffset="-191188.68">16228 9026 1328 0,'-9'-13'572'0,"2"2"-481"0,1-1 25 16,4 8-53-16,2 6-43 0,3 2-13 0,1 2-4 0,2 2 0 0,1 2-3 16,2 2 2-16,1 0-1 0,-1 0 1 0,0-2-4 0,1-1 5 0,-1-1-7 15,-1-1 2-15,-1-2 4 0,0-2-4 0,-1-2 8 0,0-1-2 16,1-1 2-16,0-3 3 0,0-1 4 0,1-2 2 0,0-4-1 0,1-2-2 15,0-3 0-15,-2-4-6 0,1 0 6 0,-1-4 0 0,-3-2-6 0,0 1 0 16,-3-3-3-16,-2 3 4 0,-2-1 5 0,-2 0 2 0,-3 0 0 16,-1 0-7-16,-4 2-4 0,-2 0 5 0,-3 2 1 0,1 1-2 0,-3 3 3 15,-2 2 0-15,0 3-3 0,-3 2 3 0,-2 2-6 0,-1 2 6 16,-1 4-7-16,-3 2-3 0,-3 4 0 0,-4 3-5 0,-4 4 0 0,-3 4 2 16,-4 2 2-16,0 7 1 0,0 4 1 0,-1 2 2 0,0 8 2 0,0 1-11 15,0 5 10-15,2 4 3 0,2 5 7 0,3 2 11 0,0 3-5 16,4 1-1-16,3 1 0 0,3 1-5 0,7-2-1 0,4 0-2 0,6 0-8 15,6-1 12-15,7-1 1 0,3 0 0 0,6-3 6 0,6-2-9 0,5-1 2 16,5-3 5-16,5-3 6 0,6-1 0 0,2-6 1 0,4-2-1 16,0-2-4-16,1-3 6 0,3-2 1 0,0-3-2 0,1-1-8 0,0-4-4 15,-2-2-1-15,-1-2-1 0,0-1 16 0,-2-2-8 0,-2-2 2 16,0-1-3-16,-3-1-11 0,2-2 9 0,-2-1-8 0,-1-1-1 0,-2-2-6 16,-1 0-3-16,-3-2 7 0,0 0-1 0,-2-2 2 0,0 0-1 0,0-2-8 15,-3 0 4-15,0 0 1 0,-1 0-6 0,-2-1 7 0,-1 1-5 16,-2-1 2-16,-2 1-4 0,0 0-8 0,-2 0-6 0,-1 0-14 0,-1 1-36 15,-3 0-23-15,-1 2-34 0,-1 0-37 0,-2 0-31 0,-1 1-48 0,-1 0-42 16,-1-1-16-16,0 1-10 0,0-1 10 0,1 1 26 0,-1 1 21 16,1 0 47-16,0 0-100 0</inkml:trace>
  <inkml:trace contextRef="#ctx0" brushRef="#br0" timeOffset="-190705.1">14240 9034 2665 0,'-27'-38'20'0,"2"-1"76"0,0-4-36 0,13 13-32 15,11 10-11-15,6 1-2 0,6 1-8 0,6 0 5 0,8-3-17 0,9-1 5 16,10 0-2-16,5-2-7 0,7 2 3 0,4 1-4 0,3 1-6 16,3 3 1-16,2 1 2 0,3 0-4 0,-1 1 6 0,4 1-1 0,0 0-3 15,3-1 2-15,3 1 2 0,2-1-4 0,4 2 5 0,0 0-1 0,2 2 1 16,3 2 10-16,1 2-2 0,3 2 4 0,2 1-4 0,0 4-8 16,0 2-1-16,-1 3-4 0,-2 3 1 0,1 2-2 0,-3 2 1 0,0 5 3 15,-5 2-1-15,-2 4 6 0,-2 2 3 0,-5 4-4 0,-2 1 6 0,-1 4-1 16,-6 2 0-16,-3 6-1 0,-2 1-8 0,-1 5 4 0,-3 2-5 15,-2 4 4-15,-3 5 9 0,-2 1-5 0,-2 3-1 0,-2-1-2 0,-3 2 2 16,-5-2 1-16,-6-1 5 0,-4-1 5 0,-5 0 2 0,-4 3 3 0,-4-2 7 16,-5 2 2-16,-4 0-1 0,-3-1-1 0,-4-2-6 0,-3-3-3 15,-4 0 2-15,-3-5-15 0,-1-1 12 0,-4-3-3 0,-1-4 0 0,-2-1 7 16,-1-7-10-16,-3-4 1 0,-1-2-8 0,1-6-1 0,-1-3-2 0,-1-3-1 16,0-5-3-16,-4-3-3 0,-2-4-1 0,-6-3-7 0,-7-1 2 15,-11-3-6-15,-14-1-13 0,-14 0-11 0,-14 1-9 0,-16 1-5 0,-12 0-4 16,-12 1-10-16,-9-1-3 0,-8 0-12 0,-7-1-2 0,-6-4 8 15,-4-1 10-15,0-4 15 0,5-3 18 0,7-5 16 0,14-3 14 0,12-6-5 16,15-2-34-16,14-2-88 0,11 0-127 0,7 0-126 0,2 4-128 0</inkml:trace>
  <inkml:trace contextRef="#ctx0" brushRef="#br0" timeOffset="69394.12">1563 8216 841 0,'-2'-2'66'0,"0"1"-28"0,0 0-27 0,0-2 0 16,2 0-4-16,0 0 6 0,2-2 3 0,3 2-1 0,0-2-4 0,3 0-6 15,2 0-2-15,2 1-2 0,2 0 0 0,1 1 0 0,3 0-1 0,2 1 3 16,1 1-15-16,3 0 4 0,23 0-1 0,-3 2 2 0,-6-1 19 16,-6 2 6-16,-3 0 9 0,-1 1 7 0,3 2 5 0,-3 0 5 0,2 1 1 15,0 0 0-15,3 1-1 0,-1 0-7 0,3-1-3 0,0-3-1 0,1 2-1 16,1-1 3-16,1-1-1 0,4-1-5 0,1-2-8 0,1 0-1 15,1-2 0-15,1-1 6 0,-1 0 13 0,0-1 12 0,1-1 7 0,-2-1 2 16,0-2 0-16,-1 0-9 0,-1 1-2 0,-3-1-5 0,-2 2-5 16,0 0 3-16,-4 1-6 0,0 0-4 0,-3 2-5 0,-2 1-4 0,-1-1-3 15,-2 1-1-15,0 2 5 0,-2-1-3 0,1 2-6 0,-2 0-1 0,1 0-6 16,-2 1-7-16,-2 0 4 0,0 1-5 0,0 0-2 0,0 1 1 16,-1 0-4-16,0 1 0 0,0-1-2 0,-3 1-7 0,1 0-2 0,-2-1-10 15,-1 0-5-15,0 0-9 0,-1 0-22 0,1 0-21 0,-1-2-34 0,-1 0-35 16,-1 0-40-16,1-1-35 0,0 0-38 0,2-1-53 0,-1-1-87 15,-1-1 54-15</inkml:trace>
  <inkml:trace contextRef="#ctx0" brushRef="#br0" timeOffset="70011.12">1701 11423 1294 0,'-2'-5'162'0,"1"1"-60"0,1-1-78 0,0-1-14 16,0-1-1-16,1 0 9 0,2 0 18 0,1 1 0 0,1 0-5 0,2 0-36 16,-1 0-11-16,2 1-9 0,0 2-3 0,3 0 15 0,11 1-1 15,1 3 5-15,-2 0 1 0,-2 2 3 0,0 0 0 0,1 2 3 0,2 1 1 16,1 1 2-16,0 1 1 0,1 0-5 0,2 0-1 0,3 3 1 0,1-1 0 15,4 2 12-15,2-1-4 0,1-2 5 0,2 1 1 0,2-1-2 16,5 0 7-16,2-1-4 0,3-2 1 0,2 0 6 0,3-1 12 0,1 0 13 16,1-2 16-16,3 0 7 0,1 0-3 0,3-1 3 0,2 0-5 0,0-1-6 15,1 0-2-15,0 0 0 0,-1 0-1 0,1 1-10 0,-1 0-5 16,2-1-3-16,-1 1-5 0,-2 1-1 0,0 0-1 0,-1 0-11 0,0 2-1 16,0 0-7-16,-2 1-4 0,-2 1 0 0,2 1-7 0,-2 0-1 15,0 2-13-15,-1 1-24 0,-1 1-39 0,0 3-105 0,-1 0-183 0,-1 2-293 16,-2 1-219-16</inkml:trace>
  <inkml:trace contextRef="#ctx0" brushRef="#br0" timeOffset="181817.04">20888 13065 1356 0,'-28'-7'159'0,"-2"-1"-6"0,-5-1-48 15,6 4-24-15,6 3-25 0,1 1-19 0,3 1-15 0,-1 3-15 16,1 0-1-16,1 3-4 0,1 2-3 0,0 2 2 0,0 3 1 0,0 2-4 16,1 2 4-16,0 4-6 0,0 3 1 0,3 3 3 0,0 2 1 0,1 1-6 15,3 3 5-15,1 0 1 0,2 2-1 0,2 3 10 0,4 2-12 16,4 1 0-16,4 2 2 0,4 1 0 0,5 0 1 0,4 0 0 0,6-4 4 16,2-6-4-16,7-2 6 0,2-4 6 0,6-4-1 0,4-3 9 0,3-4-1 15,2-4 6-15,4-2 2 0,1-3 4 0,0-4 6 0,1-3 6 16,-1-2 8-16,0-3 10 0,0-3 6 0,-1-3-1 0,0-4 3 0,-4-1-3 15,-2-4-4-15,-2-2-6 0,-2-2-11 0,-1-3-3 0,-3-1-13 16,-3-2-3-16,-2-1-7 0,-2-3-7 0,-3 0-3 0,1-3-3 0,-3 1-3 16,-2-1-1-16,-2 1 5 0,-2-1-3 0,-3 0-1 0,-3 0-9 0,-2 0 3 15,-2-1 4-15,-2 0-2 0,-5-2 8 0,0 1-4 0,-3-2-1 16,-3 2-3-16,-2 0-3 0,-5-3-4 0,-3 0 0 0,-2 0 0 0,-6-1 4 16,-2 3 0-16,-4 1-8 0,-2 0-9 0,-5 1-3 0,-3 1 6 0,-4 4 7 15,-5 2 11-15,-1 3 1 0,-3 3-5 0,-6 3 8 0,-2 3 0 16,-2 3-2-16,-2 4 4 0,-1 4-5 0,1 2-4 0,-2 4 9 0,3 2-6 15,1 4-1-15,4 1 4 0,1 5-1 0,4 2 0 0,3 5-1 16,1 3 0-16,1 5-6 0,4 3-16 0,3 5 2 0,3 4-27 0,1 6-39 16,3 3-48-16,2 7-92 0,5 4-85 0,2 3-77 0,3 3-83 0,5 4-44 15,3 3-56-15</inkml:trace>
  <inkml:trace contextRef="#ctx0" brushRef="#br0" timeOffset="182117.04">20795 14036 1180 0,'-10'2'677'0,"-1"1"-552"0,0 3-40 16,-1 1-42-16,2 2-8 0,0 2-18 0,0 4-5 0,0 3-11 0,0 5-4 15,-2 2 2-15,-3 3-3 0,-1 2 11 0,-1 0-4 0,-4 1 3 16,-3 1-2-16,-2 3-5 0,-4 2 8 0,-2 2-6 0,-3 1-2 0,-2 1 5 15,-2 0-1-15,-3 1 15 0,-1 1 20 0,-1 1 16 0,-1-1 13 16,-1 1 5-16,1 2-2 0,0 1-10 0,0-1-4 0,3 1-10 0,0 1-8 16,0 0-7-16,2 1-10 0,2 0 2 0,-1 0-4 0,1 1-6 0,1 0 5 15,1-1-16-15,5-1 1 0,1-1-1 0,5 0-12 0,1-5 0 16,1-1-7-16,6-1-19 0,0-3-20 0,2-1-38 0,3-2-57 0,1-5-59 16,1-2-60-16,1-5-38 0,1-2-40 0,0-1-31 0,1-5-8 15,-1-5-91-15</inkml:trace>
  <inkml:trace contextRef="#ctx0" brushRef="#br0" timeOffset="182684.04">18879 15596 1899 0,'-58'20'112'16,"-7"6"18"-16,-13 8-30 0,9 5-8 0,9-2-45 0,3 8-12 0,2 5 0 15,2 5-10-15,6 3 9 0,5 2-8 0,4 0-9 0,4 1 4 16,6 2-7-16,3 0-6 0,5 0-13 0,8 1 10 0,5-3 1 0,7 1-3 16,8-1-4-16,6-1-15 0,7-2 5 0,6-2 3 0,3-4 3 0,6-3-9 15,3-6-2-15,2-4-4 0,6-3 2 0,5-5 0 0,3-6-9 16,-27-15 15-16,10 1-3 0,1-3 1 0,8-1 15 0,51-2-16 0,3-6 13 15,-6-9 10-15,-15-8 1 0,-11-4 25 0,-2-4 7 0,-2-6-10 0,-5-1-6 16,-4-4-1-16,-2-1 6 0,-5-3 5 0,0-7-1 0,-1-4-5 16,-3-2 0-16,-4-2 10 0,-3 0 14 0,-6 0-6 0,-3-2-5 0,-3 1-7 15,-4 0-9-15,-6-2 10 0,-4 0-6 0,-4-1-12 0,-5-2-1 0,-4 0-21 16,-4 0-11-16,-4 1-6 0,-4 1-3 0,-5 2-3 0,-5 3-5 16,-2 3 6-16,-5 6-9 0,-2 4-9 0,-6 3-17 0,-3 4-12 0,-6 4-8 15,-3 3 6-15,-5 6 17 0,-1 6 13 0,-2 5 28 0,-2 6 17 16,1 5 19-16,2 4 20 0,3 5-4 0,4 2 3 0,5 3-8 0,4 5-12 15,6 4-12-15,3 1-12 0,7 3-21 0,5 2-22 0,6 4-52 0,7 1-43 16,8 5-59-16,8-1-66 0,9 0-68 0,10 1-80 0,11-3-52 16,10-1-29-16</inkml:trace>
  <inkml:trace contextRef="#ctx0" brushRef="#br0" timeOffset="182969.04">22826 13461 1944 0,'-6'15'146'0,"1"10"-30"0,0 12-60 15,6 9-11-15,3 5-10 0,5 8-6 0,6 8-13 0,4 7-3 0,6 7 0 16,4 4-13-16,3 5 2 0,2 5-1 0,5 3-5 0,4 4-4 15,6 3 7-15,2 2-6 0,3 1 3 0,3-1 2 0,-1-3-11 0,1-6-1 16,-1-8 0-16,-4-9 5 0,0-7 6 0,-3-7-1 0,-3-4 1 16,1-4 1-16,-1-3 1 0,-1-3 4 0,-2-3-5 0,0-2 4 0,-4-4-4 15,-3-3-23-15,-2-1-16 0,-4-5-28 0,-1-2-25 0,-2-1-28 0,-4-3-34 16,-1-1-37-16,-4-4-50 0,-2-4-44 0,-1-2-42 0,-3-1-19 16,-3-2-18-16</inkml:trace>
  <inkml:trace contextRef="#ctx0" brushRef="#br0" timeOffset="183367.04">23449 16411 1528 0,'-1'1'703'0,"-1"0"-511"0,0 0-77 0,1-2-33 0,2 0-19 0,0-2-8 16,0-1-22-16,1-1-16 0,-2-1-7 0,3-2-2 0,1-2 12 15,1-1-5-15,1-1 1 0,4-2-7 0,2 1-9 0,3-3 6 0,2-1-4 16,3 0-5-16,3 1-1 0,1-1-7 0,3 1 12 0,3 1 1 0,4 1-5 16,4 0 3-16,4 1-12 0,6 3-5 0,4 1 4 0,6 4-7 15,3 2-3-15,6 2 4 0,3 4-11 0,-1 2 2 0,4 3-6 0,-2 3-7 16,0 3 1-16,-1 1-20 0,-1 1-19 0,-6 3 10 0,-1 1 5 16,-1 0 24-16,-3 2 26 0,2 0 13 0,-2 0-1 0,-3 3-2 0,-1 0 1 15,-3 0-12-15,-2 2 12 0,-4 0 6 0,-5 3 6 0,-5-1 6 16,-4 3 0-16,-6-1 9 0,-5 1 16 0,-4 1 16 0,-5 0 0 0,-6 1 0 15,-5 2-24-15,-6-3-9 0,-6 0-12 0,-6-2-15 0,-6-1-2 0,-10 2-7 16,-6-3 6-16,-10-3 7 0,-9 0-4 0,-7-6 8 0,-7-3-3 0,-7-3 1 16,-4-5 9-16,-7-4-5 0,-2-4 0 0,-2-4-4 0,0-5 3 15,1-2 6-15,4-2 5 0,4-3 0 0,5 0 8 0,6-3-2 0,4 0 4 16,4-2-5-16,5 1-14 0,3 1-24 0,6 0-42 0,5 1-48 16,3 0-50-16,3 0-71 0,3 0-74 0,2 1-102 0,4-2-84 0,3-3-231 15</inkml:trace>
  <inkml:trace contextRef="#ctx0" brushRef="#br0" timeOffset="183701.05">22071 13273 1818 0,'-10'-9'135'0,"3"3"2"0,0-3-60 0,11 4-47 0,9 1-21 0,8 0-6 16,12 0-1-16,12 0-1 0,8 1 0 0,8 0-1 0,9 1 3 0,5 2 2 16,9 2 2-16,9 3-4 0,12 1-1 0,8 5 2 0,10 3-7 15,8 3-9-15,3 6-2 0,7 4-1 0,5 5-6 0,4 8-3 0,9 4-31 16,5 5-42-16,7 6-19 0,7 3-11 0,6 1 19 0,4 2 32 16,4-3 19-16,1-1 27 0,3-6 9 0,1-6 18 0,0-7 21 0,0-5 28 15,-2-4 58-15,-3-4 31 0,-2-4 39 0,-6-1 14 0,-6-3-4 0,-8-2-6 16,-7-2-22-16,-8-2-19 0,-8-1-21 0,-6-2-17 0,-10-1-20 15,-6-3-9-15,-10 1-21 0,-12-1-10 0,-7-1-4 0,-14 2-6 0,-8-1-11 16,-10 0-11-16,-8 0-1 0,-6-1-26 0,-7 1-20 0,-4 0-34 0,-6-1-50 16,-6 1-54-16,-7-2-55 0,-8 0-63 0,-6-2-68 0,-7 0-58 15,-5 0-36-15,-6-1 6 0,-8-1-84 0</inkml:trace>
  <inkml:trace contextRef="#ctx0" brushRef="#br0" timeOffset="184117.05">27606 14838 2092 0,'-2'-4'1039'0,"-1"-2"-903"0,1-3-46 16,0-4-61-16,3-1-11 0,2-4-9 0,1-1-5 0,1 1-2 15,-1-3-6-15,2-3-8 0,1 0-1 0,2-3 0 0,2-1-16 0,2-1-30 16,5-1-16-16,5-3-32 0,5-2-19 0,6-2 14 0,4 0-4 16,5 3 22-16,5 2 22 0,4 3 2 0,5 1-15 0,7 3-22 0,6 1-24 15,7 3-25-15,9 3-9 0,6 6 3 0,9 4 22 0,4 8 40 0,4 8 44 16,1 5 33-16,-1 8 21 0,-4 5 8 0,0 3 2 0,-1 7 1 16,-1 6-7-16,0 8-3 0,-1 7 5 0,-1 8-1 0,-2 6 0 0,-2 5-2 15,-5 8-5-15,-2 4 1 0,-6 2 6 0,-4 2 3 0,-5-2 23 0,-8 0 16 16,-3-3 13-16,-6 2-53 0,-10 2-27 0,-8 2 7 0,-8 1 3 15,-7-1 79-15,-1-5 40 0,-3-9 6 0,-5-6 14 0,-7-7 1 0,-6-6-2 16,-8-5 4-16,-5-5-7 0,-7-6-13 0,-4-5-24 0,-5-4-30 16,-7-3-12-16,-3-5 5 0,-10-5-6 0,-3-4-3 0,-5-7-11 0,-4-7-11 15,-4-6 1-15,-3-7-2 0,-4-8-7 0,-4-9-5 0,-4-7-3 0,-4-11 10 16,-4-9 12-16,0-8-4 0,-2-8 15 0,2-4-15 0,2-6-1 16,4-6-6-16,3-4-17 0,2-9-12 0,1-12-66 0,-6-12-130 0,-8-19-384 15,-21-30-462-15,-28-28 156 0</inkml:trace>
  <inkml:trace contextRef="#ctx0" brushRef="#br0" timeOffset="185584.05">25570 12511 1836 0,'-41'41'20'0,"-2"9"48"16,-7 13-33-16,14-1-23 0,15-2-53 0,9 2-91 0,10 1-117 0,10 1-135 15,10 2-109-15,9-2-62 0</inkml:trace>
  <inkml:trace contextRef="#ctx0" brushRef="#br0" timeOffset="209835.66">7070 8260 2001 0,'-9'-5'2'0,"-1"-2"-2"0,-1-2 0 0,-2-2 0 0,6 4 0 0,2 0-2 0,-1 2-3 0,1 0-4 0,1 1-9 0,0 2-8 16,1 1-7-16,2 0-5 0,-1 2 2 0,2 0 6 0,1 1 9 15,0 0 12-15,1 0 0 0,1 0 6 0,1 0 4 0,1 0 7 0,2-1 8 16,0 0 8-16,2-1 11 0,1-1 15 0,1 0 20 0,4-1 19 0,2-2 12 16,4 0 5-16,1-2 1 0,6-1-9 0,-1 0 2 0,4-4-10 15,2 1-4-15,4-3-4 0,5-2-11 0,3-1-10 0,3-3-12 0,4 1-6 16,2-4-5-16,3-1 8 0,1-1-3 0,5-4 0 0,0-1-4 0,2-2-5 15,2 0-2-15,0-1-8 0,2 1-2 0,1-1-2 0,0 0-8 16,0 0 8-16,0 1-10 0,0 0 2 0,-2 0 7 0,1 0-4 0,-1 2 3 16,-2-1-5-16,-1 2-6 0,-2 0-10 0,-3 3 6 0,-2-1-12 15,-1 3-8-15,-4 1-7 0,-2 0-29 0,-3 2-36 0,-6-1-62 0,-4 1-98 16,-2 0-139-16,-4 0-222 0,-3 1-213 0,-5-1-33 0</inkml:trace>
  <inkml:trace contextRef="#ctx0" brushRef="#br0" timeOffset="211135.66">8913 5396 3271 0,'-5'4'-6'0,"-1"3"-1"0,1 5-9 16,2 5-3-16,9 1-6 0,6 2-3 0,5 2-4 0,2 3-8 16,5 0-2-16,0 7-8 0,3 1-4 0,1 6 3 0,0 6-13 0,2 5 16 15,1 5 4-15,2 4 10 0,0 5 19 0,0 3-1 0,1 1 8 16,-2 1 5-16,0 1 4 0,-2-4 1 0,1-1 3 0,-1-2 3 0,-1-3 11 15,-3-5 10-15,0-1 14 0,-2-4 10 0,-1-3 1 0,1-4 1 16,1-3-4-16,-1-7-6 0,1-5 5 0,-1-4 4 0,0-4 2 0,-1-4-6 16,-2-4 5-16,1-4-15 0,-2-4-2 0,1-4-5 0,-1-6-15 0,-1-4 6 15,0-3-8-15,-1-5 1 0,2-4-11 0,-2-2-10 0,0-5-5 16,-1-2-15-16,-2-4 0 0,0-1-13 0,-1-2-8 0,0-1-4 0,-2 1-1 16,-1-1 9-16,-1 0 10 0,-1 0 3 0,-1 0 15 0,-1 0 5 0,0 0 2 15,0 1 8-15,-1 3-5 0,0 1 1 0,-1 4-2 0,1 2 8 16,-3 3-4-16,0 2 0 0,0 2 5 0,-1 2-1 0,-1 1-1 0,-1 2 1 15,0 5 1-15,-1 0-2 0,1 3 3 0,0 2-1 0,1 3-3 0,0 0-1 16,2 3 1-16,0 2-7 0,1 2 1 0,2 3 4 0,2 2-3 16,0 3 8-16,3 4-5 0,1 3-3 0,1 2 3 0,1 1 0 0,0 2-4 15,1 0 4-15,2 1 4 0,-1 2-6 0,-1-1 4 0,0 2-2 0,-1 0-4 16,0 1 6-16,-1-2-13 0,0 0 4 0,1-1-7 0,-2 0-10 16,-2 1 8-16,-1-5-29 0,-3-2-43 0,0-5-58 0,0-4-81 0,-1-3-81 15,-1-2-51-15,-1-4-80 0,-2-3-49 0,-1-3 58 0,-3-5-32 16</inkml:trace>
  <inkml:trace contextRef="#ctx0" brushRef="#br0" timeOffset="211268.66">10043 5515 2477 0,'-13'-9'417'0,"0"0"-359"0,-2-1-2 16,4 4-13-16,6 2-7 0,1 3-13 0,3 0-9 0,1 2-12 16,2 1-9-16,1 1-4 0,1 2-6 0,1 3-7 0,2 1-11 0,1 2-18 15,1 0-37-15,1-2-38 0,-1 1-54 0,2-1-66 0,0 0-97 0,0-2-148 16,1-2-128-16,-3-2-65 0</inkml:trace>
  <inkml:trace contextRef="#ctx0" brushRef="#br0" timeOffset="212252.66">10363 5399 3212 0,'-13'-4'32'0,"3"2"-18"15,0 0-19-15,3 1-11 0,4 0-9 0,2 1-17 0,1 0-13 0,0 1-9 16,1 2-3-16,1 2 3 0,2 1 5 0,2 4 17 0,3 3 16 15,2 2 14-15,2 1 12 0,3 1 7 0,-1 2-2 0,1 0 8 0,3 0 2 16,0 1 3-16,1 0 5 0,1 1-2 0,0 1-3 0,0 1-3 16,1-1-16-16,-2 1-6 0,0 0-8 0,-1-1 8 0,-2 2 9 0,0-2-1 15,-1 0 8-15,0-1-9 0,0-3 3 0,0-1 0 0,0-1 1 16,1-2-3-16,-1-4 5 0,-2 0-1 0,1-2 1 0,-1-1 8 0,0-1-1 16,-2-1 6-16,-1-1 7 0,0-1-4 0,-1-1-1 0,-1-1 1 0,-1-1 2 15,-1-1 4-15,-2-2 4 0,2-1-8 0,-2-1-4 0,1-1-15 0,-2-2-1 16,0-2 1-16,-1-1-5 0,-1-4 5 0,0-1-8 0,-1-1-4 15,-1-1 7-15,0-2-2 0,-1-1-11 0,-1 0 17 0,1-1-8 0,-1 0-3 16,2 2 11-16,0-1-22 0,3 2-3 0,1 4 0 0,2 2 0 0,1 4-1 16,1 3 8-16,2 3 2 0,0 2 5 0,2 3 0 0,0 2 2 15,2 3 3-15,-1 2 0 0,2 3 8 0,2 0-3 0,1 3 2 0,0 2-3 16,0-1-14-16,2-1-2 0,-1 0 11 0,3 0 3 0,0-2 10 16,-1-1 0-16,2-1-18 0,-1-2-3 0,1-2 6 0,1-2 5 0,-1-3 7 15,2-3-2-15,-1-3 4 0,-1-4-2 0,-1-3-4 0,-1-2-8 0,0-1-4 16,-1-3 16-16,-2-2-5 0,0-2 17 0,-1-3-2 0,-1-1-11 15,-3-2-3-15,-1-1 4 0,-2 2-4 0,-2-2 1 0,-1 2 5 0,-2 0-8 16,-2 1 6-16,-1 1-3 0,-3 0-1 0,-2 3 1 0,-1 0-1 0,-2 3-4 16,0 3-3-16,-1 3 2 0,0 2-5 0,-1 3 6 0,-1 2-3 15,0 2-1-15,-1 3-4 0,-1 1 4 0,-1 3 1 0,0 2 3 0,2 3 2 16,-1 3-6-16,1 2 0 0,0 2 5 0,0 3 2 0,2 1 3 16,1 2-2-16,3 1-1 0,1-1-5 0,2 2 4 0,2 1-6 0,2 1 5 15,0 2 0-15,4 0-1 0,1 3 2 0,1-1-6 0,1 0-9 0,1-1 14 16,0-2-2-16,2-2 8 0,1-2 9 0,1-3-13 0,1-3 3 15,-1-3-3-15,2-1-2 0,0-4-2 0,1-2-1 0,0-3 1 0,0-3-1 16,0-3 1-16,0-2 4 0,1-4 4 0,-2-2 0 0,-1-2 1 0,-1-2 0 16,0-2-6-16,0-3 6 0,-1-2-17 0,-2 0 15 0,1-3 0 15,-2-1 2-15,0 0 16 0,-1-2-12 0,-2 0-3 0,2 0-2 0,1 2-1 16,0 1 0-16,1 2-1 0,1 3 1 0,0 1 0 0,1 3-1 16,1 4-4-16,0 3 0 0,0 3-4 0,0 1 8 0,0 3-1 0,0 1 6 15,0 3-3-15,1 2-5 0,0 0 3 0,1 1-2 0,-1 1-1 0,1 0 7 16,1 1-7-16,-1 0-2 0,0-1 1 0,0-1-6 0,-1 0 3 15,-1-1 3-15,1-3-4 0,-1 0 4 0,-1-2 0 0,-1 0-3 0,0 0 4 16,-1 0 1-16,0-1 3 0,0-1 3 0,-2-3 0 0,-1-2-4 16,0-2 5-16,-2-2 0 0,-1 0 1 0,-2-2 3 0,-2 1-4 0,-1-3-2 15,-1-1-5-15,-2-2 0 0,-1 1 1 0,-3 0-4 0,-2 0-7 0,-1 2 1 16,-4 0-7-16,0 2-4 0,-3 0 4 0,-2 2 0 0,-1 1 1 0,-1 0 1 16,-2 2-4-16,3 1-2 0,-1 3-3 0,1 2 5 0,2 3 2 15,2 2 2-15,1 3 2 0,1 2-1 0,2 2-1 0,2 1 2 0,0 2-1 16,2 1 1-16,1 2-7 0,1-1-6 0,2 2-2 0,1-1-8 15,2-1-2-15,2-2-11 0,2-2-13 0,3-2-16 0,0-2-15 0,1-2-18 16,2-2 0-16,1-3 11 0,3-3 19 0,2-2 25 0,0-4 18 16,2-1 13-16,-1-1 16 0,1-4 12 0,-2-1 6 0,2-1 2 0,0 0 2 15,0-1 0-15,2-1-3 0,1 1 4 0,0 0-4 0,1 1 0 0,1 0 2 16,0 4-1-16,1 1-1 0,2 3 2 0,-1 1-3 0,2 4 5 0,0 2-2 16,2 2 5-16,-1 3-5 0,1 2 0 0,-1 2-2 0,0 3-7 15,-2 1-2-15,1 1-5 0,1 3-16 0,-3 4-6 0,0 0 3 0,-3 2 0 16,-2 0 16-16,-2-3 4 0,-2 0 3 0,-1 0-2 0,-3-1 5 0,-1 0 10 15,-3 2 5-15,-1-1 13 0,-3-2 14 0,-1-1 16 0,-3-1 10 16,0-3 7-16,0-1-4 0,-2-3-8 0,0-3-5 0,0-2-5 0,0-2-8 16,1-3-8-16,-1-1-3 0,0-4-8 0,0-3-10 0,1-3-1 15,2-3-1-15,2-3-6 0,3-6 5 0,2-3-1 0,5-6-2 0,4-2 0 16,3-5-10-16,3-2-10 0,6-3-28 0,3 0-14 0,4-1-21 0,3 3-15 16,3 2 7-16,3 2-3 0,-1 1 6 0,0 3-9 0,1 0-46 15,1 0-69-15,-3 0-95 0,-1 0-125 0,0 0-108 0,-3 0-234 0</inkml:trace>
  <inkml:trace contextRef="#ctx0" brushRef="#br0" timeOffset="214101.49">1956 8704 2711 0,'-24'31'62'0,"2"-2"-24"16,-5 10 34-16,-2 8-3 0,-4 9-1 0,-1 9-16 0,4 1-38 0,6 3-11 15,3 1-11-15,6 1-15 0,4 0 2 0,5 4-6 0,4 0-2 16,4 4 7-16,5 0-6 0,4 3 8 0,2 3-20 0,5 1 0 0,21 81 5 15,1-17 5-15,-2-17 27 0,-5-23 15 0,-1-10-1 0,-2 3 7 16,1-2 12-16,-2 2 17 0,0 1 25 0,1 2 21 0,0 1 13 0,-3 4 0 16,-2 1-7-16,-2 1-11 0,-5 1-11 0,0 0-14 0,-2 1-21 0,-6 1-6 15,1 0-8-15,-4 3-5 0,-1 3 5 0,-3 1-5 0,-2 2-3 16,-3 2-11-16,-2 3 5 0,-2 0-10 0,-2 2-14 0,0 1 12 0,-1-4 2 16,-3 3-2-16,1-2 9 0,-1-2-3 0,-1-1-4 0,1-5 4 0,0-1-1 15,1-4-3-15,1-5-6 0,2-5 2 0,0-7 0 0,3-10-6 16,3-6 10-16,3-8-9 0,2-9-1 0,4-9 12 0,2-8-8 0,2-8 5 15,0-6-6-15,4-7-7 0,2-5 2 0,4-6-2 0,4-5-9 16,0-5 4-16,4-4 11 0,1-4-11 0,4-2 30 0,0-1-19 0,1-4-17 16,1 1 15-16,-1-2-9 0,2 2 9 0,-2 0 12 0,-1 2 0 0,-3 1-8 15,-1 3-4-15,-1 2 0 0,0 5 3 0,-3 2-11 0,-2 6-3 16,-4 4 10-16,-3 4-10 0,-3 4 7 0,-3 7 10 0,-3 5-15 0,-5 5 4 16,-2 5 5-16,-3 6 2 0,-4 4 6 0,-1 4 0 0,-2 3-2 0,-1 3-13 15,-2 5 9-15,2 3 12 0,-3 1-3 0,-2 2 16 0,0 3-13 16,-1 1-10-16,2 2 7 0,0-1 12 0,1-1-7 0,3-1-3 0,2-4-5 15,2-1-4-15,1-2 6 0,1-4 9 0,4-2-14 0,2-4 1 16,0-36-8-16,2 7-2 0,0-4 10 0,1 5-13 0,3-3 17 0,1 1-4 16,3-3 0-16,3 1 0 0,1-3-6 0,3-6 8 0,2-4-4 0,1-3 6 15,2-4 4-15,2-1-1 0,0-2 7 0,4-3-5 0,-1 0-3 16,2-3-4-16,0 1 2 0,3-2-3 0,-1-1 3 0,2 0 12 0,0 0 5 16,-1 1-8-16,2-1-9 0,0 2 4 0,1 0-8 0,0 2 15 0,-1 2 0 15,0 1-19-15,-1 1 20 0,1 5-12 0,-3 2 2 0,1 2 1 16,-4 3-3-16,0 4 0 0,-3 2 10 0,-14-11-1 0,1 2-7 0,-2 2 4 15,1 5-8-15,-2 2-12 0,1 6-3 0,-3 4 3 0,0 9 29 16,-3 4-21-16,-1 4-17 0,-3 4-47 0,0 8-64 0,-4 4-40 0,-1 9-63 16,-2 5-55-16,-4 27-123 0,-1-3 411 0,-1-4 0 0,0-2 0 0,-1-5 0 0,1-5 0 0,-2-4 0 0,1-32 0 0,1-58 0 0,0 0 0 0,2 0 0 0,0 0 0 15,1 0 0-15,2 0 0 0,1 0 0 0,3 0 0 0,2 0 0 0</inkml:trace>
  <inkml:trace contextRef="#ctx0" brushRef="#br0" timeOffset="214685.49">6596 17503 3368 0,'0'1'197'0,"0"0"-41"15,0-1-56-15,2-1-32 0,3-1-7 0,2-1 2 0,2-2-29 0,5-2-4 16,4-3-18-16,4-4-18 0,3-2 16 0,4-2-8 0,2-2-8 16,4-3 12-16,1-1-6 0,2-2 0 0,3 0 0 0,0 0 0 0,3-1 0 15,1 0 0-15,39-24-4 0,-9 5-8 0,-13 10-18 0,-11 8-4 16,-7 5-2-16,-1 0-1 0,-1 1 11 0,-4 0-9 0,2 3 8 0,-4 1-27 15,0 1-7-15,-2 4 2 0,-3 0-15 0,1 3-10 0,-2 2-19 0,-1 0-26 16,-3 2-32-16,-4 3-65 0,-2 2-85 0,-2 3-111 0,-3 3-136 16,-1 4-77-16,-3 2-118 0</inkml:trace>
  <inkml:trace contextRef="#ctx0" brushRef="#br0" timeOffset="-214660.24">7266 18102 3224 0,'0'2'250'0,"1"0"-84"0,0-2-64 0,1 0-15 0,2-1-31 16,2-1-19-16,1-2-1 0,1-3-44 0,4-2 6 0,2-2-22 16,2-3-1-16,2-2 3 0,4-2-49 0,4-8-23 0,25-24-89 0,5-8-90 15,3-4-134-15,-2-1-214 0,-2 1-238 0,-4 1-159 0</inkml:trace>
  <inkml:trace contextRef="#ctx0" brushRef="#br0" timeOffset="-214409.24">8064 16524 3827 0,'-4'12'125'15,"1"-3"-8"-15,2 1-91 0,5-5-26 0,4-3 0 0,5-4 0 0,5-3 0 16,6-2 0-16,3-2 0 0,4 0 0 0,2-2 0 0,3 2 0 16,1-2 0-16,1 2-48 0,1 1-39 0,0 3-13 0,0 1 5 0,-2 2 15 15,-1 2 22-15,0 2 28 0,-1 1 11 0,-1 0 26 0,-3 1 1 0,-1-1-25 16,-2 2 11-16,-1 2-12 0,-3 1 29 0,-1 1 4 0,-3-1 2 15,-3 2 11-15,-1 1 0 0,-4 1 12 0,-2 2 0 0,-4 0-15 0,-2 3 4 16,-3 1-4-16,-2 2-4 0,-3 2 0 0,-3 2-7 0,-3 1-6 16,-2 3-12-16,-2 0 2 0,-1 1-2 0,0 0-12 0,-3 1-7 0,-1-2-17 15,1 2-22-15,-2-1-19 0,0-1-24 0,2 0-46 0,-1-3-55 0,0-1-81 16,2-5-148-16,9-13-201 0,-2 3-147 0,2-4-36 0</inkml:trace>
  <inkml:trace contextRef="#ctx0" brushRef="#br0" timeOffset="-214011.24">9143 15695 3874 0,'1'11'109'0,"1"1"3"0,2 4-112 0,3 0 0 0,4 1 0 16,2-1 0-16,3 1 0 0,2 5 0 0,2 3 0 0,-1 3 0 15,2 2 0-15,-1 3 0 0,-1-1 0 0,-1 4 0 0,0 0 0 0,-3 3 0 16,-1 1 0-16,-1-1 0 0,-1 1 0 0,-2-4 0 0,-1-1 0 15,0-3 0-15,-2-4 0 0,-1-3 0 0,-1-5 0 0,0-3 0 0,-1-5 0 16,0-4 0-16,-1-1 0 0,1-5 0 0,1 0 0 0,0-4 0 0,-2-3 0 16,2-1 0-16,-1-5 0 0,1-2 0 0,-1-4 0 0,0-5 0 15,0-2 0-15,1-6 0 0,-1-3 0 0,1-5 0 0,-1-3 0 0,0-3 0 16,0-2 0-16,-1-2 0 0,-3 2 0 0,1-1 0 0,-2-1 0 16,0 2 0-16,2 2 0 0,0 2 0 0,2 5 0 0,1 1 0 0,2 6 0 15,2 6 0-15,2 3 0 0,1 5 0 0,0 3 0 0,0 4 0 0,1 4 0 16,2 3 0-16,0 3 0 0,2 3 0 0,-1 3 0 0,1 3 0 0,3 4 0 15,-1 2 0-15,0 3 0 0,2 1 0 0,-1 2 0 0,0 2 0 16,1-2 0-16,-2 1 0 0,0-1 0 0,-1-2 0 0,-1 1 0 0,0-3 0 16,-2-1 0-16,-1 0 0 0,0 0 0 0,-1-3 0 0,-1 0 0 15,0-2 0-15,-2-2 0 0,-1-1 0 0,-1-2 0 0,-2-1 0 0,-1-1 0 16,-2-1 0-16,0-1-2 0,0-1-82 0,-2-1-10 0,0 0-33 16,-2 0-47-16,0-2-65 0,-1 0-106 0,-1 0-157 0,0-2-178 0,-1 0-107 15,0-2-53-15</inkml:trace>
  <inkml:trace contextRef="#ctx0" brushRef="#br0" timeOffset="-213678.23">10252 15459 2678 0,'5'15'787'0,"1"-1"-657"15,3 6 16-15,-1-3-54 0,3-3-20 0,2 1-29 0,1 0-27 0,0 2-7 16,-1 1-3-16,2 3-2 0,0 2-6 0,0 0 4 0,-2 3-4 0,1 0 0 15,-1 0-2-15,0 0 0 0,0-2-5 0,-1-1-3 0,1-1 8 16,-1-5 2-16,1-3 4 0,-1-4-4 0,-1-3-10 0,1-1-4 0,-1-4 9 16,1-2-9-16,-1-3 6 0,-1-4-9 0,1-3 1 0,0-4 22 15,0-2-23-15,0-2 21 0,-2-4 2 0,-2-1 0 0,-1-2 25 0,-1-5-18 16,0-1-7-16,-2-4-2 0,0 1-6 0,-2-1 8 0,-1 0-4 0,-2 0 0 16,-2 0 2-16,-2 2-8 0,-3 1 6 0,-1 3 0 0,-4 1-9 15,-1 3 14-15,-3 1-16 0,-1 4 1 0,-2 2 6 0,-1 3-2 0,0 3 6 16,0 4-5-16,-1 4 8 0,2 3-10 0,-1 4 1 0,1 4 0 0,-1 3-4 15,2 4 8-15,0 3 2 0,0 2 2 0,0 4-7 0,1-1-9 16,3 4 1-16,-1 0-10 0,4-1 0 0,1 1-14 0,3-1-29 0,3-1-31 16,1-1-49-16,2-5-49 0,4-1-65 0,1-4-109 0,2-3-151 15,3-2-162-15,1-4-171 0</inkml:trace>
  <inkml:trace contextRef="#ctx0" brushRef="#br0" timeOffset="-213326.47">11019 14776 3727 0,'0'11'114'0,"1"0"5"0,0 3-40 0,2-1-23 16,2 0-56-16,0 1 0 0,1 1 0 0,1 2 0 0,0 3 0 0,0 3 0 16,1 1-2-16,-1 3-18 0,0 1-2 0,-1 1-6 0,-1 1-10 15,0 0 1-15,0-2-6 0,0 0-10 0,0-3 26 0,0-1-8 0,1-2 22 16,-1-4 11-16,0 0-19 0,2-3 11 0,-1-3-13 0,2-2 12 0,-2-3 3 15,1-2 5-15,-1-2 3 0,-1-2 11 0,0-3 2 0,0-2 5 16,-2-2 10-16,1-1-3 0,1-5 8 0,-1-2 4 0,0-4-6 0,1-1 4 16,-1-4-21-16,0-2-2 0,0 0-14 0,0-2-6 0,0 0 20 0,-1-2 3 15,0 2 7-15,-1 0-2 0,-1 2-6 0,1 3-14 16,-2 1 0-16,1 3 4 0,1 5 0 0,1 1 0 0,-1 5-6 0,2 3 0 0,1 3-6 16,0 2 14-16,1 4-4 0,2 4-4 0,1 3 4 0,0 2-2 15,1 3 2-15,0 2 2 0,1 1-6 0,1 3-2 0,2 2 6 0,0 0-6 16,0 1 8-16,2-1-6 0,-1 1-12 0,0-1 10 0,0-1-8 0,1-1-12 15,0-3-11-15,-1-2-26 0,-1-2-36 0,1-3-30 0,0-3-40 16,-2-5-64-16,-1 0-99 0,0-2-134 0,-1-3-169 0,-1-3-148 0,-1-3-53 16</inkml:trace>
  <inkml:trace contextRef="#ctx0" brushRef="#br0" timeOffset="-213127.47">12026 14898 3632 0,'18'6'174'0,"3"-2"-42"0,8 0-25 0,2-3-57 0,3-4-50 16,2-3 0-16,1-3 0 0,0-3 0 0,-3 1 0 0,1 0 0 0,-3-1 0 16,1 2 0-16,-3-2-64 0,0 0-45 0,-1 1-23 0,0-3-29 15,-1 0-34-15,2 0 0 0,-1-1-20 0,0 0-11 0,-2 0 1 0,1-1-11 16,-3 0-9-16,0 2 5 0,1-2 7 0,-2-1 19 0,2 0 31 0,-2-3 22 16,1-1 20-16,0-2 3 0,-1-4-32 0,1-2-43 0,-1-4-129 15</inkml:trace>
  <inkml:trace contextRef="#ctx0" brushRef="#br0" timeOffset="-212744.47">12735 13057 3377 0,'-8'11'108'15,"2"1"-9"-15,0 4 8 0,5 1-23 0,2 1-38 0,3 4-23 0,4 2-19 16,3 6-8-16,2 3 1 0,3 6 5 0,0 3-8 0,1 5 0 0,1 3-4 15,0 4 2-15,-2 6-7 0,1 2 2 0,0 2-10 0,-1 3-4 16,2-1 0-16,0 1 12 0,2 0-4 0,-2-1-6 0,1-4 6 0,1-3-1 16,-2-3 3-16,1-2 2 0,1-4-2 0,-2-4-16 0,1-5 3 0,0-4 0 15,-1-3 1-15,1-3 3 0,0-2-6 0,-1-4 3 0,0-3-6 16,-1-3 23-16,1-4 14 0,-3-3 5 0,1-3 18 0,-2-3 11 0,-1-3-3 16,-1-3 0-16,-1-4-4 0,0-4-8 0,-1-4-12 0,0-2 13 15,0-2 0-15,-1-5-5 0,1-3 2 0,0-2-19 0,-1-4 4 0,1 3-8 16,-1 0 6-16,0 3 1 0,-1 2-4 0,0 4-3 0,1 3-2 0,0 2-7 15,0 3-4-15,0 4 6 0,2 3 4 0,-1 3-1 0,1 2 3 16,1 4-1-16,-1 2 4 0,2 3 6 0,-1 1 2 0,2 3-5 0,0 0 3 16,1 2-9-16,-1 0 10 0,2 2-3 0,-1 1-4 0,1-2 2 0,-1 2-5 15,1-1-1-15,-1 0-5 0,0-1 4 0,-1-1-14 0,2-1 19 16,-1-4 4-16,0 1-4 0,-1-2 10 0,-1-2-23 0,-1-1-23 0,-1-3-37 16,-1-1-49-16,-2-3-45 0,-2-1-59 0,-1-3-79 0,-1-3-97 0,-3-4-131 15,-1-3-120-15,-3-4-87 0</inkml:trace>
  <inkml:trace contextRef="#ctx0" brushRef="#br0" timeOffset="-212593.47">13532 13657 3410 0,'1'12'81'16,"3"-1"-13"-16,1 4 7 0,2-3-16 0,1-3-36 0,2 1-31 15,1-2-36-15,1 0-40 0,1 0-29 0,-1 0-33 0,-1 1-39 0,-2-2-45 16,0 1-86-16,-1-1-125 0,0-1-137 0,-1 0-102 0,1-1-43 0</inkml:trace>
  <inkml:trace contextRef="#ctx0" brushRef="#br0" timeOffset="-212160.47">14027 13753 2366 0,'2'6'819'0,"1"-1"-658"0,1-1-7 0,0 0-40 0,0-2-31 15,1-1-45-15,1 1-15 0,-1 1-19 0,1-1-6 0,-1 2 5 0,1-1-20 16,-1 0 15-16,0 1-1 0,0 1-5 0,0 0 10 0,1 0-6 0,0 1-2 15,2 0 10-15,0 1-8 0,2 1 0 0,1 2 4 0,-1 1-5 0,1 0 7 16,0 0 0-16,-2-1-8 0,1 2 4 0,0 0-25 0,0-1 3 16,0 1 12-16,-1-1 1 0,-1 0 15 0,0 1-2 0,0-2-8 0,0-1-5 15,0-2 5-15,0-1-5 0,0-1 1 0,0-3 7 0,0 0-7 16,1-3 14-16,1-2-8 0,-1-2-1 0,1-1 1 0,0-3 0 0,-2-1 2 16,1 0 8-16,0-3-17 0,0 1 11 0,-1 0 11 0,1-1-11 15,-2 0 17-15,1-1-17 0,-3 2-6 0,2-1 2 0,-1 2 4 0,1 1 0 16,-1 3 4-16,0 3-4 0,0 1-5 0,-1 3 6 0,0 2-6 0,1 2 3 15,-1 3-2-15,1 3 0 0,0 2 10 0,1 1-2 0,-1 0 0 0,1 1-25 16,0 0 17-16,1 1-5 0,-1-1 5 0,-2 1 21 0,2-1-23 16,-1 0 8-16,1-2-5 0,0-2-5 0,0 0 6 0,0-2-11 0,1 0 0 15,0-2-11-15,-1 0 8 0,2-3-1 0,1-1-3 0,-1-2 3 16,0-1-14-16,2-1 8 0,-2-2 4 0,3 0 7 0,0-2-1 0,0-2-1 16,1 0 5-16,-2-1-2 0,0 0 6 0,0 0-3 0,1 0 3 15,0 0-2-15,-1 1 3 0,0 0 6 0,1 0-7 0,0 2-1 0,1-1-6 16,0 0 7-16,-2 2-15 0,1 0 17 0,0 1-3 0,0-1-11 0,-1 0 11 15,0-1-4-15,1 0-11 0,0 0-2 0,0-1-7 0,-1-1-13 0,0-2 0 16,-2 1-4-16,1-1-7 0,-1-1-3 0,-1 2-4 0,-1-2-7 16,0 1-5-16,-2-1-5 0,-1 1-6 0,-1 1-4 0,-1 0-6 0,0 2-13 15,-1-1-20-15,-1 2-26 0,-2 0-38 0,0 2-40 0,0 0-45 16,-1 1-29-16,0-1-17 0,0 0-138 0</inkml:trace>
  <inkml:trace contextRef="#ctx0" brushRef="#br0" timeOffset="-211510.47">15149 13463 3193 0,'3'7'126'0,"-1"2"-28"15,0 1-6-15,1-2-34 0,1-5-41 0,1-1-25 0,1-2-26 0,3-2-17 16,0-1-12-16,0-1 10 0,0-2-5 0,-1-1 6 0,1-1-3 16,0-1-13-16,-2 0-14 0,-1-3-14 0,-1-2-4 0,-1 0-4 0,-2 0 19 15,-1-1 16-15,-1 0 21 0,-1-1 23 0,-1 2 16 0,-2-1 7 0,-1 1 19 16,-1 1 15-16,-2 2 11 0,0 2 24 0,-2-1-3 0,0 1 2 16,-3 2 1-16,0 1-2 0,-1 3-2 0,2 1-6 0,-1 2-12 0,0 1-18 15,0 3-10-15,0 2-8 0,1 2-4 0,-1 2 0 0,0 1-15 16,1 3 12-16,2 1-4 0,1 2 5 0,3 3 13 0,1 0-19 0,0 2 3 15,2 0 0-15,1 2-2 0,1 1-2 0,2 1-1 0,1 1-5 0,2-1 8 16,2 2 2-16,1 1 0 0,1-1 3 0,4-1-1 0,1-3 3 16,1-1-5-16,1-4 2 0,2-1 5 0,1-2-7 0,1-2 4 0,0-3-3 15,2-1-4-15,1-2 1 0,0-4 4 0,1 0 0 0,1-4 1 0,2-2-1 16,0-1 1-16,-1-3 5 0,1-2-3 0,-3-1-2 0,0-1 10 16,-2-2-3-16,-1-1 1 0,1-1 3 0,-2-1-3 0,0 0-6 0,0-2 1 15,-2 0 1-15,0 1-9 0,-3-3 9 0,0 1-5 0,-1-1 2 16,-1 2 3-16,-2 1 0 0,0 1-7 0,-2 1 0 0,1 3-4 0,-2 1 3 15,0 2 4-15,0 3-5 0,-1 2 2 0,-1 1 4 0,0 2 0 0,0 2 6 16,0 1-4-16,0 1-1 0,0 2 1 0,1 2-3 0,1 1 6 16,1 1-9-16,0 0 2 0,-1 1-2 0,2-1 0 0,0-1-4 0,1 0 10 15,0-1-10-15,0-1 1 0,0 0-1 0,0-1-1 0,0-3 6 0,0-1 1 16,1-3 2-16,0-1-8 0,1-2 11 0,-1-1-3 0,1-2 1 16,0-1 10-16,0-1-6 0,-1-1 4 0,0-1 7 0,0-2-9 0,1-1 5 15,-2 0 1-15,0-2-12 0,-1-1 8 0,-1 0-7 0,-1 0-10 16,-1-2 8-16,0 0-8 0,-2 0 2 0,-1-2 2 0,-2 1-5 0,-2 1-19 15,-2 0 13-15,-2 1-4 0,-2 0-3 0,-2 1 25 0,-1-1-25 0,-4 1 2 16,-1 2-4-16,-2 0-15 0,1 2 8 0,0 3-12 0,0 3-2 16,0 2-1-16,2 4-7 0,0 1 0 0,-1 2-8 0,1 4-11 0,1 3 6 15,0 1-4-15,0 2 1 0,0 2-1 0,1 0-12 0,1 2-19 0,3-1-22 16,0-1-40-16,1-2-45 0,2-1-44 0,2-2-48 0,2 0-34 16,2-2-8-16,1-1 16 0,2-2 45 0,2-2 65 0</inkml:trace>
  <inkml:trace contextRef="#ctx0" brushRef="#br0" timeOffset="-211260.47">15913 13285 356 0,'16'-1'266'15,"2"1"-64"-15,4 1-34 0,1 0-15 0,-3 1-17 0,2 4-9 0,1 1-25 16,0 2-17-16,0 2-13 0,2 2-13 0,0 1 0 0,0 2-2 16,1 2 3-16,0 1-7 0,-2-1-5 0,0 2-9 0,0-1-4 0,-4 0-7 15,0 1-8-15,-1 1-7 0,-3-1-6 0,0 0 3 0,-2 1 6 0,0-3-1 16,-1 0 2-16,-3-2-1 0,1-2 6 0,-2-2 5 0,-1-2 6 16,-3-1 12-16,-1 0 4 0,-2-3 8 0,-1-1 0 0,-3 0-3 0,0-2-5 15,-2 0-7-15,-2-2-3 0,-1-1 3 0,-2 0-4 0,-2-1-5 16,1 0-10-16,-2-2-3 0,-1-1 2 0,0 0 0 0,-1-2-7 0,0-1 3 15,-1-1 6-15,0-2 3 0,1 0 11 0,2-2-5 0,-1-4 3 0,2-2-8 16,1-1-2-16,0-1-5 0,1 0-16 0,3 1-6 0,1 1-12 16,2 0-9-16,2 2 4 0,1 1-10 0,3 0-5 0,1 1 1 0,2 1-8 15,2 1 8-15,2 3 0 0,1 2 0 0,1 1-10 0,1 2-1 0,0 3-8 16,2-1-14-16,3 3-17 0,0-1-22 0,0 1-21 0,1 0-33 16,1 0-53-16,0-1-69 0,0-2-76 0,-1-1-104 0,-1-1-220 0</inkml:trace>
  <inkml:trace contextRef="#ctx0" brushRef="#br0" timeOffset="-210560.47">17655 12415 2492 0,'-1'-19'578'0,"-2"-1"-482"0,-2-7-9 16,-3-3-30-16,-3 1-15 0,-3-4-22 0,-4-2-35 0,-4-2-8 0,-6 0-15 15,-6-2-5-15,-5 0 9 0,-7 1 11 0,-4 1-3 0,-6 1 6 0,-6 1 19 16,-6 2-1-16,-7 1 4 0,-5 0 6 0,-9 2-6 0,-6 0 5 16,-10 0-2-16,-5 1-5 0,-7 3-5 0,-8 2 2 0,-5 5-6 0,-6 5 5 15,-7 3 3-15,-4 5-6 0,-4 4 8 0,-6 3-2 0,-4 4 2 16,-6 3-1-16,-5 3-5 0,-5 4 0 0,-4 5-7 0,-3 6-1 0,-3 4 1 15,-4 3-2-15,-3 6 13 0,-3 3-3 0,1 5 11 0,-2 7 3 0,1 6-11 16,1 5 11-16,0 7 8 0,2 9 1 0,1 7 7 0,0 5-1 16,0 8-13-16,-2 7 8 0,2 6-3 0,3 9 3 0,1 3 1 0,2 6-17 15,3 7 18-15,1 7-6 0,2 6-4 0,2 7 10 0,3 5-15 0,4 5 2 16,5 4-1-16,5 4 6 0,7 0-1 0,6 1 0 0,8 1-2 16,6 0-11-16,10 1 3 0,5-3-3 0,12-2 2 0,9-2-5 0,9-2-8 15,9-3 9-15,9-5 4 0,9-5 1 0,12-4-6 0,10-5-1 16,10-9-5-16,22-72 5 0,-1 14 10 0,8-4-17 0,2 13 5 0,8-4-12 15,4 11 11-15,-1-52 5 0,4 6 6 0,4 5 16 0,4 4-24 0,6-3-7 16,5 4 0-16,7-5 6 0,6 3 45 0,5-6 2 0,9 2-9 16,5-6-17-16,9 0-23 0,5-5 31 0,10 0-9 0,6-7 15 0,10 0 1 15,6-6-19-15,7-8-5 0,6-5-1 0,6-8-4 0,5-7-38 0,7-7 27 16,5-6-30-16,6-7-4 0,5-6 23 0,5-6 0 0,6-4 10 16,4-5 7-16,175-48-5 0,-8-8-8 0,-13-6-6 0,-13-2-7 0,-16 0 18 15,-18 5-5-15,-21 6 0 0,-24 6 1 0,185-72-10 0,-53 19 13 16,-55 18 6-16,-58 19-4 0,-31 6 15 0,-3-1-5 0,-1-3 14 0,-6-4 6 15,-2-2-16-15,-5-3 8 0,-4-3-5 0,-5-5 8 0,-6-3 3 0,-5-2-6 16,-3-3 7-16,-5-6-1 0,-3 0 4 0,-4-4 3 0,-7-4-10 16,-5-3 1-16,-5-3-6 0,-6-3 1 0,-4-2-4 0,-6 2 2 0,-6-2-1 15,-6 0-8-15,-6 0 9 0,-5 2-11 0,-7-4 0 0,-7 3-1 0,-5 0 3 16,-6 0 7-16,-8 2 2 0,-5-1 2 0,-7 0-12 0,-7 0-1 16,-7 1 0-16,-7 0 6 0,-6 1-10 0,-9 2 13 0,-6 2 1 0,-10 3 5 15,-8 2 19-15,-9 3-10 0,-9 3 1 0,-10 6-12 0,-10 2-5 16,-11 4-19-16,-12 4-14 0,-10 6-5 0,-9 6-24 0,-12 10-6 0,-12 9-17 15,-8 9-17-15,-10 10-5 0,-9 12-9 0,-6 12 1 0,-9 14-7 0,-7 15-10 16,-4 14-20-16,-8 13-35 0,-4 14-52 0,-6 12-79 0,-6 12-113 16,-4 12-110-16,-2 8-169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2T10:29:41.6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16610 10177 254 0,'-4'3'57'0,"1"0"-15"15,-1 2-14-15,2 1-11 0,2-1-6 0,2 0-3 0,1 0-5 0,2 0-1 16,1-1 0-16,-1 1 2 0,2-1 1 0,0 0 6 0,0 0 4 0,2 0 1 16,-1 0 6-16,1 0 2 0,1 0 1 0,-2 0 2 0,3 1 4 15,1 1-3-15,1 0 2 0,0 1-1 0,1 1-6 0,2-1-3 0,1 2-5 16,2 1-6-16,0 2-2 0,2 0-1 0,1 0-5 0,1 2-1 0,2 0 0 15,2 3 0-15,2-1 4 0,1 0-2 0,3 1 2 0,1-2-3 16,2-1 0-16,1 1 1 0,0-1 4 0,5-1 5 0,1 0 10 0,2-3 10 16,2 1 13-16,1-1 11 0,0 0 6 0,3-1-2 0,1 0 4 15,1-2-5-15,2 0-5 0,3 0 0 0,0-1-5 0,1 0 0 0,2-1-1 16,1-1-4-16,0 0-1 0,2 0-5 0,0 0-6 0,-1 0 1 16,3 0-4-16,0 1-4 0,1-2 2 0,2 2 0 0,-1 0-2 0,2-1 8 15,2 1-5-15,-2 0-5 0,4 1-3 0,0-1-8 0,1 0-4 0,3 0-2 16,-1 0-5-16,1-1 3 0,2 0-3 0,-2-1-4 0,3 1-2 0,0-1-2 15,-2 0 8-15,2 0-4 0,-1-1 4 0,0-1 4 0,2 0-4 16,0 0 6-16,-1 0 2 0,2-1-4 0,0-1 7 0,-1 1-1 0,1-2 0 16,0 0 4-16,0 0 5 0,1-1 3 0,0 0 5 0,-2-1 2 15,3 0-11-15,-3-3 2 0,0-1-3 0,1-1-1 0,-3-2 4 0,1 1 0 16,-1-1 0-16,-1 1-4 0,0-1 9 0,0 0-6 0,0-2-1 0,0-1-3 16,-1-2-8-16,1-2 1 0,-1-1-2 0,-4 1 0 0,1-2-2 15,-1-2 1-15,-3 0-1 0,-1-1 4 0,-3-2 1 0,0 0-8 0,-1-2 5 16,-2-2-1-16,-4 1 5 0,-3-1 8 0,-2-1-6 0,-2-1 8 15,-2-4-8-15,-2 0-7 0,-3-4 10 0,-3 0-7 0,-1 0 10 0,-4-5 4 16,-3 2-14-16,-5-2 0 0,-2 0 1 0,-6-3-4 0,-1-1 6 0,-5 0 4 16,-5-1-4-16,-2-1 8 0,-5 0-5 0,-2-1 8 0,-4 1 4 15,-1-1-5-15,-3 1 6 0,-2-1-12 0,-2 1-6 0,-3 1-4 0,-3 0-3 16,-1-2-4-16,-2 1 2 0,-3-1-2 0,-3 1-1 0,-4 1-6 16,-2-1-1-16,-4 0 0 0,-2 0 1 0,-4 1 9 0,-6-1-8 0,-2 0 4 15,-4 0 3-15,-2 0-1 0,-1 0-1 0,-3 1-2 0,-2 0-1 0,-5 1-7 16,-3 0 8-16,-2-1 2 0,-4 2-3 0,-2 1 7 0,1 1-7 0,-3 2 3 15,-1 0 3-15,0 2 3 0,-3-1 2 0,1 2 1 0,-1 1-3 16,0 2 0-16,-2 2 2 0,-1 0-3 0,0 3-4 0,0 0-7 0,0 1-4 16,-2 3 14-16,-2 2 1 0,-1-1 6 0,0 3-2 0,-2 0-6 15,-1 2-1-15,-3 4 2 0,-4 0-1 0,-1 1-4 0,-5 3 0 0,-2 1-2 16,-3 2-2-16,1 2 0 0,-1 2 5 0,-1 2-3 0,-1 1 4 0,-1 3 1 16,0 1-7-16,1 1 8 0,1 2-7 0,3 1 6 0,0 1 2 15,3 1 4-15,2 2 1 0,3 2-1 0,3 1-5 0,2 0-5 0,1 3 7 16,1 1-4-16,2 3 2 0,0 0 2 0,1 4-12 0,1 2-4 0,1-1-6 15,2 2-2-15,3-1 5 0,1 3 9 0,2 2 5 0,3 2 3 16,1 1-1-16,2 4 1 0,2 0-4 0,4 5 4 0,0 0 0 0,1 1-4 16,3 1-1-16,1 0-4 0,3 1 1 0,2 1 1 0,2 3-6 15,1-1-5-15,3 1 6 0,2 1-4 0,2 0 1 0,2 0 11 0,4-1-5 16,2 1 6-16,0 2 6 0,4 0-3 0,3 0 1 0,2-2-5 0,6 0-1 16,3-2-4-16,3-1 3 0,4 3 5 0,2-2 2 0,3 1 4 15,5 1 2-15,5 1 2 0,3 1 0 0,5-2 6 0,5-1 2 0,4 0-3 16,2-1 1-16,5 3-3 0,4-3-7 0,4-1 3 0,5 0-2 15,8 2-2-15,3-2 3 0,6 0-6 0,5-1-4 0,4 3-6 0,3-1-10 16,3-2-10-16,3 1-6 0,-1 0-17 0,4-1-43 0,-2 3-88 0,1-1-142 16,0 2-169-16,-2 1-40 0,-1 1-28 0</inkml:trace>
  <inkml:trace contextRef="#ctx0" brushRef="#br0" timeOffset="10666.47">11636 10206 177 0,'-2'1'40'0,"0"0"-8"15,0-1-9-15,2 2-6 0,1-1-7 0,0 0-2 0,2 2-1 0,1-1 0 16,0 0-1-16,1 0-3 0,0-1-1 0,1 0-4 0,0 0 2 16,0 0 0-16,1 0 1 0,1 0 1 0,0-1 2 0,1 0 3 0,0 1 9 15,0 0 8-15,-1 0 9 0,0-1 5 0,-1 1 3 0,0 0 3 0,1 0 3 16,-1 0 2-16,0 1 1 0,0 0-1 0,1 1-2 0,-1 0 0 15,0 0-2-15,0 1-5 0,1 0-1 0,0 1-9 0,0 1-4 0,1 1 0 16,0 0-12-16,0 0-3 0,0 0-4 0,1 1-4 0,0 1 3 16,2 0 0-16,0-1-2 0,-2 0 1 0,2 0-1 0,0-1 3 0,0 1-1 15,0 0-1-15,0-1 7 0,1-2 3 0,1-1 10 0,-1-2 9 0,0 0 1 16,-1-2 6-16,0 0 1 0,0-2 2 0,0-1 5 0,1 0-4 16,0-2-2-16,1-2-9 0,1 1-6 0,0-1-4 0,0 0-3 0,2 0 0 15,-1-1-3-15,-1 0 1 0,-1 0-9 0,0 1 2 0,0-2-6 0,0 1 1 16,0 0 3-16,-3-2-6 0,0 2 1 0,1-1-1 0,-1 0-2 15,-1 1 1-15,-1 0 2 0,0 3 0 0,-2-2-2 0,0 1 1 0,-1 0-3 16,-1 0 2-16,1 0 0 0,-1 0-1 0,0 0-2 0,1 0-6 16,-1 0-14-16,1 1-12 0,0 0-7 0,1-1-6 0,0-1-6 0,0 0-7 15,0 1-13-15,0 1-23 0,1 0-20 0,-1 0-33 0,1 1-29 0,0 0-30 16,0 3-28-16,0 1 33 0,-1 2-39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2T10:31:07.4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3408 6311 1722 0,'1'3'-5'0,"1"2"-11"16,2 2-3-16,1 3-13 0,0-2-6 0,0 1 2 0,0 0-4 0,1 1 4 0,0-1 13 0,0 1 11 0,1 0 5 15,1-1 12-15,0 0 3 0,1-1 0 0,0 1 7 0,2-2 7 0,0 0 6 16,2 1 9-16,0-1 3 0,1-1-1 0,2 1 0 0,3-1-3 0,2-1 2 16,2 0 9-16,3-1 4 0,3-1 2 0,4-1-1 0,3-2 0 15,5 0-7-15,1-2-3 0,6-1-3 0,3-1-4 0,4-2 0 0,4 0-1 16,3-2-4-16,2 0-5 0,2 0-7 0,2-1 2 0,2 0 1 16,0-2-1-16,3 0-2 0,2 0-13 0,0 0-2 0,3 0 2 0,0 0-5 15,0 2 18-15,2 0-1 0,0 1 3 0,1 0 5 0,2 0-1 0,1 0-2 16,1 3 3-16,1-1 1 0,3 0-1 0,2 1 4 0,1 1-8 15,-1 1 2-15,0 0-12 0,1 2-8 0,1 0 2 0,4 0-5 0,0 0 3 16,4 1-1-16,-2 0-5 0,-2 1-2 0,3 1-5 0,-4 0 5 0,2 0 4 16,1 0-1-16,-3 0 4 0,2-1 3 0,-1 0-2 0,1 0 2 15,0 0 6-15,1 0-3 0,-1 0-3 0,-3 0 8 0,1 2 0 0,-2 0-6 16,0 0 11-16,-1 1-6 0,0-1 4 0,-2 3 6 0,1 1-4 16,-1 0-10-16,-1 0-6 0,1 0 5 0,1 0-6 0,-2-1 13 0,3 0-6 15,-1-2-1-15,0-2 3 0,-1 0-8 0,0-2 3 0,-3-3-2 0,2 0-4 16,-3-3 9-16,0-1 11 0,-3-2-4 0,-1-2 0 0,-3-2-3 15,-3-2-7-15,-2-1 7 0,0-4 9 0,-2-1 0 0,-2-1 5 0,-3-1-7 16,-5 1 5-16,-1-2-10 0,-2-2-2 0,-1-1 2 0,-3-2-8 0,-3-3 8 16,-3-3 2-16,0 0-6 0,-3-2-1 0,-1-1 3 0,-5 1-4 15,-4-2 0-15,-5-2-15 0,-4 2 7 0,-3-2 2 0,-5 0 3 0,-5-1 15 16,-5-1-11-16,-4-2-2 0,-6 0-3 0,-5-2 1 0,-6-3-5 16,-5 0-11-16,-6-1 2 0,-7 1-7 0,-4 1-14 0,-6 0 16 0,-8-1 0 15,-4 1 7-15,-5 0 8 0,-4 0-2 0,-3 2-5 0,-4-1 6 0,-4 1 4 16,-3-1-8-16,-4 2 4 0,-5 0-14 0,0 1 0 0,-4 2 2 15,-2 1-16-15,-3 0 16 0,-2 3-2 0,-6 0 0 0,-3 2 12 0,-2 1-13 16,-5 1-1-16,-2 4 6 0,-4-1 3 0,-5 4 4 0,-3 0 3 0,-3 1-5 16,-4 0 3-16,-2 3-3 0,-6 0 0 0,-3 3 3 0,-3 3-3 15,-4 3 3-15,-3 2-1 0,-2 5-4 0,-3 4-2 0,-5 5 4 0,-2 6 5 16,-1 4 12-16,-1 5 15 0,5 2 11 0,2 6 12 0,4 5 5 16,4 4-6-16,2 4-5 0,4 5-3 0,4 3-10 0,5 6-2 0,3 5-17 15,7 6-4-15,5 4-1 0,7 5-9 0,8 4 9 0,7 3-5 0,11 3-11 16,5 2-15-16,12 1-37 0,9 5-40 0,9 4-75 0,6 8-83 15,6 6-117-15,7 8-228 0,7 8-138 0,5 5-49 0</inkml:trace>
  <inkml:trace contextRef="#ctx0" brushRef="#br0" timeOffset="1351.12">4137 6957 128 0,'-11'-1'76'0,"2"1"-60"0,0 0-6 16,5 0-5-16,3-1-6 0,1 1-1 0,1-1-1 0,2 0-4 16,0 1 0-16,2-1-6 0,0 2-4 0,1 0-5 0,2 2-7 0,-2 0-16 15,0 2-25-15</inkml:trace>
  <inkml:trace contextRef="#ctx0" brushRef="#br0" timeOffset="1735.12">4192 7104 20 0,'2'9'23'0,"0"1"2"0,-1 3 2 16,1-2-1-16,0-1 0 0,-1-1 5 0,2-1 0 0,0 0 1 0,0 0 2 15,1-1 1-15,-1-1 1 0,1 0 2 0,-1-1 2 0,0-1-3 0,0 0 1 16,0-1-2-16,0 0-7 0,-1 0 5 0,1 1-3 0,0-2 2 16,-1 1 3-16,1 0 1 0,0 1-2 0,-1 0 1 0,1 1-3 0,-1 0-6 15,1 1 0-15,-1 2-7 0,0-1-5 0,0 2 0 0,-1-3-3 0,0 2 0 16,-1 1-1-16,0-2 0 0,1 2-4 0,-2-1-1 0,2 0 0 15,0 1-4-15,0-3 3 0,1 0 0 0,1 0 2 0,1-2 3 0,0 0 1 16,1-1 10-16,0-1 9 0,0 0 7 0,2-1 4 0,0 0 5 16,0 0 1-16,1-1 4 0,1-1 1 0,0 0 6 0,0 0-1 0,0 0-1 15,0 0 0-15,1-1-10 0,1 0-2 0,0 0-7 0,1 0-8 0,1 1 5 16,2-1-11-16,1-1 0 0,2 1-2 0,-1-1-9 0,4-1 7 16,0-1-4-16,2 0-4 0,4-2 5 0,2-1-7 0,3-2 0 0,1 0 2 15,0-1-5-15,1 0-2 0,1-1 3 0,1-1-4 0,0-1 4 0,3 0-2 16,-2 1-5-16,0 0 2 0,0 0-4 0,-1 0 4 0,0 1 1 15,-3 3-2-15,1 0-1 0,-5 1 3 0,-1 2-3 16,-1 1 1-16,-1 1 1 0,-4 1 2 0,-1 1 3 0,-3 1 3 0,-1 1 2 0,-1 1 0 16,0 0-4-16,-2 0 1 0,0 1 5 0,0-1-3 0,1 0 2 0,1 0 1 15,0 0-1-15,0-1 3 0,2 0 3 0,1-1-3 0,0 0 0 0,1-1-5 16,0 0-1-16,-1-1-1 0,1 0-5 0,0 1 6 0,-3 0-2 16,1 1-2-16,-1 0-5 0,-3 1 1 0,1 1 1 0,-1 0-3 0,0 1-3 15,-1 1 0-15,-1 1-3 0,-1 0 3 0,0 1 0 0,0 0-6 0,0 1-4 16,-1 1-12-16,-1 2-15 0,0-1-26 0,-1 1-67 0,1 0-141 15,-1 1-146-15,2 0-113 0,-1-1-55 0</inkml:trace>
  <inkml:trace contextRef="#ctx0" brushRef="#br0" timeOffset="13850.72">19461 1924 2974 0,'-24'-6'140'0,"4"1"-158"0,-6 0-39 0,-3 1-20 16,-4 1 6-16,-3 1 29 0,0 3 19 0,3 4 18 0,-2 3-5 15,2 2 0-15,-33 16-12 0,4 4 4 0,5 2 2 0,9 2 3 0,2-1 16 16,1 5 2-16,0 5 2 0,0 2-2 0,-2 5-2 0,3 0-2 0,1 3-2 15,1 2-1-15,-1 3 1 0,0 2-6 0,1 4 0 0,0 1-2 16,4 2 0-16,2 4 1 0,2 0-1 0,3 1 0 0,2 2 0 0,4-1-3 16,1 3 9-16,4 0 0 0,4-1-2 0,2 0 5 0,4 0-14 0,3 0-4 15,3-1 7-15,5 0 0 0,3-2-4 0,4 0 4 0,5 0-2 16,4-1-7-16,6 1 6 0,3-1-4 0,3-3 0 0,7 2 10 0,3-3 2 16,3-1-4-16,7-1 9 0,5-2 2 0,5-3 4 0,4-1 10 15,7-2-4-15,5 0-8 0,6-4 2 0,3-1-5 0,5-5-3 0,3-4 9 16,4-2-6-16,2-2 0 0,3-5-9 0,2-2 1 0,3-5 0 0,3-3 2 15,1-5 9-15,2-3 0 0,1-6-1 0,3-4 3 0,2-5-2 16,1-6-2-16,2-5 4 0,1-5 3 0,-2-7 6 0,4-6 13 0,-2-6 6 16,1-8 1-16,0-6 1 0,-3-5-9 0,1-6-10 0,-3-4 3 0,-2-3-9 15,-3-5 12-15,0 0 2 0,-5-4 4 0,-1-4 5 0,-5-3-9 16,-2-2 3-16,-4-7 5 0,-4 1 1 0,-3-4 3 0,-5 1 4 0,-3 0-8 16,-6 0 5-16,-5-2 3 0,-6 0-3 0,-5-1-2 0,-5-3-8 15,-5 2 5-15,-4-2-2 0,-7 1-4 0,-6-1 2 0,-6-1-4 0,-6 1-6 16,-6 0 8-16,-6 1-6 0,-7 2-5 0,-5 0 1 0,-5 1-10 0,-8 2 1 15,5 47 6-15,-3-11 11 0,-4 2-4 0,-7-11 1 0,-4 2-12 16,-9-10-16-16,-5 1-2 0,-10-9-10 0,-6 1 0 0,26 42 70 0,-5-5-12 16,-5 3 2-16,-6-3 1 0,-6 2-63 0,-7-4 14 0,-4 4-7 0,-10-1-3 15,-4 3-3-15,-10-1-3 0,-5 5 12 0,-10-1 11 0,-3 6 6 16,-11 0 5-16,-3 8-2 0,-10 0-7 0,-2 8 4 0,-3 7 5 0,-1 7-5 16,-3 7-5-16,1 7-12 0,-7 13-49 0,-124 31-18 0,23 16-17 15,26 14-43-15,23 11-35 0,26 6-99 0,24 2-186 0,-67 82-281 0,62-26-365 16</inkml:trace>
  <inkml:trace contextRef="#ctx0" brushRef="#br0" timeOffset="14633.72">22865 1535 2200 0,'-1'-1'-88'0,"0"1"-143"0,2 1-14 0,0 0 52 0,1 1 108 0,1 1 87 16,1 1 25-16,2 1 3 0,-1 0-3 0,2-2 6 0,-2 2 11 0,0-1 12 15,0 0 6-15,-1-1-1 0,1 1-4 0,0 1 3 0,-1 0-1 16,0 1-3-16,0-1 1 0,0 1-6 0,-1 2-4 0,0-1-5 0,-2 2-7 15,0 2-8-15,0 1-6 0,-2 1-5 0,-1 2 2 0,-1 3-8 16,-1 3 4-16,-2 1 4 0,-1 4 0 0,-1 3-3 0,-9 31-2 0,-2-1-1 16,0-3 3-16,2-5 8 0,2-2 0 0,-2 3-1 0,0 4-5 0,1 3 0 15,0 2 3-15,-1 3-1 0,1 2-1 0,2 1-8 0,0 2-10 16,0 1-2-16,0 0-2 0,0 2 7 0,0-2 3 0,0 2 2 0,0 0-7 16,-1-2-7-16,1 0-2 0,-2-1 4 0,-1-3 4 0,0-2 7 0,1 2 4 15,-1-2-1-15,-1-2 3 0,0-1-2 0,-1-3-5 0,1-2-1 16,1-2-12-16,1-1 6 0,0-2-1 0,0-3-10 0,0-1-4 0,3-3-39 15,-2-4-55-15,0-2-75 0,1-2-94 0,2-6-118 0,2-5-131 0,3-7-211 16</inkml:trace>
  <inkml:trace contextRef="#ctx0" brushRef="#br0" timeOffset="15467.72">19433 2798 2042 0,'-7'13'24'15,"3"5"-38"-15,1 7-16 0,5 7-3 0,5-1 1 0,4 2 10 16,3-3 4-16,2-2 1 0,1-4 0 0,4-1-5 0,3-1-1 0,2-3 1 16,4 0-2-16,0-1 3 0,4-2 1 0,1-1 9 0,2 0 1 15,-2 0 1-15,-1-3-1 0,-1-2-1 0,-3 1 5 0,-2 1 1 0,-3 0-1 16,-6 0 4-16,-5 0-6 0,-4 1-5 0,-5 1-4 0,-4 1-5 0,-5 1 0 15,-3 1 2-15,-3 1 1 0,-3 1-3 0,-1-2 6 0,-5 1-2 16,-1-1 7-16,-1-3 7 0,-2 0 3 0,0-3 5 0,2-1 4 0,-1-3 7 16,0-3 14-16,1-2 17 0,2-2 9 0,1-3 0 0,3-1-4 0,3-1-13 15,1-2-11-15,3-1-6 0,1-1-9 0,1-1-1 0,2 0-6 16,2-2-4-16,1-1-5 0,3-2-4 0,1-1-1 0,3-2 0 0,1-4-2 16,1 1 2-16,2-4 1 0,2-2 2 0,0 1 8 0,2-3 2 15,1 1 2-15,-1-2 1 0,0-1-4 0,1-1 1 0,-1 1 2 0,0-2 0 16,-1 1 0-16,0-2 1 0,1-2-2 0,-1 0 2 0,1-2-3 0,-3 2-2 15,1-1 0-15,-2 1 5 0,-2 1-2 0,-3-1 4 0,-3 3 4 16,-1 1 2-16,-4 4 7 0,-2 2 7 0,-3 3 3 0,-3 2-4 0,-2 4-1 16,-3 1-1-16,-2 5-5 0,-1 0 0 0,-2 3-4 0,-3 4-7 0,-1 3-1 15,-3 2-2-15,0 3-7 0,-1 3-3 0,1 3 2 0,2 1-7 16,-1 5 5-16,1 1-1 0,1 2-3 0,1 3-3 0,2 0-15 0,2 0-20 16,0 1-36-16,5 2-38 0,0-1-41 0,3 2-56 0,3-1-54 15,2 0-48-15,2-2-25 0,3-3-102 0</inkml:trace>
  <inkml:trace contextRef="#ctx0" brushRef="#br0" timeOffset="15700.73">19961 2605 1584 0,'11'3'88'0,"1"4"-74"0,6 3-15 0,2 3-6 0,-1 2 4 0,3-1-3 16,1 0 4-16,-1 1 3 0,0-2-3 0,-1 0-1 0,0 1 6 15,-1-1-3-15,0 0 1 0,-3-2 1 0,2-2 1 0,0-2-2 0,-2-1 1 16,2-3 1-16,-1-2-1 0,-1-2 7 0,1-1 1 0,-2-3 5 0,-1-3 13 15,-3 0 2-15,0-4 4 0,-2-3-2 0,-1-1-5 0,-1 0-4 16,-1-2-4-16,-2-1-4 0,-2-2 4 0,-1 1-1 0,-3 0 9 0,-2 0 1 16,-4 2-6-16,-2-2-1 0,-3 1-13 0,-3 2-3 0,-2 1-2 15,-3 2 1-15,-3 2 2 0,-2 2 3 0,-1 1 2 0,0 2-2 0,0 3-4 16,1 1 0-16,1 5-11 0,0 1-4 0,1 3-10 0,-1 3-30 0,3 1-28 16,2 1-40-16,0 1-51 0,1-1-70 0,3 1-78 0,1-2-78 15,1 1-156-15</inkml:trace>
  <inkml:trace contextRef="#ctx0" brushRef="#br0" timeOffset="16835.25">22544 3263 948 0,'-1'1'-52'0,"1"2"-79"0,1 1-5 16,2 2 39-16,1 1 56 0,-1 0 42 0,0-1 11 0,-2 2 1 0,0-1-8 16,-1 0-2-16,0 1-1 0,-1-3 0 0,1 3 3 0,0-1 0 15,0 0 3-15,0-1 1 0,-1 0-2 0,1 0-2 0,0-1-1 0,0-1-2 16,0 1-1-16,0-1 2 0,0 0 0 0,1 0-2 0,-1 0-1 0,1 0 1 15,0-1 1-15,0 0 5 0,-1 1 4 0,1-1 2 0,0 2 7 0,-1-1 7 16,1 0 4-16,0 0 5 0,0 1 2 0,-1-1-1 0,1 1-5 16,0-1-4-16,1 1-4 0,-1-1-6 0,1 2-1 0,0-1 2 0,0 0 5 15,1 0 0-15,-1 0 5 0,0 0 4 0,0-1 0 0,0 1 0 0,1-1 3 16,-1 0-3-16,0-2-2 0,2 0 2 0,-1 0-6 0,1 0 0 16,0-1 0-16,0-1-2 0,0 0 3 0,-1 0 3 15,1-1-3-15,-1 0 6 0,1-1 1 0,-1 0-5 0,0 0 5 0,0 0-3 0,1-2 0 16,-1 1 2-16,1-1-3 0,0 0 4 0,0 0-5 0,1-1-2 0,0 0-3 15,1-1-6-15,-1 0-2 0,0 0 1 0,0 0 0 0,1-1-1 0,0 1 1 16,0 0-3-16,1 0-4 0,-2 0 2 0,2 1-1 0,0 1 2 16,1 0 5-16,0 0-5 0,0 0-2 0,-1 1-3 0,0 0-1 0,-1 0-6 15,1 1-1-15,-1 1 1 0,0 0-2 0,0 2 0 0,0 0 5 16,0 1-3-16,0 1 5 0,0 1-1 0,-1 0-8 0,-1 2 4 0,-1 1-8 16,0 0 4-16,1 1 1 0,-2 0-3 0,1 1-2 0,-1 2-3 0,-1-1-3 15,0 2-1-15,-2 0-2 0,0-1 6 0,-2 0 2 0,-1 1-3 16,-1 0 8-16,0 1-4 0,-1-1 3 0,-1-1 3 0,0-1 3 0,0 0-2 15,2 0-1-15,0-2 5 0,1 0-5 0,1-1 0 0,0-1-2 0,0-1-3 16,2-1-6-16,1-1-2 0,0-1 1 0,1 1-9 0,0-3-2 16,0 0-7-16,1-2-8 0,0-1 5 0,0 0-1 0,2-1 3 0,0-1 8 15,-1 0-1-15,2-3 1 0,-1-1-7 0,1-1-4 0,0-2-9 0,0 0-15 16,2-1-15-16,-2-2-16 0,1-1-21 0,1 0-22 0,-1 1-9 16,1 0 0-16,0-1 8 0,0 0 13 0,1 2 12 0,0-1 0 0,-2-1 8 15,1 0-59-15</inkml:trace>
  <inkml:trace contextRef="#ctx0" brushRef="#br0" timeOffset="17034.25">23026 3181 680 0,'-1'5'276'0,"2"2"-238"0,0 3-54 0,1-1-7 0,2 1 2 0,1-1 16 16,1-1 7-16,1 1 6 0,0-1 3 0,2-1 2 0,-1-2 11 16,0 0 7-16,2-2 12 0,0-1 14 0,2-1 5 0,0-2 6 0,0-1 1 15,0-3-4-15,1-1-4 0,0-2-4 0,0-1-4 0,-1 0-4 16,-2-1-3-16,0-1-4 0,-1-1-1 0,-1-1 9 0,-1-2 18 0,-1 1 9 15,-3 0 14-15,-1 2-5 0,-1-2-15 0,-3 1-15 0,0 0-19 0,-3 1-16 16,-2 2-11-16,-3 0-16 0,0 3-9 0,-3 2-26 0,1 4-24 16,-2 2-26-16,-1 2-13 0,-1 3 7 0,1 4-6 0,-1 4-29 0,-1 5-54 15,-1 5-101-15,-1 4-116 0,-1 4-180 0</inkml:trace>
  <inkml:trace contextRef="#ctx0" brushRef="#br0" timeOffset="18868.14">22725 2654 49 0,'-15'-17'45'0,"-3"-1"12"16,-3-4 7-16,4 2-17 0,4 2-16 0,1 0 5 0,2 0 9 15,2-1 4-15,0-1-7 0,3 0-7 0,1-1-6 0,1 0-2 0,1 0-4 16,0 0-3-16,1-1 0 0,1 2 0 0,1-2 1 0,0 1 1 0,0 0-1 16,1-2-1-16,-1 0 2 0,2-2 4 0,-1 0 3 0,1 1 8 15,0 2 3-15,0 1-2 0,0 1 2 0,0-1-5 0,1 1-5 0,1 1-4 16,1-1-4-16,-2 10 1 0,1-2-1 0,1 1-2 0,1-3-5 0,2 0-6 16,3-2-1-16,3 1 0 0,3-3 2 0,1 0-2 0,5 0-4 15,2 2 0-15,2 0-2 0,5-1 1 0,0 2-1 0,2 0 3 0,3 1 0 16,0 1-2-16,3 0 5 0,-1 2-1 0,1 0 1 0,1 0 2 0,0 2-2 15,0 0-1-15,0 1-3 0,2 1 0 0,-2 3-2 0,0 0 2 16,1 2-4-16,-1 1 5 0,-1 2-4 0,0 1 0 0,-2 2 1 0,0 0 0 16,1 2 0-16,-2 2-1 0,-1 2 5 0,1 1-3 0,-1 2 2 15,2 0 0-15,-1 2-5 0,0 3-2 0,2 1 0 0,-2 1-5 0,2 3 2 16,1 1 3-16,4 5-12 0,31 23 5 0,-8-2 1 0,-11-4-2 0,-16-12 10 16,-1 2 2-16,-1 2 1 0,-3 1 0 0,0 0 1 0,-4-1-4 15,-1-1 0-15,-3 1-1 0,-3 0 1 0,-3 0 1 0,-3 3-2 16,-2 0-2-16,-4 1 1 0,-1 2 3 0,-3 0 8 0,-2 2 3 0,-2 0 2 0,-3 2-2 15,-1 0-6-15,-3 1 0 0,-2-1-2 0,-1 0-1 0,-3-2 0 16,-1 0 2-16,-2 0-7 0,-2 1 4 0,-2-1-4 0,-4 0 4 0,-1 0 6 16,-3 2-5-16,-3-2 4 0,-2 1-6 0,-2 0 4 0,-2-2-4 15,-3 0 0-15,-2-3 2 0,-1-2-3 0,-5 1 6 0,1-1 1 0,-3-3-6 16,-3 1 2-16,-1-2 0 0,-2 0-1 0,-1-1 4 0,-1 0-1 0,-1-1-3 16,-2-1 1-16,1 0 0 0,-1 2 1 0,2-1-2 0,0-2 0 15,2-2-1-15,2-4 2 0,0-1-4 0,3-2 2 0,1-2 0 0,3-1 1 16,3-2 4-16,1-4 1 0,1-2 5 0,1-2 4 0,1-2-2 0,1-4 2 15,-1-1-2-15,0-2 3 0,0-2 2 0,-2-2 0 0,3-2 5 16,-1-2-4-16,0-2 3 0,1-3-3 0,-2-1 0 0,4-3 1 0,-2-2-5 16,1-2-4-16,-1 1 0 0,1-4-2 0,-1 0-10 0,-4-1 3 15,-1-4-6-15,-1-2 3 0,1-2 11 0,4-2 6 0,2 1 12 0,4 0 4 16,4-2-2-16,0-2-11 0,0-1-8 0,1-1-2 0,2 0 2 0,3 0-1 16,4-2-4-16,3 2-6 0,3 2-2 0,2 2-1 0,3 2 2 15,1 1 2-15,4 0-5 0,1 0-8 0,4 2-9 0,2 0-12 0,2 3-13 16,4 0-16-16,3 2-17 0,7-1-24 0,4 1-27 0,7 3-18 0,5 1-27 15,7 2-21-15,6 3-47 0,7 2-7 0,7 4-108 0</inkml:trace>
  <inkml:trace contextRef="#ctx0" brushRef="#br0" timeOffset="19434.31">23130 4638 346 0,'1'-13'24'0,"1"0"-10"0,0-2-3 0,2 5-1 0,0 3 1 15,-1 2 8-15,1 0 8 0,0 2 6 0,-1 1 7 0,-1 1 2 0,-1 1-4 16,0 1-2-16,-1 1-2 0,0 0 1 0,-1 0 4 0,1 1 6 0,-1 0-3 16,1 1 0-16,-1 0-9 0,0 1-6 0,0 1-4 0,0-1-4 15,-1 0-3-15,1 0-1 0,-1 0 3 0,0 2-3 0,1 0-2 0,-2 0 0 16,2 0-5-16,-2 0-4 0,1-1 4 0,-1 1 0 0,-1 0 1 0,1-1 2 15,-2 1-3-15,1 1 1 0,-2 0-2 0,0 1-3 0,-1 1-2 0,0-1-1 16,0-1 2-16,-1-1 0 0,1 0 3 0,-1-1 0 0,1-1-4 16,1 0 7-16,0-2 4 0,1-1 2 0,-1 0 6 0,2-2-2 0,0 0 0 15,1 0-3-15,3-2 0 0,-2 1-5 0,0-2-1 0,0-1-6 16,1 1-3-16,0-2 3 0,0 0-3 0,1 1 1 0,-1-1 0 0,1 0 3 16,0 1-2-16,0 1 3 0,0-1 3 0,-1 3 2 0,0 0 0 0,0 1-4 15,0 1-2-15,-1 2-5 0,0 2 2 0,0 1 3 0,-2 2 1 16,0 2 6-16,-1 2-2 0,-2 1 6 0,1 1-4 0,-1 2 0 0,0 1-3 15,1 2 1-15,-2-1 1 0,0 3-3 0,0 1 1 0,0-1-7 0,0 1 3 16,1 1-2-16,-1-1-5 0,2 1 1 0,0-1-1 0,0 3-4 16,0-2 1-16,0 1 1 0,-1 0-8 0,2-2-8 0,-1 1-18 0,-1-3-20 15,1-1-25-15,0 0-27 0,-1-2-29 0,0 0-32 0,-1-3-28 16,0 0-29-16,-2-1-65 0</inkml:trace>
  <inkml:trace contextRef="#ctx0" brushRef="#br0" timeOffset="19635.31">22402 5238 1560 0,'-7'-17'581'0,"0"4"-541"0,0-2-40 0,4 11-62 16,3 6-15-16,2 2 10 0,0 3 22 0,2 2 40 0,0 0 10 16,0 1 1-16,1 2 4 0,0 1-3 0,0 3 1 0,-1 1 0 0,-1 3-2 15,1 3 6-15,-1 0-3 0,0 1-1 0,0 0-2 0,0-4-8 16,2 0-1-16,0-1-1 0,3-2 0 0,2 1-7 0,3-1-11 0,2-2-18 15,6 0-32-15,4-1-41 0,6-3-41 0,5-2-60 0,8-3-66 0,8-2-67 16,6-4-98-16</inkml:trace>
  <inkml:trace contextRef="#ctx0" brushRef="#br0" timeOffset="46553.02">9031 7687 358 0,'-16'-16'100'0,"-1"0"-60"0,-3-5-30 0,2 2-16 0,3 6-1 0,2-1-5 16,-2 1 4-16,0 0 0 0,-2 0-4 0,1 1-8 0,-2 0-7 16,0 2-2-16,-1 1 2 0,0 1 7 0,-1 1 8 0,-2 3 10 0,0 0 8 15,-1 2 10-15,-1 1 7 0,-2 1 6 0,-2 1 4 0,1 2 0 0,-3 1-1 16,0 3-3-16,-2 2-5 0,-1 1-3 0,-2 1-6 0,-3 2-2 15,0 0-1-15,-2 3-7 0,0 0-2 0,0 2-1 0,-3 1-3 0,1 2 6 16,-1 1 5-16,0 0-1 0,-1 2 10 0,2-1 5 0,3 1 4 0,1-2 7 16,5 0 4-16,1-1 0 0,3 1-1 0,1 0-7 0,2 1-10 15,1 0-7-15,3 1-6 0,4 1-3 0,1-2 0 0,1 2 0 0,2 0-2 16,-1 2-1-16,1 2 0 0,0-1 3 0,1 3-1 0,2-2-3 16,1 2 0-16,1-1 1 0,1 1 6 0,0-1 8 0,1 3 2 0,1-2 1 15,1 1-1-15,2-1-1 0,0 0-3 0,1 1 4 0,2 0 1 0,3-1 2 16,1-2 11-16,3-2 5 0,3 0 7 0,2-2 6 0,3 0-1 15,3-2-1-15,3-1-6 0,5-1 1 0,1-3-1 0,4 0-7 0,4-2-2 16,5-2-10-16,2-2-15 0,3-2 0 0,1-2-10 0,4 0-2 16,0-1 4-16,3-1-7 0,-1 1 4 0,1-3 1 0,0 0-1 0,0-1 1 15,2-1 1-15,2 0-1 0,-1 0 3 16,1-2-1-16,-1 0 0 0,2-2 0 0,-1 0 4 0,0-1-2 0,-1-1 6 0,0-2 2 0,0-2-4 16,0-2 13-16,1-1 5 0,2-5 1 0,1-1 7 0,-1-5 1 0,0-3 3 15,-1-1 10-15,-1-3 6 0,-3 0 4 0,-1-3 5 0,-3-1-3 0,-2-3-6 16,0-1-11-16,-1-3-8 0,-2-1-5 0,-3 0-3 0,-2-1-10 15,-3-2-7-15,-3-2-8 0,-1 0 10 0,-3-1-1 0,-2-2 5 0,-5-1-1 16,-4-1-13-16,-3 1 6 0,-5-1-1 0,-5 0 1 0,-4 1 1 0,-6 1-2 16,-5 2-4-16,-5 3-4 0,-5 1-7 0,-3 1-2 0,-7 3-5 15,-3 1-20-15,-8 2-26 0,-3 1-40 0,-5 1-46 0,-7 4-55 0,-6 2-83 16,-8 3-108-16,-6 3-30 0,-7 3-95 0</inkml:trace>
  <inkml:trace contextRef="#ctx0" brushRef="#br0" timeOffset="199695.67">18292 2987 2539 0,'-6'-1'53'0,"2"2"-33"0,2 3-55 0,7 5-12 15,7 4 12-15,4 2 18 0,2 3 13 0,4 3 1 0,1 3-2 0,0 5-3 16,5 3-3-16,1 5-4 0,1 2-4 0,1 4 1 0,1 6 4 0,-1 2 7 15,4 4 4-15,0 4-4 0,2 1 4 0,0 0-7 0,1 4-1 16,3 0 7-16,0 4-8 0,1 2 10 0,3 2 8 0,-2 2-1 0,3 2 4 16,0-2-2-16,2-4-4 0,-1-2-3 0,-2-3 0 0,-1-3-10 0,0-1 4 15,-2-3-2-15,-2-1-8 0,-1-4 10 0,-3-3-11 0,-3-2-2 16,-3-2-8-16,-1-2-13 0,-4-5-4 0,-2-6-19 0,-4-3-37 0,-2-5-59 16,-2-2-105-16,-2-4-132 0,-2-3-117 0,-5-4-33 0</inkml:trace>
  <inkml:trace contextRef="#ctx0" brushRef="#br0" timeOffset="199961.67">19597 2122 3876 0,'-4'9'11'0,"0"12"-7"0,1 17-27 0,3 20-62 0,9 10-66 15,8 12-5-15,9 3 8 0,6 6 60 0,8 2 53 0,1 6 17 16,3 3 22-16,0 4-2 0,-1 5-13 0,1 5-7 0,2 5 1 0,-1 5-8 16,2 1 4-16,-1-2-13 0,0 0-9 0,1-5-5 0,-2-3-5 0,0-5 2 15,0-6 1-15,-2-7-4 0,-3-7 6 0,-1-6 8 0,-3-7-4 16,0-7-8-16,-1-5-24 0,-1-7-26 0,-1-7-21 0,-2-6-17 0,0-8-14 16,-4-6-13-16,-1-7-14 0,-3-8-15 0,-2-5-7 0,-1-8-5 15,-2-8-11-15,-2-9-4 0,-1-10-86 0,-4-15 50 0</inkml:trace>
  <inkml:trace contextRef="#ctx0" brushRef="#br0" timeOffset="200195.67">20263 1556 3587 0,'-2'14'6'0,"1"5"-38"0,1 10-59 15,3 10-58-15,4 11-1 0,8 25 20 0,22 67 54 0,8 2 42 16,4-12 23-16,-9-32 16 0,0 4 1 0,0 2-9 0,2 1-4 0,-1 1-5 16,-1 1-6-16,0-4 5 0,-4-5-3 0,-1-5-17 0,0-9-17 0,-4-8-28 15,-1-9-28-15,-4-8-14 0,-1-8-6 0,1-9-7 0,-3-5-3 16,0-9-11-16,-2-6-34 0,-2-9-35 0,-1-5-30 0,-1-8-10 0,-2-7 1 16,-1-8 1-16,-1-13-161 0</inkml:trace>
  <inkml:trace contextRef="#ctx0" brushRef="#br0" timeOffset="200428.67">21173 1346 4039 0,'-3'14'42'0,"0"5"-54"15,1 12-50-15,1 10-56 0,3 13-30 0,2 12 4 0,6 10 38 0,9 22 41 16,23 79 38-16,9-17 9 0,-1-22 12 0,-11-38 17 0,1 1-5 0,-1-3-17 15,1-4-4-15,2-4-25 0,1-5-44 0,2-4-27 0,1-7-43 16,0-5-29-16,-2-10 5 0,-2-7 6 0,0-8 23 0,-4-8 43 0,-3-7 29 16,-4-7 27-16,-2-7 13 0,-4-5-17 0,-3-5-25 0,-3-5-24 0,0-6-32 15,-3-4-43-15,-1-6-47 0,-2-7-45 0,-1-9-70 0,2-11-158 16</inkml:trace>
  <inkml:trace contextRef="#ctx0" brushRef="#br0" timeOffset="200628.67">21544 1453 3735 0,'6'21'-71'0,"2"9"-41"16,5 11-34-16,6 10-7 0,4 8 40 0,8 20 0 0,33 76-8 0,-8-33-43 15,-9-24-40-15,-17-28-40 0,-3-2-59 0,-3-1-63 0,-2-1-75 16,-5-3-57-16,-3-2-52 0</inkml:trace>
  <inkml:trace contextRef="#ctx0" brushRef="#br0" timeOffset="200962.67">18932 1514 3108 0,'-19'3'39'0,"-8"1"-2"0,-7 2 7 16,-7 2-14-16,-10 5-80 0,-7 4-69 0,-7 7-74 0,-6 6-38 0,12 5 21 15,1 6 49-15,5 6 60 0,-4 15 40 0,-31 50 26 0,20-7 21 16,16-10 14-16,17-19 9 0,7 2 2 0,3 3-1 0,8-2-6 0,8 4-1 16,5-1-10-16,8 0-3 0,5 2-7 0,7-2-6 0,7-1 3 0,6-1-5 15,5-6-10-15,2-6-5 0,4-7-7 0,3-6-1 0,0-9 14 16,2-7 0-16,2-3 13 0,1-7 9 0,3-2 4 0,0-7 21 0,0-5 11 16,-1-6 0-16,-3-4-2 0,-2-5-8 0,2-1-18 0,-1-3-20 15,2-2-23-15,-1-3-42 0,0-3-67 0,-1-2-110 0,1-4-130 0,1-3-241 16</inkml:trace>
  <inkml:trace contextRef="#ctx0" brushRef="#br0" timeOffset="201428.67">18464 1389 2390 0,'-19'-3'48'0,"0"3"-36"15,-6 0-12-15,-3 3-24 0,-6 1-6 0,-3 3 0 0,-1 4-3 0,-2 4-2 16,2 2 4-16,-3 4 7 0,1 4 9 0,-2 1 11 0,-2 5-1 0,-5 1 4 15,0 2 1-15,-2 2 1 0,-3 1 2 0,-1 2 0 0,-1-1 3 16,-1-1-4-16,1-2 6 0,-6 0-8 0,-38 22 2 0,18-15 5 0,15-12 2 16,21-12 3-16,3-2-3 0,1-2-6 0,3-2-9 0,4 0-4 15,2-3-13-15,1-1-27 0,4-2-39 0,1-2-45 0,1 0-60 0,5-2-46 16,0-1-36-16,3-2-43 0,3-2-37 0,3-2-104 0</inkml:trace>
  <inkml:trace contextRef="#ctx0" brushRef="#br0" timeOffset="201595.67">16848 1557 3372 0,'-28'21'47'0,"2"4"4"0,-7 8-30 0,-4 13-34 0,-48 70-31 0,9 14-26 16,18-1-11-16,14-12-2 0,6-8 5 0,-2 2 2 0,3-2-5 15,3-4-13-15,4-2-30 0,7-6-46 0,8-5-49 0,10-6-72 0,12-7-84 16,13-9-82-16,17-8-280 0</inkml:trace>
  <inkml:trace contextRef="#ctx0" brushRef="#br0" timeOffset="203145.83">21525 10662 1840 0,'0'10'51'16,"2"3"-25"-16,6 6-4 0,7 3-6 0,7 3-20 0,8 3 3 0,7 5-10 15,4 2-3-15,6 4 7 0,1 1-4 0,3 2 6 0,2 1 3 16,1 1 0-16,0 2 0 0,0 0 6 0,-2 2-4 0,-2-2 3 0,-2 1 4 16,-6-2 0-16,-4 0 20 0,-9-1 23 0,-7-2 31 0,-6 0 30 15,-8 1 16-15,-4 0 7 0,-7 2-10 0,-6 3-15 0,-6-1-31 0,-5-1-20 16,-6-1-23-16,-6-1-15 0,-4-2-13 0,-5-2-14 0,-2 0-23 0,-5-5 10 16,-2-2 5-16,-3-6 2 0,-1-1 23 0,-2-6-9 0,3-3 4 15,2-4 8-15,2-4 4 0,2-5-4 0,3-5 4 0,3-4 5 0,5-6-5 16,3-4 0-16,5-3-17 0,3-1-16 0,6-3-17 0,5-1 6 0,5-4 2 15,7-4-6-15,5-1 16 0,5-4-8 0,6-3 6 0,4 1 8 16,4-3 0-16,3-3 1 0,5 0-1 0,3-3 9 0,4-1 8 0,3-1 8 16,2-2 13-16,3-1 1 0,3-3 1 0,2 0-1 0,1 1 4 15,1 0 1-15,-2 0 2 0,-2 1-2 0,-3 0-8 0,-5 2-5 0,-4 2-6 16,-8 3 1-16,-3 1 0 0,-5 4-4 0,-6 2 16 0,-5 2 12 0,-7 4 5 16,-6 2 18-16,-7 2-1 0,-3 3 4 0,-8 3-5 0,-4 3-14 15,-5 4-26-15,-6 5-10 0,-5 3-16 0,-5 4 4 0,-3 4 4 0,-3 4-4 16,-1 5 7-16,-1 5-3 0,-1 4-4 0,3 3 5 0,0 5 1 0,3 4-6 15,3 0-30-15,2 4 0 0,6 2-29 0,5 2-25 0,2 2-8 16,6-1-44-16,5 0-42 0,4 0-70 0,7-2-97 0,6-2-118 0,7-2-117 16,6-5-323-16</inkml:trace>
  <inkml:trace contextRef="#ctx0" brushRef="#br0" timeOffset="203395.83">22683 11073 3509 0,'7'23'76'15,"3"6"-6"-15,5 10-26 0,3 4-8 0,2 0-9 0,2 1-4 16,0 1-4-16,2 1-10 0,0-1-1 0,1-1-10 0,-1-3 0 0,0-1-2 16,1-6-5-16,-1-4-7 0,2-7-12 0,2-3-11 0,0-3-2 15,3-5 10-15,1-6-6 0,0-4 7 0,-2-4 4 0,1-4 3 0,-3-6 14 16,-1-4 3-16,-1-5 1 0,-2-2-4 0,-2-5 1 0,-1-2 16 0,-2-5-5 16,-3-3 12-16,-3-2-8 0,0-3-7 0,-2-1 8 0,-3 0-3 15,-4-2 1-15,-4 4 2 0,-3-1 1 0,-6 0 2 0,-5 0-3 0,-2 1 7 16,-3 1 0-16,-5 3 3 0,-1 6 1 0,-2 3-2 0,-2 8-13 0,2 7-17 15,-2 6-29-15,1 6-10 0,-4 3 2 0,1 4-4 0,-2 3 19 16,-2 3-18-16,1 3-30 0,-1 4-34 0,2 3-63 0,0 1-66 0,2 4-85 16,1-1-112-16,4 3-146 0,2 0-406 0</inkml:trace>
  <inkml:trace contextRef="#ctx0" brushRef="#br0" timeOffset="203596.83">24546 10466 3025 0,'-5'5'1022'0,"0"4"-978"0,0 4-40 16,0 3-4-16,0 4 0 0,0 3 0 0,-1 7 0 0,-3 3-16 15,-4 6-20-15,-4 2-4 0,-4 2-3 0,-5-1-30 0,-2 1-14 0,-4-4-22 16,-2-2-21-16,-1-2-3 0,-3-6-3 0,1 0 12 0,-3-5 12 0,-1-5 8 16,-1-4 14-16,2-5 17 0,0-5 13 0,2-6 6 0,-1-5-2 15,1-6-21-15,1-5-36 0,-3-6-60 0,1-5-61 0,-2-6-52 0,-1-6-51 16,0-7-43-16,0-4-26 0,0-5-102 0</inkml:trace>
  <inkml:trace contextRef="#ctx0" brushRef="#br0" timeOffset="203711.83">23250 9832 1225 0,'-6'-26'213'0,"0"2"-27"0,0-2-30 15,3 10-10-15,0 10 0 0,2 4-16 0,1 3-29 0,0 1-33 0,1 2-29 16,0 2-25-16,2 2-17 0,2 2-9 0,1 3-14 0,1 2-27 0,2 1-33 16,1 2-52-16,2 1-58 0,0-1-65 0,3 1-67 0,1 1-38 15,2 1-53-15,3 1-36 0</inkml:trace>
  <inkml:trace contextRef="#ctx0" brushRef="#br0" timeOffset="203928.83">24332 11219 2711 0,'10'19'538'0,"2"3"-455"0,4 4-33 16,3 1-39-16,1-5-3 0,0-1-3 0,2-2-5 0,0-4-11 15,-2 1 0-15,1-2-3 0,-2-2-1 0,-2-2 1 0,-1-4-10 0,-3-3-8 16,-1-2 3-16,-1-2 5 0,-4-2 15 0,0 0 16 0,-2-4 9 0,-4-1 9 15,-1-1-13-15,-3-2 17 0,-2-1-13 0,-3-1-12 0,-3-3 3 16,-3-3-32-16,-2 0 0 0,-2 0-6 0,-2-1-10 0,-3 1-8 0,1 1-18 16,-2 1-5-16,-1 1-17 0,2 4-17 0,-2 3-9 0,2 1-17 0,0 4-3 15,-2 1-2-15,2 1 0 0,-2 3-9 0,0 0-22 0,1 1-41 16,-2 0-89-16,0 0-109 0,-1-1-308 0</inkml:trace>
  <inkml:trace contextRef="#ctx0" brushRef="#br0" timeOffset="204111.84">24729 10948 3310 0,'15'1'253'0,"5"0"-184"0,8 0-31 0,6 0-34 0,3-2 9 0,5-1-9 15,2-1-6-15,2 0 0 0,1-2-2 0,1 0 12 0,-1-1-19 16,-2-1-23-16,0 0-30 0,-2-2-24 0,-2 1-5 0,-4-1 4 0,1 0 3 16,-5 0 14-16,-2 1 5 0,-3 1 5 0,-5 1 4 0,-2 0-10 15,-2 2-5-15,-2 0-13 0,-1 0-32 0,-3 1-30 0,0-1-62 0,-2 1-65 16,-2 0-64-16,-1 1-32 0,-3-1-10 0,0 1-35 0,-3-1-2 0</inkml:trace>
  <inkml:trace contextRef="#ctx0" brushRef="#br0" timeOffset="204261.83">25152 11082 2499 0,'3'1'200'0,"1"1"-75"0,4 0-65 0,5 1-19 15,3-1-7-15,4 0-5 0,5 0-16 0,3 1-1 0,2-2-7 16,3-1-5-16,1-1 0 0,3-2-6 0,2 0-18 0,-2 0-27 0,-2-2-47 15,-1 0-56-15,-1-4-57 0,-1-1-58 0,-1-1-45 0,-2-1-44 16,0-2-17-16,-1-1 24 0,0-3 14 0,0-4-63 0</inkml:trace>
  <inkml:trace contextRef="#ctx0" brushRef="#br0" timeOffset="204478.83">25706 10374 3024 0,'-5'5'114'0,"1"1"-31"0,2 3-40 0,5 1-24 0,4 0 5 0,3 3-1 16,5 3 0-16,4 2-6 0,3 2-5 0,4 1-10 0,3 1-5 16,3-2 8-16,2 1-5 0,3 1-2 0,2 0-1 0,3 1 1 0,1 0 2 15,2 2 3-15,-2 1 1 0,2-1-6 0,-2 1-14 0,-1 0 12 16,0 1 13-16,-2 0 0 0,-3 0 12 0,-3 0-12 0,-5-1-13 0,-5 1 4 16,-5-2-2-16,-8 1 0 0,-3 0 1 0,-7 0-9 0,-6 3-4 0,-3 1-22 15,-7 2-24-15,-6 0-36 0,-9-1-38 0,-6-1-38 0,-7 0-36 16,-7-3-41-16,-4-1-80 0,-5-5-174 0,-4-5-449 0</inkml:trace>
  <inkml:trace contextRef="#ctx0" brushRef="#br0" timeOffset="205795.83">28083 10351 2024 0,'-14'-2'58'0,"-2"1"5"0,-5-1 13 16,3 2 10-16,-1 1 3 0,-3 1-16 0,0 0-23 0,-5 3-17 0,0 0-12 16,-3 2-6-16,0 1-7 0,-1 2 5 0,0 0 0 0,0 3 1 15,1-1 1-15,0 3 4 0,2 2 5 0,1 1 2 0,2-1-3 0,3 2-8 16,2 0-5-16,2 0-2 0,5 1 2 0,3 0 0 0,5 0-7 15,5 1-6-15,3 0 1 0,6-1-6 0,2 1 3 0,4-1 8 0,5-2 4 16,2 0 1-16,5-2-9 0,2-2-18 0,2-4-8 0,3-1-11 0,-1-1 4 16,3-2-29-16,2-1-59 0,0 0-18 0,0 0-38 0,-1-1-12 15,-1-3-7-15,1-2-57 0,0-5-37 0,0-5-2 0,1-2-13 0,-2-4-195 16</inkml:trace>
  <inkml:trace contextRef="#ctx0" brushRef="#br0" timeOffset="206062.83">28818 9991 1998 0,'-10'-8'300'0,"-2"1"-270"16,-3 0 11-16,2 3 8 0,-1 4 7 0,0 2-6 0,-4 1-13 0,-3 4-18 16,-1 3-14-16,-4 4 0 0,-2 4-7 0,-2 3 4 0,-1 3 4 15,-4 5 7-15,2 1-5 0,-2 4 7 0,5 2 2 0,0 0-2 0,5 4 9 16,2-1 2-16,4 1 2 0,5-3 5 0,4 1 0 0,3-1-5 0,5-3-2 15,3-1-2-15,6-4 6 0,3-1-1 0,4-1 3 0,5-1-1 16,3-3-7-16,4-1 2 0,4-2-9 0,2-3-3 0,3 2 0 0,3-1-19 16,1-2-4-16,2-2 2 0,1-2-12 0,1-4 11 0,3-4-10 15,-1-3-11-15,1-3-17 0,0-3-15 0,-2-2-13 0,0-1-10 0,-1-3-39 16,0-1-68-16,1-3-82 0,0-4-115 0,-1 0-47 0,0-4-23 0,-2-2-210 16</inkml:trace>
  <inkml:trace contextRef="#ctx0" brushRef="#br0" timeOffset="206246.83">29392 10597 2294 0,'0'2'149'0,"3"2"-51"0,3 3-11 0,5 0-9 0,3 0 2 0,4-1-12 16,3 0-24-16,1-1-12 0,5-1-15 0,-1-2-4 0,1-1-4 15,1-3-9-15,-1-1 5 0,0-2-9 0,0-2 1 0,-1-1-12 0,1-1-11 16,-1-2-4-16,2 1-17 0,-3-2-24 0,1 0-40 0,-4-1-54 0,1 0-60 15,-1 0-48-15,-3 0-60 0,2 0-24 0,-2 2-11 0,-3 1-91 16,-1 0 45-16</inkml:trace>
  <inkml:trace contextRef="#ctx0" brushRef="#br0" timeOffset="206378.83">29595 11019 1222 0,'5'7'392'0,"3"1"-316"0,5 2 7 0,5 0 0 0,4-2 0 16,1-2-14-16,4-1-24 0,3-2-23 0,3-2-12 0,2-1 0 0,2-2-8 15,-2-2-9-15,2-2-40 0,0-1-83 0,-1-3-105 0,0-3-105 16,-2-1-39-16,1-1-166 0</inkml:trace>
  <inkml:trace contextRef="#ctx0" brushRef="#br0" timeOffset="206995.83">31134 10238 564 0,'1'-2'473'16,"2"-2"-234"-16,0 0-12 0,0 1-9 0,-1-1-18 0,0-1-25 0,1 1-28 16,0 0-24-16,0-1-18 0,-1 1-10 0,0-1-9 0,0 1-1 15,-2 0-6-15,0-1-1 0,0 0-12 0,0-1-11 0,-1 0-9 0,-1-1-13 16,-1 0 4-16,0-1-9 0,-2-2-7 0,0 0 2 0,0-3-12 0,-1 1 3 15,-1-3-2-15,-1 0-3 0,-2-1 4 0,0 0-10 0,-4 0 6 16,0-1-3-16,-2 0-1 0,-2 3 6 0,0 0 0 0,1 3-1 0,-2 2 3 16,0 3 5-16,-1 2-7 0,-1 4-4 0,-1 2 0 0,-1 4-5 15,0 4 2-15,-1 4-2 0,1 3-4 0,-1 3-9 0,1 7 0 0,0 2 2 16,2 4 0-16,2 2-5 0,2 1 8 0,3 0 4 0,3 1 1 0,3 1 11 16,5-3-11-16,2-1-5 0,3-3 1 0,5-2-1 0,4-1-1 15,3-2 5-15,3-3-3 0,1-3-2 0,4-4 9 0,3-2-1 0,1-4-1 16,4-2 0-16,0-2-3 0,2-3 1 0,0-3 4 0,0-1 7 0,-1-3-7 15,3-2 1-15,-3-1 1 0,2-4-2 0,-5 0 5 0,-1-2 0 16,-3 1 2-16,-1-2-4 0,-3 1 6 0,-3-2 4 0,-2 1-1 0,-1 1 1 16,-2 1-1-16,-5 0 8 0,0 2 8 0,-4 0-1 0,-1 3 4 15,-1 1-3-15,-2 2-2 0,-1 2 4 0,-2 2-6 0,-3 1-3 0,1 3-4 16,-4 1-8-16,-1 2-1 0,0 3-1 0,-3 2-11 0,2 3 4 0,-3 2 0 16,0 4-6-16,-1 1 4 0,0 2-2 0,1 0-11 0,-1 2-8 15,0 2-9-15,0 0-11 0,-2 3-14 0,0-1-15 0,1 1-30 0,1-2-33 16,0 0-45-16,0-1-47 0,0-2-80 0,3-2-94 0,-1-2-92 0,2-1-122 15,3-3-161-15</inkml:trace>
  <inkml:trace contextRef="#ctx0" brushRef="#br0" timeOffset="207279.83">31513 10448 2032 0,'-6'7'184'0,"2"3"-108"0,-1 3 10 15,4 2 16-15,1 1 2 0,1 0-15 0,0 0-25 0,2 0-31 16,3-1-20-16,0 0-2 0,2-2-1 0,1 0 7 0,1-3-1 0,2-1-1 16,-1-3 2-16,2-1-3 0,1-1 4 0,1-2-4 0,2-3 1 15,-1-1-2-15,2-3 1 0,0-2 8 0,-1-2 5 0,2-2-1 0,-2 0-2 16,-3 0 7-16,-1-1 3 0,-2-2 11 0,-1-3 6 0,4 0-8 0,-3-2-7 16,0-2-11-16,-1 0-3 0,-4 1-1 0,1-2-3 0,-3 2-1 15,-1-1 3-15,-1 0-2 0,-4 1-1 0,-2-1-1 0,-2-1-6 0,-1 0 1 16,-2-1-6-16,-1 0 4 0,-2 1 1 0,-2-1-14 0,-2 2 6 0,-1 3-4 15,-1 2-2-15,-3 3 2 0,1 4-14 0,1 2-14 0,-2 5-10 16,1 2-9-16,0 3-14 0,-1 2-23 0,0 4-20 0,0 2-33 0,0 4-18 16,-1 2-30-16,4 1-45 0,0 4-39 0,0-1-66 0,4 2-47 0,1 0-49 15,3-1-279-15</inkml:trace>
  <inkml:trace contextRef="#ctx0" brushRef="#br0" timeOffset="207511.84">32246 10404 1921 0,'0'1'136'0,"0"0"-19"0,1 0-11 0,0 0 7 0,0 1-18 15,1-1-22-15,-2 4-18 0,1 0-30 0,0 1-7 0,-1 2-4 16,-1 1 3-16,1 1 0 0,-2 0-4 0,0 1-1 0,1 1-6 0,0-1 1 16,1 1 1-16,-1-1 0 0,1-1-3 0,0-1 5 0,1 0-2 15,0-1 7-15,-2-1 5 0,2-2 0 0,-1 0 0 0,0-2-1 0,-1 0-9 16,-2-2-7-16,1 0-22 0,-1-2-36 0,-2 0-7 0,0-2-24 0,-3-1-33 15,-1-2-35-15,-1-1-74 0,-1-3-38 0,-1-1-39 0,0-2-17 16,-1-4-42-16,-2-3-297 0</inkml:trace>
  <inkml:trace contextRef="#ctx0" brushRef="#br0" timeOffset="207678.83">32034 9480 1549 0,'-9'1'231'0,"2"2"-108"0,-3 2 20 0,6 0-9 15,1 3-23-15,2 1-31 0,1 3-16 0,-1 2-18 0,2-1-14 16,-2 0-10-16,0-1-16 0,2 0-3 0,-4-2-1 0,2 0-2 0,-1-1-10 16,-1-3-13-16,0 1-26 0,0-2-35 0,-1-1-43 0,1 0-43 0,-1 0-42 15,2 0-42-15,-2 0-24 0,1 0-24 0,2 2-25 0,-1 1-211 16</inkml:trace>
  <inkml:trace contextRef="#ctx0" brushRef="#br0" timeOffset="207895.83">32716 10427 1084 0,'2'8'110'0,"2"-1"-56"0,1 1 28 0,0 1 33 0,1 1 10 16,1-1-5-16,0 1-21 0,-1-3-12 0,0-1 2 0,-1-2 9 0,-2-1 13 16,1-3 0-16,-1-1-9 0,-2-1-9 0,0-3-8 0,0-2-9 0,-1-3-11 15,-1-1-1-15,0-2-8 0,0-4 2 0,-2-2 0 0,-3-1-6 16,-1-2 2-16,-2-2-18 0,-3 0-81 0,-2-1-10 0,-3 2-11 0,-3-1-16 15,-4 1 60-15,0 4-24 0,-5 1-23 0,-1 2-22 0,-2 4-26 16,0 5-19-16,-3 3-22 0,-2 4-21 0,1 4-38 0,-2 6-31 0,1 5-47 16,-2 5-77-16,1 4-272 0</inkml:trace>
  <inkml:trace contextRef="#ctx0" brushRef="#br0" timeOffset="208697.83">22136 13359 2092 0,'4'-2'506'0,"2"2"-369"0,1-1 4 0,1 1-26 0,-1 0-20 0,1 0-24 16,1 2-12-16,-2 0-26 0,-1 1-1 0,-1 1 1 0,-2-1-8 16,-1 1 8-16,-2-1 1 0,-1 1-3 0,-2 0 2 0,0 1-5 0,-1 0-11 15,-2-1-4-15,-1 0 1 0,-2 2 0 0,-1-1 4 0,-1-1-1 0,0-1 2 16,0-1-2-16,0-1 2 0,-1 0 5 0,2-2-1 0,-1-2 5 15,3-2 3-15,1-3 0 0,3-1-2 0,2-5-12 0,2-1-9 0,2-4-8 16,4-1-27-16,3-4 19 0,5-2-6 0,3 0-7 0,5-2 17 0,3 1-24 16,4 1 9-16,4 4 3 0,1 2 5 0,0 3 7 0,2 4 0 15,-4 5 8-15,2 1 4 0,-1 4-2 0,0 2-8 0,-2 5-4 0,-1 3 2 16,-2 3 2-16,-2 4-3 0,-4 4-3 0,0 3-1 0,-4 4 3 16,-2 3 0-16,-4 2 10 0,-3 3-2 0,-2 0 4 0,-4 2-1 0,-2 2 1 15,-3-1 7-15,-2 2-1 0,-2-2 5 0,-2 1-8 0,-1 2 5 0,1 0 5 16,-1 1 4-16,2-1-10 0,0-1 3 0,2 1-3 0,1-1-3 15,3 1 5-15,0-1-28 0,0-1 9 0,1-1-2 0,0-2 6 0,1-1 21 16,1-1-24-16,1-3 3 0,1-3-10 0,2-1 0 0,0-4 2 0,2-1-7 16,2-3-6-16,0-3-4 0,3-3 0 0,2-2 8 0,2-4 4 15,1-3-1-15,2-4-3 0,3-4-2 0,0-4 10 0,2-2-14 0,2-6-1 16,1-4-25-16,0-2-27 0,0-6-28 0,0-2-44 0,-4-5-56 0,1-2-73 16,-1-2-62-16,0-1-116 0,0-2-65 0,-2-1-32 0,2-3-136 15</inkml:trace>
  <inkml:trace contextRef="#ctx0" brushRef="#br0" timeOffset="208945.83">23393 13482 2239 0,'1'11'370'0,"2"4"-135"0,2 4-79 0,2 3-48 0,3 2-16 15,1 0-28-15,2 2-23 0,1 0-16 0,1 0 2 0,3-1 6 0,0-1 1 16,0 0 7-16,0-3-2 0,1-1-12 0,-1-2-4 0,1-3-3 0,1-4-5 16,0-1 0-16,2-3-4 0,3-3 1 0,-1-3-7 0,3-4-1 15,-1-3-2-15,1-3-11 0,-2-3 3 0,0-3-7 0,-2-5 2 0,-2-2 1 16,1-3-3-16,-3-4 2 0,-2-1-8 0,-2-5 1 0,-1-2 3 0,-1 0 2 15,-2-3 2-15,-4 3 3 0,0 0 7 0,-4 0 1 0,-2 1 5 16,-4-1-12-16,-4 3 9 0,-3-2 5 0,-5 3 0 0,-2 1 12 0,-4-1-12 16,-2 4-7-16,-4 1-4 0,-1 4-5 0,-3 5-15 0,1 4-20 15,-3 4-11-15,1 4-6 0,-2 4 3 0,2 5 5 0,-2 5 5 0,1 5 1 16,-1 4-12-16,0 3-23 0,3 7-30 0,0 3-36 0,5 5-48 0,2 3-35 16,2 2-48-16,4 1-92 0,2-1-141 0,2 1-316 0</inkml:trace>
  <inkml:trace contextRef="#ctx0" brushRef="#br0" timeOffset="209145.83">25047 12958 3889 0,'0'8'144'0,"1"2"-96"0,-1 6-34 15,-1 4-14-15,0 2 0 0,0 1-2 0,-1 6-8 0,-3 4-18 0,-2 5-8 16,-5 5-8-16,-5 3 7 0,-4 1 4 0,-4 1-10 0,-5 0-25 0,-2-2-29 15,-4-4-37-15,-4-1-23 0,0-6-19 0,0-4-18 0,1-5 5 16,4-5 9-16,0-6 1 0,1-7-20 0,1-4-45 0,2-6-74 0,-1-6-62 16,0-8-42-16,1-9-166 0</inkml:trace>
  <inkml:trace contextRef="#ctx0" brushRef="#br0" timeOffset="209278.83">24126 12098 2878 0,'-10'-11'421'0,"1"2"-253"0,-2-2-55 0,4 5-76 15,3 4 12-15,0 1-24 0,2 2-31 0,-1 2 6 0,0 5-28 16,1 2-8-16,-2 3-22 0,1 3-38 0,-1-1-43 0,2 3-65 0,-2 1-71 16,2-1-102-16,0 1-130 0,1 2-124 0,0 2-342 0</inkml:trace>
  <inkml:trace contextRef="#ctx0" brushRef="#br0" timeOffset="209528.83">24884 13612 3790 0,'23'21'111'0,"2"-2"-58"0,9 6-28 0,3-2-21 15,-1-7-4-15,3-1-19 0,0-1-9 0,0-3-17 0,-5 0-17 0,-1-4-4 16,-2-1-19-16,-5-3-9 0,-2-5-16 0,-3-4-9 0,-5-2 3 0,0-4 8 16,-3-2 30-16,-4-3 28 0,-2 0 35 0,-2-3 18 0,-3-1 28 15,-4-1 7-15,-2-1 3 0,-3-3 5 0,-3 2-25 0,-4-2-7 0,-3 1-14 16,-3-1 0-16,-5-1 2 0,-1 3 1 0,-3-1-5 0,-1 4-8 0,-1 0-22 15,-1 3-11-15,-1 3-16 0,2 5-22 0,0 3-8 0,3 4-6 16,2 5-8-16,1 3 7 0,1 4-7 0,2 3-26 0,1 4-35 0,1 3-53 16,0 2-70-16,3 4-70 0,0 1-66 0,1 1-257 0</inkml:trace>
  <inkml:trace contextRef="#ctx0" brushRef="#br0" timeOffset="209745.83">25995 13169 3889 0,'19'0'118'0,"5"2"-46"0,9 0-56 0,4-1-16 0,2 0 0 0,4-2 0 16,4 0 0-16,2 0 0 0,-1 1 0 0,1 1 0 0,-1 0 0 0,-3-1 0 16,-2 1 0-16,-4-2-4 0,-4 0-18 0,-4 0-14 0,0 0-2 15,-5 0-7-15,-2 0 2 0,-4-1-12 0,-4 1-9 0,-3 0-22 0,-1-1-31 16,-1 1-16-16,-1-1-43 0,-1 0-44 0,-2 1-66 0,-1-1-100 0,-2 0-85 15,0 2-104-15,-3-1-364 0</inkml:trace>
  <inkml:trace contextRef="#ctx0" brushRef="#br0" timeOffset="209895.83">26329 13842 3081 0,'6'0'546'0,"3"1"-448"0,4-1-33 0,4 0-67 0,2-3-11 0,8-1-4 15,5-2-14-15,4-1-15 0,2-1-10 0,0-2-13 0,1-2-20 16,-1-2-25-16,1-1-43 0,-2-2-75 0,0-2-110 0,0-2-150 0,-1-4-144 16,1-5-248-16</inkml:trace>
  <inkml:trace contextRef="#ctx0" brushRef="#br0" timeOffset="210078.83">27264 12894 4055 0,'4'4'40'0,"2"4"-40"0,4 2 0 0,4 6 0 16,5 3 0-16,6 4 0 0,4 5 0 0,2 4 0 0,0 2 0 15,3 4 0-15,0 5 0 0,0 1 0 0,1 4 0 0,-5 1 0 0,-2 2 0 16,-4 2 0-16,-6-1-74 0,-6 0-97 0,-7 1-62 0,-7 0-85 0,-7-2-105 16,-8 1-119-16,-5-2-162 0,-9 1-443 0</inkml:trace>
  <inkml:trace contextRef="#ctx0" brushRef="#br0" timeOffset="211445.84">27825 12851 2057 0,'-5'-11'228'0,"0"-1"-81"0,0-2 17 16,2 2-18-16,2 3 3 0,-1 2-11 0,2 1-15 0,0 1-10 0,0 2-5 15,0 1-11-15,1 1-15 0,-1 1-4 0,1 1-19 0,0 0-7 16,0 2 5-16,0 0-5 0,1 2-11 0,1 3 0 0,1 1-11 0,1 5-3 16,1 3-5-16,1 4-4 0,0 3-10 0,3 5-6 0,2 5 4 0,0 4 0 15,1 7-12-15,-1 1 0 0,0 2 4 0,0 3-6 0,1 2 4 16,0 2 8-16,-1 1 0 0,2-1-10 0,-1 1 2 0,0-1-12 0,0-1-12 16,-1-3 1-16,1-2-7 0,-1-3-8 0,0-7-1 0,-1-2 2 0,-3-5 5 15,1-3-2-15,-2-3 11 0,-1-4-5 0,-1-4-13 0,-2-3-13 16,-2-4-46-16,-2-3-31 0,-2-3-28 0,0-4-24 0,-2-1 9 0,0-3 1 15,-1-4 20-15,-2-5 27 0,0-5 27 0,-2-3 22 0,0-5 16 16,0-1 13-16,1-5 12 0,2 1 22 0,1-3 14 0,2 1 18 0,-1-3 27 16,0 0 35-16,0-3 42 0,-1 1 23 0,2-1 12 0,0-3-4 0,0 0-2 15,1-2-30-15,0-1 2 0,2 2-13 0,0 1-23 0,3 1 8 16,1 4-24-16,1 3-12 0,2 4-5 0,2 2-15 0,0 5 0 0,2 2-7 16,0 4-1-16,2 4 3 0,2 0-4 0,0 2 3 0,-2 2-3 0,2 1 3 15,0 2-4-15,0 2-6 0,1 0-4 0,-1 3-5 0,3 0-2 16,-1 2 7-16,1 3 3 0,-1 2-10 0,1 1 5 0,2 2-13 0,-1 1 4 15,3 0 6-15,-1 4-8 0,0 2 6 0,1 1-8 0,-1 1 4 16,-1 2 3-16,0 2-9 0,1 1 2 0,-2 3-3 0,1-1-7 0,1 2 2 16,-2-1-12-16,-2 2 19 0,0-1-1 0,-3 3-4 0,-1-1 14 0,-4 1-24 15,-1-1-9-15,-1 0 0 0,-3-1-14 0,-1-3-16 0,-3 0-27 16,-1-1-34-16,-1-1-39 0,-2-1-56 0,1-2-65 0,-1-1-91 0,1-1-92 16,-1-3-115-16,0 0-242 0</inkml:trace>
  <inkml:trace contextRef="#ctx0" brushRef="#br0" timeOffset="211595.84">28184 13553 2681 0,'-7'-1'82'0,"3"1"-13"0,1 1-25 0,7 0-16 0,2 1-2 16,4 1 1-16,2-1 2 0,2 0-7 0,4 0-10 0,0-2-12 0,2 0-3 16,1-2-1-16,0 0-9 0,2-3-20 0,1 0-46 0,0-3-57 0,0 0-88 15,0-1-93-15,-1-2-100 0,4-1-35 0,0-2-47 0,0-1-152 16</inkml:trace>
  <inkml:trace contextRef="#ctx0" brushRef="#br0" timeOffset="211811.84">29328 13107 2334 0,'-7'-4'129'0,"0"0"-21"0,-3 0-17 15,3 1-3-15,-1 1 6 0,-1 0-10 0,0 1-14 0,-3 0-27 16,-2 0-14-16,-2 1-10 0,-4 1 6 0,-3 1 3 0,-1 2-6 0,-3 1 7 15,1 2-17-15,-1 2 0 0,2 1 4 0,-2 3-12 0,1 3 1 0,0 1-3 16,0 4 0-16,1 4 0 0,0 2-10 0,2 3-9 0,2 1 4 16,1 1 1-16,4-1-2 0,4 1-13 0,2-4-29 0,5-1-25 0,3-3-31 15,5-1-33-15,4-2-38 0,5-3-33 0,3-1-13 0,6 0-3 16,3-5 4-16,3-1 4 0,5-4-11 0,2-3 13 0,1-4 9 0,4-2-6 16,1-3-209-16</inkml:trace>
  <inkml:trace contextRef="#ctx0" brushRef="#br0" timeOffset="212062.84">29830 12954 2059 0,'-20'0'174'16,"-2"2"-91"-16,-7 3-3 0,4 4-9 0,3 1 11 0,1 4-7 0,0 2-11 15,-1 2-20-15,-2 2-16 0,0 2-4 0,-1 3 1 0,0 0 8 16,2 3 4-16,-1 1 2 0,5 2-7 0,1 0-10 0,1 1-20 0,4 0 12 15,3-1-8-15,5-1 1 0,5 0 16 0,2-2-27 0,3 0 8 16,5-4-3-16,2 1-6 0,5-3 5 0,2-3-5 0,4 0-4 0,2-3 1 16,0-3-20-16,4-1-7 0,0-3-19 0,1-1-34 0,1-2-48 0,0 0-22 15,1-1-22-15,2-3-16 0,-2-2 6 0,1-6-39 0,-3-4-63 0,2-4-15 16,0-4-22-16,2 0-203 0</inkml:trace>
  <inkml:trace contextRef="#ctx0" brushRef="#br0" timeOffset="212229.84">30611 13113 1666 0,'0'0'711'0,"1"1"-564"0,2 1-39 15,2 0-34-15,2 1-5 0,2 0 2 0,2 0-1 0,2 1-16 0,2-1-11 16,1 1-10-16,0 0-9 0,1-1 9 0,-1 0 0 0,0-1-6 16,0-1-10-16,0 1-10 0,1-2-7 0,-1 0-7 0,-3-1-24 0,1-1-36 15,-4-1-48-15,1 1-54 0,-3-1-58 0,0 1-70 0,-1-1-59 0,-1 2-39 16,-1-1-35-16,-1 1-315 0</inkml:trace>
  <inkml:trace contextRef="#ctx0" brushRef="#br0" timeOffset="212361.84">30554 13537 1944 0,'-3'11'223'0,"2"1"-42"0,2 3-48 0,3-4-27 16,4-1-13-16,2-1-28 0,2-2-26 0,3-2-19 0,3-1-11 0,1-2-5 15,2-3-10-15,3-3-12 0,1-3-30 0,2-5-43 0,2-2-64 0,-1-4-70 16,2-3-95-16,0-2-114 0,2-4-72 0,-1-3-249 0</inkml:trace>
  <inkml:trace contextRef="#ctx0" brushRef="#br0" timeOffset="214729.65">30244 9801 3091 0,'-28'-21'51'0,"2"3"-9"0,-6-3-2 0,11 8 0 0,7 3-10 16,3 1-14-16,4 1-9 0,3 0-5 0,2 1-4 0,4-1 1 0,0 0 2 15,1-2 1-15,2-3 2 0,2-3-1 0,3-1-3 0,2-3-1 16,3-3 1-16,4-1-13 0,6-4-1 0,4 0 8 0,7-2 3 0,4-1 12 16,5-1-2-16,7 0-7 0,3-1-2 0,2 3 0 0,3 0 2 0,2 1 0 15,2 2 9-15,2-1-5 0,3 1 3 0,0 1-3 0,3 2-8 16,2 3 4-16,-1 4-4 0,3 3 4 0,2 3-1 0,0 4 6 0,3 3 6 16,-3 5-4-16,4 3 2 0,0 6-14 0,-2 4-8 0,3 6-1 15,-2 7-3-15,-41-12 26 0,8 5-3 0,0 4-6 0,8 4-2 0,0 4-30 16,7 7 0-16,-2 2-13 0,7 10 8 0,-2 3-5 0,-2 4-3 0,-3 6 83 15,-3 3-27-15,-31-32-10 0,2 6-18 0,-1 3-89 0,0 5 8 16,0 2-26-16,0 8-9 0,-3 2 1 0,1 7 9 0,-4 3 40 0,1 5 44 16,-4 2 33-16,-1 6 29 0,-2 1 38 0,-2 4 36 0,-3 1 42 0,-2 2 25 15,-5 0 19-15,-5-3-3 0,-3-2-14 0,-9-2-13 0,-19 68-15 16,-14-23-102-16,-9-22-12 0,-10-21-14 0,-11-19-22 0,-6-16 77 0,-7-14-14 16,-13-15-10-16,-76 6-47 0,7-20-10 0,19-14-14 0,35-10-12 15,-4-6 19-15,-2-7-33 0,1-6-14 0,2-5-6 0,3-3-6 0,6-4-1 16,5-6-38-16,8-3-44 0,8-4-89 0,8-7-194 0,5-7-386 0,3-16-234 15</inkml:trace>
  <inkml:trace contextRef="#ctx0" brushRef="#br0" timeOffset="-212734.07">22112 15174 1432 0,'-2'-16'259'0,"0"-2"-32"0,0-6-40 0,-1 2-34 16,-1-1-51-16,3 0-39 0,0-2-26 0,1 1-17 0,3 1-9 15,0 0-8-15,3-1-3 0,4 1-9 0,2-2-4 0,4 0-7 0,3-3-2 16,2 1-1-16,6-1-3 0,4 1 3 0,4 3-1 0,3 1 8 0,4 2 4 15,3 1-2-15,3 2 5 0,4 3 2 0,6 5 1 0,5 3 4 16,4 6-1-16,7 5 3 0,5 5-4 0,4 6-1 0,6 5 10 0,3 5-4 16,3 4 8-16,3 2 2 0,0 4-10 0,3 3 1 0,-2 1 4 0,3-1-3 15,1 0 1-15,1-1-8 0,-2 0-7 0,2 1 2 0,-4-2-7 16,-1-3-1-16,-3-4 12 0,-4-3-3 0,-3-6 13 0,-4-3 9 0,-1-6 3 16,-4-6 13-16,-1-4 18 0,-1-6 19 0,0-3 12 0,-1-6 17 0,-2-4-13 15,1-4 3-15,1-7-8 0,1-4-16 0,1-6 2 0,3-7-18 16,-2-4-13-16,0-6-6 0,0-5-1 0,-3-4-8 0,-1-6-4 0,-1-4-28 15,-1-4 3-15,-1-4-10 0,-4-2 6 0,-3-5 18 0,-4-2-6 16,-4-1 4-16,-6-1-9 0,-5-2-6 0,-6 0 0 0,-3-1-3 0,-8-3 5 16,-8 1 0-16,-9-2-20 0,-12 0 17 0,-12 0 1 0,-12 0 4 0,-11 1 18 15,-11 0-3-15,-9 2 6 0,-11 3-1 0,-8 1-4 0,-14 3 0 16,-9 3-5-16,-13 1 9 0,-10 5 2 0,-11 2-1 0,-11 4-23 0,-11 8 5 16,-8 6-2-16,-9 8-4 0,-7 12 18 0,-5 10-12 0,-5 13 0 0,-2 13 12 15,-1 13 9-15,1 13 15 0,5 12 28 0,5 9-2 0,10 11 27 16,7 7 0-16,11 6-21 0,10 10 1 0,9 5-39 0,12 6-13 0,9 6-10 15,9 5 11-15,10 8-6 0,8 6 1 0,12 5-10 0,9 6-40 16,9 6-55-16,11 3-80 0,8 7-111 0,8 3-127 0,10 9-167 0,9 7-130 16,9 11-142-16</inkml:trace>
  <inkml:trace contextRef="#ctx0" brushRef="#br0" timeOffset="-197849.9">26412 15176 1610 0,'85'-17'318'15,"19"-4"-260"-15,37-6-57 0,6 0-9 0,7 4-10 0,13 3 0 0,15 2 1 16,14 2-18-16,14 3-35 0,13 3-48 0,10 0-94 0,10 3-100 16,11 2-94-16,14 1-192 0</inkml:trace>
  <inkml:trace contextRef="#ctx0" brushRef="#br0" timeOffset="-192649.52">26376 8266 2209 0,'-10'-3'348'0,"1"-1"-309"0,-1 0 9 0,5 2 7 0,5 3-1 16,1 2-8-16,3 1-6 0,2 3-3 0,2 1-4 0,0 2 8 0,0 1-10 15,2 2 3-15,0 2 4 0,2 0-7 0,2 2 0 0,0 1 3 0,2 1-10 16,2-2-1-16,1 2-2 0,-1 0-6 0,1-2-3 0,1 1-7 16,-1-1-3-16,4 0 2 0,1-3-3 0,-2 0 1 0,2-2 2 0,-1-2-2 15,0-1-4-15,-1-5 4 0,-1-2-1 0,0-1 1 0,0-4 3 0,-3-1 3 16,1-5 1-16,-1-3 1 0,-1-3 7 0,-1-5-7 0,0-3 5 15,0-3-8-15,-2-3-3 0,-1-4 1 0,0 0 8 0,-4-3-8 0,-2 1-1 16,0 1 14-16,-3-2-11 0,-1 2 10 0,-2 0 3 0,-3 1-18 0,-1 1 5 16,-2 2-1-16,0 3-10 0,1 3 0 0,-1 3-3 0,1 4 1 15,1 4 8-15,0 5 0 0,1 1 0 0,0 3-4 0,0 4 2 0,1 0-7 16,-1 4-1-16,1 2 8 0,0 2-5 0,1 6 5 0,0 4-2 16,2 4-2-16,1 4 4 0,1 5-3 0,1 3 3 0,1 4 7 0,1 3-14 15,2 1 7-15,1 2-4 0,2 3-1 0,3 1 10 0,2 0-8 0,1 2 8 16,1 1-9-16,3 1-1 0,1 2-17 0,2 1-11 0,1 3 5 15,-2-1-8-15,-1-2 20 0,0-5 10 0,-1-4-1 0,-1-2 5 0,-3-4-3 16,-1-3-2-16,-4 0 3 0,-2-1 11 0,-4-1-5 0,-3-3 5 0,-4-2-5 16,-3-4-4-16,-3-2 2 0,-2-3-1 0,-3-2-3 0,-4-2 2 15,-1-3 2-15,-4-4-5 0,-1-2 3 0,-1-4-1 0,-3-3-1 0,0-3 0 16,-1-4 6-16,-2-2 5 0,2-4 0 0,-2-3 2 0,3-2-7 16,0-1-2-16,1-2-5 0,6-1-9 0,3 2-6 0,4-2 2 0,4 1-1 15,2 1 0-15,5-1 8 0,2 0-6 0,3 1 1 0,2 0 2 0,3 0-2 16,3 0 6-16,2 0 3 0,3-3 2 0,2 0-4 0,1 1-3 15,1-3 2-15,1 1-2 0,0-2 1 0,1-1 18 0,-1 1-3 0,-1-1 9 16,1 0 3-16,-1-1-14 0,-1 1 6 0,0-1 1 0,-1 1 5 0,-3 2 3 16,-1 0-8-16,-1 2 3 0,-3 0-1 0,-2 1-1 0,-2 2 8 15,-1 0-4-15,-1 0 3 0,0 3-4 0,-1 4-3 0,-1 3-3 0,1 3-3 16,-1 3-1-16,-1 3 1 0,1 2 0 0,-1 3-1 0,2 4 2 16,0 2-5-16,2 3-1 0,1 4 2 0,0 0-2 0,0-1 2 0,0 0-2 15,1-1-1-15,-1-1 2 0,2-2-2 0,0-1 4 0,1-3-4 0,-1-1 2 16,0-3 0-16,-1-1-2 0,-1-2 4 0,-1-1 2 0,-1-2 1 15,-1-1 4-15,-2-1 0 0,0-1-6 0,0-2 8 0,-2-1 0 0,0-2-2 16,-1-1 7-16,-1 0-11 0,-1 0 4 0,-2-1-9 0,0-1 2 16,-2 1 2-16,0-1-6 0,-2 1 6 0,-1-2-3 0,0 0 3 0,-2-1-6 15,-1 3 2-15,0 0-3 0,0 0-5 0,1 1-2 0,0 1 2 0,1 2-6 16,0 1-8-16,1 3-2 0,1 1-21 0,0 0-13 0,3 3-13 16,-1 0-19-16,1 0-27 0,1 1-34 0,1 1-52 0,1 0-58 0,2 0-48 15,2 1-45-15,2 0-45 0,2 1-72 0,2-1-97 0</inkml:trace>
  <inkml:trace contextRef="#ctx0" brushRef="#br0" timeOffset="-192399.52">27978 8426 1786 0,'4'6'105'0,"2"2"-79"0,3 4 34 0,1 0 23 16,3 2 24-16,0 0-6 0,2 0-26 0,1-2-22 0,0 1-22 15,-1 0-6-15,2-1-3 0,-1-1 3 0,-1-2 15 0,-1-3 11 0,0 1 8 16,-2-3 11-16,0-2-1 0,-1-1 2 0,-1-3-5 0,0 0-5 15,-1-2-3-15,-2-2-9 0,1 0-2 0,-2-4-10 0,0-3-7 0,-2-1 0 16,0-1-9-16,0-2-1 0,-1-1-4 0,-1 0-9 0,-2-1 0 0,-1 0 1 16,-1 0-3-16,-3 0 6 0,0-1-2 0,-1-1-6 0,-2 1 6 15,-1-2-9-15,-2 1-7 0,0 1-2 0,-3 3 9 0,1 1 4 0,-3 2 1 16,-1 4-3-16,0 3-20 0,-1 1-5 0,-1 2 1 0,-1 3-3 0,2 2-9 16,-1 3-1-16,0 3-13 0,2 1-25 0,-1 3-15 0,0 2-23 15,2 1-23-15,2 3-19 0,1 0-47 0,0 1-49 0,2 0-61 0,1-2-65 16,4 1-81-16,2-1-274 0</inkml:trace>
  <inkml:trace contextRef="#ctx0" brushRef="#br0" timeOffset="-192198.52">28319 7436 2505 0,'-10'4'82'0,"0"4"-90"0,-2 5 35 0,3 5 8 0,1 3 10 0,3 6 2 15,-2 2-25-15,2 5-11 0,-1 3-4 0,3 4-10 0,2 4 14 16,-1 2 2-16,3 1-4 0,0 4 1 0,1 0-6 0,0 2 0 0,2-1-4 16,2-1-4-16,0-1 1 0,1-2-20 0,3-1-23 0,2-3-61 15,1-3-88-15,1-2-89 0,-1-2-98 0,3-2-59 0,1-1-100 0,0-1-84 16</inkml:trace>
  <inkml:trace contextRef="#ctx0" brushRef="#br0" timeOffset="-191916.52">28784 7409 2685 0,'-14'-4'-13'0,"0"3"19"0,-2 2 25 0,4 5 0 0,3 3-5 16,2 4 2-16,2 5-3 0,0 4-5 0,2 4-8 0,1 5-4 0,0 4-11 16,2 4 4-16,0 4 1 0,1 3-7 0,2 4 13 0,0 2-8 0,1 5 4 15,0 0-4-15,0 1-5 0,3-1-2 0,1-2-8 0,3-2-15 16,2-3-39-16,0-3-39 0,5-4-47 0,0-5-51 0,2-3-34 0,1-4-51 16,2-4-63-16,0-1-22 0,2-2-14 0,-2-2-111 0</inkml:trace>
  <inkml:trace contextRef="#ctx0" brushRef="#br0" timeOffset="-191232.96">29181 8381 202 0,'11'-22'115'0,"0"-2"-57"0,3-7 24 0,-2 2 35 16,-3 3 35-16,-2 0 21 0,0 2-11 0,-1-1-28 0,0 3-17 0,0 5-15 16,-1 2-11-16,1 3-4 0,-1 5-19 0,0 4-10 0,-1 2-5 0,0 3-2 15,-1 2 0-15,0 3-3 0,0 2-3 0,0 3-11 0,1 1-6 16,0 1-4-16,0 2-10 0,1 0-4 0,1 1 1 0,1-3-15 0,1 2 3 16,1-1 1-16,0-1 4 0,2-1 13 0,0-1 16 0,1-2 8 15,1-2 10-15,0 0 16 0,2-3-2 0,1-2 11 0,1-1 1 0,-2-2-8 16,1-2-2-16,0-1-9 0,-1-2-4 0,-2-1-7 0,0-2 1 0,0-1-11 15,-2-1-9-15,-1-1-4 0,-1-2-17 0,-2 1 13 0,-1-2-4 16,-2 1 1-16,-1-1 10 0,-2-3-17 0,-2 0 9 0,-1-2 4 0,-3 1-4 16,-3-1-1-16,0-1-13 0,-4 1-9 0,-2 0-4 0,-2 0-12 0,-2 3-4 15,-1-1 0-15,0 3-9 0,0 2-3 0,-1 3-3 0,0 4-3 16,0 2-2-16,1 2 3 0,0 3 0 0,0 2-4 0,1 2 3 0,1 3-5 16,1 2-2-16,2 1-2 0,2 2 0 0,1-1-14 0,3 2-15 15,3 0-26-15,2 2-18 0,4-1-4 0,3 2 2 0,3 0 16 0,3-1 19 16,2-1 23-16,1 0 23 0,4-2 17 0,3-1 11 0,1-2 0 0,2-2 0 15,2-1 7-15,1-1 2 0,1-1 13 0,1 1 2 0,3-1 3 16,-1-2 2-16,3 0 0 0,-1-3 6 0,1 0-1 0,0-1-4 0,-1 0 0 16,-2 0 8-16,1-1 12 0,-3 0 7 0,1-2 14 0,-2-2-8 0,0-1-3 15,-2-1 1-15,1 0 2 0,-1 0-5 0,-3 0-14 0,1 0-3 16,-3-1-18-16,0 1-3 0,-1-1-3 0,-1 0-5 0,-3 0-8 0,-1-1-9 16,-2-2-27-16,-2 1-41 0,0 0-31 0,-3-2-26 0,0 0-9 0,-1-1 20 15,-2-1 22-15,0 0 26 0,-2-1 26 0,0 0 22 0,0 0 13 16,-1 0 11-16,0 0 6 0,0-2 2 0,-1 0 7 0,1 2 3 0,-1-2 16 15,0 0 11-15,0 1 16 0,-1-1 16 0,-1 0 11 0,0 0 10 16,-1 3 5-16,1-1 3 0,-1 1-1 0,0 1-1 0,0 2 3 0,0 1 0 16,2 0-6-16,0 0-3 0,-1 0-15 0,0 1-9 0,1 1-5 15,0 2-9-15,1-1-5 0,0 1-3 0,1 1-5 0,1 0-2 0,0 1-2 16,2 0 0-16,0 1 9 0,0 1 10 0,1 0 9 0,0 2 7 0,2 2 1 16,0 1-3-16,1 1 1 0,1 3-9 0,-1 1-6 0,3 1-9 0,0 1-7 15,3 2-4-15,0 2 5 0,0 0-3 0,1-1-2 0,0 0-1 16,0-1-7-16,1 1-1 0,1-1-4 0,0 0-2 0,0-1-3 0,2-1 1 15,-1 0-2-15,0-2 3 0,-2 0-1 0,0 0-6 0,-1-2 1 0,-1-1 1 16,-2 1-1-16,-1-2 4 0,-1-1-1 0,-1-2 4 0,-1-2 3 16,-1-2 5-16,0-2 9 0,-1-1 1 0,1 0-1 0,-1-1-5 15,0-2-5-15,0-2 0 0,0 0-2 0,0-2-1 0,0 1 1 0,0-2-2 16,0-1 3-16,0 0 3 0,2 0 0 0,0 0 0 0,1 2-2 0,1 2 1 16,-1 3 7-16,1 2 1 0,-1 3 12 0,0 3-3 0,2 1-6 15,0 4 0-15,3 5-7 0,1 4-4 0,3 3 0 0,1 2-9 0,-1 3-3 16,0 1-3-16,2 1-2 0,1 3-4 0,-2 0 0 0,2 0 4 0,0 0-27 15,0-2-15-15,2-1-39 0,-1-3-40 0,4-1-38 0,0-1-61 16,0-3-98-16,3 0-118 0,-1-1-134 0,3-1-208 0,1-1-12 0</inkml:trace>
  <inkml:trace contextRef="#ctx0" brushRef="#br0" timeOffset="-144446.1">7424 4625 1 0,'-30'-28'136'0,"-14"-13"476"0,-9-7 505 0,-8-6-1096 0,26 24 28 0,1 2-1 0,4 2-10 0,0 2-10 0,3 1-5 16,-1 3-7-16,1 0-5 0,-2 2-11 0,0 2-7 0,-2 2-6 0,0 0-4 16,-3 1-1-16,-2 2 4 0,-2 1 4 0,-2 3 7 0,-2-1 4 15,0-1 5-15,-2 2 4 0,-2-2 3 0,-2 1 4 0,-2 1-2 0,-1 1 5 16,-4 1-3-16,0 1-4 0,-2 1 5 0,0 3-5 0,-1 1-2 16,1 3 1-16,-1 0-6 0,-1 4-5 0,-3 1 2 0,-1 2-1 0,-2 2-5 15,-1 1 4-15,2-1-1 0,-4 2-1 0,0 2 7 0,0 0-5 0,-3 0-2 16,0 0 4-16,0 2-5 0,-2-1 2 0,-1 3-1 0,0 1-2 15,-3 1 1-15,-4 4 1 0,-1-1-5 0,-5 5 0 0,1-1 16 0,2 0-2 16,1 0 5-16,3-1 0 0,1 1-11 0,2-1 2 0,2 3 2 16,1 0-2-16,3 2-2 0,0 3-1 0,2 0-2 0,3 0 1 0,1 0 3 15,2 1-3-15,1 2-2 0,2 3-1 0,1 0-8 0,-1 4 5 0,2 0 1 16,1 0 4-16,2 1 7 0,3 1-6 0,4 2 1 0,2-1 1 16,5 0-1-16,4-1-1 0,3-2 0 0,4 1-4 0,3-3-1 0,5-1-8 15,6-1 9-15,1 1 5 0,5-1-2 0,4-1 11 0,4-3-11 0,6-7-8 16,4-3 4-16,7-6 7 0,5-1 2 0,10-2 8 0,6-5 1 15,9-3-5-15,5-6 0 0,10-5-3 0,6-7 1 0,9-4 3 0,9-4 6 16,7-3 0-16,10-4 3 0,6 0 0 0,11-2-6 0,9-1 1 0,6 2-5 16,5-1-16-16,4 3 7 0,4 4-8 0,5 1 0 0,4 4-14 15,4 5-25-15,4 3-50 0,3 5-72 0,4 6-97 0,3 2-201 0,6 5-409 16</inkml:trace>
  <inkml:trace contextRef="#ctx0" brushRef="#br0" timeOffset="-108111.31">9790 10802 1135 0,'2'-7'197'0,"2"0"-117"0,0-2-53 16,1 5-20-16,0 0-3 0,1 1 2 0,2 1-1 0,0 0-4 15,2 2-2-15,0-1-4 0,2 1 0 0,0 1 3 0,1 0-3 0,2 1-6 16,-1-1 3-16,2 1-3 0,2-1 5 0,1 1 5 0,-1-1-7 0,2 0 7 16,0 0 0-16,0-1-2 0,3 1 8 0,-1-1 0 0,3 1-2 15,1 1 3-15,-1 0 5 0,3 0 3 0,-1 1 4 0,2 1 0 0,2 1-5 16,2 1-1-16,0 0 6 0,2 0-1 0,-1 0-1 0,4 0-3 16,-1 0-6-16,2 0 4 0,2-1-6 0,0 0-2 0,2 1 0 0,1-1-1 15,3 0 11-15,-1 0 2 0,0-1 1 0,4 0 1 0,1 0-5 0,1 0 2 16,1-1-3-16,0 0 0 0,2 1-3 0,1-1-12 0,0-1 0 15,1 1-1-15,-1 0 1 0,-1 0 6 0,3 1-2 0,-2-3 4 0,-1 1-5 16,-1-1 2-16,-2-3-1 0,-1 1-4 0,-1-2 7 0,1-2-6 0,0-2 6 16,0-1 1-16,-2-3 5 0,-1-2 4 0,-2 0 1 0,1-1 3 15,-4-1-1-15,-1-2 2 0,-1-3 1 0,-4 0-3 0,-1-2 9 0,-1-1-2 16,-1-1 2-16,-1-2 2 0,-4-1-16 0,-1-2 10 0,-5 3-3 0,-2-3-2 16,-2 2 7-16,-4 0-2 0,-5-1 1 0,-2-1 4 0,-3-1-6 15,-4 1-1-15,-3-2-3 0,-3 2-5 0,-6-1 1 0,-2 1-9 0,-5 0 0 16,-4 0 4-16,-2 0-4 0,-5 0-10 0,-2-1 7 0,-3 2-5 15,-1-1 11-15,-1 0 9 0,-1-1-4 0,1 0 4 0,-4-2 0 0,-1 2 1 16,1-3-3-16,-3 2-2 0,1-2-2 0,-1 0-6 0,-2 0 0 0,-2 0 3 16,-1 2 0-16,-3 2 1 0,-2 0-4 0,-3 3-6 0,-2 0-3 15,-5 2-3-15,-1 3-4 0,-3-1-4 0,-4 3 2 0,-1 4 13 0,-5 1 4 16,-1 2 4-16,-3 3 3 0,-5 1-13 0,1 2 4 0,-5 1 0 0,-2 2 3 16,-3 1 4-16,-2 3-1 0,-1 3-1 0,-1 2 2 0,2 4 7 15,0 1 2-15,3 3 13 0,2 3 12 0,5 3-1 0,2 7 3 0,4 1-7 16,5 4-13-16,2 2-12 0,6 4-3 0,6 3-8 0,5 4-8 15,6 5-8-15,5 4-10 0,4 4-24 0,7 3-43 0,6 4-80 0,7 3-74 16,4 5-99-16,4 3-92 0,6 7-389 0</inkml:trace>
  <inkml:trace contextRef="#ctx0" brushRef="#br0" timeOffset="-106427.31">5532 11941 72 0,'18'0'56'0,"3"1"-5"0,6 2-2 0,-1 0-6 0,-3 1 0 16,1-1-12-16,2 1-10 0,-2-1-3 0,2 0-1 0,0 0-3 16,1-2-2-16,0 0-2 0,3 0-2 0,0 0 0 0,2-1-2 0,-1 1-1 15,-1-1-4-15,-1 1 1 0,1 0 0 0,0-1-1 0,2 1 0 0,0 0 0 16,0 0-2-16,0 0 0 0,2 0 1 0,-1-1-1 0,2 1 1 16,0 0 2-16,0 0 0 0,0 0 1 0,-1 1-1 0,1-2-3 0,1 1 3 15,-2-1-1-15,-1 0 3 0,-1 0-2 0,-1 1 3 0,2-2-1 16,-1 0 3-16,2 1 8 0,0-2-3 0,-1 1 4 0,2 0 0 0,-2-1-4 15,1 0 0-15,-2-1 2 0,2 0-2 0,-3 0-1 0,2-1-1 0,0 0 0 16,1 0-2-16,1 0-2 0,1 1-3 0,2-1-1 0,-2 1 1 16,-1 0 1-16,0 0 0 0,-2 3-4 0,0-1 2 0,-1 0-2 0,0 1 0 15,-1-1 4-15,0 1-2 0,-1 1 3 0,1 0 2 0,-1 0 2 0,1-1-1 16,-1 1 0-16,0 1-1 0,-2 0-1 0,2 2 4 0,0-1-3 16,1-1 2-16,-1 1-1 0,-1-1-6 0,-1 2 2 0,1 0-1 0,0-1-4 15,-1 0 0-15,1-1 1 0,-2 0-1 0,1 0 3 0,-2-1 4 16,2 0-6-16,-2-2 3 0,2 1-1 0,-1 0-1 0,2-2 0 0,-1 2-1 15,-2-2 1-15,1 1 2 0,-2-1-1 0,3 0 2 0,-1-1-2 0,2 0 3 16,-2 1 1-16,0-2-2 0,-2 1 2 0,-1 1-2 0,1-1 1 16,-1 1 1-16,1-1-2 0,0 0 1 0,0 1 0 0,1-1 1 0,-1-1-2 15,2-1 0-15,-1-1-1 0,2 1 0 0,2-1-1 0,-2 1-4 0,3-1 3 16,-1 0-2-16,1 0 1 0,0 0 1 0,1 1-2 0,2-1-1 16,-1 0 0-16,2-1 2 0,-3 1-1 0,0-1 1 0,-1 0 1 0,2-1-3 15,-1 1 2-15,2 0 1 0,0-1-2 0,0 1 1 0,-2-1 1 0,-1 1-1 16,-1-1 1-16,0 1 0 0,-3 0-4 0,0 0 3 0,-2 1-1 15,-1-1 1-15,-1-1 3 0,1 1-4 0,2 0 2 0,-1 1-2 0,0-1 0 16,0 0 3-16,-2 0-2 0,0-2 2 0,0 0-3 0,0 0 1 16,1-1-1-16,1 1-3 0,0 0 5 0,-2 0-6 0,1 0 7 0,-2-1-5 15,-3 0 2-15,2-2 0 0,-2 0-1 0,-2 1 6 0,1-3 1 0,-2 0 0 16,-1-2-2-16,-1-1 2 0,0-2-1 0,-1-2 0 0,-1 1-1 16,-2-2-7-16,-1-1 5 0,0 0 3 0,-2-1 3 0,-1-1 7 0,-1 2-2 15,-2-2-5-15,-1 1-1 0,-1-3-2 0,-2 2-3 0,-2-2-2 16,0 1-2-16,-2-1-4 0,0-4-4 0,-2-2 2 0,-1-2 2 0,-2 0-1 15,-1 0 7-15,-1 0 0 0,-3 0-3 0,1-2-3 0,0 1-5 0,-2 0 1 16,-4 0-1-16,-2 0 3 0,-1 2 3 0,-4-1-3 0,-2 0-2 16,-3 3-3-16,-4-1-1 0,-3 2-1 0,-3 0 2 0,-3 2 0 0,-5 0 0 15,-3 3-4-15,-6 0-1 0,-7 4-3 0,-6 3-9 0,-10 4-5 0,-4 4-2 16,-6 5 2-16,-3 5 2 0,-2 4-3 0,-2 5-4 0,-5 6-17 16,-3 6-17-16,-5 6-16 0,-2 9-37 0</inkml:trace>
  <inkml:trace contextRef="#ctx0" brushRef="#br0" timeOffset="-104327.31">9647 13210 216 0,'24'-2'70'0,"4"-1"-22"0,8 0-21 0,-2 0-3 0,-3 1-4 0,2 1-8 15,0-1-3-15,3 1-4 0,-1-1-3 0,1 0-3 0,2 1 0 16,-1 1-4-16,1 1 3 0,-1 0-2 0,0 1-1 0,0 2 3 0,1 0-3 15,1 0 4-15,-1 1 0 0,2 0 0 0,0 0-1 0,0 1 2 0,0-1-1 16,3 1 2-16,0-1-3 0,1-1-5 0,0 0 4 0,1-1-4 16,1 0 3-16,-1 1 4 0,2-1-2 0,3 1 4 0,-2 0 0 0,2 0 0 15,0 0 1-15,0-1-1 0,2 1 1 0,-1 0-2 0,0-1 1 16,-1-1 3-16,2 1 3 0,0 0 8 0,1 0 3 0,2-1-1 0,-1 0-5 16,0-1-2-16,-1 1-6 0,0 0-1 0,2-1 0 0,0 1-4 0,2-1 0 15,0 2-2-15,1-1 1 0,2 0 4 0,0-1 1 0,2-1-2 16,-2 1-1-16,1-1-2 0,-1 0-1 0,3-1 0 0,1 1 0 0,1-1-2 15,0 0-1-15,0-1 0 0,0-1 1 0,2 1-1 0,0 0 2 0,1-1 0 16,-1 1 1-16,1-1 0 0,-1-1 4 0,2 0 1 0,1 0-1 16,0 0 1-16,0 0-3 0,-1 0 4 0,-2 1 1 0,-1-1 4 0,-1 1 4 15,-1 2 13-15,1-1 16 0,-2 0 10 0,0 1 7 0,-1-1 1 16,-1 2-6-16,-1 0 1 0,0 1 1 0,-3 1-5 0,0 1 0 0,-1 0-5 16,-2 0-3-16,-1 0-1 0,-2-1-5 0,0 2-1 0,-2 0-5 0,2-1-3 15,-2 0-4-15,-1 1-6 0,0 0-2 0,-1 1-3 0,0 0-4 16,0-1 1-16,0 0 2 0,-1-1-4 0,1-1 0 0,-1 0-2 0,-2-1 0 15,0 0 1-15,0 0 0 0,0-1-5 0,-1-1 0 0,0 0-2 0,-1 0 0 16,-3-1 2-16,0 1 0 0,-2-1 1 0,-1-2-1 0,-1 1 6 16,-2-1 4-16,-1 0 1 0,-3-2 2 0,0-1-8 0,-1-2 1 0,-1 1 6 15,-1-4-2-15,-2-1 10 0,-1 0 0 0,-2-3-1 0,0 0 2 16,-1-3-4-16,-1-1-1 0,0-1 3 0,-2-3-2 0,-3-2 3 0,-2 2 1 16,-3-3-7-16,-2 0-2 0,-3-3-8 0,-1-3-10 0,-3-3-11 0,-1-3 0 15,-3-1-11-15,-3-4-3 0,-3-1 4 0,-3-3-14 0,-4-1 7 16,-4-4 6-16,-3-2-2 0,-3-2 9 0,-2-2-2 0,-4-4-2 0,-4-1-3 15,-4 0-7-15,-4-3-8 0,-4 0-19 0,-5 1-22 0,-8-1-5 0,-5 2-5 16,-9 3 7-16,-6 4 20 0,-5 3 15 0,-8 6 21 0,-2 4 19 16,-7 8 15-16,-8 6 7 0,-5 8 3 0,-6 4-4 0,-5 6-4 0,-8 7-8 15,-8 6-14-15,-7 8-29 0,-10 7-41 0,-7 9-51 0,-9 8-88 16,-6 10-83-16</inkml:trace>
  <inkml:trace contextRef="#ctx0" brushRef="#br0" timeOffset="-103243.3">4442 14070 673 0,'-8'-3'79'0,"2"0"-22"0,0-2-24 0,4 2-19 16,3 0-7-16,-1 1-9 0,2 0-3 0,3 1 2 0,1 0-3 0,2-1 7 15,1 0-3-15,2 0 1 0,0 0-1 0,0 0-3 0,2 2 4 16,0 0-1-16,1 0 1 0,1 0 3 0,0 1-3 0,3 0 7 0,1 0-2 15,-1 1 0-15,2 1 1 0,0 0-2 0,-1 1 1 0,1 0 3 0,1 0 0 16,0 1 0-16,2 0 2 0,2 0-2 0,0 0 0 0,2 1 0 16,1 0 0-16,1-1 0 0,2 1 2 0,2-1-2 0,0 0 3 0,4 1-2 15,0-2 1-15,1 0 0 0,2-2 0 0,1 1-3 16,1-1 3-16,2-1 2 0,1 0 5 0,1 0 6 0,1-1-3 0,1 0 0 0,0 0-3 16,0 0 3-16,0 0 4 0,2 1 2 0,0-1-3 0,-1 1-4 0,2-1-2 15,-1 0-3-15,1 0 2 0,2-2-2 0,1 1-4 0,1 0 0 16,1 0-4-16,3 0 2 0,-1-1 1 0,2 0-3 0,1 0 1 0,2-1 1 15,1-1 1-15,2 1 1 0,1-1-3 0,-1 0-1 0,0-1-4 0,2 0 0 16,0 0-1-16,2-1 5 0,0 1-2 0,3 0 1 0,0 0 6 16,2 0-1-16,1-1 6 0,0 1 2 0,0 0-2 0,-1 0 2 0,1-1 0 15,2 1-3-15,0 1 0 0,0 0 2 0,3 1-2 0,-2 0-1 16,0 0 5-16,3 2-4 0,0-2 8 0,1 1-3 0,3 0 0 0,1-1 4 16,4 0-10-16,-2 0-1 0,3-1-3 0,1 1-5 0,2 0 1 0,1 1 2 15,4 0-9-15,0 0-3 0,2 0 0 0,3 1 1 0,1 2 2 16,3-1-5-16,0 2 1 0,3 2-7 0,1 1 3 0,2 1-1 0,1 2-6 15,2 2-5-15,2 2-28 0,2 3-28 0,1 1-32 0,2 1-38 0,3 3-20 16,1 3-26-16,3 1-31 0,3 7-263 0</inkml:trace>
  <inkml:trace contextRef="#ctx0" brushRef="#br0" timeOffset="-100210.31">4171 10911 2200 0,'-18'-5'166'0,"2"2"-60"0,-2-1-65 0,8 4-35 0,3 0 2 16,1 1 3-16,2 2 0 0,-1 1-5 0,3 1-1 0,-1 1-13 0,2 3 2 15,0 2-2-15,0 3-3 0,2 2 6 0,1 3-3 0,1 3 0 16,1 2-1-16,0 4 0 0,-1 0 2 0,2 2 3 0,-1 2 2 0,0 1-2 15,1 2 0-15,-1 2 3 0,1 2 1 0,1 1-2 0,-1 2-4 0,1 2 5 16,0 0-9-16,0 2 9 0,0 5 2 0,0 2-1 0,-1 3 3 16,1 1-4-16,-2 0 2 0,0 0 1 0,0 0-1 0,-1 0-7 0,-2 3-1 15,1 1 3-15,-1 0 3 0,0 2 6 0,-1 1-4 0,0 2-2 16,0-1-3-16,-1 1 6 0,1 0-5 0,0-1 1 0,1 2-1 0,0 1 3 16,0-2 2-16,1 1-2 0,0-1 0 0,0-1 0 0,0 1-3 0,0 1 1 15,0-2-1-15,0-1-3 0,0 0 6 0,0-1 0 0,1 1-2 16,-2 2-1-16,1 0-1 0,-1-2-1 0,-1 0 2 0,1-3 3 0,-1 0-9 15,0 0 12-15,0-2-3 0,-1-1 1 0,2-3 10 0,0-2-11 0,0-2 3 16,2-2-6-16,0-3 0 0,1-2 2 0,-1-4 1 0,2-2 1 16,0-1 1-16,0-2-1 0,1 0 1 0,1-4 5 0,0-1 6 0,1-1 2 15,0 0 10-15,0-2-2 0,0 1 7 0,2-4 9 0,1-2-8 16,1-1 2-16,2-3-9 0,-1 1-6 0,2 0 3 0,3-1-5 0,-1-1 4 16,1 2-7-16,3 0-5 0,2-2-3 0,0 1 5 0,3-2-4 0,-1 0 1 15,4-3-1-15,1 1-7 0,2-2 4 0,2 1-1 0,-1-2-2 16,3-3-2-16,1 1 0 0,2 0-1 0,3-3 0 0,1 0 1 0,3-1 2 15,1-2-5-15,3 0 5 0,2-1-1 0,1 0-3 0,4 1 6 0,0-2-7 16,2 1 2-16,2-1 8 0,2 0-5 0,3 0 1 0,1 0-1 16,4-1-5-16,0 0 4 0,2 1-2 0,3 1 1 0,0-1 4 0,3 0-6 15,0 1 3-15,1-1-3 0,1 1-4 0,3-2 5 0,1 1 4 16,2-1 1-16,3-1 5 0,0-1-9 0,3-1 0 0,3 0 6 0,3 0-1 16,3-1 4-16,-1-1-3 0,2-1 1 0,0 0 0 0,1 0 0 0,-1 0 2 15,0 1-1-15,-4 1-9 0,0 0 3 0,1 2-2 0,1 0-1 16,0 1 3-16,2 1-3 0,1 0 1 0,3 0 1 0,1 0-4 0,0 1 5 15,0 0-5-15,-1 0-2 0,1 0 4 0,1 0-2 0,0-1 2 0,-2 1 4 16,2-1-6-16,-1 0 4 0,3 0 6 0,0-1-4 0,-2 0 6 16,0 0-4-16,-1 1-3 0,0-1 8 0,0-1 4 0,2 1-9 0,-1 0 2 15,0 1-3-15,0-1 4 0,0 0 11 0,1 1 3 0,2 0-5 16,-1-1-10-16,-1 1 0 0,-1-1-4 0,1 0-1 0,0 0 0 0,1 0-3 16,0 1-2-16,2-1 7 0,3 0 8 0,6-1 10 0,5-1 8 0,-1 0 1 15,-4 0-9-15,-6-1-3 0,-7 0-8 0,-2-1-16 0,1 1 4 16,0-1-4-16,0 0 0 0,0 1 11 0,0 0-3 0,0 1-4 0,-5 0 3 15,-2 0-5-15,1 1 5 0,-1-1 3 0,1 0-6 0,2-1 6 0,-2 1-6 16,1 1 4-16,3-1-2 0,-1 1-1 0,-1 0 2 0,-1 0-3 16,-3-1 4-16,-2 0 3 0,0-2-3 0,-2 2-1 0,0 0 0 0,0-1-3 15,-1 0 12-15,-1-1-1 0,-2-1-1 0,1-1 1 0,-1 0-6 16,1-2 2-16,0 0 1 0,-2 1 2 0,-1 0 1 0,-1-1-1 0,-1 2 5 16,1 0-5-16,-3-1-2 0,2 0 0 0,-3 0-1 0,-2 0-1 0,2 1 1 15,-4 0-1-15,1 1 2 0,-1 1-1 0,-1 0-3 0,-1 0 8 16,-1 0-11-16,0-1 2 0,-2-1 2 0,-1 0-4 0,2 0 9 0,-1-2-3 15,-1 0-1-15,4-3 1 0,-2 0-10 0,0-1 6 0,-3-1 2 0,-1 0 2 16,-1-2 1-16,0-1-2 0,-1-1 4 0,1 1 2 0,0-3 5 16,1-2-7-16,-1-1-5 0,0-1-9 0,-4-1 5 0,0-1 6 0,-1-1-4 15,-2 1 3-15,1-2-5 0,-2 1 4 0,-2-3 3 0,0 0 4 16,-3-2-4-16,-1 2-3 0,-2-1 5 0,-3 2 4 0,1-2 3 0,-3 1 2 16,-2-1-4-16,-2 0-1 0,-4 0 5 0,-1 1 2 0,-2-3-8 0,-1 2 5 15,-3-1-14-15,-1 0 1 0,-1-2-2 0,-2 3 2 0,-2-3 3 16,-2 0-3-16,-1-1-2 0,-2-2 0 0,-2 0-3 0,-1-1-3 0,-3 2 6 15,0-2 0-15,-1-1 4 0,-1-1 1 0,-3 2-7 0,0-2-5 0,-2 0 2 16,-3 1-1-16,0-3 1 0,-4 2 3 0,-1 0 0 0,-1-1 6 16,-2-1 1-16,-2 0-1 0,-2-1-2 0,-1 2-2 0,-2 0 0 0,-3-1-2 15,-4 0 2-15,0 1 7 0,-5 0-3 0,1-1-6 0,-3 2-2 16,-3-1 3-16,0 1-1 0,-4 1-4 0,-3-2 3 0,-3 1-10 0,-1-1 12 16,-3 0 2-16,0 1-1 0,-4 2 0 0,-1-1-5 0,-2 0 0 0,0 0 1 15,-1 0-5-15,-4 2-1 0,2-1-3 0,0 3 4 0,-1-2 6 16,0 0 1-16,-2 3-5 0,-1-2 3 0,0 3-6 0,-1-1 4 0,1 1-1 15,-1 1 0-15,-2 1 2 0,1 1-4 0,-1 4 9 0,-2 0 0 0,1 1-3 16,-1 0 3-16,0 2-5 0,-1-1-4 0,-1 2 9 0,-2 1-18 16,0 2 17-16,0 1-5 0,-2 1-6 0,0 1 14 0,-1 0-9 0,0 1-9 15,0 0 9-15,0 2-1 0,-3-1-6 0,-3 1 5 0,-1-1-3 16,-1 2 4-16,2-1-3 0,3 1 10 0,0 1 2 0,0-1-2 0,-1 1 4 16,-2-1-8-16,-2 1 3 0,-1-1 4 0,1 1-2 0,-2 0 0 0,1 2 0 15,0-1 0-15,0 0 0 0,2 2 5 0,-2-2-7 0,1 1 4 16,-1 0 7-16,0 0-8 0,-1 1 5 0,2 1-6 0,0 0-2 0,0 0 2 15,2 0 2-15,-2 1-2 0,1-1 0 0,-1 0 1 0,1 0-2 0,0 0 6 16,3 0-2-16,-1 1-1 0,1 0 5 0,0 0-2 0,-2 1-5 16,2 0 7-16,-1 1-7 0,2 1-4 0,-3-1-3 0,0 1 2 0,0 0 4 15,0 0 1-15,1 1 1 0,0-1-8 0,-1 0 7 0,1 0-1 16,0-1-3-16,-1 1 8 0,0 0-13 0,1 0 11 0,0-1-2 0,1 1-4 16,1-1 8-16,-1-1-9 0,1 1 3 0,-2 0-1 0,-2-2-1 0,-1-1 4 15,-1 0-2-15,-1 0 8 0,1 0-10 0,2 0 13 0,1-1 1 16,1 0-8-16,3 1 8 0,-3-1-12 0,-2 0-3 0,2 1 14 0,-1 0-20 15,4 0 3-15,1 1 4 0,-1 1-1 0,0 0 10 0,0 2 9 0,-1 1-14 16,-2-1 10-16,-2 1-1 0,-1-1-7 0,-2 2 10 0,0 0-16 16,-5 0 1-16,-1 2 0 0,1-1-4 0,1 0 7 0,2 2 0 0,3-1-11 15,2 0 16-15,2-1-15 0,2 0 20 0,-3 0 11 0,2-2-14 16,1 0 16-16,1-1-16 0,-2-1 0 0,0 0-2 0,-2 0-3 0,2-1 1 16,0 1 8-16,2-1 1 0,-1 0 7 0,-2 0-12 0,-1 0-3 0,-4 2-10 15,-1 0-2-15,-1 0 11 0,3 0-3 0,1 0 14 0,-1 0-2 16,1 2 1-16,-1 0 1 0,1 1-16 0,-4-1 4 0,0 2-9 0,-1 1 7 15,-1 0 9-15,3 2 1 0,-2 0-2 0,0 0-3 0,0 1-2 0,1 1-1 16,1 1 0-16,0-1 2 0,-1 1 1 0,2 1-9 0,-4-2-13 16,-1 1-5-16,2 0 5 0,0-2 8 0,3 3 12 0,2-2 13 0,-1 1-7 15,1 1 2-15,0-1-1 0,-1 0-11 0,0 0 1 0,-1 0-4 16,1-1 8-16,-2 0 4 0,0 1-8 0,1-2 8 0,2 0-5 0,2 0 1 16,1-1 6-16,0-1-8 0,-1 1 3 0,-1-1-3 0,1 0 2 0,-1 0-8 15,-2-1 4-15,0 0 9 0,-4 1-2 0,0-1 4 0,-1 2 5 16,4-2-10-16,0 1 8 0,4-1-1 0,-2 0-6 0,-1 1 2 0,0-1-12 15,-5 1 1-15,-1 2 2 0,0 0 0 0,-1-2 12 0,7-1 7 0,4-1-5 16,2-1-1-16,1 0-6 0,1-1 10 0,0 0-3 0,1-1 1 16,3-1 0-16,-1 1-8 0,1-2-1 0,0 0 5 0,0-1 0 0,1 0-7 15,2 0 1-15,1-1 3 0,1 0 3 0,1-1 9 0,1 0-5 16,2 0-3-16,2-1-3 0,0 1-5 0,0 0 7 0,1 0-3 0,0 1-5 16,0 2 11-16,3-1 1 0,0 1-4 0,2 2 0 0,0 0 3 0,-1 2-7 15,3 1 12-15,0 1-3 0,1 2-13 0,2 1 3 0,1 0-6 16,0 4-2-16,0 0-2 0,0 1 4 0,2 1-5 0,1 1 3 0,2 1-6 15,1 2-1-15,-1 2-7 0,1 1-6 0,-1 2-7 0,1 4-12 0,0 2-12 16,2 4-10-16,-1 1-21 0,3 3-28 0,-1 1-36 0,0 4-52 16,2 2-47-16,-1 5-63 0,1 4-92 0,0 6-138 0,1 4-461 0</inkml:trace>
  <inkml:trace contextRef="#ctx0" brushRef="#br0" timeOffset="-88826.56">9635 9250 692 0,'-18'3'47'0,"0"2"-24"0,-4 1-16 0,4 0-8 0,3 0-2 0,1-3 1 16,0 1 3-16,-2 0 2 0,-1 0 2 0,-1 1 1 0,-2 0-6 0,-1 1-3 16,0-1-1-16,-2 1-6 0,1 0 2 0,-2 1 1 0,0 0-3 15,0-1 4-15,-3 0-4 0,2 0 0 0,-2-1 3 0,1-1 1 0,1 0 2 16,-1-1 3-16,1 0 5 0,-1 1 1 0,-1 0 8 0,-3 0 3 0,1 1 4 15,-1-1 12-15,1 1 16 0,0 0 19 0,-2 0 24 0,0-1 10 0,-1 0 4 16,-2-1-4-16,2 1-18 0,-2-1-11 0,1-1-16 0,-1 0-8 16,-1-2-12-16,0 0-9 0,3-1-5 0,-3-1-7 0,0 0 6 0,-2 0-4 15,-3 1 2-15,1-1-8 0,0 2-6 0,-2-1 6 0,1 1-6 16,-2 0 5-16,-2 0-2 0,0 0 0 0,-2-1 3 0,0 1-2 0,-3-1-5 16,3 0-1-16,-1 1-1 0,-1 0 1 0,0-1 1 0,-2 1 3 0,0-1-1 15,1 0 2-15,-1 0 4 0,0 0 2 0,0 0 10 0,0 0 4 16,1 0 5-16,-1 1 2 0,0-1-10 0,-1 0 3 0,-1 0-4 0,2 0-3 15,-1-1-1-15,0 1-3 0,2 0-4 0,-2 0-1 0,1 0 4 0,1 0-6 16,-2 1 0-16,0-1-1 0,-1 1-9 0,0 0-2 0,1-1 5 16,0 1-4-16,-1 0 1 0,-2-1 3 0,2 2 0 0,-2-2-3 0,0 0 7 15,0 0 3-15,-1-1-5 0,0 1 2 0,2-1-6 0,0 2-1 16,1 0 5-16,1 0-4 0,-2 2 2 0,1 0 0 0,2 1-1 0,1 1-2 16,-1 0 6-16,0 1 0 0,0 2-6 0,0 0 4 0,2 2-7 0,1-1-1 15,1 3 1-15,-1 1-9 0,1 0 3 0,1 0-10 0,-1 0 3 16,-1 1-3-16,1 2 4 0,0 0 20 0,0 0 1 0,-1 2 4 0,0 1-3 15,0-1-10-15,1-2 6 0,1 1 3 0,0-1 3 0,0 1-1 16,1-2 0-16,-1 2-1 0,2 0 2 0,3 1 4 0,0 0 6 0,3 0-1 16,2 1 3-16,1-1 9 0,3 2-10 0,0-1 1 0,3 2-4 0,1-2-11 15,1 1 3-15,3 1-6 0,0-1-2 0,3 1-1 0,1 2-1 16,1 0-5-16,2 2 1 0,2 0-4 0,0 3-8 0,2-1-2 0,2-1-7 16,0 1 5-16,3-2-1 0,2 1 5 0,-1 0 0 0,3-2-1 0,-1 1-4 15,4-3 10-15,1 1 2 0,3-1 4 0,1-2 3 0,1 0-3 16,0-1 8-16,2-2-4 0,0-3 7 0,2 3-2 0,1-2 2 0,2 1 4 15,1-2-1-15,2-1 0 0,2-1-5 0,1 0 3 0,2-1 0 0,2-2 1 16,2 2-4-16,3-1-1 0,0 0 1 0,2 0-5 0,1-1 2 16,3 0 2-16,-1-1-4 0,5 1 2 0,0 0 3 0,0 1-6 0,2 0 0 15,2 0 5-15,0 0-4 0,5-1 4 0,-2-1-2 0,1 1-2 0,2-1 1 16,2 0 1-16,2-1-2 0,1 0-4 0,1 0 2 0,2-1 0 16,0 0 4-16,2 0 1 0,-1-1 1 0,1 1-2 0,2 1 0 0,-1 1 1 15,1 1-1-15,1 0-7 0,0-1-5 0,0 1 0 0,1-1 4 16,1 0 5-16,2 2 4 0,1 1 3 0,0-2-1 0,2 0 6 0,0 0-9 15,2 0-3-15,1-2 2 0,-2 1-5 0,5-1 6 0,-2-1 1 0,1 0 1 16,1-1-1-16,-3-1 1 0,2-1-4 0,1-2-2 0,1 0 2 16,0-2 5-16,0-1 0 0,0-1 2 0,-1-1-1 0,2-2 3 0,0-1-4 15,1 0-1-15,2-2-5 0,-1-1 3 0,-1 0 9 0,3 0 2 0,-2 0 14 16,-1 1-2-16,-1 0-1 0,0 0 4 0,1-1-8 0,-2 0-2 16,2 1 9-16,0 1-6 0,0-1-5 0,1 1 0 0,-1 0-9 0,0 2 1 15,0-1 3-15,-1 1-4 0,0 1 2 0,1-1-5 0,-1 0-2 16,-2 0 1-16,2 0-1 0,-2 0 5 0,0-1 4 0,-1 0-5 0,-3 0-3 15,3 1-1-15,0-1 0 0,-2 0 2 0,2 0 1 0,-3-1-2 0,0 1-4 16,0 0-1-16,0 2-3 0,-2-2 0 0,-1 1 5 0,1 1 4 16,-1-1 1-16,1 2 4 0,-2-2-2 0,1 1-10 0,0 0-2 0,0 1-3 15,-2 0 1-15,0-3 11 0,1 1-4 0,-1-2 4 0,1 1-1 0,-1 1 1 16,-3-1 4-16,1 0-8 0,-2 1 2 0,0-2 5 0,-1 0-2 16,-1 0 6-16,3-1 1 0,-2 0 1 0,-3 1-5 0,2 1 0 0,-3 0-4 15,0 1 2-15,1 0-7 0,-2 0 2 0,1 0-1 0,-2 1-4 16,-1 0 9-16,4-1-5 0,-1 2 4 0,1-1-5 0,0 1 4 0,-3-1 6 15,0 0-6-15,-1 1-4 0,-2-1-3 0,0 1-3 0,-1 0 7 0,-3-1 5 16,-2 0-3-16,0 1 3 0,1-3-4 0,-1 1 1 0,0-1 3 16,0-1-8-16,0-1 4 0,-2-1-3 0,0 1 3 0,-1-1 9 0,-1-1 1 15,-1-1 2-15,-2 0-2 0,0 0-2 0,-3-1-1 0,0 0-3 0,-2 0 6 16,-2 1-1-16,0 0 0 0,1-1-1 0,-3 0-1 0,0 1-1 16,-5 0-1-16,0 0 3 0,-2 1-1 0,-3 0 1 0,0 0 2 0,-1 1-1 15,-3 0-3-15,-1 0 0 0,-1 0 3 0,-2-1 0 0,-1 1 3 0,-1-2 0 16,-3-1-6-16,-1 0 3 0,-2-2-1 0,-2 0-1 0,-1 0-3 15,-3-1 1-15,-2 1 1 0,0-2-1 0,-5 0 3 0,-1-1-1 0,-3 1-6 16,-2-2 2-16,-1-1 1 0,-3 2-3 0,-1-2 4 0,-2 0-14 16,-3 1-2-16,-1-1 9 0,-5 2-7 0,-1 1 10 0,-3-2 2 0,0 1-10 15,-3 1 3-15,-2 0 2 0,-2 0 3 0,-3 0 0 0,-3 1 3 0,0-1-3 16,-3 1 2-16,-1 1 1 0,-2-1-1 0,-4 0-2 0,-1 0-2 16,-2 1 4-16,-3-2-1 0,1-1 1 0,-3 1-1 0,-4-1 1 0,-1 1 1 15,0 0-1-15,-5 1 1 0,-1 1-6 0,-3 0 0 0,0 3 1 0,0 0 7 16,-1 0 3-16,1 0 3 0,-2 1-2 0,-3 2-6 0,1 1-2 15,-2 1-1-15,-1 2-1 0,1 2 9 0,-3 2-1 0,0 1-1 0,-1 3 2 16,-1 3-8-16,1 2-1 0,-3 3-1 0,1 3-1 0,-5 4-7 16,-2 4-6-16,-4 3-14 0,-2 4-15 0,2 3-13 0,-1 5-32 0,-1 2-58 15,-3 3-82-15,-1 1-177 0,-1 3-286 0,-4 1-104 0</inkml:trace>
  <inkml:trace contextRef="#ctx0" brushRef="#br0" timeOffset="-69242.15">31556 12726 1325 0,'-14'4'140'0,"0"-2"-84"0,-1 3-30 0,3 0-20 16,4-1-1-16,1 0 8 0,2 0 2 0,1 0-4 0,1-1 1 0,-1 1-10 15,1 0-4-15,1-1-3 0,0 2-2 0,2 1-1 0,-1-1 4 0,-1 1 4 16,-1 2 2-16,1 0 7 0,0 1 1 0,-1 0 5 0,1 0 2 16,-2 0 3-16,-1 0 7 0,2 1 2 0,-1 1 7 0,0 1 0 0,-1-1-10 15,0 1-5-15,0 0-2 0,1 1-7 0,0 0 12 0,-1 0-3 0,0-1-5 16,1-2-2-16,1 2-2 0,0 0-2 0,0 1 2 0,0-1-3 15,1-1-5-15,2 2-1 0,0-1-1 0,2 1 0 0,1 1-1 16,2-2-1-16,2 3 3 0,2 0 7 0,1-1 0 0,2 0-5 0,1 1-1 16,1-1-6-16,2 0-3 0,1-2 0 0,-1 2 2 0,1-3-8 0,-1 1 2 15,0-1 14-15,-1 0-1 0,0 0 20 0,-1 0 9 0,-2 0 5 0,0 0 10 16,-3-1 8-16,0-1-3 0,-1 1-10 0,-1 0-2 0,1-1-17 16,-4 1-1-16,-1 0-3 0,-1-1-3 0,-2-1-4 0,0 0 0 0,-1 1-1 15,-2-2-4-15,-2 1-3 0,-1-2-9 0,-1-1-6 0,-1 1-11 16,-1-2-5-16,0-1-4 0,-3 0-1 0,-2 0-6 0,0-2 4 0,-1 0 3 15,-1-1 8-15,0-1 8 0,1 1 7 0,-1-1 3 0,2-1 4 0,-2 1 6 16,1-2 2-16,0 1 3 0,2-1-16 0,0 0 5 0,1-1-9 16,0 1 11-16,0-1 13 0,2 1 2 0,0-1 6 0,2 1-5 0,3-1-2 15,0 0-1-15,1-1-1 0,3 0-7 0,1-2-5 0,2 0-7 0,0 1-1 16,1-4 9-16,3 1 0 0,1-1 0 0,2-2-1 0,1 0-4 16,3-1 4-16,2-2 8 0,2-2-7 0,0 0 5 0,4 0 4 0,1-1-6 15,0-2 3-15,4 1 4 0,-1-3-6 0,0 0 6 0,2 1 8 0,-2-1 1 16,1 0 7-16,-1 2 0 0,2-1-6 0,-2 1 6 0,-2 0-5 15,0 1 0-15,-2 1-2 0,-2 2-6 0,-1-1 2 0,-2 0-4 0,-4 1 1 16,1 2 0-16,-1-1-6 0,-3 1 3 0,1 0-4 0,-3 2 4 16,0 1-7-16,-3 0 8 0,-1 0-5 0,-1 1 2 0,-2-1 10 0,0 2-7 15,-1-1 9-15,-2 0-4 0,-1 0-4 0,-1 0 2 0,-1 1-4 0,-2 0-7 16,0 0-3-16,0 0-9 0,-3 1-1 0,1 0 1 0,0 2-3 16,-2 0 5-16,-1 2 0 0,-1 1 2 0,-1 1-1 0,2 3-3 0,-1 1-6 15,-3 2 0-15,0 2 4 0,0 1-4 0,-1 2 2 0,2 1-8 0,2 1-12 16,1 1-13-16,-2 1-10 0,2 2-24 0,2 1-27 0,2-1-26 15,2 1-43-15,0 0-33 0,1-2-33 0,3 0-52 0,1-2-37 0,2 0-81 16,0-1-136-16</inkml:trace>
  <inkml:trace contextRef="#ctx0" brushRef="#br0" timeOffset="-68725.15">32279 12881 2053 0,'3'4'133'0,"-1"0"-75"0,3 0-44 0,-1 1-16 0,2 2 2 16,2 0 8-16,1-1 10 0,0 1 4 0,1-1-5 0,0 0-5 0,0-1-14 16,2 0-7-16,-1-2 0 0,1 0-4 0,-1-2 7 0,0 1 4 15,-1-2 5-15,0 0 6 0,-1-1 0 0,-2 0 2 0,2-1 5 0,-3-1 1 16,1-1 9-16,-1 0 4 0,0-2 0 0,1 0-2 0,0-1-5 15,0-1-1-15,0 0 0 0,0-2-2 0,-1-1-1 0,0-1 2 0,0 0 0 16,-2-1-5-16,0-1 0 0,0-1-7 0,-1-1 4 0,0 2-1 0,-2-2 1 16,-1 1-4-16,-1-1 0 0,-2 3 2 0,1 0-3 0,-3 1 4 15,-1 1-1-15,-2 2-8 0,0 2-1 0,-3 1-4 0,-1 2 2 0,-2 2 7 16,-2 1 3-16,-2 3 5 0,-1 1-2 0,0 3-10 0,-3 2 4 0,0 2-4 16,1 2-1-16,-1 2 1 0,2 0 0 0,2 2-3 0,1 1-6 15,1 0-4-15,3-1-3 0,3 1-4 0,3 0-3 0,0-1-3 0,3-2-1 16,2 1-5-16,2-1 8 0,1-1-2 0,2-1-1 0,1 0 5 15,3-1-6-15,-1-1 1 0,2 0 2 0,2-1-3 0,1-3 1 0,1 1-5 16,2-2-7-16,0 0 3 0,2-3-7 0,1 0-2 0,1-1-3 0,2-2 3 16,0 0 3-16,1-1 12 0,-2-1 10 0,1 1 4 0,-1 0 5 15,-2-1 8-15,0 1 3 0,0 1 7 0,-3-1 15 0,1 0 8 0,-1 1 13 16,0 0 12-16,-2 0-1 0,-1-1 4 0,0 0-8 0,1 0-7 0,-3-1-1 16,0 1-7-16,-1 0 0 0,-1 1-2 0,-1 0-1 0,0 1-1 15,-1 0 6-15,-1 1 3 0,-1 1 1 0,0 1 2 0,-1 2-2 0,-1 1-2 16,1 0-1-16,-2 4-1 0,-1 3-2 0,-1 2-10 0,0 2-5 15,-2 5-4-15,-3 4-5 0,-1 3 0 0,-1 5 2 0,-3 3-10 0,-2 3-1 16,-4 6-1-16,0 0-24 0,-3 1-43 0,-3 2-97 0,0 1-156 0,-5-2-199 16,0-1-371-16,-2-1-69 0</inkml:trace>
  <inkml:trace contextRef="#ctx0" brushRef="#br0" timeOffset="-67759.15">31612 14392 2063 0,'-1'16'400'0,"0"0"-286"0,1 4-64 16,1-4-45-16,3-3-4 0,1 0 1 0,0-1 1 0,2-2 10 0,2 0-4 16,1-2-5-16,1-2-8 0,0-2 0 0,0-3 0 0,1-1 6 0,0-2 6 15,2-2 7-15,-1-1 1 0,-2-2 3 0,0-1 1 0,-2-2-4 0,1 0 1 16,0-2-9-16,-1-2-3 0,-1-2-2 0,-1 0-5 0,2-2 6 16,0-1-3-16,-1 0 4 0,-2 0 0 0,-2 0 0 0,-2-1-1 0,0 2-1 15,-1-2 4-15,-2 1 1 0,-2 1 0 0,0 0 2 0,-2 3-2 16,-1 3 6-16,-1 2 1 0,-1 0 3 0,-2 3 3 0,0 1-1 0,-2 3 2 15,-2 2-9-15,-4 3 5 0,0 3-6 0,-2 2-11 0,-1 2 4 0,0 2-6 16,0 1 1-16,-1 4-4 0,1 4-4 0,2 1 3 0,-2 2-2 16,4 0 3-16,-1-1 6 0,2 1-7 0,3 0 0 0,3 0 3 0,0-1 0 15,2-1 1-15,1-1 1 0,2-1-9 0,2-2 1 0,2 1-1 0,2-2 2 16,0-2-11-16,3-1 16 0,1-4-6 0,3 0-1 0,1-1 16 16,1-1-14-16,2-2 6 0,2-1-3 0,0-2 4 0,2-1 2 0,1-2 1 15,0-1 1-15,3-2-1 0,-3-1 4 0,2 0-4 0,-1-1 11 16,0 0-21-16,0 0-5 0,1 2 17 0,0 1-3 0,-1 1 23 0,-2 1 13 15,-1 1-9-15,-1 0 3 0,-3 0-2 0,1 2-6 0,-2 1 16 0,-1 3 7 16,1 2-1-16,-1 1-1 0,-3 1-16 0,2 1-8 0,-2 1 1 16,1 2-8-16,2 1 4 0,-3 0-3 0,1 1 1 0,-2-1 3 0,0 1-10 15,-1 0 2-15,0-1 2 0,-1 0-4 0,-1 0 2 0,-1 0-6 16,-1-1-3-16,-1-1 6 0,0 1-3 0,-4 0 3 0,1-1-5 0,-2 1-5 16,-2 0-5-16,-1-1-10 0,-1 0-5 0,-2-2-9 0,0-1-22 0,1 1-17 15,-2-2-21-15,-1-1-22 0,0 0-21 0,2-1-35 0,0-1-28 16,1-1-27-16,2-2-8 0,0-2-15 0,2-1-42 0,1-1-28 0,1-2-22 15,4-3-72-15,3-5-35 0</inkml:trace>
  <inkml:trace contextRef="#ctx0" brushRef="#br0" timeOffset="-67592.15">32708 14030 2656 0,'3'15'765'0,"0"0"-658"0,0 5 31 0,2 8-39 15,1 7-81-15,2 9 12 0,1 4 13 0,1 6-6 0,-1 6-10 0,1 6-21 16,-2 4-6-16,0 4-6 0,-5-35-19 0,0 10-8 0,0-4-35 16,0 6-41-16,1 51-48 0,-4 1-102 0,0-1-179 0,-3-2-300 0,-2 1-627 15</inkml:trace>
  <inkml:trace contextRef="#ctx0" brushRef="#br0" timeOffset="-65692.11">31779 16089 1909 0,'-2'4'204'0,"1"1"-83"0,-1 0-55 16,1-2-3-16,0 0 20 0,0 0 17 0,0 0-5 0,1 1-24 0,0 1-31 15,-1-2-11-15,-2 3-16 0,0-2-3 0,-1 1 7 0,-1 2-11 0,0-1 8 16,-2 1 1-16,0 1-9 0,-1 1 1 0,0 0-7 0,-2 1 3 16,3 1-4-16,-1-2 2 0,3 3-2 0,0-2-16 0,1 3 2 0,2-2-7 15,-1-1 1-15,4 2 4 0,0 0-1 0,2 0-3 0,2 1-3 16,1 0 2-16,3 1-7 0,3-1 10 0,0 1 0 0,2 1 1 0,0 0 4 15,1 2-4-15,2 0 2 0,-1-2-1 0,0 1 8 0,0 0 1 16,1 1 8-16,1 1 0 0,1 2-2 0,-2 0 13 0,-2-1 0 0,-2 2 7 16,-1 0 4-16,-1-2 2 0,-4 1 11 0,-2 0 5 0,-3-1 1 0,0 1 2 15,-4 0 3-15,-1-1-3 0,-2 2 1 0,-3-2-9 0,-1 1-14 16,-2-4-6-16,0-1-3 0,0-2 2 0,-3-2 3 0,0-1-12 0,-1-2 3 16,0-2-9-16,0-1-4 0,0-3 10 0,-1-1-14 0,1-2 4 0,0-1-4 15,2-2 1-15,1-1 6 0,0-2 0 0,1 0-4 0,2-3-3 16,0-3-6-16,5-1 4 0,0-4 1 0,1 0 0 0,3-3-3 0,-2-1 2 15,4 1 0-15,1-1 2 0,0 0 6 0,1 2-4 0,-1-3 6 16,3 0-6-16,0 0-3 0,1-2 6 0,1 2 3 0,-1 0-1 0,1-1-1 16,0 2-4-16,2-1 4 0,1 1-2 0,3-2 3 0,-1-1 2 0,3 1 0 15,0-1 10-15,-1 2-7 0,1 0 2 0,0 0 0 0,0 1 0 0,1 1 16 16,-2 0-1-16,1 3-2 0,-1-1 4 0,-1 0-6 0,-1 3 2 16,-4 1-1-16,0 0-3 0,-2 3 10 0,-3 0-8 0,-1 2 1 0,-3-1 5 15,-1 1-4-15,0 1 6 0,-3 1-6 0,-2 1-1 0,-2 0 1 16,-2 2-2-16,-1 0-7 0,0 0 3 0,-2 1-5 0,-3 1-1 0,0 0 4 15,0 3-10-15,-1-1-5 0,-1 2 1 0,3 1 6 0,-2 0-7 0,1 2 1 16,0 0-8-16,0 0-2 0,2 2 1 0,-1-1-4 0,2 2-22 16,3 1-11-16,-1 0-25 0,2 0-22 0,-1 1-6 0,2-2-34 0,2 2-32 15,2-3-31-15,2 1-38 0,2 0-36 0,2-1-43 0,1 0-46 16,5-1-80-16,3-1-88 0</inkml:trace>
  <inkml:trace contextRef="#ctx0" brushRef="#br0" timeOffset="-65291.11">32301 16115 1820 0,'6'6'250'0,"-2"-1"-108"0,3 1-57 16,0 2-5-16,2 1 6 0,1 2 0 0,-2 1-3 0,1 0-32 16,2 2-23-16,0 0-9 0,-1 1-17 0,0 1 1 0,0 0-3 0,0 0-5 15,0 2 8-15,1 0-4 0,-2 1-4 0,1-1-3 0,1 2 0 0,-2 0 3 16,1 1 2-16,0-1-2 0,0 0 0 0,-1 0 11 0,0 0 11 16,-3 0 10-16,1-3 13 0,-1 1 11 0,-2-1 13 0,-1-1 15 0,-2-2 0 15,-1 0-6-15,-3-2 1 0,-2 0-10 0,0-3-5 0,-3 1-13 16,0-1-21-16,-3-1-16 0,-1-1-9 0,-2-2-3 0,-1 0 4 0,0-1 3 15,-3-1 1-15,0-1 3 0,2-2-3 0,-2-1 1 0,1 0-6 0,1-2 0 16,3 0-11-16,0-2 2 0,2 0 5 0,1-1-7 0,2 0 6 16,2 0-10-16,1-1 4 0,3-1 0 0,1 1 9 0,0-1 8 0,1-1-13 15,2 0 3-15,1-1-10 0,2-1 1 0,0 0 8 0,2-2 3 0,2 0 2 16,1-2-24-16,2 0 19 0,1 0 0 0,2-2-6 0,1-2 18 16,2 1-16-16,-1-2 4 0,1 0 3 0,0-1 0 0,1-1-1 0,-1 0 3 15,-1 1 1-15,0-2 3 0,-1 0 1 0,-1 1-8 0,-1-1 6 16,-1 1-4-16,-2-1 2 0,-1 1 5 0,-2 1-8 0,-1 1 13 0,-1 1-8 15,-3 2 1-15,-2 2 12 0,-1 0-3 0,-3 2 6 0,-1 2 3 0,-2 2 2 16,-3 1-1-16,-1 1-1 0,0 1-2 0,-3 2-12 0,-1 1 1 16,-1 1-4-16,-1 2-1 0,0 2-17 0,-2 0-9 0,0 2 6 0,1 0-4 15,-3 3 9-15,0 0-9 0,1 1-16 0,-1 1-9 0,-1 1-21 0,2 0-8 16,-2 1-22-16,1 0-29 0,2-1-28 0,-1 1-34 0,0-2-21 16,2 0-24-16,1-1-31 0,3-1-42 0,1-2-20 0,1-1-28 0,2-2-54 15,4-1-6-15</inkml:trace>
  <inkml:trace contextRef="#ctx0" brushRef="#br0" timeOffset="-62290.11">22544 16398 2036 0,'-7'0'89'0,"1"0"-8"0,-2 0 1 0,2-1-15 0,2 1-13 0,1 0-17 15,-1 0-17-15,2 1-8 0,0 0 1 0,-1 0 1 0,1 0-2 16,-1 1-2-16,-2 0-1 0,0 1-1 0,-1 0 3 0,1 1-5 0,0-1-2 16,-2 0 8-16,0 0-2 0,-2 0 7 0,1-2 4 0,-1-1-18 0,-2-1 5 15,2-2-6-15,-2-2-2 0,-2-1 3 0,1-2-9 0,-3-1 3 16,0-1-17-16,-3-2 3 0,-3-1 1 0,-1-1-5 0,-7 0 4 0,-1 2-7 16,-4-1 10-16,0 1 13 0,-3 3-2 0,-1 2 9 0,-1 3 5 15,-3 5-2-15,0 4 4 0,0 4 7 0,-3 4-2 0,3 4 20 0,2 1 20 16,1 4 2-16,5 3-1 0,2 1-36 0,4 4 10 0,3 2-21 0,3 2-5 15,2 4 5-15,3 2-33 0,4 2 11 0,3 1-15 0,3 2 2 16,2 2-1-16,3 0-9 0,2-2-2 0,2-4-7 0,3-2-1 0,4-6-2 16,3-1 1-16,5-6 0 0,3-4 13 0,2-5 0 0,3-4 14 0,2-4 16 15,2-3-4-15,1-3 24 0,1-4 5 0,0-2 17 0,0-5 18 16,0-3 6-16,-1-2 13 0,1-5-10 0,-2-2 5 0,0-1-3 0,-1-1-9 16,-1-3 9-16,-2 1-15 0,0-2-9 0,-1-1 10 0,-3 0-22 0,1-1-8 15,-1 1-1-15,-1 0-14 0,-1 1 7 0,-1 3-5 0,-1 3-6 16,-3 4 0-16,0 3-2 0,-1 4-3 0,-4 3 0 0,0 4-6 0,-2 3 4 15,-2 1 9-15,0 5-3 0,-1 5 5 0,-1 4 3 0,0 6-1 16,-2 7 7-16,0 5-13 0,-3 4 1 0,-1 3 3 0,-1 3-8 0,-2 2 5 16,0 5-18-16,2-26 10 0,-1 8 11 0,0-1-9 0,-1 7 7 0,-2 1-10 15,0 6-12-15,-2 0 11 0,-3 7-4 0,-1 0-1 0,1-2 7 16,-3-2-9-16,0-2 5 0,-2-1-10 0,0-2-1 0,8-24 22 0,-1 1-25 16,0-1-13-16,-1 0-35 0,1-1-55 0,-2 2-50 0,1-5-78 0,-2 2-75 15,0-2-154-15,1 0-217 0,0-4-212 0</inkml:trace>
  <inkml:trace contextRef="#ctx0" brushRef="#br0" timeOffset="-61975.11">22738 16963 3630 0,'1'27'97'16,"1"2"-53"-16,1-11-23 0,1 5 20 0,2 0-2 0,3 5-6 0,3-3-14 15,4 5-23-15,4-2 0 0,4 6 8 0,1-3-9 0,3-1-21 0,0-3 11 16,1-3-30-16,-2-2 4 0,1-4-12 0,-3-3-14 0,2-3 24 16,-2-2-4-16,-1-4 21 0,1-4 9 0,-2-2 0 0,0-4 23 0,-1-3-19 15,-2-3-2-15,1-4 6 0,-1-3-2 0,0-3 11 0,-1-5 4 16,1-1-4-16,-2-4 5 0,-1-3 2 0,12-34 1 0,-9 4 7 0,-8 8-8 16,-8 8 13-16,-4 5 5 0,-2 2-12 0,-2-1 9 0,-3 2-7 0,-2 1 4 15,-1 2 13-15,-4 4-20 0,-1 3 12 0,-4 6-5 0,-3 5-5 16,-5 3-1-16,-3 5-15 0,-4 5-5 0,-3 4-13 0,-3 3-1 0,0 6 2 15,-1 5-5-15,1 6-4 0,2 3-1 0,2 5-8 0,0 4-2 0,2 1-4 16,0 1-37-16,3 2-41 0,1-1-54 0,3 3-59 0,1-1-57 16,5 1-83-16,0 1-159 0,13-19-399 0</inkml:trace>
  <inkml:trace contextRef="#ctx0" brushRef="#br0" timeOffset="-61775.11">23720 17041 3674 0,'17'8'107'0,"2"0"-12"0,9 0-27 0,3-5 5 0,5 0-13 0,3-1-42 15,5 0-18-15,1-2 0 0,0-2 0 0,-2 2 0 0,-1-2 0 0,-3 1 0 16,-3-1-4-16,-1 0-60 0,-5-1-25 0,-1 1-24 0,-1 0-8 16,-1 0 6-16,-1 1-13 0,-5 0-21 0,0 0-35 0,-4 1-66 0,-2-4-46 15,2 0-46-15,-2-1-57 0,2-2-77 0,-2-2-45 0,2 0-140 16</inkml:trace>
  <inkml:trace contextRef="#ctx0" brushRef="#br0" timeOffset="-61342.11">24739 16421 3264 0,'-10'5'153'0,"4"1"-63"0,-2 0-25 0,4 0-3 0,4-1-22 16,2 0-23-16,3 3 8 0,1 3-12 0,2 2 14 0,2 2-10 0,2 1-21 15,1 1 2-15,0 2-9 0,0 1-4 0,0 0-18 0,1 3-7 0,0 1-1 16,1 3-4-16,-2 2 13 0,1 1-3 0,-1 0 7 0,0 0 8 16,-1 0-4-16,0-2 26 0,1 0-6 0,-2-2 2 15,-1 0 4-15,0-2-15 0,-4 0 11 0,0 1 11 0,-3-1-5 0,-2 0 0 0,-1-3-13 0,-1-12-4 16,-1 4 13-16,-2-1-9 0,-1 2 18 0,-1-1-7 0,-4 1-19 16,-1 2 15-16,-3 2-10 0,-1-3 10 0,-2 0-2 0,-2-2-14 0,-1-1 3 15,0-2-13-15,-2-1 2 0,0-3 3 0,1 0-21 0,-1-3 8 16,2 0-4-16,2-2-9 0,0-2-5 0,2-2-17 0,2-1 12 0,3-3 8 15,1 1 11-15,2-3 9 0,2-2 9 0,1-1 4 0,1-3 10 0,3 0 0 16,2-8-18-16,4-16 13 0,5-3 0 0,4 1 5 0,1 7 1 16,4-1-6-16,2 0 7 0,2-2-2 0,3 0 9 0,1-3 4 0,0 1-2 15,0-3 7-15,-1 1 5 0,0 1 14 0,-2 0 22 0,0 1 8 0,-2 0 10 16,-1 1 3-16,-2 1-7 0,-1 2 10 0,-4 1 0 0,-4 1-13 16,-1 1 3-16,-4 1-6 0,-3 3-4 0,-4 3 5 0,-3 2-17 0,-3 3-10 15,-3 1-8-15,-4 2-8 0,-1 2 5 0,-3 1-5 0,1 2 2 0,-4 3-15 16,0 4-16-16,0 2 1 0,-2 2-10 0,0 4-12 0,0 1-1 15,-3 3-11-15,0 4-10 0,-2 3 15 0,2 1-15 0,-1 4 10 0,5 1 6 16,-2 0-15-16,2 3-7 0,3 1-53 0,1-2-57 0,4 1-62 16,2-1-72-16,4 0-114 0,2 1-172 0,3 1-361 0</inkml:trace>
  <inkml:trace contextRef="#ctx0" brushRef="#br0" timeOffset="-60941.11">25402 16383 2601 0,'7'7'152'0,"1"2"-94"16,4 3-37-16,3 1-14 0,0-1-7 0,1 2 2 0,2 0 9 16,0 2-17-16,-1 2-1 0,-1 0-8 0,0 2-20 0,-2 1-6 0,-3-1-22 15,0 1-16-15,-2 2-10 0,-1 0-2 0,-3 2 16 0,-1 1 15 0,-1 1 5 16,-3 2 12-16,-2 1-12 0,-4 3-8 0,-3 1 2 0,-3 0 5 16,-3 2 13-16,-2-2 13 0,-4 0 9 0,0-2 6 0,-3-3-6 0,13-15 18 15,-4 3 2-15,0-1 9 0,-4 3 8 0,-1-2-14 0,-1 3 0 0,-1-2-9 16,-3 2 12-16,1-3 5 0,0-2-1 0,1-2 11 0,2-4 6 15,1-2 10-15,2-5 21 0,1-2 11 0,2-2 17 0,1-3-2 0,2-3-12 16,3-4-8-16,0-2-20 0,1-3-3 0,2-5-13 0,-3-18-10 16,5-1 2-16,4 2-4 0,3 7 7 0,4-2-10 0,4-1-8 0,3 0-1 15,2-2-3-15,5-1 2 0,2-1-7 0,3-2-1 0,3 2-4 0,2-1-1 16,3 1 7-16,1 1-11 0,2 0 6 0,2 0-4 0,-1 1-5 16,0 1 12-16,-2 0 1 0,-2 3 0 0,0 0 10 0,-4 2 3 0,-1 1 6 15,-5 2 14-15,-2 1 10 0,-4 2 14 0,-5 1 16 0,-5 1 10 0,-3 2 8 16,-4 0-7-16,-4 0 7 0,-3 4 7 0,-4 0 2 0,-4 2 10 15,-3 2-27-15,-1 2-18 0,-1 2-14 0,-4 2-18 0,0 1-4 0,-3 2-14 16,-3 2-3-16,1 3-13 0,-3 3-5 0,0 4 17 0,0 1-17 0,0 4-4 16,0 3-19-16,1 4-12 0,1 3 6 0,2 4-11 0,0 3-15 15,2 1-30-15,0 1-41 0,2 1-50 0,0 0-49 0,2 2-63 0,2 1-120 16,0 2-156-16,1-1-378 0</inkml:trace>
  <inkml:trace contextRef="#ctx0" brushRef="#br0" timeOffset="-60758.11">26043 16415 3813 0,'12'2'98'0,"4"0"-51"16,7 1-12-16,7-2-29 0,1 0-6 0,5-1 2 0,0-1 0 0,-2 1 2 16,-2-1-12-16,-3 1-4 0,-3 0-13 0,-4 1-26 0,-2-1-25 15,-2 0-38-15,0 1-25 0,-2 0-22 0,-1 1-20 0,-1 0-1 0,-2 1-27 16,-1 0-15-16,-2-2-30 0,-1 1-62 0,0-1-99 0,-1-2-114 15,1 0-291-15</inkml:trace>
  <inkml:trace contextRef="#ctx0" brushRef="#br0" timeOffset="-60575.11">26078 16932 3798 0,'8'5'85'0,"1"0"-42"0,7 0-23 16,3 0 5-16,3 1-5 0,5-1-16 0,0 0-2 0,1-1-6 0,-2-2-4 16,0-1-4-16,-3-1-43 0,-3-3-50 0,-1-1-61 0,-2-1-117 15,-3-1-117-15,1-2-177 0,1-2-239 0,-1-4-308 0</inkml:trace>
  <inkml:trace contextRef="#ctx0" brushRef="#br0" timeOffset="-60258.11">26964 15949 3860 0,'5'0'149'0,"2"-1"-77"0,4-1-58 0,8 0-14 16,7-1 0-16,3 1 0 0,5 1 0 0,-1 0 0 0,-1 2 0 0,-1 0 0 16,-2 3-14-16,-2 1-8 0,-2 0-18 0,-4 3-8 0,0-1-8 15,-3 3-13-15,-2 3 15 0,-5 1 1 0,-1 3-14 0,-4 0 3 0,-2 4-2 16,-3 4-4-16,-5 3 2 0,-3 3-4 0,-5 4 2 0,-2 1 16 15,-6 3 12-15,-4 2 21 0,-3 1-3 0,-5 3 11 0,1 0 12 0,-4 0 1 16,-1-1 21-16,0-2 0 0,-1-4 8 0,2-2 5 0,0-5 7 0,5-2 27 16,1-4 10-16,4-1 6 0,1-3 5 0,6-2-14 0,2-2-2 15,3-4-12-15,2-2-21 0,2-2-15 0,3-1-11 0,2 0-2 0,2-2 7 16,3 0-5-16,0-1-3 0,2-1 3 0,1 1-10 0,3 0-4 0,2-1-10 16,1 2 4-16,4-2-5 0,1 1-9 0,2-1 5 0,3-1-11 15,1-2-18-15,3-1-16 0,2-2-33 0,0-2-30 0,4-3-51 0,-2-1-80 16,6-4-114-16,1-4-160 0,2-4-233 0,7-8-278 0</inkml:trace>
  <inkml:trace contextRef="#ctx0" brushRef="#br0" timeOffset="-59775.11">26674 16046 1 0,'-24'5'9'0,"5"-3"500"0,-3-1 796 0,6-6 35 15,-1-2-1205-15,2-3-66 0,3 2-42 0,2-3-5 0,3-1 2 16,2-1-4-16,2-1 2 0,1 1-9 0,1-3-2 0,2-1 2 0,1 0-26 15,1-2 17-15,2 0-4 0,1-2-19 0,1 1 25 0,2-1-15 0,2-2 1 16,4 2 21-16,2-3-13 0,5 1 2 0,2-2 2 0,5 0-6 16,4 0-4-16,6-2-1 0,6 1 7 0,4-1-5 0,6-1 1 0,7 0 11 15,3 0-12-15,4 5 12 0,4 1 4 0,1 4-20 0,2 5 13 0,2 3-4 16,1 4-4-16,-2 5 9 0,1 4-8 0,0 5 3 0,-2 6-4 16,-2 3-1-16,-2 6 1 0,-4 4-4 0,-2 5-3 0,-5 4 10 0,-3 5-3 15,-3 4 2-15,-5 6 2 0,-4 4-22 0,-5 5 6 0,-6 3 1 16,-4 4 2-16,-8 3 13 0,-4 4-20 0,-6 1-5 0,-6-1 3 0,-5 1 8 15,-6-3 7-15,-5-1 5 0,-6-1 2 0,-6-3 11 0,-6 1 7 0,-8 0 11 16,-6-1 5-16,-8-2 17 0,-7-1 10 0,-6-3 2 0,28-31 12 16,-10 8-18-16,-4-1 2 0,-11 8-15 0,-5-3-11 0,-13 5 6 0,-3 0-2 15,-14 5 6-15,-3-3-10 0,-4-4-5 0,0-2 10 0,-2-2-20 0,2-5-2 16,4-4-8-16,3-3-12 0,4-4 12 0,4-5-6 0,6-3-2 16,4-5-10-16,5-5-14 0,4-4-28 0,4-5-29 0,3-5 1 0,4-3-31 15,5-4-14-15,3-6-48 0,5-6-86 0,5-7-150 0,5-6-176 16,5-11-291-16,7-8-112 0</inkml:trace>
  <inkml:trace contextRef="#ctx0" brushRef="#br0" timeOffset="-59491.11">27309 16457 4095 0,'-6'1'0'16,"0"0"0"-16,-1 1 0 0,3-1 0 0,3-1 0 0,2 0 0 0,1 0 0 15,0 1-76-15,3 0-214 0,0 0-152 0,1-2-241 0,-1 1-967 0</inkml:trace>
  <inkml:trace contextRef="#ctx0" brushRef="#br0" timeOffset="-59358.11">27348 16801 4095 0,'-15'14'0'0,"1"-1"0"0,-2 4 0 15,3-3 0-15,9-6 0 0,2-1 0 0,2-3 0 0,2 0-66 0,0-2-531 16,0-2-608-16,-2-3-332 0</inkml:trace>
  <inkml:trace contextRef="#ctx0" brushRef="#br0" timeOffset="-46820.58">5691 3927 1773 0,'-45'1'-42'0,"-18"2"-70"0,-19 3-92 0,-21 2-121 0,21 8-207 0,-3 5 67 0</inkml:trace>
  <inkml:trace contextRef="#ctx0" brushRef="#br0" timeOffset="-46240.78">3897 4454 849 0,'-91'31'54'0,"-8"5"-48"16,-23 12 5-16,15-1 6 0,14-2 3 0,2 1 8 0,2 2-3 15,2 3-1-15,1 1-8 0,3 6-6 0,0 1 5 0,2 1-4 0,3 3 3 16,1 2 0-16,2 4 0 0,3 5 11 0,2 5-3 0,5 1 6 0,4 6-4 16,0 3-3-16,4 2-3 0,3 4-7 0,3 0-2 0,5 0-5 15,1 2-2-15,5 1-2 0,2 6 6 0,20-50 1 0,-4 14 0 0,2 0 13 16,-2 14-5-16,2 0-8 0,-3 12 11 0,2 0-11 0,-1 13-3 0,2-1 6 16,2-1-16-16,2 2-4 0,0-1 6 0,2 1-1 0,1 0 2 15,1 0 8-15,2-3-7 0,0 0 2 0,1-1 12 0,2-3 18 0,1-1 22 16,2-1 24-16,2-3 10 0,2 0-1 0,1-2-1 0,3 1-6 15,1-2-5-15,2 0 4 0,2 0-8 0,2 0-5 0,1 0-6 0,4 0-9 16,1 2-9-16,2-1-23 0,1 4-13 0,3-1-7 0,5 15-1 0,23 75 10 16,-5-19 0-16,-3-23 0 0,-10-34-2 0,1 0 5 0,3 1-6 15,3 3-6-15,0 1 6 0,2 5-1 0,0 1 1 0,0 2 4 0,1 2-13 16,4 1 0-16,0 4-4 0,1 0-2 0,0 3 9 0,2-1-9 0,1-2 10 16,-2 2 2-16,1-1-4 0,2 1 5 0,0 0-1 0,1-1 0 15,1 1 2-15,2 1 10 0,1 1 9 0,3 1 11 0,2-1 10 0,2 1 23 16,2 3-2-16,3-2-9 0,4 2-1 0,0-1-24 0,4-3 2 15,-2 2-2-15,6 4 25 0,6 0-1 0,2 2-6 0,4-1-4 0,-1-7-33 16,2-6-7-16,3-1-5 0,5 1 6 0,4 2-9 0,4-2 3 0,3-2 0 16,1-4-6-16,3-2 4 0,3-4-6 0,2-5 5 0,1-3 15 15,2-7-1-15,3-3 1 0,1 0 2 0,5-3-7 0,1-1 3 0,-67-49-8 16,21 11 6-16,1-2 0 0,18 10 1 0,2-2 4 0,20 10-13 0,4-1-5 16,20 7 7-16,2-2-2 0,-77-39 14 0,12 3-12 0,0-2 2 15,13 5 1-15,1-3-9 0,12 2 12 0,2-1-9 0,12 0 6 0,2-3-9 16,10 3-8-16,4-6 16 0,11 2-1 0,3-4 11 0,12-1-1 15,2-3-11-15,13-2 0 0,1-4-9 0,1-5 11 0,3-5 10 0,1-6-9 16,1-3 16-16,2-3 5 0,1-4-22 0,1-3 20 0,2-5 6 0,1-2-1 16,0-3-5-16,2-2-13 0,1-2 0 0,0-1-2 0,1-1 2 15,2-2-4-15,195-24 9 0,-23 1-1 0,-24 4-26 0,-25 1 3 0,-27 4-13 16,-25 0 10-16,-26 6 20 0,-27 0-1 0,-11 3-1 0,-4-2-9 0,1 1 4 16,-1-1 9-16,-1 0-3 0,-3-1-3 0,0 1 11 0,-2 0-7 15,-5 1-3-15,-2 0 0 0,-2 2-12 0,-7-2 5 0,-3 3-4 0,-5-1 12 16,-6 1-14-16,-4 1-26 0,11-4-9 0,114-16-46 0,-53 6-18 15,-53 7-21-15,-62 10-37 0,-8-3-23 0,-6 1-38 0,-5-3-33 0,-8-1-57 16,-7 0-33-16,-5-4-11 0,-3-6-33 0,-3-6-57 0</inkml:trace>
  <inkml:trace contextRef="#ctx0" brushRef="#br0" timeOffset="-45989.78">19343 16130 3317 0,'3'11'295'16,"1"-3"-250"-16,3 1 16 0,1-2-14 0,3-4-8 0,6-2-43 15,10-1-52-15,9-4 5 0,12-1-8 0,9-1 12 0,8-2 23 0,8-1-13 16,6-1 2-16,5 0-2 0,4 0-11 0,1 1-3 0,5 2-23 0,0 2 10 16,3 2 15-16,-1 4 17 0,-2 3 32 0,-5 2 4 0,-4 5 12 15,-6 2 12-15,-4 3 9 0,-6 1 0 0,-4 3 4 0,-4 3 6 0,-4 2 11 16,-5 4 10-16,-5 5-11 0,-4 3 24 0,-9 6-21 0,-5 5 7 15,-7 8-12-15,-5 11-35 0,-7 8-7 0,-9 13-36 0,-10 14-37 0,-2-44-82 16,-6 20-95-16,-11 10-264 0,-13 28-766 0,10-48 87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1:22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8 11234 0 0,'-1'0'24'0'0,"-8"-2"113"0"0,1 0-1 0 0,-1 0 0 0 0,0 1 0 0 0,-10 0 1 0 0,16 1-93 0 0,0 0 1 0 0,1 1-1 0 0,-1-1 1 0 0,0 1-1 0 0,1 0 0 0 0,-1-1 1 0 0,0 1-1 0 0,1 0 1 0 0,0 1-1 0 0,-1-1 1 0 0,1 0-1 0 0,-1 1 1 0 0,1-1-1 0 0,0 1 1 0 0,0 0-1 0 0,0-1 1 0 0,-3 5-1 0 0,3-5 33 0 0,1 1 0 0 0,0-1 1 0 0,-1 1-1 0 0,1-1 0 0 0,0 1 0 0 0,0 0 0 0 0,0-1 1 0 0,0 1-1 0 0,0 0 0 0 0,0 0 0 0 0,1 0 0 0 0,-1 0 0 0 0,1 0 1 0 0,-1 2-1 0 0,1-2 134 0 0,1 0 0 0 0,-1 0 0 0 0,1 0 0 0 0,0 0 0 0 0,0-1 0 0 0,-1 1 1 0 0,1 0-1 0 0,0 0 0 0 0,1-1 0 0 0,-1 1 0 0 0,1 1 0 0 0,5 7-256 0 0,54 87 133 0 0,-41-60-71 0 0,3-2-1 0 0,0 0 1 0 0,3-2 0 0 0,0 0 0 0 0,33 30-1 0 0,-42-48 30 0 0,-4-3 34 0 0,0 0 1 0 0,0-1-1 0 0,1 0 0 0 0,0-1 0 0 0,1 0 0 0 0,0-2 0 0 0,27 12 0 0 0,-40-19-28 0 0,0 0 0 0 0,0-1 0 0 0,0 1 0 0 0,1-1 1 0 0,-1 0-1 0 0,0 1 0 0 0,0-1 0 0 0,1 0 0 0 0,-1 0 0 0 0,0-1 0 0 0,1 1 0 0 0,-1 0 0 0 0,0-1 1 0 0,0 0-1 0 0,0 1 0 0 0,0-1 0 0 0,1 0 0 0 0,-1 0 0 0 0,3-2 0 0 0,-3 1-3 0 0,1 0 0 0 0,-1-1 0 0 0,0 1-1 0 0,1-1 1 0 0,-1 1 0 0 0,0-1 0 0 0,-1 0 0 0 0,1 0-1 0 0,0 0 1 0 0,-1 0 0 0 0,3-6 0 0 0,0-7 38 0 0,-1-1 0 0 0,0 0 1 0 0,0 1-1 0 0,-1-23 0 0 0,-2 25-37 0 0,0 13-45 0 0,0 0 0 0 0,0 0 0 0 0,0 0 0 0 0,0 0-1 0 0,0 0 1 0 0,0 0 0 0 0,1 0 0 0 0,-1 0 0 0 0,0 0 0 0 0,0 0 0 0 0,1 0 0 0 0,-1 0 0 0 0,1 0 0 0 0,-1 0 0 0 0,1 0 0 0 0,-1 0 0 0 0,1 0 0 0 0,-1 0 0 0 0,1 1 0 0 0,0-1-1 0 0,-1 0 1 0 0,1 0 0 0 0,0 1 0 0 0,1-2 0 0 0,0 2-5 0 0,-1 0-1 0 0,0 0 1 0 0,0 0 0 0 0,0 0-1 0 0,1 0 1 0 0,-1 0 0 0 0,0 0-1 0 0,0 1 1 0 0,0-1 0 0 0,0 0-1 0 0,0 1 1 0 0,0-1 0 0 0,1 1-1 0 0,-1 0 1 0 0,0-1 0 0 0,0 1-1 0 0,0 0 1 0 0,1 0 0 0 0,7 8-13 0 0,1 0 1 0 0,-1 0-1 0 0,8 12 1 0 0,-13-16 33 0 0,7 8-32 0 0,0-1 1 0 0,1 0 0 0 0,0-1-1 0 0,1 0 1 0 0,0-1 0 0 0,0 0-1 0 0,1-1 1 0 0,20 9 0 0 0,-28-15 14 0 0,1 0 1 0 0,0 0-1 0 0,0-1 0 0 0,0 0 1 0 0,1-1-1 0 0,-1 0 0 0 0,0 0 1 0 0,1 0-1 0 0,-1-1 0 0 0,0 0 1 0 0,1 0-1 0 0,-1-1 1 0 0,1 0-1 0 0,-1 0 0 0 0,0-1 1 0 0,0 0-1 0 0,0 0 0 0 0,0-1 1 0 0,0 1-1 0 0,11-8 0 0 0,1-2 15 0 0,-1-2-1 0 0,30-29 0 0 0,-36 31 1 0 0,0 1-1 0 0,1 0 1 0 0,1 1-1 0 0,-1 0 1 0 0,2 1-1 0 0,19-10 1 0 0,-30 17-9 0 0,-1 1 0 0 0,1 0 0 0 0,-1 0 0 0 0,1 1 0 0 0,-1-1 0 0 0,1 1 0 0 0,-1 0 0 0 0,1-1 0 0 0,-1 2 0 0 0,1-1 0 0 0,0 0 0 0 0,-1 1 0 0 0,1-1 0 0 0,-1 1 0 0 0,6 2 0 0 0,-3 0 2 0 0,-1-1-1 0 0,1 2 1 0 0,-1-1 0 0 0,0 0 0 0 0,1 1-1 0 0,-2 0 1 0 0,1 0 0 0 0,5 6-1 0 0,2 5 7 0 0,-1-1-1 0 0,0 2 1 0 0,-1-1-1 0 0,-1 1 1 0 0,9 19-1 0 0,13 46-33 0 0,-22-54-1189 0 0,2 0-1 0 0,20 38 1 0 0,-29-59-2192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1:22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405 104 6777 0 0,'7'-9'1710'0'0,"44"-46"1504"0"0,-46 50-3212 0 0,1 0-1 0 0,0 0 0 0 0,0 1 0 0 0,0 0 0 0 0,0 0 0 0 0,1 0 0 0 0,11-5 0 0 0,-42 20 190 0 0,1 0-1 0 0,0 2 1 0 0,-31 21-1 0 0,-5 4 177 0 0,0-3 319 0 0,-59 45 0 0 0,100-66-579 0 0,1 0 0 0 0,0 1 1 0 0,1 1-1 0 0,1 1 1 0 0,1 0-1 0 0,0 1 0 0 0,-15 26 1 0 0,26-38-108 0 0,-1 0 0 0 0,1 1 0 0 0,1 0 0 0 0,-1 0 0 0 0,1 0 0 0 0,0 0 0 0 0,1 0 0 0 0,0 0 1 0 0,0 1-1 0 0,1-1 0 0 0,-1 0 0 0 0,1 1 0 0 0,2 11 0 0 0,0-14 2 0 0,-1 1 0 0 0,1-1 1 0 0,0 0-1 0 0,0 1 0 0 0,0-1 0 0 0,1 0 1 0 0,0 0-1 0 0,0 0 0 0 0,0-1 0 0 0,0 1 1 0 0,1-1-1 0 0,0 0 0 0 0,0 0 0 0 0,0 0 1 0 0,0 0-1 0 0,1-1 0 0 0,9 6 0 0 0,14 5 13 0 0,1-1 0 0 0,0-2 1 0 0,1-1-1 0 0,0-2 0 0 0,1 0 0 0 0,31 2 0 0 0,24 8 42 0 0,104 24 286 0 0,194 49 1369 0 0,-372-88-1651 0 0,-7-3-60 0 0,-1 1-1 0 0,1 0 1 0 0,-1 0 0 0 0,0 0 0 0 0,0 1 0 0 0,1-1 0 0 0,-1 1 0 0 0,0 0 0 0 0,0 0 0 0 0,-1 1 0 0 0,7 4 0 0 0,-10-6-42 0 0,0 0-1 0 0,0 0 1 0 0,0-1-1 0 0,-1 1 1 0 0,1 0-1 0 0,-1 0 1 0 0,1-1-1 0 0,0 1 1 0 0,-1 0-1 0 0,1-1 1 0 0,-1 1-1 0 0,1 0 1 0 0,-1-1-1 0 0,0 1 1 0 0,1-1-1 0 0,-1 1 1 0 0,0-1-1 0 0,1 1 1 0 0,-1-1-1 0 0,0 0 1 0 0,0 1-1 0 0,1-1 1 0 0,-1 0-1 0 0,0 1 1 0 0,0-1-1 0 0,1 0 1 0 0,-2 0-1 0 0,-26 11-1268 0 0,27-11 1246 0 0,-157 41-6986 0 0,10-3 1690 0 0,105-24 3353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1:22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0 686 11859 0 0,'183'-44'2029'0'0,"-141"37"-1778"0"0,-1-2 1 0 0,0-1 0 0 0,0-3-1 0 0,66-29 1 0 0,-95 34-274 0 0,-1 1 0 0 0,1-2 0 0 0,-2 1 0 0 0,1-2 0 0 0,-1 1 0 0 0,-1-1 0 0 0,1-1 0 0 0,-2 0 0 0 0,0 0 0 0 0,0 0 0 0 0,-1-1 0 0 0,0 0 0 0 0,-1-1 0 0 0,0 0 0 0 0,-1 0 0 0 0,3-15 0 0 0,0-1 431 0 0,-2 1 1 0 0,-1-1 0 0 0,-1 0 0 0 0,-1 0-1 0 0,-2 0 1 0 0,-4-49 0 0 0,2 71-228 0 0,1 0 1 0 0,-2 0 0 0 0,1 0 0 0 0,-1 1-1 0 0,0-1 1 0 0,0 0 0 0 0,-1 1-1 0 0,0 0 1 0 0,0 0 0 0 0,0-1 0 0 0,-9-9-1 0 0,10 14-136 0 0,0 0 0 0 0,0 0-1 0 0,0 0 1 0 0,0 0 0 0 0,-1 0 0 0 0,1 0-1 0 0,-1 1 1 0 0,0-1 0 0 0,1 1 0 0 0,-1 0-1 0 0,0-1 1 0 0,0 2 0 0 0,0-1 0 0 0,0 0-1 0 0,0 0 1 0 0,0 1 0 0 0,0-1 0 0 0,0 1-1 0 0,0 0 1 0 0,0 0 0 0 0,0 0 0 0 0,0 1-1 0 0,0-1 1 0 0,0 1 0 0 0,0-1 0 0 0,0 1-1 0 0,0 0 1 0 0,1 0 0 0 0,-4 2 0 0 0,-3 1-35 0 0,1 1 1 0 0,0 0-1 0 0,1 1 1 0 0,-1 0-1 0 0,1 0 1 0 0,0 0-1 0 0,1 1 1 0 0,-1 0 0 0 0,1 0-1 0 0,1 1 1 0 0,-1-1-1 0 0,2 1 1 0 0,-1 1-1 0 0,-5 10 1 0 0,0 4 1 0 0,1 0-1 0 0,1 1 1 0 0,2 0 0 0 0,-6 31 0 0 0,8-35-67 0 0,2-1 0 0 0,0 1 0 0 0,1-1 0 0 0,1 1 1 0 0,1-1-1 0 0,1 1 0 0 0,1-1 0 0 0,0 0 0 0 0,1 0 0 0 0,2 0 0 0 0,0 0 1 0 0,0-1-1 0 0,2 0 0 0 0,0 0 0 0 0,1-1 0 0 0,1 0 0 0 0,1-1 0 0 0,0 0 1 0 0,1 0-1 0 0,0-1 0 0 0,2-1 0 0 0,0 0 0 0 0,0-1 0 0 0,1-1 0 0 0,26 18 1 0 0,15 5-1120 0 0,1-3 0 0 0,2-2 1 0 0,84 31-1 0 0,-131-57 836 0 0,1 0 0 0 0,0-1-1 0 0,1 0 1 0 0,24 2 0 0 0,-34-4 87 0 0,-1-1 0 0 0,1 0 1 0 0,-1 0-1 0 0,1 0 0 0 0,-1-1 0 0 0,0 1 1 0 0,1-1-1 0 0,-1 0 0 0 0,1 0 1 0 0,-1 0-1 0 0,0 0 0 0 0,0 0 0 0 0,1-1 1 0 0,-1 0-1 0 0,0 1 0 0 0,0-1 0 0 0,-1 0 1 0 0,1-1-1 0 0,0 1 0 0 0,-1 0 0 0 0,1-1 1 0 0,-1 1-1 0 0,0-1 0 0 0,2-3 1 0 0,3-8-3796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1:23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404 599 632 0 0,'-22'-37'860'0'0,"-2"2"-1"0"0,-28-33 1 0 0,37 51 90 0 0,-1 1 0 0 0,0 0 0 0 0,-2 1 0 0 0,0 1 0 0 0,-28-17 0 0 0,25 19 17 0 0,2 0-1 0 0,0-1 0 0 0,0-1 1 0 0,-28-28-1 0 0,42 36-673 0 0,-1 0 0 0 0,2 0-1 0 0,-1-1 1 0 0,1 1 0 0 0,-1-1 0 0 0,2-1 0 0 0,-1 1-1 0 0,1 0 1 0 0,0-1 0 0 0,1 1 0 0 0,0-1 0 0 0,0 0-1 0 0,1 0 1 0 0,-1 0 0 0 0,2 0 0 0 0,-1 0 0 0 0,2-9-1 0 0,-1 12-202 0 0,1 1 0 0 0,0-1 0 0 0,0 1 0 0 0,1-1 0 0 0,-1 1-1 0 0,1 0 1 0 0,0 0 0 0 0,0 0 0 0 0,0 0 0 0 0,1 0 0 0 0,-1 0 0 0 0,1 0-1 0 0,0 1 1 0 0,0-1 0 0 0,0 1 0 0 0,0 0 0 0 0,1 0 0 0 0,0 0-1 0 0,-1 1 1 0 0,1-1 0 0 0,0 1 0 0 0,0 0 0 0 0,0 0 0 0 0,0 0 0 0 0,1 1-1 0 0,6-3 1 0 0,12-2 86 0 0,0 1-1 0 0,1 0 0 0 0,41-2 1 0 0,-56 7-111 0 0,30-2 12 0 0,-1 3 0 0 0,1 1 0 0 0,0 2 0 0 0,-1 1 0 0 0,0 2 0 0 0,0 2 0 0 0,0 2 0 0 0,-1 1 0 0 0,39 19 0 0 0,-13-2-137 0 0,-2 3 0 0 0,-1 3 1 0 0,-2 2-1 0 0,68 58 0 0 0,-48-31 18 0 0,129 141 1 0 0,-176-169 22 0 0,-1 1 0 0 0,-3 2 0 0 0,-1 1 0 0 0,-1 0 0 0 0,-3 2 0 0 0,22 56 0 0 0,-39-84-17 0 0,-1 0 0 0 0,0 0 1 0 0,-1 1-1 0 0,0-1 0 0 0,-2 1 0 0 0,1 0 1 0 0,-2 0-1 0 0,0 0 0 0 0,-4 28 0 0 0,2-31-47 0 0,-1 0 0 0 0,0-1 0 0 0,-1 0-1 0 0,0 0 1 0 0,0 0 0 0 0,-2 0-1 0 0,1 0 1 0 0,-1-1 0 0 0,-1 0-1 0 0,0-1 1 0 0,0 1 0 0 0,-16 15-1 0 0,0-6-39 0 0,1-1 0 0 0,-2 0 0 0 0,-1-2-1 0 0,0-1 1 0 0,0-1 0 0 0,-2-1-1 0 0,0-1 1 0 0,0-2 0 0 0,-1 0-1 0 0,0-2 1 0 0,0-1 0 0 0,-49 5-1 0 0,45-9 178 0 0,0-1 0 0 0,0-1 0 0 0,0-2 0 0 0,0-2 0 0 0,1 0 0 0 0,-1-3 0 0 0,1 0 0 0 0,0-2 0 0 0,0-1-1 0 0,1-1 1 0 0,-42-22 0 0 0,50 20 44 0 0,1-1 0 0 0,0-2 0 0 0,1 0-1 0 0,1-1 1 0 0,1-1 0 0 0,0 0 0 0 0,-20-27 0 0 0,18 19-21 0 0,2 0 0 0 0,1-2 0 0 0,1 0 0 0 0,2-1 0 0 0,-17-42 0 0 0,31 69-79 0 0,-1 0 1 0 0,1 0 0 0 0,-1 0 0 0 0,1 0 0 0 0,-1 0-1 0 0,1 0 1 0 0,0 0 0 0 0,0-1 0 0 0,-1 1-1 0 0,1 0 1 0 0,0 0 0 0 0,0 0 0 0 0,0 0 0 0 0,0-1-1 0 0,0 1 1 0 0,1 0 0 0 0,-1 0 0 0 0,0 0 0 0 0,1-2-1 0 0,0 3-4 0 0,-1-1 0 0 0,1 1 0 0 0,-1 0 0 0 0,1 0 0 0 0,0 0 0 0 0,-1 0 0 0 0,1-1 0 0 0,-1 1 0 0 0,1 0 0 0 0,0 0 0 0 0,-1 0 0 0 0,1 0 0 0 0,-1 0 0 0 0,1 0 0 0 0,0 0 0 0 0,-1 1 0 0 0,1-1 0 0 0,0 0 0 0 0,-1 0 0 0 0,1 0 0 0 0,-1 1 0 0 0,1-1 0 0 0,-1 0 0 0 0,2 1 0 0 0,5 3-228 0 0,1 1 0 0 0,-1 0 1 0 0,11 10-1 0 0,73 81-8229 0 0,-57-58 4025 0 0,-9-11-596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1:23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1 7634 0 0,'-2'0'339'0'0,"0"0"-1"0"0,0 0 1 0 0,0 1 0 0 0,1-1 0 0 0,-1 0 0 0 0,0 1 0 0 0,1 0 0 0 0,-1-1 0 0 0,0 1 0 0 0,1 0-1 0 0,-1 0 1 0 0,0 0 0 0 0,1 0 0 0 0,0 0 0 0 0,-1 0 0 0 0,1 0 0 0 0,-1 0 0 0 0,0 2 0 0 0,-1 1 2 0 0,0-1 0 0 0,1 1 1 0 0,0 0-1 0 0,0 0 1 0 0,0 0-1 0 0,0 0 1 0 0,-1 5-1 0 0,-2 8 95 0 0,2-1 0 0 0,-4 32 0 0 0,7-44-300 0 0,-8 64 500 0 0,-25 98 1 0 0,20-118-2049 0 0,-24 55 0 0 0,26-71-50 0 0,-10 19-2171 0 0,0-22-2472 0 0,9-18 1968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1:23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31 7698 0 0,'-1'-2'89'0'0,"1"1"0"0"0,-1 0 0 0 0,0-1 0 0 0,1 1 0 0 0,-1-1 0 0 0,1 1 0 0 0,-1-1 0 0 0,1 1 0 0 0,0-1 0 0 0,-1 1 0 0 0,1-1 1 0 0,0 1-1 0 0,0-1 0 0 0,0-2 0 0 0,1 4-18 0 0,-1-1 0 0 0,0 1 1 0 0,0 0-1 0 0,1-1 0 0 0,-1 1 0 0 0,0-1 0 0 0,1 1 1 0 0,-1 0-1 0 0,0 0 0 0 0,1-1 0 0 0,-1 1 1 0 0,1 0-1 0 0,-1 0 0 0 0,0-1 0 0 0,1 1 1 0 0,-1 0-1 0 0,1 0 0 0 0,-1 0 0 0 0,1 0 1 0 0,-1 0-1 0 0,1 0 0 0 0,-1-1 0 0 0,0 1 1 0 0,1 0-1 0 0,-1 0 0 0 0,1 1 0 0 0,-1-1 1 0 0,1 0-1 0 0,0 0 0 0 0,6 2 273 0 0,0 0-1 0 0,-1 0 1 0 0,1 0-1 0 0,0 1 1 0 0,5 4-1 0 0,33 20 628 0 0,78 60 1 0 0,-39-25-705 0 0,-11-13-217 0 0,74 55-496 0 0,-79-47-2654 0 0,-5 8-3661 0 0,-51-51 4775 0 0,1 1-597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1:24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1 251 7898 0 0,'4'-29'1701'0'0,"2"1"0"0"0,1 0 0 0 0,13-33 0 0 0,-17 55-1404 0 0,-1-1 0 0 0,1 1 0 0 0,0 0 1 0 0,0 0-1 0 0,1 0 0 0 0,0 0 0 0 0,0 0 0 0 0,0 1 1 0 0,1 0-1 0 0,-1 0 0 0 0,1 0 0 0 0,1 0 0 0 0,-1 1 1 0 0,1 0-1 0 0,-1 0 0 0 0,1 0 0 0 0,0 1 0 0 0,1 0 1 0 0,8-3-1 0 0,-10 5-170 0 0,1 0-1 0 0,0 1 1 0 0,-1 0 0 0 0,1 0 0 0 0,0 1-1 0 0,-1-1 1 0 0,1 1 0 0 0,-1 0 0 0 0,1 1-1 0 0,-1-1 1 0 0,1 1 0 0 0,-1 0 0 0 0,0 0-1 0 0,0 1 1 0 0,0 0 0 0 0,0 0 0 0 0,0 0-1 0 0,-1 0 1 0 0,1 1 0 0 0,-1 0 0 0 0,7 7-1 0 0,3 4 40 0 0,0 2 0 0 0,-1-1 0 0 0,0 2 0 0 0,13 26 0 0 0,-6-6-133 0 0,-3 1 0 0 0,-1 1 0 0 0,-2 1-1 0 0,-2 0 1 0 0,-1 1 0 0 0,8 71 0 0 0,2 260-50 0 0,-21-369 13 0 0,3 189-194 0 0,12 486-2498 0 0,-14-666 2414 0 0,0 14-903 0 0,-1 0 0 0 0,-3 27 1 0 0,2-47 557 0 0,0-1 0 0 0,0 0 0 0 0,0 0 0 0 0,-1 0 0 0 0,0 0 0 0 0,0-1 0 0 0,0 1 0 0 0,-1 0 0 0 0,0-1 1 0 0,0 1-1 0 0,0-1 0 0 0,-1 0 0 0 0,0 0 0 0 0,-7 7 0 0 0,-6-2-2575 0 0,-3-6-847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1:24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1 11002 0 0,'-4'1'250'0'0,"0"1"0"0"0,0 0 0 0 0,0 0-1 0 0,1 1 1 0 0,-1-1 0 0 0,0 1 0 0 0,1-1-1 0 0,0 1 1 0 0,0 1 0 0 0,-1-1 0 0 0,2 0-1 0 0,-1 1 1 0 0,0-1 0 0 0,1 1 0 0 0,0 0-1 0 0,-1 0 1 0 0,2 0 0 0 0,-1 0 0 0 0,0 0-1 0 0,-1 6 1 0 0,3-5-205 0 0,-1 1 0 0 0,1 0 0 0 0,0-1 0 0 0,0 1-1 0 0,1 0 1 0 0,0-1 0 0 0,0 1 0 0 0,0-1 0 0 0,0 1 0 0 0,1-1 0 0 0,0 1 0 0 0,0-1-1 0 0,1 0 1 0 0,-1 0 0 0 0,6 7 0 0 0,3 2 71 0 0,-1 0 0 0 0,2-1 0 0 0,0-1 0 0 0,0 0 0 0 0,1-1 0 0 0,1 0 0 0 0,0-1 0 0 0,0 0 0 0 0,1-1 0 0 0,0-1 0 0 0,1 0 0 0 0,-1-2 0 0 0,1 1 0 0 0,26 5 0 0 0,14 2 185 0 0,1-3 1 0 0,113 8 0 0 0,-51-15-199 0 0,130-10 1 0 0,119-29-2783 0 0,-257 23 159 0 0,118-19-7045 0 0,-177 22 5736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1:24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193 811 14411 0 0,'-46'-20'4609'0'0,"25"11"-4130"0"0,-1-1-1 0 0,1-1 0 0 0,1 0 0 0 0,0-2 0 0 0,-18-15 0 0 0,37 28-459 0 0,1 0 0 0 0,0 0-1 0 0,0 0 1 0 0,-1-1 0 0 0,1 1 0 0 0,0 0 0 0 0,0 0 0 0 0,0 0 0 0 0,-1-1 0 0 0,1 1 0 0 0,0 0 0 0 0,0 0-1 0 0,0 0 1 0 0,0-1 0 0 0,-1 1 0 0 0,1 0 0 0 0,0-1 0 0 0,0 1 0 0 0,0 0 0 0 0,0 0 0 0 0,0-1 0 0 0,0 1 0 0 0,0 0-1 0 0,0 0 1 0 0,0-1 0 0 0,0 1 0 0 0,0 0 0 0 0,0-1 0 0 0,0 1 0 0 0,0 0 0 0 0,0 0 0 0 0,0-1 0 0 0,0 1 0 0 0,0 0-1 0 0,0-1 1 0 0,1 1 0 0 0,-1 0 0 0 0,0 0 0 0 0,0-1 0 0 0,15-6 585 0 0,28 0 269 0 0,-34 6-664 0 0,619-94 2226 0 0,-238 34-2291 0 0,1242-168 332 0 0,-569 133 48 0 0,-352 86 256 0 0,-350 34-405 0 0,-333-21-376 0 0,1-2 1 0 0,0 0-1 0 0,-1-3 0 0 0,52-7 1 0 0,111-35 63 0 0,-27 4-111 0 0,280-13-715 0 0,-223 32-1575 0 0,-198 19 1500 0 0,55-9-2094 0 0,-41-2-1586 0 0,-7-6-4148 0 0,-22 11 2533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1:26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102 208 10658 0 0,'-15'0'1207'0'0,"-1"1"-403"0"0,1-1 1 0 0,0-1 0 0 0,-17-3-1 0 0,32 4-754 0 0,0-1 0 0 0,-1 1 0 0 0,1 0 0 0 0,0 0 0 0 0,-1 0 0 0 0,1 0 0 0 0,-1 0 0 0 0,1 0 0 0 0,0 0 0 0 0,-1 0 0 0 0,1-1 0 0 0,0 1 0 0 0,-1 0 0 0 0,1 0 0 0 0,0 0 0 0 0,0-1 0 0 0,-1 1 0 0 0,1 0 0 0 0,0-1 0 0 0,0 1 0 0 0,-1 0 0 0 0,1 0 0 0 0,0-1-1 0 0,0 1 1 0 0,0 0 0 0 0,-1-1 0 0 0,1 1 0 0 0,0 0 0 0 0,0-1 0 0 0,0 1 0 0 0,0-1 0 0 0,0 1 0 0 0,0 0 0 0 0,0-1 0 0 0,0 1 0 0 0,0 0 0 0 0,0-1 0 0 0,9-15 1092 0 0,18-9 211 0 0,-7 11-864 0 0,1 1-1 0 0,0 0 1 0 0,0 2-1 0 0,1 1 1 0 0,1 0-1 0 0,32-8 0 0 0,-41 14-434 0 0,1 0-1 0 0,0 1 0 0 0,1 1 1 0 0,-1 0-1 0 0,0 1 0 0 0,1 1 0 0 0,-1 1 1 0 0,0 0-1 0 0,1 0 0 0 0,-1 2 0 0 0,17 4 1 0 0,-18-1-50 0 0,-1-1 1 0 0,1 2-1 0 0,-1 0 1 0 0,-1 1-1 0 0,1 0 1 0 0,-1 0-1 0 0,-1 1 1 0 0,1 1-1 0 0,-2 0 1 0 0,1 1-1 0 0,-2 0 1 0 0,17 23-1 0 0,2 10-142 0 0,-1 3 1 0 0,25 61-1 0 0,3 4-82 0 0,-45-93 231 0 0,0 0-1 0 0,2-1 1 0 0,0-1 0 0 0,21 24-1 0 0,-34-103 237 0 0,0 44-219 0 0,-1-35-49 0 0,2 49 22 0 0,0 1 0 0 0,0-1 0 0 0,0 1 0 0 0,1-1 0 0 0,0 1 0 0 0,0 0-1 0 0,0-1 1 0 0,0 1 0 0 0,0 0 0 0 0,1 0 0 0 0,-1 0 0 0 0,3-3 0 0 0,-3 5-4 0 0,0 0 0 0 0,0 0 1 0 0,0 1-1 0 0,0-1 0 0 0,0 0 1 0 0,0 1-1 0 0,0-1 1 0 0,1 1-1 0 0,-1-1 0 0 0,0 1 1 0 0,0 0-1 0 0,0-1 0 0 0,1 1 1 0 0,-1 0-1 0 0,0 0 0 0 0,1 0 1 0 0,-1 0-1 0 0,0 0 1 0 0,0 0-1 0 0,1 0 0 0 0,-1 1 1 0 0,0-1-1 0 0,0 0 0 0 0,1 1 1 0 0,-1-1-1 0 0,0 1 0 0 0,0-1 1 0 0,0 1-1 0 0,0-1 0 0 0,0 1 1 0 0,0 0-1 0 0,2 1 1 0 0,37 31-25 0 0,-32-26 7 0 0,0 1 17 0 0,0-1-1 0 0,1 0 0 0 0,0 0 0 0 0,0-1 1 0 0,0 0-1 0 0,1-1 0 0 0,0 0 1 0 0,0 0-1 0 0,0-1 0 0 0,1-1 0 0 0,0 0 1 0 0,-1 0-1 0 0,1-1 0 0 0,0 0 0 0 0,0-1 1 0 0,0 0-1 0 0,0 0 0 0 0,21-3 1 0 0,-18 0-17 0 0,0 0 1 0 0,-1-1-1 0 0,1-1 1 0 0,-1 0 0 0 0,1-1-1 0 0,-1 0 1 0 0,-1-1 0 0 0,1-1-1 0 0,-1 0 1 0 0,0 0-1 0 0,-1-1 1 0 0,1-1 0 0 0,-2 0-1 0 0,16-16 1 0 0,48-48-69 0 0,-74 72 84 0 0,0 1 0 0 0,1 0 0 0 0,-1 0 1 0 0,0 0-1 0 0,1 0 0 0 0,-1 0 0 0 0,0 0 0 0 0,1 0 1 0 0,-1 0-1 0 0,1 0 0 0 0,-1 0 0 0 0,0 0 0 0 0,1 0 1 0 0,-1 0-1 0 0,0 1 0 0 0,1-1 0 0 0,-1 0 0 0 0,0 0 1 0 0,1 0-1 0 0,-1 0 0 0 0,0 0 0 0 0,1 1 0 0 0,-1-1 0 0 0,0 0 1 0 0,0 0-1 0 0,1 1 0 0 0,-1-1 0 0 0,0 0 0 0 0,0 0 1 0 0,1 1-1 0 0,-1-1 0 0 0,0 0 0 0 0,0 1 0 0 0,0-1 1 0 0,0 0-1 0 0,1 1 0 0 0,-1-1 0 0 0,0 0 0 0 0,0 1 1 0 0,0-1-1 0 0,0 1 0 0 0,9 23 36 0 0,-5-12-82 0 0,-1-8 47 0 0,-1-1 0 0 0,1 0-1 0 0,0 0 1 0 0,0 0-1 0 0,0 0 1 0 0,0 0 0 0 0,0-1-1 0 0,1 1 1 0 0,-1-1-1 0 0,1 0 1 0 0,-1 0-1 0 0,1 0 1 0 0,0-1 0 0 0,0 1-1 0 0,0-1 1 0 0,0 0-1 0 0,0 0 1 0 0,0 0 0 0 0,0-1-1 0 0,6 1 1 0 0,5 0 7 0 0,1 0 1 0 0,-1-2-1 0 0,0 1 1 0 0,20-5-1 0 0,-11 1-17 0 0,1-2 0 0 0,-1 0 0 0 0,-1-1-1 0 0,34-16 1 0 0,-45 17-2 0 0,0-1 0 0 0,0 0 1 0 0,-1-1-1 0 0,1 0 0 0 0,-2-1 0 0 0,1 0 0 0 0,-1 0 0 0 0,-1-1 0 0 0,14-18 0 0 0,-21 25 27 0 0,0 0 0 0 0,0 1-1 0 0,0-1 1 0 0,-1 0-1 0 0,1 0 1 0 0,-1 0-1 0 0,0 0 1 0 0,0 0-1 0 0,0 0 1 0 0,0 0 0 0 0,0-1-1 0 0,-1 1 1 0 0,0 0-1 0 0,1 0 1 0 0,-1-1-1 0 0,0 1 1 0 0,-1 0 0 0 0,1-1-1 0 0,0 1 1 0 0,-1 0-1 0 0,0 0 1 0 0,0 0-1 0 0,0 0 1 0 0,0 0-1 0 0,0 0 1 0 0,-1 0 0 0 0,1 0-1 0 0,-1 0 1 0 0,0 0-1 0 0,0 1 1 0 0,0-1-1 0 0,0 1 1 0 0,0-1-1 0 0,-4-2 1 0 0,1 1-9 0 0,0 0 0 0 0,0 0 1 0 0,-1 1-1 0 0,1 0 0 0 0,-1 0 0 0 0,1 0 0 0 0,-1 1 0 0 0,0 0 0 0 0,0 0 1 0 0,0 0-1 0 0,0 1 0 0 0,0 0 0 0 0,-1 0 0 0 0,1 1 0 0 0,0-1 1 0 0,-1 1-1 0 0,-7 2 0 0 0,3 0-12 0 0,-1 0 1 0 0,2 1-1 0 0,-1 1 0 0 0,0 0 1 0 0,1 0-1 0 0,-1 1 0 0 0,1 1 1 0 0,1 0-1 0 0,-1 0 1 0 0,1 0-1 0 0,0 1 0 0 0,0 1 1 0 0,1 0-1 0 0,0 0 0 0 0,0 0 1 0 0,-10 17-1 0 0,17-23-1 0 0,0 0 0 0 0,0 1 0 0 0,0-1-1 0 0,1 1 1 0 0,-1-1 0 0 0,1 0 0 0 0,0 1 0 0 0,0-1 0 0 0,0 1-1 0 0,0-1 1 0 0,0 1 0 0 0,0-1 0 0 0,1 0 0 0 0,-1 1 0 0 0,1-1-1 0 0,0 1 1 0 0,-1-1 0 0 0,1 0 0 0 0,0 0 0 0 0,1 1-1 0 0,-1-1 1 0 0,0 0 0 0 0,0 0 0 0 0,1 0 0 0 0,0 0 0 0 0,-1-1-1 0 0,1 1 1 0 0,0 0 0 0 0,3 2 0 0 0,2 2 22 0 0,0 0 0 0 0,1-1 0 0 0,-1 0 1 0 0,1 0-1 0 0,0-1 0 0 0,15 6 0 0 0,-2-4-20 0 0,0 0 0 0 0,0-2 0 0 0,1 0-1 0 0,0-2 1 0 0,38 0 0 0 0,112-13-38 0 0,-136 7 66 0 0,-13 1-12 0 0,-1-1-1 0 0,1-1 1 0 0,-1-1-1 0 0,1-1 0 0 0,-2 0 1 0 0,1-2-1 0 0,-1-1 1 0 0,-1 0-1 0 0,0-2 0 0 0,0 0 1 0 0,-1-1-1 0 0,18-17 0 0 0,-30 22-9 0 0,0 0 0 0 0,0 0 0 0 0,-1-1 0 0 0,0 0 0 0 0,-1 0 0 0 0,0-1-1 0 0,-1 1 1 0 0,1-1 0 0 0,-2 0 0 0 0,0 0 0 0 0,0-1 0 0 0,0 1 0 0 0,-2 0-1 0 0,1-1 1 0 0,-1 0 0 0 0,-1 1 0 0 0,0-1 0 0 0,0 1 0 0 0,-1-1 0 0 0,0 0-1 0 0,-1 1 1 0 0,-6-19 0 0 0,8 27 11 0 0,-1 0 0 0 0,0 1 0 0 0,0-1 0 0 0,0 0 0 0 0,0 0 0 0 0,0 1 0 0 0,-1-1 0 0 0,1 1 0 0 0,0-1 0 0 0,-1 1 0 0 0,1-1-1 0 0,-1 1 1 0 0,1 0 0 0 0,-1 0 0 0 0,0 0 0 0 0,1 0 0 0 0,-1 0 0 0 0,0 0 0 0 0,0 0 0 0 0,0 1 0 0 0,-4-2 0 0 0,6 2-7 0 0,-1 0 1 0 0,0 0-1 0 0,1 0 0 0 0,-1 0 1 0 0,0 0-1 0 0,1 0 1 0 0,-1 0-1 0 0,0 0 0 0 0,1 1 1 0 0,-1-1-1 0 0,1 0 0 0 0,-1 0 1 0 0,0 1-1 0 0,1-1 1 0 0,-1 0-1 0 0,1 1 0 0 0,-1-1 1 0 0,1 0-1 0 0,-1 1 0 0 0,1-1 1 0 0,-1 1-1 0 0,1-1 1 0 0,-1 1-1 0 0,0 0 0 0 0,1 0-2 0 0,-1 1-1 0 0,1-1 1 0 0,-1 1-1 0 0,1-1 0 0 0,-1 1 1 0 0,1-1-1 0 0,0 1 1 0 0,0-1-1 0 0,0 1 0 0 0,0-1 1 0 0,0 1-1 0 0,0 0 1 0 0,0-1-1 0 0,1 1 0 0 0,0 1 1 0 0,0 0-23 0 0,0 1 0 0 0,0-1-1 0 0,1 1 1 0 0,-1-1 0 0 0,1 0 0 0 0,0 0 0 0 0,0 0 0 0 0,0 0 0 0 0,1 0-1 0 0,-1 0 1 0 0,1 0 0 0 0,-1-1 0 0 0,1 0 0 0 0,0 1 0 0 0,0-1 0 0 0,0 0-1 0 0,0 0 1 0 0,0 0 0 0 0,1-1 0 0 0,-1 1 0 0 0,1-1 0 0 0,-1 0 0 0 0,1 0-1 0 0,-1 0 1 0 0,5 0 0 0 0,12 2-636 0 0,-1 0 0 0 0,1-2 1 0 0,29-1-1 0 0,-30 0-58 0 0,-1 0-86 0 0,0-1 0 0 0,1-1 1 0 0,-1-1-1 0 0,25-7 0 0 0,-18 2-2269 0 0,0-1 0 0 0,33-17 0 0 0,-32 13-1033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1:40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426 66 2320 0 0,'-36'-11'648'0'0,"0"1"0"0"0,-1 2-1 0 0,1 2 1 0 0,-2 1-1 0 0,1 2 1 0 0,0 2-1 0 0,0 1 1 0 0,-68 9-1 0 0,103-9-648 0 0,1 0 1 0 0,0 0-1 0 0,-1 0 0 0 0,1 0 0 0 0,0 1 0 0 0,-1-1 0 0 0,1 0 0 0 0,0 1 0 0 0,-1-1 0 0 0,1 1 0 0 0,0-1 0 0 0,0 1 0 0 0,0-1 0 0 0,-1 1 0 0 0,1 0 0 0 0,0 0 0 0 0,0 0 0 0 0,0-1 0 0 0,-1 3 0 0 0,1-2 0 0 0,1 0 0 0 0,0 0-1 0 0,0 0 1 0 0,0-1 0 0 0,1 1-1 0 0,-1 0 1 0 0,0 0 0 0 0,0 0-1 0 0,0-1 1 0 0,0 1 0 0 0,1 0-1 0 0,-1 0 1 0 0,0-1 0 0 0,1 1-1 0 0,-1 0 1 0 0,1-1-1 0 0,-1 1 1 0 0,1 0 0 0 0,-1-1-1 0 0,1 1 1 0 0,-1-1 0 0 0,1 1-1 0 0,1 0 1 0 0,8 7 0 0 0,0 0 0 0 0,0-1 0 0 0,14 6 0 0 0,-14-7 36 0 0,42 26 207 0 0,57 26 0 0 0,-90-49-49 0 0,1-2 0 0 0,0 0 0 0 0,1-1 0 0 0,-1-1 0 0 0,1-1 0 0 0,35 3 0 0 0,47-7 326 0 0,0-5 0 0 0,107-18-1 0 0,-40 3-222 0 0,2 2-62 0 0,164-13 16 0 0,-240 27-244 0 0,147 12 0 0 0,-80 6 76 0 0,298-13 1 0 0,-113-27 145 0 0,165-11 1820 0 0,-159 27-1309 0 0,-87 5-451 0 0,68-35 810 0 0,-237 24-534 0 0,1 3 0 0 0,120 2 0 0 0,-120 16-118 0 0,115 22-1 0 0,96 34 625 0 0,-294-57-969 0 0,47 8 258 0 0,-13-2 14 0 0,53 16-1 0 0,-88-18-325 0 0,-14 1-1792 0 0,-25 10-5949 0 0,15-14 4492 0 0,-6 5-2914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1:42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105 309 4785 0 0,'-19'-10'334'0'0,"11"7"-154"0"0,1-1 1 0 0,-1 0-1 0 0,1-1 0 0 0,-1 0 1 0 0,1 0-1 0 0,1 0 0 0 0,-1-1 1 0 0,1 0-1 0 0,0 0 0 0 0,-7-8 1 0 0,13 12-159 0 0,-1 0 0 0 0,1 1 0 0 0,-1-1 0 0 0,1 0 0 0 0,0 1 0 0 0,0-1-1 0 0,-1 0 1 0 0,1 0 0 0 0,0 1 0 0 0,1-1 0 0 0,-1 0 0 0 0,0 0 0 0 0,0 1 0 0 0,1-1 0 0 0,-1 0 0 0 0,1 1 0 0 0,-1-1 0 0 0,1 0 0 0 0,0 1 0 0 0,0-1 0 0 0,0 1 0 0 0,0-1 0 0 0,0 1-1 0 0,0 0 1 0 0,0-1 0 0 0,0 1 0 0 0,0 0 0 0 0,1 0 0 0 0,-1-1 0 0 0,0 1 0 0 0,1 0 0 0 0,2-1 0 0 0,3-3-23 0 0,1 1 0 0 0,-1-1 0 0 0,1 1 0 0 0,0 0 1 0 0,10-2-1 0 0,6-1-13 0 0,1 1 0 0 0,0 2 1 0 0,1 0-1 0 0,-1 2 1 0 0,1 1-1 0 0,32 2 1 0 0,157 26-15 0 0,-63-6 85 0 0,-25-12 292 0 0,145-8 0 0 0,127-28 1977 0 0,-354 23-1997 0 0,924-7 2161 0 0,-181 1-2288 0 0,-2-61 25 0 0,-759 68-210 0 0,642-56 381 0 0,-508 54-92 0 0,-1 6 0 0 0,189 26 0 0 0,640 57 542 0 0,-884-79-776 0 0,180 32-1 0 0,-223-24-365 0 0,0 4 0 0 0,-1 2-1 0 0,-1 2 1 0 0,65 34 0 0 0,28 29-6943 0 0,-92-48 1569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1:43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132 326 2336 0 0,'-34'-11'380'0'0,"27"8"-153"0"0,-1 0-1 0 0,1 1 1 0 0,0 0-1 0 0,-1 0 1 0 0,0 0 0 0 0,0 1-1 0 0,1 0 1 0 0,-1 1 0 0 0,0 0-1 0 0,-10 0 1 0 0,18 1-221 0 0,0-1 0 0 0,0 0 0 0 0,0 0 0 0 0,-1 0 0 0 0,1 0 0 0 0,0 0 0 0 0,0 0 0 0 0,0 0 0 0 0,0 0-1 0 0,-1 0 1 0 0,1 0 0 0 0,0 0 0 0 0,0 1 0 0 0,0-1 0 0 0,0 0 0 0 0,0 0 0 0 0,-1 0 0 0 0,1 0 0 0 0,0 0 0 0 0,0 1 0 0 0,0-1 0 0 0,0 0 0 0 0,0 0 0 0 0,0 0 0 0 0,0 0-1 0 0,0 1 1 0 0,0-1 0 0 0,0 0 0 0 0,0 0 0 0 0,0 0 0 0 0,-1 1 0 0 0,1-1 0 0 0,0 0 0 0 0,0 0 0 0 0,1 0 0 0 0,-1 1 0 0 0,0-1 0 0 0,0 0 0 0 0,0 0 0 0 0,0 0 0 0 0,0 0-1 0 0,0 1 1 0 0,7 10 73 0 0,13 8-34 0 0,6 2 20 0 0,2-1 1 0 0,0-2-1 0 0,1 0 0 0 0,39 16 1 0 0,-20-15 153 0 0,1-2 1 0 0,1-2 0 0 0,0-2-1 0 0,102 11 1 0 0,-84-19 169 0 0,0-3 0 0 0,0-3 1 0 0,89-13-1 0 0,86-24 532 0 0,-97 13-37 0 0,231-10 1 0 0,-219 41-321 0 0,233 38 0 0 0,-54-3-56 0 0,-252-35-134 0 0,170-10-1 0 0,197-65 321 0 0,-5-32-409 0 0,-5 2 11 0 0,-255 60-174 0 0,346-65 612 0 0,5 34-19 0 0,156 47-248 0 0,-548 22-315 0 0,176-6 502 0 0,-47 0-3027 0 0,-91 6-8066 0 0,-139 1 6217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2T10:38:50.2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3112 6290 677 0,'-18'-17'24'0,"0"2"-4"0,-5-4-6 0,2 8-6 16,5 3-3-16,0 2-1 0,0 2-8 0,1 1-3 0,1 2-11 15,-1 2-14-15,2 2-13 0,1 2-16 0,1 3-11 0,2 0-5 0,-1 2 2 16,2 0 7-16,2 0 14 0,1 1 16 0,1 0 15 0,1-2 13 0,1 0 9 16,0-2 7-16,0 1 10 0,1-2 6 0,0 2 7 0,0 1 5 0,1 0 6 15,0 0 7-15,0 0 4 0,1 1 6 0,1-1 0 0,0 2-5 16,1-1-1-16,1 1-1 0,-1 2-4 0,2-1 0 0,0 0-4 0,0 1 0 15,3 0 4-15,0-1-1 0,0 0 3 0,3 1-3 0,2 1-1 16,1 0-6-16,2 2-5 0,1-1-2 0,3 3-3 0,3 0-2 0,0 0-2 16,3 1-2-16,1-1-3 0,4-1-2 0,1 0 0 0,5 0-1 0,0 1-2 15,3-1-2-15,4 0 5 0,3 1-4 0,3 0 1 0,4-2 2 16,2 0-1-16,4-1 0 0,2 0 1 0,5-3-2 0,3 1 0 0,1-1-1 16,3-2-2-16,2-1 0 0,2-4-6 0,5-2 6 0,2-1-2 0,4-1 3 15,2-1 8-15,2-1 2 0,1 0 8 0,2-2 2 0,2 1 5 16,2-3-7-16,0 0 2 0,2-2 3 0,1 0 1 0,2-1 6 0,-1 1-1 15,2 0-11-15,1 0 0 0,-2 0-8 0,-1 0 1 0,-2-1 2 16,2 0-5-16,-1-1-7 0,3-1-3 0,0 0-4 0,-1 0 1 0,-1-3 2 16,-2 1-2-16,-1-1-6 0,-2 0-1 0,-3 1 2 0,-1-2 1 0,-2 0 2 15,-3-2 4-15,2 0 1 0,-7-2-2 0,0-2 2 0,-5-1 0 16,-2-2 6-16,1-2 2 0,-3 0-2 0,-1-1 1 0,0-3-1 0,-3-1-2 16,-1-2 1-16,-3-3-2 0,-3 0-7 0,-4-2 8 0,-2-1 1 0,-5-1 0 15,-3-3 2-15,-4 1-2 0,-4 0-2 0,-6-3-1 0,-3 0 0 16,-4-3-2-16,-3-1 0 0,-3-2 3 0,-4 1-5 0,-4-1-4 0,-4 0 4 15,-4-2-5-15,-3 0 5 0,-4-1-2 0,-2-1-1 0,-5 3-7 16,-3 1-2-16,-4-2-7 0,-3 0-6 0,-7-1-5 0,-2-2-6 0,-7 1 2 16,-2 1 3-16,-4-2 5 0,-5 0-4 0,-4 0 1 0,-5 0-4 0,-4 1 5 15,-3-2 4-15,-3 2 5 0,-1 0 2 0,-2 1-1 0,-4 2 0 16,-3 0-2-16,-4 1 5 0,-3 1 2 0,-2 0 4 0,-4 4-1 0,-2 1-2 16,-4 3-3-16,-3 2 4 0,-6 3 0 0,-2 0 4 0,-4 4 1 0,-4 2 2 15,-2 3-4-15,-4 6-3 0,-1 4 6 0,-3 6-6 0,0 3 3 16,-4 4-3-16,0 5-3 0,-4 4-1 0,-2 5-3 0,0 4 7 0,-1 6-3 15,0 8 8-15,0 4 0 0,2 5 1 0,2 6 2 0,4 3 1 16,5 6 2-16,6 5 3 0,4 7 2 0,4 6-2 0,5 6 1 0,7 5-7 16,7 6-2-16,9 2-6 0,9 5-6 0,5 1 1 0,8 3 1 0,6 1-3 15,4 4-6-15,7 4-8 0,5 4-26 0,5 3-52 0,9 2-70 16,6 6-117-16,6 2-127 0,7 6-91 0,4 2-5 0</inkml:trace>
  <inkml:trace contextRef="#ctx0" brushRef="#br0" timeOffset="2733">4297 9250 228 0,'-4'-1'47'0,"2"1"-16"0,-1 0-16 0,2 1-6 15,1-1-1-15,0 1-1 0,0 1-3 0,0-1 0 0,0 1-1 16,0 0-2-16,-1 1 0 0,1 0-3 0,-1 0 1 0,1 0-1 0,-1 0 1 16,1 0 1-16,0-1 0 0,-1 0 3 0,1-1 3 0,-1-1 7 0,2 1 13 15,0-2 10-15,0 1 8 0,0-1 3 0,1 0-3 0,0-1 1 16,1-1-1-16,1-1 0 0,0 0 0 0,1 0-7 0,3-1-2 0,2-1-2 16,2 0-3-16,3-1 4 0,1 0-4 0,2 0 3 0,2 0-1 0,2 1-2 15,2 1 0-15,1 0-7 0,1 1 0 0,2 2 0 0,0 0-3 16,4 2 3-16,0 0-4 0,2 2-3 0,0 1 0 0,0 0-3 0,0 1-4 15,0 1 1-15,3 0-2 0,1 1-4 0,1-1-2 0,1 0 2 16,0 0-1-16,3-2 3 0,1 0 8 0,1-1 3 0,4-1 5 0,1 1 6 16,3-1 1-16,0-1 4 0,1 0 4 0,2-2-2 0,0 0-2 0,1 0-1 15,0-1 0-15,-1 0 1 0,-1-1 3 0,-1-1 2 0,1 0 0 16,-2-1 0-16,-1 1-3 0,-3 0-2 0,-2 1-2 0,-1 0-1 0,-1-1 0 16,-1 2-9-16,-2 0 6 0,-2 1-8 0,-4 0 1 0,0 0 1 0,-2 1-4 15,-3 0 3-15,0 1-4 0,-5 0-2 0,0 0-2 0,0 1-5 16,-4 1-3-16,0-1-2 0,-3 1 1 0,-3 0-2 0,-1 0-1 0,-1-2 3 15,-2 1-3-15,-2 0-4 0,0-1-6 0,-2 0-6 0,-1 1-6 16,-1 0-9-16,0-1-8 0,-1-1-17 0,0 1-19 0,-1-1-23 0,0-1-33 16,-1 1-16-16,0-1-17 0,-1-2-22 0,1-1-7 0,0 0-10 0,-1-1-16 15,1-2 0-15,1-1-77 0</inkml:trace>
  <inkml:trace contextRef="#ctx0" brushRef="#br0" timeOffset="3201">6838 9159 1650 0,'-12'-20'4'0,"-4"-3"10"0,-1-5-1 0,-3 0 1 0,10 17-8 16,4 5-12-16,6 3 0 0,1 0-8 0,1 1-6 0,2 1-7 0,0 1-19 15,3 1-21-15,0 2-25 0,1 2-23 0,1 2-30 0,0 3-24 0,1 1-15 16,1 2-11-16,0 1 2 0,1 0 33 0,-1 1 47 0,2-2 49 0,0 1 34 15,0-3 20-15,1-1 20 0,-1-2 19 0,4-2 28 0,1-2 33 16,3 0 19-16,2-2 6 0,1 0 7 0,2-2-3 0,4 1-2 0,2-2 1 16,3 1-4-16,2-2-4 0,1 0-5 0,1-1-9 0,2 0-5 15,2 1-2-15,3-2-13 0,0 0-5 0,0 0-8 0,2-1-8 0,1-1-3 16,-1-1-5-16,0 1-4 0,0-1-6 0,0 2 0 0,1-1-5 0,-3-1 5 16,0 0-6-16,-1-1 1 0,1 0-4 0,-2-1-11 0,-2 1-3 15,-1-1-7-15,-4 1 0 0,0 1 1 0,-2 0-2 0,-2 0 1 0,0 1-6 16,-4 1 4-16,2-1-7 0,-3 2-1 0,0-1 0 0,-2 0-10 0,-1 0-4 15,-2-1-20-15,-1 1-18 0,-1-2-16 0,0-1-47 0,-1 0-48 16,1-2-51-16,-2-1-40 0,-1-1-13 0,2-1-11 0,-1-3 6 0,-1-3-115 16</inkml:trace>
  <inkml:trace contextRef="#ctx0" brushRef="#br0" timeOffset="3650">9020 8798 1707 0,'-28'-11'20'0,"1"3"-25"0,-2 0-10 0,14 5-15 16,6 4-4-16,4 2-10 0,1 1-12 0,3 1-10 0,2 2-11 0,2 3 2 16,1 1-2-16,1 1-3 0,1 0-4 0,3 3-5 0,0 1 9 15,3 0 14-15,1 1 17 0,2 0 16 0,1 0 13 0,-1-3 10 0,4 2 9 16,1 0 6-16,-1-1 7 0,1-1 2 0,1 0 5 0,-1-1 3 0,3-1 2 15,1 1 7-15,2-2 4 0,2 1 9 0,3-1 4 0,3-1-4 16,-1-1-4-16,3 0-7 0,1-1-3 0,0-2-2 0,3 1-1 0,-3-1 0 16,1 0 2-16,2-1 0 0,0-1 0 0,0-2 3 0,1 0-7 15,-3 0-6-15,-2-2-3 0,1 0-7 0,-3-1 1 0,3 0 0 0,-3-1-6 16,0-1-7-16,-2-1 2 0,0-1-2 0,-3-2 2 0,1 0-2 0,-2-1-10 16,0 0-16-16,-1-1-48 0,0-1-64 0,-1-2-60 0,1-2-51 15,2-1-9-15,2-3-114 0</inkml:trace>
  <inkml:trace contextRef="#ctx0" brushRef="#br0" timeOffset="3968">11306 8845 2168 0,'-16'-18'94'0,"3"2"-26"0,1-2-38 16,7 6-21-16,7 5-7 0,3 2-5 0,3 0-2 0,3 1-1 0,4-2 0 16,1 1 1-16,4 0 2 0,2 1-1 0,1 1-5 0,3 1-5 0,1 1-5 15,0 1-8-15,2 2-3 0,2-1 2 0,2 2 0 0,-2 0 5 16,1 2 1-16,-2-1 0 0,0 1 7 0,0 0-4 0,1 1 1 0,-1 1-4 15,1-1-2-15,-1 1-5 0,-1-1 4 0,-1 1 0 0,-1-1 0 16,-3 0 1-16,1-1-10 0,-2 0-15 0,0-1-23 0,-2 1-23 0,-1-1-46 16,-2 1-35-16,-1-2-43 0,0 0-37 0,-2 0-21 0,1-2-16 15,-1 1 32-15</inkml:trace>
  <inkml:trace contextRef="#ctx0" brushRef="#br0" timeOffset="5751">21992 2719 1594 0,'-32'-15'512'0,"-4"-1"-624"15,-9-2-106-15,3 5-4 0,5 7 55 0,2 0 87 0,0 0 81 16,-2-1 25-16,1 0-3 0,-3 0-9 0,-2 3-10 0,0 2-8 0,-2 1 3 16,-1 2 1-16,0 1 10 0,-1 3 14 0,-1 1 16 0,-2 1 8 0,0 2 3 15,-2 3-5-15,-1 0-13 0,-4 4-12 0,-2 2-9 0,-2 3 1 16,-3 3-4-16,-2 4 6 0,-4 1 5 0,-2 5 3 0,-2 2 2 0,0 2 1 15,-3 4-2-15,-1 1 2 0,-3 2 0 0,-3 3 3 0,2 3 6 0,1 1-8 16,4 0 0-16,6 1-4 0,5-2-9 0,3 1 2 0,4 2-4 16,3 2-7-16,2 1-2 0,4 0 0 0,2 0-4 0,1-1 3 0,4 0-3 15,2 2 0-15,2 0 1 0,4 0-2 0,2 0 2 0,3 1 6 16,2 0-2-16,4 1 0 0,2 2 4 0,3 0-7 0,3 1 8 0,4 1-5 16,2-1-6-16,3 2 7 0,3 0-7 0,2 2 8 0,3 1 4 0,4 0-6 15,1 0 5-15,6 2-5 0,3-1-5 0,4 2-2 0,3 0 0 16,5-3 0-16,4 2 7 0,7-3 4 0,3-2-1 0,4-1-1 0,4-3 1 15,5-1 7-15,3-3 1 0,6-2 2 0,3-2 4 0,3-3-5 0,4-2 8 16,3-3 4-16,3-1-1 0,6-3-1 0,3-3-4 0,4-2 3 16,2-4-7-16,4-3 0 0,2-4-1 0,2-1-6 0,3-2 3 0,3-4-3 15,-1-1-2-15,2-2 7 0,-1-4-5 0,1-3 8 0,2-2-2 16,-1-4 3-16,-1-2-1 0,1-3 5 0,0-2-3 0,0-1-2 0,2-3 6 16,0-3-9-16,-2-2 2 0,1-3 3 0,-2-1-7 0,1-3 4 0,-2-2-1 15,1-2-4-15,-3-2-6 0,-2-3 3 0,-1-4-5 0,0-2 0 16,-2-2 3-16,-3-3-3 0,-1-1 3 0,-4-3-5 0,-1-4-1 0,-3 0 8 15,-3-1 2-15,-3-1 6 0,-4-2-1 0,-3-1-7 0,-6 0 4 0,-2-3 1 16,-4-3 0-16,-3 1 2 0,-4-3 0 0,-2-2 0 0,-3 1 11 16,-4-2-2-16,-5 1-4 0,-5 2-5 0,-4-2-13 0,-4-1 3 0,-3-1 0 15,-3-1 0-15,-3-1 2 0,-4 2 8 0,-2 0-1 0,-3 2-4 16,-4 1 0-16,-2 1-6 0,-5-1-6 0,-3-1 5 0,-4 1-3 0,-4-1-2 16,-4 2 2-16,-4 0 3 0,-3-1 2 0,-4 0 0 0,-5 1 2 0,-2-1-5 15,-5 0 1-15,-5-2 2 0,-4 2-2 0,-5-2 4 0,-2 2-2 16,-6 2 11-16,-1-2-3 0,-4 2-5 0,-2 2-1 0,-4 1-9 0,-2 2-1 15,-2 1-1-15,-3 1-4 0,-1 0-1 0,-3 1 4 0,-5 2-12 0,-1 1-1 16,-5 1 11-16,-1 1-8 0,-3 0 13 0,-1 3-1 0,-4 2-23 16,0 2 1-16,-1 4-1 0,4 2-1 0,1 3 4 0,1 4-9 0,0 3-20 15,-2 5-12-15,0 8-16 0,-2 5-14 0,2 6-11 0,-3 8-33 16,-2 7-26-16,0 11-44 0,-4 9-63 0,-1 9-75 0,-1 8-137 0,-6 10-313 16</inkml:trace>
  <inkml:trace contextRef="#ctx0" brushRef="#br0" timeOffset="7450.01">23586 2480 1355 0,'1'-4'0'16,"0"-1"-119"-16,2-2-21 0,1 1 33 0,1-1 67 0,-1 0 57 0,1-1 32 16,-1 1 7-16,-1 0-5 0,0 1-1 0,-1 2-2 0,0-2 1 0,0 0 8 15,0 1 7-15,-1 0 3 0,0 1 4 0,-1 0 0 0,0-1-8 16,1 1-8-16,-1 0-7 0,0 0-8 0,-1 0-3 0,0 2-2 0,0-1-8 16,-1 1-1-16,1 1-9 0,0 1-5 0,-1 1-2 0,1-1-10 0,-1 2-4 15,0 0-3-15,-1 2-4 0,1 2 3 0,-1 1-1 0,0 1 0 16,0 2 5-16,0 1 5 0,-1 3 2 0,0 2 1 0,0 3-1 0,0 2-5 15,-1 2 2-15,1 3-1 0,0 0-7 0,0 2 4 0,0 2-6 16,-1 2 2-16,1 2 5 0,-1 3 2 0,1 0 1 0,0 3 0 0,0 5-2 16,1 3-3-16,0 3 0 0,0 3-1 0,1 2-2 0,0 4 5 0,0 3-6 15,1 4 1-15,-1 2 4 0,0 4-1 0,0 4 7 0,-1 3 2 16,2 4 0-16,-1 2 0 0,-1 2-5 0,1 3 2 0,-2 2 5 0,1 4 11 16,-1 1 8-16,1 2 2 0,-1 2 1 0,0 1 12 0,1 2 5 0,-1 2 4 15,0 2 5-15,2 1-14 0,0 1-12 0,2 0-9 0,0 1-7 16,2-2-9-16,1-1 1 0,1 0-1 0,1-1-10 0,0-1-3 0,1 5-4 15,2-2-8-15,0 2-16 0,0 0-38 0,1 1-74 0,1 2-145 0,0 8-210 16,-2 13-330-16</inkml:trace>
  <inkml:trace contextRef="#ctx0" brushRef="#br0" timeOffset="10800.92">2620 2433 1629 0,'3'-19'-25'0,"3"1"3"0,5-7-12 0,6 4 7 0,5 0 17 0,4-1 10 15,2 0 0-15,3-1-11 0,1-1-16 0,3 3-27 0,3 2-16 0,3 1-9 16,4 2 8-16,3 0 19 0,2 0 17 0,2-1 15 0,2 1 11 15,2-3 3-15,3-1 9 0,1-1 4 0,1-2 10 0,-30 11 15 16,8-2 6-16,1 0 11 0,8-4 13 0,2 2-1 0,8-3 3 0,3 0-5 16,10-3-18-16,3 2-3 0,1-1-9 0,3 2-2 0,4 0-5 0,1 2-2 15,3 0 0-15,3 2-8 0,1 1 1 0,3 3-3 0,0 1 3 0,0 2 0 16,2 3 4-16,0 2-2 0,0 2-3 0,-1 4 1 0,-1 3-5 16,-2 2 2-16,-1 4-7 0,-3 2 4 0,-2 6-6 0,-1 2 0 0,-6 2-3 15,-1 6-2-15,4 8 0 0,50 34-2 0,-26-2 10 0,-25-2-5 0,-29-12 8 16,-2 3-3-16,-3 2-4 0,-4 3 1 0,0 0-5 0,-4 2-5 15,-1 1 1-15,0 2-2 0,-4 1 0 0,-2 1 2 0,-4 2-5 0,-2 0-2 16,-3 0-4-16,-4 0-2 0,-3 0-9 0,-4 0 3 0,-5 1 2 16,-3 0 7-16,-5-2 7 0,-3 0 0 0,-4-2-2 0,-5-2-5 0,-2-3 4 15,-6-5-5-15,-3-2 2 0,-3-3 7 0,-6-2 0 0,-4-2 11 0,-7-1-2 16,-4-3 2-16,-5-2 1 0,-3-2 3 0,-5-2 5 0,-6-4-3 16,-2-3 0-16,-3-4-2 0,-5-1 1 0,-4-2 1 0,-3-1-1 0,-5-3 1 15,-3 1-6-15,-5-3-5 0,-3-1-2 0,-4 0-4 0,-2 0 4 0,-4-1 0 16,-1 1 0-16,0-1-12 0,-3-1-29 0,0 2-41 0,-2 1-73 15,-2-1-90-15,-3 3-98 0,-6 2-119 0</inkml:trace>
  <inkml:trace contextRef="#ctx0" brushRef="#br0" timeOffset="25885.09">3656 8209 778 0,'-16'-12'134'0,"2"0"-110"16,-2-2-3-16,6 4-2 0,5 2 4 0,2 2-5 0,0-2-1 0,2 0-10 0,1 1-4 15,1 2-4-15,0 0-5 0,0 1-2 0,0 2 2 0,0 0 2 0,0 0 2 16,-1 1 2-16,0 0 0 0,-1 0 0 0,0 1 3 0,0-1 0 0,-1-1 3 15,0 1 8-15,-1-1 4 0,0 0 15 0,0-1 10 0,-1 2 11 16,-1-2 8-16,2 0 5 0,-2 1-4 0,0-1-2 0,0 1-5 0,-1-1-11 16,1 2-8-16,-1 0-8 0,0 0-6 0,1 0-2 0,0 2 2 0,-1 0-5 15,1 0-1-15,-2 2-4 0,1 0-4 0,-2 0 0 0,-1 1-1 16,0 1-1-16,-3 0 1 0,0 1 1 0,-3 1-4 0,-2 2 2 0,-2 1-2 16,-3 2 0-16,-3 1-1 0,-3 3 2 0,-3 3-9 0,-1 0 0 15,-5 2 6-15,0 2 6 0,-3 0 15 0,1 3 14 0,-2 1 6 0,-1 1 4 16,-1 1 5-16,1 0-2 0,3 2 6 0,-1-1-2 0,4 4-3 0,-2 0 0 15,0 3-9-15,3-1 0 0,-1 2-4 0,3 2-8 0,1-1-4 16,1 1-10-16,1 0-14 0,3-2 8 0,1 0-11 0,1 2 6 0,0 0 13 16,0-1-13-16,3 1 7 0,0-2-7 0,0 1-11 0,3-3 0 0,0-1-9 15,0-1-3-15,4-5-6 0,1 0-22 0,1-3-23 0,1-1-45 16,0-2-56-16,3-2-60 0,0-3-60 0,0-3-31 0,2-2-13 0,0-6 17 16,2-2-29-16</inkml:trace>
  <inkml:trace contextRef="#ctx0" brushRef="#br0" timeOffset="26168.08">2293 8231 1973 0,'-22'-12'283'0,"1"2"-181"0,-3-1-25 0,10 7-21 0,6 3-6 0,1 2-3 16,3 1-3-16,0 3-14 0,1 3-23 0,-1 2-16 0,0 8-2 15,0 7 3-15,-1 5 7 0,1 9 4 0,-3 3-3 0,-2 6-7 0,-1 5-4 16,-3 3 5-16,-1 3-1 0,0 3 1 0,-4 0 0 0,0 0-10 0,-1 3 8 15,1-2-2-15,-2 1 2 0,0-1 11 0,2-2-3 0,-2-2 2 16,1-4-2-16,2-4 0 0,2-4 2 0,1-4-2 0,1-3 3 0,4-2 2 16,-1-4-12-16,3 0 18 0,2-4 0 0,1-1-1 0,1-3 12 0,3-2-18 15,1-4 7-15,3 1-3 0,2-3-2 0,2-1 4 0,2-3-7 16,1 0 4-16,5-1-1 0,3-1-3 0,3-1 2 0,4-1-3 0,2-1-1 16,2-2 4-16,5 0-3 0,4-1 3 0,2 0-9 0,1 1-5 15,2 0-1-15,0-2-9 0,4 2-9 0,3 0-31 0,2 0-47 0,0 2-59 16,2 0-115-16,1 2-128 0,7 1-75 0,3 2-23 0,1 0-8 0</inkml:trace>
  <inkml:trace contextRef="#ctx0" brushRef="#br0" timeOffset="32152.07">26711 8009 2412 0,'-23'6'66'0,"4"2"-198"0,-5 4-1 0,8 4 35 0,7 1 66 15,2 0 26-15,3 1-15 0,2 3-17 0,4 5-18 0,4 3 4 0,2 5 2 16,5 5 12-16,2 3 9 0,3 5 10 0,-1 3 13 0,2 0 5 0,-1 1 3 15,1-2 6-15,-1-2 1 0,3-3 1 0,0-6 7 0,1-6 7 16,5-3 8-16,1-5 10 0,4-4 1 0,1-3 3 0,4-4 3 0,1-4 8 16,2-5 9-16,3-5 5 0,0-6 16 0,3-6 10 0,4-7 7 0,4-5 3 15,3-7-7-15,5-6-6 0,5-7-8 0,6-8-3 0,10-6-9 16,5-8-11-16,11-5-28 0,8-8-7 0,8-6-10 0,9-3-9 0,6-5-2 16,7-2-32-16,4-4-45 0,6-4-55 0,3-1-96 0,1-5-140 0,4-3-200 15,1-6-186-15,4-8-109 0</inkml:trace>
  <inkml:trace contextRef="#ctx0" brushRef="#br0" timeOffset="37285.8">3250 10849 854 0,'-7'-2'270'16,"-1"-1"-215"-16,0 0-45 0,1-1-8 0,3 0 0 0,0-2 16 0,0 0-2 15,0 0-4-15,1-1-1 0,-1 1-11 0,-2 0 1 0,-1 1-3 0,-3 1 2 16,1 1 0-16,-2 0 1 0,-1 0-1 0,2 2-2 0,-3 0 0 16,1 0-2-16,0 1 5 0,0 1 3 0,0 0 1 0,-1-1 9 0,0 2 10 15,0 0 16-15,1 0 13 0,0 0 16 0,-1 0 6 0,1-1 2 0,-1 1 5 16,1 1 0-16,2 0-4 0,-1 1-3 0,1 0-12 0,0 1-8 15,1 1-2-15,2 2-15 0,1 1-1 0,-1 1-13 0,1 3-13 0,0 2 0 16,-1 2-9-16,2 1 2 0,0 4 5 0,-1 1-4 0,1 2 1 16,0 3-4-16,-1 2-3 0,2 4 1 0,-1 2 1 0,-1 4 2 0,-1 0 2 15,1 1-2-15,-2 0 1 0,3 3 7 0,0-1-1 0,1-1 11 16,2 1 0-16,1-3-3 0,1-1 2 0,3-1-5 0,1-4-4 0,2 0-2 16,1-3-3-16,2 0-3 0,0-2-1 0,2-1 2 0,1-2 9 0,1-1 3 15,2-2 15-15,0 0 10 0,1-1 6 0,2-1 6 0,2 1-1 16,0-1-3-16,0-2-8 0,1 1 0 0,0 0-8 0,1-3-1 0,2 2-12 15,-1-1 0-15,2-1-8 0,-1-1 1 0,-1 1 6 0,2-1-11 0,-2 0-1 16,2-3-2-16,0-1 0 0,1-1 2 0,1-3-7 0,-2 0-5 16,3-2-2-16,-2-2 4 0,0-3 1 0,-1-1 6 0,2-2-3 0,-1-4 1 15,1-3 5-15,0-4 5 0,0-2 12 0,0-3 3 0,-3-4 9 0,1-3 11 16,-2-3 4-16,-1-3 7 0,0-3-8 0,-1-6-8 0,-3 0-15 16,0-2-6-16,0-1-1 0,-3-5-5 0,0 0-2 0,-2-2-6 0,-2-1 2 15,-2 1-2-15,-1-1 4 0,-3 1-1 0,0 2-3 0,-3 1-7 0,-1 2 0 16,-1 0-7-16,-3 1-19 0,-1 2 2 0,-1-1-9 0,-3 2 8 15,0 0 9-15,-1 0 0 0,-1 3 7 0,-1 2-6 0,0 1 1 0,-3 3 5 16,-2-1 0-16,-2 3 5 0,0 2 6 0,-1 1 4 0,-2 1 2 16,0 1 3-16,-3 3-2 0,-2 0 2 0,2 1 9 0,-5 3 1 0,1 2 5 15,-2 2 1-15,-2 3-12 0,-1 4-1 0,0 2 3 0,-4 2-12 0,-1 4-5 16,-2 4 2-16,-2 3-11 0,1 5 0 0,0 6-6 0,0 5-3 16,0 5-8-16,0 7-10 0,0 4-14 0,2 6-14 0,0 6-14 0,-1 3-25 15,3 5-28-15,2 6-35 0,1 2-62 0,3 1-119 0,2 1-183 0,1-3-96 16,1-2-153-16</inkml:trace>
  <inkml:trace contextRef="#ctx0" brushRef="#br0" timeOffset="37819.8">3296 11350 3522 0,'-39'23'393'0,"-1"0"-356"0,-5 9-41 0,4-1-10 15,7 0 2-15,4 3 18 0,-2 2 4 0,0 3-10 0,-2 5 2 16,-1 5-14-16,-2 5-15 0,0 6-10 0,1 4-8 0,1 4 3 0,0 6 0 15,-2 5-15-15,3 4-7 0,-1 4-17 0,2 3 11 0,2 3 11 16,-1 4 3-16,3 2 31 0,-1 5 16 0,3 6 3 0,-1 2 15 0,1 1 9 16,2 2-16-16,2-1 13 0,4 2-4 0,0 3-17 0,5 0 12 0,3 1-6 15,2 1 0-15,6-2 3 0,2 1-5 0,3 0 1 0,4 0 4 16,4 0-8-16,5 0 10 0,3-1 4 0,2 1-18 0,4-1 4 0,3 1-3 16,3-2-2-16,3-1 22 0,5-1 6 0,1-1-3 0,4-1 1 0,3 0 6 15,3-1 2-15,4 1 9 0,3-4 2 0,0-1-7 0,4-2 11 16,3-2-16-16,4-4-8 0,3-4 8 0,2-1-14 0,4-6 10 0,0-1-8 15,-35-47-15-15,9 10 16 0,4-3-6 0,11 8-1 0,1-4 1 0,12 8-14 16,4-6 12-16,13 6-2 0,1-5 15 0,4-4-5 0,3-7 1 16,2-3 27-16,3-6-17 0,2-6 12 0,3-4-17 0,2-5-7 0,2-7 3 15,1-4 0-15,2-3 9 0,1-4-3 0,2-4 5 0,1-4-7 16,1-3 2-16,0-1 10 0,1-3-14 0,1-1 6 0,-1-3-16 0,0-2-2 16,0 2 2-16,-2-1-6 0,1-1 0 0,-2 1 0 0,-2-2 0 0,-1 0 0 15,-2 2 0-15,-1 0-10 0,-2-2 14 0,-2 0-20 0,-2 1 24 16,-3-2-14-16,-2 0-30 0,-1 0 8 0,-4-1-41 0,-3-2-29 0,-1 3-30 15,-5-3-51-15,-1 0-41 0,-4-2-44 0,-3-2-64 0,4-3-84 16,54-22-97-16,-29 2-30 0,-25 5-7 0,-32 10-43 0</inkml:trace>
  <inkml:trace contextRef="#ctx0" brushRef="#br0" timeOffset="38101.8">8651 16709 3276 0,'-11'7'198'16,"2"-2"-105"-16,1-1-61 0,5-3-12 0,5-3-3 0,4-1-17 16,3-2 2-16,6-2 0 0,4 0-10 0,3-1 3 0,4-2 3 0,4 1-6 15,3-1 23-15,5-2-7 0,5 1-12 0,4-1-3 0,4-1-16 16,4 0 4-16,4 1-5 0,1 2 5 0,2 4 14 0,0 1-8 0,2 1 0 16,1 2 16-16,-2 1-6 0,1 1 16 0,1 2-8 0,-1 1-8 0,-2 2 19 15,-1 2 1-15,-3 2 19 0,-2 2-4 0,-2 4 5 0,-3 0 11 16,-4 2-4-16,-3 5 17 0,-6 2-4 0,-3 3-5 0,-6 5-5 0,-4 4-5 15,-6 2-8-15,-2 5-6 0,-7 4-12 0,-4 7-16 0,-6-24 0 0,-2 10 0 16,-4 3 0-16,-3 11 0 0,-4 4 0 0,-3 11 0 0,-6 2 0 16,-3 12 0-16,11-42 0 0,-2 6 0 0,-1-1-106 0,-1 4-106 0,0-2-170 15,-2 4-340-15,0-2-406 0,0 3-32 0</inkml:trace>
  <inkml:trace contextRef="#ctx0" brushRef="#br0" timeOffset="49239.1">8202 12765 802 0,'0'2'163'0,"2"0"-76"0,2 1-63 0,1 0-15 0,0 1-6 0,2 0-1 16,-1 1 1-16,1-1-3 0,-1 0 0 0,1 1-4 0,-1 0-2 15,0 0-4-15,1 1-4 0,-3 1 2 0,1 0-8 0,-1 1 3 0,-1 1 6 16,-1-1 2-16,0 2 12 0,-1-2 1 0,-1-1 2 0,0 0 0 0,0 0 2 15,-1 0 4-15,1 1 2 0,0-1 1 0,0 0 2 0,1-1 3 16,-1 0 3-16,0-1 1 0,0 0-2 0,1-1-1 0,0 0-1 0,0 0 0 16,0-1 1-16,0 0-5 0,1 1-2 0,-1-2 1 0,1 1-2 0,-1-1 4 15,1-1 0-15,0 1 1 0,0 0 4 0,1-1-3 0,-1 1 5 16,1-1-1-16,0 0 7 0,1-1 1 0,-2 1 0 0,3-1 3 0,-1-1 1 16,1 0-4-16,0-1-3 0,0-1-5 0,1 0-7 0,0 0 3 15,0-1-7-15,1-1 0 0,0-1-1 0,-1 0-1 0,1-1 3 0,0 0-3 16,-1 0 1-16,2-2-4 0,-1 1-1 0,-1 0 4 0,1-1 2 0,-1-1 0 15,-2 0-2-15,0-1-2 0,1 0 3 0,0 0-3 0,0-1 1 16,0 0 0-16,0 0-2 0,0 0 3 0,0 0-4 0,1-1 5 0,-1 0-5 16,1 1 6-16,-1-1 1 0,0 3 2 0,0-2 2 0,0 0 0 0,-1 0 2 15,0 0-6-15,-1 1 0 0,0 0-2 0,0-1-2 0,0 2 9 16,0 1-2-16,0 1-2 0,-1 1 2 0,0-1-8 0,0 0-6 0,-1 2-3 16,0 0 1-16,-1 2 1 0,0-1 2 0,0 1 2 15,0 0-7-15,-1 1 4 0,1-1 1 0,-1 0 8 0,0 0 2 0,-1-1-1 0,-1-1 4 16,0 0-2-16,0-1 3 0,0-1 3 0,0 0-8 0,-1 0 1 0,1 0-7 15,-1 1 5-15,0-1 4 0,0 0-11 0,1 2 5 0,0-1-3 16,1 1-7-16,1 1 7 0,-1 0-6 0,0 1-5 0,0-1 5 0,1 1-7 16,-1 1 8-16,0-1-2 0,0 2-4 0,0-2 5 0,0 0-6 0,0 1 5 15,-1-1 1-15,1 0 0 0,-1 1 0 0,0-1-2 0,0 0-1 16,0 0-1-16,-1-1-1 0,-1 1-2 0,0-1 1 0,-2 0 1 0,0 1-5 16,-2-1 2-16,0 0-1 0,-1 0 2 0,1 1 5 0,-2 1 1 15,1-1-1-15,0 0 1 0,-2-1-5 0,1 1 4 0,-1 0 4 0,1-1-4 16,0 2-1-16,-1 0-1 0,-1 0 0 0,1 2-1 0,-2 0 2 0,1 1-6 15,-1 2-4-15,-1 0 6 0,1 2-1 0,0 2 1 0,0 1-3 16,-1 2 1-16,1 0-2 0,1 1 2 0,1 2 6 0,1 0-3 0,0 3 5 16,2 1-2-16,1 2 1 0,2 0-5 0,1 4 0 0,1 1-4 0,1 2-9 15,1 2-8-15,2-2-8 0,0 2-28 0,1 0-40 0,2 2-74 16,-1-1-119-16,2 2-117 0,2 0-271 0</inkml:trace>
  <inkml:trace contextRef="#ctx0" brushRef="#br0" timeOffset="49870.13">14869 13479 1735 0,'30'1'226'0,"10"0"-20"15,16 1-46-15,9-2-37 0,6 0-42 0,6 0-32 0,9 0-23 0,7 2-16 16,6 2-7-16,8 0 0 0,5 1-5 0,7 0 2 0,2 1-11 16,3 1-24-16,1 1-22 0,1-1-54 0,2 4-49 0,-1 1-60 0,1 2-76 15,0-1-78-15,-2-1-89 0,2 0-154 0</inkml:trace>
  <inkml:trace contextRef="#ctx0" brushRef="#br0" timeOffset="63137.25">9260 13462 1364 0,'3'-7'626'0,"2"-1"-568"15,2-2-47-15,2 1-37 0,2 1-10 0,4-1-4 0,3 0-2 0,2 2 4 16,3 0 7-16,2 1 6 0,0 1 8 0,0 1 3 0,3 0-4 16,0 2-10-16,0 2-9 0,2 1-2 0,-1 2 1 0,1 1 8 0,3 1 15 15,-1 1 9-15,0 0 8 0,-1 0 6 0,0-2-2 0,0 2 4 16,1 0 0-16,3 1 5 0,1-2 4 0,2 1-6 0,2 0-2 0,2-1-6 15,0 0 6-15,1-2 4 0,2 0 1 0,0-1 4 0,2-1-3 16,0-1 4-16,0-3 1 0,2 0-1 0,-2-3-1 0,1-2 0 0,0-2 4 16,-2-3-6-16,2-1 5 0,-1-3-2 0,0-1 11 0,-2-2 13 0,0-1-6 15,-1-3 10-15,0-1-9 0,0-2 1 0,0-1 5 0,-3-1-11 16,-1-2-3-16,0-1-10 0,-1 1-4 0,1-2-1 0,-2 1-11 0,-2-3-4 16,-1 0 2-16,-2-2-4 0,0 1 6 0,-4 0 2 0,1-2-2 0,-4 1 3 15,-1-2-3-15,-3-1-6 0,0 0 5 0,-2-2-4 0,-4-1 10 0,-1 0-3 16,-5-1 0-16,-4-1-5 0,-6 0-6 0,-5-2 4 0,-6-2-7 15,-5 0-2-15,-4 0 7 0,-7 0 5 0,-2 0-2 0,-5 1 6 16,-6-1-7-16,-3 2-2 0,-8 2 19 0,-3 1-10 0,-4 2 8 0,-4 4-12 16,-2 4-18-16,-5 5 3 0,-3 4-13 0,-4 7-3 0,-5 6 7 0,2 7 5 15,-2 9 5-15,0 8 0 0,3 6 1 0,-2 9-6 0,-1 5-4 0,-1 9-4 16,-1 8-4-16,0 9-4 0,1 10 3 0,0 9-36 0,1 8-84 16,0 12-150-16,2 7-178 0,-1 10-71 0,2 9-19 0</inkml:trace>
  <inkml:trace contextRef="#ctx0" brushRef="#br0" timeOffset="67070.14">6466 13986 639 0,'2'-6'146'0,"0"0"-76"16,2-1-37-16,-1 2-15 0,1 0 3 0,3 0 2 0,-1 3-2 15,0-1-7-15,2 1-8 0,0 0-6 0,-1 0-6 0,2 1-3 0,0 2-1 16,-2 0-1-16,1 1-2 0,0 2 3 0,2 0 2 0,0-1 2 0,1 1 4 15,0 0 4-15,0 1-1 0,-1 0 0 0,1 0 1 0,2-1-2 16,0 1 3-16,1-1 3 0,1 1-4 0,0 0 5 0,1-1-1 0,-1 0-1 16,1 0 6-16,1-1-2 0,-1 0 9 0,0 1 6 0,1-1 9 0,0-1 10 15,0 1 3-15,-1 0 4 0,3-1 0 0,-1 0 0 0,0-1 1 16,2 0 0-16,0-1 0 0,0-1-1 0,2 0-2 0,-1-2-2 0,0-1-6 16,0-1-5-16,1 0-9 0,-1-1-4 0,1-1 0 0,-1 0-1 0,-1-3 0 15,0 0-5-15,-2 0 3 0,-1-1-6 0,-2 0-1 0,1-2 1 16,-2 0-1-16,-1 0 7 0,1 1 3 0,-1-1 4 0,0 1-3 0,-3-2 1 15,-1-1-3-15,-1 2 2 0,0-1 7 0,-1 1 0 0,-1-1 0 0,-1 0-2 16,0 0 3-16,-1-2-6 0,0 0 1 0,-1 0-7 0,1 1-4 16,-1-2 3-16,-1 0-6 0,0-2 3 0,-1 2 3 0,1-2-6 0,0-1 0 15,0 0 1-15,0-1-7 0,-1-1 8 0,0 2-2 0,0-2-4 16,-1 1 1-16,-1 0-1 0,0 0-2 0,-2-1 1 0,-2-1-2 0,1 1-5 16,-4 1-12-16,0 0-7 0,-3 1 4 0,0 3-5 0,-3-1 13 0,-1 2-10 15,-3-1-7-15,-4 3-7 0,0 0-9 0,-4 3-6 0,-2 2-2 16,-5 3-17-16,-2 2-16 0,-4 4-32 0,-1 2-36 0,-2 3-40 0,-3 5-34 15,-1 3-24-15,-2 5-14 0,-1 2 5 0,-1 6 27 0,-3 3-60 0</inkml:trace>
  <inkml:trace contextRef="#ctx0" brushRef="#br0" timeOffset="78937.84">3826 14979 259 0,'-7'0'117'0,"0"1"-61"0,-1 1-24 16,0 0-8-16,1 0 2 0,2 2 3 0,0-1 3 0,0 2-4 0,0 0-6 15,1 1-7-15,0 1-5 0,1 0 0 0,0 1-4 0,1 0-2 16,1-1 2-16,0 0 4 0,1 0 9 0,0 0 10 0,0 0 8 0,1-1 8 16,1 0 5-16,1-1 1 0,-1 1-2 0,2 0-2 0,0-1-1 0,1 0-1 15,0 2 4-15,2 1-4 0,0 1-2 0,0 1-2 0,2 1-6 16,-2 2 1-16,3-1-12 0,0 4-1 0,1 1 2 0,0 1-9 0,3 2 4 16,0 4-11-16,2 0-2 0,3 3-2 0,0 0 1 0,4-1-1 15,0 2 2-15,1-1 5 0,1 3-6 0,0-2 3 0,4 1-7 0,0-2 2 16,3-1 1-16,1-2 1 0,2 0 4 0,0-1-5 0,1-2-1 0,1 0 1 15,0-3 0-15,2-1 2 0,-1-1 5 0,2-2 0 0,1 0 0 16,0-2 6-16,2-2-4 0,-1 0 6 0,-1 0-3 0,1-2-1 0,1 0 6 16,0 0-1-16,1-1 15 0,0 1 6 0,-1 0 8 0,0 0 4 0,0-1 4 15,1-3-2-15,-1 1 3 0,0-1-3 0,1-1 2 0,-1-1-4 16,1-1-11-16,-1 0-2 0,-1-2-5 0,-1 1 3 0,0-2 9 0,0-1-5 16,-2-1-10-16,-1-2 1 0,-1 0 1 0,-2-2-8 0,0 0-9 15,-2-2-5-15,-2 0-9 0,-1-1 21 0,1-1 14 0,-4-2-8 0,2 0 2 16,-6-1-13-16,-2-1-2 0,-2 0 9 0,-2 0 0 0,-3-1-3 0,-1-1 4 15,-2-1-2-15,-2 1-2 0,-1-2 7 0,-3-2 0 0,-2 1 0 16,-1-4 2-16,-2 0-5 0,-1-4 2 0,-1-1-1 0,-2-1-10 0,-1 1 4 16,-2-2-1-16,-2 0-4 0,0-1 1 0,-2-1-2 0,-3-1-7 15,1 1 1-15,-5-1 6 0,0 0-8 0,1 0 13 0,-4-3-4 0,0 0-2 16,0-1 3-16,-1 1-3 0,1-2-1 0,1-1-8 0,0 1-1 0,-1 0-1 16,0 0-1-16,-2 2 3 0,-2 2-1 0,1-2-17 0,-3 3 9 15,1 0-11-15,-5 2-9 0,-1 0 0 0,-2 3-24 0,-2 2 3 0,-1 4-21 16,0 1-18-16,-2 4-25 0,-4 5-48 0,-1 2-40 0,-4 4-77 0,-3 6-126 15,-5 5-126-15,-5 9-124 0,-7 9-74 0</inkml:trace>
  <inkml:trace contextRef="#ctx0" brushRef="#br0" timeOffset="82241.83">9164 9510 2506 0,'-4'2'-93'16,"0"1"-134"-16,0 1-278 0,1-1-221 0,3 3-40 0</inkml:trace>
  <inkml:trace contextRef="#ctx0" brushRef="#br0" timeOffset="84404.83">21069 8274 89 0,'0'-10'47'15,"1"-1"-11"-15,-1-3-3 0,0 3-4 0,0 3-5 0,0 0-2 16,-1-1-4-16,0 0-4 0,-1 0-2 0,-2 1-4 0,-1-1-2 0,-2 2-4 15,-1-1-1-15,-2 2-2 0,-3-1-2 0,1 0 2 0,-2 1-1 0,-1 1 3 16,0-1 1-16,0 1 1 0,-2 0 1 0,-1 2 1 0,-1-1 1 16,1 2 4-16,-1 1 4 0,-3-1 5 0,2 2 5 0,-3 0 4 0,0 0 1 15,0 2-7-15,-1 0-3 0,0 0-7 0,-2 2-2 0,0 0-1 16,0 2-5-16,-3-1-1 0,1 2-3 0,-3 1-2 0,2 2 2 0,-3 0-3 16,0 2 1-16,-1 1 1 0,0 2 1 0,-1-1-3 0,2 1 3 0,2 2 3 15,-1 1-1-15,1 2 2 0,1 2-2 0,-1 2 1 0,2 0 0 16,1 2 0-16,2 0 0 0,1 0 3 0,3-1 2 0,2-1 3 0,2 2 7 15,4-2 1-15,3 0-3 0,4-1 0 0,3-2-4 0,2 0 2 0,4 2 3 16,2-2-5-16,2 2-1 0,5-1-6 0,2 1-3 0,2 1 2 16,1-1-4-16,2 1-1 0,0 0-3 0,0-2 0 0,3 1 2 0,-1-1 0 15,1 1 4-15,1 0 3 0,1-1-1 0,1 0 0 0,1-1 2 16,-1-3-5-16,2-1 3 0,0-1-1 0,1-4-1 0,2-3 4 0,0-1 5 16,0-4 3-16,0-1 5 0,2-2 1 0,1-2-1 0,0-2-1 0,2-1-3 15,0-3 1-15,2 0-6 0,2-3 0 0,1-3 1 0,5-2-2 16,-1-4 2-16,3-2 0 0,1-3 1 0,3-3 0 0,0-3 4 0,0-1 10 15,-2-4 6-15,-1-1 14 0,-3-2 14 0,-3-2 1 0,-4 0 6 0,-2-2 6 16,-5-2-6-16,-2-2-3 0,-5-1-9 0,-2-2-16 0,-4 1-9 16,-5 1-8-16,-4 1-13 0,-5 2-1 0,-6 4-4 0,-6 5-6 0,-5 2-5 15,-8 4-18-15,-6 3-21 0,-8 4-14 0,-8 2-10 0,-10 6-3 16,-10 3-2-16,-8 6 3 0,-10 5 2 0,-5 5 0 0,-5 7 8 0,-3 6 12 16,-1 7 13-16,-2 8 12 0,1 4 0 0,0 7-3 0,0 9-8 0,0 5-62 15,-2 8-71-15,-3 7-71 0,2 6-52 0</inkml:trace>
  <inkml:trace contextRef="#ctx0" brushRef="#br0" timeOffset="85455.17">20530 7940 1156 0,'-2'-14'120'0,"1"-2"-49"0,1-2-57 0,1 2-19 0,1 2-12 0,2 2-1 16,2 1-3-16,1 0-8 0,1-1-5 0,2 0-9 0,0 0-8 15,-1 0-2-15,0 0-1 0,0-1-1 0,-1-1 6 0,0-1 3 0,0 0 6 16,-1-1 11-16,-1 1 10 0,-2-1 9 0,0 1 9 0,-1-2 4 0,-1-1 1 15,0 3 9-15,-2-3 2 0,-1 2 6 0,0-2 7 0,-2 0 1 16,-1-1 4-16,0-1 5 0,-1 1-1 0,-2 0-2 0,-1-1-2 0,-1 0-6 16,-1 1-6-16,-1 0-6 0,-2 1-4 0,-2-1-3 0,-1 0 0 0,-1-1 0 15,-1-1-2-15,-2-1 0 0,-2 1-3 0,-1-2 3 0,-5 2 1 16,0 2 2-16,-5 0 3 0,-1 0 1 0,-2 3 3 0,-2 1 8 0,-2 1 3 16,-1 3 0-16,-1 2 1 0,0 2-4 0,-1 2-3 0,3 1-10 0,-1 4-7 15,2 2-4-15,2 2-8 0,1 2-3 0,0 2-2 0,1 2-1 16,0 2 3-16,2 0-3 0,2-1 1 0,3 1-3 0,0-2-4 0,3-2 1 15,1-1-2-15,4-2-5 0,4-1-21 0,3-3-33 0,3-3-46 0,3-1-49 16,4-3-34-16,3-3-20 0,4-4-87 0</inkml:trace>
  <inkml:trace contextRef="#ctx0" brushRef="#br0" timeOffset="85888.17">18724 5818 756 0,'-23'-22'179'16,"-1"0"-106"-16,-6-3 2 0,5 8-12 0,5 5-18 0,2 3-16 0,3 3-12 15,-1 2-5-15,1 1-6 0,0 3-8 0,1 2-1 0,-1 3-1 0,1 2-4 16,0 3 5-16,0 2-2 0,1 1 0 0,-1 0 0 0,2 1 0 16,1 2 0-16,1 1 0 0,2 0 1 0,-1 0 1 0,1 0-3 0,0 0 3 15,2-1 0-15,-1 0 1 0,2 1 1 0,0 0-1 0,0 1 5 0,2 1-3 16,1 1 0-16,0 0 0 0,1 0-3 0,1 2 2 0,2-1 1 16,-1 2-1-16,2 1 1 0,3 0-1 0,1 2 0 0,1 0-2 0,2 1 2 15,2 0-1-15,0 0-7 0,3-1 6 0,2-3 1 0,2 0 0 16,2-2 4-16,2-3-4 0,3 0-3 0,0-3 0 0,1-3 2 0,-2-3 2 15,1-3-1-15,-3-2 2 0,1-3 0 0,0-2-5 0,-2-2-3 0,-1-2-3 16,-1-2-5-16,-3-1-1 0,-1-1-6 0,-2-2-8 0,-1 0-12 16,-2-1-11-16,-2-1-19 0,0 0-7 0,-2-3-7 0,0-1 0 0,-1 1 7 15,-1-3 7-15,-1 0 7 0,-1-1 11 0,-2-1 6 0,-1-2 7 0,-2 0 10 16,-2-1 2-16,-1-2 6 0,-2 2 6 0,-1-3 2 0,-1 1 4 16,-1-3 0-16,1-1-11 0,-2-1-30 0</inkml:trace>
  <inkml:trace contextRef="#ctx0" brushRef="#br0" timeOffset="86621.17">17665 5660 197 0,'-24'6'137'0,"-3"2"-75"0,-4 3 7 16,6 2-6-16,6-1-12 0,5 4-16 0,3 0-9 0,3 2-5 16,4-2-3-16,4 2-3 0,2 2-2 0,3-1-5 0,3 1-1 0,2 1 1 15,2-2-3-15,4 0 1 0,1 1-3 0,2 1-1 0,0-1 0 0,1 1 3 16,1-1 1-16,-1-1 4 0,4-1-1 0,-1-1 6 0,2 0 1 15,1 1-1-15,0-1 4 0,2 0-2 0,2 2 1 0,3 0 3 0,1 2 4 16,1-1-1-16,-2 1 2 0,2 1 0 0,1 0-5 0,1 2-1 16,3 0-3-16,-2 2-3 0,0 0 2 0,0 3-2 0,-2 0-3 0,0-1-4 15,-4 2-2-15,-2-2-5 0,-3 0 2 0,-4-1-1 0,-4 0-4 0,-3-3 5 16,-3-2-3-16,-5-2 3 0,-3-5 6 0,-4-1 1 0,-2-2 3 16,-5-2 6-16,-2-1 4 0,-5-1 0 0,-3-2 2 0,-4 0-4 0,-6-2-3 15,-4-1-3-15,-6-1-4 0,-4-2-2 0,-3-1 0 0,-3-1 2 0,-1-2 1 16,-1-2 3-16,0 0-2 0,1-2 0 0,0-1 0 0,1-1 0 15,3 0-2-15,0-1-3 0,5 2 4 0,3-3 2 0,3 0 7 0,4-1 7 16,2-1 4-16,6 1 5 0,5-3-8 0,2 2-4 0,4 0-4 16,3 2-12-16,3 0 0 0,4 1 0 0,3-2-8 0,5 0 0 0,4-1-2 15,5-1-1-15,7-3 4 0,4-2-2 0,6-1 7 0,5-2-1 0,6-1 1 16,2-1 0-16,2 0 4 0,2 0 7 0,-1-2-2 0,0 1 4 16,1-2-13-16,-4 1-3 0,-2 0 5 0,-2 0-2 0,-2 2 2 0,-5 0 4 15,-5 1-6-15,-3-1 2 0,-5-1 4 0,-5 0-4 0,-2 0 4 0,-4 0-2 16,-3 0-4-16,-3 3 4 0,-4 0-8 0,-2 1 1 0,-4 0-3 15,-3 1-9-15,-3 2 2 0,-4 2-6 0,-3 2-2 0,-3 0 4 0,-4 2 1 16,-4 1 0-16,-3 2 9 0,-3 0 0 0,-2 3 6 0,-1 1 7 0,-2 3-4 16,0 1 0-16,-2 2-5 0,-1 2-10 0,-1 1 3 0,-1 3-3 15,0 2-2-15,-2 4 5 0,0 2 3 0,-1 1 1 0,1 3 0 0,2 1-3 16,1 3-2-16,3 0-7 0,4 1-8 0,5 0-3 0,8 0-18 16,5-2-20-16,7 2-17 0,7 0-31 0,8-1-34 0,7 1-23 0,9-4-6 15,12-3 4-15,10-5 25 0,12-7 25 0,11-6 22 0,8-5 26 0,6-5 25 16,2-2 19-16,0-2 11 0,-3-1 12 0,-3 1 4 0,-8 2 8 15,-6 1 11-15,-5 1 15 0,-6 2 14 0,-7 1 17 0,-5 1 11 0,-7 3 5 16,-6 2-6-16,-1 0-7 0,-1 3-8 0,-3 2-11 0,1 1-3 0,-2 4 0 16,1 3-6-16,1 4-2 0,-1 3-6 0,2 5-8 0,0 5-7 15,-1 2-8-15,2 4-1 0,0 1-3 0,-1 3-1 0,2 1-4 0,-3 2-1 16,2 1-2-16,0-3-8 0,-1 0 3 0,3-3-1 0,1-3 1 16,2 0 7-16,-1-4-3 0,1-2-1 0,-3-5-1 0,0-5-1 0,0-2 5 15,-3-4 3-15,0-3 5 0,-2-4 6 0,-3-3 10 0,-1-5 14 0,0-2 11 16,-3-4 16-16,1-3 11 0,-2-2 2 0,-1-4 6 0,-2-2-1 15,-3 0-2-15,-2-3-10 0,-2 0-7 0,-3-2-7 0,-2-1-8 0,-3-4-7 16,-6 1-6-16,-2-4-14 0,-6 1-10 0,-4 0-2 0,-4 1-14 0,-6 1-3 16,-5 2-7-16,-4-1-2 0,-5 3-4 0,-6 3 0 0,-5 4 6 15,-5 4-1-15,-4 4-1 0,-5 4 0 0,-3 3-8 0,-3 5-15 0,0 3-19 16,-3 2-47-16,0 4-68 0,3 3-78 0,0 4-83 0,0 5-165 0</inkml:trace>
  <inkml:trace contextRef="#ctx0" brushRef="#br0" timeOffset="106943.17">10402 5323 130 0,'23'32'-117'0</inkml:trace>
  <inkml:trace contextRef="#ctx0" brushRef="#br0" timeOffset="108942.02">13605 16238 46 0,'-2'-10'46'0,"0"-1"-4"0,0-1-4 0,1 0-9 0,1 0-6 0,-1 2-3 0,1-2-1 16,1 1 4-16,-1-1 7 0,1 0 5 0,0 0 8 0,0 2 11 0,-1 0 13 16,1 2 15-16,-1 0 11 0,1 1 18 0,-1 1 8 0,0 1 17 15,1 0 12-15,-1 0-3 0,1 1-3 0,0 0-21 0,0 0-12 0,1 2-10 16,0 0-10-16,-1 0-2 0,1 1-1 0,0 0 4 0,-1 1-1 0,2 0-8 15,-1 0-13-15,1 1-14 0,0 1 1 0,-1 1-6 0,2 1-3 16,0 2-11-16,1 1-14 0,0 3 3 0,1 2-6 0,1 2 7 0,-1 3-2 16,1 4-4-16,0 1 1 0,-1 2-2 0,-1 2 11 0,0-1-8 15,0 4 0-15,-1-1-13 0,-1 2-1 0,0 1 6 0,-1 0-4 0,1-1-9 16,-1 0 5-16,1-1-7 0,0 0 9 0,0-2 11 0,0-1-21 0,0 1-9 16,-1-5-5-16,1 1-1 0,0-4-7 0,0-2-2 0,1 0-15 0,-1-2-7 15,3-1-8-15,0-3-6 0,0 0-1 0,1 0 1 0,0-1 3 16,-1 1-13-16,0-2-1 0,-2-2-21 0,0 0-46 0,0-2-37 0,-1 0-57 15,-1-3-47-15,-1-2-21 0,1-1-3 0,1-2 13 0,0-2-71 16</inkml:trace>
  <inkml:trace contextRef="#ctx0" brushRef="#br0" timeOffset="110242.02">13859 16270 235 0,'-3'0'86'0,"1"0"-6"0,0 0-8 16,0 1-9-16,1-2-12 0,0 1-21 0,0 0-14 0,1-1-3 0,-1 1-1 15,1-1 6-15,0 0 0 0,0 0 0 0,1 0 1 0,-1-2 5 0,1 0 6 16,0 0 1-16,-1-1 3 0,2 0 5 0,-1 0 9 0,0 0 8 16,1 0 16-16,0 1 8 0,0 0 9 0,1 0 5 0,0 1-5 0,0-1 1 15,1 0-8-15,-1 1-11 0,3 0-6 0,0 2-14 0,1-1-3 16,1 0-7-16,1 2-7 0,1-1-11 0,0 0-1 0,0 1-4 0,3 1-4 16,1 0-3-16,1 1-7 0,1 0 5 0,2 0 1 0,3 1 4 15,0-1 4-15,2-1 2 0,1 0 3 0,-2 0-5 0,3-1 8 0,1 1 6 16,3 0 1-16,1-2 12 0,0 0-10 0,2-1 4 0,2-1 3 0,1-1 3 15,4 0 7-15,-1-2-4 0,3 1 6 0,2-2-8 0,1-1-8 0,3 1-4 16,2-4 8-16,3 1-8 0,2-1 9 0,2-1-8 0,3-1-7 16,3 1 6-16,1-2-18 0,3-2 3 0,0-1-2 0,2 0-5 0,3 1 0 15,0-1-6-15,4 2-7 0,2 0 11 0,0 0-3 0,4 1-2 0,1-1 2 16,1 0 0-16,3 1-2 0,1-3 5 0,3 0-6 0,2 0-4 16,-1 1 6-16,4-1 5 0,1-2-1 0,3 0-6 0,5 2 6 0,1-1 9 15,2-1 11-15,3 1-2 0,1-1-4 0,2 0-13 0,1 1-1 16,2 3 1-16,2-2 1 0,6-2 6 0,1 2-2 0,2-2-2 0,1 1-7 15,0 1 0-15,3 1 6 0,2-2-2 0,2 1 5 0,2-1 2 0,-1 2-2 16,1-1 1-16,2-2-1 0,0 1 4 0,1-1 5 0,0 0-1 16,2 1 6-16,0 1-4 0,1 1-15 0,-1 0 7 0,1 2-10 0,3 2 5 15,0-1 11-15,-1 0-3 0,3 0 1 0,-1 2-11 0,1 2-3 0,1 1 5 16,-2 0-3-16,4 0-1 0,1 0 2 0,1 0-5 0,-2 1 5 16,-4 1 3-16,-1 0-3 0,1 1 1 0,1-1-5 0,1 1 14 0,3 1-9 15,-1-1 5-15,-3-1 6 0,-1 0-9 0,-6 1 3 0,1 0-19 16,0 1-11-16,2 0 9 0,0 0-12 0,-1 1 20 0,1 0 0 0,-3-2 0 15,-1 2 6-15,-1 0 1 0,-2 2 5 0,1 0-8 0,1-1-1 0,-1 1-10 16,0-2-7-16,-3 2 6 0,-5 0 0 0,0-1 4 0,-1 3 2 16,-1-2 2-16,1 1 0 0,-2 0 17 0,-1-1-7 0,0 1-10 0,-2-2 4 15,-2 1-3-15,-2-1 9 0,-1 1 2 0,-1 0-2 0,-1 1-16 0,-1-1 6 16,-1 0 0-16,0 1-1 0,-1 0 7 0,-1 0-8 0,-3 0 2 16,-1 0-4-16,-1 0 8 0,-2 0 0 0,0 0-2 0,-4 1-4 0,0 1 24 15,1-1-22-15,-1 0-2 0,0 0 18 0,-1 0-26 0,-4-1 30 16,-2 1-10-16,-5-1-14 0,-1 1 0 0,-4 0 0 0,-2-1 0 0,-2 1 0 15,-1 0 0-15,-1 0 0 0,0 1 0 0,-2 0 0 0,-1-1 0 0,-1 0 0 16,-3 1 0-16,-1-1 0 0,-1 0 0 0,0 0 0 0,-2 0 0 16,0-1 0-16,-3 0 0 0,-1 0 0 0,-3-1 0 0,-4 1 0 0,-1 0 0 15,-3-1 0-15,1 1 0 0,-1-2 0 0,0 1 0 0,-2 0 0 0,-6 0 0 16,2 0 0-16,0 0 0 0,-2-2 0 0,0 1 0 0,-3 0 0 16,-1-2 0-16,-1 1 0 0,-2-1 0 0,0 0 0 0,-4 1 0 0,3 0 0 15,-1 0 0-15,0-1 0 0,-1 1 0 0,-6 0 0 0,0-1 0 0,-1 2 0 16,1-2 0-16,-2 1 0 0,2 1 0 0,-4-1 0 0,-13 1 0 15,3 1 0-15,0-1 0 0,3 1 0 0,-3-1 0 0,4 1 0 0,0 0 0 16,1-1 0-16,1 1 0 0,-1 1 0 0,-2-2 0 0,0 1 0 16,0 0 0-16,-1 0 0 0,-1 0 0 0,-1 0 0 0,1-1 0 0,-1 1 0 15,-2 0 0-15,2 0 0 0,-1-1 0 0,1 1 0 0,-1-1 0 0,-1 1 0 16,0-1 0-16,0 0 0 0,0 1 0 0,-1-1 0 0,-1 1 0 16,0-1 0-16,0 1 0 0,0-1 0 0,-2 1 0 0,1-1 0 0,-1 1-14 15,0 0 8-15,0-1 8 0,0 1-4 0,0-1 0 0,-1 1-8 0,2-1 2 16,-1 0-4-16,-1 0 10 0,2 0 0 0,0 0-4 0,-2 0 2 15,1 1-14-15,-1-1 4 0,0 0-8 0,0 1-1 0,-1 0-7 0,0-1-7 16,-1 1-9-16,-1 0-10 0,-2 0 6 0,1 0-17 0,0 0-4 16,-2 0-20-16,-1-1-32 0,-1 1-26 0,1-1-42 0,-2-1-37 0,-1 0-49 15,-1 0-47-15,-1-1-52 0,1-1-23 0,-2-2-2 0,-3-1 23 0,1-2 46 16,-1-3 37-16</inkml:trace>
  <inkml:trace contextRef="#ctx0" brushRef="#br0" timeOffset="110508.02">32414 14291 2249 0,'2'-3'567'0,"0"0"-308"0,0-1-111 0,1 0-70 0,0-1-35 0,2-1-6 15,0 1 3-15,1 0-4 0,0 0-8 0,0 1-9 0,1 0-3 0,1 1-21 16,-1 1 1-16,1 2-2 0,0 1-14 0,1 3 9 0,1 2-4 15,1 2-5-15,1 3 9 0,-1 4 7 0,3 4 1 0,0 2 3 0,1 5 0 16,-2 4-8-16,2 2-12 0,0 5 19 0,0 5 8 0,0 3 4 0,1 4 13 16,1 6-21-16,-2 2 82 0,0 4 5 0,2 4 2 0,-1 2 0 15,0 4-88-15,-10-35 6 0,2 6-8 0,1 1-2 0,-1 5-4 0,1 0-19 16,1 7-20-16,0-1-69 0,-1 6-92 0,1 1-152 0,0 5-281 16,0 1-274-16,-1 5-178 0</inkml:trace>
  <inkml:trace contextRef="#ctx0" brushRef="#br0" timeOffset="111917.02">16754 15662 18 0,'-3'-1'16'0,"2"0"6"0,-2-1 6 0,1 1 4 16,-1 0 3-16,1 0 6 0,-1 1 8 0,0-1 8 0,0 0 8 15,0-1 3-15,0 1 9 0,1-2 4 0,-1 2 4 0,1 0 5 0,0 0 6 16,-1 1 2-16,1-1 1 0,0 0 2 0,-1 0-1 0,1 1-4 0,0 0 0 16,0 0-1-16,0 0-7 0,1 0 1 0,0 1-10 0,-1 0-11 15,1 0-7-15,0 1-8 0,0-1 0 0,0 0 1 0,0 1 5 0,1 0-3 16,-1 0 6-16,0 0-4 0,0 1-3 0,1 0 1 0,1 0 3 0,-1 2 0 16,1 0-7-16,-1 0 2 0,1 2-7 0,0 1 7 0,1 0-2 15,-1 3-3-15,1-1-3 0,0 4-2 0,0 1-2 0,2 2-2 0,-1 0-14 16,1 2 7-16,0 1-4 0,1 2-2 0,-1 1 8 0,1 2-21 15,-1 0 4-15,-1 2-4 0,2-1-2 0,-2 2 6 0,1-2-9 0,-1 1 11 16,0 0-8-16,-1 0 3 0,1 0-1 0,-1-3-7 0,1-1 4 0,-1-2-7 16,2-2-3-16,-1 0 1 0,-1 0 2 0,1-2-10 0,-1-1 12 15,1-1-2-15,0-1 6 0,0-2 5 0,-1-1-19 0,1-2 15 0,-1 0-13 16,0-2 10-16,-1 0 1 0,1-1-24 0,-1-2 13 0,0 0-12 0,0-1 1 16,0 0-7-16,0-1-30 0,0 0-23 0,-1-1-35 0,0-2-26 15,0 1-41-15,-1-1-63 0,1 0-108 0,-1-2-123 0,1 0-86 0,-1-3-3 16,0-3 11-16</inkml:trace>
  <inkml:trace contextRef="#ctx0" brushRef="#br0" timeOffset="113168.02">12973 17346 877 0,'-4'3'320'0,"0"-1"-141"0,-2 0 9 0,2 1-23 16,-3-1-33-16,0 1-47 0,1 0-47 0,1-2-24 0,0 1-8 15,1-1 5-15,0-1-4 0,1 2-7 0,0-1 4 0,-1-1-2 0,1 2 2 16,-1-1 7-16,1 2-4 0,-1 0 6 0,-1 0 1 0,0 0 4 16,-1 1 12-16,0 1 6 0,0-1 5 0,-1 1 12 0,1 0-8 0,0 0 12 15,1 0 1-15,0 0-12 0,0-1 6 0,1-1-5 0,1 0 1 0,0 0 1 16,0-1-8-16,1 0-7 0,0 0 2 0,1-1 2 0,0 0-3 15,0 1-7-15,0 0 1 0,1-2-18 0,0 1 0 0,0-1 4 0,0 1 2 16,0 1 0-16,0-1-7 0,1-1-15 0,0 2 3 0,0 0 11 0,0 0-2 16,1 1-2-16,0 1-4 0,-1 0 3 0,2 2-2 0,-1 1 3 15,1 0-9-15,0 1 3 0,0 0 2 0,1 2 1 0,0 2-5 0,1 0-11 16,0 1 17-16,1-1-8 0,0 1 7 0,0 1 13 0,1 1-11 16,0-2-1-16,0 1 1 0,1-1-20 0,-1 0 9 0,2 1 11 0,0-2 13 15,1 0 7-15,0 1-5 0,1-2-7 0,0 0-16 0,2-2-4 16,0 1 1-16,-6-6-2 0,1 0 4 0,1 1 10 0,-1-1-20 0,1 0 23 15,1-1-2-15,1 1-10 0,0-1 23 0,0 0-17 0,0-1 1 0,0 0 4 16,1-1-10-16,-1-1 8 0,1 0 11 0,11-1 8 0,-2-2 2 0,-1-3-7 16,-5-1 8-16,-1-1-10 0,-3-2-13 0,0 0-15 0,-3 0-5 15,-1 0 4-15,-2-2 12 0,0 0 5 0,-1-1-3 0,-1-1 10 0,-1-1-5 16,-1 0 9-16,-1 0 6 0,-2-1-15 0,0-2 3 0,-2 1-2 16,-1 0-10-16,0 0 4 0,-2 0 6 0,-2-1 3 0,0 0-9 0,-1 3 9 15,-1-2-6-15,-1 1-7 0,1 1 17 0,-2-1-26 0,-1 1 9 0,0 1 18 16,0 0-3-16,-1 3 5 0,-1-1-7 0,0 2-6 0,0 0-1 15,-1 2-6-15,-1 0 4 0,1 2 3 0,0 0-7 0,-1 0 15 0,0 2-8 16,1 0-10-16,-1 2 18 0,1 0-15 0,0 2 7 0,1 0 4 0,-1 1-7 16,0 1 7-16,1 2-10 0,0 0-5 0,0 0 6 0,-1 1 0 15,2 2-5-15,0 0 8 0,0 1-10 0,2 1 7 0,0 0 2 0,2 2-13 16,0 1 0-16,2-1 0 0,0 1 7 0,2 3-6 0,1 0-7 16,1-1-4-16,1 2-10 0,2 0 6 0,1 1-10 0,1-1-15 0,1 2-9 15,1-1-28-15,2 1-23 0,1-2-35 0,3 2-53 0,0-1-63 0,1-2-95 16,3 1-109-16,2-2-82 0,3-2-59 0</inkml:trace>
  <inkml:trace contextRef="#ctx0" brushRef="#br0" timeOffset="113677.02">16247 17126 89 0,'2'-1'37'15,"0"-1"-12"-15,-1 0-9 0,2-1-7 0,2-5-9 0,1 1-10 0,-1-1-17 16,0 2-28-16,0 1-7 0</inkml:trace>
  <inkml:trace contextRef="#ctx0" brushRef="#br0" timeOffset="114901.03">16809 16971 539 0,'-8'2'198'0,"0"1"-18"16,-5 0 25-16,1-1-9 0,0 0-37 0,-1-1-62 0,1 1-42 16,-2 1-11-16,0 2-6 0,-1-1-3 0,0 1 8 0,-2 0-4 0,0-1-2 15,0 1 1-15,2-1-5 0,-1 1 0 0,-1 1 10 0,1-2 7 0,3 0 5 16,-1 0-5-16,3-3-1 0,0 0 0 0,2-1-5 0,1-1 8 15,1 0-7-15,1 0 2 0,1-2 0 0,1 2-9 0,0 0 6 0,1-1-4 16,2 0-2-16,-1 0-2 0,3-1-8 0,0 1 4 0,1-2 0 0,1 1-4 16,1 0-7-16,1-1-2 0,3 1-8 0,0-1 6 0,2 2-8 15,1-1-8-15,1 0 4 0,1 1-5 0,1 0 9 0,0 1-2 0,1 0-9 16,0 2 10-16,-1 3-9 0,-1-1-3 0,-1 1 6 0,0-1-7 16,-2 1 5-16,0 3-2 0,-1 1-5 0,-1 0 12 0,-1 3-8 0,-2 0-5 15,0 2-2-15,-4-5 0 0,0 2 6 0,-1 1 11 0,-1 2-9 0,-1 3-5 16,-1 1 13-16,-2 2-1 0,-2 3 10 0,0 0-10 0,-2 2-5 15,-2 0-4-15,0 0 11 0,-1 2-2 0,0 0 2 0,1 0 3 0,-1-1-5 16,2 1 5-16,-1-2 2 0,3-2 0 0,0 3 5 0,2-5-15 0,0 0 0 16,2-2 6-16,1-2-6 0,1-3 5 0,1 0-9 0,1-2-5 15,1-4 11-15,1-1 2 0,1 0 0 0,0-2-6 0,1-2-7 0,-1-2-2 16,3 2 1-16,0-2-6 0,0-1-1 0,2 0-6 0,-1-3-6 16,1-1 2-16,1 0-7 0,0-4 2 0,-1-1 9 0,1-1-6 0,0-1 16 15,1 0 1-15,-1 0 10 0,1-2-2 0,-1 0-14 0,0 2 14 0,0 2 0 16,0-1 9-16,0 0 8 0,-1 1-10 0,0 0 5 0,0 3 4 15,-2 2 3-15,0-1 6 0,1 1 4 0,-2 1 0 0,1 2 3 0,-1 0-5 16,-1 2-10-16,1-1 9 0,-1 2-14 0,0 0-1 0,0 1-4 0,1 2-3 16,-1 0 1-16,1 1 4 0,0-1-3 0,1 2-8 0,0 1 6 15,1 0 0-15,0 0-8 0,1 0 5 0,0-1 2 0,-1 0-4 0,2-1 1 16,0 0 4-16,1-1-4 0,0-2 2 0,1 1 0 0,-1-3-3 16,2 1 5-16,0-2-2 0,0-1 6 0,0-1 8 0,-1-2-2 0,-1 0 17 15,1-1 8-15,-1-2-4 0,-1-1 7 0,1-1-10 0,-2-1 2 0,0 2-7 16,-1-3-9-16,0 0 8 0,-1 0-5 0,-1-1-1 0,-2 3-5 15,0-3-9-15,-2 1 14 0,0 0-7 0,-3 0-6 0,0 0 10 0,-2 0-28 16,-1 0 26-16,-2 1-11 0,-1 0-10 0,-1 1-1 0,-1 1-9 16,-2 1 3-16,-1 0-3 0,0 2 0 0,0 1-7 0,-1 2 4 0,-1 0-18 15,1 2 15-15,-2 1 0 0,3 2-3 0,-2 2 1 0,2 0-23 0,0 1-3 16,2 1-19-16,-1 0-19 0,2 1-23 0,1-1-35 0,1-1-19 16,2 1-25-16,2-1-33 0,0 0-25 0,2 0-27 0,2-1 10 0,0-1 38 15,2 1 40-15,2-1 48 0,0 1 39 0,2-1 22 0,1 0 19 0,1-1 11 16,1 0 12-16,1 0 11 0,-1 0 11 0,1 0 11 0,1-2 6 15,-1 2 4-15,1-1 7 0,0 0 8 0,-2 0 16 0,3 0 17 0,-2 0 16 16,1-1 13-16,-1 1 9 0,0 0 1 0,-2-1 1 0,2 1 1 0,0 0-3 16,1 1 11-16,-1-1 8 0,1 1 9 0,-1 0-1 0,2 0-18 15,0 0-9-15,0 1-9 0,1 0-2 0,-1 1 4 0,1 0-5 0,0 0 1 16,2 0-14-16,0 1-5 0,0 0 4 0,1-1-9 0,1 1-2 16,-1-1 3-16,1 0-11 0,0 0 15 0,0-1 9 0,-1 0-7 0,0-1 10 15,0-1-4-15,0-1 0 0,-3 0 10 0,1-1-12 0,-1 0-6 0,-2-1 0 16,0 0-14-16,-3-1 7 0,1-1-6 0,0 0-1 0,-2 0 0 15,0-1-14-15,-1-2 9 0,-1 0-7 0,0-1 0 0,-1 0-5 0,-1-1-22 16,-1 0 9-16,-1-1 0 0,-1 0 9 0,-3-1 0 0,-1 0-14 0,-1-1 5 16,-3 1-2-16,-1 0-9 0,-2-1 1 0,-2 1-3 0,0-2-10 15,-3 2 10-15,-1 2-6 0,0 0-28 0,-1 1 15 0,-1 0-14 0,0 1-8 16,0 3 12-16,-1 2-20 0,0 1 10 0,1 1-16 0,-1 1-19 16,1 1-15-16,2 2-31 0,0 1-40 0,1 0-60 0,3 1-94 0,1 0-128 15,3 1-129-15,1-1-33 0,2 2-122 0</inkml:trace>
  <inkml:trace contextRef="#ctx0" brushRef="#br0" timeOffset="115501.03">19959 15432 968 0,'-3'-4'222'0,"1"0"-4"16,0-2-16-16,-1 0-27 0,1 0-56 0,0 0-44 0,1 1-26 0,0 1-11 16,-1 2 3-16,1 0 6 0,0 1 2 0,0 1 3 0,1 0-9 15,-1 1-5-15,0-1-6 0,0 1-8 0,1 1-1 0,-1 1 5 0,0 2 7 16,0 2 4-16,0 0 5 0,1 3-1 0,0 2-1 0,0 4 2 0,1 4-9 16,0 2-4-16,1 4 1 0,1 1-3 0,0 3 11 0,1-1 7 15,0 4-1-15,0-1 2 0,0 2-4 0,1 1 5 0,0 2-14 0,0-1 5 16,-1 2-5-16,2-1-6 0,1 1-4 0,1-2-11 0,0-2 2 15,0-1-9-15,0-3-1 0,0 1-8 0,-1-1 11 0,0-2 0 0,-1-2-11 16,0-3 7-16,-1-4-10 0,-1-1 1 0,-1-1 19 0,-2-2-15 0,1-2-11 16,-1-1-18-16,0 1-22 0,0-2-22 0,-1-1-28 0,1-1-39 15,-2-3-43-15,1 0-71 0,-1-2-94 0,0-1-116 0,0-1-66 0,1-1 9 16,0 1-4-16</inkml:trace>
  <inkml:trace contextRef="#ctx0" brushRef="#br0" timeOffset="116301.03">19972 16958 734 0,'-2'-2'189'15,"-1"0"24"-15,0 1 6 0,-1 1-18 0,1-3-54 0,1 1-46 0,-1 0-37 16,1 0-7-16,-1 3-9 0,1-1-3 0,-1 2-7 0,2 1-12 0,-2 1-2 15,1 3-7-15,-1-1-2 0,0 3 1 0,0 2-14 0,1 3 7 16,1 1-2-16,0 2-4 0,2 2-3 0,0-9 9 0,0 2 3 0,2 2 1 16,0 3 6-16,1 1-11 0,2 2-7 0,0 0 9 0,2 3-4 0,2-1-1 15,-1 0-5-15,2-3-2 0,1 1-4 0,2 0-4 0,-1-3 13 16,1-2-5-16,1-1 5 0,0-1 3 0,0-2 0 0,-1-2 5 0,1-3 8 16,-1-1 10-16,0-1 2 0,-1-2 10 0,-1-2 12 0,0-2-1 15,-1-1-2-15,0-2-4 0,0 0-7 0,-3-3 1 0,2-1-6 0,-1-2-10 16,0 0 1-16,-2 0 0 0,0-1 3 0,-1 0 5 0,-1-1-3 0,0 1 8 15,-2 0 1-15,0 0 4 0,-1 0 13 0,-1-1 0 0,0 2 5 16,-1 0-19-16,0 0-6 0,0 3-6 0,0-2 2 0,0 3-12 0,-1 0-5 16,1 3-12-16,0-1 3 0,-1 2 15 0,1 1-15 0,-1 1-4 0,1 1-11 15,-1 1-6-15,1 1 19 0,-1 1-13 0,1 1 10 0,0 2-2 16,0 2-21-16,0 1 20 0,1 2-18 0,-1 1 11 0,1 2-3 0,1 2-26 16,-1 2 12-16,1-1-8 0,0 1-10 0,0 2 2 0,-1-3-32 15,1 2-13-15,0 0-22 0,-1-3-29 0,1 1-46 0,-1-1-45 0,1-2-65 16,-1-1-79-16,0-3-26 0,1 0 10 0,-1-3 48 0,1 0 23 0</inkml:trace>
  <inkml:trace contextRef="#ctx0" brushRef="#br0" timeOffset="116602.03">20547 17220 1096 0,'1'2'251'15,"1"0"-18"-15,0 0-16 0,1 2-21 0,0 0-38 0,1 1-60 0,0 1-49 16,1 0-25-16,0 1-15 0,0 1 0 0,-1 1 9 0,1 0-12 0,1 1-1 15,0 0-5-15,0-1-1 0,1 2 5 0,0-1-4 0,0 1 2 16,1-1-2-16,-1-1-2 0,1-1 7 0,1 0 1 0,0 0-2 0,0-2 10 16,0 0-5-16,1-2 8 0,-1-1 13 0,2 0 4 0,-1-2 14 0,0-1-3 15,0-1 6-15,0-1 8 0,-2-1-5 0,1-1 4 0,-1 0-17 16,0-1 0-16,-1 0 4 0,0-1-11 0,-1 1-1 0,-1 0-6 0,-1-1-12 16,0 0 6-16,-2-1-2 0,1 1 2 0,-2-2 12 0,0 2-6 0,-2-2-8 15,0 2 7-15,-2-1 1 0,1 1 2 0,-3 0 1 0,0-1-12 16,-2 1-7-16,-2 0 0 0,0-1-17 0,-3 1-6 0,0-1-5 0,-1-1-4 15,-3 2-8-15,0-2-29 0,0 1-21 0,-2-1-23 0,-1 0-20 16,1 2-21-16,2 0-34 0,-1 0-27 0,1 1-40 0,1 1-44 0,4 1-53 16,-1 0-13-16,3-1 20 0,1 2 41 0,1-2 60 0,1 2-20 15</inkml:trace>
  <inkml:trace contextRef="#ctx0" brushRef="#br0" timeOffset="116868.03">20716 17268 485 0,'3'4'157'0,"1"-2"-11"0,0 2 6 0,2-1-16 16,0 2-35-16,2 0-31 0,0 0-26 0,0 0-12 0,0 1-6 0,1-2-6 16,0 2-2-16,0-1 1 0,1 1-6 0,0 0-5 0,-1-1 2 15,1 0-2-15,1-1 4 0,-1-1 5 0,1 0-2 0,1-1 6 0,-1-2 8 16,1 0 5-16,0-2 19 0,0-1 3 0,1 0 15 0,-2-2 20 0,2 0 6 16,-1-1 15-16,0 0-7 0,0-2-4 0,-1 0-14 0,0 1-9 0,0-3 4 15,0 1-22-15,-1-2-7 0,-1 0-8 0,-1 0-10 0,0 1-2 16,-1-2 3-16,-1 1 5 0,-1-1-4 0,-1 0 0 0,0 1 0 0,-3-1-5 15,0 0 5-15,-3-3-14 0,-1-5-3 0,-4 1-8 0,-1 5-1 0,-1 5 6 16,0-2-10-16,-3 2-7 0,-1 0-7 0,0 1 0 0,-2-2-9 16,1 3-18-16,-3-1-29 0,0 0-18 0,-2 3-34 0,1 0-33 0,-1 1-47 15,-2 1-62-15,0 0-63 0,0 3-76 0,0 0-24 0,4 2 11 16,0 1-96-16</inkml:trace>
  <inkml:trace contextRef="#ctx0" brushRef="#br0" timeOffset="117452.03">23854 15244 407 0,'-6'3'178'0,"1"0"-50"0,-3 1 8 0,1-1-2 0,2 0-3 15,-1 0-4-15,1 0 0 0,0-1 6 0,-1 1 11 0,1-1-1 16,-1-1-5-16,0 0-18 0,1 0-25 0,0-1-18 0,-1 1-15 0,2-2-8 15,0 0-4-15,1 0-2 0,0 0-3 0,0-1-2 0,-1 1 3 16,0-2-9-16,0 1-5 0,1-1-3 0,0 1-5 0,1 0 7 0,0 0-2 16,-1 1 2-16,0-1 1 0,1 1-7 0,0 1 5 0,-1-1-3 0,1 1-2 15,1 1 9-15,0-1-10 0,0 1 0 0,1 0-2 0,-2 0-5 0,1 0 4 16,1 2-2-16,0 1-4 0,0 1-2 0,1 2-3 0,0 3-8 16,1 1-4-16,0 5 6 0,0 1-4 0,1 3 0 0,1 2 1 0,-1 1-2 15,0 3 2-15,0 4-1 0,0 1 2 0,-1 2-5 0,1-1-3 16,0 1 5-16,0 0-5 0,-1 1 1 0,0-1-5 0,0 1-13 0,0-3-23 15,0 1-14-15,1-2-28 0,0-1-41 0,1-2-58 0,1-1-90 0,1-2-110 16,0 0-72-16,1-3-11 0,0-2 36 0,1 0-18 0</inkml:trace>
  <inkml:trace contextRef="#ctx0" brushRef="#br0" timeOffset="117884.42">23394 16421 2729 0,'1'2'160'0,"0"-1"-39"0,0 1-49 0,1 0-39 0,0-1-13 15,1 2-15-15,0 1-2 0,1 2 8 0,-1 3-2 0,1 0-2 16,-1 2-4-16,1 3-6 0,-1 0-3 0,1 3-9 0,-2 2-3 0,1 3 4 15,0 0-7-15,0 2 16 0,1 1-4 0,-1 1 2 0,2 3 7 0,0 2-7 16,2 2 4-16,0-1-1 0,1 0 4 0,2-2-5 0,1-1-5 16,0-2 1-16,4 0-3 0,1 0-1 0,1-2-3 0,-2 0-4 0,0-2-4 15,0-1 10-15,-7-12 14 0,1 2 4 0,-1-2 14 0,3 2-1 0,1-1-17 16,1 1 2-16,0-2-9 0,0 0 12 0,1-1 6 0,0-3-1 16,0-2 2-16,0-2-2 0,-3-1 12 0,2-2-4 0,-1-2 4 0,0-2 4 15,-1-1-10-15,-2 0-4 0,1-1-10 0,-1-2-11 0,5-11 1 16,-4 3 2-16,-4 2 19 0,-3 5 6 0,-3 0 9 0,-2-1 14 0,-1 1-22 15,-3-1-8-15,-2 3-1 0,-1 1-9 0,-1-1 0 0,0 0-4 0,-1 0-20 16,-4 1 3-16,-1 1-8 0,-1 2-6 0,-1 0 0 0,0 2-8 16,-1 0 10-16,1 2 0 0,0 2-3 0,1 0 3 0,1 1-20 0,1 0-19 15,1 1-22-15,1 0-25 0,1 1-24 0,2-1-33 0,0 0-62 0,0-1-92 16,1-1-83-16,1-1-24 0,1-1 20 0,2-2-7 0</inkml:trace>
  <inkml:trace contextRef="#ctx0" brushRef="#br0" timeOffset="118184.42">23828 16939 1470 0,'5'4'825'15,"0"3"-637"-15,3 3-62 0,-1-1-54 0,2 0-24 0,1 1-16 0,-1 0-9 16,2 1-11-16,0 1-14 0,0 1 9 0,0 0-7 0,-2 2 7 16,-1-3-14-16,0 1-11 0,-4-7 8 0,1 1-3 0,-1 0 9 0,2 1 4 15,0 0-18-15,1-1 10 0,1 0 7 0,0 1-6 0,1-2 15 16,1 0-11-16,1-2 0 0,0-1 8 0,0-1 4 0,0-2 18 0,1-1 2 15,0-2 11-15,0 1-3 0,0-2 0 0,-2-2 10 0,1 0-1 0,0-1-1 16,-1-1-16-16,8-7-8 0,-4 0 2 0,-3 1 0 0,-3 3 1 16,-3 1-12-16,-1-2-6 0,-1 0-6 0,-2 0-2 0,-1-1-2 0,-1 2-4 15,-3 0 4-15,-1-1-1 0,-1 1 8 0,-1 0-6 0,-3 1-4 0,0 1 2 16,-2 0-20-16,-2 1 9 0,0-2-5 0,0 3-8 0,-3 0 1 16,0 1-16-16,0 1 1 0,-1 2 4 0,-2 0-11 0,1 2-1 0,-1 1-15 15,1-1-20-15,1 3-24 0,0-2-36 0,1 3-47 0,1 0-62 16,0 0-81-16,4 2-57 0,-1-1 1 0,2 1 43 0,1 1-56 0</inkml:trace>
  <inkml:trace contextRef="#ctx0" brushRef="#br0" timeOffset="118451.42">24214 17066 1232 0,'11'4'390'0,"1"1"-156"0,3 1-31 0,1-1-62 0,1-1-19 0,0 0-26 15,3 0-25-15,1-1-5 0,-11-1-15 0,1 0 2 0,1 0 7 0,1-1-1 16,1 1-5-16,1-1-22 0,-1 0 2 0,4-3-17 0,13 0-1 16,-6-3 8-16,-4-2 10 0,-7 2 13 0,0-2 8 0,-1 0-3 0,0-2-24 15,-1 0-1-15,-1-2-11 0,-2 0-2 0,1 0 2 0,-1 1-12 0,0-1 8 16,-2 1-5-16,-2-2 9 0,-2 0 0 0,-1 1-5 0,-2 0 22 16,-2 3-12-16,-1 0 12 0,-2-1 2 0,-2 2-13 0,0-1-4 0,-1 0-1 15,-1 1-15-15,-1-1-6 0,-2 0 2 0,-1 0-18 0,-2 0-8 0,-2-1-1 16,-1 1-6-16,-3-1-8 0,-2 0-22 0,1 2-18 0,-3-2-20 15,0 2-24-15,-2 1-16 0,1 1-23 0,0 3-25 0,2 0-22 0,2 2-55 16,2 1-68-16,4 0-79 0,2 2-14 0,2 1-137 0</inkml:trace>
  <inkml:trace contextRef="#ctx0" brushRef="#br0" timeOffset="118884.42">27367 15226 1589 0,'-4'1'236'0,"-1"1"-70"16,-1 1-94-16,-1-1-28 0,0-2-21 0,2 3 1 0,0 0-1 16,0 0-11-16,1 2 12 0,-1-1-3 0,2 1 7 0,-1 0 23 0,1-1-3 15,1 0 1-15,0 0 4 0,1 0-2 0,0 1-7 0,2 1 14 0,-1-1-10 16,0 1-11-16,1 1 0 0,-1 2-15 0,1 2-4 0,1 0-5 15,1 2-8-15,1 0-5 0,-1 2-5 0,3 2 0 0,-1 2 5 0,1-1-2 16,0 1 1-16,0 1-6 0,0-1-4 0,0 0 2 0,1 0-2 0,-1-3-5 16,1 1-12-16,-1-1-21 0,0 0-38 0,0-1-45 15,0 1-48-15,1 0-49 0,-1 0-52 0,-2-1-30 0,2 1-17 0,0-2 2 0,0 0 32 16,-1-1-101-16</inkml:trace>
  <inkml:trace contextRef="#ctx0" brushRef="#br0" timeOffset="119401.42">27343 16335 1676 0,'0'4'1035'0,"1"1"-868"0,1 3-63 15,0-1-73-15,3 1-29 0,1-1-5 0,3 1 8 0,1 0-9 0,0 0 8 16,2 1-4-16,0 1-9 0,-2-1 11 0,2 1-19 0,-1 0 12 0,-1-1-6 16,1 2-7-16,-1 1 14 0,3 0-14 0,-1 1 1 0,0 0 0 15,0 0 3-15,-1 2 13 0,3 0-16 0,-1 1-8 0,-1-1-28 0,1 0-18 16,-3-1 6-16,1-1-4 0,-1-1 12 0,-1 1 14 0,-2-1 13 0,-2 0 8 16,-2-1 12-16,-1-2 5 0,-1 0 7 0,-2 0 4 0,-2-1-8 15,-1 0 2-15,-2-1-9 0,-2 0-9 0,-3-1-8 0,-1-1-20 0,-1-1 1 16,-3-1 2-16,-1-1 2 0,-3 0 12 0,-1-1 7 0,-3 1 9 15,0-1 10-15,-1 1 1 0,0-1-3 0,1-1 6 0,-1-1 1 0,1-1 11 16,0 1-2-16,2-1-4 0,2 0 6 0,2-1-7 0,1-1 7 0,3 0 4 16,1-2 2-16,1-1 4 0,2 1-2 0,2-1 14 0,1 0 1 15,1-1-3-15,3-1-1 0,1 1-12 0,1 0-9 0,3-3 0 0,-1 0-7 16,3 0-8-16,1-2-1 0,1 1 1 0,1-2 5 0,2-2 5 0,1 0-1 16,0 0 10-16,0-1-2 0,3 0 9 0,0 1 3 0,0 2-5 15,1-2 17-15,-2 2-1 0,2-1-4 0,1 3 20 0,-2-1-8 0,-1 2-4 16,-1 0 8-16,-2 0-23 0,0 0 15 0,-2 2-3 0,-2-1 1 15,-2-1-1-15,-1 2-9 0,-2 0 5 0,-1 1-4 0,-1 1-3 0,-2-1-8 16,-2 0-2-16,-1-1-6 0,0 0 2 0,-1 0-6 0,0 0-15 0,-3 1 2 16,-1 2-11-16,-1-1 6 0,0 0 5 0,0 1-7 0,-1 1-5 15,0 0-14-15,1 2 2 0,1 0-9 0,1 1-6 0,0 1-13 0,1 1-20 16,-1 0-9-16,1 2-17 0,0 1-14 0,0 1-37 0,-1 1-34 0,0 1-51 16,1 0-72-16,-1 2-82 0,1 3-17 0,1 1 24 0,-3 4 26 15</inkml:trace>
  <inkml:trace contextRef="#ctx0" brushRef="#br0" timeOffset="119768.42">27752 16579 1549 0,'5'3'612'0,"1"1"-418"0,2 1-100 0,-1-1-65 0,1 0-15 15,-1-1-4-15,3 1 10 0,0 0-6 0,0 1 0 0,0 0-3 16,-3-1-9-16,1 1 9 0,-1-2-3 0,0 2-6 0,0-3-2 0,0 1-5 16,0 0-1-16,0-1 12 0,0 0-3 0,-2 0 0 0,2 0 7 15,1-2-10-15,-1-1 3 0,1 0-9 0,0-1-13 0,1-1-4 0,0-2 0 16,-1 1 1-16,1-3 11 0,-1 0-3 0,0 0 8 0,0-1-2 0,-1 0 2 16,-2 0 10-16,1-1 3 0,-2 1 7 0,0-1 4 0,0 0 7 15,-1 0 4-15,0 0 4 0,-3 1 2 0,0-1 2 0,-2 2 12 0,0-1-4 16,-2 0 3-16,0 0-8 0,-1 0-3 0,-3 0-15 0,0 1 0 0,-2-1 3 15,-3 2-10-15,-1-3 9 0,0 1-10 0,-3 0-7 0,2 1 1 16,-1 1-1-16,1 1-2 0,0 1-5 0,0 1-8 0,1 0 3 0,0 2 3 16,0 1-8-16,0 2-2 0,1 0-11 0,1 1-14 0,-1 1-10 0,2 0-18 15,1 1-23-15,0 1-9 0,2 0-14 0,1 0-14 0,-1 2-29 16,2-2-44-16,0 0-53 0,2 1-47 0,1-1-37 0,1 1-6 0,2 0 18 16,2 2-91-16</inkml:trace>
  <inkml:trace contextRef="#ctx0" brushRef="#br0" timeOffset="120035.42">28251 16622 2141 0,'6'6'323'0,"1"0"-170"0,2 0-87 0,0 2-38 16,2-3-2-16,3 2 3 0,0 0 4 0,1-1-3 0,2 1-18 0,-2-1-6 16,1 0-2-16,-2 0-13 0,1-2 6 0,1 1-12 0,0-1-8 15,-1 0 1-15,1 0 3 0,-1-2 11 0,1 1 4 0,-3-1 9 0,3-2 13 16,0 0 9-16,0-1 6 0,1-1-2 0,-2 0 6 0,1 0 2 0,-2-2 9 15,-1 0-4-15,1-1 0 0,-2-1 1 0,0 0-8 0,-2-1 10 16,-2 1-13-16,-1-2 1 0,-1 1 12 0,-2-1-13 0,-1-1 14 0,-2 1-6 16,-2 2 6-16,0-2-8 0,-2 0-15 0,-1-1-7 0,-3-1-5 0,-2 0-3 15,-1-1-3-15,-4 1-11 0,-3-1-5 0,-3 0 2 0,-2 1-3 16,-4 0-7-16,-1 1-7 0,-1 4-4 0,2-1-9 0,0 2-16 0,1 2-23 16,2 0-23-16,1 3-33 0,2 0-38 0,3 1-69 0,1 0-121 0,2 1-165 15,3 0-96-15,4-1-57 0,3 0 216 0</inkml:trace>
  <inkml:trace contextRef="#ctx0" brushRef="#br0" timeOffset="127485.6">9720 13216 1304 0,'-2'-2'496'0,"0"1"-345"0,0 0-106 0,3 0-36 0,2 1-2 16,2 2-2-16,1-1-3 0,3 1 1 0,2 1-3 0,1 0-1 16,2 1-2-16,1 0 3 0,2 0 1 0,1 0-3 0,2 0-8 0,1-1-8 15,3 1-3-15,1-2-10 0,1 0 5 0,1-2 6 0,-1 0 0 16,1-2 11-16,-1 0 4 0,4-1 5 0,-2-1 3 0,2-1 5 0,-1 0 4 16,1-1 8-16,0 1 8 0,2 1 6 0,-1-1 14 0,1 1 5 0,-2 0 13 15,0 1 11-15,-1 0 0 0,0 1-3 0,0 1-8 0,1 0-12 16,0 0-7-16,0 1-16 0,0 1-4 0,1 0-3 0,-1 2-6 0,1 0 1 15,1 1-2-15,0 0-2 0,0 0-10 0,2 1 5 0,0 0-4 0,2 0-3 16,1 0 7-16,-1 0-8 0,2 0-4 0,2 0-3 0,0 0-11 16,2-1-12-16,1 1-31 0,1-1-53 0,3 1-83 0,-1 0-151 0,2-1-188 15,0 1-82-15,1-4-42 0</inkml:trace>
  <inkml:trace contextRef="#ctx0" brushRef="#br0" timeOffset="129719.6">15397 15500 1139 0,'5'7'72'0,"3"0"4"0,3 2-2 0,3-1-12 0,2-2-21 0,1-1-26 16,2 0-12-16,3-1-3 0,-2-1-3 0,0-2 1 0,-1-1 2 0,-2-3 2 15,0-2 6-15,-1-1-6 0,-1-1 10 0,-3-2 12 0,0-1 15 16,-2-3 27-16,-1 0 16 0,-2 1 15 0,-1-3 9 0,-1 0 0 0,-1-1-4 16,-1 0-12-16,-1-1-9 0,-1 0-15 0,-1-1-19 0,0 1-10 15,-1-1-14-15,-2-1-2 0,-1 2-7 0,-2-1-5 0,-2 2-4 0,-1 1-4 16,-2 1-7-16,-2 0-6 0,0 1-6 0,-2 2-11 0,-2 0-10 0,-1 3-8 15,0 0-19-15,-2 1-6 0,1 2-10 0,0 3-16 0,-1 1-15 16,1 2-13-16,1 2-7 0,1 2-4 0,1 3-3 0,1-1-10 0,4 4-21 16,0 2-13-16,2 2-23 0,2 3-19 0,1 0 3 0,2 2-3 0</inkml:trace>
  <inkml:trace contextRef="#ctx0" brushRef="#br0" timeOffset="130368.6">17789 15028 2643 0,'-4'-1'130'0,"1"0"-47"0,1-1 1 16,3 0-18-16,1-1-35 0,3-1-24 0,3-1-27 0,4-1-11 0,4 0-10 16,0-1 0-16,0 2 13 0,-2 0 2 0,-3 1 6 0,-2 2-4 0,-2 0-8 15,-1 2 3-15,-1 0 6 0,0 1 6 0,-1 0 9 0,-1 0 0 16,0 1-2-16,0 0-3 0,-1 0 2 0,1 0 1 0,-1 2-4 0,0-2-2 16,0 2-2-16,-1 1-1 0,0 0 2 0,-1 1 3 0,0 0-1 15,-2 3 4-15,0-1 5 0,-1 2-2 0,-1 0 2 0,0 1-2 0,-1 1 5 16,-1 1-5-16,1 1 2 0,0-1 8 0,1 2-9 0,-1-1 9 0,0 1-7 15,1-2-1-15,-1 3 9 0,-1-1-1 0,1 1 10 0,-1 0-4 16,0 0 0-16,1 1 1 0,0-1-3 0,-1-1 7 0,3 1-10 0,-1 0 2 16,1-2-1-16,1-3-2 0,1 0-2 0,1-2 2 0,0-1-2 0,3-1 0 15,0-2 1-15,1-1-7 0,2-1 0 0,1 0-5 0,1-1-2 16,1-2 4-16,1-1-5 0,1-2 1 0,1-1-2 0,2-2-1 0,1-1 7 16,0 0 4-16,0-2 5 0,0-1 3 0,2 0 2 0,-1-2 3 15,0-2 4-15,0 1 1 0,0 1 2 0,-1 1 2 0,-1 1 7 0,0 1-7 16,-2 1 0-16,1 2 1 0,-2 1-4 0,-3 0 4 0,1 3-5 0,-2 0-2 15,0 1-6-15,0 2-2 0,0 1 2 0,0 2-5 0,0 0 0 16,0 2-4-16,0 1-2 0,0 0 0 0,1 2 4 0,0-1 2 0,-1 1-6 16,0 1 4-16,0 1-4 0,0-1 6 0,0 0 6 0,2-1-11 15,1-2 2-15,0-1 1 0,1-1-2 0,0-1 5 0,0-1-1 0,0-3 3 16,0 1 4-16,0-3 2 0,0 0 9 0,1-2 5 0,-2-1-2 0,1-1 5 16,-1-2 3-16,1-2-4 0,0-2 4 0,-1 0 1 0,-2-2 0 15,1 1-3-15,-2-1 2 0,-2-1-1 0,-1-1-7 0,-2 0-1 0,-1 0-4 16,-2 0 2-16,-3 0 1 0,-1 0 0 0,-1 0-5 0,-3-2-5 0,-1 2-9 15,1 0 2-15,-2 2-15 0,0 1-7 0,-1 3-1 0,0 2-20 16,0 1-10-16,-2 3-25 0,1 2-22 0,-2 1-6 0,0 3-7 0,-3 2 0 16,0 3-3-16,-2 0-10 0,2 5-23 0,-1 0-24 0,1 3-30 0,1 0-32 15,1 0-42-15,2 1-40 0,1-2-16 0,3-1-111 0</inkml:trace>
  <inkml:trace contextRef="#ctx0" brushRef="#br0" timeOffset="130652.11">18543 15030 1477 0,'0'6'458'16,"3"0"-351"-16,1 3-20 0,1 1-13 0,1-2-9 0,0 1-32 0,1 1-34 15,1 1-16-15,1 0-8 0,1-1 4 0,-1 0 8 0,1-1-6 0,-1-1-5 16,-1 0-11-16,1-1-5 0,0-1 0 0,0-1 2 0,0-1 13 16,0-1 5-16,0 0 16 0,-2-1 9 0,1-1 4 0,-1 0 10 0,0 0 7 15,0-1 1-15,0-1 10 0,-1 0 6 0,1-1 2 0,-1-2 6 16,-2 0-1-16,1 0-4 0,0-3 1 0,-1-1-4 0,0-1 2 0,-2-2-1 15,1 1-3-15,-1-3-8 0,-1 2-9 0,-1-1-5 0,-2-2-4 0,-1 1 6 16,-1-1 0-16,-1 0-4 0,-2 1-2 0,-1-1-4 0,0 2-1 16,-1 2-3-16,0-1 3 0,-2 1-14 0,1 1-7 0,-2 1-20 0,1 2-21 15,-2 2-7-15,1 1-13 0,-1 2-9 0,-1 2-6 0,2 1-9 16,-2 2-9-16,0 2-1 0,-1 2-11 0,2 0-29 0,-1 2-42 0,0 0-67 16,0 1-58-16,1 2-34 0,1 1 16 0,-2 1 4 0</inkml:trace>
  <inkml:trace contextRef="#ctx0" brushRef="#br0" timeOffset="131368.14">21157 13975 2593 0,'-2'-7'93'0,"2"1"-16"0,0-3-37 15,2 3-27-15,1-1-30 0,3 0-37 0,2 0-22 0,1 1-6 0,1 0 15 16,0 0 39-16,0 2 16 0,-1 0 17 0,-1 0-13 0,0 1-23 15,0 1-15-15,-1 1-14 0,2 0 8 0,0 1 3 0,1 0 6 0,-1 1 9 16,1 0 4-16,0 2 4 0,-2-1 6 0,1 1 7 0,1 1-8 16,0 0 2-16,0 2 7 0,0 0-8 0,-2 0 2 0,-1 2-3 0,-2 0-11 15,-1 1-3-15,-1 0 4 0,-3 1 7 0,-1 1 2 0,-2 1 1 0,-2 2 4 16,-2 0 6-16,-1 4 6 0,-2 0 4 0,-1 0-9 0,-2 2-3 16,-2 0 6-16,1 2 0 0,-4 3 7 0,1 3 1 0,0-1 1 0,0 3-1 15,1 0 5-15,0 1-3 0,0-1 6 0,1 1 4 0,2-1 3 0,1-1 7 16,3-1 5-16,1-1 4 0,4-3-5 0,-1-1 4 0,3-3-1 15,1-1-3-15,1-1 2 0,2-2-9 0,1-1-4 0,2-4-4 0,0 1-9 16,2-2-3-16,1-1-7 0,2-1-9 0,2-1-4 0,0-1-12 16,0-2-20-16,2-2-32 0,0-1-42 0,1-2-48 0,-1-2-38 0,4-2-22 15,0-2-9-15,0-3 11 0,1-1 21 0,3-5 3 0,1-1 13 0</inkml:trace>
  <inkml:trace contextRef="#ctx0" brushRef="#br0" timeOffset="131618.14">21741 14314 1190 0,'0'0'303'15,"0"0"-106"-15,2 0-42 0,0 0-24 0,-1 1-27 0,2 1-43 0,-1 0-37 16,1 1-14-16,1 2-5 0,-1 0 4 0,1 1 4 0,-1 2-2 16,1 1 3-16,0 1-8 0,1 1 2 0,0 0-5 0,0 2 0 0,2-1 2 15,0-1-8-15,2 0 4 0,0-2 2 0,1 0-6 0,1-1 5 0,2-2-4 16,1-2-2-16,1-2 10 0,2-2 0 0,0-3 13 0,0-1 13 16,4-4 4-16,-1-2 8 0,-1-1 0 0,2-2-11 0,-1-2 3 0,-2-1-2 15,0 1-1-15,0-2 1 0,-3 0-7 0,0 1 0 0,-3 1-6 16,-1-1 0-16,-2 0-1 0,-2 0-7 0,-3 2 0 0,-1-1 2 0,-3-1-10 15,-1 1-5-15,-3 2-5 0,-3 1-7 0,-4 2-4 0,-1 2-12 0,-2 1-12 16,0 1-16-16,-2 1-17 0,0 1-9 0,-3 1 0 0,0 3 5 16,-2 0 2-16,-2 2-2 0,3 3-16 0,-2 1-17 0,2 1-25 0,2 1-20 15,-1 2-24-15,2 2-36 0,1 0-30 0,1 3-36 0,3 1-15 0,2 0-76 16</inkml:trace>
  <inkml:trace contextRef="#ctx0" brushRef="#br0" timeOffset="131885.14">22590 14178 1298 0,'9'5'678'0,"3"1"-558"0,5 2-33 0,1 0-30 0,0 2-8 0,1-1-13 15,1 0-15-15,0 1-10 0,-1-1-2 0,0-1-3 0,-3 2 5 0,-3-2-2 16,-1-1 0-16,-1-1 3 0,0-1-2 0,1 0-4 0,-2-2 1 16,0 0 0-16,1-2 5 0,0-1 7 0,-1-1 10 0,1-2 14 0,-2-1 4 15,1-2 4-15,0 0 6 0,-1-2-13 0,-2-2 0 0,0-1-4 0,-2-1-7 16,0-3 8-16,-2-1-4 0,0-2 0 0,-2 0 3 0,-3-1-1 15,-1-2-1-15,-1 2-8 0,-2-2-4 0,-4 0-12 0,0 2 4 0,-3-1-7 16,-1 1-15-16,-1 4 2 0,-2-1-5 0,0 2-5 0,0 2 0 16,1 0-13-16,-3 5-15 0,0 0-15 0,-2 2-14 0,0 3-12 0,-1 3-22 15,1 4-15-15,0 2-11 0,-1 3-7 0,2 5-8 0,-1 1-27 0,0 3-43 16,2 1-51-16,-2 3-68 0,2 1-50 0,1 2-5 0,-1 3-43 16</inkml:trace>
  <inkml:trace contextRef="#ctx0" brushRef="#br0" timeOffset="132235.12">24409 13811 2265 0,'4'-3'167'0,"2"-1"-74"0,3-1-55 0,3-2-17 0,2 0 3 16,2-1-10-16,1 0-14 0,1 1-3 0,1 0-2 0,1 1 2 16,-3 0-2-16,2 1-5 0,-3 2-9 0,0 0-6 0,1 3-2 0,-1 0 2 15,1 3 5-15,-3 2 0 0,-1 2 1 0,0 2 2 0,1 3-3 0,-2 1-3 16,-1 4 0-16,-2 4-8 0,-1 1 2 0,-2 4-5 0,-2 2 3 16,-3 3 13-16,-3 2-3 0,-4 3 18 0,-1 0-2 0,-2 1 0 0,-2-1-2 15,-1 1 3-15,-1 2 4 0,-1-1 0 0,-1 0 2 0,2-1-2 0,-1-3 9 16,0 2-3-16,1-3 1 0,2 1 10 0,2-2-10 0,1-2-4 15,3-4 7-15,1 0-8 0,2-4 2 0,2 1 5 0,0-1-12 0,2-3 1 16,1-1-2-16,2-1-11 0,1-2-5 0,0-1-24 0,0-2-35 16,2-2-39-16,0-2-71 0,0-1-92 0,2-2-85 0,1-1-54 0,-1-3-138 15</inkml:trace>
  <inkml:trace contextRef="#ctx0" brushRef="#br0" timeOffset="132535.12">25196 14350 1512 0,'1'7'1230'0,"1"4"-1096"0,1 3-58 0,1 3-56 15,3 1-20-15,-1 1 4 0,3 1-4 0,2 1-4 0,-1 0-9 0,2-2 11 16,0-1 2-16,-2-2-2 0,2-1 11 0,-2 0-21 0,1-3-2 16,1 0-6-16,0-3 0 0,2-3 1 0,1-3 6 0,1-1 9 0,0-3 4 15,2-1 9-15,1-4-1 0,1-2 2 0,0-2 0 0,1-2-5 0,0-3 7 16,-1-1-15-16,0-1 15 0,0-2 0 0,-2 1-2 0,-1-3 13 15,-1-1 0-15,-3 2 1 0,-4-1 1 0,0 0 3 0,-2 2 0 0,-3-1 0 16,-2 0-4-16,-2 0-8 0,-3-2-7 0,-2 0-2 0,-2 1-9 16,-1-1-1-16,-2 0-3 0,-2 2-8 0,-2 1 2 0,-1 3-11 0,0 2-1 15,0 4-6-15,-1 1-11 0,0 3-10 0,-1 1-17 0,1 3-14 0,-1 3-12 16,-1 2-14-16,0 2-10 0,-1 3-7 0,1 3-6 0,2 1 1 16,0 5-14-16,0 1-27 0,0 1-37 0,2 4-58 0,0 1-48 0,2 1-39 15,-1 3-101-15</inkml:trace>
  <inkml:trace contextRef="#ctx0" brushRef="#br0" timeOffset="132802.12">25821 14309 2817 0,'2'3'176'0,"2"2"-94"0,0-1-57 0,4 2-15 16,0 0-5-16,2 1 11 0,2 2-11 0,0 1-3 0,-1 0-2 0,0 0-7 15,0 1 9-15,0 1 1 0,-1 1-4 0,0-1-8 0,1 0-12 0,1-2-12 16,1 0 2-16,1 0 2 0,-1-1 5 0,0-1 3 0,2-2-3 15,-1-1 4-15,2-2 6 0,-1-2 6 0,1-2 8 0,0-1 2 0,1-4 11 16,-2-1 13-16,1-2 6 0,-1-1 6 0,0-2 1 0,-2 0-6 0,0-1 2 16,-1-1 2-16,-1-1-13 0,-1 0 3 0,-2 1-2 0,0-2-11 15,-2 1-2-15,-1-1-3 0,-2 0-12 0,-3-1-1 0,-2 0-8 0,-2 0-10 16,-2-1 1-16,-3 0-4 0,-1 1-8 0,-3 2-9 0,-1 0-10 16,-1 2-15-16,0 1-21 0,-1 3-31 0,-2 2-24 0,-1 2-18 0,0 2-2 15,-2 3-3-15,0 1 0 0,2 3-4 0,0 2-15 0,2 2-44 0,3 4-43 16,1 2-54-16,0 3-15 0,2 2-51 0</inkml:trace>
  <inkml:trace contextRef="#ctx0" brushRef="#br0" timeOffset="133519.12">28421 14140 2219 0,'-9'1'165'0,"1"-1"-85"0,-4 1-75 16,3 0-21-16,1 0-1 0,1-1 10 0,2 0 13 0,1-1 9 15,0-1 7-15,0 0 12 0,1-1 17 0,0 1 14 0,1-1-1 0,1 0-8 16,1-1-10-16,2-1-3 0,0-1-3 0,1 1 2 0,-1 0-2 0,1 0-9 16,0 0-10-16,1 0-8 0,1 0-4 0,2 0-7 0,1 1-2 15,0 1-4-15,3-1 1 0,1 0-1 0,2 1 3 0,-1 2-3 0,-1-1-1 16,1 2 5-16,-2 1 0 0,1 1-7 0,0 1-1 0,-2 2-9 0,-2 1-9 16,-1 0-4-16,-2 3-6 0,0 0-9 0,-3 2-3 0,0 2-3 15,-3 1 5-15,-1 3 11 0,-1 3 6 0,-2 3 5 0,-1 1 2 0,-3 2 1 16,1-1 10-16,-2 1 5 0,-1-1 6 0,1 0-2 0,1 0 2 15,0 0-2-15,2 0 7 0,-1 0 0 0,1 0-2 0,0-1 8 0,1-2-14 16,2 0 22-16,1-1 3 0,1-3-4 0,1 1 12 0,1-1-17 0,2-2 2 16,0-1-2-16,1-2-5 0,2 0-5 0,1-2 0 0,1-3-11 15,0 0-10-15,0-2-11 0,1-1-19 0,1-1-10 0,2-1-8 0,1-3-8 16,2 0 2-16,0-3 3 0,3-1 1 0,1-2 4 0,1-2 10 16,2-1 0-16,2-2 9 0,-2-2 12 0,2-1 11 0,-2-1 14 0,0 1 8 15,1-1 9-15,-1-1 8 0,0 1-5 0,-1 2 19 0,0 1 8 0,-3 1 6 16,-1 2 23-16,-2 0-4 0,-1 1 8 0,-2 2 8 0,-3 1 7 15,0 3-6-15,-2 0-5 0,-1 1-9 0,0 1-10 0,-1 1-8 0,-1 0-11 16,0 1-6-16,0 0-14 0,0 2-8 0,1 0-5 0,0 0-8 16,0 1-1-16,-1 0 4 0,2 1-5 0,0 0 2 0,1 0-9 0,1-1-4 15,1-2-2-15,0 1 8 0,2-1 11 0,0 0 3 0,1-1 2 0,2 0-12 16,0-2-6-16,2-1 2 0,-1 0 3 0,1-2-7 0,0 0 9 0,0-1-2 16,-2-2-1-16,2 0 19 0,-1-2-6 0,-1 1-3 0,-1-2 0 15,-1 0-7-15,0 0-3 0,-2-2 4 0,0 1 3 0,-2-1 1 0,-1 0 1 16,-2 0 4-16,-2 1 2 0,-2-2 1 0,-2 0-1 0,-1 0-7 0,-4 0-4 15,-1 1 4-15,-2-2 2 0,-1 0 1 0,0 1 0 0,0-1-6 16,-2 2-7-16,-1 0-6 0,-1 2-4 0,1 1-11 0,-1 2 1 0,0 3-9 16,-1 0-11-16,1 3-5 0,0 1-9 0,-1 2-1 0,2 2-7 15,0 1-11-15,0 1-13 0,-1 1-18 0,0 2-13 0,1-1-9 0,2 3-10 16,-1 1-8-16,2 0 0 0,1 0-8 0,1 0-10 0,2 1-13 0,1 0-15 16,2-1-2-16,2-1 15 0,3-1-7 0</inkml:trace>
  <inkml:trace contextRef="#ctx0" brushRef="#br0" timeOffset="133769.03">29244 14418 553 0,'19'0'290'0,"1"1"-77"16,5 0-4-16,-3 1-1 0,-1 1 2 0,-1 1-13 0,1 1-37 0,0 1-42 16,-2-1-43-16,2 3-31 0,-1 1-15 0,-1 1-8 0,-1 1-3 15,0-1-2-15,1 1-3 0,-1 1-1 0,2 0-6 0,-1 0-2 0,0-1 0 16,-1-2-11-16,1-1 18 0,-1 1 0 0,0-1 6 0,1 1 18 0,-1-2-3 16,0-1 16-16,2-1 13 0,-1-1 9 0,-1-1-1 0,2-1-8 15,-1-1-3-15,-1-2-4 0,1-2-9 0,-1 0-7 0,-2-1-11 0,0-1-6 16,-1 0 2-16,0-2-11 0,-4-1-24 0,0 0 3 0,0-1 2 0,-3 0-2 15,-1-1 18-15,-3-2-21 0,0 0 2 0,-2 0-6 0,-1-1-4 16,-3 0 9-16,-1-1-9 0,-2 0 3 0,-2-1 0 0,-2 2-7 0,-3-3 1 16,1 2-3-16,-3 0-9 0,-1 1-4 0,-2 1-7 0,-1 2-6 15,0 1-8-15,-3 1-9 0,0 3-4 0,-2 0-9 0,0 3-2 0,2 1-19 16,-1 2-37-16,1 2-51 0,-1 0-63 0,-2 1-67 0,-1 1-63 0,-2 2-21 16,-1 1-37-16</inkml:trace>
  <inkml:trace contextRef="#ctx0" brushRef="#br0" timeOffset="136852.19">17375 15004 1112 0,'-9'-1'388'0,"0"-1"-220"0,0-1-3 0,1-1-15 0,3 0-37 16,0-2-57-16,2 1-41 0,1 0-20 0,1 0-2 0,0 0 7 16,1-1 13-16,0 1 2 0,2 1-4 0,0 0-3 0,1 0-8 0,2 1 3 15,1 0 0-15,1 1-2 0,1 0 2 0,1 1-3 0,1 0 0 16,1 1-1-16,2 1-7 0,-1 1 14 0,2 0-4 0,2 2 0 0,-1 0 3 15,1 1-15-15,0 1 7 0,1 1 0 0,-2 0 0 0,0 1 0 0,0 0 3 16,-1-1 1-16,0 1 2 0,-2 0 3 0,-1 1-3 0,-1 0 0 16,1 0-7-16,-1 0 4 0,-1-1 0 0,1-1 0 0,0 1-2 0,0 0-4 15,0 0 0-15,1-1 1 0,-1-1 2 0,-1 0 0 0,0 1-6 0,1-2 3 16,0 2-1-16,-1 0-2 0,2-1 5 0,0 1-9 0,-2-1 3 16,3 1 1-16,0-1-4 0,0 1 9 0,1 0-2 0,-2-1 2 0,0 1-3 15,-1 1 5-15,-1 0 7 0,-2 0 5 0,-1 2 4 0,-1-1-4 16,-2 1 1-16,-1 1 2 0,-1 2 2 0,-1-1 2 0,-1 3-1 0,-2 0 2 15,-1 2 3-15,-1 2-1 0,-2-1 0 0,-2 2 1 0,-1 0 0 0,-1 0-3 16,0 3 1-16,-3 0-10 0,0 1-1 0,1 0-5 0,-1 1-11 16,2-2-2-16,-1 0-23 0,1-4-54 0,0 1-108 0,0-3-164 0,1-2-229 15,-1-4-244-15</inkml:trace>
  <inkml:trace contextRef="#ctx0" brushRef="#br0" timeOffset="139702.83">13736 15294 1664 0,'-13'4'148'16,"-1"-1"9"-16,-1 1-10 0,3-1-30 0,4-3-34 0,2 0-44 15,1 1-17-15,2-2-7 0,0 1-4 0,0-1-1 0,0 0 0 0,0 1-4 16,0-1-2-16,0 1-1 0,0 0-4 0,2-1 2 0,-1 1-2 0,1 0 1 16,1 0 1-16,0 0-4 0,0-1 0 0,1 0 0 0,1 1-3 15,1 0 6-15,3-1 2 0,0 1-1 0,2-2-1 0,0 1-4 0,2 1 7 16,1-1-2-16,0 1 2 0,2 0-3 0,1 1-3 0,1 0 2 0,1 0-1 16,1 1 7-16,1-1-7 0,-1 1 5 0,-2 1 0 0,0-1-4 15,-1 1 1-15,0 1 1 0,-1-1 1 0,-1 2-4 0,-1 1 4 0,-2-1-5 16,-1 2 3-16,-1 2 0 0,-2-2 0 0,-1 2 0 0,0 1 7 15,-1 1 0-15,-2 1-1 0,-1 2 3 0,-2 0 2 0,0 2 3 0,0 1-3 16,-3 1 3-16,1 2 0 0,-2 2 2 0,-1-1 1 0,0 1-3 0,-2 0 1 16,0 0 1-16,-2 2-4 0,1 1-4 0,1-1-6 0,-2 1 0 15,2-1-1-15,0 0 1 0,2 0-5 0,2-3-4 0,2 0 14 0,1-1-4 16,1-3 6-16,3 0 6 0,1-2-7 0,2 0-3 0,1-4 0 0,3 1 1 16,1-2 0-16,1-1 11 0,1-2-6 0,0-1-4 0,2-2 1 15,0-1-5-15,-1-1 5 0,1-1 2 0,2-2-10 0,0 0 5 0,1-1-8 16,-1-2-6-16,2-1 1 0,1-3-21 0,-3-1-18 0,2-1-36 0,-2-1-41 15,-1-3-56-15,0-1-69 0,0-3-82 0,1-2-89 0,0-1-33 16,0-3-60-16</inkml:trace>
  <inkml:trace contextRef="#ctx0" brushRef="#br0" timeOffset="140002.83">14484 15411 1998 0,'-8'18'161'0,"0"4"5"0,-1 7-19 16,4-3-37-16,3-2-40 0,1-1-41 0,3-1-12 0,0 1-14 0,2-1-1 16,1 0 6-16,0-1 0 0,0 1-2 0,2-2-1 0,-1-1 0 0,3 1-7 15,2-1-1-15,2 0 5 0,0-3-12 0,0-2 0 0,2-2 5 16,0-2 4-16,2-2 20 0,-2-2-4 0,2-1-7 0,1-2 2 0,0-2-13 16,-2-2 13-16,0-3 13 0,-1-2-10 0,0 0 12 0,0-4 13 15,0-1 7-15,-1-1 13 0,1-4 2 0,-3 0-17 0,1-4-6 0,1-1-6 16,-2-1-1-16,-1-2-11 0,-2 0 1 0,-2 1 5 0,-3-1-9 0,-1 3 3 15,-4-1 6-15,-3 1-18 0,-2 0 22 0,-2 1-9 0,-3 2-11 16,-4 3 13-16,-1 3-20 0,-2 1 3 0,-3 2-12 0,-2 4-28 0,-2 3-19 16,-3 2-17-16,-2 4-20 0,-2 4-12 0,-1 1-11 0,0 6-8 15,-1 2-16-15,1 5-21 0,1 2-35 0,2 2-61 0,5 2-74 0,1 1-108 16,5 4-96-16,4 1-77 0</inkml:trace>
  <inkml:trace contextRef="#ctx0" brushRef="#br0" timeOffset="140769.83">17183 15204 1214 0,'-6'5'130'0,"2"-1"-15"0,-1 1-22 0,3-2-19 15,2-2-28-15,0 1-28 0,2-2-18 0,1 1-5 0,1-1 0 0,0 0 3 16,1 0 10-16,0 0 0 0,1 0 1 0,1 0-4 0,-1-1-1 0,1-1 1 16,-1 0 5-16,0-1 1 0,-2 0 2 0,2-1 5 0,0 0-5 15,0 0 6-15,0-1-3 0,1 0 4 0,0-1 4 0,1-1-1 0,1 1 7 16,-1-3-4-16,3 0 2 0,-1-1 4 0,2 0 4 0,0-1 3 0,0 0-4 16,3 1-3-16,0 0-13 0,1-1-2 0,-1 1-4 0,2 0-1 15,1 0-4-15,-1 3-8 0,0-1 0 0,1 2-3 0,-1 0 4 0,0 1-1 16,-1 1-4-16,0 2 7 0,0 0 0 0,0 1 4 0,0 0 3 15,0 0-4-15,0 1 1 0,-1 0 2 0,0 1-6 0,0 0 0 0,-1 0-3 16,-2 1 2-16,-2 0-1 0,1 0 1 0,-2 0 2 0,1 2-5 0,-2-1 7 16,0 1-5-16,-1 0 2 0,1 0 2 0,-1 0-5 0,0 0 4 15,0 0-4-15,-1-1-4 0,1 1 2 0,0 1-4 0,-2-1 0 0,0 1 2 16,-4 0-5-16,1 1-7 0,0 1 2 0,-2 1 1 0,0 2 0 0,-2 0 3 16,-1 3 1-16,0 1-6 0,-3 1 4 0,-1 0-5 0,0 2 7 15,0-1 6-15,-1 2 6 0,-1-1 7 0,1 1-3 0,1 1 1 0,0-2-3 16,1 1 4-16,1 0 7 0,0-1 3 0,2-2 3 0,0 0 5 15,2 0-2-15,0 0 5 0,1-2 0 0,1 1-3 0,0-2 1 0,1 1-7 16,1-1-4-16,1-2-3 0,0 2-3 0,2-2-3 0,0 0-2 0,0 0-5 16,2-1 1-16,0-2-2 0,1 1-3 0,0-2 1 0,2 0-9 15,0-1-1-15,-1-1-6 0,2 1-10 0,-1-2-9 0,1 0-11 0,1-1-34 16,0-1-39-16,2-1-53 0,0-1-67 0,1-1-71 0,0-1-55 0,1 0-15 16,1-3-84-16</inkml:trace>
  <inkml:trace contextRef="#ctx0" brushRef="#br0" timeOffset="161070.81">14211 16889 202 0,'-2'-2'79'15,"-1"1"7"-15,1-1 8 0,1 1 6 0,-1 0 3 0,2 0-14 0,-1 0-5 16,1 1 3-16,-1 0 3 0,1-1 10 0,0 2 2 0,-1-1 7 16,1 0 0-16,0 0-4 0,0 1 6 0,-1-1-10 0,0 1 1 15,0-1 7-15,-1 1-5 0,1 1 2 0,-1 0-1 0,0 2 2 0,0-1-2 0,-1 1-4 16,0 1-8-16,1 0-8 0,-1 1-4 0,0 1-2 0,1-1-6 16,-2 2-19-16,2 0-4 0,-1-1-3 0,0 2-10 0,2-1 6 0,-2 0-20 15,1 1-2-15,0 0-3 0,0 1-13 0,1-1 15 0,1 2-7 16,0 0-10-16,0 0-1 0,1 1-13 0,1-1 2 0,-1-4 18 0,1 2-3 15,0 0 6-15,0 3 1 0,1 1-17 0,1 1-1 0,0 2 1 0,1 2-6 16,0 1 10-16,0-1 9 0,0 1-11 0,0-1-2 0,0 1 6 0,0 0-7 16,0-1-4-16,0-1 16 0,0 0-11 0,-1 1 10 0,0 0-1 15,0-2-12-15,0-1 5 0,-1 0 4 0,0-1-6 0,0-2 1 0,0 0-5 16,0-1 3-16,0-2 10 0,-1 0-1 0,1 0-2 0,-1-3-2 16,1-1 0-16,-1 0-2 0,-1-1-5 0,1-1-8 0,0 0 5 0,-1-1-15 15,1-1 7-15,-1-1-11 0,1 1-11 0,-1-1 12 0,0 0-23 0,1-1-10 16,-1 0-14-16,0 0-31 0,1 0-26 0,0-1-46 0,0-2-47 15,1 1-61-15,2-2-115 0,0 0-93 0,2-1 19 0,2-4 74 0,2-1 145 16</inkml:trace>
  <inkml:trace contextRef="#ctx0" brushRef="#br0" timeOffset="161470.81">14521 16989 1476 0,'-13'5'358'0,"-1"0"-223"16,0 1 26-16,2 2-15 0,3-1-29 0,1 1-60 0,1 2-30 15,2 1-23-15,1 0-10 0,2 0 3 0,1-4 9 0,0 2 5 0,1 1 0 16,0 3 3-16,1 0-17 0,1 1 9 0,0 1 2 0,1 2-6 16,1-1 9-16,1-1-2 0,1 0 10 0,1-1 3 0,0-1-2 0,2-3-6 15,-1 1 12-15,4-1-2 0,0-1-6 0,3-2-1 0,0-1 0 0,1-1-3 16,1-1 6-16,2-2-5 0,-2 0-5 0,2-3 3 0,0-1 0 15,0-2 7-15,-2 0-8 0,0-2 3 0,0-1-2 0,-1-2-1 0,-1-1 15 16,-1-1 0-16,-1 0-2 0,-1-1-6 0,-1-2-4 0,0-1-1 0,-2 1 7 16,0-2-11-16,-1 0-1 0,-1-3-15 0,3-11 6 0,-3 5 11 15,-4 5 1-15,-3 5 5 0,-2 0-1 0,-2-1-9 0,0 1 0 0,-1 0-5 16,-3 3-1-16,0-2 3 0,-2 1-2 0,-1 2 5 0,-1-3-11 0,0 3 2 16,-2 1 1-16,-1 2-13 0,0 1 15 0,1 1-9 0,-2 2-5 15,-2 0 10-15,0 3-16 0,1 1 12 0,-1 0 0 0,2 3-7 0,-1 0 4 16,3 1-4-16,-1 2-5 0,0 1 7 0,1 3-5 0,2 1-6 15,0-1 1-15,0 2-15 0,2-1-12 0,1 3-22 0,1-1-17 0,3 0-29 16,0 1-41-16,2-1-42 0,1 2-53 0,2 0-51 0,2 0-47 0,1-2-18 16,0-6 38-16,2 2 65 0,1-1 5 0</inkml:trace>
  <inkml:trace contextRef="#ctx0" brushRef="#br0" timeOffset="161854.81">15087 16932 1634 0,'-7'2'218'0,"1"1"-51"0,-1 2 11 0,1-2-27 16,2 2-38-16,0 0-55 0,1 1-39 0,1 0-2 0,2 1-15 15,0-2 2-15,0 1 0 0,1-1-4 0,2 1 1 0,0 1 1 0,1-2-4 16,1 1-3-16,0-2 5 0,0 0-1 0,1-1 1 0,0-1 1 15,1-1-5-15,0-2 4 0,1 0 9 0,1-1-1 0,0-2 2 0,0 1-4 16,1-1 4-16,0-3 6 0,-1 0 3 0,1-1 5 0,-1-2 2 0,-2 1 0 16,1-3 3-16,-2 1-8 0,1-1-4 0,-2-1 11 0,0 1-10 15,-1 0-3-15,0 0 5 0,0 0-10 0,-1 1-1 0,0 0-1 0,-1 0-3 16,-1 0 8-16,0 1-4 0,-1 1-1 0,-1 0-6 0,0 0-5 0,-2 2 8 16,0 0 0-16,0 0 2 0,-2 1-9 0,0-2 4 0,-1 3-1 15,-3-3 3-15,0 2-1 0,-1 1-17 0,-2-1 3 0,-1 2-8 0,0 0-1 16,-1 2 10-16,0 1 0 0,0 1 3 0,0 3-6 0,0-1 9 15,-1 2-2-15,0 1-8 0,0 2 0 0,3 2-11 0,-1 2-8 0,1 0-1 16,1 3-8-16,0 1-18 0,2 1-14 0,0 1-23 0,2 2-40 0,1 2-45 16,1 1-57-16,2 0-67 0,1 3-68 0,2 0-15 0,1 3 36 15,4-1 35-15</inkml:trace>
  <inkml:trace contextRef="#ctx0" brushRef="#br0" timeOffset="162136.81">15437 17049 2162 0,'-6'0'144'0,"1"0"28"0,-2 0-17 0,0-1-25 16,0 2-51-16,1 1-49 0,2 1-31 0,0 2-11 0,0 1 0 0,0 1-9 16,1 3-7-16,1-4 1 0,0 3-7 0,1 2-12 0,0 4-15 15,0 0-22-15,1 5-21 0,0 1-5 0,1 3-14 0,0 2-52 0,1 0-55 16,2 3-75-16,1-2-78 0,1 2-6 0,1-1 48 0,4-2-10 0</inkml:trace>
  <inkml:trace contextRef="#ctx0" brushRef="#br0" timeOffset="162787.81">15840 16535 919 0,'-1'-1'220'0,"0"2"-43"0,-1-2 1 0,2 0-6 16,0 1-34-16,0-1-59 0,0 1-30 0,1 0-19 0,0 0-5 15,0-2 5-15,0 2-8 0,0-2-1 0,-1 0-8 0,1 1 3 0,0-1-6 16,0 0-10-16,0 0 3 0,0-1 1 0,0 1 3 0,-1-2 8 15,2 1-14-15,-1-1 9 0,0-1 6 0,0 0-3 0,-1-1 9 0,1-2-16 16,-1 0-2-16,0 0 9 0,0 0 1 0,0 0 6 0,-1-1 9 0,-1-1-4 16,1 0 4-16,-2-1-4 0,1-1-8 0,-1 1 4 0,0-1-5 15,-1 1-5-15,0 0 5 0,0 1-5 0,1 2 2 0,-1 0 1 0,-1 2 0 16,-1 0 0-16,0 2-5 0,-1 1-12 0,0 1-6 0,0 2-7 0,0 0 7 16,-1 2 1-16,1 2-8 0,-2 0 9 0,1 2-1 0,-1 2 3 15,-1 1 5-15,1 3-7 0,-1 1-6 0,1 2 6 0,-1 2 0 0,1 0 4 16,0 1-9-16,1 0 0 0,1-1 11 0,1 1-1 0,2 0 11 15,-1-1-1-15,2-1-7 0,0-2-7 0,1 0 3 0,1-2 2 0,0-2-2 16,1-1 3-16,1 0-2 0,1-2 7 0,0-1 2 0,0-1 4 0,0-2 1 16,-1-1-6-16,1 0 7 0,1-2 4 0,-2 1 1 0,2-1-2 15,-1-1 7-15,1 0-3 0,0-1-1 0,-1-1 3 0,1 0-9 0,0 0 8 16,0-2-4-16,1 2-7 0,0-2 3 0,-1 0-7 0,1 0 2 0,-1 0-2 16,1 2-2-16,-1-1-1 0,0 2 3 0,1-1-4 0,-1 2-2 15,0 0 2-15,0 2-2 0,1-1 3 0,0 0 2 0,-1 2-12 0,1 0 6 16,0 0-1-16,0 3-1 0,1 0 4 0,-1 1-4 0,1 1 6 15,0 1 1-15,0 0-8 0,-1 1 6 0,0 1-7 0,-1 0 5 0,0 1 2 16,0 1-4-16,-1-1 9 0,0 1-6 0,-1-1 4 0,0 1-2 0,0 1-6 16,-2 0 8-16,1 1-4 0,-1-2 3 0,0 1-1 0,0-1-3 15,0 0 5-15,-1 0-4 0,0 0-2 0,0-1-2 0,0 0-6 0,2 0-2 16,-1-1-3-16,0-1-10 0,0-1-16 0,0 0-28 0,1 0-46 0,0-1-41 16,0 0-51-16,0-2-49 0,0 0-56 0,1 1-50 0,0-2 6 15,1 0 48-15,0-2 82 0,2-1 3 0</inkml:trace>
  <inkml:trace contextRef="#ctx0" brushRef="#br0" timeOffset="163136.81">16114 16536 1550 0,'-3'0'193'0,"0"1"5"0,0 0-20 0,1 0-15 0,0-1-53 0,1 2-59 16,-1-1-36-16,2 0-1 0,-1 1-9 0,0 0 3 0,0-1-4 15,0 2-5-15,0 1 7 0,1 1-5 0,-1 0-2 0,0 1-2 0,1-1-2 16,0-2 7-16,0 2-1 0,0-2 1 0,0 0 4 0,0-1-11 0,0-1 5 16,0 0 10-16,1-1-3 0,0-1 6 0,1 0-2 0,-1 0-2 15,1-1 9-15,-1-2 2 0,1 0 4 0,-1-1-1 0,0 0-1 0,-1-1 7 16,1 0-3-16,-1-1 0 0,0 0-9 0,0-1-3 0,0 1-2 0,0 0-2 16,0 0-4-16,0 0 1 0,-1 0 1 0,0-1-4 0,-1 1 2 15,1 0-12-15,-1 0-11 0,0 0 2 0,0 1-9 0,-1 0 5 0,1-1 28 16,-1 1-4-16,0 1-7 0,0 0-6 0,-1 0-9 0,0-1 3 0,2 0-1 15,-3 0 2-15,1 1-17 0,0 1 1 0,0 0 5 0,-1 2-10 16,0 1 0-16,1-1-2 0,0 3-9 0,0 1 9 0,-1 0 9 0,1 3-11 16,0 1 12-16,0 1-1 0,-1 1-12 0,1 2 5 0,0 2-10 15,1 0 10-15,1 1-1 0,0 3-8 0,1 2-10 0,1-2-35 0,0 1-50 16,1-1-60-16,1 0-62 0,1-1-56 0,2 0-12 0,0 0 36 0,2-2-23 16</inkml:trace>
  <inkml:trace contextRef="#ctx0" brushRef="#br0" timeOffset="163421.81">16238 16464 1354 0,'-1'0'223'0,"0"0"-48"0,1 0-17 0,0 0-22 0,0 1-24 15,0 1-59-15,1 0-36 0,1 2-9 0,2 0-16 0,1 1 10 0,-1 0 2 16,1-1-4-16,1 1 7 0,0 0-7 0,0-1 5 0,1 1 4 0,-1 1-9 15,1-3 9-15,0 0-3 0,0-1-2 0,-1-2 2 0,1 1 0 16,0-1-1-16,0-1 5 0,1 1 1 0,0-3 4 0,-1-1 6 16,0 1-5-16,-1-3 7 0,-1 1 2 0,0-2 3 0,-1 0 1 0,0 0-4 15,-1-1-22-15,0 1 0 0,0-1 2 0,-2 1 1 0,1 0 13 0,-1-1-2 16,0 0-3-16,0 0-2 0,-2-1 2 0,-1 0-14 0,1 2-3 0,-3 0-10 16,0 1-12-16,-1 1 1 0,-2-1-7 0,0 1-13 0,-1 0-7 15,-2 1-3-15,-3 1-3 0,-2 0-10 0,0 2-35 0,-2 2-48 0,-2 1-65 16,-2 3-92-16,-1 4-92 0,-3 5-55 0,-4 5-50 0</inkml:trace>
  <inkml:trace contextRef="#ctx0" brushRef="#br0" timeOffset="166704.91">17904 16186 286 0,'-1'-2'240'0,"1"1"-160"15,-1-2 13-15,2 1 3 0,-1-1-9 0,1 0-21 0,-1-1-34 16,0 1-23-16,1-1-3 0,-1 1-6 0,1 1 4 0,-1-1-1 0,-1 0-6 16,0 1-2-16,-1-1-11 0,0 0-1 0,1 1-2 0,-2 0-2 0,-1 0 4 15,-1 1 4-15,0 0 10 0,-1 0 8 0,1 1 13 0,-1 1 7 16,0 0 11-16,-1 0 19 0,1 0 18 0,0 0 20 0,1 1 6 0,0-1 8 16,0-1 4-16,2 1-6 0,0-2 7 0,0 1-13 0,0-1-7 15,1 0 5-15,2-1-7 0,-1 0 1 0,1 0-10 0,1-1-10 0,1 0-6 16,1 0-3-16,2 0 4 0,1-2-9 0,1 1-9 0,2-1-9 0,1 1-7 15,1 1-1-15,0 1-3 0,2 0-1 0,0 0-9 0,3 0-5 16,0 1-1-16,0 0 4 0,2 1-6 0,-1 0 1 0,3 1 0 0,-2 1-11 16,2 0 9-16,0 0 3 0,0 1-6 0,1 0 6 0,-1 1-12 15,-1 0 4-15,-2 2-1 0,0-1-5 0,-2 2 11 0,-1 0-14 0,-1 0 8 16,-1 1 4-16,-1 0-7 0,-2 2 5 0,-2-1-3 0,0 2-6 0,-3 0 9 16,0 1-6-16,-2 1-8 0,-1 0 9 0,-2 2-3 0,-1 1 1 15,-2-1 7-15,-1 2-10 0,-2 0 7 0,-2-2-4 0,-1 3-3 0,-2 0 15 16,0 0-7-16,0-1 1 0,-1 0-6 0,0-2-1 0,2 0 15 0,0-3 6 15,2 0 1-15,3-1 2 0,0-3-14 0,1 0 1 0,3-3 3 16,0-1-8-16,3-2-1 0,0-1 5 0,1 0 1 0,2 0 6 0,1-2 0 16,1 1-3-16,0-1 1 0,3 1 7 0,1-1 2 0,1 1 0 0,1 0 7 15,1 1-4-15,-1 1-10 0,1 0 16 0,0 2-14 0,1 2 6 16,-2 0-2-16,2 1-8 0,0 1 15 0,-1 2-5 0,0-1 2 0,-2 0-9 16,0-1 1-16,-2 1 10 0,0 0 3 0,-2 1-6 0,0-1-10 0,0-1-10 15,-2 1-3-15,0 1 10 0,-1 0 3 0,-1 1-8 0,-1 0 12 16,0 1-22-16,-2 0 3 0,-1 1-2 0,-2 1-2 0,-1 1-5 0,-2 0-15 15,0 0-7-15,-3 0-35 0,-1-2-36 0,-2 0-72 0,-2 0-122 16,-2 0-174-16,-5 0-332 0,-2-1-338 0</inkml:trace>
  <inkml:trace contextRef="#ctx0" brushRef="#br0" timeOffset="173407.44">1269 6598 1250 0,'-1'-25'-1'16,"1"2"32"-16,3-7-31 0,3-7 1 0,4-7 7 0,5-10 9 0,5-3 8 15,9-2-1-15,3-4-2 0,9-2-12 0,4-2-6 0,6-2-18 0,58-62-10 16,0 18 2-16,-3 18-1 0,-10 17 12 0,-4 10 9 15,2-1-3-15,5 3 5 0,-2 1-1 0,3 5-3 0,1 4 1 0,0 4 6 0,0 5 8 16,1 3 5-16,-1 6-2 0,0 2 5 0,0 6 6 0,1 3 5 16,2 7 7-16,0 4-5 0,-1 5-7 0,-2 6-5 0,-3 6 5 0,-3 8-3 15,-1 6-2-15,-5 6-6 0,0 9-15 0,-6 5-2 0,-4 9-8 16,-4 5-3-16,-4 6 1 0,-5 9 2 0,-1 7 2 0,-3 10-8 0,-3 9-11 16,-3 10-23-16,-5 10-28 0,-6 9-48 0,-6 15-95 0,-6 12-74 0,-8 12-12 15,-7 15-44-15</inkml:trace>
  <inkml:trace contextRef="#ctx0" brushRef="#br0" timeOffset="184988.18">6510 15037 2092 0,'-8'-12'416'0,"0"-1"-278"16,-4-2-72-16,2 4-38 0,2 3-18 0,2 1-2 0,0 2-6 0,1 1-2 15,1 2-4-15,0 2 3 0,-1 3-6 0,1 1 4 0,-3 4 3 16,0 4-3-16,-1 3-9 0,-1 5 1 0,0 7-2 0,-1 2 3 16,-1 3 2-16,-1 3 8 0,0 1 3 0,-1 5-4 0,2 4 10 0,1 1-7 15,-1 4-5-15,1 4-1 0,0 1 0 0,2 2 2 0,2 1 4 0,0 0-2 16,2 1-12-16,1 0 15 0,3 0-1 0,2-1 5 0,0-1 14 0,3-1-16 15,-2-2 8-15,3-1-10 0,-1-2 10 0,2 0-2 0,1-5-2 16,-1 0 2-16,2-1-14 0,-3-2-2 0,1-3 8 0,-1-4-8 0,0-2 2 16,1-3-2-16,-1 0-16 0,0-3-13 0,-1 1-37 0,-1-2-61 0,-1-2-101 15,-2 0-146-15,-1-3-156 0,-4 2-22 0,-1-4-81 0</inkml:trace>
  <inkml:trace contextRef="#ctx0" brushRef="#br0" timeOffset="185204.18">5813 16882 3242 0,'-4'41'680'0,"-2"5"-507"16,2-17-173-16,1 5 0 0,-1-1 0 0,1 6 0 0,3-3 0 0,0 7 0 16,4-2 0-16,1 4 0 0,4-2 0 0,4-3-2 0,2-4-26 15,6-4 2-15,4-7 8 0,5-5-14 0,6-7 18 0,7-6 5 0,4-7 3 16,6-6 10-16,5-9-8 0,5-6 6 0,4-6 9 0,4-7-15 0,4-6-13 15,3-6-19-15,77-57-51 0,-12 1-55 0,-11 5-110 0,-17 6-221 16,-3-1-400-16,5-10-502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3:24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350 1567 864 0 0,'-6'-2'228'0'0,"-1"1"-1"0"0,1 0 0 0 0,-1 0 1 0 0,1 0-1 0 0,-1 1 1 0 0,0 0-1 0 0,1 1 0 0 0,-1-1 1 0 0,1 1-1 0 0,-1 0 1 0 0,-10 4-1 0 0,6-1 3 0 0,1 0 0 0 0,0 1 0 0 0,0 0 0 0 0,0 1 1 0 0,1 0-1 0 0,-12 10 0 0 0,-3 5 245 0 0,1 2 0 0 0,1 1 0 0 0,-35 48 0 0 0,46-57-284 0 0,6-10-114 0 0,0 0 0 0 0,1 1 0 0 0,-1 0 0 0 0,2 0 0 0 0,-1 0 0 0 0,1 0 0 0 0,0 1 0 0 0,0 0 0 0 0,0-1 0 0 0,-2 13 0 0 0,5-18-52 0 0,1 1 0 0 0,-1 0 0 0 0,1-1 0 0 0,-1 1 0 0 0,1-1-1 0 0,-1 1 1 0 0,1 0 0 0 0,0-1 0 0 0,0 1 0 0 0,0-1 0 0 0,0 0 0 0 0,0 1 0 0 0,0-1 0 0 0,0 0 0 0 0,1 0 0 0 0,-1 1 0 0 0,0-1 0 0 0,1 0 0 0 0,-1 0 0 0 0,1-1 0 0 0,-1 1 0 0 0,1 0 0 0 0,-1 0 0 0 0,1-1 0 0 0,0 1 0 0 0,-1-1 0 0 0,3 1 0 0 0,47 9 531 0 0,-51-10-551 0 0,49 4 461 0 0,0-3 0 0 0,96-9 0 0 0,95-34 735 0 0,-76 3-115 0 0,-3-8-1 0 0,-2-6 1 0 0,218-106-1 0 0,-300 118-676 0 0,-2-2 0 0 0,-2-4-1 0 0,80-66 1 0 0,-106 73-246 0 0,-3-2 0 0 0,-1-1 0 0 0,-1-3 0 0 0,-3-1 0 0 0,44-70 0 0 0,-72 100-102 0 0,-2 0 0 0 0,0-1 1 0 0,0-1-1 0 0,-2 1 0 0 0,0-1 0 0 0,-2-1 0 0 0,0 1 0 0 0,4-29 1 0 0,-8 31-19 0 0,0 0 0 0 0,-1 1 0 0 0,-1-1 0 0 0,-1 0 0 0 0,0 1 0 0 0,-1-1 0 0 0,-1 1 0 0 0,0 0 0 0 0,-2 0 0 0 0,-10-24 0 0 0,3 13 7 0 0,-2 0-1 0 0,-1 1 0 0 0,-1 1 0 0 0,-2 0 1 0 0,0 1-1 0 0,-42-40 0 0 0,28 36 5 0 0,0 2-1 0 0,-1 0 0 0 0,-2 3 0 0 0,-53-27 0 0 0,12 15 271 0 0,-2 4 0 0 0,-1 3-1 0 0,-1 3 1 0 0,-124-20 0 0 0,134 32-77 0 0,-1 2 0 0 0,0 4-1 0 0,-102 3 1 0 0,146 5-234 0 0,-1 2 0 0 0,1 1-1 0 0,0 1 1 0 0,0 1-1 0 0,1 2 1 0 0,0 0 0 0 0,0 2-1 0 0,1 1 1 0 0,0 1 0 0 0,1 2-1 0 0,-39 26 1 0 0,33-16-34 0 0,1 2 1 0 0,2 1-1 0 0,0 1 0 0 0,2 1 1 0 0,1 1-1 0 0,1 1 0 0 0,-36 66 0 0 0,49-78-63 0 0,1 1-1 0 0,1 1 0 0 0,1-1 0 0 0,0 2 0 0 0,2-1 0 0 0,1 1 1 0 0,0-1-1 0 0,2 2 0 0 0,0-1 0 0 0,2 0 0 0 0,0 0 0 0 0,2 1 1 0 0,0-1-1 0 0,1 0 0 0 0,7 28 0 0 0,-3-34-240 0 0,0-1 1 0 0,1 1-1 0 0,0-1 1 0 0,1-1-1 0 0,1 1 1 0 0,0-1-1 0 0,1-1 1 0 0,0 0-1 0 0,23 22 1 0 0,11 5-3155 0 0,66 47 1 0 0,-108-86 3390 0 0,93 64-5548 0 0,-43-32 1144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3:24.9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639 634 11186 0 0,'-46'-44'3680'0'0,"-43"-52"-1"0"0,52 50-3427 0 0,2-1 0 0 0,-56-101-1 0 0,89 145-295 0 0,0-1 0 0 0,1 1 0 0 0,0 0 0 0 0,-1 0 0 0 0,1-1 0 0 0,1 1 0 0 0,-1 0 0 0 0,0-1 0 0 0,1 1 0 0 0,0-1 0 0 0,0 1 0 0 0,0-1 0 0 0,0 1 0 0 0,0-1 0 0 0,1 1 0 0 0,-1-1 0 0 0,1 1 0 0 0,0 0 0 0 0,0-1 0 0 0,0 1 0 0 0,1 0 0 0 0,-1 0 0 0 0,1 0 0 0 0,0 0 0 0 0,0 0 0 0 0,0 0 0 0 0,0 0 0 0 0,0 0 0 0 0,1 1 0 0 0,-1 0 0 0 0,1-1 0 0 0,-1 1 0 0 0,1 0 0 0 0,4-2 0 0 0,10-7-113 0 0,1 0 0 0 0,0 2 0 0 0,0 0 0 0 0,32-10-1 0 0,-38 15 156 0 0,39-14 75 0 0,1 3 1 0 0,0 1 0 0 0,1 3-1 0 0,1 2 1 0 0,0 3 0 0 0,0 1-1 0 0,0 4 1 0 0,0 1 0 0 0,0 3-1 0 0,0 3 1 0 0,0 1 0 0 0,-1 3-1 0 0,0 2 1 0 0,-1 3 0 0 0,54 23 0 0 0,-42-11 233 0 0,-2 3 0 0 0,-1 3 0 0 0,-1 3 0 0 0,55 43 0 0 0,-23-6 143 0 0,127 130 1 0 0,-195-180-261 0 0,-2 2-1 0 0,0 0 1 0 0,-2 1-1 0 0,-1 1 1 0 0,28 52-1 0 0,-42-69-141 0 0,-1 0 0 0 0,0 1 0 0 0,0-1-1 0 0,-1 1 1 0 0,-1 0 0 0 0,0 0 0 0 0,0 0 0 0 0,-1 0 0 0 0,0 0 0 0 0,-1 0-1 0 0,0 0 1 0 0,-1 0 0 0 0,0 0 0 0 0,-1 0 0 0 0,0 0 0 0 0,-1 0-1 0 0,0-1 1 0 0,-1 1 0 0 0,0-1 0 0 0,-10 18 0 0 0,2-9 24 0 0,-1-1 0 0 0,0-1 0 0 0,-1 0 0 0 0,-1-1-1 0 0,-1-1 1 0 0,0 0 0 0 0,-1-1 0 0 0,0-1 0 0 0,-1 0 0 0 0,-1-1 0 0 0,0-1 0 0 0,-41 16 0 0 0,2-5 28 0 0,-2-3 1 0 0,0-2-1 0 0,-83 11 0 0 0,47-13 73 0 0,-1-5 0 0 0,0-4-1 0 0,-1-4 1 0 0,1-4 0 0 0,-129-20-1 0 0,151 10-83 0 0,1-4-1 0 0,1-2 0 0 0,1-4 1 0 0,0-3-1 0 0,2-4 0 0 0,1-2 1 0 0,-91-56-1 0 0,44 8-423 0 0,-23-15 242 0 0,113 75-344 0 0,26 19 419 0 0,0 0 0 0 0,0 0 0 0 0,0 0 1 0 0,0 0-1 0 0,0 0 0 0 0,0 0 0 0 0,0 0 0 0 0,0 0 0 0 0,0 0 1 0 0,0 0-1 0 0,0 0 0 0 0,1 0 0 0 0,-1 0 0 0 0,0 0 0 0 0,0 0 1 0 0,0 0-1 0 0,0 0 0 0 0,0 0 0 0 0,0-1 0 0 0,0 1 0 0 0,0 0 1 0 0,0 0-1 0 0,0 0 0 0 0,0 0 0 0 0,0 0 0 0 0,0 0 0 0 0,0 0 1 0 0,0 0-1 0 0,0 0 0 0 0,0 0 0 0 0,0 0 0 0 0,0 0 0 0 0,0 0 1 0 0,0 0-1 0 0,0-1 0 0 0,0 1 0 0 0,0 0 0 0 0,0 0 0 0 0,0 0 1 0 0,0 0-1 0 0,0 0 0 0 0,0 0 0 0 0,0 0 0 0 0,0 0 1 0 0,0 0-1 0 0,0 0 0 0 0,0 0 0 0 0,0 0 0 0 0,0 0 0 0 0,0 0 1 0 0,0-1-1 0 0,0 1 0 0 0,0 0 0 0 0,0 0 0 0 0,0 0 0 0 0,18 7-1220 0 0,27 12-3258 0 0,2-1 0 0 0,72 16 0 0 0,-44-18-2081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3:25.3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256 164 21381 0 0,'-3'-6'271'0'0,"0"0"0"0"0,1 1 1 0 0,0-1-1 0 0,0 0 0 0 0,0 0 1 0 0,1-1-1 0 0,0 1 0 0 0,0 0 1 0 0,1-12-1 0 0,0 15-300 0 0,1 0 0 0 0,0 0 1 0 0,0 1-1 0 0,0-1 0 0 0,0 0 0 0 0,0 1 0 0 0,0-1 0 0 0,1 1 1 0 0,0 0-1 0 0,-1-1 0 0 0,1 1 0 0 0,0 0 0 0 0,0 0 0 0 0,0 0 0 0 0,0 0 1 0 0,0 0-1 0 0,0 0 0 0 0,1 1 0 0 0,-1-1 0 0 0,1 1 0 0 0,-1 0 1 0 0,1-1-1 0 0,0 1 0 0 0,3-1 0 0 0,9-3-51 0 0,1 1-1 0 0,0 0 1 0 0,0 1-1 0 0,0 1 1 0 0,0 0-1 0 0,0 1 1 0 0,1 1-1 0 0,31 4 1 0 0,8 5-267 0 0,65 17 0 0 0,-104-21 271 0 0,102 28-172 0 0,-1 6-1 0 0,-3 5 0 0 0,-1 5 1 0 0,-3 5-1 0 0,-2 5 1 0 0,114 81-1 0 0,-175-106 356 0 0,-2 1 0 0 0,51 51 0 0 0,-78-68 102 0 0,-1 2 0 0 0,-2 0 1 0 0,0 0-1 0 0,-1 2 0 0 0,-1 0 0 0 0,0 0 1 0 0,13 35-1 0 0,-24-49-123 0 0,0 1-1 0 0,0 0 1 0 0,-1 0-1 0 0,0 0 1 0 0,-1 0-1 0 0,0 0 1 0 0,0 1-1 0 0,-1-1 1 0 0,0 0-1 0 0,-1 0 1 0 0,0 1-1 0 0,0-1 1 0 0,-1 0-1 0 0,0 0 1 0 0,-1 0 0 0 0,0 0-1 0 0,-4 8 1 0 0,1-5 5 0 0,-1-1 1 0 0,0-1-1 0 0,0 1 1 0 0,-1-1-1 0 0,0 0 1 0 0,-1-1-1 0 0,0 0 1 0 0,0 0-1 0 0,-1-1 1 0 0,0 0-1 0 0,-21 11 1 0 0,6-6 48 0 0,1-2 1 0 0,-1-1-1 0 0,-1-1 0 0 0,0-1 1 0 0,0-1-1 0 0,-1-1 1 0 0,1-2-1 0 0,-55 3 0 0 0,19-7-86 0 0,0-2 0 0 0,-113-20-1 0 0,91 7 25 0 0,1-4-1 0 0,1-3 1 0 0,1-5-1 0 0,1-2 1 0 0,-76-41-1 0 0,111 46-180 0 0,1-1-1 0 0,1-3 0 0 0,2-1 0 0 0,0-2 1 0 0,3-2-1 0 0,0-1 0 0 0,2-2 1 0 0,2-2-1 0 0,-51-71 0 0 0,59 69-692 0 0,1-1-1 0 0,2-2 1 0 0,2 0 0 0 0,1-1-1 0 0,3-1 1 0 0,-19-77 0 0 0,33 109 114 0 0,1 0 1 0 0,1 0-1 0 0,0 0 1 0 0,1 0-1 0 0,2-21 1 0 0,0 25-198 0 0,0 0 0 0 0,0-1 0 0 0,1 1 0 0 0,0 0 0 0 0,0 1 0 0 0,1-1 0 0 0,0 0 0 0 0,9-11 0 0 0,21-25-5059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02T10:56:39.9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15059 6026 59 0,'6'-4'34'16,"1"1"-1"-16,5-2 1 0,0 4 1 0,2 0-1 0,1 0-6 16,2 0-3-16,0 2-6 0,2-1-3 0,1 1 2 0,-1 1-5 0,2-1-2 15,-1 2-1-15,-1 0-1 0,3 0 2 0,2 1-1 0,0 0 2 0,2 1-2 16,0 0 3-16,2 2 0 0,-1 0 1 0,-1 1 0 0,4 1 4 16,0-2 1-16,3 1 2 0,0 0 2 0,3 1 2 0,-1 0 0 0,3 0 0 15,2 0 0-15,1 0-3 0,1 0-1 0,2 1 4 0,3 0 4 16,1 0 5-16,4-1 2 0,2-1-3 0,3 1-5 0,0 0-8 0,3 0-4 15,2 0-1-15,3 0-4 0,2-1-2 0,1 0-2 0,3 0-2 0,-2 0-1 16,3-1 2-16,-2-2 1 0,0-1-1 0,2-1 2 0,0-1 5 16,-2-1 3-16,0-1 4 0,1-1 5 0,-4-1 2 0,2-3 7 0,-2-1 1 15,-3-1-4-15,-1-2-2 0,-2 1 1 0,0-3-5 0,-1-1 4 0,-1-1-8 16,3-1-2-16,-3-1-2 0,1-1 0 0,-1-1 0 0,-3-1-3 16,0 2-7-16,-1-3-4 0,-1 1 2 0,-2-1-3 0,-3-1 5 0,-2-2 3 15,-2-1 2-15,0-2 0 0,-1-2 1 0,-3 1 3 0,-1 0-2 0,-3 0 2 16,-2-2-1-16,-2 1 0 0,-2-2-3 0,-1 2-6 0,-3-2-7 15,-1 2 1-15,-1-2 0 0,-4-2 6 0,1 2 9 0,-3-3-6 0,-3 0 0 16,-2 1-5-16,-2-2-4 0,-1 1-5 0,-4-2-8 0,-1-2-3 0,-4-3-3 16,-2-1 3-16,-3 0 4 0,-3 0-2 0,-3-1 3 0,-3 1-2 15,-3-2-1-15,0 3 5 0,-4 1 2 0,-4-2 1 0,-3 2 4 0,-6-1 2 16,-3 1 0-16,-6 2 2 0,-4 0 0 0,-3 0-2 0,-5 1 0 16,-4 2-1-16,-4 1 2 0,-3 4-2 0,-4 1 5 0,-2 3 3 0,-3 1 3 15,-4 3-2-15,0 2-2 0,-5 2-5 0,-2 4-3 0,-3 3-1 0,-6 5 0 16,-5 2 8-16,-4 3-2 0,-4 2 8 0,-1 2-1 0,0 4-8 15,0 2 3-15,-1 2-1 0,0 3 3 0,1 1 6 0,-1 4-1 0,1 2 2 16,0 0-3-16,6 3-2 0,3 2-6 0,4 5-3 0,4 2 3 16,4 4-4-16,2-1 1 0,2 4-2 0,3 2-6 0,3 1-4 0,6 2-10 15,5-1-7-15,5 2-12 0,1 1-50 0,3 1-64 0,2 1-58 0,3 1-22 16,4 1-13-16,1 1-181 0</inkml:trace>
  <inkml:trace contextRef="#ctx0" brushRef="#br0" timeOffset="3867.12">14372 8038 97 0,'0'-4'72'0,"0"1"-31"0,0 0-16 0,2 0-7 15,1 0-5-15,0 0-5 0,1 0 1 0,2 1-1 0,-1 0-3 16,1 1 3-16,1 1-2 0,-1 0-2 0,1 2-1 0,-2-1-1 0,2 1 0 16,1 1-1-16,0 0 0 0,0 0 1 0,-1 1-1 0,1-2 1 15,-1 2 2-15,0 0 1 0,2 0 2 0,-1 1 5 0,2 0 8 0,0-1 5 16,0 1 7-16,2 0 7 0,0 0 3 0,2 0 2 0,1 0 6 0,0 0 4 16,1-2 1-16,3 2 2 0,2-1-2 0,3 0 0 0,3-1-1 15,0 1 0-15,3 0-1 0,0 0-2 0,1 0-3 0,2-1-5 0,1 1-3 16,2 1-6-16,2-1-1 0,-1 1-4 0,2 1-2 0,0-2 0 0,1 2-5 15,1-1-1-15,-1 2 0 0,1 0-3 0,1-1 0 0,1 1-3 16,0-1-10-16,0 0 1 0,0 1 1 0,-1-1-2 0,1 1 8 0,2 2 3 16,1 0 4-16,0-1-2 0,0 1 2 0,2-1-5 0,0-1-4 0,0-1 2 15,1 1 1-15,1 0 3 0,0-2 1 0,0 0 1 0,-1-3 6 16,0-1 6-16,1-1 5 0,-1 0 9 0,1-2-4 0,-1 0-2 0,-1-3 3 16,-2-1-9-16,-1-2 4 0,1-1-3 0,-1 1-6 0,0-4-2 15,-2-1 3-15,-1-1 2 0,-3-1 7 0,0 3 3 0,0-3-8 0,-2-1 2 16,0 0-7-16,-2-1-6 0,-2-1-5 0,0 0-2 0,-1 0-6 0,-1-1 2 15,-2 0 0-15,-1 1-4 0,-2-2 3 0,-3 0-1 0,0 0-3 16,0-3-1-16,-1-2 0 0,-2 0-2 0,-3-2 0 0,-1-1 2 0,-3-1-2 16,-1 1-2-16,-2-3 5 0,-2 0-4 0,-4-2 1 0,-2 0-1 0,-1-1-1 15,-4 2 2-15,-1-2 5 0,-1 2 0 0,-4-1-3 0,-2 1-4 16,-1 1 3-16,-3 4-3 0,0-1 9 0,-4 2-4 0,-2 1 2 0,-1 2 1 16,-3 0-1-16,-1 0 2 0,-1 2-2 0,-3 1-5 0,-1 2-1 0,-4 1-1 15,-3 4 1-15,-1-1-7 0,-6 2 7 0,-1 2-7 0,-3 0 3 16,-3 1 4-16,-3 0-7 0,-3 0 5 0,-3 2 0 0,-2-1-1 0,-1 1 4 15,-2 0-3-15,0 0-3 0,-2 2 4 0,1-1-4 0,0 0 0 16,-1 1 4-16,0 1 1 0,0 0 1 0,0 1 0 0,2 0-3 0,4-1-3 16,2 0 0-16,4 0 0 0,1 0 1 0,4 1 5 0,1 0-4 0,2 2 6 15,2 0-2-15,0 1-2 0,1 2 3 0,2 0-6 0,2 0 4 16,0 1-1-16,1-1 1 0,1 1 1 0,0 1-3 0,2 0 2 0,2 2-4 16,-2 1 7-16,4 0-4 0,-1 1-1 0,2-1 4 0,2 1-6 15,0 2 4-15,-1 1 1 0,3 2-8 0,1 1 3 0,3-2-1 0,2 3-2 16,4 0 4-16,2 0 4 0,4 2-6 0,1 1-4 0,2 2 6 0,2 0-7 15,2 2 5-15,1 0-1 0,2-1 6 0,1 0-7 0,1-1 4 16,0 1-1-16,2-1-4 0,0 0-7 0,0-1-14 0,0 0-24 0,1 2-39 16,-2-1-34-16,1 0-42 0,-1 1-40 0,-1-3-55 0,-1 0-60 0,0 0-63 15,-1 0-305-15</inkml:trace>
  <inkml:trace contextRef="#ctx0" brushRef="#br0" timeOffset="9517.12">10274 9669 209 0,'-8'-8'114'0,"0"1"-32"0,-2-2-18 0,2 2-11 0,2 2-10 0,0 0-10 16,1-1-7-16,0 1-7 0,1 0-7 0,-1-1-2 0,0 1-3 16,0 1-3-16,1-1-1 0,-1 0-2 0,0 0 2 0,0-1-1 0,1 1-1 15,0 0 1-15,1-1-1 0,0 0 0 0,1 0 1 0,0-1-2 0,1-1 0 16,0 0-2-16,0-1-3 0,1 0 5 0,0 1-1 0,1-1 5 15,1-1 2-15,-1 0 4 0,1 0 1 0,2 1 9 0,-1-1 2 0,2 1 6 16,2-2 2-16,0-2-4 0,3 0-1 0,1-1-1 0,0 1 0 16,5-2 0-16,2 0 0 0,3 0 1 15,4-1-2-15,2-1 1 0,2 0-2 0,4 1-1 0,0 1 4 0,1 1-2 0,2-1 1 0,0 1-2 0,1 2-4 16,1-1 0-16,-2 1 2 0,1 2-4 0,-1 0 4 0,1 1-4 16,0 2 2-16,-1-1-1 0,0 2-3 0,-1 1-2 0,3 2-2 0,-1 0 0 15,0 3 0-15,0 0-1 0,-3 1-5 0,1 2 2 0,-2 0-4 0,2 2-1 16,-1 0 5-16,-1 1-10 0,0-1 2 0,-1 1-1 0,1 2-1 15,0-1 3-15,1 1 1 0,-2 0 1 0,1 0-2 0,-1 0 0 0,0 1-2 16,0 1 2-16,1 0 2 0,-1 1-2 0,-1 0 2 0,-2 1-1 16,1-2-1-16,-1 2 2 0,0 0-2 0,-1 0 4 0,1-1-1 0,-3 0-2 15,0 0-2-15,-1 2-2 0,-3-2-1 0,1 2 1 0,-3-1 5 0,0 0-1 16,-1 3 0-16,-2-1 0 0,-1 0-5 0,-1-1 1 0,0 2-3 16,-2 0 2-16,-3 2 8 0,-1-1-2 0,-1 1-1 0,-3 2-4 0,0-2-4 15,-4 3 3-15,-1 0 0 0,-3 0 3 0,-2-1 1 0,0 1 3 0,-2 0-3 16,-2 0 1-16,-1 2-1 0,-2 0-2 0,-2 0 4 0,-1 0 1 15,0-2-1-15,1 0 2 0,-1 0-5 0,1-2 5 0,0 1-3 0,1 1 3 16,-1 0-1-16,1-1 0 0,-1 3 0 0,0-1-2 0,-1-1 4 16,-3 2-8-16,1-2-4 0,0 2 2 0,-1-1-2 0,0-1 0 0,0 1 6 15,-2-1 0-15,0-1 0 0,-1 1 2 0,-4 0-6 0,-3-1 1 16,-2 0-3-16,-5 0-2 0,2-3-1 0,-2-1 2 0,-1 0 0 0,-3-1 2 16,-3 0 3-16,-1-3 2 0,0-1 8 0,2-1 1 0,0-4-2 0,2 0 2 15,-2-1-7-15,0-3 3 0,2-1 0 0,0-2 0 0,0-2 3 0,1-3-2 16,0-1 2-16,3-2 0 0,3-1 1 0,2-2 3 0,0-3 2 15,2-1-2-15,-3 1-2 0,3-4 2 0,-1 0 2 0,2-1 8 0,1-2 1 16,1 0-8-16,2 1-3 0,-1-3-6 0,4 1 5 0,0-1 5 16,1-1 2-16,3 2-4 0,-1-3-4 0,2 1-4 0,1 0-3 0,2 0-5 15,0 1-7-15,1-1-1 0,0 2-6 0,3 0-5 0,1 1-21 0,3-1-56 16,2-1-41-16,0 2-49 0,2-1-35 0,1 2-22 0,2 3-143 16</inkml:trace>
  <inkml:trace contextRef="#ctx0" brushRef="#br0" timeOffset="10735.12">12539 9335 76 0,'3'-8'45'0,"0"-2"-2"0,1-2 1 0,2 0 5 0,0 1 5 0,2 0 0 16,1 0 0-16,1 1-6 0,2 0-5 0,2-1 0 0,2 0-4 16,1 1 1-16,-1 1-1 0,2 0-4 0,0 3-1 0,-1-1-6 0,1 1-5 15,0 2-2-15,1-1-4 0,1 1-2 0,0 1-2 0,3 0-4 0,-1 2 0 16,3 1-4-16,-1 0-1 0,1 1-2 0,1 1 0 0,-1 1-1 16,3-1 2-16,-1 1-1 0,3 0-2 0,0 1 2 0,0 0-1 0,-1 1-2 15,1-1 1-15,0 1 2 0,0-2 1 0,0 2 1 0,0-1 3 0,-1 1 0 16,1 0-2-16,0 0 3 0,2 0-2 0,1 1-2 0,0 0 2 15,-1 0-1-15,0 1-2 0,-3-1-1 0,1 1 1 0,-2 0-2 0,1 1 1 16,-1 0 0-16,-1 0 1 0,-1 1-1 0,0 1-1 0,-2-1 4 0,-1 2-3 16,0 1 5-16,-1 0 1 0,-2 1-3 0,1-1 3 0,-1 4-4 15,-3 0 3-15,1 1-3 0,-3-1-1 0,-1 2 0 0,-2 1-2 0,1 1 7 16,-3 2-6-16,0 1 2 0,-2 0-4 0,-1 1-2 0,-3 1 2 16,1 0-3-16,-2 0 3 0,0 0-1 0,-2 2 0 0,0 0-1 0,-1 0-1 15,0 0 4-15,-1-2-3 0,-1 1 1 0,0-2 1 0,-2 2-2 0,0-1 3 16,0 0-1-16,-3 1 1 0,0-2 1 0,-2 1-3 0,0-3-1 15,-1 2-4-15,-1-1 1 0,-1-2 6 0,-5 2-1 0,-2 0 3 0,-1-3-2 16,-1 3-3-16,-4-1 4 0,0-2-5 0,-4 1 1 0,-2-3-1 0,-5-1-1 16,-1-1 5-16,-3 0-3 0,0-1-1 0,2-3 2 0,-1 1-3 15,1-3 4-15,-2-2-1 0,-2-1 0 0,1-1 1 0,-1-2 1 0,-1-2 2 16,1-1-1-16,-1-2 0 0,2-2 1 0,0-2 3 0,2-2 1 16,-1-1 3-16,2-1-3 0,2-2 0 0,-1 0-3 0,1 1 4 0,-1-1 2 15,0-1-3-15,0 0 2 0,2 0-4 0,2 1-1 0,1-1 3 0,1 1-1 16,1 1 1-16,0-2 0 0,0 1-2 0,3 0 4 0,-2 0-4 15,1 0-1-15,1 1 0 0,-1 1-7 0,1-1 0 0,0 2 2 0,4-1-9 16,2 1 4-16,2-1-2 0,2 0-4 0,1 0 3 0,1-1-3 0,4 2-15 16,1-2-28-16,1 2-27 0,3 0-22 0,2 1-20 0,1-1-17 15,2 1-23-15,1-1-157 0</inkml:trace>
  <inkml:trace contextRef="#ctx0" brushRef="#br0" timeOffset="11433.68">14974 9469 298 0,'-2'-16'66'0,"0"-1"19"0,-1-3-18 15,0 4-20-15,0 2-17 0,-1 2-13 0,1 3-5 0,-1-1-7 0,0 2-4 16,0 0-1-16,-2 2-3 0,0-1 0 0,0 1-1 0,-2 1 3 0,3 1-1 15,0 0 0-15,-1 0 1 0,1 0 0 0,0 0 0 0,1 0 0 16,0 0 0-16,1 1 3 0,1-1 0 0,1 0 2 0,0 0 0 0,2 0 1 16,-1 1 2-16,2-1-1 0,0 1 4 0,2-1-1 0,0 0 1 15,2 0 4-15,2-1-2 0,1 0 0 0,3 1 4 0,2-1 3 0,1 0 1 16,2 0 4-16,1 0 0 0,2 0 0 0,1 0 5 0,1 0 1 0,2-1 8 16,1 2 4-16,2-2-1 0,1 2 4 0,0-1-1 0,2 2 0 15,-2 0-3-15,3 0-5 0,0 1-5 0,3 0-4 0,0 1-1 0,-1 2-2 16,-1 0-2-16,-3 0-3 0,1 1-1 0,-2 1-3 0,0 0-1 15,0 2-4-15,-2 0-2 0,0 1 0 0,-1 0-2 0,0 1-1 0,-1 1-1 16,1 0-1-16,-1 1-3 0,-1 0 0 0,0 1-3 0,0-1 3 0,-2 2-3 16,-1 0-1-16,0 1 3 0,-2 1-4 0,0-1 3 0,0 0-2 15,-2 1 1-15,1 0-1 0,-1 0 2 0,-1-1-1 0,-3 2 0 0,-1 0-1 16,-2 1-2-16,-2-1-1 0,-1 0 0 0,-1 1 2 0,-3 0-1 0,-1 0 5 16,-3 0-1-16,-1 0 0 0,-4 2 0 0,-1-1-3 0,-4 0-1 15,-3 0 3-15,-4 0-2 0,-4 0 3 0,-2-2 0 0,-2 1-1 0,0 0 3 16,-2 0-2-16,-1-2 2 0,0 2 1 0,-2-1 1 0,0 2 2 15,-1-2-4-15,-1 1-1 0,-1-1-2 0,-3 0 2 0,1 0 0 0,0 0 1 16,-2 1 2-16,1-1-2 0,-2 0 2 0,0-2-2 0,-1 1 0 0,1 0 1 16,2 0 0-16,1-2-1 0,1 1 0 0,1-1 0 0,-1-1 0 15,2 0 0-15,0-2 1 0,0-1-4 0,1 0 1 0,-2-1 1 0,5-1 0 16,-1-1 2-16,3 0-2 0,2-2-1 0,1 0-2 0,3-1 1 0,0-1 0 16,3-1-3-16,1-1-2 0,2 0-5 0,3 0 0 0,2-2-8 15,4 0-17-15,0 0-26 0,2-1-14 0,3 0-16 0,1-1-10 0,3-1-11 16,1 0-15-16,4-1-16 0,2-1-11 0,5 0-10 0,5-2-14 15</inkml:trace>
  <inkml:trace contextRef="#ctx0" brushRef="#br0" timeOffset="11850.43">16907 9410 484 0,'-1'-17'66'0,"0"-1"7"0,0-2-13 0,-2 5-22 0,-1 4-15 15,-1 1-15-15,-1 2-10 0,-1 1-7 0,-3 1-6 0,-1 1-2 16,-3 1-3-16,-1 0-1 0,1 2-3 0,0 0-5 0,3 0-10 0,0 1-8 16,1 1-9-16,1 0-10 0,2 1-3 0,0 1 0 0,2 0 3 0,1 0 8 15,-1 0 12-15,2 0 7 0,-1 0 11 0,0 0 11 0,1 0 7 16,-1-1 7-16,0 0 2 0,0 0 1 0,1 1 0 0,-1 0 0 0,1 0 0 16,-1 0 0-16,0 0 0 0,1-1 0 0,0 0 0 0,1 0 1 15,1-1 3-15,0 0 4 0,1 1 6 0,-1-1 10 0,1 0 8 0,-1 0 5 16,1-1 3-16,0 1 0 0,1-1 1 0,0 1-2 0,0-2-4 0,-1 1 0 15,2 1-5-15,-1-1-4 0,1 1-9 0,0 0-4 0,0 0-7 16,-1 1-1-16,0 1-2 0,0-1-2 0,-2 0-2 0,0 1-6 0,0 0-7 16,-1 0-23-16,0 0-47 0,-2 1-108 0</inkml:trace>
  <inkml:trace contextRef="#ctx0" brushRef="#br0" timeOffset="12483.7">16573 9311 257 0,'-2'-5'177'0,"-1"-1"-103"0,1-2 11 0,1 3-13 0,1 2-16 0,1 2-13 16,2 0-8-16,1 0-4 0,2 0-1 0,3 0 3 0,2-1 6 15,3 1 6-15,3 0 6 0,2-1 4 0,4 0 0 0,3-1-2 0,4 0-8 16,4 1-6-16,4-1-9 0,5 1-4 0,3 1-5 0,5 1-4 15,3 0-1-15,0 1-1 0,4 1-2 0,0 0-2 0,0 2-1 0,1 1 0 16,-1 1-5-16,-3 1 1 0,-1 1 0 0,-2 1-3 0,-2 0 4 0,-3-1-1 16,-1 1 0-16,-3 2 0 0,-3 0 2 0,0 1-4 0,-3 1 1 15,-2 2 0-15,-1 0 0 0,-6 1-5 0,-4-1 0 0,-5 1-1 0,-4 2-2 16,-3 0 6-16,-1 0 0 0,-2 3-1 0,-3-1-1 0,-2 0-1 0,-3 2 2 16,-4 0 1-16,-3-2-1 0,-5 1 2 0,-4-2-5 0,-6 0 3 15,-6 0-2-15,-5 0 0 0,-5-2 1 0,-3-1-2 0,-4-1 1 0,-4-1 3 16,-1-3-5-16,-2 1 2 0,1-1-2 0,2 0 1 0,1-1 1 15,2-1-2-15,4-1 5 0,0-2-6 0,3 1 0 0,0-1-3 0,1-1-3 16,3 0-5-16,1-1-7 0,1 0-8 0,1-1-11 0,1-1-19 0,2-2-36 16,1 0-34-16,3-1-28 0,5-1-21 0,2 0-4 0,5-1-13 15,3 0-136-15</inkml:trace>
  <inkml:trace contextRef="#ctx0" brushRef="#br0" timeOffset="12901.7">18345 9074 1107 0,'23'-21'82'15,"1"0"16"-15,7-4-30 0,-1 9-22 0,-1 5-15 0,0 1-8 0,3 3-14 16,-1 1 1-16,2 2-5 0,-1 1-3 0,1 1 4 0,-1 0-4 15,1 1 1-15,0 1 2 0,2 0-4 0,1 1 1 0,3 1-1 0,4 0-2 16,1 2 1-16,3 1 1 0,2 0 1 0,4 1-2 0,-1 1 0 0,2 0 0 16,-1 0 0-16,0 0 1 0,0 1-2 0,1 0-1 0,0 2 1 15,0 2 0-15,-2-1 2 0,-2 1 0 0,-3 0-1 0,-1 1 2 0,0 3-1 16,-4 0-4-16,-3 0 6 0,-2 0-7 0,-5 0 2 0,1 0-1 0,-5 0-1 16,0 1 1-16,-2 1 2 0,0 1-1 0,-3 0-1 0,1 1-2 15,-3 1-1-15,-3 0 3 0,-1 1-4 0,-3-1 4 0,0 2-2 16,-4 0-3-16,1 0 1 0,-3 2 0 0,-2 0 1 0,-3 2 7 0,-1 1-2 15,-2 0 0-15,-2 0-2 0,-2-1-1 0,-3 1-2 0,-4-2-4 0,-2 3-2 16,-5-1-1-16,-5 0-1 0,-4-1 1 0,-7-4-2 0,-4 0-3 0,-6-2-6 16,-7 0-3-16,-4-1-3 0,-6-3 0 0,-4 0 8 0,-2-1-3 15,-3-2 1-15,0 0-5 0,1-3-3 0,-2-2-6 0,-1-1-5 0,-1-2-3 16,-1-1-1-16,-1-1 4 0,3-2 2 0,1-2 1 0,4-3 1 0,3-2 5 16,1-2-3-16,5-1-6 0,2-2-11 0,3-2-19 0,4 1-26 15,1-3-34-15,3-1-101 0</inkml:trace>
  <inkml:trace contextRef="#ctx0" brushRef="#br0" timeOffset="16868.7">18037 10557 259 0,'3'-1'22'16,"1"0"-16"-16,3 0-12 0,0 1-17 0,0 1-19 0,0 0-22 15,1 0-10-15,-2-1-3 0</inkml:trace>
  <inkml:trace contextRef="#ctx0" brushRef="#br0" timeOffset="19117.98">17108 9068 388 0,'4'-4'226'16,"1"-1"-138"-16,2-2-19 0,0 3-16 0,1 0-7 0,0 2-11 0,0-1-12 15,-1 2-5-15,0 0-7 0,1 1-2 0,0 1-5 0,0 1-1 0,-1 0-4 16,0 1-2-16,0 1 1 0,0 0-3 0,-1 1 3 0,-1 0-1 16,2-1 1-16,-1 2 2 0,0 0 0 0,1-1 1 0,-2 1 1 0,1-1-2 15,0 2 1-15,0-1 3 0,0 0 3 0,-1-1 4 0,1 0 7 16,1-1 9-16,0 1 7 0,1 0 11 0,0 0 9 0,1-1 2 0,-1 0 4 15,0 0-3-15,1-1 0 0,0 0-8 0,2 0 0 0,0 0 1 0,2-1 2 16,-1-1 4-16,1 0-1 0,2 0 1 0,0-1-2 0,0 0-7 16,2-1-4-16,1 0-8 0,1 0-6 0,-1 1-6 0,2-1 0 0,1 0-9 15,-1-1-2-15,1 1 0 0,0 0-5 0,0 0 1 0,1 0-4 0,0-1 4 16,-1 0-7-16,1 1-1 0,-2-1 0 0,1 0 0 0,0 0 4 16,-1-2 3-16,3 0-2 0,-1-1 2 0,-1 1-3 0,1-1 2 0,-1 1 1 15,-1-1 0-15,2 0-1 0,-1 0 0 0,1-1 1 0,0 0 3 16,0 0 2-16,-2-1 5 0,2 0-1 0,0-1 6 0,-1-1 5 0,0-1 0 15,-2 0 6-15,1 0-8 0,-1-1 4 0,-1 0-9 0,-1 0-7 0,0-1-2 16,-2-1-11-16,0 0 5 0,-2 1 6 0,0-1-2 0,-1 0-2 16,-2 0 0-16,-2 0-14 0,-1 1 7 0,-1 0 2 0,-1-1-2 0,-1 2 19 15,0-1-7-15,-2 2 4 0,-1 0-1 0,-1-1-7 0,-2-1 4 0,0 0-1 16,-3 0 4-16,-1 1 0 0,-1-1-3 0,-1 0 2 0,-4 1-3 16,-2-1-5-16,-3 2 1 0,-1-2-1 0,-3 0-1 0,-2 1-3 0,-1 0 2 15,-4 1-2-15,-2 1-2 0,-3-1 0 0,0 2 0 0,-3 0 2 16,0 0 2-16,1 3 1 0,-2 0 0 0,2 2 3 0,-2 1 0 0,1 3 0 15,-1 3-3-15,2 1 0 0,1 2-5 0,0 3-2 0,2 0 7 0,-1 3-8 16,2-1 0-16,0 4-2 0,1 1-3 0,-2 1-4 0,4-1 1 16,-1 1-16-16,4 0-14 0,1 0-24 0,1 2-43 0,3-1-59 0,1-1-68 15,1 0-97-15,3-1-117 0,0-1-95 0,0-1-19 0</inkml:trace>
  <inkml:trace contextRef="#ctx0" brushRef="#br0" timeOffset="19983.99">5635 9368 1784 0,'-6'-9'230'16,"2"3"-152"-16,1 0-11 0,5 7-30 0,4 4-6 0,2 2 10 0,1 2 10 15,4 2 2-15,2 4-2 0,1 3-14 0,1 3-9 0,2 4-13 0,1 4-9 16,0 4 9-16,1 4-4 0,1 4-4 0,0 0 3 0,2 4-8 16,-1 4-4-16,-2 0-1 0,0 3 9 0,-2 3 2 0,-3-2 6 0,1 3 7 15,-2-3-15-15,0-1-2 0,0-5 2 0,1-3-3 0,2-3 5 0,-2-4 0 16,2-3-3-16,1-4-3 0,2-2 1 0,-1-2 0 0,2-5-1 15,0-1-9-15,-2-5-4 0,3-4-3 0,-2-4-2 0,1-3-2 0,0-3-12 16,0-4-20-16,1-4-28 0,0-4-48 0,0-4-65 0,-2-5-98 16,0-4-119-16,-1-5-142 0,0-3-122 0</inkml:trace>
  <inkml:trace contextRef="#ctx0" brushRef="#br0" timeOffset="20317.98">6856 9208 1465 0,'0'-4'120'0,"2"3"-76"16,1 0-11-16,5 5-15 0,2 2-2 0,2 0 1 0,1 0 1 0,2 1-1 16,-2-1 2-16,4 0-9 0,-1 1-5 0,2 0-2 0,-3 1-6 15,0 1-1-15,-1 0 2 0,-2 1-9 0,-2 0-1 0,-2-1 3 0,-2 1-2 16,-4 1 3-16,-3 0 1 0,-3-1-2 0,-3 2 7 0,-2-2 2 16,-5 2 0-16,-4 1 6 0,-3 0-3 0,-2-1-3 0,-4 1 5 0,-1-1-1 15,-4 0 1-15,-1 0 7 0,-4 0 5 0,0-2 1 0,-2 3 9 0,-2-1 7 16,3-1 16-16,-1 0 12 0,2-1-2 0,0-1 3 0,-1 1-8 15,2-2-8-15,1 0 0 0,2-1 1 0,1 0-3 0,1-1 1 0,2-1 8 16,1-2 3-16,3 2-1 0,3-1-4 0,1-1 8 0,3 1-10 0,3-1-7 16,3 0 0-16,3 0-16 0,3 0-9 0,1 1-2 0,3-1-9 15,1 0-2-15,2 2 2 0,1 0-7 0,3 1 0 0,0 1 1 0,3 0-1 16,1 2 2-16,2 0-5 0,0 1 1 0,3 1-6 0,1-1-1 0,4 1 4 16,0 2 2-16,2 2 6 0,2 0 1 0,0 0-4 0,1-1-4 15,1 0-7-15,-1 0-1 0,1-1 1 0,-1-2-4 0,4 1-3 0,-1-1-2 16,2-1-9-16,-1-2-17 0,-1-1-23 0,0-2-32 0,1-1-27 15,1 0-42-15,-2-2-52 0,2-2-71 0,-2 0-85 0,0-4-90 0,-2-2-182 16</inkml:trace>
  <inkml:trace contextRef="#ctx0" brushRef="#br0" timeOffset="20534.98">6968 9493 1856 0,'-1'-4'81'0,"3"2"-3"15,5 1-34-15,5 4-16 0,6 0 1 0,4-1-9 0,1 1-7 0,4 1-3 16,2 0-5-16,2 2-1 0,1 1-2 0,3 1 5 0,-2 0-7 0,1 1-3 16,-1 0-12-16,0-1-12 0,-2 1-2 0,1-1 2 0,-3 0-4 15,0-1-3-15,-1-1-5 0,1-1-15 0,-2-3-14 0,1 0-19 0,0-3-19 16,-1-1-19-16,0-1-23 0,-1-2-16 0,-1-1-10 0,-1-1 1 0,2-1 21 16,-3-1 16-16,1-1 20 0,-2 0 11 0,-4-2 13 0,-1-1 8 15,-3 1 14-15,-3-1-36 0</inkml:trace>
  <inkml:trace contextRef="#ctx0" brushRef="#br0" timeOffset="20683.98">7854 9409 167 0,'-17'-5'68'0,"-2"-1"-3"0,-8 1 2 0,-1 2 12 16,0 2 17-16,-2 1 18 0,0 2 15 0,-2 1 2 0,-1 3-12 0,1 1-12 16,-1 2-13-16,3 3-22 0,0 2-3 0,1 3-19 0,1 2-7 15,2 1-1-15,1 3 6 0,3 3 3 0,4-1-2 0,1 2-2 0,4-2-16 16,2 1-8-16,5 0-6 0,3-2-10 0,3 1-6 0,2 0-5 0,4 0 0 16,3-1 0-16,4-3-5 0,2-1-3 0,2-3-6 0,4-2-5 15,3-2-17-15,2-3-32 0,3-2-27 0,2-2-38 0,3-3-26 0,1-1-13 16,3-2-7-16,-1-2 11 0,0-1 16 0,1-3 25 0,0 0 20 15,1-2 17-15,0-1 18 0,-2-3-9 0</inkml:trace>
  <inkml:trace contextRef="#ctx0" brushRef="#br0" timeOffset="20984.98">8559 8935 610 0,'-16'-8'293'0,"0"3"-171"0,-4 1-7 0,4 5-42 15,1 3-20-15,1 2-15 0,0 2-12 0,1 1-6 0,-1 3-5 16,1 2-3-16,0 2 2 0,2 2-2 0,1-2-1 0,0 3 2 0,3 1-2 16,0-1 6-16,2 2 4 0,1 2 4 0,1 0 12 0,1 2 4 0,0-1 4 15,2-1 2-15,1 0-9 0,1-2 1 0,1 1-7 0,0 0 0 16,3 0-2-16,0 1-1 0,2 1-4 0,2 1-4 0,0 0-3 16,1-2-6-16,3 1 3 0,1-2 3 0,0 0 13 0,0 2 15 0,2-4 6 15,0 0 6-15,2 0-9 0,-3-4 0 0,2 1 2 0,0-3 4 0,-2-3 6 16,1-1 6-16,-2-2-3 0,-1-3-5 0,-3 1-9 0,0 0-11 0,-2-2-8 15,0 0-12-15,-4-1-7 0,0-1-2 0,-2 0-10 0,-2 0 1 16,-1-1-9-16,-3 0-23 0,-2 0-37 0,-4-1-63 0,-6 1-58 0,-2-1-71 16,-8-1-63-16,-2-2-40 0,-1-2-24 0,-3-3 4 0,0-2-134 15</inkml:trace>
  <inkml:trace contextRef="#ctx0" brushRef="#br0" timeOffset="21100.98">8346 8931 1677 0,'1'-15'71'16,"4"2"-29"-16,4-2-30 0,5 8-16 0,4 2-14 0,5 1-15 0,2 0-43 16,1 2-85-16,1 0-117 0,-2-1-137 0,2 1-213 0</inkml:trace>
  <inkml:trace contextRef="#ctx0" brushRef="#br0" timeOffset="21551.98">6057 8606 1099 0,'-103'60'180'0,"-6"10"9"0,-23 20-3 0,22-2-36 0,21-4-24 15,5 3-17-15,5 2-38 0,5 1-16 0,7 3-21 0,4-1 1 0,6 6-8 16,4 1-3-16,8 1 1 0,6 2-13 0,4 1-7 0,9 2 7 0,4 5 1 15,8 3-5-15,9-1 9 0,7 1-19 0,9 2 2 0,8 0 3 16,9 2-1-16,11-1-5 0,8-5-10 0,11-8-2 0,12-11-18 0,11-8 8 16,9-7 1-16,10-10 1 0,8-4 15 0,6-7 3 0,8-9 11 0,1-8 12 15,3-13 28-15,3-14 19 0,3-11 32 0,4-10 17 0,4-8 7 16,2-7-5-16,-1-5-26 0,-1-6-5 0,0-4-7 0,-3-6-3 0,-2-7 2 16,0-7-16-16,-1-8-22 0,-4-6-6 0,-3-6-13 0,-2-5-4 0,-6-4-7 15,0-2-7-15,-4-3-2 0,-4-2-6 0,-4-1 6 0,-4 0-9 16,-10-1-2-16,-4 2-3 0,-6-1-28 0,-4-2 19 0,-5-1 0 0,-1-3 0 15,-5-3 17-15,0-1-3 0,-5 0-12 0,-4-3 16 0,-6 1-2 16,-5 0-34-16,-2-4 11 0,-4-1-18 0,-2-1-15 0,-8 3 31 0,-8 6 1 16,-12 6 2-16,-9 3 12 0,-9 5-4 0,-8 0-1 0,-10 2 2 0,-6 1-2 15,-7 2 2-15,-7 6 2 0,-7 7-2 0,-9 7 9 0,-12 9 6 16,-7 9 3-16,-8 11 12 0,-10 10 0 0,-7 10-3 0,-9 11-3 0,-12 9-5 16,-8 13-1-16,-9 10 1 0,-8 10-6 0,-5 10 4 0,-6 9-12 0,-6 9-6 15,-5 8-14-15,-6 8-42 0,-3 8-40 0,-2 9-40 0,-1 7-48 16,0 8-34-16,0 6-96 0,5 4-91 0,6 1-332 0</inkml:trace>
  <inkml:trace contextRef="#ctx0" brushRef="#br0" timeOffset="25663.5">10504 13863 43 0,'-13'-7'21'16,"0"0"3"-16,-2-2 5 0,3 1 2 0,2 2-9 0,1 0-6 15,0 0-6-15,1-1-6 0,0 2-1 0,0-1-1 0,2 1-2 0,0 0 1 16,0 0 0-16,1 1-3 0,0-1 1 0,1 1 0 0,0-1 1 16,0 0-1-16,0 0 1 0,1-1 1 0,0 0-1 0,0-1 2 0,1 0 0 15,1-1-1-15,0 1 1 0,0 0 0 0,0-1 0 0,1-1-1 0,0 0 1 16,1 0 1-16,1 0 5 0,-1-1 2 0,0 2 5 0,1-2 4 15,0-1 3-15,0 1 2 0,1-1 2 0,-1 1-3 0,1 0 0 0,-1-1-1 16,1 0-1-16,-1-1 2 0,1 0-2 0,-1 1 3 0,2 1-3 0,0-3 3 16,1 1 0-16,2-2 0 0,1 1-2 0,3-1-3 0,3 0 0 15,3-2-2-15,1 0 4 0,5 0-2 0,1-2-2 0,2 2 1 0,4 1-13 16,1 1-2-16,2 1 2 0,-1 0-5 0,3 2 10 0,0 2 0 16,0 1-2-16,-1 1 1 0,0 2 3 0,-1 2-3 0,0 0 4 0,0 2 0 15,-2 0-3-15,-1 2 0 0,-3 0-7 0,0 2 4 0,-1 0 0 0,1 2 3 16,0 1 9-16,-2 3-4 0,0 0 1 0,-3 3-3 0,-1 1-2 15,-2 0-6-15,-4 1 2 0,0 1-4 0,-1 2 1 0,-3 1 3 0,-2 0-2 16,-2 0 0-16,-3 1 1 0,-3 1 1 0,-3-1-1 0,-4 2 3 0,-1 0 0 16,-4 3-1-16,-1-1 1 0,-2-2-3 0,1 1 5 0,-3-2 0 15,0-2-3-15,0 0 4 0,2-3-9 0,-1-1 3 0,1-2-4 0,2 0-7 16,0-2 2-16,3-2-7 0,0-3-1 0,1-1-7 0,1-3-10 0,1-1-7 16,2-1-16-16,1-2-27 0,1-1-29 0,1-2-32 0,1-2-44 15,3-2-131-15</inkml:trace>
  <inkml:trace contextRef="#ctx0" brushRef="#br0" timeOffset="25946.69">11534 13120 592 0,'-4'-14'58'16,"0"-1"13"-16,1-4 5 0,2 3 2 0,1 1-20 0,2 2-18 0,1-1-8 16,1 1-8-16,1 0-4 0,1 0-6 0,2 2-6 0,0-3-2 15,3 1-2-15,2-1-9 0,3 2 2 0,2 0-3 0,1 0 3 0,4 2 5 16,0-1-3-16,4 1 1 0,2 2-1 0,1-1-1 0,2 0 2 15,0 1-3-15,2 1-5 0,1 0 3 0,0 1 0 0,4 0 6 0,-1 1 2 16,1-1-1-16,2 2 1 0,-3 2 0 0,1 0 1 0,0 2-3 0,-2 2 2 16,-2 1-2-16,-2 2-1 0,0 0 7 0,-3 2-3 0,1 0 0 15,-4 0 0-15,0 1-2 0,-4 0-5 0,0 0-1 0,-4 0 3 0,-3 0-3 16,-1 0 6-16,-3 1 2 0,-2 1 0 0,-3 0 1 0,-1 0 0 16,-5 1-2-16,-1 0 3 0,-2 3-1 0,-4-1-1 0,-2 1 0 0,-4-2-2 15,-2 1-2-15,-4 1 1 0,-2 0 4 0,-4 1-8 0,-2-1-8 0,-3-1-13 16,-2-1-18-16,-3 0-13 0,1 0-9 0,-2-2-5 0,2 1-7 15,0-2-5-15,2-1-10 0,0-2-10 0,3-1-18 0,1-2-15 0,5-2-92 16</inkml:trace>
  <inkml:trace contextRef="#ctx0" brushRef="#br0" timeOffset="26281.82">12610 12195 560 0,'-7'-22'9'15,"1"-4"10"-15,3-4 5 0,5 4 6 0,6 3-1 0,3 2-1 0,5 0-1 16,1 1 4-16,2 2 4 0,2 0 2 0,-1 2 3 0,0 1-7 16,2 4-2-16,1 1-4 0,0 2-5 0,4 1 5 0,-1 2-5 0,2 1 2 15,-1 1-1-15,0 1-4 0,1 1-2 0,1 2-6 0,2 1 1 0,2 1-4 16,0 1 1-16,2 0-5 0,-1 2-4 0,1 1-1 0,-3 1 1 15,1 2 1-15,-2-1-4 0,-1 3 3 0,-3 0-7 0,-2 0 1 0,-4 1 5 16,0-2-3-16,-2 2 5 0,-3 1 4 0,-2 1-1 0,-2 0 2 0,-2 1-3 16,-3 2-4-16,-4-1-1 0,-1 1-1 0,-4 1 5 0,-2-1 1 15,-4 0 0-15,-2 1 0 0,-2-1-3 0,-1 1 1 0,-2 0 1 0,-1-1-2 16,-1 0 1-16,2-2-1 0,-1-1-2 0,0-2-3 0,0 0-11 16,2-2-17-16,-1-2-12 0,0 0-20 0,3-2-12 0,0-1-13 0,3 0-18 15,0-2-9-15,1-1-23 0,1-2-33 0,0-3-89 0</inkml:trace>
  <inkml:trace contextRef="#ctx0" brushRef="#br0" timeOffset="26946.28">13248 11492 521 0,'-1'-24'21'0,"0"-1"-2"0,2-7 12 15,3 7 5-15,2 4 6 0,1 0 3 0,3 2-7 0,2 1-3 0,3-2-4 16,2 2-1-16,-1 1-2 0,3 0-6 0,1 1-1 0,0 1-4 0,4 3 0 16,2 0 0-16,2 0 2 0,1 2-1 0,1 1 4 0,1 1 4 15,0 1 1-15,2 1-2 0,1 0 0 0,3 1-3 0,3 0 1 0,0 1 2 16,2 0-5-16,3 1-1 0,1 2-4 0,1 0-3 0,1 1 2 0,4 2-6 16,-1 2-1-16,0 3-1 0,-1 1-4 0,-1 1-1 0,-2 1-2 15,0 0 1-15,-4 2 2 0,-2 1-2 0,-3 0 2 0,-2 1-2 0,0 0-1 16,-5 1 2-16,-1 1 1 0,-6 0-2 0,0-1 3 0,-4 2 2 15,-2 1 1-15,0-2-3 0,-2 1 2 0,-3 1 0 0,-2-1 1 0,-2 1 12 16,-2 2-4-16,-4-2 3 0,-1 1 2 0,-2 2-2 0,-3-1-2 0,-2-1 2 16,-3 1 0-16,-3 0-2 0,-4-2 2 0,-1 3-6 0,-5-1 0 15,-2 0 0-15,-1 0 1 0,-3-2 2 0,-1 0-3 0,-2-4 2 0,0-1-3 16,-2 0-3-16,3-2 4 0,-2-1-5 0,1-2 2 0,0 0 0 0,3-2 1 16,-1-2 0-16,2 0-5 0,2-2 5 0,1-1-3 0,3 0 5 15,1-1 1-15,0-1-3 0,2 0 0 0,1-1-1 0,2 0 1 0,1 0 3 16,0-1 2-16,2 0 2 0,1 0 4 0,0 0 7 0,2 0 3 15,2 0 6-15,0-1-6 0,2 2-3 0,1-1-6 0,0 0-4 0,2 1 2 16,0 0-6-16,0 0-8 0,1 0 4 0,0 0-6 0,1 0-1 0,0 1 0 16,-1-1-4-16,3 0 1 0,-1 1 2 0,2-2 4 0,1 1-4 15,0 0 2-15,1-1-2 0,0 1-2 0,0-1 5 0,1 1 0 0,1-2-1 16,-1 1 3-16,0 0-6 0,0-1 3 0,0 1 0 0,0 0-2 0,-1 1 5 16,-1 0-2-16,0-1-1 0,0-1 1 0,-1 1 1 0,1 0-3 15,-2 0 0-15,0 1 2 0,1-1 0 0,-1 1 2 0,0-2-3 0,-1 2-4 16,0 0 3-16,-1 1-3 0,1 1 2 0,-1-1-1 0,1 0-2 0,-1 1 0 15,1-1 5-15,-1 1-3 0,0 0-3 0,0-1 0 0,-1 2 0 16,1-2 3-16,-1 2 3 0,1-1 2 0,-1-1-4 0,0 2-1 0,0-2-1 16,0 1-1-16,0 0 5 0,0 0-2 0,0 1 2 0,0-1-4 15,-1 0 4-15,1 0-2 0,0-1-2 0,1 2 1 0,-1-1-5 0,-1 0 3 16,0 1 0-16,0 0-2 0,0 0 0 0,0 0 2 0,0 1 1 0,-1 0-2 16,1 1 1-16,-1 0-3 0,0-1 3 0,0 1-3 0,-1 0-1 15,1 1 0-15,-1 0-5 0,0 1-5 0,0-1-9 0,2 0-13 0,-1 1-21 16,1 1-27-16,0 0-29 0,0 0-22 0,1 1-12 0,1 0-15 0,2 1-8 15,-1-1-10-15,3 0-2 0,1 1 1 0,2-1-16 0,1-1-107 16</inkml:trace>
  <inkml:trace contextRef="#ctx0" brushRef="#br0" timeOffset="29529.51">19108 9777 432 0,'-1'-11'61'0,"1"1"-17"0,-1-1-5 0,3 5-11 0,0 3-19 16,1 1-17-16,1 1-6 0,0 1-1 0,3 2 3 0,1-1 5 16,2 0 3-16,-1 1 1 0,1-1 1 0,-1 1 1 0,-1 1-1 0,0 0 2 15,-1 0 0-15,0 0 0 0,0 1 4 0,0-2 0 0,0 0 4 16,-1 1 4-16,1-2 4 0,0 1 9 0,0 0 7 0,2 0 7 0,-2 0 0 15,1-1 2-15,0 0-4 0,1 1-4 0,0 0-2 0,0 0-5 0,3-1-2 16,0 2-8-16,1-1 1 0,0 0-4 0,0 2 0 0,1-1 3 16,1 0-3-16,1 0 0 0,-1 2-2 0,3-1 1 0,-1 2 1 0,1 0 0 15,2 0 7-15,2 1 0 0,-1 1 13 0,4 1 3 0,1-1 6 0,1 2 8 16,2 0-2-16,1 0 2 0,2 2-5 0,1 0-9 0,2 0-5 16,0 2-7-16,-1 1 0 0,1 0-6 0,-1-1-2 0,1 2-6 0,0-1 3 15,0 1-1-15,-2-3-9 0,0 1 1 0,-1 0-9 0,-1 0 1 16,0 1 4-16,-2-2 9 0,0 1-4 0,-2-1 1 0,-1 0 1 0,-1-1-5 15,-1 1 2-15,3 0-3 0,-2 1-1 0,0 0 0 0,0-1 0 0,-2 1 12 16,0-1 0-16,0 2 2 0,0-2 3 0,1 2-7 0,-2-1 3 16,1 2-6-16,-1-2-4 0,-2 4 3 0,2 0-4 0,-1 0 10 0,0-1-7 15,0 0 4-15,0 0-4 0,-1 0-7 0,0-1 4 0,1 2-2 0,-2 0 3 16,2-1-2-16,0 2 1 0,-2 1-2 0,1 0-3 0,-1 2 6 16,-1 0-5-16,2 1 8 0,0 0-8 0,0 0 0 0,1 0 6 0,-2 0-8 15,-1-1 9-15,-1 1 3 0,-2 1-7 0,-1 0-1 0,-2 0-1 16,0 0-4-16,-1-1 5 0,-2 1 0 0,0 1 1 0,-1 1 0 0,-1 0-2 15,-2 0 2-15,0 0-2 0,-1-1 4 0,-2-1-1 0,-1 1-2 0,0 1 3 16,-2 0-3-16,1 0 1 0,0 1 2 0,-1-1-3 0,1-1-6 16,-2 1 1-16,1 1 3 0,0 0-1 0,0 2 8 0,0-1-2 0,0 0-3 15,0 0 4-15,-1-1-6 0,1 1 6 0,-1 0 0 0,0 4-5 0,2-1 2 16,-2 2 1-16,1-1-2 0,0 0 2 0,0-1 0 0,-1 2-4 16,0 0 4-16,1 1 0 0,0 1-2 0,-1-2-2 0,0 3 8 0,0-2 5 15,-1 2 6-15,-1 0 2 0,0 0-14 0,-1-3-1 0,0-1-4 16,0 0-1-16,0 0 2 0,-1 2-1 0,0 0-1 0,0 1 1 0,-2-2 1 15,0 2 2-15,-2-1-2 0,1 1 1 0,-1 1-1 0,0-3-2 0,1 1-2 16,-2 0 7-16,1 0-1 0,-2 0 1 0,1 1 5 0,2-2-9 16,-2 0 0-16,1 1 3 0,0 0-4 0,0 2 2 0,1-2 3 0,-1 0-5 15,3-2 3-15,-2 2 1 0,0-1-3 0,0 0 3 0,0 1-3 0,1-1 4 16,-1-1-7-16,1 1-5 0,-1 0 9 0,0-2 5 0,-1 3 2 16,1-2 7-16,-1 0-10 0,2 0-3 0,-2 1 1 0,2-1-2 0,-1 1-1 15,0 0 1-15,1-2 2 0,-1 2-2 0,1-3 3 0,0 1-4 16,0 0 2-16,0-1 3 0,0 0-7 0,-1 1 3 0,0-2-9 0,0 0 4 15,1-2 5-15,-2-1-5 0,1 0 12 0,1 0-7 0,0-1-2 0,1-1 1 16,0-1-1-16,1 0 1 0,-1-2 2 0,2 1-2 0,-1 1 2 16,1-1 1-16,0 1-2 0,0-1 2 0,1-2-3 0,0 1-2 0,0-2 2 15,1 0 0-15,-1-1 3 0,1 0 0 0,1 0-7 0,0 0 1 0,1-1-4 16,0-1-12-16,0-2-16 0,-1 1-30 0,1-1-32 0,0-1-34 16,0 0-30-16,1-1-28 0,-1 0-18 0,1-1-11 0,1-1-1 0,-1-1-2 15,2 0-97-15</inkml:trace>
  <inkml:trace contextRef="#ctx0" brushRef="#br0" timeOffset="29929.5">20420 14621 1585 0,'-1'-1'170'0,"0"0"-59"0,0 1-27 0,0 0-12 0,1 1-18 15,0 0-37-15,0 2-25 0,0 3-5 0,1 2 4 0,0 2-4 0,0 2 11 16,0 0-3-16,0 1-3 0,0 2 9 0,0 0-4 0,-1 2 2 16,1-1 0-16,-1 2-2 0,1 1 0 0,-1-1 4 0,0-1 2 0,2 0-4 15,-1-1 6-15,0 0-5 0,1 0 0 0,0 0 3 0,0-2-3 0,0 0 4 16,-1-1 5-16,1 1 1 0,0 2 4 0,-1-2-1 0,1-2 0 0,-1 2 0 16,1-3 0-16,-1 1 0 0,0-1 0 0,-1-1-5 0,1 2-2 15,1 0-1-15,-1 0-4 0,2 0 6 0,-2-3-2 0,1 1 3 0,1 0-2 16,1-1 0-16,2 0 25 0,0-2 8 0,0 0 16 0,0-2 12 15,0-1-2-15,2 0 0 0,0-2 3 0,0 0 4 0,2-1-7 0,2-2-6 16,1 1-7-16,2-2-9 0,0 0-4 0,1-1-2 0,1 0-4 0,2 0-2 16,0-1-9-16,3-1-8 0,1-1-6 0,-1 0 1 0,4-1-5 15,-1 1 1-15,3-1 7 0,1 1-7 0,0 0 9 0,1-1 0 0,1 0-16 16,-1-1 1-16,1 1-3 0,-2 0-3 0,1 0 4 0,-3 1-3 0,-2 0-4 16,-2 0-6-16,-2 2-1 0,-1-1-2 0,-2 1-10 0,-2 1-12 15,0 0-20-15,-1 1-18 0,-1 1-27 0,-2 0-29 0,-2 1-44 0,1 1-59 16,-1 2-83-16,-1 1-74 0,0 3-45 0,-1 1-15 0,-2 4-26 15</inkml:trace>
  <inkml:trace contextRef="#ctx0" brushRef="#br0" timeOffset="31113.66">22029 14894 1350 0,'5'-7'166'0,"2"0"-18"0,1-2-39 0,0 4-28 0,-1-1-28 15,2 2-28-15,0 1-17 0,1 0-9 0,2 2-3 0,0 0 5 0,3 1 6 16,1 1 8-16,0 0 7 0,1 1 1 0,2 1 9 0,2-1 8 15,0 1 15-15,3 0 11 0,2-1 8 0,2 0 7 0,4-1-2 0,-2-1 4 16,4 0-1-16,5-1 3 0,2-2-5 0,6-2-8 0,3 0-5 0,2-3-13 16,3 0-6-16,3-1-7 0,1-1-11 0,3 0-6 0,0-1-6 15,2-1 1-15,0 1-3 0,-1 1-2 0,1-1 0 0,0-1-7 0,0 0 5 16,-1-2-7-16,-2 1 4 0,0 0-3 0,-3 0-3 0,0-2-1 0,-1 0-2 16,-3-1 3-16,1 1-1 0,0-1 2 0,-1 0-2 0,-1-1-11 15,-1 1 2-15,0-2-8 0,-2 0 10 0,-1 1 7 0,0-2 5 0,-3-2 0 16,2 0-11-16,-3-3 6 0,0 0 0 0,-2 1 3 0,-1-1 6 0,-2 0-7 15,-3-2-3-15,0-1 8 0,-3 0-7 0,-1-4 2 0,-2 0-4 16,-1-2-4-16,-3 1 2 0,-2-2 0 0,-2 2-5 0,-1-1-2 0,-3-2-1 16,-3 1-15-16,-4-1 11 0,-2 0-5 0,-4-1 3 0,-1 1 9 15,-4-1-9-15,-3 0 6 0,-3 0 1 0,-4 1-3 0,-3 0-2 0,-4-2 2 16,-6 0-4-16,-4-2 8 0,-5 1 4 0,-2 1-4 0,-6 1 1 0,-2 0 0 16,-5 2-21-16,-5 0 6 0,-3 2 5 0,-3-1 4 0,-4 2 18 15,-5 0-2-15,-3 1-6 0,-2 1-2 0,-3 2 3 0,0 2-5 0,1 1 2 16,-1 1 2-16,2 2-1 0,0 2 1 0,0 2 1 0,0 0-1 15,2 2-2-15,-2 3-2 0,-2 1-3 0,0 4 3 0,0 1 1 0,-1 4 6 16,1 2-2-16,-2 2-6 0,0 3-2 0,1 2-2 0,2 4-1 0,1 1 3 16,3 4-5-16,3 2 5 0,4 2 0 0,3 3 4 0,2 2 4 15,0 3-3-15,1 3 12 0,2 3-12 0,1 4-2 0,2 0-8 0,2 3 5 16,0 4 4-16,2 2-1 0,1 3 7 0,1 1-19 0,3 4 6 0,2 0 0 16,1 2 8-16,2 1 0 0,0-2-6 0,1 2 1 0,4-3-17 15,2-1 10-15,5-1 5 0,3-1 3 0,1 0 10 0,2-2-4 0,3 3 3 16,1-3 2-16,2-2 4 0,3-3 1 0,3-4-6 0,2-3 1 15,3-3-1-15,1 0-1 0,3-5-4 0,0 0-1 0,3-2 6 0,2-1 1 16,2-2 8-16,3 0-2 0,4 0-7 0,1-1-4 0,3 0-8 0,4-1-13 16,1 1-39-16,5 0-55 0,5-1-83 0,3 4-107 0,3 0-76 15,6 4-60-15,4 0-76 0,7 0 60 0</inkml:trace>
  <inkml:trace contextRef="#ctx0" brushRef="#br0" timeOffset="36746.91">10336 13626 137 0,'-1'-5'102'0,"-1"-1"-18"16,1-2-19-16,2 0-13 0,1-1-13 0,0 2-5 0,3-1-2 0,1-1 0 15,1 0-4-15,0-1-3 0,1 1 0 0,1 1-2 0,0 0-4 0,1 0 0 16,-2-1-4-16,3 0 1 0,0 0 3 0,2-1 1 0,1 0 0 16,-1-1-1-16,2 0 3 0,0 0 3 0,0 1 1 0,0 0 1 0,1 0 0 15,1 2-1-15,0-2-3 0,-1 1 1 0,0 0 0 0,1 0-2 0,0 1 9 16,1-1 2-16,0 3-5 0,2-2 2 0,0 1-5 0,3 1 4 15,-1-1-6-15,3 0 3 0,0 0 1 0,1-2-8 0,4 1 4 0,0 0-9 16,2-2 0-16,1 1 1 0,-1-1-4 0,1 1 0 0,2 0-2 16,0 1 1-16,0 0 4 0,2 1-9 0,-1 2 0 0,1 2 1 0,-2 0-3 15,0 3 15-15,1 1 0 0,-3 2 0 0,0 3 4 0,-1 1-1 0,0 3 5 16,-1 0 5-16,0 4 0 0,-2 2 3 0,0 0 1 0,-3 1-7 16,-1 3 2-16,0 1-6 0,-1 1 0 0,1 2 10 0,-1 1-1 0,1-1-5 15,-1 2-6-15,1 1-15 0,0 2-1 0,-1-1 1 0,1 1 0 0,0-2 3 16,0 1-6-16,0-1 0 0,-2-1-3 0,0-1-3 0,0-1-3 15,-2 0 4-15,0-2 1 0,-2 1 7 0,-2 1-4 0,-1-1-5 0,-1 1 4 16,-3 1-2-16,-5-1-4 0,-1 3 6 0,-5 0-2 0,-4 2 10 16,-4 0 6-16,-4 3-4 0,-4 0 2 0,-6 2-8 0,-1 0 1 0,-5 2-1 15,-3 1-2-15,-4 1 1 0,-2 0-1 0,-4-1 0 0,-1-1 3 0,1-3-4 16,-5-1 3-16,1-1 5 0,0-2-6 0,0-4-5 0,-1-3-6 16,0-4-4-16,-2-2 11 0,1-3 5 0,-1-1 6 0,1-5 8 0,1-3-4 15,1-4 9-15,-1-3 16 0,2-3 2 0,0-3 8 0,1-3-3 16,1-1 1-16,2-2 2 0,0-3-1 0,2-3 2 0,0 0-18 0,0-2-6 15,2 0-4-15,0 1-6 0,5-1 2 0,0 0-6 0,2 1-2 0,1-1 1 16,3 1-5-16,1 0-3 0,2-1-2 0,3 0-3 0,1-1-8 16,2 0 13-16,4 1-12 0,1 0-19 0,3 2-18 0,1-2-42 0,1-1-27 15,4 1-48-15,1-2-60 0,3-2-90 0,2 0-93 0,0-3-117 0,0 0-132 16</inkml:trace>
  <inkml:trace contextRef="#ctx0" brushRef="#br0" timeOffset="37196.91">11424 12877 914 0,'14'-4'121'0,"6"-2"-21"0,8-2-7 0,0 0 2 16,0-3-8-16,3-2-14 0,1-1-13 0,1 0-9 0,3 1-11 16,1-1-2-16,1-2-3 0,3-1-13 0,1 1 5 0,0-1-3 0,3 1 4 15,-1 2 2-15,1 0-6 0,1 0-6 0,2 1-9 0,-2 0-2 0,0 3 1 16,-2 3-3-16,-1-1-5 0,-1 2 1 0,-1 1-1 0,1 1-4 16,-2 2 1-16,-1 1-2 0,-1 1-2 0,-2 2 7 0,0 0 0 0,-2 1 0 15,-1 0-2-15,1 2 4 0,1 0-2 0,0 1 1 0,-2-1 3 0,1 2-1 16,-4 1 2-16,2 0 2 0,-2 1 2 0,1 1-3 0,-1-1-2 15,2 0-8-15,-3 0-1 0,1 2 6 0,-3 1 3 0,1 2 5 0,-4 0-1 16,0 2 0-16,-2 1 3 0,-2 1 3 0,-1 0 6 0,-1 2-9 16,-5 1 0-16,-1-1 7 0,-3 3 2 0,-3 2 9 0,-2 1 6 0,-3 2-1 15,-4 0 8-15,-2 2 2 0,-5 1 1 0,-2 0-2 0,-5 1-8 0,-5 3-5 16,-4-1-11-16,-4 3-7 0,-5 1-4 0,-2-1-10 0,-5 2-1 16,-3-4 11-16,-2 1 3 0,-1-1 6 0,-1-4 1 0,-2-1-13 0,-2-3 1 15,-1-2-4-15,0-2-1 0,2-5 3 0,0-3-9 0,1-2 0 0,-1-5-7 16,2-4-13-16,0-2-15 0,3-5-35 0,2-2-46 0,0-4-63 15,0-4-92-15,3-4-131 0,1-3-512 0</inkml:trace>
  <inkml:trace contextRef="#ctx0" brushRef="#br0" timeOffset="53731.03">25845 2875 1858 0,'-1'0'37'0,"1"2"-23"0,0 1 3 16,2 3 22-16,1 2 24 0,0-1 19 0,1 1 7 0,0 1-5 16,1 1-16-16,1 1-6 0,0 1 2 0,1-1 1 0,-1 3 2 0,2 1 1 15,0 1-7-15,0 0-5 0,1 2-6 0,0 1-8 0,0 2-10 0,0 1-7 16,1 5-4-16,0 2-6 0,1 3-8 0,0 2-9 0,0 2-1 16,-1 1-6-16,1 2 6 0,0 3 1 0,-1 0 2 0,1 0 0 0,0 3-3 15,0-2 1-15,2 1 4 0,-1-2-2 0,0-1 3 0,-1-3-10 16,-2-1 6-16,1-1 1 0,0-2-9 0,-1-3 6 0,0-3-1 0,-2-3-1 15,-1-2 10-15,-1-5 0 0,-1-2-3 0,0-2-4 0,-1-2-1 0,-1-3 0 16,-1-2-16-16,-1-2-32 0,-1-2-35 0,-1-3-60 0,0-1-48 16,-2-4-39-16,-1-3-50 0,-1-2-32 0,-2-6-35 0,0-2-16 0,-1-3 8 15,-1-4-77-15</inkml:trace>
  <inkml:trace contextRef="#ctx0" brushRef="#br0" timeOffset="53949.03">25909 3139 1380 0,'-11'-3'125'0,"2"0"-54"0,0-1 6 0,3 1-3 0,3 1-1 0,3 0-1 16,1-1-4-16,2 0-5 0,3-1-6 0,0-1-7 0,2 0 5 15,3-1 1-15,1 1-4 0,2 0 5 0,1 2 3 0,0 1-1 0,4-1 1 16,2 1 0-16,-1 0-5 0,2 1-6 0,0 0-5 0,-1 1-14 16,1 0-7-16,1 1-9 0,0-1-5 0,1 2 4 0,-1-1-11 0,1 0-1 15,-1 0 1-15,-1 0 0 0,-1-1-6 16,-1 1-1-16,-2 0-6 0,-1-1-14 0,-3 1 0 0,0 0-24 0,-2-1-21 0,-1 2-26 0,-1 0-32 15,-1 1-29-15,-2 0-24 0,-1 0-35 0,-1 1-28 0,-2 1-25 0,-1 1-30 16,0 1-33-16,-3 1-190 0</inkml:trace>
  <inkml:trace contextRef="#ctx0" brushRef="#br0" timeOffset="54115.04">26125 3511 1510 0,'7'2'182'0,"4"2"-170"0,5 2-2 0,2 1-4 0,0 0-1 16,1 0 0-16,1-1-1 0,0 0 2 0,0 0 1 0,1-1-4 0,-1 0-7 16,-3 1-21-16,0 0-51 0,-1 0-72 0,-4-1-69 0,2 0-51 15,-3-1-40-15,0 0-121 0</inkml:trace>
  <inkml:trace contextRef="#ctx0" brushRef="#br0" timeOffset="54415.04">26544 3527 850 0,'-2'2'182'0,"1"1"-127"16,0 2-4-16,2 3 4 0,0-1 8 0,1 1 3 0,1-1-4 0,1 0-7 16,2 2-8-16,0 0-5 0,2 1 0 0,1 1 2 0,1-1 4 15,2 0 1-15,2-1 0 0,0-1 4 0,3 0 3 0,0 0-1 0,0-1-4 16,0 0-4-16,2 0-9 0,0-1-1 0,0-2 1 0,2 0-3 0,0 0-2 16,-1-2-2-16,1-1-4 0,-1-1 0 0,-2-2 0 0,1 0 3 15,-2-2 3-15,-1-2 9 0,0-2 7 0,-2-1-5 0,-1-2-7 0,-1 1-5 16,-2-1-10-16,-1 0 2 0,-2 1 4 0,-1-2 2 0,-2 0 1 15,-1-1-5-15,-3 0 4 0,-1 1-10 0,-2-3-2 0,-2-1 2 0,-1-2-5 16,-2 2 0-16,-3-2 7 0,0 2-4 0,-2 0-11 0,-3-1 3 0,0 0-8 16,-1 1-1-16,-1 3 11 0,-1 0-3 0,2 2-1 0,-1 2 4 15,-1 3-9-15,1 3 4 0,2 2-5 0,0 3-6 0,1 3 1 0,0 2-5 16,2 3-4-16,0 2-9 0,0 0-4 0,2 2-20 0,1 2-13 0,2 0-20 16,2 1-25-16,2 0-22 0,2 1-16 0,2 0-23 0,3-1-29 15,1-2-33-15,2-1-24 0,1-4-25 0,3-2-13 0,3-4-15 0,1 0-188 16</inkml:trace>
  <inkml:trace contextRef="#ctx0" brushRef="#br0" timeOffset="54631.04">27149 2705 2100 0,'-9'2'28'0,"1"3"-24"0,-2 1 5 0,2 6 8 0,2 1 15 0,2 2 12 15,0 3 8-15,1 2 4 0,-1 4-11 0,1 3-3 0,0 5-7 16,1 1-2-16,0 2-5 0,1 0-11 0,1 1-2 0,1 0-7 0,2 0-4 16,1 2 1-16,2-2-14 0,1 2-9 0,0-2-2 0,3 0-12 15,0 1-5-15,1-3-20 0,0-1-37 0,2-3-67 0,-1 1-45 0,3-2-22 16,1 1-27-16,0-3 14 0,0-1 5 0,1-3-38 0,1-2-148 0</inkml:trace>
  <inkml:trace contextRef="#ctx0" brushRef="#br0" timeOffset="54965.04">27556 3218 1606 0,'-2'5'54'0,"-1"1"-46"0,-1 4 2 0,1 1 19 0,1 1 11 16,0 1 6-16,2 3-6 0,0 2-9 0,1 1-10 0,1 0-7 15,2 3 2-15,1-2-1 0,1 0 2 0,1 1 0 0,2-1-4 0,1-1 1 16,2 1-1-16,1-1 0 0,1-3-8 0,3-1-2 0,-1-1 4 0,3-2 3 15,1-3 4-15,0-1 7 0,0-1 5 0,0-2-3 0,-1-2 6 16,-2-2 2-16,1-2-4 0,-2-2 4 0,0-3 1 0,0 0 1 0,-2-3 1 16,1 0-6-16,-2-3-3 0,-2-2-5 0,-1 1-6 0,-1-1 2 15,-3-1-4-15,-1 0-1 0,-2-2 0 0,-2 2 0 0,-1-2 0 0,-2-1 1 16,-2 0-2-16,-3-1-1 0,-1-3-3 0,-3 0-6 0,-1 0 2 0,-3-1-5 16,-1 2 0-16,-1 0 14 0,1 1 0 0,-3 3 3 0,0 5 2 15,-1 0-11-15,-1 3-1 0,-1 4 3 0,0 2-4 0,-2 3 0 0,0 3 0 16,0 2-3-16,-1 2-6 0,2 3-2 0,-1 2-14 0,2 0-2 15,1 2-4-15,2 3-10 0,1 0 1 0,3 1-16 0,0 1-16 0,2 0-37 16,2-1-52-16,2 0-39 0,2-1-48 0,3-2-20 0,1-3-8 0,3-1-30 16,1-1-42-16,3-2-17 0</inkml:trace>
  <inkml:trace contextRef="#ctx0" brushRef="#br0" timeOffset="55165.04">27807 2592 1842 0,'-5'3'94'0,"0"2"-82"0,-1 5 11 16,0 2 11-16,2 3 28 0,1 2 4 0,0 0-2 0,0 5-18 0,0 2-13 15,0 3-6-15,1 3-5 0,1 0 1 0,0 4-2 0,1 1-3 16,0 1-1-16,1 2-5 0,0-1-4 0,1 0-6 0,0-1 1 0,0-1-9 16,1 3-10-16,2-3-8 0,-1 2-17 0,2-3-13 0,1-1-25 15,2 1-40-15,1-4-56 0,2 0-63 0,1-3-118 0,-1-1-32 0,2-1-42 16,1-2 8-16</inkml:trace>
  <inkml:trace contextRef="#ctx0" brushRef="#br0" timeOffset="55598.04">28465 3317 1634 0,'-2'-2'67'0,"-1"-1"-86"0,0-1 15 0,2-1 16 0,1-1 6 16,0-1 3-16,0 0-4 0,0-1-7 0,0 0-3 0,-1-1-2 0,0-1 7 15,-1 0 9-15,-1 0 15 0,2 1 11 0,-2 1 10 0,0 1 10 16,1 0-5-16,0 1 0 0,0 1 0 0,0 1-10 0,0 2-3 0,0 0-2 15,0 1-3-15,1 0-4 0,-1 2-5 0,0 0-7 0,0 1-6 16,0 2-3-16,0 1-5 0,1 1-8 0,-1 2 2 0,1 0-12 0,0 1-3 16,1 1 4-16,0 1-3 0,2 0 12 0,0 0-3 0,2-1 5 0,1 1-2 15,1 0-1-15,1 0 2 0,1-1 0 0,-1 0 1 0,2-2 0 16,0 2 0-16,-1 0-6 0,1 0 6 0,0 1-6 0,0-1-2 0,-1-2 1 16,1 1-4-16,0-1 3 0,-1-1 2 0,-2 1-4 0,0-2 4 0,-2 1-6 15,0-1 4-15,-1-1 0 0,-1 0-3 0,1 0 3 0,-1-1-3 16,-1 1-5-16,-1-2-2 0,0 0-4 0,0 1-8 0,0-1-3 0,0-1-8 15,0 1-8-15,-1-1-5 0,0 1-9 0,0-1-5 0,0 0-16 16,-1 0-15-16,0 0-19 0,-1-1-17 0,0 1-19 0,0-2-30 0,-2 1-34 16,0 1-38-16,0-2-31 0,-1 1-25 0,0-1-111 0</inkml:trace>
  <inkml:trace contextRef="#ctx0" brushRef="#br0" timeOffset="55883.04">28765 3384 1527 0,'1'3'54'16,"2"-1"-41"-16,0 2 23 0,1 0 24 0,1-1 23 0,0 0 9 0,2 0-10 16,0 0-19-16,1 0-18 0,-1 0-8 0,2-1-3 0,0 0-8 0,0-1 3 15,0 0-4-15,-1 0-3 0,1-1-4 0,1 0-8 0,0-1 2 16,1 0 2-16,0-1-1 0,0 0 4 0,0 1 1 0,-1 0 0 0,2-1 3 15,-1 0-1-15,0 0-5 0,0 0-4 0,0 0-3 0,-2 0-2 0,1-1-3 16,0 1-2-16,-1 0 4 0,1-1-7 0,0 0 2 0,-1 1-1 16,2-2-2-16,-1 0 1 0,0 0-2 0,-1 1-2 0,0-1-22 0,-2 0-16 15,2 0-16-15,-2 0-16 0,1 0-7 0,-1 0-14 0,0 0-14 16,1 0-24-16,-2 0-34 0,-1 0-30 0,-2 0-35 0,0 2-28 0,-1-2-20 16,-1 2-195-16</inkml:trace>
  <inkml:trace contextRef="#ctx0" brushRef="#br0" timeOffset="56149.04">29006 3487 892 0,'0'2'369'0,"1"2"-334"16,0 1 11-16,1 0 27 0,0 0 23 0,0-1 13 0,0 1-17 0,1 0-20 15,0 0-14-15,-1 1-9 0,2 0 0 0,-2 0 0 0,2 0-7 16,-1-1-4-16,0-1-11 0,1-1-11 0,1 1-3 0,0-1-3 0,0-1 1 15,2 0 2-15,1-1 0 0,1 0 5 0,0-1-3 0,1-1-1 0,-1 0 4 16,0-1-8-16,2 0 5 0,0 0-4 0,0-1-1 0,0 0-2 16,-1 0-5-16,-1-1 3 0,-1 2-5 0,1-2 5 0,-1 0-3 0,0 0 0 15,0-1-3-15,-1 1-1 0,-2 1-11 0,0 1-8 0,-1-1-17 0,-1 1-16 16,1 0-15-16,-1 1-26 0,0-1-23 0,-2 1-46 0,0-1-49 16,0 1-63-16,-2-1-59 0,1 2-26 0,-2-2-89 0</inkml:trace>
  <inkml:trace contextRef="#ctx0" brushRef="#br0" timeOffset="56765.04">28953 3363 667 0,'-2'1'17'0,"-1"2"-19"0,-1 1 1 0,1-1 4 16,1 0 1-16,0 0-4 0,0 0-11 0,0-1-7 0,-1 1-5 0,0-1 7 15,-1 0 7-15,-1 0 9 0,1 0 11 0,0-1 8 0,-1 1 14 0,2-1 15 16,0 0 14-16,0 0 6 0,0 0 5 0,0-1 2 0,1 1-2 16,0 0 7-16,-1-1 2 0,2 1 6 0,-1 0 1 0,0 0-9 0,1 0-11 15,1 0-14-15,0 0-13 0,0 0-2 0,0 0-4 0,0 0 1 0,0 0 4 16,2 0 3-16,-1 0 4 0,2 0 1 0,-1 1-2 0,0-1 1 16,1 1-3-16,1 0 5 0,1 0-4 0,1 0-1 0,0 0-5 0,2 1-10 15,-1-1-4-15,0 0-4 0,0 0-6 0,1 0-4 0,0 0 1 16,2-1-10-16,0 0 2 0,-1 0-2 0,1 0 0 0,-2 0-1 0,1 0 1 15,0-1-2-15,0 1 2 0,-2-1 2 0,1 1-3 0,-1 0-1 0,0-1-2 16,0 0-1-16,0 0 1 0,0 0 1 0,0 0-5 0,-1-1-3 16,0 1-4-16,-1 0-14 0,1 0-15 0,0 0-19 0,-2 0-15 0,1 0-15 15,0 0-8-15,-2 1-4 0,1-1-15 0,-1 1-20 0,-1-1-29 0,0 1-28 16,-2-1-31-16,0 1-28 0,-2-1-26 0,0 1-135 0</inkml:trace>
  <inkml:trace contextRef="#ctx0" brushRef="#br0" timeOffset="56982.04">28876 3595 1070 0,'0'3'121'0,"2"1"-90"0,1 1 22 16,3 0 27-16,-1-1 17 0,3 0 4 0,1-1-24 0,0 0-26 0,1 0-12 15,-1 0-12-15,2-2-2 0,-1 2-1 0,2-1-6 0,0 0 1 16,0 0-3-16,-2-1-5 0,1 1 2 0,-1-1-2 0,0 1-6 0,-1 0 2 15,0-1-1-15,-1 0-4 0,0 1 3 0,0-1-4 0,-1 0-8 0,-1-1-24 16,-1-1-25-16,0 0-33 0,-1 0-36 0,1 0-24 0,-1-2-35 16,0 0-36-16,0 0-62 0,1-2-257 0</inkml:trace>
  <inkml:trace contextRef="#ctx0" brushRef="#br0" timeOffset="57848.06">29975 3098 640 0,'-2'-2'352'0,"-1"-1"-326"0,-1 0 2 0,0 0 26 0,-1 1 25 0,1 0 24 15,-2 0 0-15,0-1-12 0,-1 1-11 0,-1 0-2 0,0 0-3 0,-1 0 4 16,-2 1-7-16,0 0-7 0,0-1-1 0,-2 1-8 0,2 1-6 16,-2-1-2-16,0 2-2 0,1 0-7 0,-1-1 0 0,2 1-3 0,-1 0-5 15,1 1-2-15,2 0-5 0,0 1-2 0,3-1-5 0,0 1 1 16,1-1-1-16,2 1 0 0,1 1 8 0,1 1 0 0,1 0 4 0,0 1 6 15,1-1-2-15,2 3 1 0,-2 0-3 0,3 1-2 0,0 0 4 0,1 1-2 16,2 2-5-16,0 0 2 0,0 1-4 0,2 0 3 0,1-1-12 16,0 2 0-16,1 0-3 0,0 0 3 0,1 0 10 0,0 1-2 0,0 0-1 15,1 0-10-15,1 0 2 0,1-1-2 0,-1 1 0 0,0 0-2 0,2-2-3 16,-1 0 0-16,1 0-2 0,-2 0 1 0,-1 0-3 0,1-2 2 16,-1 2 2-16,-1-1-3 0,-1 1-1 0,-1 0-1 0,0-2-2 0,-1 2 2 15,-1-1-2-15,-1-1 5 0,-1 0 4 0,-3-2-2 0,0-1 0 16,-1-1-2-16,-2-1-5 0,0 0 0 0,-2-2 0 0,-1 0-2 0,-1-1-1 15,-2 0 1-15,-2-1 0 0,-3 0-5 0,-1-1-1 0,-2-1-1 0,0 0-3 16,-1-1 1-16,-1 0 6 0,-2-1-2 0,1-1 5 0,-3 0 4 16,1-1-2-16,1 1 3 0,0-1-4 0,0-1-1 0,-1 0 2 0,0-1-4 15,1-1 3-15,-1 1-3 0,2-2-1 0,0-1 0 0,0 0-2 0,2-2 3 16,4 1-1-16,1 1 2 0,2-1 1 0,3 0 0 0,1 0-1 16,2 0-2-16,3 0 0 0,1 0 1 0,3 1 4 0,1-1-2 0,2 2 4 15,1 0-4-15,2 0 1 0,2 0 1 0,2 0-2 0,2 1 2 16,0-2 3-16,1 1-1 0,2-1-2 0,-1 0 4 0,0 0 1 0,1 1-4 15,0 0 8-15,-1 0 0 0,2-1-1 0,1 0 10 0,-2 0-8 0,1-1-1 16,1 0 1-16,-4 0-4 0,2 0 1 0,-2-1 14 0,-3 1 3 16,1 0 1-16,-3-1-2 0,-3 1-5 0,-1-2-8 0,-5-1 3 0,-1 1 5 15,-2 0-4-15,-3 1 0 0,-1-1 6 0,-3-1-2 0,-3 1-5 0,-2 1 7 16,-2 0-11-16,-2 1 2 0,0 0 0 0,-3 2-2 0,-1 1 7 16,1 1-5-16,-2 1-3 0,1 1-5 0,-1 2-6 0,1 0 3 0,-1 2-2 15,1 1-4-15,3 2 1 0,-2 1-8 0,2 3 2 0,1 0-3 16,-1 3-7-16,1 1 2 0,0 2-12 0,1-1-12 0,1 2-14 0,0 0-21 15,2 2-16-15,2-2-26 0,1 1-19 0,3 0-24 0,2 0-17 0,1-2-22 16,2 0-9-16,2-1-14 0,0-1-15 0,4 0-6 0,2-1 0 16,3-2-12-16,2-1-9 0,3-1-158 0</inkml:trace>
  <inkml:trace contextRef="#ctx0" brushRef="#br0" timeOffset="58198.06">30626 3110 958 0,'-3'-3'289'0,"-2"2"-231"0,0 0 24 15,-1 0 28-15,-1 2 10 0,-1 0-3 0,0 2-18 0,2 1-19 0,-3 1-13 16,1 1-2-16,0 2-4 0,-2 1 8 0,2 0-3 16,0 4-1-16,1 1-7 0,-1 2-18 0,1 1-11 0,-1 2-12 0,1 1 0 0,2 1 2 15,1 1 4-15,3 0-2 0,0-3-7 0,2 1 3 0,1-1-1 0,2-2 3 16,4-3 1-16,0-1-1 0,2-1 0 0,0-2 7 0,-1-1-7 15,3-2 6-15,0-1 11 0,1-1 2 0,1-1 11 0,-1-3 5 0,1-2-10 16,0-1 4-16,-1-3-2 0,0-1-3 0,1-1-4 0,0-1-8 0,0-2-5 16,-1 1-6-16,-1-2-2 0,-1 0-2 0,-1 0 8 0,-2 0 0 15,-1-1-3-15,-3-1 1 0,-1-1-13 0,-2 1 2 0,0-2-4 0,-3 0-2 16,-1-1-19-16,0 0 7 0,-3-2-6 0,-1 1 6 0,-1 0 19 16,-3 2-17-16,2-1 5 0,-1 1-9 0,-1 2-14 0,0 2-2 0,-1 1-9 15,0 2-11-15,0 2-7 0,-2 2-13 0,0 2-19 0,-1 1-28 0,0 2-30 16,0 1-38-16,-1 1-28 0,2 1-28 0,1 0-33 0,2 1-34 15,0 0-30-15,2 0-36 0,2 0-230 0</inkml:trace>
  <inkml:trace contextRef="#ctx0" brushRef="#br0" timeOffset="58465.06">31347 3039 1566 0,'-2'3'223'0,"-2"1"-172"0,0 2 33 15,-1 0 31-15,0 1 20 0,0 0-3 0,1 1-37 0,0-1-19 0,-2 1-18 16,-1 3-5-16,-1 0 0 0,-2 1-6 0,0 1-6 0,-1-1-12 16,0 2-8-16,0 0-17 0,-1-1-11 0,2-1 1 0,2 1-4 0,-1 0 5 15,2 0 11-15,-1-1-1 0,0-3-3 0,2 1-2 0,1-2-8 0,1-1-2 16,1-1 3-16,1-1-3 0,0-1 4 0,1-2-4 0,0-2-8 15,0-2-12-15,0-1-20 0,1-2-23 0,-1-2-29 0,1-3-23 0,0-2-27 16,0-2-28-16,1-3-25 0,-2-1-23 0,1 0-34 0,-2-3-44 16,0-2-32-16,0-1-148 0</inkml:trace>
  <inkml:trace contextRef="#ctx0" brushRef="#br0" timeOffset="58649.06">30930 2853 673 0,'8'8'21'16,"0"-2"-23"-16,2 2 0 0,-1-4 4 0,-2-3-7 0,1-1-22 0,-2-2-36 16,-1-1-38-16,-1-2-21 0,-1-2 4 0,-2 0-93 0</inkml:trace>
  <inkml:trace contextRef="#ctx0" brushRef="#br0" timeOffset="59148.06">31243 3334 1044 0,'1'7'117'0,"2"3"-114"16,0 3 12-16,1-1 12 0,-1 0 17 0,2-2 11 0,1 2-3 0,-1 0-3 16,1 1-4-16,1-1 7 0,-2-1 9 0,1 1 10 0,0 0 8 15,1-1 1-15,-1 0-1 0,1-1-1 0,0-1 2 0,-1-1 1 0,1 0 6 16,0-2 0-16,0 0-2 0,0-2-6 0,0-1-1 0,-1-1-3 0,1 0-6 16,1-1-4-16,-1-1-8 0,1-1-2 0,-1 0-6 0,0-1-5 15,0-1 10-15,0 0-2 0,-2 0 5 0,1-1-3 0,1-2-8 0,-1-2-2 16,0 0-3-16,0-2 8 0,-3 1-4 0,0-2 1 0,1 0-9 0,-1 1-2 15,0 0-4-15,-3 1 1 0,-1 0 3 0,-2-2-10 0,0 1-10 16,-2 0-6-16,-2 0-3 0,-1 1 0 0,-1 0-3 0,0-1-18 0,-1 0-9 16,0 0-14-16,-1-1-12 0,-2 1-7 0,1 2-17 15,-1-2-15-15,1 1-12 0,1 1-22 0,-2 0-11 0,3 0-14 0,0 1-25 0,1 0-12 16,1 1-16-16,0-1-26 0,1 0-27 0,3 0-22 0,0 0-17 16,2 0-30-16,0-1-60 0,2-1-14 0</inkml:trace>
  <inkml:trace contextRef="#ctx0" brushRef="#br0" timeOffset="60532.21">27395 896 1023 0,'3'-2'115'16,"0"1"-48"-16,0-1 24 0,1 0 17 0,0 0 17 0,0 0 5 15,2 1-16-15,0-1-16 0,0 0-23 0,1 1-11 0,0 0-5 0,0 0 0 16,1 1 2-16,0 0-4 0,-2 1 4 0,1 0-7 0,0 2-2 0,-1 0-7 15,0-1 2-15,0 2-6 0,-1 0-2 0,0 0 9 0,1 1-12 16,-1-1 4-16,-1 0-9 0,1-1-13 0,0 0 0 0,1 0-6 0,-1-1 3 16,0 0 4-16,1-1-2 0,-1-1-5 0,0 0-2 0,-1-1 0 0,0-1-12 15,0-1 16-15,-2 0-11 0,-1-1-6 0,-1-1 24 0,-1 0-21 16,-2-2 9-16,-2 1 1 0,-1 0-12 0,-2-2 12 0,-1 1 2 0,-3 0 7 16,0 0 3-16,-2 2-5 0,-1 0 12 0,-3 1-6 0,1 1-8 15,-2 2 22-15,-2 2-18 0,1 2 6 0,-2 3-3 0,0 1-4 0,0 4 0 16,0 3-4-16,0 1 2 0,1 4-4 0,0 3-1 0,2 1-6 15,1 3-5-15,2 0 2 0,1 3-13 0,3 2-26 0,-6 29 3 0,9-3-8 16,8-3 20-16,10-6 27 0,7-7 0 0,7-5 2 0,6-7 2 0,1-7-9 16,2-2 2-16,4-1 5 0,1-1-2 0,2-1 4 0,-1-3 3 15,1-1 2-15,0-1-9 0,-1-2 2 0,-1-2-5 0,-2-2-4 0,-1-3 4 16,-3-1-7-16,-3-2-11 0,-1-2-16 0,-3 1-13 0,-4-4-31 0,-1-1-22 16,-2-1-49-16,-3-1-32 0,-2 0-21 0,0-1-28 0,-1-1-24 15,-2 0-52-15,-1-1-84 0,-2-2-129 0,-1 0-42 0</inkml:trace>
  <inkml:trace contextRef="#ctx0" brushRef="#br0" timeOffset="60748.21">28126 319 1950 0,'-1'1'227'0,"0"2"-140"15,0 0-42-15,-1 3 35 0,0-1 25 0,0 4 23 0,0 1-7 16,0 2-23-16,-1 3-4 0,0 1-87 0,0 5 3 0,0 2-15 0,-1 3-66 15,0 4 64-15,0 3-6 0,1 4-2 0,0 1 36 0,-1 1-7 16,1 4-9-16,0-1 0 0,0 1 0 0,1 3 5 0,1-1-10 0,0 1-3 16,1 0-38-16,1 4-28 0,2 38-7 0,3-8-22 0,1-9-2 0,3-8-7 15,1-7-36-15,0-8-24 0,1-7-36 0,-2-7-38 0,-1-4-6 16,1-2-10-16,0-2-34 0,0-2-190 0</inkml:trace>
  <inkml:trace contextRef="#ctx0" brushRef="#br0" timeOffset="61865.72">28467 1077 1156 0,'2'-3'126'0,"0"0"11"0,0 1-17 0,-1 0-14 0,1 0-13 16,1 0-17-16,-1 1 8 0,0 0 0 0,0 1-10 0,0 2 3 0,0 1-7 15,0 1-8-15,-1 2 4 0,1 2-5 0,-1 3-10 0,0 3-22 16,-2 17-15-16,1 5-14 0,-1 2 3 0,0 2 13 0,1 0 1 0,2-3 0 16,1-3-9-16,1-6 3 0,1-2 4 0,1-3 5 0,3 0 9 15,1-3 1-15,1-3 9 0,1 0 3 0,1-3 9 0,-2-2 1 0,2-2-5 16,0-3-4-16,-1-2-4 0,-1-2 1 0,-1-2-3 0,1-3-5 0,-1-2-8 15,-1-2-7-15,0 0 1 0,-2-4-1 0,1 0-6 0,-3-3-4 16,1 0-5-16,-2 0-1 0,0-2 1 0,-2-2 0 0,-2-1-4 0,-1-1 2 16,-1-1 2-16,-1-2 0 0,0 11 5 0,0-2 19 0,-1-1-4 0,0-1 1 15,0-1-7-15,-3 0-23 0,1 0-1 0,-2-1-4 0,0 2 10 16,-1-1-12-16,-1 2-4 0,-1 0 9 0,-1 2-10 0,-1 1 5 0,-1 3 9 16,-2-1-8-16,2 4 6 0,-2 3 6 0,0 2-1 0,0 3-7 0,1 3-21 15,0 2-10-15,-13 12-1 0,5 4 2 0,3 2 17 0,6-2 5 16,5 1 3-16,7-5-1 0,3-1 3 0,3-5 5 0,2-2-1 0,3 0 8 15,1-3 0-15,2 0 2 0,2-2 4 0,0-1 3 0,4-1-3 0,1-2 3 16,1-1-4-16,2-2 7 0,1 0 1 0,1 0-1 0,1 0 2 16,1-1-12-16,0 1 3 0,1 1-2 0,-1 0 2 0,0 1 2 0,0 0-3 15,0 1 1-15,-1 0-4 0,0 0 6 0,0 0-5 0,-2 0-4 16,1-1-1-16,-1-2 3 0,-1 2 2 0,1-2-1 0,-2 0 3 0,1-2-6 16,-1 1 0-16,-1-3 4 0,1 0 1 0,-1-2-1 0,0-1 3 0,0-1-1 15,0-2-1-15,-2 0 2 0,1-1 4 0,-1-1 0 0,-1-1-6 16,-2-1 4-16,-8 6 29 0,0-1 1 0,-1 1 3 0,0-3-4 0,0 0-31 15,-1-2 8-15,-1 0-15 0,0-1 12 0,-1 0-8 0,-1-2 2 0,-2 1 12 16,1 0-4-16,-1-1 13 0,-1 0-8 0,0 2 1 0,-1 0-4 16,-2 0-7-16,0 1 4 0,-2 3-4 0,0 1 4 0,-2 2 6 0,0 1-8 15,-1 4 4-15,-1 0-12 0,1 2 1 0,-2 2 6 0,1 1-14 16,-1 3 10-16,0 1-1 0,1 2-6 0,2 1 8 0,-1 1-5 0,1 1-5 16,2 0-6-16,1 2-13 0,1 1-1 0,0 13-4 0,5 1 3 0,5-1 23 15,3-4 1-15,3-2 4 0,1-3 1 0,0-1 5 0,1-3-3 16,-1-1-1-16,1-2-4 0,-2 1-2 0,2 0 7 0,-2-1 1 0,1 0 3 15,-1-1-2-15,-2 0-11 0,1 0 4 0,-1 0-3 0,0 0 4 0,-1 0 7 16,-1 0-14-16,-1-1 3 0,-2 1 1 0,0-1 0 0,-1 0 6 16,-1-2-3-16,-2-1-2 0,-1 1 2 0,-2-2 3 0,-2 0-8 0,-1-1 3 15,-2-1-10-15,-2 0-2 0,-1 0 1 0,-1-2-5 0,-2 0-2 16,-1-2-12-16,0 0 3 0,-2-1 0 0,0 0 5 0,-1-2 5 0,-1 0-3 16,0 0 7-16,0-1 4 0,1 0 1 0,0-1 9 0,1 0 0 15,1 1 0-15,3-1-5 0,0 1-6 0,3 0 1 0,1 0-6 0,2-1 6 16,2 1-4-16,2-1-1 0,3-1 4 0,2 0-9 0,2-1 8 0,3-1 5 15,2 0-5-15,2 0 5 0,2-2 2 0,4 0-1 0,1 0 6 16,2-1-4-16,1-1 4 0,2 1 0 0,0-3-7 0,1-1 14 0,0 0-10 16,-2 0 10-16,1-1-1 0,-13 7 10 0,1 0 19 0,0 0 5 0,1-1 3 15,-1 1-26-15,0-2-8 0,-2 1 3 0,2 0-8 0,-2 0 19 16,0 0-15-16,-2 1 3 0,1-1 10 0,-3 1 2 0,0-1-4 0,-2 1-4 16,1 0 11-16,-3 1-4 0,-2 2 5 0,-1 0-7 0,-2 1-11 15,-2 1-2-15,0 1 4 0,-1 0-4 0,-1 2-7 0,-2 1-2 0,0 1-7 16,-1 1 5-16,0 1 10 0,0 1-8 0,1 2 6 0,-2 0 1 0,2 0-7 15,-1 2-27-15,2 1-3 0,-6 10-4 0,5 2 6 0,3-1 25 16,3 0 3-16,3-1 0 0,4-2 0 0,2 1 6 0,0-4 3 0,2 1-5 16,1-2 1-16,2 1-1 0,0 0-6 0,1-1 8 0,0-1-8 15,2 0 4-15,-1-1 6 0,2 1-8 0,-1-1 7 0,-1-1-6 0,2-2 2 16,-2 2 5-16,1-1-6 0,-3-1 5 0,1 0-1 0,-2 0-8 0,0-2 9 16,-1 0-8-16,-2 0-1 0,-1 0 10 0,-1-2-6 0,-2 0 0 15,1 0 3-15,-1-1-3 0,-1-1 0 0,-1 0 2 0,0 0-7 0,0-1 6 16,-1 0-1-16,1 0 2 0,-1-1 2 0,-1 1-3 0,0 0-1 15,0 0 2-15,-1 0 0 0,1 1-7 0,-2 0 1 0,0 0 1 0,-1 1-5 16,0 0 0-16,-1 0 0 0,-1 0-9 0,0 0-1 0,-1 0 2 0,-1 0-14 16,1 1 0-16,-2-1-13 0,1 0-7 0,0-1 2 0,0 0-3 15,0 0 2-15,0-1 0 0,1 0 3 0,1 0 8 0,0-1 3 0,1 1 9 16,1-1 1-16,2-1-1 0,-1 0 3 0,2 0-1 0,0-1 7 0,1 0 4 16,0-1 7-16,2 0 3 0,-1 0 0 0,1 0-4 0,0 0 1 15,1-1 9-15,-1 2-1 0,1-1-6 0,0-1-3 0,1 1-20 0,-1 0-7 16,2 0-7-16,-1 1 0 0,1 0 6 0,0 0 2 0,0 0 0 0,1 1-2 15,-1 0 3-15,1 1 7 0,-2 1 0 0,2-1 6 0,-1 1-4 16,0 0-9-16,0 0-2 0,0 1-8 0,0 0-5 0,0 0-9 0,-1 0-19 16,0 0-29-16,0 0-36 0,0 0-31 0,-1-1-35 0,-1 1-20 0,1-2-37 15,-1 1-213-15</inkml:trace>
  <inkml:trace contextRef="#ctx0" brushRef="#br0" timeOffset="62082.72">29738 1311 1492 0,'0'2'35'0,"-1"0"-9"16,-1 2 22-16,1 1 26 0,-1 1 27 0,0 1-6 0,1 2-18 0,-1 2-15 16,0 1-16-16,1 0-2 0,-2 3-11 0,1 1-4 0,0 1-14 0,0-1-2 15,0 2-1-15,0-1-1 0,0-1 0 0,1 0-5 0,0-1-3 16,1-1-5-16,1-1-1 0,0-2-1 0,1-1-12 0,-1-1-14 0,1 0-25 15,0-3-43-15,1-1-33 0,-2-1-43 0,1-2-41 0,-1-1-49 0,0-3-57 16,0-2-32-16,-1-3-91 0</inkml:trace>
  <inkml:trace contextRef="#ctx0" brushRef="#br0" timeOffset="62232.72">29799 1055 969 0,'-1'-6'568'0,"0"0"-498"15,0 1 19-15,0-2 12 0,0 1 2 0,-1-1-20 0,1 0-20 16,0 1-19-16,-1-1-14 0,0 0-11 0,1 1-17 0,-1 0 2 0,0 0-7 15,1 1-3-15,-1 2-2 0,1 2-17 0,1 2-6 0,0 1-23 0,0 1-9 16,1 2-28-16,1 0-25 0,0 1-25 0,1 1-29 0,0 0 3 16,0 0 2-16,0 1 16 0,2 1 2 0,0-1-3 0,1 1-18 0,1 0-160 15</inkml:trace>
  <inkml:trace contextRef="#ctx0" brushRef="#br0" timeOffset="62665.72">30225 847 940 0,'1'-5'91'0,"0"0"24"0,0-2 39 0,0 1 17 16,0-2-4-16,0-1-32 0,0 0-20 0,0 0-9 0,0-1-15 16,-1 1 10-16,1 0-2 0,-2 0-15 0,1 1 5 0,-1 0-12 0,-1 2-9 15,-2 3-1-15,0 2-7 0,-1 4-11 0,-1 3-4 0,-2 3 0 0,-1 3-10 16,-2 3 6-16,-1 4-12 0,-1 3-10 0,-1 2 0 0,-2 5-14 16,-1 1 8-16,0 5-42 0,-22 39 12 0,3 3-2 0,0 1-8 0,5-1 29 15,2-4-21-15,6-4 1 0,5-6-11 0,7-8 2 0,4-3 1 16,2-4-6-16,4-1-30 0,4-3-5 0,2-1 10 0,3-5 8 0,2-3 26 15,2-3 9-15,1-3-4 0,12 18-3 0,-1-14 15 0,-3-10-2 0,-3-9 2 16,-2-7 1-16,-1-3 2 0,-1-3 2 0,2-4 1 0,-1-2 0 16,0-3-8-16,-8 2-4 0,2-2-4 0,0-1-11 0,2-3 12 0,-1-1 4 15,2-1-7-15,-2-3 6 0,1-3-9 0,-1 0-2 0,-2-2 4 0,-2-1 7 16,-1 0 7-16,-3-1-1 0,-1-1 6 0,-1 1-1 0,-2-2-1 16,-2 1 5-16,0-2 2 0,-1 3 2 0,0 0 7 0,-1 1-1 0,0 4 10 15,0 0-8-15,1 3 0 0,1 2-5 0,-1 3-5 0,1 1-10 16,1 3 2-16,0 0-3 0,2 1 2 0,0 1 11 0,2 1-5 0,1 1 2 15,2 1-1-15,1-1 2 0,1 1-5 0,1 0 6 0,2 1-3 0,2 0-2 16,0 0 4-16,0 1-3 0,1 0 5 0,-1 0-1 0,1 0-3 16,0 1-3-16,0 1 2 0,0-1 1 0,0 0-3 0,0 1 0 15,2 0-3-15,-1 0 3 0,0 0 1 0,0-1-1 0,0 0-3 0,1 1 2 0,1-1-4 16,-2 0 4-16,1 0-5 0,0 0 0 0,0 1-5 0,-2 0-13 16,-1 0-18-16,-1 0-34 0,-1 2-33 0,-2-2-38 0,-1 1-52 0,-3 1-51 15,-1-1-69-15,-1 0-96 0,-3 1-155 0</inkml:trace>
  <inkml:trace contextRef="#ctx0" brushRef="#br0" timeOffset="62798.72">30407 1210 1353 0,'0'-3'-4'0,"0"0"11"0,0 0 16 0,1 0 12 0,-1-1 3 16,0 1-15-16,1 0-13 0,0 0-14 0,0 0 4 0,1 0-4 0,-1 0-9 15,1 0-25-15,0 1-34 0,1 0-43 0,0 1-39 0,0 2-14 16,0 0-25-16,1 1-15 0,0 1-53 0,1 0 36 0</inkml:trace>
  <inkml:trace contextRef="#ctx0" brushRef="#br0" timeOffset="63448.72">30938 1174 683 0,'-1'1'52'0,"0"-1"20"0,-1 0 22 0,-1 1 12 0,0-1-11 16,-1 1-25-16,0 0-11 0,-2 1 2 0,-1 0 4 0,0 0 3 15,-1 2-7-15,0-1-35 0,-12 5-2 0,0 3-6 0,0 1 1 0,-1 2 24 16,2 1-2-16,2 0-4 0,2 1-1 0,2 0 1 0,1-1-4 16,2 2-4-16,1-1-2 0,4-1-4 0,0-1 5 0,1 1 6 0,3-2 1 15,2-1-4-15,2 0-14 0,2-2-6 0,0 0-1 0,3-1 0 0,2 0-2 16,1-1 1-16,1-1-1 0,1 0 5 0,0-2 0 0,1-1-4 16,1-3-7-16,0 1-2 0,-1-1 2 0,1-2 5 0,0-1 3 0,0 0-4 15,-1-2 1-15,2 0 2 0,-1-1-2 0,-1-1-1 0,0 1-2 0,0 0 1 16,0-1-7-16,-1 1 5 0,0-1-4 0,-1 1 1 0,0 1 3 15,0 0-2-15,-1 1 4 0,0 0-4 0,-1 1 3 0,0 1 2 0,0 0-1 16,-1 1 3-16,1 0 0 0,-2 0 5 0,0 1-4 0,-1 0 0 0,1 0 3 16,-2 1-9-16,0 0 7 0,0 0 1 0,-1-2-4 0,0 2 1 15,0 0-5-15,0-1 1 0,0 0-2 0,0 0 4 0,-1-1-8 0,1 0-1 16,0-1 12-16,0-1 0 0,1 0 5 0,-1 0 2 0,0-2-6 16,0 0 3-16,0-1 1 0,-1-1-5 0,0 0 8 0,-1 0-6 0,-2-1 1 15,0 1 1-15,-1-3-1 0,0 1 4 0,-1 1-2 0,-2-1-5 0,-1-1-3 16,-1 1 2-16,-1 1-6 0,0-1-2 0,-2 3 0 0,-1 0-11 15,0 1 3-15,0 1 6 0,-1 1-10 0,-1 1 3 0,-1 2-1 0,0 0-4 16,1 1 5-16,-1 0-2 0,1 2-6 0,0 0-1 0,1 0-11 0,1 2-9 16,2-1-10-16,4 1-21 0,0 0-10 0,2 0-5 0,2 0 5 15,3 0 23-15,0 0 16 0,5-3 14 0,1 1 9 0,1 0 1 0,2-2 3 16,2-1 2-16,0 0 4 0,2-2-1 0,1 0 0 0,-1-1 2 16,1-1-10-16,1-1-2 0,-1 0-7 0,1-2-5 0,0-1 4 0,1 1-9 15,-2-1-3-15,2 0-6 0,0 0-2 0,-1 0-4 0,0 0-4 0,0 1 6 16,-1-1-4-16,1-1 14 0,-1 0 9 0,-1-1 6 0,0-1 9 15,0 1 13-15,-9 4 15 0,1 0 3 0,-1-1 7 0,0-1-1 0,0 0-7 16,0-2 8-16,0 1 7 0,0-2 8 0,-1 0 14 0,0-1 4 0,-1 0 4 16,-1-2 0-16,0 1-3 0,0-2 1 0,-1 1 0 0,1-1-3 15,-2 0 1-15,-1 0-3 0,-1 1 1 0,0 1-5 0,-1 1-8 0,0 1-9 16,-1 1-15-16,-1 2 3 0,-1 1-8 0,1 3-6 0,-2 1 6 16,0 2-11-16,-1 2 4 0,0 2-3 0,0 3-12 0,-1 3 4 0,-1 2-6 15,1 3-16-15,-9 19-2 0,1 4-11 0,1 4-1 0,1 2 9 0,2 0-6 16,2 0-8-16,2-5-26 0,1-3-25 0,3-2-32 0,0-1-25 15,1 0-9-15,1-4-63 0,1 1-127 0,1-3 65 0,0-1 89 0,1-2 55 16,-1-3 46-16</inkml:trace>
  <inkml:trace contextRef="#ctx0" brushRef="#br0" timeOffset="63649.3">31512 1701 60 0,'-4'-1'81'0,"1"-1"29"0,-2-1-25 0,2-2-44 15,-4 0-21-15,0-1 7 0,0-3 12 0,1-1 16 0,-1-2 7 0,0 0 2 16,0-1 4-16,1 0 5 0,1-2 6 0,0 0 1 0,1-1 0 0,0 1-6 16,1-1 3-16,1-1-4 0,0 0 1 0,1 2 3 0,1-1-5 15,1 1 7-15,2 2-3 0,0 2-11 0,3 0-4 0,0 2-16 0,1 2-6 16,2 1-4-16,1 0-7 0,2 2 3 0,-1 1 3 0,2 0-2 15,-1 2-2-15,1 1-10 0,1 1-3 0,-1 1 2 0,0 0-8 0,0 2 15 16,1 1-7-16,-1 0-2 0,-1 1-2 0,-1 1-2 0,2 0-3 16,-2 0-4-16,0 0 4 0,-1 0-1 0,-1 1-2 0,-1 1 2 0,1-1-2 15,-1 0-5-15,-1 1 2 0,-1-2 1 0,0 0-1 0,0-1-5 0,0 0-8 16,-1-1-12-16,-2-1-36 0,1 0-18 0,-1-2-28 0,1 0-30 16,-1-2-26-16,-1 0-42 0,1-2-43 0,0-1-27 0,-1-1-13 0,1-1 12 15,0 0-70-15</inkml:trace>
  <inkml:trace contextRef="#ctx0" brushRef="#br0" timeOffset="64315.3">31844 1327 128 0,'0'-5'47'0,"0"0"7"0,-1 0 24 0,1-2 18 16,-1 0 1-16,0 0-1 0,0 0 2 0,-1 2 1 0,-1 1-4 15,0 1-12-15,0 1-5 0,0 1-12 0,-1 0 2 0,-1 1-11 0,1 2-14 16,1-1-9-16,-2 1-14 0,2 1-12 0,0 0-4 0,-1 1-4 16,1 0-3-16,-1 1-5 0,1 1-7 0,-1-1-2 0,2 1-4 0,-1 0-4 15,2 1 1-15,-2-1-7 0,2 2-4 0,0-1-5 0,1 1-5 0,0 1-11 16,1 0-9-16,1-1 0 0,0 1 7 0,2-1 9 0,1 1 15 15,1-1 6-15,1-1 2 0,0-1 7 0,3-1 3 0,1 0 4 0,0-2 2 16,1 0 5-16,1 0 3 0,0-1 6 0,1 0 4 0,0-1 5 0,0 0 7 16,1-1 16-16,-1 0 10 0,2 0 12 0,-1 0 12 0,-1-1 2 15,1 1 2-15,-1 0 4 0,-1 1-4 0,-1 1 5 0,0-1-2 0,-1 1 2 16,0 1-10-16,-1 1-12 0,0-1-2 0,0 2-16 0,-2-1-1 16,1 1-6-16,0 0-6 0,0 0-1 0,-1 0 2 0,1-1-1 0,0 0 4 15,-1 1-2-15,1-1 3 0,0-1 1 0,-1 0 0 0,2 0 1 0,-1-1 2 16,-1 0 2-16,-1 0 6 0,1-1 4 0,1 0 2 0,-2-1 2 15,-1-1 0-15,0 0-4 0,-1-1 6 0,0 0 1 0,-2-2-7 0,-2 0 0 16,0-1-12-16,-2-1-3 0,-1 0-6 0,-2-1-7 0,-2-2-1 0,-1 0-8 16,-2 0 0-16,-2-1 0 0,-1 1-1 0,0 0 0 0,-2 1-1 15,-1 0-7-15,-1 1-5 0,1 1-5 0,-1 0-2 0,0 2-10 0,1 1 8 16,1 1-10-16,1 0-6 0,1 2 3 0,1 0-17 16,2 1-1-16,1 0-11 0,4 1-8 0,-1 0-7 0,2 0-10 0,2 0 4 0,1 0-1 15,0 1 11-15,3 0 16 0,2 0 7 0,-1 0 16 0,2 0 8 0,2-1 11 16,1 0 4-16,2 0 5 0,1-1-1 0,1 0-2 0,1-1 3 15,3 0 0-15,0-2 5 0,-1 1-1 0,2-1-1 0,1 0 3 0,0 0 4 16,-1 0 0-16,1 0 6 0,-1-1 1 0,0 2 3 0,0 0 1 0,0 1 3 16,-3 0 4-16,2 1-5 0,0 1 6 0,-3 1 0 0,-1 2-2 15,-1 1 3-15,0 1-2 0,-2 1-5 0,-1 2-1 0,-1 2-8 0,-1 1-8 16,-1 1 4-16,-1-1-5 0,0 3 1 0,0-1 1 0,0 0 1 16,-1-2-5-16,0 1 1 0,-1-1 0 0,0-2-7 0,0-1 5 0,0-1 0 15,-2-2 3-15,2-1 12 0,-1-1 6 0,0-1 3 0,-1-2 7 0,1 0-2 16,1-1 2-16,-1-1-2 0,-1-2-2 0,0 0-7 0,2-1-3 15,-1-1 5-15,1-1-6 0,0 0 2 0,0 0-1 0,0-1-5 0,1 0-1 16,-1 0 3-16,1-1-2 0,0 1-10 0,0 0 6 0,1 0-3 0,-2 2-3 16,1-1 7-16,0 2-10 0,0 0-1 0,0 2 3 0,-2 1-1 15,1 0 2-15,-1 1-2 0,1 1-3 0,0 2 4 0,0 0-3 0,-1 1-1 16,0 2 0-16,1 0-6 0,0 0-4 0,-1 1 1 0,1 0-6 0,0-1-3 16,0 0-7-16,0 1-14 0,1-1-7 0,0-1-23 0,-1 0-17 15,1-1-15-15,-1 0-18 0,1-1 5 0,-1-1 9 0,3 0 9 0,1-1-23 16,0 0-52-16,1-2 15 0,3 0 25 0,1-1 19 0,-1-1 2 0,3-2-57 15,0-1-73-15,2-1-42 0,-7 2-112 0</inkml:trace>
  <inkml:trace contextRef="#ctx0" brushRef="#br0" timeOffset="65582.3">22908 956 1976 0,'-1'0'10'16,"0"1"-9"-16,0 1-6 0,1 1 2 0,-1 0 7 0,1 2 0 0,1 1 7 15,1 2-1-15,-1 1-1 0,2 2-2 0,0 2 4 0,0 4 2 16,1 2-11-16,1 6-37 0,6 27-3 0,1 8-2 0,0 2 12 0,-1 3 36 16,-1 4 0-16,-1 2 0 0,-1-1-4 0,-2-8-4 0,0 2 0 0,1 0-11 15,8 58-9-15,2-17-2 0,2-19-6 0,-1-21-2 0,0-12-4 16,1-4-16-16,-1-5-3 0,1-5 7 0,1-10 14 0,-1-6 21 0,-1-6 17 16,0-9 12-16,-2-4 8 0,-1-6 13 0,0-5-2 0,-1-3-2 0,1-5-4 15,-3-5-10-15,0-3-6 0,0-7-11 0,-2-3-7 0,1-5-17 16,-3-2-22-16,0-2-22 0,0-2-39 0,-5 21-32 0,2-7-31 0,-1-1-24 15,0-8-16-15,0-1-10 0,0-9 1 0,0-2-32 0,0-10 44 16</inkml:trace>
  <inkml:trace contextRef="#ctx0" brushRef="#br0" timeOffset="65882.81">23522 970 340 0,'3'-11'140'0,"0"1"2"15,1-2 7-15,1-2-13 0,0-2-15 0,1 0-16 0,0-1-22 16,1-1 30-16,1 0-15 0,-1 0-7 0,3-1 0 0,0 0-70 0,1 0 3 16,1 1-3-16,0 3-4 0,0 2 17 0,1 4-69 0,1 3 6 0,0 2-11 15,1 2-7-15,1 2 56 0,0 1-3 0,2 2 1 0,-1-1 8 16,3 3-1-16,0 1-7 0,-1 1 1 0,2 1-5 0,0 0 5 0,0 2-1 15,0 1 1-15,0 0-2 0,-2 2 2 0,1 1 1 0,-2 1-5 16,-1 0 0-16,-2 3-7 0,0 1-2 0,-3 2 1 0,-2 0-6 0,-4 2 7 16,-1 0 1-16,-2 1 3 0,-3 0 4 0,-3-1-1 0,-3 1-8 0,-2-1-6 15,-4-1 1-15,-2 0-4 0,-4-2 3 0,-21 19-25 0,-5-6 1 16,-4-6 5-16,-1-5 6 0,2-4 32 0,1-2 4 0,2-2-5 0,5-2-2 16,3-2-2-16,0 1-4 0,2 0 4 0,0 0-7 0,1-1 6 0,1 0-3 15,4 1 0-15,1-1 5 0,4 1 2 0,2-1 3 0,2 1-1 16,6-2 1-16,1 3-2 0,5 0 4 0,2 1 8 0,5 0 5 0,2 1 9 15,4 1-3-15,3 2-4 0,3 0-9 0,4 0-6 0,3 1 0 16,3 2-5-16,2-1 1 0,4 1-5 0,1 1-1 0,4-1 1 0,1 0-2 16,2 0 2-16,0-1-6 0,1 0 2 0,2-1-2 0,0-2-1 0,-1-1 3 15,0-1-8-15,-2-2-11 0,1-1-50 0,-3-2-53 0,1-3-69 16,-3-1-63-16,0-2-57 0,-2-3-175 0</inkml:trace>
  <inkml:trace contextRef="#ctx0" brushRef="#br0" timeOffset="66082.81">24837 601 3704 0,'-3'5'12'0,"-1"4"-92"0,0 3-2 15,-1 3 9-15,-2 6-18 0,0 3 60 0,-1 4-5 0,-1 6-2 16,-1 3 6-16,-2 5-11 0,-14 52-59 0,-2 11-22 0,-1 9-41 0,2 1-16 15,0-4-7-15,2-6-43 0,2-6-24 0,3-9-65 0,-13 68-41 16,9-27-40-16,9-29-244 0</inkml:trace>
  <inkml:trace contextRef="#ctx0" brushRef="#br0" timeOffset="67366.33">24574 1319 573 0,'4'-2'63'0,"-1"0"-36"0,2 0-8 0,1 0-3 0,1 0-5 0,1-1-6 15,-2 1-1-15,2 0-2 0,-1 0-3 0,0 1 3 0,0 0 1 0,-2 0-2 16,1 0 0-16,-2 1 1 0,1 1 0 0,-1-1 9 0,-1 2 9 15,2-1 15-15,0 1 6 0,0 0 6 0,1 0-5 0,1 0-10 0,1-1 2 16,1 0-2-16,1-1 0 0,1 0-1 0,1-1-3 0,1-1-6 0,-6 0 33 16,1 1-2-16,1-2 7 0,-1 0 5 0,1 0-35 0,2-1 14 15,0 0-9-15,1-2-5 0,1 0-3 0,-1-1-15 0,2-1 0 0,1 0-8 16,0-3-2-16,0 0 0 0,1-2-2 0,2-1 1 0,-1 0 7 16,-2-3-5-16,2 0-1 0,-1-1 2 0,0 0-14 0,-2-2 8 0,0-1-4 15,0 0 1-15,-2-1 8 0,-1-1-5 0,0 1 6 0,-1-2-8 0,-1 1 0 16,-1-1 0-16,-2-1 0 0,-1 2 42 0,0 0-3 0,-2 0-3 0,-3 1-3 15,1 1-44-15,-2 2-2 0,-1 0-3 0,-3 2 5 0,-1 1 0 16,-2 4 6-16,-1 2 16 0,-3 2 5 0,-1 3-36 0,-1 3 9 0,-3 4-1 16,-1 3 7-16,-1 3 46 0,-1 4-8 0,-2 3-1 0,0 4-5 15,-1 3 0-15,-2 2 1 0,1 3 0 0,0 3-9 0,0 2 0 0,0 2-2 16,1 2-1-16,2 0-13 0,-1 2-34 0,-14 35 7 0,6-4-7 0,6-7 16 16,8-6 30-16,7-9-5 0,5-6 0 0,6-9-1 0,4-8-1 15,2-1 2-15,3-1-1 0,0-2 2 0,3-2 2 0,1 0-4 0,1-2 6 16,1-1-1-16,0-3 3 0,1-1 11 0,-2-2 0 0,1-2 3 0,0-2-2 15,-1-3-4-15,-2-2-1 0,0-2-5 0,-1-3-9 0,-1-2-5 16,0-1-7-16,-2-2 4 0,0-1-5 0,-1-2-4 0,0-2 0 0,-1-1-3 16,-1 0-5-16,-2-3 7 0,0 0-2 0,-1-1-1 0,-2-1 7 15,0-1 1-15,-1 0 2 0,0 11 38 0,0 0 1 0,-1 0 12 0,0 0 5 16,1 2-43-16,-1 0-10 0,0 1 2 0,1 0-20 0,-1 2 6 0,0 1 12 16,1-2-53-16,0 7 17 0,1 4 0 0,0 6-3 0,0 4 39 15,1 2-2-15,0 3 2 0,1 1 0 0,1-2-3 0,0 2 3 0,2-2-6 16,0 0 2-16,2-3 3 0,0 0 0 0,2-2 12 0,2-2-1 0,0-2 2 15,2-2 7-15,-1-2-6 0,2-1 4 0,1-2 6 0,0-2-2 16,2-2-3-16,0-2 1 0,0-2-10 0,-1 0 4 0,1-2-2 0,1-1-5 16,-3-2 2-16,1 0-6 0,0 0-1 0,-2 1 5 0,0-2-4 15,0 0 0-15,-2 0-2 0,-1-1 2 0,-2 1-4 0,-1-3 4 0,-1 1 4 16,-5 6 31-16,-1 0 2 0,0-1 8 0,0 0 2 0,-2 0-39 0,1-2-5 16,-2-1-6-16,0 0 0 0,-1 0-4 0,0 0 6 0,-2 0-8 15,0-1-5-15,-2 1 3 0,0 0-2 0,-1 1-2 0,-1 0 2 0,-1 1 5 16,0 2 2-16,-2 0 10 0,-1 3-4 0,0 2-1 0,-2 2 1 0,0 2 1 15,1 2 6-15,-2 3-1 0,0 1-10 0,0 3-6 0,-1 3-35 16,-12 14 3-16,2 4 9 0,3 2 4 0,2 0 30 0,4 0 1 0,5-2-2 16,1-2 0-16,5-5 2 0,1 0-4 0,2-1-1 0,1 0 2 0,0-1-3 15,3 1 1-15,1 0 2 0,1-2 1 0,2 1-2 0,0-1 2 16,1 1-1-16,1 1 2 0,1-2 1 0,0 2 0 0,2 1 1 0,-1-1-4 16,1 2-1-16,-1 0 1 0,0 1-3 0,0 1-1 0,0-1 1 15,3 23-10-15,-5-6 6 0,-6-9 2 0,-5-8-4 0,-4-4 10 0,-3-2 3 16,-3-1-3-16,-3-2 4 0,0-1-4 0,-4-1-4 0,-2 1 5 0,0-4-2 15,-3 0-2-15,-1-1 2 0,0-3 0 0,-1-1 2 0,1-3 2 16,2-2 3-16,2-3-2 0,0 0-8 0,2-2-8 0,2-2-24 0,4-2-22 16,1 0-26-16,3-2-19 0,2-2-13 0,3 1-15 0,1-3-19 0,2-1-25 15,2 0-46-15,2-1-55 0,2 0-71 0</inkml:trace>
  <inkml:trace contextRef="#ctx0" brushRef="#br0" timeOffset="68366.92">26717 378 1246 0,'-4'0'23'16,"0"0"-12"-16,-1 0 4 0,-1 1 4 0,-1-1 11 0,-1 2 8 0,1-1 5 16,-2 2-1-16,0 0 14 0,-2 0-4 0,0 2-48 0,0-1 11 15,-1 1-8-15,-1 2 13 0,-1 1 62 0,1 1 7 0,0 2 8 0,0 1 0 16,0 2 10-16,-1 1-4 0,0 3 5 0,1 3-70 0,-1 3 6 0,-1 3-1 16,-1 3-14-16,0 4 59 0,-1 4-23 0,-1 3-19 0,0 5-10 15,0 4-20-15,-20 57-48 0,3 6-4 0,1 3-4 0,3 2 10 0,2-3 35 16,3-3-10-16,4-6-14 0,2 3-9 0,-9 63-8 0,7-25 11 15,8-29 5-15,6-44 4 0,2-6 2 0,2-7-4 0,1-9 3 0,1-3-2 16,-1-5-7-16,1-2 3 0,-2-4-8 0,0-4-4 0,-1-1-4 0,-2-2-26 16,1-1-43-16,-2-4-69 0,-2 0-104 0,-2-2-117 0,-1-1-416 15</inkml:trace>
  <inkml:trace contextRef="#ctx0" brushRef="#br0" timeOffset="70216.37">26387 5032 1109 0,'-8'-7'83'0,"1"0"-44"0,-4-2 27 0,2 3 31 0,1-1 31 0,2 2 9 0,2 1 9 16,1 0-11-16,1 3-15 0,2 0-21 0,0 1-18 0,0 0-8 0,1 1 1 16,1 1 0-16,0 2 3 0,2 1-6 0,1 1-5 0,1 2-6 0,1 1-11 15,1 1 1-15,0 1-8 0,-1 2-17 0,2 1-6 0,1 3-13 16,0 0-1-16,0 3 9 0,0 0 0 0,-2 1-4 0,-1 3-5 0,1 1-5 16,-2-1 3-16,0 2-1 0,-2-1 0 0,-1 0 1 0,0 2-6 0,-1-1 1 15,0 1-3-15,0-1-4 0,-1 0 3 0,-1-1-6 0,0-1-2 16,0 0-1-16,0-2-4 0,1 0-1 0,1-1-3 0,0-3-7 0,0 0-13 15,0-3-26-15,1-1-29 0,-2-3-41 0,2 0-37 0,-1-2-40 16,0-1-51-16,1-1-45 0,-1-3-37 0,2-2-63 0,-1-2-157 0</inkml:trace>
  <inkml:trace contextRef="#ctx0" brushRef="#br0" timeOffset="70432.37">26393 4932 1947 0,'-9'-4'122'0,"1"0"-126"0,1 0 8 0,3 3 2 0,5 0 6 16,2 0 10-16,4 0-1 0,1 2-2 0,4-1-7 0,1 2-5 0,2-1-5 15,-1 1 0-15,0 0 0 0,1 0-1 0,1 1 1 0,-2 0-2 16,1 1 0-16,1-1 0 0,-1 1 0 0,1-2 1 0,-2 1 2 0,1-2-7 16,1 0 1-16,0 0-7 0,1-2-9 0,1 0-14 0,1 0-20 15,-1 0-34-15,0-1-35 0,0 0-41 0,-3 0-45 0,0 0-16 0,-1 0-10 16,-1 0-16-16,0 1-18 0,-4 1-130 0</inkml:trace>
  <inkml:trace contextRef="#ctx0" brushRef="#br0" timeOffset="70566.37">26497 5441 964 0,'6'1'208'0,"3"-1"-217"0,5 0-1 0,1 1 6 0,2-2 5 0,1 1 3 16,2 0-1-16,2 0-2 0,0 1-22 0,1-2-41 0,-2 1-60 0,-1-2-73 15,-3 0-75-15,-2 0-122 0</inkml:trace>
  <inkml:trace contextRef="#ctx0" brushRef="#br0" timeOffset="70849.37">26767 5385 559 0,'-1'2'316'0,"0"2"-270"0,1 1-13 0,0 3 7 0,1-1 9 0,2 1 0 15,1 2-11-15,3 2-7 0,1 2-9 0,0-1-12 0,1 2 0 16,1-1-2-16,1-1 0 0,2-1 10 0,1-2 3 0,0 0 9 0,1-1 7 15,1-2 9-15,1-1 9 0,-1-3 5 0,2-1 6 0,0-1-6 0,-1-1 5 16,0-2-4-16,1-2-5 0,1-2 0 0,-1-3-3 0,0-1 1 16,-1-2-3-16,0 1 0 0,-2-3-7 0,1 1-8 0,-2-2-1 0,0 0 2 15,-4-1-9-15,-1 0-2 0,-2 1-6 0,-1 0-7 0,-2-1 5 0,0-1-1 16,-3 1 4-16,0 0 0 0,-3-1-1 0,-2 1 0 0,-1-1-2 16,-2 2-2-16,-1-2-2 0,-2-1 0 0,-2 1-6 0,-4-2-1 0,-2 2-5 15,-1 0-2-15,1 2 0 0,-1 4-6 0,-1 0-5 0,1 4 3 16,0 2-3-16,0 1 3 0,3 3 2 0,-1 3-3 0,1 2-2 0,1 2 0 15,2 1 2-15,1 1-2 0,3 2-4 0,0 1-5 0,3 0-10 16,3 2-7-16,1 2-13 0,5 1-14 0,1-1-16 0,3 0-35 0,4 0-43 16,1-2-56-16,1-2-48 0,4-1-27 0,2-1-56 0,0-3-194 0</inkml:trace>
  <inkml:trace contextRef="#ctx0" brushRef="#br0" timeOffset="71049.37">27360 4690 1933 0,'-8'-9'13'16,"1"2"6"-16,-4 2 12 0,3 4 9 0,2 3 6 0,0 2 0 0,2 3-6 15,-1 1-6-15,1 3-3 0,0 3 1 0,0 3 0 0,1 2-1 0,2 4-4 16,2 0-4-16,0 3-1 0,2 1-4 0,2 2 0 0,1 2-7 16,-1 0-8-16,0 2-6 0,1-1 0 0,-1-2-12 0,0-1-1 0,1 0-7 15,0-1-13-15,1-1-17 0,0-1-33 0,2 1-63 0,1-3-48 16,1 2-44-16,0-1-53 0,0-3-37 0,-1 2-71 0,1-3-79 0</inkml:trace>
  <inkml:trace contextRef="#ctx0" brushRef="#br0" timeOffset="71399.37">27765 5039 1771 0,'-5'4'22'0,"0"3"-15"0,0 2 6 0,2 0 23 0,3 3 11 16,2 1 10-16,0 0 0 0,2 3-17 0,1 1-3 0,-1-1-7 16,2-2 1-16,0 2 1 0,-1-1-3 0,3 1-5 0,-1-1-2 0,2-1-7 15,1 0 0-15,0-1 0 0,2-2 4 0,0 1 4 0,3-2 6 0,0-1 12 16,2-2-4-16,0-2 8 0,1-1-3 0,0-1-2 0,-1-2 1 16,0-1-6-16,-1-3-2 0,-1-1 1 0,-2-1-8 0,-2-2 2 0,0 0 0 15,-1-2-8-15,-2-1-2 0,0 0-5 0,-2-1 1 0,-1-1-4 0,-1 0-3 16,-1-1-6-16,-2 1 1 0,-3-2 0 0,-2 0 3 0,-1 0 3 15,0 0-5-15,-3 1-1 0,-1-1-5 0,-2-1-1 0,-2 0-2 0,-2 2 7 16,-1-1 3-16,-1 1-1 0,-2 2 0 0,-1 1-9 0,-2 3-4 16,0 3 0-16,1 2-2 0,-1 3 2 0,0 2-2 0,2 2-3 0,-2 2-1 15,1 2-16-15,0 0-7 0,1 2-9 0,1 0-13 0,2 0-11 0,2 2-15 16,3-1-24-16,2 0-24 0,3-1-30 0,3-1-41 0,1-2-46 16,3 1-55-16,3-1-57 0,2-1-288 0</inkml:trace>
  <inkml:trace contextRef="#ctx0" brushRef="#br0" timeOffset="71582.37">27928 4486 1290 0,'-9'-9'555'0,"-1"2"-560"0,-1 1 11 0,1 8 14 0,2 5 5 0,0 4 6 16,1 2 9-16,2 4-6 0,0 4-8 0,1 3-6 0,1 4-7 0,1 2-1 15,1 3-3-15,1 2-5 0,1 3 2 0,1 0-5 0,0-1-1 0,2-1 3 16,0-2-6-16,1-1-1 0,2-3 1 0,1 1-4 0,2-4-7 15,1 1-14-15,0-4-23 0,3-2-30 0,1 0-55 0,1-4-57 0,0 1-63 16,3-2-53-16,1-2-59 0,0-2-131 0</inkml:trace>
  <inkml:trace contextRef="#ctx0" brushRef="#br0" timeOffset="71899.37">28514 4866 1789 0,'-4'-3'49'0,"2"1"-47"16,-2-2 15-16,3 2 13 0,3 1 9 0,1 0 4 0,0 0-8 15,3 1-8-15,0 0-8 0,2 0 1 0,1 1 0 0,0 0 9 0,1 1 1 16,1 2 1-16,-1 1-5 0,0 1-10 0,1 1-4 0,-1 1-5 0,0 1 1 16,0 1-2-16,0 0-2 0,-1 0 1 0,0 1-2 0,0 0-6 15,-2 0-2-15,-1 1-1 0,0-1-3 0,-2 1 5 0,0 1 1 0,0-1 2 16,0 0 1-16,-2-1 0 0,0 0-8 0,0 0-1 0,-1-1 5 15,0 0 2-15,-1 0 8 0,1-1 5 0,-1 0 0 0,0 0-3 0,2-2 2 16,0 1-2-16,0 1-2 0,2-1 1 0,0-1-5 0,2 0 2 0,1-1 1 16,1 0-5-16,1 0 4 0,2-2-2 0,1 0-1 0,1-2-2 15,0 0 1-15,0 0-5 0,1-1-1 0,2 1-3 0,0-2-7 0,-1-1 4 16,2 1-9-16,1-1-5 0,-1 0-11 0,0 0-41 0,0-1-38 16,-1 0-47-16,0-1-63 0,-2 0-46 0,0-1-53 0,0 1-63 0,-1 0-86 15</inkml:trace>
  <inkml:trace contextRef="#ctx0" brushRef="#br0" timeOffset="72149.22">28698 5264 1899 0,'-1'2'87'0,"0"2"-86"0,0 1 10 0,2 1 6 0,1 0 8 15,2 3 0-15,2 0-3 0,1 1-6 0,1 1-6 0,2-2 0 16,0-1-3-16,0 1 1 0,0-1-4 0,0 0 2 0,1-1 0 16,-1-1-4-16,1-1 4 0,0-1-9 0,0 0 0 0,1-2 1 0,0 0-9 15,0 0 1-15,0-2-6 0,-2 0 4 0,0 0-8 0,1-2-9 0,-1-1-5 16,1 0-16-16,-1-1-5 0,0-1-13 0,1-1-17 0,-1 0-25 16,-1 0-43-16,-1-1-23 0,-1 1-31 0,-1 1-24 0,1 1-15 0,-1 0 3 15,-1 0-87-15</inkml:trace>
  <inkml:trace contextRef="#ctx0" brushRef="#br0" timeOffset="73083.28">30023 4769 1152 0,'-5'-8'100'0,"-2"1"-32"15,-2-2 31-15,-1 3 27 0,0 1 10 0,2 3-19 0,-2 0-26 0,-1 2-29 16,1 0-16-16,-2 0-11 0,1 2-5 0,-2 0 0 0,-2 2-2 0,1 1 0 16,-1 1-1-16,1 1 1 0,-1 0 2 0,1 0 1 0,1 1 2 15,2 0 3-15,2-1-3 0,2 1-3 0,2 2 1 0,1 1-9 0,2 2-2 16,3 0 0-16,2 1-4 0,2 0 4 0,3 1-1 0,3 2-5 0,2-1-1 16,4 4 1-16,2-1-6 0,0-1 5 0,3 2-2 0,1 0-3 15,-1 0-3-15,2-1-13 0,0 0 2 0,2 0-7 0,0-2 8 0,-3 3 7 16,0-1 4-16,-3-2-1 0,-1 1 3 0,-2 0-3 0,-3-2-5 0,-2-1 4 15,0-1-8-15,-3-3 0 0,-3-1 3 0,-2-2-9 0,-3-1 7 16,-2 0-7-16,-3-2 2 0,-3 0 4 0,-2-1-7 0,-3-1-1 0,-1 0-7 16,-4-1 1-16,-3-1-1 0,1-2 3 0,-4-1 7 0,-1-1 0 0,0-2-1 15,-2 0 6-15,2-1 0 0,0-1 0 0,1-1 2 0,1 1-1 16,1-1-6-16,1 0 4 0,3 0 2 0,0-1-3 0,1 0 3 0,4 0-2 16,1 1-2-16,3 0 2 0,2 0 5 0,1 0-3 0,3 1 3 15,1-1 0-15,2 0-5 0,1 0 2 0,1-1 2 0,3 0-5 0,2-2 1 16,0-1 2-16,5-1-1 0,0 1 4 0,3-3 9 0,0 0 4 0,-1-3 4 15,2 0 0-15,1-3-1 0,-1 0-2 0,1 0 1 0,0-2-4 16,1 1 0-16,-2 0 4 0,1-1 0 0,-1 1 2 0,-2-3 3 0,-1 0-1 16,-2 1 2-16,-1-1 0 0,-3 1-8 0,-2-1-2 0,-3 2 5 0,-2 2-1 15,-2 0 2-15,-3 2-4 0,-1 2-6 0,-3-2 3 0,-1 2-4 16,-2 1 7-16,-2 2-3 0,1 2-5 0,-3 0 3 0,-1 2-19 0,-1 1 3 16,-1 3-6-16,0 4-3 0,-1 0 13 0,-1 3-7 0,0 1 11 0,-2 2-2 15,1 4-4-15,-2 3-2 0,1 1-10 0,1 3-3 0,1 0-5 16,1 3-6-16,2 1-4 0,0 1-2 0,2-1-9 0,1 2-13 0,3 0-26 15,0 0-36-15,2 2-45 0,3 0-43 0,2 2-44 0,3-1-41 16,2-3-31-16,2 0-38 0,4-2-95 0</inkml:trace>
  <inkml:trace contextRef="#ctx0" brushRef="#br0" timeOffset="73432.28">30460 4616 1304 0,'0'-6'407'0,"0"2"-404"16,0-1 18-16,-1 4 11 0,0 3 11 0,0 1 3 0,-1 2 2 0,-1 3-5 16,-2 3-10-16,0 2-5 0,-2 3-3 0,-1 2 1 0,1 3-6 0,-3 4-2 15,1 1-2-15,1 2-3 0,0-2 4 0,1 1-2 0,1-2-1 16,1 1 0-16,2-1-6 0,2-2 3 0,1 0 2 0,1-1-4 0,3-2 4 16,1-1 2-16,3-2 0 0,1-3-6 0,2-1 3 0,1-2 0 0,3-1 1 15,1-2 19-15,0-3 0 0,0-2 4 0,1-3 5 0,0-2-7 16,0-2 5-16,2-1-9 0,0-2 2 0,0-1 4 0,1-1-5 0,1-2 0 15,-1 0-2-15,1-1-13 0,-1 0 2 0,-1 1 0 0,-3-1-6 16,1 1 6-16,-2 1 2 0,-1 1 1 0,-2 0 8 0,-2 1-4 0,-1 2-3 16,-2 2-7-16,-2 2-1 0,0 2-8 0,-3 2 0 0,0 1 0 15,0 1-2-15,-2 2-1 0,-1 1 2 0,-1 2-3 0,0 1-4 0,-1 1 4 16,-1 1-9-16,-2 3 4 0,0-1-2 0,0 1-19 0,-1 2 2 0,0 2-8 16,-1 0 4-16,0 0 11 0,-1 2-10 0,0 0-8 0,0-1-19 0,-1 1-16 15,2 0-22-15,-1-2-25 0,3 0-25 0,0 0-46 0,2-1-84 16,1 1-45-16,-1-1-45 0,2-1-42 0,1 0-185 0</inkml:trace>
  <inkml:trace contextRef="#ctx0" brushRef="#br0" timeOffset="73816.33">31629 4602 2138 0,'-9'2'7'0,"1"1"-23"15,-3 2 10-15,0 2 3 0,2 0 5 0,0 1-2 0,1-1 0 16,3 0-3-16,-1-1 1 0,0-3 8 0,0 0-4 0,0-2 2 0,-2-1 0 16,-1-1-2-16,-1-2-1 0,0 0 1 0,0-2-1 0,0-2-4 0,0-1 8 15,0-2-3-15,-1-1-10 0,1-1 6 0,-2-3-6 0,-1-1 0 16,0-2 11-16,-1 0 0 0,2 0-4 0,-1 0 1 0,0 0-6 0,1 0-5 15,0 1-4-15,2 2-12 0,-1 4-1 0,2 1-2 0,2 2-2 16,0 3-4-16,1 1-5 0,0 2-5 0,1 4-2 0,-1 2 5 0,0 3 9 16,-1 2 8-16,0 2 7 0,1 0 5 0,1 4 2 0,1 0 2 0,0 0 4 15,2 1 1-15,2 0-2 0,0 0 5 0,3-1 4 0,0-2 1 16,2-1-2-16,2 0 0 0,0-3-3 0,2-1-1 0,-1 0 2 0,1-2-5 16,1 0-3-16,0-1-4 0,2-1-2 0,1 0-3 0,-2-2-8 0,1-1-12 15,0-1-10-15,1-2-14 0,0 1-8 0,-2-2-1 0,2 1 1 16,-2 0-2-16,2-1-12 0,-1-1-20 0,-3-1-37 0,2 1-39 0,-2-1-22 15,-1 0-115-15</inkml:trace>
  <inkml:trace contextRef="#ctx0" brushRef="#br0" timeOffset="74565.82">32030 4410 1006 0,'-2'-7'130'0,"1"1"-68"0,-3 0 23 15,0 3 24-15,0 2 13 0,-3 1-6 0,2 2-7 0,-1 1-8 0,-2 1-8 16,1 2-4-16,-4 2 5 0,-3 2 3 0,-1 0-7 0,-2 4-4 16,0 3-8-16,-4 2-14 0,-1 3-3 0,-1 6-12 0,-4 1-13 0,-3 5-10 15,0 1-2-15,-4 4-8 0,0 1-4 0,2 1-1 0,-3 2 2 0,2-2-4 16,0-1-3-16,-1 1-2 0,4-1-3 0,1-2-19 0,5-1-2 16,1-5 1-16,2-1-3 0,5-3 13 0,1-3-14 0,3-2-11 0,4-1-22 15,2-4-25-15,2-2-20 0,2-2-21 0,2-4-37 0,1-1-41 16,3-3-32-16,0-3-25 0,0-1-8 0,1-3-22 0,0-3-19 0,-1-4-147 15</inkml:trace>
  <inkml:trace contextRef="#ctx0" brushRef="#br0" timeOffset="74849.83">31449 4005 2048 0,'-16'-1'95'0,"-4"3"-90"0,-3 2 8 0,4 4 6 0,3 3 22 0,2 3 5 15,0 2 0-15,3 0-1 0,1 3-13 0,-1-1-4 0,2 0-2 0,0 1-1 16,2 2-3-16,1-2-5 0,3 2 0 0,2-1-1 0,1 0-3 16,2 0-2-16,1-1-3 0,1-2-5 0,2-1 0 0,1-2 5 0,3-3-2 15,1-2 1-15,0-2 4 0,0-4 0 0,1-2 2 0,-1-3 6 0,1-3 0 16,0-3-1-16,-3-3 3 0,2-2-1 0,-1-2-2 0,2-1 0 16,-2-1-11-16,-1-1-3 0,-1 0 16 0,-2-1 2 0,1 0 1 0,-3 0 0 15,-1 1-21-15,1-2 1 0,-4-1-4 0,0 1-3 0,-1-1 3 0,-3-2-8 16,1 3-11-16,-2 0-11 0,-2 3-5 0,1 3-2 0,-1 2 9 15,-1 3 1-15,0 3-9 0,-2 3-8 0,1 2-10 0,-1 2-12 0,0 3-33 16,0 2-35-16,-1 3-46 0,1 2-56 0,1 1-48 0,1 4-46 16,1 3-50-16,3 4-211 0</inkml:trace>
  <inkml:trace contextRef="#ctx0" brushRef="#br0" timeOffset="75082.83">31817 4908 1259 0,'3'7'256'0,"0"4"-237"0,3 1 24 16,2 2 21-16,2-1 25 0,1-2 7 0,0 3-16 0,0-3-29 0,2-1-19 15,-2-2-16-15,1-2-3 0,-3 0 5 0,0-3 3 0,1-1 9 0,-2-3 6 16,0-2 2-16,1-1 0 0,-4-3 4 0,-1-2 2 0,-1-3-1 16,-3-4-5-16,1-2-11 0,-4-3-2 0,-2-1-8 0,0-1-8 0,-4-2-4 15,-2-1-10-15,-1-2-3 0,-4 0 4 0,0 1-7 0,0-1-1 0,-1 2-4 16,1 2 3-16,-3 3-1 0,0 3-6 0,1 2-4 0,-3 3-10 15,0 3-18-15,2 1-17 0,-3 1-35 0,2 1-49 0,0 1-41 0,1 1-48 16,2 1-34-16,2-1-21 0,2 1-34 0,1-1-110 0</inkml:trace>
  <inkml:trace contextRef="#ctx0" brushRef="#br0" timeOffset="75867.83">27192 6453 1492 0,'-16'2'35'0,"0"3"-9"16,-6 4 10-16,1 4 5 0,4 5 15 0,-1 1-2 0,1 5-4 0,2 4-12 16,2 3-13-16,0 2-5 0,1 2-2 0,0 0 11 0,-1 2 2 0,1 0 5 15,0 0 8-15,0 3-8 0,1-1-3 0,2 0-11 0,2 0-5 16,1-2-2-16,3 0-4 0,1-2 2 0,3-1-8 0,1-2-2 15,1-1-3-15,1 1-6 0,-2-2-3 0,1 1-1 0,0-2 0 0,-1-2-6 16,-1-1-4-16,0-3-5 0,-2-1-2 0,0-2 6 0,-2-1 0 0,-1-1-4 16,0-2-6-16,-2-2-20 0,-1 0-14 0,-3-1-19 0,-1-1-22 15,-3-1-28-15,1-4-42 0,-1 0-32 0,-1-3-26 0,1-2 3 0,1-2 6 16,3-2-104-16</inkml:trace>
  <inkml:trace contextRef="#ctx0" brushRef="#br0" timeOffset="76132.83">27168 6353 1677 0,'-14'1'185'0,"0"3"-185"0,-2 2 4 0,5 2 14 16,5 1 4-16,2 1-2 0,2 2 9 0,3 0-11 0,4 1-2 0,0 0-1 15,3-1-1-15,2 0 0 0,2-2-1 0,2 0 5 0,1-2-8 0,1-2 0 16,2-1-1-16,3-1-6 0,0-1-2 0,3-2-2 0,3-1 1 16,1-1-6-16,0-1-4 0,2-2-2 0,-2 1-17 0,1-1-2 0,0-2-15 15,-1 1-23-15,0-2-17 0,0 0-20 0,-1 0-15 0,-1 0-21 0,0 1-25 16,-1 0-26-16,0 1-27 0,-2 3-42 0,-2-2-194 0</inkml:trace>
  <inkml:trace contextRef="#ctx0" brushRef="#br0" timeOffset="76315.83">27164 6973 1615 0,'2'-2'28'16,"2"0"-32"-16,4 0 1 0,3 1 6 0,4 1 6 0,3-1 0 0,1 0-6 15,4 1 3-15,1-1-6 0,0 1 0 0,0-1 3 0,-3-1-6 16,0-1-5-16,-3 1-25 0,-1-1-40 0,0 1-62 0,-2 0-55 0,0 0-41 15,-2 1-41-15,-3 0-95 0,0 0 53 0</inkml:trace>
  <inkml:trace contextRef="#ctx0" brushRef="#br0" timeOffset="76615.83">27528 6967 1102 0,'0'13'196'15,"4"1"-172"-15,-1 5-4 0,5 1 13 0,3-2 20 0,2-1 6 0,4 2-3 16,0-1-10-16,1-2-23 0,0 0-2 0,-1-1-1 0,-2-2 7 16,2-2 11-16,-1-1 9 0,0-2 8 0,1-3 5 0,1-2 6 0,0-2 5 15,-1-2 4-15,1-1 4 0,-3-4-3 0,0-1 1 0,-3-5-8 16,2 0-10-16,-2-3-14 0,1-2-11 0,0 0-11 0,-3-3-8 0,2-1-2 16,-1-1-5-16,-2-1-8 0,-3 0 0 0,-1 1 0 0,-4-1 11 0,0-1 5 15,-5 1 2-15,-2-1-5 0,-3 0-12 0,-3 0 2 0,-1 0-3 16,-2 3 0-16,-1 1-1 0,-1 3 1 0,-1 5-7 0,0 2 4 0,-2 3 0 15,-1 4-7-15,0 3 1 0,-2 3-4 0,0 4 2 0,1 2 1 0,-1 2 2 16,2 3-8-16,-1 3-3 0,2 1-9 0,3 2-6 0,0 1-2 16,3 1-19-16,2 1-19 0,4 1-41 0,2-1-40 0,3 0-37 0,3-2-45 15,4-1-33-15,1-1-40 0,3-1-46 0,4-3-171 0</inkml:trace>
  <inkml:trace contextRef="#ctx0" brushRef="#br0" timeOffset="76849.83">28256 6139 2181 0,'-10'0'3'0,"-1"3"-1"0,-2 3 6 16,2 5 13-16,4 3 10 0,-1 3-1 0,0 0 4 0,1 4-5 0,-1 3-7 15,1 1-6-15,-2 4 2 0,1 0 2 0,-1 3 6 0,0 1 8 0,-1 3-3 16,0-1-6-16,0 2 1 0,1 1-7 0,0 1 3 0,2 0-4 15,-1-1-2-15,2-1-5 0,1-3-5 0,2-1-1 0,1-1-5 0,2-2-10 16,2 2-20-16,1-3-23 0,2-1-45 0,1-1-47 0,2-2-53 16,0-2-69-16,4 1-65 0,1-1-45 0,3-2-66 0,1 0-110 0</inkml:trace>
  <inkml:trace contextRef="#ctx0" brushRef="#br0" timeOffset="77149.83">28620 6822 1258 0,'-9'9'410'0,"-1"2"-396"0,-3 5-4 0,2 2 27 15,3 2 22-15,0 0 2 0,1 1 0 0,1 0-21 0,0 0-14 0,2-1-2 16,-1 0-7-16,1 0-3 0,1-1-6 0,1-1 2 0,2-1-3 16,1-2 3-16,3-4-1 0,1 0 8 0,2-3 8 0,3-2 13 0,3-2 13 15,0-1-2-15,2-2 5 0,1-2-2 0,-1-2 2 0,0-3 3 0,1 0-1 16,0-3-7-16,0-1-7 0,0-2-7 0,-1-3-12 0,1-1-4 15,0-1-11-15,-2 1-3 0,0-2 0 0,-1 0-5 0,-2 0-2 0,-1 1 6 16,-2-2 7-16,-2 0 0 0,-2 0-1 0,-1-2-3 0,-4 0-9 0,-2 1 1 16,-2-2 1-16,-1 1-7 0,-1 1-1 0,-2 1-4 0,-1 3-4 15,0 5-5-15,0 2-3 0,-2 4-4 0,1 2 3 0,-2 4-2 0,-1 1-7 16,0 3 6-16,-1 3-11 0,0 0-12 0,-1 3-7 0,0 3-33 16,1 0-34-16,0 2-53 0,0 0-80 0,1-1-86 0,1 1-88 0,4-1-265 15</inkml:trace>
  <inkml:trace contextRef="#ctx0" brushRef="#br0" timeOffset="77382.83">28874 6120 2186 0,'-7'7'47'0,"-2"3"-40"0,-2 7 12 16,3 4 25-16,3 4 16 0,1 3 7 0,3 2-8 0,0 4-29 15,1 1-18-15,0 4-4 0,-1 3-5 0,1 2 2 0,-1 3 2 0,-1 0-4 16,0 0 1-16,0 0 8 0,1 0-8 0,0-2 3 0,2-2-6 0,1-1-2 16,0 0-7-16,2-2-11 0,0-3-7 0,2 0-16 0,1-5-18 15,3 0-30-15,1-3-36 0,0-2-35 0,1-5-38 0,1-1-21 0,1-3-38 16,1-4-26-16,0-3-21 0,0-1-40 0,1-2-28 0</inkml:trace>
  <inkml:trace contextRef="#ctx0" brushRef="#br0" timeOffset="77766.67">29411 6567 1376 0,'-4'1'739'16,"1"1"-725"-16,0 3-7 0,2 1 6 0,2 2 10 0,1 2 16 16,2 2 0-16,2 1 3 0,0 0-9 0,0 1-1 0,0-1-2 0,1-1 10 15,-2 0 5-15,2 0-6 0,-2 1-3 0,1-1-10 0,-1 1-12 0,0-1-1 16,0 1-4-16,-1 0-6 0,0 0 2 0,-1-1 0 0,0 0-7 15,0 0 1-15,0 0 1 0,0-1-2 0,1 0-1 0,-2-1 1 0,1-1 1 16,0-1-6-16,-1 0 7 0,1 0-4 0,0-2-4 0,0 0 3 0,-1-1-6 16,1-1 1-16,-1 0-1 0,1-1 2 0,0-1-2 0,1-1-4 15,0 0 1-15,0-1 3 0,0-2-1 0,0 0 1 0,1 0 5 0,1-1-8 16,0-1 5-16,2 0-1 0,-1 0 1 0,1 1 6 0,-1 0 0 16,-1 0 0-16,1 1 0 0,0 1 4 0,0 1-1 0,0 1 3 0,0 1 4 15,0 2-1-15,-1 1-2 0,0 0 7 0,-1 2 3 0,-1 0-3 0,1 2-5 16,0 1-4-16,0 0-2 0,0 2 6 0,0 1 6 0,-2 0 1 15,1 3-1-15,-1-1-2 0,0 1-5 0,-1-1-2 0,0 2 1 0,-2 0 0 16,-1 0 0-16,-2-1 4 0,0-1-1 0,-1 0-1 0,-1-1 0 0,0-1 1 16,-3 1-3-16,2-2 0 0,-2-1-6 0,1-2-4 0,0-2-13 15,1-1-13-15,1 0-24 0,1-2-31 0,1 0-39 0,1-2-56 0,0-1-54 16,3-2-54-16,0-1-46 0,2-3-27 0,1-2-8 0,3-4-38 0</inkml:trace>
  <inkml:trace contextRef="#ctx0" brushRef="#br0" timeOffset="77949.59">30093 6820 1790 0,'2'-1'60'0,"0"2"-8"0,2 2 14 15,2 0 18-15,2 1 13 0,1 1-13 0,1 1-25 0,2 0-26 0,0 0-12 16,3-1-6-16,1 1 1 0,0-1 2 0,1-1-9 0,0 0 5 0,1 1-6 16,2-2-5-16,0 1 0 0,1-2-5 0,-2 0 1 0,-2 0 2 15,0-1-4-15,-2 1-8 0,0-2-9 0,-3 1-15 0,0-1-11 0,-1 0-25 16,0-1-37-16,-2 0-45 0,-1 0-36 0,1-1-34 0,-1 1-22 15,-2 0-16-15,0 1-21 0,-1 0-8 0,-1 1-109 0</inkml:trace>
  <inkml:trace contextRef="#ctx0" brushRef="#br0" timeOffset="78116.59">30293 7001 705 0,'-14'9'58'0,"-1"0"5"0,-4 3 26 0,4-1 24 16,3-1 14-16,4-1-9 0,2 2-15 0,1 0-16 0,5-1-16 15,1 0-8-15,2-2-3 0,3-1-9 0,1 0-6 0,2-1-9 0,2-1-7 16,1-1-7-16,2 0-6 0,2-1-6 0,1 0 0 0,1-2-1 0,1 0 2 15,-1 0 3-15,1 0-6 0,2 0-1 0,-2-1-2 0,0 2-3 16,2-1-4-16,-3 1-6 0,2 1-8 0,-1-2-14 0,-2 0-24 0,0 0-39 16,-2 0-32-16,1 0-10 0,-2 2-2 0,0-2 8 0,0 1 3 15,0-2-12-15,-1 0-9 0,1 0-20 0,0 0-27 0,-2 0-46 0</inkml:trace>
  <inkml:trace contextRef="#ctx0" brushRef="#br0" timeOffset="79749">30995 6262 626 0,'-5'-6'252'0,"1"0"-135"0,-1-1 23 0,0 2-5 0,1 1-20 0,1 1-20 15,-1 1-20-15,-1 0-10 0,1 0-7 0,0 1 0 0,0 1-1 16,-1-1-1-16,1 2-2 0,-3-1-2 0,1 1 1 0,0 1 2 0,0 0-2 16,1 0-7-16,1 1 5 0,0-1-6 0,0 2 0 0,1 0 0 0,1 0-4 15,0 1 0-15,1-1 7 0,1 0 2 0,0 2-1 0,0 0 7 16,0 1-9-16,0 0-8 0,1 1-6 0,1-1-7 0,1 1-11 0,-1 0 0 15,1-1 1-15,1 3-6 0,1 2 3 0,2-1-3 0,-1 0-3 16,2 0-2-16,-1 1-2 0,2 1 4 0,1 1-5 0,1 0 1 0,2 0 1 16,0 1-1-16,1 0 0 0,1-1 4 0,1-1-5 0,0 1-1 0,2 0 1 15,0-1-2-15,2 0 3 0,-1-2 1 0,-1 2-4 0,-1 0 2 16,-1 0-6-16,-1-1 8 0,0-2-1 0,-2 0-1 0,-1-1 3 0,-2 0-4 16,-1-1 1-16,1 0 1 0,-2-2-1 0,-1 0 0 0,-1-2 1 0,-1 1 1 15,-1-1-1-15,-2-1 2 0,0 0 2 0,-3 0-2 0,0-1-2 16,0 0-1-16,-3 1-2 0,1-1 2 0,-2 0 6 0,-2 0-6 0,0-1 5 15,-2 0-5-15,1-1-8 0,-3-1 5 0,0 0-4 0,-1-1 6 16,-3 0-1-16,2 0-1 0,-2-2-1 0,0 0-2 0,1 0 6 0,1 0 0 16,0 0 0-16,-1 0-4 0,2-1 2 0,0 2 0 0,2-2 0 0,3 0 3 15,0 1-1-15,1-2 1 0,1 0-3 0,1-1-1 0,2 0-1 16,0-2-3-16,3 0 1 0,1 0 1 0,2-2 1 0,1-1 4 0,1 0-4 16,1 0-4-16,1 1 2 0,2-2-3 0,3 0 6 0,1 0 6 0,1-1-2 15,-1 2-3-15,1-1 4 0,1-1-3 0,0-1 6 0,-2 1 0 16,3 0-2-16,-2 0 4 0,0 1 1 0,-1 0 5 0,0 0 2 0,0-1-3 15,-2 0-3-15,-3 0-5 0,-2 2 7 0,0 0-1 0,-2 0 0 16,-1-1 4-16,-2 0-9 0,-2 2 0 0,-1-2-4 0,-2 0 4 0,-2 0 0 16,-2 1 0-16,1 1 2 0,-2-2-4 0,-2 1 2 0,-1 0-2 0,-1 0 2 15,0 2-3-15,0 0 1 0,-1 1-1 0,0 2-2 0,-2 0 1 16,2 0 1-16,-1 2 1 0,-1 0-3 0,0 1 3 0,1 1-5 0,-2 3-2 16,1 0 8-16,2 3-6 0,-1 1-4 0,2 1 2 0,0 1-1 15,1 1-3-15,1 1 8 0,0 1-4 0,1 0 1 0,1 1-1 0,1 0-3 16,0 1 1-16,2 0-3 0,0 0 0 0,1-1-7 0,1-1-4 0,0-1-6 15,1 0-6-15,1-1-8 0,3-1-12 0,-1 0-15 0,3-2-16 0,0 0-13 16,0-1-5-16,3-1-5 0,-1-1 0 0,2-1 3 0,-1 0-6 16,2-2-11-16,1 0-27 0,1-1-23 0,0 0-21 0,2 0-12 0,0-1-6 15,3-1-7-15,0 0-26 0,1 0-25 0,1 0-132 0</inkml:trace>
  <inkml:trace contextRef="#ctx0" brushRef="#br0" timeOffset="80116">31610 6025 441 0,'6'-8'378'0,"0"3"-258"0,1-3 10 0,-1 2 13 0,-2 2-13 0,-1 1-14 16,-2 0-20-16,0 2-15 0,-1-1-3 0,-1 2-5 0,-1 0 2 16,-3 2-4-16,1 1 4 0,-2 1 4 0,0 3 0 0,-1 0 3 0,-2 1-2 15,-1 3-1-15,0 1-10 0,-1 2-8 0,-1 2-5 0,0 1-7 16,-1 3 0-16,-1 3-6 0,1 0-3 0,-1 5-5 0,0 0-2 0,0 4 4 16,0 0-7-16,1 1-7 0,2 0-2 0,0-1-3 0,1 0 1 0,3-2 0 15,1-2-5-15,3-1-2 0,2-3-4 0,2 0 1 0,2 0 1 16,5-1-6-16,1-1 1 0,2-2 4 0,1-4 1 0,2-1-1 0,2-2 7 15,2-2-2-15,0-2 0 0,0-1 8 0,-1-2-2 0,1-3 6 0,0-1 8 16,-2-2-4-16,1-3 3 0,-2-1-3 0,0-3-6 0,-1-1-4 16,1-3-2-16,-2 0-5 0,-1-1-4 0,-1-1-2 0,-2 0-3 0,-1-3-1 15,-2 0-3-15,-3-1 4 0,-2 0 2 0,-1 0-10 0,-5-2 2 16,0 0-3-16,-4 0 1 0,-2-1-2 0,-1-1 1 0,0 2-4 0,-4-1 2 16,-1 1 3-16,0 4-11 0,-1 0 3 0,-1 2 3 0,1 3-4 0,0 3 6 15,0 2-6-15,-1 3-3 0,1 2-4 0,-2 1-5 0,2 2 4 16,1 2-8-16,3 2-6 0,0 0-14 0,1 0-23 0,3 0-12 0,2-1-14 15,3 2-13-15,4-2-3 0,1 0-6 0,2 1-7 0,4-1 1 0,2 1-3 16,3-1-15-16,3 0-6 0,3-1-10 0,0-2-17 0,5 0-8 16,2-1-8-16,0-2-1 0,4-2 1 0,2-1 3 0,2-2 11 0,1-2 19 15,2-2-43-15</inkml:trace>
  <inkml:trace contextRef="#ctx0" brushRef="#br0" timeOffset="80450">32262 6254 205 0,'18'-6'154'15,"-3"1"0"-15,5-2 2 0,3-1-9 0,2-1-9 0,4-1-14 16,-4 1-10-16,-2 1-12 0,-2-1-3 0,-4 1-1 0,-2 1-5 0,-2 0-2 15,-4 1-9-15,-1 1-2 0,-3 0-7 0,-2 1-4 0,-2 1-2 0,-2 2-7 16,-2 0 2-16,-2 2-2 0,-2 2 7 0,-2 1 10 0,0 1 3 16,-4 2 4-16,0 1-3 0,-3 2-15 0,-1 2-2 0,-1 0-8 0,-1 3-5 15,0 1-11-15,-2 1-4 0,2 0-7 0,-1 2-6 0,0 1 8 0,3-1-10 16,-1 1-6-16,2-1-6 0,-1 0-7 0,4 0-2 0,1-1 0 16,1-1-4-16,2-2 6 0,1-1-7 0,2 0 3 0,1-3-5 0,3-1-8 15,1-4 6-15,0 0-8 0,3-1 2 0,-2-2 6 0,3-2-3 16,-1-3 5-16,2-1-1 0,0-1-16 0,1-2-5 0,-2-3-6 0,1-2-12 15,0-2-14-15,-1-2-25 0,1 0-34 0,-1-3-17 0,0-2-3 0,-1-2 0 16,0 1 17-16,-1-3 7 0,0 0 3 0,0-2 4 0,-2-1 2 16,0-1 10-16,-2-1 16 0,1 0 19 0,-1-3 25 0,-1 1 14 0,0-2 8 15,-1 0 12-15,-1-1 5 0,0 0 12 0,-1 2 5 0,0 0 8 0,1 3-6 16,-1 1-2-16,-2 4 2 0,-6-11-5 0,3 12 4 0,1 13-9 16,4 7-8-16,-2 3-2 0,-1 2 2 0,-1 2 4 0,1 1 12 0,1 1 0 15,0 0 3-15,1 2-6 0,-2 1-3 0,1 0-7 0,3 0-4 16,-1 0 2-16,4-1-7 0,-1-1 1 0,2-1-8 0,0 1-1 0,2-2-12 15,0 0-17-15,3 0-42 0,0-1-49 0,1-1-51 0,2 0-37 0,-2-1-13 16,4-1-1-16,-1 0-70 0</inkml:trace>
  <inkml:trace contextRef="#ctx0" brushRef="#br0" timeOffset="80766">32541 6461 504 0,'3'6'177'0,"1"-1"-160"16,0 2 4-16,1 1 14 0,1 2 15 0,1 2 9 0,1 2-2 16,1 1-13-16,-1 1-21 0,-1 0-9 0,2 2-4 0,-1 1 1 0,0-1 6 15,-2-1 0-15,0 0 1 0,0-1 5 0,-1-1 0 0,1 0 4 0,-2-1 9 16,2-1 3-16,1-1 12 0,1-2 18 0,0 0 16 0,0-2 16 16,1-1 14-16,-1-3 6 0,0-1-6 0,-1-2 31 0,1-2-19 0,0-2-14 15,-2-2-4-15,1-1-54 0,-1-2-7 0,0-1-8 0,0 0-10 16,-2-2-8-16,0-2-3 0,1-1-3 0,-2 0 0 0,-2 0 0 0,0-1-1 15,-1-2-6-15,-2 1-4 0,-1-1-6 0,-2-2-3 0,0 1-5 0,-2 1-44 16,-2-1-6-16,-2 1-2 0,-2 1 3 0,0 2 41 0,-1 1 1 16,-2 2-3-16,-2 1-6 0,-1 3-8 0,2 1-9 0,-3 2-7 0,0 2-14 15,0 2-8-15,0 1-18 0,-2 2-23 0,1 2-32 0,0 0-44 0,-1 2-49 16,1 1-38-16,1 1-28 0,-1 1-14 0,2 1-34 0</inkml:trace>
  <inkml:trace contextRef="#ctx0" brushRef="#br0" timeOffset="81350">27026 9000 2345 0,'-13'0'152'0,"-2"2"-141"16,-2 2 1-16,4 1-4 0,3 3 10 0,2 2-4 0,1 1-8 0,2 2 2 16,-1 1 0-16,1 2-5 0,1 1 5 0,-1 2-8 15,0 1-1-15,-1 2 4 0,1 0 0 0,0 1 3 0,1 0 2 0,1-1-6 0,0 2 6 16,2 1 2-16,0 0-6 0,2 1 8 0,1 1-9 0,1 0 0 0,1-1 3 16,2-2-17-16,1 0 6 0,1-4 5 0,1 0-1 0,-1 0 14 15,2-3-4-15,2-1-5 0,0-1 0 0,-1-1 0 0,-1 0-1 0,2-3-2 16,-1 1-1-16,2-2-3 0,-2-1 0 0,-1-1 0 0,0-2-2 0,-1 0-3 15,-1-3 0-15,-1 0-16 0,-1-2-10 0,0-2-28 0,-2 0-39 16,1-3-40-16,0 1-56 0,-2-3-43 0,1-2-64 0,0-2-60 0,0-3-53 16,0-1-183-16</inkml:trace>
  <inkml:trace contextRef="#ctx0" brushRef="#br0" timeOffset="81550">26934 9134 1487 0,'-8'-13'198'15,"1"0"-160"-15,-1-4 17 0,3 5 12 0,4 3 5 0,1 3-6 0,2 1-20 0,2 1-9 16,0 1-13-16,1 0-5 0,0 1-2 0,0 0-2 0,0 1-2 0,0 0 1 16,1 0-4-16,0 0-1 0,0 2-2 0,1-1 1 0,0 1-4 0,1 0-2 15,-1 0-4-15,3 0-4 0,1-1-1 0,2 0 0 0,0 0-2 16,0 0-7-16,0 0 0 0,2-1-3 0,1 0-12 0,0-1-2 0,0 0-7 16,1 1-10-16,-1-1-13 0,-1 0-21 0,2-1-21 0,-1 1-21 0,-1 0-32 15,-1 0-26-15,-1 3-36 0,-2-1-41 0,-2 2-39 0,-2 2-92 16</inkml:trace>
  <inkml:trace contextRef="#ctx0" brushRef="#br0" timeOffset="81683.05">26943 9374 961 0,'2'0'239'0,"2"0"-191"0,4-1-7 0,2 1 3 0,4-1 2 16,1-1 1-16,4 0-16 0,2-1-9 0,0 0-9 0,3-1-6 0,-1 0-5 15,-2 0-3-15,2 0-2 0,-2 1-1 0,1 0-9 0,-1 0-20 16,-1 1-43-16,1-1-43 0,0 1-43 0,-1 0-56 0,0-2-87 0,0 1-148 15</inkml:trace>
  <inkml:trace contextRef="#ctx0" brushRef="#br0" timeOffset="81983.02">27534 9320 1412 0,'-6'8'124'0,"0"2"-50"0,-2 4 20 0,4-1 18 0,4-1 11 0,1 1 0 15,2 0-23-15,2 0-21 0,0 0-16 0,2-2-12 0,1 0 1 0,2-1-2 16,1 0-7-16,1-3-10 0,1 0-6 0,1-1 3 0,3-3-1 16,1 0 4-16,1-1 3 0,0-2-7 0,1-1-3 0,0-2-4 15,-1 1-4-15,0-3 5 0,0-2 2 0,-2-2 0 0,-1-2 0 0,0-2-10 16,0-2 0-16,-1-1-3 0,1-2 0 0,-2-1-2 0,1 1 0 0,-3-1-1 16,0 2-3-16,-3 1 0 0,-1-1 0 0,-3 1 0 0,-2 0 2 0,-1 0 1 15,-4 0-6-15,-2 0 6 0,-1 0-8 0,-4-1 5 0,-1 0 0 16,-3 0-4-16,0 0 3 0,-2 4-3 0,-2 0-2 0,0 2-2 0,-1 2-6 15,-1 2-4-15,-1 2-5 0,-1 3-4 0,-1 3 2 0,0 1-10 0,0 4-8 16,1 1-11-16,2 2-19 0,-1 2-18 0,2 0-29 0,2 1-22 16,3-1-13-16,3 2-20 0,2-1-24 0,4 0-48 0,3-1-61 0,3-3-55 15,4 0-84-15,3-2-47 0</inkml:trace>
  <inkml:trace contextRef="#ctx0" brushRef="#br0" timeOffset="82216.02">27967 8540 2049 0,'-6'-5'115'0,"1"0"-95"0,0 3 12 0,3 3 19 16,2 4 24-16,1 2 9 0,0 0 1 0,0 3-9 0,0 1-22 0,1 1-12 16,-1 4-14-16,0 2-6 0,-1 3-3 0,1 1-8 0,0 4-1 0,0 2-4 15,0 3 3-15,2-1-6 0,1 3-10 0,0 0-1 0,2 3 0 16,0 0 1-16,0 0 9 0,1 1-2 0,1-3-3 0,2 0-10 0,0-2-20 15,1-1-29-15,2-1-44 0,-1-1-42 0,0-2-35 0,0-2-24 0,2-2-30 16,0-4-45-16,1-2-29 0,1-1-34 0,0-3-32 0,3-2-14 16</inkml:trace>
  <inkml:trace contextRef="#ctx0" brushRef="#br0" timeOffset="82517.02">28521 9145 2052 0,'-5'9'58'0,"2"3"-39"16,0 3 3-16,2 1 17 0,2 1 21 0,1 2 8 0,1-1-5 0,1 0-9 15,0-1-17-15,0-1-7 0,0-2 3 0,1 0-7 0,0 0 9 0,1-3 9 16,1-1 2-16,1-3 5 0,1-1-7 0,2-1-4 0,1-3-4 16,1-1-4-16,1-3 2 0,-1-2 0 0,2-2-2 0,0-1 1 0,0-3-4 15,-1-2-1-15,2-2-6 0,-1 0-2 0,1 0-8 0,-2-2-2 16,-1 1-1-16,-1-2 0 0,-1 2 1 0,-2-2 1 0,-2-1-2 0,-1 1 1 15,-3-1 3-15,-3-2-3 0,-1 1 5 0,-3 0-6 0,-3-1-6 0,-3 0-6 16,-3 3-3-16,-3-2-1 0,-1 1-4 0,-2 3 3 0,-2 1-10 16,1 2 5-16,-2 4-8 0,0 2-1 0,0 4 2 0,-2 4-11 0,-1 3 3 15,0 2-3-15,-1 4-10 0,2 2-13 0,1 1-12 0,2 2-26 0,3 0-22 16,0 2-34-16,3-2-38 0,2 2-43 0,4-1-75 0,3-2-76 16,3 1-87-16,3-1-250 0</inkml:trace>
  <inkml:trace contextRef="#ctx0" brushRef="#br0" timeOffset="82750.02">28863 8338 2478 0,'-13'1'11'0,"-1"4"13"0,-4 4 10 0,4 6 20 0,1 2 12 0,0 2-8 15,1 5-7-15,0 1-21 0,1 4-12 0,-2 4-10 0,0 2-1 16,1 2 1-16,0 3-1 0,3 0 5 0,0 2 5 0,1 2-1 0,1-1-6 15,1 0 7-15,3 1-5 0,1-1-3 0,3 0 6 0,3-1-10 0,1 0-2 16,3-3-1-16,-1-1-5 0,2-1-6 0,0-3-4 0,-1-1-18 16,3-4-23-16,0-1-29 0,3-2-40 0,0-1-34 0,0-2-26 0,3-4-10 15,0-1-17-15,0-2-37 0,3-2-33 0,1-5-39 0,-1 0-34 0,3-2-32 16,-1-4 82-16</inkml:trace>
  <inkml:trace contextRef="#ctx0" brushRef="#br0" timeOffset="83666.02">29364 8830 6 0,'3'-5'1'0,"1"3"-1"0,0-3 1 0,0 0 5 0,-1 1 10 16,-1 0 17-16,0 0 24 0,-1 1 24 0,0 0 9 0,-1 0 20 0,-1 1 2 15,1 0-3-15,-2 1-7 0,1 0-11 0,-2 0-9 0,0 0 0 0,0 1-5 16,-1 0-7-16,0 0-7 0,0 1-7 0,0 0-9 0,-2 0-6 16,1 0-2-16,0 1-4 0,-1 0-2 0,0-1-3 0,-1 0-6 0,1 1-4 15,0-1-7-15,0 1-1 0,2 0-2 0,-2 0 1 0,1 0 0 0,-1 0 0 16,2 0-1-16,-1 0-1 0,0 1 2 0,1-1-1 0,-1 1 2 16,1 0 4-16,0-2-2 0,-1 2 3 0,1-1 2 0,1 0-2 0,0 0 8 15,0 0 0-15,-1-1-7 0,2 1 7 0,-1-1-7 0,1 0 3 16,0 0 3-16,1-1-9 0,0 1 1 0,0-1-7 0,1 0 2 0,0 1-5 15,0-1-1-15,1 0 0 0,-1 0-2 0,0 0-2 0,0 0 5 0,0 0 1 16,1-1-2-16,-1 1 8 0,1 0-6 0,1-1 4 0,-2 0-3 16,2 0-1-16,-2 0 9 0,0-1-5 0,1 1 9 0,0-1-3 0,1 0-2 15,-2 0 5-15,1-1-2 0,-2 1 2 0,1 1 2 0,0-2 2 0,-1 0 4 16,0 0-1-16,1-1 7 0,-1 0-4 16,0 0 3-16,0 0 1 0,-1 1-8 0,1-2 1 0,0 2 3 0,0 0-1 0,-1-1 1 0,0 1 1 15,0 1-4-15,0-1 5 0,1 1 2 0,0 1 0 0,0 1-7 16,1 0 1-16,-1 1 1 0,0 0-9 0,0 1 5 0,0 2-7 0,0 2-5 15,2 2 2-15,-1 2-3 0,2 3-2 0,0 0-12 0,-1 2 2 0,1 2-3 16,1 0 6-16,1 0 16 0,0 2-9 0,0-1-2 0,2-1-8 16,1 1-1-16,-1-1 1 0,2-1 1 0,0-2 1 0,2-1-4 0,0-3 4 15,0 0 0-15,0-1 0 0,0-2-1 0,0 0 3 0,0-4-3 0,-1 0 8 16,0-1-2-16,0-3-2 0,-2-1 1 0,2-1-2 0,-1-1-1 16,0-2 1-16,0-1-3 0,0 0-2 0,0-1 1 0,0-1-6 0,-2 0 3 15,1-1 0-15,0 1-4 0,0-2 4 0,-2 0 1 0,1 0 0 16,-1 1 4-16,0 0 3 0,-1 3-2 0,0-1-3 0,-2 1 5 0,0 2-1 15,0 1-3-15,-2 1 5 0,0 2-5 0,0 2 1 0,0 0 3 0,-1 1-3 16,-1 2 1-16,-1 1 4 0,1 1-4 0,-1 3 3 0,-1 0 0 16,1 3 0-16,-1 1-1 0,1 2-2 0,1 0-3 0,0-1 0 0,1 2 2 15,-1 0 0-15,2 1-2 0,1-1-4 0,0 1 8 0,2 1-6 0,0-2 0 16,1 2-3-16,1-1 0 0,0-1-2 0,2-3-2 0,-1 1-4 16,0-1-11-16,1-1-12 0,-1-1-17 0,0-2-27 0,-1 0-44 0,1-2-39 15,-1 0-40-15,1-1-50 0,0-1-45 0,-1-1-39 0,1-1-21 16,1-1-34-16,-1-1-125 0</inkml:trace>
  <inkml:trace contextRef="#ctx0" brushRef="#br0" timeOffset="83883.64">29993 8929 1691 0,'2'-1'99'0,"2"-1"-52"0,1 0 4 16,-1 2 14-16,1 1 17 0,3 1 8 0,-1 0-16 0,1 1-14 0,1-2-22 15,0 1-19-15,0-1 4 0,0 1-10 0,-1-1 4 0,1 1-3 0,-1 0-4 16,-1 0 0-16,1-2-3 0,-2 1 3 0,0-1-7 0,0 1 0 0,-1-1-9 16,-1-1-4-16,-1 1 0 0,0 0-10 0,1-1-2 0,-2 0-11 15,2-1-9-15,-2-1-14 0,0 1-30 0,1-1-20 0,0-1-29 0,0 1-40 16,0 0-64-16,-1-1-74 0,0 2-69 0,0-1-218 0</inkml:trace>
  <inkml:trace contextRef="#ctx0" brushRef="#br0" timeOffset="84050.64">30057 9138 1178 0,'2'7'120'0,"0"0"-77"0,2 3-8 0,1-1 0 0,2-2 6 15,2 1-1-15,1-3-5 0,2 0-10 0,2 0-14 0,-1-1-5 0,2-1-2 16,-2-1-3-16,1 0 2 0,1 0 1 0,-1-1-4 0,-2 1-4 16,0-2-7-16,0 1-15 0,-1-1-15 0,0 0-18 0,0 0-12 0,-1-2-16 15,2 1-9-15,-1-1-13 0,0-1-17 0,-1-1-8 0,-1 0-23 0,1-1-24 16,-1-1-8-16,1 1-69 0</inkml:trace>
  <inkml:trace contextRef="#ctx0" brushRef="#br0" timeOffset="84733.64">31070 8418 1622 0,'-8'-6'40'0,"2"1"7"0,-3-1 25 0,2 2 26 0,2 2 6 16,1 1-11-16,2 0-21 0,0 0-20 0,2 1-9 0,-1 1 3 15,0-1 7-15,1 1 5 0,0-1 2 0,1 1-1 0,0-1-9 0,0 0-3 16,2 1-4-16,0 1-6 0,1-1 0 0,2 1 1 0,2 1-3 15,2 0-5-15,1 0-7 0,4 0-8 0,0 1 2 0,2 0-5 0,-1 0 5 16,0 1-2-16,1 0-5 0,-1 1 5 0,-1 1 4 0,0 0 5 0,0 0 9 16,-1 1 3-16,-2 2-1 0,-1 0-6 0,-1 0-4 0,-2 2-2 15,0-1-2-15,-2 2 2 0,-2 2-3 0,0-1-3 0,-2 1-2 0,-1 1-3 16,0 0-1-16,-3 1 2 0,0-2-6 0,0 3-2 0,-2-1 1 0,0 1-5 16,-1 0 1-16,0 0 4 0,0 0-5 0,1-1 3 0,-1 1 0 15,1-1-4-15,2 1-8 0,-1-2-4 0,3 1 8 0,0 0 4 0,1-2 0 16,2 2 6-16,0-2-14 0,2-1-2 0,1-1 2 0,1-2-4 15,0 2-1-15,0-1 4 0,0 0-10 0,-1-2-4 0,2-2-9 0,-1 0-14 16,1-2-7-16,-1-2-12 0,1 0-14 0,0-2-11 0,-1 0-16 0,0-3-33 16,-3-1-30-16,1-1-41 0,0-3-51 0,-1-2-67 0,-2-3-68 15,-1-2-50-15,-1-3-185 0</inkml:trace>
  <inkml:trace contextRef="#ctx0" brushRef="#br0" timeOffset="84900.65">31154 8698 1323 0,'0'-1'138'0,"0"0"-63"0,2 0-1 0,1 2-1 0,1 0 5 16,2 1 3-16,1 0-17 0,1-1-9 0,1 2-18 0,-1 0-11 0,3 0 3 16,-2 0-7-16,1 0 2 0,0 0-3 0,0-2-5 0,0 1-6 15,0-1-8-15,0 0-1 0,0-1-12 0,-2 0-12 0,0-1-32 0,-2 0-50 16,-2-1-30-16,0 0-22 0,0-1-8 0,-1 0 3 0,0-1-17 0,0-1-27 16,0 0-21-16,1-2-8 0,1 0 17 0,1-2-27 0</inkml:trace>
  <inkml:trace contextRef="#ctx0" brushRef="#br0" timeOffset="85383.65">31853 8486 1049 0,'-2'0'368'0,"2"1"-309"0,-2 1 8 0,0 1 23 16,1 0 16-16,-2 2 4 0,1 1-11 0,-1 0-16 0,0 0-12 15,-2 1-3-15,0 0 6 0,0 0 4 0,0 1 3 0,-1 0-9 0,0 1-12 16,2 0-10-16,0-1-16 0,0 2 1 0,0 0-4 0,1 1-4 15,2-1 4-15,-1 1-9 0,2 1-4 0,0 2 3 0,1 2-9 0,2 0 1 16,1-1 4-16,0 1-6 0,2 0 6 0,-2 1-3 0,3 0-9 0,1 0 5 16,2 0-14-16,1-1-2 0,0-1-1 0,1 0 0 0,0 0 11 15,0 1 2-15,1-2 4 0,-1 0-10 0,-2 0 4 0,1 0-6 0,0-2 2 16,-2 0 2-16,1-1-2 0,-3-1 1 0,-2-2 1 0,0-1 0 0,-3-2-2 16,-1-2 1-16,-3-1 3 0,0-1-2 0,-1-1-1 0,-1-1-2 15,-3-1-13-15,-2-1 1 0,-2-2-8 0,-1-1 0 0,-1-2 6 0,-2-1-7 16,-3-1 7-16,0-1-1 0,1 1-1 0,-1-2 8 0,1-1-1 15,1-1 1-15,0 0 6 0,1 0-8 0,1-1-4 0,1-1-3 0,3-1-9 16,1 0-5-16,2-1-7 0,6-1 9 0,-1 2 8 0,4-1 13 0,2 2 10 16,0 0-1-16,3 2 3 0,3-1-4 0,1 1-1 0,2 1 1 15,1 0-1-15,2 1 4 0,-1 1-1 0,1-1 1 0,2 1-1 0,-2-1 4 16,-1 2 3-16,1 0 2 0,1-1 5 0,-2 1 4 0,-1-1 5 0,1-1 2 16,-1 2 0-16,-2 0 1 0,-2-1-1 0,-2 2 5 0,-4-1 5 15,0 1-1-15,-4 0 5 0,-2 0 2 0,-2 0-5 0,-3 0-5 0,-2 1-4 16,-3-1-4-16,-1 1-4 0,-1 2-2 0,-2 0-4 0,0 2-7 15,-3 0-7-15,-2 3-6 0,2 0 8 0,-3 1-5 0,0 2 3 0,1 1-6 16,-1 0-13-16,2 1-1 0,0 1-9 0,0 0-6 0,3 1-7 0,3 1-12 16,2 1-14-16,2-1-16 0,2 2-21 0,2-1-19 0,3 0-12 15,1 0-16-15,4 0-29 0,1 1-20 0,2 1-49 0,4-1-31 0,2 1-9 16,4-1-36-16,1-2-49 0</inkml:trace>
  <inkml:trace contextRef="#ctx0" brushRef="#br0" timeOffset="85666.65">32517 8499 1078 0,'7'0'113'0,"-1"-1"-27"0,-1 0 7 16,3 1 1-16,1 0-6 0,-1 1 4 0,0 1-2 0,-2 2-12 15,-2 1-1-15,1 1 3 0,-2 0 0 0,-2 2 6 0,-1 1-5 0,0 1-2 16,-3 1-3-16,0-1-7 0,-1 0-4 0,-1 2-7 0,0-1-5 0,-1 0-5 16,1 0-1-16,-1 1-8 0,1-2 4 0,0 2-4 0,-1 0-2 15,1 0-2-15,-1 0-2 0,0-2-10 0,0 1-1 0,-1-1-6 0,0-1-8 16,2-1-4-16,-1-2 1 0,0 0 2 0,1-3-5 0,2 0 1 15,-2-2-5-15,0-2-11 0,2-1-8 0,-2-2-5 0,0-2-6 0,0-2-8 16,-2-1 4-16,1-3 3 0,-2-2 2 0,0-1 13 0,-1-3 4 0,-1-1 5 16,1 0-6-16,-1-3-8 0,1 0-8 0,0 0-4 0,2-1 3 15,-1 0 0-15,0 2 5 0,0-2 1 0,1 1-2 0,-1 0 2 0,0 0-8 16,1 2-14-16,0-1-5 0,0-1-12 0,0 2-1 0,0-2-7 0,2 2-12 16,-1 2-6-16,2 0-15 0,0 1-14 0,2 2-22 0,0 4-25 15,0 1-26-15,2 3-35 0,-1 1-25 0,0 2-14 0,2 2-126 0</inkml:trace>
  <inkml:trace contextRef="#ctx0" brushRef="#br0" timeOffset="85983.29">32675 8746 909 0,'7'7'37'0,"-1"-2"3"0,2 0 65 0,0 3 21 0,3 1 10 0,1 0 4 15,1 0-53-15,0-2-9 0,-2 0 0 0,0-2 10 0,-3-1-12 16,0-2-1-16,-2 0-7 0,-1-1-5 0,-2-1 1 0,-1-1-15 0,-1 0-1 16,-1 0 0-16,0-1-6 0,-1-1 2 0,-1 0-2 0,-1-1-7 0,-1 0-5 15,1-1-3-15,-2 0-7 0,-1 0-2 0,0-2-9 0,1 1-4 16,-2-1-4-16,-2-1-76 0,1 1-5 0,-1-2-1 0,-1 0-4 0,0-1 64 15,-1 0-3-15,-1-1 1 0,-1 0-1 0,0-1 1 0,-1 0-3 16,-1 1-14-16,1-1-14 0,-1 2-13 0,-1 1-19 0,2 1-20 0,-3 2-18 16,1 2-27-16,0 2-22 0,-1 2-23 0,-1 3-16 0,-1 1-15 0,1 2-29 15,-4 3-102-15</inkml:trace>
  <inkml:trace contextRef="#ctx0" brushRef="#br0" timeOffset="86599.8">26917 10710 1869 0,'-1'1'93'0,"0"0"-17"0,1 2-5 0,2 2 4 0,2 4 18 0,2 3-1 16,4 1-18-16,0 2-18 0,3 2-24 0,-1 2 6 0,1 3 10 15,-2 0-6-15,1 3 3 0,-1 0-9 0,0 1-6 0,-1 2 3 0,-3 0-12 16,1 1 1-16,-1 2-1 0,0 2-10 0,-1-2 4 0,0 2-7 16,-1-4-3-16,0 0 2 0,0-1-11 0,-1-2 6 0,1-1-4 0,-1-1 4 15,0 0 3-15,1-3-12 0,-1-1-1 0,0-2-14 0,0-4-10 0,-1 0-6 16,0-3-8-16,0 0-8 0,-1-3-19 0,0-1-22 0,-1-3-31 15,-1-1-45-15,1-2-45 0,-2-2-48 0,1-2-60 0,-2-1-45 0,-1-3 9 16,1-3 20-16,0-1 5 0</inkml:trace>
  <inkml:trace contextRef="#ctx0" brushRef="#br0" timeOffset="86750.79">27036 11081 913 0,'-10'-11'177'0,"1"0"-35"0,-3-2 8 0,3 2 4 0,2 4 0 15,2 1-24-15,-1 2-15 0,2-1-22 0,1 1-15 0,1 0-9 0,0 1-3 16,2 0-9-16,-1 0-7 0,2 0-8 0,3-1-19 0,0-1 2 15,2 1-11-15,0-1-5 0,4 0 1 0,3-1-6 0,2 1-4 0,2-2-4 16,0 0 0-16,1 0-5 0,2-2-2 0,-1 0-1 0,1 0-8 0,1-1 0 16,-3 2-14-16,0 0-5 0,1 0-10 0,-1 1-18 0,-1 1-16 15,0 1-29-15,0 2-30 0,-3 0-31 0,0 2-36 0,-1-1-31 0,-3 1-36 16,-2 1-47-16,-1 1-175 0</inkml:trace>
  <inkml:trace contextRef="#ctx0" brushRef="#br0" timeOffset="86900.79">27164 11179 1258 0,'2'-1'107'0,"2"1"-72"15,2-1-22-15,2 0-15 0,3-1-1 0,4 0 3 0,2-2-1 0,3 1-6 16,2-1-9-16,0-1-15 0,1 0-15 0,-2-1-14 0,-3 1-19 0,1 0-14 16,-1 0-18-16,0-1-19 0,-2 0-6 0,2-1-35 0,-1 0-30 15,0 0-85-15</inkml:trace>
  <inkml:trace contextRef="#ctx0" brushRef="#br0" timeOffset="87183.79">27660 10998 718 0,'0'5'90'0,"1"1"-61"0,0 2-12 0,2 0 5 16,0 1 5-16,3 3 4 0,1 1-6 0,0 2-8 0,2 0-6 0,0 1-4 16,1-1 5-16,0 2 3 0,2-2 13 0,2 2 12 0,0-1 6 15,-1-1 5-15,0-1-3 0,0 0 0 0,0-1 4 0,0-1 3 0,-1-1-1 16,1-2 6-16,0-1 12 0,-1-1 11 0,-1-1 10 0,-1-3-2 15,1-1-5-15,1-3-16 0,-2-1-11 0,0-2-10 0,-1-1-14 0,-2-1-4 16,-1-2-7-16,-1-1-7 0,1-1 1 0,-1-2-5 0,-2 0-1 0,-1 0-3 16,-1 0-3-16,-2 1 3 0,-1-2-6 0,-2-1 3 0,-1-1-1 15,-2 0-2-15,-1-1-2 0,-1 0 7 0,-4-1 2 0,-2 1-2 0,-2-3 4 16,0 0 0-16,-3 2-3 0,2-1 3 0,-1 1 0 0,-1 1-6 0,0 4-3 16,0-1-3-16,-1 4-4 0,1 1-11 0,2 3-5 0,1 3 2 15,1 3-8-15,1 2 4 0,2 2-7 0,-1 1-14 0,1 0-5 0,2 3-21 16,1-1-16-16,2 0-26 0,2 1-45 0,2 1-61 0,2 1-71 0,2-1-75 15,3 1-42-15,3-1-5 0</inkml:trace>
  <inkml:trace contextRef="#ctx0" brushRef="#br0" timeOffset="87433.79">28074 10281 986 0,'-11'4'14'0,"1"1"-48"15,-2 3-18-15,1 1-11 0,4 1 2 0,2 2-3 0,0 0-22 0,2-2-22 16,0 1-16-16,1 0 5 0,1-2 25 0,-1 1 35 0,1-1 29 0,1-1 18 16,0-2 12-16,2-1 5 0,-1 0 12 0,1-3 17 0,2-1 19 15,0-1 19-15,1-2 7 0,-2 0-11 0,2-1-13 0,0 0-18 0,0-1-15 16,-1 0-22-16,0-1-31 0,0 0-43 0,0-1-46 0,0 1-49 0</inkml:trace>
  <inkml:trace contextRef="#ctx0" brushRef="#br0" timeOffset="97110.3">27913 10455 1125 0,'-10'-13'97'15,"1"-1"-81"-15,-3-3 11 0,4 3 12 0,1 3 22 0,0 0 12 16,2 1 0-16,1 0-5 0,1 1-12 0,0-2-9 0,-1 1-3 0,2 0 3 16,-1 0 4-16,0 1 14 0,1 1 7 0,-1 2 3 0,1 1-4 0,-1 0-7 15,2 2-8-15,0 0-1 0,1 1-7 0,2 1-6 0,-1 1-7 16,1 0-6-16,1 1 1 0,0 2-2 0,2 2 11 0,0 2-9 0,2 2-3 16,2 2 0-16,1 4-3 0,0 2 4 0,1 2-3 0,0 3-5 0,0 1-10 15,3 1-4-15,0 2 1 0,1 0-4 0,0 0-5 0,0 0 6 16,2 0-4-16,0 0 1 0,0 0 3 0,2 1-6 0,1-1 4 0,0 2-6 15,3-1-7-15,0-1 1 0,-1 1 0 0,1-2 1 0,-1 2 2 16,-1-1-6-16,-2 0-11 0,-2-3-24 0,-2-1-27 0,-1-1-23 0,-2-1-22 16,-2-2-17-16,-2 0-15 0,-3-1-27 0,-1-3-28 0,-3-2-38 0,-1 1-36 15,-2-3-35-15,-2-1-41 0,0-2-27 0</inkml:trace>
  <inkml:trace contextRef="#ctx0" brushRef="#br0" timeOffset="97459.3">28438 10839 1644 0,'-1'5'95'0,"-1"1"-77"0,1 4-8 0,2 1-4 0,1 1 3 0,2 1 6 15,3-1 5-15,-1-1 9 0,2 0 1 0,1-1-10 0,-1 0 2 16,1 0-4-16,0 0-1 0,0-1 12 0,-1 0 4 0,2-2 12 0,0 0 11 15,1-2 0-15,0-1 0 0,2 0-5 0,-2-1 0 0,2-2-4 16,0-1-4-16,0-2-5 0,0 0-5 0,-1-2 4 0,0 0-2 0,-1-1-2 16,1-2 6-16,0-1-12 0,0-3 1 0,2-1-6 0,0 1-9 0,-1-2 4 15,-2 1-7-15,0 1-2 0,-1-1 8 0,0 0-6 0,-3-1 7 16,-2 0 2-16,-1 0-5 0,-1 1 2 0,-2 0-4 0,-1-1 2 0,-2-1-6 16,-2 0-8-16,-1 1 7 0,-2 0-6 0,-2 2 13 0,-1 0-1 0,-2 2-3 15,1 1-3-15,-3 1-12 0,0 3-2 0,-1 1-4 0,2 1 4 16,-1 2-5-16,-1 0-8 0,-1 3-4 0,1 2-7 0,-1-1-14 0,0 3-17 15,0 0-25-15,1 0-27 0,1 1-31 0,1 1-29 0,2 1-34 16,2-2-42-16,2-1-41 0,2 0-37 0,2-2-31 0,2 0-54 0,1-3 96 16</inkml:trace>
  <inkml:trace contextRef="#ctx0" brushRef="#br0" timeOffset="97660.3">28817 10196 1865 0,'-3'-2'106'0,"-1"2"-72"0,0 1 10 16,2 4-3-16,1 2 14 0,0 3 13 0,0 3 7 0,1 3 9 0,0 3-13 16,1 0-14-16,0 3-8 0,1 2-5 0,-1 2 1 0,0 5-11 0,1 1-5 15,-1 2-1-15,1-1-9 0,-1 1-6 0,1-1 1 0,0 1-13 16,1-1 2-16,2 1 2 0,0-3-19 0,1 0 0 0,1-3 5 0,1 0-16 16,0-2-20-16,1 0-52 0,0-3-71 0,1-1-86 0,1-1-87 0,1-4-80 15,1 0-60-15,1-2-220 0</inkml:trace>
  <inkml:trace contextRef="#ctx0" brushRef="#br0" timeOffset="97976.3">29488 10546 1680 0,'-4'3'152'0,"-1"3"-90"0,-2 3-9 0,2 1 3 0,1 3 13 0,0-1 8 15,2 3 10-15,1-1-10 0,1 0-9 0,0-1-19 0,-1 1-7 0,1 1 3 16,2 0-1-16,-1-1-13 0,2 0-6 0,1 1-4 0,0 0-7 16,3 1 11-16,-1 0-4 0,0-1-5 0,2 1-1 0,2 0 1 0,0-3 0 15,2 2 2-15,0-1-6 0,1 1-2 0,1-4 2 0,1 1-3 16,1-2 6-16,-3 0-5 0,3-1-1 0,0 0-4 0,0-2 1 0,-1 0 3 16,-1-1-2-16,-1-2-1 0,-3 0-1 0,-3-1 0 0,-1-1 2 0,-2-1 5 15,-2 0-4-15,-2-1 1 0,0 0-1 0,0 0 2 0,-2-2 1 16,-3-1-16-16,-1-1-7 0,-4-2-17 0,-1-1-8 0,-2-1-10 0,-2-1-11 15,-1-1-2-15,-1-1-8 0,0 1-6 0,1-1-11 0,-2 1-20 16,2-1-17-16,0-1-21 0,3 1-23 0,0-1-9 0,1 2-21 0,1 1-14 16,2-2-13-16,1 1 6 0,3-2-1 0,1-1 2 0,2 1 12 0,1-2-59 15</inkml:trace>
  <inkml:trace contextRef="#ctx0" brushRef="#br0" timeOffset="98142.3">29594 10519 670 0,'1'-8'270'0,"2"-1"-107"0,0-2 4 0,0 2-16 0,0 2-3 16,-1 2-1-16,1 1-6 0,0 1 0 0,2 0-11 0,-1 1-24 0,1 0-12 15,0 1-12-15,1 0-15 0,1 1-13 0,0 0-8 0,2 0-17 0,-1 1-2 16,2-1-9-16,0 2-9 0,1-2 0 0,-1 1-9 0,2 0 1 16,-1-1-1-16,2 1 3 0,0-1-1 0,0 0-4 0,0 0-9 0,-1 1-10 15,-1-1-25-15,1 2-32 0,0 0-30 0,-1 0-33 0,0 0-28 0,0 0-23 16,-1 1-20-16,1 0-36 0,-1 2-27 0,2 1-31 0,-1-1-18 16,0 1-121-16</inkml:trace>
  <inkml:trace contextRef="#ctx0" brushRef="#br0" timeOffset="98326.3">29924 10790 1384 0,'-3'-2'115'16,"0"0"-56"-16,1 1 4 0,2 0-4 0,1 1-1 0,2-1 0 0,0 1-5 16,2 0 1-16,1-1-3 0,0-1-7 0,0 1-7 0,1-1-3 0,1 2-3 15,0-1-3-15,-1 1-13 0,1-1-12 0,2 1-1 0,-1-1-9 16,1 0 1-16,-1 0-14 0,-1 0-38 0,-1 1-38 0,0-1-48 0,-1 1-33 15,0 0-26-15,-1 0-18 0,0 1-5 0,0-1-3 0,-2 2-4 0,1 0-6 16,-1 0-24-16</inkml:trace>
  <inkml:trace contextRef="#ctx0" brushRef="#br0" timeOffset="98459.3">30031 11073 1195 0,'4'0'71'16,"0"0"-34"-16,4 0-15 0,2 0-9 0,1-1-9 0,2-2-1 0,1 1-8 15,1-2-2-15,1 0-4 0,0-2-12 0,-1 0-15 0,1-1-16 0,0-1-23 16,-1 1-28-16,-1 1-40 0,-1-1-36 0,0-1-35 0,0 0-115 16</inkml:trace>
  <inkml:trace contextRef="#ctx0" brushRef="#br0" timeOffset="99126.31">29829 10742 876 0,'-5'-1'336'0,"1"0"-260"0,-1 0-2 0,2 3-11 0,2-2 4 16,2 2 6-16,0 0-3 0,1-1-7 0,1 1-1 0,0 0-6 16,1 1 7-16,1-1-1 0,0 1-5 0,2 1 1 0,-1-1-2 0,0 0-1 15,3 1 0-15,0-1-10 0,2-1-6 0,2 1-5 0,1 0-5 0,-1 0 5 16,3-1-5-16,1 0-8 0,1 0-2 0,0 0-6 0,2 0-4 15,-2-1-3-15,-1 1-1 0,2-1-2 0,-2 0-5 0,0 0 7 0,-1 0-7 16,0 0 4-16,-1 0 1 0,-1-1-4 0,0 1 4 0,0-1-8 0,-2 0-9 16,-1 0-19-16,-1 0-30 0,0 1-32 0,-1 0-49 0,-2-1-36 15,-1 1-39-15,-1 1-44 0,-1 0-24 0,-1 1-26 0,-2 0-31 0,0 0-112 16</inkml:trace>
  <inkml:trace contextRef="#ctx0" brushRef="#br0" timeOffset="99343.3">29921 11127 1137 0,'1'-1'386'16,"0"0"-292"-16,1 1-30 0,1-1-28 0,0 0 7 0,2 1 5 16,2-1 15-16,0 0-2 0,1 1-6 0,0 0-6 0,-1-1-12 0,-1 1 2 15,1-1-3-15,0 1-10 0,0-1-6 0,0 0-9 0,0 0-4 0,0-1 3 16,-1 1-7-16,1-1-1 0,-2 0-2 0,0 0-2 0,1-1 2 15,-1-1-12-15,0 1-15 0,1-2-34 0,-2 1-36 0,1-1-40 0,-1 0-41 16,0-1-32-16,-1-1-17 0,0 0-17 0,-2-1-11 0,0-1-29 0,-1 1-124 16</inkml:trace>
  <inkml:trace contextRef="#ctx0" brushRef="#br0" timeOffset="99759.31">29561 10561 1213 0,'-11'1'74'0,"0"1"-40"16,-2 2-3-16,3 1 8 0,2 1 17 0,2 0 17 0,0 1 4 15,1-1 4-15,1-1-7 0,2 2-6 0,-2-2-9 0,1 1-2 0,-1 1-4 16,2 0-3-16,-1 0 1 0,1 1-11 0,0-1 5 0,1 2-8 15,1 0-3-15,-1 1-3 0,2 0-10 0,0 0-3 0,1 1-6 0,1-1-13 16,0 2 5-16,1 0-1 0,0 0-3 0,1 1 15 0,1-1-10 0,0 1-4 16,0 0 8-16,1 1-4 0,1-3 1 0,1 2 0 0,1-2-3 15,0 1 0-15,2-1 0 0,1 1 2 0,-1-3 0 0,2 2-1 0,-2-2 1 16,2 0-2-16,-1 0-5 0,0 0 2 0,1-2 3 0,-2 1 0 0,0 0 5 16,-1 0-3-16,-1 0-4 0,-1 0 5 0,0-1-4 0,-2-1 0 15,0 1 2-15,-1-2 1 0,0 0 3 0,-2 1-4 0,-1 0 1 0,-1-1 1 16,-2 0 5-16,0 1 6 0,-1-1-3 0,-3 1 3 0,0 0-2 15,-2-1-11-15,-2 0 7 0,-1 1-4 0,0-1-7 0,-3 1 1 0,-1-1-5 16,-3 1-1-16,1 0-3 0,-4-1-2 0,1 1-2 0,-1 0-4 0,2 0 2 16,-2-1-3-16,0 0-8 0,2 0-12 0,-1 0-15 0,2-2-20 15,0 0-13-15,2-2-14 0,-1-1-25 0,2-1-21 0,1-3-40 0,3 0-46 16,0-3-38-16,0-3-24 0,2 0-96 0,-1-5-18 0</inkml:trace>
  <inkml:trace contextRef="#ctx0" brushRef="#br0" timeOffset="99909.31">29574 10473 1714 0,'-1'-9'66'0,"1"-2"-8"0,2-2 11 0,1 4 11 0,0 3-1 15,2 0-10-15,0 3-18 0,0 1-6 0,0-1-8 0,0 2-20 0,-1 1-4 16,1-1-7-16,1 1-3 0,0-1 2 0,0 1-7 0,1 0-2 0,1 0-5 16,0 0-21-16,1 0-37 0,-2-1-54 0,2-2-62 0,0 1-60 15,-2 0-50-15,2-1-30 0,-1 1-24 0,1 0-51 0</inkml:trace>
  <inkml:trace contextRef="#ctx0" brushRef="#br0" timeOffset="102409.88">30793 10317 504 0,'-9'-2'360'0,"0"-1"-305"0,1-1-6 16,2 2-1-16,1 1 2 0,3 0-4 0,0-1-6 0,0 1-12 0,1 0-14 15,0 0-5-15,0 0-9 0,0 0 3 0,-1 0 1 0,2 0-4 16,-1 0 0-16,1 0-2 0,-1-1 1 0,0 1 4 0,-1-1 0 0,1 2-2 15,0-2-1-15,-2 1-1 0,2-1 1 0,0 0 0 0,1-1 0 0,1 1-5 16,-1-1 3-16,1 1-3 0,0-1 2 0,1 0 3 0,0 0-4 16,0-1 4-16,2 0 0 0,-2 1 3 0,1-1-2 0,0 1 7 0,-2-1-2 15,2 1 0-15,-2 0 8 0,1 2-7 0,0 0 7 0,-1 0 2 0,0 2 2 16,-1-1 7-16,-1 1-4 0,0 0 7 0,1 1-9 0,-2 1 0 16,0-1-1-16,1 1-7 0,-2 0 2 0,0 2-7 0,-2-1 2 0,0 2-2 15,0-1-2-15,0-1 5 0,0 1-3 0,0-1 3 0,0 0 5 16,0 0 1-16,1-2 10 0,1 1 8 0,0-1 10 0,-1 0 11 0,0-1 3 15,1 0 5-15,1 0-1 0,0-1-3 0,-1 1 3 0,0-1-5 0,0 1-4 16,1-1-6-16,-1 0-8 0,1 0-3 0,0 0-1 0,0 0-11 16,-1 0 4-16,0 0-6 0,-1 1-4 0,1 0 5 0,-1 0-2 0,0-1-5 15,1 1 5-15,-1 0-11 0,0 1 5 0,1 0-2 0,-1 0-1 0,0 1 2 16,1-1-6-16,-1 2 4 0,-1 0 0 0,2 0 0 0,-1 1 0 16,2 0-2-16,0 1 2 0,0 0 0 0,0 1 0 0,1 0 0 0,0 1-1 15,2-1-4-15,0 2 9 0,3-1-3 0,2 1 4 0,1 0 2 0,2 1-4 16,1 1-1-16,3 1 2 0,2-2-4 0,2 1-4 0,3-1-1 15,0 1 4-15,3 0 0 0,0 0 1 0,0 0-8 0,2 0-3 0,0 1 2 16,1 2-7-16,-1 0 12 0,-2 1-2 0,2 0-4 0,-3-1-1 16,0 0 0-16,-2-1 0 0,-2-1 2 0,0 0 0 0,0 1 1 0,-1-1-3 15,-1 0 6-15,-2-1 6 0,-3-1-10 0,-1-1 9 0,-3-1 4 16,-2-1 6-16,-2 0 13 0,-1-1-2 0,-1 0-5 0,-2-1-2 0,-2-1 4 16,-1 0-4-16,-2 0 5 0,-1 0-8 0,-3-1-13 0,-1-1 1 0,-3 0-5 15,-2-1-1-15,-3-1-4 0,-1-1-7 0,-2-1-5 0,0-1 3 0,-1 0-1 16,-1-1-8-16,-2-1-2 0,2 0-2 0,-3 1 1 0,1-1 11 15,1-1 5-15,-1 1-12 0,3 1 10 0,-2 0 6 0,2 0 1 0,1 0 5 16,-1 0-4-16,2-2-4 0,1 0 3 0,1 1 0 0,2 0 2 16,1-1-2-16,3 1-2 0,2-1 5 0,1 0 1 0,4-1 4 0,1 0-6 15,2-1-2-15,2-2-4 0,2-1-4 0,2-2 6 0,2-2 1 0,3-1-4 16,2-1 3-16,1-2 2 0,4 0 3 0,0-1 4 0,3-1 0 16,2-1 1-16,1-1 2 0,1-2 1 0,2 0 7 0,-1 0 5 0,1 0 7 15,0 3-2-15,-1-1 0 0,0 1 3 0,-3 2-5 0,0-1-3 0,-2 1 0 16,-3 3-7-16,-2 0 7 0,-2 1-3 0,-4 0-10 0,-2 2 3 15,-4-1-6-15,-1 1 20 0,-3 2 3 0,-2 0-4 0,-3 0-5 0,-2 0-17 16,0 1 0-16,-5 1 1 0,0 0-5 0,-2 3-2 0,-1 0-3 16,-1 1 1-16,-3 2-1 0,1 1-4 0,0 2-2 0,-1 2-2 0,2 1-1 15,-2 2 7-15,1 0 3 0,1 2-10 0,0 1 3 0,1 2-14 0,1 2-9 16,2 1 4-16,0 1-16 0,2 1-14 0,2-1-19 0,0 4-17 16,4 0-6-16,1 0-23 0,3 1-25 0,3 1-51 0,2-1-60 0,4-1-41 15,2 0-51-15,5-1-38 0,3-1-6 0,3-2-124 0</inkml:trace>
  <inkml:trace contextRef="#ctx0" brushRef="#br0" timeOffset="102709.88">31391 10374 1436 0,'-2'4'50'0,"-1"3"-7"0,-1 2 19 15,2 4 25-15,2-1 28 0,-1 1 10 0,2 1-7 0,-1 0-21 0,1-1-17 16,1 2-17-16,0 1-5 0,0-1-5 0,4 0-5 0,-1 2-3 15,1-2 0-15,1 1 14 0,0-3 1 0,3 1 2 0,0-1-3 0,2-1-3 16,2 0 2-16,1-3 1 0,-1 0 3 0,1-1-4 0,1-3 1 16,0-1 1-16,-2-2 2 0,-1-1-5 0,2-2-3 0,-4 0 0 0,1-3-2 15,-1 0 3-15,-4-1-3 0,2-1-1 0,-1-1-8 0,-2 0-9 0,0-2-7 16,-1-1-6-16,-1-1-6 0,-1-1 2 0,-1 0-5 0,-3-1 1 16,-1-2 1-16,-1-1-9 0,-3 0 3 0,-1-1-6 0,-3-2 0 0,-1-1 0 15,-2 1-4-15,-1-2-10 0,-2 0 1 0,-1 3-6 0,1 1-3 0,-4 3-5 16,1 4-13-16,-1 1 2 0,-1 3-18 0,0 1-18 0,-1 1-9 15,0 3-25-15,3 3-19 0,-1 1-19 0,2 1-26 0,0 0-29 0,3 1-46 16,2 1-41-16,3 0-58 0,3 1-54 0,3 0-33 0,4-1-5 16,5 0-45-16</inkml:trace>
  <inkml:trace contextRef="#ctx0" brushRef="#br0" timeOffset="102992.88">32512 10320 963 0,'3'-1'238'0,"-1"1"-207"0,1-1 0 16,1 0 30-16,0 0 42 0,1 0 28 0,-2 0 11 0,1 1-10 0,-1-1-16 15,-2 0-5-15,0 1-5 0,0-1 5 0,-3 0-6 0,-1 0 0 0,-2 0-3 16,0 1-12-16,-3 0-5 0,-2 1-4 0,-1 1-4 0,-2 0 2 16,-2 2-5-16,-1 1-6 0,-2 1-2 0,-2 1-9 0,0 0-3 0,-3 1-1 15,-1 1-17-15,1 2-3 0,-2-1-13 0,1 2-9 0,0-1-3 0,1 0-5 16,1 1-3-16,0 0 0 0,2 0 2 0,2 0 4 0,-14 8-6 15,10-2-37-15,6-4-11 0,6-5-19 0,5-2-7 0,-2-1 19 0,2-2-10 16,2-1-3-16,-1-1-9 0,6-2-14 0,-3-1-17 0,2-2-20 16,2-2-29-16,-2-1-31 0,2-4-31 0,-1-3-22 0,1-3-2 0,1-3 45 15,1-2 23-15,2-4 21 0,-4 12 7 0,2-2-24 0,0-1-10 0,1-4-20 16,0 1-129-16</inkml:trace>
  <inkml:trace contextRef="#ctx0" brushRef="#br0" timeOffset="103159.88">31974 9698 912 0,'-8'-5'75'16,"-1"2"5"-16,-1-1 22 0,2 3 10 0,3 2 3 0,0 0-13 0,1 2-23 16,2 0-20-16,-2 2-14 0,2 1-13 0,1 0 3 0,-2 2-1 0,2 0 1 15,1 1 1-15,1 0-6 0,2 2-4 0,0 1-5 0,2 0-3 0,-2-1-5 16,1-1-5-16,1 0-2 0,0-1-10 0,0 1-26 0,0-1-46 16,-1 0-72-16,1 1-69 0,1-1-57 0,-2 1-36 0,1 0-21 0,1 1-126 15</inkml:trace>
  <inkml:trace contextRef="#ctx0" brushRef="#br0" timeOffset="103342.88">32586 10420 1447 0,'0'3'116'0,"2"-1"-35"16,0 1 18-16,0 2 24 0,1 0 5 0,0 2-3 16,1 0-16-16,1 0-27 0,-1 0-23 0,0-1-16 0,-1 0-14 0,1 0-7 0,-2-1-4 15,0-1-5-15,-1-1 1 0,0 0-2 0,0-2-5 16,-1 0-1-16,-1-1-4 0,0-1-13 0,-1-1-8 0,-1-1-17 0,-1-1-12 0,1-2-12 15,-2 0-13-15,0-1-9 0,0 0-12 0,1-2-7 0,-1 0-7 0,1-2-7 16,-1 0-5-16,1-1-11 0,0 0-17 0,2-3-14 0,-1-1-28 16,0-1-23-16,2-1-32 0,0-2-133 0</inkml:trace>
  <inkml:trace contextRef="#ctx0" brushRef="#br0" timeOffset="107676.1">23320 5640 2328 0,'-20'-48'1007'0,"5"8"-990"0,0-1-10 0,11 18-16 0,10 13-22 0,5 2-14 16,7 2-3-16,3-3 7 0,3-1 13 0,3 0 16 0,-1-2 3 15,0 1 6-15,-1 2 3 0,1-2-2 0,0 1 2 0,0-1 0 0,1 0 0 16,-2 0 0-16,1 1 0 0,-2-1 0 0,-1 1 0 0,1 0 0 15,-1 0 2-15,3 0 0 0,1 2-6 0,1-2 4 0,1 2 0 0,0 0 0 16,2 1 0-16,1 1-2 0,0 1-3 0,1 0 3 0,0 2-1 0,-1 1 1 16,1 2 6-16,0 3-4 0,0 2 1 0,4 2-2 0,-2 2-5 15,0 4 1-15,-1 2 3 0,-2 2-1 0,2 5-2 0,-2 3 1 0,1 1-1 16,0 5-2-16,0-1 5 0,-1 2-5 0,0 0 2 0,-2 1 2 0,0 2-6 16,0 0 6-16,-1 2-10 0,-2 1 3 0,2 3 7 0,-3 2-6 15,0 1 9-15,-1 0 0 0,-3 1-3 0,-3-1 1 0,-4 0 0 0,-5 0 1 16,-2 0-1-16,-4-4-2 0,-4-1 3 0,-4-1-6 0,-4-1-2 15,-4 0 1-15,-8-3-9 0,-4 0 5 0,-4-1-5 0,-5-2 5 0,-3 1 12 16,-4-3-3-16,-6-2 1 0,-3-3 0 0,-5-3-1 0,-2-2 1 0,-4-2-3 16,-1-5 2-16,-3-1 1 0,-2-5 0 0,1-3 7 0,-1-3 2 15,1-5 2-15,2-2 4 0,2-3 2 0,3-2 2 0,5-3 2 0,4-3-5 16,3-1-4-16,4-4-5 0,1-3-3 0,3-3-5 0,1-3-13 0,3-1 4 16,5-3-10-16,4-1-9 0,2 0 1 0,4-3-17 0,4 2-8 15,3 0-12-15,4-1-30 0,3-1-46 0,3-1-52 0,4-3-73 0,5 0-113 16,5-2-117-16,5-4-340 0</inkml:trace>
  <inkml:trace contextRef="#ctx0" brushRef="#br0" timeOffset="108626.98">29746 3817 1910 0,'1'-3'23'0,"1"0"-65"0,1 2 4 0,2 4-2 0,3 0 9 16,1-1 9-16,1 2 8 0,0 0-2 0,2 1 4 0,1 1 7 0,0 0-4 15,3 1 8-15,0-2 3 0,2-1 0 0,1-1 5 0,-1 0 1 0,2 0 0 16,3-1 4-16,0 0 3 0,5-1 0 0,1-1 3 0,3-1 6 16,2 0 2-16,2 0 13 0,2-1 0 0,4 0 8 0,1-1-1 0,0 1 2 15,2 0 3-15,1-1 0 0,2 0 4 0,2 0-1 0,2 1-3 16,1-1-4-16,0 1-5 0,3 0-5 0,2 0 7 0,3 1 3 0,2 1 0 15,1 0 3-15,3 0-8 0,-1 1 5 0,1-1-5 0,-1 1 5 0,-1 0-4 16,0 0 4-16,-2-1-3 0,-1 1-9 0,-4 0-7 0,-4 1-16 16,-3-1-4-16,-1 1-8 0,-1 0-1 0,-4 0-4 0,-2 1-13 0,-6-2-12 15,-1 0-33-15,-4 0-41 0,-4-1-59 0,-5 0-74 0,-3 0-96 0,-3 0-138 16,-5 0-180-16,-5-1-60 0</inkml:trace>
  <inkml:trace contextRef="#ctx0" brushRef="#br0" timeOffset="109942.93">10470 9165 1331 0,'-23'-25'0'0,"-1"0"46"0,-1-4-8 0,9 10-1 15,7 7-14-15,4 2-22 0,2 2-10 0,2 1-14 0,3 1-11 0,2 1 0 16,4-2-2-16,2 2 4 0,2 0 6 0,5-2 7 0,4 0-1 16,2 1 5-16,2 0 2 0,3 3-2 0,-1 0 1 0,2 1-2 0,1 2-4 15,1 1 4-15,0 2 4 0,1 1-3 0,1 1 6 0,1 3 1 0,-1 1 1 16,1 2 5-16,0 1 4 0,1 1 1 0,0 0 3 0,0 2 4 15,0 0 5-15,-3 1 5 0,0 1 2 0,-2 2 0 0,1 1 3 0,-4 1 0 16,-1 0 3-16,-1 1 3 0,-3-1-4 0,1 1 6 0,-4 0 8 0,0 2-1 16,-1 0 4-16,-3 2-1 0,-1 0-3 0,-2 2-2 0,-2 0-4 15,-2 2-2-15,-2 0-2 0,-3 3 3 0,-3 0-2 0,-2 3-6 0,-4-1-10 16,-4 2-11-16,-2 1-3 0,-6 1 0 0,-2 3-1 0,-6-2 8 0,-3 0 0 16,-4-1-4-16,-1-1 2 0,-5 0-4 0,-1-2 0 0,-2-2-2 15,-2 0 0-15,-3-1 5 0,0-1 3 0,0-3 7 0,0-2 0 0,5-5-2 16,2-3-2-16,2-3 0 0,4-4-1 0,3-3-6 0,3-4-19 15,2-1-53-15,4-2-100 0,2-1-114 0,3-3-117 0,3-1-347 0</inkml:trace>
  <inkml:trace contextRef="#ctx0" brushRef="#br0" timeOffset="120044.37">23768 5857 453 0,'-3'-4'27'0,"1"1"-16"0,-1-2 0 0,2 1-1 0,1 0-1 16,0-1 2-16,0 2 1 0,1-1 3 0,0-1 4 0,-1 1 0 0,1 1 6 15,0 0 5-15,-1-1 7 0,0 1 6 0,0-1 1 0,-1 0 0 0,0 0 0 16,1 0 0-16,-1 1-4 0,1-1 1 0,0 1 2 0,1 0-5 16,0 1 4-16,1 0-1 0,0 0-4 0,1-1 7 0,1 0-5 0,0-1 4 15,2 1 6-15,1 0 0 0,1-1 5 0,2 0 0 0,0-1-2 0,1 1-4 16,2 0-2-16,3 0-1 0,0 1-8 0,1 0-5 0,1 1 2 15,1 0-8-15,-2 1 3 0,3 1 0 0,0 0 3 16,-2 1 1-16,1 0 2 0,-1 1 0 0,-1 1-4 0,-2 0-7 0,0 2-2 0,0-1-4 16,-3 2-3-16,-1 0-2 0,0 0-7 0,-1 0-2 0,-2 1 2 0,-1-2 0 15,-2 1 0-15,-1 0 4 0,0 1-6 0,-2 0 5 0,0-1-2 0,0 0 2 16,-1-1 0-16,0 1-2 0,-1 0-2 0,0 1-2 0,0 0-3 16,-2 1 3-16,2 0 0 0,-3 2-5 15,-1 0 5-15,-1 1-6 0,0-1 2 0,-2 1 5 0,0 1 1 0,-2 0-1 16,-1 2 1-16,0-2-4 0,-1 2 2 0,0 1 3 0,-1-2-3 0,0 1 5 0,2 1-4 0,-2-1-1 15,1 0 0-15,1-2-1 0,-1-1 2 0,2-1 1 0,1-1 2 0,2 0-1 16,0-1-3-16,2-1 6 0,2-1-4 0,1-1 1 0,4-3 7 16,1 0 7-16,2-1 2 0,1-1 1 0,2-1 3 0,2 0 3 0,2-1 3 15,2-2 2-15,2-1-1 0,2-1-4 0,2 1-3 0,2-1-10 16,1 1-2-16,1-1-1 0,0-1-5 0,1 0 0 0,-2 1-4 0,3 0-12 16,0-1-9-16,-1 1-18 0,0-1-29 0,-1 1-36 0,0 1-44 15,-1-1-47-15,1 1-77 0,-1-1-91 0,0 1-53 0,0 0-23 0,1 0-105 16</inkml:trace>
  <inkml:trace contextRef="#ctx0" brushRef="#br0" timeOffset="124611.27">24270 15301 2374 0,'-4'0'92'0,"0"0"-25"0,0-1-8 16,2 0-19-16,3 0-26 0,1-1-8 0,1 0-2 0,2-1-8 0,2-2 3 15,2 0-6-15,2-2 4 0,1-1 5 0,2 0 1 0,2-1 3 16,-1 0-6-16,1 2-3 0,2-2-13 0,0 1 8 0,2 0-3 0,-3 0 6 16,3 3 8-16,0 0-6 0,-1 2 10 0,2 1-7 0,-1 0 3 0,0 2 0 15,0 1-5-15,0 2 4 0,-2 1 1 0,1 0-1 0,-2 2 4 0,-2 1-3 16,0 2-4-16,-1 0-4 0,0 1-8 0,-3 2-8 0,-2 1-2 16,1 1-3-16,-4 1-5 0,0-2 6 0,-2 1 1 0,-3 1 3 0,-1-1 1 15,-3 0-8-15,-3 2-1 0,-2-1-4 0,-3 2-9 0,-1-1 3 16,-4 1-3-16,0 1 6 0,-2 1 15 0,0 0 8 0,-2 0 6 0,1-1 4 15,1-2 2-15,0 0 2 0,3-1-1 0,2-1 2 0,3-3 1 0,3 0 0 16,1 0 2-16,2-2 3 0,3-2-4 0,0-1 5 0,3-1-2 16,1 0 5-16,2-2 5 0,1 1 1 0,2 0 8 0,1 0 4 0,3 1 2 15,1 1 4-15,3-1 2 0,-1 2 3 0,0 0 4 0,2 0 3 16,-1 1 0-16,-2 0 1 0,2 2 4 0,1 1-1 0,-1 0 2 0,3 1 5 16,-1-1-12-16,1 0-10 0,-1 1-5 0,-1 1 9 0,2 2 2 0,-1 1 2 15,-2 2 2-15,1 1-14 0,-1 0 1 0,-1 2-9 0,-2 1 5 16,-1-1-7-16,-2 0-3 0,-3-1 1 0,-1 0-17 0,-4 1 5 0,-1 0 2 15,-3 1-11-15,-3 0 5 0,-1 1-5 0,-2-3-5 0,-3-2-4 0,-1-1-24 16,1-2-19-16,-2-4-15 0,1-1-19 0,-1-3-25 0,1-3-51 16,0-3-59-16,0-4-75 0,-1-3-81 0,2-6-88 0,0-6-87 0,2-8-153 15</inkml:trace>
  <inkml:trace contextRef="#ctx0" brushRef="#br0" timeOffset="124961.78">24215 15003 2649 0,'-38'33'140'0,"-1"3"-58"0,-6 11-18 0,8 3-5 15,7 1-5-15,4 4-15 0,3 5 0 0,2 5-22 0,2 4-3 16,6 2-7-16,-1 3 6 0,1 1 1 0,3 2-7 0,1 1 2 0,5-1 5 16,1-2-2-16,3-1 1 0,4-5-4 0,5-2-4 0,4-6-1 0,6-4 10 15,2-5-23-15,8-3 11 0,5-4-2 0,7-3-4 0,5-3 20 16,5-4-28-16,4-3-4 0,4-5 1 0,4-2-17 0,3-5 13 0,3-5 5 15,3-3 3-15,0-3 11 0,2-4-8 0,1-4 1 0,-1-3 3 0,1-2-1 16,-2-4 5-16,-3-3-5 0,-1-2 8 0,-2-6 2 0,-2-3 13 16,-3-5-6-16,0-7 6 0,-3-5-1 0,-2-6-4 0,-3-6 12 0,-3-1-22 15,-2-4 15-15,-4-2-4 0,-3-3-3 0,-4-4 7 0,-4-1-7 0,-4-1 9 16,-6 0-11-16,-3 0 0 0,-6-3 5 0,-5-2-1 0,-4 0 2 16,-5-4-8-16,-6 1-7 0,-3-1-2 0,-7-1 8 0,-5 0-3 0,-4 3-5 15,-6 1 8-15,-2 3-10 0,-6 3 4 0,-4 5 8 0,-5 3-10 0,-5 5-2 16,-5 5-10-16,-4 2-14 0,-6 7-6 0,-4 4-9 0,-4 2 0 15,-2 7-4-15,-3 5-14 0,-1 7-7 0,-1 6-5 0,-1 8-7 0,2 9 10 16,0 8-41-16,1 7-52 0,0 7-76 0,1 6-142 0,0 3-278 0,3 3-294 16</inkml:trace>
  <inkml:trace contextRef="#ctx0" brushRef="#br0" timeOffset="125810.78">18408 2927 3216 0,'-2'-9'17'0,"0"3"-22"16,1 1-25-16,5 11-12 0,3 7-2 0,3 4 9 0,2 3 9 0,0 3 7 16,0 1-1-16,-2-1-8 0,-1 4-1 0,-2 1-3 0,-1 1-3 15,-2 2 1-15,0 0 1 0,-1-3-10 0,-1 0 0 0,0 0-2 0,0-3-9 16,-2 1-9-16,2-4-13 0,0 0-6 0,0-2-5 0,1-4 6 16,0-1 8-16,1-4 1 0,0-2-4 0,0-3-13 0,1-2-16 0,-1 0-11 15,-1-3-20-15,1-1-21 0,-3-1-28 0,0-1-37 0,0 0-23 0,-2 0-14 16,0-1-152-16</inkml:trace>
  <inkml:trace contextRef="#ctx0" brushRef="#br0" timeOffset="126161.78">17822 2809 2891 0,'-17'-29'131'0,"2"3"-128"0,1-4-20 15,8 12-29-15,7 6-12 0,4 2 0 0,2-1 6 0,6-1 14 16,2-1 12-16,3-2 7 0,1 2 14 0,3-1 11 0,2 1-2 0,2 1 4 16,3-2-7-16,1 0-4 0,3 2 1 0,2 1 4 0,1 2-12 15,3 2 9-15,-1 2-6 0,3 3 1 0,-1 2 4 0,1 3-4 0,1 2-1 16,-1 4-1-16,2 2 0 0,0 4 0 0,2 3-2 0,0 1-9 0,-1 3-2 16,2 3 4-16,1 2 1 0,-1 5-2 0,1 1 2 0,-3 2-4 15,2 0 0-15,-3 1 6 0,-1 1-2 0,0 0 1 0,-4 2-1 0,-1-3 2 16,-5-1 0-16,-3-2 4 0,-6 1-1 0,-4-3 3 0,-5 0-7 0,-7 1 1 15,-3-3-10-15,-5-1-3 0,-5 2 11 0,-4 1 2 0,-8 2 10 16,-5 3 4-16,-7 1 0 0,-6 1 0 0,-4 1 4 0,-4 0 1 0,-3-1 5 16,-3-3 2-16,-4-2 6 0,-2-6 6 0,-3-2-1 0,-3-5-2 15,0-1 2-15,-2-4-3 0,0-3 5 0,0-5 9 0,0-4 4 0,2-5 12 16,3-3 16-16,2-5 0 0,2-5-4 0,4-3-7 0,4-3-24 0,1-5-16 16,7-4-15-16,3-8-18 0,2-3-22 0,6-4-19 0,4-3-21 15,5 0-48-15,8-1-59 0,4-2-84 0,4-3-175 0,5-4-213 0,5-5-92 16</inkml:trace>
  <inkml:trace contextRef="#ctx0" brushRef="#br0" timeOffset="127846.01">19373 2617 1210 0,'-7'-4'603'0,"2"2"-567"0,1 3-24 0,3 5-23 0,3 3 1 0,2 3-4 16,-1 2 10-16,1-1 3 0,0 3 0 0,1-1 3 0,-1 4-4 0,0-1 3 16,1 4 0-16,0 1-2 0,0 1 2 0,1 2 1 0,0 1-1 15,0 2 4-15,-1 0-1 0,0 1 3 0,0-1-2 0,0-1 3 0,0-2 10 16,1 2-2-16,-2 0 5 0,2 0 0 0,-2 2 7 0,0-1 3 15,0-1-8-15,-1 0 3 0,0-1-7 0,-1-2 3 0,0 2 5 0,0-4-3 16,-2 1 1-16,1-1 1 0,0-3-2 0,1 0-1 0,-1-2 2 0,1-3-1 16,1-1 0-16,0-2 8 0,0-1-8 0,2-1 6 0,-1-3 1 15,3 0-6-15,0-2 6 0,1 0-8 0,0-1 2 0,1-1-6 0,0-1-3 16,1-2-7-16,2 0 4 0,-1-2 0 0,2-2-9 0,1 0 4 0,1-1-8 16,1 1 2-16,1-2 3 0,-1 1 0 0,2-1-4 0,0 0 2 15,-2 0-3-15,0 0-4 0,-1 1 5 0,0-1 2 0,-2 2-3 0,0-1 4 16,0 1-6-16,0-1-4 0,0 0-1 0,-1-1-1 0,1 1-1 0,-1-1-12 15,1 0 0-15,-2-1-13 0,-1-1-22 0,0-2-24 0,1 0-30 16,-2-3-25-16,0 0-17 0,-1-3-19 0,-1 1-26 0,-2-3-25 0,-2-3-16 16,-2 1-3-16,-2-3-3 0,-2-2 7 0,-1-1-107 0</inkml:trace>
  <inkml:trace contextRef="#ctx0" brushRef="#br0" timeOffset="128078.01">19372 2587 1433 0,'-9'-11'828'0,"1"0"-779"0,-1 1-23 0,7 6-31 16,5 2-8-16,4 2-1 0,2-1 4 0,3 0 4 0,3-1 4 15,1 0 4-15,1 0-2 0,2 0 3 0,1-1 0 0,1 1 0 0,1 0 0 16,2-2-2-16,-1 0-1 0,1 0 2 0,0-1-1 0,-2 0 1 0,2-1-1 16,1 0-2-16,-1 0-4 0,1-1 4 0,-2 0 1 0,-1 1-2 15,-1 0 2-15,-2-1-1 0,0 1-8 0,0 0 0 0,-3 0-12 0,1 1-4 16,-1 1-14-16,-2 0-23 0,-3 0-30 0,0 0-38 0,-1 1-42 0,-3 0-57 15,-1 1-53-15,0 2-54 0,-4 0-32 0,0 1-62 0</inkml:trace>
  <inkml:trace contextRef="#ctx0" brushRef="#br0" timeOffset="128261.01">19374 2868 2784 0,'5'-6'50'0,"2"2"-52"16,7 1-32-16,7 6-19 0,4 1-7 0,5 2 8 0,2-2-4 0,1 0-7 16,0-1-16-16,0 1-11 0,0-1-14 0,0 0-9 0,0 0-24 0,0 0-16 15,0-1 0-15,-3-1 4 0,1-1 16 0,-3-2 12 0,0-1-3 16,-2 0-24-16,0-2-24 0,-1 0-41 0,-2-2-30 0,0-1-79 0</inkml:trace>
  <inkml:trace contextRef="#ctx0" brushRef="#br0" timeOffset="128711.01">20699 2689 2499 0,'-6'-10'-24'0,"0"1"-39"0,0 1-39 0,4 4-17 16,1 2 11-16,1 1 21 0,-1-2 15 0,-2 1 6 0,-1-1 6 0,-4 0 14 15,-3 0 15-15,-2 1 14 0,-2 1 11 0,-2 0 7 0,-1 2 1 16,0-1 4-16,-3 1 3 0,-1 1 5 0,2-1 4 0,-1 0 8 0,2 1 2 16,3-1-1-16,0 1-6 0,3 0-9 0,1 0-5 0,3 1-4 0,2-1 0 15,1 1-5-15,1 1 0 0,0-1-1 0,2 1 0 0,0 1 4 16,0 0 1-16,2 0-1 0,-1 1 2 0,4 2 0 0,1 0 1 0,1 2 0 15,2 3-3-15,1 1 2 0,2 1-3 0,0 1-6 0,2-2 6 16,0 3 0-16,1 0 2 0,1 0 0 0,-1 3 1 0,2-1 0 0,1 1 1 16,1 1 1-16,-2 0 2 0,1-2 0 0,0 0 5 0,-1 1 3 0,0-1 1 15,-2-1 0-15,-1 1-2 0,-1 0-4 0,-4-1-2 0,0 2 1 16,-3-1-5-16,-1-1 3 0,-3 0 4 0,-3 0 1 0,-1-1-10 0,-2-3 1 16,-1 1-10-16,-1-1-10 0,-2 0 10 0,-1-1-8 0,-1 0 4 15,-2-1 6-15,0-1 4 0,2-1 2 0,-2-2-1 0,1-1 2 0,0 0-2 16,1-1 0-16,4 1 0 0,-1 0-3 0,3 0-4 0,1-2-5 0,1-1-12 15,1 0-13-15,1-2-32 0,1 0-46 0,1-1-48 0,1-1-51 16,0-1-15-16,1 0-2 0,1-3 1 0,1-1 16 0,1-4-30 0,2-2 52 16</inkml:trace>
  <inkml:trace contextRef="#ctx0" brushRef="#br0" timeOffset="128978.01">20880 2145 2273 0,'-7'-9'39'0,"0"2"-33"0,0 1-23 0,3 6-5 0,3 4-10 0,0 3 16 15,2 3 7-15,1 2 8 0,-2 2 1 0,2 5-3 0,-1 4 3 0,0 3-3 16,0 3 1-16,0 3 2 0,0 2 0 0,-1-1 0 0,-1 4 0 16,-1-1-1-16,0 1 0 0,0 3-2 0,0-4-8 0,1 2 4 0,-1-2 1 15,1-1 3-15,0 1 6 0,0-1-1 0,1-2-2 0,0 0-3 16,0-2 4-16,0-2-1 0,2-1 2 0,-1-3-2 0,2 0-3 0,1-3-2 15,1-3-3-15,0 0-4 0,1-2-13 0,1-2-6 0,0-2-16 16,2-2-33-16,0-2-23 0,0-1-23 0,-1-1-13 0,1-1-13 0,-1-1-13 16,-1-2-12-16,-3-1-8 0,1-2 1 0,-2-2-11 0,-2-3-4 0,0 1-88 15</inkml:trace>
  <inkml:trace contextRef="#ctx0" brushRef="#br0" timeOffset="129378.01">20943 2720 1635 0,'0'-3'64'0,"2"2"-37"0,1 0-28 0,2 3-10 0,5 0 5 0,3 2 2 16,1 0 8-16,1-1 1 0,-2 2 3 0,0-1-3 0,1 1-1 0,-1 1 2 15,-1 0-3-15,1 1 2 0,-2 0 3 0,-2 1-8 0,0-1 8 0,-2 2-4 16,-1-1 0-16,0 1 4 0,-3 0-4 0,0 0 1 0,-2 1-1 16,0-1-1-16,-1 1-2 0,0-1 0 0,-1 1 3 0,-2 0-2 0,0 1 0 15,1-1 1-15,-2 0 2 0,0 1 1 0,-1-2-1 0,0-1 2 16,1 0-6-16,1-1 3 0,0 0-3 0,1 0-2 0,1 0 1 0,1 0-3 15,0 0 1-15,2-1 2 0,0 0-2 0,0 1-2 0,1-1 3 0,1-2 0 16,0 0-1-16,1 1 5 0,0-2-4 0,0 1 1 0,2-1 1 16,0-1-1-16,2 0 0 0,0-1-5 0,0 0 5 0,0 0-2 0,0-1 1 15,-1 0 2-15,1 0-5 0,0-1 3 0,0-1 2 0,0 0 1 0,0 0 0 16,-1 0 1-16,-1-1-2 0,2 0 5 0,-2 0-2 0,1-1-3 16,0 0 3-16,-1 1 1 0,2-1 1 0,-1 1-2 0,-1 0 1 0,2 0-5 15,0 1 3-15,-1 0 1 0,1 1-3 0,-1 0 3 0,0 1 0 16,-1 1 2-16,0 0-2 0,-1 1 2 0,0 1 0 0,-1 1 1 0,1 2-1 15,0-2 0-15,-1 3-3 0,1-1 1 0,-1 2-3 0,0 1 1 0,-2 0 0 16,2 0 1-16,-1 1-6 0,0-2 3 0,0 2-5 0,-1-1 1 16,0-1-2-16,0-1-9 0,-1 0-2 0,1-1-14 0,0-1-20 0,0-2-31 15,0-1-32-15,0-1-28 0,0-2-23 0,1-2-25 0,-1 0-37 0,1-5-46 16,-1-2-196-16</inkml:trace>
  <inkml:trace contextRef="#ctx0" brushRef="#br0" timeOffset="129528.01">21387 2508 2348 0,'-11'-6'76'0,"3"3"-71"0,-3 3-25 0,6 4-17 0,4 4-1 15,1 3 11-15,3-1 5 0,0-1-1 0,2 2-17 0,1-1-31 0,1 0-34 16,-1-1-43-16,2 0-36 0,0-1-21 0,0 0-12 0,0-2 6 16,0-2 21-16,1-2 41 0,-2-2 15 0,1-1 5 0,0-2-8 0,1-2-36 15,2-1 12-15</inkml:trace>
  <inkml:trace contextRef="#ctx0" brushRef="#br0" timeOffset="129961.01">22197 2426 3310 0,'-4'-16'-14'0,"1"3"-34"0,1 1-39 0,4 11-19 0,3 5 11 16,4 2 28-16,-1 2 30 0,1 2 17 0,-1 2 0 0,-1 2 5 0,1 3-5 15,0 2-1-15,-1 4 3 0,0 1-2 0,-1 1-4 0,1 1-1 0,-2 1 4 16,-1 1-6-16,-1 1 5 0,1-1-4 0,1 0 4 0,0-1 5 16,0-1 3-16,0-3-1 0,1 0 3 0,0-1-2 0,1-2 0 0,-1-1 6 15,1-2 2-15,0-3 1 0,2-3 8 0,-1-2 2 0,0-4 8 16,1-2 5-16,0-2-1 0,0-2 1 0,0-1-11 0,2-3-3 0,0-2-3 15,0-2-1-15,1-1 2 0,0-4-2 0,1-2-3 0,0-1-5 0,1 0 3 16,0-2 2-16,-3 2 0 0,3-1 0 0,-3 2-5 0,0-1-5 16,-1 0 9-16,-2 3-1 0,-1-2 2 0,0 2 8 0,1 1-10 0,-1 2 0 15,-1 5 2-15,0 1 2 0,-1 2 2 0,-1 2 5 0,0 1 2 0,-1 3 0 16,0 0 4-16,0 1 1 0,-1 2-1 0,0 3 3 0,0 2-7 16,0 3 1-16,0 2-1 0,0 0-5 0,-1 4 2 0,0 1-5 0,0-1-3 15,0 4-2-15,0-1-5 0,1 0-1 0,-1 2-6 0,0-2-3 16,1 0-8-16,-1-3-11 0,1-3-1 0,1 0-11 0,1-2-7 0,0-2-11 15,2-2-18-15,0 0-28 0,0-2-17 0,1-2-19 0,0-1-24 0,2-2-10 16,0-2-28-16,0-2-26 0,0-1-19 0,-1-3-6 0,2-3-79 16</inkml:trace>
  <inkml:trace contextRef="#ctx0" brushRef="#br0" timeOffset="130562.32">23101 2509 2090 0,'-16'-2'126'0,"1"3"-117"0,-5 3-32 16,4 5-7-16,4 3 3 0,1 0 10 0,2 2 11 0,0 1 3 16,1 1 7-16,1-1-1 0,1 2 3 0,2-1 1 0,1 1-4 0,1-1 0 15,1 2 0-15,1-1 1 0,2-1-1 0,1 1 4 0,0-1-2 0,2 0 0 16,1-1-3-16,0 1 2 0,2 0 2 0,-1-1-1 0,1 0 0 16,1 0-3-16,-1 1 1 0,0-2-2 0,1-2-1 0,-1 1 5 0,0-2-5 15,0 0-2-15,-1-1 5 0,-2 0-4 0,-2-2-2 0,0 1-3 16,-1-2-4-16,-1 0 1 0,-1-1 0 0,-1-1-1 0,-2 0 0 0,0-1-6 15,-2 0-3-15,-2-1-4 0,-2 0-5 0,1-2-6 0,-2 1-3 0,0 0 1 16,0-2-4-16,1 0 8 0,-1-1 5 0,1-1 1 0,1 0-2 16,1-1-5-16,1-1-9 0,1-1-4 0,2 0-1 0,2-1-2 0,1-1 7 15,2-1 5-15,1-2 12 0,3 0 9 0,2 0 6 0,0 0 2 0,3-1 2 16,0 1-3-16,1 0 1 0,3 1 2 0,1 0 2 0,1 0 7 16,-1-1 4-16,3 0 6 0,-2 1 5 0,1 1-2 0,-2 0 6 0,2 1-1 15,1 0-2-15,-3 0 4 0,1 1-4 0,1 0 0 0,-1 1-2 16,-1 0 2-16,1 1 0 0,0 2 3 0,-3 0-2 0,2 3 3 0,-2 1-1 15,-1 1-1-15,0 2-1 0,-3 1 0 0,1 2-5 0,-3 0-1 0,1 3-3 16,-2 0-6-16,-1 3-1 0,0 0-1 0,0 0-2 0,-3 0 2 16,1-1-7-16,0 0-1 0,-3 1 3 0,2-2-3 0,-1-1 5 0,0 0 0 15,1 0-3-15,0-2 2 0,0 0 1 0,-1 0-3 0,1-2 3 0,-2-1 0 16,1 0 2-16,-1 0 0 0,1-2 1 0,-1-1 4 0,0-1-1 16,-1-1 2-16,1 0-1 0,0-1-1 0,1-1-4 0,0 0-3 0,2-1 4 15,0-1-5-15,0-1 4 0,1-1-1 0,1-1-2 0,1 0 3 16,1-1 0-16,0 0 2 0,0-1 2 0,0 0 1 0,0-1 6 0,-2-1 3 15,2 0 2-15,-1 0 5 0,1-2-2 0,-1 2 3 0,0 0-2 0,0 1-6 16,0 2 4-16,0 2-4 0,-2 1-4 0,1 1 6 0,-1 3-4 16,0 0-1-16,0 2 1 0,-2 2 0 0,1 1-1 0,-1 3 1 0,0 2 0 15,0 1-6-15,-1 1 0 0,-1 3-7 0,0-1-1 0,-1 3 0 0,0 1-3 16,0 0 0-16,0 2-4 0,-1 0 1 0,0-1 0 0,1 0-1 16,0 0-5-16,0-2-2 0,0-3-11 0,1-1-14 0,1-3-5 0,0-2-8 15,1 0-17-15,1-3-19 0,-1-1-27 0,1-1-24 0,-1-3-27 0,2-2-22 16,-1-1-26-16,1-2-7 0,-1-2 0 0,0-2 8 0,0-4-101 15</inkml:trace>
  <inkml:trace contextRef="#ctx0" brushRef="#br0" timeOffset="130761.32">23810 2394 1689 0,'-5'-2'1215'0,"0"5"-1221"0,0 7-23 15,4 9-8-15,2 10 6 0,2 6 9 0,1 3-2 0,1 2 2 0,0 0 3 16,-2 4-5-16,1-1 3 0,-1 0-12 0,0-1-19 0,1 0-23 16,0-4-16-16,1 0-15 0,0-3-15 0,0-3-4 0,0-1-12 0,-1-3-6 15,0-1-12-15,0-2-24 0,1-3-16 0,0-2-15 0,-2-3 8 16,2-3 13-16,0-1 16 0,0-5 1 0,0-2-93 0</inkml:trace>
  <inkml:trace contextRef="#ctx0" brushRef="#br0" timeOffset="131044.32">24121 2708 655 0,'1'4'175'16,"2"3"-85"-16,1 3-14 0,-1 3-7 0,1 1-6 0,-1 2 7 0,1 0 7 15,0 2 3-15,1 1 8 0,0 1-4 0,0 2-6 0,0 1-15 0,2-1-15 16,-1-1-9-16,0 2-8 0,1-3-1 0,0 1-2 0,1 0-1 16,0-1-2-16,2-1-3 0,1-1-1 0,-1-3 1 0,3-2 0 0,0-1 5 15,1-2 1-15,0-1 3 0,1-3 3 0,1-2 4 0,1-2 1 0,-1-2 9 16,-1-2 3-16,1-1 1 0,1-4 3 0,-3-2-8 0,2-1-2 15,-1-2-7-15,-2-1-7 0,1 0-5 0,-3-2-9 0,0-2-1 0,-2 1-6 16,-2 1-7-16,-1 0 2 0,-4 0-9 0,0 1 0 0,-4-1 4 0,-1-2-4 16,-4 1 8-16,-1 0-4 0,-2 0-5 0,-2-1-6 0,-1 0-9 15,-3 2 1-15,-1 2-4 0,-2 2-4 0,2 1-6 0,-3 2-7 0,1 3-5 16,-1 3-6-16,-1 2 0 0,-1 3-4 0,2 4-1 0,0 0-1 16,1 2 0-16,1 2-5 0,-1 0-7 0,0 2-14 0,1 1-27 0,0-1-31 15,0-1-47-15,3-2-37 0,1-2-21 0,1-2-10 0,2-1-12 0,2-4-80 16</inkml:trace>
  <inkml:trace contextRef="#ctx0" brushRef="#br0" timeOffset="131211.32">24676 2090 2965 0,'0'-2'112'15,"2"4"-126"-15,0 6-5 0,4 9 0 0,1 9 9 0,1 9 3 0,1 8 9 16,0 5-2-16,0 7-4 0,-2 4-1 0,-1 7-3 0,-2 6-9 15,-2 4-7-15,-1 5-17 0,-3 4-23 0,-2 1-41 0,-2 2-76 0,-2-1-79 16,-1-2-102-16,-1 0-109 0,-1-4-93 0,0-4-130 0</inkml:trace>
  <inkml:trace contextRef="#ctx0" brushRef="#br0" timeOffset="137144.65">19533 4202 501 0,'-3'-5'44'0,"1"1"-30"0,0-1-6 0,2 2-7 0,0 1 0 15,0 0 0-15,0-1-3 0,0-1-1 0,0-1-3 0,0-2-3 0,0 0-9 16,0 0-8-16,0 0-10 0,1 0-8 0,-1 0-7 0,1 0-7 0,-2-2 2 16,1 0 4-16,-1 1 12 0,0-1 12 0,0 1 11 0,-2-1 7 15,1 1 7-15,-3-1 1 0,0 0 1 0,-1 2 2 0,-1-1-6 0,-1 3-6 16,1 1-53-16</inkml:trace>
  <inkml:trace contextRef="#ctx0" brushRef="#br0" timeOffset="137578.65">18973 4204 1216 0,'-5'-10'146'16,"1"1"-125"-16,0 0-13 0,4 4-12 0,1 2 3 0,1 0-3 0,0 0 7 16,0 0 6-16,0 0 14 0,0 0 22 0,-1 1 16 0,0 0 13 15,1 0 2-15,0 1-9 0,0 0-2 0,1 1-5 0,1 1 4 0,0 0 7 16,1 1 5-16,0 1 10 0,1 1-4 0,1 1-4 0,1 2-14 0,1 1-10 16,0 2-8-16,1 3-10 0,0 2-1 0,0 3-16 0,0 0-5 15,0 5-3-15,-1 1-4 0,-1 2 2 0,-2 2-2 0,1 1-3 0,-2 2-10 16,0-2 3-16,0 2-2 0,-2-2 2 0,1 0 12 0,0 0-1 15,0-1 5-15,0-3 5 0,1 0 6 0,1-3 4 0,1-2-4 0,0-1 2 16,-1 0-4-16,1-2 1 0,1 1 2 0,0-1 0 0,0-2-3 0,1-2-1 16,0-1-7-16,0-2 1 0,1-1-5 0,1 0 2 0,0-3 5 15,-1-1-10-15,1-2 8 0,-1-2-3 0,1-1-1 0,1-1 1 0,1-3-2 16,1-1-5-16,0-2 2 0,2-2 5 0,0-1-12 0,0-1 2 0,-1 0 1 16,1-1-8-16,0-2 7 0,0 1 5 0,-1-1-7 0,0 2 1 15,0 0 3-15,-1 1-6 0,-2 2 0 0,0 0 2 0,-2 2-5 0,0 1-3 16,-2 2-13-16,-1 0-15 0,-2 0-17 0,-2 1-28 0,0 1-25 15,0 0-22-15,-2 0-33 0,0 0-52 0,-1 0-57 0,-1 0-66 0,0-1-52 16,-1 0-25-16,0-2-231 0</inkml:trace>
  <inkml:trace contextRef="#ctx0" brushRef="#br0" timeOffset="137828.65">19691 4273 2100 0,'-7'-10'460'0,"2"2"-451"0,2 1-17 0,5 6-7 16,5 3-6-16,2 1 13 0,0 1 4 0,1 1 5 0,-1 0 9 0,0 1 2 16,0 1 7-16,-2 2 0 0,0 0-6 0,-1 1-4 0,-1 2-1 15,0 1-4-15,-2 1 2 0,-1 2-3 0,-2 0 4 0,-2 0-1 0,-1 3-1 16,-1-2-7-16,-1 3-6 0,-1 1 0 0,1-2 5 0,0 3 5 0,0-1 2 16,1-1-4-16,1 0-4 0,1 0 5 0,2-2-2 0,1 0-3 15,2-1 0-15,1-1-6 0,1-3-1 0,1 0-3 0,1-1-5 0,0-2-7 16,0 0-10-16,1-1-4 0,1-2-12 0,-2 0-12 0,1-1-14 15,0-2-19-15,-1 1-24 0,-2-2-32 0,0-1-45 0,-2-2-54 0,-1-1-73 16,-2 0-63-16,-3 0-177 0</inkml:trace>
  <inkml:trace contextRef="#ctx0" brushRef="#br0" timeOffset="138228.65">19541 4083 1199 0,'-2'-5'78'0,"2"3"-61"15,1-1-23-15,5 4-12 0,1-1 13 0,5 1 11 0,1 0 13 0,1 0 13 16,0 1 15-16,1 0 12 0,0 0 7 0,2 1-1 0,0 0-10 0,2 1-14 16,0 1-9-16,1 0-7 0,-1 0-8 0,0 1-4 0,-1-1-3 15,-3 0-3-15,1 1-1 0,-1 0 2 0,-1 0-4 0,-1-1 3 0,1 0-3 16,0 0-3-16,0 1 2 0,0 0-1 0,-1-1-2 0,0 1 4 0,-2-1-1 16,0 1 0-16,-2-1 1 0,-1 1-6 0,1 1 5 0,-1-2-3 15,-1 2 4-15,0-1-1 0,-1 0-1 0,0 0 2 0,0-1-4 0,-2 1 2 16,-2 0-6-16,-1 1 1 0,-2-1-1 0,0 1-4 0,-4 0-4 15,-2 1-3-15,-3 1-2 0,-2-2 0 0,-2 1 11 0,-1-1 2 0,-2-1 4 16,-2 0 8-16,1-1-2 0,1 1 6 0,0-1 5 0,1 1 3 0,1 0 3 16,2-1-3-16,1 2 2 0,1 1-1 0,1-1 3 0,1 1 5 15,3 1 8-15,-1 0 11 0,2 1 4 0,0-2 5 0,2 1 3 16,1 0-4-16,2 1-1 0,0 1-1 0,2 1-2 0,0-3-7 0,1 2-9 0,2-1-4 16,1 0-17-16,0 0 4 0,2 0 0 0,1-2-5 0,1 1 3 15,2-1-7-15,0 1-7 0,0-1 0 0,2-1-3 0,1-1 2 0,2-1 0 16,0-1 2-16,2-2-2 0,0 1-4 0,-1-2 1 0,2-1-9 15,1-1 1-15,-2 0-23 0,0-2-22 0,-1-1-33 0,-1-1-33 0,-1-1-23 16,-1-2-28-16,-1-1-9 0,-2-1-5 0,-1-1 6 0,-2 0 13 0,1-2-7 16,0-1-22-16,-2 0-21 0,1-1-35 0,-1 2-124 0</inkml:trace>
  <inkml:trace contextRef="#ctx0" brushRef="#br0" timeOffset="138411.65">20245 4321 2048 0,'0'-4'174'0,"2"1"-183"0,5 2-15 0,5 3-9 0,1 2 23 0,5-1 6 16,-1 0 7-16,3 0 4 0,0 0 6 0,1 1 0 0,1-1 3 15,-3 2-1-15,2-1-9 0,-1 1 0 0,0 0-5 0,-1-1 1 0,-1-1-1 16,-1-1-1-16,-1 0-3 0,-1-1 5 0,0 0-5 0,-3-1-2 0,0-1-17 16,-1 0-33-16,-1-1-39 0,0 1-55 0,-1-2-43 0,-2 0-35 15,0-1-14-15,-1-1-28 0,0 0-26 0,-1-2-207 0</inkml:trace>
  <inkml:trace contextRef="#ctx0" brushRef="#br0" timeOffset="138595.66">20196 4637 2519 0,'-3'-3'145'0,"5"4"-192"0,5 0-23 16,8 3 1-16,8 1 27 0,5 0 21 0,1-2 12 0,5-1 6 0,-1-1 1 15,2 0 1-15,-1-1 1 0,0 1-5 0,2-1-3 0,1 0-24 16,1 0-37-16,0-2-26 0,-2 0-29 0,0-2-17 0,-1-1-17 0,-1-1-40 16,1-3-54-16,0-2-49 0,3-2-66 0,2-4-150 0</inkml:trace>
  <inkml:trace contextRef="#ctx0" brushRef="#br0" timeOffset="140712.17">21132 3896 1214 0,'-5'-1'36'0,"1"2"-38"0,-1 0-11 0,3 3-5 16,1 0 9-16,1 0 6 0,-1 1 2 0,1 0 1 0,0 0 2 0,-1 0 0 16,1 1 2-16,0 0 1 0,0 0 0 0,0 1-2 0,-1-1 4 0,1 0-1 15,1 0 11-15,-1 0-1 0,1 1 1 0,1-1 2 0,0 1-4 16,0-2 1-16,2 1 1 0,1 1-4 0,-1 0 1 0,3 0 3 0,0 0 2 15,0 1 0-15,1 0 2 0,0-1 1 0,1 2 1 0,1 1 2 0,-1 1 0 16,2 0-2-16,-1 2-7 0,2-1-2 0,1 2-4 0,-2 1 0 16,2 2 0-16,1-2-2 0,-1 0-3 0,0 0-6 0,0 0 1 0,1-1 0 15,0 1 1-15,0 0 2 0,-2-2-1 0,-1 0 4 0,0-2 0 16,0 1-1-16,-1-1 1 0,-2 1 0 0,-1-3 3 0,-4 0 6 0,1-2 1 16,-2 0 0-16,-2 0 9 0,-2-2 0 0,-2 1 0 0,-2-1-1 0,-2 0-9 15,-2 1-4-15,-2-1-9 0,-1 0-4 0,-3-1-4 0,-3 0-7 16,-2 1 1-16,-1-2-1 0,-3 0 1 0,-2 0 6 0,0 0 5 0,-3-1 2 15,2-1 3-15,-2 0 4 0,2 0 3 0,0-2-2 0,1 0 2 0,1 0 0 16,2-2-2-16,0 0 5 0,1-1 1 0,3 0-2 0,1 0 4 16,3-1-1-16,2 2 1 0,3-2 2 0,1-1 2 0,2 1 4 0,2-2 5 15,1 1-5-15,3-2 0 0,1 0-5 0,3 0-4 0,1-1-2 16,4-2-5-16,2 0-2 0,3-1-4 0,1 0 0 0,2 0 3 0,3 2 0 16,1 0-2-16,2-1 0 0,1-1 1 0,-1 1-5 0,-1 0 0 0,1-1 1 15,0 0 1-15,1-1 5 0,0 1-1 0,-1 0 1 0,1-1-4 16,0 1 0-16,-2-1 3 0,1 1-3 0,-1 0 1 0,-2-1 1 0,-1 0 2 15,-2-1-1-15,-1 1 5 0,-4 1-7 0,0-1 7 0,-2 0-4 0,-2-2-1 16,-1 1 8-16,0-1-8 0,-3 1 7 0,0 1-1 0,0 1-1 16,-3 3-2-16,0-2-4 0,-1 1-2 0,-3 0 6 0,-1 1-3 0,-1 2 0 15,-3 0 3-15,1 2-3 0,-2 1 10 0,0-1-10 0,-1 2 0 16,0 0 3-16,0 1-10 0,-1 0 4 0,-1 1-2 0,0 0-2 0,1 2 2 16,1-1-4-16,0 2-8 0,0 0-1 0,-1 2-2 0,2 1 2 0,0 1 3 15,1 0-2-15,1 2-3 0,0-1-7 0,1 1-6 0,0-1-18 16,1 1-15-16,2-1-18 0,1 1-16 0,0-2-13 0,4 0-12 0,-2-1-6 15,2 0-15-15,2 0-18 0,-2 0-16 0,4 0-15 0,1 0-15 0,2 1-9 16,2 0-14-16,1-1-95 0</inkml:trace>
  <inkml:trace contextRef="#ctx0" brushRef="#br0" timeOffset="141662.17">22842 3816 2126 0,'-2'-3'345'0,"3"1"-418"16,3 3-45-16,1 3 8 0,3 0 35 0,-1 1 55 0,-1 1 27 0,-2-1 6 15,0 0 4-15,-2 0-7 0,-2 2 9 0,-1 1 1 0,-1 1 0 0,-1 0 11 16,-2 2-7-16,-2 0-1 0,-2 1-3 0,0 0-11 0,1-1 0 15,-1 0-8-15,-1 1 4 0,1 0-7 0,-2 0 1 0,1-2-10 16,1 0-10-16,0-1-6 0,0 0-12 0,1-1 2 0,0-1 5 0,0-2 11 0,1-1 9 16,-1 1 7-16,1-2 7 0,1 0 1 0,-1-1 0 0,1 0 1 15,1 0-4-15,0 1 0 0,2 0-2 0,-1 0-3 0,2 2 1 0,0 0 0 16,0 1 2-16,1-1 1 0,0 1-2 0,-1 0 0 0,0 0 2 16,0 0-1-16,0-1 2 0,-1 1-1 0,0-1 2 0,1 0-1 0,-1 1 6 15,0-2 0-15,-1 0-1 0,1 0 3 0,-1-1-4 0,-1 0 3 16,1 0-4-16,0 0 4 0,0 0 2 0,-1 0-1 0,0 0 5 0,1 0-2 15,0 0-7-15,0 1 2 0,1 2-3 0,1 3 0 0,-1 2 1 0,1 2-5 16,-1 0 1-16,0 1 0 0,0 1 0 0,1 0 0 0,-1 0-2 16,2 0-1-16,0 2 0 0,-1-1-1 0,1-1 4 0,-1-2 1 0,1-1-1 15,-1-2 5-15,-1-1-10 0,1-1 5 0,0-1 0 0,0-2 3 0,0-2 5 16,-1-2-7-16,0 0-10 0,-1-1-14 0,1-2-19 0,-2 0-35 16,1-4-44-16,-2-1-56 0,-1-2-58 0,0-2-51 0,-2-2-42 0,1-2-46 15,-2-5-55-15</inkml:trace>
  <inkml:trace contextRef="#ctx0" brushRef="#br0" timeOffset="141962.17">22435 3766 2993 0,'-6'3'-28'0,"2"3"-95"0,2 5-18 0,4 4 19 0,3 0 52 16,0-3 46-16,0-1 20 0,0-3 3 0,-1-1-2 0,0-1 9 15,0-1-3-15,-1-1 3 0,-1 0 5 0,-1-3 3 0,0-1 8 0,-1-1 0 16,0-2 1-16,-1-1-1 0,-1-2-6 0,0-2 3 0,-2-2-1 16,0-1-5-16,-1-1 3 0,-1-1-10 0,0-3-1 0,-2 0-5 0,0-1 0 15,-1 1-3-15,-1 0 1 0,-1 0-6 0,0 1-1 0,0 1-8 0,-2 1-2 16,2 2 0-16,-1 2-5 0,-1 2-5 0,2 2-13 0,-2 3-13 15,3 2-21-15,0 1-20 0,0 3-21 0,2 2-11 0,0 3-16 0,3 0-14 16,0 4-14-16,4 1-25 0,2 1-24 0,2 3-13 0,3 0-19 16,3-1-25-16,3 0-60 0</inkml:trace>
  <inkml:trace contextRef="#ctx0" brushRef="#br0" timeOffset="142178.17">22968 4395 2100 0,'0'0'972'0,"2"4"-1019"0,3 2-58 15,4 4 1-15,4 0 20 0,-1-2 46 0,0-1 37 0,-3-2 7 0,0-2 1 16,-3-2 3-16,0 0 3 0,-4-1 1 0,-1-2 3 0,-2 0-1 16,-2-3-1-16,-2-3-3 0,-2 0-7 0,-2-4-7 0,-1 0-8 0,-4-1-7 15,-2-1-7-15,-1 2-12 0,-1-1-14 0,-2 1-21 0,-1 2-38 0,1 1-58 16,-2 2-79-16,1 1-118 0,2 2-156 0,0-1-335 0</inkml:trace>
  <inkml:trace contextRef="#ctx0" brushRef="#br0" timeOffset="155202.13">26821 10166 1245 0,'-1'2'61'0,"2"2"-55"16,1 1-13-16,6 0 1 0,2 1 15 0,4 0 8 0,1 0 6 16,4 0 2-16,1 0-6 0,3-1-3 0,4 0-7 0,2-1-6 0,4-1-2 15,4 0-5-15,3-2-3 0,1-2 5 0,6-2-2 0,1-1 4 0,4-3-1 16,2-2 2-16,1-2 0 0,2-2-3 0,6-1 11 0,3-2-1 15,4-2-1-15,1 0 4 0,4-2-13 0,2 1 2 0,0-1 1 0,2 3-1 16,-1 1 2-16,3 2 2 0,0 2-2 0,2 3 6 0,3 3 2 0,0 3 3 16,2 3 9-16,2 1 1 0,1 4 8 0,2 1-4 0,1 2 4 15,2 1 4-15,3 1 7 0,0 0 10 0,3 0 2 0,2-1-2 0,1-1-1 16,4 0 1-16,2-1 4 0,3 1-1 0,4-1 1 0,2 2-3 16,4-2-5-16,3 0 0 0,5-2-3 0,4-3-9 0,2-1-9 0,1-2-10 15,3-2-17-15,1-4 7 0,-1-2-8 0,4-4-7 0,-1-3-7 0,-73 6 1 16,19-2-14-16,-2-2-31 0,17-3-34 0,-1-2-66 0,16-3 19 15,-62 10-57-15,8-3-64 0,9-2-45 0,6-2-36 0,0-1 9 0,7-3 49 16</inkml:trace>
  <inkml:trace contextRef="#ctx0" brushRef="#br0" timeOffset="162335.1">26583 13841 1307 0,'-4'-1'94'0,"0"1"-31"0,1 1-27 15,1 1-13-15,1 0-10 0,1 0-2 0,-1 0-6 0,2 1 2 0,-1 0 7 16,1 0-6-16,0 1 8 0,1 1-1 0,-1 0-1 0,0 2 1 16,0 0-2-16,1-1-7 0,0 2 3 0,-1 2-1 0,1 1 10 0,0 2 12 15,0 1-5-15,2-1 1 0,2 2-9 0,0 1-5 0,1 1 1 0,2-1-1 16,-1 1 0-16,3 0-5 0,1-1 6 0,2 0-2 0,2 0-3 16,-1 1 3-16,2-1-8 0,0 2 2 0,-1 0-2 0,3 2 0 0,-1-2 2 15,1 1-1-15,-1-1 7 0,2-2 0 0,-1 2 13 0,-1-1 15 16,0-1 21-16,-1 1 28 0,-1 0 8 0,0 0 14 0,-2-1-6 0,-3 2-16 15,-1-1-12-15,-2 1-15 0,-4-2-11 0,0 1-7 0,-3 1-10 0,-1-3-21 16,-2 0-6-16,-2 1 8 0,-1 0 1 0,-4 0 0 0,-3 2 0 16,-3-1-10-16,-2 0-3 0,-1-2 6 0,-1 1-3 0,-3-1-5 0,2-1 9 15,-3-3-4-15,1-1 0 0,1-2 1 0,-1-2-4 0,0-1 2 0,1-2-3 16,-1-1 4-16,2-2 2 0,0-2-5 0,2-1 1 0,2-2-11 16,2-3 1-16,1-1-2 0,1-2-6 0,1-1 3 0,3-2-11 0,1-3-2 15,2-1 0-15,1 0 2 0,2-3-9 0,1-2 6 0,1 1 11 16,3-3 0-16,1 2 22 0,0-2-7 0,4 0-2 0,2 1 1 0,0-1-7 15,2 1 8-15,0-1-2 0,1 1 0 0,3 0 4 0,0 0 3 0,2 0-2 16,-2-2 4-16,1 0-6 0,0 0 1 0,0 0 3 0,-1 2 5 16,0 0 4-16,0 0 4 0,-3-1 2 0,-1 0 3 0,-1 1 1 0,-1 0-4 15,-2 1-20-15,-3 0 6 0,0 1 0 0,-2 1 4 0,-1 1 17 0,-2 1-11 16,-2 1 5-16,-3 0-3 0,-2 2 6 0,-2 2-1 0,-1 1-8 16,-2 2 1-16,-1 0-11 0,-1 2 0 0,-2 2 2 0,-1 1-4 0,1 3 3 15,-3 1-8-15,-1 3-5 0,-1 1 3 0,0 3-2 0,0 1-5 16,2 1 1-16,-1 2-2 0,2 0-9 0,0 1 2 0,3 2-11 0,-2 1-24 15,1 1-23-15,1 0-30 0,1 1-33 0,1 1-30 0,2 1-44 0,2 0-82 16,0-1-55-16,4 0-15 0,0 0-10 0,2 1 24 0,3-2-35 16</inkml:trace>
  <inkml:trace contextRef="#ctx0" brushRef="#br0" timeOffset="162718.1">27089 14095 2364 0,'0'1'252'16,"3"1"-149"-16,2 1-13 0,2 1-50 0,0 1 2 0,3 1 7 0,2 1 0 15,1 1-6-15,1-1-10 0,-1 3-5 0,0 0-9 0,-1 1 0 16,1 0-5-16,-1 1-10 0,0-1-3 0,0 2 6 0,0 0-3 0,0-1 1 16,-1-1-7-16,0-1 4 0,1-1-4 0,1 0 6 0,1-1-2 0,-1-1-2 15,-1-2 5-15,2-1-7 0,1-1 9 0,0-1-5 0,-1 0 3 16,1-2-3-16,0-1 2 0,0-2 4 0,0-2 8 0,1-1 4 0,0-2 1 15,0-1 2-15,-1-2 1 0,0-1 3 0,0-3 0 0,0-2-4 0,-1-1 3 16,-1-1 3-16,0-2 1 0,-1 0-1 0,0 1-5 0,-2 0-3 16,-1-1-1-16,0-1-1 0,-2-1 1 0,-2 0 3 0,-1 0-10 0,-2 0 2 15,-2-1-22-15,-2 0 3 0,-2-1 8 0,-1 2-4 0,-4-1 20 0,0 1-12 16,-2-1 0-16,-3 1-14 0,-1 2 0 0,-3 1 2 0,1 2 3 16,-3 1-1-16,1 1 5 0,-1 2-12 0,0 0 5 0,-1 3-3 0,2 2-1 15,-1 1 8-15,0 2-15 0,2 1 9 0,0 2-5 0,1 2-4 16,1 1-4-16,1 2-20 0,0 2-16 0,0 2-22 0,1 3-23 0,1 1-14 15,0 5-22-15,2 1-25 0,-1 4-29 0,1 1-44 0,2 3-52 0,1 2-82 16,0 4-64-16,0 1-27 0,1 1-15 0,0 0 77 0</inkml:trace>
  <inkml:trace contextRef="#ctx0" brushRef="#br0" timeOffset="163352.1">26952 14876 2095 0,'-3'0'141'16,"-1"1"-71"-16,0 0-36 0,3 2-34 0,-1 0-1 0,2 2-4 16,0 2-1-16,1 1 3 0,0 2 0 0,1 1 5 0,-1 0-5 0,1 1 4 15,-1 1-5-15,1 0 4 0,1 1-2 0,0-1 1 0,0 1 2 0,2 2-2 16,1-1 1-16,1 1 3 0,0 2 4 0,0-1-4 0,2 0 2 16,1 1-14-16,1-1-5 0,1 0 11 0,1-2 0 0,-2 2 14 0,2 0-2 15,0-2-9-15,-2-1 3 0,1 0-3 0,-1-2 1 0,0 1 4 16,1-1-5-16,-1-1 7 0,-1 2-1 0,-1-2 0 0,-3 0-1 0,1 0 2 15,-1-3-3-15,0 1 5 0,-1 0 3 0,-1 0-5 0,-1-2 6 0,-1 0-2 16,-1-1-4-16,0-1-1 0,-2-1-3 0,-1-1-4 0,-1 1-4 16,-1-1-2-16,-1 1-10 0,-1-2-5 0,-2 1-5 0,-1-1 1 0,-2-1 5 15,-2 1 11-15,-1-1 4 0,-2-1 4 0,3 0 4 0,-3-1-1 16,1 0 5-16,0-1 0 0,0 1 0 0,0-1-4 0,1-1 2 0,2 1-2 16,1-1 5-16,2 0 5 0,0 0-1 0,1-1 7 0,0-1-7 0,2 0 2 15,0-2 0-15,1-1-4 0,1 0 5 0,-1-2-8 0,2 0 0 16,0 1-1-16,1-4-8 0,0 0-2 0,1-2-12 0,1-2-4 0,1 0 2 15,2-2-8-15,0-2 1 0,2 2 1 0,2-3-14 0,1 0 15 0,2 1 6 16,2-2 2-16,-1 0 23 0,1-3-2 0,1 2-2 0,1 0 4 16,1 0-10-16,0 2 3 0,1-1 3 0,-1 1 3 0,0 2 4 0,-1-1 4 15,1 1 1-15,0 2 0 0,-2 0 3 0,-1 1 3 0,-2 2-2 0,-1 2 6 16,-2 1-1-16,-1 1-1 0,-1 0 8 0,-2 2-5 0,-1 1-1 16,-1 2-3-16,-2 0 3 0,-1 1-4 0,-2 0 4 0,-1 1-4 0,-1 2-7 15,-1 0-2-15,0 0-6 0,-2 2 4 0,-1 0-2 0,-1 1-2 16,-2 1-3-16,1 1-1 0,0 0 0 0,-1 2-4 0,-1-1-3 0,0 3-5 15,0-1-9-15,1 2-2 0,-1 1-7 0,0 2-22 0,-1 0-11 0,2 2-16 16,-1-1-14-16,0 2-3 0,2-1-6 0,0 1-21 0,3-1-9 16,0-2-25-16,2 2-30 0,1 0-22 0,1 0-28 0,2 0-27 0,2-1-9 15,0 1-64-15</inkml:trace>
  <inkml:trace contextRef="#ctx0" brushRef="#br0" timeOffset="163735.1">27515 14847 2486 0,'0'-1'170'0,"2"2"-76"0,0-1-38 0,2 1-46 0,0 2 1 16,1 1-1-16,-1 1-1 0,2 1 2 0,1 1-2 0,-1 2-9 16,-1 1-4-16,0 0-4 0,-1 2 0 0,0-1-2 0,0 1-7 0,-1 2-1 15,0 0-8-15,-1 0-2 0,1 0 1 0,-1 1 3 0,0 1 1 0,1-1 2 16,-1-1 2-16,1 0-6 0,1 0 4 0,-1-1-3 0,0-1 8 15,1-2-1-15,-1 1 3 0,1-3 6 0,0-2-1 0,0-1 10 0,0-2 4 16,0-1-1-16,0-2 6 0,-1 0-1 0,1-1-6 0,0-3-1 16,0 0 3-16,1-1-4 0,-1-2 7 0,1 0-1 0,0-1-1 0,0 0-5 15,1 0 4-15,0-1 6 0,0 0-3 0,0 0 10 0,0 0-5 0,-1 0 1 16,-2 1 0-16,2 0 1 0,0 0 1 0,0 1 8 0,0 1-1 16,0 1 2-16,-1 1 3 0,1 2-5 0,-2 0 3 0,1 2 2 0,-1 2 3 15,1 0 2-15,1 2-6 0,-1 2 0 0,-1 1-1 0,2 3-5 0,-2 0 6 16,1 2-6-16,-2 2-9 0,1 1 0 0,0 2-8 0,-1-1 1 15,1 1-7-15,-1 0-13 0,1 0 15 0,0 0-7 0,0 1-4 0,1 0-1 16,0-1-33-16,1 0-23 0,0-2-26 0,0 1-34 0,-1-2-44 16,1 2-57-16,-1 0-71 0,-1-1-77 0,-1 0-34 0,-1 2-7 0,-2 0 21 15,-1 2 33-15</inkml:trace>
  <inkml:trace contextRef="#ctx0" brushRef="#br0" timeOffset="164404.1">27001 15934 2167 0,'-7'2'391'0,"0"0"-300"15,0 1-57-15,0 1-23 0,1 1-7 0,1 0-3 0,0 0 4 0,0 1-6 16,0 0-1-16,0 1 5 0,-1 1-3 0,1 1 0 0,1 0-3 15,0 0-4-15,0 1 4 0,0-1 3 0,0 2-11 0,1 0 3 0,0 0-2 16,2 0 0-16,1 1 9 0,1-1-15 0,1 2 0 0,3 1-5 0,0 1 2 16,3-1 14-16,0 0-4 0,2 0 9 0,2 1 1 0,0-1 9 15,1 2 4-15,-2-1-6 0,3 0 6 0,0-1-10 0,-1 3 0 0,2 0 6 16,-2 0-5-16,0-1-2 0,0 1-1 0,-1 0 1 0,-2-1 5 16,0-1 8-16,-2 1-13 0,0-2-1 0,-1-1 16 0,-2-1-2 0,-1 1 13 15,-1 0 2-15,-3-1-19 0,-1-1-2 0,-2-1-5 0,-2 1-10 0,-2-1-22 16,-2 0-4-16,-1 0-16 0,0-1-11 0,-4-1 13 0,0 0-2 15,-2 0 9-15,-1-1 18 0,1-1 3 0,-2 0 17 0,2-2 0 0,1-1 0 16,-1-1 3-16,1-2-7 0,1 0 18 0,2-2 7 0,2 0-4 0,0-1 1 16,3-2 2-16,0-1-10 0,3 0 1 0,1 0-8 0,1 0-11 15,2-1 3-15,1 0 1 0,1-3 10 0,3 0 0 0,0-3 5 0,2-1 4 16,1 0-9-16,2-3 0 0,0-1-15 0,3 0 4 0,0 0 7 0,2-2-4 16,0-1 12-16,0 0 2 0,2-1-5 0,1 0-1 0,-1-1 5 15,1 0-4-15,0 2 9 0,-1-1 0 0,-1 1 2 0,1 0 3 0,-2 0-8 16,0-1 3-16,-2 1 1 0,-1 0-9 0,0 0 3 0,-3 2 3 15,-2 0-1-15,0 1 5 0,-4 1-5 0,-1 0-3 0,0 1-3 0,-2 0 1 16,-2 1 13-16,0-1-5 0,-1 2-7 0,-4-1-2 0,0 3-6 0,-2-1 4 16,0 2 7-16,0 2-20 0,-1 2-6 0,1 2-3 0,-1 1-8 15,-2 3 12-15,0 1-11 0,-1 2 0 0,1 2-6 0,2 1 2 0,-1 3 2 16,1 1-10-16,-2 3-11 0,2 1-9 0,1 2-23 0,0 4-24 16,1 0-27-16,1 1-47 0,1 2-40 0,1 1-46 0,2-1-20 0,2 0-1 15,1 0 4-15,2 0 7 0,1-1-135 0</inkml:trace>
  <inkml:trace contextRef="#ctx0" brushRef="#br0" timeOffset="164769.1">27896 15673 2401 0,'0'1'216'0,"-1"0"-95"16,0 2-58-16,0 0-35 0,0 0-1 0,-1 2-2 0,0 0 0 0,-1 3-6 15,0 1-9-15,-1 2-8 0,-1 3-8 0,-1 0 1 0,0 4-1 16,-1 0-6-16,0 3-10 0,0 3 3 0,0 0-1 0,0 5-5 0,1 0 20 16,0 3-9-16,0 0 2 0,1 2 5 0,2 1-2 0,0 3 5 15,1 0 1-15,1 0 1 0,1-1 6 0,0-5-11 0,3-2 14 0,1-3 6 16,2-3-3-16,1-2 10 0,2-5 3 0,1 0-3 0,1-3 5 0,2-2 2 16,0-2-9-16,1-1 4 0,1-2-10 0,-1-1 4 0,0-2 1 15,-1-2 3-15,-1-2 15 0,-2-2-11 0,-1-3-5 0,1-1-5 0,-2-2-14 16,1-2 0-16,-1 1-7 0,-1-2 3 0,-1 0-3 0,-2-1 6 0,-1 0-1 15,-1 1-3-15,-1 1 5 0,-1 0 7 0,-2 0 5 0,-1 2-3 16,-1 1 1-16,-3 0-1 0,-1 2-2 0,-1 1 9 0,-2 2-16 0,-1 0-2 16,-1 1 0-16,-1-1-5 0,-1 1 9 0,-1 0-6 0,1-1-10 15,0 2-5-15,0-1-21 0,1 1-11 0,0 0-23 0,1 0-43 0,-1 0-35 16,2 1-50-16,0 0-62 0,0 2-48 0,1 0-59 0,-2 1-45 0,0 0-16 16,1 3-110-16</inkml:trace>
  <inkml:trace contextRef="#ctx0" brushRef="#br0" timeOffset="165202.1">26905 17025 2847 0,'1'0'123'0,"2"0"-75"16,1-2-49-16,2-1-20 0,2-1 21 0,1 0-10 0,2-1 12 0,2 0-8 16,1-2 1-16,2 1 9 0,0 1-1 0,1-1 4 15,-1 1-12-15,0 0 3 0,0 0 2 0,0 1 0 0,0 1-3 0,-2 1-1 16,2 1 8-16,-1 1-1 0,0 1 2 0,-1 0 4 0,0 1-7 0,1 1-2 0,-1 1 3 15,-1 0-5-15,0 2 11 0,0-1 6 0,-1 1-11 0,-2 0 6 16,0 0 4-16,-1 2-4 0,0 1 11 0,0 2-5 0,-2 0 1 0,0 2 2 16,-1-1 1-16,-1 0-12 0,-3-5 3 0,0 3 7 0,1-1 3 0,-1 2 11 15,0 2-23-15,1 1-2 0,-1 2-4 0,0 2 8 0,0 0 2 16,0 2-8-16,0 0-5 0,-1 0-2 0,1 1 9 0,0-1-3 0,1 0-6 16,-1 1 6-16,1 0-11 0,0-1-1 0,1 1 21 0,-1-1-13 15,1-1-5-15,0-2-8 0,0 0-7 0,1-2-6 0,0-2-1 0,-1-1-17 16,1-2-30-16,-1-1-10 0,1-3-28 0,-2 0-26 0,1-2-46 0,-2-2-76 15,-1-1-67-15,0-2-34 0,-1-2-38 0,-2-1 3 0,-1-2 11 16,-2-3-6-16</inkml:trace>
  <inkml:trace contextRef="#ctx0" brushRef="#br0" timeOffset="165369.1">27125 17317 2199 0,'1'2'463'0,"-1"-1"-301"0,2 1-66 0,0 0-52 16,1-1-7-16,2 1 10 0,1-1-11 0,1-1-15 0,3 0-7 0,0-1-7 15,2 0-7-15,2-1-2 0,0-1-12 0,1 0-7 0,1-1-5 16,1 0-25-16,-1 0-24 0,0-1-23 0,1 0-11 0,-1-1-17 0,1 0-18 16,-3 0-36-16,2 1-50 0,-1 0-43 0,0-1-37 0,-1 1-27 0,0-1 6 15,2 0 29-15,0 0 18 0,-1-1 78 0</inkml:trace>
  <inkml:trace contextRef="#ctx0" brushRef="#br0" timeOffset="165803.1">27904 17039 1596 0,'-4'3'339'0,"0"-1"-152"0,-2 1-76 0,1-2-38 16,2 0 7-16,1-1 11 0,-1 2 0 0,2 1-24 0,-1-1-16 0,1 1-21 15,0 0-6-15,-1 0-3 0,1 0-4 0,-1 0-6 0,1 1-9 16,1 0 5-16,0 0-2 0,1 1 1 0,-1 1-4 0,1 0-9 0,0-3 11 16,1 2 4-16,-1 0 3 0,2 1 1 0,0 2-9 0,1-1 2 0,0 2 5 15,2 2 5-15,-1 1-8 0,1 1 0 0,0 0 1 0,-1 1-3 16,2 0 4-16,-1 1-6 0,0-1 1 0,0 1-3 0,-1 0-13 0,-1 0 19 15,1 0-14-15,-2-1 1 0,0 0-4 0,-2 0-26 0,-1 0 1 16,-2-2-9-16,0 1 1 0,-2 0 6 0,-1-1 3 0,-1-1 16 0,-1-1 10 16,0 0-3-16,-1-2 11 0,1 0-5 0,0-2-3 0,1-1 7 0,0-2-6 15,0-1 6-15,1-1 1 0,0-1-13 0,1-1 5 0,0-1-10 16,0-1-1-16,1-1 7 0,-1 0-16 0,1-1 12 0,1-1-3 0,0-2 2 16,1-1 8-16,1-1-12 0,1-2 7 0,1-1 3 0,1-3-3 0,1 1 2 15,0-1-6-15,1-3 3 0,0 1 7 0,1-1 1 0,0-1 7 16,0-1 4-16,1 1-4 0,-1-2 6 0,1 0 5 0,2-2-10 0,7-19 11 15,-2 8-10-15,-3 6-2 0,-2 6 12 0,0 3 0 0,0 0 7 0,-1 1 7 16,0 2-3-16,0-1 8 0,-1 4 3 0,-2 0-1 0,-1 1-1 16,0 0 0-16,0 2 8 0,-2-1-8 0,0 2-8 0,-1 0-2 0,-2 0-6 15,-1 2 4-15,-1 1-4 0,-1 1-1 0,-1-1-3 0,0 2-6 16,0 1 4-16,-2-1-8 0,1 1-6 0,-1 0-9 0,-1 0-3 0,0 3-4 16,0 0 3-16,0 1-1 0,1 1-6 0,-1 1-12 0,0-1-10 0,-1 1-7 15,1 0-9-15,1 0-20 0,0 1-26 0,1 0-33 0,0 0-35 16,0 0-28-16,-1 1-32 0,0 0-37 0,-1-1-44 0,0 2-51 0,0 0-127 15</inkml:trace>
  <inkml:trace contextRef="#ctx0" brushRef="#br0" timeOffset="166635.1">27108 17708 1127 0,'-3'5'677'0,"0"1"-512"16,-1 0-75-16,2-2-62 0,0 0-6 0,0 0-5 0,-1 2 2 0,1 0-2 15,0 1-12-15,0-1-2 0,0 1 4 0,1 1 3 0,0 0 3 16,1 0-4-16,0-1 0 0,0 1-2 0,1 1-1 0,0 0-7 0,1 0 7 15,1 1 2-15,1-1 4 0,0 0 9 0,2 1-9 0,0 1-3 0,0-1 0 16,3 0 0-16,0 1 2 0,2-1 2 0,1 2 2 0,0-1-2 16,1 1 0-16,2 0-10 0,0-1 8 0,1 2 4 0,-1 0-10 0,2-1 12 15,0 1 1-15,0-1-7 0,-1 1 16 0,1-1-9 0,-1 1 0 16,-2-1 16-16,0-2-2 0,0 2-2 0,-1-2-2 0,-2 0-6 0,-2-1 2 16,0 0-4-16,-1-2-25 0,-1-1-13 0,-2 0-16 0,-1-1-22 0,-2-1-14 15,-1 0-4-15,-2-2-11 0,-2 0 22 0,-1 0 24 0,-1-1 8 16,-2-1 16-16,-2-1 7 0,0 0 5 0,-2-1 1 0,-2 1 4 0,0-1 7 15,-2 0-10-15,1 0 8 0,-2 0-1 0,0 0-4 0,0-1 5 0,1 1-13 16,0 0-6-16,0-1-1 0,1 0 1 0,2 1 2 0,0-1-8 16,1-1 10-16,1 0 0 0,1-1 1 0,2 0 14 0,1 0 2 0,2-2 6 15,1 0 5-15,1-1-1 0,0-2-2 0,2 1-1 0,1-2-4 16,1-1-3-16,1 0-8 0,0-2-2 0,2 1 10 0,1-3-3 0,1 1-3 16,0-2 6-16,2 1-12 0,0-2 6 0,1 0 4 0,0 1-8 0,12-20 2 15,0 3-1-15,-1 2 3 0,-1 4-6 0,0 1 8 0,-4 4 5 16,-2 3-4-16,-3 3 8 0,-2 2-1 0,-2 2 6 0,-2-1 10 0,-1 1 0 15,-2 0-1-15,-1 2 3 0,-2 2-6 0,-1-1-2 0,-2 2-4 0,-2-1-20 16,0 1-6-16,-2 1-5 0,-1 1-6 0,-1 1 0 0,0 2-17 16,-3 0 1-16,0 3-15 0,-1 1-1 0,0 2 10 0,1 2-10 0,0 0-1 15,0 2-23-15,1 1-28 0,1 1-31 0,2-1-39 0,1 2-45 16,1 0-28-16,1 1-18 0,1 1-2 0,1 0 12 0,1 2 20 0,2-2 13 16</inkml:trace>
  <inkml:trace contextRef="#ctx0" brushRef="#br0" timeOffset="166902.1">27837 17860 1495 0,'2'3'625'0,"1"-1"-486"0,1 0-71 0,1 1-31 16,1 0-15-16,1 0 5 0,2 1 10 0,0 0-4 0,2 1-2 0,0-1-20 15,2 1-3-15,1 0 0 0,0 0-2 0,2 0 7 0,-1-1-7 16,1-1 8-16,1 0-6 0,-2-1 10 0,0 0-2 0,0-1 3 0,0-1 5 15,-1 0-1-15,-2 0 3 0,0-2-16 0,0 0 16 0,-1-1-3 0,-1 0-3 16,-2-1-7-16,1-2-6 0,-2 1-4 0,0-2-5 0,-2 1 4 16,0-1-5-16,-1 0-6 0,-2-1-1 0,0 0-3 0,-1 1 7 0,-2-1 1 15,-2-9-9-15,-3 0 0 0,-2 4 1 0,-2 2-5 0,-1 1 8 16,-1 1 3-16,0 3-18 0,0 2-4 0,0 1-3 0,-1 0-15 0,1 2-28 16,-1-1-36-16,-1 0-51 0,0 1-33 0,0-1-52 0,-1 1-72 0,0-2-57 15,-2 1-72-15,0 0-69 0</inkml:trace>
  <inkml:trace contextRef="#ctx0" brushRef="#br0" timeOffset="167354.1">25809 15831 1235 0,'-5'-3'333'16,"-1"0"-304"-16,1-2-27 0,4 2-24 0,1-2-8 0,4 0 1 16,1 0-2-16,0-1-6 0,2 0 2 0,0 0 9 0,0 1 4 0,0 0 13 15,0 1 7-15,0 0-1 0,0 0 0 0,0 0 3 0,0 2 2 16,0 0 8-16,-1-1 5 0,0 1 7 0,-1-2 17 0,1 1 8 0,0 1 7 16,1-2 1-16,1 1-9 0,1 0-3 0,0-1-4 0,1 1 3 0,0-1-1 15,1 0-5-15,1-1-1 0,1 1-12 0,2 0-5 0,0 0-3 16,2 0-7-16,0 0-1 0,-2 0-4 0,2 1-6 0,0 0 6 0,0-1-6 15,-1 3 0-15,3-2 0 0,-2 2-3 0,1 1 1 0,0-1 4 0,-1 1-4 16,0 1-2-16,-2-1-6 0,2 0-8 0,-1 1-5 0,0-1-11 16,-2 1-14-16,-1 0-38 0,0 0-73 0,0-1-51 0,-2-1-52 0,-1 0-35 15,-1-1-31-15,-2 0-27 0</inkml:trace>
  <inkml:trace contextRef="#ctx0" brushRef="#br0" timeOffset="167569.1">26012 15319 2158 0,'-6'4'562'0,"-1"3"-488"0,1 3-31 16,4 4-26-16,4 2-10 0,2 4-9 0,1 3 0 0,2 1 2 0,0 4-1 16,3-1-4-16,1 2 0 0,0-2 0 0,0 2-2 0,0 2 7 0,0 3 0 15,0 3-8-15,1 2-5 0,-1 0-27 0,2 0-11 0,-3 3-19 16,3 0-27-16,0 2-23 0,2 0-50 0,0 4-45 0,2 0-64 0,2 5-66 15,-1 2-62-15,0 6-11 0,1 2-82 0</inkml:trace>
  <inkml:trace contextRef="#ctx0" brushRef="#br0" timeOffset="167969.1">26109 18913 1137 0,'6'0'180'16,"0"-1"-135"-16,2-1-29 0,1 0-3 0,3-1 13 0,3-1-4 0,2 0 20 15,2-1-11-15,4-1-1 0,2-2 5 0,2 0-15 0,3-2 14 16,3 0-6-16,3-1 8 0,1 0 0 0,3-2 5 0,1-1 13 0,1 0 11 16,2 0 24-16,1-1 14 0,2 0 17 0,0 0-17 0,2 1 4 0,1-2-12 15,2 0-13-15,2 1 6 0,0 1-83 0,2-2 16 0,2 0 2 16,1 1 2-16,2 0 52 0,0 0-13 0,3 0-14 0,1-1-9 0,1 2 5 16,1 0-2-16,2 0 4 0,1-1-9 0,2 1-23 0,0 1-11 0,2-1-2 15,-1-1 6-15,2 1 5 0,1 1-26 0,0-2-14 0,0 1-8 16,1-1 1-16,1 1 30 0,-1 0 10 0,0-1-7 0,0-1 1 0,0 2-8 15,-1 0-3-15,-2-1-11 0,1 0-3 0,-2 1-31 0,0 1-53 0,-1-1-82 16,-3 1-149-16,-1 0-211 0,-2 1-173 0,-1-2-112 0</inkml:trace>
  <inkml:trace contextRef="#ctx0" brushRef="#br0" timeOffset="170719.11">28578 18471 29 0,'-2'1'32'16,"1"0"1"-16,-1 0-3 0,0 0 2 0,1 1-8 0,-2 0 0 0,0 0-4 16,-1 1-2-16,1 0 2 0,-1 0-1 0,-1 1-1 0,0-1-2 15,0 1-3-15,0 1-2 0,-1-1 2 0,1 0 0 0,-1 1 0 0,1-1-4 16,1 1-2-16,-2-1-3 0,1 0-2 0,0 1 8 0,0-1-3 0,0 1 0 16,0-1 0-16,0 1 1 0,1-1 5 0,-1 1 4 0,1-1 0 15,0 0 2-15,1 0 3 0,1 0 3 0,-1 0 2 0,1-1 6 0,-1 0 3 16,2 0 10-16,0 0 4 0,0 0 15 0,1 0 6 0,0 0-1 0,1-1 1 15,1 1-16-15,0 0 4 0,2 0-7 0,-1 0-9 0,1 1-3 16,1-1-4-16,1 1 0 0,0-1 11 0,1 2-10 0,1-1-8 0,0 1-5 16,0-2-8-16,0 2 42 0,1 0-58 0,0 0-162 0,1 1-12 15,0-1 23-15,0 1-27 0,0 0 174 0,-1-1 22 0,2 2-28 0,-1-1 1 16,0-1 15-16,0 2-23 0,0-1 29 0,-1 1-9 0,0-1-18 0,0 1 19 16,0 0-19-16,0 0 13 0,-1-1 5 0,0 2-14 0,-3-2 11 15,2 0-13-15,-2 1 4 0,0 1 17 0,-1-1-28 0,0-2 40 0,-2 2-26 16,0-1-17-16,-1 1 36 0,-1-3-48 0,-1 2 22 0,-1-1 8 15,-1 2-33-15,-1-3 18 0,-1 2-12 0,-1-2-16 0,-2 0 26 0,1 1-44 16,-2-3 26-16,-1 0 2 0,-1-1-23 0,-1 2 59 0,-1-1-24 16,1-1 13-16,-2-2 19 0,-1 1-28 0,0-1 18 0,2 0 4 0,-3-2-19 15,1 1 34-15,0-2-15 0,1 0-1 0,-1 0 15 0,1-2-32 0,0 2 21 16,1-2-6-16,0 2 3 0,1-2 17 0,0-1-18 0,1 1 8 0,2-1 2 16,1 0-25-16,0-1 25 0,1-1-3 0,2 0-9 0,1 0 31 15,2 0-26-15,1-1 12 0,1-1 15 0,2 3-10 0,1-3 21 0,2 0-1 16,1 1-10-16,1-1 24 0,2 0-23 0,0-1 7 0,2 1 18 0,1-2-69 15,1 3 22-15,1-3-6 0,-1 3-10 0,2-1 59 0,0 1-18 16,0 0 1-16,0 0 11 0,0-2-38 0,0 1 36 0,-1 0-20 0,0 1-17 16,0-1 44-16,-1 0-48 0,-1 1 19 0,0-1 3 0,-3 3-35 0,1-2 28 15,-1 2-4-15,-1-1-18 0,-2 0 33 0,0 0-36 0,-2 0 17 16,-1 0 10-16,0 0-31 0,-2 3 30 0,0-4-14 0,-1 3-14 0,-1 0 21 16,-1 1-24-16,-1-2 11 0,-1 3 6 0,0-2-36 0,0 2 43 15,-1 0-13-15,-1 0-14 0,1 1 16 0,0 0 0 0,-2 1 148 0,0-1-28 16,1 2-27-16,-1-1-39 0,-1 1-190 0,1-1-49 0,-1 2-7 0,1-1 9 15,-1 1-8-15,0-1 14 0,2 0 11 0,-2 0-69 0</inkml:trace>
  <inkml:trace contextRef="#ctx0" brushRef="#br0" timeOffset="175753.12">27348 18451 343 0,'0'0'72'16,"-1"1"6"-16,1 0 10 0,-1-1 4 0,0 1 11 0,1 1 2 0,-1-1 1 15,0 2 2-15,-1-1-4 0,1 0 1 0,-1 1-11 0,1 0 2 0,-1-1 0 16,0 1 1-16,0 0 9 0,1 1 0 0,-1-1 9 0,1 1-6 15,-1 0-13-15,0-1-6 0,1 1-19 0,0-1-15 0,0 1 5 0,0-1-19 16,0 1-8-16,1 0 1 0,0 0-11 0,0 0-4 0,1 1-2 0,-1 0-16 16,2 1 1-16,-1 1-6 0,1 1-7 0,0 0 5 0,1 1-6 15,1 1-3-15,0 0-6 0,0 1 12 0,1 1 0 0,0 0 4 0,0 1-11 16,1-1-13-16,1 2 66 0,0 0-14 0,1-1 13 0,0 1-16 16,1-2-57-16,0 0 38 0,-1 0-15 0,2-1 18 0,1 0-26 0,-1-3 2 15,2 0 11-15,-1 0-6 0,-1-1 22 0,1-2-20 0,1 0 19 0,-1-1 1 16,0-2-5-16,-1-1 5 0,1-1 1 0,0-1 3 0,0-1 4 15,-1 0 4-15,-1-2 6 0,0-1 7 0,0-1-7 0,0-2 5 0,-1 1-7 16,0-1 5-16,0-1-3 0,-1-1-19 0,0-1 3 0,-1 1 5 0,1-1 8 16,-1 0-9-16,1-1-2 0,-1 0 1 0,0 0 2 0,0 0 2 15,0 1-74-15,0 0-4 0,-1 0 2 0,-1 1 1 0,1 1 60 0,0 1 3 16,-1 0 18-16,0 1-10 0,0 1 3 0,-1 1-16 0,0 0-1 0,0 1 11 16,-1 1-20-16,0 1 28 0,0 0-18 0,-1 1 11 0,1 1 9 15,-1 1-23-15,0 0 1 0,0 2-8 0,-1-1 4 0,1 1 6 0,0 1-13 16,0 0-4-16,-1 1 15 0,2 0-11 0,-1 1 3 0,0 1 7 15,1 1-10-15,0 1 3 0,1 0-13 0,-1 2 7 0,0-1-5 0,1 1 32 16,0 2 2-16,0 1-22 0,2 1-14 0,-1 0-52 0,0 1-11 0,1 1-39 16,1 1-15-16,-1-2-11 0,0 2-54 0,1-1-7 0,-1 0-46 15,0-1-24-15,0 0 17 0,0-1 19 0,1 0 32 0,-1-3 31 0,-1 0-19 16</inkml:trace>
  <inkml:trace contextRef="#ctx0" brushRef="#br0" timeOffset="176053.12">28014 18685 542 0,'-1'5'290'0,"0"-1"-169"16,-1 1-56-16,1 1 8 0,-1 1-5 0,0 1 21 0,1 1 4 15,-1 0-15-15,1 2-18 0,-1 1-25 0,1-1-15 0,0 1 11 0,0 0-14 16,0 1-7-16,1-1 23 0,0-1-17 0,1-2 28 0,0 0 6 15,0-1-24-15,1-1 19 0,0-1 2 0,0-2 7 0,1-1-2 0,-1-1-17 16,1-1-5-16,1-2-5 0,-1 0 1 0,0-2 16 0,1-1-3 0,0 0-8 16,0-3 10-16,1 0-13 0,0-1 7 0,0-1-4 0,0-1-2 15,1-1 4-15,-1-2-7 0,1 0 10 0,-1 0-8 0,0 1-8 0,-1-3-1 16,1 1-1-16,-1 0 5 0,-1 0 0 0,0 1 4 0,-2-1-17 0,0 1 1 16,0 1-16-16,-2 3-76 0,-1-1-1 0,0 1-17 0,-2 2-4 15,-1 1 15-15,-1 1-39 0,0 1-40 0,-1 1-57 0,-1 2-18 0,-1 0-16 16,-1 2-9-16,0 1 14 0,0 1-3 0,0 1-61 0</inkml:trace>
  <inkml:trace contextRef="#ctx0" brushRef="#br0" timeOffset="180636.13">29187 16246 131 0,'-1'-2'18'0,"0"2"-11"0,1-1-4 15,1 1 3-15,-1-1 3 0,1 1-1 0,0 0 1 0,-1 0 2 16,2-1 0-16,-2 1 3 0,0 0 0 0,1-1 5 0,-1 2 2 0,0-2 3 16,0 1 7-16,-1 0-2 0,0 0 2 0,0 0 2 0,-1 1 0 0,1-1 3 15,0 1-1-15,-1-1-3 0,1-1-2 0,0 2-3 0,-1-1-5 16,0 0 1-16,0 1-7 0,0-1-2 0,0-1-2 0,0 1 1 0,0 0 4 16,0-1-5-16,1 1-3 0,0-1 2 0,0 0-2 0,-1 1 9 0,1-1 1 15,0-1 3-15,0 1 4 0,0 0-4 0,1 0 3 0,-1 0 1 16,1 0-5-16,0 0 3 0,-1 1-5 0,1-1 1 0,-1 0 2 0,1 1-2 15,-1 0-1-15,1 0-1 0,0 0-2 0,-1 0 4 0,0 0-2 16,1 0-12-16,-1 0 4 0,0 1-9 0,0-1 2 0,0 1 2 0,0 0-6 16,0 0 7-16,1 0-6 0,0 0 3 0,-1 0 1 0,1 0-5 0,-1 0 2 15,0 0-3-15,1 0 5 0,-1 0 2 0,1-1 0 0,0 1-1 16,0-1-5-16,1 0 10 0,-1 0 0 0,0 0 4 0,0 1-2 0,1-1-1 16,-1-1 4-16,1 2 8 0,0-1 8 0,-1 0-5 15,1-1 4-15,-1 1-1 0,0 0 3 0,0 0 3 0,0 1-6 0,0-1 1 0,0 0-1 16,0 0 0-16,0 0 7 0,-1 1-1 0,1 0-7 0,-1-1-3 15,1 2 1-15,-1-1-1 0,0 1 3 0,0 0-1 0,1 0-6 0,0-1 3 16,0 1-6-16,1 1 5 0,0 0-7 0,1 1-7 0,0 1 5 0,1 0-7 16,2 1 5-16,2 3 3 0,0 1-4 0,3 0 1 0,-1 2-1 15,4-1-2-15,2 2-1 0,1 1-5 0,0-1 0 0,2 3-6 0,1-2 6 16,1 2 0-16,1-1-14 0,0 0 15 0,0 0-9 0,0 0 5 0,-1 2 12 16,-1-1-10-16,0-1 1 0,-1 1 3 0,0-1-1 0,-1 0 6 0,0-2 0 15,0 1 0-15,-2 0 13 0,1 0 2 0,-1-2 5 0,0 1 1 16,0 0-11-16,-2 0 3 0,-1-1-4 0,-2-1-1 0,-1 1 4 0,-2-1-8 15,-1 1-1-15,-2-1 1 0,-3 0-7 0,0 0 13 0,-3 0-7 16,-1 0-4-16,-2-1 2 0,-3 0-8 0,-3-2 0 0,-3 1-2 0,-2 1-13 16,-2-1-1-16,-3-1-7 0,-2 0 2 0,0-1-1 0,-2 0-7 0,-2-3 1 15,-1 0 2-15,1 0 5 0,-2-3 11 0,2 1 2 0,-1-2 8 16,1 0-3-16,1 0 3 0,1-3 0 0,3 1-1 0,-1-1-2 0,3-1 0 16,2 2-3-16,-1-3 9 0,3 1-4 0,1-1-4 0,2 0-1 0,3-1-5 15,3-1 7-15,1 0-1 0,3 0-1 0,1 0-1 0,3-1-3 16,2-1 1-16,3-1 5 0,2-2-4 0,3-2 2 0,1 0 5 0,4-1-5 15,2 1 4-15,0-1-1 0,1-1 0 0,2 0 6 0,1 0-2 0,-1-1 8 16,1 1 6-16,0 0-2 0,1-1 6 0,-2 0 4 0,-1 1 12 16,0-1 10-16,-1 0 2 0,-2 0 5 0,-1 1-1 0,0-1-19 0,-2 2 8 15,-2 0-8-15,-1 1-16 0,-1-1 29 0,-1-1-17 0,-2 1-4 16,0 2 5-16,-2-2-16 0,-1 1 6 0,-2-1-1 0,-2 2-4 0,-1-1 4 16,-3-1-7-16,-1 2-4 0,-1 0-2 0,-1 0-1 0,-1 1 1 0,-1-1-1 15,0 1-7-15,0 0 2 0,-2 1 0 0,0-1 3 0,-1 1 5 16,-1 0-8-16,0 0 1 0,-1 2 2 0,-1 0 0 0,2 1 4 0,0 1-15 15,2 1 5-15,-1 1-1 0,1 3-5 0,1 0 11 0,0 2-16 16,1 1 3-16,1 1-8 0,0 2-6 0,1 2 8 0,0 1-7 0,1 2-5 16,1 1-9-16,0 2-13 0,2 1-13 0,0 2-7 0,2 1-15 0,1-1-25 15,2 2-19-15,0-1-27 0,4 0-47 0,1-1-45 16,2 0-30-16,2-2-19 0,2 1 11 0,0-2 15 0,2-2-149 0</inkml:trace>
  <inkml:trace contextRef="#ctx0" brushRef="#br0" timeOffset="180936.13">29913 16091 869 0,'0'0'115'16,"-1"0"1"-16,0 0 16 0,1 1 13 0,1 0 14 0,0 0 6 0,-1 2-9 15,2 0-23-15,0 0-20 0,0 2-11 0,1 0-9 0,0 3-11 0,0 2-4 16,1 2-5-16,-1 1-4 0,2 4-4 0,-1 1-8 0,0 2-16 16,1 0 7-16,0 3-15 0,-1 1 6 0,0 2-4 0,0 2-18 0,0-1 1 15,-2 3-19-15,2-2-1 0,0 0 24 0,0-1-10 0,0-1 7 16,-1-1-2-16,0 0-20 0,1-2 11 0,0-2-9 0,0-1-1 0,0-3 0 16,1-2-3-16,-1-2-2 0,0 0-12 0,-1-1-23 0,-1-1-2 0,-1-3-18 15,1-1-6-15,-1-1-12 0,-1-2-40 0,1-2-40 0,-1-1-75 16,-2-2-101-16,1-2-86 0,-2-2-55 0,-2-3-82 0</inkml:trace>
  <inkml:trace contextRef="#ctx0" brushRef="#br0" timeOffset="181453.13">28439 16862 719 0,'-5'-2'49'0,"1"0"-14"0,-1-1 4 0,3 1 11 0,1-1 26 15,1-1 21-15,-1 0 12 0,1-1 3 0,0 0-11 0,1-2-11 16,1 2-13-16,2-3-14 0,0 0-4 0,1 0 0 0,0 1 0 0,0-1-1 15,1 1 0-15,1-1-6 0,2 1-7 0,1 1-4 0,1 1-13 0,3 0 1 16,-1 0-4-16,1 1-4 0,1 1-8 0,-1 1-3 0,1 0-1 16,1 1-3-16,0-1-2 0,-1 1 5 0,0 1-2 0,1-1-1 0,-1 1 1 15,-1 0-5-15,-2-1 7 0,-1 1-5 0,-2-2 2 0,0 1 3 16,-2 0-5-16,-1 0 7 0,-1 1-4 0,0-2-5 0,-1 1 2 0,-2-1-4 16,0 0 2-16,0 0 8 0,0-1-11 0,0 0 2 0,0 1-8 0,-1-2-8 15,0 0 4-15,1 0-8 0,0 0-5 0,1 0-3 0,-1 0-16 16,0-2-4-16,0 2-19 0,-1 1-27 0,1 0-29 0,0 1-48 0,-1 0-32 15,0 0-24-15,0 2-20 0,-1 0 5 0,-1 0-4 0,0 1-148 0</inkml:trace>
  <inkml:trace contextRef="#ctx0" brushRef="#br0" timeOffset="181703.13">28436 17114 896 0,'-4'2'459'16,"0"0"-296"-16,0-1 2 0,0 1-22 0,1 0-26 0,0 0 6 16,1-1-3-16,3 0-17 0,2-1-14 0,1 0-20 0,2 0-13 0,2-1-28 15,2 0-2-15,1-1-3 0,2 0-10 0,2-1 8 0,0 0-7 16,3-1-18-16,14-4 12 0,-18 5-5 0,3-2 0 0,11 0 15 0,-6 0 1 16,-1 1 2-16,-3 2 0 0,0-1-14 0,-3 1-2 0,2 0-2 0,-1-1-5 15,-1 0 5-15,0 2-12 0,-1-2 9 0,1 1 8 0,-1-2-18 16,-2 1 5-16,1 0-13 0,-2-1-16 0,1 0-3 0,-1 0-33 0,-1-1-42 15,0-1-64-15,0 0-77 0,1-1-93 0,-1 0-62 0,1-1-28 0,-1-1-199 16</inkml:trace>
  <inkml:trace contextRef="#ctx0" brushRef="#br0" timeOffset="181932.13">29632 15581 279 0,'-24'1'-38'0,"-2"3"-22"0,-8 1 4 0,5 3 10 0,1-1-26 15</inkml:trace>
  <inkml:trace contextRef="#ctx0" brushRef="#br0" timeOffset="182403.13">28864 16112 74 0,'-19'38'91'0,"-1"4"-16"0,-3 10 9 0,4-4-9 16,5-4-11-16,2 1-9 0,3-2-12 0,1 0 4 0,2 0-7 0,3 0-3 15,2 0-1-15,2 0-7 0,3 1 4 0,1 0-3 0,3-1 2 16,1 2-1-16,3-2-6 0,1-2-3 0,2 1-7 0,0-2-7 0,0-3-3 15,2 0-4-15,-8-21 2 0,3 5-1 0,-1-1-4 0,4 3-2 0,2 0 1 16,3 3-3-16,0-3 4 0,4 3 1 0,2-2-1 0,-1-2 3 16,3-2-2-16,0-4 8 0,3-1 1 0,-2-3 7 0,3-2 8 0,0-2 1 15,2-3 21-15,0-1 10 0,1-3 12 0,1-2 17 0,0-3 5 16,1-1 8-16,0-2 1 0,1-2-6 0,2-1-15 0,-1-1-6 0,1-1-10 16,3 1-9-16,-2-2-11 0,2-1-15 0,0 0-1 0,-1 0-12 0,0-1-2 15,0-1 7-15,-1 0-5 0,-3 2 4 0,1-2-1 0,-4 0-18 16,30-14 12-16,-11 5-1 0,-12 2 1 0,-7 4 14 0,-6 1 1 0,1-1 10 15,-1-1 11-15,3-2-2 0,-2-1 7 0,2 1 2 0,-1-3 3 0,0 1-2 16,0-3-12-16,1-4 3 0,-1 0-4 0,1-2 4 0,-4-1 2 16,1 1-3-16,-3-2 4 0,0-1-11 0,-2-1-2 0,-2 1-3 0,-2 0-14 15,-2 0 3-15,-3 1-6 0,-1 0-1 0,-1 2 10 0,-2-2 0 16,-3 3-7-16,-1-1-3 0,-4 0-7 0,-3 1 8 0,-1-2 3 0,-3 0-4 16,-3 0-2-16,-2 1-3 0,-2 1 1 0,-3 3 2 0,0-2 2 0,-4 3-12 15,-2-3 9-15,-2 3-18 0,-2 2 8 0,-4 1 3 0,-1 0-6 16,-5 3 11-16,-1 0-16 0,-3 2 3 0,-1 0-1 0,-3 2 3 0,-2 2 2 15,-3-1-1-15,-2 4-6 0,2 1-4 0,-2 1-1 0,-2 2 1 0,-1 0 3 16,-1 3-10-16,1 1 6 0,1 2 0 0,0 2-7 0,2 1 10 16,0 2-8-16,1 1 0 0,2 3-4 0,1 1-3 0,1 3 0 0,5 2-8 15,1 2-3-15,3 4-5 0,3 3-5 0,1 2-8 0,6 3-15 16,0 1-19-16,4 4-29 0,3 2-8 0,3 4-24 0,3 2-35 0,2 3-33 16,4-1-62-16,4 2-39 0,2-1-31 0,3 2-29 0,5-5-30 0</inkml:trace>
  <inkml:trace contextRef="#ctx0" brushRef="#br0" timeOffset="182820.13">31733 15678 894 0,'-1'-1'205'0,"-1"0"-81"16,0 1-1-16,1 0 24 0,-1 0 19 0,0 0 13 0,-1 2-10 15,-1 0-35-15,-1 0-29 0,-2 2-12 0,-2 0-19 0,0 2-6 0,-1 1-7 16,0 1-8-16,-1 0 4 0,-1 1-2 0,-1 3 8 0,1 3-4 16,-2 0-4-16,2 1-6 0,-2 2-30 0,-2 3 8 0,1 2-10 0,-4 3-13 15,1 3 9-15,-1 1-13 0,-2 3 0 0,1-1 5 0,-1 0-3 0,0 3-12 16,1 0-6-16,-1 2-9 0,0-2-6 0,1 0 2 0,3-4-8 16,1-1 4-16,2-4-7 0,1-1-4 0,2-4-7 0,2-2-5 0,2-4-13 15,3-3-15-15,1-3-10 0,2-3-22 0,1-2-31 0,1-4-38 0,2-2-22 16,1-3-23-16,1-2-17 0,0-4 2 0,1-6 1 0,1-3 9 15,1-5 1-15,0-4-40 0</inkml:trace>
  <inkml:trace contextRef="#ctx0" brushRef="#br0" timeOffset="183037.13">30788 15448 1189 0,'-19'-3'54'0,"1"1"25"0,-4 1 35 0,6 1 32 15,7 2 15-15,1 1 0 0,3-1-6 0,2 0-21 0,2-1-21 0,2 1-12 16,1 1-20-16,2 1-14 0,3 1-10 0,-1 1-12 0,3 1-11 0,-1-1-11 16,0 2-4-16,2-1-5 0,-1-1-3 0,2 2-1 0,-2-2-7 15,2 3-4-15,1-2 2 0,-3-1-1 0,3 1 0 0,-2-2-3 16,-1 1-2-16,2 0-15 0,-1 0-6 0,0 0-8 0,0 0-17 0,0-1-10 16,1 1-13-16,0 0-13 0,2 0-20 0,-2 1-22 0,1 1-47 0,0 0-48 15,1 3-49-15,2 2-26 0,0 1-12 0,3 4 1 0,3 2-150 0</inkml:trace>
  <inkml:trace contextRef="#ctx0" brushRef="#br0" timeOffset="183254.13">31561 16402 1778 0,'-1'1'110'0,"0"2"-66"0,1-1 0 0,1 0-9 0,0-1 17 0,1 0 21 16,2-2-7-16,1 0 2 0,0-1-29 0,0-1-12 0,0-3-9 15,-2 1-9-15,2-3 11 0,-1-1-2 0,-2 0 10 0,0 0 3 0,-4-2 0 16,1 1 2-16,1 0-3 0,-3-2 6 0,1 0-2 0,-2 1-6 16,-2 1-13-16,0 0-4 0,0 4-3 0,-2 0-6 0,1 0 6 0,-3 2-31 15,1-1-14-15,-2 1-36 0,0 1-57 0,-3 0-60 0,1 0-82 0,-1 1-65 16,-1 0-56-16,0 2-26 0,-1 0-155 0</inkml:trace>
  <inkml:trace contextRef="#ctx0" brushRef="#br0" timeOffset="184087.13">27482 18470 266 0,'-3'2'70'0,"0"0"-22"16,0 1 6-16,-1 0-4 0,0 1-1 0,-1 1-7 0,-1-1-10 16,1 2-7-16,-2 0-9 0,1 2-2 0,-1-1-12 0,0 2-3 0,0-1-5 15,1 2-2-15,-1 1 0 0,2 0-6 0,0 0-2 0,1 1-4 0,2-1 1 16,-1 1-1-16,2 1 2 0,1 1-1 0,1 0 19 0,0 1 2 15,2 0-7-15,0 1 5 0,1-1-26 0,1 2-4 0,1 0 0 0,1 1 3 16,-1-2-2-16,4 2-2 0,0 0 4 0,1-2-1 0,2 1 3 16,0-1-3-16,3-1 1 0,1-1-8 0,2 0 1 0,1-2 10 0,3 0 0 15,1-1 8-15,2-2 5 0,3-1 3 0,1-1 20 0,3-1 7 16,1-2 3-16,2-1-1 0,2-1-19 0,2 0-8 0,1-2 3 0,1 0 3 16,2 0-6-16,0-1 9 0,1-1-6 0,1 0 7 0,-1-1 1 0,2 0-4 15,0 0 5-15,-1-2-30 0,0 0 7 0,0-1 9 0,0 1 3 0,-2-1 28 16,-1-2 8-16,-1-1 0 0,-1-1 9 0,-2 1 4 0,-1-2 4 15,-3-1 24-15,-1 0 7 0,-1-2 31 0,-3 0 14 0,-1 0 9 0,-2-2 12 16,-2 0-4-16,-2-1 22 0,-3 1-8 0,0-1-3 0,-3-1 0 16,-2 0-21-16,0 1-9 0,-2-1-7 0,-2-1-2 0,-1 1-73 0,-2-1 2 15,-3 0-6-15,0 2-27 0,-1-1 61 0,-3-1-12 0,0 0 9 0,-3 3-15 16,-1-1-4-16,-2 0 0 0,-1 1-15 0,-3 1 1 0,-2 0-6 16,-1 0-3-16,-2 1 4 0,-2 0-10 0,-1 1-16 0,-3-1 10 0,-1 1 1 15,-1 1-1-15,-2-1-26 0,-1 2-19 0,-2-1-14 0,0 1 3 16,-3 2 23-16,1-1-7 0,-3 1-6 0,1 1-15 0,-1 1-13 0,1 1-5 15,-2 1-28-15,1 2 0 0,0 1-14 0,1 1-14 0,-1 2-8 0,2 2-29 16,0 0-18-16,2 2-48 0,0 1-12 0,3 2-20 0,0 0-6 16,2 1 8-16,2 0-58 0</inkml:trace>
  <inkml:trace contextRef="#ctx0" brushRef="#br0" timeOffset="184953.13">29527 17289 317 0,'-4'3'140'0,"1"-1"-60"0,-1 1-9 0,-1 0-4 16,0 0-1-16,0 0 0 0,0 0-9 0,1-1-7 0,1 1-14 16,1-2-11-16,1 0-4 0,0 0-8 0,1-1 5 0,-1 1-4 0,1-2 2 15,0 1 7-15,1 0-1 0,-1 0 17 0,1-1 18 0,-1 0 17 0,1 1 17 16,0-1 10-16,2 0 5 0,0 0 7 0,2-1 2 0,1 2-9 0,1-2-3 15,4-1-10-15,2 0-2 0,2-2-6 0,6 0-24 0,3 0-3 16,5-2-18-16,7-2-8 0,5-1 1 0,5-1-19 0,8-1 0 0,5-3-7 16,6-3-1-16,6 0 5 0,73-21-19 0,-6 4 5 0,-16 2-7 15,-18 9-2-15,-10 2 21 0,-1 1-1 0,-1 2-2 0,-1-2 4 0,-2 2-1 16,-2 1 17-16,-4 0 25 0,-1 3 18 0,-1-1 20 0,-3 1 6 0,-2-1-2 16,-1 0-3-16,-1-1-21 0,-1 1-14 0,-4-2-11 0,-2-1-14 15,-3 0-1-15,-3-1 20 0,-30 10-7 0,5-3-8 0,-1 2-10 0,6-4-24 16,-3 0-7-16,7-2-10 0,-3 0-19 0,4-4-31 0,-3 1-33 0,-2 0-55 15,-4-1-77-15,-2 0-132 0,-4 0-193 0,-4-1-151 0,-5-3-198 16</inkml:trace>
  <inkml:trace contextRef="#ctx0" brushRef="#br0" timeOffset="189570.14">11163 17204 1393 0,'-4'1'111'0,"1"0"-24"0,-1 0-28 0,-1 1-22 0,1-1-10 16,0 1-29-16,2 0-15 0,1-1-6 0,1 1-1 0,1 0 22 15,2-1 6-15,0 1 10 0,2 0 3 0,0 0 2 0,0-1 6 0,1 1 1 16,0-1-5-16,0 0-7 0,0-1 6 0,0 1 4 0,-1 0 2 0,1 0 5 15,1 1 3-15,-1 1 0 0,1 1 5 0,0 1 3 0,1 0-2 16,0 3-1-16,1 1 0 0,-1 3-9 0,2 1-2 0,1 2-1 0,-1 0-7 16,1 2-5-16,1 2-7 0,-1 0-5 0,2 0 1 0,0 1-2 15,1-2-2-15,0 0 0 0,2-1 6 0,0-1-5 0,1-4-2 0,-1 0 2 16,1-2 4-16,0-3 19 0,-2 0 13 0,-1-3 6 0,0-1 14 0,-2-2-12 16,0-1 1-16,-3-1 3 0,0-1-10 0,-1-1 6 0,0-1-4 15,-2-1-22-15,1-1 8 0,-1 0-9 0,0-1 3 0,0-1-4 0,0-1-7 16,-1 1 6-16,1-2-1 0,1 0 1 0,-2-1-5 0,1 0-6 0,0 0 0 15,-1-2 11-15,0 1-8 0,1-1-3 0,-1 0 7 0,0 0-10 16,-1 1 6-16,1 0-4 0,0 1-6 0,0 2 7 0,-2 0-3 0,1 3 13 16,-2 1 7-16,1 1 1 0,-2 2 13 0,0 1-3 0,0 1-2 15,-2 1 6-15,0 1-7 0,0 2-2 0,0 1-4 0,-2 1-3 0,0 3 8 16,-1 2-19-16,0 1-11 0,0 3-3 0,-1 0 2 0,1 2 13 0,0 1-4 16,0 0 0-16,-1-1-8 0,1 0 1 0,1 0 0 0,0-2-4 15,2 2 2-15,-1-1-10 0,2-2-12 0,0-1-19 0,1 1-36 0,-1-1-15 16,2-1-35-16,0 0-39 0,0-3-29 0,0 1-63 0,1-1-82 15,1 0-86-15,-1-1-76 0,0 0-267 0</inkml:trace>
  <inkml:trace contextRef="#ctx0" brushRef="#br0" timeOffset="189970.14">10404 17195 2826 0,'-12'-5'97'0,"4"2"4"16,-1-3-38-16,-1-2-10 0,1 0-16 0,0-3-29 0,2-14-18 0,10 1 8 16,8 1-1-16,3 2-4 0,3 1 17 0,2 1-8 0,4 0-2 0,4-1 0 15,2 2-5-15,4-1-15 0,1 3-2 0,3 0-8 0,2 2 0 16,0 2 10-16,1 3 8 0,0 0-7 0,1 3 0 0,1 1 10 0,2 3-4 16,0 1 2-16,-1 2 1 0,0 3-5 0,0 0 10 0,0 2 5 15,1 2-9-15,2 0 1 0,0 3-4 0,0 2 9 0,3 1 3 0,0 1-4 16,2 2-1-16,1 3-3 0,0 2-4 0,2 2-1 0,0 4-11 0,-27-13 8 15,6 5-6-15,0 1-16 0,6 6 12 0,-1 2 0 0,7 6-2 16,-2 3 17-16,3 7-10 0,-2 1 12 0,-4 1 1 0,-3 4-2 0,-5 0 12 16,-5 1-14-16,-6-1 38 0,-12-25-7 0,-1 2-4 0,-3 1 11 0,0 1-18 15,-3 0 10-15,-3 3 5 0,-3 1 0 0,-2 2-5 0,-3-2 15 16,-3 4-8-16,-4-3 12 0,-1 3 8 0,-6-2-3 0,-2 2 18 0,-2 0-20 16,-5-1-7-16,-2-1-3 0,-3-3-2 0,-3-2 4 0,-1-3-13 15,-3-2 13-15,-1-5 2 0,0-1-7 0,-1-4 5 0,0-2-23 0,-2-6-9 16,3-1 2-16,-1-3 0 0,1-5 11 0,0-3-1 0,2-4-28 15,2-1-27-15,0-4-17 0,2-3-9 0,2-3 17 0,1-1-4 0,4-3-18 16,0-1-22-16,4-3-27 0,1 0-25 0,2-1-52 0,2-2-66 0,3 1-93 16,3-2-92-16,2 1-50 0,4-5-168 0</inkml:trace>
  <inkml:trace contextRef="#ctx0" brushRef="#br0" timeOffset="190403.14">13348 16784 2765 0,'-14'-10'123'0,"-1"0"-58"0,-6-3 9 15,-1 1-12-15,1-1-11 0,-1 0-23 0,-2-1-35 0,3 3-12 16,-1-2-2-16,-2 2-4 0,-2 1-11 0,-4 1-24 0,-2 2-15 0,-3 1-11 15,-5 3-1-15,-2 2 5 0,0 3-4 0,-2 3 15 0,0 1 16 16,1 3 15-16,2 1 15 0,3 2 4 0,3 0 4 0,3 1-16 0,4 0-9 16,3 1-5-16,4 1-14 0,5 1 9 0,2-2-5 0,2 1 5 0,4-1 10 15,2-3 3-15,4 0 11 0,2-1-1 0,4 0 13 0,2 1 8 16,4-1 7-16,3 1 7 0,3-1 13 0,3-2 6 0,4 0 16 0,2 0 10 16,2 0-1-16,2-1 15 0,3 0 1 0,0 0 10 0,3 0 8 0,-1-1-12 15,1 3 0-15,-4-1-14 0,1 1-1 0,-2 1-1 0,-1 0-11 16,-2 0-7-16,-2 2-15 0,-4 0-2 0,-1 1-5 0,-3 1 1 0,-4 1-14 15,-7-6 1-15,-1 3-3 0,-1 2 6 0,0 3 1 0,-2 2-16 0,0 4-5 16,-4 2 1-16,0 7-3 0,-4 0-13 0,-2 5-9 0,-3 0-10 16,-4 3 10-16,-1-1 19 0,-2 3 10 0,-2 0 6 0,-1-1 7 0,-1-2-3 15,0-1 28-15,0-4 9 0,2-2 6 0,9-18-15 0,0 3-12 16,0-3-18-16,-1 2-2 0,1-4 34 0,-1 2-42 0,0-1-5 0,0 0-25 16,1-2-39-16,1-1-36 0,0-1-90 0,-1 0-106 0,3-3-84 0,-1-1-59 15,1-2-26-15,2-7-85 0</inkml:trace>
  <inkml:trace contextRef="#ctx0" brushRef="#br0" timeOffset="190620.15">13372 16533 2197 0,'-4'-3'566'0,"0"1"-431"0,1-1-9 16,2 3-17-16,1 0-10 0,0 0-44 0,0 0-25 0,1 3-24 0,2 1-12 15,2 4-4-15,1 2 4 0,1 3 8 0,0 2-6 0,2 5 3 16,0 3-7-16,0 2-4 0,0 4 5 0,0 4-4 0,0 4-7 0,0 3-1 15,0 2-3-15,2 0-11 0,-1 1 0 0,2 0-9 0,-1 2-24 16,-6-23-9-16,2 7-11 0,0-2-2 0,0 6 6 0,0-2 0 0,1 4-5 16,0-2 0-16,0 4 2 0,-1-4 4 0,-1-2 1 0,0-3-9 0,-1-3-23 15,-1-5-43-15,-1-1-53 0,-1-3-61 0,-1-3-43 0,-2-4-32 16,-1-1-23-16,-2-4 55 0</inkml:trace>
  <inkml:trace contextRef="#ctx0" brushRef="#br0" timeOffset="190770.14">13255 17085 1641 0,'-1'-4'989'0,"2"-2"-903"0,1-2-14 0,4 0-4 0,2-2-4 15,4-1-25-15,3-1-31 0,5-2-11 0,3 2-9 0,6 1-3 16,1-1-14-16,2 1-23 0,-1 1-28 0,1 1-39 0,-2 2-60 0,3-1-90 16,-2 1-92-16,3 1-56 0,-1 2-29 0,1 2 31 0,-3 0-67 0</inkml:trace>
  <inkml:trace contextRef="#ctx0" brushRef="#br0" timeOffset="191038.14">13954 17121 522 0,'1'5'285'0,"1"-1"-125"0,1 3 32 0,1 1 17 16,1 2-11-16,2 2-33 0,1 0-48 0,1 1-28 0,2 1-14 0,2 1-7 15,1 0 1-15,2-1-9 0,-1 1-13 0,3 1-8 0,-1 1-9 16,1-4-7-16,-1 3 6 0,2-1-10 0,-1 1-9 0,0-2 8 0,1 1-2 16,0-1 11-16,-1-1 12 0,0 0-4 0,1-4 11 0,-2-1 3 0,-1-1-8 15,1-3 9-15,-2-1-9 0,0-2-6 0,-2-2-2 0,1-3-3 16,-1-1-3-16,-1-3-2 0,-1-1-13 0,0-2-9 0,0-4 1 0,-2-1 6 15,1-3 2-15,-2-1-6 0,0-3 1 0,-3 0-10 0,0-3 13 0,-2-2-8 16,-2-1-2-16,-3-6 1 0,-5-26-16 0,-3 3 15 0,-4 10-8 16,0 13-3-16,-2 1 6 0,1 3-12 0,-3 1 9 0,1 5 1 0,-2 2-3 15,2 2 2-15,-3 5-13 0,-1 2-10 0,-1 2 11 0,-2 4-2 16,0 2-6-16,-1 2 0 0,-2 3-9 0,1 2 6 0,-2 4 7 0,1 3-10 16,-1 3-6-16,0 3-10 0,1 1-11 0,2 2-18 0,2 2-26 0,3 1-54 15,1 0-64-15,2 0-65 0,2 1-55 0,4-3-39 0,2 0-24 16,4-1-14-16</inkml:trace>
  <inkml:trace contextRef="#ctx0" brushRef="#br0" timeOffset="191205.15">14376 15718 2943 0,'-7'-1'179'0,"1"1"-52"0,0 1-6 0,0 0-11 0,2 2-27 15,0 4-36-15,2 8-30 0,2 9-10 0,2 12 3 0,3 15 10 16,2 12 1-16,1 11-6 0,2 9 10 0,2 4-11 0,1 10-11 0,2 3 11 15,2 4-12-15,3 2-21 0,2-1-25 0,2-1-41 0,4 0-68 0,-13-54-76 16,4 13-158-16,3 0-300 0,6 10-219 0,2 1-71 0</inkml:trace>
  <inkml:trace contextRef="#ctx0" brushRef="#br0" timeOffset="194887.58">29189 17211 892 0,'2'0'331'0,"0"0"-118"0,1 1-49 0,2-1-42 0,1 2-23 16,1-2-14-16,3 1-5 0,0 0-6 0,1 1-19 0,2-1-21 0,1 0-9 15,2 1 1-15,-1 0-4 0,2 1-1 0,1 1-8 0,2-1-7 16,0 1 3-16,3 0 3 0,1 0 2 0,-1-1-7 0,4 0 11 0,0 0-10 16,2 0 1-16,1-1 12 0,1 0-9 0,1 0 6 0,2-1-8 15,0 0-9-15,2 0 4 0,0 0-1 0,0-1 6 0,2 1-10 0,0-1-5 16,1 0 6-16,1 0 4 0,0 0 0 0,0 0-2 0,1 0-3 0,1 0 1 16,0-1 7-16,0 1-5 0,1-1 5 0,1 0 1 0,1 0-3 15,0 0 10-15,1-1-7 0,0 1 4 0,3-1-2 0,0 0-10 0,0 0 16 16,1-1-9-16,1 1 3 0,0 0 8 0,2-2-14 0,-1 0 3 0,0 1 2 15,1-2-4-15,-1 0 7 0,0 0 1 0,1-2 10 0,0 0 0 16,0-1 7-16,-1-1-3 0,0 0-2 0,-1-3 9 0,6-2-20 0,37-12 1 16,-15 2 1-16,-12 1-1 0,-20 5 10 0,-2-3 0 0,-5-1-9 15,1 1 0-15,-2-2 0 0,-1-1-5 0,0 1 7 0,-21 10 22 0,5-3-3 16,0 0 2-16,1-4-10 0,1-1-20 0,3-4 3 0,-1-1-8 0,1-5 2 16,-1 0-9-16,-2-2 6 0,-3 0 6 0,1-1-1 0,-4-1 2 15,-3 0-8-15,-1-2 3 0,0 0 1 0,-2 0 2 0,-2-2 1 0,-3 0 3 16,0-1-4-16,-2 0-9 0,-2 0 14 0,0-2-5 0,-3 0-7 0,-1 0 8 15,-1 0-6-15,-2-2 10 0,-2 1 10 0,0 0-8 0,0 0-1 16,-5 0-6-16,-1 1 2 0,0-1 7 0,-2 1-2 0,-1 1 3 0,-3 1-1 16,-1-2-1-16,-1 2 3 0,-2 0 4 0,-2-1 0 0,-1 2-2 15,-5-6-31-15,-23-28-13 0,2 9-12 0,8 13 12 0,7 13 26 0,0 1 0 16,-2 2 14-16,-1-1-14 0,-3 3-1 0,-3-1-3 0,-2 3-3 0,-1 1-3 16,-2 2 1-16,-1-1 3 0,-1 2-4 0,-3 2-7 0,-1 1-1 15,0 4-3-15,-1 2 6 0,0 1 6 0,0 3 5 0,-2 2-2 0,0 0 0 16,1 3-2-16,0 1-1 0,1 1 5 0,1 3-15 0,-1 1 10 0,2 2-4 15,1 1-4-15,3 2 7 0,3 2 1 0,-1 0 5 0,2 2 2 16,-1 2-2-16,0 1 2 0,3 2-6 0,-1 0-5 0,2 4 3 0,-1 1-3 16,2 2-1-16,1 1 1 0,-1 4-4 0,2 1 6 0,2 2 1 15,-1 2-3-15,3-1 2 0,1 3-5 0,-1 0-1 0,2 4 6 0,-1 0-4 16,4 3 6-16,-1 1-14 0,3 2 6 0,0 3 17 0,1-1-11 0,2 2 17 16,3 2-15-16,0 1-6 0,3 1 8 0,2 2 1 0,1-1-3 15,1 1-1-15,3 0-2 0,2 1 2 0,3 0-4 0,1 1 12 0,2 1-1 16,2 0 5-16,1 1 9 0,2 1-9 0,1 1 4 0,1 0-13 0,2-1 5 15,1 1-10-15,0-3 5 0,2 4 12 0,1 1 0 0,0 2 3 16,1 1-10-16,-1-3 7 0,2-2-9 0,0 0 0 0,1-2 5 0,1 1-10 16,1-3 1-16,1-4 9 0,2 0-1 0,2-3-15 0,-8-22 10 15,3 5-8-15,0-3 10 0,3 7 12 0,2-4-8 0,2 6 13 0,3-2-11 16,3 4 4-16,0-3 7 0,4-1-6 0,0-1 4 0,2-4 1 0,0-1-14 16,2-2 10-16,-1-3-2 0,3-1 0 0,-1-2-1 0,0-4-1 15,0 0 4-15,0-1 7 0,2-2-11 0,-1 0 1 0,1-2-7 0,-1-4 3 16,1 2 7-16,-1-2-8 0,-1-1 1 0,2-2-1 0,-2-2 10 0,0 0-10 15,-2-1 1-15,2-1 0 0,-3-1 6 0,1-1 5 0,-3 0 2 16,0-2-1-16,-1 1-4 0,0-1-1 0,-2-1 4 0,0 1 3 0,-2-1-5 16,1-1 6-16,-1 2-13 0,-3 0-3 0,1-1 16 0,-2 0-7 15,-3 0 10-15,1 0-4 0,-1-1-5 0,-2 1 8 0,-3 0-4 0,1 1-5 16,-2 0-8-16,0 0-2 0,-1 1 5 0,-3-1 7 0,1 0-5 0,-2 0-5 16,1 0 0-16,-1 0-4 0,-1 0-4 0,0 0 16 0,-2 1-12 15,1-1 11-15,-1 1-1 0,-1 1-4 0,0 0 6 0,-1 0-10 0,1 0 4 16,-2 0-8-16,1 0-2 0,-1 1 7 0,0 0 1 0,0 1 0 0,0 0 2 15,0 0-8-15,0-1 10 0,-1 1-4 0,0 1 2 0,0-2 0 16,0 2 6-16,0 0-2 0,-1-1-8 0,1 2 4 0,1-1 4 0,-2 0-18 16,1-1 4-16,-1 2 4 0,1-1-8 0,0 1 8 0,0 0-8 15,-1-1 4-15,0 0 8 0,1 1 4 0,-1 0-6 0,2 1-10 0,-1-1 4 16,0-1 10-16,0 1-8 0,0 0 2 0,1 0-6 0,-1-1 0 0,1 2 16 16,0-1-6-16,0 0-6 0,1 0-2 0,-1 0-6 0,0 0 14 15,0 0-6-15,0 1 6 0,0-2 2 0,0 2-12 0,0-1 6 0,0 0-2 16,0 0 2-16,0 0-2 0,0 1 0 0,0 0 0 0,0-1 0 0,0 1 0 15,1 0 0-15,-1 1-2 0,1 0-14 0,0-1 14 0,0 1 6 16,0 0-4-16,0 1-10 0,1 0 10 0,-1-1-6 0,0 1 4 0,1 0 0 16,0 0-18-16,0-1 10 0,0 2-26 0,-1-1-3 0,0 0-14 15,0 0-33-15,0 0-19 0,-1 0-53 0,-1-1-48 0,-1 1-75 0,-1-1-149 16,-1 0-195-16,-4-1-208 0,-4-1-75 0</inkml:trace>
  <inkml:trace contextRef="#ctx0" brushRef="#br0" timeOffset="196187.58">20962 4669 546 0,'-1'-13'233'0,"3"0"-206"0,3-3-34 0,3 5-11 0,4 4-3 16,1 1 3-16,1 1 7 0,1 1 7 0,-2 1 1 0,1 3 3 0,-1 0 2 15,-1 2 2-15,1 1 8 0,-2 1 6 0,1 2 11 0,-1-1 7 16,-2 1 6-16,2 1 7 0,-1-1-2 0,0 1-1 0,1 0-2 0,-1 1-5 16,-1 0-2-16,1-1 3 0,1 1 2 0,1-1 0 0,0 1 5 0,0-2 0 15,2 0-2-15,0 0 1 0,2 1-3 0,-2-1-2 0,2 0 3 16,2-1-4-16,0 0-2 0,0-1-1 0,3 1-5 0,0-1 5 0,2 1-2 16,1 0 4-16,0 0-3 0,0-1 0 0,1 1 3 0,0 0-2 15,3 1 5-15,-1 0-7 0,1-1-2 0,0 2-6 0,-1 2-8 0,1 0-4 16,0 0-4-16,1 1 0 0,1 0 5 0,2-2-1 0,0 1-2 0,1 0 11 15,0-1-5-15,0 1-3 0,1 0-1 0,1-1-10 0,1 0-5 16,-1 1 10-16,2-2-2 0,0-2-1 0,2-1 7 0,1-1-10 0,-1-2 8 16,0 0 0-16,2-1-1 0,-2-1 6 0,3 0 1 0,0-1 2 0,-1-1 2 15,1 0-4-15,0 0 4 0,1-2-5 0,-1 1 0 0,1-2-3 16,0 1-3-16,0-2-3 0,0 1 0 0,2 0 7 0,-2-1-6 0,0 0 2 16,1-2-3-16,0-1 0 0,1 1 3 0,1-3 2 0,1-1 6 15,0-1-6-15,0-1 2 0,-3 0-2 0,1 0-3 0,-1-2 1 0,-1 0-3 16,0 0 7-16,-1-1 0 0,-1 0-1 0,-1 1 1 0,-1-1-7 0,1-1 2 15,-2 0-5-15,-1 0 2 0,0-2 1 0,-1 0 2 0,-1 0 2 16,-2 0-6-16,-3 0 4 0,0 0 5 0,-3 0 4 0,1 0 3 0,-1-1-4 16,-1-1-2-16,-4 1-4 0,-1-1-1 0,-3 1 8 0,-1 2-7 0,-3-2 4 15,-2 1-3-15,-2 2-2 0,-1-2 1 0,-2 1 0 0,-1 0 2 16,-2-3-4-16,-1 0-1 0,-1 0 0 0,0-1-1 0,-2 2-1 0,-1-1-1 16,-2 1 1-16,-1 0 0 0,-1-1 0 0,-3-1 1 0,-1 1-1 0,-2-1 0 15,-1 1-1-15,-1 0-5 0,-3 0 14 0,-2 2-1 0,-3-1 3 16,1 0 5-16,-3 1-15 0,-1 0 4 0,-1 0-8 0,-1 1 1 0,-1-1-3 15,-2 1 1-15,1 1 4 0,-4 0-3 0,0 1 1 0,-1 0-6 0,-2 0 0 16,-2 0 0-16,-1 2-1 0,0-2 5 0,-3 1-6 0,1 0 6 16,1 3 1-16,-5 0-1 0,-1 1 0 0,0 1 0 0,-1 0-2 0,-1 2 2 15,2 1-2-15,-2-1 1 0,1 2-1 0,-3-1 2 0,1 0 0 16,-1 1-6-16,0 1 4 0,1-1 0 0,-2 1-1 0,1 0 4 0,-1 0-3 16,0 1 0-16,0 0 6 0,0 1-6 0,-2 1 1 0,-1 0-8 0,0 1-5 15,-1 1 4-15,0 1 0 0,-1 0 8 0,0 1 5 0,0 1-5 16,-2 1 5-16,1 0-1 0,2 0-4 0,-1 1 5 0,2 2-17 0,-1-1 3 15,0 2-2-15,2 1 4 0,0 0 11 0,1 1-3 0,0 0-1 0,1 2 0 16,0 0 4-16,2 1-4 0,2 1 3 0,2 0-4 0,3 0-1 16,1 0 2-16,2 3-2 0,3 0 7 0,1 1-5 0,2 0-1 0,1 2-1 15,3 2 0-15,2 0-1 0,3 0 1 0,1 1-2 0,1-1-1 16,3 2 5-16,-1 1-4 0,1 0 4 0,1 2-1 0,2 1-3 0,1-1 0 16,1 3-1-16,3-1-9 0,0 3 2 0,3-1-4 0,-1 2-4 0,2 0 12 15,-1 0-12-15,2 1-4 0,1 0-11 0,2 1-20 0,2 2-32 16,-1 1-52-16,3 1-55 0,-1 1-74 0,2 0-87 0,1 2-73 0,-1 3-76 15,1 1-268-15</inkml:trace>
  <inkml:trace contextRef="#ctx0" brushRef="#br0" timeOffset="199988.04">14872 17113 1321 0,'-6'0'244'16,"2"0"3"-16,-1 0 8 0,-1 0-48 0,2-1-37 0,-2 0-53 0,0-2-54 15,4-1-20-15,5 1-16 0,3 1-9 0,1 0 22 0,2-1-6 16,3 0 7-16,2 0 1 0,3 0-22 0,1 0 0 0,3 0-11 0,0 0-1 15,1 0 6-15,1 0-7 0,1 1-11 0,-1 0 4 0,1-1 2 0,-1-1-7 16,1 1-7-16,0 0-13 0,-2-2-26 0,1 1-20 0,0-1-32 16,-2-1-36-16,3 2-25 0,-4-2-40 0,1 1-52 0,-1 2-60 0,-2-1-40 15,-1 1-10-15,0 0-5 0,-3 2-62 0</inkml:trace>
  <inkml:trace contextRef="#ctx0" brushRef="#br0" timeOffset="200138.04">15152 17304 1169 0,'-5'5'683'0,"1"-1"-502"0,-1 2 29 0,1 0-24 16,0 1-22-16,0 0-48 0,3 1-54 0,1-2-25 0,3 1-18 16,1-2 3-16,3 0-2 0,2-1-13 0,0 2-5 0,3-1-1 0,3-1 4 15,2 0-11-15,1 0-13 0,2-1-21 0,2-1-44 0,0-1-59 0,3-1-81 16,1-2-146-16,0-2-127 0,2-2-125 0,0-4-88 0</inkml:trace>
  <inkml:trace contextRef="#ctx0" brushRef="#br0" timeOffset="200722.04">16322 16411 1401 0,'-19'0'244'0,"-4"1"-116"0,-5 0 29 0,-1 1-15 16,4 1-25-16,-1 0-44 0,-1 3-31 0,2 1-19 0,-2 1-16 0,3 2 8 16,-1 1 13-16,2 0 2 0,1 4-1 0,0 2-10 0,2-1-11 15,1 3 1-15,-1 0-4 0,2 0-1 0,3 2-4 0,1-1 5 0,3-1 3 16,1 1 1-16,3-1-6 0,2 1 5 0,2-2 0 0,3 2-2 16,3 1-3-16,2-2-3 0,3 1 4 0,2-1 0 0,2-2 4 0,1 1 3 15,4 2 2-15,2-1-5 0,1 0-7 0,0 1 1 0,0 0 1 0,0 0 7 16,1 2 4-16,1-1-12 0,-1 1 7 0,0 0-15 0,-11-12 12 15,3 2 6-15,-1 0-12 0,1 1 12 0,0 1-2 0,1 0 1 0,-2 1-3 16,1 2 10-16,-2-2-11 0,-2 0 4 0,-2-1 12 0,-3 1-17 0,-2-1 12 16,-3-1-14-16,-2 0-14 0,-3 1 5 0,-3 0-13 0,-2 0 3 15,-4 0-3-15,-2 0-1 0,-3 0 17 0,0 1 4 0,-3-2 1 0,0 1 5 16,0-2-6-16,1-1 9 0,2-1 7 0,1-2-2 0,2-2 12 16,2-3 4-16,3-1 2 0,1-2-15 0,2-3-13 0,2-1-4 0,1-3-12 15,3-1 12-15,1-3-4 0,2-2 2 0,3-2 2 0,2-2-4 0,1-3 5 16,3-2-6-16,2-1 1 0,0-4-1 0,3-1-4 0,3-8-12 15,12-25 15-15,1 4-2 0,-3 5 1 0,-6 13 5 0,0 0-10 0,-1 0 10 16,1 1 0-16,0 0 0 0,-1 1-10 0,-1-1 13 0,0 3 0 16,-1 1 7-16,-3 2 2 0,0 2-9 0,-2 0 7 0,-1 2-5 0,-2 0 10 15,-2 1-5-15,-1 2-22 0,-1-1 14 0,-2 3-19 0,-1-1 8 0,-2 1 25 16,-2 2-13-16,-1-1 12 0,-2 3-13 0,-1 2 6 0,-2-1 4 16,-1 3 2-16,-1 2 1 0,-3 2-7 0,0 3 6 0,0 1 8 0,-2 3-2 15,3 1-12-15,-3 2 13 0,0 2-23 0,-1 2 4 0,0 2 1 0,-1 0-20 16,-2 3 12-16,1 3-8 0,0 4-4 0,1 4 6 0,-1 2 3 15,3 2-12-15,1 3-12 0,1 1-30 0,2 3-9 0,1 1-15 0,2 2-25 16,3 0-23-16,2 2-55 0,2-3-43 0,3 1-49 0,3-2-69 0,4 0-38 16,3 0-19-16,5-3-70 0</inkml:trace>
  <inkml:trace contextRef="#ctx0" brushRef="#br0" timeOffset="200921.04">16813 16414 1404 0,'-5'1'979'0,"-1"3"-842"0,-1 2-1 0,2 2-14 16,-1-1-12-16,1 1-46 0,0 1-22 0,0 4-23 0,1 3-10 16,0 3 11-16,0 4-16 0,2 2-1 0,0 3-1 0,0 3-4 0,1 0 9 15,-2 3-3-15,1-1-6 0,0 2 9 0,0 0-11 0,1 0 13 0,0-3-9 16,0-1-5-16,1-4 3 0,0 0-22 0,2-4-10 0,-1-1-14 0,1-2-21 16,2-3-18-16,2 0-29 0,-1-2-27 0,0-2-22 0,1-2-53 15,-1-2-80-15,0-3-81 0,0-1-69 0,0-3-43 0,0-2 21 0</inkml:trace>
  <inkml:trace contextRef="#ctx0" brushRef="#br0" timeOffset="201157.04">17379 16682 2829 0,'1'0'140'0,"0"0"-13"0,0 0-15 0,1-1-26 0,1 0-30 16,1 0-25-16,4 0-19 0,3-1 5 0,2 1-15 0,3-2 5 0,2-1 2 16,0 2-7-16,1-2 5 0,-1 1-7 0,1 0-9 0,-3-2 2 15,3 2-1-15,-1 0-2 0,-2 0-11 0,0 1-2 0,-1 0-8 0,0 0-12 16,-2-1-14-16,2 1-17 0,0-1-13 0,-1-1-16 0,-1 0-20 0,0 0-27 16,1-2-17-16,0 0-20 0,0 0-28 0,-1-1-30 0,1-1-42 15,0-1-58-15,3-1-26 0,-1-2-49 0,2-2 16 0</inkml:trace>
  <inkml:trace contextRef="#ctx0" brushRef="#br0" timeOffset="201638.05">18017 16142 2508 0,'-5'2'114'0,"0"1"-12"0,0 0 3 0,2 1-25 16,3 0-22-16,1-1-46 0,2 2-17 0,3 3-16 0,3 1-4 15,3 3 13-15,2 1 0 0,2 0 2 0,1 2 0 0,0-1-3 0,2 1-4 16,-2-2 0-16,0 2 1 0,1 1 1 0,-2-1 12 0,2-1 8 0,-1 1 0 16,1 0-9-16,0 0 4 0,-1-2-5 0,2 1 5 0,-1-1 7 15,0 0-15-15,-1-1-1 0,-1-1 16 0,-1 0-2 0,0 1 13 0,-3-1 5 16,1 1-16-16,-4-2-2 0,0 0 0 0,-3 0 9 0,-2 1-4 0,-1-1-4 16,-3-1-2-16,-1 0-4 0,-2 0 5 0,-2 0-5 0,-2 1-9 15,-3 1-13-15,-2-2-3 0,-5 1-9 0,-1-1 2 0,-4 1-12 0,-3 0-10 16,-4-1 1-16,-2 1-6 0,-3-1 5 0,0 0 8 0,-2 0 2 0,1-1 3 15,0-1 1-15,2 0 12 0,-1-1 13 0,5 0 9 0,0-1 7 16,4-2-1-16,4-1 0 0,3-2 6 0,4-1-1 0,3-1 11 0,1-3 4 16,3-1 12-16,2-2 17 0,1 0-12 0,2-2-12 0,2-1-2 15,1 0-17-15,3-4 16 0,3-2 5 0,2-1-13 0,2-3 7 0,3-2-18 16,1-1 2-16,4-2 6 0,1-2-3 0,2 2-8 0,1-2-9 0,2 1 4 16,0-1 0-16,1-1 16 0,0 0-1 0,0 1-7 0,-2 1 4 15,1 2-1-15,-2 0 4 0,-2 1-1 0,-1 2-4 0,-1 0 11 0,-3 0 4 16,-1 1-2-16,-2 1-5 0,-3 0-2 0,-1 2 1 0,-3 0 3 0,-2 1 4 15,-3 3-5-15,0-1-1 0,-3 0-2 0,-4 1-4 0,-1 0 0 16,-5 0-11-16,-1 0-9 0,-2 1-10 0,-1 1-7 0,-2 1 4 0,-2 1 5 16,0 1-7-16,-1 1-1 0,1 3 6 0,2 1 6 0,1 1 7 0,1 3-9 15,0 1-13-15,3 3-14 0,0 1-22 0,0 3-20 0,3 4-41 16,-2 0-42-16,2 5-34 0,-1 4-34 0,0 2-32 0,1 3-19 0,1 2-6 16,3 1-9-16,0 2-92 0</inkml:trace>
  <inkml:trace contextRef="#ctx0" brushRef="#br0" timeOffset="201838.04">18550 15675 1982 0,'-2'1'799'0,"1"0"-682"0,0 1 7 0,2 1-13 0,-1 1-30 16,0 2-28-16,2 3-30 0,-1 4-12 0,4 4-5 0,-1 5-6 15,0 4 3-15,1 1-8 0,-3 3 8 0,2 2-3 0,-3 4-5 0,0 2 5 16,-1 0-14-16,0 3-13 0,-1-3-9 0,-1 2-5 0,0 0-15 0,1-3-10 15,-1 0-25-15,0-3-34 0,2-2-18 0,1-1-25 0,1-2-32 16,0 0-47-16,1-3-48 0,2-3-36 0,0-2-23 0,2-3 7 0,1-1-6 16,1-4-11-16</inkml:trace>
  <inkml:trace contextRef="#ctx0" brushRef="#br0" timeOffset="202072.05">18902 16357 2604 0,'-2'0'189'0,"0"-1"-40"0,0 0 3 0,2 0-30 0,1 0-37 16,0-1-25-16,2 0-31 0,-1 0-20 0,3 0-9 0,0 0-7 0,2 0-6 15,1-1 11-15,0 0 4 0,2 1-8 0,0-2 3 0,0 0-3 16,-1 1-5-16,1 0 1 0,-1 1-3 0,0 0-5 0,0 0-5 0,1 0 10 16,0-1-5-16,0 1-14 0,1 0-5 0,-1-1-10 0,3 1-1 0,0-1 7 15,0 1-4-15,1-1-6 0,-3 0 2 0,1 1-15 0,-1-1-2 16,0 0-9-16,1 1-30 0,-3-1-19 0,3 0-38 0,-1 2-43 0,0-3-44 15,2 1-38-15,-1 0-21 0,1 1-9 0,1 0 11 0,-1 3 3 16,-1-1-4-16</inkml:trace>
  <inkml:trace contextRef="#ctx0" brushRef="#br0" timeOffset="202222.04">19074 16622 1707 0,'-4'4'246'0,"1"1"-41"15,0 0-15-15,1-1-27 0,1-1-36 0,2 0-54 0,0 0-31 16,2-1-22-16,0 2-9 0,2-1 3 0,0 0-6 0,1 0-5 0,1 0-4 15,1-1-18-15,2 1-7 0,-1-1-21 0,1-1-20 0,1 1-21 16,0-1-26-16,0 0-20 0,1 0-38 0,0-1-52 0,1-1-53 0,2 0-47 16,0-1-17-16,1-2 2 0,3-2 3 0,3-1 56 0</inkml:trace>
  <inkml:trace contextRef="#ctx0" brushRef="#br0" timeOffset="202505.05">19579 16647 1586 0,'-2'6'182'0,"-1"1"0"16,-1 4-16-16,2-2-20 0,1 1-39 0,2-1-35 0,1 2-33 16,2 2-11-16,2 1-5 0,2 2 11 0,1 0 13 0,1 1 1 0,3 0-2 15,0-1-5-15,1-2-4 0,2 1 5 0,-1-2 10 0,3-1-9 16,1-3 5-16,0-1-5 0,2-2-11 0,2-1-4 0,-1-2-7 0,1-1-2 16,-1-1-9-16,-1-2-1 0,0 0-2 0,0-3 2 0,-1-1 3 0,1-3-7 15,0 0 8-15,-2-3-1 0,0-1 0 0,0-1 1 0,-4-2-6 16,1 0-2-16,0-2 2 0,-2-1 9 0,-1 0-9 0,-1 0-3 0,-2-1 1 15,-1 0-3-15,-3 0 5 0,-1 0-1 0,-4 0-5 0,-2 1 1 0,-1-2-14 16,-4 1 5-16,-1 1-8 0,-3 2 1 0,-2 1 9 0,-1 1-18 16,-3 2 3-16,-2 2-4 0,-2 0-10 0,-3 2 5 0,-5 0-16 0,-1 0-33 15,-5 1-23-15,-2 0-61 0,-4 2-86 0,-7-3-116 0,-4-2-256 16,-7 0-414-16</inkml:trace>
  <inkml:trace contextRef="#ctx0" brushRef="#br0" timeOffset="204321.07">20075 16500 501 0,'-5'-2'114'0,"0"-2"-15"0,-1-1 10 0,2 0-10 0,1 1-12 15,0-2-24-15,1 3-18 0,-1-1 1 0,1 2-3 0,0 1-3 16,-2-1 0-16,1 2 0 0,-1 0-12 0,-3 2-4 0,0 1-9 0,-1 1-14 16,-1 0 5-16,0 1-5 0,-1 0 4 0,2 0 7 0,-2 1 1 15,0-1-1-15,-2-1-2 0,1 0-8 0,0 0-5 0,2-1 2 0,-1-1 1 16,1 0-2-16,-1-1 5 0,1-1 0 0,1 0-2 0,-1-2 2 0,3 1-4 16,-2-1 5-16,0 0 4 0,2 0-1 0,-1-2-2 0,0 1 2 0,0-1-9 15,1-1 8-15,-1 1 2 0,1-1 3 0,-1 0 10 0,0-1 4 16,0 0 6-16,0 0 1 0,1 1 0 0,-1 0 0 0,-1 1-5 0,0 0-4 15,0-1 6-15,-2 2 3 0,0-1-2 0,-1 1-2 0,1 0-1 16,-1 0-5-16,2 0-4 0,-2 1 0 0,0-1 0 0,0 2 1 0,0 0 9 16,2 1-3-16,-1 1-5 0,1 0-2 0,-1 1 0 0,1 0 0 0,-2 0-4 15,0 2-5-15,2-1-6 0,-1 1-3 0,1 0-1 0,0 0 6 16,0 2-9-16,1 1 3 0,0-1-1 0,2 3-7 0,-1-1 17 0,1-1 3 16,2 2 2-16,0-1-4 0,1 1-9 0,1-1-12 0,0 2-4 0,1-1-1 15,2 1-9-15,0 0-4 0,2 0-6 0,0 0-13 0,1 1-17 16,1 0-26-16,0 0-31 0,1 0-30 0,-1-1-33 0,1 0-24 0,1 1-16 15,0 1-18-15,0 1-32 0,0-1-64 0</inkml:trace>
  <inkml:trace contextRef="#ctx0" brushRef="#br0" timeOffset="208305.13">21914 4269 348 0,'-4'-4'44'0,"0"0"-65"15,-1-1-18-15,1 2-9 0,0 0 5 0,1 1 14 0,-1 0 15 16,-1 1 9-16,0 0 6 0,0 1 3 0,0 0 2 0,1 1 2 0,-1 0 0 16,2-2 1-16,-1 2-1 0,2 0-2 0,0-1-1 0,1 1-3 15,-1-1-1-15,0-1 0 0,0 1 0 0,-1 0 0 0,-1 0-1 0,2-1-3 16,-1 0-5-16,-1 0-6 0,0 1-15 0,-3-2-23 0,1-1-32 0</inkml:trace>
  <inkml:trace contextRef="#ctx0" brushRef="#br0" timeOffset="208388.13">21710 4219 58 0,'-5'-1'34'0,"0"0"-6"0,-2 1-7 0,2 0-7 0,2-1-5 15,0 1-3-15,1-1-1 0,1 0-1 0,-2-1 0 0,1 1-1 16,-1 0-1-16,0 0-3 0,1 0-3 0,-1 0-8 0,1 0-9 0,0 0-17 16,-1 0-54-16</inkml:trace>
  <inkml:trace contextRef="#ctx0" brushRef="#br0" timeOffset="208887.87">21538 4040 1526 0,'-2'-2'523'0,"1"1"-520"0,0 0-47 0,1 0-20 16,3 2 4-16,0-1 25 0,2 0 26 0,-1 0 11 0,1 0 9 0,-1 0 7 15,-2 0-4-15,1 0 1 0,-2 0 2 0,1 0-5 0,1-1 6 16,-2 0 4-16,2 0-2 0,-1 0 1 0,2-2 0 0,-1 1 0 0,2-1 3 16,-1 0 0-16,2 0-5 0,0-1-5 0,2 1-4 0,0-1-1 0,1 0 1 15,0 1-2-15,1 1-3 0,-2 0 0 0,0 0-4 0,0 1 5 16,-1 1 3-16,-1 0 1 0,0 1-3 0,0 0 2 0,0 0 2 0,0 1-1 15,-1 0 2-15,0 2 1 0,1 1-2 0,-2 0-4 0,1 1 4 0,-1 0-7 16,-1 1 1-16,0 1-2 0,0 0 0 0,1 1 0 0,-1-1-2 16,0 1 7-16,-1 0-8 0,-1-1 3 0,0 1 1 0,1 0-1 0,0 1 5 15,0-1-5-15,-1 3-2 0,1 0-1 0,0-1 0 0,0 1 0 16,1-1 2-16,-2 2-1 0,0 1 1 0,-1 0 2 0,-2 0-2 0,0 0 2 16,-1 0 1-16,-1 0-3 0,-1 2 7 0,0-1 0 0,-1 1 0 0,-2 0 2 15,1-1-7-15,-2-2 1 0,1 2 1 0,-1-1 2 0,0-1 3 16,2-1 1-16,-1 1-11 0,2-3 4 0,2 0 0 0,-1-2 4 0,3-1 14 15,1 0 4-15,1-2 17 0,1-1 9 0,3 0 9 0,1-1 2 0,1 1-1 16,4-1-2-16,2-1-5 0,3-1-12 0,2 0-5 0,2 0-10 16,3-1-10-16,1 1-1 0,3-1-8 0,3 0-7 0,-1 1 1 0,3 0 5 15,-1 0-1-15,3 0-2 0,-2 1-12 0,4-1-25 0,-3 1-36 16,0-1-57-16,0 1-71 0,-3-1-96 0,1 0-104 0,0-2-113 0,0-1-118 16,-3-4-63-16</inkml:trace>
  <inkml:trace contextRef="#ctx0" brushRef="#br0" timeOffset="212472.3">16635 16775 141 0,'5'-7'33'0,"0"0"4"0,1-1 5 16,0-1 2-16,-1 1-9 0,0 0-9 0,1 0-6 0,-1 0 1 15,-2 1 5-15,2 0 8 0,-2 0 9 0,1 0 2 0,-2-1 0 0,0 1-1 16,-1 1 2-16,0 0 5 0,0 0 3 0,0 0 5 0,0 1 3 0,0 1-1 16,-1 0 2-16,1 0 3 0,-2 0 1 0,1 0 7 0,0 1 8 15,-1-1 3-15,0 1 10 0,1 1 4 0,-1-1 2 0,0 1-9 0,1 0-8 16,-1 0-2-16,-1 0-6 0,1 0-5 0,-2 1-7 0,1 0-10 15,0 0-7-15,-1 1-5 0,0-1 9 0,0 1-8 0,-1 1-4 0,0-1 1 16,0 0-15-16,0 0 0 0,0-1 4 0,0 1-12 0,1 0-1 0,1 0 0 16,0 0-3-16,1-1 6 0,1 1 0 0,0-1-4 0,2 0-2 0,0 0 1 15,2-1-7-15,2 1 4 0,2 0-4 0,1-1 6 0,1 1-6 16,2-1-3-16,2 1 5 0,1 1-6 0,1-1 4 0,1 1-6 0,1 1-2 16,1-1 2-16,-1 2 2 0,1 1-3 0,1 1 0 0,-3 0 4 15,1 1 4-15,-1 2-5 0,-1 0 1 0,1 0-6 0,-3 2-3 0,-2-1 7 16,-1 0 4-16,-4 2-12 0,0 1 1 0,-1 1 0 0,-1 1-2 0,-3 1-4 15,-2 4-7-15,-4 1-2 0,-3 2-8 0,-3 2 4 0,0 2 9 16,-4 1-1-16,-2 2 10 0,-4-1 6 0,1 3-2 0,-3 0 7 0,1 2 2 16,-2 0-4-16,-1 0 0 0,12-16 13 0,-1 2 18 0,-1 1 20 0,-1 3 12 15,0-3 6-15,0 5-1 0,1 0-1 0,-2 0 5 0,3 0-9 16,2-4-11-16,1 0-5 0,3-2-21 0,1-1 2 0,1-3-6 0,2-1-3 16,2-1-2-16,1 0-22 0,1-2 18 0,2-2-8 0,1 0 3 15,1 0 3-15,1-1-17 0,3-1 19 0,-1-1-10 0,4-1-4 0,1-1 7 16,1-1-24-16,2-2 17 0,2-1 7 0,2-2-14 0,1-1 5 0,1-1-6 15,3-1-5-15,-1-1-9 0,3-2-33 0,0 1-28 0,1 0-30 16,-1-2-58-16,0-1-52 0,2 0-97 0,-2-1-162 0,2-1-158 0,-1 0-364 16</inkml:trace>
  <inkml:trace contextRef="#ctx0" brushRef="#br0" timeOffset="213338.3">19378 16835 1780 0,'-2'-1'325'0,"0"2"-124"0,0-1-2 0,2-1-18 15,1 2-41-15,0-2-46 0,1 1-30 0,1 1-19 0,2-2-16 0,0 2 14 16,1-1 3-16,1-1 1 0,0 1 1 0,2-3-7 0,-1 1-16 16,2-1-5-16,3-2-13 0,0 0 6 0,1-3 3 0,1-3 4 0,1-2-12 15,2-3-5-15,0-2 5 0,0-2-14 0,3-2 13 0,-1-1-16 0,1-4 11 16,0 0 7-16,1-3-5 0,-1-1 7 0,1-3-2 0,-2 1-11 15,0-2 9-15,-1 0 4 0,-1 1-20 0,-1-1 26 0,0 3-19 0,-1 1 13 16,-1 2 2-16,-2 4-9 0,0 2 12 0,-1 2-12 0,-2 3 5 16,-1-1 23-16,-4 3-8 0,1 2 8 0,-1 2-12 0,-1 3-18 0,-1 1 17 15,-1 3-4-15,-1 3-9 0,0 1 5 0,0 1-18 0,-2 1 5 0,1 1 11 16,-1 1-15-16,0 2 6 0,1 2 0 0,-1 3 0 0,-1 4-3 16,1 2 1-16,-1 4-4 0,1 3-1 0,0 0 14 0,0 3 1 0,0 1 7 15,0 2 8-15,0 1-8 0,1 2 4 0,-1-1 6 0,1 2 5 0,0 0 5 16,0 1-10-16,0-1-19 0,1 2 4 0,0-1-6 0,1 1-2 15,-1-1 4-15,2 0-1 0,0 2 1 0,0 0 2 0,2 2-4 16,-1-1-12-16,1-1 10 0,-1 0-10 0,1-2 10 0,1 1-2 0,0-1-2 0,0-1-4 16,-3-17-5-16,1 3 24 0,1 0-7 0,1 1 23 0,0 0-13 15,1 4-33-15,0-3 7 0,1 3 6 0,0-2 6 0,0-1 15 0,0-2-13 16,0-1 0-16,-1-2 6 0,0-1-8 0,-1-2 6 0,-1-1 0 16,0-1-2-16,-1-3 11 0,-1 0-15 0,-1-1-12 0,0-2 18 0,-2 0-14 15,0-1 10-15,0-2 6 0,-1 1-16 0,-2 0 8 0,-1-1-8 0,-2-1-5 16,-1 1-21-16,-2-2-1 0,-3 0-8 0,-1 0-4 0,-1 1 17 15,-3-2 18-15,-1 1-2 0,-1 1 3 0,-1-1 5 0,-1 2-9 0,2-1 26 16,-1 1-3-16,1-1-9 0,2 1 5 0,1-1-2 0,1-1 17 0,3 2 8 16,1-3-13-16,2 2 22 0,3-2-10 0,1 0-5 0,2 0 7 15,1 0-13-15,2-1-7 0,1 0-2 0,1 0-6 0,2-1-10 0,2 1 24 16,0 0-2-16,4-1-6 0,2 1-12 0,3-1 8 0,2 0-4 16,1 0 12-16,4 1-4 0,0-2-8 0,3 1 10 0,2 0 4 0,-1 0-6 15,2 1-10-15,-1-1 0 0,1 1 0 0,-1 0 10 0,0 1-10 0,-1 0-2 16,-3 0-14-16,1 1-12 0,-4 0-8 0,0 1-9 0,-2 1-19 15,-1 0-25-15,-3 0-29 0,-2 1-28 0,0 0-24 0,-4 0-33 0,0 1-55 16,-3-1-107-16,-2 0-105 0,-1 0-90 0,-4 0-58 0,-2-1-68 0</inkml:trace>
  <inkml:trace contextRef="#ctx0" brushRef="#br0" timeOffset="213805.3">19120 16516 3081 0,'-5'-4'174'0,"0"0"-34"16,-2-1 2-16,1-1-32 0,3 0-53 0,1-1-26 0,4-2-43 16,5-1 3-16,3-1-3 0,3-4-9 0,3 0 20 0,4-2 6 0,2 1-3 15,3-1 2-15,4 0-10 0,2 2-3 0,4 0 14 0,2 1-5 0,1-1 10 16,4 1-10-16,-1 3 4 0,3 1 5 0,2 1-13 0,2 1-3 15,3 1 9-15,2 1-14 0,1 2 12 0,1 1 4 0,-1 2-10 0,1 2 10 16,-1 2-8-16,1 2 3 0,-1 1 6 0,0 3 3 0,-2 1-4 0,1 2-1 16,0 2-6-16,0 4 8 0,1 3-7 0,1 2 2 0,-3 3-1 15,0 1-1-15,-1 4 17 0,-1 1 2 0,-1 4-13 0,0 1 0 0,-3 4-8 16,-2 1-6-16,-2 2 8 0,1 4-15 0,-4 2 12 0,-1 3-3 0,-3 1 0 16,-3-1 12-16,-4 1 0 0,-16-26 5 0,0 5-5 0,-1 0-6 15,1 8 4-15,-5-1 0 0,0 6 8 0,-4 1-6 0,-3 6-8 0,-4-1 13 16,-7 1-13-16,-4 0 18 0,-5 0-8 0,-7 0 11 0,11-27 29 15,-3 3-9-15,-3-1-2 0,-4 3-16 0,-1-1-3 0,-6 3-5 0,-2-2-1 16,-4 3-16-16,-4-2 12 0,-5 1 14 0,-1-1-18 0,-6 1 4 0,-1-3-4 16,-4 1 15-16,-2-3 15 0,-3 0-14 0,-1-2-8 0,0-4-4 15,0-4 2-15,1-2 12 0,0-4-2 0,2-4-16 0,2-4 0 0,2-4-2 16,1-4 0-16,4-4 0 0,1-4 0 0,3-4 0 0,4-3 0 0,0-4 0 16,5-5 0-16,0-5 0 0,-28-34-26 0,11-6-28 0,10-1-9 15,13-2 0-15,9 3-30 0,10 3-27 0,7 3-49 0,7 9-66 0,4-2-92 16,2-1-180-16,5-11-242 0,11-52-121 0,2 12 169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01:51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4606 1039 9082 0 0,'-9'-57'4299'0'0,"8"48"-4744"0"0,1 0 0 0 0,1 0 1 0 0,0 0-1 0 0,0 0 0 0 0,1 1 0 0 0,0-1 0 0 0,4-12 0 0 0,2-4-1109 0 0,-1 0 0 0 0,-1 0-1 0 0,-2 0 1 0 0,3-49 0 0 0,-7 44 2090 0 0,-1 1-1 0 0,-1-1 1 0 0,-2 0 0 0 0,0 0 0 0 0,-3 1-1 0 0,-18-54 1 0 0,20 70-270 0 0,-1 1 0 0 0,0-1 0 0 0,0 1 0 0 0,-2 1 0 0 0,1-1 0 0 0,-2 1 0 0 0,1 1 0 0 0,-1-1 0 0 0,-16-13 0 0 0,7 10-86 0 0,-1 0 0 0 0,1 2-1 0 0,-2 0 1 0 0,-40-18-1 0 0,-57-16 69 0 0,-64-3-612 0 0,-907-100 868 0 0,1010 143-429 0 0,0 3-1 0 0,1 4 0 0 0,-1 3 1 0 0,1 4-1 0 0,0 3 0 0 0,-150 42 1 0 0,-374 167-50 0 0,468-152 154 0 0,-147 102 1 0 0,172-92 511 0 0,-167 156 0 0 0,179-148-173 0 0,-1 4-96 0 0,4 4 0 0 0,-144 188 1 0 0,178-198-372 0 0,3 2 1 0 0,4 2 0 0 0,4 3 0 0 0,-43 114 0 0 0,75-160 24 0 0,2 1 0 0 0,2 0 0 0 0,3 1 1 0 0,1 0-1 0 0,3 1 0 0 0,1 0 0 0 0,3 0 1 0 0,1-1-1 0 0,3 1 0 0 0,2 0 0 0 0,2-1 1 0 0,2 0-1 0 0,2 0 0 0 0,2-1 0 0 0,2-1 0 0 0,2 0 1 0 0,45 84-1 0 0,-38-90-17 0 0,2-1 0 0 0,1-1 0 0 0,1-1 0 0 0,3-2 0 0 0,0-1-1 0 0,63 51 1 0 0,-36-41 30 0 0,2-3 0 0 0,2-2-1 0 0,102 46 1 0 0,-10-12 6 0 0,448 187-130 0 0,-520-233-58 0 0,1-3 1 0 0,90 12 0 0 0,172 2 289 0 0,136-26-41 0 0,-22-1-142 0 0,-105 11-8 0 0,383 14 21 0 0,1-55 270 0 0,59-77-40 0 0,-591 59 12 0 0,367-117 1 0 0,-462 115 46 0 0,199-103-1 0 0,-251 109-175 0 0,0-2-1 0 0,-3-3 1 0 0,-1-3-1 0 0,82-80 0 0 0,-93 77-38 0 0,-3-3 0 0 0,-2-1 0 0 0,-2-1 0 0 0,59-107 0 0 0,-73 111-14 0 0,-3-2-1 0 0,-1-1 1 0 0,-2-1-1 0 0,-3 0 1 0 0,-1 0 0 0 0,7-71-1 0 0,-13 53-48 0 0,-3-1 0 0 0,-3 0 0 0 0,-16-133 0 0 0,7 153-92 0 0,-2 1 0 0 0,-2 0 0 0 0,-2 0 0 0 0,-2 1 0 0 0,-2 1 0 0 0,-31-55 0 0 0,6 26-38 0 0,-3 2 1 0 0,-3 3 0 0 0,-3 1 0 0 0,-3 3 0 0 0,-3 2 0 0 0,-71-60 0 0 0,-2 15 87 0 0,-6 5-1 0 0,-3 7 0 0 0,-5 6 1 0 0,-4 6-1 0 0,-3 7 1 0 0,-285-103-1 0 0,299 138-162 0 0,-1 6 0 0 0,-2 7 1 0 0,-229-21-1 0 0,-437 33-5957 0 0,203 50-2946 0 0,445-20 6391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01:53.7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6380 1252 10970 0 0,'-18'-68'497'0'0,"-36"-91"-1"0"0,38 123-629 0 0,-1 0-1 0 0,-2 1 1 0 0,-1 2 0 0 0,-27-35 0 0 0,5 18-204 0 0,-1 1 1 0 0,-3 3-1 0 0,-2 2 0 0 0,-1 2 1 0 0,-3 2-1 0 0,-1 3 1 0 0,-2 2-1 0 0,-94-46 0 0 0,-8 12-13 0 0,-3 7 0 0 0,-175-43-1 0 0,163 60 372 0 0,-2 8-1 0 0,-286-23 0 0 0,190 46 387 0 0,-280 21 0 0 0,363 7 198 0 0,1 7 0 0 0,-350 89 0 0 0,382-65 53 0 0,3 7 0 0 0,1 6-1 0 0,-246 136 1 0 0,237-99-609 0 0,4 7-1 0 0,-217 185 0 0 0,273-198-131 0 0,4 4 0 0 0,5 4 1 0 0,3 4-1 0 0,-96 147 0 0 0,131-161 100 0 0,3 2 0 0 0,4 2 0 0 0,4 2 1 0 0,4 1-1 0 0,4 2 0 0 0,-28 141 0 0 0,40-127 107 0 0,5 2 1 0 0,5 0-1 0 0,5 0 1 0 0,4 1-1 0 0,22 176 1 0 0,-7-204 45 0 0,4 0 0 0 0,4-2-1 0 0,3 0 1 0 0,4-2 0 0 0,4-1 0 0 0,2-1 0 0 0,5-2 0 0 0,80 122-1 0 0,-54-108-1 0 0,4-2-1 0 0,4-4 1 0 0,4-3-1 0 0,2-4 1 0 0,5-3-1 0 0,112 78 0 0 0,-75-72 45 0 0,2-7-1 0 0,4-4 1 0 0,3-7-1 0 0,3-5 1 0 0,2-6-1 0 0,175 44 1 0 0,-122-52 115 0 0,2-9 0 0 0,2-7 1 0 0,266 3-1 0 0,582-59 196 0 0,-664-6-348 0 0,-2-16-1 0 0,601-160 1 0 0,-669 120-57 0 0,366-161 0 0 0,-511 179-56 0 0,-2-6 1 0 0,-5-7-1 0 0,-3-6 0 0 0,164-132 0 0 0,-235 158 36 0 0,-3-4-1 0 0,-2-3 1 0 0,-5-4-1 0 0,-2-2 1 0 0,-4-3-1 0 0,-3-3 1 0 0,-5-3-1 0 0,70-141 1 0 0,-93 156-82 0 0,-3-2 0 0 0,-4 0 0 0 0,-3-2 0 0 0,-3-1 0 0 0,-4 0 0 0 0,-3-1 0 0 0,-4 0 1 0 0,-2-1-1 0 0,-7-122 0 0 0,-8 112-10 0 0,-4 2 1 0 0,-4 0-1 0 0,-3 0 1 0 0,-4 2 0 0 0,-4 0-1 0 0,-3 2 1 0 0,-4 2-1 0 0,-4 1 1 0 0,-3 1-1 0 0,-3 3 1 0 0,-4 1-1 0 0,-3 3 1 0 0,-3 2-1 0 0,-3 2 1 0 0,-3 3-1 0 0,-3 2 1 0 0,-2 4-1 0 0,-139-98 1 0 0,99 92 11 0 0,-2 5 0 0 0,-3 5 0 0 0,-209-74-1 0 0,118 66-143 0 0,-291-52 0 0 0,188 67-214 0 0,-339-9 1 0 0,-309 54-927 0 0,292 52 430 0 0,502-27 248 0 0,2 8 0 0 0,-176 56 0 0 0,-159 99-3727 0 0,21 51-4134 0 0,334-157 5253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01:56.0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12 150 832 0 0,'-4'-21'528'0'0,"-1"1"-504"0"0,2-4 0 0 0,3 6-8 0 0,2 3-16 0 0,2 3-24 0 0,1 1-40 0 0,1 1-32 0 0,2 2-104 0 0,-1 2-160 0 0,2 2-288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01:57.5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53 520 496 0 0,'-11'-13'656'0'0,"5"6"-379"0"0,0 1-1 0 0,1-1 0 0 0,0 0 1 0 0,0-1-1 0 0,-7-14 0 0 0,11 21-252 0 0,1-1 0 0 0,-1 1-1 0 0,1-1 1 0 0,0 0 0 0 0,-1 1 0 0 0,1-1-1 0 0,0 0 1 0 0,0 1 0 0 0,0-1 0 0 0,0 1-1 0 0,0-1 1 0 0,1 0 0 0 0,-1 1 0 0 0,0-1-1 0 0,1 1 1 0 0,-1-1 0 0 0,1 1 0 0 0,0-1-1 0 0,-1 1 1 0 0,1-1 0 0 0,0 1 0 0 0,0-1-1 0 0,0 1 1 0 0,0 0 0 0 0,0 0 0 0 0,0-1 0 0 0,0 1-1 0 0,1 0 1 0 0,-1 0 0 0 0,0 0 0 0 0,1 0-1 0 0,-1 1 1 0 0,0-1 0 0 0,1 0 0 0 0,-1 0-1 0 0,1 1 1 0 0,2-1 0 0 0,11-5 101 0 0,0 1 0 0 0,1 1 0 0 0,-1 0 0 0 0,1 1 0 0 0,0 1 0 0 0,-1 1 0 0 0,20 0 0 0 0,115 11 705 0 0,-96-5-533 0 0,225 43 851 0 0,-200-31-900 0 0,0-2-1 0 0,117 4 1 0 0,137-34 270 0 0,-222 6-203 0 0,1 4 1 0 0,132 12-1 0 0,-85 11 509 0 0,279 67-1 0 0,-53 4-520 0 0,-193-48-267 0 0,224 41-104 0 0,-342-73 121 0 0,-1-3 0 0 0,1-3 0 0 0,128-12 0 0 0,355-104 506 0 0,-192 29-300 0 0,-267 68-122 0 0,0 3 0 0 0,0 5 0 0 0,1 5 0 0 0,133 11 0 0 0,-189-4-134 0 0,699 35 179 0 0,-578-43-188 0 0,297-47-1 0 0,121-38 1042 0 0,-505 78-975 0 0,346-41 245 0 0,131-19 178 0 0,252-26 435 0 0,-612 75-518 0 0,0-9 1 0 0,306-90-1 0 0,-459 108-369 0 0,1 2 0 0 0,0 1 0 0 0,0 3-1 0 0,1 1 1 0 0,0 3 0 0 0,0 1 0 0 0,1 2 0 0 0,-1 2-1 0 0,0 2 1 0 0,48 10 0 0 0,-47-3-36 0 0,0-3 0 0 0,1-1 1 0 0,0-2-1 0 0,0-3 0 0 0,1-1 0 0 0,-1-2 0 0 0,72-11 0 0 0,-18-5 11 0 0,0 4 0 0 0,1 4 0 0 0,1 5-1 0 0,-1 4 1 0 0,133 17 0 0 0,-134-2-96 0 0,-5 1 148 0 0,1-5 0 0 0,107-1 0 0 0,51-27 122 0 0,-155 8-144 0 0,-1 3-1 0 0,174 14 1 0 0,-139 11 42 0 0,43 5 191 0 0,-140-20-228 0 0,-1 2 0 0 0,1 0 1 0 0,-2 3-1 0 0,1 1 0 0 0,36 16 1 0 0,-27-7-45 0 0,-23-10 66 0 0,-1 0-1 0 0,1-2 1 0 0,1 0 0 0 0,30 6-1 0 0,-49-13-43 0 0,1 0 0 0 0,-1 0-1 0 0,1-1 1 0 0,0 1 0 0 0,-1-1 0 0 0,1 0-1 0 0,-1 0 1 0 0,0 1 0 0 0,1-2-1 0 0,-1 1 1 0 0,0 0 0 0 0,0 0 0 0 0,1-1-1 0 0,-1 1 1 0 0,0-1 0 0 0,0 0-1 0 0,-1 1 1 0 0,1-1 0 0 0,0 0-1 0 0,0 0 1 0 0,-1 0 0 0 0,3-4 0 0 0,-2 2 5 0 0,1 0 0 0 0,1 1 0 0 0,-1 0 1 0 0,0 0-1 0 0,1 0 0 0 0,-1 0 0 0 0,6-3 0 0 0,7-4 1 0 0,12-4 14 0 0,-18 11-20 0 0,0 1 0 0 0,1 0 0 0 0,15 0 0 0 0,-26 2-23 0 0,0 0-1 0 0,1 0 0 0 0,-1 0 1 0 0,0 0-1 0 0,1 0 0 0 0,-1 0 1 0 0,0 0-1 0 0,1 0 0 0 0,-1 0 1 0 0,0 0-1 0 0,1 0 0 0 0,-1 0 1 0 0,0 0-1 0 0,1 0 0 0 0,-1 0 1 0 0,0 1-1 0 0,0-1 0 0 0,1 0 1 0 0,-1 0-1 0 0,0 0 0 0 0,1 1 1 0 0,-1-1-1 0 0,0 0 0 0 0,0 0 1 0 0,1 0-1 0 0,-1 1 0 0 0,0-1 1 0 0,0 0-1 0 0,0 1 0 0 0,0-1 1 0 0,1 0-1 0 0,-1 1 0 0 0,0-1 1 0 0,0 0-1 0 0,0 0 0 0 0,0 1 0 0 0,0-1 1 0 0,0 0-1 0 0,0 1 0 0 0,0-1 1 0 0,0 1-1 0 0,0-1 0 0 0,0 0 1 0 0,0 1-1 0 0,0-1 0 0 0,0 0 1 0 0,0 1-1 0 0,0-1 0 0 0,0 0 1 0 0,0 0-1 0 0,0 1 0 0 0,-1-1 1 0 0,1 0-1 0 0,0 1 0 0 0,0-1 1 0 0,0 0-1 0 0,-1 0 0 0 0,1 1 1 0 0,-1 1-11 0 0,1-1 0 0 0,0 1 0 0 0,-1-1 0 0 0,1 1 0 0 0,0-1 0 0 0,0 1 0 0 0,-1-1 0 0 0,1 1 1 0 0,1-1-1 0 0,-1 1 0 0 0,0-1 0 0 0,1 3 0 0 0,-1-3-11 0 0,0 1 1 0 0,1-1-1 0 0,-1 0 1 0 0,0 1-1 0 0,1-1 1 0 0,-1 1-1 0 0,0-1 1 0 0,0 1-1 0 0,0-1 1 0 0,-1 0-1 0 0,1 1 0 0 0,0-1 1 0 0,0 1-1 0 0,-1-1 1 0 0,1 0-1 0 0,-1 1 1 0 0,1-1-1 0 0,-1 0 1 0 0,0 1-1 0 0,1-1 1 0 0,-1 0-1 0 0,0 0 0 0 0,0 0 1 0 0,0 0-1 0 0,0 0 1 0 0,0 0-1 0 0,0 0 1 0 0,0 0-1 0 0,-1 1 1 0 0,-5 2-281 0 0,0 1 1 0 0,-1-2-1 0 0,1 1 1 0 0,-11 3 0 0 0,-17 10-752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01:59.0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98 175 3921 0 0,'-37'-12'3358'0'0,"30"10"-3853"0"0,-1 0 1 0 0,1 0-1 0 0,-1-1 1 0 0,1 0-1 0 0,0 0 0 0 0,-6-5 1 0 0,12 7 371 0 0,1 0-1 0 0,-1 0 1 0 0,1 0 0 0 0,0 1 0 0 0,-1-1-1 0 0,1 0 1 0 0,0 0 0 0 0,0 0 0 0 0,0 0-1 0 0,0 0 1 0 0,0 0 0 0 0,0 0 0 0 0,0 0-1 0 0,0 0 1 0 0,0 0 0 0 0,0 0 0 0 0,1 0-1 0 0,-1 0 1 0 0,0 0 0 0 0,1 0 0 0 0,-1 0-1 0 0,0 1 1 0 0,3-4-246 0 0,15-27 1135 0 0,-13 24-407 0 0,-1 1-143 0 0,0 1 1 0 0,1 0 0 0 0,0 0 0 0 0,0 0-1 0 0,0 0 1 0 0,1 1 0 0 0,0 0 0 0 0,-1 0-1 0 0,1 1 1 0 0,1 0 0 0 0,-1 0 0 0 0,0 0-1 0 0,1 0 1 0 0,-1 1 0 0 0,1 0-1 0 0,13-1 1 0 0,12-2-162 0 0,1 1-1 0 0,42 2 0 0 0,-55 1 13 0 0,516 6 505 0 0,-303-1-513 0 0,38 10 48 0 0,34-1-1960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08:46.3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4054 65 4017 0 0,'-279'-51'412'0'0,"207"43"-361"0"0,-141 2-1 0 0,59 17-74 0 0,-204 41-1 0 0,-145 65 186 0 0,373-79-196 0 0,3 5-1 0 0,2 6 1 0 0,-177 96 0 0 0,156-61-184 0 0,3 7 0 0 0,-179 147 1 0 0,217-146 283 0 0,3 5-1 0 0,5 4 1 0 0,5 3 0 0 0,-118 174-1 0 0,113-127-31 0 0,6 4 0 0 0,7 3 0 0 0,-66 180 0 0 0,117-251-26 0 0,3 2 0 0 0,4 0 0 0 0,-24 163 0 0 0,43-188-32 0 0,3 0 0 0 0,2 0 0 0 0,4 0 1 0 0,2-1-1 0 0,2 1 0 0 0,22 86 0 0 0,-6-69 2 0 0,4-2-1 0 0,4 0 0 0 0,3-2 1 0 0,3-1-1 0 0,3-2 1 0 0,4-2-1 0 0,3-2 1 0 0,90 107-1 0 0,-49-81 73 0 0,3-5 0 0 0,4-3 0 0 0,4-4 0 0 0,211 136 1 0 0,353 157-115 0 0,-501-300-156 0 0,3-8 0 0 0,221 62-1 0 0,-294-108 21 0 0,0-4 1 0 0,1-5-1 0 0,1-3 0 0 0,128-2 0 0 0,-104-12 112 0 0,0-6-1 0 0,-1-5 1 0 0,124-32 0 0 0,469-165 35 0 0,-17-52 18 0 0,354-201-30 0 0,-780 323-169 0 0,444-315 0 0 0,-596 370-829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08:47.8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7989 1854 8 0 0,'-10'-61'3502'0'0,"-3"1"1"0"0,-3 0-1 0 0,-40-97 0 0 0,-17-2 195 0 0,-10 4-5441 0 0,57 110 999 0 0,-3 1-1 0 0,-1 1 1 0 0,-3 2-1 0 0,-1 1 1 0 0,-42-38-1 0 0,22 30-18 0 0,-1 3 0 0 0,-3 2 0 0 0,-70-39 0 0 0,22 23 19 0 0,-121-47 0 0 0,-118-26 969 0 0,-317-85 90 0 0,474 166-354 0 0,-306-41 1 0 0,217 65 208 0 0,-552 19 0 0 0,509 32 221 0 0,-459 94 0 0 0,536-61-168 0 0,3 10 0 0 0,4 11 0 0 0,3 10 0 0 0,4 10 0 0 0,-366 216-1 0 0,482-245-197 0 0,2 6 0 0 0,4 4 0 0 0,4 5 0 0 0,-117 122-1 0 0,163-144-28 0 0,2 3 0 0 0,4 1 0 0 0,2 3 0 0 0,3 2-1 0 0,4 2 1 0 0,3 1 0 0 0,-56 151 0 0 0,64-125-33 0 0,4 2 1 0 0,5 1-1 0 0,4 1 0 0 0,5 0 1 0 0,4 1-1 0 0,5 1 0 0 0,5-1 1 0 0,4 0-1 0 0,5 0 0 0 0,4-1 1 0 0,5 0-1 0 0,4-2 0 0 0,5 0 1 0 0,4-2-1 0 0,5-1 1 0 0,4-2-1 0 0,56 97 0 0 0,-41-100 17 0 0,3-3-1 0 0,5-3 1 0 0,3-3-1 0 0,4-3 1 0 0,4-3-1 0 0,111 92 0 0 0,-113-114 45 0 0,2-2 0 0 0,3-4 0 0 0,1-3-1 0 0,3-3 1 0 0,2-4 0 0 0,1-4-1 0 0,152 44 1 0 0,-77-44-129 0 0,1-7-1 0 0,1-6 1 0 0,251 3-1 0 0,493-58-171 0 0,833-169-610 0 0,-1328 134-94 0 0,621-183 1 0 0,-802 174 913 0 0,-3-10 0 0 0,-4-10 0 0 0,-5-9 0 0 0,227-146-1 0 0,-249 121 330 0 0,298-254-1 0 0,-404 302-174 0 0,-4-4 0 0 0,-3-4 0 0 0,-5-3 0 0 0,-4-4 0 0 0,68-114 0 0 0,-113 159-89 0 0,-2-1-1 0 0,-2-2 1 0 0,-3 0 0 0 0,-1-2 0 0 0,-4 0 0 0 0,-2-1 0 0 0,13-90-1 0 0,-24 102 32 0 0,-1 1 0 0 0,-3-1 0 0 0,-1 0 0 0 0,-2 1 0 0 0,-3-1 0 0 0,-1 1 0 0 0,-2 1-1 0 0,-2-1 1 0 0,-2 2 0 0 0,-28-65 0 0 0,15 54 70 0 0,-2 1 0 0 0,-2 1 0 0 0,-3 2 1 0 0,-61-71-1 0 0,42 63 116 0 0,-3 2 0 0 0,-123-94 0 0 0,63 71 404 0 0,-3 5 0 0 0,-3 5 0 0 0,-206-83 0 0 0,139 79-190 0 0,-3 9 0 0 0,-3 8-1 0 0,-2 8 1 0 0,-1 9 0 0 0,-350-21 0 0 0,190 44-431 0 0,0 16 1 0 0,1 16-1 0 0,-399 70 0 0 0,576-53-317 0 0,-318 103 0 0 0,387-96-621 0 0,1 4 0 0 0,2 5 0 0 0,-189 121-1 0 0,256-144 384 0 0,1 2-1 0 0,1 1 1 0 0,2 2-1 0 0,1 2 1 0 0,2 1-1 0 0,1 1 1 0 0,2 2-1 0 0,1 2 1 0 0,-40 73-1 0 0,11 18-1796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08:48.9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332 1497 5105 0 0,'-2'-2'88'0'0,"-1"1"1"0"0,1 0-1 0 0,0-1 0 0 0,0 1 0 0 0,-1 0 1 0 0,1 0-1 0 0,0 1 0 0 0,-1-1 1 0 0,1 0-1 0 0,-1 1 0 0 0,1 0 0 0 0,-1-1 1 0 0,-4 1-1 0 0,7 0-107 0 0,-1 1 0 0 0,1-1-1 0 0,-1 0 1 0 0,1 0 0 0 0,0 0 0 0 0,-1 0 0 0 0,1 0 0 0 0,-1 0-1 0 0,1 1 1 0 0,0-1 0 0 0,-1 0 0 0 0,1 0 0 0 0,-1 1-1 0 0,1-1 1 0 0,0 0 0 0 0,-1 0 0 0 0,1 1 0 0 0,0-1-1 0 0,0 0 1 0 0,-1 1 0 0 0,1-1 0 0 0,0 0 0 0 0,0 1 0 0 0,-1-1-1 0 0,1 1 1 0 0,0-1 0 0 0,0 0 0 0 0,0 2 0 0 0,0-1 25 0 0,0 0 0 0 0,0 1 1 0 0,0-1-1 0 0,0 1 1 0 0,1-1-1 0 0,-1 0 1 0 0,1 1-1 0 0,-1-1 0 0 0,1 1 1 0 0,-1-1-1 0 0,1 0 1 0 0,0 0-1 0 0,1 3 1 0 0,7 6 251 0 0,-1 1-1 0 0,1-1 1 0 0,1-1 0 0 0,-1 0 0 0 0,2 0 0 0 0,-1-1 0 0 0,1 0 0 0 0,1-1 0 0 0,-1 0 0 0 0,1-1 0 0 0,13 5 0 0 0,21 7-117 0 0,78 18 0 0 0,-100-30 13 0 0,78 18 127 0 0,2-5 1 0 0,0-4-1 0 0,1-5 1 0 0,0-4-1 0 0,0-5 0 0 0,1-5 1 0 0,-1-4-1 0 0,-1-5 1 0 0,0-4-1 0 0,136-41 0 0 0,-162 32 273 0 0,0-4-1 0 0,104-55 0 0 0,131-107 25 0 0,-145 62-395 0 0,-143 107-93 0 0,0 0 1 0 0,-2-2 0 0 0,-1-1 0 0 0,24-36-1 0 0,-38 49-44 0 0,0-1-1 0 0,-1 0 1 0 0,0-1-1 0 0,-1 0 1 0 0,0 0 0 0 0,-2 0-1 0 0,0-1 1 0 0,0 0-1 0 0,-2 1 1 0 0,0-1-1 0 0,0-30 1 0 0,-3 25 23 0 0,-1 0 1 0 0,-1 0-1 0 0,-1 1 1 0 0,-1-1-1 0 0,-1 1 1 0 0,-1 0-1 0 0,0 1 1 0 0,-14-25-1 0 0,2 11-39 0 0,-2 0 0 0 0,-1 1 0 0 0,-2 1 0 0 0,-1 1 0 0 0,-1 1 0 0 0,-1 2 0 0 0,-2 0-1 0 0,0 2 1 0 0,-47-29 0 0 0,23 21-47 0 0,-2 3-1 0 0,-2 3 0 0 0,0 2 1 0 0,-106-31-1 0 0,34 23 95 0 0,-157-20 0 0 0,129 33 71 0 0,0 7 1 0 0,-213 9-1 0 0,325 7-141 0 0,1 2 0 0 0,0 2 0 0 0,0 2 0 0 0,0 2 0 0 0,2 2 0 0 0,-1 1 0 0 0,2 3 0 0 0,0 1 0 0 0,1 2 0 0 0,1 2-1 0 0,1 2 1 0 0,1 1 0 0 0,1 1 0 0 0,1 3 0 0 0,2 0 0 0 0,1 2 0 0 0,1 2 0 0 0,-37 50 0 0 0,31-32-133 0 0,1 1-1 0 0,3 2 0 0 0,3 1 1 0 0,1 2-1 0 0,4 1 1 0 0,2 1-1 0 0,2 0 1 0 0,3 2-1 0 0,-16 99 0 0 0,9 100-539 0 0,24-209 397 0 0,3-1 1 0 0,1 1-1 0 0,12 58 0 0 0,-13-99 126 0 0,0 0 0 0 0,1 0 1 0 0,0 0-1 0 0,0-1 0 0 0,1 1 1 0 0,0-1-1 0 0,1 0 0 0 0,0 0 1 0 0,6 8-1 0 0,-8-14-104 0 0,1 1 1 0 0,-1-1-1 0 0,1 0 1 0 0,-1 1 0 0 0,1-2-1 0 0,0 1 1 0 0,0 0-1 0 0,1-1 1 0 0,-1 0-1 0 0,0 0 1 0 0,1 0-1 0 0,0 0 1 0 0,-1-1-1 0 0,1 0 1 0 0,0 0-1 0 0,-1 0 1 0 0,1 0-1 0 0,0-1 1 0 0,0 0-1 0 0,8-1 1 0 0,-2 0-806 0 0,0 0 1 0 0,0-1-1 0 0,15-4 1 0 0,8-6-1950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09:05.9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229 627 4585 0 0,'-2'2'113'0'0,"1"1"0"0"0,0 0 0 0 0,-1-1-1 0 0,1 1 1 0 0,1 0 0 0 0,-1 0 0 0 0,0 0 0 0 0,1 0 0 0 0,-1 0 0 0 0,1 0 0 0 0,0 0-1 0 0,0 0 1 0 0,0 0 0 0 0,1 0 0 0 0,0 4 0 0 0,12 47 260 0 0,-10-43-249 0 0,79 218 337 0 0,-2-6-507 0 0,-55-129-169 0 0,-4 2-1 0 0,15 164 1 0 0,-29-127 41 0 0,-13 192 0 0 0,-10-114 113 0 0,-15 368-8 0 0,66 113 294 0 0,-14-538 55 0 0,6-1 0 0 0,70 218 0 0 0,2-77-166 0 0,68 222-45 0 0,-131-381-583 0 0,35 263 0 0 0,-58-226-961 0 0,-19 330 1 0 0,-63 169-268 0 0,40-425 2202 0 0,21-170 148 0 0,3 0 0 0 0,3 0-1 0 0,4 0 1 0 0,4 0 0 0 0,2 0-1 0 0,4-1 1 0 0,32 112 0 0 0,-23-118-598 0 0,27 87-28 0 0,36 208 0 0 0,-56-131 156 0 0,-3 257 0 0 0,-23-452 83 0 0,2 0 0 0 0,1 0 0 0 0,15 55 0 0 0,49 106 1304 0 0,-61-175-1473 0 0,0 0 0 0 0,-2 1-1 0 0,0 0 1 0 0,2 39 0 0 0,-2 102-102 0 0,-6-162 58 0 0,0 0 0 0 0,1 0 0 0 0,-1 0-1 0 0,1 0 1 0 0,0 0 0 0 0,0-1 0 0 0,0 1 0 0 0,1 0-1 0 0,-1 0 1 0 0,1-1 0 0 0,0 1 0 0 0,0-1 0 0 0,5 6-1 0 0,1 1 43 0 0,1-2-1 0 0,0 1 1 0 0,11 8-1 0 0,4 2 74 0 0,16 14-129 0 0,2-1 0 0 0,2-2 1 0 0,0-3-1 0 0,2-1 0 0 0,1-2 1 0 0,1-2-1 0 0,1-3 0 0 0,53 15 1 0 0,324 67 544 0 0,7-27-25 0 0,-293-57 56 0 0,200 1-1 0 0,142-31 9 0 0,-34 0-54 0 0,-73 19 121 0 0,214-3-265 0 0,-161-50 178 0 0,-3-35-316 0 0,-160 28-252 0 0,512-55 672 0 0,-466 71-399 0 0,-227 27-152 0 0,0-4-1 0 0,144-46 0 0 0,-219 58-106 0 0,0-1 1 0 0,0-1-1 0 0,-1 1 0 0 0,0-1 0 0 0,0-1 1 0 0,0 0-1 0 0,-1 0 0 0 0,1 0 0 0 0,-1-1 1 0 0,-1 0-1 0 0,1-1 0 0 0,-2 1 0 0 0,1-1 0 0 0,-1 0 1 0 0,7-13-1 0 0,2-11 10 0 0,-1 0-1 0 0,18-68 1 0 0,-15 45-9 0 0,55-222 220 0 0,-60 213 152 0 0,-2 0 1 0 0,0-94-1 0 0,-31-204 873 0 0,-25 1-462 0 0,12 107-481 0 0,-21-480-302 0 0,41-4 151 0 0,11 379 104 0 0,56-874 272 0 0,-42 1036-124 0 0,-8-1 0 0 0,-9 0 1 0 0,-49-303-1 0 0,-33-451-1058 0 0,66 532 371 0 0,12 315 530 0 0,-49-203 0 0 0,-53-72 204 0 0,-73-309-59 0 0,52 199-359 0 0,96 371-90 0 0,31 64 10 0 0,-3-6 146 0 0,7 47-83 0 0,1 6-24 0 0,0 0-1 0 0,-1 1 1 0 0,0-1 0 0 0,-4-7-1 0 0,6 13-3 0 0,0 0-1 0 0,0 0 0 0 0,0 1 0 0 0,-1-1 0 0 0,1 0 0 0 0,-1 1 0 0 0,0-1 0 0 0,1 1 1 0 0,-1-1-1 0 0,0 1 0 0 0,0 0 0 0 0,0 0 0 0 0,1 0 0 0 0,-1 0 0 0 0,-1 0 0 0 0,1 0 1 0 0,0 0-1 0 0,0 1 0 0 0,-3-1 0 0 0,-5-2 1 0 0,0 0 0 0 0,1 0 0 0 0,-1-1 0 0 0,1 0 0 0 0,-10-7 0 0 0,-36-14-51 0 0,5 14 20 0 0,-1 2 0 0 0,0 2-1 0 0,-76 0 1 0 0,-12-2 23 0 0,-284-27-224 0 0,-603-31 96 0 0,-114-23 49 0 0,992 67 122 0 0,-640-72-89 0 0,589 91-12 0 0,0 9-1 0 0,-255 39 0 0 0,-386 123-149 0 0,359-33 303 0 0,395-103-97 0 0,1 3 1 0 0,2 3-1 0 0,-115 72 0 0 0,154-80-44 0 0,1 1 0 0 0,-56 53 0 0 0,78-62 81 0 0,1 0 0 0 0,0 2 0 0 0,2 0 0 0 0,1 1 0 0 0,-27 51 0 0 0,1 20 179 0 0,28-44-1062 0 0,9-1-3443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0:01.3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234 255 6313 0 0,'-31'-21'395'0'0,"-40"-36"-1"0"0,61 48-401 0 0,1-1-1 0 0,0 0 0 0 0,0 0 0 0 0,1-1 0 0 0,1 0 1 0 0,0-1-1 0 0,-8-18 0 0 0,12 23-31 0 0,0 0-57 0 0,0 0 0 0 0,0 0 0 0 0,0 1 1 0 0,-1-1-1 0 0,0 1 0 0 0,0 0 0 0 0,-1 0 0 0 0,-6-7 1 0 0,11 13 70 0 0,0 0 0 0 0,-1 0 0 0 0,1-1 0 0 0,0 1 1 0 0,0 0-1 0 0,0 0 0 0 0,-1 0 0 0 0,1 0 0 0 0,0 0 0 0 0,0 0 1 0 0,-1 0-1 0 0,1 0 0 0 0,0 0 0 0 0,0 0 0 0 0,0 0 1 0 0,-1 0-1 0 0,1 0 0 0 0,0 0 0 0 0,0 0 0 0 0,0 0 0 0 0,-1 0 1 0 0,1 0-1 0 0,0 0 0 0 0,0 1 0 0 0,0-1 0 0 0,-1 0 1 0 0,1 0-1 0 0,0 0 0 0 0,-2 2-273 0 0,2-2 273 0 0,0 1 0 0 0,-4 14-936 0 0,1 14-672 0 0,3-13 682 0 0,2 2-415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2:04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820 618 144 0 0,'-80'76'437'0'0,"3"4"0"0"0,4 3-1 0 0,-120 177 1 0 0,136-164-287 0 0,4 2-1 0 0,5 2 1 0 0,4 3 0 0 0,5 1-1 0 0,4 2 1 0 0,5 2-1 0 0,4 0 1 0 0,6 2 0 0 0,-10 156-1 0 0,16 841 191 0 0,26-882-206 0 0,10-2-1 0 0,10 0 1 0 0,99 360-1 0 0,-94-454 30 0 0,6-1 0 0 0,68 142 1 0 0,-84-216 13 0 0,2-2 1 0 0,2 0-1 0 0,2-2 1 0 0,3-2-1 0 0,1-1 1 0 0,3-2-1 0 0,59 53 1 0 0,-40-50-59 0 0,1-3 0 0 0,3-2 0 0 0,1-3 1 0 0,1-3-1 0 0,3-3 0 0 0,1-3 0 0 0,1-3 1 0 0,133 34-1 0 0,-124-44 10 0 0,1-4 0 0 0,1-4 0 0 0,0-3 0 0 0,1-3 0 0 0,-1-5 0 0 0,0-2 0 0 0,1-4-1 0 0,81-19 1 0 0,-29-5 226 0 0,160-60 0 0 0,121-70 33 0 0,-82 29-249 0 0,335-110 359 0 0,344-95-17 0 0,-975 325-464 0 0,505-167 180 0 0,-17-45-67 0 0,-434 174-91 0 0,-2-4 0 0 0,-3-3 0 0 0,119-104 0 0 0,-104 68 51 0 0,-4-3 0 0 0,99-129-1 0 0,212-305 132 0 0,-41-29 154 0 0,-320 473-311 0 0,-3-2 1 0 0,-4-3-1 0 0,-4 0 0 0 0,-5-3 1 0 0,-3 0-1 0 0,-5-2 0 0 0,-3-1 0 0 0,-5 0 1 0 0,-5-1-1 0 0,-3-185 0 0 0,-11 219-59 0 0,-3 0 0 0 0,-4 1 0 0 0,-1 0 0 0 0,-25-68 0 0 0,18 75 23 0 0,-2 2-1 0 0,-3 0 0 0 0,-3 1 0 0 0,-1 2 1 0 0,-3 0-1 0 0,-2 3 0 0 0,-2 0 1 0 0,-41-42-1 0 0,19 34-8 0 0,-1 1 1 0 0,-3 3 0 0 0,-3 3-1 0 0,-1 3 1 0 0,-2 3 0 0 0,-116-55 0 0 0,71 49 25 0 0,-1 5 1 0 0,-2 6-1 0 0,-199-41 1 0 0,113 45-41 0 0,-1 8 0 0 0,0 8 0 0 0,-223 11 0 0 0,164 20-140 0 0,-507 93 0 0 0,-184 130-183 0 0,683-148 313 0 0,-377 178 0 0 0,421-157-220 0 0,-225 149-1 0 0,372-205 181 0 0,2 2 1 0 0,2 4-1 0 0,4 3 1 0 0,2 3-1 0 0,2 2 1 0 0,-64 89 0 0 0,72-73-5 0 0,3 2 1 0 0,5 2 0 0 0,3 2 0 0 0,4 3-1 0 0,-61 188 1 0 0,83-205 14 0 0,3 1 0 0 0,4 1-1 0 0,3 1 1 0 0,3 0 0 0 0,4 0 0 0 0,3 0 0 0 0,4 0-1 0 0,15 97 1 0 0,17 10 19 0 0,8-2-1 0 0,72 190 0 0 0,-93-317-13 0 0,2 0-1 0 0,63 101 0 0 0,85 89 146 0 0,-34-51-147 0 0,-38-50-59 0 0,-46-70 81 0 0,0 3-95 0 0,127 140 1 0 0,-147-184 132 0 0,2-1 0 0 0,70 51 0 0 0,-88-73-15 0 0,0-1 0 0 0,1 0 0 0 0,-1-1 0 0 0,2-1 0 0 0,-1-1 0 0 0,1-1 0 0 0,0 0 1 0 0,1-2-1 0 0,23 3 0 0 0,-13-6 63 0 0,0-1 0 0 0,0-2 0 0 0,0-1 1 0 0,43-9-1 0 0,55-6-3 0 0,-115 17-65 0 0,1 0-1 0 0,0 1 1 0 0,-1 1 0 0 0,1 0 0 0 0,-1 1-1 0 0,27 8 1 0 0,-39-10-14 0 0,15 6 47 0 0,-17-6-39 0 0,1 0 0 0 0,-1 0 0 0 0,0 0 0 0 0,1 0 0 0 0,-1 0 0 0 0,0 0 0 0 0,0 0 0 0 0,1 0 0 0 0,-1 0 0 0 0,0 0 0 0 0,1 0 1 0 0,-1 0-1 0 0,0 0 0 0 0,1 0 0 0 0,-1-1 0 0 0,0 1 0 0 0,0 0 0 0 0,1 0 0 0 0,-1 0 0 0 0,0 0 0 0 0,0 0 0 0 0,1-1 0 0 0,-1 1 0 0 0,0 0 0 0 0,0 0 1 0 0,0-1-1 0 0,1 1 0 0 0,-1 0 0 0 0,0 0 0 0 0,0-1 0 0 0,0 1 0 0 0,0 0 0 0 0,0 0 0 0 0,1-1 0 0 0,-1 1 0 0 0,0 0 0 0 0,0-1 0 0 0,0 1 0 0 0,0 0 1 0 0,0 0-1 0 0,0-1 0 0 0,0 1 0 0 0,0 0 0 0 0,0-1 0 0 0,1 6 35 0 0,0-3-36 0 0,-1 0 1 0 0,1 0 0 0 0,0 0-1 0 0,-1 0 1 0 0,1 0 0 0 0,-1 1-1 0 0,0-1 1 0 0,0 0-1 0 0,0 0 1 0 0,0 0 0 0 0,0 1-1 0 0,-1 2 1 0 0,1-5 9 0 0,10-19 44 0 0,-1 16-47 0 0,-1 0 1 0 0,1-1 0 0 0,-1 0-1 0 0,0 0 1 0 0,-1-1-1 0 0,12-8 1 0 0,1 0-30 0 0,81-41-18 0 0,-101 55 31 0 0,1-1 0 0 0,0 0 1 0 0,0 1-1 0 0,-1-1 0 0 0,1 0 0 0 0,0 1 0 0 0,-1-1 0 0 0,1 1 0 0 0,0-1 0 0 0,-1 1 0 0 0,1-1 0 0 0,-1 1 0 0 0,1-1 0 0 0,-1 1 1 0 0,1 0-1 0 0,-1-1 0 0 0,0 1 0 0 0,1 0 0 0 0,-1 0 0 0 0,0-1 0 0 0,1 1 0 0 0,-1 0 0 0 0,0-1 0 0 0,0 1 0 0 0,0 0 0 0 0,1 0 1 0 0,-1 0-1 0 0,0-1 0 0 0,0 1 0 0 0,-1 1 0 0 0,7 29-907 0 0,-6-14-223 0 0,0-12 211 0 0,0-1 0 0 0,1 1 0 0 0,-1-1 0 0 0,1 0 0 0 0,0 1 0 0 0,2 6 0 0 0,1-2-1876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5:38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0 23485 0 0,'-1'1'1'0'0,"-208"124"-649"0"0,205-122 591 0 0,1 0 0 0 0,0-1 0 0 0,0 1 0 0 0,0 0 0 0 0,1 1 0 0 0,-1-1 0 0 0,1 0 0 0 0,-1 1 0 0 0,1-1 0 0 0,0 1 0 0 0,1 0 0 0 0,-1 0 1 0 0,1 0-1 0 0,-1 0 0 0 0,1 0 0 0 0,0 0 0 0 0,1 0 0 0 0,-1 0 0 0 0,1 0 0 0 0,0 0 0 0 0,-1 0 0 0 0,2 0 0 0 0,-1 0 0 0 0,1 1 0 0 0,-1-1 0 0 0,1 0 0 0 0,2 6 0 0 0,2 4-144 0 0,0 0 0 0 0,1-1 0 0 0,0 0 0 0 0,1 0 0 0 0,0 0 0 0 0,12 15 0 0 0,-3-10-417 0 0,0 1 0 0 0,1-2 0 0 0,1 0 1 0 0,1-1-1 0 0,0-1 0 0 0,1-1 0 0 0,39 22 0 0 0,163 64-2284 0 0,-193-89 2716 0 0,-9-3 17 0 0,20 10-46 0 0,1-3-1 0 0,1-1 0 0 0,79 15 0 0 0,-120-28 191 0 0,-1-1 0 0 0,1 0 1 0 0,-1 0-1 0 0,1 0 0 0 0,0 0 0 0 0,-1 0 1 0 0,1 0-1 0 0,-1 0 0 0 0,1 0 0 0 0,-1 0 1 0 0,1 0-1 0 0,-1 0 0 0 0,1 0 0 0 0,0 0 1 0 0,-1 0-1 0 0,1-1 0 0 0,-1 1 0 0 0,1 0 1 0 0,-1 0-1 0 0,1-1 0 0 0,-1 1 0 0 0,1 0 1 0 0,-1-1-1 0 0,0 1 0 0 0,1 0 0 0 0,-1-1 1 0 0,1 1-1 0 0,-1-1 0 0 0,-2-16-1237 0 0,-25-29-1684 0 0,16 31 1885 0 0,-4-13-648 0 0,-1-6-744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5:39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1089 6161 0 0,'38'38'372'0'0,"3"-2"0"0"0,1-1 0 0 0,2-2 0 0 0,1-2 0 0 0,1-3-1 0 0,1-1 1 0 0,2-2 0 0 0,0-2 0 0 0,2-3 0 0 0,89 24 0 0 0,-77-31-288 0 0,0-3 0 0 0,1-2 0 0 0,-1-4 0 0 0,1-2 0 0 0,0-3 0 0 0,0-2 0 0 0,0-4 1 0 0,-1-2-1 0 0,0-3 0 0 0,-1-2 0 0 0,95-37 0 0 0,-57 11-47 0 0,-2-4 0 0 0,-2-5 1 0 0,-3-3-1 0 0,140-104 0 0 0,-137 80-20 0 0,-3-4 0 0 0,-3-4 1 0 0,138-168-1 0 0,-191 206-42 0 0,45-76 0 0 0,-72 103-15 0 0,0 1 0 0 0,-1-2 0 0 0,-1 1 0 0 0,-1-1 0 0 0,0 0 0 0 0,-2 0 0 0 0,5-35 0 0 0,-9 49-40 0 0,0 0 1 0 0,-1 0-1 0 0,0 0 0 0 0,0 1 0 0 0,-1-1 0 0 0,0 0 0 0 0,0 0 0 0 0,0 1 0 0 0,-1-1 0 0 0,1 0 1 0 0,-2 1-1 0 0,1-1 0 0 0,0 1 0 0 0,-1 0 0 0 0,0 0 0 0 0,0 0 0 0 0,0 0 0 0 0,-1 1 0 0 0,0-1 0 0 0,-4-4 1 0 0,0 3-300 0 0,0 0 0 0 0,0 1 0 0 0,-1 0 0 0 0,0 0 0 0 0,0 1 0 0 0,0 0 1 0 0,0 0-1 0 0,-1 1 0 0 0,1 0 0 0 0,-1 1 0 0 0,-11-2 0 0 0,-60-4-3375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6:14.9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547 107 1040 0 0,'-88'10'1203'0'0,"0"3"-1"0"0,-114 34 1 0 0,186-43-1143 0 0,-6 1-53 0 0,-37 10-178 0 0,54-13 94 0 0,0-1 0 0 0,1 1 0 0 0,0 0 1 0 0,-1 0-1 0 0,1 1 0 0 0,0-1 0 0 0,0 1 0 0 0,0 0 0 0 0,-5 5 0 0 0,7-5 143 0 0,-1 0-1 0 0,1 0 0 0 0,0-1 0 0 0,0 2 0 0 0,0-1 0 0 0,0 0 0 0 0,1 0 0 0 0,-1 0 0 0 0,1 1 0 0 0,0-1 0 0 0,0 1 0 0 0,0-1 0 0 0,1 1 0 0 0,-1 0 0 0 0,1-1 0 0 0,0 1 1 0 0,0-1-1 0 0,0 1 0 0 0,0 0 0 0 0,0-1 0 0 0,2 7 0 0 0,0-6 122 0 0,0 1 0 0 0,0-1 0 0 0,0 1 1 0 0,1-1-1 0 0,0 0 0 0 0,-1 0 0 0 0,1 0 0 0 0,1-1 0 0 0,-1 1 1 0 0,0-1-1 0 0,1 1 0 0 0,0-1 0 0 0,0 0 0 0 0,0 0 1 0 0,7 3-1 0 0,10 5 269 0 0,0-2 1 0 0,1 0-1 0 0,1-1 1 0 0,37 8-1 0 0,97 8 622 0 0,-21-13-73 0 0,190-7 0 0 0,137-37 376 0 0,213-73 882 0 0,-10-44-1773 0 0,-610 136-539 0 0,41-9 24 0 0,331-71-399 0 0,-322 76 351 0 0,0 5 0 0 0,116 0 0 0 0,-183 14-31 0 0,-1 1 0 0 0,48 8 0 0 0,-66-6-462 0 0,0 1 1 0 0,19 8-1 0 0,-25-8-795 0 0,-1 1 1 0 0,0 1-1 0 0,19 12 0 0 0,-31-18 927 0 0,1 0 0 0 0,0 0 0 0 0,-1 0 1 0 0,1 0-1 0 0,-1 1 0 0 0,1-1 0 0 0,-1 0 0 0 0,0 1 1 0 0,0-1-1 0 0,0 1 0 0 0,1-1 0 0 0,-1 1 1 0 0,-1 0-1 0 0,2 2 0 0 0,-2 3-2172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6:17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958 1271 6585 0 0,'-8'-8'1172'0'0,"0"0"0"0"0,0 0-1 0 0,-8-12 1 0 0,12 14-975 0 0,0 0-1 0 0,0-1 1 0 0,1 1 0 0 0,0-1-1 0 0,-4-10 1 0 0,6 11-254 0 0,-1 0 1 0 0,1-1-1 0 0,1 1 1 0 0,-1 0-1 0 0,1 0 1 0 0,0 0-1 0 0,0-1 0 0 0,1 1 1 0 0,0 0-1 0 0,0 0 1 0 0,0 0-1 0 0,1 0 1 0 0,0 0-1 0 0,0 0 1 0 0,0 0-1 0 0,5-7 0 0 0,32-55-43 0 0,2 2 0 0 0,59-70 0 0 0,-76 108 67 0 0,1 1-1 0 0,2 1 1 0 0,1 2-1 0 0,0 1 1 0 0,55-34-1 0 0,170-79 561 0 0,-204 114 107 0 0,0 3-1 0 0,1 1 1 0 0,1 3 0 0 0,53-9 0 0 0,-29 12-136 0 0,0 3 1 0 0,92 1-1 0 0,33 17-192 0 0,238 39 1 0 0,-433-47-304 0 0,128 19 43 0 0,189 52 0 0 0,-264-54-24 0 0,-1 2 1 0 0,0 2 0 0 0,-2 3-1 0 0,-1 2 1 0 0,83 56 0 0 0,-92-49-24 0 0,-2 2 1 0 0,-1 2-1 0 0,-2 2 1 0 0,54 68-1 0 0,-47-45-148 0 0,-4 2 0 0 0,61 119-1 0 0,37 158-968 0 0,-32 9-898 0 0,-63-175 2227 0 0,-7 3 0 0 0,-9 1 0 0 0,-7 1-1 0 0,-8 1 1 0 0,-8 0 0 0 0,-18 195 0 0 0,5-304-138 0 0,-3 1 0 0 0,-3-2 0 0 0,-29 97 1 0 0,29-133-152 0 0,-2 0 0 0 0,-1-1 1 0 0,-2 0-1 0 0,-1-1 0 0 0,-1-1 0 0 0,-2-1 1 0 0,-2-1-1 0 0,-32 36 0 0 0,13-25 187 0 0,-2-2-1 0 0,-2-1 0 0 0,-2-3 0 0 0,-1-1 0 0 0,-1-3 1 0 0,-2-2-1 0 0,-1-2 0 0 0,-86 31 0 0 0,55-30-107 0 0,-2-4 0 0 0,0-4 0 0 0,-2-3 0 0 0,0-4-1 0 0,-96 2 1 0 0,-21-2-89 0 0,-348 68-1 0 0,518-75 195 0 0,-400 73 1452 0 0,375-73-1016 0 0,0-3-1 0 0,-1-3 1 0 0,0-2 0 0 0,1-3 0 0 0,-75-14-1 0 0,84 6-345 0 0,2-3 0 0 0,0-2-1 0 0,0-2 1 0 0,2-2-1 0 0,1-2 1 0 0,-66-44 0 0 0,37 16 7 0 0,3-4 0 0 0,-121-121 0 0 0,112 89-146 0 0,4-3-1 0 0,3-3 0 0 0,5-3 0 0 0,5-3 0 0 0,3-3 1 0 0,-67-159-1 0 0,91 169-134 0 0,5-1 1 0 0,3-1-1 0 0,5-2 1 0 0,-16-129-1 0 0,27 104 49 0 0,5 0-1 0 0,6-1 1 0 0,15-137-1 0 0,4 118 92 0 0,6 1-1 0 0,62-203 1 0 0,-23 153-116 0 0,103-215 1 0 0,-128 325-32 0 0,4 2 1 0 0,3 1-1 0 0,4 3 1 0 0,110-132-1 0 0,-120 164 229 0 0,2 1-1 0 0,2 2 1 0 0,2 2-1 0 0,1 2 1 0 0,2 2-1 0 0,1 2 1 0 0,84-40-1 0 0,-40 33-237 0 0,0 3 0 0 0,3 5-1 0 0,0 3 1 0 0,177-24 0 0 0,-132 36-280 0 0,0 6 1 0 0,252 17-1 0 0,-318-2 596 0 0,-1 4 0 0 0,125 34 0 0 0,-149-29-48 0 0,0 2 1 0 0,-1 3-1 0 0,-1 1 0 0 0,77 49 1 0 0,-104-57-56 0 0,12 7 84 0 0,49 41 0 0 0,-73-54-155 0 0,0 0-1 0 0,-1 0 1 0 0,0 1-1 0 0,-1 0 1 0 0,0 0-1 0 0,0 1 1 0 0,0 0 0 0 0,-1 0-1 0 0,-1 0 1 0 0,1 0-1 0 0,2 12 1 0 0,-5-16-19 0 0,-1 0 0 0 0,0-1 0 0 0,0 1 1 0 0,-1 0-1 0 0,0 0 0 0 0,0-1 0 0 0,0 1 0 0 0,0 0 1 0 0,0 0-1 0 0,-3 8 0 0 0,2-11-17 0 0,0 1 0 0 0,1-1 0 0 0,-2 0 1 0 0,1 0-1 0 0,0 0 0 0 0,0 0 0 0 0,0 0 0 0 0,-1-1 0 0 0,1 1 1 0 0,-1 0-1 0 0,0 0 0 0 0,1-1 0 0 0,-1 1 0 0 0,0-1 1 0 0,0 0-1 0 0,0 0 0 0 0,0 1 0 0 0,0-1 0 0 0,0 0 0 0 0,-1-1 1 0 0,1 1-1 0 0,0 0 0 0 0,0-1 0 0 0,-3 1 0 0 0,5-1-11 0 0,-17 3 337 0 0,12-3-60 0 0,10-4-40 0 0,1 3-228 0 0,0 0-1 0 0,-1 0 1 0 0,1 1-1 0 0,0 0 1 0 0,-1 0-1 0 0,1 1 1 0 0,0-1-1 0 0,-1 1 1 0 0,1 1 0 0 0,-1-1-1 0 0,1 1 1 0 0,9 4-1 0 0,-14-5 19 0 0,0 0-1 0 0,0 1 1 0 0,0-1 0 0 0,0 0 0 0 0,-1 1-1 0 0,1-1 1 0 0,0 0 0 0 0,-1 1-1 0 0,1-1 1 0 0,-1 1 0 0 0,0-1-1 0 0,1 1 1 0 0,-1 2 0 0 0,-2 5-2092 0 0,-7-8-8722 0 0,-13-4-660 0 0,16 3 9894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6:18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3 165 5913 0 0,'-1'0'2934'0'0,"-1"-2"-1771"0"0,8 9-2946 0 0,-5-5 1835 0 0,0-1 1 0 0,1 1-1 0 0,-1-1 1 0 0,0 1-1 0 0,0-1 0 0 0,1 1 1 0 0,-1-1-1 0 0,0 0 1 0 0,1 0-1 0 0,0 0 0 0 0,-1 0 1 0 0,1 0-1 0 0,2 1 1 0 0,8 0 809 0 0,1 0 1 0 0,-1-1-1 0 0,1 0 1 0 0,-1-1 0 0 0,19-2-1 0 0,12 0-7 0 0,374-3 2520 0 0,147 2-43 0 0,68 13 830 0 0,-555-15-4032 0 0,-66 3-829 0 0,0-1 0 0 0,0 0 0 0 0,0 0 0 0 0,18-8 0 0 0,-24 8 43 0 0,0 1 0 0 0,0-1 0 0 0,0 0 0 0 0,0-1 0 0 0,-1 1 0 0 0,1-1 0 0 0,-1 0 0 0 0,0 0 0 0 0,0 0 0 0 0,4-8 0 0 0,-5 8-193 0 0,0-1 1 0 0,-1 0-1 0 0,0 0 1 0 0,0 0-1 0 0,0-1 1 0 0,0 1-1 0 0,-1 0 0 0 0,0-1 1 0 0,0 1-1 0 0,-1-1 1 0 0,1 1-1 0 0,-2-9 1 0 0,-3-29-2696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7:13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 8 0 0,'2'8'-403'0'0,"-2"-7"573"0"0,0 0 0 0 0,0 0-1 0 0,1 1 1 0 0,-1-1 0 0 0,0 0 0 0 0,1 0-1 0 0,-1 0 1 0 0,0 1 0 0 0,1-1 0 0 0,-1 0 0 0 0,1 0 0 0 0,0 0 0 0 0,-1 0 0 0 0,1 0 0 0 0,0 0 0 0 0,0 0 0 0 0,0 0 0 0 0,-1 0 0 0 0,1-1 0 0 0,0 1 0 0 0,0 0-1 0 0,0 0 1 0 0,0-1 0 0 0,1 1 0 0 0,-1-1 0 0 0,0 1 0 0 0,0-1 0 0 0,0 1 0 0 0,0-1 0 0 0,1 0 0 0 0,-1 1 0 0 0,2-1 0 0 0,11 0-237 0 0,-1-1 0 0 0,1-1 0 0 0,-1 0 0 0 0,1-1 1 0 0,-1-1-1 0 0,0 1 0 0 0,0-2 0 0 0,14-7 0 0 0,-18 8 604 0 0,-7 2-945 0 0,1 0-1 0 0,-1 1 1 0 0,1 0 0 0 0,-1-1 0 0 0,1 1-1 0 0,0 0 1 0 0,0 0 0 0 0,-1 0 0 0 0,1 1-1 0 0,5-1 1 0 0,-6 2 72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7:13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0 392 0 0,'0'0'416'0'0,"-1"2"-48"0"0,-2-1-48 0 0,0-1-64 0 0,0 2-80 0 0,0-1-56 0 0,0 1-72 0 0,1-1-64 0 0,-1 1-48 0 0,3-1-88 0 0,-1-1-120 0 0,1 2-112 0 0,0-1-8 0 0,1-1-416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17:13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2163 1352 4905 0 0,'174'44'5491'0'0,"76"13"-2998"0"0,-204-49-2119 0 0,-6 0 562 0 0,2-2 1 0 0,-1-1-1 0 0,83-3 1 0 0,-118-3-944 0 0,0 0 0 0 0,1 0 1 0 0,-1 0-1 0 0,0-1 0 0 0,0 0 0 0 0,-1 0 1 0 0,1-1-1 0 0,0 1 0 0 0,-1-1 0 0 0,1-1 1 0 0,-1 1-1 0 0,0-1 0 0 0,0 0 0 0 0,6-6 1 0 0,-5 3-57 0 0,0 0 1 0 0,0 0 0 0 0,-1-1-1 0 0,0 0 1 0 0,-1 0 0 0 0,1-1 0 0 0,-2 1-1 0 0,6-17 1 0 0,-3 2 15 0 0,-2 1 0 0 0,0-1 0 0 0,-1 0 0 0 0,-2 0-1 0 0,0 0 1 0 0,-1 0 0 0 0,-4-23 0 0 0,-1 9 153 0 0,-1 0 1 0 0,-2 1-1 0 0,-2 0 0 0 0,-1 0 1 0 0,-2 1-1 0 0,-1 1 0 0 0,-29-50 1 0 0,20 46 35 0 0,-3 1 0 0 0,0 1 1 0 0,-3 1-1 0 0,-1 2 0 0 0,-64-56 0 0 0,25 35-36 0 0,-2 3 0 0 0,-3 3 0 0 0,-1 3 0 0 0,-2 4 0 0 0,-161-61 0 0 0,87 51-1 0 0,-1 7 0 0 0,-222-33 0 0 0,297 64-75 0 0,-1 4 0 0 0,0 4-1 0 0,-1 3 1 0 0,1 3-1 0 0,0 4 1 0 0,-83 16-1 0 0,116-11 72 0 0,0 1-1 0 0,1 3 1 0 0,1 1-1 0 0,-74 38 1 0 0,85-35-51 0 0,0 1 1 0 0,2 2-1 0 0,0 1 1 0 0,1 1-1 0 0,2 2 1 0 0,-40 44-1 0 0,39-32-30 0 0,1 1-1 0 0,1 1 1 0 0,3 1 0 0 0,1 1-1 0 0,2 1 1 0 0,2 1 0 0 0,1 1-1 0 0,3 0 1 0 0,2 1 0 0 0,-11 71-1 0 0,15-60-109 0 0,3 1-1 0 0,2 0 0 0 0,3 0 0 0 0,2 0 1 0 0,3 0-1 0 0,2 0 0 0 0,3-1 1 0 0,21 69-1 0 0,-13-68 61 0 0,3-2 0 0 0,3 0-1 0 0,1-2 1 0 0,3-1 0 0 0,2-1 0 0 0,2-1-1 0 0,3-2 1 0 0,59 64 0 0 0,-67-84 40 0 0,1-1-1 0 0,1-1 1 0 0,2-2-1 0 0,0-1 1 0 0,1-1-1 0 0,2-2 1 0 0,0-1-1 0 0,1-2 1 0 0,0-1-1 0 0,2-2 1 0 0,-1-1-1 0 0,2-3 1 0 0,71 13-1 0 0,-49-19 9 0 0,1-1 0 0 0,0-4 1 0 0,0-2-1 0 0,-1-3 0 0 0,0-2 0 0 0,70-19 0 0 0,2-10 421 0 0,209-88 1 0 0,-233 78 815 0 0,133-80 1 0 0,-171 83-231 0 0,-2-3 1 0 0,107-95 0 0 0,-144 113-677 0 0,-1-1-1 0 0,35-47 1 0 0,-57 67-318 0 0,0-1 1 0 0,-1 0-1 0 0,0 0 0 0 0,-1-1 0 0 0,-1 1 1 0 0,0-1-1 0 0,0 0 0 0 0,-1-1 0 0 0,-1 1 0 0 0,0-1 1 0 0,-1 0-1 0 0,2-15 0 0 0,-5 15-38 0 0,-1 0 0 0 0,0 0 0 0 0,-1 0-1 0 0,0 1 1 0 0,-1-1 0 0 0,0 1 0 0 0,-1 0 0 0 0,-1 0 0 0 0,0 0 0 0 0,0 0-1 0 0,-1 1 1 0 0,-1 0 0 0 0,0 1 0 0 0,-10-11 0 0 0,-13-12-322 0 0,-1 2 0 0 0,-64-49 1 0 0,24 28-2035 0 0,-155-83 1 0 0,-96-18-7845 0 0,259 125 7603 0 0,-121-57-3978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2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93 5841 0 0,'0'-3'-23'0'0,"0"1"0"0"0,1 0 1 0 0,0 0-1 0 0,-1 0 0 0 0,1 0 0 0 0,0 1 0 0 0,0-1 0 0 0,0 0 0 0 0,0 0 0 0 0,0 0 0 0 0,1 1 0 0 0,-1-1 1 0 0,0 1-1 0 0,1-1 0 0 0,0 1 0 0 0,1-2 0 0 0,15-19-45 0 0,-17 20 72 0 0,-1 1 0 0 0,0 0-1 0 0,1 0 1 0 0,-1 0 0 0 0,0 0 0 0 0,0 0 0 0 0,0 0 0 0 0,0 0-1 0 0,0-1 1 0 0,0 1 0 0 0,0 0 0 0 0,0 0 0 0 0,0 0 0 0 0,0 0-1 0 0,-1 0 1 0 0,1 0 0 0 0,-1 0 0 0 0,1-1 0 0 0,-1 1 0 0 0,1 0 0 0 0,-1 0-1 0 0,1 1 1 0 0,-1-1 0 0 0,0 0 0 0 0,1 0 0 0 0,-1 0 0 0 0,0 0-1 0 0,0 0 1 0 0,0 1 0 0 0,0-1 0 0 0,0 0 0 0 0,0 1 0 0 0,0-1-1 0 0,0 1 1 0 0,0-1 0 0 0,0 1 0 0 0,0 0 0 0 0,0-1 0 0 0,0 1 0 0 0,0 0-1 0 0,-2-1 1 0 0,2 1 123 0 0,1 0 0 0 0,-1-1-1 0 0,1 1 1 0 0,-1 0 0 0 0,0 0 0 0 0,1 0-1 0 0,-1 0 1 0 0,0-1 0 0 0,1 1-1 0 0,-1 0 1 0 0,0 0 0 0 0,1 0 0 0 0,-1 0-1 0 0,0 1 1 0 0,1-1 0 0 0,-1 0 0 0 0,0 0-1 0 0,1 0 1 0 0,-1 0 0 0 0,0 1 0 0 0,1-1-1 0 0,-1 0 1 0 0,1 1 0 0 0,-1-1-1 0 0,0 0 1 0 0,1 1 0 0 0,-1-1 0 0 0,0 1-1 0 0,0 1 33 0 0,1-1-1 0 0,-1 0 0 0 0,1 1 0 0 0,-1-1 0 0 0,1 0 0 0 0,0 1 1 0 0,-1-1-1 0 0,1 1 0 0 0,0-1 0 0 0,0 1 0 0 0,0-1 0 0 0,0 1 1 0 0,0 0-1 0 0,12 53 2109 0 0,-10-47-1845 0 0,9 28 10 0 0,1 0 0 0 0,1 0 0 0 0,2-1-1 0 0,38 62 1 0 0,-40-76-446 0 0,2-1-1 0 0,1 0 1 0 0,0-1-1 0 0,1-1 1 0 0,1-1-1 0 0,1 0 1 0 0,0-1-1 0 0,33 19 1 0 0,-45-30 15 0 0,1-1 1 0 0,-1-1 0 0 0,1 1-1 0 0,0-1 1 0 0,0 0-1 0 0,0-1 1 0 0,0 0 0 0 0,0 0-1 0 0,0-1 1 0 0,1 0-1 0 0,-1-1 1 0 0,1 1-1 0 0,-1-2 1 0 0,0 1 0 0 0,1-1-1 0 0,-1 0 1 0 0,0-1-1 0 0,1 0 1 0 0,-1 0 0 0 0,0-1-1 0 0,-1 0 1 0 0,1 0-1 0 0,9-6 1 0 0,2-3-91 0 0,-2 0 0 0 0,1-1 0 0 0,-2-1-1 0 0,0 0 1 0 0,0-2 0 0 0,-2 1 0 0 0,25-35 0 0 0,-9 10-483 0 0,40-59-4921 0 0,-64 89 4732 0 0,-1 0 0 0 0,0-1 0 0 0,0 1 0 0 0,-1-1 0 0 0,0 0 0 0 0,-1 0-1 0 0,-1 0 1 0 0,2-14 0 0 0,-6-9-664 0 0,-1 20 383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2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0 2529 0 0,'-2'2'129'0'0,"0"1"1"0"0,1-1 0 0 0,-1 0-1 0 0,0 1 1 0 0,1-1 0 0 0,-1 0-1 0 0,1 1 1 0 0,0 0 0 0 0,0-1 0 0 0,0 1-1 0 0,0 0 1 0 0,0 0 0 0 0,1-1-1 0 0,-1 1 1 0 0,1 0 0 0 0,-1 4 0 0 0,2-1 88 0 0,-1-1 0 0 0,1 0 0 0 0,0 1 1 0 0,0-1-1 0 0,1 1 0 0 0,-1-1 1 0 0,1 0-1 0 0,3 6 0 0 0,6 8 753 0 0,0 0-1 0 0,1-1 0 0 0,21 23 0 0 0,-24-30-353 0 0,37 40 620 0 0,59 53 1 0 0,19 20-1273 0 0,-72-67 64 0 0,-2 3-1 0 0,-4 2 1 0 0,-2 1-1 0 0,-2 3 0 0 0,36 80 1 0 0,-58-104 33 0 0,-3 1 0 0 0,-1 1 0 0 0,19 87 0 0 0,-32-118-34 0 0,-1 0-1 0 0,-1-1 1 0 0,0 1-1 0 0,-1 0 1 0 0,-1 0-1 0 0,0 0 1 0 0,0 0-1 0 0,-1 0 1 0 0,-1-1-1 0 0,0 1 1 0 0,-1-1-1 0 0,0 0 1 0 0,-1 0 0 0 0,0 0-1 0 0,-1-1 1 0 0,-1 1-1 0 0,0-1 1 0 0,0-1-1 0 0,-9 11 1 0 0,3-7 3 0 0,-1-2 1 0 0,0 0-1 0 0,-1 0 1 0 0,0-2-1 0 0,-1 1 1 0 0,0-2-1 0 0,0 0 1 0 0,-1-1 0 0 0,0-1-1 0 0,-1-1 1 0 0,1 0-1 0 0,-1-1 1 0 0,0-1-1 0 0,-1-1 1 0 0,1 0-1 0 0,-23 0 1 0 0,28-3 26 0 0,0-1 1 0 0,0 0 0 0 0,0 0-1 0 0,0-1 1 0 0,0-1 0 0 0,0 0-1 0 0,1-1 1 0 0,-1 0 0 0 0,1-1-1 0 0,-16-9 1 0 0,19 9-25 0 0,0-1 1 0 0,1-1-1 0 0,-1 1 1 0 0,1-2-1 0 0,1 1 1 0 0,-1-1 0 0 0,1 0-1 0 0,1 0 1 0 0,-1-1-1 0 0,2 0 1 0 0,-1 0-1 0 0,1 0 1 0 0,-7-19-1 0 0,7 16-13 0 0,1 1 1 0 0,1-1-1 0 0,0 0 0 0 0,1 0 0 0 0,0-1 1 0 0,0 1-1 0 0,2 0 0 0 0,-1-1 0 0 0,2 1 1 0 0,0 0-1 0 0,4-24 0 0 0,-3 27-20 0 0,1 1-1 0 0,0 0 1 0 0,0 0 0 0 0,1 0-1 0 0,0 1 1 0 0,0-1-1 0 0,1 1 1 0 0,0 0 0 0 0,0 0-1 0 0,1 1 1 0 0,-1-1 0 0 0,1 1-1 0 0,1 0 1 0 0,-1 1-1 0 0,1 0 1 0 0,0 0 0 0 0,0 0-1 0 0,9-3 1 0 0,7-3-248 0 0,1 1 1 0 0,0 1-1 0 0,30-6 0 0 0,35-5-3709 0 0,-8 2-3780 0 0,-48 10 4462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3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0 167 7354 0 0,'0'-3'1463'0'0,"8"1"-560"0"0,23-5-303 0 0,43-3-877 0 0,-69 9 367 0 0,3 0-113 0 0,127-21-69 0 0,-112 17-140 0 0,-1-1 1 0 0,1-1 0 0 0,36-17 0 0 0,-50 20-478 0 0,-1-1 0 0 0,0 0 0 0 0,-1 0 0 0 0,1-1 1 0 0,-1 1-1 0 0,0-2 0 0 0,0 1 0 0 0,-1-1 0 0 0,9-12 0 0 0,-9 10-1031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4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19 11034 0 0,'-11'-19'797'0'0,"17"31"-244"0"0,-1 4-173 0 0,-1 1 0 0 0,-1-1 0 0 0,0 1 1 0 0,-1 0-1 0 0,-1 32 0 0 0,3 22 190 0 0,3-23-389 0 0,3-1 0 0 0,1 0-1 0 0,21 52 1 0 0,-1-21-222 0 0,40 72 1 0 0,-54-119 92 0 0,0-1 1 0 0,37 47 0 0 0,-45-67-155 0 0,0 1 1 0 0,0-2-1 0 0,1 1 1 0 0,0-1 0 0 0,1 0-1 0 0,0-1 1 0 0,0-1-1 0 0,1 0 1 0 0,22 11 0 0 0,-31-17-142 0 0,-1-1 0 0 0,1 1 0 0 0,-1 0 0 0 0,1 0 1 0 0,0-1-1 0 0,-1 0 0 0 0,1 1 0 0 0,0-1 0 0 0,-1 0 1 0 0,1 0-1 0 0,0-1 0 0 0,0 1 0 0 0,-1-1 1 0 0,4 0-1 0 0,-4 0-41 0 0,-1 1 0 0 0,0-1 0 0 0,0 0 1 0 0,0 1-1 0 0,0-1 0 0 0,0 0 0 0 0,0 0 1 0 0,0 0-1 0 0,0 0 0 0 0,0 0 0 0 0,0 0 1 0 0,0 0-1 0 0,0 0 0 0 0,-1-1 0 0 0,1 1 1 0 0,0 0-1 0 0,-1 0 0 0 0,1-1 0 0 0,-1 1 1 0 0,0 0-1 0 0,1-1 0 0 0,-1 1 0 0 0,0 0 1 0 0,0-1-1 0 0,0 1 0 0 0,0 0 0 0 0,0-1 0 0 0,0 1 1 0 0,0-3-1 0 0,-3-15-2222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5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42 144 13587 0 0,'-2'1'114'0'0,"-1"0"0"0"0,1 0 0 0 0,-1 0 0 0 0,1 0 0 0 0,-1 0 0 0 0,1 1 0 0 0,0 0 0 0 0,0-1 0 0 0,-1 1 0 0 0,1 0 0 0 0,0 0 0 0 0,1 0 0 0 0,-1 0 1 0 0,0 0-1 0 0,1 1 0 0 0,-1-1 0 0 0,1 0 0 0 0,-2 5 0 0 0,2-5-129 0 0,1 1 1 0 0,0-1 0 0 0,0 0 0 0 0,0 0-1 0 0,0 0 1 0 0,0 0 0 0 0,1 0-1 0 0,-1 0 1 0 0,1 0 0 0 0,-1 0-1 0 0,1 0 1 0 0,0 0 0 0 0,0 0-1 0 0,0 0 1 0 0,0 0 0 0 0,0-1-1 0 0,0 1 1 0 0,0 0 0 0 0,1-1-1 0 0,-1 1 1 0 0,1-1 0 0 0,-1 1 0 0 0,1-1-1 0 0,-1 0 1 0 0,1 1 0 0 0,2 0-1 0 0,8 6 2 0 0,0-1 0 0 0,1-1 1 0 0,-1 0-1 0 0,1 0 0 0 0,0-1 0 0 0,1-1 0 0 0,-1 0 0 0 0,1-1 0 0 0,0-1 0 0 0,0 0 0 0 0,27 0 0 0 0,-10-2-45 0 0,0-2 0 0 0,0 0 0 0 0,0-3 0 0 0,39-10 0 0 0,-48 9-576 0 0,-1-1 1 0 0,1-1-1 0 0,-2-1 0 0 0,39-23 1 0 0,67-59-4239 0 0,-120 87 4749 0 0,9-7-509 0 0,85-72-4295 0 0,-88 72 3863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5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5 183 3633 0 0,'-1'4'158'0'0,"0"0"0"0"0,0 0 0 0 0,0 1 0 0 0,1-1 1 0 0,0 0-1 0 0,-1 0 0 0 0,1 0 0 0 0,1 0 0 0 0,-1 0 0 0 0,1 1 1 0 0,-1-1-1 0 0,1 0 0 0 0,0 0 0 0 0,1 0 0 0 0,-1 0 0 0 0,1 0 1 0 0,-1-1-1 0 0,1 1 0 0 0,0 0 0 0 0,1-1 0 0 0,-1 1 0 0 0,1-1 1 0 0,-1 0-1 0 0,1 0 0 0 0,0 0 0 0 0,0 0 0 0 0,0 0 0 0 0,1-1 1 0 0,-1 1-1 0 0,1-1 0 0 0,-1 0 0 0 0,1 0 0 0 0,0 0 0 0 0,0-1 1 0 0,6 3-1 0 0,2-1 158 0 0,-1 0-1 0 0,1-1 1 0 0,-1 0 0 0 0,1-1 0 0 0,-1 0 0 0 0,1 0 0 0 0,0-2 0 0 0,0 1 0 0 0,-1-2 0 0 0,1 1 0 0 0,21-7-1 0 0,-13 2-147 0 0,-1-1 0 0 0,0-1 0 0 0,0-1 0 0 0,-1-1 0 0 0,0 0 0 0 0,-1-1 0 0 0,0-1 0 0 0,25-23-1 0 0,-38 32-111 0 0,-1-1-1 0 0,0 1 0 0 0,0-1 1 0 0,0 0-1 0 0,0 0 0 0 0,0 0 1 0 0,-1 0-1 0 0,0-1 0 0 0,0 1 0 0 0,0-1 1 0 0,0 1-1 0 0,-1-1 0 0 0,0 1 1 0 0,0-1-1 0 0,0 0 0 0 0,-1 0 1 0 0,1 1-1 0 0,-1-1 0 0 0,0 0 0 0 0,0 0 1 0 0,-1 0-1 0 0,0 1 0 0 0,0-1 1 0 0,0 0-1 0 0,0 0 0 0 0,-2-4 1 0 0,0 4-17 0 0,1 0 0 0 0,-1 0 0 0 0,0 0 0 0 0,0 1 0 0 0,-1 0 0 0 0,1-1 0 0 0,-1 1 0 0 0,0 0-1 0 0,0 1 1 0 0,0-1 0 0 0,-1 1 0 0 0,1 0 0 0 0,-1 0 0 0 0,0 0 0 0 0,0 0 0 0 0,0 1 0 0 0,0 0 0 0 0,0 0 0 0 0,-1 1 0 0 0,1-1 0 0 0,0 1 0 0 0,-8-1 0 0 0,2 2-43 0 0,0-1 0 0 0,0 2 0 0 0,0-1-1 0 0,0 2 1 0 0,0-1 0 0 0,0 2 0 0 0,1-1 0 0 0,-1 1-1 0 0,1 1 1 0 0,0 0 0 0 0,0 1 0 0 0,-13 7 0 0 0,9-4-26 0 0,1 1 1 0 0,1 0-1 0 0,0 1 1 0 0,0 0 0 0 0,0 1-1 0 0,2 0 1 0 0,-1 1-1 0 0,-13 21 1 0 0,17-24 4 0 0,1 1 1 0 0,1 1-1 0 0,0-1 1 0 0,0 1-1 0 0,1 0 0 0 0,0 0 1 0 0,1 0-1 0 0,0 0 1 0 0,1 1-1 0 0,1-1 1 0 0,-2 19-1 0 0,4-21 17 0 0,-1-1 0 0 0,2 0 0 0 0,-1 1 0 0 0,1-1-1 0 0,0 0 1 0 0,0 0 0 0 0,1 0 0 0 0,0 0 0 0 0,1 0 0 0 0,0-1 0 0 0,0 1 0 0 0,0-1 0 0 0,1 0 0 0 0,0-1-1 0 0,1 1 1 0 0,-1-1 0 0 0,9 7 0 0 0,-4-5 8 0 0,1 0 1 0 0,-1-1-1 0 0,2 0 0 0 0,-1-1 0 0 0,1 0 0 0 0,0-1 0 0 0,1 0 1 0 0,-1-1-1 0 0,16 3 0 0 0,4 0 8 0 0,0-2 1 0 0,51 2-1 0 0,-66-6 23 0 0,1-1 0 0 0,-1-2 1 0 0,0 1-1 0 0,1-2 0 0 0,-1 0 1 0 0,0-1-1 0 0,-1-1 0 0 0,1-1 1 0 0,-1 0-1 0 0,0-1 0 0 0,0-1 0 0 0,19-12 1 0 0,-15 6 9 0 0,-1-1 1 0 0,-1 0-1 0 0,0-1 1 0 0,-2-1-1 0 0,1-1 1 0 0,-2-1-1 0 0,-1 0 1 0 0,18-30-1 0 0,-18 28 53 0 0,-2 0 0 0 0,0-1 0 0 0,-1-1 0 0 0,-2 1 1 0 0,0-2-1 0 0,10-44 0 0 0,-19 67-84 0 0,1-1-1 0 0,-1 1 1 0 0,0 0 0 0 0,0 0 0 0 0,0 0-1 0 0,0 0 1 0 0,0 0 0 0 0,0 0 0 0 0,0 0-1 0 0,0 0 1 0 0,0 0 0 0 0,-1 0 0 0 0,1 0-1 0 0,0 0 1 0 0,-1 0 0 0 0,1 0 0 0 0,-1 0-1 0 0,0-1 1 0 0,1 1-5 0 0,-1 1-1 0 0,1 0 1 0 0,-1 0 0 0 0,1 0 0 0 0,0 0 0 0 0,-1 0-1 0 0,1-1 1 0 0,-1 1 0 0 0,1 0 0 0 0,-1 0-1 0 0,1 0 1 0 0,-1 0 0 0 0,1 0 0 0 0,-1 0-1 0 0,1 0 1 0 0,-1 0 0 0 0,1 1 0 0 0,-1-1-1 0 0,1 0 1 0 0,0 0 0 0 0,-1 0 0 0 0,1 0-1 0 0,-1 1 1 0 0,1-1 0 0 0,-1 0 0 0 0,0 1-1 0 0,-1 1-3 0 0,-1 0 0 0 0,0 0 0 0 0,1 1-1 0 0,-1-1 1 0 0,1 0 0 0 0,0 1 0 0 0,0 0 0 0 0,0-1-1 0 0,-3 6 1 0 0,2 2-36 0 0,-1 1 0 0 0,2-1-1 0 0,-1 1 1 0 0,1-1 0 0 0,1 1-1 0 0,0 0 1 0 0,1 0 0 0 0,0-1 0 0 0,2 17-1 0 0,4 13-57 0 0,12 47 0 0 0,-1-10 359 0 0,-15-64-198 0 0,0 0 1 0 0,-2 0 0 0 0,1 1-1 0 0,-2-1 1 0 0,1 0-1 0 0,-2 0 1 0 0,0 0-1 0 0,-4 15 1 0 0,5-23-159 0 0,-1 0 1 0 0,1 0-1 0 0,-1 0 0 0 0,0-1 0 0 0,0 1 1 0 0,-1-1-1 0 0,0 1 0 0 0,1-1 1 0 0,-1 0-1 0 0,0 0 0 0 0,-1 0 0 0 0,1 0 1 0 0,-1-1-1 0 0,0 0 0 0 0,0 1 1 0 0,0-1-1 0 0,0-1 0 0 0,0 1 0 0 0,-1 0 1 0 0,1-1-1 0 0,-1 0 0 0 0,0 0 1 0 0,1-1-1 0 0,-8 2 0 0 0,11-2-62 0 0,1-1 0 0 0,-1 0 0 0 0,0 0 0 0 0,1 0 0 0 0,-1 0-1 0 0,0 0 1 0 0,0 0 0 0 0,1 0 0 0 0,-1 0 0 0 0,0 0 0 0 0,0 0 0 0 0,1 0 0 0 0,-1-1 0 0 0,0 1 0 0 0,1 0-1 0 0,-1 0 1 0 0,0-1 0 0 0,1 1 0 0 0,-1-1 0 0 0,0 1 0 0 0,1 0 0 0 0,-1-1 0 0 0,1 1 0 0 0,-1-1-1 0 0,1 1 1 0 0,-1-1 0 0 0,0 0 0 0 0,0-1-182 0 0,0 0-1 0 0,1 0 0 0 0,-1 1 1 0 0,1-1-1 0 0,-1 0 0 0 0,1 0 1 0 0,0 0-1 0 0,-1 1 1 0 0,1-1-1 0 0,0-4 0 0 0,1-1-536 0 0,0-1-1 0 0,0 0 0 0 0,1 0 0 0 0,2-9 0 0 0,14-28-1344 0 0,-4 20 841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5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5665 0 0,'2'0'192'0'0,"0"0"-1"0"0,0 0 1 0 0,1 0-1 0 0,-1 0 1 0 0,0 0-1 0 0,0 1 1 0 0,0-1 0 0 0,0 1-1 0 0,1-1 1 0 0,-1 1-1 0 0,0 0 1 0 0,0 0-1 0 0,0 0 1 0 0,-1 0-1 0 0,1 0 1 0 0,0 0-1 0 0,0 0 1 0 0,0 1 0 0 0,-1-1-1 0 0,1 1 1 0 0,-1-1-1 0 0,1 1 1 0 0,-1 0-1 0 0,0-1 1 0 0,1 1-1 0 0,-1 0 1 0 0,0 0-1 0 0,0 0 1 0 0,0 2 0 0 0,5 7 543 0 0,-1 0 1 0 0,-1 1-1 0 0,6 21 1 0 0,2 31-304 0 0,-3 0 1 0 0,-2 1-1 0 0,-4 88 0 0 0,3 32-661 0 0,-2-145 163 0 0,1 0 0 0 0,17 62-1 0 0,-1-45-462 0 0,-15-45 60 0 0,-1 1-1 0 0,-1-1 1 0 0,0 1 0 0 0,0 0 0 0 0,2 18 0 0 0,-6-29 281 0 0,0-1 1 0 0,0 0 0 0 0,0 0-1 0 0,0 0 1 0 0,0 0 0 0 0,0 0-1 0 0,0 0 1 0 0,-1 0 0 0 0,1 0-1 0 0,0 0 1 0 0,0 0 0 0 0,-1 0-1 0 0,1 0 1 0 0,-1 0 0 0 0,1-1 0 0 0,-1 1-1 0 0,1 0 1 0 0,-1 0 0 0 0,0 0-1 0 0,1 0 1 0 0,-1-1 0 0 0,0 1-1 0 0,0 0 1 0 0,1-1 0 0 0,-1 1-1 0 0,0 0 1 0 0,0-1 0 0 0,0 1-1 0 0,0-1 1 0 0,0 1 0 0 0,0-1-1 0 0,0 0 1 0 0,0 1 0 0 0,0-1-1 0 0,0 0 1 0 0,0 0 0 0 0,-2 0-1 0 0,-3 1-378 0 0,0-1 0 0 0,0-1 0 0 0,0 1 0 0 0,0-1-1 0 0,-7-2 1 0 0,-11-2-1021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5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98 302 2489 0 0,'-11'-5'436'0'0,"-40"-21"-53"0"0,48 24-353 0 0,0 1-1 0 0,0-1 1 0 0,1 0-1 0 0,-1 0 1 0 0,1 0 0 0 0,-1-1-1 0 0,1 1 1 0 0,0 0 0 0 0,0-1-1 0 0,0 1 1 0 0,0-1 0 0 0,0 0-1 0 0,1 0 1 0 0,-2-3 0 0 0,3 5 70 0 0,0-1 0 0 0,0 1 0 0 0,0 0 1 0 0,0 0-1 0 0,0-1 0 0 0,1 1 0 0 0,-1 0 0 0 0,0 0 1 0 0,1 0-1 0 0,-1 0 0 0 0,1-1 0 0 0,-1 1 0 0 0,1 0 1 0 0,0 0-1 0 0,-1 0 0 0 0,1 0 0 0 0,0 0 0 0 0,0 0 1 0 0,0 0-1 0 0,0 1 0 0 0,0-1 0 0 0,0 0 0 0 0,0 0 1 0 0,0 1-1 0 0,0-1 0 0 0,0 1 0 0 0,0-1 0 0 0,0 1 1 0 0,0-1-1 0 0,2 0 0 0 0,43-14 1315 0 0,-36 12-1281 0 0,53-14-109 0 0,114-13-1 0 0,-4 1-619 0 0,-63 4-2554 0 0,110-41 0 0 0,-174 49 1697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9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14 231 24693 0 0,'-1'0'-45'0'0,"0"0"-1"0"0,1 0 1 0 0,-1 1-1 0 0,0-1 1 0 0,1 0-1 0 0,-1 0 1 0 0,0 1-1 0 0,1-1 1 0 0,-1 0-1 0 0,1 1 1 0 0,-1-1 0 0 0,1 1-1 0 0,-1-1 1 0 0,1 1-1 0 0,-1-1 1 0 0,1 1-1 0 0,-1-1 1 0 0,1 1-1 0 0,-1-1 1 0 0,1 1-1 0 0,0 0 1 0 0,-1-1-1 0 0,1 1 1 0 0,0 0-1 0 0,0-1 1 0 0,0 1-1 0 0,-1 0 1 0 0,1-1-1 0 0,0 1 1 0 0,0 0-1 0 0,0-1 1 0 0,0 1-1 0 0,0 0 1 0 0,0-1-1 0 0,0 1 1 0 0,0 0-1 0 0,0-1 1 0 0,1 1 0 0 0,-1 0-1 0 0,0-1 1 0 0,0 1-1 0 0,1 0 1 0 0,-1-1-1 0 0,0 1 1 0 0,1 0-1 0 0,-1-1 1 0 0,1 1-1 0 0,-1 0 1 0 0,26 32-1851 0 0,-21-27 1510 0 0,-5-5 339 0 0,0 0 1 0 0,1-1-1 0 0,-1 1 0 0 0,0 0 1 0 0,1-1-1 0 0,-1 1 1 0 0,0 0-1 0 0,1-1 0 0 0,-1 1 1 0 0,1-1-1 0 0,-1 1 0 0 0,1-1 1 0 0,-1 1-1 0 0,1-1 1 0 0,0 1-1 0 0,-1-1 0 0 0,1 1 1 0 0,0-1-1 0 0,-1 0 0 0 0,1 1 1 0 0,0-1-1 0 0,-1 0 1 0 0,1 0-1 0 0,0 0 0 0 0,0 1 1 0 0,1-1-1 0 0,-2-19-393 0 0,-1-1 619 0 0,2-34 536 0 0,0 29 42 0 0,0 0-1 0 0,-2-1 1 0 0,-1 1 0 0 0,-1 0 0 0 0,-9-38-1 0 0,3 45-153 0 0,9 17-600 0 0,0 1 0 0 0,0-1 0 0 0,-1 1 0 0 0,1-1-1 0 0,0 1 1 0 0,0-1 0 0 0,0 1 0 0 0,-1 0-1 0 0,1-1 1 0 0,0 1 0 0 0,0-1 0 0 0,-1 1 0 0 0,1 0-1 0 0,0-1 1 0 0,-1 1 0 0 0,1 0 0 0 0,-1-1-1 0 0,1 1 1 0 0,0 0 0 0 0,-1 0 0 0 0,1-1-1 0 0,-1 1 1 0 0,1 0 0 0 0,-1 0 0 0 0,1 0 0 0 0,-1 0-1 0 0,1-1 1 0 0,-1 1 0 0 0,1 0 0 0 0,-1 0-1 0 0,1 0 1 0 0,-1 0 0 0 0,1 0 0 0 0,-1 0 0 0 0,0 1-1 0 0,1 2-32 0 0,0 0 0 0 0,0 0 0 0 0,0 0 0 0 0,1 0 0 0 0,-1 0 0 0 0,1 0 0 0 0,0 0 0 0 0,-1 0 0 0 0,1 0 0 0 0,3 5 0 0 0,-3-3 14 0 0,111 334 137 0 0,-47-104 388 0 0,-55-185-323 0 0,-2 0-1 0 0,2 93 0 0 0,-12-130-411 0 0,-4-18-1110 0 0,-2-22-1911 0 0,8 19 2054 0 0,0 0-1 0 0,1-1 1 0 0,0 1-1 0 0,1 0 0 0 0,0 0 1 0 0,0 0-1 0 0,1 0 1 0 0,0 0-1 0 0,0 1 1 0 0,0-1-1 0 0,1 1 0 0 0,1 0 1 0 0,7-11-1 0 0,5-3-2140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1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0 18380 0 0,'-1'0'-11'0'0,"0"0"1"0"0,-1 0-1 0 0,1 0 1 0 0,0 1-1 0 0,0-1 0 0 0,-1 0 1 0 0,1 1-1 0 0,0-1 1 0 0,0 0-1 0 0,-1 1 0 0 0,1-1 1 0 0,0 1-1 0 0,0 0 1 0 0,0-1-1 0 0,0 1 1 0 0,0 0-1 0 0,0 0 0 0 0,0 0 1 0 0,0 0-1 0 0,0 0 1 0 0,0 0-1 0 0,0 0 0 0 0,1 0 1 0 0,-1 0-1 0 0,0 0 1 0 0,1 0-1 0 0,-1 0 1 0 0,1 1-1 0 0,-1-1 0 0 0,1 0 1 0 0,-1 0-1 0 0,1 1 1 0 0,0-1-1 0 0,0 2 0 0 0,0 4-15 0 0,1 0 0 0 0,0 0 0 0 0,0 0 0 0 0,0 0 0 0 0,5 11-1 0 0,3 17 296 0 0,-2 62 835 0 0,-6-61-364 0 0,11 60-1 0 0,97 320 174 0 0,-84-328-796 0 0,-9-37-58 0 0,2-1-1 0 0,2 0 1 0 0,36 63 0 0 0,-53-108-128 0 0,-1-1 0 0 0,1 1 0 0 0,0-1 1 0 0,1 0-1 0 0,-1 0 0 0 0,1 0 0 0 0,0 0 1 0 0,7 5-1 0 0,-10-8-58 0 0,0-1 0 0 0,0 1 0 0 0,0-1 0 0 0,0 1 0 0 0,0-1 0 0 0,0 0 0 0 0,0 1 0 0 0,0-1 0 0 0,0 0 0 0 0,0 0 0 0 0,0 0 0 0 0,0 0 0 0 0,0 0 0 0 0,0 0 0 0 0,0 0 0 0 0,0 0 0 0 0,0 0 0 0 0,0 0 0 0 0,2-1 1 0 0,-2 0-223 0 0,1 0 1 0 0,-1 0-1 0 0,1 0 1 0 0,-1 0 0 0 0,0-1-1 0 0,1 1 1 0 0,-1 0-1 0 0,0-1 1 0 0,0 1 0 0 0,0-1-1 0 0,0 1 1 0 0,0-1-1 0 0,0 1 1 0 0,0-1 0 0 0,0-2-1 0 0,21-66-10216 0 0,-16 47 8158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1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 23093 0 0,'0'4'20'0'0,"0"-1"-1"0"0,0 1 1 0 0,0 0 0 0 0,1 0 0 0 0,-1-1-1 0 0,1 1 1 0 0,0 0 0 0 0,0-1 0 0 0,0 1-1 0 0,0 0 1 0 0,1-1 0 0 0,0 0 0 0 0,-1 1-1 0 0,1-1 1 0 0,0 0 0 0 0,1 0 0 0 0,-1 0-1 0 0,0 0 1 0 0,1 0 0 0 0,0-1-1 0 0,3 3 1 0 0,-3-2-195 0 0,1 1-1 0 0,-1-1 0 0 0,0 0 1 0 0,-1 1-1 0 0,1-1 0 0 0,-1 1 1 0 0,1 0-1 0 0,-1 0 1 0 0,0 0-1 0 0,0 0 0 0 0,-1 0 1 0 0,1 1-1 0 0,0 4 1 0 0,-2-8 52 0 0,0-1 0 0 0,1 1 0 0 0,-1 0 0 0 0,0-1 0 0 0,0 1 0 0 0,0 0 0 0 0,0-1 0 0 0,0 1 0 0 0,0 0 0 0 0,-1 0 0 0 0,1-1 1 0 0,0 1-1 0 0,0 0 0 0 0,0-1 0 0 0,-1 1 0 0 0,1 0 0 0 0,0-1 0 0 0,-1 1 0 0 0,1-1 0 0 0,0 1 0 0 0,-1 0 0 0 0,1-1 0 0 0,-1 1 1 0 0,1-1-1 0 0,-1 1 0 0 0,1-1 0 0 0,-1 1 0 0 0,1-1 0 0 0,-1 0 0 0 0,0 1 0 0 0,1-1 0 0 0,-1 0 0 0 0,0 1 0 0 0,1-1 1 0 0,-1 0-1 0 0,0 0 0 0 0,1 0 0 0 0,-1 0 0 0 0,0 1 0 0 0,1-1 0 0 0,-1 0 0 0 0,0 0 0 0 0,-1 0 0 0 0,1-1-259 0 0,-1 1-1 0 0,0 0 1 0 0,1 0 0 0 0,-1-1-1 0 0,0 1 1 0 0,1-1-1 0 0,-1 0 1 0 0,0 1-1 0 0,1-1 1 0 0,-1 0 0 0 0,1 0-1 0 0,-1 0 1 0 0,1 0-1 0 0,0 0 1 0 0,-1 0-1 0 0,1 0 1 0 0,-2-2 0 0 0,-21-42-5006 0 0,19 31 4736 0 0,0 1 0 0 0,1 0 0 0 0,-3-22 1 0 0,4 15-115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1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 23149 0 0,'0'0'19'0'0,"-1"0"0"0"0,0-1 0 0 0,1 1 0 0 0,-1 0 0 0 0,0 1 0 0 0,0-1 0 0 0,1 0 0 0 0,-1 0 0 0 0,0 0 0 0 0,1 0 0 0 0,-1 0 0 0 0,0 1 0 0 0,1-1 0 0 0,-1 0 0 0 0,0 1 0 0 0,1-1 0 0 0,-1 0 0 0 0,1 1 0 0 0,-1-1 0 0 0,0 1 0 0 0,1-1 0 0 0,-1 1 0 0 0,1-1 0 0 0,-1 1 0 0 0,1-1 0 0 0,0 1 0 0 0,-1 0 0 0 0,1-1 0 0 0,0 1 0 0 0,-1 0 0 0 0,1-1 0 0 0,0 1 0 0 0,0 0 0 0 0,-1-1 0 0 0,1 1 0 0 0,0 0 1 0 0,0-1-1 0 0,0 1 0 0 0,0 0 0 0 0,0 0 0 0 0,0-1 0 0 0,0 1 0 0 0,0 0 0 0 0,0-1 0 0 0,1 1 0 0 0,-1 0 0 0 0,0 0 0 0 0,0-1 0 0 0,1 1 0 0 0,-1 0 0 0 0,1 0 0 0 0,3 6-57 0 0,0-1 0 0 0,0 1 0 0 0,1-1-1 0 0,7 7 1 0 0,1 3 163 0 0,0 4-33 0 0,0 2 0 0 0,-1-1 0 0 0,15 42 1 0 0,18 76-258 0 0,-1-7-951 0 0,-24-76-311 0 0,20 47-4500 0 0,-33-88 3713 0 0,1 1-1 0 0,1-1 1 0 0,0-1 0 0 0,14 17-1 0 0,-8-12-1575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6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1 17036 0 0,'-2'-1'508'0'0,"-1"2"0"0"0,1-1 0 0 0,0 0 0 0 0,-1 0 0 0 0,1 1 0 0 0,0-1 0 0 0,0 1 0 0 0,-1 0 0 0 0,1 0 0 0 0,0-1 0 0 0,0 1 0 0 0,0 1 0 0 0,0-1 0 0 0,0 0 0 0 0,-2 2 0 0 0,2 0-355 0 0,0-1 0 0 0,0 0 1 0 0,0 1-1 0 0,0-1 0 0 0,1 1 1 0 0,-1-1-1 0 0,1 1 0 0 0,-1 0 1 0 0,1 0-1 0 0,-1 4 0 0 0,-1 6-798 0 0,1 1 0 0 0,0 0-1 0 0,1-1 1 0 0,1 20 0 0 0,-1-4 1356 0 0,-7 467-1931 0 0,5-97 622 0 0,0-123 478 0 0,11 1 1 0 0,13-1-1 0 0,11-1 1 0 0,126 499-1 0 0,188 346 695 0 0,57-21-574 0 0,-302-842-98 0 0,140 390-1975 0 0,-188-480-2926 0 0,59 334 0 0 0,-99-404 637 0 0,1 187 0 0 0,-14-256 2921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6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24541 0 0,'-3'-1'-68'0'0,"1"1"0"0"0,0 0-1 0 0,0 1 1 0 0,0-1 0 0 0,0 0-1 0 0,0 0 1 0 0,-1 1 0 0 0,1-1 0 0 0,0 1-1 0 0,0 0 1 0 0,0 0 0 0 0,0 0-1 0 0,0 0 1 0 0,0 0 0 0 0,1 0-1 0 0,-1 0 1 0 0,0 0 0 0 0,1 1 0 0 0,-1-1-1 0 0,0 1 1 0 0,1-1 0 0 0,-3 4-1 0 0,3-1-8 0 0,1-1 0 0 0,-1 1 0 0 0,0 0 0 0 0,1 0 0 0 0,0 0 0 0 0,0 0 0 0 0,0 0 0 0 0,0 0 0 0 0,1-1 0 0 0,0 1 0 0 0,-1 0 0 0 0,3 4 0 0 0,0 4 30 0 0,1 0 0 0 0,0 0 1 0 0,1-1-1 0 0,1 0 0 0 0,-1 0 1 0 0,11 14-1 0 0,49 60-194 0 0,-35-48 103 0 0,-6-6 0 0 0,144 167-86 0 0,-148-178 29 0 0,0-1 0 0 0,2-1 0 0 0,0-1 0 0 0,1 0 0 0 0,1-2-1 0 0,0-1 1 0 0,30 13 0 0 0,-47-24 97 0 0,0-1 1 0 0,0 1-1 0 0,0-1 0 0 0,0 0 1 0 0,0-1-1 0 0,1 0 0 0 0,-1 0 1 0 0,1-1-1 0 0,-1 0 0 0 0,0 0 1 0 0,1 0-1 0 0,-1-1 0 0 0,1 0 0 0 0,-1-1 1 0 0,0 0-1 0 0,0 0 0 0 0,12-5 1 0 0,-12 3 9 0 0,0 0 0 0 0,0-1 0 0 0,0 0 0 0 0,0 0 1 0 0,-1-1-1 0 0,0 0 0 0 0,0 0 0 0 0,-1 0 0 0 0,1-1 1 0 0,-2 1-1 0 0,1-1 0 0 0,0-1 0 0 0,-1 1 0 0 0,-1-1 1 0 0,5-10-1 0 0,-2-1-317 0 0,0-1 1 0 0,-1 1-1 0 0,-2-1 1 0 0,0 0-1 0 0,0 0 1 0 0,-2 0-1 0 0,-1 0 0 0 0,0 0 1 0 0,-1 0-1 0 0,-5-20 1 0 0,2 16-510 0 0,-2 1 1 0 0,0 0-1 0 0,-1 0 1 0 0,-1 1-1 0 0,-2 0 0 0 0,0 1 1 0 0,-1-1-1 0 0,-16-21 1 0 0,11 22-390 0 0,-1 2-547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6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1976 0 0,'-6'24'183'0'0,"2"1"0"0"0,0 0-1 0 0,2 0 1 0 0,0 0-1 0 0,2 0 1 0 0,1 0 0 0 0,1 0-1 0 0,1 0 1 0 0,1 0-1 0 0,2-1 1 0 0,8 27-1 0 0,16 34 940 0 0,68 138-1 0 0,-92-210-920 0 0,96 181 2250 0 0,10 22 562 0 0,-89-166-2399 0 0,-3 1 1 0 0,21 75-1 0 0,-37-107-378 0 0,0 0 1 0 0,1 32 0 0 0,-4-44-124 0 0,-1 0 0 0 0,0 0 1 0 0,-1 0-1 0 0,0 1 0 0 0,0-1 0 0 0,0 0 0 0 0,-1 0 0 0 0,0 0 0 0 0,0 0 1 0 0,-5 8-1 0 0,7-14-84 0 0,-1-1 0 0 0,1 1 1 0 0,0 0-1 0 0,-1 0 1 0 0,1-1-1 0 0,-1 1 0 0 0,1 0 1 0 0,-1 0-1 0 0,1-1 0 0 0,-1 1 1 0 0,0-1-1 0 0,1 1 0 0 0,-1-1 1 0 0,0 1-1 0 0,0-1 1 0 0,1 1-1 0 0,-1-1 0 0 0,0 1 1 0 0,0-1-1 0 0,0 0 0 0 0,1 0 1 0 0,-1 1-1 0 0,0-1 0 0 0,0 0 1 0 0,0 0-1 0 0,0 0 0 0 0,0 0 1 0 0,-1 0-1 0 0,1 0-49 0 0,-1-1 1 0 0,0 0-1 0 0,1 1 0 0 0,-1-1 1 0 0,1 0-1 0 0,-1 0 0 0 0,1 0 0 0 0,-1 0 1 0 0,1-1-1 0 0,-1 1 0 0 0,1 0 0 0 0,-2-3 1 0 0,-4-5-253 0 0,0-1 1 0 0,1 1 0 0 0,-5-14 0 0 0,10 23 270 0 0,-12-31-161 0 0,0 0 0 0 0,2 0-1 0 0,2-1 1 0 0,1-1 0 0 0,1 0 0 0 0,1 0-1 0 0,3 0 1 0 0,0-1 0 0 0,2 1 0 0 0,2-1-1 0 0,1 1 1 0 0,1 0 0 0 0,10-43 0 0 0,-8 60-145 0 0,0 1 0 0 0,0 0 0 0 0,1 0 0 0 0,1 1 0 0 0,0 0 0 0 0,2 0 0 0 0,-1 1 0 0 0,1 0 0 0 0,1 0 0 0 0,21-20 0 0 0,-13 17-861 0 0,0 1 0 0 0,2 1 1 0 0,-1 0-1 0 0,2 2 1 0 0,-1 0-1 0 0,36-13 0 0 0,-29 14-280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7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1 124 19796 0 0,'18'2'259'0'0,"0"0"0"0"0,0 1 0 0 0,19 5-1 0 0,5 1-549 0 0,-4-1-127 0 0,1-2-1 0 0,0-2 0 0 0,0-1 0 0 0,0-2 1 0 0,0-2-1 0 0,49-7 0 0 0,-66 4-171 0 0,1 0 0 0 0,-1-2-1 0 0,0 0 1 0 0,33-15 0 0 0,-46 17-207 0 0,-1 0 0 0 0,0-1 0 0 0,0 0-1 0 0,0-1 1 0 0,-1 0 0 0 0,0 0 0 0 0,0 0 0 0 0,0-1 0 0 0,-1 0 0 0 0,0 0 0 0 0,-1-1-1 0 0,1 1 1 0 0,7-17 0 0 0,-5 7-2013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7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20404 0 0,'5'3'665'0'0,"-1"-1"0"0"0,0 1 0 0 0,0 0-1 0 0,0 1 1 0 0,6 6 0 0 0,30 40-1445 0 0,-32-39 1140 0 0,13 20-443 0 0,-1 1-1 0 0,-2 0 0 0 0,-1 2 1 0 0,-1 0-1 0 0,-3 0 1 0 0,0 2-1 0 0,-2-1 1 0 0,8 48-1 0 0,-11-42-543 0 0,46 192-3597 0 0,-15-121-793 0 0,-26-79 567 0 0,25 40 0 0 0,-22-47 2358 0 0,1-6-21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7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61 18916 0 0,'-1'-2'-27'0'0,"1"1"0"0"0,-1-1-1 0 0,0 1 1 0 0,1-1 0 0 0,-1 1 0 0 0,1-1-1 0 0,0 1 1 0 0,-1-1 0 0 0,1 0 0 0 0,0 1-1 0 0,0-1 1 0 0,0 1 0 0 0,0-1 0 0 0,0 0-1 0 0,0 1 1 0 0,1-1 0 0 0,-1 1 0 0 0,1-1-1 0 0,-1 0 1 0 0,1 1 0 0 0,-1-1 0 0 0,1 1-1 0 0,0 0 1 0 0,-1-1 0 0 0,1 1 0 0 0,0-1-1 0 0,0 1 1 0 0,0 0 0 0 0,2-2-1 0 0,0 1 45 0 0,-1 1-1 0 0,1-1 0 0 0,0 1 0 0 0,0-1 0 0 0,0 1 1 0 0,0 0-1 0 0,0 0 0 0 0,0 0 0 0 0,1 1 0 0 0,-1-1 1 0 0,0 1-1 0 0,0-1 0 0 0,1 1 0 0 0,4 1 0 0 0,5 0 148 0 0,1 1-1 0 0,-1 1 0 0 0,0 1 0 0 0,0 0 1 0 0,-1 0-1 0 0,1 1 0 0 0,-1 1 0 0 0,0 0 0 0 0,0 0 1 0 0,-1 2-1 0 0,0-1 0 0 0,0 1 0 0 0,-1 1 1 0 0,15 15-1 0 0,2 4-338 0 0,-1 2 0 0 0,-1 1 0 0 0,34 58 0 0 0,-53-80-308 0 0,19 37-679 0 0,-18-15-4534 0 0,-15-32-1653 0 0,-9-7 3961 0 0,12 5 2240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7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0 267 19716 0 0,'5'14'-146'0'0,"0"0"0"0"0,1 0 1 0 0,1-1-1 0 0,0 0 0 0 0,14 21 0 0 0,51 53-707 0 0,-72-87 867 0 0,0 1-1 0 0,0-1 1 0 0,1 0 0 0 0,-1 0 0 0 0,0 1-1 0 0,0-1 1 0 0,0 0 0 0 0,0 0 0 0 0,0 0-1 0 0,0 0 1 0 0,1 1 0 0 0,-1-1 0 0 0,0 0-1 0 0,0 0 1 0 0,0 0 0 0 0,1 0-1 0 0,-1 0 1 0 0,0 1 0 0 0,0-1 0 0 0,0 0-1 0 0,1 0 1 0 0,-1 0 0 0 0,0 0 0 0 0,0 0-1 0 0,1 0 1 0 0,-1 0 0 0 0,0 0 0 0 0,0 0-1 0 0,1 0 1 0 0,-1 0 0 0 0,0 0 0 0 0,0 0-1 0 0,0 0 1 0 0,1 0 0 0 0,-1 0 0 0 0,0 0-1 0 0,0 0 1 0 0,1 0 0 0 0,-1-1 0 0 0,2-10 340 0 0,-5-29-51 0 0,1 24-262 0 0,1-17 56 0 0,-3-14-769 0 0,2-1 1 0 0,9-86-1 0 0,-5 128 77 0 0,-1-1 0 0 0,1 1 0 0 0,0-1 0 0 0,0 1 0 0 0,1 0 0 0 0,0 0 0 0 0,0 0 0 0 0,0 0 0 0 0,1 0 0 0 0,0 1 0 0 0,0 0 0 0 0,0 0 0 0 0,1 0 0 0 0,-1 0 0 0 0,1 0 0 0 0,0 1 0 0 0,1 0 0 0 0,-1 0 0 0 0,1 1 0 0 0,0-1 0 0 0,0 1-1 0 0,0 0 1 0 0,0 1 0 0 0,0 0 0 0 0,1 0 0 0 0,7-2 0 0 0,-1 1-521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8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1 127 3017 0 0,'1'5'163'0'0,"1"0"1"0"0,0 0-1 0 0,0 0 0 0 0,1-1 1 0 0,-1 1-1 0 0,1 0 1 0 0,0-1-1 0 0,1 0 1 0 0,-1 0-1 0 0,1 0 0 0 0,-1 0 1 0 0,1 0-1 0 0,0-1 1 0 0,1 1-1 0 0,-1-1 1 0 0,1 0-1 0 0,-1-1 0 0 0,1 1 1 0 0,7 2-1 0 0,2 1 102 0 0,1 0-1 0 0,0-2 0 0 0,0 1 0 0 0,0-2 1 0 0,23 3-1 0 0,-10-4 248 0 0,0 0 0 0 0,0-2-1 0 0,0-2 1 0 0,51-8 0 0 0,-67 8-228 0 0,0 0 0 0 0,-1-2 0 0 0,1 1 0 0 0,-1-1 0 0 0,0-1 0 0 0,0 0 0 0 0,0-1 0 0 0,-1 0 0 0 0,1 0 0 0 0,-1-1 0 0 0,-1 0 0 0 0,0-1 0 0 0,15-15 0 0 0,-23 21-206 0 0,1 1 0 0 0,-1-1 0 0 0,0 0 0 0 0,0 1 0 0 0,0-1 0 0 0,0 0 0 0 0,0 0 0 0 0,0 0 0 0 0,0 0 0 0 0,0 0 0 0 0,-1 0 1 0 0,1 0-1 0 0,-1 0 0 0 0,0 0 0 0 0,0 0 0 0 0,1 0 0 0 0,-1 0 0 0 0,0-1 0 0 0,-1 1 0 0 0,1 0 0 0 0,0 0 0 0 0,-1-2 0 0 0,-1 0 3 0 0,1 2-1 0 0,-1-1 0 0 0,0 0 1 0 0,0 0-1 0 0,0 0 0 0 0,0 1 1 0 0,0-1-1 0 0,0 1 1 0 0,-1 0-1 0 0,1 0 0 0 0,-1 0 1 0 0,-5-4-1 0 0,-2 1-53 0 0,-1-1 0 0 0,0 1 0 0 0,1 1 0 0 0,-2 0-1 0 0,1 0 1 0 0,0 1 0 0 0,-14-1 0 0 0,11 3-151 0 0,0 0-1 0 0,0 1 0 0 0,0 0 1 0 0,0 1-1 0 0,-26 6 1 0 0,34-6 90 0 0,0 0 0 0 0,0 1 0 0 0,0 0 0 0 0,1 0 0 0 0,-1 0 0 0 0,1 1 0 0 0,-1 0 0 0 0,1 0 0 0 0,0 1 0 0 0,0-1 0 0 0,0 1 0 0 0,0 0 1 0 0,1 0-1 0 0,0 1 0 0 0,0-1 0 0 0,-4 6 0 0 0,6-6 34 0 0,1 0 0 0 0,-1 0 0 0 0,1-1 0 0 0,0 1 0 0 0,0 0 0 0 0,1 0 0 0 0,-1 0 0 0 0,1 0 0 0 0,-1 1 0 0 0,1-1 0 0 0,1 0 0 0 0,-1 0 0 0 0,1 0 0 0 0,-1 0 0 0 0,1 0 0 0 0,0 0 0 0 0,1 0 0 0 0,-1-1 0 0 0,0 1 0 0 0,1 0 0 0 0,0 0 0 0 0,0-1 0 0 0,3 4 0 0 0,4 6 13 0 0,0 0 0 0 0,0-1 1 0 0,1-1-1 0 0,20 19 0 0 0,-10-12-97 0 0,1-1 0 0 0,1-1 0 0 0,0-1 0 0 0,1-1 0 0 0,1-1 0 0 0,41 17 0 0 0,-53-25-7 0 0,1-1-1 0 0,0-1 1 0 0,0 0 0 0 0,1 0 0 0 0,-1-1-1 0 0,0-1 1 0 0,1 0 0 0 0,-1-1 0 0 0,1-1-1 0 0,-1 0 1 0 0,0 0 0 0 0,1-2 0 0 0,-1 0-1 0 0,0 0 1 0 0,14-6 0 0 0,0-4 121 0 0,0-1 0 0 0,-1-2 0 0 0,46-35 1 0 0,26-16 514 0 0,-93 64-535 0 0,0 1 1 0 0,0-1 0 0 0,1 1 0 0 0,-1 1 0 0 0,1-1-1 0 0,-1 1 1 0 0,1 0 0 0 0,-1 0 0 0 0,1 0 0 0 0,0 1 0 0 0,-1 0-1 0 0,1 0 1 0 0,7 1 0 0 0,5 3-147 0 0,0 0 0 0 0,31 11 1 0 0,15 5 32 0 0,-58-19 102 0 0,36 8 454 0 0,57 6 0 0 0,-88-14-168 0 0,1 0 0 0 0,-1-1-1 0 0,1-1 1 0 0,-1 0 0 0 0,1 0-1 0 0,-1-1 1 0 0,1 0 0 0 0,-1-1-1 0 0,0-1 1 0 0,12-5 0 0 0,-21 8-196 0 0,1 0 0 0 0,-1 0 0 0 0,0 0 1 0 0,0 0-1 0 0,0 0 0 0 0,0-1 0 0 0,0 1 0 0 0,-1-1 1 0 0,1 1-1 0 0,0-1 0 0 0,-1 0 0 0 0,1 0 1 0 0,-1 1-1 0 0,1-1 0 0 0,-1 0 0 0 0,0 0 1 0 0,0-1-1 0 0,0 1 0 0 0,0 0 0 0 0,0 0 1 0 0,-1 0-1 0 0,2-5 0 0 0,-3 4-16 0 0,1-1 1 0 0,0 1-1 0 0,-1-1 1 0 0,1 1-1 0 0,-1 0 0 0 0,0-1 1 0 0,0 1-1 0 0,-1 0 0 0 0,1-1 1 0 0,-1 1-1 0 0,1 0 1 0 0,-1 0-1 0 0,-4-4 0 0 0,-4-5-10 0 0,0 0-1 0 0,-1 1 0 0 0,0 1 1 0 0,-1 0-1 0 0,-25-16 1 0 0,17 14-305 0 0,0 1 0 0 0,0 1 0 0 0,-1 1 1 0 0,-1 1-1 0 0,1 1 0 0 0,-1 0 0 0 0,-32-4 1 0 0,24 8-371 0 0,1 0 0 0 0,-1 3-1 0 0,0 0 1 0 0,1 1 0 0 0,-37 8 0 0 0,-7 5-3152 0 0,-39 6-5775 0 0,96-20 7032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8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23269 0 0,'45'99'-369'0'0,"63"198"-1"0"0,0 113-2347 0 0,-92-341 1476 0 0,34 102-4038 0 0,16-6-5460 0 0,-51-128 8425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49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0 17748 0 0,'-4'1'31'0'0,"0"0"0"0"0,-1 0 0 0 0,1 0 0 0 0,0 1 1 0 0,0 0-1 0 0,0-1 0 0 0,0 1 0 0 0,0 1 0 0 0,0-1 0 0 0,1 0 1 0 0,-1 1-1 0 0,1 0 0 0 0,-1 0 0 0 0,1 0 0 0 0,0 0 0 0 0,0 0 0 0 0,1 1 1 0 0,-1 0-1 0 0,1-1 0 0 0,-1 1 0 0 0,1 0 0 0 0,0 0 0 0 0,1 0 1 0 0,-2 5-1 0 0,-4 12 23 0 0,0 1 0 0 0,2 0 0 0 0,-4 35 0 0 0,5-32 86 0 0,1-1-37 0 0,1 1 0 0 0,1-1 0 0 0,1 1 0 0 0,1-1 0 0 0,2 1 0 0 0,0-1 0 0 0,1 0 0 0 0,2 0 0 0 0,0 0 0 0 0,2-1 0 0 0,17 39 0 0 0,-18-48 50 0 0,0 0 1 0 0,1 0-1 0 0,0-1 1 0 0,1 0-1 0 0,1-1 1 0 0,0 0-1 0 0,0-1 1 0 0,1 0-1 0 0,1 0 1 0 0,0-1-1 0 0,0-1 1 0 0,1 0-1 0 0,0-1 1 0 0,0 0-1 0 0,1-1 1 0 0,0 0-1 0 0,1-1 1 0 0,-1-1-1 0 0,25 6 1 0 0,-25-10-2 0 0,1 1 0 0 0,-1-2 1 0 0,1 0-1 0 0,-1-1 0 0 0,1 0 0 0 0,-1-1 0 0 0,0-1 1 0 0,0 0-1 0 0,0-1 0 0 0,0 0 0 0 0,0-1 0 0 0,24-14 1 0 0,-8 3-87 0 0,-1-2 1 0 0,-1-1 0 0 0,0-1 0 0 0,34-34-1 0 0,-49 41-61 0 0,0 0-1 0 0,-1-1 1 0 0,-1-1-1 0 0,0 0 1 0 0,-1 0-1 0 0,-1-1 1 0 0,0 0-1 0 0,-1-1 1 0 0,-1 0-1 0 0,0 0 1 0 0,-1-1-1 0 0,3-18 1 0 0,-7 27 21 0 0,0 1 0 0 0,-1-1 0 0 0,-1 0 1 0 0,1 0-1 0 0,-1 1 0 0 0,-1-1 0 0 0,1 0 0 0 0,-2 0 1 0 0,1 1-1 0 0,-1-1 0 0 0,0 1 0 0 0,-1-1 0 0 0,0 1 1 0 0,0 0-1 0 0,-1 0 0 0 0,0 0 0 0 0,-1 1 0 0 0,1-1 1 0 0,-1 1-1 0 0,-1 0 0 0 0,1 0 0 0 0,-1 1 1 0 0,0 0-1 0 0,-1 0 0 0 0,0 0 0 0 0,0 1 0 0 0,-8-5 1 0 0,4 4-65 0 0,-1 0 1 0 0,1 1 0 0 0,-2 0 0 0 0,1 1 0 0 0,0 1 0 0 0,-1 0 0 0 0,1 1-1 0 0,-1 0 1 0 0,0 0 0 0 0,0 2 0 0 0,-14 0 0 0 0,19 0-51 0 0,1 1 0 0 0,0 0 0 0 0,-1 1 0 0 0,1-1 0 0 0,0 2 0 0 0,0-1 0 0 0,0 1 0 0 0,0 0 0 0 0,-8 4 0 0 0,11-4-37 0 0,1-1 0 0 0,-1 1-1 0 0,1 0 1 0 0,-1 0 0 0 0,1 0 0 0 0,0 1 0 0 0,0-1-1 0 0,0 1 1 0 0,1 0 0 0 0,-1 0 0 0 0,1 0 0 0 0,0 0-1 0 0,0 0 1 0 0,0 0 0 0 0,-2 9 0 0 0,3-9-362 0 0,0 0 0 0 0,1 0 0 0 0,-1 0 0 0 0,1 0 0 0 0,0 0 1 0 0,0 1-1 0 0,1 3 0 0 0,-1-5-414 0 0,1 1 1 0 0,0-1-1 0 0,0 0 1 0 0,0 0-1 0 0,0 0 0 0 0,0 0 1 0 0,1 0-1 0 0,-1 0 1 0 0,1 0-1 0 0,0 0 1 0 0,-1 0-1 0 0,1-1 1 0 0,1 1-1 0 0,-1-1 1 0 0,3 3-1 0 0,7 3-2984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0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1 172 26398 0 0,'0'2'-61'0'0,"0"1"1"0"0,0-1-1 0 0,0 0 0 0 0,0 1 1 0 0,0-1-1 0 0,1 0 1 0 0,-1 0-1 0 0,1 0 1 0 0,0 1-1 0 0,-1-1 0 0 0,1 0 1 0 0,0 0-1 0 0,0 0 1 0 0,0 0-1 0 0,1 0 1 0 0,-1 0-1 0 0,0-1 1 0 0,1 1-1 0 0,-1 0 0 0 0,1-1 1 0 0,-1 1-1 0 0,1-1 1 0 0,0 1-1 0 0,0-1 1 0 0,0 0-1 0 0,0 0 1 0 0,0 0-1 0 0,0 0 0 0 0,0 0 1 0 0,0 0-1 0 0,0 0 1 0 0,0-1-1 0 0,3 1 1 0 0,-3 0-169 0 0,-1 0 1 0 0,1-1 0 0 0,0 1-1 0 0,0-1 1 0 0,0 0 0 0 0,0 1-1 0 0,-1-1 1 0 0,1 0 0 0 0,0 0 0 0 0,0 0-1 0 0,0 0 1 0 0,0-1 0 0 0,0 1-1 0 0,-1 0 1 0 0,1-1 0 0 0,0 1-1 0 0,0-1 1 0 0,-1 0 0 0 0,1 1 0 0 0,0-1-1 0 0,-1 0 1 0 0,1 0 0 0 0,0 0-1 0 0,-1 0 1 0 0,0-1 0 0 0,1 1-1 0 0,-1 0 1 0 0,0 0 0 0 0,1-1-1 0 0,-1 1 1 0 0,0-1 0 0 0,0 1 0 0 0,0-1-1 0 0,0 0 1 0 0,0 1 0 0 0,-1-1-1 0 0,1 0 1 0 0,-1 0 0 0 0,1 1-1 0 0,-1-1 1 0 0,1-2 0 0 0,-1-5-571 0 0,0 0 1 0 0,-1-1 0 0 0,-1 2-1 0 0,1-1 1 0 0,-1 0-1 0 0,-1 0 1 0 0,1 0 0 0 0,-1 1-1 0 0,-9-16 1 0 0,-7-28-2802 0 0,13 33 2388 0 0,0-1-486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0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284 235 21093 0 0,'24'11'976'0'0,"11"8"-253"0"0,71 24-1 0 0,-95-39-729 0 0,-1-1-1 0 0,1-1 1 0 0,-1 0 0 0 0,1 0 0 0 0,0-1 0 0 0,0 0 0 0 0,0-1-1 0 0,-1 0 1 0 0,1-1 0 0 0,0 0 0 0 0,21-6 0 0 0,-29 6 27 0 0,0 1 1 0 0,1-1 0 0 0,-1-1 0 0 0,0 1 0 0 0,0 0 0 0 0,0-1-1 0 0,0 0 1 0 0,0 0 0 0 0,0 0 0 0 0,0 0 0 0 0,-1 0 0 0 0,1 0-1 0 0,-1-1 1 0 0,1 1 0 0 0,-1-1 0 0 0,0 0 0 0 0,0 0-1 0 0,0 1 1 0 0,0-1 0 0 0,-1 0 0 0 0,1-1 0 0 0,-1 1 0 0 0,0 0-1 0 0,0 0 1 0 0,0-1 0 0 0,0 1 0 0 0,-1 0 0 0 0,1-1-1 0 0,-1 1 1 0 0,0-1 0 0 0,0 1 0 0 0,0-1 0 0 0,0 1 0 0 0,-1-1-1 0 0,1 1 1 0 0,-1 0 0 0 0,-1-5 0 0 0,-2-3 70 0 0,0 1 0 0 0,0-1 0 0 0,-1 1 0 0 0,0 0 1 0 0,-1 0-1 0 0,0 0 0 0 0,-1 1 0 0 0,0 0 0 0 0,0 1 0 0 0,-11-11 0 0 0,5 9-23 0 0,-1-1-1 0 0,0 2 1 0 0,-1 0-1 0 0,0 1 1 0 0,0 0-1 0 0,-1 1 1 0 0,0 1-1 0 0,0 0 1 0 0,-1 2-1 0 0,1-1 0 0 0,-1 2 1 0 0,0 0-1 0 0,0 1 1 0 0,0 1-1 0 0,-1 1 1 0 0,1 0-1 0 0,-30 5 1 0 0,31-2-134 0 0,0 0 0 0 0,1 1 0 0 0,-1 0 0 0 0,1 1 0 0 0,0 1 0 0 0,0 1 0 0 0,1 0 0 0 0,-21 14 0 0 0,25-14-42 0 0,1 0 1 0 0,0 1-1 0 0,0 0 1 0 0,1 0-1 0 0,0 1 1 0 0,0 0-1 0 0,1 1 1 0 0,0 0-1 0 0,1 0 0 0 0,0 0 1 0 0,0 1-1 0 0,-3 11 1 0 0,7-18 71 0 0,1 0 1 0 0,-1 0 0 0 0,1 0-1 0 0,0-1 1 0 0,1 1-1 0 0,-1 0 1 0 0,1 0 0 0 0,0 0-1 0 0,-1 0 1 0 0,2 0-1 0 0,-1 0 1 0 0,0 0 0 0 0,1 0-1 0 0,0 0 1 0 0,0 0-1 0 0,0 0 1 0 0,0 0 0 0 0,1 0-1 0 0,-1-1 1 0 0,1 1-1 0 0,0-1 1 0 0,0 1 0 0 0,1-1-1 0 0,-1 0 1 0 0,1 0-1 0 0,2 4 1 0 0,1-3 51 0 0,-1 0 1 0 0,1 0-1 0 0,-1 0 1 0 0,1 0-1 0 0,0-1 1 0 0,1 0-1 0 0,-1 0 0 0 0,0-1 1 0 0,1 0-1 0 0,0 0 1 0 0,-1 0-1 0 0,1-1 1 0 0,0 0-1 0 0,10 0 0 0 0,26-2 495 0 0,58-8 0 0 0,-55 3-245 0 0,53 2 0 0 0,-86 4-176 0 0,1 1-1 0 0,0 0 1 0 0,-1 1 0 0 0,1 0-1 0 0,-1 2 1 0 0,0-1 0 0 0,0 2-1 0 0,16 6 1 0 0,-21-6 5 0 0,0 1 0 0 0,0 0 0 0 0,0 0 0 0 0,-1 0 0 0 0,1 1 0 0 0,-2 0 0 0 0,1 1 0 0 0,-1-1 0 0 0,0 1 0 0 0,0 1 0 0 0,-1-1 0 0 0,0 1 0 0 0,-1 0 0 0 0,0 0 0 0 0,0 0 0 0 0,2 11-1 0 0,0 1-45 0 0,-1 0 0 0 0,-1 1-1 0 0,0-1 1 0 0,-2 1 0 0 0,-1 0-1 0 0,-1 28 1 0 0,-2-35-335 0 0,0 0-1 0 0,-1 0 1 0 0,-1-1 0 0 0,0 1 0 0 0,-1-1-1 0 0,-1 0 1 0 0,0-1 0 0 0,-1 1 0 0 0,0-1-1 0 0,-1-1 1 0 0,0 1 0 0 0,-19 20-1 0 0,4-7-2640 0 0,-33 29 0 0 0,-30 18-7617 0 0,63-54 6473 0 0,-9 8 708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2.5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1 10858 0 0,'-6'0'541'0'0,"1"0"0"0"0,-1 1-1 0 0,1-1 1 0 0,-1 1-1 0 0,1 0 1 0 0,0 1 0 0 0,0 0-1 0 0,0-1 1 0 0,0 2 0 0 0,0-1-1 0 0,0 0 1 0 0,0 1-1 0 0,-8 6 1 0 0,9-5-242 0 0,0 0-1 0 0,0 0 1 0 0,1 0-1 0 0,-1 0 1 0 0,1 1-1 0 0,0-1 1 0 0,0 1-1 0 0,1 0 1 0 0,-1 0-1 0 0,1 0 1 0 0,0 0-1 0 0,0 0 1 0 0,1 1-1 0 0,0-1 1 0 0,0 0-1 0 0,0 1 1 0 0,0-1 0 0 0,1 1-1 0 0,0-1 1 0 0,0 1-1 0 0,1 6 1 0 0,35 459 2216 0 0,-32-405-2403 0 0,15 83 0 0 0,-14-126-268 0 0,0-1 0 0 0,1 0 0 0 0,2 0 0 0 0,0 0 0 0 0,1-1 0 0 0,1 0 0 0 0,17 25 0 0 0,-26-44 0 0 0,0-1 1 0 0,-1 0-1 0 0,1 0 1 0 0,0 0 0 0 0,0 0-1 0 0,0 1 1 0 0,0-2-1 0 0,0 1 1 0 0,1 0 0 0 0,-1 0-1 0 0,0 0 1 0 0,0 0-1 0 0,1-1 1 0 0,-1 1-1 0 0,0 0 1 0 0,1-1 0 0 0,-1 0-1 0 0,1 1 1 0 0,-1-1-1 0 0,0 0 1 0 0,1 1-1 0 0,-1-1 1 0 0,1 0 0 0 0,2 0-1 0 0,-1-1-270 0 0,0 0-1 0 0,0 0 1 0 0,0 0-1 0 0,0 0 1 0 0,0-1-1 0 0,-1 1 1 0 0,1-1-1 0 0,0 1 0 0 0,-1-1 1 0 0,1 0-1 0 0,2-2 1 0 0,6-7-2263 0 0,-1 0 0 0 0,0-1 0 0 0,14-20-1 0 0,-3-1-1804 0 0,-12 16 2447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2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22 22821 0 0,'-1'2'46'0'0,"-1"0"1"0"0,1 0 0 0 0,0-1-1 0 0,0 1 1 0 0,0 1-1 0 0,0-1 1 0 0,0 0-1 0 0,0 0 1 0 0,0 0 0 0 0,1 0-1 0 0,-1 1 1 0 0,1-1-1 0 0,0 0 1 0 0,-1 0-1 0 0,1 1 1 0 0,0-1-1 0 0,0 0 1 0 0,1 3 0 0 0,-1-2-235 0 0,1 0 1 0 0,-1 0 0 0 0,1 0-1 0 0,0 0 1 0 0,0 0 0 0 0,0 0-1 0 0,0 0 1 0 0,1 0 0 0 0,-1 0-1 0 0,1-1 1 0 0,-1 1 0 0 0,1-1-1 0 0,2 3 1 0 0,-9-20-9409 0 0,-2-16 3427 0 0,6-11 2203 0 0,2 24 2710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3.1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0 23813 0 0,'-1'0'-10'0'0,"1"1"0"0"0,-1-1 1 0 0,1 0-1 0 0,0 0 0 0 0,-1 0 0 0 0,1 0 0 0 0,0 1 0 0 0,-1-1 1 0 0,1 0-1 0 0,-1 0 0 0 0,1 1 0 0 0,0-1 0 0 0,0 0 0 0 0,-1 1 1 0 0,1-1-1 0 0,0 0 0 0 0,-1 1 0 0 0,1-1 0 0 0,0 0 0 0 0,0 1 1 0 0,0-1-1 0 0,-1 1 0 0 0,1-1 0 0 0,0 0 0 0 0,0 1 1 0 0,0-1-1 0 0,0 1 0 0 0,0-1 0 0 0,0 1 0 0 0,0-1 0 0 0,0 0 1 0 0,0 1-1 0 0,0-1 0 0 0,0 1 0 0 0,0-1 0 0 0,0 1 0 0 0,0-1 1 0 0,0 0-1 0 0,1 1 0 0 0,-1-1 0 0 0,0 1 0 0 0,0-1 0 0 0,0 0 1 0 0,1 1-1 0 0,-1-1 0 0 0,0 1 0 0 0,0-1 0 0 0,1 0 0 0 0,-1 0 1 0 0,0 1-1 0 0,1-1 0 0 0,0 1 0 0 0,24 27 29 0 0,-8-10-32 0 0,-17-17 47 0 0,1 1-1 0 0,0-1 1 0 0,0 1-1 0 0,0-1 0 0 0,0 1 1 0 0,0-1-1 0 0,1 1 1 0 0,-1-1-1 0 0,0 0 1 0 0,0 0-1 0 0,1 0 0 0 0,-1 0 1 0 0,1 0-1 0 0,-1 0 1 0 0,4 1-1 0 0,-3-2 19 0 0,0 0 0 0 0,0 0 0 0 0,0 0 0 0 0,-1 0 0 0 0,1-1 0 0 0,0 1 0 0 0,0-1 0 0 0,0 0 0 0 0,0 1 0 0 0,0-1 0 0 0,0 0 0 0 0,-1 0 0 0 0,1 0 0 0 0,3-3 0 0 0,0 1-25 0 0,1-1 0 0 0,-1 1 0 0 0,1 1 0 0 0,0-1 0 0 0,0 1 0 0 0,0 0 0 0 0,1 0-1 0 0,-1 0 1 0 0,0 1 0 0 0,1 0 0 0 0,-1 0 0 0 0,1 1 0 0 0,-1 0 0 0 0,1 0 0 0 0,-1 0 0 0 0,1 1 0 0 0,-1 0-1 0 0,0 0 1 0 0,1 1 0 0 0,-1 0 0 0 0,0 0 0 0 0,0 0 0 0 0,0 1 0 0 0,0 0 0 0 0,0 0 0 0 0,-1 0 0 0 0,1 1 0 0 0,-1 0-1 0 0,0 0 1 0 0,0 0 0 0 0,-1 1 0 0 0,1 0 0 0 0,-1-1 0 0 0,5 8 0 0 0,-2-4-9 0 0,-1 0 0 0 0,0 1 0 0 0,0 0 1 0 0,-1 0-1 0 0,0 0 0 0 0,0 1 0 0 0,-1 0 0 0 0,0 0 0 0 0,-1 0 1 0 0,0 0-1 0 0,-1 0 0 0 0,0 1 0 0 0,-1-1 0 0 0,0 1 1 0 0,0-1-1 0 0,-1 1 0 0 0,0 0 0 0 0,-1-1 0 0 0,-1 1 0 0 0,1-1 1 0 0,-2 0-1 0 0,1 1 0 0 0,-1-1 0 0 0,-1 0 0 0 0,0 0 1 0 0,0-1-1 0 0,-1 1 0 0 0,0-1 0 0 0,-12 15 0 0 0,4-7 14 0 0,-44 51-9 0 0,68-71-281 0 0,0 1-1 0 0,1-1 1 0 0,19 0-1 0 0,-13 2 302 0 0,1 2 0 0 0,0 0 1 0 0,0 0-1 0 0,-1 2 0 0 0,1 0 0 0 0,-1 1 0 0 0,0 1 0 0 0,0 1 0 0 0,0 1 0 0 0,31 16 0 0 0,-26-10 93 0 0,0 0-1 0 0,-1 2 1 0 0,-1 0 0 0 0,0 2-1 0 0,-2 0 1 0 0,1 2 0 0 0,19 24-1 0 0,-31-34-28 0 0,-1 1 0 0 0,0 1 0 0 0,0-1 0 0 0,-1 1-1 0 0,0 0 1 0 0,-1 1 0 0 0,0-1 0 0 0,-1 1 0 0 0,-1 0-1 0 0,3 13 1 0 0,-5-19-77 0 0,0 0-1 0 0,-1 1 0 0 0,0-1 1 0 0,0 1-1 0 0,-1-1 0 0 0,1 0 1 0 0,-1 1-1 0 0,-1-1 0 0 0,1 0 1 0 0,-1 0-1 0 0,0 0 0 0 0,-1 0 1 0 0,1 0-1 0 0,-1 0 0 0 0,0-1 1 0 0,-1 1-1 0 0,1-1 0 0 0,-1 0 1 0 0,0 0-1 0 0,0 0 0 0 0,-7 5 1 0 0,-9 7-267 0 0,0-2 1 0 0,-1 0-1 0 0,-1-1 1 0 0,0-1-1 0 0,-1-2 0 0 0,0 0 1 0 0,-1-1-1 0 0,0-1 1 0 0,-1-1-1 0 0,-49 8 1 0 0,34-10-1776 0 0,0-1 1 0 0,-50-2 0 0 0,44-4-4686 0 0,-72-11 1 0 0,67 3 1496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4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 21020 0 0,'-2'2'71'0'0,"1"0"0"0"0,0-1-1 0 0,-1 1 1 0 0,1 0-1 0 0,0 0 1 0 0,0 1 0 0 0,0-1-1 0 0,0 0 1 0 0,0 0-1 0 0,0 0 1 0 0,1 1 0 0 0,-1-1-1 0 0,1 0 1 0 0,0 1-1 0 0,-1-1 1 0 0,1 0-1 0 0,0 1 1 0 0,0-1 0 0 0,1 4-1 0 0,9 49-336 0 0,-8-47 350 0 0,73 248-222 0 0,-22-82 120 0 0,12 70-33 0 0,61 200-3761 0 0,-111-401 1212 0 0,23 45 1 0 0,-29-71-321 0 0,0 0 1 0 0,22 28-1 0 0,-16-29-713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4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1 266 18716 0 0,'200'-4'4253'0'0,"2"-11"-3283"0"0,-140 8-2139 0 0,0-4-1 0 0,-2-2 1 0 0,0-2 0 0 0,86-35 0 0 0,-122 39-935 0 0,36-22 1 0 0,-28 12-3346 0 0,50-43 1 0 0,-58 42 2771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4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201 332 19444 0 0,'-1'4'170'0'0,"0"0"-1"0"0,-1 0 0 0 0,2 0 1 0 0,-1 0-1 0 0,0 0 1 0 0,1 1-1 0 0,0-1 1 0 0,0 0-1 0 0,0 0 1 0 0,0 1-1 0 0,1-1 1 0 0,-1 0-1 0 0,1 0 0 0 0,0 0 1 0 0,3 6-1 0 0,3 10-70 0 0,18 34-1 0 0,-13-31 119 0 0,4 13-172 0 0,3 0 1 0 0,1-1-1 0 0,1-1 0 0 0,2-1 1 0 0,1-1-1 0 0,36 37 0 0 0,-51-61-70 0 0,0 0-1 0 0,0-1 1 0 0,1 0-1 0 0,0-1 0 0 0,0 0 1 0 0,1 0-1 0 0,-1-1 1 0 0,1-1-1 0 0,0 1 1 0 0,13 1-1 0 0,-18-4 23 0 0,1-1 0 0 0,-1 0 0 0 0,1-1-1 0 0,-1 1 1 0 0,1-1 0 0 0,-1-1 0 0 0,1 1-1 0 0,0-1 1 0 0,-1 0 0 0 0,0-1 0 0 0,1 1 0 0 0,-1-1-1 0 0,0-1 1 0 0,0 1 0 0 0,0-1 0 0 0,0 0 0 0 0,0 0-1 0 0,-1-1 1 0 0,8-5 0 0 0,0-3 114 0 0,-1 0 0 0 0,0 0-1 0 0,-1-1 1 0 0,-1 0 0 0 0,0-1 0 0 0,0 0 0 0 0,-2-1 0 0 0,0 0 0 0 0,0 0 0 0 0,-1-1-1 0 0,-1 0 1 0 0,-1 0 0 0 0,0-1 0 0 0,-2 1 0 0 0,1-1 0 0 0,-2 0 0 0 0,0 0-1 0 0,-1-28 1 0 0,-2 24-91 0 0,0 1 1 0 0,-2 0-1 0 0,0-1 0 0 0,-1 1 0 0 0,-1 0 0 0 0,-1 1 0 0 0,-1-1 0 0 0,0 1 0 0 0,-1 1 1 0 0,-2-1-1 0 0,0 2 0 0 0,0-1 0 0 0,-2 1 0 0 0,0 1 0 0 0,-17-18 0 0 0,9 15-238 0 0,0 1 0 0 0,-1 1 0 0 0,-1 1 0 0 0,0 1 0 0 0,-1 1-1 0 0,-1 1 1 0 0,0 1 0 0 0,-1 1 0 0 0,0 1 0 0 0,0 1 0 0 0,-1 2-1 0 0,-1 0 1 0 0,1 2 0 0 0,-1 1 0 0 0,0 1 0 0 0,-48 1 0 0 0,64 3-395 0 0,-1 0 0 0 0,1 1 0 0 0,0 1 1 0 0,0 0-1 0 0,0 0 0 0 0,-19 9 1 0 0,19-6-728 0 0,-1 1-1 0 0,1 0 1 0 0,0 1 0 0 0,1 0 0 0 0,0 1 0 0 0,0 0 0 0 0,1 1-1 0 0,0-1 1 0 0,-10 15 0 0 0,-6 13-1830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4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19692 0 0,'5'5'8346'0'0,"4"4"-8010"0"0,3 1-168 0 0,3 2-440 0 0,3-3-128 0 0,0-1-144 0 0,0-2-352 0 0,2-2-201 0 0,-1-1-87 0 0,1 0-408 0 0,-5-3-217 0 0,-1 0-335 0 0,-5-4-929 0 0,-2-1-751 0 0,-4-2-553 0 0,-3-4 600 0 0,-3-4 544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5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570 245 19916 0 0,'10'-5'7418'0'0,"17"4"-8144"0"0,-17 2 1076 0 0,1-2-522 0 0,-1 0 1 0 0,1 0 0 0 0,-1-1-1 0 0,1 0 1 0 0,-1-1-1 0 0,15-6 1 0 0,-23 9 117 0 0,0-1 0 0 0,0 0 0 0 0,0 0 0 0 0,0 0 0 0 0,-1 0 0 0 0,1 0 0 0 0,0 0 0 0 0,0 0 0 0 0,-1-1 0 0 0,1 1 0 0 0,-1-1 0 0 0,0 1 0 0 0,1-1 0 0 0,-1 1 0 0 0,0-1 0 0 0,0 0 0 0 0,0 0 0 0 0,0 0 0 0 0,0 1 0 0 0,0-1 0 0 0,0 0 0 0 0,-1 0 0 0 0,1 0 0 0 0,-1 0 0 0 0,1 0 0 0 0,-1 0 0 0 0,0-1 0 0 0,0 1 0 0 0,0 0 0 0 0,0 0 0 0 0,0 0 0 0 0,-1 0 0 0 0,1 0 0 0 0,0 0 0 0 0,-1 0 0 0 0,0 0 0 0 0,1 0 0 0 0,-1 0 0 0 0,-2-3 0 0 0,-3-5-14 0 0,1 1 1 0 0,-2 0-1 0 0,1 1 0 0 0,-1 0 0 0 0,-1 0 0 0 0,0 0 0 0 0,0 1 0 0 0,0 0 0 0 0,-1 0 0 0 0,0 1 0 0 0,0 0 0 0 0,0 1 1 0 0,-1 0-1 0 0,0 0 0 0 0,-19-5 0 0 0,4 2 226 0 0,0 1 0 0 0,0 1 0 0 0,0 2 1 0 0,-1 1-1 0 0,-42-1 0 0 0,44 4-130 0 0,0 2 1 0 0,0 0-1 0 0,0 2 1 0 0,1 1-1 0 0,-1 0 1 0 0,1 2-1 0 0,-26 11 1 0 0,37-13-66 0 0,-1 1 1 0 0,2 0 0 0 0,-1 1 0 0 0,1 0-1 0 0,0 1 1 0 0,0 0 0 0 0,1 0 0 0 0,0 2-1 0 0,0-1 1 0 0,1 1 0 0 0,1 0 0 0 0,-1 1-1 0 0,2 0 1 0 0,-10 17 0 0 0,15-24-18 0 0,0 0 0 0 0,0 0 1 0 0,1 0-1 0 0,-1 1 0 0 0,1-1 0 0 0,0 1 0 0 0,0-1 0 0 0,1 1 1 0 0,-1 0-1 0 0,1-1 0 0 0,0 1 0 0 0,0-1 0 0 0,0 1 1 0 0,1 0-1 0 0,0-1 0 0 0,0 1 0 0 0,0-1 0 0 0,2 5 1 0 0,0-3-26 0 0,0 0 1 0 0,0-1 0 0 0,1 1 0 0 0,0-1 0 0 0,0 0-1 0 0,0 0 1 0 0,1-1 0 0 0,-1 1 0 0 0,1-1 0 0 0,0 0-1 0 0,9 5 1 0 0,6 2 82 0 0,0 0 0 0 0,1-2 0 0 0,0-1 0 0 0,0 0 0 0 0,1-2 0 0 0,28 5 1 0 0,-38-8 117 0 0,47 8 1279 0 0,86 27-1 0 0,-126-31-1196 0 0,0 0 0 0 0,0 2-1 0 0,-1 0 1 0 0,-1 1 0 0 0,0 1-1 0 0,0 0 1 0 0,-1 2 0 0 0,21 19 0 0 0,-23-17-91 0 0,-1 0 1 0 0,0 1-1 0 0,-2 1 1 0 0,1 0 0 0 0,-2 1-1 0 0,-1 0 1 0 0,0 0-1 0 0,-1 1 1 0 0,10 35 0 0 0,-15-43-200 0 0,-1-1 1 0 0,-1 1-1 0 0,0-1 1 0 0,0 1-1 0 0,-1 0 1 0 0,0 0-1 0 0,-1-1 1 0 0,0 1-1 0 0,-3 10 1 0 0,2-13-195 0 0,0-1 0 0 0,-1 0 0 0 0,0-1 0 0 0,0 1 0 0 0,0 0 0 0 0,-1-1 1 0 0,0 0-1 0 0,0 0 0 0 0,-1 0 0 0 0,0 0 0 0 0,0-1 0 0 0,0 0 0 0 0,0 0 1 0 0,-8 5-1 0 0,11-8 25 0 0,0-1 0 0 0,1 0 1 0 0,-1 0-1 0 0,0 0 0 0 0,0 0 1 0 0,0-1-1 0 0,0 1 0 0 0,0 0 1 0 0,0-1-1 0 0,-2 1 0 0 0,2-1-250 0 0,0 0-1 0 0,0 0 0 0 0,1-1 1 0 0,-1 1-1 0 0,0 0 0 0 0,0-1 0 0 0,0 1 1 0 0,1-1-1 0 0,-1 0 0 0 0,0 1 1 0 0,1-1-1 0 0,-1 0 0 0 0,1 0 1 0 0,-1 0-1 0 0,1 0 0 0 0,-1 0 0 0 0,1-1 1 0 0,0 1-1 0 0,-1 0 0 0 0,1-1 1 0 0,0 1-1 0 0,0 0 0 0 0,0-1 1 0 0,0 0-1 0 0,0 1 0 0 0,1-1 0 0 0,-2-3 1 0 0,-5-14-3763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5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22677 0 0,'64'3'3523'0'0,"32"7"-3065"0"0,-5 0-385 0 0,59 8 80 0 0,-96-9-580 0 0,1-3 0 0 0,0-2 0 0 0,80-4 0 0 0,-53-12-1850 0 0,-74 10 1717 0 0,0 0 0 0 0,0 0 0 0 0,-1-1 0 0 0,1 0 1 0 0,-1 0-1 0 0,0-1 0 0 0,0 0 0 0 0,8-6 0 0 0,-10 4-4595 0 0,-14 7 1530 0 0,-15 9-161 0 0,-12 17 370 0 0,13-6 1666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5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0 9274 0 0,'-7'6'756'0'0,"0"0"1"0"0,1 0-1 0 0,0 1 1 0 0,0-1-1 0 0,1 2 0 0 0,-1-1 1 0 0,2 0-1 0 0,-1 1 1 0 0,-3 8-1 0 0,7-13-560 0 0,-1 0 1 0 0,1 0-1 0 0,0 0 1 0 0,1 0-1 0 0,-1 0 1 0 0,1 0-1 0 0,-1 0 1 0 0,1 0-1 0 0,0 0 1 0 0,0 1-1 0 0,0-1 1 0 0,0 0-1 0 0,1 0 0 0 0,-1 0 1 0 0,1 0-1 0 0,0 0 1 0 0,0 0-1 0 0,0 0 1 0 0,0 0-1 0 0,0 0 1 0 0,1-1-1 0 0,-1 1 1 0 0,1 0-1 0 0,0-1 1 0 0,0 1-1 0 0,0-1 1 0 0,0 0-1 0 0,5 4 0 0 0,5 4-189 0 0,2-1-1 0 0,-1-1 0 0 0,1 0 0 0 0,0-1 0 0 0,1-1 0 0 0,0 0 0 0 0,0-1 0 0 0,0 0 0 0 0,0-1 0 0 0,1-1 0 0 0,0-1 0 0 0,-1 0 0 0 0,18 0 0 0 0,-4-2-1032 0 0,-1-1-1 0 0,1-1 0 0 0,0-1 0 0 0,-1-1 0 0 0,0-2 0 0 0,38-13 1 0 0,52-32-9773 0 0,-82 33 8356 0 0,-8 5 436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5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213 201 25862 0 0,'-3'0'127'0'0,"0"1"0"0"0,0-1 0 0 0,0 0 1 0 0,0 1-1 0 0,0 0 0 0 0,0-1 0 0 0,0 1 1 0 0,1 0-1 0 0,-1 1 0 0 0,0-1 0 0 0,1 0 1 0 0,-1 1-1 0 0,1 0 0 0 0,-1-1 1 0 0,1 1-1 0 0,0 0 0 0 0,-1 0 0 0 0,-1 3 1 0 0,3-3-138 0 0,0 1 0 0 0,-1 0 0 0 0,1 0 0 0 0,1-1 1 0 0,-1 1-1 0 0,0 0 0 0 0,1 0 0 0 0,-1 0 0 0 0,1 0 1 0 0,0 0-1 0 0,0 0 0 0 0,0 0 0 0 0,0 0 1 0 0,0 0-1 0 0,1 0 0 0 0,0 0 0 0 0,1 5 0 0 0,5 21-68 0 0,3 8-123 0 0,23 63 1 0 0,-28-88 143 0 0,1 0 1 0 0,0-1 0 0 0,1 0-1 0 0,0 0 1 0 0,1-1 0 0 0,0 0-1 0 0,0 0 1 0 0,1-1 0 0 0,12 10-1 0 0,-6-7 31 0 0,0-2-1 0 0,0 1 1 0 0,1-2-1 0 0,0 0 1 0 0,1-1-1 0 0,0-1 1 0 0,0-1-1 0 0,0 0 0 0 0,1-1 1 0 0,0-1-1 0 0,0 0 1 0 0,0-2-1 0 0,31 2 1 0 0,-36-5 76 0 0,-1 1 0 0 0,1-2 0 0 0,-1 0 0 0 0,0 0 0 0 0,1-1 0 0 0,-1-1 0 0 0,-1 0 0 0 0,1 0 0 0 0,0-1 1 0 0,-1-1-1 0 0,0 0 0 0 0,-1 0 0 0 0,1-1 0 0 0,-1 0 0 0 0,0-1 0 0 0,-1-1 0 0 0,0 1 0 0 0,0-1 0 0 0,-1-1 1 0 0,14-19-1 0 0,-17 20-82 0 0,0 0 0 0 0,0 0-1 0 0,0-1 1 0 0,-1 0 0 0 0,-1 0 0 0 0,0 0 0 0 0,0 0 0 0 0,-1-1 0 0 0,0 1 0 0 0,-1-1 0 0 0,1-12 0 0 0,-3 8-31 0 0,1-1 1 0 0,-2 0-1 0 0,0 1 1 0 0,-1-1-1 0 0,-1 1 1 0 0,0 0-1 0 0,-8-17 0 0 0,4 13 25 0 0,-1 1-1 0 0,0 0 1 0 0,-2 0-1 0 0,0 1 1 0 0,0 1-1 0 0,-2 0 1 0 0,0 0-1 0 0,-1 1 1 0 0,-1 1-1 0 0,0 0 1 0 0,0 1-1 0 0,-19-11 1 0 0,22 18 31 0 0,-1 0 0 0 0,0 1 0 0 0,-1 0 0 0 0,1 1 0 0 0,-1 0 0 0 0,1 1 0 0 0,-1 1 0 0 0,0 0 0 0 0,0 1 0 0 0,0 0 0 0 0,-25 3 1 0 0,18-1-85 0 0,0 2 1 0 0,0 1 0 0 0,0 0-1 0 0,0 2 1 0 0,0 0 0 0 0,1 1 0 0 0,-20 11-1 0 0,19-7-491 0 0,1 1-1 0 0,0 1 1 0 0,1 0-1 0 0,0 2 1 0 0,2 0-1 0 0,-1 1 1 0 0,-17 22-1 0 0,24-24-657 0 0,0 0 0 0 0,1 1 0 0 0,1 0 0 0 0,-7 17-1 0 0,9-18-919 0 0,2 1-1 0 0,0 0 0 0 0,1 0 1 0 0,-5 30-1 0 0,5-9-1220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6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27006 0 0,'4'5'176'0'0,"0"0"-1"0"0,1-1 1 0 0,0 1 0 0 0,-1-1-1 0 0,2 0 1 0 0,-1 0 0 0 0,0-1 0 0 0,10 6-1 0 0,-6-4-25 0 0,169 101-2889 0 0,-159-94 1838 0 0,-6-4-1140 0 0,-25-26 315 0 0,-26-19-3173 0 0,29 29 2297 0 0,-1-1 0 0 0,-14-18 0 0 0,11 8-847 0 0,1-1-719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6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32767 0 0,'0'3'0'0'0,"1"0"0"0"0,0 0 0 0 0,-1 0 0 0 0,1 0 0 0 0,0 0 0 0 0,1-1 0 0 0,-1 1 0 0 0,0 0 0 0 0,1-1 0 0 0,1 3 0 0 0,1 3 0 0 0,19 40-102 0 0,145 341-3478 0 0,-113-218-1338 0 0,69 192-14329 0 0,-96-294 15055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7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16660 0 0,'39'14'2429'0'0,"-25"-5"-2173"0"0,0 1-1 0 0,0 0 0 0 0,-1 1 0 0 0,-1 1 1 0 0,0 0-1 0 0,0 0 0 0 0,-2 1 0 0 0,1 1 1 0 0,-2 0-1 0 0,0 0 0 0 0,0 1 0 0 0,8 22 1 0 0,7 21 14 0 0,-3 1 0 0 0,13 63 1 0 0,-22-77-206 0 0,32 134 41 0 0,18 66-1005 0 0,-48-201-537 0 0,3 0-1 0 0,1 0 1 0 0,32 54 0 0 0,-25-63-1654 0 0,-25-34 2809 0 0,1 0 0 0 0,-1-1-1 0 0,1 1 1 0 0,0 0-1 0 0,-1 0 1 0 0,1 0-1 0 0,0 0 1 0 0,0-1-1 0 0,0 1 1 0 0,0 0 0 0 0,0-1-1 0 0,0 1 1 0 0,0-1-1 0 0,0 1 1 0 0,0-1-1 0 0,0 1 1 0 0,0-1 0 0 0,0 0-1 0 0,0 1 1 0 0,0-1-1 0 0,0 0 1 0 0,0 0-1 0 0,0 0 1 0 0,0 0-1 0 0,0 0 1 0 0,0 0 0 0 0,1 0-1 0 0,-1 0 1 0 0,0-1-1 0 0,0 1 1 0 0,0 0-1 0 0,0 0 1 0 0,2-2 0 0 0,3-6-3127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7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 20444 0 0,'-1'0'116'0'0,"1"0"-1"0"0,0 0 0 0 0,-1 0 0 0 0,1 1 0 0 0,0-1 0 0 0,0 0 0 0 0,-1 0 1 0 0,1 0-1 0 0,0 1 0 0 0,-1-1 0 0 0,1 0 0 0 0,0 0 0 0 0,0 1 1 0 0,0-1-1 0 0,-1 0 0 0 0,1 1 0 0 0,0-1 0 0 0,0 0 0 0 0,0 0 1 0 0,0 1-1 0 0,-1-1 0 0 0,1 0 0 0 0,0 1 0 0 0,0-1 0 0 0,0 0 0 0 0,0 1 1 0 0,0-1-1 0 0,0 1 0 0 0,0-1 0 0 0,0 0 0 0 0,0 1 0 0 0,0-1 1 0 0,0 0-1 0 0,0 1 0 0 0,0-1 0 0 0,0 0 0 0 0,1 1 0 0 0,-1-1 0 0 0,0 0 1 0 0,0 1-1 0 0,0-1 0 0 0,0 0 0 0 0,1 1 0 0 0,18 10 1039 0 0,26 0-5321 0 0,-45-11 3890 0 0,0 0-1 0 0,1 0 1 0 0,-1 0 0 0 0,0 0-1 0 0,0 0 1 0 0,1 0-1 0 0,-1 0 1 0 0,0 0 0 0 0,1 0-1 0 0,-1 0 1 0 0,0 0 0 0 0,0 0-1 0 0,1 0 1 0 0,-1 0-1 0 0,0-1 1 0 0,1 1 0 0 0,-1 0-1 0 0,0 0 1 0 0,0 0-1 0 0,1 0 1 0 0,-1 0 0 0 0,0-1-1 0 0,2-1-2496 0 0,-2 2 2497 0 0,0 0 0 0 0,0-1-1 0 0,0 1 1 0 0,0 0-1 0 0,0 0 1 0 0,0-1 0 0 0,0 1-1 0 0,0 0 1 0 0,0-1-1 0 0,0 1 1 0 0,0 0 0 0 0,0 0-1 0 0,0-1 1 0 0,0 1 0 0 0,0 0-1 0 0,0-1 1 0 0,0 1-1 0 0,0 0 1 0 0,0 0 0 0 0,0-1-1 0 0,0 1 1 0 0,0 0-1 0 0,-1 0 1 0 0,1-1 0 0 0,0 1-1 0 0,-1-1-276 0 0,1 0-74 0 0,-1-5-3490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7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21069 0 0,'-2'1'127'0'0,"1"-1"1"0"0,0 0 0 0 0,-1 1 0 0 0,1-1 0 0 0,0 1 0 0 0,-1-1 0 0 0,1 1 0 0 0,0 0 0 0 0,0-1 0 0 0,0 1 0 0 0,-1 0 0 0 0,1 0 0 0 0,0 0 0 0 0,0 0 0 0 0,0 0 0 0 0,1 0 0 0 0,-1 0 0 0 0,0 0-1 0 0,0 1 1 0 0,0-1 0 0 0,1 0 0 0 0,-1 0 0 0 0,1 1 0 0 0,-1-1 0 0 0,1 0 0 0 0,-1 1 0 0 0,1-1 0 0 0,0 0 0 0 0,0 1 0 0 0,-1-1 0 0 0,1 1 0 0 0,0-1 0 0 0,1 0 0 0 0,-1 1 0 0 0,0-1 0 0 0,0 2 0 0 0,2 7-189 0 0,0 1 0 0 0,1-1 0 0 0,0 0 0 0 0,5 11 0 0 0,1 3 295 0 0,73 375-356 0 0,-33-140-2256 0 0,-18-102-1433 0 0,-5-24-2446 0 0,4-1-4241 0 0,-22-103 8064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8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 27462 0 0,'5'3'164'0'0,"-1"-2"0"0"0,1 1 0 0 0,-1 0 0 0 0,1-1 0 0 0,0 0 0 0 0,-1 0 0 0 0,1 0 0 0 0,0 0 0 0 0,0-1 0 0 0,7 0 0 0 0,-1 1-45 0 0,215 2-1594 0 0,10 1-3021 0 0,-225-3 3171 0 0,1-1 0 0 0,-1 0 0 0 0,22-3-1 0 0,-25 2-76 0 0,1-1-1 0 0,0 0 1 0 0,-1-1-1 0 0,0 0 0 0 0,1-1 1 0 0,-1 1-1 0 0,0-1 1 0 0,-1-1-1 0 0,9-5 1 0 0,1-5-1990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8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25573 0 0,'-13'2'1165'0'0,"2"1"-647"0"0,23 7-851 0 0,-8-7 326 0 0,0 1 1 0 0,0-1-1 0 0,-1 0 0 0 0,1 1 0 0 0,-1 0 1 0 0,0 0-1 0 0,0 0 0 0 0,0 0 0 0 0,-1 0 1 0 0,1 1-1 0 0,-1-1 0 0 0,3 8 1 0 0,2 9-87 0 0,7 34 1 0 0,-5-16-61 0 0,60 240-402 0 0,53 169-4397 0 0,-66-327 2495 0 0,-21-51-922 0 0,-7 2-5809 0 0,-28-68 5208 0 0,-3-7 2129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8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17924 0 0,'4'13'1661'0'0,"0"0"0"0"0,1 0-1 0 0,1 0 1 0 0,0-1 0 0 0,11 18 0 0 0,44 52-120 0 0,-45-64-3158 0 0,-1 2 0 0 0,-1 0 0 0 0,-1 0-1 0 0,0 1 1 0 0,10 26 0 0 0,-22-44 1010 0 0,3 8-4401 0 0,-1-25-8912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8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11194 0 0,'8'-1'6825'0'0,"16"3"-5580"0"0,-9-1-775 0 0,112-11 613 0 0,40-1-989 0 0,-141 11-79 0 0,-1 2 0 0 0,0 0 1 0 0,0 1-1 0 0,39 11 0 0 0,-54-11 53 0 0,0 1 0 0 0,0-1 0 0 0,0 2-1 0 0,-1-1 1 0 0,0 1 0 0 0,0 1 0 0 0,0-1 0 0 0,-1 1-1 0 0,9 8 1 0 0,-14-10-53 0 0,1 0-1 0 0,-1-1 0 0 0,0 1 1 0 0,0 0-1 0 0,0 1 0 0 0,-1-1 1 0 0,1 0-1 0 0,-1 1 1 0 0,0-1-1 0 0,0 1 0 0 0,-1 0 1 0 0,1 0-1 0 0,-1 0 1 0 0,0 0-1 0 0,-1-1 0 0 0,1 1 1 0 0,-1 0-1 0 0,0 0 1 0 0,0 0-1 0 0,-1 8 0 0 0,-1-6-27 0 0,0 0-1 0 0,-1 0 0 0 0,1 0 0 0 0,-1-1 0 0 0,0 0 0 0 0,-1 1 0 0 0,0-1 1 0 0,0 0-1 0 0,-6 7 0 0 0,5-6-88 0 0,-1 0-1 0 0,2 1 1 0 0,-1-1 0 0 0,1 1 0 0 0,-4 9-1 0 0,8-15 64 0 0,0 0-1 0 0,0-1 1 0 0,1 1-1 0 0,-1-1 1 0 0,0 1-1 0 0,1 0 1 0 0,-1-1-1 0 0,1 1 1 0 0,0-1-1 0 0,-1 1 1 0 0,1-1-1 0 0,0 1 1 0 0,0-1-1 0 0,0 0 1 0 0,0 0-1 0 0,0 1 1 0 0,0-1-1 0 0,0 0 1 0 0,2 1-1 0 0,28 26 381 0 0,-26-23-319 0 0,7 6 169 0 0,-1 0-1 0 0,0 1 0 0 0,-1 1 1 0 0,0 0-1 0 0,15 28 0 0 0,31 77 71 0 0,-36-73-246 0 0,-10-20-255 0 0,0 1 0 0 0,-2 1 0 0 0,9 45 0 0 0,-11-8-9093 0 0,-6-64 9198 0 0,0 0 1 0 0,0 0-1 0 0,-3-1-2695 0 0,3 1 2695 0 0,0 0 1 0 0,0 0-1 0 0,0 0 0 0 0,0 0 0 0 0,0 0 1 0 0,-1 0-1 0 0,1 0 0 0 0,0 0 0 0 0,0 0 1 0 0,0 0-1 0 0,0 0 0 0 0,0 0 0 0 0,0 0 1 0 0,-1 0-1 0 0,0 2-2695 0 0,1-1 2695 0 0,0-1 0 0 0,0 0 1 0 0,0 0-1 0 0,0 0 0 0 0,0 0 0 0 0,0 0 1 0 0,0 1-1 0 0,-3-9-2407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9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27830 0 0,'15'9'231'0'0,"0"-1"1"0"0,0 0-1 0 0,0-1 0 0 0,1-1 1 0 0,0 0-1 0 0,1-1 0 0 0,23 4 1 0 0,121 11-1685 0 0,-161-20 1452 0 0,25 2-1040 0 0,1-1 0 0 0,0-2 0 0 0,-1-1 0 0 0,32-5 0 0 0,-39 3-863 0 0,0 0 1 0 0,-1-1-1 0 0,0-1 1 0 0,0-1-1 0 0,0 0 0 0 0,28-18 1 0 0,-42 23 1325 0 0,0 0 0 0 0,0 0 0 0 0,0 0 0 0 0,0 0 0 0 0,0-1 0 0 0,-1 1 0 0 0,1-1 0 0 0,-1 0 0 0 0,0 1 0 0 0,0-1 0 0 0,0 0 1 0 0,0-1-1 0 0,2-4 0 0 0,-2-5-996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9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0 123 26198 0 0,'0'4'107'0'0,"0"0"1"0"0,1 0 0 0 0,-1 0 0 0 0,1 0-1 0 0,-1 0 1 0 0,1 0 0 0 0,1 0 0 0 0,-1 0-1 0 0,0 0 1 0 0,1 0 0 0 0,0 0 0 0 0,0-1-1 0 0,0 1 1 0 0,0-1 0 0 0,1 1 0 0 0,-1-1-1 0 0,6 5 1 0 0,-3-4-183 0 0,0 0-1 0 0,0-1 0 0 0,1 0 1 0 0,-1 1-1 0 0,1-2 1 0 0,0 1-1 0 0,0-1 1 0 0,0 0-1 0 0,0 0 0 0 0,10 1 1 0 0,3 0-541 0 0,0-2-1 0 0,0 0 1 0 0,0-1 0 0 0,0-1-1 0 0,0-1 1 0 0,35-8 0 0 0,-32 4-796 0 0,0-1 0 0 0,-1-2 0 0 0,0 0 1 0 0,0-1-1 0 0,35-23 0 0 0,-26 12-2657 0 0,-1-2-1 0 0,51-49 0 0 0,-53 43 1926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9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79 17188 0 0,'9'7'2799'0'0,"1"-1"1"0"0,1 0-1 0 0,17 8 1 0 0,38 7-586 0 0,70 2-4512 0 0,-121-22 2845 0 0,0 1-1087 0 0,1-1-1 0 0,0 0 1 0 0,-1-2 0 0 0,1 0 0 0 0,-1 0 0 0 0,1-1-1 0 0,20-7 1 0 0,-22 5-1150 0 0,-1-1 0 0 0,1-1 1 0 0,-1 0-1 0 0,0-1 0 0 0,0-1 0 0 0,-1 0 0 0 0,0 0 0 0 0,-1-1 1 0 0,1-1-1 0 0,-2 0 0 0 0,1 0 0 0 0,15-22 0 0 0,-8 9-605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6:59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106 107 23813 0 0,'3'10'998'0'0,"0"1"-1"0"0,0-1 1 0 0,1 0-1 0 0,1 0 1 0 0,0 0-1 0 0,8 12 1 0 0,44 55-1324 0 0,-11-17 613 0 0,-13-10-300 0 0,-13-17-153 0 0,1-1 0 0 0,3-1 0 0 0,0-1 0 0 0,32 30 0 0 0,-48-52 131 0 0,0-1 1 0 0,1-1-1 0 0,-1 0 0 0 0,1 0 1 0 0,1-1-1 0 0,-1 0 1 0 0,1 0-1 0 0,0-1 1 0 0,0 0-1 0 0,0-1 0 0 0,0 0 1 0 0,0-1-1 0 0,1 0 1 0 0,0-1-1 0 0,-1 0 1 0 0,1 0-1 0 0,0-1 0 0 0,-1-1 1 0 0,20-2-1 0 0,-12-1 62 0 0,-1-1-1 0 0,0-1 1 0 0,0 0-1 0 0,-1-1 0 0 0,0 0 1 0 0,0-2-1 0 0,-1 0 1 0 0,0-1-1 0 0,0 0 1 0 0,22-22-1 0 0,-27 24-50 0 0,-1-2 1 0 0,0 1-1 0 0,0-1 0 0 0,-1-1 1 0 0,-1 1-1 0 0,0-1 0 0 0,0-1 1 0 0,-1 1-1 0 0,0-1 0 0 0,-1 0 1 0 0,-1-1-1 0 0,0 1 0 0 0,0-1 1 0 0,-1 1-1 0 0,1-18 0 0 0,-4 18-59 0 0,-1 1-1 0 0,0 0 0 0 0,-1-1 0 0 0,0 1 1 0 0,-1 0-1 0 0,0 0 0 0 0,-1 0 0 0 0,0 1 1 0 0,-1-1-1 0 0,0 1 0 0 0,-1 0 1 0 0,0 0-1 0 0,0 1 0 0 0,-1 0 0 0 0,0 0 1 0 0,0 0-1 0 0,-15-12 0 0 0,7 8 29 0 0,0 0 0 0 0,-1 1 0 0 0,0 0 0 0 0,-1 1 1 0 0,-1 1-1 0 0,1 1 0 0 0,-1 1 0 0 0,-1 0 0 0 0,-25-7 0 0 0,14 9-198 0 0,0 1 1 0 0,-1 2-1 0 0,0 0 0 0 0,1 3 1 0 0,-1 0-1 0 0,0 2 1 0 0,1 1-1 0 0,0 2 1 0 0,-1 0-1 0 0,2 3 0 0 0,-1 0 1 0 0,1 2-1 0 0,0 1 1 0 0,-32 17-1 0 0,48-21-263 0 0,2 0 0 0 0,-1 1 0 0 0,1 1 0 0 0,0-1 0 0 0,0 2 1 0 0,1-1-1 0 0,-12 17 0 0 0,14-15-849 0 0,0 1 0 0 0,0 0 0 0 0,2 0 1 0 0,-1 1-1 0 0,2 0 0 0 0,0 0 0 0 0,0 0 1 0 0,1 0-1 0 0,1 1 0 0 0,0 0 0 0 0,-2 26 1 0 0,4-7-1133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7:00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23957 0 0,'21'26'1955'0'0,"81"107"1894"0"0,-84-107-4011 0 0,-2 1 0 0 0,0 1 0 0 0,14 37 0 0 0,-26-54-246 0 0,0-1 0 0 0,-1 1-1 0 0,-1 0 1 0 0,2 13 0 0 0,-4-21 80 0 0,1 1 1 0 0,-1-1-1 0 0,0 0 0 0 0,0 0 0 0 0,0 0 1 0 0,0 0-1 0 0,-1 0 0 0 0,1 0 1 0 0,-1 0-1 0 0,0 0 0 0 0,1 0 0 0 0,-2 0 1 0 0,1 0-1 0 0,0 0 0 0 0,0-1 1 0 0,-1 1-1 0 0,0 0 0 0 0,1-1 0 0 0,-5 5 1 0 0,5-6 174 0 0,1-1-1 0 0,-1 0 1 0 0,0 1 0 0 0,1-1 0 0 0,-1 0 0 0 0,0 0 0 0 0,1 0-1 0 0,-1 0 1 0 0,0 0 0 0 0,0 0 0 0 0,1 0 0 0 0,-1 0 0 0 0,0 0-1 0 0,1 0 1 0 0,-1 0 0 0 0,0 0 0 0 0,1 0 0 0 0,-1 0 0 0 0,0-1-1 0 0,1 1 1 0 0,-1 0 0 0 0,0-1 0 0 0,1 1 0 0 0,-1 0 0 0 0,0-1-1 0 0,1 1 1 0 0,-1-1 0 0 0,1 1 0 0 0,-1-1 0 0 0,1 1 0 0 0,-1-1-1 0 0,1 1 1 0 0,0-1 0 0 0,-1 1 0 0 0,1-1 0 0 0,0 0 0 0 0,-1 0-1 0 0,-16-29-4492 0 0,15 26 3910 0 0,-5-10-983 0 0,1 1 0 0 0,1-1 0 0 0,-4-15 0 0 0,3-4-504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2T11:27:00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24333,'58'20'1737,"1"-3"0,62 10 0,-74-18-1584,-1 1 1,0 3 0,-1 1-1,71 33 1,-111-44-202,1 0 0,0 1 0,0 0 0,-1 0 0,0 0 0,0 0 0,0 1 1,0 0-1,-1 0 0,0 0 0,0 0 0,0 1 0,-1-1 0,1 1 0,-1 0 0,-1 0 0,1 1 0,-1-1 1,0 0-1,-1 1 0,1-1 0,-1 1 0,-1 0 0,1-1 0,-1 1 0,0 0 0,-2 12 0,-4 9-82,-1 1 0,-1 0 0,-2-2-1,0 1 1,-16 27 0,-2 7 415,23-47-145,-1 0-1,2 0 0,0 0 1,0 0-1,2 1 1,0 0-1,0 25 1,2-35-106,0 0 0,1 0 0,0 0 0,0 0 0,1 0 0,-1 0 0,1 0 0,1-1 0,-1 1 0,1-1 0,0 1 0,0-1 0,1 0 0,-1 0 0,1-1 0,0 1 0,0-1 0,1 1 0,0-1 0,-1-1 0,1 1 0,8 4 0,3 0-107,-1-1 0,1-1 0,0 0 0,0-1 0,1-1 0,-1-1 1,1 0-1,0-1 0,25 0 0,-22-2-621,0-1 1,0-2-1,-1 1 0,33-10 0,-35 6-1144,1 0-1,-1-2 0,31-16 0,-35 15-828,0 1-1,0-2 1,-1 0 0,20-21 0,0-8-2032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7:01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472 786 2545 0 0,'-27'7'160'0'0,"0"1"1"0"0,1 2 0 0 0,0 0 0 0 0,-31 18 0 0 0,42-18-363 0 0,-1 0-1 0 0,2 1 0 0 0,0 0 1 0 0,0 1-1 0 0,1 1 1 0 0,0 0-1 0 0,-17 24 0 0 0,7-1 249 0 0,1 0-1 0 0,2 2 1 0 0,1 0-1 0 0,2 1 1 0 0,2 1-1 0 0,2 0 1 0 0,1 1-1 0 0,2 0 1 0 0,-8 82-1 0 0,11-24 194 0 0,3-1 0 0 0,6 1-1 0 0,15 114 1 0 0,-1-93-345 0 0,60 231 0 0 0,-57-289 32 0 0,3 0 0 0 0,2-2 0 0 0,3 0 1 0 0,3-2-1 0 0,49 73 0 0 0,-54-98 89 0 0,1-1-1 0 0,1-1 1 0 0,1-2-1 0 0,2 0 1 0 0,1-2 0 0 0,60 39-1 0 0,-43-36 802 0 0,1-3 0 0 0,2-2 0 0 0,0-2 0 0 0,75 23 0 0 0,-26-20 1127 0 0,2-4 0 0 0,0-4-1 0 0,1-4 1 0 0,204-2-1 0 0,-161-15-1539 0 0,-1-6-1 0 0,276-56 0 0 0,-314 39-390 0 0,-1-4-1 0 0,-2-6 1 0 0,-1-3-1 0 0,146-80 0 0 0,-137 54-430 0 0,-2-4-1 0 0,-3-5 0 0 0,-4-5 0 0 0,-3-4 1 0 0,109-117-1 0 0,-146 131-298 0 0,-4-3 0 0 0,-2-2 1 0 0,-4-2-1 0 0,-4-2 0 0 0,-2-3 1 0 0,-5-2-1 0 0,-3-1 0 0 0,30-95 1 0 0,-44 100 573 0 0,-3-1 1 0 0,-4-1 0 0 0,-3 0 0 0 0,-3-1 0 0 0,0-91 0 0 0,-12 134 104 0 0,-2-1-1 0 0,-1 1 1 0 0,-2-1-1 0 0,-2 1 0 0 0,-2 1 1 0 0,-1-1-1 0 0,-2 1 1 0 0,-1 1-1 0 0,-2 1 1 0 0,-2 0-1 0 0,-1 0 1 0 0,-40-56-1 0 0,32 58 99 0 0,-1 2-1 0 0,-2 1 1 0 0,-1 1 0 0 0,-2 1-1 0 0,-49-34 1 0 0,32 31 172 0 0,-1 1 0 0 0,-1 4 0 0 0,-80-32 0 0 0,36 25 70 0 0,0 6 0 0 0,-2 3 0 0 0,-1 4 0 0 0,-139-10 0 0 0,78 20-449 0 0,-1 7 1 0 0,-1 6 0 0 0,-162 25-1 0 0,150-1-2127 0 0,-183 52 0 0 0,133-14-1562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9:11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2002 8 0 0,'30'2'40'0'0,"-20"-1"769"0"0,-1 0 1 0 0,1 0-1 0 0,0-1 0 0 0,0 0 1 0 0,-1-1-1 0 0,1 0 0 0 0,10-2 1 0 0,-10-2 156 0 0,-9 4-919 0 0,1 1-1 0 0,-1-1 0 0 0,0 1 1 0 0,0-1-1 0 0,1 1 1 0 0,-1-1-1 0 0,0 1 0 0 0,1 0 1 0 0,-1 0-1 0 0,0-1 1 0 0,1 1-1 0 0,-1 0 0 0 0,1 0 1 0 0,-1 1-1 0 0,0-1 1 0 0,1 0-1 0 0,2 1 0 0 0,136 31 601 0 0,-66-14 503 0 0,150 18-1 0 0,520-15 3894 0 0,-658-25-4461 0 0,138-24 0 0 0,83-37 642 0 0,113-17-589 0 0,-249 61-457 0 0,427-70 711 0 0,-511 70-711 0 0,-1-3 0 0 0,-1-4-1 0 0,-1-4 1 0 0,-2-4 0 0 0,-1-3 0 0 0,145-96-1 0 0,-172 98-130 0 0,124-93 122 0 0,-156 111-132 0 0,0-1 0 0 0,-1 0 0 0 0,-1-2 0 0 0,-2-1 0 0 0,23-33 0 0 0,-36 48-15 0 0,0-1 0 0 0,-1 0 0 0 0,0-1-1 0 0,0 1 1 0 0,-1-1 0 0 0,0 1 0 0 0,-1-1 0 0 0,0 0 0 0 0,-1 0 0 0 0,0 0 0 0 0,0 0 0 0 0,-1-11 0 0 0,-2 6-7 0 0,0 0 0 0 0,-1 0 0 0 0,0 0 1 0 0,-1 1-1 0 0,-1-1 0 0 0,0 1 0 0 0,-10-18 0 0 0,-4-2 15 0 0,-3 0-1 0 0,-1 1 0 0 0,-1 1 1 0 0,-1 2-1 0 0,-36-34 1 0 0,14 21-19 0 0,-1 1 0 0 0,-3 3 0 0 0,-71-43 0 0 0,-175-80 19 0 0,190 112 7 0 0,-3 4 0 0 0,-1 5-1 0 0,-2 5 1 0 0,-124-23 0 0 0,84 32-31 0 0,0 6 0 0 0,-257-1 0 0 0,285 24-95 0 0,-1 5 0 0 0,-213 42 1 0 0,255-30 21 0 0,1 3 0 0 0,2 4 1 0 0,0 4-1 0 0,-146 75 1 0 0,166-69-15 0 0,3 2 1 0 0,0 2 0 0 0,3 4 0 0 0,2 1-1 0 0,1 3 1 0 0,3 2 0 0 0,2 2-1 0 0,-44 62 1 0 0,86-106 25 0 0,-179 272-871 0 0,164-240-235 0 0,-28 73 1 0 0,39-85-283 0 0,1 0 1 0 0,1 1-1 0 0,-5 47 0 0 0,11-61-142 0 0,1 0 0 0 0,0-1 0 0 0,3 21 0 0 0,4 0-3152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9:14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1688 10530 0 0,'-2'1'375'0'0,"-17"2"225"0"0,19 0-1497 0 0,11 2 428 0 0,-5-3 332 0 0,0-1-1 0 0,1 0 0 0 0,-1-1 0 0 0,0 1 0 0 0,0-1 0 0 0,1-1 0 0 0,-1 1 0 0 0,0-1 0 0 0,0 0 0 0 0,0 0 0 0 0,9-3 0 0 0,9-5-357 0 0,34-16 1 0 0,-26 10 59 0 0,-7 4 231 0 0,19-9 2 0 0,80-23-1 0 0,-109 39 326 0 0,0 1 0 0 0,0 1 1 0 0,0 0-1 0 0,0 1 0 0 0,0 0 0 0 0,0 2 0 0 0,1-1 1 0 0,-1 2-1 0 0,26 5 0 0 0,14 12 514 0 0,0 1 1 0 0,-1 3-1 0 0,67 40 1 0 0,14 6 61 0 0,-46-29-324 0 0,2-5 0 0 0,1-4 1 0 0,1-3-1 0 0,2-5 0 0 0,0-4 1 0 0,1-4-1 0 0,1-4 1 0 0,0-4-1 0 0,1-5 0 0 0,-1-4 1 0 0,0-4-1 0 0,114-22 0 0 0,-152 17-353 0 0,42-6 110 0 0,190-59 0 0 0,-260 65-63 0 0,-1-1 0 0 0,-1-2 0 0 0,0 0 0 0 0,-1-2 1 0 0,-1-2-1 0 0,0 0 0 0 0,-2-1 0 0 0,0-2 0 0 0,-1-1 0 0 0,30-35 0 0 0,-29 26-54 0 0,-2-1 0 0 0,-1-1 0 0 0,-2-1-1 0 0,-1-1 1 0 0,-1 0 0 0 0,-3-2 0 0 0,-1 0 0 0 0,-1-1 0 0 0,-2 0 0 0 0,-2 0-1 0 0,-2-1 1 0 0,-1 0 0 0 0,1-64 0 0 0,-6 36-2 0 0,-3 1 1 0 0,-3 0-1 0 0,-22-108 0 0 0,19 138 22 0 0,-2 1-1 0 0,-1 0 1 0 0,-2 0-1 0 0,-1 1 1 0 0,-2 1-1 0 0,-1 1 1 0 0,-1 0 0 0 0,-27-34-1 0 0,24 41-60 0 0,-1 1-1 0 0,-1 1 0 0 0,0 1 1 0 0,-2 1-1 0 0,-1 2 1 0 0,0 0-1 0 0,-34-17 1 0 0,19 15 12 0 0,-1 2 0 0 0,-1 1 1 0 0,-1 3-1 0 0,-63-14 0 0 0,29 13 13 0 0,-144-8-1 0 0,-72 22-14 0 0,-528 57 91 0 0,761-48-11 0 0,1 2 0 0 0,0 3 1 0 0,0 2-1 0 0,1 3 0 0 0,-72 32 0 0 0,104-37-292 0 0,-1 2-1 0 0,1 2 1 0 0,1 0-1 0 0,1 1 1 0 0,0 2-1 0 0,2 0 0 0 0,0 2 1 0 0,1 0-1 0 0,1 2 1 0 0,1 0-1 0 0,1 1 0 0 0,-23 39 1 0 0,21-25-2178 0 0,1 2-1 0 0,2 0 1 0 0,-22 77 0 0 0,26-65-1531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9:41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 1874 5585 0 0,'-12'-14'3564'0'0,"8"8"-3411"0"0,1 1 1 0 0,-2 1-1 0 0,1-1 0 0 0,0 0 1 0 0,-1 1-1 0 0,-7-5 0 0 0,25 21-1942 0 0,3 4 1566 0 0,7-1 42 0 0,32 17 0 0 0,-34-23 303 0 0,1 0 0 0 0,0-1 0 0 0,41 10 0 0 0,617 94 5148 0 0,-342-64-4496 0 0,221 29-550 0 0,5-49-300 0 0,52-69-10 0 0,-511 26 190 0 0,0-5 0 0 0,-2-4 0 0 0,181-68 0 0 0,-250 78-46 0 0,0-2 0 0 0,0-2 0 0 0,-2 0-1 0 0,0-3 1 0 0,-2 0 0 0 0,0-2 0 0 0,43-44 0 0 0,-57 51-76 0 0,-1-1-1 0 0,-1-1 1 0 0,-1 0-1 0 0,0-1 1 0 0,-2-1 0 0 0,0 0-1 0 0,-1 0 1 0 0,-1-1-1 0 0,-1 0 1 0 0,-1 0-1 0 0,0-1 1 0 0,-2 0 0 0 0,5-42-1 0 0,-9 31 0 0 0,0 1 0 0 0,-2-1 0 0 0,-2 0 0 0 0,-1 1 0 0 0,-12-51 0 0 0,3 37 21 0 0,-3 0-1 0 0,-1 1 1 0 0,-27-48-1 0 0,18 45-40 0 0,-2 1 0 0 0,-3 1 0 0 0,-1 2 0 0 0,-2 1 0 0 0,-2 1 0 0 0,-2 3 0 0 0,-1 1 0 0 0,-64-48 0 0 0,31 35-79 0 0,-1 3 0 0 0,-140-67-1 0 0,-172-44 104 0 0,229 104 780 0 0,-309-65 0 0 0,367 104-639 0 0,1 4-1 0 0,-1 4 1 0 0,-1 5-1 0 0,-151 13 1 0 0,98 9 68 0 0,-224 57 1 0 0,281-49 65 0 0,1 3-1 0 0,2 5 1 0 0,-126 67 0 0 0,146-61-199 0 0,1 3 0 0 0,3 4 0 0 0,2 2 1 0 0,2 4-1 0 0,2 2 0 0 0,3 2 0 0 0,3 4 0 0 0,-74 102 1 0 0,112-138 1 0 0,0 2 0 0 0,2 0 0 0 0,1 1 0 0 0,2 1 0 0 0,0 0 0 0 0,2 1 0 0 0,-8 36 0 0 0,16-48-136 0 0,0-1 1 0 0,1 0 0 0 0,1 1-1 0 0,0-1 1 0 0,2 1 0 0 0,0-1 0 0 0,1 1-1 0 0,1-1 1 0 0,0 0 0 0 0,2 0 0 0 0,0 0-1 0 0,1-1 1 0 0,1 1 0 0 0,9 16-1 0 0,-3-10-660 0 0,2 0 0 0 0,0-2 0 0 0,1 1 0 0 0,1-2-1 0 0,2-1 1 0 0,0 0 0 0 0,0-1 0 0 0,26 18 0 0 0,-14-15-628 0 0,1-2 0 0 0,1 0 0 0 0,0-3 0 0 0,1 0 0 0 0,49 15 0 0 0,-7-8-1225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9:42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1963 6121 0 0,'-1'2'-22'0'0,"1"0"0"0"0,-1 0 0 0 0,1 0 0 0 0,0 0 0 0 0,0 0 0 0 0,0 0 0 0 0,0 0 0 0 0,0 0 0 0 0,0 0 0 0 0,1 0 0 0 0,-1 0 0 0 0,1 0 0 0 0,-1 0 0 0 0,1 0 0 0 0,0 0 0 0 0,0-1 0 0 0,-1 1 0 0 0,1 0 0 0 0,1 0 0 0 0,-1-1 0 0 0,0 1 0 0 0,0-1 0 0 0,1 1 0 0 0,-1-1 0 0 0,2 2 0 0 0,5 5-74 0 0,0-1 0 0 0,0 0-1 0 0,11 8 1 0 0,8 1 902 0 0,1 0 0 0 0,1-2 0 0 0,0-1 0 0 0,0-2 0 0 0,2 0 0 0 0,-1-2 0 0 0,38 6 0 0 0,224 19 3867 0 0,-268-32-4871 0 0,321 4 998 0 0,1-25-45 0 0,-215 11-241 0 0,737-82 453 0 0,-697 69-922 0 0,888-141 51 0 0,-979 146-27 0 0,113-39 1 0 0,-158 42 28 0 0,-1-1 1 0 0,-1-1-1 0 0,-1-2 1 0 0,0-2-1 0 0,49-36 1 0 0,-67 43-84 0 0,-1 1-1 0 0,0-2 1 0 0,-1 0 0 0 0,0 0 0 0 0,-1-1 0 0 0,-1 0 0 0 0,0-1 0 0 0,-1-1 0 0 0,10-20-1 0 0,-15 25-69 0 0,0 0 0 0 0,-1-1-1 0 0,0 0 1 0 0,0 0 0 0 0,-1 1-1 0 0,-1-1 1 0 0,0-1 0 0 0,0 1-1 0 0,-2 0 1 0 0,1 0 0 0 0,-1 0-1 0 0,-1 0 1 0 0,0 0-1 0 0,-6-17 1 0 0,-4-6-27 0 0,-2 0-1 0 0,-28-50 0 0 0,15 39 121 0 0,-2 3-1 0 0,-65-76 0 0 0,8 28 162 0 0,-139-111 0 0 0,136 131-127 0 0,-2 4 1 0 0,-4 5 0 0 0,-114-57-1 0 0,80 56 10 0 0,-3 7-1 0 0,-145-43 0 0 0,122 58-11 0 0,-1 6-1 0 0,-1 7 1 0 0,-2 7-1 0 0,0 7 1 0 0,0 6 0 0 0,-293 26-1 0 0,343-7 138 0 0,1 5 0 0 0,0 4 1 0 0,-160 53-1 0 0,207-51-213 0 0,1 3 1 0 0,1 2-1 0 0,2 3 1 0 0,1 2-1 0 0,1 2 0 0 0,2 3 1 0 0,-66 59-1 0 0,72-50-747 0 0,1 2 0 0 0,3 2 0 0 0,2 1 0 0 0,-39 66 0 0 0,28-29-4485 0 0,-79 187 0 0 0,75-133-284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02T11:29:43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65 6481 0 0,'-292'-62'1035'0'0,"292"62"-1049"0"0,0 0 1 0 0,0 0-1 0 0,0-1 0 0 0,-1 1 0 0 0,1 0 0 0 0,0 0 1 0 0,0 0-1 0 0,0 0 0 0 0,-1 0 0 0 0,1-1 0 0 0,0 1 1 0 0,0 0-1 0 0,-1 0 0 0 0,1 0 0 0 0,0 0 0 0 0,-1 0 1 0 0,1 0-1 0 0,0 0 0 0 0,0 0 0 0 0,-1 0 0 0 0,1 0 1 0 0,0 0-1 0 0,0 0 0 0 0,-1 0 0 0 0,1 0 0 0 0,0 0 1 0 0,0 0-1 0 0,-1 0 0 0 0,1 1 0 0 0,0-1 0 0 0,0 0 1 0 0,-1 0-1 0 0,1 0 0 0 0,0 0 0 0 0,0 0 0 0 0,-1 1 1 0 0,1-1-1 0 0,0 0 0 0 0,0 0 0 0 0,0 0 0 0 0,0 1 1 0 0,-1-1-1 0 0,1 0 0 0 0,0 0 0 0 0,0 1 0 0 0,0-1 1 0 0,0 0-1 0 0,0 0 0 0 0,0 1 0 0 0,0-1 0 0 0,0 0 1 0 0,0 0-1 0 0,0 1 0 0 0,-1-1 0 0 0,13 18-216 0 0,28 18 223 0 0,2-9 505 0 0,1-2-1 0 0,1-2 1 0 0,1-2 0 0 0,2-2-1 0 0,0-1 1 0 0,0-3 0 0 0,98 17-1 0 0,16-10 968 0 0,178 2 0 0 0,-291-21-1349 0 0,815 13 2315 0 0,153 9-1264 0 0,287 71-1278 0 0,-1139-83 129 0 0,243 12 964 0 0,792-53 0 0 0,-273-125-435 0 0,-269 34-399 0 0,-617 114-756 0 0,1 2 0 0 0,0 1 0 0 0,0 3 0 0 0,79 10 1 0 0,-47 3-5289 0 0,132 44 1 0 0,-103-24 1646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8FA72-7387-ACE6-FB87-EC94C6CE2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A0CE5-010D-6679-64B3-D4643C3F4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C2E18-762F-D86B-C4EE-490D2231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C2AC6-BFF1-55FF-DBAE-BCBDE22C7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DE79D-1638-3BFC-6447-3AA4E5C62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9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B89D8-F6E9-0439-D423-45772AF3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EE334-7F6F-FE3E-2B62-FA0E1730D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BBB81-BAF3-ADF0-41C9-2B7023463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F5773-68B2-AFF4-6022-3DD03399C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B8A5F-0AC1-E2C5-E9F4-34D16F84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B750-8B1B-B5C3-9455-92E23AC6B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02BBF-30FA-D592-B583-744C04DC5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BE4A-27B6-B55C-6216-A56D123A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DE303-AD9E-C294-4FBC-EF56E0D48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686C2-69C8-DE6F-35A9-BDF56EF1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62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5ADE-43E5-70D2-FCF4-6856371B7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50D9A-5726-C60A-434D-DB883A29A4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51C2D-DFB8-E358-C86B-3627773BF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27A33-8EB0-8460-52D8-4090F1C7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4C72F-5ACD-EDAF-E2CC-AF64CBB4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762FE-A156-5EF4-431D-217759C7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93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F8C1-AB9A-9DEB-74F1-148087BD9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5D03C-3DC9-75CB-1043-7766FC6D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49305-FA97-EF85-BA7B-8AE8AFEB3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D68920-39C3-76A6-950C-6870B845D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639E3-F1D9-0757-64AE-F8D47816D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DA64EB-0DAC-8230-881F-529E38B5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4E93A-E7CC-823A-1046-1810322E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F3270-CE8B-5474-FC58-45B785CD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3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FC1C-F630-6667-217C-85934556F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47141-EE9D-9D84-7075-1757C3878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ADEEC7-466D-33EA-0545-11738F9C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62978-AB5F-BD8C-1CCE-AA000615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43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A2AB1A-219F-6C42-E217-9A346A0DE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88ED7-FE6D-0113-9D98-16F95792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3A455-BEB3-4600-0BD3-57CB651E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53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7B9B-C267-DCC0-722F-3B701ACC2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6E940-743D-A35E-DE61-96E75FF37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F3A91-98BE-DECF-2552-21FDBCF37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0E267-B16F-BDE5-3DAA-D3A324120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D317C-F7BF-0899-30D4-7A0C269A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5EF06-1FD3-206A-0FCB-6FD29858E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19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B725A-DA12-F8DC-31CF-37139F64B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552000-8EEC-AFE6-BFF7-A86D302AC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3800C-D750-F00D-259A-C9BC93F1E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58D81-61BE-6170-FADD-26741C17A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C7EBE-4900-0651-72C0-E27FC45C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CE523-10C5-4B51-6E39-8ACCC00F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72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FF7A-1006-5E52-9480-2B28CA97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08D82-0695-4747-1B21-2E42D62C8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D0D33-2D0C-FDF4-61F1-58CCFE69F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D1073-8EA1-3E20-621C-E5EA1468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4B597-6507-578A-FE03-17D5238A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84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24E5C-BE2B-1463-5AF4-A58B6540E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A139C-291C-82AF-1E72-4524F00A3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DA92B-AF1F-00D6-1BC5-145B74E12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578FF-11B3-017A-D204-D254FD69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A9452-D717-CE2F-3D37-3D933EFA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9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55193-6D10-FFD5-C64E-E48DAAE32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3FA97-FAF1-E6A5-4667-13E5E45B8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6E1CA-CF19-AD94-B201-2AB31980FC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971BE-3328-4F95-B125-2B5314FE8F7B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2284-AFDB-F40C-AFD2-0FAB3E5A2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2507C-A928-AA6C-3948-74B0830D1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7F28C-B89D-4026-9935-4B7B9C0B32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3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9.pn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customXml" Target="../ink/ink9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2" Type="http://schemas.openxmlformats.org/officeDocument/2006/relationships/customXml" Target="../ink/ink4.xml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8.png"/><Relationship Id="rId24" Type="http://schemas.openxmlformats.org/officeDocument/2006/relationships/customXml" Target="../ink/ink15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7.xml"/><Relationship Id="rId10" Type="http://schemas.openxmlformats.org/officeDocument/2006/relationships/customXml" Target="../ink/ink8.xml"/><Relationship Id="rId19" Type="http://schemas.openxmlformats.org/officeDocument/2006/relationships/image" Target="../media/image12.png"/><Relationship Id="rId4" Type="http://schemas.openxmlformats.org/officeDocument/2006/relationships/customXml" Target="../ink/ink5.xml"/><Relationship Id="rId9" Type="http://schemas.openxmlformats.org/officeDocument/2006/relationships/image" Target="../media/image7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18.xml"/><Relationship Id="rId7" Type="http://schemas.openxmlformats.org/officeDocument/2006/relationships/customXml" Target="../ink/ink20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19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21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.xml"/><Relationship Id="rId18" Type="http://schemas.openxmlformats.org/officeDocument/2006/relationships/image" Target="../media/image31.png"/><Relationship Id="rId26" Type="http://schemas.openxmlformats.org/officeDocument/2006/relationships/image" Target="../media/image35.png"/><Relationship Id="rId39" Type="http://schemas.openxmlformats.org/officeDocument/2006/relationships/customXml" Target="../ink/ink40.xml"/><Relationship Id="rId21" Type="http://schemas.openxmlformats.org/officeDocument/2006/relationships/customXml" Target="../ink/ink31.xml"/><Relationship Id="rId34" Type="http://schemas.openxmlformats.org/officeDocument/2006/relationships/image" Target="../media/image39.png"/><Relationship Id="rId42" Type="http://schemas.openxmlformats.org/officeDocument/2006/relationships/image" Target="../media/image43.png"/><Relationship Id="rId7" Type="http://schemas.openxmlformats.org/officeDocument/2006/relationships/customXml" Target="../ink/ink24.xml"/><Relationship Id="rId2" Type="http://schemas.openxmlformats.org/officeDocument/2006/relationships/image" Target="../media/image23.jpeg"/><Relationship Id="rId16" Type="http://schemas.openxmlformats.org/officeDocument/2006/relationships/image" Target="../media/image30.png"/><Relationship Id="rId20" Type="http://schemas.openxmlformats.org/officeDocument/2006/relationships/image" Target="../media/image32.png"/><Relationship Id="rId29" Type="http://schemas.openxmlformats.org/officeDocument/2006/relationships/customXml" Target="../ink/ink35.xml"/><Relationship Id="rId41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26.xml"/><Relationship Id="rId24" Type="http://schemas.openxmlformats.org/officeDocument/2006/relationships/image" Target="../media/image34.png"/><Relationship Id="rId32" Type="http://schemas.openxmlformats.org/officeDocument/2006/relationships/image" Target="../media/image38.png"/><Relationship Id="rId37" Type="http://schemas.openxmlformats.org/officeDocument/2006/relationships/customXml" Target="../ink/ink39.xml"/><Relationship Id="rId40" Type="http://schemas.openxmlformats.org/officeDocument/2006/relationships/image" Target="../media/image42.png"/><Relationship Id="rId5" Type="http://schemas.openxmlformats.org/officeDocument/2006/relationships/customXml" Target="../ink/ink23.xml"/><Relationship Id="rId15" Type="http://schemas.openxmlformats.org/officeDocument/2006/relationships/customXml" Target="../ink/ink28.xml"/><Relationship Id="rId23" Type="http://schemas.openxmlformats.org/officeDocument/2006/relationships/customXml" Target="../ink/ink32.xml"/><Relationship Id="rId28" Type="http://schemas.openxmlformats.org/officeDocument/2006/relationships/image" Target="../media/image36.png"/><Relationship Id="rId36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customXml" Target="../ink/ink30.xml"/><Relationship Id="rId31" Type="http://schemas.openxmlformats.org/officeDocument/2006/relationships/customXml" Target="../ink/ink36.xml"/><Relationship Id="rId4" Type="http://schemas.openxmlformats.org/officeDocument/2006/relationships/image" Target="../media/image24.png"/><Relationship Id="rId9" Type="http://schemas.openxmlformats.org/officeDocument/2006/relationships/customXml" Target="../ink/ink25.xml"/><Relationship Id="rId14" Type="http://schemas.openxmlformats.org/officeDocument/2006/relationships/image" Target="../media/image29.png"/><Relationship Id="rId22" Type="http://schemas.openxmlformats.org/officeDocument/2006/relationships/image" Target="../media/image33.png"/><Relationship Id="rId27" Type="http://schemas.openxmlformats.org/officeDocument/2006/relationships/customXml" Target="../ink/ink34.xml"/><Relationship Id="rId30" Type="http://schemas.openxmlformats.org/officeDocument/2006/relationships/image" Target="../media/image37.png"/><Relationship Id="rId35" Type="http://schemas.openxmlformats.org/officeDocument/2006/relationships/customXml" Target="../ink/ink38.xml"/><Relationship Id="rId8" Type="http://schemas.openxmlformats.org/officeDocument/2006/relationships/image" Target="../media/image26.png"/><Relationship Id="rId3" Type="http://schemas.openxmlformats.org/officeDocument/2006/relationships/customXml" Target="../ink/ink22.xml"/><Relationship Id="rId12" Type="http://schemas.openxmlformats.org/officeDocument/2006/relationships/image" Target="../media/image28.png"/><Relationship Id="rId17" Type="http://schemas.openxmlformats.org/officeDocument/2006/relationships/customXml" Target="../ink/ink29.xml"/><Relationship Id="rId25" Type="http://schemas.openxmlformats.org/officeDocument/2006/relationships/customXml" Target="../ink/ink33.xml"/><Relationship Id="rId33" Type="http://schemas.openxmlformats.org/officeDocument/2006/relationships/customXml" Target="../ink/ink37.xml"/><Relationship Id="rId38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4.xml"/><Relationship Id="rId21" Type="http://schemas.openxmlformats.org/officeDocument/2006/relationships/image" Target="../media/image53.png"/><Relationship Id="rId42" Type="http://schemas.openxmlformats.org/officeDocument/2006/relationships/customXml" Target="../ink/ink62.xml"/><Relationship Id="rId47" Type="http://schemas.openxmlformats.org/officeDocument/2006/relationships/image" Target="../media/image66.png"/><Relationship Id="rId63" Type="http://schemas.openxmlformats.org/officeDocument/2006/relationships/image" Target="../media/image74.png"/><Relationship Id="rId68" Type="http://schemas.openxmlformats.org/officeDocument/2006/relationships/customXml" Target="../ink/ink75.xml"/><Relationship Id="rId84" Type="http://schemas.openxmlformats.org/officeDocument/2006/relationships/customXml" Target="../ink/ink83.xml"/><Relationship Id="rId89" Type="http://schemas.openxmlformats.org/officeDocument/2006/relationships/image" Target="../media/image87.png"/><Relationship Id="rId16" Type="http://schemas.openxmlformats.org/officeDocument/2006/relationships/customXml" Target="../ink/ink49.xml"/><Relationship Id="rId11" Type="http://schemas.openxmlformats.org/officeDocument/2006/relationships/image" Target="../media/image48.png"/><Relationship Id="rId32" Type="http://schemas.openxmlformats.org/officeDocument/2006/relationships/customXml" Target="../ink/ink57.xml"/><Relationship Id="rId37" Type="http://schemas.openxmlformats.org/officeDocument/2006/relationships/image" Target="../media/image61.png"/><Relationship Id="rId53" Type="http://schemas.openxmlformats.org/officeDocument/2006/relationships/image" Target="../media/image69.png"/><Relationship Id="rId58" Type="http://schemas.openxmlformats.org/officeDocument/2006/relationships/customXml" Target="../ink/ink70.xml"/><Relationship Id="rId74" Type="http://schemas.openxmlformats.org/officeDocument/2006/relationships/customXml" Target="../ink/ink78.xml"/><Relationship Id="rId79" Type="http://schemas.openxmlformats.org/officeDocument/2006/relationships/image" Target="../media/image82.png"/><Relationship Id="rId102" Type="http://schemas.openxmlformats.org/officeDocument/2006/relationships/customXml" Target="../ink/ink92.xml"/><Relationship Id="rId5" Type="http://schemas.openxmlformats.org/officeDocument/2006/relationships/image" Target="../media/image45.png"/><Relationship Id="rId90" Type="http://schemas.openxmlformats.org/officeDocument/2006/relationships/customXml" Target="../ink/ink86.xml"/><Relationship Id="rId95" Type="http://schemas.openxmlformats.org/officeDocument/2006/relationships/image" Target="../media/image90.png"/><Relationship Id="rId22" Type="http://schemas.openxmlformats.org/officeDocument/2006/relationships/customXml" Target="../ink/ink52.xml"/><Relationship Id="rId27" Type="http://schemas.openxmlformats.org/officeDocument/2006/relationships/image" Target="../media/image56.png"/><Relationship Id="rId43" Type="http://schemas.openxmlformats.org/officeDocument/2006/relationships/image" Target="../media/image64.png"/><Relationship Id="rId48" Type="http://schemas.openxmlformats.org/officeDocument/2006/relationships/customXml" Target="../ink/ink65.xml"/><Relationship Id="rId64" Type="http://schemas.openxmlformats.org/officeDocument/2006/relationships/customXml" Target="../ink/ink73.xml"/><Relationship Id="rId69" Type="http://schemas.openxmlformats.org/officeDocument/2006/relationships/image" Target="../media/image77.png"/><Relationship Id="rId80" Type="http://schemas.openxmlformats.org/officeDocument/2006/relationships/customXml" Target="../ink/ink81.xml"/><Relationship Id="rId85" Type="http://schemas.openxmlformats.org/officeDocument/2006/relationships/image" Target="../media/image85.png"/><Relationship Id="rId12" Type="http://schemas.openxmlformats.org/officeDocument/2006/relationships/customXml" Target="../ink/ink47.xml"/><Relationship Id="rId17" Type="http://schemas.openxmlformats.org/officeDocument/2006/relationships/image" Target="../media/image51.png"/><Relationship Id="rId25" Type="http://schemas.openxmlformats.org/officeDocument/2006/relationships/image" Target="../media/image55.png"/><Relationship Id="rId33" Type="http://schemas.openxmlformats.org/officeDocument/2006/relationships/image" Target="../media/image59.png"/><Relationship Id="rId38" Type="http://schemas.openxmlformats.org/officeDocument/2006/relationships/customXml" Target="../ink/ink60.xml"/><Relationship Id="rId46" Type="http://schemas.openxmlformats.org/officeDocument/2006/relationships/customXml" Target="../ink/ink64.xml"/><Relationship Id="rId59" Type="http://schemas.openxmlformats.org/officeDocument/2006/relationships/image" Target="../media/image72.png"/><Relationship Id="rId67" Type="http://schemas.openxmlformats.org/officeDocument/2006/relationships/image" Target="../media/image76.png"/><Relationship Id="rId103" Type="http://schemas.openxmlformats.org/officeDocument/2006/relationships/image" Target="../media/image94.png"/><Relationship Id="rId20" Type="http://schemas.openxmlformats.org/officeDocument/2006/relationships/customXml" Target="../ink/ink51.xml"/><Relationship Id="rId41" Type="http://schemas.openxmlformats.org/officeDocument/2006/relationships/image" Target="../media/image63.png"/><Relationship Id="rId54" Type="http://schemas.openxmlformats.org/officeDocument/2006/relationships/customXml" Target="../ink/ink68.xml"/><Relationship Id="rId62" Type="http://schemas.openxmlformats.org/officeDocument/2006/relationships/customXml" Target="../ink/ink72.xml"/><Relationship Id="rId70" Type="http://schemas.openxmlformats.org/officeDocument/2006/relationships/customXml" Target="../ink/ink76.xml"/><Relationship Id="rId75" Type="http://schemas.openxmlformats.org/officeDocument/2006/relationships/image" Target="../media/image80.png"/><Relationship Id="rId83" Type="http://schemas.openxmlformats.org/officeDocument/2006/relationships/image" Target="../media/image84.png"/><Relationship Id="rId88" Type="http://schemas.openxmlformats.org/officeDocument/2006/relationships/customXml" Target="../ink/ink85.xml"/><Relationship Id="rId91" Type="http://schemas.openxmlformats.org/officeDocument/2006/relationships/image" Target="../media/image88.png"/><Relationship Id="rId96" Type="http://schemas.openxmlformats.org/officeDocument/2006/relationships/customXml" Target="../ink/ink89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4.xml"/><Relationship Id="rId15" Type="http://schemas.openxmlformats.org/officeDocument/2006/relationships/image" Target="../media/image50.png"/><Relationship Id="rId23" Type="http://schemas.openxmlformats.org/officeDocument/2006/relationships/image" Target="../media/image54.png"/><Relationship Id="rId28" Type="http://schemas.openxmlformats.org/officeDocument/2006/relationships/customXml" Target="../ink/ink55.xml"/><Relationship Id="rId36" Type="http://schemas.openxmlformats.org/officeDocument/2006/relationships/customXml" Target="../ink/ink59.xml"/><Relationship Id="rId49" Type="http://schemas.openxmlformats.org/officeDocument/2006/relationships/image" Target="../media/image67.png"/><Relationship Id="rId57" Type="http://schemas.openxmlformats.org/officeDocument/2006/relationships/image" Target="../media/image71.png"/><Relationship Id="rId10" Type="http://schemas.openxmlformats.org/officeDocument/2006/relationships/customXml" Target="../ink/ink46.xml"/><Relationship Id="rId31" Type="http://schemas.openxmlformats.org/officeDocument/2006/relationships/image" Target="../media/image58.png"/><Relationship Id="rId44" Type="http://schemas.openxmlformats.org/officeDocument/2006/relationships/customXml" Target="../ink/ink63.xml"/><Relationship Id="rId52" Type="http://schemas.openxmlformats.org/officeDocument/2006/relationships/customXml" Target="../ink/ink67.xml"/><Relationship Id="rId60" Type="http://schemas.openxmlformats.org/officeDocument/2006/relationships/customXml" Target="../ink/ink71.xml"/><Relationship Id="rId65" Type="http://schemas.openxmlformats.org/officeDocument/2006/relationships/image" Target="../media/image75.png"/><Relationship Id="rId73" Type="http://schemas.openxmlformats.org/officeDocument/2006/relationships/image" Target="../media/image79.png"/><Relationship Id="rId78" Type="http://schemas.openxmlformats.org/officeDocument/2006/relationships/customXml" Target="../ink/ink80.xml"/><Relationship Id="rId81" Type="http://schemas.openxmlformats.org/officeDocument/2006/relationships/image" Target="../media/image83.png"/><Relationship Id="rId86" Type="http://schemas.openxmlformats.org/officeDocument/2006/relationships/customXml" Target="../ink/ink84.xml"/><Relationship Id="rId94" Type="http://schemas.openxmlformats.org/officeDocument/2006/relationships/customXml" Target="../ink/ink88.xml"/><Relationship Id="rId99" Type="http://schemas.openxmlformats.org/officeDocument/2006/relationships/image" Target="../media/image92.png"/><Relationship Id="rId101" Type="http://schemas.openxmlformats.org/officeDocument/2006/relationships/image" Target="../media/image93.png"/><Relationship Id="rId4" Type="http://schemas.openxmlformats.org/officeDocument/2006/relationships/customXml" Target="../ink/ink43.xml"/><Relationship Id="rId9" Type="http://schemas.openxmlformats.org/officeDocument/2006/relationships/image" Target="../media/image47.png"/><Relationship Id="rId13" Type="http://schemas.openxmlformats.org/officeDocument/2006/relationships/image" Target="../media/image49.png"/><Relationship Id="rId18" Type="http://schemas.openxmlformats.org/officeDocument/2006/relationships/customXml" Target="../ink/ink50.xml"/><Relationship Id="rId39" Type="http://schemas.openxmlformats.org/officeDocument/2006/relationships/image" Target="../media/image62.png"/><Relationship Id="rId34" Type="http://schemas.openxmlformats.org/officeDocument/2006/relationships/customXml" Target="../ink/ink58.xml"/><Relationship Id="rId50" Type="http://schemas.openxmlformats.org/officeDocument/2006/relationships/customXml" Target="../ink/ink66.xml"/><Relationship Id="rId55" Type="http://schemas.openxmlformats.org/officeDocument/2006/relationships/image" Target="../media/image70.png"/><Relationship Id="rId76" Type="http://schemas.openxmlformats.org/officeDocument/2006/relationships/customXml" Target="../ink/ink79.xml"/><Relationship Id="rId97" Type="http://schemas.openxmlformats.org/officeDocument/2006/relationships/image" Target="../media/image91.png"/><Relationship Id="rId7" Type="http://schemas.openxmlformats.org/officeDocument/2006/relationships/image" Target="../media/image46.png"/><Relationship Id="rId71" Type="http://schemas.openxmlformats.org/officeDocument/2006/relationships/image" Target="../media/image78.png"/><Relationship Id="rId92" Type="http://schemas.openxmlformats.org/officeDocument/2006/relationships/customXml" Target="../ink/ink87.xml"/><Relationship Id="rId2" Type="http://schemas.openxmlformats.org/officeDocument/2006/relationships/customXml" Target="../ink/ink42.xml"/><Relationship Id="rId29" Type="http://schemas.openxmlformats.org/officeDocument/2006/relationships/image" Target="../media/image57.png"/><Relationship Id="rId24" Type="http://schemas.openxmlformats.org/officeDocument/2006/relationships/customXml" Target="../ink/ink53.xml"/><Relationship Id="rId40" Type="http://schemas.openxmlformats.org/officeDocument/2006/relationships/customXml" Target="../ink/ink61.xml"/><Relationship Id="rId45" Type="http://schemas.openxmlformats.org/officeDocument/2006/relationships/image" Target="../media/image65.png"/><Relationship Id="rId66" Type="http://schemas.openxmlformats.org/officeDocument/2006/relationships/customXml" Target="../ink/ink74.xml"/><Relationship Id="rId87" Type="http://schemas.openxmlformats.org/officeDocument/2006/relationships/image" Target="../media/image86.png"/><Relationship Id="rId61" Type="http://schemas.openxmlformats.org/officeDocument/2006/relationships/image" Target="../media/image73.png"/><Relationship Id="rId82" Type="http://schemas.openxmlformats.org/officeDocument/2006/relationships/customXml" Target="../ink/ink82.xml"/><Relationship Id="rId19" Type="http://schemas.openxmlformats.org/officeDocument/2006/relationships/image" Target="../media/image52.png"/><Relationship Id="rId14" Type="http://schemas.openxmlformats.org/officeDocument/2006/relationships/customXml" Target="../ink/ink48.xml"/><Relationship Id="rId30" Type="http://schemas.openxmlformats.org/officeDocument/2006/relationships/customXml" Target="../ink/ink56.xml"/><Relationship Id="rId35" Type="http://schemas.openxmlformats.org/officeDocument/2006/relationships/image" Target="../media/image60.png"/><Relationship Id="rId56" Type="http://schemas.openxmlformats.org/officeDocument/2006/relationships/customXml" Target="../ink/ink69.xml"/><Relationship Id="rId77" Type="http://schemas.openxmlformats.org/officeDocument/2006/relationships/image" Target="../media/image81.png"/><Relationship Id="rId100" Type="http://schemas.openxmlformats.org/officeDocument/2006/relationships/customXml" Target="../ink/ink91.xml"/><Relationship Id="rId8" Type="http://schemas.openxmlformats.org/officeDocument/2006/relationships/customXml" Target="../ink/ink45.xml"/><Relationship Id="rId51" Type="http://schemas.openxmlformats.org/officeDocument/2006/relationships/image" Target="../media/image68.png"/><Relationship Id="rId72" Type="http://schemas.openxmlformats.org/officeDocument/2006/relationships/customXml" Target="../ink/ink77.xml"/><Relationship Id="rId93" Type="http://schemas.openxmlformats.org/officeDocument/2006/relationships/image" Target="../media/image89.png"/><Relationship Id="rId98" Type="http://schemas.openxmlformats.org/officeDocument/2006/relationships/customXml" Target="../ink/ink90.xml"/><Relationship Id="rId3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96.xml"/><Relationship Id="rId3" Type="http://schemas.openxmlformats.org/officeDocument/2006/relationships/image" Target="../media/image95.png"/><Relationship Id="rId7" Type="http://schemas.openxmlformats.org/officeDocument/2006/relationships/image" Target="../media/image97.png"/><Relationship Id="rId2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5.xml"/><Relationship Id="rId11" Type="http://schemas.openxmlformats.org/officeDocument/2006/relationships/image" Target="../media/image99.png"/><Relationship Id="rId5" Type="http://schemas.openxmlformats.org/officeDocument/2006/relationships/image" Target="../media/image96.png"/><Relationship Id="rId10" Type="http://schemas.openxmlformats.org/officeDocument/2006/relationships/customXml" Target="../ink/ink97.xml"/><Relationship Id="rId4" Type="http://schemas.openxmlformats.org/officeDocument/2006/relationships/customXml" Target="../ink/ink94.xml"/><Relationship Id="rId9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BC91C-431A-663C-2317-E6028D8DE1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8-dars(Model Building)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D7D79-78C0-4CA3-3881-B4D635186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30366"/>
            <a:ext cx="9144000" cy="627434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40323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D9BD-6281-E51E-6E8B-D412B900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34FD1-DC48-D2E2-EEE3-2CC367028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Cross validation</a:t>
            </a:r>
          </a:p>
          <a:p>
            <a:pPr lvl="1"/>
            <a:r>
              <a:rPr lang="en-US" dirty="0"/>
              <a:t>K-Fold</a:t>
            </a:r>
          </a:p>
          <a:p>
            <a:r>
              <a:rPr lang="en-US" dirty="0" err="1"/>
              <a:t>Amaliy</a:t>
            </a:r>
            <a:endParaRPr lang="en-US" dirty="0"/>
          </a:p>
          <a:p>
            <a:pPr lvl="1"/>
            <a:r>
              <a:rPr lang="en-US" dirty="0"/>
              <a:t>Regression</a:t>
            </a:r>
          </a:p>
          <a:p>
            <a:pPr lvl="1"/>
            <a:r>
              <a:rPr lang="en-US" dirty="0"/>
              <a:t>Classification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A21184-6B05-758B-6D98-1A6737BE4C18}"/>
                  </a:ext>
                </a:extLst>
              </p14:cNvPr>
              <p14:cNvContentPartPr/>
              <p14:nvPr/>
            </p14:nvContentPartPr>
            <p14:xfrm>
              <a:off x="973800" y="1685160"/>
              <a:ext cx="2634120" cy="3578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A21184-6B05-758B-6D98-1A6737BE4C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4440" y="1675800"/>
                <a:ext cx="2652840" cy="359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195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67821-7130-A3CA-0FE6-B27C652E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0107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C42AB-3F70-B05A-0FEC-DECDDAA3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01262-F62F-9C8A-C24B-D6616549B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taxlili</a:t>
            </a:r>
            <a:endParaRPr lang="en-US" dirty="0"/>
          </a:p>
          <a:p>
            <a:r>
              <a:rPr lang="en-US" dirty="0"/>
              <a:t>Algorithms</a:t>
            </a:r>
          </a:p>
          <a:p>
            <a:pPr lvl="1"/>
            <a:r>
              <a:rPr lang="en-US" dirty="0"/>
              <a:t>Linear</a:t>
            </a:r>
          </a:p>
          <a:p>
            <a:pPr lvl="2"/>
            <a:r>
              <a:rPr lang="en-US" dirty="0"/>
              <a:t>Linear Regression</a:t>
            </a:r>
          </a:p>
          <a:p>
            <a:pPr lvl="2"/>
            <a:r>
              <a:rPr lang="en-US" dirty="0"/>
              <a:t>Logistic Regression</a:t>
            </a:r>
          </a:p>
          <a:p>
            <a:pPr lvl="1"/>
            <a:r>
              <a:rPr lang="en-US" dirty="0"/>
              <a:t>Tree – Based</a:t>
            </a:r>
          </a:p>
          <a:p>
            <a:pPr lvl="2"/>
            <a:r>
              <a:rPr lang="en-US" dirty="0"/>
              <a:t>Decision Tree</a:t>
            </a:r>
          </a:p>
          <a:p>
            <a:pPr lvl="2"/>
            <a:r>
              <a:rPr lang="en-US" dirty="0"/>
              <a:t>Random Forest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563C808-8D6E-4E13-2D25-1FAD82AAA8DA}"/>
                  </a:ext>
                </a:extLst>
              </p14:cNvPr>
              <p14:cNvContentPartPr/>
              <p14:nvPr/>
            </p14:nvContentPartPr>
            <p14:xfrm>
              <a:off x="559800" y="1417680"/>
              <a:ext cx="10482120" cy="5441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563C808-8D6E-4E13-2D25-1FAD82AAA8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440" y="1408320"/>
                <a:ext cx="10500840" cy="546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904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42EF2-CDC5-93AD-07D9-B5248F71A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516A-B100-3586-50B3-FB44EB7C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/>
              <a:t>K-cross validation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CD9A78-ED47-2B12-4B29-18C8FDAB43EC}"/>
                  </a:ext>
                </a:extLst>
              </p14:cNvPr>
              <p14:cNvContentPartPr/>
              <p14:nvPr/>
            </p14:nvContentPartPr>
            <p14:xfrm>
              <a:off x="4186800" y="2651400"/>
              <a:ext cx="4217760" cy="121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CD9A78-ED47-2B12-4B29-18C8FDAB43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7440" y="2642040"/>
                <a:ext cx="4236480" cy="123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8084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89A7C-3403-8A10-9A35-B7854E780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4102F-DE21-7FE5-4938-63C3EF0B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1CB6A-1F40-CCD3-AF85-B0D5F9901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 validation</a:t>
            </a:r>
          </a:p>
          <a:p>
            <a:pPr lvl="1"/>
            <a:r>
              <a:rPr lang="en-US" dirty="0"/>
              <a:t>SML model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ko’rilmagan</a:t>
            </a:r>
            <a:r>
              <a:rPr lang="en-US" dirty="0"/>
              <a:t> dataset bn </a:t>
            </a:r>
            <a:r>
              <a:rPr lang="en-US" dirty="0" err="1"/>
              <a:t>ishlashini</a:t>
            </a:r>
            <a:r>
              <a:rPr lang="en-US" dirty="0"/>
              <a:t>(</a:t>
            </a:r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yomon</a:t>
            </a:r>
            <a:r>
              <a:rPr lang="en-US" dirty="0"/>
              <a:t>) </a:t>
            </a:r>
            <a:r>
              <a:rPr lang="en-US" dirty="0" err="1"/>
              <a:t>baxolash</a:t>
            </a:r>
            <a:r>
              <a:rPr lang="en-US" dirty="0"/>
              <a:t> </a:t>
            </a:r>
            <a:r>
              <a:rPr lang="en-US" dirty="0" err="1"/>
              <a:t>usuli</a:t>
            </a:r>
            <a:endParaRPr lang="en-US" dirty="0"/>
          </a:p>
          <a:p>
            <a:r>
              <a:rPr lang="en-US" dirty="0" err="1"/>
              <a:t>Turlari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K-Fold cross validation</a:t>
            </a:r>
          </a:p>
          <a:p>
            <a:pPr lvl="1"/>
            <a:r>
              <a:rPr lang="en-US" dirty="0"/>
              <a:t>Stratified K-Fold Cross Validation</a:t>
            </a:r>
          </a:p>
          <a:p>
            <a:pPr lvl="1"/>
            <a:r>
              <a:rPr lang="en-US" dirty="0"/>
              <a:t>Leave-One-Out Cross Validation (LOOCV)</a:t>
            </a:r>
          </a:p>
          <a:p>
            <a:pPr lvl="1"/>
            <a:r>
              <a:rPr lang="en-US" dirty="0"/>
              <a:t>Leave-P-Out Cross Validation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769FC9E-8C47-8F76-70DB-F5B3BED7D6F2}"/>
                  </a:ext>
                </a:extLst>
              </p14:cNvPr>
              <p14:cNvContentPartPr/>
              <p14:nvPr/>
            </p14:nvContentPartPr>
            <p14:xfrm>
              <a:off x="565200" y="343080"/>
              <a:ext cx="11302560" cy="6176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769FC9E-8C47-8F76-70DB-F5B3BED7D6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5840" y="333720"/>
                <a:ext cx="11321280" cy="619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0055D517-DE19-CD96-3433-C9D9DC76D1A9}"/>
              </a:ext>
            </a:extLst>
          </p:cNvPr>
          <p:cNvGrpSpPr/>
          <p:nvPr/>
        </p:nvGrpSpPr>
        <p:grpSpPr>
          <a:xfrm>
            <a:off x="8494644" y="388325"/>
            <a:ext cx="3215520" cy="1801440"/>
            <a:chOff x="8494644" y="388325"/>
            <a:chExt cx="3215520" cy="180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AC46757-EC0F-01BF-25DC-7F06677447F5}"/>
                    </a:ext>
                  </a:extLst>
                </p14:cNvPr>
                <p14:cNvContentPartPr/>
                <p14:nvPr/>
              </p14:nvContentPartPr>
              <p14:xfrm>
                <a:off x="9496164" y="488045"/>
                <a:ext cx="484200" cy="252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AC46757-EC0F-01BF-25DC-7F06677447F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90044" y="481925"/>
                  <a:ext cx="496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FEB909B-CF09-E5A5-C0A0-363A2D0AAE36}"/>
                    </a:ext>
                  </a:extLst>
                </p14:cNvPr>
                <p14:cNvContentPartPr/>
                <p14:nvPr/>
              </p14:nvContentPartPr>
              <p14:xfrm>
                <a:off x="10098804" y="441605"/>
                <a:ext cx="372600" cy="340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FEB909B-CF09-E5A5-C0A0-363A2D0AAE3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92684" y="435485"/>
                  <a:ext cx="3848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FF18B80-B747-E3FD-96B2-185FB726CEF3}"/>
                    </a:ext>
                  </a:extLst>
                </p14:cNvPr>
                <p14:cNvContentPartPr/>
                <p14:nvPr/>
              </p14:nvContentPartPr>
              <p14:xfrm>
                <a:off x="10519644" y="476165"/>
                <a:ext cx="378360" cy="328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FF18B80-B747-E3FD-96B2-185FB726CE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13524" y="470045"/>
                  <a:ext cx="3906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1E1EA16-A7A4-D4B8-6025-75F4AA72DE41}"/>
                    </a:ext>
                  </a:extLst>
                </p14:cNvPr>
                <p14:cNvContentPartPr/>
                <p14:nvPr/>
              </p14:nvContentPartPr>
              <p14:xfrm>
                <a:off x="10073604" y="388325"/>
                <a:ext cx="549720" cy="510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1E1EA16-A7A4-D4B8-6025-75F4AA72DE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67484" y="382205"/>
                  <a:ext cx="56196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E9DECA-ABC5-F996-D95B-E70DBAB6F1BD}"/>
                    </a:ext>
                  </a:extLst>
                </p14:cNvPr>
                <p14:cNvContentPartPr/>
                <p14:nvPr/>
              </p14:nvContentPartPr>
              <p14:xfrm>
                <a:off x="10387884" y="1009325"/>
                <a:ext cx="80280" cy="232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E9DECA-ABC5-F996-D95B-E70DBAB6F1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381764" y="1003205"/>
                  <a:ext cx="925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3DB4CA-4C66-249E-8868-FE5CE3146342}"/>
                    </a:ext>
                  </a:extLst>
                </p14:cNvPr>
                <p14:cNvContentPartPr/>
                <p14:nvPr/>
              </p14:nvContentPartPr>
              <p14:xfrm>
                <a:off x="10207164" y="1116965"/>
                <a:ext cx="247680" cy="180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3DB4CA-4C66-249E-8868-FE5CE314634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01044" y="1110845"/>
                  <a:ext cx="2599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BDC5843-D0BB-048C-8966-CCA5E9DCDABE}"/>
                    </a:ext>
                  </a:extLst>
                </p14:cNvPr>
                <p14:cNvContentPartPr/>
                <p14:nvPr/>
              </p14:nvContentPartPr>
              <p14:xfrm>
                <a:off x="9438204" y="1474445"/>
                <a:ext cx="176400" cy="715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BDC5843-D0BB-048C-8966-CCA5E9DCDAB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32084" y="1468325"/>
                  <a:ext cx="18864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7492E2D-0A17-4F94-EAE9-5DD8D63F80B7}"/>
                    </a:ext>
                  </a:extLst>
                </p14:cNvPr>
                <p14:cNvContentPartPr/>
                <p14:nvPr/>
              </p14:nvContentPartPr>
              <p14:xfrm>
                <a:off x="9283044" y="2006165"/>
                <a:ext cx="600120" cy="133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492E2D-0A17-4F94-EAE9-5DD8D63F80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76924" y="2000045"/>
                  <a:ext cx="612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153A622-1737-1867-38D8-02FE6F963472}"/>
                    </a:ext>
                  </a:extLst>
                </p14:cNvPr>
                <p14:cNvContentPartPr/>
                <p14:nvPr/>
              </p14:nvContentPartPr>
              <p14:xfrm>
                <a:off x="9462324" y="1114805"/>
                <a:ext cx="2247840" cy="292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153A622-1737-1867-38D8-02FE6F9634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56204" y="1108685"/>
                  <a:ext cx="22600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99E6F70-872F-2012-2F80-BFEBF4B68D36}"/>
                    </a:ext>
                  </a:extLst>
                </p14:cNvPr>
                <p14:cNvContentPartPr/>
                <p14:nvPr/>
              </p14:nvContentPartPr>
              <p14:xfrm>
                <a:off x="8494644" y="1794125"/>
                <a:ext cx="1007280" cy="223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99E6F70-872F-2012-2F80-BFEBF4B68D3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88524" y="1788005"/>
                  <a:ext cx="1019520" cy="23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FD8897C-1353-8BCB-F3EB-5C8757535F83}"/>
                  </a:ext>
                </a:extLst>
              </p14:cNvPr>
              <p14:cNvContentPartPr/>
              <p14:nvPr/>
            </p14:nvContentPartPr>
            <p14:xfrm>
              <a:off x="1710804" y="4200725"/>
              <a:ext cx="2005920" cy="853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FD8897C-1353-8BCB-F3EB-5C8757535F8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704684" y="4194605"/>
                <a:ext cx="20181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0058838-A756-AFE1-CDBE-7CD4D404F631}"/>
                  </a:ext>
                </a:extLst>
              </p14:cNvPr>
              <p14:cNvContentPartPr/>
              <p14:nvPr/>
            </p14:nvContentPartPr>
            <p14:xfrm>
              <a:off x="1657884" y="4523285"/>
              <a:ext cx="2653560" cy="1440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0058838-A756-AFE1-CDBE-7CD4D404F63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51764" y="4517165"/>
                <a:ext cx="26658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A68C177-648B-0264-3916-8DACD094F9AA}"/>
                  </a:ext>
                </a:extLst>
              </p14:cNvPr>
              <p14:cNvContentPartPr/>
              <p14:nvPr/>
            </p14:nvContentPartPr>
            <p14:xfrm>
              <a:off x="1762644" y="4904525"/>
              <a:ext cx="2582640" cy="195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A68C177-648B-0264-3916-8DACD094F9A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56524" y="4898405"/>
                <a:ext cx="2594880" cy="20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5452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FB6F5-268E-A892-0724-BC7F0B154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43C75-58BD-F1E3-7112-6C4CE4368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02ADF-160C-A2DD-19F9-CD3E7ACFF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split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K-Fold split</a:t>
            </a:r>
          </a:p>
          <a:p>
            <a:pPr lvl="1"/>
            <a:r>
              <a:rPr lang="en-US" dirty="0" err="1"/>
              <a:t>Datasetni</a:t>
            </a:r>
            <a:r>
              <a:rPr lang="en-US" dirty="0"/>
              <a:t> k ta </a:t>
            </a:r>
            <a:r>
              <a:rPr lang="en-US" dirty="0" err="1"/>
              <a:t>teng</a:t>
            </a:r>
            <a:r>
              <a:rPr lang="en-US" dirty="0"/>
              <a:t> </a:t>
            </a:r>
            <a:r>
              <a:rPr lang="en-US" dirty="0" err="1"/>
              <a:t>qismlarga</a:t>
            </a:r>
            <a:r>
              <a:rPr lang="en-US" dirty="0"/>
              <a:t> </a:t>
            </a:r>
            <a:r>
              <a:rPr lang="en-US" dirty="0" err="1"/>
              <a:t>ajrating</a:t>
            </a:r>
            <a:endParaRPr lang="en-US" dirty="0"/>
          </a:p>
          <a:p>
            <a:pPr lvl="1"/>
            <a:r>
              <a:rPr lang="en-US" dirty="0"/>
              <a:t>Train k-1 folds</a:t>
            </a:r>
          </a:p>
          <a:p>
            <a:pPr lvl="1"/>
            <a:r>
              <a:rPr lang="en-US" dirty="0"/>
              <a:t>Test (</a:t>
            </a:r>
            <a:r>
              <a:rPr lang="en-US" dirty="0" err="1"/>
              <a:t>qolganini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CDD02-C5FF-04C6-A4E2-AF3A5A6F1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523" y="2558880"/>
            <a:ext cx="9344025" cy="9620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4B91FFE-569F-6222-6E21-691D9D3F417A}"/>
                  </a:ext>
                </a:extLst>
              </p14:cNvPr>
              <p14:cNvContentPartPr/>
              <p14:nvPr/>
            </p14:nvContentPartPr>
            <p14:xfrm>
              <a:off x="456480" y="612720"/>
              <a:ext cx="11381040" cy="5797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4B91FFE-569F-6222-6E21-691D9D3F41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7120" y="603360"/>
                <a:ext cx="11399760" cy="581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43E174A6-64C5-FDC2-49C2-D4F05EF18ADB}"/>
              </a:ext>
            </a:extLst>
          </p:cNvPr>
          <p:cNvGrpSpPr/>
          <p:nvPr/>
        </p:nvGrpSpPr>
        <p:grpSpPr>
          <a:xfrm>
            <a:off x="5189844" y="5666285"/>
            <a:ext cx="3219120" cy="848160"/>
            <a:chOff x="5189844" y="5666285"/>
            <a:chExt cx="3219120" cy="84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55CA588-D203-2CBF-9C47-6090F93314CF}"/>
                    </a:ext>
                  </a:extLst>
                </p14:cNvPr>
                <p14:cNvContentPartPr/>
                <p14:nvPr/>
              </p14:nvContentPartPr>
              <p14:xfrm>
                <a:off x="5189844" y="5831165"/>
                <a:ext cx="784080" cy="683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55CA588-D203-2CBF-9C47-6090F93314C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83724" y="5825045"/>
                  <a:ext cx="79632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46145DC-D646-6189-CA8F-C60FC14D9C34}"/>
                    </a:ext>
                  </a:extLst>
                </p14:cNvPr>
                <p14:cNvContentPartPr/>
                <p14:nvPr/>
              </p14:nvContentPartPr>
              <p14:xfrm>
                <a:off x="6288204" y="5723885"/>
                <a:ext cx="814320" cy="485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46145DC-D646-6189-CA8F-C60FC14D9C3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82084" y="5717765"/>
                  <a:ext cx="8265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01ABA8-A9AA-B3AC-F877-AE48E75A16A1}"/>
                    </a:ext>
                  </a:extLst>
                </p14:cNvPr>
                <p14:cNvContentPartPr/>
                <p14:nvPr/>
              </p14:nvContentPartPr>
              <p14:xfrm>
                <a:off x="7720284" y="5666285"/>
                <a:ext cx="688680" cy="434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01ABA8-A9AA-B3AC-F877-AE48E75A16A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14164" y="5660165"/>
                  <a:ext cx="700920" cy="447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06961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D6A41-BB62-0370-EBBF-169BAAD10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45ABA-461B-BC97-6FD7-5EB83CCC3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</a:t>
            </a:r>
          </a:p>
        </p:txBody>
      </p:sp>
      <p:pic>
        <p:nvPicPr>
          <p:cNvPr id="1026" name="Picture 2" descr="Understanding Cross-Validation | Aptech">
            <a:extLst>
              <a:ext uri="{FF2B5EF4-FFF2-40B4-BE49-F238E27FC236}">
                <a16:creationId xmlns:a16="http://schemas.microsoft.com/office/drawing/2014/main" id="{0334CF26-192B-A67D-177E-58CB8343F9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284" y="1825625"/>
            <a:ext cx="510743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FAE042-D732-0C8D-5733-609410523656}"/>
                  </a:ext>
                </a:extLst>
              </p14:cNvPr>
              <p14:cNvContentPartPr/>
              <p14:nvPr/>
            </p14:nvContentPartPr>
            <p14:xfrm>
              <a:off x="1746360" y="114840"/>
              <a:ext cx="10064880" cy="672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FAE042-D732-0C8D-5733-6094105236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7000" y="105480"/>
                <a:ext cx="10083600" cy="67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8B69A4D-DA57-2417-A279-CBD74EDFEC7E}"/>
                  </a:ext>
                </a:extLst>
              </p14:cNvPr>
              <p14:cNvContentPartPr/>
              <p14:nvPr/>
            </p14:nvContentPartPr>
            <p14:xfrm>
              <a:off x="6386844" y="522605"/>
              <a:ext cx="2777040" cy="1408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8B69A4D-DA57-2417-A279-CBD74EDFEC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80724" y="516485"/>
                <a:ext cx="2789280" cy="14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AFA0E38-B211-5D76-BED0-16523A1CB62B}"/>
                  </a:ext>
                </a:extLst>
              </p14:cNvPr>
              <p14:cNvContentPartPr/>
              <p14:nvPr/>
            </p14:nvContentPartPr>
            <p14:xfrm>
              <a:off x="6268764" y="134525"/>
              <a:ext cx="3108240" cy="1938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AFA0E38-B211-5D76-BED0-16523A1CB62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14764" y="26885"/>
                <a:ext cx="3215880" cy="21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86B63A3-D975-839C-56BB-B1B463BF38C1}"/>
                  </a:ext>
                </a:extLst>
              </p14:cNvPr>
              <p14:cNvContentPartPr/>
              <p14:nvPr/>
            </p14:nvContentPartPr>
            <p14:xfrm>
              <a:off x="823764" y="1544990"/>
              <a:ext cx="15120" cy="54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86B63A3-D975-839C-56BB-B1B463BF38C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9764" y="1437350"/>
                <a:ext cx="1227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2DE17C8-5CD8-58D8-8AE7-1011DA7841FA}"/>
                  </a:ext>
                </a:extLst>
              </p14:cNvPr>
              <p14:cNvContentPartPr/>
              <p14:nvPr/>
            </p14:nvContentPartPr>
            <p14:xfrm>
              <a:off x="852564" y="1323230"/>
              <a:ext cx="5009040" cy="287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2DE17C8-5CD8-58D8-8AE7-1011DA7841F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8564" y="1215590"/>
                <a:ext cx="511668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8F2A119-B15E-E28E-96F2-AA77BDD3295C}"/>
                  </a:ext>
                </a:extLst>
              </p14:cNvPr>
              <p14:cNvContentPartPr/>
              <p14:nvPr/>
            </p14:nvContentPartPr>
            <p14:xfrm>
              <a:off x="7813884" y="1754150"/>
              <a:ext cx="591840" cy="63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8F2A119-B15E-E28E-96F2-AA77BDD3295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60244" y="1646150"/>
                <a:ext cx="69948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9AA7578-3A51-A641-7434-B4E6E8558BCC}"/>
                  </a:ext>
                </a:extLst>
              </p14:cNvPr>
              <p14:cNvContentPartPr/>
              <p14:nvPr/>
            </p14:nvContentPartPr>
            <p14:xfrm>
              <a:off x="6091284" y="176990"/>
              <a:ext cx="2598120" cy="1975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9AA7578-3A51-A641-7434-B4E6E8558BC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37284" y="68990"/>
                <a:ext cx="2705760" cy="21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43647F9-1F47-5A97-536E-451A8AE8D8D6}"/>
                  </a:ext>
                </a:extLst>
              </p14:cNvPr>
              <p14:cNvContentPartPr/>
              <p14:nvPr/>
            </p14:nvContentPartPr>
            <p14:xfrm>
              <a:off x="6014244" y="99950"/>
              <a:ext cx="3398400" cy="1881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43647F9-1F47-5A97-536E-451A8AE8D8D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60244" y="-7690"/>
                <a:ext cx="3506040" cy="20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A521098-F46A-F8DD-F003-92EA32BFDBE9}"/>
                  </a:ext>
                </a:extLst>
              </p14:cNvPr>
              <p14:cNvContentPartPr/>
              <p14:nvPr/>
            </p14:nvContentPartPr>
            <p14:xfrm>
              <a:off x="7652244" y="1110110"/>
              <a:ext cx="1054080" cy="631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A521098-F46A-F8DD-F003-92EA32BFDBE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598244" y="1002470"/>
                <a:ext cx="1161720" cy="84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A26389E-294C-3843-6146-9A15F26F422D}"/>
                  </a:ext>
                </a:extLst>
              </p14:cNvPr>
              <p14:cNvContentPartPr/>
              <p14:nvPr/>
            </p14:nvContentPartPr>
            <p14:xfrm>
              <a:off x="9136884" y="578030"/>
              <a:ext cx="2875320" cy="3793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A26389E-294C-3843-6146-9A15F26F422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082884" y="470030"/>
                <a:ext cx="2982960" cy="40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32F6405-8E47-5526-AB72-A6C29B254C77}"/>
                  </a:ext>
                </a:extLst>
              </p14:cNvPr>
              <p14:cNvContentPartPr/>
              <p14:nvPr/>
            </p14:nvContentPartPr>
            <p14:xfrm>
              <a:off x="532524" y="4889750"/>
              <a:ext cx="84600" cy="918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32F6405-8E47-5526-AB72-A6C29B254C7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78524" y="4782110"/>
                <a:ext cx="1922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23F3899-D5AB-B36E-B243-7A9DBE22DB67}"/>
                  </a:ext>
                </a:extLst>
              </p14:cNvPr>
              <p14:cNvContentPartPr/>
              <p14:nvPr/>
            </p14:nvContentPartPr>
            <p14:xfrm>
              <a:off x="6323844" y="48830"/>
              <a:ext cx="2935440" cy="21855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23F3899-D5AB-B36E-B243-7A9DBE22DB6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317724" y="42710"/>
                <a:ext cx="2947680" cy="219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07F6A8B7-BC88-40AF-1135-9A1FB01E60A2}"/>
              </a:ext>
            </a:extLst>
          </p:cNvPr>
          <p:cNvGrpSpPr/>
          <p:nvPr/>
        </p:nvGrpSpPr>
        <p:grpSpPr>
          <a:xfrm>
            <a:off x="10696044" y="1268510"/>
            <a:ext cx="1098000" cy="892080"/>
            <a:chOff x="10696044" y="1268510"/>
            <a:chExt cx="1098000" cy="89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FB8CFC4-F5BE-7D7A-A8EC-6B05D0B60167}"/>
                    </a:ext>
                  </a:extLst>
                </p14:cNvPr>
                <p14:cNvContentPartPr/>
                <p14:nvPr/>
              </p14:nvContentPartPr>
              <p14:xfrm>
                <a:off x="10696044" y="1268510"/>
                <a:ext cx="279360" cy="249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FB8CFC4-F5BE-7D7A-A8EC-6B05D0B6016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689924" y="1262390"/>
                  <a:ext cx="291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8380C1-9F78-4141-849D-43FDA008A0A8}"/>
                    </a:ext>
                  </a:extLst>
                </p14:cNvPr>
                <p14:cNvContentPartPr/>
                <p14:nvPr/>
              </p14:nvContentPartPr>
              <p14:xfrm>
                <a:off x="10800084" y="1632470"/>
                <a:ext cx="993960" cy="528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8380C1-9F78-4141-849D-43FDA008A0A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793964" y="1626350"/>
                  <a:ext cx="1006200" cy="54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BAE7CDD-A5C5-7A80-9A93-354B45A8B04F}"/>
                  </a:ext>
                </a:extLst>
              </p14:cNvPr>
              <p14:cNvContentPartPr/>
              <p14:nvPr/>
            </p14:nvContentPartPr>
            <p14:xfrm>
              <a:off x="8326164" y="3375950"/>
              <a:ext cx="1432800" cy="167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BAE7CDD-A5C5-7A80-9A93-354B45A8B04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320044" y="3369830"/>
                <a:ext cx="144504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11FD8CFC-4157-FA54-A719-35A817F71C8B}"/>
              </a:ext>
            </a:extLst>
          </p:cNvPr>
          <p:cNvGrpSpPr/>
          <p:nvPr/>
        </p:nvGrpSpPr>
        <p:grpSpPr>
          <a:xfrm>
            <a:off x="9002244" y="5013950"/>
            <a:ext cx="2537280" cy="1727640"/>
            <a:chOff x="9002244" y="5013950"/>
            <a:chExt cx="2537280" cy="172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49B2E0-7432-8396-C748-101CB14F87DD}"/>
                    </a:ext>
                  </a:extLst>
                </p14:cNvPr>
                <p14:cNvContentPartPr/>
                <p14:nvPr/>
              </p14:nvContentPartPr>
              <p14:xfrm>
                <a:off x="9002244" y="5013950"/>
                <a:ext cx="1641600" cy="1727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49B2E0-7432-8396-C748-101CB14F87D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996124" y="5007830"/>
                  <a:ext cx="1653840" cy="173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56507E9-46A4-7BF9-9C5D-F932DD05F2CD}"/>
                    </a:ext>
                  </a:extLst>
                </p14:cNvPr>
                <p14:cNvContentPartPr/>
                <p14:nvPr/>
              </p14:nvContentPartPr>
              <p14:xfrm>
                <a:off x="10819164" y="6241550"/>
                <a:ext cx="720360" cy="70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56507E9-46A4-7BF9-9C5D-F932DD05F2C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13044" y="6235430"/>
                  <a:ext cx="73260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B87A3C-7B43-7047-7FDD-C4F0BDC65B31}"/>
              </a:ext>
            </a:extLst>
          </p:cNvPr>
          <p:cNvGrpSpPr/>
          <p:nvPr/>
        </p:nvGrpSpPr>
        <p:grpSpPr>
          <a:xfrm>
            <a:off x="6385044" y="5916110"/>
            <a:ext cx="1431720" cy="812880"/>
            <a:chOff x="6385044" y="5916110"/>
            <a:chExt cx="1431720" cy="81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63961B-B26A-F34B-DAE1-7EAC4514EE56}"/>
                    </a:ext>
                  </a:extLst>
                </p14:cNvPr>
                <p14:cNvContentPartPr/>
                <p14:nvPr/>
              </p14:nvContentPartPr>
              <p14:xfrm>
                <a:off x="6385044" y="6325790"/>
                <a:ext cx="75240" cy="18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63961B-B26A-F34B-DAE1-7EAC4514EE5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78924" y="6319670"/>
                  <a:ext cx="87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EC0D9E8-0976-160D-A972-10B548C2E237}"/>
                    </a:ext>
                  </a:extLst>
                </p14:cNvPr>
                <p14:cNvContentPartPr/>
                <p14:nvPr/>
              </p14:nvContentPartPr>
              <p14:xfrm>
                <a:off x="6444804" y="6333350"/>
                <a:ext cx="8640" cy="5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EC0D9E8-0976-160D-A972-10B548C2E23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38684" y="6327230"/>
                  <a:ext cx="20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85E2E2F-3F33-16CD-D5A0-6F0B22F607F1}"/>
                    </a:ext>
                  </a:extLst>
                </p14:cNvPr>
                <p14:cNvContentPartPr/>
                <p14:nvPr/>
              </p14:nvContentPartPr>
              <p14:xfrm>
                <a:off x="6722364" y="5916110"/>
                <a:ext cx="1094400" cy="812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85E2E2F-3F33-16CD-D5A0-6F0B22F607F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16244" y="5909990"/>
                  <a:ext cx="1106640" cy="825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8408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475B2-4C11-C5C9-CDBE-DBDAF66F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B07E-FACE-1850-2A61-1F53812C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4313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CBC74C1-8B19-9BFB-732D-4CE96BAC7DBA}"/>
              </a:ext>
            </a:extLst>
          </p:cNvPr>
          <p:cNvGrpSpPr/>
          <p:nvPr/>
        </p:nvGrpSpPr>
        <p:grpSpPr>
          <a:xfrm>
            <a:off x="7849884" y="644645"/>
            <a:ext cx="1724040" cy="632160"/>
            <a:chOff x="7849884" y="644645"/>
            <a:chExt cx="1724040" cy="63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5EC75BA-4D9A-3EBA-C00A-BDE542C828E0}"/>
                    </a:ext>
                  </a:extLst>
                </p14:cNvPr>
                <p14:cNvContentPartPr/>
                <p14:nvPr/>
              </p14:nvContentPartPr>
              <p14:xfrm>
                <a:off x="7849884" y="752285"/>
                <a:ext cx="288000" cy="195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5EC75BA-4D9A-3EBA-C00A-BDE542C828E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43764" y="746165"/>
                  <a:ext cx="300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EAB9FCF-75F3-BA55-1921-0D3B29604DF6}"/>
                    </a:ext>
                  </a:extLst>
                </p14:cNvPr>
                <p14:cNvContentPartPr/>
                <p14:nvPr/>
              </p14:nvContentPartPr>
              <p14:xfrm>
                <a:off x="8088204" y="704045"/>
                <a:ext cx="277920" cy="572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EAB9FCF-75F3-BA55-1921-0D3B29604D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82084" y="697925"/>
                  <a:ext cx="29016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FBF1851-C022-2761-7072-09A425A0BCCD}"/>
                    </a:ext>
                  </a:extLst>
                </p14:cNvPr>
                <p14:cNvContentPartPr/>
                <p14:nvPr/>
              </p14:nvContentPartPr>
              <p14:xfrm>
                <a:off x="8528484" y="970805"/>
                <a:ext cx="171720" cy="60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FBF1851-C022-2761-7072-09A425A0BC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22364" y="964685"/>
                  <a:ext cx="1839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E2269F9-41FC-6553-35EE-2ABE9057358B}"/>
                    </a:ext>
                  </a:extLst>
                </p14:cNvPr>
                <p14:cNvContentPartPr/>
                <p14:nvPr/>
              </p14:nvContentPartPr>
              <p14:xfrm>
                <a:off x="8743764" y="682805"/>
                <a:ext cx="168120" cy="333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E2269F9-41FC-6553-35EE-2ABE9057358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37644" y="676685"/>
                  <a:ext cx="1803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A845384-BD99-B0FE-2692-B6ABF544601F}"/>
                    </a:ext>
                  </a:extLst>
                </p14:cNvPr>
                <p14:cNvContentPartPr/>
                <p14:nvPr/>
              </p14:nvContentPartPr>
              <p14:xfrm>
                <a:off x="8649444" y="821765"/>
                <a:ext cx="290880" cy="103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A845384-BD99-B0FE-2692-B6ABF544601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43324" y="815645"/>
                  <a:ext cx="303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7D0BA7-C22E-7744-EB97-B5B2FEDC7786}"/>
                    </a:ext>
                  </a:extLst>
                </p14:cNvPr>
                <p14:cNvContentPartPr/>
                <p14:nvPr/>
              </p14:nvContentPartPr>
              <p14:xfrm>
                <a:off x="8930244" y="780365"/>
                <a:ext cx="311760" cy="228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7D0BA7-C22E-7744-EB97-B5B2FEDC778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24124" y="774245"/>
                  <a:ext cx="3240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926323-4A60-608A-D6EC-C7AE0044FCC2}"/>
                    </a:ext>
                  </a:extLst>
                </p14:cNvPr>
                <p14:cNvContentPartPr/>
                <p14:nvPr/>
              </p14:nvContentPartPr>
              <p14:xfrm>
                <a:off x="9425604" y="644645"/>
                <a:ext cx="70920" cy="357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926323-4A60-608A-D6EC-C7AE0044FC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19484" y="638525"/>
                  <a:ext cx="831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134B6A-B7DC-C1E3-C097-7F7097DC68F6}"/>
                    </a:ext>
                  </a:extLst>
                </p14:cNvPr>
                <p14:cNvContentPartPr/>
                <p14:nvPr/>
              </p14:nvContentPartPr>
              <p14:xfrm>
                <a:off x="9261444" y="825005"/>
                <a:ext cx="312480" cy="108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134B6A-B7DC-C1E3-C097-7F7097DC68F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255324" y="818885"/>
                  <a:ext cx="324720" cy="12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346FB5C-457A-2190-207D-EB27107925F6}"/>
                  </a:ext>
                </a:extLst>
              </p14:cNvPr>
              <p14:cNvContentPartPr/>
              <p14:nvPr/>
            </p14:nvContentPartPr>
            <p14:xfrm>
              <a:off x="9292404" y="1448525"/>
              <a:ext cx="96840" cy="314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346FB5C-457A-2190-207D-EB27107925F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86284" y="1442405"/>
                <a:ext cx="109080" cy="32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957A5574-26CD-DD1F-287B-792E01BB5CAB}"/>
              </a:ext>
            </a:extLst>
          </p:cNvPr>
          <p:cNvGrpSpPr/>
          <p:nvPr/>
        </p:nvGrpSpPr>
        <p:grpSpPr>
          <a:xfrm>
            <a:off x="9258564" y="2248805"/>
            <a:ext cx="437400" cy="418320"/>
            <a:chOff x="9258564" y="2248805"/>
            <a:chExt cx="437400" cy="41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FD99DE8-E968-F695-3142-3E9C98069CF7}"/>
                    </a:ext>
                  </a:extLst>
                </p14:cNvPr>
                <p14:cNvContentPartPr/>
                <p14:nvPr/>
              </p14:nvContentPartPr>
              <p14:xfrm>
                <a:off x="9258564" y="2248805"/>
                <a:ext cx="140400" cy="418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FD99DE8-E968-F695-3142-3E9C98069C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52444" y="2242685"/>
                  <a:ext cx="1526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77AAF7-C81A-F472-2BEF-356FB8D1AECE}"/>
                    </a:ext>
                  </a:extLst>
                </p14:cNvPr>
                <p14:cNvContentPartPr/>
                <p14:nvPr/>
              </p14:nvContentPartPr>
              <p14:xfrm>
                <a:off x="9499044" y="2565965"/>
                <a:ext cx="34560" cy="56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77AAF7-C81A-F472-2BEF-356FB8D1AEC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92924" y="2559845"/>
                  <a:ext cx="468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01B384-FBF8-6640-640A-A1AC32EB99E4}"/>
                    </a:ext>
                  </a:extLst>
                </p14:cNvPr>
                <p14:cNvContentPartPr/>
                <p14:nvPr/>
              </p14:nvContentPartPr>
              <p14:xfrm>
                <a:off x="9576804" y="2318645"/>
                <a:ext cx="119160" cy="268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01B384-FBF8-6640-640A-A1AC32EB99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70684" y="2312525"/>
                  <a:ext cx="13140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1FEDB66-7CC2-7267-8B11-157930D77A07}"/>
              </a:ext>
            </a:extLst>
          </p:cNvPr>
          <p:cNvGrpSpPr/>
          <p:nvPr/>
        </p:nvGrpSpPr>
        <p:grpSpPr>
          <a:xfrm>
            <a:off x="9922404" y="291125"/>
            <a:ext cx="1864800" cy="2568960"/>
            <a:chOff x="9922404" y="291125"/>
            <a:chExt cx="1864800" cy="256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8F2804-E6C7-4EA5-E772-9B4BA52E3C5F}"/>
                    </a:ext>
                  </a:extLst>
                </p14:cNvPr>
                <p14:cNvContentPartPr/>
                <p14:nvPr/>
              </p14:nvContentPartPr>
              <p14:xfrm>
                <a:off x="9922404" y="291125"/>
                <a:ext cx="541080" cy="2568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8F2804-E6C7-4EA5-E772-9B4BA52E3C5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16284" y="285005"/>
                  <a:ext cx="553320" cy="25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EF08B3E-944B-079B-2794-03EE9392A159}"/>
                    </a:ext>
                  </a:extLst>
                </p14:cNvPr>
                <p14:cNvContentPartPr/>
                <p14:nvPr/>
              </p14:nvContentPartPr>
              <p14:xfrm>
                <a:off x="10143444" y="759845"/>
                <a:ext cx="290520" cy="246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EF08B3E-944B-079B-2794-03EE9392A15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37324" y="753725"/>
                  <a:ext cx="302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AAE6206-A953-E9A9-90D6-FCE7A8C1D78F}"/>
                    </a:ext>
                  </a:extLst>
                </p14:cNvPr>
                <p14:cNvContentPartPr/>
                <p14:nvPr/>
              </p14:nvContentPartPr>
              <p14:xfrm>
                <a:off x="10314804" y="809165"/>
                <a:ext cx="227520" cy="529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AAE6206-A953-E9A9-90D6-FCE7A8C1D7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308684" y="803045"/>
                  <a:ext cx="23976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C62920D-124E-4036-0F6A-AF558AB5AA24}"/>
                    </a:ext>
                  </a:extLst>
                </p14:cNvPr>
                <p14:cNvContentPartPr/>
                <p14:nvPr/>
              </p14:nvContentPartPr>
              <p14:xfrm>
                <a:off x="10546644" y="996365"/>
                <a:ext cx="256320" cy="61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C62920D-124E-4036-0F6A-AF558AB5AA2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40524" y="990245"/>
                  <a:ext cx="268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B275649-6C4E-07D5-3079-985EC60DC353}"/>
                    </a:ext>
                  </a:extLst>
                </p14:cNvPr>
                <p14:cNvContentPartPr/>
                <p14:nvPr/>
              </p14:nvContentPartPr>
              <p14:xfrm>
                <a:off x="10872804" y="786125"/>
                <a:ext cx="148320" cy="351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B275649-6C4E-07D5-3079-985EC60DC35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866684" y="780005"/>
                  <a:ext cx="1605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1629B9D-830C-E076-F197-A3FD612B1958}"/>
                    </a:ext>
                  </a:extLst>
                </p14:cNvPr>
                <p14:cNvContentPartPr/>
                <p14:nvPr/>
              </p14:nvContentPartPr>
              <p14:xfrm>
                <a:off x="10851204" y="812045"/>
                <a:ext cx="156240" cy="130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1629B9D-830C-E076-F197-A3FD612B195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45084" y="805925"/>
                  <a:ext cx="168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828940-76AD-A706-875B-06378C38EBF1}"/>
                    </a:ext>
                  </a:extLst>
                </p14:cNvPr>
                <p14:cNvContentPartPr/>
                <p14:nvPr/>
              </p14:nvContentPartPr>
              <p14:xfrm>
                <a:off x="11031924" y="845165"/>
                <a:ext cx="95760" cy="165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828940-76AD-A706-875B-06378C38EBF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025804" y="839045"/>
                  <a:ext cx="1080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B25412F-CC33-BBC5-2506-88D23322E5AB}"/>
                    </a:ext>
                  </a:extLst>
                </p14:cNvPr>
                <p14:cNvContentPartPr/>
                <p14:nvPr/>
              </p14:nvContentPartPr>
              <p14:xfrm>
                <a:off x="11192844" y="824645"/>
                <a:ext cx="547560" cy="146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B25412F-CC33-BBC5-2506-88D23322E5A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186724" y="818525"/>
                  <a:ext cx="559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86B9C80-77A1-67DC-9376-61EC427F6854}"/>
                    </a:ext>
                  </a:extLst>
                </p14:cNvPr>
                <p14:cNvContentPartPr/>
                <p14:nvPr/>
              </p14:nvContentPartPr>
              <p14:xfrm>
                <a:off x="11639964" y="495605"/>
                <a:ext cx="147240" cy="449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86B9C80-77A1-67DC-9376-61EC427F685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633844" y="489485"/>
                  <a:ext cx="1594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4492FEC-AD03-AC27-336B-FECFA26392D7}"/>
                    </a:ext>
                  </a:extLst>
                </p14:cNvPr>
                <p14:cNvContentPartPr/>
                <p14:nvPr/>
              </p14:nvContentPartPr>
              <p14:xfrm>
                <a:off x="10590564" y="1455005"/>
                <a:ext cx="297000" cy="272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4492FEC-AD03-AC27-336B-FECFA26392D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84444" y="1448885"/>
                  <a:ext cx="3092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3B54898-A2EE-576D-433D-F1987755670C}"/>
                    </a:ext>
                  </a:extLst>
                </p14:cNvPr>
                <p14:cNvContentPartPr/>
                <p14:nvPr/>
              </p14:nvContentPartPr>
              <p14:xfrm>
                <a:off x="11103204" y="1612325"/>
                <a:ext cx="37800" cy="83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3B54898-A2EE-576D-433D-F1987755670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97084" y="1606205"/>
                  <a:ext cx="50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D0ECB2B-EEE6-DCCB-48A3-3A36D5B8CEFD}"/>
                    </a:ext>
                  </a:extLst>
                </p14:cNvPr>
                <p14:cNvContentPartPr/>
                <p14:nvPr/>
              </p14:nvContentPartPr>
              <p14:xfrm>
                <a:off x="11285004" y="1427645"/>
                <a:ext cx="246960" cy="384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D0ECB2B-EEE6-DCCB-48A3-3A36D5B8CEF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278884" y="1421525"/>
                  <a:ext cx="2592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2C52F55-B7AB-3513-7FE0-2C0C58EA9F80}"/>
                    </a:ext>
                  </a:extLst>
                </p14:cNvPr>
                <p14:cNvContentPartPr/>
                <p14:nvPr/>
              </p14:nvContentPartPr>
              <p14:xfrm>
                <a:off x="10651404" y="2208485"/>
                <a:ext cx="105480" cy="376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2C52F55-B7AB-3513-7FE0-2C0C58EA9F8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645284" y="2202365"/>
                  <a:ext cx="11772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57E7B48-25C4-C16B-7105-0018C812A84F}"/>
                    </a:ext>
                  </a:extLst>
                </p14:cNvPr>
                <p14:cNvContentPartPr/>
                <p14:nvPr/>
              </p14:nvContentPartPr>
              <p14:xfrm>
                <a:off x="10860564" y="2524205"/>
                <a:ext cx="7200" cy="38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57E7B48-25C4-C16B-7105-0018C812A84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854444" y="2518085"/>
                  <a:ext cx="19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7FE555F-3F74-C5A9-78B6-C8DFFFDCA43D}"/>
                    </a:ext>
                  </a:extLst>
                </p14:cNvPr>
                <p14:cNvContentPartPr/>
                <p14:nvPr/>
              </p14:nvContentPartPr>
              <p14:xfrm>
                <a:off x="11041284" y="2248805"/>
                <a:ext cx="288360" cy="405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7FE555F-3F74-C5A9-78B6-C8DFFFDCA43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35164" y="2242685"/>
                  <a:ext cx="300600" cy="41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2A9ECA6-CC1A-F942-C94B-2246D0535877}"/>
              </a:ext>
            </a:extLst>
          </p:cNvPr>
          <p:cNvGrpSpPr/>
          <p:nvPr/>
        </p:nvGrpSpPr>
        <p:grpSpPr>
          <a:xfrm>
            <a:off x="8065164" y="3918845"/>
            <a:ext cx="2926800" cy="610920"/>
            <a:chOff x="8065164" y="3918845"/>
            <a:chExt cx="2926800" cy="61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3892282-A9B4-933C-F21A-F222CB6B6F03}"/>
                    </a:ext>
                  </a:extLst>
                </p14:cNvPr>
                <p14:cNvContentPartPr/>
                <p14:nvPr/>
              </p14:nvContentPartPr>
              <p14:xfrm>
                <a:off x="8065164" y="4005965"/>
                <a:ext cx="162000" cy="523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3892282-A9B4-933C-F21A-F222CB6B6F0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59044" y="3999845"/>
                  <a:ext cx="17424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57CFFD-45F9-D7F5-E844-3EC3A1024964}"/>
                    </a:ext>
                  </a:extLst>
                </p14:cNvPr>
                <p14:cNvContentPartPr/>
                <p14:nvPr/>
              </p14:nvContentPartPr>
              <p14:xfrm>
                <a:off x="8342724" y="4117925"/>
                <a:ext cx="365400" cy="95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57CFFD-45F9-D7F5-E844-3EC3A10249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36604" y="4111805"/>
                  <a:ext cx="377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EB74DD0-4AB6-E53E-2696-D4274D4F7B85}"/>
                    </a:ext>
                  </a:extLst>
                </p14:cNvPr>
                <p14:cNvContentPartPr/>
                <p14:nvPr/>
              </p14:nvContentPartPr>
              <p14:xfrm>
                <a:off x="8820084" y="3965645"/>
                <a:ext cx="295920" cy="305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EB74DD0-4AB6-E53E-2696-D4274D4F7B8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13964" y="3959525"/>
                  <a:ext cx="3081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DA7FD30-47AA-4E0A-0DAB-5C58AB29C68A}"/>
                    </a:ext>
                  </a:extLst>
                </p14:cNvPr>
                <p14:cNvContentPartPr/>
                <p14:nvPr/>
              </p14:nvContentPartPr>
              <p14:xfrm>
                <a:off x="9155604" y="4316645"/>
                <a:ext cx="73080" cy="25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DA7FD30-47AA-4E0A-0DAB-5C58AB29C68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49484" y="4310525"/>
                  <a:ext cx="85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8792D0F-5B97-5830-A12D-9BA016CFAAE9}"/>
                    </a:ext>
                  </a:extLst>
                </p14:cNvPr>
                <p14:cNvContentPartPr/>
                <p14:nvPr/>
              </p14:nvContentPartPr>
              <p14:xfrm>
                <a:off x="9336324" y="4000205"/>
                <a:ext cx="273960" cy="358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8792D0F-5B97-5830-A12D-9BA016CFAAE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30204" y="3994085"/>
                  <a:ext cx="2862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A468989-621C-C290-5C9B-CB439415D4F6}"/>
                    </a:ext>
                  </a:extLst>
                </p14:cNvPr>
                <p14:cNvContentPartPr/>
                <p14:nvPr/>
              </p14:nvContentPartPr>
              <p14:xfrm>
                <a:off x="9794604" y="4095245"/>
                <a:ext cx="310680" cy="24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A468989-621C-C290-5C9B-CB439415D4F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788484" y="4089125"/>
                  <a:ext cx="3229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DFBAE92-5173-2A05-0B13-DBC48DF55258}"/>
                    </a:ext>
                  </a:extLst>
                </p14:cNvPr>
                <p14:cNvContentPartPr/>
                <p14:nvPr/>
              </p14:nvContentPartPr>
              <p14:xfrm>
                <a:off x="9893604" y="4285685"/>
                <a:ext cx="240840" cy="87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DFBAE92-5173-2A05-0B13-DBC48DF5525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887484" y="4279565"/>
                  <a:ext cx="2530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FF1AC22-E26E-599D-14EC-B62C107627C7}"/>
                    </a:ext>
                  </a:extLst>
                </p14:cNvPr>
                <p14:cNvContentPartPr/>
                <p14:nvPr/>
              </p14:nvContentPartPr>
              <p14:xfrm>
                <a:off x="10287444" y="4002725"/>
                <a:ext cx="302040" cy="238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FF1AC22-E26E-599D-14EC-B62C107627C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81324" y="3996605"/>
                  <a:ext cx="314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AFB59C4-9E92-9525-FECF-7E4F0AB2C300}"/>
                    </a:ext>
                  </a:extLst>
                </p14:cNvPr>
                <p14:cNvContentPartPr/>
                <p14:nvPr/>
              </p14:nvContentPartPr>
              <p14:xfrm>
                <a:off x="10670844" y="4287125"/>
                <a:ext cx="98280" cy="63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AFB59C4-9E92-9525-FECF-7E4F0AB2C3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64724" y="4281005"/>
                  <a:ext cx="1105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892BE8-BB45-5A9B-8022-433B2613C182}"/>
                    </a:ext>
                  </a:extLst>
                </p14:cNvPr>
                <p14:cNvContentPartPr/>
                <p14:nvPr/>
              </p14:nvContentPartPr>
              <p14:xfrm>
                <a:off x="10842564" y="3918845"/>
                <a:ext cx="149400" cy="389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892BE8-BB45-5A9B-8022-433B2613C18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836444" y="3912725"/>
                  <a:ext cx="16164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5355F5B-6C5C-C3C5-67F0-21D4AED02551}"/>
              </a:ext>
            </a:extLst>
          </p:cNvPr>
          <p:cNvGrpSpPr/>
          <p:nvPr/>
        </p:nvGrpSpPr>
        <p:grpSpPr>
          <a:xfrm>
            <a:off x="8177124" y="5133485"/>
            <a:ext cx="4175640" cy="1203120"/>
            <a:chOff x="8177124" y="5133485"/>
            <a:chExt cx="4175640" cy="12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701B426-52D9-1752-C2A6-59BC4378B418}"/>
                    </a:ext>
                  </a:extLst>
                </p14:cNvPr>
                <p14:cNvContentPartPr/>
                <p14:nvPr/>
              </p14:nvContentPartPr>
              <p14:xfrm>
                <a:off x="8177124" y="5282165"/>
                <a:ext cx="200520" cy="426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701B426-52D9-1752-C2A6-59BC4378B41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71004" y="5276045"/>
                  <a:ext cx="2127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C8C4112-EB87-06D3-76FC-656277FDF4CC}"/>
                    </a:ext>
                  </a:extLst>
                </p14:cNvPr>
                <p14:cNvContentPartPr/>
                <p14:nvPr/>
              </p14:nvContentPartPr>
              <p14:xfrm>
                <a:off x="8502564" y="5594645"/>
                <a:ext cx="27000" cy="12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C8C4112-EB87-06D3-76FC-656277FDF4C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496444" y="5588525"/>
                  <a:ext cx="392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44488F0-2B68-A585-D0BD-349D998C2365}"/>
                    </a:ext>
                  </a:extLst>
                </p14:cNvPr>
                <p14:cNvContentPartPr/>
                <p14:nvPr/>
              </p14:nvContentPartPr>
              <p14:xfrm>
                <a:off x="8763204" y="5283965"/>
                <a:ext cx="91440" cy="444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44488F0-2B68-A585-D0BD-349D998C236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57084" y="5277845"/>
                  <a:ext cx="1036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625C427-E8CF-6BAB-5B8F-E86A15EE0AA5}"/>
                    </a:ext>
                  </a:extLst>
                </p14:cNvPr>
                <p14:cNvContentPartPr/>
                <p14:nvPr/>
              </p14:nvContentPartPr>
              <p14:xfrm>
                <a:off x="9109524" y="5463605"/>
                <a:ext cx="254160" cy="20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625C427-E8CF-6BAB-5B8F-E86A15EE0AA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03404" y="5457485"/>
                  <a:ext cx="266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64F5053-B67B-4530-6999-F4F8387F5375}"/>
                    </a:ext>
                  </a:extLst>
                </p14:cNvPr>
                <p14:cNvContentPartPr/>
                <p14:nvPr/>
              </p14:nvContentPartPr>
              <p14:xfrm>
                <a:off x="9584364" y="5268845"/>
                <a:ext cx="142200" cy="425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64F5053-B67B-4530-6999-F4F8387F537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578244" y="5262725"/>
                  <a:ext cx="15444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DE942E2-BA3B-4EEB-EBD2-76EA442D4F1F}"/>
                    </a:ext>
                  </a:extLst>
                </p14:cNvPr>
                <p14:cNvContentPartPr/>
                <p14:nvPr/>
              </p14:nvContentPartPr>
              <p14:xfrm>
                <a:off x="9840684" y="5534525"/>
                <a:ext cx="74160" cy="121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DE942E2-BA3B-4EEB-EBD2-76EA442D4F1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34564" y="5528405"/>
                  <a:ext cx="86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AF5A15-B71C-18E5-1785-A2263BAAEFCD}"/>
                    </a:ext>
                  </a:extLst>
                </p14:cNvPr>
                <p14:cNvContentPartPr/>
                <p14:nvPr/>
              </p14:nvContentPartPr>
              <p14:xfrm>
                <a:off x="9912324" y="5361725"/>
                <a:ext cx="299160" cy="305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AF5A15-B71C-18E5-1785-A2263BAAEF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906204" y="5355605"/>
                  <a:ext cx="3114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9D4FA20-7794-C282-9012-D4E05F8C4A09}"/>
                    </a:ext>
                  </a:extLst>
                </p14:cNvPr>
                <p14:cNvContentPartPr/>
                <p14:nvPr/>
              </p14:nvContentPartPr>
              <p14:xfrm>
                <a:off x="10370964" y="5498885"/>
                <a:ext cx="236880" cy="43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9D4FA20-7794-C282-9012-D4E05F8C4A0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64844" y="5492765"/>
                  <a:ext cx="2491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8F3C292-90ED-AB3F-BE6B-4F97BDC4B3B8}"/>
                    </a:ext>
                  </a:extLst>
                </p14:cNvPr>
                <p14:cNvContentPartPr/>
                <p14:nvPr/>
              </p14:nvContentPartPr>
              <p14:xfrm>
                <a:off x="10406244" y="5701565"/>
                <a:ext cx="215640" cy="83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8F3C292-90ED-AB3F-BE6B-4F97BDC4B3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00124" y="5695445"/>
                  <a:ext cx="2278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A3361B9-66A3-FDE9-051B-077945E339CF}"/>
                    </a:ext>
                  </a:extLst>
                </p14:cNvPr>
                <p14:cNvContentPartPr/>
                <p14:nvPr/>
              </p14:nvContentPartPr>
              <p14:xfrm>
                <a:off x="10807644" y="5553965"/>
                <a:ext cx="220680" cy="57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A3361B9-66A3-FDE9-051B-077945E339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01524" y="5547845"/>
                  <a:ext cx="232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5F59755-1189-11E9-8C5B-8486592EDC9D}"/>
                    </a:ext>
                  </a:extLst>
                </p14:cNvPr>
                <p14:cNvContentPartPr/>
                <p14:nvPr/>
              </p14:nvContentPartPr>
              <p14:xfrm>
                <a:off x="11110404" y="5391605"/>
                <a:ext cx="338040" cy="227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5F59755-1189-11E9-8C5B-8486592EDC9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104284" y="5385485"/>
                  <a:ext cx="3502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3A3AA08-68A2-BB41-0BFD-28ED5B74FF07}"/>
                    </a:ext>
                  </a:extLst>
                </p14:cNvPr>
                <p14:cNvContentPartPr/>
                <p14:nvPr/>
              </p14:nvContentPartPr>
              <p14:xfrm>
                <a:off x="11569044" y="5625245"/>
                <a:ext cx="79920" cy="157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3A3AA08-68A2-BB41-0BFD-28ED5B74FF0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562924" y="5619125"/>
                  <a:ext cx="92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A4E67F-8F55-6741-D2FA-F38AE839FFB0}"/>
                    </a:ext>
                  </a:extLst>
                </p14:cNvPr>
                <p14:cNvContentPartPr/>
                <p14:nvPr/>
              </p14:nvContentPartPr>
              <p14:xfrm>
                <a:off x="11780004" y="5429405"/>
                <a:ext cx="398520" cy="322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A4E67F-8F55-6741-D2FA-F38AE839FFB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773884" y="5423285"/>
                  <a:ext cx="4107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9470B64-CA08-6959-1FFC-2355E3B5CD5F}"/>
                    </a:ext>
                  </a:extLst>
                </p14:cNvPr>
                <p14:cNvContentPartPr/>
                <p14:nvPr/>
              </p14:nvContentPartPr>
              <p14:xfrm>
                <a:off x="10800084" y="5133485"/>
                <a:ext cx="1552680" cy="1203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9470B64-CA08-6959-1FFC-2355E3B5CD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793964" y="5127365"/>
                  <a:ext cx="1564920" cy="121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6173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41B5-2893-1FC8-82A6-9129987F0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EDF39-A3D0-9927-F766-0B18B42B7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Preprocessingdan</a:t>
            </a:r>
            <a:r>
              <a:rPr lang="en-US" dirty="0"/>
              <a:t> 4 ta basic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biriga</a:t>
            </a:r>
            <a:r>
              <a:rPr lang="en-US" dirty="0"/>
              <a:t> 5 </a:t>
            </a:r>
            <a:r>
              <a:rPr lang="en-US" dirty="0" err="1"/>
              <a:t>tadan</a:t>
            </a:r>
            <a:r>
              <a:rPr lang="en-US" dirty="0"/>
              <a:t> follow-up </a:t>
            </a:r>
            <a:r>
              <a:rPr lang="en-US" dirty="0" err="1"/>
              <a:t>tuzing</a:t>
            </a:r>
            <a:endParaRPr lang="en-US" dirty="0"/>
          </a:p>
          <a:p>
            <a:r>
              <a:rPr lang="en-US" dirty="0"/>
              <a:t>Yangi dataset toping </a:t>
            </a:r>
            <a:r>
              <a:rPr lang="en-US" dirty="0" err="1"/>
              <a:t>va</a:t>
            </a:r>
            <a:r>
              <a:rPr lang="en-US" dirty="0"/>
              <a:t> classification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regressionga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k-</a:t>
            </a:r>
            <a:r>
              <a:rPr lang="en-US" dirty="0" err="1"/>
              <a:t>foldni</a:t>
            </a:r>
            <a:r>
              <a:rPr lang="en-US" dirty="0"/>
              <a:t> </a:t>
            </a:r>
            <a:r>
              <a:rPr lang="en-US" dirty="0" err="1"/>
              <a:t>tekshiring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A2E2BD-EE7C-4A1E-ACB3-7910AE4E5FC5}"/>
                  </a:ext>
                </a:extLst>
              </p14:cNvPr>
              <p14:cNvContentPartPr/>
              <p14:nvPr/>
            </p14:nvContentPartPr>
            <p14:xfrm>
              <a:off x="4568124" y="1587485"/>
              <a:ext cx="1542960" cy="756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A2E2BD-EE7C-4A1E-ACB3-7910AE4E5F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62004" y="1581365"/>
                <a:ext cx="1555200" cy="7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529358-03A1-CBE5-5369-78DAFEE20C67}"/>
                  </a:ext>
                </a:extLst>
              </p14:cNvPr>
              <p14:cNvContentPartPr/>
              <p14:nvPr/>
            </p14:nvContentPartPr>
            <p14:xfrm>
              <a:off x="7787964" y="1675325"/>
              <a:ext cx="1201320" cy="711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529358-03A1-CBE5-5369-78DAFEE20C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81844" y="1669205"/>
                <a:ext cx="1213560" cy="72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6F702EE-D7E6-5DE4-EB33-26DBA1505DCF}"/>
              </a:ext>
            </a:extLst>
          </p:cNvPr>
          <p:cNvGrpSpPr/>
          <p:nvPr/>
        </p:nvGrpSpPr>
        <p:grpSpPr>
          <a:xfrm>
            <a:off x="4711404" y="2493965"/>
            <a:ext cx="3972240" cy="838080"/>
            <a:chOff x="4711404" y="2493965"/>
            <a:chExt cx="3972240" cy="83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A46087-1E72-6649-29A9-0B646123F02D}"/>
                    </a:ext>
                  </a:extLst>
                </p14:cNvPr>
                <p14:cNvContentPartPr/>
                <p14:nvPr/>
              </p14:nvContentPartPr>
              <p14:xfrm>
                <a:off x="4711404" y="2537885"/>
                <a:ext cx="1546560" cy="794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A46087-1E72-6649-29A9-0B646123F0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05284" y="2531765"/>
                  <a:ext cx="1558800" cy="80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30F3C99-A0E9-C16F-8C59-1AEF78160C82}"/>
                    </a:ext>
                  </a:extLst>
                </p14:cNvPr>
                <p14:cNvContentPartPr/>
                <p14:nvPr/>
              </p14:nvContentPartPr>
              <p14:xfrm>
                <a:off x="7037724" y="2493965"/>
                <a:ext cx="1645920" cy="790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30F3C99-A0E9-C16F-8C59-1AEF78160C8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31604" y="2487845"/>
                  <a:ext cx="1658160" cy="80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680440-A471-B7A8-3372-A735AB3CBC78}"/>
                  </a:ext>
                </a:extLst>
              </p14:cNvPr>
              <p14:cNvContentPartPr/>
              <p14:nvPr/>
            </p14:nvContentPartPr>
            <p14:xfrm>
              <a:off x="1065324" y="3735605"/>
              <a:ext cx="2972880" cy="167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680440-A471-B7A8-3372-A735AB3CBC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59204" y="3729485"/>
                <a:ext cx="2985120" cy="17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5074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121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8-dars(Model Building)</vt:lpstr>
      <vt:lpstr>Bugun </vt:lpstr>
      <vt:lpstr>Takrorlash</vt:lpstr>
      <vt:lpstr>Takrorlash</vt:lpstr>
      <vt:lpstr>K-cross validation</vt:lpstr>
      <vt:lpstr>K-Fold cross validation</vt:lpstr>
      <vt:lpstr>K-Fold cross validation</vt:lpstr>
      <vt:lpstr>K-Fold cross validation</vt:lpstr>
      <vt:lpstr>Vazifa</vt:lpstr>
      <vt:lpstr>Vazifa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2</cp:revision>
  <dcterms:created xsi:type="dcterms:W3CDTF">2025-08-02T08:23:50Z</dcterms:created>
  <dcterms:modified xsi:type="dcterms:W3CDTF">2025-08-02T11:32:41Z</dcterms:modified>
</cp:coreProperties>
</file>