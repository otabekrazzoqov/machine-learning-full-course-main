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23:20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4715 4819 15 0,'-7'-7'15'0,"0"-1"3"0,-1-3-7 0,0 3-1 0,2-1 0 16,-1 0 2-16,0 0-2 0,2 0-1 0,-3 0 0 0,0 1-5 0,-2 1 2 16,-2-2 3-16,1 1 3 0,-1 0 2 0,0-1 3 0,0 2-2 0,0-1-1 15,-1 2 0-15,-1-1-1 0,-1-1 2 0,0 1-1 0,0 0 5 16,-1 0-4-16,-2 1 2 0,-1 0-1 0,1-2-2 0,-1 2 3 0,1-1 0 15,-1 0 1-15,1 1-4 0,-1 0-3 0,-1 2-2 0,2-1-1 0,-2 1-3 16,0 0 0-16,1 1-3 0,-1 0-2 0,0 1 2 0,0 1 0 16,-1 0 0-16,0 1 1 0,1 0 0 0,-3 0-1 0,1 2-2 0,0-1 0 15,-2 2 2-15,0 0-2 0,-2 1 2 0,0 2-1 0,2-1 0 16,-1 2 1-16,0 0 1 0,-2 1 1 0,0 1 1 0,1-1-1 0,-2 2-1 16,1 1 0-16,-1 0-2 0,0 1 3 0,-2 1-2 0,1 1 0 0,-1 2 1 15,1 0 1-15,0 1-1 0,0 1 1 0,-1 2 1 0,1-2 0 16,-2 2 2-16,-1 1-1 0,0-1 0 0,0 2-1 0,2-1 2 0,2 0 0 15,-1 1 0-15,2 2 0 0,-1-2-4 0,1 1-2 0,2 0 0 0,1-2-5 16,1 0 6-16,0 2-2 0,0-2 3 0,0 2 6 0,1 0-3 16,1 0 3-16,2 0-2 0,-1-1 0 0,0 2 2 0,3 0 0 0,-1-1-1 15,0 3 1-15,2 0 2 0,-3 1 2 0,1 0 1 0,-1 2 1 16,0-1 1-16,-2 1-2 0,0 0-2 0,3-2-1 0,0 0-3 0,1 1 2 16,1 2-3-16,-1-2-1 0,0 3 1 0,1-2-2 0,1 0 4 0,1 0 2 15,1-2 0-15,0 0 1 0,2-1-3 0,1 0-2 0,1-1 0 16,1 1 0-16,0-1-1 0,2 1 1 0,-1-1 0 0,1 1 3 0,0-1 1 15,1-1 5-15,0 1-3 0,-1-2 0 0,2 2 0 0,-1 1-2 0,2-1 4 16,0 2-1-16,0-1-1 0,1 0 0 0,1-1 0 0,1 1-3 16,0 0 4-16,1-2-1 0,0 2-2 0,2-1 5 0,1 1-2 0,0-1-2 15,1-1 2-15,0 0-1 0,1-1-4 0,1 0-2 0,-1 1 3 16,2-3 2-16,-1 1 1 0,2-2-1 0,0-3-2 0,0 1-3 0,1-1-3 16,-1 0 3-16,1-2-3 0,1 2 2 0,-1-1-1 0,0 0 0 0,1 0-1 15,-3 2 5-15,2-1-2 0,0-1 0 0,1 1 2 0,1 0-6 16,1 0 4-16,-1-3-5 0,2 1 0 0,2-2 2 0,0 0-2 0,2-1 5 15,0 2 4-15,1-2 4 0,-1 1 0 0,0-1-4 0,2-1-2 0,-1 2-6 16,1 0 2-16,1 1 0 0,-1 0 3 0,1 0-2 0,1 0-2 16,-2-1-1-16,1 1 0 0,-1-2 0 0,0 1 0 0,1 1 1 0,0-1-2 15,-2 0 0-15,0 0 0 0,-1 2 2 0,0-1-3 0,0 1 5 16,1-3-3-16,0 1 0 0,-1-1-2 0,1 0 3 0,-1 0-2 0,1-1 2 16,1 1 2-16,2-1-3 0,0 0 1 0,1 0 3 0,1-2 0 0,0 0 3 15,2-1 0-15,-1 1-4 0,2-1 3 0,1 0-2 0,1 1 1 16,-1 0-3-16,2-1-3 0,0 1 3 0,0 0-6 0,0 1 3 0,1 0-1 15,-1 1-1-15,0-1 2 0,0 1 0 0,0 1-2 0,0 0-7 0,-1-1-1 16,1 1 3-16,0-2 2 0,2 2 11 0,-3 0 1 0,1 0-3 16,-3-2 7-16,0 0 3 0,1 0-1 0,1-1 3 0,0 1 0 0,1-2-4 15,0 0 6-15,1-2 0 0,0 0-1 0,1-3 1 0,-1 0-3 16,3 0 4-16,-1-2-2 0,1-1-5 0,0-1 2 0,0-1-2 0,4-1-3 16,-2 0 1-16,3-2-4 0,-2 0 0 0,0-2-1 0,1 1 2 0,-1-1 1 15,3 0-3-15,-2 1-9 0,1 0 0 0,-1 0-5 0,-2 0 1 16,1 0 9-16,0-1-3 0,-1-1 8 0,1 0-2 0,0-1-5 0,0-1 3 15,0 1-2-15,1 3 3 0,-2-1 5 0,-1-1 0 0,-1 0 1 0,1-1-6 16,0 0-3-16,1 0 3 0,-1 0-5 0,2 1-1 0,-2-1 4 16,0 0 1-16,2 0 3 0,-2 0 1 0,2 0-1 0,0 1-3 0,0-1-1 15,1 0 3-15,0 0 2 0,0 1-2 0,-2 0 1 0,1 0-4 0,1 0-3 16,-2 1 8-16,3 0-3 0,0 0-3 0,-1 0 1 0,0 0-1 16,-1 0 2-16,0 0 3 0,0-1 0 0,-1 1-2 0,1 1 0 0,1-1-2 15,-1 0 0-15,1 0 4 0,-2-1 0 0,-1 1-5 0,0 0 6 16,-1 0-3-16,1 1-2 0,1-2 7 0,0 0-7 0,-2-1 2 0,2 0 1 15,-2 0 0-15,1 0 1 0,0 1 2 0,-1-1 3 0,1 1 0 0,-2-1-2 16,4 0 2-16,-2 0-1 0,0-1 1 0,1 1 5 0,-4-1-5 16,3 0 0-16,-1 0-2 0,1-1-1 0,0-2 5 0,0 1-8 0,1-2 6 15,-1-1-6-15,1 0 0 0,0 0 0 0,0-2-3 0,1-1 2 16,-1 0 1-16,0 2 7 0,2-2 1 0,-2 0-2 0,1 0 1 0,-2-1-4 16,-2 0-7-16,2 0 10 0,0-2-4 0,-1 0-4 0,0 0 10 0,1-1-11 15,-1-1 4-15,-1-1-4 0,-1-2-3 0,1-1-2 0,-2-1 8 16,0-1 1-16,-2-1-3 0,0 0 4 0,-2 0 0 0,0-2 1 0,-1 0 1 15,-1 0-10-15,0-3-3 0,-3 2 7 0,-1-3 1 0,-1 0 8 0,-1-2-2 16,1-1-5-16,0 0 4 0,-3-3-5 0,1 2 4 0,-2-1-1 16,-2-2-1-16,-3 2-1 0,0-1-3 0,-1 0 2 0,-1 1 0 0,-3-1-4 15,-1 1 3-15,-2-1-1 0,-2 1 0 0,-2 0 5 0,-2 0-3 16,-3 2 3-16,-2 2-2 0,-1 1 2 0,-2 1-1 0,-1-2-2 0,-1 1 3 16,-3-1-2-16,-1 1 1 0,-2 2 1 0,-1-1-3 0,0 1 0 0,-2-2-4 15,-1 2 3-15,-2 0 6 0,-1 0 1 0,-4 1 6 0,-1 0-1 16,-2 1-14-16,1 0 3 0,-1 3 0 0,0-1 0 0,-1 2 0 0,-3-1-2 15,0 0 2-15,-2 0-4 0,-1 0 1 0,-1 1 5 0,-2 1-4 0,2 2-1 16,-1-1 4-16,-3 3-7 0,-1-1-1 0,-2 1 2 0,-1 1-7 16,0 0 4-16,-3 0-5 0,1 3 14 0,-3-1-2 0,0 1 1 0,-2 2 5 15,-1-1-15-15,0 1 6 0,-2 1 4 0,-1 2-3 0,-1 0 3 0,-1 0 0 16,2 1-3-16,-1 0 1 0,0 1 0 0,-1 1-4 0,1 1 2 16,0 1 1-16,-1 1 0 0,-1 2-2 0,0 0 1 0,-1 1 1 0,1 0-4 15,0 1 4-15,-1 1-5 0,1 1 3 0,-1 2-2 0,1 0-5 16,0 1 9-16,-1-1-9 0,2 1 6 0,-2 1 1 0,1-1-5 0,3 1 5 15,-2 0-2-15,3 1 4 0,2-1 1 0,0 0-6 0,4-1 3 0,-1 1 3 16,1-1-6-16,1 0 6 0,0 1-5 0,0 0-3 0,2 0 4 16,0 1-3-16,-1 1 8 0,-1 1-6 0,2 0 0 0,-1 1-1 0,3 1 1 15,-1 1 1-15,-1 1 1 0,1 2-5 0,-1 0-2 0,3 1-1 0,3 1 0 16,-1 1 6-16,0 0 0 0,3 1-1 0,0 1-5 0,1-1 3 16,1 0-10-16,3 3-5 0,2 0 4 0,0 2-7 0,2 1 23 0,-1 2-2 15,-1 1-1-15,0 3 3 0,0 2-18 0,1 0 5 0,2 2-3 0,0-2-5 16,4 4-3-16,0-2-9 0,3 0-23 0,2 0-25 0,4-3-21 15,3-1-24-15,1 0-24 0,3-2-43 0,0 2-66 0,3-2-35 0,3 0-20 16,2 0 0-16,1-4-183 0</inkml:trace>
  <inkml:trace contextRef="#ctx0" brushRef="#br0" timeOffset="23184.19">3582 9145 743 0,'-5'0'119'0,"1"0"-69"16,0 1-19-16,5 0-16 0,0 0-1 0,3 1 8 0,0-1 4 0,0 1-3 15,3-1-8-15,1 1-5 0,1-1-6 0,2 2-1 0,0 2-2 16,1 0 3-16,1 1-3 0,-1 2-1 0,0-1 3 0,0 3-2 0,-2 0 2 16,1 0 1-16,-1-1 5 0,1 0 3 0,-1 1 4 0,0-2 4 0,2 2 3 15,1-1 2-15,1 1-2 0,2-1 2 0,-2 0-1 0,2-1 2 16,1 0-4-16,0-2 2 0,1 0-2 0,2-1 0 0,1 0 3 0,0-2 3 15,2-1 1-15,0-2-3 0,1-1 4 0,0-2-1 0,0 0-1 16,1-1 2-16,1-1-1 0,1-1-2 0,1-1-4 0,-1 1 0 0,1 0-2 16,-1-1-4-16,2 1-2 0,-1 1-3 0,1 0 1 0,-1 0 3 0,1 1-2 15,0 1-1-15,0 0-2 0,1 0-2 0,0 1 0 0,2 0 2 16,1 0-1-16,-1 0-1 0,0 0 2 0,-2 1-1 0,2 0-1 0,-1 0-1 16,1 0 3-16,0 1-4 0,1 0 4 0,-1-1-4 0,2 1-2 0,-1 0 3 15,1 0-3-15,0 0 9 0,0 0 5 0,1 0-1 0,-1 0 2 16,2 1 1-16,-1 0-1 0,2 0 1 0,0 0 0 0,-2 0 0 0,1-1-6 15,1 0 1-15,0 1 0 0,1 1-3 0,1 0 2 0,0 0-8 16,-1 0-7-16,2 1 5 0,1 0-2 0,0-1 4 0,2 2 4 0,0-1-1 16,1 1-2-16,1 0 2 0,-1-1 7 0,2 1-2 0,-2 0 4 0,2 0 4 15,0 1-8-15,2-1 1 0,-1 0 0 0,0 1 1 0,1 1-1 16,-1 0 7-16,1 1-1 0,0 0 3 0,0 1 6 0,2-1 1 0,-1 0 3 16,1-2 0-16,0 0 1 0,1-2 0 0,3 0-12 0,0-2-2 0,1 0-8 15,0 0-2-15,0-2 3 0,1 1-2 0,0-1-1 0,-1 0-2 16,0 0 0-16,-1-1-4 0,0 0 3 0,-1-1-8 0,1 0-2 0,0 1 1 15,-1-2 0-15,-1-1 3 0,0-1 4 0,3-1 0 0,-2-1-1 16,2-1-1-16,0-1 2 0,-1-1 0 0,1 0-7 0,0-3-2 0,0 0 0 16,0 0-1-16,-1 0 3 0,-1-2 3 0,1-1-4 0,0-1 1 0,0 2-2 15,0 0 2-15,-2 1 2 0,1 2 1 0,-1 2-1 0,0 1 0 16,-1 0 1-16,-1 1-3 0,-1 1 7 0,-2 1-7 0,0 1 0 0,0 1 3 16,1 3-3-16,-2 0 0 0,-1 1 0 0,-1 2-3 0,0 1 1 0,-1 0-1 15,1 2 1-15,-1 1 4 0,-1 0-1 0,-2 1 1 0,0-1 0 16,-1 1-6-16,-1 0 3 0,0-1 1 0,-3 0 0 0,1-1 0 0,-1 0 1 15,-1-1 1-15,0 0 1 0,-3-1-1 0,0 1-5 0,-2-1 1 16,1 0 0-16,-2-1 1 0,1 0 2 0,-3 0-4 0,0-1-2 0,0 0 0 16,-2-1-4-16,0-1 4 0,-1 1-6 0,-1-1-11 0,1 1-8 0,-2 0-20 15,0-1-19-15,-2 1-37 0,-2 0-47 0,0 1-69 0,0 0-80 16,-2 0-89-16,-1 1-61 0,1 1 0 0,-1 0-64 0</inkml:trace>
  <inkml:trace contextRef="#ctx0" brushRef="#br0" timeOffset="168492.38">5192 10716 600 0,'6'-8'81'0,"4"-1"-50"0,2-2-19 0,2 0-1 16,-1 2-2-16,1-2 0 0,0 1-2 0,0-1-4 0,1 0-3 0,1 0-6 15,0 1-7-15,2 2-7 0,1 1-5 0,1-1 6 0,-1 1 2 0,0 0 6 16,0 0 7-16,-2 1 2 0,2-1 12 0,0 1 4 0,-2 1-1 15,2 0 8-15,0 0-1 0,0-1 2 0,0 1 9 0,1 1-5 0,1-1 6 16,0 0-1-16,2 0 6 0,-2 1 0 0,2-1 0 0,0 1 5 16,-2 0-5-16,3-1 3 0,2 2 2 0,-2-2-7 0,2 0 2 0,1 1-6 15,0 0 1-15,-2-1 2 0,1 1-1 0,1-1 0 0,1 0 0 0,2 0 1 16,-2 0-3-16,2-1-3 0,-1-1-10 0,3 1-6 0,-2 0-3 16,1 0-2-16,0 0 1 0,0 0-2 0,-1 1-2 0,2 0-2 0,-1 1 3 15,0 1 0-15,1-1 0 0,1 2-1 0,-2 0-2 0,1 0 3 0,-2 2-1 16,2 0 2-16,-3 1 0 0,3-1 2 0,-1 2 2 0,1 0-1 15,0 1-2-15,0 0 1 0,-1 1-3 0,0 0-1 0,1 2 11 0,0 0-5 16,0 0 5-16,-1 1-5 0,-1 0 0 0,0-1 5 0,2 0-1 16,-2 1 4-16,2-1 1 0,-3 1 2 0,1 0 7 0,0-1 3 0,0 0 7 15,0 0 1-15,2 1 3 0,-1-2-3 0,1 1-2 0,1-1-4 0,1-1 0 16,0 0-4-16,2 1 0 0,-1-1-3 0,0 1-8 0,2-1-4 16,-1 0-2-16,2 1-9 0,-1 0 9 0,0 1-3 0,0-1-3 0,-1 2 2 15,1 0-5-15,-1 1 3 0,1 0 0 0,1 1 1 0,-1 0 2 0,1 0-1 16,-1-1 8-16,2 2 1 0,0 1-3 0,0-1 1 0,1 1-4 15,2-2 2-15,-1-1 6 0,2 1-2 0,2-1 3 0,-2-2-3 0,1 0 5 16,2-2 0-16,1-2 2 0,2 0 1 0,1-2-3 0,-1-1-2 0,2-1 0 16,-1-1-5-16,4-1-1 0,-2-2-2 0,1-1-7 0,1-1 1 15,-3-1-4-15,1 0-1 0,1-3 3 0,1-1-4 0,-2 0 3 0,0 0 3 16,-3-1-2-16,-1-1-6 0,-1-1 4 0,1 0-4 0,-1-1 7 16,0 0 0-16,0-1-4 0,-2 0-4 0,-2 0 1 0,-1 0 7 0,0 0-10 15,-3 2 4-15,-2-1-4 0,0 1-5 0,-3 2 12 0,0-1-2 16,-4 0 1-16,0 0 4 0,-3 0-3 0,0 1 0 0,-3-1 1 0,0 0 0 15,0 0 0-15,-4 1 2 0,0-1-2 0,-1-1-14 0,-3 1 9 0,1-1-1 16,-2-1 2-16,0-1 14 0,-3 0-10 0,0-3 3 0,-1 1-4 16,-1 1 1-16,-3-2 2 0,-2 0 2 0,-1 2 1 0,-2-2-3 0,-2 0-3 15,-2 0 1-15,-2-1-1 0,-3-2-1 0,-2 0 2 0,-3-2-1 0,-2 0 0 16,-2 0-2-16,-4 0 1 0,-2 1-1 0,-2-2-3 0,-4 2 0 16,-3-2-4-16,-3 1-3 0,-1 0 9 0,-2 0 2 0,-3 3 3 0,-1-2 1 15,-5 2-2-15,-2 1 3 0,-3 0 4 0,-3 1-1 0,-2 1-1 16,-1-1 0-16,-3 3-1 0,0-1-1 0,-1 2 4 0,-1 0-6 0,0 1 4 15,0-1-5-15,-3 1 1 0,1 1 1 0,-1 0-2 0,-1 0-1 0,-3 1-2 16,0 0-7-16,-1 3 0 0,1 0 2 0,-3 1 0 0,-2 2-3 16,-2 1-5-16,-2 1-4 0,-3 2-3 0,-2 1 6 0,-1 1 0 0,-2 2 1 15,-2 0 3-15,-1 1 1 0,-2 2 2 0,-2-1-1 0,-2 2 2 0,0 1-1 16,-1-1 2-16,0 2 13 0,1-1 2 0,0 0 3 0,0 1 3 16,2-1-9-16,2-1-2 0,-1 1 6 0,3-1-2 0,-3-1 2 0,3 2-4 15,-2 0-6-15,3-1-1 0,0 1-6 0,-1 0 1 0,1 1 5 0,-1 0-3 16,1 1 1-16,-2 1 2 0,3 0-8 0,-1 1 3 0,-1 2 0 15,1 1 6-15,0 0-1 0,-1 2 5 0,0-2-3 0,-1 3-4 0,1 1 2 16,-2 1-1-16,2 1 7 0,0 2-1 0,-1 1 0 0,2-1-2 0,-1 2-7 16,2 0 5-16,0-3-6 0,4 2 18 0,0-2-1 0,1-1 0 15,4 1 4-15,-1 0-11 0,3-2 5 0,2 0-3 0,1-1 1 0,6-1-3 16,1-2 0-16,2 0-2 0,2-1-1 0,2-2 0 0,5 0-6 0,1 0 3 16,0-1-1-16,4 1 0 0,1 1-1 0,4-2 0 0,2 1-2 15,3 1-7-15,1-1-3 0,1 3-8 0,2 1-18 0,2 0-21 0,1 1-36 16,1 2-49-16,2 0-63 0,3 3-89 0,0 0-86 0,3 3-46 0,2 1 16 15,0 4-131-15</inkml:trace>
  <inkml:trace contextRef="#ctx0" brushRef="#br0" timeOffset="178959.81">3992 11991 473 0,'-4'-14'91'0,"-1"1"-8"0,1-2-31 0,1 4-13 16,2 3-5-16,1 0-6 0,-1 1-5 0,-1-1-6 0,1 0-4 15,-1 1-5-15,1-1-2 0,0 1-2 0,0 2 0 0,-1 1-4 0,1 1-6 16,-1 1 1-16,1 0-5 0,-2 0 4 0,-1 0 5 0,1 1 0 0,-1 0 3 16,0 0-1-16,0 1 3 0,0 0 3 0,1-1-1 0,0 1 4 15,0 0-1-15,0 0-2 0,1 0 1 0,-1 0 0 0,0 0 2 0,2 0 0 16,0 1-1-16,0-1-4 0,1 0 3 0,1 0-1 0,0 0 7 0,2-1 11 16,0 0 6-16,2-1 11 0,2-2 1 0,-1 0 0 0,4-2-1 15,1-1-5-15,2-1 0 0,0 0-5 0,1-2 1 0,1 0-1 0,2-1 0 16,1 0 1-16,0-2 2 0,3 1-2 0,1-2 0 0,-1 0-4 15,4 3-8-15,0 2-5 0,2 3-9 0,1 2-5 0,-1 2-1 0,2 4 0 16,-1 0 4-16,1 1 0 0,-1 3-2 0,2 1-5 16,-1 0 1-16,2 0-1 0,-1 0-2 0,1 0 3 0,1 0-2 0,2-2 2 0,0 0 3 15,2-1-3-15,-3 0-1 0,2 1 3 0,0 0-1 0,0 0 2 0,3-1 3 16,-2 0-10-16,1-1 3 0,0 1 2 0,-2 0-1 0,2 1 4 16,-2 0 1-16,0 1-3 0,-1 0 2 0,0 2 3 0,2 1 2 0,-1 1-1 15,0 1 0-15,-2 0 0 0,1 1 2 0,-1 0 2 0,0 2 1 0,2 1 2 16,-2 0-1-16,1-1 3 0,-1 1-2 0,0 0 3 0,-1-1 6 15,3-2 6-15,-2 2-1 0,1-3 2 0,-1 0-6 0,-1 0-5 0,3-1-1 16,0 0 3-16,0 2 1 0,-1-1-6 0,-1 1-2 0,0 1-5 0,0-2-8 16,0 1 3-16,1-1-2 0,2 0-4 0,0 0-2 0,0-1 3 15,1 0-5-15,-1-1 3 0,1 0-1 0,1-1-6 0,1 0 3 0,0-2-2 16,0 1 3-16,3-1 3 0,0 0-4 0,-1 0 3 0,1 0 2 0,-1 0-3 16,-2 0 5-16,2 0-7 0,-2 1 1 0,1-1 4 15,0 0 4-15,0 0-1 0,0-1-1 0,1 1 0 0,0-1 1 0,1 1 9 0,2-1 0 16,0 2-1-16,-1 0 2 0,-1-1 1 0,2 2 3 0,-1-2 5 15,2 2-4-15,-1 0 3 0,-1 0 4 0,0-1-2 0,0 1 4 0,0 0 1 16,-1 0-8-16,1 0 1 0,2 1 2 0,0 0-5 0,0-1 6 0,0 1-7 16,1-2 3-16,0 1 0 0,1-3-4 0,0 1 2 0,2-1-1 15,-1 1 0-15,-1-1 1 0,0 1-3 0,1 0 4 0,2-2-4 0,-2 1-1 16,2 0 0-16,-3 0 2 0,1-1 0 0,0 0 0 0,1-2-3 0,0 1-5 16,-1-1 2-16,2 0 6 0,-1 0-4 0,-1-1 2 0,1-1-2 15,0-1-9-15,1 0 6 0,2-1-1 0,1 0-1 0,-2 0 4 0,0-1-7 16,0 1 1-16,1-2 0 0,-1 0 4 0,1 0-3 0,-2-1-2 15,0 0 3-15,2 0 0 0,-1 0 1 0,1 1-1 0,0 0-2 0,-1 0 0 16,0-1 2-16,2 2-8 0,-1 0-2 0,1 0 0 0,2 1-1 0,-2 0 4 16,0 0 1-16,1 0-3 0,0 1 3 0,1 0 1 0,0 1 0 15,0 0 0-15,2 0-2 0,-1 0-6 0,2 1-1 0,0 1 1 0,-2-1 0 16,0 0 11-16,2-1-3 0,0 0 1 0,2 0 3 0,2-1 0 0,2-1 1 16,0-1-11-16,2-2-4 0,-1-1 1 0,-1-1-2 0,0 0 11 15,2-2-5-15,-1 0-3 0,-1 0 8 0,0 2-6 0,-3-2 3 0,0 1-5 16,0 0 0-16,-2 0 5 0,-1 1-2 0,-1-1 11 0,0 2-6 0,-1-1 5 15,2-1-2-15,-2 0-1 0,-1 0-1 0,0-1 2 0,1 1-3 16,0 1-4-16,-1 0 4 0,0-2-3 0,-2 1 3 0,-1-1 0 0,4 0-4 16,-3 1 0-16,3 0 5 0,-1-1 1 0,0 1-5 0,-1-1 3 15,1-1-3-15,0-1-1 0,-1 0 4 0,-1-1-3 0,0-1-1 0,-2-1-1 16,1-1-1-16,1-1 6 0,1 0 0 0,-1-3-13 0,0 0 7 0,1 0 0 16,-2-2-8-16,-2-1 9 0,0 0-9 0,-2-2 2 0,-1 0 1 15,-3 0 8-15,-1-1 0 0,0 1-1 0,0-1 2 0,-1 1-3 0,-1-2 5 16,-1 0 3-16,-3-1-1 0,-2 0 0 0,0 1-1 0,-4 0 2 15,-2 1 3-15,-3 2 2 0,-3-1 0 0,-2 0-5 0,-4 0 6 0,-1 1 3 16,-3 1-2-16,-3-1-7 0,-2 2-2 0,-3-1 9 0,-4 2 5 0,-4 1 4 16,-3-2 0-16,-3 0-15 0,-3 1-8 0,-4-1-3 0,-1 1-4 15,-5 1-1-15,-3 0 0 0,-2 1-1 0,-4 0 1 0,-2 2 9 0,-2-2-5 16,-1 2 5-16,-2 0 0 0,-3 1-8 0,-1 0 8 0,-3-1-2 0,0 2-1 16,-4 2 4-16,0 1 2 0,-2 2 0 0,-3 1 5 0,-3 0-3 15,-2 2-1-15,-4 0 2 0,-3 3-6 0,-5 0 2 0,-2 2-4 0,-3 2-4 16,-1 1 9-16,0 1-2 0,-1 1 4 15,0 0 2-15,-1 0-4 0,-2 1 5 0,1-1 3 0,1 1-4 0,-1 1 4 0,2-1 3 0,-3 1-3 16,-2 2 2-16,-1 0 0 0,1 0-4 0,3 1-1 0,2-1 1 0,3 0-1 16,-1-2 5-16,-2 1 5 0,0-1-6 0,0 0 0 0,0 0-7 15,1 0 1-15,2 0-3 0,-2-1-1 0,0 0 4 0,-2 0-2 0,1-1 6 16,-1 0-3-16,0-2-4 0,1-2-1 0,1 0 1 0,0-2 1 16,1-1 12-16,0-2-2 0,0-3-3 0,0-1 2 0,-1-1-9 0,3-2 1 15,3-2 0-15,-1-2-1 0,0-1 1 0,0 0 3 0,-2-1 3 0,2 0 1 16,-1-1-6-16,-2 0-3 0,0-2-4 0,0 1-6 0,1-2 10 15,-1-1-6-15,-3 0-4 0,1-1-11 0,-1-1-6 0,-1 2 13 0,1-1 0 16,0 1 6-16,0 0-9 0,-1-1-10 0,-3 3-8 0,0-1 4 0,-1 2 8 16,-2 2 2-16,2 1 5 0,0 2 1 0,-1 2-6 0,0 4-4 15,-4 0 2-15,0 3 1 0,-4 0 7 0,3 2 8 0,0 3-2 0,1 1 2 16,0 3 1-16,0 1-2 0,-1 2 3 0,0 2-3 0,1 0-2 16,1 2-3-16,-1 3-4 0,1 1 2 0,-1 1-1 0,-1 2 6 0,2 1 0 15,-2 1 2-15,4 1 3 0,0-1 1 0,1 1 4 0,4 0-1 0,0-2 5 16,0 2 5-16,0 0 2 0,1 0 3 0,0 2-5 0,1 0 2 0,4 1 2 15,-2 2 0-15,-1-1 3 0,1 3-4 0,0-1-6 0,-1 5 0 16,0 0-2-16,2 2 1 0,1-2-4 0,2 0 6 0,0 0 2 0,2-1 0 16,2 0 0-16,2-1-8 0,2-1-1 0,2 0 2 0,2-2-4 15,4-2 1-15,3 0-2 0,3-2-4 0,2 1 4 0,0-1-2 0,2-1-4 16,1 1-4-16,1-2-9 0,2 0-7 0,3-1-18 0,1-1-55 0,1-1-44 16,3 0-42-16,1 1-42 0,5 1-4 0,1 0-19 0,2 2-11 15,0 1 37-15,2 0-136 0</inkml:trace>
  <inkml:trace contextRef="#ctx0" brushRef="#br0" timeOffset="187476.91">3514 13386 397 0,'-8'-8'113'15,"-2"-2"-35"-15,-1-1-21 0,4 1-10 0,2 2-9 0,0 0 0 0,0-1 1 16,1 1-4-16,0 1-4 0,1 2-3 0,1 1-13 0,1 1-8 0,0 1-5 15,1 2-10-15,0 0-5 0,0 0-1 0,1 1-1 0,0 0 5 16,0 1 5-16,0 1-1 0,0 2 4 0,2-1-2 0,-1 2 4 0,1 0 1 16,1 1 5-16,-1 0 1 0,1-1 1 0,1 1 1 0,0 1 1 0,0-1 9 15,2 1 8-15,0-1 8 0,0-1 14 0,2 0 8 0,0-1 12 16,2 0 5-16,1-2 10 0,2 1 0 0,0-2 14 0,4-1 7 0,2-1 3 16,1-2-1-16,4 0-9 0,2-1-19 0,0 0-15 0,4-3-4 15,1 0-12-15,2-1-6 0,1 0-10 0,0 0-4 0,4 1-5 0,0-1-4 16,0 1-11-16,1 2-7 0,-1 1 5 0,1 2 0 0,1 1 2 0,2 0-1 15,-1 1-4-15,1 2 0 0,-1 1-6 0,0-1 3 0,2 0 3 16,-1 1-4-16,0-1 4 0,1 1-5 0,1 0 1 0,-1 0 2 0,1 0 1 16,0 0-1-16,0-2-2 0,2 1-1 0,0-2 5 0,0 1 2 0,0-1 1 15,0-3 6-15,-2 1 3 0,-1-2 10 0,4-1 7 0,-3-1 5 16,1-1 5-16,0-2 4 0,0 0-1 0,-1-1-7 0,0 0-1 0,1-1-4 16,2 0 6-16,-1 0 2 0,-1 0-3 0,0 1-5 0,1 0-9 0,-3 0-4 15,2 2-5-15,0 0 2 0,1 2-5 0,-2 2 2 0,-1 0-4 16,0 1-8-16,1 2 6 0,-1 0-1 0,0 3-9 0,1 1-1 0,-1 1 1 15,0 2 4-15,0 2 8 0,0 1 1 0,1-1-18 0,-2 2-2 16,1 2 13-16,-2 1 2 0,0 1 12 0,-2 0-5 0,1 1-16 0,-1 0 6 16,0-2 2-16,0 1 2 0,-1-3-3 0,-1 0-4 0,-2-2-2 0,-1-2 4 15,0-2 8-15,-1 0 1 0,-1-2 4 0,0-2-1 0,0-1 2 16,-3 0-2-16,1-2 0 0,-4-1-4 0,1 0-6 0,-1-1 6 0,1-2-8 16,-1 1-2-16,1-3 0 0,0 0-16 0,-1-1 1 0,0 0-15 0,-2-1-26 15,0-1-31-15,-2 1-48 0,0 0-50 0,-2-1-69 0,-2 0-122 16,2-1-123-16,-1-1-74 0,-2-1-147 0</inkml:trace>
  <inkml:trace contextRef="#ctx0" brushRef="#br0" timeOffset="-202383.86">3446 13786 429 0,'-15'3'179'0,"-3"2"-103"0,-4 2-24 0,3 2-29 0,0-2-8 0,1 1 4 16,2-1 6-16,-1 1 4 0,2 0 0 0,2 2-6 0,1 0-8 16,1 2-12-16,1 1-2 0,0 2-7 0,1 3 0 0,1 1 8 0,1 1 0 15,1 4 9-15,-2 0 4 0,2 3 1 0,-1 2 8 0,1 0 3 0,1 3 0 16,0 1-1-16,2 1-9 0,1 4-1 0,-1-1-2 0,1 3-2 16,1-2 4-16,1 2-1 0,0 3 0 0,1-1 7 0,1 1-3 0,1 1 7 15,1 0 6-15,2 0 3 0,2 0 7 0,1 0-4 0,1-3-1 16,0 1-2-16,2 0-5 0,2-1 2 0,1-2-4 0,1-2-2 0,3-1 0 15,3-1 0-15,0 2-2 0,2-1 6 0,2-2 2 0,0 0 11 0,1 0 5 16,0-3 2-16,4 2 10 0,0-4-14 0,3-2 0 0,2-1-2 16,2-2-9-16,1-2 4 0,1 1-3 0,3 0-4 0,0-2-3 0,1-1-8 15,1-1 1-15,3-3-3 0,0 0-2 0,0-1 4 0,2 0-5 0,0-1 4 16,3-3-2-16,0 0-1 0,2-3-1 0,0-1 1 0,1-1-1 16,1-1-4-16,2-1 2 0,0-2-5 0,1-1-1 0,-1-1 1 0,0-2-4 15,1-1-3-15,-1 0 9 0,1-1-7 0,0 0 4 0,0-2 3 16,0 0-2-16,1-1 6 0,-1-2 5 0,-1 0-1 0,0 0 7 0,-2-2-2 15,0-1-13-15,0-3 8 0,-4-1-1 0,0-2 8 0,-3-2 10 0,-2-1-5 16,0-2-1-16,-1 0 3 0,-2-1-6 0,-2-1 8 0,-2-2 1 16,0-1-3-16,-4-2 3 0,0-1-10 0,-1-1-5 0,-3 0 5 0,1-1-4 15,-5-2-1-15,-1 1 6 0,-2-2-3 0,-2 1-4 0,-2-2-1 0,-2 2-1 16,-1-1-9-16,-2-3 1 0,-2 0 3 0,-5-1-1 0,0 2-3 16,-3 0-2-16,-1 0 2 0,-3 0-5 0,-3 0 5 0,0-1-5 0,-3 1-3 15,-2 0 3-15,-1-1 0 0,-3 1-1 0,0-2-1 0,-4 2 3 16,-2-2-5-16,-2-2 6 0,-2 1-6 0,0-1-2 0,-3 0 4 0,0 0-4 15,-2-1 2-15,-2-1-5 0,0 1 5 0,-2 0 1 0,-1 1 3 0,-1 0 7 16,-1 2-9-16,-1 1-2 0,-1-1-6 0,-2 3-3 0,0-1 2 16,-3 1 3-16,-2 2 3 0,-1 0 1 0,0 4-4 0,-2 0 4 0,-1 4 2 15,-2 0-6-15,-2 2-1 0,-4 2-10 0,1 1-6 0,-3 4 1 0,0 2 15 16,-3 3-4-16,-2 2 11 0,-2 2-4 0,-1 3-14 0,-2 4 0 16,0 2-12-16,-4 3-2 0,-1 3-12 0,-2 5-9 0,-2 4 12 0,-2 5-14 15,-1 5 0-15,-1 6-9 0,-1 4-22 0,-2 5-17 0,-2 6-30 16,3 6-36-16,-2 5-43 0,2 6-66 0,1 7-122 0,-1 5-115 0,-1 8-205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1:42:36.2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5266 9997 1272 0,'-12'-25'641'0,"2"-1"-571"0,-1-3-8 16,7 6-28-16,5 6-11 0,3 1-9 0,4 0-2 0,5-2-10 0,5-1 0 15,4-1-4-15,4-1 0 0,2 1-6 0,4 3-3 0,1 2-2 16,3 1-7-16,0 0 4 0,2 2 4 0,2-1-11 0,0-1 9 0,2 1 0 16,4-3 4-16,0 1 12 0,5-3-5 0,4-1 4 0,1 0-6 15,3-3-5-15,3-3 6 0,2 2 1 0,3-3 7 0,3 0 6 0,1-2-2 16,2-1 1-16,1-2 9 0,3 2 3 0,-1 0 1 0,2-1 3 0,0 2-7 15,1-1 2-15,3 0-1 0,-1-1 0 0,2 1 9 0,1 1-2 16,0 2-1-16,2 1 3 0,0 2-10 0,0 1 3 0,1 1-1 0,0 4-4 16,0-1 10-16,0 4-9 0,3 3-2 0,-1 0 0 0,2 3-7 0,-1 0 0 15,2 0 1-15,-2 3-4 0,2 2-1 0,0 2-1 0,1 3 0 16,0 1 1-16,1 2 3 0,1 1-2 0,1 0-2 0,-1 1 11 0,4 1-3 16,-2 0 3-16,1 1 2 0,1 0-10 0,1 1-1 0,-1 1-2 15,1 0-2-15,-1 2 3 0,-1 1-3 0,-3 0 6 0,1 0 4 0,0 2 3 16,-1 1 3-16,5 1-1 0,-3 2 4 0,4 1-4 0,2 2 5 0,-1-1 1 15,1 1-9-15,2 0-3 0,-2-2-7 0,-1 1-1 0,1 2 8 16,0 2-4-16,1 2 4 0,0 1-7 0,1 3-1 0,-1 0 1 0,-2 1-3 16,1 2 10-16,0-1-2 0,-1 3 0 0,3-2 2 0,-2 1-5 0,3-1 2 15,2 1 1-15,5 2 7 0,0-1-12 0,-2 0 6 0,-6-4-4 16,-6-3 5-16,-6-2 3 0,-3 2 4 0,-2-2 0 0,-3 3-6 0,-2 0 3 16,0 2-7-16,-3-2-9 0,-2 3 0 0,0-3 11 0,-3 1-1 15,-2 2 8-15,-3-3 4 0,-6 3-18 0,-2 0-1 0,-3 2 3 0,-6 0-8 16,-4 2 10-16,-2 3-1 0,-3-1-2 0,0 3 1 0,-3 3 1 0,-2 1-2 15,-5 2-5-15,-4 2 8 0,-4 0-8 0,-5 1 0 0,-3 1 11 16,-5 1-11-16,-5 3 4 0,-3 0-2 0,-5-1-4 0,-3-1 3 0,-4-2-5 16,-4 0 5-16,-4-1-13 0,-4-2 7 0,-3-1 4 0,-5-2-8 15,-2-1 20-15,-5-1-11 0,-6 0 4 0,-3-3-4 0,-2 1 1 0,-5-4 6 16,-3-3-9-16,-3 0 9 0,-5-4-3 0,-4 1-2 0,-3-3 2 0,-4 0-2 16,-6-3-2-16,-1 0-8 0,-4-2 13 0,-3 1 2 0,-4 0 7 15,-3-2 2-15,-5 1-7 0,-4-2-7 0,0 0 0 0,-4 0 2 0,-2-2-4 16,-2 0 4-16,-4 1-2 0,-2-2-4 0,-1 2 1 0,-4-1 6 0,0-2 2 15,-5 0-1-15,-1-2-4 0,-1-2-4 0,-2 0 8 0,1-1 3 16,-3-1 1-16,2-1-3 0,-1-3-10 0,-1 1 10 0,1-3 2 0,-1 0 5 16,1-3 1-16,1-1-3 0,-2-1 0 0,-1-1 3 0,-2 0 2 0,-1-1-9 15,2-1 4-15,-2 0-3 0,-2-2 2 0,0 0 0 0,0-2-6 16,-1-1-1-16,-1 0 1 0,-2 0 4 0,3-1-1 0,-2 0 3 0,1-1-8 16,3-2 3-16,0-1-2 0,1 0 1 0,3-1-3 0,2 0-3 0,-1-1 3 15,1-1-2-15,1-2 4 0,-1 1 3 0,2-2-9 0,-1 1 8 16,2 1-4-16,2 3-7 0,-1-1 12 0,3 0-7 0,1 0 4 0,2 1 2 15,3 1-11-15,2 0 12 0,3-1-3 0,1 0 1 0,2-1 4 16,1 2-8-16,0-2 4 0,0 1 2 0,3 0-3 0,-2 0 4 0,0 0-3 16,1-2-10-16,0 0-2 0,0-1-2 0,1 1 8 0,3-2 6 0,0-1-4 15,2-2 2-15,3 0-6 0,1-2 2 0,3 0 4 0,4-2-2 16,0-2 2-16,3-1-2 0,1 1 1 0,2-3 1 0,5 2 3 0,-1-3 3 16,2-1-3-16,2 0-1 0,0-1 1 0,2 0-1 0,3 2 1 0,2-2 5 15,4 2-4-15,5-2 2 0,2 2-9 0,5-2 9 0,3 2 4 16,3-2-6-16,2-1 13 0,5 0-7 0,3 0-5 0,2-1 3 0,4 3-6 15,3-1-5-15,4 2-1 0,3 0-1 0,3 2-3 0,3-2 0 16,3 2-11-16,0 0-11 0,3 1-22 0,3 2-18 0,1 0-18 0,2 2-24 16,3-1-24-16,2-1-39 0,2 2-32 0,3-1-65 0,2 0-65 0,2 1-80 15,5 0-247-15,2-1 88 0</inkml:trace>
  <inkml:trace contextRef="#ctx0" brushRef="#br0" timeOffset="20717.02">3952 12427 1246 0,'-12'-2'139'0,"0"0"-55"16,-4-1-50-16,3 1-17 0,1 1-5 0,1-1 4 0,1-1 2 15,-2 2-7-15,1-1-9 0,-1 2-8 0,-2 1-9 0,0 2-6 0,-1 1-10 16,-1 1-8-16,1 1-4 0,-1 2 2 0,-2 1 4 0,-2 1 4 16,0 1 3-16,-2 2 4 0,-1 0 5 0,-1 3 10 0,0 1 5 0,2 1 6 15,-2-1 7-15,1 2-1 0,2 2 9 0,-1-2 4 0,2 2 13 16,2 1 11-16,0-1 12 0,1 2 10 0,3-1-5 0,2-1-7 0,1 1-8 16,2-2-10-16,2 0-7 0,2-1-6 0,3-1-4 0,2 0-5 0,3 1-5 15,1 1-3-15,2 0-1 0,0 3-4 0,1-1 0 0,1 0-2 0,-1 1 2 16,2-2 1-16,0 0 0 0,1 1 2 0,1-1-5 0,1 1 0 15,0 0-1-15,2-1 3 0,0 0 0 0,2 0 3 0,0-2-7 0,3 0-4 16,1-1 0-16,2-1-1 0,2-1 13 0,2 1 1 0,2 0-2 16,1-3 5-16,1 0-7 0,2-1 2 0,2 0 2 0,2-2 0 0,0-1 2 15,3 1 3-15,2-2 2 0,1-1 0 0,2 0 3 0,0-1 3 16,3 0 2-16,1-1-1 0,2 0-3 0,2 0-1 0,0 1-2 0,3 0 4 16,0 0 1-16,1 0-2 0,4 0 3 0,0 1-1 0,0 0 6 0,3-1 1 15,-1 0-3-15,2 1-1 0,0 0-2 0,1-1 1 0,-1 1-1 0,2-2 1 16,2 1-4-16,1-3 3 0,0 0 2 0,3-1-2 0,0-1 3 15,-1-2-5-15,3-1-2 0,-2-2 3 0,1-2-5 0,0 1 10 0,0-2-2 16,0-1 0-16,-1 1 1 0,-1-1 4 0,-1-1 10 0,0 0-3 16,-2-2 11-16,-1 1 0 0,-1-2-4 0,-2-1 5 0,1-1-6 0,-1-1-4 15,-2 1-2-15,0-3-4 0,-2 0-2 0,-1-3-2 0,-2 1 0 0,-1-1-6 16,-1-2 1-16,1 1-21 0,-4-2 11 0,-2 1-5 0,-1-1-4 16,-3 0 20-16,0-1-11 0,-3-1 4 0,-2-1 3 0,0 0 4 0,-3-1-1 15,-2 0 5-15,-1-2 6 0,-3 2-5 0,-3-1 4 0,-1-3 0 0,-2 1-7 16,-3-2 2-16,1 1-6 0,-4 0 1 0,-4 1-2 0,-1-1 0 15,-4 1 5-15,-1-2-6 0,-3 0-21 0,-3 0 10 0,-2 1-6 0,-4 0 3 16,-3 0 17-16,-4-2-5 0,-3 1-12 0,-4 0 3 0,-3 0 1 16,-5 1-5-16,-1 1 0 0,-4-2-4 0,-2 2-7 0,-5-1 2 0,-3 1-3 15,-5 0 3-15,-3 3-2 0,-2-1 5 0,-6 2 1 0,-3 1 1 0,-3 0-3 16,-4 2-8-16,-3 0 2 0,-3 1-12 0,-2 2 1 0,-1 1 17 16,-3 0-3-16,-2 3 17 0,0-1-1 0,-2 1-8 0,-1 0 1 0,1 0 1 15,0 3 2-15,0 0 1 0,0 1 2 0,1 2-1 0,0 2-1 16,-4 3-7-16,3 2-5 0,-2 3 4 0,1 3-1 0,0 3-3 0,-3 4 0 15,2 2-8-15,-3 5-13 0,1 2-20 0,0 4-35 0,-2 4-38 0,0 6-26 16,0 2-57-16,1 5-48 0,2 2-52 0,-1 3-88 0,2 5-237 16,-3 3-145-16</inkml:trace>
  <inkml:trace contextRef="#ctx0" brushRef="#br0" timeOffset="38052.46">11961 8689 43 0,'32'-31'37'0,"5"-2"3"16,7-9 7-16,-4 4 2 0,-2 4-1 0,0 0-9 0,1 1-5 0,1 0-3 16,-1-1 2-16,2 0 3 0,0 1-9 0,2-1-4 0,-1 3 0 0,2-1-4 15,1 2-2-15,-1 1-2 0,2 0-5 0,-1 1 1 0,2 1-3 16,2 1 0-16,2 1-1 0,2-1-4 0,1 1 0 0,2 1-1 0,3 1-3 16,1 0 0-16,3 2 0 0,2 0-1 0,2 2 0 0,3 2 1 15,0 2-3-15,3 3-12 0,0 4-22 0,2 3-39 0,1 2-51 0,2 3-138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35:31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3816 9919 754 0,'-2'-4'2'0,"1"-2"0"0,0-2-1 0,0-2-1 0,2 2 0 0,0 0-1 0,1-1 0 0,1 1 2 15,1-2-3-15,0 0 2 0,0 0 3 0,2-2 1 0,0 0 1 0,1 0 2 16,2-2 4-16,2 0 3 0,0-2 6 0,4 0 3 0,1-2 1 0,4 0 5 16,2-1 5-16,3-2 2 0,2-1 1 0,5-1 0 0,-1-1-4 15,5-1-1-15,3 1 0 0,3-2 6 0,6 2-1 0,2-2 7 0,3 1-3 16,5-1-5-16,4-2 3 0,4 1-4 0,4 0 1 0,3 1-4 15,2 1-4-15,5 0-9 0,1 4-5 0,4 0-5 0,2 3-4 0,3 3 3 16,2 1-3-16,1 3 1 0,4 2-9 0,-1 3 1 0,2 3-1 16,3 0 0-16,0 2 6 0,4 1 0 0,1-1-4 0,0-1-2 0,2-2 3 15,3-4-1-15,4-2 8 0,1-5 3 0,3-2-4 0,-1-1 2 0,1-3-3 16,-1 0-1-16,-1 2 8 0,-1-1-2 0,-4 1 4 0,-3 3 3 16,0 0-11-16,-6 2 8 0,1 2-5 0,-2 1 0 0,-5 2 1 0,-4 2 1 15,-4 1-4-15,-2 2 6 0,-2 1-4 0,1 3 3 0,-1 3-3 0,-3 1-6 16,-3 5 1-16,-4 2-4 0,-5 3 14 0,-1 4 2 0,-2 3-2 15,-3 2-2-15,-3 6-8 0,-4 1-4 0,-3 3 4 0,-3 2-2 0,-3 3 1 16,-5 2-2-16,-3 1-1 0,-3 2 2 0,-5-1-2 0,0 0 1 16,-6 0-1-16,-1 1-1 0,-2-1-5 0,-1-2 9 0,-1 3 1 0,-4-2-1 15,-1 0 3-15,-4 3-3 0,-3 0-4 0,-3 1 5 0,-5 3 1 0,-3 1-1 16,-5 0-1-16,-3-1-3 0,-6 0 4 0,-5 1-11 0,-4-1 14 16,-4-1 4-16,-4-1-5 0,-2-1 12 0,-5 0-11 0,-2-4 1 0,-4-2-5 15,-3 1 1-15,-3-4-1 0,-3 0 2 0,-2 0 5 0,-3-3-4 0,-3 1 3 16,-1-2-5-16,-3 0 1 0,-2 0 6 0,1-1-10 0,-4-3 0 15,0 0 6-15,1-3-7 0,-1 0 9 0,-3 2-2 0,-5 0 0 0,-4 1 4 16,3-3-1-16,2-1 3 0,3-3-4 0,0-1 6 0,0 0 0 0,-3-3 5 16,0-3-2-16,-1 0-1 0,-1-2-4 0,-1-3-1 0,-1-1 7 15,-1-2-8-15,-1-3 4 0,1-1-5 0,1-2-4 0,-1-2 3 0,2-2-2 16,1-4 2-16,-2-2 3 0,3-3 2 0,-1-4-5 0,2 0 0 0,3-3-5 16,1-3-7-16,2 0 5 0,-1-4-2 0,0-2-8 0,2-5 2 15,1-1-18-15,1-3 1 0,3-3-3 0,0-2-9 0,1-5-1 0,3-2-17 16,3-2-7-16,2-1-11 0,1 0-14 0,2-2-17 0,3 2-17 15,1 0-17-15,0 4-12 0,1 3-18 0,3 6-31 0,1 3-79 0,4 7-254 16</inkml:trace>
  <inkml:trace contextRef="#ctx0" brushRef="#br0" timeOffset="3631.34">19099 3668 2481 0,'-9'6'10'15,"1"8"-9"-15,-1 7-5 0,4 11-6 0,3 4 4 0,3 3-11 0,1 3 3 16,0 1-3-16,0 1-1 0,-1 3 12 0,0 2-4 0,0 1 4 0,-1 2 0 16,1 2-1-16,-2-1-3 0,2 2 0 0,-2 3-8 0,1 0-9 15,-2 5-9-15,-2 2-48 0,0 2-9 0,-1 5 15 0,1 2 10 0,-1-1 46 16,1-2 15-16,-1-3-1 0,0-5-4 0,2-2 2 0,1-4 5 0,0-5 9 16,1-3 11-16,0-4 4 0,0-4 6 0,0-6 8 0,0-4 17 15,0-4 4-15,0-2 5 0,1-4-10 0,-2-1-10 0,1-2-4 0,0-3-8 16,0-2-1-16,1-2-4 0,1-2-1 0,0-3 2 0,2-1-6 15,0-1 0-15,2-1 5 0,2-1-2 0,2-1 5 0,1-1-2 0,4-1 0 16,1-1 4-16,1-3-6 0,0-1-2 0,4-3-1 0,1-2-4 0,1-1 2 16,3-2 2-16,3-1-1 0,2-2 0 0,4-3 2 0,0-1-6 15,3-4-5-15,2-1-4 0,0-1-1 0,2-1 5 0,2 0 2 0,1-3 2 16,0-1-4-16,4-5 5 0,1-1-8 0,1-2 15 0,-1-4 0 0,-1 1-2 16,1-3 9-16,1-1-15 0,-3-2-4 0,1-5 1 0,-3 0-4 15,0-2 3-15,-3-2 6 0,-2 0-6 0,-2 0 1 0,-3-1 6 0,-2 0-1 16,-4-1 4-16,-3 0 3 0,-7-1-7 0,-2-1 3 0,-5-2-1 0,-5-1 1 15,-4 0-3-15,-6-1 3 0,-5 0-1 0,-7-1-5 0,-5 1 1 16,-4 1-9-16,-8-1 6 0,-4 1 5 0,-5 2-3 0,-6-1 3 0,-2 5-5 16,-5 2 0-16,-5 4 10 0,-4 5 1 0,-6 7-4 0,-2 6-2 15,-5 4-14-15,-5 6 0 0,-4 8 0 0,-1 6 4 0,-4 7 7 0,1 6 0 16,-2 6 1-16,0 4 3 0,1 3-12 0,1 4-3 0,1 4-2 0,3 3 8 16,4 5-17-16,4 5 11 0,3 4 0 0,5 4-11 0,4 5 17 15,5 2-12-15,3 4-1 0,7 2-6 0,4 3-5 0,3 3-19 0,5 1-13 16,5 4-33-16,3 1-28 0,7 2-21 0,4 1-35 0,6 1-27 0,5-1-28 15,5 1-39-15,4 0-74 0,8 0-169 0,5-2-332 0</inkml:trace>
  <inkml:trace contextRef="#ctx0" brushRef="#br0" timeOffset="4065.34">20726 3825 2600 0,'1'7'56'0,"3"5"-76"0,2 9-10 0,6 9 1 0,2 6 6 0,1 1 13 16,4-1 5-16,-1-1 5 0,-2-3-3 0,1 0 2 0,-1 0 2 0,0 0-2 16,-1-1 7-16,1 1-3 0,0-4-1 0,1-1-1 0,0-1 1 15,1 1 3-15,1-1-2 0,-1 0 0 0,0 2-3 0,2 0-10 0,0 4 7 16,2 0 2-16,1 2 1 0,-1 1 4 0,1-1-5 0,1 0-1 0,0-3 1 15,1-2-1-15,0-2 5 0,1 0-1 0,0-3 3 0,1-2-4 16,0-3-1-16,1-3 0 0,1-4-1 0,-2-5 4 0,1-3 1 0,-2-3 6 16,0-4 3-16,0-3-4 0,0-4 6 0,-1-4 1 0,-1-5-2 15,-2-2 7-15,-1-4-2 0,-3-2-1 0,0 0 0 0,-1-2-2 0,-3-3-3 16,0-2 4-16,-2-3-2 0,-3 0-2 0,-2-4 0 0,-2-2 2 0,-3-3-5 16,-4-3-2-16,-2-2-5 0,-5-1-1 0,-4-3-4 0,-3-2 4 15,-3-1 3-15,-3 0 0 0,-1 2-2 0,-3 2 4 0,-2 3-4 0,-2 2 2 16,-3 6 0-16,2 4-6 0,-3 3-3 0,0 6-2 0,-1 2-1 0,-4 6 0 15,-1 1-1-15,0 5 1 0,-3 4 2 0,0 4 0 0,1 3 5 16,0 2 2-16,3 4 5 0,3 3 3 0,2 1 0 0,3 3-5 0,1 2-5 16,4 2-4-16,4 3-9 0,2 2-4 0,4 5-6 0,2 3-5 15,1 3-5-15,3 5-11 0,1 2-12 0,2 1-24 0,2 2-14 0,2 0-22 16,2 2-20-16,3-1-31 0,1-2-53 0,3 1-111 0,2-2-278 0,2-1-64 16</inkml:trace>
  <inkml:trace contextRef="#ctx0" brushRef="#br0" timeOffset="4265.35">21797 4157 1980 0,'5'14'1016'0,"2"7"-1018"15,7 13-13-15,6 8-11 0,1 5 3 0,3 3 6 0,0-3 8 0,-1-4 18 16,1-3 1-16,-2-5 0 0,-1-4-5 0,-1-2-10 0,0-5-7 0,-3-3-18 15,2-3-27-15,-1-3-32 0,-1-5-40 0,0 0-41 0,-1-4-45 16,-1-2-87-16,-3-3-158 0,-1-4-522 0</inkml:trace>
  <inkml:trace contextRef="#ctx0" brushRef="#br0" timeOffset="4649.71">22654 2617 2869 0,'-12'-2'3'0,"-6"1"-4"0,-5 3-1 0,-3 6-1 16,5 11-7-16,5 11 6 0,6 12-2 0,5 11-1 0,5 5 4 15,4 4-2-15,3 1 3 0,2-1-3 0,2-1-5 0,2 0 4 0,1-1-4 16,0-1 10-16,2 0 6 0,1-1-4 0,0 0-4 0,0-3-11 0,2 0-12 15,1-2-17-15,-2-2-25 0,2 1-19 0,-1 0-21 0,-2-3-11 16,-1-2-6-16,-2-3-8 0,-2-2 6 0,-2-5-6 0,-1-4-2 0,-3-4-22 16,0-5-55-16,-2-5-93 0,-3-5-401 0</inkml:trace>
  <inkml:trace contextRef="#ctx0" brushRef="#br0" timeOffset="5098.8">22173 3481 2775 0,'10'-19'-23'0,"6"3"-15"0,11-2-3 15,6 7 8-15,5 4 15 0,5-2 12 0,2-2 4 0,1 0 4 0,1-3 1 16,0 0 5-16,-2 0 0 0,-2 2-2 0,-1 1 1 0,-2 3-9 16,-4 1 4-16,-3 4-2 0,-2 1-2 0,-1 3-3 0,-3 1-3 15,1 0-5-15,-4 2-1 0,-2-1-4 0,-1-1-1 0,-3 0 0 0,0-1 2 16,-1 0 1-16,0-1 5 0,-2 1 0 0,1 0 2 0,1 1 0 0,0 0-1 15,-1 1 6-15,1 2-1 0,0-1 0 0,-1 3 1 0,0 1-1 0,0 1 4 16,0 0 1-16,-2 0 0 0,2 1 3 0,-1-2-3 0,3 0 1 16,-1 0 1-16,1-2-1 0,2 0 2 0,-1-1-3 0,2-1 4 0,1-1-3 15,0-2 1-15,1 0 4 0,-1-1-1 0,-1-1-1 0,1-1 1 16,0-2 0-16,0-1 2 0,-1-2 1 0,-2-2 1 0,-1-1 2 0,-2-2 0 16,-1-1 2-16,-2-1-3 0,-2-2-3 0,-1 1 0 0,-2-3 1 0,-3 0 0 15,-2-1 0-15,-3 0-5 0,-2-1 0 0,-4-1 5 0,-2 2-2 16,-4-2 1-16,-3 0-1 0,-4 2-7 0,-3-1-1 0,-3 1 4 0,-4 3 1 15,0 0 0-15,-4 2 0 0,2 3-1 0,-2 2 4 0,0 4-1 0,1 2 1 16,0 2 7-16,1 4 5 0,4 1 8 0,0 3 7 0,3 4-4 16,2 2 1-16,2 4-2 0,3 2-5 0,3 5 3 0,2 5-21 0,3 4 1 15,1 5 3-15,4 5-3 0,3 3 10 0,3 3-6 0,4 0-3 16,3 1-4-16,4-2-3 0,4-4-2 0,3-4-1 0,5-4-6 0,5-4 1 16,5-3-9-16,4-4-13 0,6-2-24 0,6-5-20 0,2-6-36 0,5-4-43 15,4-6-39-15,2-6-53 0,3-6-71 0,0-9-98 0,4-7-463 16</inkml:trace>
  <inkml:trace contextRef="#ctx0" brushRef="#br0" timeOffset="5381.71">26973 1556 3714 0,'0'2'-6'0,"2"5"0"0,1 6-1 0,2 7-3 0,1 7 14 15,3 8-8-15,1 7-11 0,2 17 4 0,9 49-2 0,-7-3 14 0,-7-11 11 16,-6-15 1-16,-3 3-2 0,-2 10-3 0,-1 4-16 0,0 5 5 0,0 2-9 16,0 3-5-16,1 0 13 0,0-1-7 0,1-1-15 0,1-3-25 15,1-6-36-15,2-5-33 0,2-3-22 0,1-8-24 0,1-4-22 0,2-7-30 16,0-7-36-16,2-6-40 0,1-7-18 0,-1-8 72 0,0-6 50 15,1-9 18-15,-2-11 28 0,-3-7-80 0,-2-9-346 0</inkml:trace>
  <inkml:trace contextRef="#ctx0" brushRef="#br0" timeOffset="5681.72">26289 1498 2775 0,'10'-23'106'0,"2"3"-120"16,4-3-1-16,7-3 5 0,7-3 7 0,7-1 8 0,-16 17 39 0,6-1 27 16,2 2 7-16,4-1 13 0,3 2-21 0,5-1-8 0,1 1-10 15,4 2-7-15,3 1-10 0,2 0-17 0,1 3 6 0,4 0-12 0,53 1-50 16,-1 5-6-16,-6 7 5 0,-13 6-5 0,-13 6 46 0,-12 5 2 16,-13 1-8-16,-11 1 10 0,-6 0-5 0,-4 0-1 0,-3 1 4 0,-4-1-6 15,-6 2-3-15,-5-1 3 0,-5 2-5 0,-6-1 0 0,-6 3 0 0,-7-1-1 16,-5 3 0-16,-7 0 4 0,-5 2 0 0,-5-1-8 0,-3-1 1 15,-5 0 4-15,-41 24 2 0,7-13 10 0,13-14-1 0,14-11-2 0,8-4-8 16,5-3-10-16,1-2-19 0,3-2-23 0,4-3-21 0,2-1-23 0,3-1-22 16,6-2-18-16,0-1-29 0,4-1-38 0,3-1-62 0,3-1-108 15,2-2-287-15,3-3-44 0</inkml:trace>
  <inkml:trace contextRef="#ctx0" brushRef="#br0" timeOffset="5998.72">28055 2031 3260 0,'3'9'9'16,"2"8"-110"-16,3 13 31 0,2 13 25 0,0 8 24 0,3 8 19 0,0 1 2 15,-2 0 2-15,-1-6 3 0,-3-3-6 0,-2-8 4 0,-2-5 2 0,-2-4 2 16,0-5 7-16,0-2-5 0,-2-3-4 0,1-3-2 0,-2-2 2 15,-2-5 4-15,-1-3 2 0,-1-4 4 0,-3-2-2 0,-1-4-3 0,-2-2-6 16,-1-4-11-16,1-4-4 0,-2-5-3 0,0-6-2 0,0-5 8 0,1-4-8 16,3-5 4-16,2 0 10 0,2-4 0 0,3-2 9 0,3-1 2 15,2-1 0-15,4-2 1 0,1 0-1 0,2-2 1 0,2 0-3 0,4-2-1 16,3 3 2-16,2 2 1 0,5 3 5 0,2 5 5 0,-13 19 3 0,6-2 4 16,1 1 1-16,4-1 7 0,2 3-4 0,3 0-1 0,3 2-7 15,4 1-17-15,1 2-1 0,0 4-8 0,0 3 1 0,0 3-12 0,-2 1-10 16,0 2-29-16,-3 1-61 0,-3 1-69 0,-1 0-89 0,-2 1-121 0,-3 0-199 15,-1-1-517-15</inkml:trace>
  <inkml:trace contextRef="#ctx0" brushRef="#br0" timeOffset="6681.38">24520 3119 2886 0,'-20'8'18'16,"-1"11"-31"-16,-4 15-9 0,7 17 9 0,5 11 14 0,0 10 11 0,1 11 10 16,0 6 7-16,0 7-4 0,1 4-6 0,1 4 1 0,0 4-1 15,1 6 5-15,0 3 2 0,2 5-14 0,2 3-2 0,1 1-8 0,4 1-4 16,3-3 6-16,1-4-16 0,3-2 5 0,1-2-2 0,1-2 4 0,1-2 10 16,0-2 4-16,1-1-13 0,0-4 6 0,0-5-5 0,0-6-3 15,-1-3 12-15,-1-7 0 0,0-5 0 0,0-6 1 0,0-7 5 0,-2-7-2 16,0-6 1-16,-1-6-1 0,0-4-1 0,0-7-2 0,-3-2 2 0,0-6-4 15,0-3-2-15,-1-5 1 0,-1-3-2 0,0-3 1 0,-1-5-1 16,0-3-11-16,-1-4-19 0,-1-1-36 0,-1-3-37 0,-2-4-39 0,-3-6-25 16,-1-5-12-16,-3-7-17 0,-2-9-13 0,-1-7-25 0,0-9-41 15,0-10-40-15,1-7-89 0,1-11-235 0</inkml:trace>
  <inkml:trace contextRef="#ctx0" brushRef="#br0" timeOffset="6898.39">24858 3694 1906 0,'2'-8'890'0,"4"3"-890"0,4 4-25 0,7 11 7 15,3 7 18-15,4 8 20 0,3 3 16 0,-1 3 9 0,1 3 12 0,-2 5 2 16,-1 2 3-16,-3 5 2 0,-2 5-6 0,-1 7-9 0,-2 4-6 0,0 5-15 16,-3 5-10-16,0 5-5 0,-2 7-8 0,0 5 1 0,-1 6-5 15,-1 4-1-15,1 0 0 0,-1 1-3 0,0-5-12 0,0-2 1 0,-2-7 1 16,0-5 3-16,-1-5 3 0,1-7 3 0,0-4-7 0,-1-5-10 0,1-3-9 15,-2-3-24-15,1-2-9 0,-1 0-15 0,-1-2-13 0,0-3-18 16,-1-1-28-16,0-3-32 0,-2-2-37 0,-2-1-27 0,-1-3-51 0,-3 0-66 16,-2 0-98-16,-2 0-261 0</inkml:trace>
  <inkml:trace contextRef="#ctx0" brushRef="#br0" timeOffset="7166.38">24180 5874 2856 0,'-15'-6'11'0,"2"2"-80"0,2 0-10 0,8 5 24 16,8 2 37-16,2 1 47 0,4 3 25 0,1 3 6 0,0 0-2 15,2 4-6-15,1 4 6 0,4 4 0 0,0 4-6 0,5 6-7 0,2 4-12 16,4 3-15-16,1 4-10 0,3 1-1 0,-1 2 0 0,1 3-1 0,-1 0-13 16,0 0 1-16,-2-1-9 0,0 1 1 0,-3-1 12 0,0 0-5 15,-4 0 3-15,-1-4 3 0,-2-4-3 0,-1-5 4 0,1-8 2 0,0-4-6 16,-1-5-1-16,1-4-2 0,0-4 0 0,-2-3 0 0,1-3 0 15,-1-4-5-15,0-3-4 0,1-4-4 0,-1-2-8 0,0-5-4 0,0-4-9 16,0-5-5-16,1-5-13 0,-2-7-10 0,1-3-10 0,1-3-15 0,-1-3-28 16,3 0-29-16,1 0-50 0,0-1-57 0,1 2-65 0,1 0-101 15,0 1-367-15</inkml:trace>
  <inkml:trace contextRef="#ctx0" brushRef="#br0" timeOffset="8732.53">20666 516 1727 0,'-4'-3'51'0,"1"1"-40"15,0 1 2-15,-1 0 7 0,1 1 20 0,-1 0 7 0,2 2 17 0,-1 0 12 16,0 3 4-16,0 0 3 0,0 4 0 0,1 1-4 0,-1 2-3 16,1 3-10-16,1 2-46 0,1 3-9 0,1 3-11 0,2 1-8 0,0 3 32 15,1 3-5-15,1 3 0 0,-1 1-3 0,3 2-3 0,1 2-7 16,0 0-7-16,2 2 4 0,11 38-46 0,2-3-2 0,2-5 3 0,-1-4-11 16,0-7 38-16,-1-11 1 0,-4-7-3 0,-2-11 3 0,-2-5 3 0,-2-4 2 15,-2-3 2-15,-1-3 0 0,-1-4 6 0,-2-2-7 0,0-5 5 16,-2 0-4-16,0-2-8 0,-1-3-3 0,-1-1-14 0,-1-2-4 0,0 0-8 15,-1-4-11-15,-1-3-1 0,-2-3-6 0,-1-3-3 0,-1-2 4 0,-1-5-1 16,2 11 43-16,-1-1 12 0,-1-3 11 0,0-3 11 0,0-1-26 16,-1-2-1-16,0-3 0 0,-1-1-1 0,1-4-4 0,-2-2 0 0,0-2-4 15,-1-1 30-15,1-3 2 0,-1-3-7 0,0-1-3 0,1-3-38 0,-1-3 0 16,0 1 6-16,1 0 7 0,0 0 8 0,1 0 2 0,-1 1 7 16,2 2 6-16,0 1 13 0,2 4 9 0,0 0 1 0,1 4 8 0,1 0-10 15,0 5 55-15,1 2 3 0,0 3-9 0,1 4-3 0,2 2-64 0,0 4-4 16,0 2 4-16,2 1 2 0,1 3 3 0,0 2-1 0,1 3 1 15,2 0 2-15,0 2-3 0,1 2 9 0,1 1-6 0,1 2 4 0,0 1-1 16,2 2-2-16,2 0 3 0,0 3 4 0,-1 1 1 0,3 2 0 16,0 2 1-16,0 1-11 0,-1 1-4 0,0 2-1 0,1 1-12 0,-1 0-3 15,-1 2-5-15,-1 0-6 0,-1-1-60 0,-1 2 7 0,-1 0 10 0,-4-1 7 16,-1 0 60-16,-2 0-1 0,-3-1-9 0,-1 1-10 0,-4-2-9 16,-1 0-1-16,-3-1 12 0,-2 0 11 0,-3-2 12 0,-2 0 6 0,-1 0-2 15,-2-1 5-15,-1-1-3 0,-1 0 0 0,0-3-4 0,-2 2 1 0,1-2 0 16,1 0-39-16,-1-2 27 0,1 0-34 0,2-2 2 0,0 0 38 15,1-1-29-15,2-1 28 0,2 0 0 0,1 0 0 0,1-1 5 0,1-1-1 16,2 1 2-16,0-1 2 0,4-1 1 0,-1 1-5 0,1 0 3 0,2-1-5 16,0 1 3-16,2 0 5 0,1-1-6 0,1 1 0 0,2 0 4 15,0 0-6-15,1 1 2 0,3-1 0 0,0 0-3 0,3 1-2 0,0-1 5 16,2 0-5-16,0 1-2 0,2 0-1 0,1-1-2 0,2 1 3 0,-1 0-6 16,3 0-1-16,-1 0-9 0,1 0-11 0,1 0-9 0,-1 0-20 15,0 0-47-15,1 0-32 0,-1-1-35 0,-2 1-18 0,1-1-1 0,0 0-35 16,-1 0-239-16</inkml:trace>
  <inkml:trace contextRef="#ctx0" brushRef="#br0" timeOffset="9051.53">21538 716 1879 0,'-1'-1'9'0,"0"1"-43"15,1 1-7-15,0 0 20 0,1 1 21 0,0 1 13 0,0 0 15 0,1 2-25 16,-1-1 18-16,1 1 13 0,1 1 0 0,-1 1 35 0,1 0-18 15,0 0-11-15,0 3-10 0,2 1-9 0,0 0 1 0,1 1-9 0,0 0-6 16,1 0 1-16,0 2-4 0,0-1 3 0,1 0 1 0,0-1-2 0,1 1-2 16,1 0 0-16,0 0 2 0,2-1-1 0,0-2 2 0,-1 1-4 15,2-2 0-15,1-1 0 0,-1-1 4 0,0-2 1 0,0-2 2 0,0-2-4 16,0-1-1-16,0-2 1 0,0-3 0 0,-3 0 3 0,1-3 1 0,-1-1-5 16,-1-1-2-16,0 0-2 0,-2-2-4 0,-2-2 2 0,-1 0 1 15,-1 0-12-15,-1 0 49 0,-2-1 1 0,-1-1-6 0,-2-1 10 0,-1 1-48 16,-2 0-5-16,-2-1 2 0,-1 2 1 15,-1-2-6-15,-2 1 2 0,-1 0-2 0,0 1 1 0,-1 0 0 0,-1 1 3 0,0 0-2 0,0 1-5 16,0 2-7-16,-1 1-3 0,1 1-1 0,1 3-1 0,0 1 7 0,0 2-3 16,0 3-1-16,2 2-6 0,-1 2-22 0,0 3-24 0,1 3-39 15,0 3-71-15,2-1-17 0,-1 4-9 0,1 1-9 0,1 2-1 0,0 0-94 16,2 2-62-16</inkml:trace>
  <inkml:trace contextRef="#ctx0" brushRef="#br0" timeOffset="9267.53">21871 754 1514 0,'2'-2'95'0,"0"0"-65"0,2 0-3 0,0-1-8 0,1 1 3 0,2-1 13 16,0 0 13-16,1 0 2 0,1 0 20 0,-1 1 16 0,2 0 7 15,1 1-4-15,0 0-68 0,1 0-8 0,0 1-16 0,0 2-15 0,1 0 48 16,-1 2-14-16,1 1 3 0,-1 0-7 0,-1 2 0 0,1 1 2 16,-1-1-8-16,1 2 3 0,-1 0-6 0,0 1 1 0,0-1-5 0,1 1 1 15,-1-1 0-15,1-1-5 0,-2 1 1 0,2-1-5 0,-1-1-3 0,-1 0-6 16,1-2-3-16,-1 0-13 0,-2-2-8 0,2-1-11 0,-1-1-9 15,-1-2 3-15,1-2-7 0,1 0-7 0,-1-2-2 0,-1 0-12 0,1-2-17 16,1 0-23-16,0-1-32 0,0-1-30 0,1 1-26 0,-1-1-32 0,2 0-126 16</inkml:trace>
  <inkml:trace contextRef="#ctx0" brushRef="#br0" timeOffset="9585.53">22515 513 1738 0,'-1'-1'52'0,"0"-1"-75"16,0 1-5-16,1 0 5 0,-1-1 18 0,1 0 14 0,0 0 21 15,0 0 29-15,0 0 28 0,1 0 20 0,0 0 5 0,0 0-14 0,0 0-17 16,1 0-17-16,0 2-4 0,2 0-6 0,0 1-9 0,1 0 1 0,-1 1-8 16,2 1-7-16,1 2 15 0,0 0-7 0,0 2-1 0,1 0 0 15,1 1-20-15,0 2-5 0,0 2 0 0,1 1-69 0,1 0 8 0,0 0 3 16,1 1-5-16,0 0 60 0,-1-1-4 0,2 0-1 0,0-1 3 15,0-1-2-15,0 0-10 0,0-3 4 0,0-1-2 0,1-1-6 0,1-2-2 16,-2-3 49-16,1-1 8 0,0-4-1 16,0-1 2-16,-1-1-51 0,1-2-14 0,0-2-1 0,-1-1 2 0,0-1-16 0,-1-1 8 0,1-2-4 15,0 0-6-15,-1-2 4 0,0 1-15 0,-1-2-4 0,1 0 2 0,0 1-7 16,0-1-3-16,-1 0-2 0,0 1-5 0,0 1-8 0,1 0-9 0,0 0-6 16,-1 0-16-16,0 2 43 0,-1 0-26 0,0 1-48 0,0 1-48 15,0 1-109-15,-1 1-81 0,-1 0-185 0</inkml:trace>
  <inkml:trace contextRef="#ctx0" brushRef="#br0" timeOffset="9850.06">22828 174 2601 0,'1'0'-9'0,"0"1"-29"15,1 0 4-15,1 2 30 0,1 0 24 0,1 2 10 0,1 1 10 0,1 1 8 16,2 1 22-16,-1 0 7 0,2 2 3 0,-1 1-9 0,1 2-13 0,1 1-17 16,1 0-3-16,0 2 1 0,1 1-11 0,-1 1-4 0,0-1-8 15,0 1-11-15,0 0-1 0,0-1-85 0,-1 2-6 0,-1-1-10 0,1-1-4 16,0-1 66-16,1 1-13 0,-1-1-17 0,0-2-18 0,0-1-16 0,1 0-17 16,-1-1-15-16,1-2-11 0,-2-1-3 0,1-2-13 0,1-3-30 15,-1 0-55-15,1-3-67 0,-1-1-133 0,1-3-40 0</inkml:trace>
  <inkml:trace contextRef="#ctx0" brushRef="#br0" timeOffset="10333.06">24329 341 2654 0,'0'4'19'0,"1"2"28"15,0 2 34-15,-1 1 12 0,1 3-5 0,-1 1-17 0,0 1-99 0,0 4-8 16,-1 2-6-16,0 1-7 0,1 3-7 0,-1 2 7 0,-1 1-11 16,1 4-11-16,-1 1 60 0,0 2-21 0,0-3-3 0,-1 0 3 0,0-1 4 15,0 0 10-15,1-3 4 0,-1-1 0 0,2-2 3 0,-1-1-6 0,1-2-4 16,1-4-4-16,0-1-2 0,0-2 1 0,0-3 5 0,2-3 6 15,0-2 3-15,1-2 7 0,1-1 1 0,0-3 7 0,2-1-2 0,0-1-1 16,0-1 5-16,2-1-2 0,0-1 3 0,0 1 0 0,0-1-3 16,2-1 1-16,0 1 1 0,1-1 7 0,1 0-3 0,-1 0-3 0,1-1 3 15,1 1-4-15,1-1 1 0,0 1 1 0,-1-1-2 0,3-1 2 0,0-1-5 16,0 0 1-16,0-1-4 0,1-1-4 0,0 0 3 0,1-1 1 16,-1-1 67-16,1 0-4 0,0-2 3 0,-2 1-4 0,1-2-66 0,-1-1 5 15,0 1 8-15,-3-1-6 0,0 0-2 0,-1 0-7 0,-1 0-7 0,-3-1 4 16,-1 0-4-16,-2 0-7 0,-2 1-3 0,-1-2-4 0,-2-1-3 15,-2 2 6-15,-1-2-6 0,-2 0 3 0,-1 1 0 0,-2-1-5 0,-1-1-5 16,-1 0 50-16,-1 0-6 0,-1-1-3 0,0 1 3 0,-1-1-57 0,-2 1-1 16,0 1 12-16,0-1-14 0,-1 2 11 0,-1 1 0 0,-1 1-5 15,0 1 13-15,-1 2-2 0,-1 2-4 0,0 1 5 0,-1 2-5 0,0 3-12 16,0 1 8-16,-1 3-13 0,0 3-4 0,0 2-9 0,0 3-40 16,1 2-26-16,0 2-24 0,0 3-36 0,1 1-58 0,1 4-214 0</inkml:trace>
  <inkml:trace contextRef="#ctx0" brushRef="#br0" timeOffset="10798.59">24914 438 2334 0,'0'0'-72'0,"1"1"-47"0,1 0 8 0,1 1 44 0,1 1 64 15,0 1 24-15,2 0 4 0,-1 1 15 0,1-1 9 0,1 3 19 16,0 0 4-16,0 0-6 0,0 2-15 0,1 0-18 0,1 1-7 0,0 0-4 16,0 1-8-16,0 0 4 0,-1 0-4 0,1 0 0 0,-2 0-1 15,1-1-7-15,1 0 2 0,0 0 1 0,0-1 1 0,0-1-1 0,1 0-1 16,-1-1-9-16,2-2 4 0,0 0-2 0,0-1 3 0,0-2-3 0,-1 0 1 16,1-2-4-16,0-1-3 0,0-1 7 0,0-1-4 0,-1-1 2 15,-1-1 0-15,0-1-4 0,-1 0 2 0,0-2 4 0,-1 1-1 0,-1-2 6 16,0 1-7-16,-2-1 3 0,0 1 5 0,-1 0 0 0,-1 0 3 15,-1-1-2-15,-1 1-7 0,0 1-5 0,-1-1 3 0,-2 1-7 0,-1 1-1 16,-1-1-1-16,-1 0-9 0,-2 1-1 0,-1 0 5 0,-1 1-3 0,0 0 8 16,-1 0 2-16,-2 1 0 0,0 1 0 0,-1 0-7 0,1 1 2 15,0 0-7-15,-1 2 3 0,0 0 8 0,1 1-1 0,2 1 1 0,-1 0 5 16,1 2 0-16,2 1 1 0,0 1 5 0,2 0 0 0,1 1-3 16,2 1 3-16,2 0 5 0,1 0-6 0,1 1 7 0,1 0-4 0,0 0-2 15,4 0-3-15,0 0-5 0,2 0 3 0,2-2-7 0,1 2 2 0,2-2 2 16,0 0-6-16,2-1-1 0,1 0 4 0,2-1-1 0,-1-2-1 15,2 0 2-15,0 0-4 0,1-2-1 0,0 0-4 0,2 0-8 0,-1-2-6 16,-1 0-14-16,2 0-6 0,-1-1-7 0,-2-1-6 0,1 0-10 0,0 0-11 16,-3-1-9-16,2 0-16 0,-2 0-22 0,0-1-24 0,-2 0-25 15,0 0-18-15,0 0-18 0,-2-1-29 0,1 0-148 0</inkml:trace>
  <inkml:trace contextRef="#ctx0" brushRef="#br0" timeOffset="11019.58">25994 0 1858 0,'-1'0'178'0,"1"0"-144"0,-1 0-122 15,2 0 10-15,-1 0 65 0,2 0 18 0,-1 0 54 0,2 0 39 0,-1 0 8 16,1 0 39-16,0 0-19 0,0 0-10 0,0 0-11 0,0 0-21 0,2 0-21 16,-1 5-12-16,0 2-2 0,1 4-2 0,0 0 2 0,-1 3 3 15,-1 2-7-15,0 2-136 0,0-1 7 0,-1 4-6 0,-1 1-3 0,1 0 135 16,-1 3-14-16,1 1-4 0,-1 2-10 0,0 0-26 0,0 1-21 15,0 0-16-15,0 0-31 0,0 1-16 0,0-2-92 0,1 0-8 0,0-1 5 16,-2 0-1-16,2-2-3 0,0-1-24 0,0-2-17 0,0-2-26 16,0-1 21-16,-1-2-185 0</inkml:trace>
  <inkml:trace contextRef="#ctx0" brushRef="#br0" timeOffset="11467.1">25773 577 1785 0,'-3'-1'158'0,"1"-1"-192"0,0 0-18 0,-1 0 13 0,0-1 13 0,0-1 10 15,0 0 1-15,0 0-2 0,0-1 15 0,0-2 2 0,0 1 5 16,1-2 0-16,0 0-5 0,0-1-12 0,1 0-1 0,1-1-5 0,1-1-9 16,2 1 4-16,0-2-6 0,1 2-2 0,0-1 3 0,2-1 4 15,0 1-5-15,-1 1 2 0,2 0-3 0,0 1 62 0,1 1 3 0,1 1 5 16,0 1 2-16,1 1-65 0,0 2 11 0,-1 1 7 0,2 1 4 0,0 2 13 16,0 1 1-16,0 2 7 0,0 1 4 0,1 0 1 0,0 2 7 15,2 0 3-15,-1 1 3 0,1 0-64 0,1 0-4 0,0 1-5 0,1 0-2 16,0 0 59-16,1 0 2 0,0 0-1 0,2-2 4 0,-2 1 1 0,2-1-6 15,0 0 5-15,-1 0-6 0,2-2-1 0,0 0 1 0,-1 0-2 16,0-2-11-16,1 0-4 0,-2-1 4 0,1 0-7 0,0-1 12 0,-2-1-2 16,1-1 1-16,0 0-1 0,-1 0 0 0,-1-2 5 0,1 0-2 0,-1 0 1 15,0-1-2-15,-2 0 5 0,0-1-2 0,0 0 2 0,-1-1 1 16,-2 0 1-16,0-1-1 0,-1 0 1 0,0 0 3 0,-2-1-7 0,-1-1 5 16,0 0-8-16,-3-1-4 0,-1 0-3 0,-1-1 0 0,-1 2 66 15,-2-2-4-15,-1 0 0 0,-2 0-3 0,-1 0-73 0,-2 2 5 0,-1-1-1 16,-2 1-3-16,0 0 1 0,-2 1 5 0,0 0-1 0,-2 2 4 0,0 1 26 15,-1 0 2-15,1 3 5 0,-1-1-2 0,0 2-18 0,0 0-7 16,1 2-4-16,1 1 3 0,-1 0 1 0,2 0 3 0,0 3 1 0,3 0 2 16,0 0 2-16,1 2 4 0,2-1 0 0,2 2-4 0,1 0-6 15,2 0-7-15,2 1-1 0,1-2-2 0,3 2-26 0,1 0-9 0,2 0-14 16,2-1-10-16,2 0 3 0,2 0-32 0,2-2-92 0,2 1-26 0,1-1-11 16,2-1 5-16,1 0 61 0,2-2-8 0,1-1-16 0,1-1-36 0,2-1-43 15,1-2-110-15,1 0 64 0</inkml:trace>
  <inkml:trace contextRef="#ctx0" brushRef="#br0" timeOffset="11982.1">22198 783 2014 0,'0'-1'0'15,"0"0"-50"-15,1 1-5 0,1 1 25 0,1 1 34 0,0 2 23 0,2 0 14 16,1 2 11-16,0 2 2 0,1 1 6 0,1 1 0 0,1 3 2 15,1 2-6-15,0 3-5 0,2 3-5 0,0 3-9 0,2 5-2 0,0 4-53 16,14 33-2-16,-3 4-6 0,-1 3-6 0,-3 1 42 0,-1 1-1 16,0 1-1-16,-4-3-2 0,0-10-1 0,-1 1-5 0,0-2 0 0,0-1-14 15,2 3-9-15,11 38-4 0,-4-22-8 0,-4-22 5 0,-6-23 0 0,0-5-1 16,-3-4 1-16,1-4-2 0,-1-3-9 0,0-1-9 0,0-5-13 16,-1-2-16-16,1-5-20 0,-2-2-25 0,1-5-30 0,0-3-42 0,-1-4-21 15,1-5-47-15,-2-5-207 0</inkml:trace>
  <inkml:trace contextRef="#ctx0" brushRef="#br0" timeOffset="12188.13">23099 787 1990 0,'0'0'-3'0,"0"-1"-49"0,0 2 0 15,1-1 18-15,0 2 46 0,0 0 22 0,1 1 21 0,0 1 17 0,0 0 8 16,0 2 7-16,1 2 0 0,-1 0-11 0,1 3-15 0,0 3-7 15,0 2-15-15,0 3 1 0,1 1-6 0,-1 4-3 0,0 2-4 0,0 6-64 16,1 30-7-16,0 5 1 0,0 4 0 0,0 0 50 0,0 1 1 0,-1-1-11 16,2-2-9-16,-1-8-19 0,1 0-25 0,0 0-21 0,1-2-22 15,4 49-10-15,-1-22 6 0,1-21 5 0,-2-19 10 0,-1-11-6 0,2-5-25 16,-1-5-31-16,0-1-42 0,0-4-47 0,-3-2-95 0,-1-3-173 0</inkml:trace>
  <inkml:trace contextRef="#ctx0" brushRef="#br0" timeOffset="12432.1">22518 1652 2377 0,'0'1'-38'0,"1"1"-30"0,2 2 3 0,2 2 36 0,2 3 39 0,3 1 14 15,3 5 6-15,3 4 8 0,2 2-7 0,1 2 4 0,2 4-2 0,-1 1-13 16,19 30-15-16,-4-3-7 0,-5-6-6 0,-5-8 4 0,-2-5 5 0,1-1-2 15,0-1-4-15,3-1-2 0,-1-1-4 0,1 0-3 0,0-4-4 16,-3-2 0-16,0-6 2 0,0-4-2 0,1-4-2 0,0-5-6 16,-1-3-11-16,0-6-4 0,-1-4-4 0,1-5-13 0,0-4-14 0,-1-3-26 15,2-5-27-15,0-5-13 0,1-3-19 0,-1-4-21 0,0-3-41 0,0-4-114 16,-1-4-206-16</inkml:trace>
  <inkml:trace contextRef="#ctx0" brushRef="#br0" timeOffset="17452">22396 7837 2334 0,'-10'-3'58'0,"2"1"-46"0,0 0-9 0,4 2-4 16,4 1-4-16,1-1 4 0,1 1 2 0,1 0 2 0,0 0 0 0,0 0-1 15,-2 1 2-15,0 1 3 0,-2 1 5 0,0 0 5 0,0 2 5 0,-2 1 1 16,2 1 2-16,-2 1-2 0,1 2-4 0,0 2-3 0,-1 1-3 0,2 3 1 15,0 2-7-15,1 3-2 0,0 3-2 0,1 5-8 0,1 3 3 16,0 2-1-16,1 7 2 0,1 1-11 0,0 6 9 0,2 3-2 0,1 4 1 16,2 5 10-16,1 2-9 0,1 4-4 0,1 0 1 0,1 3-7 15,1 0-1-15,-1 0-2 0,0 1-4 0,1-4 6 0,0-3-3 0,1-3-2 16,-2-3-2-16,0-4-4 0,0-4 3 0,-1-6 9 0,0-6 4 0,-3-3 4 16,2-5 10-16,-2-3-5 0,1-3 6 0,-3-5-2 0,-1-2-8 15,-3-5 2-15,-2-2 2 0,-1-5 12 0,-3-3 5 0,-2-1 0 0,-2-3-3 16,-3-3 0-16,-4-4 0 0,-1-6-2 0,-3-5-2 0,-1-5-17 0,0-6 0 15,1-3-6-15,0-4 2 0,-1-3 7 0,2-6 4 0,-3-5-3 16,0-4 3-16,0-6 1 0,-1-3 1 0,1-4-2 0,1-4-5 0,0-3-1 16,2 1-3-16,2-2-1 0,4 1 4 0,2 4-1 0,2 3 3 15,2 6-6-15,3 6 7 0,1 5 3 0,2 5 4 0,0 6 12 0,0 2-1 16,1 7 2-16,1 4 3 0,0 3 0 0,2 3-1 0,0 1-2 0,0 4-4 16,1 1 2-16,2 3-2 0,1 1-2 0,0 2 0 0,1 4-1 15,-1 1-1-15,2 3-1 0,-1 2 2 0,1 3-2 0,2 3 0 0,-1 4 3 16,2 4-1-16,-1 2 2 0,2 4-2 0,0 2 0 0,0 5 0 0,-1 3-6 15,1 5 5-15,2 2-3 0,-1 6-1 0,0 3-2 0,1 4-3 16,0 4-1-16,1 3 1 0,-1 2-5 0,1 4 5 0,2-1-5 0,-2 1 0 16,2-1-5-16,1-3-11 0,-1-3-16 0,3-3-3 0,0-6-1 15,0-4-2-15,1-6 14 0,0-6-2 0,3-6 3 0,0-5-3 0,0-4-4 16,1-5-32-16,-3 0-30 0,0-3-17 0,0-1-23 0,-2-2 1 0,-1-4-5 16,-5-2-22-16,-2-4-41 0,-4-3-65 0,-3-3-192 0,-5-4-9 15</inkml:trace>
  <inkml:trace contextRef="#ctx0" brushRef="#br0" timeOffset="17617.53">22338 8804 2612 0,'-11'-1'60'0,"2"0"-21"0,2-1-34 0,10-3-1 16,7-2-2-16,4-4 5 0,4-2 2 0,5-1-2 0,1-1 6 0,0 0 2 16,1 1 3-16,0 0 4 0,1 0-6 0,0-1-1 0,1-1-3 15,1 1-7-15,-1-1-2 0,2-2 0 0,-2 0-8 0,1 1-18 0,-3-2-41 16,1 0-67-16,-3 2-73 0,-2-2-85 0,1 0-102 0,-1 1-166 15,-1-3-313-15</inkml:trace>
  <inkml:trace contextRef="#ctx0" brushRef="#br0" timeOffset="17851.53">23052 7190 2970 0,'-14'3'145'0,"4"4"-136"0,3 6-9 0,7 5-7 0,4 4 7 15,5 6-3-15,2 4 1 0,1 5 0 0,2 3-3 0,-1 5 5 0,0 5 0 16,-2 6 3-16,0 5-3 0,-1 3 2 0,-1 6 5 0,1 2-7 0,1 4 0 16,1 2-5-16,1-1-4 0,2 1 0 0,0-4-25 0,2-2-32 15,0-5-44-15,1-5-80 0,0-4-46 0,2-4-45 0,1-3-54 0,-3-4-56 16,2-5-112-16,1-4-212 0</inkml:trace>
  <inkml:trace contextRef="#ctx0" brushRef="#br0" timeOffset="18583.53">23640 7927 1538 0,'-3'-3'445'0,"1"0"-411"0,0 1-19 0,3 2-11 15,2 2 5-15,2 2 13 0,2 2 7 0,0 3 7 0,2 2 2 0,-1 4-6 16,0 2-1-16,1 2-6 0,-1 2-6 0,1 1 2 0,2 2-6 15,0 0-1-15,1 1-2 0,0 0 0 0,1-3-6 0,2 2-6 0,-1-4 4 16,2-3-4-16,-1-1 10 0,1-4-6 0,2-2 4 0,-1-2 9 0,0-4 6 16,1-1 15-16,0-1-7 0,-1-3 1 0,1-3 2 0,-2 0 14 15,0-2 10-15,-2-4 0 0,0 0-9 0,-1-4-16 0,-1-2-3 0,-2 1-7 16,0-3 3-16,-1 0-3 0,-3 0-4 0,0-1 1 0,-2 0 0 0,-3 0 1 16,-1 1 3-16,-3 0 3 0,-1-1-8 0,-3 1-3 0,-2-1-6 15,-1-1-3-15,-3 0 2 0,-2 1-4 0,-1 0-1 0,-1 3-3 0,1 1-1 16,-1 3-1-16,-2 2-6 0,1 3-9 0,-1 2-7 0,-1 3-2 15,0 2 1-15,-1 3 1 0,-1 2 8 0,2 3 5 0,-1 3-2 0,1 2 5 16,1 1 0-16,1 3 2 0,2 2-2 0,2 0-1 0,4 0-6 0,3 2-2 16,3-1-6-16,3 0-10 0,3 2-9 0,4 0 0 0,2 1-5 15,5 1 9-15,3 0 6 0,4 1 5 0,1 0 2 0,3-2-7 0,3 2 10 16,2-1 2-16,1 1 5 0,3 0 10 0,0 0-7 0,2 0 1 0,0 0 3 16,2 0 2-16,1 0 0 0,-1 0 2 0,0 1 2 0,-1 0-1 15,-2 2 2-15,-2-1-2 0,1 3-2 0,-4-1 4 0,0 2 0 0,-5-1 3 16,-1 0 5-16,-4-3 3 0,-4 2-1 0,-3-1 8 0,-3-1 3 15,-4-1-8-15,-3-1 6 0,-4 0-8 0,-3 0-9 0,-5-1-2 0,-2-1-5 16,-2-2-9-16,-5-2-1 0,-3-1-2 0,-1-4 2 0,-3-2 4 0,-2-3 3 16,1-3 2-16,-2-3 4 0,1-2-6 0,0-4-1 0,0-2-3 15,0-3-5-15,2-3 3 0,0-2 5 0,2-4 7 0,1-3 8 0,2-1-3 16,4-2-1-16,1-3-5 0,3 1 1 0,1-3 8 0,3 0 1 0,3-2 3 16,3 0-5-16,2-2-2 0,3 1-3 0,2-2 0 0,3 1 5 15,2-1-4-15,2-1 5 0,2-1-1 0,1 2 0 0,3 0 1 0,2 2-3 16,2 1 2-16,2 0 6 0,2 2 3 0,-1 2 3 0,2 0 2 15,0 3-5-15,-1 0 5 0,1 4-2 0,0 3-1 0,3 2 0 0,-2 2-1 16,2 2-1-16,0 3-3 0,-1 4-3 0,-1 2-4 0,2 1-6 0,0 4 4 16,-2 0-1-16,1 1-1 0,-2 2 5 0,-1-1-2 0,0-1-3 15,1 1 3-15,0-3-3 0,-1-1-1 0,2-1 7 0,-2-2-4 0,2-2 1 16,-3-1 2-16,0-2-2 0,-2-1 5 0,-2-1 4 0,-1-2 2 0,-1 1 3 16,-2-3 1-16,-2-1 2 0,0 1-4 0,-2-2 1 0,-1 1-4 15,-3-1 0-15,-2-2 2 0,-2 1-3 0,-2 1 7 0,-2-1-1 0,-3 0-1 16,-2 0-2-16,-3 1-3 0,-3-2-3 0,-3 1 1 0,-2 0 0 15,0-2-1-15,-2 0-1 0,-2-1-4 0,-1 0-3 0,-3 2-4 0,-2-1-6 16,-1 1-6-16,-1 2-9 0,0 2 0 0,0 3 1 0,4 2 1 16,-1 3 0-16,3 2-3 0,1 3-6 0,1 1-4 0,1 2 0 0,2 1-9 15,1 1-9-15,1 2-11 0,2-1-11 0,0 3-12 0,4-1-6 0,1 0-11 16,3 0-11-16,1 0-16 0,3-1-16 0,3-1-19 0,4 1-7 0,2-1-9 16,3 1-16-16,4-2-3 0,3 1-10 0,3-1 7 0,1-1-33 15,4 0 6-15</inkml:trace>
  <inkml:trace contextRef="#ctx0" brushRef="#br0" timeOffset="18799.53">24875 7972 304 0,'32'3'215'0,"1"0"-13"15,9 1-24-15,-3 0-16 0,-7 1-12 0,1-1-5 0,-3 0-7 16,-1 1-8-16,-3 0-24 0,-1 0-18 0,-2 1-19 0,-2-1-13 0,-4-1-3 16,-2 0-6-16,-5 0 7 0,-1 0 1 0,-3-1-4 0,-3-1 1 0,-1-1-6 15,-2-1-1-15,-2 0 5 0,-2-2-3 0,-2-1-1 0,-2-1-8 16,0-2-19-16,-4 1-11 0,-3-3-7 0,-1-1-6 0,-1-1 9 0,-2 0-3 16,0-2-1-16,0-1 0 0,0-1 2 0,-1-2-2 0,1 0-3 15,1 0 3-15,1-1-10 0,1-1 4 0,1 0 3 0,2 2-4 0,1-1 7 16,3 1-3-16,2 1-2 0,1 2 2 0,2 2-3 0,2 1-3 0,1 2-4 15,2 1-2-15,1 1-6 0,2 2-6 0,2 0-4 0,0 0-3 16,3 0-6-16,0 1-5 0,3 1-12 0,-1 0-17 0,3 2-9 0,0-1-13 16,0 2-17-16,0 0-10 0,1 0-26 0,2-1-32 0,0 1-26 15,-1-2-28-15,1 1-24 0,2-2-103 0,2 1 61 0</inkml:trace>
  <inkml:trace contextRef="#ctx0" brushRef="#br0" timeOffset="18966.53">25575 7727 1939 0,'0'4'183'0,"1"1"-116"0,2 2-51 0,0 0-10 0,0-1-1 0,2 1 10 15,0-1 7-15,-1 1 8 0,0-1 14 0,-1-1 7 0,0 1 6 16,-1-1-6-16,1 1-9 0,-1-1-13 0,1-1-12 0,-1 0-6 0,1 0-4 16,-1 0-3-16,0 0-2 0,0 0-2 0,-1 1 0 0,0-1-5 0,0 0-4 15,0 2-10-15,0-1-11 0,0 2-13 0,-1-1-8 0,-1 1-13 16,0 0-12-16,0 0-12 0,-1-2-15 0,1 0-13 0,0 0-17 0,0-2-16 16,1 0-21-16,-1 0-34 0,-1-1-36 0,0-1-41 0,0-2-32 0,-1-2-99 15</inkml:trace>
  <inkml:trace contextRef="#ctx0" brushRef="#br0" timeOffset="19118.58">25458 7479 1904 0,'-2'-5'420'0,"0"-1"-413"16,1-2-28-16,2 1-19 0,2-1 1 0,1-1 5 0,1 1 11 0,2-1 7 16,0 2 3-16,0 0 10 0,-1-1 2 0,0 0-1 0,-1 1 4 0,1 0-11 15,2-2-7-15,-2 1-18 0,3-2-27 0,0-1-27 0,0-2-25 16,2 0-24-16,-1-1-21 0,1 2-23 0,-2-2-26 0,2-1-16 0,-1 0-32 15,2 1-81-15,1-1 48 0</inkml:trace>
  <inkml:trace contextRef="#ctx0" brushRef="#br0" timeOffset="19800.05">25822 7043 994 0,'5'-3'243'0,"3"0"-100"0,1-1-34 0,-1 1-9 0,-1 2-4 16,2 0-4-16,-1 0-7 0,0 1-7 0,0 2-3 0,-1 0 0 0,-1 1 6 16,0 1 1-16,-1 1 1 0,1 1-6 0,0 0-2 0,1 3-13 0,0 2-9 15,0 2-10-15,0 2-12 0,1 2-9 0,1 4-4 0,0 3-8 16,1 1-4-16,1 3-6 0,-1 1-1 0,3 4 1 0,0 0-2 0,0 1 2 15,-1-2-3-15,-1 0-4 0,2-2-4 0,-1 1-7 0,1-3-13 16,0-1-9-16,-1-2-12 0,1 0-13 0,2-4-15 0,0-3-4 0,-2-1 9 16,2-2 14-16,-2-2 23 0,0-2 12 0,0-1-30 0,-1-1 8 0,0 0 4 15,-1-2 11-15,-1-1 36 0,-1-4-3 0,-2-1-15 0,-1-4-20 16,-4-1-18-16,-1-1-16 0,-2-2-9 0,-3-2-8 0,-4 0-19 0,-2-2-10 16,-5 0-5-16,-2 0 16 0,-2 0 29 0,-3 0 35 0,-2 0 34 0,-1 0 29 15,1 3 20-15,0-1 14 0,1 2 2 0,0 1-10 0,0 1-7 16,-1 0-10-16,2 2 0 0,1 1-1 0,2 0-2 0,2 2 6 0,2 0-1 15,1 2 0-15,1 0 8 0,2 0-5 0,0 1-3 0,2 0-4 16,1 0-7-16,2 0-7 0,2-1-3 0,3-1-5 0,1 0-11 0,2-2-5 16,2-1-11-16,1 0-10 0,3-1-3 0,0-2-6 0,4-2-2 0,1-1-2 15,1-1 2-15,3-2 2 0,0-2 8 0,3-1 6 0,1-2 5 16,0 1 9-16,3-2 6 0,-1 0 8 0,-1 0 6 0,1 1 8 0,-2-2 7 16,2 1 11-16,-2 1 9 0,-1-1 12 0,1-1 6 0,-2 1 9 0,-2 1 4 15,0 1-1-15,-2 1-2 0,1 0-7 0,-3 2-4 0,0 1 7 16,-1 1-4-16,-2 2 2 0,0 2-3 0,0 0-11 0,-2 3 3 0,0 0-4 15,-1 2-3-15,-1 0-6 0,0 2-6 0,0 0-9 0,-1 2-3 16,0 1-8-16,0 2 1 0,0 2-6 0,-1 1 1 0,1 2-5 0,0 1 0 16,1 3 0-16,0 2-3 0,0 1 2 0,1 0-1 0,0 2-1 0,0-2-1 15,1-1-3-15,-1 0 1 0,1-1-2 0,0-1 0 0,1-2 0 16,-1 0-3-16,1-2 3 0,0 0-2 0,-1-2 2 0,1 0 2 0,0-2-1 16,1-3 3-16,0 0 1 0,0-1 0 0,-1-3 1 0,-1 0 4 0,1-1 2 15,0-2 3-15,1-2 3 0,0 1 6 0,-1-3 1 0,0 0 2 16,1-1 0-16,-1-2-5 0,0 1-1 0,0-1-6 0,-1 0 1 0,0-1-2 15,0 0-1-15,0-1-6 0,-1 2 0 0,1 0-5 0,0 2-2 16,0 1 5-16,0 1 2 0,0 1 4 0,-2 1-1 0,1 2-1 0,1 1-2 16,0 1-7-16,0 0 3 0,-1 1-3 0,1 2 2 0,0 0-2 0,0 1-2 15,0 0-3-15,0 1 3 0,0-1 1 0,0-1-5 0,1 2 5 16,1-1 1-16,-1-1-4 0,2 0 2 0,0-1-3 0,0-1 3 0,0 0 2 16,1 0-1-16,-1-2 4 0,1 0-10 0,1-1 4 0,0 0 1 0,1-1 0 15,-2 0 2-15,0-2-2 0,0 2 1 0,1-2-6 0,-1 0 8 16,0-1-4-16,1 0 3 0,-1 0 2 0,0-1-4 0,0 0 0 0,-1-1 2 15,1 0-1-15,0 1-3 0,0 0 1 0,0 0 1 0,-2 0-2 16,0 2-1-16,0-1-3 0,0 2-10 0,-1 0-13 0,1 1-11 0,-2 0-28 16,1 0-16-16,-1 1-21 0,-1 0-10 0,0 2-9 0,-1 1-13 0,-1 0-16 15,0-1-32-15,0 2-22 0,0-2-33 0,1 1-33 0,2-1-52 16,2-1-331-16</inkml:trace>
  <inkml:trace contextRef="#ctx0" brushRef="#br0" timeOffset="20149.05">27684 7000 2162 0,'0'-1'50'16,"1"-1"-56"-16,1 0-19 0,2 1-2 0,1 0 12 0,1 1 15 0,2 0 10 15,-2 1 13-15,-1 1 14 0,1 1 10 0,-1 1 16 0,-1 0 4 0,2 0-6 16,-2 2-9-16,1 0-20 0,0 0-8 0,0 2-13 0,0-1-3 16,0 1-8-16,1-1 2 0,-1 1-1 0,2-1 2 0,-1-1 1 0,0 0-3 15,0-2-1-15,0-1-6 0,1 0 0 0,0-1-4 0,1-1-4 16,-2-1 1-16,3-1-1 0,0-1 0 0,0 0 5 0,1-1-4 0,-1-1 2 15,0-1 0-15,-1 0 5 0,1-1 5 0,0-1-3 0,2 0 4 0,-1 1-3 16,1-1 3-16,-2 0 3 0,1 1 4 0,-1 0 4 0,1 1 6 16,0 0 1-16,0 0 7 0,0 0-2 0,0 1-1 0,0 1-6 0,0 0-7 15,1 1 15-15,-2 1-11 0,1 1 16 0,-1 0-6 0,1 0-14 16,1 1 17-16,-1 1-14 0,0 0 12 0,-1 2-1 0,-2 0-8 0,2 0-3 16,-1 1-9-16,0 0-3 0,0 0 0 0,-1 0-3 0,1-1-5 0,-1 0-2 15,-2 0-7-15,1-1-9 0,-1 0-2 0,-1-1-8 0,0-1-1 16,-1 0 2-16,-1-1-6 0,0 0-2 0,-1-1-7 0,-1 0-12 0,0-1-2 15,-1 0-11-15,0-2-13 0,0 0-6 0,1 0-10 0,0-1-5 16,0 1-4-16,1-1-18 0,0 0-26 0,1 0-34 0,2 1-30 0,-1 0-38 16,2 1-73-16,1 0-59 0</inkml:trace>
  <inkml:trace contextRef="#ctx0" brushRef="#br0" timeOffset="20933.05">28851 6741 753 0,'5'-13'257'0,"2"-3"-245"0,2-6-14 16,-2 1 0-16,-1-1 3 0,-1 1 4 0,-2 3 6 0,-1-2 6 16,-3 3 13-16,-1-1 12 0,-3 0 20 0,-1 1 14 0,-2 1 9 0,-2 1 4 15,-1 2-2-15,-1 0 0 0,-2 1-5 0,1 1-1 0,-2-1-8 0,0 2-9 16,0-1-2-16,0 2-15 0,0 1-11 0,1 1-1 0,0 4-2 16,-1 0 6-16,1 2 4 0,-1 1-8 0,1 0-5 0,-1 2 3 0,2 0-11 15,-2 0-4-15,-1 3 2 0,0 1-8 0,1 1 8 0,0 1-2 16,0 0-2-16,0 1 2 0,3-1-7 0,-1-1 0 0,0-1-6 0,2 0-1 15,-1-1 6-15,1-1-1 0,-1-1 5 0,-1-2 3 0,1 0 2 0,0-1 0 16,2-2 7-16,-2 0 1 0,-1-2 2 0,0 0 0 0,-1-2 0 16,-1 1-3-16,-2-1-5 0,0-1-1 0,-2 0 0 0,-1 0-2 0,-3-2 0 15,-1 1 2-15,-3-1 12 0,-2 1 5 0,-3-1 5 0,-4-1 3 16,-4-1-14-16,-3-1-2 0,-4 0-7 0,-3 0 3 0,-6-1-1 0,-3 0-8 16,-5-1-4-16,-8 0-6 0,-5 0-3 0,-6-1 6 0,-8 0 3 0,-7-2 1 15,-6 1-4-15,-7-1-8 0,-3-1-2 0,-6 2-5 0,-2 1 4 16,-4 2 8-16,-3 3-10 0,0 2 1 0,-3 1-6 0,-2 3-4 0,-2 2 1 15,-5 4-4-15,3 1 4 0,-1 6 0 0,0 4 0 0,-1 3-4 0,-2 5 0 16,2 5 1-16,1 6 6 0,1 4 0 0,0 6-6 0,1 6-4 16,-1 6 5-16,1 6 2 0,2 4 7 0,0 6 8 0,2 6-4 0,2 3-3 15,1 5-1-15,1 1-7 0,4 5 7 0,2 3 5 0,4 6 2 16,4 5 8-16,2 1-1 0,4 2-11 0,7 3 7 0,5 0 5 0,6 3-5 16,7-1 11-16,5 0-6 0,7-2-8 0,10 0 0 0,9-4-1 0,8-1-2 15,11-4-3-15,6-2 1 0,8-4-21 0,10-1 7 0,6-3-4 16,7-2-11-16,7-3 8 0,8-3-8 0,8-5 2 0,5-5 13 0,8-7-7 15,6-4 9-15,7-4 3 0,6-7-1 0,7-7 16 0,4-7-4 0,5-7-3 16,4-7 6-16,5-5-2 0,7-6 7 0,5-6 1 0,9-5 2 16,3-5-2-16,5-3-1 0,2-3-9 0,3-3-6 0,5 0 4 0,3-4 3 15,5-4 9-15,2 0-5 0,0-5 4 0,3-1 3 0,0-3 3 0,1-2 7 16,1-4-2-16,2 0-1 0,1-4-3 0,0-1-4 0,-2-1 2 16,0-3-2-16,0-2 3 0,0-3-2 0,-2 0-8 0,3-3 7 0,-3-1-1 15,3-1 3-15,-1 0 3 0,0-1 4 0,0 0 5 0,-3 2 6 16,0-2 1-16,-2 1-3 0,-2-2 7 0,-3 0-5 0,-1-1-5 0,-4 0-4 15,-5-2-10-15,-4 0 3 0,-3-2-1 0,-3-2-4 0,-2-1-2 0,-4-1-9 16,-3-2 0-16,-3-1 2 0,-5 1 4 0,-2-2-2 0,-6 3 3 16,-3 1 0-16,-4-1-1 0,-5 2 1 0,-3-1-5 0,-3 0 0 0,-5 0-1 15,-3 2 6-15,-6-1 0 0,-5 4 1 0,-6 1 8 0,-4 0-1 0,-7 2-4 16,-4 0 2-16,-6 1-9 0,-5 2-4 0,-3 0 6 0,-4 1 1 16,-4 1 6-16,-5 2 4 0,-5 4-6 0,-3 1-2 0,-3 2 2 0,-4-1-3 15,-6 0-1-15,-4 0-5 0,-8-2-7 0,-5 0-2 0,-5 0-13 16,-8-1 2-16,-5-1-2 0,-5 0-4 0,-5 2 12 0,-7 3-2 0,-3 3-2 15,-5 2 2-15,-4 5-13 0,-6 5 8 0,-5 4-6 0,-6 4-1 0,-5 6 15 16,-2 6-11-16,-5 6-2 0,1 7 1 0,-4 6-3 0,1 4-8 16,-1 7 2-16,-1 3-16 0,1 7-10 0,0 4-6 0,-1 6-19 0,1 4-22 15,0 6-34-15,-1 4-33 0,3 5-45 0,-1 3-61 0,3 2-104 0,2 1-283 16,0 4 57-16</inkml:trace>
  <inkml:trace contextRef="#ctx0" brushRef="#br0" timeOffset="114789.09">5745 12105 1909 0,'-19'-1'0'0,"-6"-1"-2"0,-8-1-7 0,-5-1-10 0,10 0-18 0,1 0-27 0,-2-1-19 0,1-1-16 0,-2 1-4 16,-1-1 7-16,-3 0 11 0,-1 0 15 0,-4-1 18 0,-2 1 11 0,-5-1 9 15,-2 1 6-15,-2 0-3 0,-1 1 4 0,-1 2 7 0,-2 2 8 16,0 3 19-16,-1 4 13 0,0 1 9 0,-1 4 7 0,-1 2 0 0,-1 0 6 16,0 5-4-16,0 3-4 0,-2 0-8 0,1 5-10 0,1 1 0 15,-1 0-5-15,1 4-3 0,-1-1-7 0,2 4 1 0,-1 1 3 0,0 2 1 16,2 0 0-16,0-1-1 0,0 2 1 0,3 0 3 0,1 0 10 0,3 1 9 16,4-3-3-16,2 0 7 0,2-2-4 0,4 0-5 0,2 1 0 15,5-1-10-15,3 0 2 0,4-2-10 0,3 1 4 0,3 0-3 0,4 1-2 16,3-2 0-16,3 0-3 0,2-1-2 0,4-1-2 0,3-1 3 15,3 0 1-15,2-2 0 0,4 0 3 0,1-1-6 0,5-2 2 0,2-1-1 16,2 0 10-16,4-3 2 0,3 1 0 0,3-1 5 0,3-2-9 0,2-1 2 16,3-3-1-16,2 0-2 0,2-2 1 0,3-1 1 0,2-1-2 15,2-2-3-15,2-2-1 0,1-1-1 0,1-1 1 0,3-1 1 0,1 0-4 16,3-2 6-16,1 0-4 0,3-2 2 0,0-1 3 0,1 0-3 0,3-2 5 16,0 0-1-16,2-1 4 0,2 0 2 0,0 0-3 0,1 1 0 15,2-1 2-15,-2 1-6 0,2 0 3 0,2 1 3 0,-2 0 2 0,2-1 9 16,-1 0 2-16,1-1 8 0,2-1 10 0,1 1 2 0,3-2 6 0,-1 1 1 15,1 0-9-15,1-1-9 0,-1 1-15 0,3-1-2 0,0-1-9 16,4 0 0-16,0 0 8 0,3 0-9 0,0 0-4 0,1 0-8 0,2 0-3 16,-1-1 3-16,2 2 17 0,-1 0-2 0,1 1 0 0,0 0-1 0,1-2-3 15,0 1 5-15,1-3 1 0,1 0 1 0,0 0 4 0,-1-1-1 16,-1 1-5-16,-1 0-5 0,-1-1-5 0,1 0-2 0,-2 0 4 0,0 0 8 16,0 1-7-16,-1-2-1 0,-2 0 0 0,0-1-5 0,-3 1 3 15,-1 0-3-15,-3 0 0 0,-1-2 0 0,-3 1 0 0,0-1 8 0,-2 1-1 16,-3-1 2-16,-2-3-1 0,-2 0-1 0,-3 2 4 0,-1-2-1 0,-2 1-7 15,-2 0 0-15,-1 1-4 0,-5 0-1 0,-3 0 10 0,-1 1-3 16,-4 1 2-16,-1-2-2 0,-4 0 1 0,-5-1 4 0,-4 2 6 0,-2-3-1 16,-4 1 2-16,-1-2-1 0,-5 0-14 0,-1-2 8 0,-3-1 3 0,-2 0 0 15,-1-3 16-15,-3 0-7 0,-3-2-2 0,-2-1-5 0,-2 0 0 16,-3-1-3-16,-2 0-2 0,-2-1 6 0,-2 1-2 0,-3-3 1 0,-2 1 2 16,-3-3-5-16,-3 2 0 0,-3-1-1 0,-2 0-1 0,-4-2 11 15,-1 2-4-15,-4-2 3 0,-4 1-17 0,-4 1-12 0,-2-1 1 0,-5 0-6 16,-2-1 7-16,-4 0-9 0,-5 1-3 0,-2 2 2 0,-4-2 1 0,-2 4 1 15,-2 0 11-15,-5 0-4 0,-1 1 3 0,-2 2 5 0,-2 1-9 16,-4 2 6-16,-1 3-1 0,-4 0-1 0,-2 1 2 0,-1 3-1 0,-5-1 4 16,-1 1 5-16,-4 2-3 0,2 3-2 0,-3-1 3 0,-1 1-1 0,1 0 3 15,-1 0-15-15,-1-1-7 0,-2 2 0 0,1-1 5 0,-1 2 21 16,-1 1 1-16,-1 2-3 0,-2 1-2 0,0 0-7 0,1 2-1 0,-1 2-1 16,2 2 1-16,0 3 1 0,2 1-5 0,0 4-1 0,1 2 1 0,-1 3 5 15,0 4 14-15,0 2 0 0,0 3-3 0,2 2-6 0,2 2-6 16,2 1-1-16,3 2 2 0,2 1 13 0,2 2-1 0,3 1 0 0,2 1-1 15,2 0-6-15,3 0 1 0,3-1 1 0,2 1-2 0,5 0-1 16,3 1 0-16,4 0-6 0,2-1 1 0,4 1 6 0,2 0-3 0,4 1 9 16,1 1-4-16,3-2-7 0,1 1 6 0,3 0-11 0,3 1 3 0,2 0 1 15,3-1-4-15,1-1 7 0,2-1-2 0,1 0 1 0,2 0 1 16,3-2-6-16,1 0 8 0,1-4-14 0,3-2 2 0,2-1 3 0,1-1-1 16,2-1 9-16,4-3 1 0,-1-1-5 0,1-2-1 0,2-3 1 15,0-1-1-15,2-1 1 0,1-1-2 0,1-3 3 0,0-3-1 0,1 0 1 16,1-1 4-16,1-1-4 0,0-1 0 0,0-1 1 0,0-1 1 0,1 0 1 15,0 0 5-15,0-1-3 0,0-1 2 0,1 0-5 0,0-1 3 16,2 0 1-16,0 0-3 0,1-2 5 0,0 0-8 0,0 0 5 0,1-1-1 16,1 1-5-16,1-1 3 0,-1-1-7 0,2-1 8 0,0 0 1 0,-1-1-2 15,1 0 2-15,0 0-6 0,0 0 6 0,1 1 0 0,-1-1-2 16,-2 0-2-16,0 0 4 0,1 0-4 0,0 0 2 0,0 0-2 0,-2 1 1 16,0 2-1-16,-1-2 2 0,-1 2-5 0,-1-1-5 0,0 0 1 0,0 0 3 15,0 0 4-15,-1 0 2 0,-1 0 2 0,-1 2-4 0,1 0 10 16,-2 1-14-16,0 1 14 0,0-1-1 0,0 0-7 0,-2 1 12 0,1-1-17 15,0 0 0-15,0 0-4 0,-1 1-13 0,-1 0-5 0,0 1-16 16,0 0-14-16,1-1-10 0,0 2-17 0,0-1-13 0,1 1-14 0,-2 0-12 16,0 0-10-16,0 0-20 0,-1 0-24 0,2 0-21 0,1 0-35 15,-1 0-37-15,2 0-78 0,0 0-226 0</inkml:trace>
  <inkml:trace contextRef="#ctx0" brushRef="#br0" timeOffset="118539.02">10192 12833 1436 0,'-15'0'146'0,"1"-1"-64"0,-2 0-45 0,3 1-21 0,5 0-7 15,0 0-6-15,1-1-1 0,1 0 0 0,1 0-1 0,0-1-2 16,0 1-1-16,0 0-2 0,1-1-5 0,0 1 3 0,0 0-7 0,2 1 5 16,-1 0 2-16,1 0-1 0,0 0 9 0,0-1-2 0,2 0 5 0,-2-1 0 15,2 0-5-15,0 0 2 0,2-1 4 0,0-1 1 0,1-1 5 16,2 0 1-16,0 0 9 0,2-1 3 0,2-2 2 0,-1-1-2 0,3 0 0 16,1-3 2-16,2 1-1 0,2 0-3 0,2-3-7 0,3 1-1 15,3-2-4-15,3 0 6 0,2-2 2 0,0-1-3 0,1-1 5 0,1 1 0 16,2-1 0-16,-1 1 2 0,2 0-3 0,2 1 2 0,-1 2-7 15,1 1-2-15,-1 3 0 0,0 0 2 0,-1 3 1 0,-2 1 1 0,1 2-2 16,-1 1-1-16,-1 3 5 0,0 0-5 0,1 2-1 0,0 3 2 0,0 0-6 16,-1 2 3-16,1 1-4 0,-1 1-2 0,0 1 2 0,-1 0-2 0,1 2 1 15,-3 0 1-15,-1 1-16 0,-2 0 4 0,0 0 2 0,-2 2-1 16,-2 1 15-16,0 2 2 0,-1 0 0 0,-3 3 3 0,0 0-5 0,-1 1 13 16,-4 1 2-16,-2 2-1 0,-1 1 3 0,-3 0-9 0,-2 1-4 15,-2 1 2-15,-3-1-4 0,-2 0-1 0,-3 1 4 0,-2-1-9 0,-3 3 1 16,-4 0-1-16,-4 1-4 0,-1 0 1 0,-1 2 2 0,-2-2 1 0,-2 3 5 15,-1-1 11-15,-2 2-1 0,-1-1 4 0,0 0-6 0,-2-1-9 16,0 1-2-16,0-2-5 0,-1 1-2 0,-1 1 2 0,2-1-2 0,-3 1 2 16,1-1-1-16,-1 2 6 0,1 1 7 0,2 0-2 0,1-2 7 0,0 0-7 15,3-3-5-15,-1 1 5 0,3-2-3 0,-1-1-2 0,2-1 9 16,3 0-2-16,-1-3-3 0,2-1 0 0,1-2-11 0,1-3-1 0,1-1 2 16,4 1-1-16,-1-3 2 0,1-1-5 0,1-2 4 0,1-1 1 15,1-2-5-15,3 0 7 0,-1-2-5 0,1-2 3 0,1 1-4 0,1-2 1 16,1-1 0-16,1-1-2 0,1 0-4 0,0-2-1 0,1 1-2 0,1-2-3 15,0 1 0-15,0 0-15 0,0-2-9 0,1 0-3 0,-1-1-13 16,2-2 0-16,0-2-21 0,1-1-23 0,-1-3-31 0,2-2-32 0,-1-4-30 16,1 0-33-16,0-3-22 0,0-1-40 0,0 1-28 0,1-3-22 0,0 0-11 15,0-2-69-15</inkml:trace>
  <inkml:trace contextRef="#ctx0" brushRef="#br0" timeOffset="118838.92">10460 13579 102 0,'3'-19'102'0,"0"-1"-16"0,0-4-12 0,-1 4-19 15,-2 4-18-15,0 1-11 0,-1 2-10 0,-1 2-7 0,-1 1-3 16,-2 3-4-16,1 2-5 0,-2 2-2 0,0 3-6 0,-2 2 1 0,0 2 2 15,-2 3 2-15,0 1 5 0,0 3 5 0,1 1 9 0,-1 1 8 0,1 1 13 16,1 2 22-16,-1-1 17 0,0 0 13 0,1 2 6 0,-1 1-13 16,1-1-9-16,0 4-2 0,-1-1-2 0,0 0 3 0,1 2 7 0,-1 2 2 15,0-1 5-15,0 3 6 0,-2 0 0 0,0 1-1 0,0 2 1 16,1 1-6-16,-1 2-7 0,0-2-11 0,-1 2-10 0,1 0-3 0,0 0 0 16,1 2 1-16,-1-1 6 0,1 0-2 0,0-1-3 0,2 1-4 15,-1-1-6-15,3 1-3 0,0-2-7 0,0 1 5 0,1-4-9 0,0-1 4 16,3-2 5-16,1-1-5 0,2-1 2 0,1-5 4 0,2-1 3 0,1-3-1 15,3-2 2-15,0-3 2 0,3 0-5 0,2-3 6 0,3-2 0 16,1-3-5-16,4-1 1 0,3-2-4 0,3-2 2 0,2-1-2 0,1-3-6 16,2 0-8-16,0-2-3 0,3 0-3 0,-1-2-5 0,3-1-6 0,1-1 1 15,-1-1-18-15,2-1-2 0,0 0 3 0,0 0-5 0,1 0 12 16,-1-2-7-16,0 0-10 0,1 0-15 0,-1 0-21 0,1-2-28 0,-2 1-41 16,-2-1-44-16,0-1-65 0,-3 1-73 0,1-2-142 0,-3-1-562 15</inkml:trace>
  <inkml:trace contextRef="#ctx0" brushRef="#br0" timeOffset="128622.26">22461 7118 1019 0,'-68'-5'46'0,"-8"3"-26"0,-15 1-9 0,11 6-4 16,11 7-7-16,1 2-7 0,1 3 2 0,1 3-3 0,3 3 0 0,2 2 3 15,1 2-4-15,1 4 0 0,2-1-2 0,-2 4 2 0,2 0 0 0,2 1 4 16,-2 2 1-16,2 0 2 0,-1 3 4 0,1-1-3 0,1 0 4 15,0 3 3-15,1 1 1 0,0 4 7 0,2 0 2 0,0 6-1 0,1 0 2 16,1 2-5-16,1 4 1 0,2 1-2 0,1 4-4 0,0 0-2 16,3 3-4-16,1 2-1 0,1 0 5 0,2 6-4 0,2-1 5 0,0 0-2 15,3 0-1-15,2-5-3 0,5 2 6 0,3 0 5 0,2-3 12 0,4 1 23 16,2-1-2-16,4-3 0 0,6 0-7 0,4-3-10 0,4-1-3 16,4-3-1-16,6 2 8 0,2 0 0 0,5 0 3 0,4 0 2 0,3-2-7 15,6-2-8-15,3-1-2 0,4-2 2 0,2-1-4 0,3-3 7 0,3 1 0 16,3-4-4-16,3-2 6 0,3-1-6 0,3-1-4 0,4-2 3 15,2-2-11-15,6-2 5 0,2-1 5 0,7 2-5 0,5-1 1 0,2-1-8 16,6-2-6-16,2-4 0 0,1-1-1 0,3-2-2 0,-1-4 3 16,2-2-1-16,1-2 2 0,1-5-2 0,2-3-3 0,0-2 4 0,1 0-4 15,2 0-2-15,2 1 1 0,3 0-2 0,-1-2-1 0,2 0 3 0,3-1-5 16,1-1 4-16,1 0 2 0,2-1-3 0,-3-1 4 0,-1-1 1 16,1 0-6-16,-1-2 6 0,5 0 6 0,1 0-1 0,4-1 4 0,3 1 1 15,-1-2-4-15,0-1 5 0,-2-2-4 0,-1-1-2 0,1-1-2 0,-1 0-3 16,0 0 6-16,-2-1-4 0,-1-1 0 0,-4-1 15 0,-2-1 4 15,-3-1 9-15,-4 0 10 0,-1-2-6 0,-3-2 11 0,-2-1 4 0,-2 0 3 16,-1-5 0-16,-1-1-14 0,-3-3-2 0,0-5-13 0,-2-3 3 16,0-6-4-16,0 0-4 0,0-4 1 0,1-4-8 0,-1-5-3 0,3-4 9 15,-3-5-1-15,1-4 1 0,-1-5 1 0,-3-5-15 0,-3-1-1 0,-3-1 0 16,-3-1-1-16,-5 1-1 0,-4-2 4 0,-3 3 2 0,-7 0 3 16,-2-1-3-16,-3 1 5 0,-3 2-1 0,-3-2 2 0,-2 1 7 0,-3-2-3 15,0-2-3-15,0-1 0 0,-1-4-10 0,-2 2 2 0,-2-1 0 0,-2 1-1 16,-3 3 11-16,-3-1-4 0,0 1 2 0,-3 1 3 0,-1-3-4 15,-3 0 1-15,-2 2 0 0,-4 0-1 0,-4 2 11 0,-3 2 1 0,-4 1 4 16,-4 3 7-16,-5 0-12 0,-3 0 0 0,-5 3-3 0,-4-2-4 0,-6 2 1 16,-4-1-4-16,-8-3-8 0,-6 0-6 0,-8-2-13 0,-7-5-9 15,-5-1 2-15,-5-2 5 0,-6 1 5 0,-5 1 3 0,-3 0 2 0,-3 1 6 16,-3 0 4-16,2 2 6 0,0 5 3 0,4 1-1 0,2 3-17 16,-1 3 1-16,-1 1-2 0,0 1-4 0,-3 3 8 0,-2 2-11 0,0 2-3 15,-4 1-3-15,-1 2-8 0,-6 3-1 0,-4 3-2 0,-5 3 1 0,-4 4 4 16,-5 4 7-16,-6 3 7 0,-5 6 4 0,-5 1 4 0,-5 4-1 15,-7 5-6-15,-6 4-7 0,-5 5 3 0,-6 5 0 0,-2 5 3 0,-3 3 5 16,-1 5 0-16,-2 5-2 0,-1 4 1 0,-2 5-11 0,-1 4 4 16,2 6 1-16,0 3 4 0,2 7 7 0,2 3-1 0,3 4 7 0,0 4-4 15,3 2 1-15,5 2-2 0,1 2-3 0,6 1-10 0,3 3-8 0,1 3 0 16,4 4-5-16,0 4 0 0,-2 5 3 0,0 1-2 0,2 1 4 16,4 3 1-16,4 0 3 0,3 2 6 0,3 2 3 0,2 2 7 0,3 3 1 15,0 4 2-15,0 1-5 0,0 1 5 0,3 3 0 0,2 1 1 16,4 2 5-16,1 1-6 0,4 2-8 0,3-1 2 0,2 2 9 0,6 1-4 15,2 0 14-15,6 3-8 0,6-4-14 0,3-2 2 0,6-2-5 0,4-1 1 16,5-4 2-16,5-4-2 0,5-2-9 0,8-5-2 0,2-4 3 16,6-5 0-16,3-5 7 0,3-4-6 0,2-5 1 0,2-4-3 0,4-5-3 15,1-3 5-15,2-5-8 0,2-1 6 0,3-2 5 0,0-3-1 0,2-1 15 16,0-2-6-16,1-2 1 0,0-3 3 0,1 2-2 0,1-3 2 16,1-1-2-16,0-2-1 0,2-2-3 0,0-2-8 0,1 0-23 0,0-2-20 15,2 0-17-15,1-2-6 0,1-1 7 0,1 0-2 0,0-3-7 0,1-1-6 16,0-1-5-16,1-1 3 0,0-1 3 0,2-1-7 0,1 0-18 15,1-1-23-15,2-1-86 0</inkml:trace>
  <inkml:trace contextRef="#ctx0" brushRef="#br0" timeOffset="146180.77">5431 5068 1542 0,'-33'-2'59'0,"0"0"-49"0,-7-1-10 0,6 0-1 16,5-2 2-16,-3-1 0 0,1-2-8 0,0-1-22 0,1 0-40 0,0-1-63 15,1 0-74-15,-3-1-68 0,-1 0 20 0,-3 1-65 0,0 0 41 16</inkml:trace>
  <inkml:trace contextRef="#ctx0" brushRef="#br0" timeOffset="146746.9">4628 4907 390 0,'-41'-1'218'0,"-4"-1"-47"0,-14 0-51 15,6 1-22-15,7 1-25 0,0 0-18 0,-1 0-10 0,-1 0-15 0,1 2-15 16,-1-1-6-16,3 2-8 0,0 1-4 0,0 0-11 0,0 0-7 0,-1 3-11 16,1 1-6-16,1 2-3 0,0 1 2 0,0 3 9 0,-2 1 2 15,2 3 9-15,-1 2 4 0,1 0 3 0,-1 4 11 0,1 1 1 0,3 1 11 16,0 3 10-16,1-1 9 0,1 5 13 0,-1-1-4 0,5 2-2 0,0 2-6 15,3 0-9-15,1 4-5 0,0 1-3 0,4 0-10 0,2 3-3 16,0 0-1-16,3 1-5 0,-1 3-4 0,1 2-8 0,3 1 4 0,-1 2-1 16,4 3 3-16,0 2 6 0,3 0-2 0,0 1 3 0,0-1 3 15,4 1 0-15,1 1 2 0,2 0 5 0,2-1 5 0,0 1 1 0,2-1 4 16,3-1 2-16,0 0-3 0,3 0 6 0,1-2-5 0,3-2-4 0,3-1 3 16,2-2-5-16,2-1 1 0,0-1 1 0,2-1 2 0,2-2 1 0,3-2-2 15,1-1 3-15,3-1 4 0,1-3 7 0,2 0 2 0,1 0 4 16,3-2-6-16,1-2-6 0,3-4 0 0,0 0-8 0,2-3 3 0,3 0 3 15,-1-1 3-15,2-1 6 0,2-1 2 0,0 0 6 0,3-2-1 16,1-2-9-16,2 0 2 0,3-3 2 0,1-1 1 0,2 0 7 0,2-2-7 16,2 0-8-16,2-4-3 0,2 0-9 0,2-2 0 0,-1-1-7 15,2-2-4-15,3 0 5 0,-1-1-7 0,1-2 2 0,3 0 1 0,-2-2-8 16,2 0 7-16,3 0-5 0,-2-2-4 0,0 1 0 0,1-2 0 0,-1 0 2 16,1-2 6-16,0 0-2 0,-1-1-2 0,2-2 2 0,0-1-5 15,0-1 1-15,-1-2 1 0,0 1 0 0,1-4 4 0,0-2 1 0,-2 0 0 16,1-1 7-16,0-2 1 0,-1-1-3 0,0 0-4 0,0-3-4 15,-1-1-1-15,1 1 5 0,-1-3 2 0,1 0-2 0,-1-1 5 0,-2-1-4 16,-1 0 2-16,-1-2-2 0,-3-2 5 0,1 0 0 0,-1-1 5 0,-4 2 6 16,1-3 2-16,-3 0 8 0,-2-2-2 0,-1-1-2 0,-1-1-4 15,-3 1 7-15,-1-1 3 0,-2-2 8 0,-4-2 3 0,-1 0-8 0,-2-1 1 16,-3 0-8-16,-3 0-5 0,-3 0 1 0,-4-2-5 0,-3 2 4 0,-3-1-2 16,-3-2-4-16,-3 0-5 0,-1-1 5 0,-5-2-5 0,-1-2 7 15,-5-1 4-15,-3 1-8 0,-3-1-1 0,-4-1 3 0,-3-1 0 0,-4 0 0 16,-5 0 2-16,-2 1-3 0,-2-1-2 0,-5-1 0 0,-2 1-1 0,-4-2-2 15,-2 0-2-15,-6 0-1 0,-3-2-4 0,-5-1 1 0,-4-1 0 16,-3-1-2-16,-4 2 1 0,-4 0 2 0,-4 0 2 0,-3 2-2 0,-1 1 1 16,-6 1-1-16,-2 2-5 0,-4 1 2 0,-2 1 2 0,-3 3 1 15,-2 2 3-15,-2 1 2 0,-2 5 4 0,-2 2-4 0,0 1-7 0,-1 5 9 16,1 3-5-16,-1 5-3 0,1 4 4 0,-4 4-14 0,1 5-2 0,-3 6-8 16,-4 6-7-16,1 7-10 0,-4 7-23 0,-2 5-31 0,-3 6-13 15,-2 9-30-15,-4 6-21 0,-1 7-55 0,-4 6-97 0,-1 6-240 0,-3 6-181 16</inkml:trace>
  <inkml:trace contextRef="#ctx0" brushRef="#br0" timeOffset="149764.22">4178 9049 1103 0,'-1'-2'55'0,"-1"1"-27"0,1-1-16 0,2 3-15 0,1-1 5 16,1 0 1-16,0 0-2 0,2 0-5 0,0 0-5 0,1 1-8 0,1 1-15 15,0 1-8-15,0 2-2 0,-1 0 8 0,1 1 11 0,-1-1 10 0,0 2 6 16,0-1 2-16,-1 0 5 0,1 0 2 0,1 0 6 0,0 0 5 16,0 2 2-16,2-1 0 0,-2-1 1 0,2 3-3 0,1-2 0 0,1 2 3 15,0 0-1-15,2-2 4 0,-1 1 1 0,3-2 0 0,-1-2 3 0,3-1-4 16,1 0 4-16,2-1-3 0,4-2 4 0,0 0-1 0,2-1 1 15,2-1 6-15,3-1 0 0,1 0 5 0,3-1-1 0,0-1 8 16,2 1 2-16,2-1-1 0,0 0 3 0,3 0-9 0,0 1-8 0,0 0-6 16,2 1-5-16,-3 1 5 0,3 0 1 0,0 0-1 0,1 1 1 0,2 0-4 15,-1 1-1-15,2 0-2 0,1-1-3 0,0 2 1 0,1-1-3 0,1 2 2 16,1-2-5-16,0 1-3 0,2-1 0 0,-1 1 2 0,0 0 7 16,2 2 2-16,2 0 2 0,0 0 1 0,0 2-2 0,0-2 2 0,0 1-1 15,1-1-9-15,1 0-3 0,1 1 2 0,0 0-4 0,-1 0 7 16,4 0 1-16,-2-1-2 0,2 0 1 0,0 0-5 0,1 0-1 0,1 0-4 15,1 0-1-15,0-1-2 0,-1 0 5 0,0 0 6 0,2-1 4 16,-1 1 6-16,2-1 5 0,-1 0 5 0,0 0 3 0,2 0-9 0,-1-1 2 16,1 0-6-16,0 0-2 0,2 0 5 0,0 0-3 0,1 0-3 0,-1 1-1 15,0 0-4-15,0-1-5 0,0 1 0 0,-1 0-2 0,1 0-2 0,1 1 2 16,0 0 1-16,-1 1-4 0,0 0-4 0,-3 0 9 0,-1 1-6 16,-1 0 9-16,0 0-1 0,0 1-4 0,0-1 6 0,0 1 0 0,-1 0 0 15,0 0 2-15,-2 0-5 0,1 0 2 0,0 0-2 0,1 0 1 16,-1-1 1-16,0-1-2 0,1-1 5 0,0-1-4 0,1-1-2 0,1-1 1 15,0 0-5-15,0-2 1 0,-3 1-1 0,0-2-3 0,-3 0 5 0,1 0-7 16,0-1 2-16,-1 0 3 0,-1 0 1 0,-1-1 2 0,-1 0 1 16,-2 0-3-16,1 2 1 0,-4-2 2 0,-1 0 8 0,-2 0-5 0,-3-1 3 15,0 0-2-15,0 0-1 0,0 0 3 0,-2 0-4 0,-2 0 1 0,0-2-4 16,0 0-1-16,-1-2 2 0,-2 0-5 0,1-1-2 0,-4 0-4 16,-2 0 1-16,-2-2 5 0,-1 0 6 0,0-1-5 0,-3 0 1 15,0-2-1-15,-3-1-1 0,-2 1 6 0,0-2 1 0,-4-1-3 0,-1 2-1 0,-2-1 2 16,-3 0-10-16,-3-1 1 0,-1 1 10 0,0-2-2 0,-2 1 10 15,-3-1 5-15,-1-2-14 0,-2 1 4 0,-2-1-2 0,-2 0-4 0,-1 1 2 16,-2-1-7-16,-4 1 3 0,0 0 1 0,-3 0-2 0,0-1-6 16,-2 1 4-16,-4-2 4 0,-1 0-4 0,-3 0 3 0,-1 0-3 0,-1 2-2 15,-1 0 1-15,-1-1 1 0,-3 1 3 0,-2-1 0 0,-2 1 4 0,-1 0-3 16,-3 0-6-16,-1 2 0 0,-3-1 7 0,-1 0 1 0,-2 2 0 16,-2-1 3-16,-4 0-11 0,-1 1 2 0,-3-1 0 0,-1 2 0 0,-2 1 2 15,-1-1-2-15,-1 1 3 0,-4 0 1 0,-2 3-2 0,-1-1 3 16,-3 0-2-16,-2 1 2 0,1 2-1 0,-4-1-2 0,-1 2 1 0,0 0-3 15,-2 1 0-15,-2-1 0 0,-2 1 0 0,-4 1-2 0,0-1 2 0,-4 2 0 16,-1 1 0-16,-3-1 2 0,-2 2 0 0,-5 0-4 0,-2 1 2 16,0 0 0-16,-1 0-2 0,-2 0 1 0,1 0 2 0,-2 0 1 0,-2 1 0 15,-1 0 1-15,-4 0 6 0,-1 1-2 0,1 1 0 0,2-1 2 0,4 1-15 16,3-1 6-16,3 0 4 0,0-1 3 0,3 2-4 0,3-1 4 16,0 0-1-16,3 0-6 0,-2 0 1 0,1 1 1 0,-2 0-4 0,3 1 2 15,-3 1 2-15,2 1-4 0,-2 1 1 0,0 1 6 0,0 1-2 16,-1 1 3-16,0 0-5 0,-3 4-6 0,0 1 5 0,-1 2-2 0,1 1 9 15,4 1 2-15,0 1-4 0,0 1 2 0,1 4-7 0,2-1-1 0,2 1 1 16,4 1 8-16,0-2 3 0,6 2 0 0,0 1-1 0,1-1-12 16,4 2 1-16,3 0-1 0,3-1-2 0,5 2 4 0,1-2-1 0,3 3-1 15,1-1-11-15,2-2-8 0,2 2 7 0,2-1-1 0,2-1 6 0,3 0 0 16,1-2-8-16,3 0-1 0,1 1-2 0,1-2-3 0,3-1 1 16,0 1 0-16,1 0 4 0,2-1-4 0,2 2-6 0,2-1-6 0,1 0-15 15,4 1-10-15,1-2-23 0,3 0-26 0,2 1-22 0,0 1-28 16,3-1-19-16,0 1-16 0,2-1-29 0,2 2-39 0,2-2-58 0,2 3-408 15</inkml:trace>
  <inkml:trace contextRef="#ctx0" brushRef="#br0" timeOffset="152612.56">5586 9849 296 0,'-6'7'199'0,"1"2"-184"0,-1 2-16 16,3 0 0-16,1-1 1 0,1 1 2 0,0-1 1 0,1-1-2 0,1 0 1 16,1-1-5-16,1 0 1 0,0-2-1 0,1 1-1 0,0-2 2 0,-1-1-4 15,0-1 3-15,0-2-2 0,0 0-1 0,-1-1-3 0,0 0-7 16,-1-2-12-16,-1 0-24 0,0 0-45 0,0-1-16 0,0 0 0 0</inkml:trace>
  <inkml:trace contextRef="#ctx0" brushRef="#br0" timeOffset="153297.56">5541 9887 154 0,'-6'-9'146'0,"-1"-1"-5"0,-2-2-23 0,-1-1-13 16,0 1-10-16,-1 0-2 0,-1-1-5 0,0 2-9 0,-1-2-7 0,-1 0-14 16,-1 0-9-16,-1 0-10 0,0 0-9 0,-1 1-9 0,0-1-6 0,0 1-3 15,0-1-4-15,-1 1-2 0,0-2-5 0,-2 1 0 0,-3 1 0 16,-2 0-2-16,0 1-2 0,-2 0 0 0,0 0 1 0,-1 0-1 0,-1 1-5 16,-2 1-5-16,-1-2 0 0,-3 0 0 0,1 0 19 0,-3-2 1 0,0-1 3 15,-1-1 2-15,-3-2-7 0,2 1-1 0,-2 0-1 0,-2-2-2 16,-2 1 1-16,-1-1 1 0,-1 1 0 0,-5 0 0 0,3 1 4 0,-3 1-2 15,-2 2 5-15,-1 1 0 0,-2 1 1 0,-1 2 4 0,-2 3 2 16,0 3 8-16,0 0 10 0,-1 3 2 0,1 2 8 0,1 1-2 0,1 4-1 16,0 2-1-16,2 2-4 0,0 2-2 0,3 1-8 0,1 4-1 0,3 2-12 15,-1 1 0-15,2 3-6 0,2 2-4 0,1 1-3 0,5 2-6 16,2 2-6-16,2 4 6 0,3 0 1 0,2 2 5 0,2 2 6 0,4-1-9 16,1 1-3-16,3 0-7 0,1 1-8 0,3 1-2 0,4-2-6 0,3-3 1 15,3 0 1-15,1-3-1 0,4 0 2 0,3-1-1 0,3-1 2 16,2-3-3-16,3 1 3 0,1-3 7 0,3-1 0 0,3 1 9 0,1-3-2 15,3 1-3-15,2-3 2 0,2-1-2 0,2 0 4 0,1-3 3 16,3 1 1-16,2 0 4 0,0-1 2 0,4-2 0 0,1 2 2 0,2-1 0 16,4 0 2-16,1-2 1 0,2-1-4 0,2-2 5 0,2 0-2 0,3-2 0 15,3-2 7-15,1 1-11 0,2-2 5 0,2-1-5 0,2 0-3 16,2-2 2-16,3 1-6 0,1-1 1 0,2 0 2 0,2 0-1 0,2-1 2 16,2 1 4-16,1-2-2 0,5 1 0 0,1-1-1 0,0-1 1 0,4 0-3 15,-2-1 5-15,4-1-2 0,0 0-6 0,2-2 8 0,0 0-4 16,2-1 2-16,1 0-3 0,0-1-3 0,1 1 3 0,2-1 3 0,0-1 3 15,0 0 6-15,1-1 1 0,-1 0-5 0,0-2 7 0,0 0-2 16,-1-3-3-16,1 1 12 0,0-2-2 0,2 1 2 0,-2 0 2 0,0 0 0 16,0 1 3-16,-1-1 2 0,1 0 3 0,1 0-3 0,-3 2-9 0,2 0-2 15,-3-1-4-15,0 0-2 0,-1 0 8 0,-1 0-1 0,0 0 1 16,-3-1-6-16,1 0-1 0,-4-1-4 0,2 1-2 0,-2-1 4 0,-3-2-16 16,2 1 1-16,-5 0 7 0,-2 1-1 0,-2-2 10 0,-3-1 7 0,-2 0-12 15,-3-1 3-15,-3 0-1 0,-2 0-3 0,-3 2 4 0,-5-1 2 16,-3 0 2-16,-3 0 3 0,-5 1 4 0,-5 0-3 0,-3 2 1 0,-6-1 2 15,-2 2 3-15,-7-2 0 0,-2 1 6 0,-4 1 3 0,-3 0 4 16,-3-1 6-16,-3-1 0 0,-3 0 1 0,-3 1 3 0,-4-1-5 0,-4-2-4 16,-3-1-2-16,-3 0-15 0,-4-3-4 0,-3-1-6 0,-3-1-10 0,-6-2 1 15,-2-1-8-15,-6 0-11 0,-4 0 5 0,-4 1-1 0,-4-2 7 16,-6 2 12-16,-3-1 0 0,-4 2 0 0,-6 0 0 0,-2 0 0 0,-6 2 5 16,-4 0-3-16,-3 2-4 0,-7 3 1 0,-3 0-4 0,-7 3 1 0,-4 1 1 15,-3 3 0-15,-6 2 1 0,-3 2-1 0,-4 3 3 0,-2 3-3 16,-3 3-4-16,-2 2 5 0,-2 3 4 0,-2 0 1 0,2 2-2 0,0 1-11 15,0 2-4-15,4 0-16 0,-1 0-15 0,5 2-20 0,4 0-25 16,1 2-14-16,6-1-23 0,2 3-36 0,2 2-43 0,7-1-81 0,3 2-190 16,2 0-130-16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38:24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4059 6241 186 0,'1'-4'-4'0,"2"-2"41"0,2-1-11 0,3 1-6 0,0 0-4 0,1 1-1 16,0 1-10-16,0 0 3 0,0 2-6 0,1 2-5 0,0 0-1 16,-2 1-3-16,1 2-5 0,-1 2-3 0,-1 0-3 0,-2 1-12 0,-1 1-8 15,-1 0 1-15,-1 0 3 0,-2 0 10 0,0 0 9 0,0-1 1 0,-1 0 4 16,-1 1 2-16,1-1 1 0,-1 1 8 0,0-1-1 0,1 1 3 16,-1-1 1-16,0 2 1 0,0-1-1 0,-1 0 4 0,0 1 2 0,0 0 6 15,0-1 7-15,0 1 5 0,0 0 11 0,0-1 5 0,1 2 5 0,1 2 7 16,0-1 1-16,1 0-4 0,1 0 1 0,1-1-2 0,0 1-7 15,1-2 4-15,2 1-5 0,0 0-1 0,4 1 0 0,0-1-4 0,3 1 1 16,2-2-5-16,1 0-3 0,1 1-2 0,3-2 0 0,1 1 0 16,1-1 0-16,3-1-2 0,1 1 0 0,1-1 0 0,4-1-1 0,3 0 2 15,2-1-5-15,1-1 0 0,4-1 0 0,3-2-2 0,3 0-4 0,1-2-5 16,2-1-3-16,2 0-1 0,1-1 4 0,0 0-2 0,1 2 5 0,1-2 1 16,0 0 7-16,0 0 11 0,2 0 5 0,0-1 12 0,3 0 4 15,0-2-2-15,0 0 0 0,3 0-5 0,0-2-5 0,2 2-4 0,1-2-7 16,0 0-1-16,4-1-2 0,1 0-1 0,0-2 0 0,3 1-6 15,0-2-7-15,1-1-4 0,2 1-8 0,1-1 7 0,1 2 7 0,-1-1 8 16,2-1 1-16,1 1-5 0,1 0-2 0,0-1 2 0,1-1 1 16,-1 2 2-16,2-1-4 0,0 3-2 0,-2-1-1 0,2 1 0 0,-2-1-1 15,0 1 1-15,2 1-2 0,-1-1-2 0,1 1-2 0,1 2-3 0,-2 0 2 16,3 0 0-16,-1 1-2 0,-2 0 2 0,1 1-5 0,-2 0-2 16,-2 1 3-16,-1 2-1 0,-2 0 0 0,-1 0 2 0,-2 1 1 0,0 0 0 15,-2-1-1-15,-2 1-3 0,-3-1 3 0,-1-1-8 0,-2 0 4 0,-2 0 7 16,-3-2-4-16,-1 1 10 0,-3-1-1 0,0-2 1 0,-1-3 1 15,0 0 4-15,-2-2-1 0,-4 0-5 0,0 0 5 0,-2-2-3 0,0 0 3 16,-3-1-2-16,-3 1 1 0,0-1-2 0,-3-2-2 0,-2 0 3 16,0-3-8-16,-4 0-4 0,-1-1-1 0,-3-1-11 0,-1-1 2 0,-1 0 11 15,-4-2 1-15,-1 0 7 0,-3-1 3 0,-3 0-14 0,-4-2 3 0,-1-1-1 16,-2 1-2-16,-4-4 2 0,-2 0-1 0,-4-1-2 0,-4-4 1 16,-3 0-2-16,-3-2-1 0,-4 2 1 0,-4-1 4 0,-3-2-2 0,-5 2-1 15,-2-1 11-15,-4 0-5 0,-1 0 4 0,-2-1 3 0,-4-3-14 0,-1 2 2 16,-3-1-1-16,-4 0-1 0,-1-3-3 0,-6 0 2 0,-1 1 0 0,-1 0-2 15,-5 1 5-15,-1 3-9 0,-3-1 1 0,-2 3 3 0,-4 2-2 16,-1 0 9-16,-4 5 0 0,-5-1-4 0,-1 3 3 0,-2 1-5 0,-3 3 3 16,-2-1-3-16,0 3-1 0,-1-1 4 0,-2 0-1 0,-1 0-3 15,-1 0 0-15,-1 2-1 0,-1 0-3 0,1 3 2 0,-1 0 2 0,1 1-5 16,1 0 0-16,-2 2-2 0,1 1 0 0,0 1 4 0,1 2 0 0,1 3-1 16,0 1-1-16,2 2 0 0,0 2-2 0,0 2-2 0,1 2 3 15,0 1-3-15,-1 2 4 0,1 1 2 0,1 3-1 0,-4 1 1 0,3 3-6 16,-3 3 3-16,2 2 0 0,-1 2 1 0,1 2 0 0,0 3 2 0,-2 2-4 15,1 0 4-15,2 5 3 0,-1 1 0 0,0 4-5 0,1 1 3 16,-2 1-10-16,4 0 1 0,1 2 4 0,2 1-3 0,3 2 3 16,0 1-8-16,3 4 0 0,1-1 15 0,3 0 0 0,4 1 8 0,1 1-1 15,5 1-12-15,5 0-5 0,2 1 5 0,4-1-1 0,2 1 1 0,5-1 0 16,1 4-2-16,2 1-6 0,3-1 8 0,2-1 5 0,4-1 1 0,4-2 11 16,2 2-10-16,1 0-2 0,3 0 1 0,0 1-2 0,2-1 1 15,0-2-4-15,4 0-1 0,-1 0-3 0,2 1-2 0,3-2 17 0,-2 0-1 16,2 1 8-16,2 0 1 0,1-4-15 0,3-2 0 0,4-4-2 0,3-5 2 15,5-5 0-15,3-3 0 0,2-4 2 0,1-2-2 0,4-2 0 16,0-1 3-16,3-2 0 0,2-2-1 0,3-1 1 0,2-3 2 0,3-2-5 16,1-2 3-16,4-3 1 0,2-2-1 0,5-3 5 0,5-4 1 15,3-3 1-15,6-1-5 0,4-5 1 0,4-2 1 0,2-2 2 0,2 1-6 16,0-1 2-16,1 0 2 0,0 2-2 0,1-2 2 0,-1 1-2 0,-1 2-5 16,1 0 0-16,-3 2 5 0,-2 3 0 0,-3 0-5 0,-4 2 3 15,-1 1-3-15,-2 1-2 0,-3 1-1 0,-2 1-2 0,-2 2 0 0,-3-1 2 16,-1 1 3-16,-3-1 3 0,0 1 0 0,-3 1 1 0,-1 0-3 15,-2 0 1-15,0 0-2 0,0 0 3 0,-3 1 1 0,0-1-2 0,-4 1-1 16,-1 0 4-16,-1 1-1 0,-4-1-3 0,0 0 1 0,-1 1-2 0,-1-1 2 16,-2 1 6-16,0 0-3 0,-2-1 0 0,-1 2-3 0,-1-1-2 15,0 1 2-15,-1 0-2 0,-2 1 3 0,1-1-1 0,-2 2 1 0,-1-1-1 16,1 0-2-16,-1 0 0 0,0 0 5 0,-2 1-1 0,0 1 1 0,0 0-2 16,-1 0 1-16,0 1 1 0,-1-1-5 0,0 0 3 0,0 0 1 15,1 0 1-15,0 0 0 0,-2 0-3 0,1 0-2 0,0-2 1 0,0 2-1 16,1-1 2-16,-1 0 3 0,0 0-6 0,-1 0 2 0,2 0 1 0,-2 0-5 15,0 0 6-15,1 1-1 0,-1 0 1 0,2 0 2 0,-2 0-6 16,-1-1 2-16,0 1-1 0,0 0-1 0,1-1 2 0,-1 0-2 0,1 0 2 16,-1 0-1-16,0 1 2 0,1-1 0 0,1 0-4 0,0 0 0 15,0-1 2-15,1 1 2 0,0-1-2 0,1 0 0 0,-1 1-2 0,1-1-1 16,0 0 3-16,0 0-2 0,2 0 0 0,-1 0 4 0,0 0-5 0,0 0 3 16,0 0-2-16,1 0-3 0,0-1 5 0,-1 1-7 0,1-1-2 15,0 1 6-15,0-1-9 0,0 1 2 0,0-1-6 0,1 0-6 0,0 0-3 16,1 0-7-16,1 0-12 0,0 0-40 0,0-1-29 0,2 1-28 0,0-1-29 15,1 1-12-15,2-2-38 0,1-1-60 0,1-1-90 0,1-1-481 16</inkml:trace>
  <inkml:trace contextRef="#ctx0" brushRef="#br0" timeOffset="1415.92">4720 7480 612 0,'-19'2'294'16,"0"2"-240"-16,0 0 24 0,4 2-4 0,6-2 2 0,3 1-6 0,0-1-11 15,2 1-9-15,2 0-12 0,1 2-7 0,2 0-4 0,0 1-4 0,3 1-3 16,1 2-1-16,2 0-4 0,2-1-3 0,3 0-5 0,0-1 2 16,4-1-1-16,1 1 8 0,3 0-1 0,1-1-5 0,4 0 3 0,1-2-8 15,2 0 1-15,2-1 11 0,1-1-12 0,-1 0 3 0,1 0-1 0,0 0-8 16,1-1 14-16,2-1 0 0,2-1-3 0,-2-1 3 0,3-2-3 16,0 1 4-16,2-2 1 0,3 1 4 0,1-1-1 0,-1-1 0 0,2 0-2 15,3 2-2-15,0-2-4 0,2 0-5 0,0 0 3 0,3 0 3 16,0-1 4-16,0 0 4 0,3 1 2 0,0 1-2 0,1 0-2 0,-1 1 1 15,-1 2-6-15,2-1 1 0,1 1-6 0,1 0 0 0,2 1 7 0,-2 0-3 16,0 1 5-16,2 0-3 0,0 1 0 0,1 0 0 0,1-1 1 16,-1 1 3-16,2-1-6 0,1-1-1 0,-1 1-2 0,0-1 0 0,1 1 5 15,0-1-3-15,1-1 3 0,2 0 2 0,0-2-5 0,0-1 13 0,2 0-8 16,0-2 1-16,3 1 4 0,-2-2-4 0,2 2 7 0,0-1-6 16,-2 1 1-16,1 0-1 0,-1 0 10 0,-2 1 0 0,2 0 1 0,-1-1 0 15,-2 0-8-15,0 0 10 0,-1 0-3 0,-2 1 5 0,1 0 3 16,0 1-4-16,-1-1 5 0,3 0-7 0,-2 0-7 0,-1 0 4 0,0 1-9 15,3 1 1-15,-2-1-5 0,0 1-3 0,-1 0 2 0,-2-1-3 0,1 1-3 16,1-2 8-16,-2 0-2 0,-2 0 3 0,-1 0-3 0,-3-1-1 16,2-1 0-16,0-1-1 0,1-2 2 0,2-1-7 0,0-2 7 0,-1-1 0 15,-1 1-7-15,-1-3 4 0,-2 0-4 0,1-2 2 0,2 0 1 0,-2-2 1 16,0-1-6-16,0 0 6 0,-3-1-2 0,-2-1-2 0,-1-1-1 16,-1 0-3-16,-1-1-1 0,-3 2-1 0,-2 1 8 15,-2-1-4-15,-2 1 4 0,-2-1 0 0,0 0-2 0,0 1 6 0,-3-1-4 0,-3 0 0 0,-2 2-11 16,-2-1-1-16,-2 0-4 0,-1 2 13 0,-1-2 10 0,-3 0-5 15,-2 1 1-15,-2-2-8 0,-2 0-2 0,-2 0 3 0,-2-2-3 0,-4-1-5 16,-1 1 2-16,-3-2-3 0,-3 2 5 0,-3-1 1 0,-3-2 1 16,-4 0-1-16,-5-2 0 0,-3 1-3 0,-5 0-4 0,-4 2 0 0,-5 0-2 15,-3 0 2-15,-6 1 4 0,-4-1-3 0,-4 1 5 0,-4 0-12 0,-4 0 1 16,-2 1 9-16,-2 1-1 0,-4 0 15 0,-3 2 1 0,-2 0-10 16,-3 0 3-16,-3 3-7 0,-1 0 2 0,-5 0 0 0,-2 1 0 0,0 0 7 15,-3 0-2-15,-1 1 1 0,-4 1 1 0,-2 3-9 0,-3-1 2 16,-1 1 3-16,-2 0-1 0,1 1 5 0,0 1-2 0,-4 0-3 0,0 0-2 15,-2 1 0-15,-2 0 0 0,0 0 2 0,-1 0 0 0,-1 1-4 0,-3 3 2 16,-2 1-2-16,-3 2 0 0,0 2 1 0,-2 1-1 0,1 0 0 16,1 0 4-16,2 0 1 0,1 1-1 0,-2 2 2 0,-1 1-6 0,-1 0 0 15,0 1 4-15,3-1-4 0,3 0 6 0,3-2 1 0,3 1-3 0,-1 0-2 16,-4 0 1-16,2 3 1 0,-2 2 0 0,0 0 3 0,1 2-7 16,1-2 4-16,2 0-2 0,1 2-3 0,0 2 4 0,0 1-6 0,1 2 0 15,1 1 8-15,1 2-1 0,0 1-2 0,2 0 5 0,1 2-6 0,0-1-10 16,4-1 8-16,2 1-1 0,3-1-5 0,4 2 29 0,4 1-12 15,0-1 5-15,3 2-1 0,2 1-16 0,1 2 10 0,4 0-8 0,2 1-2 16,3 2 1-16,3 1-1 0,4 1 6 0,2 0 0 0,2-2-2 0,5 1 0 16,2-2 2-16,7 1-4 0,2 0 2 0,2 1 3 0,2-1-10 15,2 4 2-15,3-3 16 0,2 1-4 0,5-1 10 0,2 1-1 0,2-1-17 16,4 2 1-16,0 0 0 0,4 2 1 0,1 1-2 0,3-3 1 0,2 1 0 16,3-4-2-16,2 0 4 0,3-1-1 0,0-1-6 0,2-1 5 15,3-1-3-15,2-2-3 0,2-1-6 0,1-2-2 0,2-2 3 0,0-1 1 16,2 0 10-16,2-3 19 0,1 0-1 0,-1-1-1 0,4-3 3 15,-1 1-22-15,1-3-1 0,3 0 3 0,1-1-4 0,1-2 8 0,3-2-3 16,2-3 3-16,2-1-2 0,3-1 1 0,3-3-1 0,4-2 0 0,2-3 1 16,2-1 3-16,3-3-3 0,2-1 1 0,3-3-13 0,3-2-11 15,2-1 6-15,3-1 0 0,-2 0 21 0,1 1 4 0,1 1-2 0,-2 1 3 16,-2 0-16-16,0 2 4 0,-4 1-3 0,-2 3 1 0,-2 1-1 0,-4 2-3 16,-3 1-1-16,-2 2 2 0,-3 0 1 0,-1 0 2 0,-3 0 2 15,-3 0-1-15,1 0 1 0,-3 0 0 0,-1 0-2 0,-2-1 2 0,-5 1 2 16,-1-2-1-16,-1 1 5 0,-2 0-1 0,0-2 6 0,0 1-2 15,-2-2 1-15,1 0-3 0,0-1-3 0,-1 0 3 0,1 0 0 0,0-1-1 16,0 0-3-16,-2 0-1 0,1 0-4 0,-1-1 0 0,1 2 2 0,-4-1 2 16,0 2 0-16,0 1 3 0,-4 2-5 0,1 1 0 0,-4 1-1 15,-1 1 2-15,0 1 3 0,-2 0-2 0,-2 2 1 0,1 0 5 0,0-1-7 16,-1 2 1-16,0-1 4 0,-1 1-6 0,1 0 1 0,-2 0 5 0,0 2-4 16,0 0-4-16,-2 0 2 0,1 2 0 0,-1 0 2 0,1 0-2 15,-1 1 1-15,-1 0-1 0,0 1 0 0,1 0 4 0,-1-1-6 0,-1-2 0 16,0 2 1-16,0 0-1 0,-1-1 0 0,0 1 6 0,1-1-4 0,0 1 0 15,-1-1 0-15,0 1 0 0,-1 1 1 0,0-1-2 0,0 1-3 16,-2 1-5-16,0-1-5 0,1 1-8 0,0 0-5 0,1-1-15 0,-1 0-25 16,3-1-27-16,-1-1-26 0,1 1-23 0,1-1-21 0,0 0-15 15,2 0-25-15,1-2-21 0,1-1-34 0,3-2-47 0,2-1-78 0,3-3-346 16</inkml:trace>
  <inkml:trace contextRef="#ctx0" brushRef="#br0" timeOffset="3034.01">7573 7788 1318 0,'-38'-27'203'0,"-2"0"-154"16,-8-4 11-16,8 6 5 0,6 7-1 0,5-1-9 0,-2 3-7 15,2 0-19-15,-1 3-9 0,1 1-5 0,-2 1-4 0,0 2-2 0,-1 0-2 16,-1 0-10-16,-1 3 1 0,-1 0 0 0,-3 0 2 0,0 1 1 16,-2-1 3-16,-3 1 0 0,0 1-1 0,-3-1-2 0,0 1-1 0,-3 0 2 15,0 0 1-15,-2 1-1 0,-2 0 4 0,-1 2 2 0,-3 1-5 0,0 1 5 16,-2 2 5-16,-3 1 0 0,0 1-1 0,-1 2 1 0,-1 2-7 15,-1 1-1-15,0 1 5 0,-1 1-3 0,-1 2-7 0,2 0 6 0,0 1 7 16,0 2 0-16,0 2 14 0,2 1-1 0,1 2-4 0,0 0 3 0,0 3 0 16,1 0-2-16,0 2 1 0,1 1 2 0,1 3 4 0,1 3 0 15,1 3-6-15,1-1-1 0,2 0-4 0,3 2-4 0,0 0-1 0,2 1 3 16,2 2-3-16,4-1-9 0,0 2 1 0,3 0 8 0,3-1-5 0,2 2 9 16,4-4-2-16,4 0-13 0,5-1 0 0,1-2 0 0,4 0-3 15,2 0-5-15,1-4 7 0,3 0-5 0,3-2 1 0,1 0 4 0,2-1-4 16,1 1 1-16,3-3 1 0,1 0-8 0,0-3-3 0,3-2 4 15,2-2 1-15,1 0 20 0,3-3-1 0,3 0-2 0,1-2 5 0,1 0-15 16,4-3 2-16,1 1 2 0,3-1-3 0,2-1 9 0,3-1 2 0,2-2-5 16,3 0 1-16,1 0-2 0,4-1-4 0,2 0 8 0,3-1-6 15,2-1 3-15,3 0-3 0,0-1-2 0,1 0 4 0,3-1-3 0,0-2-5 16,3 1-1-16,0 0-4 0,1-1 3 0,1-1 6 0,2 0 0 0,1-1 2 16,-1 0-8-16,-1-1 4 0,1 1 4 0,-1-1-3 0,1-1-4 15,0 0 0-15,1-1 1 0,0 0-1 0,0 1 9 0,2-1 1 0,0 0-2 16,1-1 4-16,1 0 1 0,0 0 2 0,2 2-6 0,0-1-2 0,3 1-2 15,0 0-1-15,-1-1 3 0,3 1 1 0,-2 0-1 0,0-1-1 16,2 1 1-16,0-1-4 0,2-1-1 0,0 1-1 0,2-1-6 0,-1 1 7 16,0 1 0-16,0 0 8 0,0 1-3 0,-1 0 0 0,1 0-8 15,-1 0-4-15,0 1 6 0,-2 0-3 0,2 0 9 0,-1 0 0 0,0-1 3 16,2 1-4-16,-2 0 2 0,1 0-4 0,-1 1-4 0,0 1 1 0,-4 1-1 16,2-1 2-16,-1 1 0 0,1-1 2 0,1 0-1 0,-1 1-2 15,0 0 7-15,0 1-2 0,-2 0-4 0,2 0 5 0,2-1-4 0,0 0 2 16,1 0 2-16,2 0 0 0,-2-1-3 0,1 1 3 0,-1 0-2 0,0 1-1 15,-2-1 1-15,1 1-1 0,-1 0 6 0,-1 0-1 0,-1 1-2 16,-1 0 0-16,-1 0 2 0,3 1 0 0,-1 0-2 0,0 0 1 0,-1 1-4 16,1 0 3-16,-1 0 0 0,1 1 2 0,-2-1-2 0,-1 2-5 15,-1-1 2-15,-1 1-2 0,-1-1 3 0,-1 0 2 0,0-1 2 0,1 1-4 16,0 0 2-16,1-1 4 0,-2 0-1 0,0-1-1 0,-1 0-7 0,0-1-2 16,2 1 1-16,-1-2 2 0,0 0 4 0,2 0-1 0,0-2 1 15,1 1-2-15,-1-1 3 0,-1-1 0 0,-2 1-11 0,-1-2 4 0,-1 0 1 16,-2 0 0-16,2-4 12 0,2 1 0 0,1-1-4 0,1-1 4 0,-2 1-3 15,-1 2-2-15,-1-3-2 0,1 1 2 0,0-1-6 0,0 0 3 16,-3 0-1-16,-1 0 4 0,0 0-1 0,0-1-1 0,3-1 0 0,0 0 2 16,0-2-2-16,0 1 2 0,0 0-2 0,-1 1-3 0,0-2-2 15,-2 1 2-15,0 0 1 0,-2-2 1 0,-2 1-1 0,0-1-3 0,-3 1-3 16,-2-1 3-16,-1 1-2 0,1-1 0 0,-3-1 4 0,-1 0-5 0,-1 1-6 16,1 1-2-16,-1-1 4 0,0 0 2 0,1 0 14 0,-1 0 3 15,0 0-1-15,2 0-1 0,-2-2-10 0,-1 1 0 0,0-1 4 0,-3 0-1 16,0 1-3-16,1-1 2 0,-2-1-2 0,0-1 3 0,-2 0 3 0,-1-2-6 15,0-1 5-15,-1 0-5 0,1 1 2 0,-3-2 1 0,-1 0-1 16,-1 2 0-16,-2-3-1 0,1 0 1 0,-2 1 0 0,-1-2 3 0,-2 0-5 16,-2 1 2-16,-2 0-2 0,-1 0-2 0,-3 1 6 0,0 0-3 15,-2 0 3-15,-1 0-1 0,-2 0-1 0,-2-1 2 0,-3 1-8 0,-1 1 4 16,-2-2 0-16,-3 1 11 0,-2-1 8 0,-2-1-3 0,-4 0 0 0,-2 0-16 16,-3 0 4-16,-3-1-2 0,-2 1-4 0,-4 0 4 0,-3 0-4 15,-5 0 2-15,-2 0 2 0,-4 2-1 0,-1-2 1 0,-3 1 4 0,-4 0-5 16,-4-1 1-16,-4 0 5 0,-4 1-3 0,-3-1-2 0,-4 0 1 0,-5 2-3 15,-4-2 2-15,-1 0 3 0,-5 1 1 0,-1-1 1 0,-1-1 0 16,-2 1-5-16,2-1-4 0,3 1-7 0,1 1 15 0,2-1 8 0,0 1 2 16,-2 1-1-16,-2-1-12 0,-2 1-3 0,-1 2 2 0,-6 2 0 15,-1 0-2-15,-6 2 0 0,-3 1-4 0,1 1 4 0,0 1 0 0,1 0-2 16,-1 2 4-16,-2 0-4 0,-5 2 4 0,-5 2 0 0,-3 2-2 0,-4 0 7 16,1 1-12-16,1-1 5 0,2 0 4 0,3-2-4 0,2 0 3 15,-1 0-1-15,1 0-2 0,-4 2 0 0,-3 1 7 0,-1 0-3 0,-1 1-4 16,1 1 0-16,0 0 0 0,2 1 2 0,3 0 1 0,1 0-3 0,0 1 2 15,0 0 0-15,3 1-2 0,2-2 5 0,5 0-1 0,3 1-2 16,2 0 2-16,-1 1-3 0,0 2 3 0,-2 2 1 0,-2 2-3 0,1 1 0 16,1 0-2-16,2 0 0 0,2 0 0 0,0 2 2 0,-5 3 2 15,-4 2-1-15,-4 5-1 0,-2 1 2 0,1-1-17 0,3-1 0 0,4 0 11 16,6-5 10-16,5 2 8 0,4-2 1 0,2-2-8 0,2 2-11 0,1 0 2 16,0 1 2-16,2-2 0 0,1 0 3 0,3 0-3 0,0-2 0 0,0 0-2 15,1 1-2-15,0-1 4 0,1-1-4 0,3-2 7 0,1 2 1 16,1 1 1-16,0 0 1 0,0 1-8 0,0-2 2 0,4-1-2 0,1-1 0 15,3 0 1-15,1 1-2 0,0-1 8 0,0 3 0 0,1 0-1 16,5-1 3-16,3-1-9 0,4 0 2 0,0 0 0 0,1 2-2 0,1 0 2 16,1-1-4-16,1 2 0 0,3 1 0 0,3-1 2 0,0-1 2 15,3 2 11-15,2-1-13 0,3-1 2 0,2 1-2 0,3-2-13 0,0 2 13 16,2 0 11-16,2 1-2 0,1-2 3 0,2 2-1 0,0 0-13 0,3 0-2 16,1-1 0-16,0 1 3 0,2-2-3 0,0-1 0 0,3-1-2 15,0 0-1-15,1 0 1 0,3-1 1 0,0-1-1 0,1-1-5 0,2 0 0 16,-1 0 0-16,2-1-6 0,0 0 3 0,1 1-5 0,-1 0-4 15,2 0-3-15,2-1-10 0,1 1-15 0,1 0-18 0,1 1-19 0,2-1-15 16,-1 0-11-16,3-1-8 0,0 0-8 0,2 1-10 0,3-2-9 0,1-1-11 16,2 0-25-16,2-2-32 0,3-1-47 0,0 0-64 0,2-2-130 15,2-1-126-15</inkml:trace>
  <inkml:trace contextRef="#ctx0" brushRef="#br0" timeOffset="5686.5">7563 8932 1559 0,'-56'-10'-12'0,"-4"2"29"0,-12-2 6 0,14 4 5 0,11 0-8 16,4 0-2-16,2 2 4 0,0 0-3 0,1-1 1 0,1 2-5 0,1-2-11 15,0 0 1-15,2 1-4 0,-1 0-1 0,-1 0 1 0,1 2 2 0,-4 1-3 16,1 0 3-16,-3 1-2 0,0 1-1 0,-2 1-1 0,0 1-2 16,-3 2 0-16,-2 2 3 0,-2 0-4 0,-3 2 2 0,0 0 3 0,-2 3 7 15,-2 1 17-15,-3 1 5 0,-1 3 1 0,-3-2 0 0,-2 3-11 0,-1 0 6 16,-1-1-2-16,-2 0 4 0,1 0-3 0,1-2 0 0,-1-1 2 15,2-1-9-15,0-1 1 0,0-1-6 0,0-1-9 0,1-2 6 0,1-3 1 16,1-2-4-16,-1-1 9 0,1-1-3 0,-1 0 0 0,3-1 0 0,1-1-4 16,-2 1 0-16,3 0-2 0,-2 1 2 0,0 3-2 0,1 1-1 15,0 2 5-15,0 2-2 0,0 4 2 0,2-1 0 0,0 3-8 0,-1 2 0 16,1 0-2-16,-1 1 2 0,0 2 0 0,1 1 2 0,1 1-4 16,1 3 4-16,0 1-2 0,3 1 1 0,1 2-4 0,3-1 0 0,0 1-3 15,2-2 6-15,4 3 12 0,2-3 3 0,3 4 5 0,5-1-3 0,1 2-10 16,6-2 1-16,4 0 0 0,3 0-2 0,4 3-2 0,3 0 1 15,2 1-3-15,3 0-4 0,2-1-1 0,3 0-1 0,1 0-2 0,3 1 3 16,2-1 0-16,1 1 0 0,3-1-6 0,1 1 6 0,1-1 0 16,1 1 0-16,3-1 7 0,1-1-11 0,2-3 5 0,0-1 1 0,3-1-4 15,1 0 10-15,1 0-2 0,1 0 0 0,3-3-1 0,1-1 3 0,0-3-2 16,2-3 0-16,0 0 5 0,3-2-5 0,1-2 3 0,2-1 4 16,-1-3-4-16,4 0-1 0,-2-1-3 0,3 0-4 0,2-1 3 0,1 0 0 15,3-2-1-15,2 1 2 0,1-2 0 0,3 0-7 0,0 0 6 0,1 1-6 16,3 0 4-16,1-1-1 0,0 1-7 0,1 1 4 0,0 0-1 15,-1 2-2-15,0 2 5 0,1-1-3 0,1 3 0 0,0 1 1 0,1-1-5 16,1 1-3-16,1 0-2 0,0 1 12 0,-1 1 4 0,1-1 6 0,-1-1-4 16,0-1-6-16,2 1-6 0,-2 0-1 0,3-1 7 0,-2-1-4 15,1 1 8-15,0-1 0 0,-2 1-6 0,1-1 4 0,-2 0-4 0,1-2 5 16,-1 0-4-16,2 0-3 0,-1 0 8 0,1 0-6 0,-1-1 7 0,-1-1 1 16,4-1-1-16,-1 1 3 0,0-1 6 0,1 0 2 0,2 0-2 15,1-1-1-15,1 0-2 0,1 0-2 0,0 0 1 0,2 0 4 0,1 1 6 16,1-1-3-16,0 0 6 0,1 0-2 0,2-1-3 0,-2 0 3 0,3-1-1 15,0 1 2-15,0-1-1 0,1 0-3 0,-3 0 2 0,3 0 6 16,0-1-3-16,0 0-4 0,0 0-4 0,-1-1-2 0,1-1 1 0,1 0 13 16,1-1-6-16,-2-1-2 0,1-1 0 0,0-1-7 0,-1 0 5 15,1-1-5-15,-3-1-3 0,2-1-2 0,-1 0-5 0,0-1 3 0,0-2 4 16,0-1-7-16,0-2 5 0,0-1-2 0,-1 0-3 0,-4-2 5 16,-1 0-4-16,-1 0 1 0,-3 0 1 0,-2-2 2 0,0-1 3 0,0-1 6 15,-3 0-2-15,-2-2 4 0,-3 1-11 0,-2-3-1 0,0 0 11 0,0-1-2 16,0-2 4-16,2 0 1 0,-3-3-13 0,1 1 1 0,-3-2-1 15,0 2-5-15,0-1-8 0,-2 2-1 0,-3-3 0 0,-1-1 3 0,0-2 8 16,-4 1-1-16,-1 0 1 0,-2 2 1 0,-4-2 1 0,0 2-4 0,-3-2 1 16,-1 1-14-16,-2-1 10 0,-3 1 2 0,-1-2-4 0,-2 0 19 15,-3 0-12-15,-1 0-3 0,-1 1 3 0,-3-1 0 0,-2 1-3 0,-1-2 5 16,-2 1-6-16,-3-2 2 0,-2 1-4 0,-2 3 4 0,-2-1 1 0,-3 2-3 16,-1-1 4-16,-3 1-2 0,-4-1-13 0,-1 1 9 0,-4-2-2 15,-1 3 3-15,-4 0 12 0,-3-1-10 0,-5 1 3 0,0 0 0 0,-3 1 3 16,-1 2-2-16,-1-1-3 0,-1 2 2 0,-2-1-2 0,-4 0-1 15,-1 1 7-15,-3 0-6 0,-4 1-1 0,0 1 1 0,-5 0-4 0,-4 2 4 16,-3 0-2-16,-4 1 0 0,-1 0-3 0,0 1 3 0,-2 1-13 0,-3 1-2 16,0 1 6-16,-4 2 4 0,-3 1 16 0,1 1-1 0,0 0 0 15,0-1-5-15,2 0-5 0,0 1 2 0,1 0 0 0,1 0-2 0,-1 1 2 16,4 1 1-16,2 1 1 0,2 0 1 0,3 0 1 0,1 0-3 16,-2 2-1-16,-1 1 2 0,-3 2-4 0,0 1 4 0,-1 1-4 0,2-2 3 15,2 1 1-15,0 0-2 0,-3 2 7 0,-3 1-5 0,-1 2-1 0,-2 1 5 16,-1 1-10-16,2 0 2 0,-4 2 2 0,-1 1-2 0,1 3 1 15,-5 3-1-15,0 4 0 0,-3 2-5 0,-3 3-2 0,-1 3 5 0,-1-1 7 16,3 1-12-16,1-1 3 0,3-2-3 0,1 2 9 0,2 1 14 0,4-1 3 16,1 2-1-16,2 0-14 0,5 0 1 0,3 2 3 0,4 0-5 15,4 1-1-15,4 0-2 0,5 2-3 0,2-1 3 0,4 0-4 0,3 0 2 16,2 1-2-16,4 0-1 0,1 2-1 0,4-1-1 0,1 3 1 0,4 0-5 16,2 1-3-16,3 2 15 0,0 0-1 0,2 1 6 0,2-1-6 15,3 0-13-15,-1-1-2 0,2-1-1 0,2 2 5 0,-1-2 0 0,4 0-2 16,-1-2 1-16,1-2 1 0,1-2-2 0,2 0-1 0,2-1-4 15,0-2-2-15,2-3-2 0,1 0-4 0,0-1-6 0,2-3-16 0,2-2-6 16,0 0-5-16,2-3 0 0,0 0 3 0,1-2 14 0,2-1-4 0,-1-3-5 16,2-1-3-16,1-1-12 0,0-3-4 0,2 0-2 0,1-2-7 15,0-2-9-15,4-1-2 0,-1 0-8 0,-1-3 0 0,3-2-6 0,0 1-14 16,0-2-12-16,2-1-15 0,-1-1-8 0,1 0-8 0,0 1-10 0,1-1-11 16,-2 2-36-16,1 0-277 0</inkml:trace>
  <inkml:trace contextRef="#ctx0" brushRef="#br0" timeOffset="15966.92">2757 12358 653 0,'3'-5'110'15,"1"-1"-17"-15,3-2-24 0,0 1-17 0,1 1 0 0,2 0-3 16,0-2 3-16,0-1-4 0,3 0-6 0,0-1-12 0,2-1-11 0,2 0-8 16,1 0-8-16,0 2 3 0,2-1-1 0,1 1 0 0,-1 1 0 0,0 0-3 15,1 1 2-15,-1 0-1 0,1 1-1 0,0 0 5 0,-2 2-4 16,2-1 4-16,1 2 0 0,-2 0-5 0,3 1 1 0,0 2-1 0,-1-1 4 16,1 1-2-16,0 1 3 0,3-1-2 0,1 1-3 0,-2-1 4 0,3 1-3 15,-3 0 9-15,3 0 0 0,-1-1 0 0,3 0 5 0,0-1-3 16,3-1 8-16,-1 0 1 0,1-1 0 0,1-1 0 0,1 0-1 0,0-2 4 15,3 1 0-15,0-1 2 0,-1 1-1 0,4-1 1 0,0 1-1 16,1 0 3-16,1-1 0 0,0 1-5 0,-1 0 2 0,0 1-7 0,4 1-2 16,0-1 0-16,1 2-1 0,2-1 1 0,0 2-6 0,3 0-8 0,-1 2-1 15,3 0-7-15,1 1-2 0,1 1 6 0,1 1 0 0,1 0 2 16,1 0 0-16,1 0-4 0,1 0-1 0,1 1 1 0,0-1 2 0,2-1 3 16,0-1-3-16,0-1 0 0,0 0 2 0,1-1 0 0,-2-1 4 15,1 0-3-15,0 0 5 0,-1-1 7 0,-1-1 0 0,1-1 11 0,0 0 0 16,-1 0 1-16,-1 0 6 0,1-1 0 0,-1 1-3 0,1-2-3 0,1 0-7 15,0 0-14-15,-2 1-5 0,0-1 7 0,-1 1-4 0,-1-1 8 16,0 0 4-16,0 1-4 0,-1 0 6 0,-2 0-9 0,0 0-9 0,-2 0 2 16,-1 0-7-16,-1 2 14 0,-3 0-1 0,-2 1-2 0,-1 1 1 0,-1-1 2 15,0 1 5-15,-4 0 2 0,-2 0 3 0,0-1-7 0,-3 1 5 16,-1-1 4-16,-2 1 2 0,-1-1-1 0,-1-1-5 0,-2 0-3 0,0-1 0 16,-4 0 2-16,1 0-2 0,-1-2-1 0,-4-1 1 0,1-1-3 0,-2 0 5 15,-3-1 5-15,0 0-5 0,-1-2 2 0,-1-2-1 0,-1 0 0 16,0-1 0-16,-1-2 0 0,-2-1-4 0,-2-3-5 0,-1-1 2 0,0-2-2 15,-1-2-3-15,-1 0 3 0,-1-2-6 0,-1 1 6 0,-2-1-1 16,-1 1-7-16,-3-1 1 0,-1 1-1 0,-3 0 2 0,-1-2 5 0,-2 1 3 16,-2-1-12-16,-2 1 8 0,-4-1-1 0,-3 0-3 0,-3-1 11 0,-1 0-6 15,-2-2-4-15,-2 1 4 0,-4 1-4 0,-1 0-1 0,-5 0-5 16,-5 0 3-16,-2-1-2 0,-5 0-5 0,-4 2 4 0,-3-1-7 0,-5 5-3 16,-5-1 0-16,-4 2 1 0,-4-1-3 0,-4 1-5 0,-5 2 4 0,-4 0 4 15,-1 1-2-15,0 2 12 0,2-1 7 0,-1 2-7 0,1 1 14 16,0-1 4-16,-1 0-8 0,1 1 1 0,-2 1-1 0,3 0-10 0,-1 2 1 15,3 1 1-15,0 1 8 0,-1 4 5 0,1 1-11 0,-2 3 3 16,-1 5-10-16,-1 3 1 0,-2 4 6 0,0 5 1 0,0 4-1 0,0 4 0 16,0 2-6-16,1 6-1 0,-1 2 9 0,1 5-1 0,0 5 7 0,2 3 0 15,0 5-5-15,3 5-2 0,0 4 0 0,1 6 1 0,1 4-1 16,0 3-1-16,3 3-11 0,3 1-2 0,5-1-9 0,3 2-3 0,6-2-5 16,2 0-14-16,6-3-17 0,4-2-36 0,6-2-53 0,7 0-40 0,5-1-48 15,6-2-61-15,5 1-91 0,7 0-472 0</inkml:trace>
  <inkml:trace contextRef="#ctx0" brushRef="#br0" timeOffset="24651.6">8067 11655 575 0,'-7'-1'77'0,"0"1"8"0,0 0-5 0,2 1-16 15,1 0-9-15,2-1-6 0,0 0-6 0,0-1-10 0,0 1-8 16,1 1-10-16,0-1-3 0,1 1-4 0,1 0-1 0,-1 0-7 0,3 1 1 16,-1 0 3-16,-1 0-1 0,2 1 2 0,-1-1-1 0,1 0-3 15,0-1-3-15,0 0 2 0,0 0 1 0,-1 0 0 0,1 0 2 0,1-1-2 16,-1 0 2-16,3 0 2 0,-1 0 5 0,1-1-1 0,2 0 4 0,-1-2-2 16,1 0 10-16,0 0 6 0,2-3 10 0,1 0 10 0,1-2 10 15,2-1 6-15,3 0 6 0,2-4 0 0,0-3-2 0,3-2-3 0,-1-2 0 16,1-2-6-16,3-2-7 0,3-1-17 0,2-1-4 0,-1 1 1 15,1-3-4-15,-2 1 8 0,2-3-10 0,-1-1-6 0,0 0-2 0,1 2-1 16,-1-1-4-16,1 1 2 0,-2 1-4 0,1-2 2 0,-1 0-2 0,-1 0 0 16,-1 1-2-16,1 0-5 0,0 3 2 0,0-1 3 0,-1 1-1 15,-2-1 1-15,-1 2-7 0,1 0-8 0,1-1-2 0,0 2 9 0,-1 0 1 16,1 0 7-16,-2 1 1 0,-1 0-7 0,1 2 1 0,-4-1-1 0,1 0-1 16,0 2 1-16,-3 2-1 0,0 0 4 0,-1 4 1 0,-2 0-5 15,-2 2 4-15,-1 1-5 0,-1 2 3 0,-3 3 9 0,0 0 0 0,-1 3 6 16,-2-1-6-16,0 2 0 0,-2 0-2 0,-1 1-4 0,0 1 0 0,-1 0-4 15,0 0-1-15,0 1 1 0,0-1-1 0,-1 2 1 0,0 1-7 16,-1-1-11-16,0 1-23 0,-2 1-27 0,0-1-35 0,1 1-35 0,0 0-33 16,0-2-35-16,-1 0-34 0,0-2-35 0,0 0-96 0,0-2-196 0</inkml:trace>
  <inkml:trace contextRef="#ctx0" brushRef="#br0" timeOffset="25118.6">9060 10440 1628 0,'-12'-3'97'0,"0"1"23"0,1-1-28 0,6 3-22 0,4-1-28 0,2 0-11 15,1-1-2-15,2-2-9 0,1 0-6 0,3-1-6 0,1 0-4 16,2-1 2-16,4 0 0 0,0-1-6 0,3 1-3 0,0 0-2 0,1 1 4 16,0-1 1-16,0 0 0 0,2 0-2 0,0 0-3 0,-1 2-1 0,2-2 0 15,-1 0 3-15,0 0 3 0,1-1 2 0,-1 0-4 0,1-1 2 16,0 0-1-16,1 0 2 0,1 0-4 0,0 0 0 0,1 0 3 0,-1 0 2 16,0 2 1-16,-1 0-5 0,3 0 1 0,-1 1-2 0,0 0 2 15,-2 1 1-15,-2 0-2 0,-1-1 5 0,-2 2-6 0,0 1 2 0,-3 1-1 16,0 1-1-16,-1 0 8 0,-2 1 0 0,1 0 3 0,-2 1 2 0,0 1 1 15,-2 1 2-15,0 1-1 0,-3-1 4 0,-1 2-3 0,-1 0 5 16,-3 1 3-16,0 1-3 0,-2 1 3 0,-2 3 0 0,-1 0-5 0,-3 4 1 16,-2 1-4-16,-2 1-2 0,-2 1 3 0,-1 1-4 0,-2 1 0 0,0 0 0 15,-1 3 3-15,1-1 1 0,1-2 4 0,-1 0-4 0,1-1-1 16,2-1-6-16,1-1-5 0,3 0 3 0,0-2-4 0,0 1-1 0,3-1-3 16,0 0-2-16,1-2 5 0,0 0 2 0,1-2-1 0,1-1-1 0,0 0-6 15,2-3 5-15,0 0-2 0,1-1-7 0,0-1-8 0,0-1-16 16,2-2-14-16,0-1-15 0,0-1-16 0,1-1-24 0,2-1-23 0,-1-2-30 15,1-2-44-15,0-2-30 0,1-3-38 0,0-2-59 0,1-2-273 16</inkml:trace>
  <inkml:trace contextRef="#ctx0" brushRef="#br0" timeOffset="25718.14">8927 10489 77 0,'0'-1'94'16,"-1"2"24"-16,1 0 6 0,-1-1 2 0,0 0-11 0,1-1-4 0,-1 1-8 15,1 0-2-15,0 0 1 0,0 0-4 0,-1 0-7 0,1 0-14 0,0 0-9 16,1 0-8-16,1 0-8 0,0 0 1 0,1-1-3 0,1 1 1 16,0-2-1-16,3 1-3 0,2-2-6 0,2-2-2 0,1 0-2 0,2-1 0 15,0-3-1-15,3 0 0 0,0 0-4 0,0-2-6 0,3-1-2 16,0 0 0-16,1-2-5 0,1-1-3 0,2 1-3 0,-1 1-7 0,2-2 4 16,1 1-6-16,0 0-1 0,-1 0 1 0,0 1-2 0,0 1-1 15,-2 1 4-15,-1 0-4 0,0 2-1 0,-1 1 3 0,1 0-3 0,-1 1-16 16,-3 1 0-16,0 0-1 0,-1 1 2 0,-1 0 15 0,0 0 0 0,0 1 0 15,1 0 0-15,0 0 3 0,-1 2-3 0,1 0 2 0,-2 0-1 16,-1 1 0-16,0 1-1 0,-1 0 0 0,0 0 3 0,-1 0 2 0,-2 1 0 16,-1 0 1-16,-2 0 3 0,0 1 3 0,-2 0 1 0,0 0 1 0,0 1-3 15,-1-1-3-15,-1 1 4 0,1 0-6 0,-2 1 3 0,0 0-6 16,0 1 1-16,0-1 13 0,-1 2-4 0,-1 0 2 0,0 1-24 0,-1 0-41 16,0 2-54-16,-1 0-67 0,0 2-68 0,-1-1-78 0,1 1-145 0,-1-1-233 15</inkml:trace>
  <inkml:trace contextRef="#ctx0" brushRef="#br0" timeOffset="27051.29">8826 9990 120 0,'-6'-9'100'0,"0"0"19"0,0-2 19 0,2 3-45 0,1 2-29 15,2 0-15-15,-1 0-8 0,2 0-11 0,-1 1-7 0,1 1-8 0,1 0-2 16,-1 1-7-16,1 0-1 0,-1 1-1 0,1-1-1 0,0 1-1 0,1 1-1 16,-1 0-3-16,0-1-3 0,0 2-6 0,0-1-2 0,0 1-4 15,0 0-3-15,-1 0-1 0,2 0-4 0,-1 0-3 0,-1 1-2 0,1 1-2 16,0 0 1-16,-1 0 7 0,1 0 6 0,0 1 8 0,-1-1 8 0,1 0-1 15,-1 1 4-15,0 0 0 0,0-1 5 0,-1 0 2 0,1 1 3 16,-1 0 1-16,0-1 2 0,1 1 0 0,-1-1-1 0,1-1-3 0,0 1-4 16,1 0-3-16,0 0-1 0,1 0-5 0,0 1-16 0,0-1-27 15,1 0-54-15,1 0-148 0</inkml:trace>
  <inkml:trace contextRef="#ctx0" brushRef="#br0" timeOffset="27417.81">6914 11411 311 0,'-2'-4'12'0,"1"0"133"0,0-1-84 15,2 1-9-15,1 0-8 0,1 1-8 0,-1 1-3 0,0 0-8 0,0 0-4 16,1 2-8-16,1 0-2 0,-1 0-4 0,1 1-1 0,0 1-1 16,1 1-3-16,0-1-11 0,0 1-13 0,0 1-14 0,0 0-30 0,0 0-29 15,1 0-63-15,1-1-155 0</inkml:trace>
  <inkml:trace contextRef="#ctx0" brushRef="#br0" timeOffset="28001.34">7926 10781 1003 0,'-17'-6'16'0,"4"-1"118"0,-3-1-12 0,8 2-40 0,5 2-14 16,1 1-25-16,2 0-13 0,2 0-13 0,2 1-7 0,2 0-3 0,1 1-5 15,4 1 0-15,0 2-4 0,4 0 4 0,1 2-1 0,3 0-1 0,1 0 2 16,2 1-4-16,2 0 1 0,1 2-2 0,2 1-1 0,0-1 3 15,3 0-5-15,1 1 0 0,2 1 4 0,0-1-1 0,3 2 4 0,3-1-1 16,1-1 4-16,3 1-3 0,1-1 3 0,0-1 3 0,2 0-4 16,0 0 4-16,4-1 9 0,-1-1 10 0,0-1 5 0,2-1 11 0,0-1 3 15,1 0 0-15,1 0 10 0,0-1 1 0,-1-1 5 0,0 0 1 0,-1-1 0 16,0 0 1-16,1-2-6 0,-2 1 6 0,0-2-5 0,0-1-5 16,-1-2-3-16,1 0-7 0,3-1-3 0,-1 0-12 0,1-1-5 0,2-1-2 15,-1 2-10-15,2-1 6 0,0 1-10 0,1 2-6 0,-1 1 1 0,0 0 2 16,-2-1 8-16,-1 1 0 0,1-1-5 0,0 1-6 0,1 2 1 15,-1-2-2-15,-1 1 5 0,0-1-2 0,0 1-5 0,-2 1-2 0,0 1-6 16,-2 0 4-16,-3 1 9 0,-1-1-2 0,-2 0 7 0,0 0 0 16,-1 1-1-16,-2-1 4 0,-2 1-3 0,-1 0 10 0,-3 0-2 0,-1 0 3 15,-1 0 4-15,0 0-7 0,-2 0-7 0,-1 1-1 0,-3 0-3 0,-1 0-5 16,-3 0 8-16,0 0 2 0,-1 1-7 0,-2 0 0 0,0 0 1 16,-2 0-3-16,-3 0 3 0,0 0 1 0,-2 0-7 0,-1 0-1 0,-1-1 3 15,-1 1-2-15,-3 0 4 0,0-1-4 0,-1 1-16 0,-2-2-8 0,-1 0-23 16,0 0-16-16,-1 0-14 0,-2 1-26 0,-1-1-41 0,0 1-24 15,-1-1 5-15,-2 0-17 0,-1-3-10 0,0-2-47 0,-3-1-107 16,1 0-172-16,-3 0 94 0</inkml:trace>
  <inkml:trace contextRef="#ctx0" brushRef="#br0" timeOffset="28301.33">11233 10251 33 0,'5'2'27'0,"0"2"-3"0,2 1-8 15,-1 0-1-15,3 0 1 0,-1 0-2 0,3 0 6 0,0 0 5 0,2-2 8 16,0 0 14-16,2 0 15 0,2-1 9 0,-1 1 9 0,1-1 8 16,-1 0 4-16,1-1-3 0,-1 2 2 0,2-1-7 0,1 2-11 0,2 0 3 15,1 0-3-15,1 0 3 0,-2 1-1 0,0 1-6 0,0 0-7 0,-1 1-8 16,2 0-3-16,1 2-5 0,-2-1 1 0,2 2-8 0,1 0-3 16,-3-1-5-16,2 0-2 0,-1 2-5 0,1 2-11 0,0 1 2 0,-2 2-1 15,0-3 1-15,-2 0 6 0,-1-1-8 0,0 2-5 0,0 0 1 0,-2 1-7 16,-2 1 4-16,-2-2 0 0,-3-2-1 0,-3-1 5 0,-3 1 5 15,-2 0 6-15,-3 0 2 0,-3 1 5 0,-3-2 0 0,-3 3 1 0,-2 1-5 16,-4 0-10-16,-2 1-9 0,-1 1-4 0,0 0-14 0,-2 0-4 16,0-1-7-16,0 1-14 0,-2 1-8 0,3-1-11 0,-2 0-11 0,0 0-11 15,2 0-5-15,-1-3-2 0,1 2-9 0,2-2-12 0,2-2-22 0,1-1-36 16,2 0-36-16,3-1-44 0,1 1-230 0</inkml:trace>
  <inkml:trace contextRef="#ctx0" brushRef="#br0" timeOffset="29167.91">12735 10260 2742 0,'-10'5'62'0,"1"1"-14"0,2 3-22 0,6 2-13 15,4 1-8-15,1 0 3 0,4 2-4 0,2 1-8 0,0-1 6 0,2 2-4 16,-2 3 6-16,-1 1-4 0,-2 5 0 0,-1 3 1 0,-1-1-1 0,0 4-3 16,-1 0 1-16,1 1-1 0,0 1 0 0,1 1 4 0,1 4-2 15,0 0-1-15,0 0-13 0,1 1 5 0,-1 0 1 0,2 1 8 0,-2-1 7 16,0-2-4-16,0-1-5 0,0-3-1 0,1-1 4 0,1-2-3 0,2-1 0 15,1-4 1-15,0-1-10 0,1-4 1 0,-2-3-9 0,1 0-15 16,0-1-17-16,-1 1-15 0,-1-1 2 0,-2 0 4 0,-2-2 15 0,-1-5-6 16,-1-2-17-16,-1-3-22 0,-2-3-40 0,-1-1-42 0,0-2-65 15,-2-4-113-15,0-2-186 0,-1-6-123 0</inkml:trace>
  <inkml:trace contextRef="#ctx0" brushRef="#br0" timeOffset="29684.95">12802 10452 1821 0,'-9'-9'129'0,"2"0"11"0,1-3-17 0,4 1-23 0,3 3-27 16,3-1-23-16,2 0-14 0,2 0-11 0,3 1-2 0,0 0 1 15,3 2 5-15,-1 1-4 0,1 0 2 0,0 0 0 0,0 1-4 0,0 0-2 16,3 2-10-16,3 0 1 0,-1 2-1 0,0 1-3 0,2 2-1 0,0 0-5 16,1 2-1-16,0 2-4 0,1-1 1 0,-1 1-1 0,-1 1-4 15,0 1 4-15,-2 0 2 0,1 0-1 0,-2 2 0 0,0-3 2 0,-1 2-3 16,-1 0-2-16,-4-1 5 0,0 0 2 0,-2 1-2 0,-1-1-2 0,-2-1 2 15,-1 1 2-15,-2 0 1 0,0-1 0 0,-3 0-3 0,-1-1-1 16,-1 1 2-16,-3 0-1 0,0 0 2 0,-3 1-5 0,-1 0-1 0,-1 0-4 16,-2 0-1-16,-1 0 2 0,0-1-6 0,-2 1 7 0,0-1-6 15,-1 0-1-15,3-2-1 0,-1 0-5 0,1-1 1 0,1-1-6 0,1 0-11 16,2-1-15-16,2 0-13 0,1-2-14 0,1-1-11 0,2-1-11 0,0 0-9 16,3-1-10-16,0 0-7 0,2-2-7 0,2 0 3 0,0 1 3 15,3-1 6-15,1 1 10 0,1 0 14 0,0 1 20 0,2 0 14 0,1 0 18 16,3 1 11-16,1 0 9 0,1 0 9 0,-2-1 8 0,2 1 4 0,2-2 3 15,0 0 6-15,2-1 3 0,4-2 7 0,-2 2 15 0,1-1 15 16,-1-1 25-16,-1 0 27 0,0 0 24 0,-2-1 13 0,1 1 3 0,-1 0-11 16,-3 0-11-16,1 0-11 0,-2 1-4 0,-2 1-4 0,-2-1-14 15,-1 1-6-15,-2 0-10 0,-1 1-7 0,-2 0-2 0,-2 1-11 0,-1-1-11 16,-3 1-5-16,-1 1-7 0,-1 1-5 0,-2-2-3 0,-1 1-5 0,-3-1-7 16,0-1 3-16,-3 0-2 0,-2 1-2 0,0-1 2 0,0-1-4 15,-1 1 4-15,0-1 5 0,-1 0 4 0,1 1 12 0,2-2 6 0,0 0 2 16,2-1-1-16,1 1-2 0,0-1-4 0,2 0-4 0,0 0-5 0,2 0-4 15,1 0-2-15,1 0-9 0,1 2 2 0,1-1-5 0,1 1 0 16,1 1-3-16,1 0-2 0,-1 0 1 0,2 0 1 0,1 1-6 0,1-1-6 16,0 2-6-16,1-1-7 0,1 1-12 0,1 0-17 0,1-1-22 15,0 1-20-15,2-2-21 0,1 1-16 0,1-1-13 0,0 0-17 0,1 0-6 16,1 0-17-16,2-1-26 0,-1 1-37 0,1 1-54 0,1-2-289 0</inkml:trace>
  <inkml:trace contextRef="#ctx0" brushRef="#br0" timeOffset="29867.95">14100 10318 770 0,'0'0'172'0,"0"0"-114"0,1-1-22 15,1 1-9-15,-1-1-5 0,1 0-11 0,0-1-8 0,0 1-9 0,0 0-5 16,-2 0 0-16,0 1-1 0,-1-1-1 0,0 1-3 0,0-1-1 0,0 1 1 16,0-1 6-16,0 1 4 0,1-1 1 0,-1 1 1 0,0-1-2 15,1 0-1-15,0 0 2 0,1-1-3 0,-1 1 1 0,1 0 1 0,0-1-3 16,0 1 2-16,1-1-3 0,0-1-7 0,0 1-3 0,0 0-10 0,0 0-16 15,-1 0-28-15,1 1-44 0,0-2-47 0,0 0-116 0</inkml:trace>
  <inkml:trace contextRef="#ctx0" brushRef="#br0" timeOffset="30619.95">14011 10457 1149 0,'1'0'164'16,"2"-1"-39"-16,3 1-8 0,4-1 1 0,2-2-14 0,2-1-25 0,1-1-25 16,1-2-18-16,2-1-5 0,-2-1-4 0,2 0-2 0,-1 0 3 15,1-1-6-15,-1-1 4 0,1-1-2 0,0 0 5 0,-3 1 4 0,2-1-2 16,-1-2 5-16,-1-1-3 0,-1-1-2 0,1 0-8 0,-2 0-7 0,0 1 0 16,-3-1-6-16,-1 0 7 0,-1 0-12 0,-2 0-8 0,-1 2 7 15,-2 0-2-15,-1 1 9 0,-3 0 1 0,-1 1-4 0,-3 1-5 0,-2 1 3 16,-3 1 0-16,0 2-1 0,-4 2 1 0,-1 1 0 0,-1 2 2 0,0 1-2 15,-1 2 5-15,-1 2 0 0,1 1 0 0,1 2 2 0,-1 1-6 16,0 2 1-16,1 2-3 0,0 1-3 0,0 2-4 0,0 1-7 0,1 1 7 16,0 1 4-16,1 3-1 0,0 2 10 0,2-1-12 0,0 2-1 15,1 2 4-15,1-1-2 0,2 1 1 0,2-2 2 0,3 1-4 0,1 1 1 16,2-2 3-16,2 1-5 0,2-2 4 0,3 0-4 0,3-2-1 0,1-2 5 16,3-1-1-16,-1-1-2 0,3-2-2 0,2-2 0 0,0-1-1 15,4-3 1-15,-1-1 2 0,1-2-10 0,2-2 3 0,1-2 0 0,0-1-5 16,1-2 4-16,-1 0-17 0,1 1-4 0,0 0 7 0,-3-1 6 0,0-2 12 15,0-3 2-15,-1-3 2 0,2-1-1 0,-2-2 10 0,0-1 1 16,-1-1 4-16,-3-1-4 0,0 0 5 0,0-2 0 0,-2 0 1 0,1 0-2 16,1 1-4-16,0 0-1 0,-3 4-1 0,1 1 1 0,-2 2-3 15,-1 1-2-15,-2 2-1 0,0 2 2 0,0 2 6 0,-1 1-4 0,0 1 2 16,-1 2 2-16,-1 1-1 0,0 0 2 0,1 2-1 0,1 1-4 0,0 1 1 16,0 1-3-16,0-1 0 0,-2 1-6 0,1-1 0 0,2 3 9 15,-1 0-7-15,1 1 5 0,1-1-4 0,-1-1-2 0,3-2 2 0,-2 0-1 16,2-3 3-16,-2 1-1 0,0-1 0 0,1 0-1 0,-1-2 1 0,0-1 1 15,0-1 5-15,-2-1 0 0,0-2 2 0,-1-1 1 0,-1 0 2 16,0-3 3-16,-1 0-1 0,-1-1-2 0,-2 0-2 0,2 0-6 0,-2 0 2 16,0 1-6-16,-1-2 4 0,-2 1-1 0,-2-1 2 0,0 1-1 15,-2-1-2-15,-1 1 6 0,-2 1-6 0,0-1 0 0,-2 0 4 0,-2 0-5 16,0-1 3-16,-4 1-5 0,-1 0-2 0,-1 1 7 0,-3 0-5 0,0 1-2 16,-2 0 1-16,-2 2-8 0,-1 0 4 0,1 2 0 0,-2 1-5 15,2 3-4-15,-1 0-4 0,1 4 1 0,1 1 3 0,0 1-4 0,1 3-5 16,1 1-4-16,0-1-17 0,2 2-18 0,2 0-31 0,1-1-34 0,3-1-24 15,1 0-30-15,2-2-49 0,2 1-67 0,0-1-101 0,1-1-377 16</inkml:trace>
  <inkml:trace contextRef="#ctx0" brushRef="#br0" timeOffset="31000.95">14930 9562 2052 0,'-5'-5'380'0,"1"3"-321"0,1 0-1 16,5 3-4-16,2 1-17 0,2 2-4 0,2 3-12 0,2 4-11 0,1 3-3 16,1 5-4-16,-2 1 3 0,-1 4-2 0,-1 0 1 0,-1 3-1 0,-1 3-2 15,0 0 3-15,0 5 0 0,1 1-5 0,-2 1 5 0,1 1 1 16,2-1-2-16,0 1-3 0,2 3-1 0,-1 1-1 0,0-3-12 0,1 2 13 16,1-2-4-16,1-1 1 0,1-1 8 0,1-2-17 0,-1-2 1 15,0-3-4-15,0-1-1 0,0-2 3 0,0-1 4 0,0-3-3 0,0-4 6 16,1-2 1-16,0-4 0 0,-1-2 4 0,2-2-1 0,0 0 2 0,-1-1-2 15,0-3 2-15,-2-3 0 0,1-2-1 0,-1-1-2 0,0-3-1 16,-1-2 1-16,-1-1 0 0,1-3 3 0,0 0-5 0,-1-3 0 0,1-1 4 16,-1-3-1-16,-1 0 1 0,2-2 2 0,-1 0-4 0,0 2 5 0,-1 0-1 15,0 1-4-15,-1 1 5 0,0 4-4 0,0 0 2 0,0 2 5 16,-2 1 1-16,1 2-1 0,-2 1 0 0,0 2 1 0,0 2 4 0,0 1-1 16,-1 2 3-16,2 1-4 0,-1 2-5 0,1 2 3 0,0 0-2 15,-1 1 1-15,2 2-4 0,-1-1-1 0,0 3-3 0,1 1-4 0,-2 1 4 16,0-1-6-16,1 0-6 0,-1 1-12 0,0 0-35 0,0 0-22 0,-2 0-11 15,1-1-18-15,-1-2-9 0,-1-2-32 0,1-3-66 0,-2-2-105 16,0-1-154-16,0 0-255 0</inkml:trace>
  <inkml:trace contextRef="#ctx0" brushRef="#br0" timeOffset="31134.95">15553 10023 1875 0,'-5'1'123'0,"2"1"-121"0,1 3-27 0,4 1-11 0,4 1-20 16,2 0-55-16,2 1-85 0,1 1-103 0,-1 1-105 0,1 1-260 16</inkml:trace>
  <inkml:trace contextRef="#ctx0" brushRef="#br0" timeOffset="31435.96">16152 9988 1317 0,'-3'-2'1029'0,"0"-1"-946"16,-1 2-24-16,2-1-16 0,0 1-16 0,0 0-6 0,1 1-13 0,-2-1-8 15,0 1 3-15,-2 1-1 0,-3 1 1 0,-2 0 3 0,-3 1-3 16,-1 2 2-16,-1 2 5 0,-1 1-1 0,-1 1 3 0,-1 1 4 0,1 0 3 16,-1 0 2-16,1 2-1 0,2 0-4 0,0 0-1 0,0 2-6 0,2 0 0 15,1 1-3-15,2 0-16 0,0 0 7 0,0 2 1 0,3 2-1 16,0 2 11-16,2 0-6 0,2 2-9 0,1 1 3 0,3-2-5 0,1 3 1 15,3-2 3-15,1-1-8 0,3 0 2 0,1-2-2 0,2-1 0 16,2 0 0-16,3-3-2 0,1-3 3 0,2-1-1 0,1-3-3 0,-1-2 1 16,1-2-4-16,1-2-3 0,0-2-3 0,1-1-3 0,1-1-13 0,0-2-24 15,0 0-19-15,1-2-12 0,-2 0-18 0,1-3-12 0,-1-3-33 16,0-3-53-16,0-5-44 0,0-3-48 0,0-3-65 0,-2-1-169 0</inkml:trace>
  <inkml:trace contextRef="#ctx0" brushRef="#br0" timeOffset="31684.95">16689 9458 939 0,'-3'-5'713'0,"1"0"-600"15,0 1-24-15,1 2-26 0,1 2-22 0,0 2-10 0,1 0-2 0,0 2-5 16,1 2-3-16,-1 2 5 0,1 2 2 0,0 1 4 0,-2 1-1 16,1 3 4-16,-1 3-3 0,0 3-2 0,0 0-1 0,1 4-11 0,0 1-2 15,1 3-4-15,1 0-3 0,0 4-2 0,-1 0-6 0,1 3-1 16,1-1-3-16,-1 2-3 0,2-2-2 0,0-2-4 0,1 0 0 0,-1-1-4 15,1 0-2-15,2-3-3 0,0-1-3 0,1-2-6 0,1-3 11 16,0-1 0-16,0-3 2 0,1 0 11 0,1-1-14 0,1-2-13 0,0-1 0 16,1 0 3-16,0-2 10 0,-1-1 12 0,-1-3-1 0,0-3-20 0,-2 0-22 15,0-1-17-15,1-2-13 0,-3-2-9 0,-1-1-30 0,-2-2-43 16,-1-1-64-16,-1-2-70 0,-2-2-73 0,-1-2-63 0</inkml:trace>
  <inkml:trace contextRef="#ctx0" brushRef="#br0" timeOffset="31934.95">16729 10093 953 0,'-13'-4'283'0,"-1"0"-125"0,-3-2-26 0,3 3-38 0,2-1-23 0,1 2-18 16,1 0-17-16,1 0-3 0,1 1-2 0,1 0 4 0,-1 0 7 16,1 0 5-16,2-1-4 0,0 1-2 0,2 1-7 0,0-1-7 0,1 0-2 15,2 0-5-15,1 0 0 0,1 0 4 0,0 0 4 0,2 1 7 0,0 1 9 16,2-1-2-16,0 1 0 0,1 0-3 0,0 1-8 0,1 1-8 16,0 0-9-16,2 0-3 0,2 0-3 0,0 2-3 0,-1 0 1 0,2-1-5 15,-1 1 1-15,2-1 0 0,1 0-2 0,-1 0 0 0,2 0 1 16,1-1 1-16,-1 0 1 0,0 0-5 0,2-1 2 0,0 0 2 0,0 0-4 15,0-1-1-15,-1 1-2 0,1-1-1 0,0 1 0 0,0 0 4 16,-1 1-1-16,-1 0 0 0,-1 0-2 0,0 1-2 0,0-1-12 0,-1 0-1 16,-1 0-7-16,-1 0-5 0,-2 1 0 0,0 1-13 0,-2-2-9 0,-1 0-3 15,0 0-5-15,0 0-17 0,-2 0-13 0,-1-1-19 0,0 0-15 16,0-1-18-16,-1 0-29 0,-1-1-39 0,0-1-47 0,-1-1-103 0,0-1-121 16</inkml:trace>
  <inkml:trace contextRef="#ctx0" brushRef="#br0" timeOffset="32090.95">17045 9645 1877 0,'-5'-1'793'0,"-1"1"-741"0,-1 1-26 0,3 3-26 0,3 2-21 0,2 1-23 16,2 2-36-16,2 0-42 0,1 2-32 0,0 1-15 0,-2-1 4 0,0 0 5 15,-2 0-16-15,-1-2-32 0,0 2-35 0,0-1-37 0,1-1-37 0,0-1-169 16</inkml:trace>
  <inkml:trace contextRef="#ctx0" brushRef="#br0" timeOffset="32417.95">17478 9890 2488 0,'0'9'61'0,"3"4"-33"16,2 4-20-16,4 2-9 0,2 1-4 0,3-2-6 0,1 0-5 0,1-1-1 15,1-3 2-15,-2-1 4 0,-1-1 8 0,-2-2 5 0,-1-1 1 0,-1-2 3 16,0-1-4-16,-1-2-1 0,1-1 1 0,1-3 1 0,0-1 5 16,2-2 1-16,-1-2 1 0,-1-1 1 0,1-2 2 0,0-3-1 0,-1 0 6 15,0-1-2-15,-1-3 0 0,-2 0 2 0,1-2-4 0,-1 1-6 0,0-2 0 16,-1 1-4-16,-1-1-3 0,-1 2 4 0,-1-2-2 0,-2 0 5 16,-2 2-3-16,-1-2 2 0,-1 0-4 0,-2 0 2 0,-2 2 0 0,-1 1-2 15,-2-1 0-15,-2 2 1 0,-2 1-3 0,1 0-1 0,-3 2 2 16,0 1-2-16,-2 2 0 0,1 0 0 0,-2 3-3 0,-1 0-4 0,1 2-3 15,-1 1-3-15,1 1-3 0,1 2-7 0,-1 1 1 0,0 2-2 0,1 2-5 16,1 0 2-16,-1 2-6 0,0 1-3 0,1 2-8 0,1 2-14 16,1 0-18-16,1 0-30 0,1 1-29 0,2-1-39 0,-1 1-53 0,2 0-58 15,0 2-73-15,2 0-158 0,1 0 64 0</inkml:trace>
  <inkml:trace contextRef="#ctx0" brushRef="#br0" timeOffset="32817.94">17896 9560 1930 0,'-1'-1'165'0,"0"1"-88"0,0 0-36 0,3 2-17 0,0 1-6 0,1 0-5 16,1 1 2-16,1 2-6 0,1 0 11 0,-1 1 13 0,1 1 18 15,-2 0 17-15,1 2 1 0,-2-1-4 0,0 3-14 0,0 1-9 0,0 0-4 16,1 2-6-16,0-1 0 0,1 2-8 0,-1 2 1 0,2 0-1 0,0 2-6 16,0 1 2-16,0 0 2 0,1 0-1 0,-1-1-3 0,0-3 1 15,1-1-3-15,-1 0-4 0,1-2-4 0,1 0 1 0,0-1-2 0,1 0-1 16,0-1 3-16,0-2 3 0,0 0-1 0,-2-3 2 0,2-2 7 0,-1 0-3 16,1-3 8-16,0 0 1 0,-1-2 0 0,1-1 3 0,0-2-10 15,1-2 3-15,1-1-1 0,-1 0-3 0,0-4 4 0,1 0-4 0,-1-2-2 16,2 0-3-16,0 0-6 0,0 0 6 0,0-2-2 0,-1 1 0 15,0-1-2-15,0 2-4 0,0 2-3 0,0-1 2 0,0 1-4 0,-1 1 0 16,0 2 4-16,0 1-1 0,-2 2 1 0,0 2-2 0,-1 1 0 0,0 3 1 16,-1 1 3-16,2 3-6 0,-1 0-4 0,1 2 0 0,1 3-5 15,0 1-2-15,-1 1 2 0,1 1-6 0,-1 1-1 0,0 0-22 0,0-1-32 16,-1-1-44-16,-1 0-67 0,-1 0-75 0,-2-2-70 0,-1 0-104 16,-1-2-147-16,-1-2-423 0</inkml:trace>
  <inkml:trace contextRef="#ctx0" brushRef="#br0" timeOffset="35734.67">13089 11428 335 0,'0'0'295'0,"-1"0"-172"0,0-1-54 0,1 1-33 0,0 1-18 16,0-1-6-16,0 1-10 0,1-1 3 0,0 2-4 0,0 0-8 16,1 0-8-16,-1 1-13 0,1 0-29 0,-1-1-34 0,0 1-24 0,1-1-20 15,0-1 3-15,0 1 15 0,1-1 28 0,1-1 28 0,0-1 31 16,1 0 17-16,0-1 9 0,0 2 3 0,1-3 2 0,0 0 1 0,1 0 2 15,0-1 7-15,1 1 5 0,1 0 8 0,1-1 13 0,0-1 5 0,1 0 13 16,0 0 11-16,1 0 1 0,4 0 0 0,0-1-5 0,1-1-1 0,3 2-3 16,1-2 4-16,1 1 0 0,5-2-1 0,3-2-3 0,6-2-9 15,2-1-1-15,3-1-7 0,5-2-4 0,1 0 1 0,5-1-1 0,4-2 8 16,4-3 1-16,6 0 3 0,2-3 0 0,6-1-8 0,5-1-6 16,4-3-9-16,5 0-9 0,1-2-7 0,4 1-4 0,0 0-3 0,5 2-3 15,1 1 0-15,2 2-3 0,2 0 2 0,-2 3 3 0,-1 0-2 0,3 2-1 16,-1 1-3-16,2 1 2 0,2 2 1 0,-1-1 6 0,2 3 3 15,1-3-6-15,2 0-2 0,4 1 1 0,1-3 6 0,1-1 4 0,1 0 5 16,0-1 3-16,0 0-1 0,-1 2 3 0,0-1-1 0,-3 1 6 16,-1 4 4-16,-4-2 12 0,-1 1 14 0,-3 2 3 0,-2 0 9 0,-5 0-3 15,-5 1-2-15,-3 0 3 0,-4 2-7 0,-4 0-2 0,-2 1-2 0,-5 0-13 16,-5 2-6-16,-3-1-7 0,-6 3-11 0,-5 0-1 0,-1 1-7 16,-5 2-5-16,-3 0-5 0,-2 2 1 0,-6 2-4 0,-2 0-4 0,-3 1-1 15,-4 0-13-15,-2 1-15 0,-5 2-27 0,-4 0-39 0,-4 1-41 0,-4-1-46 16,-4-1-63-16,-3-1-85 0,-4 1-252 0,-4-2 103 0</inkml:trace>
  <inkml:trace contextRef="#ctx0" brushRef="#br0" timeOffset="48952.36">19131 8282 1086 0,'-4'-4'176'0,"0"1"31"0,0 0 19 0,0 0-17 0,2 1-33 0,1 1-31 16,0 0-27-16,1 1-18 0,1 0-15 0,0 1-4 0,0 0-5 16,1 1-1-16,1 1-6 0,1 1-4 0,1 2-7 0,2 2-4 0,0 1-2 15,2 1-12-15,0 2 0 0,1 1-12 0,0 2-10 0,0 2-2 0,1 1-9 16,1 0-6-16,0 4 1 0,1 1 0 0,-1 0 0 0,2 2-2 15,0-2-2-15,1-1-2 0,1-1-8 0,1-3-20 0,3-2-36 0,0-1-40 16,2-1-31-16,0-2-22 0,0-3 11 0,1-3 21 0,-1-3 23 0,-1-3 31 16,-2-4 22-16,0-2 17 0,-2-1 10 0,0-3 5 0,-1-2-4 15,-4-1 3-15,-2-1 1 0,-1-1 2 0,-1-3 8 0,-1-1 4 0,-1 0 9 16,-1-2 0-16,0 0 3 0,-1 1 2 0,-1-1 1 0,-2 0 7 16,-1 0 8-16,-1-1 5 0,0 0 14 0,-2 2 6 0,1 0 9 0,0 0 4 15,-1 3 9-15,2 0 5 0,-1 3-3 0,1 2-1 0,0 2-12 0,-1 3-1 16,0 1-3-16,1 3 1 0,0 2-1 0,0 1-3 0,0 2-5 15,0 2-4-15,-1 1-11 0,1 2-2 0,0 2-13 0,1 1-3 0,0 1-4 16,2 1-3-16,-1 1 7 0,2 2 4 0,2 2-2 0,1 0-2 0,2 1-2 16,2 2-9-16,0 1 3 0,3-1-4 0,3 2 3 0,2 0-3 15,0-1 1-15,2 4-1 0,0 1 1 0,0 1-1 0,1 3-7 16,1 1-4-16,0 3-9 0,0 3-6 0,-1-1-23 0,-2-1-24 0,0-2-23 16,-1-2-1-16,-3-4 13 0,-1-2 26 0,-2-3 35 0,-3-2 13 0,-3 0 11 15,-2-2 8-15,-4 0-4 0,-1 0 3 0,-2-1 3 0,-3-2-2 0,-1-1 2 16,-3-2 9-16,-2-1-4 0,-1-2 2 0,-3-3-2 0,-1-2-10 15,-2-1 4-15,0-2 1 0,-2-2 0 0,2-1 6 0,0-2 3 0,0-3 2 16,0-3 8-16,2-2 11 0,0-2-2 0,0-2 0 0,1-3 3 0,2-1-7 16,0-1-7-16,4 1-14 0,2-1-13 0,3 3 8 0,3 3-2 15,2 0 5-15,1 1-1 0,2 0-12 0,1 2-1 0,0 1 2 0,1 1-7 16,1 1 0-16,-1 1-6 0,2 1-14 0,0-1-12 0,-1 1-44 0,0-2-45 16,1 0-49-16,0 0-66 0,0-2-81 0,0-1-165 0,1 0-667 15</inkml:trace>
  <inkml:trace contextRef="#ctx0" brushRef="#br0" timeOffset="49254.06">20026 8096 1663 0,'-1'0'355'16,"0"0"-149"-16,1 0 16 0,0 2-12 0,1 2-22 0,-1 1-24 15,1 1-30-15,1 2-21 0,0 1-15 0,1 2-14 0,-1 1-6 0,2 2-9 16,0 2-13-16,0 2-5 0,1 1-9 0,0 2-12 0,0 0-16 15,-1 0-6-15,0 1 1 0,1 1-1 0,0-1 9 0,1 1 1 0,0 0-9 16,0 1-5-16,1 0-4 16,0-2 0-16,1 0-2 0,0 0-2 0,1-2 3 0,0 0-1 0,0-1 0 0,1-3-2 0,1-2 4 0,1-1-4 15,-2-4 2-15,1 0 4 0,0-2-4 0,1-3 4 0,1 1-2 0,-1-1 0 16,1 0 0-16,-1-1 0 0,1-1-4 0,0-1 0 0,0 0 2 0,0-1 0 16,-1-1 2-16,-1-1 0 0,1-1 4 0,-1-1 2 0,0-2-6 15,-2 1 2-15,2-2-2 0,-1-1-4 0,-1-1-2 0,0-2 0 0,0-1-11 16,-1-1-12-16,-3 0-9 0,2-2-25 0,-2 2-16 0,-1-1-19 15,-1 1-27-15,-1-1-34 0,-1-1-30 0,-2 1-25 0,0 0-36 0,-3-2-34 16,0 1-82-16,-1 0-134 0,-1 1-464 0</inkml:trace>
  <inkml:trace contextRef="#ctx0" brushRef="#br0" timeOffset="49443.9">19907 7960 1850 0,'-6'-10'146'0,"1"1"28"0,-1-3 19 0,3 5-25 0,3 3-24 0,1 1-18 15,2 2-12-15,-1-1-11 0,0 1-9 0,2 0-13 0,1 0-10 16,1 0-10-16,1 1-7 0,2-1-5 0,2 1-7 0,0-2-3 0,1-1-7 16,1 0-10-16,1 0-3 0,0-1-10 0,0 0-5 0,1 0 0 15,-1-1-3-15,1-1 1 0,1 1 0 0,-1 0-2 0,-2 0-7 0,0 1-8 16,1 1-25-16,0 1-39 0,0 2-40 0,1 0-55 0,1 1-46 0,-1 1-55 16,-1 2-73-16,3 1-162 0,-1 1-672 0</inkml:trace>
  <inkml:trace contextRef="#ctx0" brushRef="#br0" timeOffset="49755.5">20614 8125 1639 0,'0'5'250'16,"1"1"-50"-16,0 1 0 0,1 1-22 0,1-2-20 0,1 2-22 0,2 0-30 16,0-1-16-16,-1 0-20 0,1 1-13 0,2-1-12 0,0 0-3 0,2-1-5 15,0 0-8-15,0-1-4 0,0 0-4 0,1-2-1 0,0-1 0 16,1-1-2-16,0 0-6 0,0-2 1 0,0 0 0 0,0-1-2 0,1-2 0 15,0 0-2-15,-1-2 0 0,0 0 2 0,-1 1-4 0,1-2 4 16,-1-1 0-16,0 1-3 0,-1-1 8 0,1-1-3 0,-2 1 2 0,1-1 5 16,-1 1-1-16,-1-1-2 0,-1-1 3 0,-1 1-3 0,0 0 0 0,-1 0 2 15,-1 1-6-15,-2 2 2 0,0-1 0 0,-2 0-1 0,0 0 1 16,-1 0 2-16,-1 1-5 0,-2-1-1 0,-1 2-3 0,-2-1-5 0,0 1 5 16,-2-1-4-16,0 0 0 0,-2 1 0 0,0-1-2 0,-2-1 0 0,0 0-1 15,-1 0-2-15,-2 0 2 0,0 0 3 0,0 1-8 0,-2-1 1 16,-1 2-3-16,3 0-8 0,-1 2 7 0,1 1-9 0,1 0-10 0,2 2-12 15,-1 0-23-15,1 1-21 0,2 0-34 0,0 0-27 0,2 0-37 16,2 0-49-16,1-1-58 0,1-1-100 0,2-2-233 0,1-2-451 0</inkml:trace>
  <inkml:trace contextRef="#ctx0" brushRef="#br0" timeOffset="50185.5">20681 7423 1939 0,'-4'-2'197'0,"1"1"-39"16,1 0 19-16,2 1-8 0,1 0-25 0,2 0-22 0,1 1-4 0,2-1-18 16,0 1-10-16,2 0-10 0,0 0-11 0,1 0-15 0,1 1-6 0,0 0-9 15,2 0-12-15,0 0 3 0,0 0-15 0,2-1-7 0,1 0 3 16,0-1-6-16,-2 0 7 0,2 0-7 0,0-1 1 0,1-1 0 0,-1 0-3 16,2 0 1-16,0-1-2 0,1-1-2 0,-1 0-2 0,1 2 4 0,0-1 2 15,-3 1-4-15,0 0 2 0,1 0-2 0,-2 1 0 0,0 1 3 16,-1 1-1-16,-1 1-2 0,1 1 0 0,0 0-3 0,-2 1 1 0,1 2 0 15,-1 2 6-15,0 1-4 0,0 0 0 0,-1 3 0 0,0 0-2 16,0 1 4-16,0 1 1 0,1 1-1 0,-1 0 4 0,1 0 0 0,0 1-5 16,0 0 9-16,0 0-4 0,1-1-1 0,0 0-14 0,0 1-1 0,2 0-5 15,1-1 17-15,-1 2 13 0,0-1-3 0,1 0-1 0,1-1-11 16,1 1 0-16,-1-1-6 0,1 1 4 0,0-1-1 0,-1 0-1 0,0 0 0 16,0-2 4-16,0 0-2 0,0 0 0 0,-2 0 4 0,3 0-4 0,-2 0 0 15,0-1-1-15,-3 2 3 0,-1-1 1 0,0 1 1 0,0-2-2 16,-1 0 0-16,-2 0 0 0,-2-1 0 0,-1 0 4 0,-2 0 2 0,-2-1-1 15,-3 1 7-15,-2 0-6 0,-2 0-1 0,-2 0-3 0,-1-2-4 0,-2 2 4 16,-2-1 0-16,-1 1 0 0,0-2 0 0,-2 0-2 0,-1 0-4 16,-1-3 2-16,1 0-7 0,0 0-5 0,0-2-14 0,2 0-21 0,-1-1-16 15,0 0-26-15,0-2-24 0,0 1-26 0,0 0-36 0,0 0-39 16,-1 2-54-16,3 0-74 0,-2 1-154 0,1 1-618 0</inkml:trace>
  <inkml:trace contextRef="#ctx0" brushRef="#br0" timeOffset="50869.73">21762 7607 1709 0,'-1'2'450'0,"-1"1"-251"16,1 0-2-16,1-1-9 0,1-1-13 0,1 1-23 0,0 0-31 16,2 0-27-16,1-1-20 0,0-1-12 0,2 0-11 0,0-2-8 0,0 0-4 15,1 0-6-15,1-1-6 0,1 1-5 0,0-2-7 0,1 0 0 16,1 0-5-16,-1 1 3 0,1-2-3 0,0 0-9 0,0 1 3 0,1-1-2 16,-1 0 2-16,2 1-2 0,0-1-4 0,0 1 0 0,-1-1 0 0,1 1 2 15,0-1-2-15,0 1 2 0,1 0-7 0,-1 0-5 0,1 1-10 16,-3 0-22-16,0 1-18 0,-1 0-23 0,-2 2-37 0,0 1-34 0,-1 1-45 15,0 2-49-15,-2 1-47 0,-1 1-53 0,-2 3-87 0,-1 2-582 16</inkml:trace>
  <inkml:trace contextRef="#ctx0" brushRef="#br0" timeOffset="51074.51">22005 7893 1594 0,'-1'5'294'0,"1"1"-63"0,1-1-29 0,1 1-12 0,1-3-13 15,1 0-28-15,2-1-19 0,0-1-18 0,2-1-13 0,1 0-6 16,1-1-11-16,2-2-7 0,1 1-12 0,-1-2-8 0,1 0-6 0,-1 1-6 15,2-2-1-15,0 1-10 0,0-1-3 0,0 1-8 0,0-1-4 16,0 0 2-16,0 1-4 0,-1 0-3 0,-1-1-4 0,0 2-4 0,-2-1 2 16,0 0 1-16,-1 1-5 0,0 0 0 0,-2 0-6 0,1 0 4 0,-1 0 2 15,1 0-2-15,0 0 0 0,-1 0-4 0,1-1-1 0,-1 1-3 16,-1-1-4-16,1 1-17 0,0-1-23 0,0-1-22 0,0 0-33 0,-1 0-30 16,0 0-43-16,1-1-44 0,-1 2-51 0,-1-3-43 0,2 1-90 0,0 0-178 15,1-1-407-15</inkml:trace>
  <inkml:trace contextRef="#ctx0" brushRef="#br0" timeOffset="52872.99">22662 6331 718 0,'1'-11'190'0,"0"0"8"0,1-4 28 0,1 2 2 0,0 1-15 16,0 1-32-16,1 2-28 0,0 0-14 0,1 1-10 0,0 2-7 0,0 1-7 16,1 1-8-16,0 2-5 0,-1 1-8 0,-2 2-3 0,1 1-3 15,0 2-9-15,0 1-3 0,1 3-20 0,-1 2-8 0,2 3-9 0,-1 2-10 16,0 4 6-16,2 3-15 0,-1 3-2 0,1 3-14 0,-1 3 3 0,0 3-3 16,0 3-2-16,0 4 7 0,0 2-9 0,-1 2 2 0,1 1-4 15,-1 1 0-15,0 2 4 0,0-2-6 0,0 0 4 0,-2 0-3 0,1 2-5 16,-1-3-16-16,0-1-5 0,-2-1-19 0,-2-1-31 0,-2-2-29 0,-1-3-54 15,1 0-47-15,-3-3-53 0,0 0-52 0,1-4-76 0,-2-2-221 16,1-4-291-16</inkml:trace>
  <inkml:trace contextRef="#ctx0" brushRef="#br0" timeOffset="53303.27">22276 6577 1585 0,'-16'-2'91'15,"-3"-1"-42"-15,-2 2 27 0,3 2 17 0,3 2 7 0,4 1-9 0,3 1-9 16,3 1-6-16,0 0-4 0,3 3 0 0,2 1 2 0,2 2-2 0,3 2-7 15,2 2 1-15,5 2-6 0,5 0-5 0,4 3 3 0,2 0-6 16,4-1-3-16,0-1-8 0,4 0-8 0,1-2-11 0,3-1-3 0,1-1-5 16,3-1-2-16,0-3-5 0,0-1-7 0,0-1-2 0,-1-1-8 15,-2-1-9-15,0-1-28 0,-3-2-53 0,-2-1-61 0,-2 0-80 0,0-2-110 16,-3 1-212-16,-1-2-507 0</inkml:trace>
  <inkml:trace contextRef="#ctx0" brushRef="#br0" timeOffset="53868.91">22970 6806 1735 0,'1'-3'85'0,"2"-2"6"0,0-2 13 0,2-1 7 0,0-1-7 0,2-1-18 15,0-2-13-15,0 0-5 0,1-3-11 0,-1 0-3 0,1-1-11 16,0 1-5-16,-1-1-1 0,-1 2-3 0,-1-1 4 0,-2 2-3 0,-1 0-7 16,-1 1 3-16,0 1-2 0,-2 1 3 0,-1 0-5 0,-1 3-2 0,0-2-1 15,-2 3 2-15,0 1 1 0,0 2-4 0,-2 2-4 0,-1 1-3 16,2 2-4-16,-3 2-2 0,2 2-1 0,0 3-4 0,0 0 1 0,1 4-1 16,0 2-2-16,1 2 3 0,1 2-6 0,2 4 1 0,1 3 1 15,1-1-4-15,1 0 1 0,2-1-1 0,1-2-3 0,2-2-1 0,2-2 3 16,2-1-2-16,1-1 1 0,1-3-3 0,1-1-2 0,2-3-1 0,1-1-6 15,1-2-3-15,0-2 2 0,3-2-4 0,-1-2-3 0,1-2-7 16,2-2 2-16,-1-1-1 0,-1-3 3 0,2-2 7 0,0-2 3 0,-2-1 4 16,1-2 8-16,-1-1 1 0,-2 0 3 0,-1-3 2 0,-1 0 1 15,-1 0 0-15,-1-1 3 0,-1-1 1 0,-1 2 3 0,-1-2 2 0,-3 1 1 16,-1 2 3-16,0-1 2 0,-3 2 7 0,-1 0 0 0,-1 2 1 0,-2-1 3 16,0 1-1-16,-1 2 1 0,-1 3 5 0,0 0 0 0,-1 3 2 15,0 1 9-15,0 2-3 0,0 2 2 0,0 0-2 0,-1 2-8 0,2 0 0 16,-1 2-10-16,0 0-4 0,1 1-5 0,0 1 3 0,1 0-6 15,0 1-4-15,0 0 1 0,2 1-6 0,0 0 1 0,0 1 1 0,1 2 0 16,2 0-1-16,0 1-3 0,0 0 2 0,3 1-4 0,1-2-3 16,1 2 7-16,2-2-1 0,0 1-2 0,1 0 4 0,-2 1-6 0,2-2 1 0,1 2 0 15,0-1 4-15,0 0-4 0,-1 1-4 0,1-1 1 0,-2 1-6 16,-1 0 3-16,0 1 1 0,-3-1 1 0,1 1 1 0,-2 0-10 0,-3 2-9 16,-1 1-3-16,-4 1-9 0,-1 0-4 0,-2 1-1 0,-1 0-7 15,0 0-9-15,-2-1-13 0,0 1-15 0,-2 1-27 0,-1-1-18 0,0 1-10 16,0 0-7-16,-2 2 5 0,1-3 1 0,-2 3-4 0,1-1-11 0,1 1-31 15,-1 2-63-15,1 1-144 0,-1 1-367 0</inkml:trace>
  <inkml:trace contextRef="#ctx0" brushRef="#br0" timeOffset="54102.91">23413 7685 2199 0,'-2'6'108'0,"0"1"3"0,0 4 18 0,1 1 22 0,0-1 7 16,1 3-13-16,0 1-31 0,1 2-24 0,0 1-24 0,0 2-14 0,2 1-7 15,-1 0-5-15,0 2-5 0,1 1-10 0,-1 1-4 0,0 2-10 16,-1-2-4-16,1 0 2 0,-2-3-3 0,1 0-2 0,-1-2-6 0,-1-1-6 16,1-2-8-16,0-1-21 0,-1 0-23 0,1-3-31 0,-1 0-27 15,0-3-27-15,1-2-28 0,0-3-23 0,0-1-20 0,0-3-14 0,-1-2-33 16,0-1-83-16,-1-2-154 0,0-3-313 0</inkml:trace>
  <inkml:trace contextRef="#ctx0" brushRef="#br0" timeOffset="54353.08">23345 7790 1495 0,'-5'-22'232'0,"1"-2"-41"0,0-4-34 0,1 4-27 0,4 7-16 0,0 5-3 16,2 2-14-16,1 3-7 0,0 3-6 0,0 1-19 0,0 1 3 0,0 2 1 16,2 3-15-16,0 0-5 0,1 4-9 0,2 1-12 0,-1 2 22 0,3 3-4 15,0 2-6-15,-1 2 1 0,1 1-16 0,1 3-7 0,-1 0-2 16,1 0-3-16,0 1-4 0,1-1 0 0,-1-2 0 0,-2 1-6 0,2 0 1 15,-1-3 3-15,1 0-8 0,-2 0 1 0,0-3-4 0,-1-3-2 16,0-2 6-16,1-3-5 0,-2-2 1 0,-1-2-1 0,-1-2 1 0,0-3 6 16,-1-1-4-16,0-2 2 0,0-2 0 0,0 0 0 0,-1-3 2 0,0-2-4 15,0 0 1-15,0-1 1 0,-1 1-6 0,1-1-1 0,-1-1 2 16,1 0-4-16,-1 0 1 0,0-2-4 0,0 0-3 0,0-2-9 0,0 2-8 16,-1-1-11-16,3 1-18 0,0 1-24 0,0 1-26 0,1 2-19 15,1 2-29-15,0 2-18 0,0 2-26 0,1 3-25 0,0 1-43 0,-1 2-71 16,2 0-102-16,-1 2-263 0</inkml:trace>
  <inkml:trace contextRef="#ctx0" brushRef="#br0" timeOffset="54589.49">24020 7769 1522 0,'8'7'220'0,"0"0"-62"0,3 1-6 0,0 0-1 0,-3-2-12 0,2-1-18 16,1-1-19-16,1-2-19 0,-1 0-7 0,0 0-7 0,0-2-6 0,-1-1-3 15,0 0-4-15,0-1 1 0,-1-2-4 0,-1-1-4 0,0 0 0 16,-1-1-5-16,0-1-3 0,0 0 1 0,0-3-3 0,-1 0-3 0,0-2 5 15,0 0-10-15,-2 0 0 0,0-1-1 0,-1-1-3 0,-1-1-12 0,-1-1-7 16,-2 2 11-16,0-1-4 0,-3-1 16 0,-1 1-2 0,-3 0-18 16,-2 0-3-16,-1 0-1 0,-3 2 3 0,-1 2-1 0,-2 2 1 0,-3 1-8 15,-1 2-4-15,-1 3 0 0,-2 3-2 0,0 3 2 0,-1 3-2 0,0 2-9 16,0 3 0-16,-1 1-2 0,1 5-10 0,-2 1-1 0,2 2-8 16,1 1-29-16,0 2 11 0,3-1-19 0,1 1-18 0,0 0-9 0,3-3-56 15,1-2-48-15,2-3-50 0,2-2-51 0,1-2-109 0,2-1-273 16,0-2-187-16</inkml:trace>
  <inkml:trace contextRef="#ctx0" brushRef="#br0" timeOffset="55004.36">22217 6510 1972 0,'-33'-16'24'0,"-1"-2"42"0,-8-2 24 0,7 4 31 0,4 4 10 16,2 0-11-16,1 1-4 0,3 1-13 0,1 1-14 0,4 3-8 0,0-1-8 15,3-1-10-15,2 1-5 0,3 1-2 0,2-1-12 0,3 0-5 0,2-1-4 16,3 0-4-16,3-1 0 0,3-1-6 0,2-1-9 0,4-1 1 16,3-1-5-16,3 0 7 0,6-1-1 0,2-1-5 0,5 1 2 0,4 0-6 15,6 0 0-15,4 0 2 0,5 0-9 0,5 1 4 0,5 1-3 16,3 1-1-16,2 1 2 0,4 2-8 0,4 2 4 0,3 4-2 0,4 2 4 15,1 5 0-15,5 2-4 0,0 3 2 0,1 1-2 0,0 1-3 0,1 1 1 16,-1 1-3-16,1 0-1 0,-2-1 5 0,-1-2 3 0,-3 1 0 16,-4 1 0-16,-4 2-8 0,-3 2-3 0,-5 3 6 0,-5 3-5 0,-6 2 5 15,-6 2-10-15,-4 1-7 0,-7 1 13 0,-5 1 0 0,-8 1 16 16,-7 0-1-16,-6 1-8 0,-6-1 4 0,-7 3-2 0,-4-2 3 0,-8 4-1 16,-6-1-4-16,-5 2-5 0,-8-1-6 0,-2-1-1 0,-6 3 1 0,-4-2-1 15,-5 1-4-15,-3 0-6 0,-3-2-30 0,-2 1-6 0,-2-3-15 16,0-3-10-16,-1-1 16 0,1-4-7 0,1-3 4 0,0-4 5 0,4-5-2 15,5-2 6-15,3-4-7 0,4-1-5 0,6-1-11 0,5-1-24 0,4-1-21 16,5 2-37-16,5 0-60 0,2 1-103 0,4 1-395 0</inkml:trace>
  <inkml:trace contextRef="#ctx0" brushRef="#br0" timeOffset="55386.78">22939 7663 2303 0,'-6'0'81'0,"1"1"-2"15,0-1 10-15,4-1 15 0,2 1 11 0,1-3-3 0,3 0-4 0,1-1-8 16,3-2-9-16,1-1-9 0,3-2-21 0,2-1-9 0,5-1-8 16,2 0-8-16,4 0-4 0,4 0-5 0,1-1-2 0,3 1-7 0,3-1-1 15,1 1-4-15,2 0 4 0,-1 0-2 0,3-1-4 0,2 2-5 16,1 1 2-16,3 1-5 0,2 1 3 0,2 0 0 0,0 2-4 0,3 2-1 15,-1 3-4-15,0 3 1 0,0 4-8 0,-2 3 7 0,1 2-11 0,-1 3-1 16,1 3-3-16,-1 1-9 0,-1 1-8 0,-1 4-8 0,-4 1-3 16,-2 2-9-16,0 3 10 0,-4 0-2 0,-3 3 4 0,-1 1 11 0,-5 0 6 15,-3 0 10-15,-2 0 7 0,-6 1 4 0,-3-1 6 0,-5 2 3 16,-4-3-1-16,-5 0 8 0,-5-2-4 0,-5-1-2 0,-7 0 1 0,-5 2-10 16,-5-1-12-16,-6 0-3 0,-3 0-25 0,-5 0 7 0,-5-1 5 0,-3-1-10 15,-5 1 1-15,-5-2-28 0,-2-2-10 0,-4-1-8 0,-2-3-2 16,-3-1-4-16,-1 0-13 0,-3-3-15 0,-1-1-10 0,2-1 0 0,1-2 11 15,4-3 27-15,2 0 24 0,4-2 18 0,5-4 9 0,1-3 1 16,7-3-15-16,4-3-29 0,2-2-45 0,7-1-55 0,2-2-105 0,6 0-357 16</inkml:trace>
  <inkml:trace contextRef="#ctx0" brushRef="#br0" timeOffset="56253.35">24139 6283 2110 0,'3'4'46'0,"2"1"17"16,3 0 16-16,1-1 13 0,1-2-4 0,1 0-17 0,2-2-17 0,0 0-21 15,1-2-13-15,-1 0-4 0,1-2-8 0,1 1-5 0,0-1-1 0,0-1-4 16,-3 0-6-16,1 1-2 0,-2-1-14 0,0 2-14 0,-1-1-19 15,-1 1-37-15,-3 0-33 0,0 2-44 0,-1-1-55 0,-2 2-81 0,-3 0-161 16,0 1-341-16</inkml:trace>
  <inkml:trace contextRef="#ctx0" brushRef="#br0" timeOffset="56370.35">24144 6584 906 0,'9'-4'108'0,"2"-1"-13"0,3-2-9 16,-1-1-5-16,1-1-19 0,1-2-23 0,2-2-17 0,-2-1-16 15,2 1-18-15,0-3-24 0,-1-1-34 0,-1-1-87 0,1 0-140 0,-1 1-302 16</inkml:trace>
  <inkml:trace contextRef="#ctx0" brushRef="#br0" timeOffset="56603.4">24470 6130 898 0,'-2'-10'229'0,"-1"-1"11"0,0-2-12 0,-1 2-31 16,0 2-36-16,-1 1-28 0,1 0-20 0,0 2-17 0,0 0-10 15,0 3 0-15,2 0-6 0,0 2 0 0,1 1-8 0,1 0-10 0,0 2 1 16,1-1-8-16,1 1 3 0,2 2 1 0,0-1-6 0,2 2-2 15,1 0-2-15,0 2-2 0,1-1-6 0,1 3-2 0,0 1 1 0,-1 1-10 16,2 0 5-16,0 1-10 0,0-1-5 0,1 1-1 0,-1 1-8 0,1-1 7 16,0 1-3-16,1-3 3 0,0 1-9 0,-1 0 1 0,0 0-1 0,-1-1-5 15,1 1 1-15,0-2-1 0,0 0-4 0,-1 0 0 0,-2-1 2 16,1 0 2-16,-2-2 1 0,-1 1-3 0,-1-1-2 0,0-1-5 16,-3 1-1-16,0 0 2 0,-3 0-5 0,-1 0-6 0,-2 1-11 0,-1 0-29 15,-3 0-18-15,-1 1-30 0,-1-2-40 0,-1 4-31 0,-2 1-31 0,0 1-33 16,1 4-24-16,-1 0-63 0,3 3-147 0,-3 2-501 0</inkml:trace>
  <inkml:trace contextRef="#ctx0" brushRef="#br0" timeOffset="57153.01">24731 5760 1105 0,'-5'-6'86'0,"-1"1"48"0,-1 0 46 0,2 3 18 15,1 0-9-15,1 1-18 0,1 1-13 0,-1-1-13 0,1 1-19 16,0 1-15-16,1 0-15 0,0 1-2 0,0 1-4 0,1 0-11 0,0 1-4 16,1 1-4-16,0 3-9 0,1 1 5 0,2 3-1 0,0 2-8 15,2 2-4-15,1-1-4 0,0 2-15 0,1 2-4 0,1 1-8 0,1 1-12 16,1 3-2-16,1 1-5 0,-1 1 0 0,0 3-2 0,2 1-4 0,-1 0 0 15,1 0-4-15,-1-1-18 0,-1-3-46 0,0 1-58 0,1 0-72 16,0 1-90-16,1 1-103 0,-1 2-150 0,0 0-702 0</inkml:trace>
  <inkml:trace contextRef="#ctx0" brushRef="#br0" timeOffset="57586.39">24886 7349 938 0,'-2'3'169'16,"0"1"-3"-16,1 0 2 0,-1 1 6 0,0-1-3 0,0 2-10 15,-1-1-18-15,0 1-20 0,1 0-15 0,0 1-14 0,-1 0-6 0,0 0-3 16,0-2-4-16,1 0-5 0,0 0-5 0,1 1-1 0,0-2-9 0,-1 1-7 15,0-1 0-15,1 0-9 0,1-1-2 0,0-1-2 0,1 0-9 16,2-2 0-16,-1 1-8 0,0 0 2 0,2-1-3 0,0-1-5 0,2 0-2 16,1-1-3-16,0 0-11 0,3-1 9 0,-1 0-8 0,3-2-1 0,-1 1 7 15,1-2-11-15,1 0-1 0,0 0 3 0,-1 0-4 0,3-1 0 16,-1-1-5-16,1 0-3 0,0-1-3 0,-2 1 6 0,2 1-9 0,-1 0-5 16,-1 1-15-16,0 0-22 0,0 0-16 0,-1 0-29 0,0 0-23 0,-1 0-26 15,-2 1-35-15,0 0-41 0,-1 1-75 0,0 2-136 0,-2 0-596 16</inkml:trace>
  <inkml:trace contextRef="#ctx0" brushRef="#br0" timeOffset="57738.39">25020 7625 1465 0,'-9'9'407'0,"0"0"-321"0,0 2 5 0,2-3 3 16,2-3 3-16,2 1-9 0,1-2-15 0,1 0-16 0,2-2-13 0,1-1-18 15,0-1-7-15,2-2-11 0,0-2-6 0,1-1-18 0,2-2-11 16,-1-1-12-16,2-1-23 0,1-4-36 0,-1-1-45 0,2-3-63 0,0-1-77 15,1-2-120-15,1-1-471 0</inkml:trace>
  <inkml:trace contextRef="#ctx0" brushRef="#br0" timeOffset="57969.72">25256 7145 1453 0,'-4'-4'207'0,"-1"0"-21"16,-1 0 7-16,1 3-13 0,0 1-19 0,0 2-21 0,1 1-14 15,0 0-11-15,2 2-5 0,0-1-2 0,-1 1-10 0,0 1-7 0,1-1-6 16,0 2-13-16,1-3-11 0,2 2-8 0,1 0-11 0,0 0-5 0,2-1-3 15,0-1-10-15,1 1-3 0,1 0-4 0,2 0-6 0,1 1 2 16,0 0-2-16,1-1-3 0,1 2-1 0,1 0-7 0,0 1 4 0,0 0-6 16,1-1 2-16,0 1 2 0,-1 0-4 0,2 0 2 0,-1 1-3 0,0 2-1 15,-1 0 0-15,-3 0-2 0,1 1-1 0,0-1-5 0,-1 0-8 16,-1 1-5-16,-1-1-12 0,0 1-9 0,-3-1-17 0,0 1-12 0,-1 0-13 16,-2 0-22-16,-1 1-14 0,-2 0-17 0,-2-1-25 0,-1 1-19 0,-1 0-19 15,-2-1-12-15,-1-1-30 0,-1-1-38 0,0 1-56 0,0-2-120 16,1 0-151-16</inkml:trace>
  <inkml:trace contextRef="#ctx0" brushRef="#br0" timeOffset="58270.25">25769 7110 1714 0,'0'8'378'0,"2"3"-231"16,1 3-6-16,0 2 3 0,1 0 2 0,-1 2-2 0,2 2-15 0,-1 1-24 15,0-1-24-15,1 2-19 0,0 0-9 0,0 0-17 0,1 0-9 16,-1-1-17-16,0 0-4 0,2-2-3 0,0-2-3 0,2 0 4 0,2-4-9 16,-1-1-1-16,0-2 3 0,0-2-6 0,1-3 1 0,2-1 1 0,0-2-2 15,1-1 0-15,-1-3 0 0,2-1 4 0,0-2 3 0,1-1 4 16,-1-2 3-16,0-2 2 0,-1 0 4 0,-1-2 4 0,-1-1 3 0,1 0 3 16,-1-2 8-16,-1-1 2 0,0-1-2 0,-2 1 4 0,-1-3-3 0,-1 0-3 15,-2 1-2-15,-2-1-5 0,-3-1-3 0,-3 1-4 0,-3-1 0 16,-3 0-7-16,-1 2 1 0,-4-2-1 0,-2 0 1 0,-2 1-1 0,0 2-6 15,-5 1 2-15,0 2-8 0,-2 3-3 0,-3 5-4 0,1 1-13 0,-1 5-19 16,-1 2-26-16,-2 3-29 0,2 3-40 0,-3 3-54 0,1 2-44 16,1 1-59-16,2 2-92 0,1 2-192 0,4 2-462 0</inkml:trace>
  <inkml:trace contextRef="#ctx0" brushRef="#br0" timeOffset="59037.67">20173 11406 1066 0,'-3'-3'192'0,"1"0"-31"0,-1-1 26 15,1 1-4-15,0 0-17 0,0 0-18 0,0 3-11 0,0-1-9 0,0 1-8 16,0 1-4-16,-2-1-14 0,0 3-7 0,1 0-8 0,0 1-8 16,-1 2-7-16,2 0-20 0,0 1-12 0,2 3 9 0,2 2-6 0,2 2 3 15,2 3 2-15,3 2-22 0,2 2-1 0,3 3 2 0,1 0-9 0,2 1 1 16,0 0-8-16,3-1-8 0,2 1 5 0,0-1-8 0,1-3 0 15,0-1 2-15,0-3-2 0,-1-2 0 0,0-5-4 0,2-3-7 0,0-2-7 16,-1-4-19-16,1-2-19 0,0-3-44 0,-2-2-55 0,1-1-56 16,-2-3-69-16,0-3-85 0,0-1-167 0,-1-2-605 0</inkml:trace>
  <inkml:trace contextRef="#ctx0" brushRef="#br0" timeOffset="59337.19">20856 11055 1320 0,'-3'9'264'0,"-1"3"-80"0,0 2 6 16,0 3-20-16,2 0-28 0,0 1-26 0,1 1-13 0,1 2-5 0,1 1-12 15,1 0-4-15,1 2-8 0,2-1-9 0,1 3-7 0,1 0-2 0,1-1-11 16,2 1-17-16,0-1 1 0,2 1-8 0,1 0-7 0,2 0 9 16,0 0-14-16,1-1-4 0,1 0-2 0,0-1 1 0,-1 0-8 0,3 0 6 15,-1-2-5-15,0 2-1 0,-1 1-1 0,0 0-6 0,0 0 1 16,-1-3-9-16,-2-1 1 0,0-1-3 0,-1-1 0 0,-1-1 1 0,-3 0-1 15,-1-1 4-15,-3 0 1 0,-1 1 1 0,-3-1-9 0,-1-1-10 0,-3 0-13 16,-1-1-3-16,-2-1-2 0,-1-1 0 0,-3-1-10 0,-1-1 8 16,-2-2-5-16,-2-1 2 0,-2-1 11 0,-1-2 3 0,-1-1 12 0,-1-2 10 15,1-1 9-15,-2-3 4 0,2 0 1 0,-1-2 7 0,0-1 3 0,0-2 0 16,0-1-3-16,0-2 0 0,1-2-3 0,2-1 3 0,-1-1-2 16,2-2-5-16,3-2-19 0,1 1-22 0,2-1-22 0,3-1-31 0,1 0-40 15,3 0-55-15,3-1-87 0,1-2-142 0,3 1-325 0</inkml:trace>
  <inkml:trace contextRef="#ctx0" brushRef="#br0" timeOffset="59637.19">21110 10883 2265 0,'-2'4'119'0,"1"1"27"16,0 2 10-16,1 1 2 0,1 2-16 0,1 2-27 0,1 1-16 15,2 2-21-15,0 1-15 0,1 2-5 0,-1 2-11 0,2 1-6 0,0 2-12 16,1 3-1-16,0 0-7 0,1 2-6 0,0 0 2 0,0-1-8 0,-1 0 2 16,1 0-1-16,1-2-5 0,0 2-3 0,1-2 4 0,0-1-4 15,-1 0 2-15,1-3-20 0,2-1 18 0,1 0-2 0,1-2-2 0,0 0 19 16,2-2-24-16,1-2-1 0,-2-3 5 0,2-2-5 0,0-2 2 16,-1 0-3-16,-1-2 0 0,0-2-8 0,-1 0 2 0,-1-2-2 0,-1-1-9 15,1-2-9-15,1 0-7 0,0-3-4 0,-1 0-1 0,2-2-4 16,-1 0-6-16,1 0 0 0,-1-4-4 0,0 0 0 0,1-1-4 0,0 0-14 15,-1 0 0-15,1 0-7 0,-1 0-8 0,1-1-7 0,-1-1-30 0,0 1-28 16,-1-2-32-16,-1-1-49 0,-2 0-53 0,0 0-102 0,0-1-417 0</inkml:trace>
  <inkml:trace contextRef="#ctx0" brushRef="#br0" timeOffset="59854.2">21205 10762 1482 0,'-11'6'372'0,"2"0"-271"0,-4 1 37 0,4-3 6 0,4-3-13 16,2 1-19-16,2-2-24 0,1 0-2 0,1 0 3 0,2-1-13 15,1-1 4-15,1-1-9 0,3-2-11 0,1-1 4 0,1-2-16 0,3-1-8 16,1-2-10-16,2 0-7 0,-1-1-9 0,1 1 1 0,1-1-10 16,0-1 4-16,0-1-7 0,1 1-2 0,-1 1 0 0,2 0-9 0,-2 0 2 15,2 0-9-15,0 2-18 0,-3 2-28 0,2 0-53 0,-2 2-55 16,1 1-62-16,-1 2-81 0,3 1-130 0,1 2-767 0</inkml:trace>
  <inkml:trace contextRef="#ctx0" brushRef="#br0" timeOffset="60370.2">21695 10813 1755 0,'-5'5'122'0,"0"1"12"0,0 2 0 0,2-2-5 0,1 0-5 0,2 1-17 16,1 1-11-16,1 2-7 0,0 0-14 0,4 2-16 0,1 1-9 16,1 1-20-16,2 2-4 0,1-1-4 0,2 0-9 0,0-1 1 0,2 0-2 15,0-1-3-15,1-2-1 0,-1-1-1 0,1-1-2 0,0-2 2 0,0-1-7 16,-1-2-3-16,0-2 6 0,-1-1 0 0,0-2-1 0,0-1 0 15,1-1-6-15,-1-2 1 0,-1-2 3 0,0-2 3 0,-2 0 1 0,1-3-2 16,-1 0 3-16,0-2-2 0,-1 0 2 0,0-1 7 0,0-1-1 0,-2 0-2 16,0-1 4-16,0 3-2 0,-2-2 5 0,0 1-2 0,0 0-2 15,-2 2 4-15,-2 0-2 0,0 0-4 0,-2 2 11 0,-2 0-6 0,-1 2 1 16,-3-2 0-16,-2 0-7 0,-3 0-9 0,-2 1-4 0,-2-1 8 16,-1 3-8-16,-2 0 8 0,-1 0-6 0,0 1 2 0,-1 1-4 0,-2 0-3 15,1 2 2-15,-1 0-9 0,-1 1-2 0,1 2-11 0,0 1-6 0,0 3-9 16,2 1-7-16,1 2-8 0,1 3-16 0,3 0-20 0,1 2-22 15,0-1-27-15,2 3-33 0,1-1-42 0,2-1-78 0,1 0-142 0,0-2-557 16</inkml:trace>
  <inkml:trace contextRef="#ctx0" brushRef="#br0" timeOffset="60803.2">21699 10254 2038 0,'-1'-10'124'0,"3"-1"27"0,1-3-3 0,2 1-17 0,2 1-16 16,3 0-29-16,1 0 4 0,1 3-8 0,2-2-15 0,1 1 6 0,1 0-21 16,-1 0-9-16,2 0-10 0,0 2-8 0,1 0-3 0,-2 0-1 15,2 2-5-15,0-1-1 0,-2 1-3 0,3 0-10 0,-1 1 2 0,0 0 1 16,0 0-3-16,1 1 0 0,1 0-2 0,-2 1-4 0,0 0 1 16,-1 1-3-16,-2 1 4 0,1 1-3 0,0 1 1 0,-1 1-1 0,-1 2 0 15,0 2-3-15,0-1 8 0,0 3 0 0,0 2-3 0,-3 1 8 0,0 2-5 16,-1 2 0-16,1 0 0 0,0 1-12 0,0 2 12 0,-1-1 1 15,2 3-2-15,0 1 13 0,2-1-14 0,-1 1 2 0,3 1 8 0,1-1-8 16,0 1 3-16,1 0-3 0,1-2-3 0,1 1 4 0,0-1 1 0,1-1-9 16,-1 2 7-16,-1-1-4 0,1 0 1 0,0-1 3 0,-1 0 0 15,0-2 3-15,-1 0-3 0,0 0-9 0,-1-1-3 0,0 0-13 0,-1 0 0 16,-3 0 2-16,-2 0 3 0,1-3 11 0,-1 0 2 0,-1-2 7 16,-2 0-2-16,-1 0 6 0,-2-2-2 0,-1 2 1 0,-1-1 1 0,-1-1-8 15,-2 1 8-15,-1 0-11 0,-3-1-4 0,0-1 1 0,-2 1-6 0,-2 1 4 16,-1 0-6-16,-2-1-19 0,-1 0-9 0,-2 0 3 0,0 0 0 15,-3 0 9-15,-1 0 4 0,0-1-7 0,-1-1 4 0,0 0-4 0,0 1 3 16,0-2 1-16,-2 1-4 0,1 0 5 0,0 0-5 0,0 0 0 0,0 1-1 16,3 0-7-16,0 0-2 0,3 0-7 0,1 0-6 0,5-1-11 15,0 0-17-15,2-2-28 0,3 0-41 0,0-2-66 0,2-2-94 0,2-3-211 16,1-2-116-16</inkml:trace>
  <inkml:trace contextRef="#ctx0" brushRef="#br0" timeOffset="61004.72">22925 10359 1801 0,'5'-3'175'0,"1"0"-28"0,1 0-11 15,0 2 5-15,-1-1-10 0,0 1-6 0,1 0-11 0,0 0-15 0,0 0-9 16,0 1-12-16,-1-1-15 0,1 0-13 0,1 0-11 0,-1-1-9 0,-1 1-7 16,2-1-1-16,-1 0-6 0,-1-1-7 0,2 0-4 0,-2 0 0 15,0 0-5-15,1-1 0 0,-1 1 0 0,0-1-7 0,1 0 0 0,0 0-2 16,0 0-5-16,0 0-16 0,0 1-17 0,0 0-30 0,-1-1-33 15,0 2-36-15,-1 0-36 0,-2 0-47 0,1 2-53 0,-2 1-100 0,1 2-238 16,-1 0-233-16</inkml:trace>
  <inkml:trace contextRef="#ctx0" brushRef="#br0" timeOffset="61152.72">23089 10593 1828 0,'1'7'356'0,"0"1"-182"0,1 1-37 0,0-2-21 0,0-3-11 16,1-2-10-16,1-1-17 0,2 0-14 0,-1-2-9 0,1-1-21 0,1-2-13 15,0-1-9-15,1-2-5 0,-1-1-10 0,2 0-4 0,-1 0-4 16,2-2-13-16,0-1-12 0,0 0-35 0,-1 0-60 0,1-1-56 0,0 2-82 16,0-2-115-16,0 0-241 0,0 1-330 0</inkml:trace>
  <inkml:trace contextRef="#ctx0" brushRef="#br0" timeOffset="67170.96">23614 10002 85 0,'-1'1'84'0,"0"0"26"0,-1 1 23 16,2-1-6-16,-1 0-9 0,1 0-13 0,0-1-3 0,-1 0 13 0,1 0 11 15,-1-1 10-15,0-1 0 0,0 1-3 0,0 0-9 0,0 0-12 16,0 0-8-16,0-1-4 0,0 1-7 0,0 0 0 0,-1 0-1 0,0 0 1 16,0-1 2-16,0 1-3 0,0 0 4 0,-1 0-2 0,0 0-3 0,-2-1 4 15,1 1-5-15,-1 0-6 0,-1 1 0 0,-1-1-9 0,-1 1-9 16,-1-1-10-16,0 0-5 0,-1 1-4 0,0-2-3 0,-2 0 1 0,-1 0-8 15,0-1 0-15,-1 1-3 0,1-1-2 0,1-1-1 0,0 0-7 0,1-1-3 16,1-1 6-16,2 0-6 0,3-1-5 0,0-1-1 0,2 0-7 16,2-1 0-16,1-2 3 0,3 0-3 0,1-2 0 0,1-1 2 0,3-1-7 15,2 0 1-15,1-1 2 0,3 1-4 0,1 3 2 0,0-2-2 16,2 2-2-16,1 0 4 0,-2 1-2 0,2 3-6 0,-1 0 4 0,0 2 0 16,0 2 8-16,1 1-2 0,1 3-6 0,0 2-4 0,0 1-2 0,2 3 4 15,-3 2 2-15,2 0-2 0,0 3-8 0,-3 3 2 0,0 2-3 16,-1 1-1-16,-2 1 2 0,-1 2 1 0,-2 2-3 0,-1 0 0 0,-1 1 9 15,-2 0-3-15,-2 1 4 0,-2 1-2 0,-1 0 2 0,-2 2 0 0,-1-1-4 16,-3 2 6-16,-1 0-1 0,0 1-15 0,-2 0 20 0,-2 0-8 16,0 1 0-16,0-1 20 0,-1 1-9 0,0-1 3 0,0-1 5 0,0-1-5 15,-1 0-4-15,3-3 0 0,-2 0-2 0,1 0 5 0,2-4-3 16,0 0-8-16,1-4 10 0,1-3-8 0,1-2 4 0,3-2 0 0,0-3-4 16,2-1-6-16,2-3 0 0,0-1 0 0,1-1-2 0,2-2-1 15,1-2-11-15,1-1-5 0,1-2-11 0,2-2-8 0,1-1-17 0,0-1-12 16,2-4-9-16,0-1 0 0,0-1-2 0,2 0-2 0,1-1-7 0,0-1-3 15,0 1 3-15,1-1 7 0,0 0 5 0,0 1 2 0,0-1 13 16,0-2 5-16,0 3 7 0,-1-2 16 0,0 1 6 0,1 0 10 0,-2 2 5 16,0-1 8-16,1 2 10 0,0 1 4 0,-3 1 7 0,1 1 2 0,-2 1 3 15,0 0 7-15,0 4 1 0,-1 0 9 0,-1 1 4 0,0 2 5 16,-2 1 14-16,-1 1 8 0,0 2 6 0,-2 0 2 0,1 2-7 0,1 0-4 16,-1 2-9-16,0 0-4 0,0 1-16 0,0 2-3 0,0-1-9 15,-1 1-10-15,1 0 0 0,1 0-6 0,1 1 0 0,0 0-5 0,1-1 6 16,1-1-3-16,-1 0 1 0,2-1-2 0,0 0 1 0,1-2-5 0,0 0 1 15,-1-2 1-15,1 0-2 0,-1-3-2 0,2 0 8 0,-1-3-2 16,0 1 1-16,0-2 3 0,-1-2-3 0,0 0 11 0,-2-2 4 0,0 1 4 16,1-1 1-16,-2-1-3 0,0 1 0 0,-2-1 0 0,-1 0-1 0,-1 0 4 15,-2 1-6-15,-1 0 0 0,-1 0-5 0,-3 1 3 0,-1-1 2 16,-2 1-12-16,-2 0 7 0,-3 0-5 0,-2 0-7 0,-1 1 9 0,0 1 1 16,-2 0-5-16,-1 1 5 0,-1 0 3 0,1 2-13 0,-1 0 4 0,0 1-3 15,1 1-2-15,-1 3 6 0,0 1-5 0,0 2-4 0,2 3-1 16,-1 0-3-16,1 2-1 0,2 2 0 0,1 0-8 0,3 0-7 0,0 2-10 15,2 0-15-15,1-1-19 0,2 0-28 0,1-2-21 0,2 0-18 16,2 0-15-16,3-2 4 0,1 0 0 0,3-1-6 0,3-2-12 0,0-1-11 16,3-2-21-16,2-2-18 0,1-1-27 0,1-1-26 0,3-2 3 0,0-1 43 15,0-2 68-15,2 0 70 0,0-2 61 0,-1 1 44 0,2-2 42 16,-1 0 41-16,1 1 40 0,-1 0 44 0,-3 0 12 0,1 2 3 0,-1 1-15 16,-2 0-30-16,1 2-12 0,0 1-18 0,-1 2-8 0,-2 1-4 0,1 1-7 15,-3 2-7-15,0 0-12 0,-2 0-11 0,0 1-13 0,1 0-10 16,0 1-3-16,-2 0-6 0,2 0-11 0,0-1 4 0,0-1-13 0,0 1-6 15,0-2-5-15,1 1-6 0,0-1 2 0,1-2 3 0,-2-1-1 16,1-1 1-16,-1 1 3 0,2-2 2 0,-1-2 8 0,-2 0 1 0,2-1 2 16,-1-1 5-16,-1-1-2 0,1-2 8 0,0 1 4 0,0-3 6 0,0-1-2 15,0 1 3-15,-2 0-6 0,-3 1-3 0,2-1-4 0,-3 0-9 16,0 1-3-16,-2 0-5 0,-3 1-3 0,-1 0 0 0,-2-1-3 0,-1-1-3 16,-3 0 0-16,-2 0-1 0,-3 0-2 0,-1-1-5 0,-2 2-1 0,-2-1-2 15,-1 2 0-15,-2-1-4 0,1 0 2 0,-2 2-4 0,-1 1-17 16,0 2-3-16,-2 2-1 0,1 2 4 0,1 3 17 0,-1 1-2 0,0 3 18 15,3 2-5-15,-1 2-1 0,0 3 2 0,3 0-26 0,0 3 5 16,1 0 3-16,1 2-2 0,3 1-3 0,2 1-20 0,1-1-12 0,3 1-14 16,3-2-12-16,2 0-14 0,2-4-21 0,3 1-25 0,2-1-26 0,3-2-22 15,1-3-28-15,4-3-33 0,1-2-37 0,2-3-65 0,1-2-125 16,3-2-471-16</inkml:trace>
  <inkml:trace contextRef="#ctx0" brushRef="#br0" timeOffset="67387.96">25442 9253 2050 0,'-4'-6'236'16,"-1"-1"-30"-16,0-1-13 0,1 4-6 0,1 1-15 0,2 3-27 0,-2 1-11 15,1 2-25-15,-1 2-15 0,-1 2-16 0,1 1-12 0,0 2-5 0,1 1-4 16,0 1-8-16,2 2-7 0,1 1-8 0,0 1-7 0,3 2-9 16,2 3-5-16,1 0 3 0,3 3-4 0,1 1 2 0,1 2 0 0,1 0-22 15,1 0 12-15,0 1 6 0,1-2-10 0,1 0 18 0,-1-2-18 16,0 0-2-16,1-2-2 0,-1-2 2 0,-1 0-6 0,0-3-4 0,-1-2-8 15,0 0-14-15,-2-2-24 0,1-2-38 0,-1-1-32 0,-2-1-33 16,1-2-42-16,-1-1-43 0,-2-1-55 0,3-3-68 0,0-1-114 0,1-3-225 16,1-3-189-16</inkml:trace>
  <inkml:trace contextRef="#ctx0" brushRef="#br0" timeOffset="67638">26155 9241 1021 0,'-2'-9'484'0,"1"0"-311"0,-3-3-5 0,0 3-6 15,-2 2-8-15,-1 2-22 0,-3 2-17 0,-2 0-22 0,-3 1-18 0,-2 2-11 16,-1 1-20-16,-6 2-15 0,-1 1-6 0,-2 4-10 0,-3 2-5 16,1 2-3-16,-2 2-7 0,-2 1-3 0,0 2 1 0,0 2 2 0,-1 2 2 15,2 0-5-15,1 1 0 0,0 1-3 0,5-1 1 0,0 2 9 0,3-2 3 16,4 1 3-16,2-1 2 0,2-4-4 0,4 0 14 0,4-1 2 16,3-3 1-16,4-2 10 0,2-1-13 0,3 0 4 0,4-2 1 0,2-1-3 15,4-2-3-15,2-1-1 0,2-2-4 0,4-2-2 0,2-1-2 16,0-1 4-16,3-3-5 0,0-1-4 0,2-2 0 0,0-1-10 0,2-2-7 15,-2-1-5-15,2 0-21 0,-3-1-30 0,2-1-19 0,-2-2-30 16,2 0-27-16,-1 1-29 0,-1-1-43 0,-1-1-54 0,0 2-87 0,-1 0-147 16,3 0-264-16</inkml:trace>
  <inkml:trace contextRef="#ctx0" brushRef="#br0" timeOffset="71637.66">26186 8943 189 0,'-27'-20'169'0,"0"-1"-142"16,-7-4 49-16,6 1-22 0,1 2-3 0,-2 1-10 0,-1-3-12 0,-2 2-15 0,1 0-5 15,-2 0-4-15,-1 1-1 0,1-1-6 0,-3 1-12 0,-1 2-9 16,-2-1-15-16,0 2-11 0,-2 0-11 0,-1 2-14 0,-2 1-9 0,1 2-17 16,-2 2 0-16,-5 3 4 0</inkml:trace>
  <inkml:trace contextRef="#ctx0" brushRef="#br0" timeOffset="72240.64">24174 9185 6 0,'-39'69'7'0,"-2"11"1"0,-9 21 2 16,8-2 6-16,10-8 7 0,1 5 8 0,7-1 9 0,4 0 4 0,5-1 2 15,6-3 4-15,5 0 6 0,4-1-2 0,5-1 4 0,4 1-28 16,6-3-14-16,4 0-2 0,3-3-5 0,6-1 18 0,1 0 4 0,4-1-6 16,5 3-4-16,3-2 5 0,1-2 2 0,2 0 0 0,1-4 8 0,2-1 0 15,2-4-5-15,1-3 5 0,0-2-2 0,2-2 1 0,0-5 7 16,0-2-1-16,4-4-8 0,0-5 1 0,-1-4 2 0,2-6-6 0,-2-4 4 16,1-7-3-16,2-2-1 0,0-5-1 0,0-4 1 0,0-3-4 0,0-5-5 15,1-4-1-15,-2-5-4 0,-1-5 1 0,0-3 2 0,-2-2-1 16,0-4 4-16,0-2 7 0,-2-1-2 0,-1-4 2 0,0 0-5 0,-3 0-1 15,-2-3 6-15,-2 0-2 0,-2-5 2 0,-3-2 3 0,-1 0-2 16,-3-2 2-16,-4-2 2 0,1-1-4 0,-3-4-1 0,1-1 1 0,-2-2-2 16,0-3 1-16,-1-1 7 0,-2-3-7 0,1-2-7 0,-4-3 9 0,1 0-9 15,0-1-1-15,-4-2 8 0,1-1-18 0,-2-3 5 0,-3 0-3 16,0-1 0-16,-5 0-2 0,-2 2-3 0,-2 1 6 0,-1 0-3 0,-2 0 3 16,-1 1-4-16,-1-1-7 0,-2 1 1 0,1 1-4 0,-2 2 3 0,1 0-1 15,-1 3-2-15,0 0 1 0,-1 0-11 0,0 1 13 0,-2 1 0 16,1-1 1-16,-2 4 8 0,0 2-10 0,-2 0-1 0,-1 0 1 0,-1-1-1 15,-3 1 4-15,-1-1-8 0,-2 2 4 0,0-2 2 0,-3 0-13 0,-3-1 13 16,-1-2-11-16,-4-1 1 0,-3-2 5 0,-2 0-11 0,-2-2 4 16,-3 1-3-16,0-1-2 0,-2 0-1 0,-4 1 2 0,-2 2-2 0,-2 1 14 15,-2 4-5-15,-2 3 6 0,-1 3 0 0,-1 1-15 0,-4 4 7 16,1 3-4-16,-2 4 5 0,0 4 8 0,2 5-1 0,-2 4 3 0,0 6 2 16,0 5-4-16,-1 5 2 0,1 5 0 0,3 4-3 0,-1 5-2 0,2 2 1 15,0 4-2-15,2 3 5 0,2 2-4 0,0 5-1 0,-1 2-3 16,2 5 1-16,1 1-8 0,1 3-1 0,1 4-2 0,4 1 3 0,0 1 5 15,3 0-1-15,3 1 2 0,2 0-4 0,3-1 0 0,4-2-1 16,2-1 1-16,2-2 0 0,5-2 4 0,2-1-1 0,3-1 4 0,2-1 2 16,1 0 1-16,2-2 1 0,0 0 3 0,2-2-2 0,0-1 6 0,2-1 3 15,0-2-1-15,1 0 3 0,-1 0 0 0,1-1 1 0,1 0 2 16,-1-2-2-16,2 0 1 0,-1-3-1 0,1-1 0 0,1 0-6 0,-1-2 0 16,2 0-5-16,-1-2-1 0,2-3 2 0,0-1-3 0,0-3 0 0,1 0-2 15,0-2 0-15,1-2-1 0,2-1 0 0,0-4-6 0,0-1-9 16,2-2-8-16,1-2-13 0,-1-6-17 0,3-4-18 0,0-5-25 0,0-4-22 15,2-8-31-15,1-3-25 0,2-6-40 0,2-5-50 0,-1-4-293 16</inkml:trace>
  <inkml:trace contextRef="#ctx0" brushRef="#br0" timeOffset="72904.22">24366 6067 807 0,'-38'19'-65'0,"1"4"205"0,-9 4-41 16,12-2-23-16,8-5-9 0,4-2-16 0,2-1-10 0,4-1-11 0,3-1-7 15,2-3-5-15,3 1-8 0,2-1-3 0,3-1-1 0,1 1-4 0,2-1-2 16,2-1 2-16,0 0-3 0,2-1 4 0,0 0-3 0,0-2-2 16,2-1 3-16,0-3-8 0,-1 1 8 0,1-3-4 0,0 0 2 0,0-1 3 15,-1-1-3-15,0 0 7 0,0-3-3 0,-1-1 3 0,0-3-1 16,0-3 0-16,0-2-3 0,-1-2 4 0,1-2-1 0,-2-2 4 0,0-2 3 15,0 0 3-15,-1-1 13 0,-1-1 8 0,0-2 13 0,-1-1 10 0,1-3 3 16,0-4 2-16,1-3 0 0,3-3-4 0,2-3-6 0,3 1-1 16,2-1-12-16,3-2 0 0,2 2 3 0,2 0-7 0,5-1 3 0,3 3-9 15,5-2-10-15,3 2-4 0,4 1-2 0,1 1 1 0,3 1-6 16,4 3-2-16,1 1-5 0,3 3-6 0,3 3 4 0,0 3-2 0,1 3-1 16,3 3 2-16,-1 4-10 0,0 1 3 0,3 2-1 0,-1 2-1 0,2 4 1 15,0 1-4-15,-1 1-4 0,2 4-4 0,-2 2 1 0,-1 3 2 16,-2 1 1-16,-1 2 6 0,-1 1 0 0,-1 2 13 0,-3 1 3 0,-2 4-6 15,-5 1 2-15,-5 3-3 0,-5 4 1 0,-7 5 3 0,-6 2 3 0,-5 2-5 16,-7 3 8-16,-6 1-1 0,-7 2-2 0,-6 1 2 0,-5 2-2 16,-4 0 0-16,-7 1 1 0,-4-2 3 0,-4 0-5 0,-5 2 0 0,-7 1-7 15,-4 3-7-15,-6 1 7 0,-2 2-3 0,-4 1 3 0,-5-1 1 0,-2 1-9 16,-5-3 5-16,-1-2-2 0,2-4-3 0,0-5 6 0,4-3-3 16,1-2 7-16,1-4 3 0,3-3 1 0,2-3 2 0,1-4 5 0,5-2-1 15,2-4 3-15,4-2 2 0,4-4-2 0,5-3 3 0,6-4-2 0,2-2-2 16,7-3-2-16,2-2-1 0,4-2-3 0,4-1-1 0,3-2-4 15,4-2-1-15,3-1-7 0,4-3 4 0,4-3-6 0,5 1-3 0,4-2-4 16,5-1-19-16,1 0-13 0,6 0-24 0,4 0-42 0,2-2-32 0,6 0-30 16,3-1-50-16,4-1-41 0,3 1-114 0,3-3-166 0</inkml:trace>
  <inkml:trace contextRef="#ctx0" brushRef="#br0" timeOffset="73304.8">25626 6991 1641 0,'-33'-9'3'0,"2"-1"103"0,-6-2-14 0,11 3-14 0,5 1-4 0,3-1-12 15,1 1-9-15,1-2-7 0,2 1-7 0,1-2-3 0,5 0-8 0,1 1-9 16,2 1-7-16,3-1-4 0,2 0-5 0,2-1-2 0,4 0 2 16,2-1-6-16,1 1 0 0,4-2 3 0,3 0-3 0,3 1 9 0,1 0-3 15,6 1-3-15,1-1 0 0,6 0-6 0,2 1 6 0,4 0 3 0,3 1 2 16,1 2-1-16,5 1-1 0,1 2-4 0,2 2-4 0,4 3 1 16,2 3-2-16,1 3-5 0,1 4 2 0,0 4-1 15,0 5-2-15,0 4 12 0,-2 1 0 0,-1 4-2 0,-3 1 2 0,-6 4-7 0,-3 0 2 0,-6 1 1 16,-2 0 6-16,-5-2-11 0,-4-2 7 0,-5 1 4 0,-5-4 4 15,-2 1 13-15,-5-2 3 0,-2 1 8 0,-3-1 8 0,-4 1 10 0,-2 1 3 16,-4-1 4-16,-2 3-8 0,-2 1-6 0,-4 1-11 0,-2-1-11 16,-2 3-4-16,-6-1-12 0,-4 1 0 0,-3 2-6 0,-4-1-10 0,-5 0-16 15,-4-3-41-15,-5 0-32 0,-9-1-58 0,-7 0-44 0,-8 1-31 0,-8-1-73 16,-6-1-96-16,-7-2-383 0</inkml:trace>
  <inkml:trace contextRef="#ctx0" brushRef="#br0" timeOffset="97259.39">4178 13501 1 0,'1'8'44'0,"2"2"324"0,3 2 382 0,4 2-653 0,3-8-26 0,0 1-52 0,2-2-13 0,3-2-5 0,1-1 2 0,2-1 7 0,0-2-4 15,3 0 3-15,1 0-1 0,4-1-3 0,-1 0 0 0,3 1-3 0,-1-1-1 16,3 1-2-16,1-1 2 0,2 0 0 0,-1 0-1 0,1 1 1 16,-1 1-4-16,1 1 1 0,3 0 2 0,0 1 2 0,2 0 0 0,1-1-3 15,1 1 2-15,2-1 2 0,2 0 8 0,1-1 13 0,2-1 8 16,2 0 6-16,2 0 0 0,2-1 0 0,3-2-1 0,1-3-11 0,1-3-5 15,1-3-13-15,1-3-11 0,-1-4-5 0,-1-4-7 0,1-4-2 0,-1-5-4 16,-2-2 3-16,-1-1-4 0,-3-4-2 0,-1 0 8 0,-3-2-1 16,-2-2 7-16,-2 1 7 0,-3 0-1 0,0-1 4 0,-4-1 4 0,-1 2 5 15,-1 1 1-15,-2 0 0 0,0 1 5 0,-3 1-4 0,0-2 5 0,-4 3 8 16,2 0-8-16,-3 1 3 0,1 1-6 0,-1-2 1 0,0 3 0 16,-3 1-4-16,1-1 1 0,-2 1-4 0,-1-1-4 0,-1 1 2 0,-3 2-1 15,0 1 1-15,-1 1 0 0,-1 0-1 0,-3 3 1 0,-1-3 4 0,-2 3-1 16,-3 1 7-16,-2 1 3 0,-2 3 2 0,-2-1 11 0,-2 1-2 15,-1 1 0-15,-3-1 8 0,-1 3 0 0,-3 0 3 0,-3 1 4 0,-3 1-7 16,-1 2 0-16,-4-1-3 0,-2 1-2 0,-3 1-1 0,-4-1-9 16,-2 1-3-16,-5 2-4 0,-2 0 0 0,-5 2-1 0,-1-1-4 0,-3 2-4 15,-4-1-1-15,-2 2-1 0,-4 2-2 0,-1-1 7 0,-2 2-3 0,-1-1 1 16,-2 0 13-16,0 2 0 0,-3-1 5 0,0 1 2 0,-2 0-11 16,-1 1 3-16,-1 1-2 0,1 2-2 0,-2 1 7 0,1 2-1 0,0 2-4 15,-1 3 3-15,1 3 2 0,-1 2-4 0,0 3-1 0,2 2 3 16,0 4-7-16,1 2 3 0,2 2 2 0,-1 2-5 0,3 0 2 0,1 4-6 15,2-1-9-15,4 4 0 0,1 0-6 0,3 2-19 0,4-1-12 0,2 0-40 16,3 1-58-16,5 0-70 0,2 2-96 0,2-1-143 0,4 2-568 16</inkml:trace>
  <inkml:trace contextRef="#ctx0" brushRef="#br0" timeOffset="111289.68">23880 10226 676 0,'-12'-5'99'0,"-1"1"-7"0,-5 0-19 0,1 1-11 0,1 1-11 0,-3 0-14 0,0-1-7 16,-1 1-6-16,-3 1-12 0,-2 0-3 0,-1 0-4 0,-2-1 0 16,-1 1-1-16,-3-1 0 0,-1-1-1 0,-1 0-3 0,0-1 2 0,0-1-1 15,1 0 1-15,0-2-3 0,-1-1 0 0,1-2-4 0,0 0 7 16,-1-2 1-16,0-2 3 0,3 1 5 0,-1-2-4 0,2-2 4 0,2 1 10 15,2-2 13-15,2-1 12 0,3 0 11 0,4 0 0 0,1 0-1 0,3-1-3 16,3 1-2-16,2 0-1 0,1 1-3 0,3 0-1 0,3 0-3 16,1 0-2-16,2-2 1 0,3 0 3 0,3-2-1 0,1-2-1 0,4 1-5 15,2-2-3-15,3 2-6 0,1-1-3 0,5 0-6 0,2 0-3 0,3-2-2 16,3 1-8-16,4-2-3 0,2 1-1 0,5-1-3 0,0-2 5 16,4 1-1-16,0-1 2 0,2 0-2 0,5 0 1 0,-1 1 4 0,3 0-8 15,2 0 2-15,1 0 2 0,2 1-5 0,3-2-3 0,2 1 3 16,1-1-3-16,2 1 1 0,2 3 7 0,2-1-4 0,1 3 5 0,2-1-2 15,-2 2 5-15,4 0 0 0,1 2-3 0,1 0 2 0,0 3-2 0,0 2 4 16,-1 2 5-16,-2 3 3 0,0 1 2 0,0 4-2 0,-1 0-6 16,-2 3-3-16,1 3-6 0,-3 4 2 0,0 0-11 0,-2 5-2 0,-2 3 5 15,0 3 9-15,0 3 9 0,-1 3-1 0,-2 2-4 0,-3 3-10 16,-2 1-4-16,-5 2 1 0,-4 3 3 0,-4 1-1 0,-6 5-1 0,-5 1 5 16,-2 0-4-16,-4 5-4 0,-3 1 11 0,-2 2-3 0,-3 5-4 0,-1 2 7 15,-3 2-11-15,-3 3-1 0,-2-1 9 0,-2 2-7 0,-3 0 1 16,-1 0 4-16,-3-2-4 0,-1-2 0 0,-4-4-3 0,-2-1-8 0,-3-1 8 15,-3-1-5-15,-2-1 7 0,-4 1 8 0,-3 0-7 0,-4 1-1 0,-5 0-7 16,-3 0-1-16,-4-2 5 0,-3 1 7 0,-3-4-2 0,-3 0-1 16,-1-3-13-16,-3 0-5 0,-3-3 6 0,-1-1-3 0,-5-1 6 0,0-3-1 15,-3-2-11-15,-3-3 4 0,-2-2 1 0,-3-2 3 0,-1-2 10 0,-5-3-4 16,-2-4 10-16,-4-2 0 0,-3-4 3 0,-3-3-2 0,-4-4-2 16,-3-5 4-16,-1-4 4 0,-3-4 12 0,2-6 3 0,-3-5 5 0,3-4 0 15,-1-5 0-15,4-2-5 0,-1-5-4 0,4-2-4 0,0-3-11 16,1-4 9-16,1-1-2 0,0-2 1 0,6-3 1 0,1 0-10 0,4-1-4 15,4 0-4-15,3 1-2 0,6 1-4 0,7 3-4 0,7 4-1 0,8 6 1 16,9 5-4-16,8 3 7 0,5 5-7 0,6 3-6 0,4 3 0 16,4 2-7-16,3 4 2 0,4 1-5 0,2 0-18 0,5 2-23 0,4-1-32 15,4 1-29-15,2 3-39 0,4 1-37 0,6 1-42 0,2 3-40 16,7 0-167-16</inkml:trace>
  <inkml:trace contextRef="#ctx0" brushRef="#br0" timeOffset="112340.67">24730 9631 2377 0,'7'-7'50'0,"-1"2"1"0,1 1-15 16,-2 5-12-16,-1 3-16 0,2 4-10 0,1 3-4 0,1 4-7 0,0 3-13 15,-2 1-13-15,-3 4-11 0,-2 2-6 0,-4-1 0 0,-2 2 8 0,-3-2 10 16,-2 0 6-16,-1-2 14 0,1-2 8 0,-1-1 7 0,2-1 2 15,1-2 5-15,1-1-4 0,0-1 0 0,2-3 4 0,-1-1-4 0,2-3 8 16,1-1-1-16,0 1 0 0,1-2 1 0,0-1 2 0,1 0-6 16,-1-1 1-16,1-1-1 0,0 0 5 0,0-1 3 0,0 0-2 0,0-1 2 15,1-1-5-15,-1 0 2 0,1-2-3 0,-1-1 3 0,0-2-1 16,1-2 1-16,-1-1-3 0,1-1-2 0,0-3-4 0,1 0-3 0,0 1 5 16,0 0-4-16,-1 2 5 0,1 0-3 0,-1 1-4 0,1 1-4 0,-1 1-2 15,0 1-4-15,-1 0-5 0,1 1 4 0,0 1-9 0,-1 1-2 16,1 0 4-16,0 1-11 0,1 0 7 0,-1 0-6 0,0 1-5 0,0 1-6 15,0 0-1-15,0 0-2 0,1 1 5 0,1 1 12 0,-1 0-2 0,1 1 6 16,0 1 1-16,0 0 1 0,0 1-2 0,0 0 5 0,1 0-5 16,1 2 6-16,-1 0 5 0,0 0 0 0,0 0 9 0,0 1 2 0,1-1 3 15,1 1 3-15,-1-1-1 0,1 0 1 0,-1-1 2 0,0 0 4 0,1 0 5 16,1-1-1-16,-2 0 4 0,1 0 2 0,-1-2 1 0,0 1 5 16,0 0 0-16,1 0-7 0,-2-2 0 0,1 1 2 0,-1-1-2 0,0 0 0 15,-1 0-2-15,0-1-5 0,-1 0-3 0,0 0 5 0,0-1 0 0,0 0-2 16,-1 0-2-16,0 0-2 0,2-1-1 0,-2 0 1 0,1-1-2 15,-1 0 1-15,1 0-1 0,0 0 4 0,0 0-4 0,-1-1 2 0,1 0-1 16,-1 1-5-16,1-1 5 0,0 1-2 0,-2-1 0 0,2 1-1 16,-1 0-4-16,0 0 2 0,0 0-1 0,0 1 0 0,0 0 1 0,0-1-2 15,0 0-2-15,0 1 2 0,0-1-1 0,0 1 2 0,1 1-2 0,0-1-4 16,0 1 2-16,0-1-6 0,0 0 0 0,0 1 3 0,2-1-4 16,0 1 4-16,0 0-1 0,1-1 0 0,-1 1 1 0,1 1 1 0,1-1 5 15,0 0 1-15,-1 1-1 0,1-1-1 0,-1 1 2 0,-1 0 0 0,1 0-1 16,1 0 1-16,-1 1-3 0,-1 0 0 0,0-1 2 0,0 1 0 15,0 0 1-15,-1-1-2 0,0 1 1 0,0 0-2 0,0 0 3 0,-1 0 0 16,0 1-1-16,-1-1 2 0,1 0-2 0,0-1-1 0,-1 1 1 16,1 0 1-16,0 0 0 0,-1 0 1 0,1-1 1 0,0 1-1 0,-1-1 1 15,0 1-1-15,1-1 0 0,0 0-3 0,0 0 2 0,0-1 0 0,-1 1 1 16,0 0 0-16,1-1-3 0,-1 1 2 0,1 0-3 0,-1 0 3 16,0 0 0-16,0 1 0 0,-1-1 1 0,1 0-1 0,0 0 3 0,0 1-6 15,-1-1 3-15,0 1 2 0,0 0-4 0,-1 0 2 0,1-1-3 0,0 1 2 16,-1 0 0-16,1 0-2 0,0-1 3 0,-1 1 0 0,2-1-1 15,-2 1 1-15,1-1-2 0,0 0 4 0,0 1-4 0,0-1 2 0,1 1 2 16,-1-1-6-16,0 1 2 0,1 1 4 0,-1-1-7 0,1 1 3 16,-2-1 0-16,1 1-8 0,0 0-5 0,0 0-5 0,1 0-7 0,-1 0-4 15,-1-2-7-15,0 1 1 0,0-1-3 0,1 1 3 0,-1-1 12 16,1 1 0-16,0-1 8 0,0 0 4 0,1-2 7 0,0 2 5 0,0-1 1 16,0-1 2-16,0 1 0 0,1-1-1 0,-1 1-2 0,0 0-1 0,0 0 4 15,1-1-6-15,0 1 3 0,-1-1-1 0,2 0-5 0,-1 0-3 0,0 1 4 16,0 0-14-16,0-1-4 0,0 0-6 0,0 0-13 0,0 0 4 15,0-1-12-15,0 0 1 0,1 0-6 0,0-1-1 0,1 0 7 0,0 0 6 16,-1-1 9-16,1 1 9 0,-1 0 8 0,1 0 9 0,0 0 4 16,1 1 3-16,0 0 2 0,-1 0 0 0,1 0 0 0,-1 0-1 0,0 1 1 15,0 0-2-15,0 0-1 0,0 1 0 0,0 0-3 0,0 0 1 0,-1 0-3 16,1 0-6-16,0 0 3 0,-1 1-1 0,1-2 5 0,0 1 1 16,0 0-1-16,1 0 0 0,-1 0 0 0,1 0-1 0,-1 0 1 0,0 0 2 15,1-1 3-15,-2 2 2 0,2-2 1 0,1 0 2 0,-2 0-2 16,1 0 0-16,-1 1 4 0,1-1 0 0,-1 1 2 0,1-1 1 0,0 1-1 15,-1-1-1-15,1 0 0 0,-1 0-3 0,0 0-3 0,0 0 2 0,0 1-4 16,0-1 5-16,0 1-3 0,-1 1-4 0,1-2 2 0,-1 2-9 16,1-1 0-16,-1 0 0 0,0 0-10 0,0 0 0 0,0 0-5 0,1 0-7 15,-1 0 2-15,0-1-3 0,1 1-2 0,-1 0 5 0,1 0 5 0,-1 1 8 16,1 0 7-16,-1 0 4 0,1 0 1 0,0 1 1 0,0 0 1 16,0 2-1-16,0 0 0 0,0 0-5 0,0 1-5 0,1 1-14 0,0 1-14 15,1 0-15-15,-1-2-12 0,1 1-26 0,-1 0-92 0</inkml:trace>
  <inkml:trace contextRef="#ctx0" brushRef="#br0" timeOffset="113306.68">20631 13465 1597 0,'-9'-2'166'0,"-1"-1"-33"16,-1 0-22-16,2 2-31 0,4 2-31 0,2-1-21 0,3 1-20 0,1 2-3 16,2 0-2-16,2 3 3 0,2 3 1 0,2 1-9 0,4 4 5 15,1 1-1-15,2 0-2 0,4 2 1 0,0-1 2 0,2 0-3 0,1-2 0 16,1-2-4-16,0-1-9 0,1-2-9 0,0-2-4 0,1-2-2 16,0-1 1-16,0-3 9 0,0-2 2 0,-1-2 6 0,3-2 10 0,-1-2 2 15,0-2 3-15,-1-2 9 0,-2-3 4 0,0 0 3 0,-1-3 0 0,0-1-2 16,0-1 0-16,-1-1-3 0,0-3 12 0,-2 1 0 0,-1-4 10 15,0-1 7-15,-1-3-4 0,-4-3 12 0,1-1-11 0,-2 0 9 0,-3-1-7 16,0 1-9-16,-3 0 6 0,-1 1-10 0,-2 2 1 0,-3 4-8 16,-1 1-1-16,-2 4-3 0,-3 0-6 0,0 2 6 0,-2 2-5 0,-1 2-2 15,-1 1-8-15,0 2-8 0,0 2-5 0,-2 4-2 0,1 2-2 0,0 1 7 16,0 2-1-16,1 2 1 0,2 2 1 0,0 1 1 0,1 2-5 16,0 2 1-16,2 4-3 0,2 4 10 0,1 3 0 0,2 3-1 0,2 4 4 15,4 2-3-15,3 6 2 0,4 1-4 0,3 5 0 0,3 3 11 0,6 1 1 16,1 4-1-16,7 1 3 0,3 1-15 0,4 1-6 0,2 1 0 15,2 2-18-15,1 3-17 0,0 0-23 0,-3 2-22 0,-2 0-9 0,-3 0-7 16,-4 1 20-16,0-1 9 0,-4-2 12 0,-2-2 22 0,-3-3 16 16,-2-2 18-16,-2-4 9 0,-1-3 13 0,-2-5-5 0,-1-4 9 0,-3-4 18 15,-1-3 14-15,-2-2 17 0,-2-3 15 0,-2 0 3 0,-1-4-2 0,-4-1-3 16,-1-2-9-16,-3-2-5 0,-3 1-7 0,-3-3-25 0,-3-1-7 16,-3 1-4-16,-3 0-10 0,-5-1 9 0,-4 0-14 0,-5-2-11 0,-4-2-7 15,-3-1-7-15,-4-4 9 0,-2 0-1 0,-1-2 14 0,-1-3 2 0,1-1 3 16,-1-1-8-16,4-2 3 0,2-1 15 0,2-1 0 0,5-1 4 0,-1-3-9 15,4-1-22-15,2-1-5 0,4 0-11 0,2-1-3 0,4 1 0 16,4 2-1-16,2 2 12 0,3 3 5 0,3 1 5 0,2 3 7 0,2 1-2 16,2 1-2-16,1 0-2 0,2 1-8 0,3-1-3 0,2 0-9 15,2-1-12-15,4 1-24 0,2-4-14 0,3 0-30 0,3-1-34 0,-1-2-29 16,3 0-43-16,-1-2-34 0,4-1-41 0,0-4-35 0,0-2-52 0,2-2-179 16</inkml:trace>
  <inkml:trace contextRef="#ctx0" brushRef="#br0" timeOffset="114926.64">21778 12954 1636 0,'-7'-7'149'0,"-2"0"5"0,-1-1-31 0,3 1-30 0,2 1-32 16,0 1-24-16,1 1-16 0,0 1-7 0,2 1-4 0,0 1 4 0,1 0-7 15,0 2-4-15,1 1-1 0,0 0-4 0,0 3 2 0,0 0 2 16,2 4 1-16,0 4 3 0,2 5 3 0,2 2-6 0,1 5 4 0,2 5-4 16,4 2-3-16,2 5 5 0,1 7-13 0,2 3 1 0,1 3 4 0,2 2-3 15,0 1 3-15,2 1 1 0,-2-2-4 0,1-2-4 0,0-2 1 16,0-1-5-16,0-3-2 0,1-6 5 0,-1-4 4 0,1-3 4 0,0-7 12 16,-1-2 12-16,2-6 3 0,-1-2 12 0,-2-5 3 0,2-2 7 0,0-1 12 15,-1-3 1-15,-1-2 3 0,-2-2-2 0,-1-1-5 0,1-1-4 16,-1-1-5-16,-1-3-13 0,0 1-8 0,1-3-6 0,-1-2-2 0,0 0-7 15,1-1-5-15,0-1 0 0,-3 0-9 0,2-2 3 0,-1 1-3 16,-2-1 1-16,1 1-7 0,-1-1-5 0,-1-1-5 0,-1 1-16 0,-2 2-7 16,2-2-11-16,-2 0-13 0,0 0-10 0,-1 1-16 0,0-1-14 0,-1 1-12 15,-2 0-12-15,0 1-8 0,-1 0-7 0,0-1-2 0,-1 1-11 16,-1-1-10-16,-1-1-16 0,0-1-28 0,-2-2-38 0,-2-3-286 0</inkml:trace>
  <inkml:trace contextRef="#ctx0" brushRef="#br0" timeOffset="115122.63">21727 12800 1077 0,'-14'-8'704'0,"-2"-2"-528"15,-2-2-20-15,1 2-48 0,4 0-35 0,1-1-30 0,3 2-19 16,2-1-16-16,4 1-14 0,1-1-5 0,2 1-1 0,2 0-10 0,-1 0 5 16,5 1-5-16,1-1-1 0,3 1 10 0,2 0-3 0,2 0 4 0,1 0-3 15,3-2-4-15,3 1-4 0,-1-2-10 0,4 1-15 0,1-1-11 16,1 1-18-16,1 0-12 0,-1 2-12 0,2 0-11 0,-1 2-1 0,2 0-9 15,1 1-9-15,-1 0-7 0,2 0-17 0,1 0-8 0,0 1-14 16,1 0-14-16,0 0-168 0</inkml:trace>
  <inkml:trace contextRef="#ctx0" brushRef="#br0" timeOffset="115506.26">22650 12557 1088 0,'-4'0'344'0,"0"0"-231"16,-2 0-36-16,2 1-35 0,0 0-23 0,2 0-20 0,1 1-13 0,0-1-1 16,0 1-4-16,1-1 4 0,1 0 10 0,0-1 7 0,0 2 8 0,1-1 4 15,1 0-1-15,2 0 1 0,0 0-3 0,2 0 1 0,1 0-2 0,3 0-5 16,1-1 1-16,1 1-4 0,2-1 3 0,0 0-1 0,2 0-4 16,0-1 3-16,-1 1-6 0,-1 0 2 0,1 1 2 0,-1 0-2 0,-1 0 1 15,-2 2 0-15,0 2-4 0,1 1 1 0,-1 2 0 0,0 0-10 16,-2 2-3-16,0 1-7 0,-2 2-5 0,-1 2 17 0,-3 2 1 0,-1 2 9 15,-1 2 12-15,-2 0-1 0,0-1 14 0,-2 0 17 0,0-3 20 16,0-1 21-16,-1-3 15 0,0-2 10 0,2-2 2 0,-1-1-10 0,2-2-12 16,0 1-14-16,1-1-14 0,2-1-17 0,0 0-12 0,0-1-13 0,2 1-10 15,1 0-11-15,2-1-7 0,1 0-8 0,1 1-7 0,2-1-8 16,1 0-8-16,1 1-12 0,-1-1-6 0,0-1-3 0,2 1-3 0,2 0 8 16,-1 0 6-16,2 1 5 0,-1-1 12 0,1-1 6 0,0 0-1 0,1-1 8 15,1 1-7-15,-1-2 2 0,1-1 2 0,0 0-5 0,0-2 5 16,2 0-4-16,0-1-5 0,-1-2-14 0,2-1-11 0,-1-1-11 0,-1-2-21 15,1 0-22-15,-2-1-26 0,1-2-13 0,0-1-19 0,1-3-18 16,-1 0-95-16,-1-4-53 0</inkml:trace>
  <inkml:trace contextRef="#ctx0" brushRef="#br0" timeOffset="115923.27">22942 12030 1751 0,'-19'-8'133'0,"-1"1"-2"0,-4-4-40 0,2 3-41 0,4-2-29 15,2 0-17-15,1 2-11 0,1 0-9 0,3 2 0 0,3 0 3 0,-1 2 12 16,2 0 9-16,1 1 4 0,3 0-2 0,1 0-6 0,2 1-5 16,3 0-4-16,0 0-2 0,1 0-1 0,3-1 0 0,2 0 5 0,1-1 2 15,3 0 2-15,2 0-2 0,2-1 0 0,1-1-1 0,3 1 2 0,1-1 6 16,0 0-8-16,0 1 7 0,1 0-1 0,-4-1-1 0,1 1 9 16,0 0-4-16,-2 1 1 0,1 1 6 0,0 1-5 0,-1-1 6 0,0 2 0 15,1-1-1-15,-1 0 4 0,2 2-2 0,0 0 2 0,0 1-4 16,0 0-3-16,1 2-6 0,-1 0 5 0,2 3-1 0,0 3-2 0,-1 2 3 15,3 0-7-15,1 3-2 0,-1 1 4 0,3 2-5 0,-2 0-2 0,2 3-4 16,1 1 5-16,1-2-14 0,1 1 16 0,-2 0 3 0,0-1-8 16,0 1 10-16,0 1-13 0,-1-2 5 0,1 0-3 0,-2 0 4 0,-1-1-1 15,0-3-2-15,-3 1 1 0,-1-2 1 0,-1 1 1 0,0-1-2 0,-1 1 2 16,-2-1-4-16,-4 1-5 0,-2 0-8 0,-1 2-10 0,-3 0-9 16,-3 2-7-16,-2-2-5 0,-3 3-8 0,-2 0-16 0,-3 2-5 0,-3 3-6 15,-3 1-6-15,-2 3 4 0,-2 0 1 0,-3 1 6 0,-1-3 2 16,1 2 9-16,-2-1-4 0,2-3-14 0,3 2-15 0,-1-2-21 0,3 1-6 15,2-2 1-15,2 1 11 0,1-2 12 0,2-2 16 0,2-1 19 0,1-2 14 16,3-3 17-16,1-1 13 0,1-3 9 0,2-3 10 0,1-3 5 16,2-3 0-16,1-3-1 0,0-2-3 0,2-4-6 0,1-3-3 0,2-2-6 15,0-3-7-15,2-3-13 0,0-2 2 0,0-2-14 0,1-5-5 0</inkml:trace>
  <inkml:trace contextRef="#ctx0" brushRef="#br0" timeOffset="116224.79">24017 12480 178 0,'13'-25'121'15,"1"-1"-6"-15,2-4 0 0,0 3 8 0,-2 4-3 0,-1 0 2 0,2 2 1 16,-1 2-4-16,3 2-4 0,0 1-3 0,0 2-12 0,1 0-9 15,-1 3-10-15,1 1-9 0,-1 1-10 0,1 1-15 0,0 2-11 0,0-1-17 16,1 1-6-16,0 2-6 0,-1 0-10 0,1 1-6 0,1 1-13 16,-1 0-18-16,0 2-13 0,1 0-10 0,0 0-8 0,-2 1 4 15,2 1-1-15,-2 0 10 0,0 0 12 0,-1 0 11 0,0 0 13 0,0 1 9 0,-2 0 8 16,0-1 5-16,1-1 0 0,-2 1 4 0,-2-1-2 0,-1 0-4 16,-1 0 4-16,0-2-2 0,0-1-4 0,1 0 0 0,-2 0-7 0,-1 0-5 15,0-1-4-15,0 0-10 0,-1 0-5 0,-1-1-13 0,0 1-10 16,-1-1-9-16,-2 1-9 0,-2 1-3 0,1 0-5 0,-2 1 6 0,-1 1 9 15,0 1 14-15,-2 1 19 0,-2 0 10 0,0 1 8 0,-2 0 4 16,-1 2 1-16,-1 1 3 0,-1 0 4 0,0 1 4 0,-1-1 7 0,-1 1 8 16,0 0 10-16,1-1 13 0,1 1 16 0,1-2 13 0,3 1 13 0,-1-1 11 15,2-1 0-15,2 0 4 0,2-2-10 0,2-2-15 0,3 1-12 0,0-1-19 16,1 0-12-16,0-1-12 0,-1 0-11 0,3 1-10 0,0 0-7 16,2 0-6-16,1 0-9 0,2 1-5 0,2-2-16 0,-1 1-16 0,5 1-9 15,1-1-6-15,2 0 2 0,3-1 2 0,1 0 4 0,0-1 7 16,2-1-3-16,1 0-11 0,4-3-9 0,0-1-67 0,4-2-34 0</inkml:trace>
  <inkml:trace contextRef="#ctx0" brushRef="#br0" timeOffset="119306.42">5314 13146 1503 0,'-32'8'106'0,"-4"0"-43"16,-7 2-30-16,4 0-20 0,6-3-1 0,-1-2-2 0,1 1 1 0,0-2-5 15,-1 0-6-15,3 2-2 0,-1-2-10 0,-1-1-14 0,0 2-18 16,-1 1-17-16,-2 2-4 0,0 2 3 0,-1 0 7 0,-3 2 2 0,0 0-3 16,-1 2-2-16,-4 2 3 0,1 2 2 0,-1 2-1 0,0 2 0 15,0 3 8-15,-1 1 16 0,0 2 15 0,-4 1 18 0,2 2 11 0,1 1 7 16,0 4 13-16,2 1 9 0,-3 1 5 0,1 2 13 0,1 0 0 0,1 0-2 15,0 2 4-15,4-1-6 0,2-1 8 0,-1 2-3 0,4-2-5 16,0 0-2-16,0 2-11 0,4-1-1 0,1 0-7 0,2 2-2 0,1 0-8 16,3-1-4-16,3 2-6 0,2-3-5 0,1 1-3 0,4 0-5 0,0 3-1 15,3-2-2-15,-1 1-1 0,2 1 2 0,2-2-1 0,1 1 0 16,3-1-1-16,2 2-3 0,1-2 0 0,2 1-3 0,1 1 2 0,3-4 3 16,1 0-2-16,3-1-5 0,3-2 1 0,0 0 0 0,4-2 1 0,0-1 6 15,3 1-5-15,1-3 0 0,3 1-1 0,2-1 3 0,2-3-3 16,3 0-1-16,1-2 0 0,3 2-2 0,0-1 6 0,3-2-3 0,1 1 3 15,2-1 2-15,3 0-5 0,-1-2 7 0,3 2-4 0,1-2 1 16,3 2 6-16,0 0-3 0,1-1 7 0,1 0-1 0,1-2 1 0,2 0 1 16,2-1-10-16,0-2 13 0,2 0-2 0,2-1-1 0,0-2 6 0,3 0-12 15,0-1 5-15,2-3 2 0,0-1-7 0,1-2 6 0,1-1-10 16,0 0 9-16,3-1 7 0,2-1-4 0,2 0 5 0,0-1-2 0,0 0-4 16,0-1 6-16,1-2 1 0,1 1-10 0,0-2 10 0,1-1-8 0,1 0 2 15,0-1 4-15,1 0-13 0,-1-2 5 0,1 0-2 0,1-1-1 16,-1-1 5-16,2-1-5 0,0-2 5 0,0 0 0 0,-1-2 0 0,1-1 2 15,-1-1-4-15,-1-2-5 0,3-2-1 0,-2-3 2 0,0-1 0 16,1-1 3-16,0-2-2 0,0-1-3 0,-2-3 7 0,1 1-6 0,-1-1 5 16,-3-2-2-16,1-1-1 0,-1-2 10 0,-1 0-7 0,-1-1 2 0,-3 1-2 15,-1-3 0-15,-1 1 11 0,-2-2-2 0,-1-1 1 0,-3-2 3 16,1 2-13-16,-3 0 4 0,-1-1-4 0,-1 1-1 0,-3-3 3 0,-1 0-6 16,-2 1-1-16,-1-1-5 0,-4 1-1 0,-2-1 7 0,-3 0 1 0,-1-1 3 15,-4 0 3-15,-2 1 1 0,-1-2 5 0,-3-1 0 0,-1 0 0 16,-4 0 8-16,-3-2 1 0,-2 1 2 0,-2-2 3 0,-4-2-15 0,-2 1 9 15,-2-1-4-15,-2-1-5 0,-2 0 4 0,-4-2-7 0,-3 1-4 0,-3 0-3 16,-3-1 6-16,-3 1-12 0,-2 1 2 0,-3 2-5 0,-2 0-10 16,-3-1 7-16,-3 3-1 0,0 0 1 0,-5 1 2 0,-3 1-7 0,-1 1 4 15,-3 3 3-15,-3 0-1 0,-1 2-3 0,-4 1-1 0,-2 1 3 16,-3 1 3-16,-2 2 7 0,-4 2-2 0,-1 4 5 0,-5 0-4 0,0 2 1 16,-3 3 7-16,0 0-9 0,-5 2 6 0,-2 2-1 0,-1-1-8 0,-3 3 6 15,-2 0-2-15,2 1 1 0,-5 3-2 0,0 0 9 0,-1 1-14 16,0 2 2-16,-1 1 10 0,-1 2-6 0,3 1 22 0,0 2 7 0,0-1-14 15,1 2 4-15,3 0-15 0,-1 0-8 0,0 3 11 0,0 0-2 0,1 1 4 16,0 1-9-16,1 1 2 0,-1 0-9 0,2 2 1 0,-1 1 0 16,2 0-2-16,0 2-8 0,1 0-5 0,1 0-11 0,1 3-14 0,2 2-17 15,1 0-16-15,2 1-20 0,-1 1-30 0,3 1-32 0,0-1-58 0,1 3-95 16,2 0-200-16,-2 1-142 0</inkml:trace>
  <inkml:trace contextRef="#ctx0" brushRef="#br0" timeOffset="121590.34">2051 13356 870 0,'-29'-1'301'0,"-1"-1"-259"0,-5 0-13 16,8 0-20-16,6-2-8 0,0 0-5 0,1-5-3 0,1-2-2 0,0-2-3 15,1-4 3-15,10 7-7 0,-2-1-6 0,0-3-1 0,-2-4-1 0,-1 0 3 16,-2-3 23-16,1-2 2 0,-4-2 1 0,-1-3 3 0,-1 1-17 16,-2-3-2-16,-1 1 7 0,0 1 0 0,-2-2 4 0,0 2 4 15,-2 0 1-15,0 1 5 0,1 0 0 0,-3 1 5 0,1 0 6 0,-1 1 4 0,1-1 6 16,-1-2 11-16,1 2 4 0,-1-3 4 0,2 0 0 0,0-2-4 16,1-1 0-16,1-3 4 0,0-1 4 0,14 16 59 0,-1-1 2 0,1-3 0 15,-2-3 1-15,2-1-61 0,-2-4-12 0,3 0 8 0,-1-4 4 16,1-2-4-16,1-3 9 0,1-1-8 0,0-4-8 0,3-1-2 0,1-3-5 15,1 0-2-15,3-3-9 0,0-2-4 0,3-1-70 0,8-46-2 0,4 9 6 16,6 9-4-16,1 10 66 0,3 11-4 0,-1 11-4 0,-1 10-6 16,-1 12-1-16,-2 3 2 0,2 3 0 0,0 2-4 0,-2 3 5 0,2 3 1 15,1 0-1-15,-2 2 0 0,1 3-1 0,-1 0-5 0,1 2-2 0,-1 1 4 16,0 1-2-16,-2 1-3 0,0 2-8 0,-1 1-9 0,-2 1-19 16,-1 1-17-16,0 1-15 0,-2-1-19 0,-2 0-20 0,0 1-18 0,-1-1-16 15,-1-1-19-15,-1 0-20 0,-1-1-11 0,0-2-35 0,-2-1-44 16,-1-2-293-16</inkml:trace>
  <inkml:trace contextRef="#ctx0" brushRef="#br0" timeOffset="121857.34">1421 10496 1382 0,'2'0'54'15,"0"1"21"-15,2 1-30 0,1 1 10 0,4 0 5 0,1 2 5 0,2 0-1 16,3 1-18-16,1 1-9 0,3 0-14 0,2 1-12 0,0 0-2 16,4 2-2-16,2-1 1 0,1 2-20 0,3 1-6 0,32 12 2 0,-7 0 1 15,-9-2 19-15,-11-3-1 0,-7-3-6 0,-2 0 4 0,-3-4-1 16,-3 0 2-16,-4-3 2 0,0-1-8 0,-2-2 4 0,-1-1-2 0,-2-1 4 16,0-2 0-16,-2 0 0 0,-1-1-1 0,-4 1-2 0,0-2-6 0,-1 2 6 15,-2 1-6-15,0-1-3 0,-1 2-3 0,-2 1-14 0,-1 2-7 0,-1 3-10 16,-4 4-14-16,-2 2-22 0,-3 5-33 0,-4 4-38 0,0 2-43 15,-4 6-65-15,-1 2-311 0</inkml:trace>
  <inkml:trace contextRef="#ctx0" brushRef="#br0" timeOffset="133924.17">26453 4659 307 0,'-9'-4'5'16,"1"0"-5"-16,-1-1 18 0,4 1-3 0,1 1-5 0,1 1-4 0,-1-1-1 16,1 1-2-16,0 0-1 0,1 0-2 0,0-1 2 0,0 1 4 0,-1-1 10 15,0 0 13-15,-2 0 15 0,0-1 17 0,0 3 9 0,-1-2 11 16,0 2 7-16,-2 1 8 0,0 0 0 0,-2 1-2 0,1 1-1 0,-1 0-9 16,2 1 3-16,0 1-12 0,-1 0-9 0,1 0-3 0,-1 0-14 15,1 0 0-15,1 0-6 0,-1-1-7 0,3 1-8 0,-1-1 0 0,0 0-5 16,1 0 1-16,0 0-2 0,0 0 0 0,1-1 1 0,-1 1 6 0,2-1-1 15,0-1 1-15,1 1-1 0,-1-1 1 0,1-1 7 0,1 0-5 16,1 0-1-16,0 0-7 0,1 0-6 0,1-1-2 0,0 1-2 0,1-1 3 16,2 1-1-16,1 0-1 0,1 1 0 0,2 1-3 0,1-2 3 15,-1 2-4-15,3 1 1 0,2-1 7 0,-1 1-2 0,2 0 2 0,-1 0 0 16,1 0-9-16,2 1 4 0,-1 0-3 0,-1 1 2 0,1 0-1 0,1 0-3 16,1 1 3-16,-2 1-2 0,1-1 2 0,-1 3 1 0,-2 0-4 0,1 1 1 15,0 0-3-15,-1 1 2 0,0 0 2 0,-2-1-4 0,0 2 2 16,0-1-2-16,-1 0-1 0,0-1 2 0,-2-2-2 0,-1 0 1 0,-1 0 1 15,-2-2-4-15,1 0 2 0,-1 1-2 0,0-1-2 0,1 0 1 16,-1 1 1-16,0-1-1 0,0 0-1 0,0 2 3 0,0 0-3 0,0 1 1 16,0 1-1-16,-1 1 1 0,0 1 3 0,-1 1-4 0,-1 1 4 15,0-1-2-15,-2 0-3 0,-1-1 2 0,1 1-1 0,-3-1 1 0,0 1 0 16,0 0 2-16,-2-2-2 0,-1 0-8 0,-1 0-1 0,-1-1-1 0,-3 0 7 16,0 0 5-16,-1 0 4 0,-2 0-1 0,-1 0-2 0,-2 0-4 0,-1-1 1 15,-1-1-1-15,0-2 1 0,-1 0 1 0,-2-1-1 0,2-1 1 16,-2-2-1-16,-1 0-4 0,2-1 5 0,0-2-6 0,1 0-7 0,1 0-6 15,1-2-12-15,1 0-18 0,3-2-23 0,-1-1-18 0,1-1-26 16,1-3-17-16,1-1-10 0,3-2-7 0,0-2-8 0,1 1 6 0,3-3 3 16,0-1 8-16,3 1 17 0,-1-4 15 0,2 0 20 0,0 1 24 0,0-1 20 15,1 0 18-15,-1 0 15 0,0 0 12 0,-1 1 8 0,0 1 14 16,-1-1 13-16,0 1 7 0,-1-1 11 0,0 0 5 0,-1 1 4 0,-1-1 6 16,0 4-2-16,0-1-1 0,0 1-1 0,1 2-10 0,0 1-2 0,1 0-8 15,0 0-13-15,2 0-9 0,2 1-8 0,1-2-4 0,2 1-5 16,2 0-3-16,1 1-2 0,1 1 0 0,2 0-2 0,0 0-3 0,3 0 0 15,-1 1-5-15,2 1-3 0,2 1-7 0,-1 0-5 0,1-1-13 16,0 1-9-16,0 2-3 0,0 2-9 0,-1 2-3 0,1 2 3 0,-1 0-5 16,0 1 11-16,-1 2 16 0,1 1 12 0,0 2 13 0,0 1 4 15,2 2 6-15,-1 0 2 0,2 0 1 0,-1 2 1 0,0 1-4 0,1 1-1 16,1-1-1-16,1 0 3 0,0 0 2 0,1-1 3 0,0-1 2 0,-2-1 6 16,-1 0 6-16,-2-1 6 0,-1 0 5 0,-2 0 4 0,-1 1 1 0,-1 1 2 15,-1 0-2-15,0 2-2 0,-2-1-6 0,0 2-4 0,-1 0-3 16,0 0-5-16,0-1-5 0,2 1-1 0,0 1-4 0,1-2-1 0,1 0 3 15,0-2 1-15,0-1 1 0,1-2 3 0,1-1 3 0,1-1 5 16,0-1 3-16,1-2 6 0,2-2 2 0,-1 0 1 0,-1-1 3 0,-1-2 0 16,1 0-2-16,0-2 0 0,-2-1-2 0,0-2 2 0,0 0 1 15,-2-1 0-15,1-3 4 0,-3-1 0 0,0-1-1 0,-1 0 1 0,-2 0-2 16,1-1-4-16,-1 1 2 0,-2-1 0 0,0 1 2 0,-3 0-1 0,-1 0-2 16,-2 0-3-16,-2 1-6 0,0-1-4 0,-1 0-5 0,-2 0-2 15,-2 1-4-15,-2 1-7 0,-1-1 3 0,-3 0-1 0,-1 0-6 0,-2 2-8 16,-1-1 0-16,-1 1-3 0,-2 1 13 0,0 2 10 0,-1 1 0 0,0 1-6 15,1 0-6-15,1 2-3 0,1 2-2 0,3 1-3 0,1 2-5 16,1 1-10-16,1 2-9 0,3 2-13 0,-1 0-18 0,3 3-9 0,2 1-9 16,0 1 0-16,3 4-2 0,1 0-9 0,3 1-13 0,2 2-18 0,3 0-22 15,1 3-24-15,3 1-30 0,2-1-31 0,3 2-63 0,1 0-229 16</inkml:trace>
  <inkml:trace contextRef="#ctx0" brushRef="#br0" timeOffset="134574.17">27055 5363 1836 0,'-21'13'93'0,"-1"2"-65"0,-4 4 33 16,6 3-24-16,3-1 3 0,0 0 13 0,1 2 2 0,-1 1-6 0,0 0-13 15,1 2-14-15,4 0-13 0,0 2-4 0,2 0-2 0,0 2-8 0,1-1 5 16,1 1-9-16,1 0-3 0,1 2 6 0,0 0-3 0,3 4 8 16,1-1 1-16,2 2-6 0,1 0-2 0,1 0 2 0,2 2-4 0,1-1 4 15,2-1-2-15,0-2 1 0,3-4 4 0,1-1-1 0,2-1 1 16,2-5 3-16,1-1-3 0,2-4 3 0,1-1 6 0,1-3 0 0,2-2 5 16,1-4-3-16,-1-2-2 0,1-2 3 0,0-3 4 0,-1-2 16 0,0-2 19 15,-2-2 4-15,-4-2-1 0,0-3 0 0,-2-2-21 0,0-3 2 16,-3-1-9-16,0-2-7 0,-1-2 2 0,-1-3-8 0,-4 0 1 0,0-2-6 15,-2-2-2-15,-2 0-3 0,-1-1 1 0,-2-1-7 0,-1-1-8 0,-2 3-12 16,-1 2-12-16,-3 3-5 0,-1 3-4 0,-1 3 1 0,0 3 4 16,-2 4 2-16,2 3 6 0,-1 2 2 0,0 4-2 0,1 3 3 0,-1 2-3 15,0 3-1-15,0 2 0 0,-1 2-1 0,3 0-1 0,1 2-2 16,1-1 3-16,2 2-6 0,0-2 0 0,2 0-9 0,1-2-11 0,2-1-11 16,3-3-12-16,1 0-4 0,2-3-9 0,2-2-1 0,0-1 2 0,3-2 8 15,0-2 22-15,3-1 20 0,1-3 20 0,1-2 17 0,-2-2 7 16,1-2 11-16,-1 0 12 0,0 0 11 0,0-2 15 0,-2 1 11 0,1 1 10 15,-1 1 4-15,0 1-1 0,0 0-2 0,0 1-8 0,0 0-3 16,1 2-9-16,0 0-7 0,1 3-7 0,-1 1-6 0,-1 0-5 0,3 2-3 16,-1 0-6-16,2 0 0 0,-1 1-7 0,1 0-3 0,0 1 0 0,1-1-1 15,0 0-2-15,0-1 5 0,1 0-5 0,-1 0-2 0,0 0 7 16,1-1-3-16,-1 0 2 0,0-1 3 0,-2-2 6 0,0-1 11 0,0-2 10 16,-2-2 14-16,-1 0 6 0,0 0 2 0,-1-1 5 0,-2 0-5 0,0-1 4 15,-1-1 0-15,-1 0-3 0,-1 0 2 0,-1 0-6 0,-2-1-12 16,0 1-14-16,-1-1 2 0,-1 1-4 0,-1-1-6 0,-1-2 6 0,-1-1-13 15,-2 1-7-15,-3-1 2 0,-1 0-1 0,-3 2-2 0,-1-1-1 0,-1 0-2 16,-2 1-7-16,-2 2-1 0,-2 0-1 0,1 2-4 0,-2 2 3 16,0 2-6-16,3 2-10 0,0 4-5 0,0 2-9 0,3 2-6 0,-1 1-10 15,2 3-6-15,0 2-7 0,2 0-3 0,2 3-4 0,0-1-1 16,1 4-12-16,2 0-12 0,1 0-16 0,2-1-17 0,3 0-15 0,1-1-20 16,4-1-14-16,2-1-15 0,2-2-24 0,3-1-167 0</inkml:trace>
  <inkml:trace contextRef="#ctx0" brushRef="#br0" timeOffset="134743.17">27973 5422 676 0,'19'-16'112'16,"3"-1"10"-16,4-5 4 0,-3 3-16 0,-5 5 2 0,-3 0-3 0,0 2-17 15,-1 1-20-15,-2 2-21 0,-2 2-18 0,0 3-13 0,-3 0-7 0,-1 3-3 16,-2 2 0-16,-1 1 2 0,-1 3-2 0,-1 1-4 0,-1 3-6 16,-2 3-5-16,-3 4-5 0,0 2 0 0,-3 3-2 0,-1 4 3 0,1 2-1 15,-4 2-2-15,-1 3-7 0,-1 0-9 0,-1 0-15 0,0 2-20 16,-3 0-26-16,-1 2-28 0,0-2-23 0,-1-2-17 0,-1-2-7 0,1-2-23 15,-1-3-258-15</inkml:trace>
  <inkml:trace contextRef="#ctx0" brushRef="#br0" timeOffset="134957.17">27673 5742 34 0,'-11'-34'26'0,"4"-2"-15"0,-4-10-14 0,2 3-11 0,2-1-2 0,-2-2 7 16,1-2 7-16,-2-4 21 0,0 0 31 0,-1-3 30 0,0 0 31 16,0 1-3-16,0-1-15 0,0 1 4 0,2 2-9 0,0 4-7 0,3 4-20 15,1 8-21-15,3 5-7 0,1 5-9 0,0 4-3 0,2 4 1 16,-1 2 0-16,0 6 2 0,1 3 4 0,-1 3 7 0,0 3 9 0,1 3 6 15,-1 1-1-15,0 3 0 0,0 2-5 0,0 4-2 0,0 1-2 0,1 4-4 16,0 1-3-16,0 2 4 0,0-1-2 0,1 3 3 0,0 0-3 16,1 0-6-16,0 2-13 0,1 0-3 0,0 2-8 0,0 0-6 0,-1 0 6 15,1-1-14-15,1-2 1 0,1 1 1 0,0-2 2 0,2 0 6 0,0-2-7 16,2-1-6-16,2-3-16 0,-1 0-14 0,4-1-20 0,1-2-24 16,0-3-17-16,2-1-16 0,2-1-3 0,1-2-6 0,-1-1-4 0,1 0-7 15,0-1-31-15,-1 0-130 0</inkml:trace>
  <inkml:trace contextRef="#ctx0" brushRef="#br0" timeOffset="135157.17">28129 5568 29 0,'15'15'25'0,"0"-1"-10"0,2 6 2 0,-1-3 11 0,-3-3 18 15,-1-1 11-15,1-1 5 0,1 0-8 0,0-1-8 0,-2 0 0 0,2-3 2 16,0 1-2-16,0-1 9 0,1-2 0 0,-2 0-2 0,1-1 6 16,-1 1-4-16,-2-1-5 0,-1-2-7 0,-2 0-3 0,0-1-2 0,0-1 0 15,-1 0 2-15,-1-2 1 0,0 0-1 0,-2-1-1 0,-1-1 1 0,-2 0-2 16,0-1-1-16,0 0-8 0,-1-1 7 0,-1-2-2 0,-1-1-1 15,-1-1 4-15,-1-1-13 0,-1 1-4 0,-1-3-4 16,-1 1-4-16,-2-1 0 0,-1 1-5 0,-1 1 0 0,-2-1-4 0,-1 0 0 0,-3 1-6 16,1 0 0-16,-3 0-13 0,0 1-8 0,0 0-18 0,0 2-26 0,-1 0-48 15,-1 0-50-15,-1 0-65 0,-2 0-298 0</inkml:trace>
  <inkml:trace contextRef="#ctx0" brushRef="#br0" timeOffset="135591.17">27560 3852 1288 0,'-2'-5'139'0,"0"1"-87"0,0 1 27 0,2 2-3 0,-1 2 3 0,0 1-3 16,0 2-12-16,-1 1-21 0,0 4-14 0,0 2-7 0,-1 3-8 0,1 3 1 15,-1 3-5-15,0 1-2 0,-2 1-4 0,-1 3-2 0,-1-1-2 0,-2 3-3 16,0 0-5-16,-1 3-10 0,-1 1-17 0,0 2-13 0,-1-1-12 15,-1 1-12-15,-1-5-2 0,0 0 1 0,1-4 3 0,0-1 12 16,1-3 13-16,0-3 16 0,2-3 14 0,0-3 9 0,1-3 5 0,-1-2 1 16,0-1 0-16,1-2 2 0,0-2 1 0,1-1 0 0,-1-2 7 0,-1-1 1 15,0-2 2-15,1 0 5 0,0-2 0 0,0-1 2 0,3-1 2 0,-1-1-4 16,2 0-2-16,1-4-5 0,2-1-2 0,1-1-4 0,0-1-1 16,2-1-2-16,0-1 1 0,2 0-2 0,0-2 1 0,1-2 1 0,0 0-2 15,0-1-1-15,-1 0-4 0,0 2-7 0,0-1-12 0,-1 2-12 0,-1-1-7 16,-3 1 1-16,0 3 8 0,-2 0 11 0,0 2 10 0,-2 2 9 15,0 2 2-15,-2 1 5 0,-1 2 8 0,0 3 8 0,-1 1 11 0,1 3 2 16,-1 2 5-16,0 2 2 0,-1 2-7 0,0 2-3 0,0 1-5 16,1 2-4-16,0 0-3 0,0 2-5 0,-1 0 1 0,2 1-4 0,-1 1-1 15,1 0 0-15,3 0-5 0,-2 1 0 0,2-1-3 0,-1 1 0 0,2-1-1 16,-1 3 0-16,2 0 0 0,1 0-2 0,0-1-1 0,3 0 1 16,0 0-3-16,3-1-1 0,1-3-1 0,1 1-13 0,1-2-14 0,2-1-31 15,0-1-47-15,2-2-65 0,0 1-62 0,2-2-52 0,0-2-243 0</inkml:trace>
  <inkml:trace contextRef="#ctx0" brushRef="#br0" timeOffset="172843.51">2981 11746 921 0,'-13'-8'216'0,"3"1"-163"0,-4-1 7 0,5 3 2 15,4 2-11-15,2 0-18 0,0 0-18 0,1 1-7 0,0 0-7 16,1 1-17-16,1 2-21 0,0 0-24 0,0 2-17 0,0 1-2 0,2 2-1 16,-1 1-2-16,0 0-6 0,-1 1-10 0,1 1-9 0,-1-1-15 0,1 0-88 15,-1 0-69-15</inkml:trace>
  <inkml:trace contextRef="#ctx0" brushRef="#br0" timeOffset="173526.55">3301 11813 72 0,'-27'-13'101'0,"-1"0"22"15,-6-5 25-15,4 3-36 0,3-2-23 0,2 1-12 0,-1-2-6 0,2 1-6 16,1 0-8-16,1 0-5 0,0 1-15 0,1 1-3 0,1 0-6 0,1 0-12 16,0 1-4-16,2 2-7 0,1-1 0 0,3 0-1 0,-1 1-1 0,1 0-2 15,0 3-6-15,2-1-2 0,2-1-9 0,1 2-8 0,0 0-9 16,2 1-7-16,-1 0-2 0,1 2-3 0,1-1-1 0,0 1 0 0,0 1 3 15,2 0 7-15,-3 0 6 0,1 2 5 0,0 0 3 0,0 0-8 0,0 2-10 16,-1 0-14-16,1 2-14 0,0 1-22 0,-1 1-51 0,1 2-49 16</inkml:trace>
  <inkml:trace contextRef="#ctx0" brushRef="#br0" timeOffset="174543.05">7350 11927 278 0,'18'2'-15'0,"4"1"48"0,6 2 56 0,-1-2 8 16,-1 2-23-16,1 0-25 0,-1 0-2 0,1 0-5 0,0-2-1 0,-1-1-10 15,1-1-9-15,-2 1-5 0,1 0-7 0,0 1-4 0,-2-2-1 16,0 0-2-16,-4 0-3 0,-1-1 4 0,-2 1-3 0,-2-1 2 0,-3 1 2 16,-1-1-6-16,-1 0 6 0,-3 0 0 0,-2 0 0 0,-1 0 5 0,-2-1 0 15,-2 0 4-15,0-1 6 0,0 0 9 0,-2-1 5 0,1 0 9 16,0-1 5-16,-1-1 4 0,0-1 6 0,0-1 3 0,0 0 4 0,0-1 5 15,1-3 4-15,0-2 2 0,3 0-2 0,0-2-1 0,2-1-4 0,1-2-1 16,2-1 0-16,4-1-10 0,0-2-2 0,5 0-10 0,4-2-6 16,1-1-3-16,5-1-7 0,4-2-1 0,1 2-8 0,2 1-1 0,3-1-4 15,2 2-2-15,2 0 0 0,1 1-5 0,2 3 2 0,2-1-11 16,2 1 3-16,2 4 10 0,1 0 4 0,2 3 7 0,3 2-5 0,2 1 1 16,2 1-2-16,3 2 5 0,0 2-1 0,2 2-11 0,3 3-2 0,1 2-1 15,2 2 4-15,3 4 4 0,1 3-1 0,0 1 2 0,3 3-2 16,0 4 11-16,2 2 0 0,0 5 7 0,1 4-1 0,1 2-9 0,-1 2-5 15,3 4-4-15,1 2 6 0,-1 3 1 0,2 4 7 0,-2 2-1 0,0 1-6 16,1 2 4-16,-2 4-13 0,0 3-2 0,-1 2 5 0,-3 4-5 16,2 2 9-16,-3 5-1 0,1 3 1 0,-4 1-4 0,-1 3-10 0,0 2-7 15,-2 3 8-15,-3 4 0 0,0 4 15 0,-2 2 6 0,-2 2-16 0,-1 4-1 16,-3 1 4-16,-2 3-7 0,-2 3-5 0,-2 1 1 0,-3 1-6 16,-2 0 3-16,-2 1 15 0,0-1 4 0,1 0 4 0,-1 0 14 0,1-1-16 15,0 2-12-15,0-1 9 0,1-1-11 0,0 0-6 0,1-1 8 16,-1-3-12-16,2-1-4 0,1-3 12 0,0-2 6 0,4-3-2 0,1-1 5 15,2-3-4-15,2-2-4 0,0-2-4 0,2-4-1 0,-1-1-1 0,1-3 4 16,1 1 7-16,-1-3-11 0,3-3-2 0,0-2 6 0,1-4-3 16,1-1 17-16,3-2-3 0,2-3-6 0,1-4 7 0,2-3-7 15,-1-1 0-15,5-6-5 0,1-4-2 0,2-3 5 0,5-5-3 0,1-6 7 0,3-2-8 16,0-5 6-16,1-2-5 0,0-3-2 0,2-3 9 0,1-4-6 16,4-1-1-16,-1-3 5 0,4-3-5 0,0-2 7 0,1-2 13 0,1 0-8 15,2-1-1-15,2-1 4 0,2-1-4 0,0-1 7 0,2 1-1 16,1-1-8-16,-1-2 9 0,3 0-3 0,-1 0 8 0,-1-1-8 0,2 2-4 15,0 0 10-15,1 0-25 0,1-2 5 0,0 0 3 0,1 0-14 0,2-1 24 16,-1 1-5-16,2 1-9 0,-2-1 15 0,1 1-7 0,1-1-7 16,-3 1 3-16,1 1-2 0,-2-1-6 0,0 2 10 0,-2 0-10 0,-2 1-2 15,-2 2 13-15,1 0-7 0,1 0 4 0,1 1-8 0,0 0 0 0,-2-1 6 16,-1 1 4-16,0-1 1 0,-2 1-13 0,0-1 20 0,-2 0-12 16,-5 1 3-16,0 0 11 0,-1 0-24 0,-1 0 12 0,0 0-10 0,-1 1-4 15,-4-1 14-15,-3 1-10 0,-1 1 16 0,-3-1-18 0,0 0-10 16,2 1 14-16,-4 0 0 0,-2 0 2 0,-6 1-4 0,-4 0-2 0,-1 0-4 15,-5-1 6-15,-3 0-9 0,-3 1-3 0,-4-1 0 0,-2 1 8 0,-3 1 1 16,-3 1-26-16,-5 0-31 0,-3 0-26 0,-6-1-25 0,-4-1-15 16,-2-1-6-16,-2 1-32 0,-3 0-27 0,-2-1-47 0,-4-1-47 0,-3-2-50 15,-2 0-36-15,-4-1-24 0,-1-3-5 0,-3-2-269 0</inkml:trace>
  <inkml:trace contextRef="#ctx0" brushRef="#br0" timeOffset="174796.05">21622 16478 2018 0,'-7'1'213'0,"-2"-1"-1"0,1 0-43 0,2-1-28 0,5-1-47 15,2 0-58-15,1-1-30 0,4 0-21 0,3-1-5 0,3 0 28 0,7 0 2 16,4 0 12-16,5-1-7 0,6-1-4 0,3 0 4 0,5 1-2 16,5 1 8-16,3 2 10 0,2 0-6 0,0 2-6 0,2 2 9 0,5 0 1 15,4 2 5-15,1 0 2 0,-2 0-11 0,-6 1-7 0,-3-2 16 0,0 1-4 16,-1-1 0-16,0 0-4 0,-3 2-3 0,0 1 37 0,-3 1 14 15,-1 2-4-15,-2 0-2 0,-3 1-27 0,0 1-7 0,-4 0 1 0,-3 2-14 16,-4 2-2-16,0 1-11 0,-3 0 5 0,-1 3-1 0,-3 3-16 16,-3 1 9-16,-4 3-20 0,-3 2-14 0,-4 4-9 0,-3 2-25 0,-6 4-12 15,-3 0-35-15,-4 3-38 0,-6 2-37 0,-4 1-47 0,-6 3-59 0,9-22-115 16,-7 6-262-16,-5 5-395 0</inkml:trace>
  <inkml:trace contextRef="#ctx0" brushRef="#br0" timeOffset="175381.8">24423 15329 3096 0,'-14'1'160'0,"-2"3"-13"0,-3 2-52 16,2 2-39-16,2 0-21 0,0 3-18 0,1 2-19 0,3 5-5 0,-1 4-3 16,1 6-1-16,0 3 4 0,-1 6-6 0,0 2 3 0,1 4 1 0,-3 4-12 15,1 3 10-15,-1 5-9 0,2 2 2 0,2 2-1 0,-1 3-10 16,3 1 5-16,2 4-14 0,1 1 0 0,4 1 4 0,0 2-11 0,2-2-18 16,2 3-16-16,2-1-23 0,0-3-13 0,1-5 4 0,1-3-5 15,0-6 22-15,0-6 17 0,-1-7 27 0,1-9 24 16,0-5 3-16,-1-8 14 0,0-3 3 0,-1-6 5 0,0-2 1 0,-1-5-13 0,-2-4-3 0,0-4-17 15,0-5-11-15,-1-6-24 0,0-4-41 0,1-8-35 0,-1-8-51 16,1-9-77-16,0-9-90 0,0-8-414 0</inkml:trace>
  <inkml:trace contextRef="#ctx0" brushRef="#br0" timeOffset="175529.8">24286 15143 2535 0,'1'0'146'0,"2"3"-8"0,3 1-71 0,4 2-10 15,5 2-7-15,6 1-28 0,4 2-8 0,6 3 5 0,2 1-7 16,3 2 2-16,-1 0-4 0,1 2-13 0,-1 1-13 0,-1-1-17 0,-1 4-20 16,0-1-27-16,1 1-36 0,-1 2-40 0,1-1-50 0,-1 2-83 0,-1 0-109 15,-3-1-175-15,2 0-264 0</inkml:trace>
  <inkml:trace contextRef="#ctx0" brushRef="#br0" timeOffset="175693.8">25302 15009 1971 0,'-8'-6'184'0,"1"2"-24"0,-3-1-45 0,0 3-29 16,0 3-15-16,-1 1-28 0,0 4-24 0,-1 3-8 0,1 3-11 0,-3 4 5 16,0 2 7-16,-2 4-9 0,1 4 0 0,-3 1-11 0,0 4 8 0,-2 3 2 15,2 4-4-15,-2 3 8 0,-1 2-14 0,1 2-1 0,0 4-4 16,0 2-14-16,0 2-13 0,-1 0-19 0,0 0-39 0,1 1-67 0,0-3-135 16,0 2-182-16,2-2-514 0</inkml:trace>
  <inkml:trace contextRef="#ctx0" brushRef="#br0" timeOffset="175866.8">25231 14928 3133 0,'4'13'145'0,"4"6"-26"0,3 9-75 0,3 5-13 15,0 2-5-15,4 8-11 0,3 4-6 0,-1 5-9 0,3 6-4 16,-2 0-9-16,-4 3-14 0,-1 2-17 0,-4 1-37 0,-3 3-46 0,-3 1-57 15,-1-1-70-15,0 2-48 0,-1 2-81 0,0-1-159 0,1 4-504 16</inkml:trace>
  <inkml:trace contextRef="#ctx0" brushRef="#br0" timeOffset="176161.8">26012 15791 1499 0,'8'20'485'0,"4"9"-386"0,5 8-21 0,4 4-43 0,-1-2-7 0,2-2-2 16,0-1-5-16,2 0-4 0,1 0-11 0,0-2-2 0,1-2-7 0,-2-4 6 15,-1-6 3-15,0-3 3 0,-1-4 14 0,-1-4 16 0,1-4 21 16,-4-4 29-16,0-3 12 0,0-1-12 0,-4-4-14 0,-1-1-22 0,-1-3-9 16,-2-2-2-16,0-2-5 0,-1-3 6 0,-2-2 4 0,1-4 3 15,-3-3 1-15,-1-2-16 0,-1-3-3 0,-3 2-7 0,-2 0 1 0,-2 0 3 16,-3-1-7-16,-2 0-6 0,-4-1-4 0,-1 2-6 0,-4-2-19 0,1 4 4 15,-4-1-14-15,0 3-15 0,0 4-3 0,-2 2-19 0,-2 4-10 16,-1 5-8-16,-3 4-7 0,-1 5-11 0,-1 5-3 0,0 6 0 0,0 5-5 16,2 6-4-16,-1 2-6 0,3 6-11 0,1 3-26 0,3 5-53 0,3 2-73 15,2 1-87-15,3 3-138 0,5 1-53 0</inkml:trace>
  <inkml:trace contextRef="#ctx0" brushRef="#br0" timeOffset="176429.32">26663 16112 2755 0,'11'3'193'0,"1"0"-85"0,5 1-40 16,2-1-12-16,-1 0-19 0,2 0-5 0,2 1-26 0,1 1-13 0,1 0-2 15,-2 0-9-15,-1-1-9 0,-1 0-8 0,-2 0-9 0,0 0-6 0,0-1 0 16,-1 0 4-16,0-1 20 0,-2-1 18 0,1 0 10 0,-1-2 14 16,-1-1-4-16,-2-3 11 0,0 0 26 0,0-3 10 0,-1-1 13 0,-2-2-7 15,0-1-6-15,-3-2-5 0,0 2-1 0,-1-1 0 0,-2-1-13 16,-1-1 3-16,-3 0-15 0,-1 1-6 0,-3-1-1 0,-2-2-10 0,-2 0 8 15,-3 0-17-15,-2-2 2 0,-3 1 9 0,0-1-5 0,-4 0-5 16,0 0-31-16,-1 1-4 0,-2 3-4 0,-1 0-3 0,-1 2 8 0,-1 1-23 16,1 2-15-16,-2 5-1 0,1 2 3 0,-1 2-7 0,0 3-5 0,-1 2-8 15,0 2-24-15,2 4-15 0,0 1-34 0,4 1-42 0,1 1-13 0,2 1-41 16,2 2-20-16,2 2-33 0,3-2-56 0,2 0-95 0,4 0 26 16</inkml:trace>
  <inkml:trace contextRef="#ctx0" brushRef="#br0" timeOffset="176609.32">26932 15092 1933 0,'-3'-7'581'0,"1"1"-368"0,0-1-66 15,2 4-57-15,0 2-17 0,0 2-21 0,2 2-26 0,0 3-10 0,-1 5-5 16,1 3 1-16,-1 5 0 0,-1 7 4 0,0 4 0 0,-2 8-11 16,0 4-5-16,-1 6-5 0,0 6-2 0,1 4-2 0,0 3-7 0,1 2-3 15,1 2-2-15,2 0-12 0,1 1-26 0,1 1-23 0,2-1-57 0,1-3-68 16,2 0-81-16,0-3-117 0,3-3-158 0,0-1-375 0</inkml:trace>
  <inkml:trace contextRef="#ctx0" brushRef="#br0" timeOffset="176896.32">27363 16074 1383 0,'6'-10'482'0,"1"-2"-268"16,3-3-26-16,-1 4-20 0,-1 2-21 0,1 1-18 0,-2 2-47 0,2 2-21 16,-1 1-11-16,0 2-2 0,1 0-2 0,-1 2-20 0,1 1 1 0,-1 0-11 15,1 0-15-15,1-1 1 0,1 0-12 0,1 1-6 0,2-2 4 0,2 0-10 16,1 0-7-16,1-1 1 0,0-1 13 0,0-1 10 0,0 0 12 15,-1-1-4-15,1 0 1 0,-1-2 4 0,-1-1 13 0,-2-1 16 0,1-1 3 16,-1-2 8-16,0 0-6 0,-1-1 2 0,-2 0 8 0,0 0-8 16,-1-3 5-16,-2 0-13 0,-2-1-7 0,0 2-11 0,-2-2 8 0,-1 0-6 15,-2 0-7-15,-3 0 13 0,-1-1-22 0,-3-1-1 0,-2 2-3 16,-2 1-5-16,-2 1 10 0,-2 2 4 0,-1 2-1 0,-2 1-6 0,0 4 1 16,0 0-6-16,0 3 3 0,0 3-6 0,1 1-12 0,2 3 5 0,0 1-8 15,0 4-1-15,2 2 8 0,1 3-3 0,2 3 10 0,-1 2 7 0,2 4 2 16,1 2 11-16,3 2-1 0,2 2-15 0,2 1-5 0,2 1-10 15,2 2 2-15,4-3 1 0,1 0-10 0,3-2-17 0,1 0-13 0,2-2-9 16,2-1-22-16,1-2-31 0,3-5-37 0,0-2-26 0,-1-3-43 16,3-4-39-16,1-3-65 0,2-5-74 0,3-4-69 0,3-6-238 0</inkml:trace>
  <inkml:trace contextRef="#ctx0" brushRef="#br0" timeOffset="177076.32">28577 14820 3294 0,'0'7'241'0,"0"3"-76"0,1 6-80 0,1 3-33 0,1 6-13 0,1 3-10 15,2 6-12-15,-1 5-13 0,0 7 4 0,-2 4-12 0,-1 3 2 0,-2 3 2 16,0 3-13-16,-1 2-11 0,0 2-34 0,1 1-33 0,0 0-30 16,1 0-44-16,1 0-45 0,0-1-69 0,1-2-82 0,0 2-160 0,1 2-260 15,0 1-162-15</inkml:trace>
  <inkml:trace contextRef="#ctx0" brushRef="#br0" timeOffset="177345.32">30052 14932 3228 0,'-1'9'376'0,"0"4"-245"15,-2 5-72-15,0 3-41 0,0 3-15 0,-1 2-5 0,2 3-3 0,0 4-5 16,-3 2-23-16,0 2 9 0,-3 2-3 0,-2 2-7 0,-2 2 11 16,0 3-22-16,1 3-13 0,-1 5-15 0,0 2-13 0,0 2-4 0,1 1-12 15,1 0 0-15,2-1-27 0,2 3-16 0,0-1-18 0,2 0-27 0,1 1-2 16,2-3-13-16,1 0 5 0,2-3 18 0,1-5 41 0,1-5 54 16,2-9 47-16,0-5 41 0,3-7 28 0,1-5 2 0,1-3-9 0,1-4-3 15,1-3-22-15,0-5-11 0,3-3-10 0,-2-5-27 0,0-3-28 0,-1-7-47 16,-3-6-63-16,0-9-89 0,-3-10-278 0</inkml:trace>
  <inkml:trace contextRef="#ctx0" brushRef="#br0" timeOffset="177521.32">29571 14650 2841 0,'-4'-3'410'0,"2"0"-226"15,0 1-95-15,3 0-52 0,0-1-14 0,3 1-20 0,1 0 3 0,3 0-10 16,1 1-11-16,3 1-2 0,0 1-3 0,2 1 1 0,2 1-1 15,2 1-11-15,0 2-10 0,4 0-12 0,0 2-13 0,1 0-6 0,1 2-28 16,0-1-34-16,3 3-41 0,0 2-35 0,-1-1-40 0,0 2-49 16,-2 0-99-16,1 3-133 0,-1 3-279 0</inkml:trace>
  <inkml:trace contextRef="#ctx0" brushRef="#br0" timeOffset="177727.32">29405 16147 2096 0,'-1'9'313'0,"0"2"-173"0,0 2-62 0,2-2-36 0,3-2-15 0,2-1 4 15,3-3-13-15,0 1 2 0,3-2-9 0,2-1-3 0,2-1 4 0,1-3-5 16,1-1 6-16,3-2 0 0,1-1-5 0,3 0-4 0,4-3-6 16,0-1-5-16,3-2 1 0,1-1-6 0,1-1-14 0,2 0-7 0,1-2-19 15,3 0-21-15,-1-2-22 0,1 0-39 0,1-2-30 0,0-1-55 16,1-1-73-16,2-4-112 0,2-5-475 0</inkml:trace>
  <inkml:trace contextRef="#ctx0" brushRef="#br0" timeOffset="178193.32">30637 15149 3452 0,'-1'5'194'15,"-1"2"-82"-15,1 3-58 0,1-2-23 0,0 2-20 0,2 2 16 0,1 2-15 16,0 3-14-16,0 2 12 0,-2 2-24 0,0 0-3 0,1 1 11 0,0 2-12 16,-1-2 1-16,1 1 3 0,1-1-9 0,1-3-4 0,0 1-3 15,1-1-10-15,2-2 8 0,0 0 1 0,2-1 5 0,1-1 7 0,-1-2-3 16,3 0 14-16,-1-1 7 0,1-1-1 0,1-2 7 0,-3-1 5 16,3-2 8-16,-1-2 9 0,-1 0 1 0,2-3-2 0,-2 0-3 0,2-2-4 15,0-1 4-15,0-2-4 0,1-1 4 0,-1-2-8 0,1-1-7 0,-1 0-4 16,0-1-8-16,-1 0-6 0,-2-1-1 0,1 1-8 0,-1 1-8 15,-1 0 10-15,0 1-8 0,0 0-11 0,-2 1 4 0,0 2-11 0,0 1-7 16,-1 1 2-16,0 2-11 0,-1-1-3 0,1 2 6 0,-2 0 9 16,1 1 5-16,0 1 5 0,-1 1 3 0,1 1 5 0,-1 0 2 0,2 2 0 15,-1-1 1-15,2-1 2 0,0 1-5 0,1-2-7 0,-1 0-5 0,-1 0-1 16,1-2 4-16,-3 1 2 0,2-2 9 0,-1-2 8 0,0 1 7 16,1-2 14-16,-1-2 11 0,2-1 8 0,0-1 7 0,0-1 2 0,1-1-5 15,0-1-3-15,2-1 0 0,0-1-2 0,-1 1-7 0,2-1-4 0,-2 1-2 16,1-1-4-16,3 0 4 0,-2 1 0 0,3 0-4 0,-1 2 11 15,0 0-2-15,1 2 10 0,0 1 9 0,1 2-9 0,-1 1 4 0,0 1-15 16,0 2 4-16,-1 0 1 0,0 1-7 0,0 2 3 0,-1 2-15 16,1 3-4-16,-1 0-2 0,-1 2-7 0,0 2 0 0,-1-1-8 0,1 3 2 15,0-2-3-15,-2 2-4 0,2 0-5 0,-2-1-13 0,-1-2-31 0,1-1-35 16,-1-2-53-16,1 0-69 0,-1-3-57 0,0 0-76 0,-1-2-61 16,1 0-172-16,2-1 80 0</inkml:trace>
  <inkml:trace contextRef="#ctx0" brushRef="#br0" timeOffset="178701.32">32029 15107 217 0,'1'2'197'0,"0"1"-38"0,1 0-16 0,1 2 0 15,0 2-9-15,3 3-18 0,-2 3-9 0,4 2-28 0,-4-6-12 0,2 3-5 16,1 4 25-16,2 4-2 0,1 2-6 0,2 6-2 0,0 2-28 0,5 7 0 16,1 3-4-16,0 2-10 0,2 1-8 0,2 1-15 0,-2 0-9 15,2 0-10-15,-1-1-21 0,-2 0-36 0,-1-1 1 0,0 2 3 0,0-2 2 16,-3 0 24-16,1-1-14 0,-1-2-15 0,0-1-7 0,-3-3 5 16,2-4 13-16,-2-3 2 0,-1-3-5 0,-2-3-38 0,-2-3-47 0,-1-3-54 15,0-5-62-15,-2-3-182 0</inkml:trace>
  <inkml:trace contextRef="#ctx0" brushRef="#br0" timeOffset="178951.32">32092 14999 3003 0,'4'0'282'0,"1"1"-97"0,1-1-71 16,2 0-66-16,4 1-8 0,2 0-10 0,3 0-20 0,1 0-1 15,4 2-9-15,2 0-9 0,0 1 1 0,3 2-7 0,-1 0-6 0,1 3 2 16,-1 0-7-16,3 1 3 0,0 2-3 0,-3 1 2 0,2 1 0 15,-3 0-6-15,1 0 1 0,-2 1-21 0,-2 0 8 0,-3 0 11 0,-2 0 4 16,-2 0 18-16,-1 0 4 16,-3 0-6-16,-3-2 6 0,-1 1-4 0,-2-1-4 0,-4 0 6 0,-1-1 2 15,-2-1 10-15,-3 1 4 0,-3-1-4 0,-3-1 1 0,-2 0-10 0,-4-1 2 0,-1-2-3 0,-4-1-20 0,-4 0-7 16,-1-3-33-16,-3-1-36 0,-1-2-28 0,-3-3-48 0,1-1-42 16,-3-2-67-16,0-1-82 0,0-1-74 0,-2-4-358 0</inkml:trace>
  <inkml:trace contextRef="#ctx0" brushRef="#br0" timeOffset="179893.1">32857 14660 1 0,'-71'-22'236'0,"65"8"613"0,0-2 650 0,-5-2-1212 0,-3-4-192 16,-3-2-20-16,-5-5-28 0,-4 6-22 0,-4-4-3 0,-5-3-1 15,-6-5-7-15,-5-5-5 0,-7-3-2 0,-6-4-7 0,-17-11-30 16,-62-40 1-16,7 8-3 0,6 13 3 0,25 21 34 0,-4-1 5 0,-7 2-5 16,-4 1-13-16,-3-2-4 0,-7 2-7 0,-4 1-9 0,-6 2 6 0,-6 4-17 15,-6 5-14-15,-5 5-2 0,-6 4-7 0,-3 9 15 0,-2 5 12 0,-1 6 11 16,2 7 13-16,1 5 1 0,-1 4 5 0,-1 4-8 0,0 4 7 16,-2 4 6-16,1 4 2 0,2 7 14 0,-1 2-3 0,2 5-10 0,0 2 0 15,2 3-1-15,4 4 1 0,2 2 0 0,7 3-3 0,1 1 2 0,6 0-2 16,3 1 1-16,5 4-2 0,1 3 1 0,3 4 3 0,5 1-5 15,4 1 2-15,6 3-3 0,5 2-5 0,4 2 3 0,4 2 0 0,4 2 0 16,5 1 5-16,5 0-3 0,4 2-2 0,7 0 4 0,2 4-4 0,2 0-1 16,4 2 1-16,1 3-3 0,5-3 3 0,4 3 0 0,3-1 5 15,5 1 0-15,4-1 0 0,7-1-3 0,4 0-3 0,5-2-2 0,4 0 9 16,7 1-2-16,4-1-4 0,5-1 6 0,5 1-7 0,3-3-2 0,5 0-1 16,4-2-15-16,5-1 17 0,5-1 4 0,7 0 2 0,4-2 12 15,8 0-10-15,6 1 12 0,8 3 8 0,8-2-2 0,-27-39-6 0,11 6-7 16,2 0 0-16,13 5-6 0,3-4 10 0,14 6-4 0,5-1-1 15,14 4 0-15,6-3-7 0,6-3 2 0,4-3 7 0,4-2 1 0,3-4 5 16,5-1-10-16,2-6-3 0,4 0 13 0,2-5-8 0,4 0 14 0,2-4 4 16,4-5-1-16,3-1 1 0,2-3-5 0,2-3-15 0,1-3 2 15,2-3 3-15,0-2-21 0,1-3 0 0,0-2-20 0,0-3 2 0,-2-3-2 16,1-3-7-16,-1-1 3 0,0-3-6 0,-1-4 21 0,-1-1 9 0,-1-4 10 16,-2-1 12-16,1-5 2 0,-2-2 10 0,-3-4 1 0,-2-1-6 15,-2-3 10-15,-3-3-2 0,13-12 10 0,92-38-1 0,-41 8 5 0,-36 7 6 16,-49 20-7-16,-3-1-7 0,-1-4-12 0,-4 0-4 0,-2-2-4 15,-5-1-8-15,-52 35 13 0,11-9 0 0,-3 0-1 0,11-9-2 0,-3 1-21 16,7-9-15-16,-4 0 8 0,7-8 0 0,-4 0-2 0,-5 0 80 0,-6 0-2 16,-31 34 2-16,4-5 10 0,-4 0-75 0,2-4 8 0,-2 0 0 15,1-5 0-15,-3 0 6 0,0-4-22 0,-2-1 4 0,0-5 6 0,-5 0-5 16,0-5 20-16,-4-1 9 0,-2-4-1 0,-3-1 8 0,-4-5-5 0,-5 0 0 16,-8-5 11-16,-14-66-85 0,-13 10 14 0,-12 10 1 0,-9 10-5 15,-8 11 80-15,-4 13-1 0,-4 10-7 0,0 18 12 0,-6 2-35 0,-19-4-2 16,-75-36-1-16,5 23-14 0,16 22 32 0,30 24-12 0,-7 7-17 15,-5 4-9-15,-6 5-10 0,-6 6-4 0,-3 7 5 0,-3 5-12 0,0 8 0 16,2 7-8-16,2 5-34 0,3 4-22 0,3 6-53 0,2 2-56 0,4 4-63 16,5 2-97-16,2 2-163 0,5 5-476 0</inkml:trace>
  <inkml:trace contextRef="#ctx0" brushRef="#br0" timeOffset="182194.7">26351 17105 453 0,'0'0'143'0,"0"-1"-44"16,-1 1-20-16,0 0-20 0,0 0-8 0,0 0 1 0,0 0-8 15,0-1-3-15,1 1-5 0,0 0-1 0,0-1 1 0,-1 1-1 0,1 0 2 16,0 0-7-16,0 0 3 0,0 0 7 0,0-1-1 0,1 1 6 0,-1-1 2 16,1 1 1-16,1-1 4 0,-1 1 0 0,0 0-5 0,0-1-7 15,-1 1-1-15,1-1 1 0,-1 1 1 0,1 0-1 0,-2 0-1 0,1 0-4 16,1 0 6-16,-1 0-10 0,0 0-7 0,0 1-3 0,0-1-14 0,-1 1 7 15,1 0-3-15,-2 0 3 0,1 0 3 0,0 0 1 0,0 0 0 16,1 1 5-16,-2 0 1 0,1 1-10 0,0 1-8 0,-1 0 0 0,-1 2 0 16,0-1 1-16,-1 3-4 0,0 0-4 0,0 1-1 0,-1 1 8 15,2 1 6-15,-2 1-2 0,-1 0 3 0,1 0 5 0,-1 1 8 0,0 0 4 16,0 0 3-16,0-1 3 0,0 1-2 0,-1-1 0 0,0 0 7 0,1-2-2 16,0 2-3-16,-2-1-1 0,0 0-12 0,-1 0 4 0,0 0 4 15,0-1-7-15,1 0 2 0,-2 1-14 0,-1 0 3 0,1-1-1 0,-1 1 3 16,0-2-2-16,0 0-7 0,-2 1 4 0,-1-1-2 0,-1 1 0 0,0 0-2 15,-1-2 2-15,-1 2 4 0,-1 0 4 0,-1 2-4 0,-1 0-4 16,-2 0 8-16,0-1-2 0,-3 2 6 0,0 0-2 0,-4 1-8 0,-1 0 9 16,-2-1-11-16,-2 0 2 0,-2 1-1 0,-2 0 1 0,-3-1 18 0,-1 1-11 15,-2-1 4-15,-3 0 3 0,22-6-24 0,-3 0 10 0,0-1-3 16,-5 1-11-16,-1 1 23 0,-3 0-12 0,-2 0-5 0,-2 1 3 0,-1 0-14 16,-4 0 9-16,0 0-9 0,-3 1 1 0,0 0 10 0,-4 0 1 0,1 0 11 15,-5 0 11-15,2 0 5 0,-1 0-5 0,2 0 11 0,-1-1-7 16,1 1-16-16,1-2 3 0,-1 0-9 0,0 0-1 0,-1 0-7 0,1 0-1 15,-2 0 15-15,0-1-11 0,-2 1 7 0,-1-1-9 0,0-1-10 16,-1 1 7-16,-1 1-3 0,-1-1 4 0,0 0-4 0,-1 0 8 0,-1 0-12 16,-1 1 3-16,0-1-4 0,-1 0 0 0,0 1 16 0,0 0-3 0,0 0-1 15,0 0-6-15,0 0 3 0,0 0-17 0,0 0 4 0,1 0-3 16,-1 1 12-16,-1 0 11 0,1 0-8 0,-1 0 12 0,1-1-13 0,1 0 9 16,-2 0 0-16,1 0-19 0,-1-1 12 0,0 0-6 0,0 0 17 0,1-1 15 15,0-1-6-15,-1 0 48 0,0-1 7 0,0 0-24 0,0-1-15 16,-3 0-36-16,1 1-19 0,-1-1 29 0,-1 0-10 0,-2 0-6 0,1 0 33 15,-3-1-12-15,0 1-2 0,0-1-26 0,0 0-8 0,0-1 21 16,-3 1-4-16,0 0 21 0,0-1-19 0,-1 0-34 0,0 0 59 0,-1-1-59 16,2-1-9-16,-2 0 30 0,-1-1-40 0,2 0 54 0,0-1 6 0,-2 1-53 15,-2-2 0-15,-2 2-4 0,-2-2-35 0,-1 1 57 0,-1-1 8 16,-1 0 15-16,0 2 41 0,-1-2-23 0,-1 2-16 0,-1-1 6 0,-1 1 3 16,-1-1 7-16,0 0 0 0,-2 0-2 0,1 1-9 0,0 0-6 0,1 0-3 15,-1-1-2-15,2 2-32 0,-1-1 13 0,1 0 9 0,-1 0-4 16,0-1 34-16,0 1 0 0,0-1-6 0,1 0-1 0,-1-1 7 0,2 0 5 15,-1 0-5-15,0-1-6 0,0 0-22 0,0-1 6 0,1-1 6 16,-3-1 2-16,4 0 7 0,-1-2-13 0,1 0 11 0,-1 0-9 0,1-1-7 16,-2-2 2-16,1 0-7 0,-1-2 9 0,1 2 0 0,-1-3 3 0,0 0 4 15,0-1 10-15,0 1-3 0,1-3-6 0,-89-18 6 0,11 0-2 16,12 1 0-16,13 0-28 0,13 2 2 0,12 1 6 0,12 2 1 0,13 3 27 16,4 0-20-16,2-1 5 0,-1 1 9 0,1-2-2 0,-1 1 14 0,2-1-7 15,-1-1-4-15,0-1 11 0,0 1-9 0,0 0 0 0,1-1 4 16,1 0 3-16,0 1 11 0,0 0-4 0,1 1-5 0,-76-29-7 0,22 10-4 15,22 6 6-15,21 9 7 0,15 4 1 0,-1 2 1 0,3-1-11 16,1 0-10-16,-1-1 10 0,0 0-9 0,0-4 2 0,1-1 7 0,1-1-10 16,3 0 17-16,2 0-9 0,0 1-1 0,1-1 3 0,2-2-11 0,-1-2 17 15,3-1-13-15,0-3 3 0,0-2-1 0,3 0 2 0,3-1 10 16,2-1-7-16,0-3-7 0,1-1-2 0,0-1-1 0,-1 1 4 0,3 0 8 16,2 2 2-16,-1-2-5 0,1 2 8 0,2 0 0 0,1 0-8 0,1 1 6 15,0-1-10-15,1 0 2 0,0-3 3 0,2 0-7 0,1-3 6 16,2-2-5-16,2-2 3 0,1 0 11 0,4-3-4 0,1 0 1 0,4 1-3 15,0-1-9-15,3-3 2 0,2-2-2 0,2-1 4 0,1 1-6 16,0 1-16-16,0 0 21 0,-1 0-6 0,0 0 5 0,0 2 12 0,1 1-12 16,0 1-4-16,0 2 4 0,1 0 0 0,-1 0-6 0,3 0-5 0,-3 0 13 15,3 0-8-15,0 1 8 0,-1 1 12 0,3 1-12 0,-3-1 3 16,2 2-5-16,0-1 2 0,1 2-1 0,-1 3-3 0,2-2-14 0,-1 2 12 16,-1-1-2-16,2 1 8 0,0 2 14 0,-1 2-18 0,2 2 6 0,-2-1-6 15,0 3 5-15,0 0-3 0,-2 0 2 0,0 4-2 0,1 1-6 16,0 1 10-16,3 2-19 0,-2 1 5 0,0 2 10 0,0 2-7 0,-1 1 14 15,0 1-6-15,1 1-3 0,0 2 4 0,0 0-8 0,1 2 4 16,0 1 2-16,0 1-2 0,1 1 2 0,0-1 0 0,0 0-2 0,1 1 2 16,0 0-2-16,0 0-6 0,1 3 4 0,0 0 1 0,0 0 2 0,0 2 5 15,0-1-6-15,1 1-2 0,-1 1-2 0,0 0 4 0,1 1 2 16,-2 0-4-16,0 1 2 0,0 2-16 0,1-2-1 0,0 2 6 0,0-1-5 16,2 3 29-16,-2 1-4 0,2-1 0 0,0 1 8 0,1 0-17 0,-1-1 3 15,-1 1-5-15,2 2-1 0,0-1 3 0,0 0 2 0,0 1-4 16,1 1 0-16,0 0 0 0,1 1 2 0,-1-1 0 0,1 2-2 0,-1 0-3 15,2 0 5-15,2 1-4 0,-2-1 6 0,0-1-2 0,2 2-6 16,-1-1 5-16,2 0 2 0,0 0 1 0,2-1-4 0,0 1 1 0,0-1-1 16,1 1-2-16,0-1 8 0,0 0-1 0,0 0-4 0,0 1 1 0,0 0-4 15,1 0 6-15,-1 0 1 0,0 1 1 0,1 0-2 0,0 0-8 16,0 0 8-16,0 1-2 0,0 0 8 0,0 0-3 0,0 1-9 0,1 0 6 16,1 0-5-16,0 1 4 0,0 0-4 0,1 0 1 0,0 0-7 0,0 0 3 15,1 0 8-15,-1 0-9 0,1 0 7 0,0 0-4 0,1 0 0 16,-1 0 6-16,1 0-4 0,-1 0 6 0,1-1-4 0,-1 1-2 0,1 0 4 15,0-1-4-15,0 0 2 0,1 1 2 0,0-1-4 0,-1 0 2 16,0 0 4-16,0 0-4 0,0 0-4 0,1 0 6 0,0 0-4 0,0 0 4 16,0 0-2-16,0 1-7 0,0-1 7 0,0 0 2 0,1 0 1 0,-1 0-1 15,1-1-6-15,0 0 1 0,0 1 3 0,0-1 2 0,1 0-1 16,-1 0 1-16,0 0-5 0,1-1 3 0,0 0 1 0,-1 0 3 0,0 0-4 16,0 0-2-16,0-1-1 0,0 0 1 0,0 0 4 0,-1 0-2 0,0-1 3 15,1 1-6-15,-1 0 4 0,-1 0-1 0,1 0-5 0,0 1 9 16,-1 0-8-16,1 0 4 0,-1 0 0 0,-1 0-4 0,1 0 4 0,0 1 0 15,-1-1 0-15,2 1 6 0,-1-1-6 0,0 1-4 0,0 0 4 16,-1 0-3-16,1 0 3 0,-1 0 3 0,1 0-5 0,-1-1 4 0,1 1-2 16,-1 0-2-16,0 0 2 0,0 0 0 0,0 1-1 0,0-1-3 0,0 0 6 15,0 0 0-15,-1 0 1 0,1 0 1 0,0 0-8 0,-1 0 6 16,1 0-2-16,-1 2 4 0,-1-2-3 0,1 1-6 0,-1 0 5 0,0 0-2 16,0 0 2-16,-1 1 0 0,0 0-2 0,-1 0-3 0,-1 1-1 0,-1 1 3 15,-2 0-6-15,-1 0 3 0,-2 2-1 0,-1 1-6 0,-3 1 8 16,0 1-4-16,-2 1 5 0,-1 1-1 0,-2 0-6 0,-1 1 7 0,1-3 1 15,-2 2 5-15,-1-1-4 0,2 0 0 0,0-1 0 0,1 0-1 16,4-1 1-16,0-1 4 0,3 0-2 0,2-1-2 0,2 1 0 0,2-2-7 16,0 1-4-16,1 0-1 0,0-1 2 0,2 1-11 0,0-1-8 0,2 0-11 15,0 0-19-15,1 1-13 0,1 0-20 0,1-1-17 0,2 1-10 16,2 0-19-16,0-1-22 0,3-1-13 0,1 0-13 0,-1-1-9 0,4-2-23 16,0 1-25-16,1-1-27 0,2-1-42 0,-1-1-258 0</inkml:trace>
  <inkml:trace contextRef="#ctx0" brushRef="#br0" timeOffset="182660.22">7872 11547 564 0,'-11'-2'74'0,"1"1"16"15,-1 0 8-15,3 1 3 0,1 0-25 0,1-1-12 0,1 1-6 0,0 0-8 16,2 0-8-16,-1 1-7 0,1 0-9 0,1 0-7 0,-1 1-9 16,1 1-2-16,0 0 1 0,0 1-1 0,0 0-1 0,1-1-1 0,-1 0-3 15,1 0 2-15,0-1 2 0,-1 1-2 0,2 0 3 0,0-2 2 16,0 2 0-16,0-1 8 0,-1 0-1 0,0 0 1 0,0 0 3 0,1 0-3 16,-2 1 6-16,0-1 1 0,1 2-1 0,-1-1-3 0,0 2-5 0,0 0-5 15,-1 1 3-15,0 0-5 0,-1 1-3 0,-1 1 3 0,0 2-1 16,-1 0 0-16,0 1-1 0,-1 2-5 0,-1 0 0 0,1 3 0 0,-3 1 0 15,0 0-1-15,-1 0-1 0,0 2 5 0,-1 0-3 0,1-1 0 16,-1 3 0-16,0-2-8 0,-1 1 5 0,-1 1 2 0,0 0 3 0,-1-1 1 16,0 0-5-16,1 0 1 0,2-2-1 0,1-2-1 0,1 0 2 0,0-1-2 15,1-2 0-15,1 1 10 0,1-1 2 0,0-1 0 0,2-2 3 16,0-1-9-16,2-3 0 0,-1 1 3 0,1-1-4 0,1-1 4 0,1 1 0 16,0-1-4-16,1-1 0 0,-1 1 1 0,2-1-1 0,-1 0-3 0,1 0 5 15,1-1-8-15,1 0 2 0,0-2 3 0,1 1-7 0,2-2 7 16,1-1-6-16,1-1-4 0,2-3-2 0,1-3-7 0,1-2-2 0,1-1-8 15,1-3-8-15,2 0-25 0,0-2-40 0,3-3-26 0,0-1-10 16,1 0-2-16,-1-3 11 0,0 0 1 0,2-3 1 0,1-1 1 0,-1 0 12 16,1-1 12-16,-2 2 12 0,-3-1 2 0,0 2-25 0,-2-1 32 0,-2 0 34 15</inkml:trace>
  <inkml:trace contextRef="#ctx0" brushRef="#br0" timeOffset="183539.22">7866 11636 56 0,'-1'-13'71'0,"-1"-1"6"0,0-2 5 0,0 2 2 0,-1 5-5 16,-1-1 17-16,-1 2 5 0,0 1-3 0,0 2-3 0,1 1-5 0,1 2-4 15,0 0-5-15,0 1-8 0,2 0-11 0,-1 1-4 0,2 0-9 0,0 2-10 16,1-1-5-16,0 2 1 0,1 1 1 0,1 1 10 0,0 1 1 15,1 0-2-15,1 2 8 0,1-1-4 0,2 1 0 0,1 0 5 0,1 1-7 16,2 0 6-16,1 0 1 0,2 1-5 0,1-1-1 0,2 0-4 16,1 0-3-16,2-1-5 0,1 1 3 0,0-2-5 0,1 0-4 0,0-1 0 15,-1-1-3-15,1 1 0 0,-2-1 5 0,2 1-8 0,1-1-1 0,-2 1 0 16,1 0-7-16,-1-2 2 0,-2 2-2 0,1-1-6 0,1 0 2 16,1 0-4-16,1-2-3 0,0 1 1 0,0-1-6 0,-2 0 3 0,-1 0-4 15,0-1 1-15,-1 0 0 0,-2-1 1 0,0 0 3 0,-2 0-4 16,-1 0-2-16,-3 0 2 0,-2 1 3 0,-1-2 0 0,-2 1 1 0,-2-1-3 15,-2 1-2-15,-2 0 5 0,1 0 0 0,-2-1 7 0,1 0 0 0,0 1-1 16,-1-1 2-16,0 0-4 0,-1 0 7 0,0 0 1 0,-1 0-3 16,0 0-3-16,1-1-5 0,-2 1-4 0,2 0 1 0,-1 0 4 0,1-1 1 15,0 0-5-15,0 0-2 0,1 1-4 0,-1-1 4 0,1 1 5 0,-1-1 0 16,1 1-3-16,0-1-1 0,0 1 3 0,0 0-4 0,0-1 3 16,-1 0-6-16,1 1-4 0,0 0 5 0,0 0 2 0,0 0 5 0,1 0-1 15,-2 0-1-15,1-1-5 0,0 1 4 0,-1 0-2 0,1 1 0 0,0-1 0 16,0-1-3-16,0 2 6 0,-1-2-1 0,0 1 1 0,0-1-3 15,0 1-5-15,0 0 5 0,1 0 3 0,-1 0-1 0,1-1 1 0,-1 1-1 16,0-1-5-16,1 0 6 0,-1 1-6 0,1-1-2 0,-2 0 3 16,2 1 2-16,-1-1 2 0,0 1 1 0,2 0 0 0,-2-1-1 0,1 1-1 15,0 0 4-15,-1 0-1 0,1-1-3 0,0 0-2 0,0 1-4 0,0 0 1 16,0 0 0-16,0 0 4 0,0 1 0 0,0-1 0 0,0 0 1 16,1-1-1-16,-2 1 0 0,1 0 0 0,0 1 2 0,0-1-4 0,0 0-1 15,0 0 3-15,0-1 0 0,0 2 0 0,0-2 2 0,0 1 1 0,0 0-2 16,0 0-2-16,0 0-4 0,1 0 0 0,-1 1 5 0,0-1 2 15,1 0 1-15,0 1-3 0,0-1-5 0,0 0 3 0,0 0 1 0,-1-1 2 16,1 1-2-16,-1 0 1 0,1 0 3 0,0-1-1 0,0 1 1 0,1-1-5 16,-2 1 1-16,2-1 1 0,-1 1-4 0,0 0 8 0,1-1-4 15,-1 0-2-15,0 1 4 0,1-1-9 0,0 0 9 0,0 0-4 0,-1-1 2 16,0 1 3-16,0 0-3 0,0 0 0 0,0 0 2 0,0-1-4 16,0 0-1-16,-1 1 3 0,1-1 0 0,-1 0 3 0,0 1-1 0,0-1 0 15,0 1-2-15,0-1-2 0,-1 1 0 0,0 0 7 0,0-1-1 0,0 1-3 16,0 1 1-16,-1-1-9 0,2-1 11 0,-1 1-4 0,0 0-2 15,1 0 4-15,0 1-7 0,-1 0 8 0,1-1-1 0,0 0-6 0,-1 1 4 16,1-1 0-16,0 1 0 0,0 0-1 0,1 0-1 0,0-1 2 16,-1 1-2-16,0 0 9 0,0 0-5 0,-1 0-2 0,1 0-2 0,0 1 0 15,-2-1 1-15,3 0-1 0,-2 0 2 0,2 0-2 0,0 0 7 0,-1 0-1 16,0 0-3-16,1 1 1 0,-1 0-4 0,0-1-1 0,0 0 1 16,0 0 2-16,1 0-3 0,-1 1 6 0,0-1-1 0,0 0-7 0,0 0 8 15,0 0-4-15,0 0 1 0,0 0 3 0,1 0-5 0,-1-1 1 0,1 1 4 16,-1 0 0-16,0 0-3 0,1 0 3 0,-1 0-3 0,0-1-4 15,1 1 5-15,0 0 1 0,-1-1-4 0,1 1 4 0,0 0-4 0,-1-1-1 16,1 1 1-16,-1 0 7 0,1 0-5 0,0 1-1 0,1-1 1 0,-1 0-2 16,0-1 4-16,0 1-1 0,-1 1-2 0,1-1-4 0,0 0 3 15,1 0 0-15,-1 1 2 0,0-1 4 0,1 0-6 0,-1 0 2 0,0-1-2 16,0 0-4-16,-1 1 9 0,1 0 0 0,-1 0-4 0,1 0 6 16,0 0-7-16,-1 0 2 0,1 0 2 0,-1-1-4 0,0 2-3 0,1-1-5 15,0 0 4-15,-1 1-2 0,1-1 3 0,-1 1-5 0,1 0 2 0,0 1-5 16,0-1-2-16,0 0 1 0,1 1-12 0,0 0-3 0,-1 2-7 15,1-1-11-15,-1-1-20 0,1 1-19 0,0-1-18 0,0 0-19 0,0 1-13 16,-1-1-16-16,1-1-15 0,0 1-29 0,0-2-11 0,1 1-3 16,-1-1-6-16,1 1-7 0,0-2-232 0</inkml:trace>
  <inkml:trace contextRef="#ctx0" brushRef="#br0" timeOffset="183995.22">7743 11637 843 0,'-17'-3'31'0,"0"-1"37"0,-4-1 17 16,5 2 7-16,4 0-5 0,2 2-13 0,-1 1-9 0,1 0-12 15,0 1-14-15,2 1-7 0,-1 0-7 0,0 1-5 0,1 1-7 0,0 0-3 16,0 1-4-16,2 1 0 0,0 1 1 0,-1 0-2 0,1 1 3 16,-2 1-1-16,2 0-1 0,-1 0 4 0,-1 2 3 0,0 0-1 0,-2 0 5 15,1 2 3-15,-1 1 3 0,0 1 5 0,0 2 9 0,-2 0-2 0,-2 0 1 16,-1 3 0-16,0 2-2 0,-2 0 3 0,0 2-3 0,-1 2 1 15,-1 0-6-15,0 2-7 0,0-1 5 0,-1 2 1 0,0-1 0 0,0 3 5 16,-1-2-5-16,1 2-3 0,-1-3-4 0,0 2-7 0,-2-1 6 16,1 3-8-16,-1-1 3 0,0 0-2 0,4-3-2 0,-2 0-1 0,2-1-4 15,1-1 5-15,-2 2-4 0,1-3-1 0,1 2-3 0,2-1 2 0,0 0-4 16,0-2-5-16,0 2-1 0,2-1 4 0,-1-1 2 0,0 1 10 16,1-3 0-16,3-1-7 0,0-2-4 0,0-2 0 0,3-3-4 0,1-1 2 15,2-2 2-15,2-2-6 0,0-2 0 0,2 0-6 0,0-3-2 0,2 0 1 16,0-1-10-16,2 0-2 0,1-2-17 0,0-1-20 0,2-2-24 15,2-1-29-15,2-3-28 0,3-2-40 0,-1-1-41 0,3-5-35 0,3 0-35 16,1-2-198-16</inkml:trace>
  <inkml:trace contextRef="#ctx0" brushRef="#br0" timeOffset="184444.74">6971 12317 1226 0,'-27'4'25'16,"1"2"58"-16,-6 1 8 0,9 0 1 0,6 0-9 0,2-1-14 0,1 0-13 16,2-1-9-16,3 1-11 0,0 1-15 0,0 1-1 0,1 2-8 0,0 2-4 15,1 2-1-15,0-1-7 0,1 3 1 0,3 1-1 0,-1 1 3 16,0 0-3-16,1 2-1 0,0 0 1 0,1 0 1 0,0 1 0 0,0 0-2 16,0-1-4-16,-1-1-5 0,1 2 1 0,-2-2 10 0,1 1 4 15,0 1 4-15,-2-2-1 0,-1 2-6 0,1-1-2 0,-1-1 2 16,0 1-1-16,0-3 0 0,1-2 2 0,-1 1-2 0,2-2 6 0,0-1-4 15,1-1-2-15,1-2 1 0,1 0-4 0,2-2 8 0,-1 0 5 0,2-1-2 16,-1-1 4-16,1 0 1 0,1 0 2 0,-1-2 8 0,3 0 1 0,-1-1 5 16,1 0 5-16,0-2 1 0,0 0 3 0,1-1 2 0,1 0-3 15,2-1 1-15,1-1-2 0,0-1-1 0,2-2-2 0,-1 0-2 16,4-2-6-16,1-1-1 0,1 0-3 0,-1-1-2 0,1-1-3 0,1 1 0 0,1 0 1 16,-2-1-2-16,1 1 0 0,0-1-7 0,-1 1-2 0,1 0 4 15,0 1-6-15,-2 0 6 0,-2-1-6 0,0 1-1 0,0 0 0 0,0 0-6 16,-4 1 8-16,2 0-6 0,-3 1 4 0,1 1-1 0,-1 1-2 15,-2 2 3-15,-1-1-3 0,-3 1 1 0,0 1-2 0,1 0 0 0,-1 0 0 16,-1 1 3-16,2 1-4 0,-3 0-1 0,0 0 0 0,1 0 2 0,-1 1-1 16,1 1-3-16,0 0-4 0,0-1 2 0,0 2-2 0,0 0-6 15,1 1-2-15,0 1-15 0,1-2-5 0,0 2-5 0,1-1-15 0,1-1-27 16,0 1-31-16,1-2-30 0,2 0-19 0,2-1-13 0,0 0-23 0,3-2-21 16,-2 1-7-16,3-1 3 0,1 0 13 0,1 0 0 0,-1 0-155 15</inkml:trace>
  <inkml:trace contextRef="#ctx0" brushRef="#br0" timeOffset="184862.74">7584 12892 935 0,'-12'1'132'0,"1"0"3"0,-1 1 9 0,4-1 1 0,4 0-27 16,1 0-19-16,2 0-22 0,0 0-17 0,1 0-14 0,0 0-8 0,0 2-2 15,1-1-5-15,1 3 1 0,2-2-4 0,1 3 1 0,2 1 3 16,2-1-7-16,1 1 1 0,2 0-4 0,0-2-9 0,2 1 9 0,3-1-6 15,3-2 2-15,1 1 2 0,5-1-8 0,0-2 1 0,3 2-7 16,1-1-3-16,-1 2 0 0,1 0 0 0,1 0 2 0,0 1-1 0,1 0-1 16,0 2-3-16,2 0 2 0,-3 2 1 0,2 0 7 0,-1 0-4 15,0 1 2-15,0 2-2 0,2 0-4 0,-2 2 7 0,1-1-2 0,0 1 2 16,1 1 1-16,0 1-6 0,1 0-1 0,1 2 0 0,-3 0 0 16,0-1 5-16,0 2-5 0,0 0 2 0,-1-1-8 0,2-1-5 0,-1 1 3 15,-1 1 10-15,0 0 7 0,-2 2 2 0,2 0 3 0,-1 0-14 0,-1 2-1 16,-1-1-2-16,0 0 2 0,-1 0-2 0,0 1 0 0,1 0 3 15,-3 2-2-15,0 0 2 0,-4 1 0 0,-1-1-4 0,-1 1 2 0,-5-1-1 16,-1 0 2-16,-2 2-4 0,-3 0 4 0,-1 3 0 0,-5 2-1 0,-1 1 1 16,-4 1-2-16,-4 2 0 0,-2-2-2 0,-3 1 2 0,-2 1 6 0,-2-1 1 15,-2 1-1-15,-3-1 0 0,0 0-1 0,-2-1-1 0,-2-1 1 16,0-1 1-16,-1-1-2 0,1-3-4 0,2 0 6 0,0-1-5 0,1-2 1 16,0-1 1-16,0-1 0 0,1-2-4 0,1-3-1 0,3 0-3 15,1-4-15-15,3-1-2 0,0-3-9 0,0 0-12 0,3-1-8 0,1-2-18 16,1 0-34-16,3-3-33 0,1 0-33 0,2-2-44 0,0 0-48 15,0-2-26-15,3-2 0 0,0-1 7 0,3-2-149 0</inkml:trace>
  <inkml:trace contextRef="#ctx0" brushRef="#br0" timeOffset="185144.74">8795 14401 585 0,'-9'0'193'0,"1"0"-10"0,-2 0 0 15,2 0-17-15,1 0-36 0,2 2-28 0,-1 0-25 0,2 0-13 16,0 1-5-16,0 1-7 0,0 1-10 0,0 2-6 0,-1 0-12 0,0 2 0 15,1 2-3-15,0 3-3 0,-1 2 2 0,0 2-2 0,1 1-4 16,0 3-6-16,0 0 5 0,-1 4-9 0,0 2 2 0,0 1 1 0,0 2-4 16,-1-1 5-16,-1 1-3 0,1-1 3 0,-2 0 5 0,1 0 6 0,-1 0 12 15,-2-3 8-15,0 0 13 0,0-2 3 0,-2-1 5 0,2-3 2 16,0-1-8-16,-1 0 1 0,2-1-8 0,0-1 2 0,0-1 1 0,2-2-6 16,2-1-4-16,3-3-5 0,1-1 0 0,1-1 3 0,2-2-3 15,-1-1 0-15,4-1 1 0,3-1 1 0,3-1 3 0,4-3 0 0,3-1-9 16,5-4-5-16,7-3-8 0,4-4-8 0,5-3 2 0,6-2-10 0,4-3-7 15,4-3 1-15,5 0-4 0,3-1 2 0,3-1-8 0,4-1-19 16,0 0-26-16,2 1-45 0,1-1-47 0,2 0-35 0,2 0-51 0,5 1-62 16,2 2-101-16,6 1-162 0,9 0-247 0</inkml:trace>
  <inkml:trace contextRef="#ctx0" brushRef="#br0" timeOffset="198131.44">16451 3676 909 0,'-18'-18'78'0,"-3"-2"-40"0,-5-3-7 0,2 4-12 16,1 5-11-16,-1 2-2 0,0-1-3 0,-2 0-7 0,-2 0 3 15,-3-1-1-15,1 3 0 0,-4 0 2 0,0 1 1 0,-2 1 2 0,0 2 0 16,-1 3 4-16,-2 1 1 0,-1 3-1 0,-3 2 0 0,-1 3 3 16,-1 2 2-16,0 4 2 0,-3 4 0 0,-2 2-5 0,0 4 6 0,-2 3 4 15,0 2 0-15,-1 2 7 0,-1 3-1 0,-1 5 5 0,0 3 4 0,-2 3 2 16,1 3-4-16,1 3 3 0,2 3-8 0,-1 1 2 0,2 2 4 15,1 1 0-15,2 2 6 0,2-2-1 0,4 0-3 0,3-3 2 0,3-3-6 16,5-2-6-16,3-3-9 0,7 0-7 0,5-3-2 0,4-3-3 16,6-1 0-16,5-3 1 0,5-3 3 0,6-3-4 0,7-2 3 0,5-4 3 15,7-2-6-15,6-3 6 0,6-2-3 0,4-2-6 0,6-1-1 0,3-2-4 16,6-2 12-16,3-1-1 0,3-1 1 0,3-1 5 0,2 1-11 16,2 0 7-16,0 3 2 0,2 1 4 0,-2 2 5 0,1 2 1 0,1 0 2 15,0 3 1-15,-1 2-1 0,1 3-3 0,0 0-9 0,1 3-4 0,-2 0-2 16,-1 4-7-16,-1-1-2 0,-1 3-3 0,-1 0 0 0,-3 1 2 15,0 2 2-15,-2 1-1 0,-4-1-2 0,-2 0-1 0,-5-2 6 0,-4 1-2 16,-3-1-3-16,-5-2 5 0,-5-2-2 0,-6 0 0 0,-5-4 6 16,-7 2 4-16,-6-1 7 0,-7 2 5 0,-6 2 5 0,-8 1 1 0,-8 2-8 15,-7 5 9-15,-9 0-1 0,-6 3 3 0,-7 1 10 0,-7-1 0 0,-4 1 7 16,-5-1 6-16,-4 1 9 0,-2 0 1 0,-4-1 4 0,-1-2-14 16,-2 0-14-16,-2-2-5 0,1 1-19 0,0-2 4 0,0-2-1 0,2-1-19 15,1-2 4-15,0 0-2 0,1-2-11 0,2 3 12 0,2-1-6 0,3 0-2 16,3-1 1-16,2 2-8 0,4 0-2 0,3 3-8 0,5 0-5 15,5 1-8-15,3-1-13 0,7 0-18 0,3 0-26 0,7 1-44 0,3-1-55 16,5-2-49-16,4-2-62 0,6-2-52 0,4-5-99 0,4-4-77 16</inkml:trace>
  <inkml:trace contextRef="#ctx0" brushRef="#br0" timeOffset="198444.25">17493 3718 2145 0,'-15'15'197'0,"1"8"-171"0,-2 17-14 0,6 13-5 0,5 13-4 16,1 12 2-16,3 10 3 0,1 7-10 0,0 6-1 0,1 5-17 15,-2 2 0-15,2 6-1 0,-2 0-6 0,1-2 3 0,0-2-21 0,-1-4-2 16,1-5-6-16,0-8-6 0,-1-6 8 0,0-10 0 0,0-8 6 0,-1-9 10 16,0-8 10-16,0-8 10 0,-1-7 3 0,1-6 8 0,0-7 2 15,1-5 1-15,0-3 8 0,0-4-2 0,0-4-4 0,0-2-13 0,1-3-20 16,0-3-27-16,0-1-35 0,-1-3-43 0,0-3-42 0,-2-4-44 0,-1-6-54 16,-1-8-276-16</inkml:trace>
  <inkml:trace contextRef="#ctx0" brushRef="#br0" timeOffset="199078.25">17043 3816 1657 0,'-4'-9'83'0,"3"0"-43"0,4 1-15 15,6 8-21-15,8 4-5 0,5 4 1 0,2 3 4 0,6 0-6 0,3 4-3 16,2 2 1-16,2 0-3 0,3 1 9 0,-1 2-1 0,3 0 0 15,0-2-10-15,3 1-4 0,-2 0-3 0,1-3-5 0,1 1-1 0,-1-1 6 16,-2 0-3-16,0-2-1 0,-2 1 3 0,-2 0 1 0,0-3 1 0,-3-1 3 16,-1-4 4-16,-3-1-1 0,-1-2 4 0,0-3 2 0,-2-2 1 15,-2-4 0-15,0-2 0 0,-1-1 0 0,-1-3-4 0,0-4-1 0,-2-2 4 16,1-2 6-16,-3-4 10 0,-1-2 5 0,-1-2 5 0,-2-2 3 16,-2 0 5-16,0-3 6 0,-2 1 7 0,-2-1 2 0,-2 0 4 0,-3 1-6 15,-2 0-4-15,-2 2-14 0,-1 4-1 0,-1 2-10 0,-2 3-4 0,-1 3-4 16,-3 3-7-16,-2 2-7 0,-1 4-5 0,-1 4-4 0,0 4-4 15,1 2-2-15,-2 4 0 0,-2 5-3 0,0 4 3 0,-1 4 2 0,0 8 0 16,-2 5 6-16,0 5 6 0,-1 5-8 0,-1 5 0 0,-1 6-5 0,-1 3-7 16,1 7 9-16,-1 5 1 0,-2 3 1 0,1 2 1 0,0 1-2 15,1-2-2-15,2-4-4 0,0-2-1 0,2-5 2 0,2-6 3 0,1-5 6 16,3-6 4-16,2-4 0 0,2-5 2 0,3-5 3 0,2-4 3 16,0-7 5-16,2-5 0 0,0-3 8 0,1-4 4 0,-1-4 12 0,0-2 14 15,0-3 2-15,0-1 4 0,-3-5-8 0,0-2-12 0,-2-3-6 0,0-6-12 16,1-5-8-16,0-2 2 0,-1-5 0 0,1-1-2 0,-2-2 4 15,0-1-5-15,0 0-1 0,-1-3 1 0,2-1 0 0,-2-2 2 0,0-1 1 16,0-3-3-16,-1-1 0 0,1-4-5 0,2-1 0 0,0-2-2 0,2-2-1 16,2 2 0-16,2 1 2 0,2 3-1 0,1 3 2 0,2 4 1 15,0 4 7-15,2 2 1 0,1 5 3 0,0 2 1 0,1 5-2 0,1 2-3 16,0 4 3-16,2 5 0 0,-1 2 1 0,1 5-1 0,0 2 0 0,0 4 0 16,1 4 6-16,1 4 0 0,0 4 11 0,1 4-2 0,1 5 5 15,1 4 4-15,-1 5-5 0,2 5 1 0,2 4-1 0,-2 3-4 0,2 4-1 16,0 3-1-16,0 4-9 0,0 3-11 0,2 2-6 0,-1 1-9 15,0-1-3-15,0 1 2 0,0-2-10 0,0 2-9 0,0 0-5 0,0-3-5 16,0-1-3-16,-3-3 3 0,0-1-4 0,-1-4-1 0,-2-2-9 0,0-5-19 16,-1-2-11-16,0-4-2 0,-1-3 18 0,0-3 25 0,-2-5 24 15,0-4 16-15,-3-6 8 0,-1-3 4 0,-3-4 5 0,1-3 4 0,-2-3 7 16,0-2 2-16,-2-2 10 0,0-4-5 0,0-4-5 0,-1-5-7 0,-1-7-20 16,0-6-18-16,0-6-29 0,1-6-39 0,0-5-37 0,1-5-33 15,1-4-24-15,2-4-48 0,-1-2-118 0</inkml:trace>
  <inkml:trace contextRef="#ctx0" brushRef="#br0" timeOffset="199411.68">18953 3303 1820 0,'13'1'75'0,"4"5"-16"0,6 7-30 16,3 8-8-16,1 9 0 0,3 6 3 0,0 7-1 0,-1 6-3 15,-1 3-6-15,-2 5-7 0,-1 2-4 0,-3 5-4 0,-1 2-7 0,-1 5 4 16,-5 2 4-16,-1 2 0 0,-3 3 3 0,-3 0-3 0,-2 0-1 0,-3 0-4 15,-4-1 1-15,-2-2 4 0,-3-3 1 0,-1-3 5 0,-1-3 8 16,-2-5 10-16,0-6 13 0,0-7 25 0,0-6 22 0,1-9 18 0,2-7 5 16,1-5 0-16,1-5-23 0,2-4-22 0,0-3-14 0,1-2-18 0,1-1-5 15,2-3-6-15,0 0-7 0,1-2-4 0,2-1 4 0,1-1-5 16,3-1 3-16,2-1-2 0,3-2-3 0,3-1 6 0,4-2-3 0,5-2 1 16,2-1-9-16,5-2-4 0,3-3 1 0,4-2 1 0,5 0 6 15,1-1-3-15,4-2-1 0,3-1-1 0,2 1-6 0,2-1 3 0,0 0-2 16,0 0-3-16,-1 1 1 0,2 1 2 0,-1 0 3 0,-1 2 1 0,-2 1-1 15,-3 0-2-15,2 0-2 0,-5-1-3 0,-2 2-5 0,-2-1-9 16,-3 1-13-16,-4 0-14 0,-1 2-20 0,-4-2-22 0,-2 1-17 0,-3 0-17 16,-3 1-19-16,-3-3-27 0,-2-1-32 0,-2-3-55 0,-2-2-62 0,-2-3-76 15,-2-2-250-15</inkml:trace>
  <inkml:trace contextRef="#ctx0" brushRef="#br0" timeOffset="199510.68">20746 3679 497 0,'-8'-64'48'0,"-2"-10"-37"0,-4-21-14 0,-1 0-1 16,-3 10 11-16,-2-5 4 0,-2 2 3 0,-3 2 3 0,-3 2-8 0,-1 5-3 15,-3 4-1-15,-1 6-1 0,-3 8-2 0,-3 5-10 0,-3 7-12 16,-2 4-19-16,-3 5-31 0,-1 5-93 0,-1 4-95 0</inkml:trace>
  <inkml:trace contextRef="#ctx0" brushRef="#br0" timeOffset="200010.73">18450 2030 829 0,'-71'-9'81'0,"3"2"-33"15,-19 0 11-15,-18 2 7 0,-142-1 15 0,14 12 14 0,31 15 8 16,37 6-1-16,17 7-2 0,1 6-4 0,0 9 3 0,0 7-10 0,1 5-2 15,0 5-5-15,2 6-6 0,2 6-10 0,3 6-4 0,2 4-9 16,3 7-6-16,5 3 0 0,2 3-6 0,4 6-9 0,5 0 4 0,4 4 0 16,7 4 3-16,8 2 9 0,4 2-5 0,5 4-3 0,5 1-6 0,7 6-3 15,6 0-8-15,9 3-6 0,8 1 3 0,10 0-9 0,7 1 6 16,10 1 1-16,8 0-13 0,9-2-2 0,8-2-3 0,7-2-1 0,9-1 2 16,7-1-4-16,7-3 5 0,10 2 1 0,6-3 4 0,9-1 0 0,7-1-4 15,6-7-1-15,9-5-2 0,4-5 1 0,3-7 4 0,7-7 5 16,3-6 2-16,5-9-3 0,4-6-4 0,5-7 3 0,4-7-6 0,2-5 10 15,6-6 5-15,2-4-5 0,7-4 0 0,3-5-2 0,3-3-8 16,4-7 4-16,2-3 5 0,4-5-4 0,-1-4 3 0,4-5 0 0,2-3-5 16,2-3 1-16,1-3-3 0,2-4-1 0,5-4-1 0,0-5 3 0,4-5-4 15,2-7-4-15,-3-8-2 0,-1-9 0 0,-2-7 1 0,-3-9 2 16,0-6-1-16,-2-8 4 0,1-6-1 0,-2-6-3 0,-1-5 1 0,0-4-6 16,-2-4 2-16,0-2 6 0,-4-1-5 0,-2-3 1 0,-1-2-3 0,-5-1-4 15,-2-1 3-15,-3 0 1 0,-7 2 1 0,-4 1 2 0,-6 2-4 16,-5 3-1-16,-5 0 14 0,-6 1 1 0,-4 0 1 0,-4-3-2 0,-5-2-9 15,-6-2-2-15,-3-2 2 0,-4-1 18 0,-7 0-1 0,-4 0 4 16,-6 3 2-16,-7 2-11 0,-6 0 7 0,-8 3 0 0,-9 1 1 0,-8-1-3 16,-10 1 6-16,-10 0 1 0,-11-2 10 0,-9-1 6 0,-11-3-3 0,-9-3-5 15,-10-1-29-15,-11-1-14 0,-10 2 7 0,-8 4-2 0,-11 8 8 16,-7 6 3-16,-11 7-14 0,-8 11-9 0,-8 8-5 0,58 40 7 0,-21-5 7 16,-5 7 11-16,-23-3 5 0,-6 8-11 0,-23-2-5 0,-6 8-13 0,-25 4-8 15,-5 10 1-15,-28 17-12 0,-147 27 6 0,41 24 10 0,45 20-1 16,74-3 7-16,0 10-15 0,1 13-23 0,5 9-10 0,6 11-19 0,9 10-3 15,9 7-2-15,12 7-16 0,10 9-1 0,12 7-6 0,15 8-17 16,12 9-24-16,14 11-84 0,17 11-229 0,13 14-211 0</inkml:trace>
  <inkml:trace contextRef="#ctx0" brushRef="#br0" timeOffset="-190666.22">5321 4323 1458 0,'-22'-13'86'0,"0"2"-94"0,-2-3 0 0,5 3 7 16,5 1 5-16,0-1-7 0,0-1-7 0,-1-2-14 0,2-2-14 16,0-1-22-16,0 2-27 0,0-1-27 0,0 0-14 0,1 3 4 0,-1 1 22 15,-2 1 31-15,-4 0 28 0,-2 0 23 0,-1 0 11 0,-4 1 9 0,0 1 2 16,-3 1 2-16,-1-1 1 0,-3 0 0 0,1 1 1 0,-4 0-1 16,1 0 5-16,-2 1 2 0,0 1 0 0,-1-1 2 0,-5 0-2 0,0 0-1 15,-1 1 0-15,-3 1-3 0,0 1-4 0,-1 0-2 0,-3 1 1 16,-1 1 6-16,0 2 15 0,-1 2 15 0,0 2 16 0,3 1 12 0,-1 3 3 15,1 2 2-15,1 4-10 0,1 1-11 0,0 4-9 0,3 3-13 0,1 2-8 16,0 5-9-16,1 4-3 0,1 6-4 0,0 1-4 0,0 3-6 16,2 4-5-16,0 3-2 0,-1 3-1 0,0 4 5 0,-1 3 1 15,-2 3-6-15,-1 3 1 0,1 4-1 0,1 0 0 0,-3 3 3 0,1 0 7 0,0 1-9 16,0 0 7-16,0 1-1 0,1 3 2 0,0 1 6 0,-1 0 3 16,1-3-1-16,1 0 1 0,1-2 2 0,1-2-1 0,2 0 4 0,0-1 2 15,3-1 4-15,0 2 3 0,3-2 1 0,2-2 0 0,0 1-6 16,2-1 3-16,0 0 5 0,2 2 2 0,1 1 4 0,2 0 4 0,1 3-4 15,2 0-1-15,2-3 6 0,2 2 6 0,-1-1-4 0,2 2 17 0,1 3-2 16,1-1-2-16,0 3 0 0,0 2-18 0,1-2-9 0,2 3-2 16,0-1-18-16,1 0 6 0,2 4 4 0,-1 0-7 0,1 2 11 0,1 0-12 15,2-1-3-15,0 3 2 0,0-3-5 0,0 2 3 0,1 0-4 0,1-2-2 16,1 2 5-16,0-4-6 0,1 2 3 0,0-3 1 0,0-1-4 16,2 2 6-16,-1-1-1 0,1 1 1 0,0-1 1 0,1-2-7 0,0 0 1 15,0-3 6-15,1 0 0 0,0-4 9 0,1-1-5 0,1 0-3 16,1-1 5-16,-1-1-9 0,2-1 4 0,1-2-6 0,1 0-1 0,1-1 6 15,2-1-1-15,1 0 6 0,-1 0-2 0,2 0-4 0,0-2-1 0,-1 2-3 16,0-2-9-16,1-1-5 0,1 2-4 0,-1-2 1 0,-1 0 2 16,0 0 6-16,0 1-2 0,0-1-3 0,0-2 2 0,-1 1 2 0,2-3 6 15,-1-1-4-15,0 0 7 0,0 0 3 0,-2-1 0 0,2 0 7 0,-1 0-1 16,1 0-4-16,0-1 1 0,-1 1-6 0,1 1-3 0,-2-2 3 16,0 0-2-16,1-1 3 0,-1-1 1 0,1-1 3 0,0-3 3 0,-1 0 4 15,0-2 3-15,0-2 0 0,2-1 2 0,-1-4-2 0,3-2 5 16,1-1-5-16,-1-2 0 0,2 0 1 0,-1 1 1 0,1-2-7 0,-1 1 8 15,2-2-5-15,0 2 1 0,1 0 4 0,0-1-8 0,1 2 2 0,-2-3-3 16,0 2 2-16,0 0 1 0,0-1-1 0,-1 0-1 0,1-3-4 16,0-2-1-16,0-3-3 0,1 0 4 0,1 0 0 0,0-2 1 0,0 0-4 15,1-1 3-15,-1-2-1 0,0-2-6 0,0-2-2 0,0-2 5 0,2-1 1 16,0-2 9-16,-1-2 4 0,2 0-6 0,0-2-1 0,0-2 4 16,0-1-2-16,1 0 5 0,0-1 2 0,2 0 0 0,0-1 2 0,3 0-1 15,-2-1 7-15,2 2-6 0,-2-1 6 0,1 1-1 0,0 2 2 16,2-1-5-16,0 2-6 0,2 0-1 0,-1 1-9 0,2 0 4 0,0 1-7 15,0 1 3-15,0 0 0 0,3 0-5 0,-2 2 2 0,3-1 0 0,-1 1 0 16,1-1 2-16,2 0 2 0,1-2-7 0,-1-2 2 0,1 0-1 16,-2-2-1-16,1-1 3 0,2-2 0 0,1-2-2 0,0-2 1 0,2-1 4 15,-1-2-6-15,1-2 2 0,1-1 1 0,-1-2 2 0,2-1 2 0,-1-4 3 16,3-1-1-16,2-2 0 0,-1 1-3 0,0-1 4 0,2-1-1 16,1 0 2-16,2-1 0 0,-2-2 0 0,2 2 2 0,1-1 2 0,2 0 5 15,3 1-10-15,-1 0 8 0,2 0 0 0,0 0-2 0,1 1 10 16,2-2-8-16,0 0-3 0,2 1-2 0,0-1 0 0,3 1-3 0,1 1 2 15,1 0 2-15,0 1-4 0,0 1-1 0,0-3-5 0,2 0 1 0,0-1-5 16,-1-1 5-16,2-1 1 0,-2 1-3 0,0-3 4 0,1 1-1 16,-1 2 3-16,2-2 0 0,1 1-3 0,-1 0-3 0,1 0 2 0,0-2-2 15,-1 1 7-15,1 0 0 0,-1 2-1 0,2-1-6 0,1 2-2 0,0 0 2 16,-1-1 0-16,1-1 1 0,0 1 2 0,-1 0 0 0,0-2 2 16,2 1 2-16,0-2-2 0,1 0-1 0,-1-1-1 0,2 0 3 0,0-1 3 15,-1-3-2-15,2 1-1 0,-1-2-1 0,-1 2-5 0,1-1 0 16,0 2 1-16,0-3-1 0,0 2-1 0,1-2 0 0,0 0 1 0,-2 1-6 15,1 2 6-15,0 0-1 0,-3 0-2 0,2 1 9 0,0-4-3 0,-1 2 0 16,1-1 0-16,-2 0-7 0,1-1-1 0,0 2 3 0,0-5-1 16,1 1 4-16,0-3 2 0,-1-1-4 0,3 0 3 0,-2 0-11 0,0-2-2 15,1-2 3-15,-1-1-9 0,0-1 18 0,0-1-2 0,0-1 4 16,-1-1 6-16,-1-2-16 0,-1-1 1 0,0-2 4 0,-3 0-2 0,0-2 7 16,0 1 2-16,-2-1-4 0,1-1 0 0,-2 1-1 0,0-1 1 0,-2-1 3 15,0-2-1-15,-3 1 4 0,1-2 2 0,0-1-5 0,-3-1 3 16,1-1 1-16,-2-2 2 0,-1-1-4 0,-1 1-1 0,-1-2 1 0,0-2-1 15,-2 1 6-15,-2-2-1 0,2-3 0 0,-2 0 6 0,-1-3-8 0,1-1 3 16,-3-1 2-16,-1-2-4 0,-1 1 0 0,-2 0-3 0,-1-2-1 16,-2-1 3-16,-1-1 8 0,-3 0 0 0,-1 0-4 0,-2-1 1 0,0 2-7 15,-3 0 4-15,-2 0 2 0,-3 3 1 0,-4-1-1 0,0-1 1 16,-2 3 6-16,-3-1-1 0,-1-2 3 0,-3 1-1 0,-3-4-7 0,-1 2 4 16,-3-2-1-16,-1 1 1 0,-3 3 2 0,-3-1 0 0,-1 1-1 0,-4 0 2 15,-2-2-5-15,-3 0 2 0,-1-1-2 0,-4-1-4 0,0-1 0 16,-5 0 0-16,-2 0-1 0,-3-1 3 0,-1-2-1 0,-4 1 0 0,-1-2-2 15,-4 1 2-15,-4-1-4 0,-2 0 4 0,-2 4 1 0,-2-2 4 0,-1 3 2 16,-3 0-4-16,-3 0 6 0,-2 1-7 0,-2 2-3 0,-4-1 2 16,-1 1-4-16,-1 1-3 0,-3 0 5 0,-1 0-1 0,-3 1-2 0,0 3 1 15,-2 1-1-15,-2 1-5 0,-3 2-2 0,0 1-1 0,-3 0 0 16,-1 2 3-16,-1 1 2 0,-1 3-1 0,-3 2-1 0,-2 2-8 0,-1 1-3 16,-3 2-8-16,-2 1-2 0,-1 2 2 0,-3 1 1 0,-3 1 5 0,0 0 2 15,-3 2 3-15,0 0 2 0,-2 2-5 0,-2 1 3 0,-1 2 10 16,-2 2 7-16,0 1 2 0,-3 3 0 0,0 1-6 0,-1 0-5 0,-2 3 5 15,-2 2-2-15,0 2 0 0,-2 2 0 0,-1 2-11 0,-1 1 4 0,-3 2-6 16,1 2 7-16,-2 0 3 0,0 2-2 0,0 3-1 0,-1 2-6 16,-2 3-4-16,0 2-1 0,-2 4 5 0,0 3 6 0,-1 3-2 0,0 5 0 15,-1 2 1-15,-1 4-2 0,1 5 1 0,-3 4-8 0,1 5-5 16,-1 4-7-16,-1 3-2 0,0 3-1 0,-1 5 0 0,1 3-7 0,1 5-18 16,0 4-22-16,0 5-26 0,1 3-33 0,-2 7-51 0,0 2-78 0,2 6-135 15,-4 6-349-15</inkml:trace>
  <inkml:trace contextRef="#ctx0" brushRef="#br0" timeOffset="-161976.39">3749 15800 152 0,'47'44'-33'0,"12"6"-19"0,17 14-14 0</inkml:trace>
  <inkml:trace contextRef="#ctx0" brushRef="#br0" timeOffset="-161781.83">7138 16649 173 0,'87'-15'103'0,"10"-4"2"0,25-6 2 16,-14 2-9-16,-10-2-20 0,-4-1-12 0,-1-3-3 0,-1-3-4 0,-3-3-10 16,-1-2-5-16,-3-4-7 0,-2-2-10 0,-2-3-10 0,-3-3-12 0,-3-4 1 15,-3-1-2-15,-1-2 2 0,-5-3 3 0,-1-2-2 0,-5-3 6 0,-2-2 3 16,-4-2-1-16,-5-3 1 0,-3-5-5 0,-7-3-7 0,-7-2-3 16,-4-3-9-16,-7-3-5 0,-8-4-11 0,-7-3-19 0,-8-4-19 0,-6-5-36 15,-10-6-38-15,-8-5-49 0,-9-7-213 0</inkml:trace>
  <inkml:trace contextRef="#ctx0" brushRef="#br0" timeOffset="-127046.17">1451 5175 652 0,'-4'-4'368'0,"-1"-1"-229"0,0 1 46 0,1-1 9 0,-3-2-3 16,-1-1-29-16,0 1-38 0,0 0-22 0,1 1-16 0,0 0-4 0,-1 1 1 15,0-1-5-15,2 2 0 0,0 0-4 0,-1 0-2 0,1 1 3 0,0-1-3 16,1 1 2-16,0-1-1 0,0 1-5 0,1-1-4 0,0 1-1 0,0-1-3 16,0 1-1-16,-1-1 2 0,1 1-3 0,0 0-1 0,0 0-4 15,-1 0-6-15,1 1 1 0,0 0-4 0,0 1-1 0,0 0-5 0,0 1-7 16,0 1-2-16,0 1-6 0,-1 1-6 0,0 1 6 0,0 2-7 16,0 1-1-16,1 3-1 0,-2 2 0 0,0 1-18 0,1 2 4 0,-1 3 10 15,1 3-3-15,-1 1 19 0,0 3-5 0,0 2-9 0,2 3-8 16,-2 1 6-16,2 3-2 0,0 2 0 0,0 3 2 0,0 1-4 0,-1 1 0 15,1 4 2-15,1 1 2 0,-1 2-20 0,0 1 16 0,-1 3 0 0,2 1-2 16,0 2 20-16,-2 2-16 0,2 2-4 0,-1 1-2 0,2-30-2 16,0 6 0-16,-1 0 0 0,0 4 0 0,0 2 0 0,0 3 0 0,-1 2 0 15,-1 4 0-15,1 2 0 0,-1 5 0 0,0 1 0 0,0 4 0 0,-2 1 0 16,1 6 0-16,-1 1 0 0,-1 5 0 0,0 1 0 0,-1-1 0 16,0 3 0-16,0 0 0 0,0 1 0 0,0 0 0 0,-1 0 0 0,-1 1 0 15,1-1 0-15,0 2 0 0,1-2 0 0,0 0 0 0,-1-1 0 0,1 1 0 16,1-3 0-16,0 1 0 0,0-2 0 0,0 0 0 0,2-3 0 15,-1 0 0-15,0-1 0 0,1-2 0 0,1-1 0 0,0-2 0 0,0-1 0 16,0-2 0-16,1-1 0 0,0-2 0 0,0-2 0 0,1-1 0 16,0-2 0-16,0-2 0 0,0-1 0 0,1-3 0 0,-1 0 0 0,0-2 0 15,1-2 0-15,0-1 0 0,0-3 0 0,-1 1 0 0,1-3 0 0,1-2 0 16,-1-1 0-16,0-2 0 0,0 0 0 0,0-4 0 0,1 1 0 16,-1-3 0-16,0 0 0 0,1-3 0 0,0 0 0 0,-1-2 0 0,1 0 0 15,0-1 0-15,0-2 0 0,0 1 0 0,0-2 0 0,1-1 0 16,-1 0 0-16,1-1 0 0,0-1 0 0,-1 1 0 0,1-1 0 0,0 0 0 15,0-1 0-15,-1 0 0 0,1 0 0 0,0 0 0 0,0-1 0 0,0 0 0 16,-1 0 0-16,1 0 0 0,0-2 0 0,0 2 0 0,-1-1 0 16,0 0 0-16,1-1 0 0,-1 0 0 0,0 1 0 0,0 0 0 0,1 0 0 15,-1 0 0-15,1 1 0 0,-1 0 0 0,0 1 0 0,1-1 0 0,0 2 0 16,-1 0 0-16,0 0 0 0,1 2 0 0,-1 1 0 0,0-1 0 16,0 3 0-16,0 0 0 0,1-1 0 0,-1 3 0 0,-1 0 0 0,1 0 0 15,0 2 0-15,0 0 0 0,-1 2 0 0,0 0 0 0,1 2 0 16,-1 0 0-16,1 1 0 0,-1 0 0 0,0 2 0 0,0 0 0 0,0 2 0 15,1 0 0-15,-2 1 0 0,1 1 0 0,1 0 0 0,-2 1 0 0,1 1 0 16,0 0 0-16,1 0 0 0,-1 1 0 0,1 0 0 0,-1 0 0 16,0 0 0-16,1 2 0 0,0-2 0 0,0 1 0 0,0 1 0 0,0-2 0 15,1 1 0-15,-1 0 0 0,0-1 0 0,1 1 0 0,1 0 0 0,-1-1 0 16,1 0 0-16,-1 1 0 0,1-1 0 0,0 0 0 0,0 1 0 16,0-2 0-16,0 1 0 0,1 0 0 0,0 0 0 0,-1 0 0 0,1 1 0 15,1-1 0-15,0-1 0 0,-1 3 0 0,1-2 0 0,-1 1 0 0,1 1 0 16,0-1 0-16,0 1 0 0,0 1 0 0,-1 0 0 0,1-1 0 15,0 3 0-15,0-2 0 0,0 1 0 0,-1 0 0 0,0 2 0 0,0-2 0 16,1 1 0-16,0 0 0 0,-1 1 0 0,0 0 0 0,0 0 0 16,0 0 0-16,0 1 0 0,0-2 0 0,0 1 0 0,-1 0 0 0,1 1 0 15,-1-1 0-15,0-1 0 0,0 1 0 0,0 0 0 0,0-1 0 0,0-1 0 16,-1 1 0-16,0 0 0 0,1-1 0 0,-1-1 0 0,0 1 0 16,0-1 0-16,0-1 0 0,0-1 0 0,0 1 0 0,0-1 0 0,1-1 0 15,-1 1 0-15,1-2 0 0,-1 1 0 0,1-2 0 0,0 0 0 0,0 0 0 16,0-2 0-16,0 0 0 0,1 0 0 0,0-1 0 0,0 0 0 15,0-2 0-15,0 1 0 0,1-2 0 0,0 0 0 0,-1-1 0 0,1-1 0 16,-1-2 0-16,1 1 0 0,0-1 0 0,0-1 0 0,0-2 0 0,0 1 0 16,0-1 0-16,0-3 0 0,-1 1 0 0,1-2 0 0,0-1 0 15,-1-1 0-15,0-1 0 0,0-2 0 0,0-1 0 0,0 0 0 0,-1-3-72 16,1-1-108-16,0-2-31 0,0-1-28 0,0-1-4 0,0-2-9 16,0-2-19-16,1-1-40 0,-1-2-88 0,0-3-114 0,0-1-399 0</inkml:trace>
  <inkml:trace contextRef="#ctx0" brushRef="#br0" timeOffset="-126595.16">481 14850 1390 0,'-2'1'353'0,"-1"1"-157"0,-1-1 4 0,0 1-5 0,-2 0-7 15,1 1-22-15,-2-1-27 0,1 2-23 0,-2-2-23 0,1 3-1 0,-2-1-8 16,1 1-2-16,0 1 3 0,0 0-8 0,-1 0 0 0,2 0-6 0,0 1-12 16,0 0-2-16,2 0-17 0,0 0-12 0,2 2-1 0,1 0-7 15,0 0-3-15,1 2 7 0,2 0-17 0,1-1 3 0,1 3-14 0,0 1 2 16,2 0 20-16,1 2-10 0,2-1 13 0,0 2-3 0,1 1-10 16,0 1 5-16,3 1-5 0,0 1-2 0,1 0 4 0,2 1-91 0,-2 2 8 15,2-2-3-15,1 2-2 0,0-1 86 0,-1 2 1 0,1-1 5 0,0-1 3 16,0 2 6-16,-1-2 13 0,1 1 3 0,-1-1 13 0,1-2 3 15,-1 2 2-15,0-2 1 0,-1-1-20 0,0 0-38 0,-1-2 0 0,0-1 0 16,-1 0 0-16,0-1 0 0,0-2 0 0,-1-2 0 0,0 0 0 0,0-2 0 16,0-1 0-16,0-2 0 0,0-1 0 0,0-2 0 0,0-1 0 15,1-2 0-15,0-1 0 0,0-2 0 0,-1-1 0 0,3-2 0 0,0-1 0 16,1-2 0-16,-2 0 0 0,1-2 0 0,16-11 0 0,-3-1 0 16,-1-1 0-16,-3 2 0 0,-1 0 0 0,-1 1 0 0,-6 2 0 0,0 1 0 15,-2 2 0-15,0 1 0 0,-1 0 0 0,-2 1 0 0,1 0 0 0,-1 2 0 16,1 1 0-16,-2 3 0 0,1-1 0 0,0 1 0 0,-1 1 0 15,1 1 0-15,0 1 0 0,0 1 0 0,0 1 0 0,0 0 0 0,-1 1 0 16,1 1 0-16,0 0 0 0,0 1 0 0,1 0 0 0,-1 0 0 16,-1 1 0-16,2 0-74 0,0 0-243 0,0 0-168 0,-1 1-440 0,-1 0-536 15</inkml:trace>
  <inkml:trace contextRef="#ctx0" brushRef="#br0" timeOffset="80800.87">31081 14130 321 0,'26'-58'243'0,"-1"-3"-277"0,4-16 105 0,-9 9-20 0,-6 11-22 16,-2 3-5-16,-4 1 3 0,-3 1-6 0,-5 0-10 0,-3 1 3 0,-5 0-7 16,-4 1 2-16,-3 3 1 0,-4 1-5 0,-3 4 4 0,-1 2-1 15,-3 2 0-15,-2 2 1 0,-4 2-5 0,-1 5 0 0,-4 3-3 0,-2 4-2 16,-1 3-1-16,-5 3 0 0,0 2-2 0,-2 6 4 0,-2 1-1 15,-3 2-1-15,-1 2 3 0,-2 0-5 0,0 2 1 0,-2-2 2 0,1 0 0 16,-3 1 1-16,-1 0-3 0,0-1 2 0,-1 1 0 0,0 0-1 0,-3-1 3 16,-2 3-3-16,0 0-2 0,0 1 1 0,-1 3 5 0,-1 0-2 15,0 0 1-15,-2 2 3 0,1 1-2 0,-3 0 5 0,0 3 4 0,0-1-2 16,0 2 2-16,-2 1-2 0,0 2 0 0,-2 0 1 0,0-1-6 0,-1 1-1 16,-3 2-3-16,1 0 0 0,-1 0 3 0,-2 1 0 0,1-1-2 15,-3 1-1-15,1-1 2 0,-3 2-3 0,2 0 7 0,-1-1 4 0,1 1 0 16,-1 0-3-16,0 0-1 0,1 5-1 0,-2-1 0 0,1 1 5 15,0 2 2-15,0 0-2 0,1 0 2 0,0 2 0 0,0 0-2 0,-1 3 6 16,0 2 2-16,1 1 3 0,0 0-3 0,0 1-5 0,2-1-5 0,0 2-3 16,0 1 2-16,1 1 0 0,0 1-3 0,0-2 3 0,2 1-1 15,-1 1-1-15,3 1 4 0,1 1-7 0,1-1-2 0,1 2-2 0,1 1 7 16,1 1-3-16,4 0-2 0,1 0-1 0,3 1-7 0,2 1 6 0,1 0 5 16,4 2-3-16,2 2 6 0,1-1-5 0,5 2-3 0,0 1 4 15,3 0 0-15,2 4 0 0,3 0 1 0,4 1-2 0,2 1 0 0,5 0-4 16,1 1 6-16,4 0-1 0,2 2 0 0,3 1 6 0,3 0 1 15,4 2 2-15,2 3 2 0,5 1-1 0,2 2 2 0,3-1 1 0,3 1 0 16,4 1-2-16,3 1 5 0,4 1-5 0,2 1-1 0,3 0 4 0,3 2-13 16,4 1 5-16,1 1-9 0,4 0 0 0,2-2 6 0,2 1-5 15,2 0 8-15,5 2-8 0,4 2-9 0,2-1-9 0,3 2-10 0,-25-42-16 16,7 11-8-16,1 1 3 0,9 9 4 0,1 2 11 0,9 9 3 0,1 0 7 16,10 10 7-16,-29-42 16 0,2 5 9 0,3-1 0 0,3 4 2 15,1-2-8-15,4 6 0 0,3-3 4 0,3 4 2 0,1-3 14 0,5 3-4 16,0-1-9-16,5 2-10 0,0-4 2 0,5 3-3 0,-1-4 5 15,5 3-1-15,0-3-16 0,1-3 5 0,-1-1 1 0,-1-5 0 0,1-2-6 16,0-4 6-16,-1-3 5 0,-1-1 2 0,0-3 4 0,-2-4-17 16,0-2 0-16,0-1-7 0,-2-2-7 0,0-2 1 0,0-1-12 0,-2-3-11 15,-1-3-6-15,-1 0 26 0,0-2-5 0,-2-2-10 0,-1 0-15 0,-1-2-47 16,-1-1-12-16,-1-3-75 0,-2 0 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44:25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16679 8505 1300 0,'-40'8'270'0,"-1"2"-223"0,-9 4-9 0,10 3-16 0,7 0-22 0,2 0-11 15,3 3-11-15,-1 0-7 0,5 1-4 0,-1 0 0 0,0 2-2 16,1 0 8-16,-2 2 4 0,2 0 4 0,-3 2 6 0,1-1-4 0,0 1 2 15,-1 1 9-15,2 0 2 0,-1 4 7 0,1-1 1 0,0 3-2 16,-2 0 4-16,0 1-1 0,0 4-1 0,1-1 2 0,1 0 1 0,3 0 4 16,1-2 2-16,1 1-2 0,2 1 1 0,1 1-5 0,2-1-3 0,2 2-4 15,3 1 4-15,1 0 0 0,3 2 0 0,1 0 0 0,2 1-5 16,2 0-2-16,2 0 5 0,1 2-4 0,2-3 0 0,2-1 1 0,2-1-1 16,0-1 2-16,2 1 8 0,4 1-3 0,1-2 2 0,2 0 10 0,0 1-2 15,1-1 11-15,1 0 3 0,1 1-9 0,3-1 4 0,2 0-1 16,2 1-3-16,2 0-3 0,0-1-6 0,2 0-7 0,1-1-2 0,3 1 1 15,1 2 0-15,2-1-4 0,4 0-3 0,-1 0 1 0,3-1 1 16,0 1 6-16,2-1-4 0,1-2-4 0,0 1 1 0,3 2 2 0,1 0 0 16,0 1-2-16,0 0-1 0,0-2 1 0,1 0 0 0,1 1 3 0,1-1-3 15,2-3-5-15,2-1 11 0,-1-3 5 0,4-1 10 0,1-3 12 16,1-3 2-16,2-4 8 0,3-2-2 0,2-3 1 0,3-2-6 0,2-4-7 16,1 0-5-16,1-2-6 0,3-2-1 0,1-1-3 0,2 0 2 0,0-2 2 15,3 0 2-15,-2-1-4 0,1 0 1 0,-1 0-1 0,1-2-3 16,1 0 3-16,-1 0-3 0,2 0-1 0,0 0 0 0,1 0-6 0,-1-1 1 15,2 0 3-15,0-1-4 0,0 0 10 0,1 0-1 0,0 0 0 0,1 0 5 16,0 0 0-16,1-1 2 0,0-1 0 0,1-2 8 0,-1-2-1 16,1-1 2-16,-1-1 9 0,1-2-8 0,-1-1 10 0,1 1-8 0,2-5-1 15,-2-1-5-15,2-1-9 0,0-1-2 0,-1-2-3 0,0 0 3 16,1-1-1-16,-3-1-6 0,1 1 9 0,-2-3-2 0,0 0 2 0,0 1 5 16,-2-2-11-16,0 0 1 0,-1 0-3 0,-3 0 2 0,-2 0-2 0,0 1 6 15,-3 0 0-15,-2-1 4 0,0-1-1 0,-2-1-4 0,-2 0-3 16,0-2-2-16,-2 1-1 0,-3 0 1 0,-1-2 4 0,-3 1 0 0,-1-3 3 15,-1 0-5-15,-3-1 9 0,0-3-6 0,-1-1-1 0,-2-1 12 16,-2-2-11-16,-4 0 6 0,-2-3 3 0,-3 1-4 0,-1-2 1 0,-3-2 0 16,-3 0 0-16,-2 0-4 0,-5 1 5 0,-1-1-10 0,-5-1 1 0,-1-2-4 15,-3 0-6-15,-4 0 6 0,-2 0 0 0,-4 1 4 0,-2-2 1 0,-5-1-8 16,-3 0-2-16,-3-1-4 0,-2-1-2 0,-6 2 6 0,-2 0 0 16,-4-1 3-16,-3 0 6 0,-2 1-2 0,-3 0 5 0,-2 2-3 0,-1 0-1 15,-3 1 3-15,1-1-4 0,-5 3 1 0,0-1-1 0,-2 2 0 16,-1-1-16-16,1 2 9 0,-1 2 2 0,0 0-4 0,-2 1 10 0,-1 1-11 15,-1 1 4-15,-3 0-1 0,0 2 5 0,-1 0-1 0,-3 0-10 16,-1 1 4-16,-3 0-5 0,-1 2 3 0,-3 1 2 0,-2 1-2 0,-1 1 0 16,-3-1-10-16,-2 2 1 0,-3 2 13 0,-2 0-1 0,-1 2 16 0,-3 1-3 15,0 2-12-15,-1 1 0 0,-1 1 1 0,1 1 1 0,-1 2-1 0,-1 1 3 16,-2 2-3-16,0 0 3 0,1 1 1 0,3 0-5 0,0 2 2 16,1-2 1-16,2 1-5 0,0 0 2 0,2 0-2 0,3 0-2 0,-1 0 4 15,0 2-4-15,0 0 2 0,-1 3-2 0,0-1-1 0,2 1 4 16,-2 0 5-16,-1 1-6 0,1 2 3 0,-1 0-3 0,0 1-3 0,-1 2 1 15,1 1 0-15,-2 0 0 0,1 1 4 0,-2 1 2 0,0 0-1 0,1 3 3 16,0 0-8-16,-1-1 4 0,1 2-2 0,2 0 0 0,0 0 0 16,1 1 2-16,1 1-4 0,2-1 4 0,-1 2 0 0,2 0-2 0,2 0 1 15,-1 1 1-15,3-2 2 0,1 3-2 0,1 0 0 0,0 2-2 16,1 0 1-16,-1 1-2 0,1-1 2 0,-1 2-1 0,-1 2 2 0,0 2 0 16,-1-1-2-16,0 4 4 0,2-1-1 0,0 1-3 0,2 2 0 0,1 0 6 15,1-1 1-15,2 2 0 0,1 0 1 0,2 0-3 0,2 1-18 16,-1 0 2-16,3 1 4 0,0 1-2 0,1-2 13 0,2 1-1 0,3 0-1 15,1 1-2-15,0 1 2 0,0-1-4 0,1 1-3 0,3 0 3 0,-1 2 2 16,2-1 2-16,0 1-2 0,2-2 1 0,0 0-4 0,2 0-1 16,0-1 1-16,1 1-12 0,1-1-3 0,2 0-15 0,-1-2-28 0,0 0-47 15,1-2-64-15,-1-1-53 0,2 2-47 0,-1 0-43 0,-1 0-63 0,1 1-118 16,-2-1-421-16</inkml:trace>
  <inkml:trace contextRef="#ctx0" brushRef="#br0" timeOffset="2966.22">11668 12451 1377 0,'-35'-16'64'15,"-3"-1"18"-15,-9-6 1 0,6 2-4 0,7 3-13 0,2-1-16 0,4 0-14 16,0 1-7-16,4-3-4 0,0 0-2 0,3-1 0 0,2-3-6 15,3-3-7-15,2-2-5 0,1-3-13 0,5-1 11 0,0 0-2 0,3-2 2 16,1 2 8-16,3-2-7 0,1 2-1 0,1 1 2 0,2 3 1 0,3-2-5 16,3 2 6-16,1-3 2 0,4 1 3 0,3 1 11 0,3 0 8 15,2 4 5-15,3 3 13 0,2 3-5 0,3 3-9 0,0 1-6 0,6 1-10 16,2 2-1-16,3 2 2 0,3 4 1 0,2 1-6 0,5 1 3 16,4 0-2-16,7 2 0 0,4 2 6 0,3 2-5 0,4 2 0 0,3 1 0 15,-2 1-6-15,3 1-5 0,1 1 1 0,0 0-15 0,2 1 2 0,2 1-2 16,0 3 0-16,-1 1 6 0,-1 1-2 0,-2-1 2 0,-4-3-2 15,-4-1-1-15,-3-4-1 0,-3-1 1 0,-6-4 2 0,-3-2 1 0,-3-2 4 16,-2-2 1-16,-3 0 0 0,-3-4 0 0,-2-2 3 0,-1-2-1 0,-2-1 4 16,0-1-4-16,1-1-13 0,-1-2 2 0,1 0 8 0,-1-1 1 0,0-2 12 15,3 1-2-15,1-3-10 0,4 3-5 0,3 1 5 0,5 4-4 16,4 7 2-16,1 7 4 0,2 8-8 0,2 7 14 0,3 9 8 0,1 5 0 16,1 9-5-16,0 7 5 0,0 7-4 0,0 8-1 0,0 6 8 15,1 7-10-15,1 6-1 0,1 4-5 0,-1 3-1 0,-2-1 0 0,-1 0-5 16,-1-6 0-16,-1-4 2 0,1-4-1 0,-2-6 1 0,-2-8-4 0,0-6 1 15,-2-8 1-15,-2-8 1 0,-2-6 7 0,-1-5 2 0,0-6 3 16,0-5 5-16,-3-4 2 0,-1-6 3 0,-2-5 5 0,0-5-7 0,1-6 9 16,0-3-6-16,1-5-2 0,-3-3 1 0,-1-4-12 0,-2-2 5 0,2-5 3 15,0-2-2-15,1-3 7 0,-1-3-5 0,0 0-3 0,2 1-1 16,2 1-20-16,4 2 8 0,4 5-3 0,6 4-3 0,2 7 12 0,3 6-9 16,3 8 3-16,2 8 2 0,3 7 6 0,-1 7-6 0,2 7 5 15,0 6-6-15,-3 7 12 0,2 5-1 0,-2 4-2 0,-1 5 1 0,0 3-13 16,-2 1 10-16,0 2-11 0,-1-2-2 0,-2-1-1 0,-2-4-4 0,1-4 10 15,3-6 6-15,1-5-6 0,1-5 1 0,-5-6-2 0,-3-6 1 16,-3-6 10-16,-1-4-5 0,-2-6 10 0,0-4-2 0,1-5 7 0,-1-3 8 16,2-5 7-16,-1-3 1 0,0-1 9 0,1-4 3 0,-2 1-7 0,0-5 3 15,0 2-8-15,1-2-7 0,1 3 2 0,2 0-9 0,3 0-2 16,3 2-6-16,2 2-9 0,2 1-1 0,3 7-1 0,1 4-2 0,4 5-4 16,3 7 2-16,4 6 1 0,2 7 1 0,1 5-2 0,-1 5-2 15,1 7-6-15,-2 2 5 0,0 6 1 0,-2 0 0 0,-1 5 3 0,-4 1 7 16,-1 1-8-16,-4-1 0 0,-3-1-4 0,-2-2-13 0,-1-1 11 0,0-1-6 15,1-2-17-15,-3-2 24 0,-2-4-15 0,-3-3-10 0,-8-3-6 16,-2-5-54-16,-3-2-47 0,-1-2-64 0,-1-4-97 0,-2-3-136 0,0-4-291 16,8-6-481-16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44:46.5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2896 6198 286 0,'-9'-9'156'0,"0"-1"-137"0,-1-1-8 0,2 5-1 0,1 1 6 0,2 0 7 15,-1 1 1-15,0 1-2 0,1 0-10 0,0 2-8 0,-1 1-3 16,1 1-2-16,-1 2 0 0,1 0 0 0,0 2 0 0,0 0 1 0,1 0-1 16,0 1 3-16,1 0 2 0,0-1-1 0,0 1-2 0,1-1 4 0,2 0-1 15,0-3 6-15,0 1 7 0,2-1 2 0,1 0 12 0,1 0 3 16,2-1 10-16,0 0 7 0,2 0 1 0,-1-1 7 0,1 0-2 0,1 1 4 15,-1-1 1-15,1 0-2 0,1 0-3 0,1-1-3 0,1 1-10 0,2 0-2 16,-1-1-9-16,2 1-4 0,0 0-2 0,1 0-3 0,-1 1 2 16,1-1-3-16,1 0 5 0,0 1-7 0,-1-1-2 0,2 0-1 0,0 1-7 15,-1-1 4-15,2 1-5 0,0-1 3 0,0 1 0 0,3-2-6 16,0 1 2-16,0-2-4 0,2 1-2 0,-1-2 1 0,-1 1-2 0,5-1 4 16,-1 1 1-16,2 0 1 0,1 1-3 0,0 1-3 0,1 0-1 0,-1 0-1 15,1 2 6-15,-2 1 3 0,0 3 6 0,-3 0-1 0,0 3 2 16,-2 1 5-16,1 1 1 0,-1 2 6 0,0 0 1 0,1 1 3 0,0 1-1 15,1 1-2-15,1 0-4 0,0 0-1 0,1 0-4 0,0 0-9 16,1-3 11-16,0 2-7 0,2 0 1 0,0-2-2 0,1-2-4 0,-3 0-4 16,0-1-1-16,-1-2-1 0,-1-1 0 0,-1-1 1 0,0-2-1 0,-1-2-1 15,1 0-2-15,-1-1-1 0,-1-1 2 0,-1-1-1 0,0-1 4 16,-2-1-1-16,-1-1-3 0,1-2 4 0,1 0-2 0,-2 0 3 0,2-1-2 16,-1 1 0-16,0-1-1 0,0 1-3 0,0 1 5 0,0 0-1 0,4 1 2 15,0 0-5-15,0 2 2 0,0 0-3 0,0 0-1 0,1 2 5 16,1-1-4-16,-1 1 5 0,3 1-1 0,-1 0 2 0,1 1-2 0,2 0 4 15,0 0-13-15,1 0 1 0,2 1 4 0,-1-1-6 0,1 1 13 0,1 0-1 16,0-1-3-16,0 0 2 0,0 1-2 0,2-1-3 0,1-1 4 16,0 0-4-16,0-1 2 0,-1 0 2 0,-1 0 8 0,1 0 3 0,1 0 2 15,0 0 1-15,1 1-6 0,-1-1 1 0,1 1 3 0,0 0-4 0,0 0 5 16,0 0 1-16,0 0-3 0,-1 1 4 0,4 0 1 0,0-1-1 16,1 0 3-16,2-1-2 0,0 1-3 0,1 0 4 0,3 0-4 0,3 0-7 15,1 1-4-15,2-1-4 0,-1 0-4 0,0 0 7 0,1 0-2 16,0 0 2-16,0 0-2 0,-2 0-4 0,0 0 2 0,0 0 1 0,-2-1 1 15,-1-1-3-15,0 0 2 0,-2-1-1 0,2-1 3 0,-2 1 8 0,0-2 11 16,0 0 4-16,1 0 4 0,1 0-1 0,1 0-6 0,0 0 0 16,0 1-3-16,0-1-1 0,0 0-8 0,-1 1-2 0,-1-1-2 0,0 0-1 15,0-1 3-15,0 2 2 0,1-2-4 0,-1 1 4 0,2 0-2 0,-1 1-12 16,0 0 2-16,-2 0-5 0,1 0 0 0,0 0 7 0,-1 1-4 16,-3-1 4-16,-1 2-2 0,-1-1 2 0,-2-1-2 0,-2 1 1 0,0 0 1 15,-1-2 0-15,1 1 5 0,-1-1-2 0,-1-1 5 0,-1-1 3 16,-1-2-4-16,0-2 1 0,2-2 0 0,-1-2-1 0,1 0 3 0,-2-2-3 15,2-1-4-15,-3 1 2 0,0-3-1 0,-1-1 1 0,-2 1 7 0,-1-1-2 16,-2-1 2-16,-1 2 0 0,0-2 0 0,-2 0 0 0,0 0 0 16,-2 0 0-16,-2-1-3 0,0 2 1 0,-2 0-7 0,-2 0 1 0,0 1-5 15,-2-1-1-15,0 1 0 0,-2 0-3 0,0-1-4 0,-1-1-6 0,-2 0-2 16,-2-2-5-16,-1 0-1 0,-2 1 13 0,-2-1 1 0,-2 0 8 16,-2-1 6-16,-2-1-7 0,-3 0 2 0,-1-1 2 0,-3 1-3 0,-1-2 5 15,-2 1-1-15,0 0-3 0,-3-1 1 0,-3 0-6 0,-3-3 3 16,-3 2-4-16,-4-3 6 0,-5 2-2 0,-2-2-4 0,-5 1 1 0,-2-1-2 15,-4-1-2-15,-4 0-4 0,-4 2 1 0,-3-1 8 0,-1 2 9 0,-2 0 2 16,-1 1 1-16,-2 0-6 0,0 1-4 0,-2 1 0 0,-1 1 1 16,0 3-1-16,-4 0-1 0,-1 0-1 0,-2 1-3 0,-3 1 3 0,-2 0-3 15,1 0-1-15,-4 0 3 0,2 1-1 0,-2 3 3 0,-1-1-3 0,0 1-3 16,-2 1 0-16,0 0 0 0,1 1 1 0,-3 1-3 0,1-1-1 16,-4 3-1-16,0 0-1 0,-4 1 2 0,1 2 0 0,-3 2 3 0,1 1-2 15,-3 2 2-15,2 2 4 0,-2 1-5 0,0 1 1 0,1 1 0 0,-1 1 0 16,-1 1-3-16,1 1 5 0,0-1-2 0,1 2 2 0,4 0 0 15,1 0 2-15,4 0 3 0,1 0 0 0,2-1 0 0,4 2 1 0,-2 1-7 16,5-1-1-16,2 2 4 0,1-1-4 0,4 0 2 0,0 0 1 16,3 0 1-16,4 2 1 0,3 0-1 0,2 1 0 0,2 0-2 0,3 3 0 15,2-1 1-15,2 5-2 0,2 1 1 0,-1 1-2 0,1 3-6 16,1 1-4-16,0 2-12 0,0 4-11 0,1 0-18 0,1 5-18 0,1 1-18 16,0 0-36-16,1 3-21 0,1-1-28 0,5 1-38 0,1-1-49 0,2-1-98 15,2 0-434-15</inkml:trace>
  <inkml:trace contextRef="#ctx0" brushRef="#br0" timeOffset="20615.97">19273 2509 795 0,'-1'-7'312'0,"-1"0"-133"0,-1-2-15 0,2 2 2 0,0 2 0 16,0 2-8-16,1-1-19 0,0 2-12 0,-1 0-9 0,1 1-10 15,0 0-12-15,0 1-13 0,0 1-6 0,0 0-7 0,0 1 1 0,1 1 6 16,0 2-4-16,-1 0-4 0,2 2-5 0,0 1-6 0,-1 2-4 0,1 2 3 16,-1 2-8-16,0 1 2 0,0 3-2 0,2 3-3 0,-2 2-15 15,1 5-3-15,-1 3-4 0,0 4-5 0,-2 4 9 0,-1 4-4 0,0 6-8 16,-2 4-5-16,0 6-5 0,-1 5-3 0,0 4-3 0,-1 5-11 16,2 6 3-16,-1 7 1 0,2 2-10 0,1 6 6 0,1-3-16 0,0 1-10 15,2-2-11-15,1 1 2 0,-1-1 2 0,3 1 6 0,1 0 14 0,0-3 2 16,0-2-3-16,-1-1-9 0,0-1 7 0,-2-1 1 0,-1 1 8 15,-1 0 11-15,-2-4-2 0,-1-1 6 0,-1-2-1 0,-2-3-8 0,-1-1 1 16,-1 0 3-16,1-2 2 0,-3 1 13 0,0-2-3 0,0-1-2 0,-1-1-4 16,0-1 2-16,1-2 2 0,-2-1 5 0,0-3 0 0,1-1 1 15,0-3 1-15,1-3-5 0,0-1-3 0,1-4 5 0,1-3 1 0,1-4-5 16,1-3 3-16,1-4 0 0,1-2-5 0,1-3 9 0,2 0-7 0,1-5 7 16,2-1-6-16,1-3-1 0,1-1 12 0,2-2 8 0,1-1 8 15,1-3 6-15,1 0 0 0,2-1-5 0,1-2 2 0,3-1-2 0,0-2-5 16,2-1 2-16,2-1-6 0,2-1 1 0,4-3-3 0,2 0-5 0,4-2 6 15,2-2-2-15,4-2 0 0,5-2 3 0,3-1-3 0,3-2 0 16,3-1-1-16,5-2 3 0,4-1 0 0,2-2-14 0,5 1 1 0,3-3-10 16,2 1 14-16,4-1 13 0,2 0-2 0,0-1 4 0,6-2-17 0,0 1 4 15,5-1-3-15,3 1 3 0,1 0 4 0,3 2-4 0,3 0 5 16,1 1 1-16,2 2 0 0,3-1 4 0,-2 0 4 0,2 1-6 0,1 0-22 16,0 1 0-16,-1 1 0 0,2-1 0 0,1 1 0 0,-2 0 0 15,2 1 0-15,0 0 0 0,1 0 0 0,0 1 0 0,-1 2 0 0,-3 1 0 16,1 2 0-16,-2-1 0 0,-1 1 0 0,-1 0 0 0,-1 1 0 0,-4 1 0 15,-1 2 0-15,-3 0 0 0,-2 1 0 0,-3 2 0 16,-3 0 0-16,-4 0 0 0,-3 2 0 0,-5 1 0 0,-4 1 0 0,-2-1 0 0,-4 0 0 16,-3 1 0-16,-3-1 0 0,-6 1 0 0,-2-1 0 0,-4 0 0 0,-3 0 0 15,-5-1 0-15,-3-1 0 0,-4-1 0 0,-3-1 0 0,-3-2 0 16,-4-1-54-16,-2-1-90 0,-5-1-37 0,-2-2-52 0,-1-2-65 0,-2-1-106 16,-2-2-177-16,-2-2-200 0,-1-1-231 0</inkml:trace>
  <inkml:trace contextRef="#ctx0" brushRef="#br0" timeOffset="20898.97">23634 5423 2109 0,'11'-5'179'0,"4"1"-51"0,5 0 19 16,1 1 20-16,3 2 7 0,3 1-29 0,2 1-42 0,3 0-34 0,-1 1-16 15,2 1-11-15,1 1-1 0,2 2-1 0,1 0-7 0,0 1-7 16,1 1-1-16,4 2-4 0,-2 0-1 0,2-1 0 0,1 2 1 0,-2-1 1 16,1 1-3-16,2-1 4 0,0 1-3 0,-1-1 5 0,1 2 3 0,-3 0 3 15,-2 2-4-15,-1 1 0 0,-5 2-4 0,0 1-8 0,-5 2 5 16,-3 0-11-16,-4 2-15 0,-3 1 1 0,-3 2 1 0,-4 1 6 0,-6 2 7 16,-4 0-3-16,-4 2-10 0,-5 0-7 0,-5 0-5 0,-4 1-17 15,-3-1-28-15,-3 3-36 0,-5-2-48 0,-2 0-66 0,-4-3-115 0,-3-2-153 16,-3-3-257-16,-3-1-447 0</inkml:trace>
  <inkml:trace contextRef="#ctx0" brushRef="#br0" timeOffset="22097.97">19071 6538 189 0,'-7'3'166'0,"1"0"-11"0,-2 0 3 0,1-1-8 0,2-2-19 15,-1 1-12-15,1-1-10 0,0 0-8 0,1-1-7 0,0 0 1 16,0 0-4-16,1-1-5 0,-1 0-3 0,1-1 0 0,1-1-4 0,1 0 0 16,0 0 2-16,0-2 3 0,0 0-1 0,1 0 5 0,1-1-3 15,1-2 1-15,1-3 2 0,3-1-3 0,1-2-3 0,3-3-3 0,3-3 10 16,4-5-1-16,3-4 0 0,4-5-6 0,5-5-12 0,5-5-4 0,4-7-5 15,8-8-1-15,7-6-8 0,9-9-12 0,5-6-16 0,8-6 4 16,8-7-5-16,4-4-1 0,7-7 12 0,7-5-13 0,4-4-6 0,6-5 6 16,7-3-2-16,4-5 2 0,5-4 6 0,5-1-4 0,1-5 2 0,7 1 6 15,2-3-8-15,2-2 0 0,3-3 3 0,2-1-11 0,4 1 1 16,1-2 10-16,5 2-3 0,0 0 1 0,3 0 2 0,1 2-2 0,0 1-2 16,0 1-14-16,-2 4-8 0,-2 3 0 0,-1 3 0 0,-81 67 0 15,18-14 0-15,-2 3 0 0,18-12 0 0,-5 3 0 0,15-10 0 0,-5 5 0 16,-51 39 0-16,7-4 0 0,-5 3 0 0,5-3 0 0,-3 4 0 0,5-2 0 15,-6 4 0-15,4-3 0 0,-5 5 0 0,3 0 0 0,-7 5 0 16,4-2 0-16,-7 6 0 0,2-1 0 0,-6 6 0 0,1 0 0 0,-6 5 0 16,-6 4 0-16,-5 5 0 0,-4 4-2 0,-5 4-116 0,-4 3-24 0,-6 4-13 15,-2 4-38-15,-3 3-41 0,-5 4-33 0,-2 2-66 0,-5 3-125 16,-2 4-154-16,-3 4-392 0</inkml:trace>
  <inkml:trace contextRef="#ctx0" brushRef="#br0" timeOffset="23482.34">27182 1790 433 0,'-1'0'143'0,"0"-1"-5"0,0 1-12 0,0 0-17 0,-1 0-7 0,0 0 3 15,0 1 7-15,0 1 6 0,1 1 7 0,-1 0 4 0,0 1-2 16,0 2 0-16,-1 1-3 0,1 2-3 0,0 0 1 0,-1 3 0 0,1 2-8 16,0 0-11-16,1 4-13 0,-1 3-10 0,-1 23-16 0,2 1-5 15,1 0-7-15,-1-3-11 0,1 0-7 0,0 6-6 0,1 4-11 0,-1 5-7 16,1 3 1-16,-1 2-4 0,1 3-18 0,0 4 1 0,0 3-2 16,0 2-7-16,0 3 10 0,0 2-3 0,-1 5-14 0,-1 4-9 0,-3 0-31 15,-1 4-24-15,-3 1-15 0,-1 3-3 0,-4-2 17 0,2 0 15 0,-3 1 19 16,1-6 9-16,-1 1 15 0,2-3 13 0,-1-1 10 0,0 0 2 15,0-4 7-15,0 2-4 0,1-5-5 0,-2-1 19 0,0 1-2 0,-2-2 11 16,2-1 8-16,-2-3-11 0,0-1 3 0,1-1 3 0,0-2 2 0,-1-3-7 16,1 0 6-16,0-4-2 0,2-2 4 0,-1-2 12 0,0-2 0 15,2-1 7-15,-1-2-2 0,2-3 1 0,1-1-5 0,0-5-2 0,2-2 3 16,1-2-5-16,0-2-11 0,1-3 6 0,2-2-3 0,0-4 7 0,3-1 5 16,0-3 0-16,2-2-4 0,0-2-2 0,3-3 0 0,0-2-4 15,2-2 3-15,1-1-4 0,0-2-1 0,3-4-4 0,1 1 0 0,0-2 1 16,3-3 4-16,1 0 1 0,2-2-2 0,1-1 8 0,4-3-4 15,2 0 0-15,2-3 2 0,3 0-2 0,3-3 5 0,3 0 1 0,1-3-2 16,3 0-3-16,4-1-9 0,0-1-2 0,2 0 2 0,5-2-2 0,1-1-4 16,2 2-2-16,2-2 0 0,1 1 3 0,3 0 1 0,3 0-2 15,2-1-5-15,3 0 13 0,1 0 2 0,3 0 0 0,1 0 2 0,3-1-15 16,2 1-2-16,0 1 9 0,3 1 3 0,3 0 2 0,2 2-1 0,1-1-5 16,2 0-6-16,0 1 2 0,5 0 0 0,-1 1 12 0,2-1-4 15,-1 1-22-15,2 0 0 0,-2 0 0 0,2 2 0 0,-1-2 0 0,-3 1 0 16,1 0 0-16,-2 0 0 0,-3 0 0 0,-1 2 0 0,-4-1 0 15,-1 0 0-15,-3 3 0 0,-4 0 0 0,-1 3 0 0,-5 2 0 0,1 0 0 16,-3 1 0-16,-2 2 0 0,-3-1 0 0,-4 1 0 0,-3 1 0 0,0 0 0 16,-3-1 0-16,-2 1 0 0,-2 0 0 0,-3 0 0 0,-3 0 0 15,1-1 0-15,-3 0 0 0,0-2 0 0,0 2 0 0,-1-2 0 0,-3 1 0 16,-2 1 0-16,0-1 0 0,-2 0 0 0,1-1 0 0,-2 1 0 16,-2-1 0-16,-1 0 0 0,-2 0 0 0,1 0 0 0,-2 0 0 0,-2 0 0 15,-1 1 0-15,-1-1 0 0,0 0 0 0,-4 0 0 0,0 1 0 0,-2-1 0 16,-4 0 0-16,0 0 0 0,-1 1 0 0,0-2 0 0,-3 1 0 15,-1 0 0-15,-2 0 0 0,-1 1 0 0,-1-2 0 0,-1 0 0 0,-2 0 0 16,-1-2 0-16,-1 1 0 0,-1-1 0 0,-2-2 0 0,-1-1 0 0,-3 0 0 16,2-1-42-16,-2-1-22 0,-3 0-7 0,0 0-3 0,-3 0-12 15,-1-1-11-15,0-1-22 0,-3-1-24 0,1-1-28 0,-2 0-39 0,-1-1-47 16,0 0-51-16,-1 0-78 0,1 0-53 0,-1-1-16 0,1 0 37 16,3-1-143-16</inkml:trace>
  <inkml:trace contextRef="#ctx0" brushRef="#br0" timeOffset="23849.35">31472 4617 1195 0,'4'8'147'0,"2"1"-3"0,1 3 6 0,-3 0 3 0,1-1 12 0,-2 0-16 15,2 2-13-15,2 0-15 0,-2-1-12 0,-1 0-12 0,0-1-12 16,-1 0-16-16,1 0-11 0,-1 1-12 0,1-2-8 0,-2 0 1 0,2 0-5 16,2 0-2-16,-2 1 1 0,0-1-6 0,-1-1-1 15,1 0 0-15,0-1-7 0,0 0 0 0,-1 1-1 0,1 0-1 0,-1-1 1 0,0 1-4 16,1 0-2-16,0-1 0 0,-1 1 3 0,1 0-1 0,1 0 0 0,-1 0-1 16,1 1-5-16,0-1 3 0,-1 2 2 0,2 0-2 0,1 0-1 15,-1 1-4-15,0 1-1 0,-2-2-12 0,-1 2 0 0,-1-1 3 0,0 0 1 16,0 1 13-16,-1-1 3 0,-3 1 5 0,1 0-3 0,-5 0 3 15,-1 0-2-15,-3 2-1 0,-4 1 1 0,-2 0-5 0,-6 0 2 0,-2 1-9 16,-3 1-1-16,-6 0-1 0,-2 1-15 0,-2 1 0 0,-2 2-9 0,0 0-10 16,-1 1-8-16,1-1-14 0,2-1-26 0,3-3-34 0,3 0-49 15,-3-4-77-15,2 0-122 0,-1-2-149 0,1-4-120 0,0-2-216 0</inkml:trace>
  <inkml:trace contextRef="#ctx0" brushRef="#br0" timeOffset="24666.27">19163 2223 730 0,'-5'-8'401'0,"1"0"-214"0,0-1 28 0,2 1-4 15,2 3-18-15,0 0-20 0,1 2-18 0,-1 1-19 0,1 0-15 0,0 1-15 16,-1 1-12-16,1 0-15 0,-1 2-8 0,0 0-1 0,1 3-11 16,-1-1 3-16,0 2-11 0,0 2-6 0,0 0-6 0,-1 3-13 0,0 0-1 15,0 5-2-15,0 2-10 0,0 2 7 0,-1 1-9 0,0 0-6 0,-1 1 6 16,-1 0-6-16,0 1-1 0,0 1 1 0,-1 1-1 0,0 2-8 16,-1 1 8-16,-1 1-11 0,0-1-15 0,-1 1-14 0,2-2-19 0,-2 0-19 15,1-3-17-15,1-2-10 0,2-4-21 0,1-4-17 0,2-3-28 16,2-3-32-16,0-2-36 0,4-3-33 0,1-1-26 0,1-2-24 0,1-3-18 15,0 0-210-15</inkml:trace>
  <inkml:trace contextRef="#ctx0" brushRef="#br0" timeOffset="24883.09">19054 2328 671 0,'-7'0'155'0,"0"0"3"0,-2 1 5 0,3 0 2 0,2-1-7 0,2 1-14 15,0-1-10-15,2 1-14 0,1 0-13 0,2 1-5 0,0 1-12 0,1-1-10 16,3 1-8-16,0 1-11 0,2 0-11 0,1 1-5 0,3-1-6 16,1 2-11-16,0 0-5 0,1 0-6 0,-3 1-7 0,3 0-1 0,-1-1-2 15,2 1-4-15,-2 0 0 0,1-1-1 0,0 1 1 0,0 1-5 16,-1 0 1-16,1 1-6 0,0 0-4 0,0-1-3 0,-2-1-9 0,0 1-7 16,1 0-13-16,-2-1-25 0,0 0-36 0,-2-2-32 0,0 0-47 0,-1 0-47 15,-1-2-48-15,-1 0-48 0,-1-1-42 0,-1-1-197 0</inkml:trace>
  <inkml:trace contextRef="#ctx0" brushRef="#br0" timeOffset="25233.14">18454 2216 787 0,'-6'1'392'0,"0"1"-243"0,-1 3 34 0,1 0 19 0,2 1-5 15,-1 3-24-15,1 0-25 0,-1 2-25 0,1 1-25 0,0 2-17 0,0-2-16 16,0 2-14-16,0 0-9 0,0 1-11 0,0-2-6 0,-1 3-2 16,1 0-10-16,1-1-5 0,-1 0-1 0,0 1-7 0,1-1 0 0,0 0 1 15,0-2-1-15,1 0-3 0,-1-1 5 0,2-1-7 0,-1 0 0 0,2-2-2 16,0 0-4-16,0-1 1 0,0-1-5 0,1 1 2 0,0 1 5 15,1-1-7-15,1 0-4 0,-1-2-2 0,0 2-8 0,0-1 5 0,1 2-2 16,-1 0-7-16,1 0-5 0,-1-1-15 0,0 0-1 0,0-1-4 16,0 1-4-16,-1-1 10 0,1-1-2 0,-1-1-2 0,0 0 2 0,1-1-14 15,-2 1-7-15,1-1-13 0,-1-1-23 0,0 1-27 0,0-1-37 0,0-1-17 16,-1 1-19-16,-1-1-11 0,0 2 4 0,0-1-195 0</inkml:trace>
  <inkml:trace contextRef="#ctx0" brushRef="#br0" timeOffset="25466.19">17846 2376 1067 0,'-10'0'148'0,"-2"2"16"15,-2 0 25-15,3 1 11 0,2 1-9 0,2 1-12 0,2 2-16 16,3 1-18-16,0-1-26 0,2 2-19 0,3 2-10 0,1 0-18 0,4 2-5 15,4 0-4-15,2 0-5 0,2 2-8 0,2 0-3 0,4 1-10 0,2-1-15 16,3 1-8-16,4-1-1 0,2 1-8 0,4-2 0 0,3-1-15 0,3 1-8 16,4 1 1-16,2-3-10 0,2 2-9 0,1-1-64 0,2 0-96 15,2 0-136-15,1-1-197 0,2 2-169 0,0 1-175 0</inkml:trace>
  <inkml:trace contextRef="#ctx0" brushRef="#br0" timeOffset="26166.78">24515 6366 1396 0,'-28'9'25'0,"-1"0"17"15,-7 6 44-15,5 0 31 0,7 1 26 0,3 1 2 0,0 2-22 0,2 2-17 16,1 0-18-16,2 1-11 0,2 1-13 0,2-2-2 0,5 2-8 0,1 1-5 16,3-2-10-16,2 0-12 0,3-2 3 0,2-2-12 0,2-2-2 15,1-2-4-15,3-2-11 0,2-2 8 0,1-2-5 0,2-2 0 0,2-2-3 16,1-2 1-16,2-2 0 0,0-2-1 0,2-2-1 0,1-1-5 0,1-2-1 16,1-3 3-16,0 1 3 0,2-4-4 0,0 0 8 0,0-1-6 15,1 1 2-15,-1-1-2 0,0 2 4 0,0 0 1 0,1 2-3 0,1 3 12 16,-1 2-9-16,-2 5 2 0,0 0 1 0,-1 4-6 0,-2 4 5 15,1 3-1-15,-2 4-1 0,1 3 2 0,0 2-2 0,-2 4-9 0,-2 3 2 16,-2 3-4-16,-4 2-3 0,-3 4 6 0,-1 0-10 0,-1 2 2 0,-1-2-11 16,-2-1 4-16,0 1 15 0,-2-2-3 0,-1 1 8 0,0-4-5 15,-2 0-9-15,-1-2 4 0,-3-1-2 0,-4-1 4 0,-2 2 4 0,-5-4 3 16,-2 2 6-16,-5-2-4 0,-4-3 1 0,-3-1-2 0,-3-1 1 16,-1-4-1-16,-3 0-1 0,-4-2 1 0,-2-4-3 0,-1-3-7 0,-2-5-23 15,2-3-27-15,2-6-24 0,-1-3-22 0,1-6-7 0,4-3-3 0,0-2 6 16,4-5 0-16,1-1 1 0,3-5-8 0,1-2-17 0,2-3-16 0,1-1-30 15,3-3-43-15,2-1-49 0,1-2-207 0</inkml:trace>
  <inkml:trace contextRef="#ctx0" brushRef="#br0" timeOffset="28732.51">26835 5509 735 0,'-11'2'51'16,"0"-1"14"-16,-1 0 24 0,2-1 13 0,3-2-6 0,-1-2-19 0,1-2-19 15,-1-2-10-15,1-3 0 0,-1-3 2 0,1-2 12 0,-1-3 4 0,0-3 8 16,1 0 5-16,0-2-1 0,2 0 0 0,0-2-5 0,1-1-6 16,0-1-6-16,2-3-2 0,0 0-11 0,1-2-7 0,1 0 1 0,0-1-3 15,2-2-1-15,1 1-1 0,1-3-8 0,2 2-4 0,1-1 0 0,0 1-8 16,2-2-2-16,1-1 1 0,0-1-7 0,3 1-1 0,2 0 4 16,1 0-4-16,1 0-3 0,2-2-7 0,2 3 1 0,1-2 2 0,4 1 2 15,0 1 13-15,1-2-6 0,2 3 2 0,0-1-4 0,2 1-3 16,2 0-2-16,3 0-1 0,-1 1-1 0,3 1 3 0,1 1-3 0,1 2 1 15,3 0 3-15,0 3-5 0,-1-1-5 0,2 2 2 0,1 1-4 0,2 2 15 16,1 2 7-16,0 2-3 0,0 2 0 0,1 1-11 0,-2 1-1 16,0 4-3-16,0 2 5 0,-1 4-4 0,-1 1 5 0,-2 3-4 0,-2 3 1 15,0 4-2-15,-2 3-3 0,-1 2 5 0,-1 4 3 0,-3 3 4 0,0 2-4 16,-4 2-8-16,1 3-3 0,-2 2-1 0,-1 1 4 0,0 2 11 16,-1 1-1-16,-1 1 1 0,1 1-6 0,2 2-1 0,-2 0 1 0,1 3-2 15,-2 0 4-15,-1 2 1 0,0 1-1 0,0 0-1 0,0 0 1 16,-2 3-2-16,2 0 3 0,-1 2-5 0,1 2 2 0,0 1 8 0,-1 3 0 15,1 0 7-15,-2 1-7 0,0 1-10 0,-1 0 1 0,0-2-2 0,2-2 1 16,0-3-3-16,-1-1 2 0,0-3 1 0,-2-2 2 0,1-1-5 16,1-2 7-16,0-2 1 0,1-2 0 0,-2-3 12 0,-1-1-4 0,-1-4 2 15,-1-4 2-15,-1-3 3 0,1-3-2 0,0-2 4 0,-1-4 1 0,1-1 4 16,-1-2 2-16,-1-2 4 0,-1-4 3 0,-1-2 0 0,0-3 5 16,-2-3-5-16,1-4-3 0,0-2 4 0,-1-3-7 0,0-1-4 0,-1-3-1 15,1-2-13-15,1 1-1 0,1-1-7 0,-1 0-2 0,0 2 9 16,0 0 1-16,-1 1 3 0,-1-1 1 0,-1 0-11 0,1 1 1 0,-1-3-2 15,-1 1 0-15,-1 0 1 0,-1-1-5 0,0 0 2 0,-2-2 0 0,1-2-1 16,-2-2 2-16,0-4 3 0,-2 0-1 0,-1-1-3 0,-1-1 2 16,-1-1 0-16,-2-3-2 0,-1-1-9 0,-2-2 9 0,-1-3 4 0,-2-5 3 15,1 0 7-15,-1-4-5 0,-1-1-2 0,1-3-2 0,0-1 3 0,2-2-7 16,1 0 5-16,1 0-13 0,3 0 14 0,1 0 0 0,3-1-5 16,1 3 12-16,3 0-14 0,1 1 2 0,3 2-2 0,2 4 4 0,-1 2-6 15,5 3 2-15,1 3-6 0,1 2-4 0,4 4 11 0,0 0 1 16,1 3 9-16,2 1 2 0,0 2-10 0,0 1-1 0,1 3 2 0,1 0-4 15,3 3 1-15,0 0 1 0,2 2 0 0,2 0 0 0,0 0 1 0,3 3-1 16,-2-1 0-16,4 3-2 0,-2 3 0 0,1 0 0 0,3 3-5 16,-3 3 5-16,1 3-6 0,2 3 3 0,-3 2 3 0,-1 3-8 0,0 1 3 15,-3 4-2-15,-1 3 0 0,-1 2-1 0,0 2 10 0,-2 3-2 0,0 1 2 16,-3 3 0-16,1 4-4 0,-1 0-2 0,1 4-1 0,-2 0 1 16,-1 3-6-16,-1 1 1 0,-1 3 0 0,1 2 0 0,-1 2 0 0,0 3-9 15,-3 0 11-15,0 0-2 0,-3 4 4 0,0-1 7 0,-1 2-10 16,-2 1 0-16,0 1 2 0,0-2 3 0,-2 0-1 0,1-2 2 0,0-2 4 15,-1-1 2-15,-1-3-4 0,0-2-9 0,1-3 2 0,0-1 0 0,0-4 3 16,-1 0 13-16,2-4-9 0,0 0 0 0,1-4 25 0,-2-1-7 16,2-2 1-16,1-3 1 0,-2-2-26 0,1-2 8 0,-2-2 2 0,1-2-1 15,2-2 1-15,0-3-1 0,-1-2-1 0,2-2 2 0,-1-2 1 0,1-2-1 16,0-3 1-16,0-1-1 0,0-3-1 0,0-2 3 0,2-5-1 16,-1-3 2-16,0-1 2 0,2-5-5 0,-2-1-10 0,2-2 12 0,-1-2-3 15,1-3 5-15,1-1 11 0,-1-4-6 0,2-2-2 0,1-3 2 16,2-2 0-16,2-4 3 0,0-3-3 0,2-4 5 0,-15 27-14 0,6-7 1 15,1-3-1-15,4-9 0 0,4-2 5 0,4-7-9 0,3 1 4 0,5-7-12 16,3 1 3-16,3 3-1 0,2 4-16 0,3 2 6 0,-1 2-4 16,3 3 12-16,0 2 1 0,-26 26-13 0,2-3-14 0,1 0-31 0,3-2-15 15,1-1-27-15,2-2-27 0,1-1-31 0,6-2-52 0,-3 0-34 0,3-5-64 16,1 2-45-16,2-3-2 0,0-2-27 0,3-1 23 0,0-1-40 16</inkml:trace>
  <inkml:trace contextRef="#ctx0" brushRef="#br0" timeOffset="37216.56">22625 2760 1161 0,'-53'-56'-49'16,"-5"-2"131"-16,-13-10-7 0,9 15-20 0,10 11-9 0,-1 8-9 0,1 4-12 15,-1 5-17-15,-1 6-14 0,1 4-20 0,-4 6-20 0,-4 3-13 0,-4 4-14 16,-3 4 11-16,-6 4-1 0,-8 1-52 0,-6 4 3 0,-4 3 12 0,-5 1 21 15,4 3 66-15,1 4 26 0,2 2 14 0,-2 2 19 0,0 4 13 16,-2-1-2-16,-1 3-1 0,0 4-5 0,-1 4-4 0,0 4 3 0,-2 4-6 16,-1 5-1-16,-1 4 2 0,0 5-8 0,2 4-2 0,0 4-2 15,2 5-15-15,3 7-9 0,2 14-4 0,3 10-5 0,2 11 1 0,0 6-1 16,1 0 1-16,-1-2 1 0,6-2 8 0,4-6 14 0,6-3 14 0,10-5 6 16,8-5 4-16,8 1-3 0,9 1-4 0,6 0-2 0,9 2-8 15,6 1-9-15,7-1-3 0,7 3-6 0,7 4-5 0,8-1 5 0,6 2-9 16,9 0-11-16,6-3 2 0,9 1 0 0,5 0 1 0,7-4 5 15,5-1-5-15,5-3-10 0,3-6-1 0,2-5 3 0,3-6-6 0,3-5 3 16,2-6-7-16,2-8-1 0,3-4 8 16,1-4 10-16,2-4 0 0,1-3 11 0,0-2-1 0,1-2 5 0,1-1 14 0,3-1 2 0,-1-5 10 15,1-3 5-15,2-2 9 0,-2-6 4 0,3-4 2 0,0-4-1 0,2-8-9 16,0-3-6-16,1-6-10 0,3-4-3 0,0-5 0 0,1-5-10 0,2-3 1 16,0-7-5-16,-1-5-4 0,0-3 2 0,-3-6 1 0,-1-3-5 15,-1-5 4-15,-1-6 1 0,-2-5-2 0,0-5 5 0,-3-7 3 0,0-3-2 16,0-4 7-16,-1-6-2 0,-2-2 1 0,-3-4-2 0,2-4-3 0,-3-2-2 15,-1-2-2-15,0-1 1 0,-1-4-4 0,0 0-6 0,-2-3 3 16,-2-1 0-16,-2 0-1 0,-1-2 5 0,-2-1-10 0,-4-1-9 0,-2-1-9 16,-4-3-4-16,-5 2-1 0,-7-1 5 0,-7 0-6 0,-7-4-9 15,-9 2 4-15,-7-3-8 0,-9 2 12 0,-9 0 12 0,-7-1 6 0,-6 0 9 16,-8-1 9-16,-6 2 0 0,-4 0 3 0,-7 1 6 0,-2 1-2 0,-7 0-1 16,-4 2 7-16,-4 4-6 0,-3 3 0 0,-1 4 1 0,-3 4-6 15,-4 6-7-15,-2 3 3 0,-3 9-4 0,-2 6-2 0,-2 5 1 0,-4 6-5 16,-1 8-5-16,-2 6-7 0,-3 8-13 0,-2 6-9 0,-4 7-7 15,-2 8-1-15,-3 6 3 0,-3 7 6 0,-3 7 4 0,-1 6-5 0,-1 4 1 16,1 5 1-16,4 3-9 0,2 1-10 0,7 4-37 0,3 0-35 0,5 4-23 16,9 0-19-16,5 0 4 0,9 0 3 0,8 1-4 0,9-1-6 15,11-1 4-15,11-1 15 0,13-4 25 0,12 1 30 0,11-3-42 0,10-2-23 16</inkml:trace>
  <inkml:trace contextRef="#ctx0" brushRef="#br0" timeOffset="37687.56">26503 2453 547 0,'83'-43'131'0,"7"-4"14"0,21-8 13 0,-12 8-14 0,-10 9-14 16,1 3-14-16,1 4-17 0,-1 4-22 0,2 4-22 0,-1 5-18 0,3 1-7 16,1 2-9-16,4 3-4 0,5 1-3 0,3 3-8 0,4 1 0 15,6 1-1-15,3 2-1 0,5-1-2 0,3 1 1 0,5-1-7 0,3-1 4 16,-66 2 1-16,19 0 1 0,3-1 3 0,18-2-4 0,2 0-1 0,19-1 0 15,2 0 1-15,19-1 3 0,2 1 11 0,1 2 7 0,2 1 2 16,0 2 14-16,1 2 1 0,0 3 7 0,1 3 6 0,22 5-10 0,118 13-4 16,-40 7-11-16,-40 2-8 0,-141-17 1 0,17 2-7 0,-6 3-3 15,16 4-4-15,-4 1-10 0,12 5 10 0,-60-15-8 0,5 3-5 0,6 3-3 16,6 3-18-16,-4 1 0 0,5 4-5 0,-4 0 9 0,1 5 1 0,-4 1 1 16,3 4 8-16,-6 2-7 0,1 5 2 0,-6 1 5 0,1 5 4 15,-6 3-3-15,0 5 7 0,-6 2 2 0,-7 4 4 0,-4 2 6 0,-9 4-4 16,-5 2 4-16,-6 2-5 0,-7 2 21 0,-5 4 4 0,-4 2 1 0,-6 2 8 15,-7 2-28-15,-5 1-3 0,-7 2-3 0,-7-1 3 0,-5 3 20 16,-5-2 4-16,-57 88 3 0,-9-10-24 0,-8-15-4 0,-4-13 3 0,-6-15-13 16,5-15 21-16,6-14 5 0,-6-4-5 0,-79 50 23 0,22-22-2 0,25-24 6 15,41-28 2-15,2-4 0 0,-2-3-14 0,1-5-8 0,-4-3-4 16,3-6-8-16,3-6 13 0,0-5-8 0,1-8 5 0,-2-5 4 0,-3-6-1 16,0-6 7-16,-3-7-1 0,-4-6-4 0,-4-5 0 0,-3-7-4 15,-1-5-1-15,-2-6-3 0,-4-5-1 0,-3-7-4 0,-4-5 1 0,-6-5 6 16,-6-7-10-16,-5-6-6 0,-6-5-7 0,-4-7-21 0,-1-5 1 0,-3-4-2 15,6-4 2-15,4-4-5 0,5-3-18 0,8-8-44 0,7-5-39 16,9-8-34-16,7-7-59 0,12-6 0 0,12-4-35 0,14-7-72 0,13-3-51 16,17-5-187-16</inkml:trace>
  <inkml:trace contextRef="#ctx0" brushRef="#br0" timeOffset="49832.92">19097 4874 157 0,'-2'1'72'0,"1"1"-11"0,-1 1 5 0,2-1 1 0,0 1-2 16,1 1-8-16,0-2-10 0,0 1-5 0,1-1-6 0,1 0-2 0,0 1-3 15,2-1-1-15,1 0-2 0,-1-1-1 0,2 0-1 0,0 0-2 0,1 0 2 16,1 0 2-16,0-1 0 0,2-1 2 0,0 1 2 0,2-1 3 16,2-1 6-16,1-1 3 0,1-1 3 0,5 0 2 0,1-2-2 0,2-1-2 15,2-1-7-15,0-2 0 0,3 0-6 0,1-2 1 0,0 0-3 0,0-1 0 16,1 0 7-16,0 2-1 0,0-1 4 0,-1-2-1 0,1 1-3 16,-1 1-3-16,2 1 0 0,-1 0 0 0,0 2-3 0,-2 1-8 0,-2 1-3 15,-1 1-4-15,0 2-8 0,-2 0 3 0,1 1-5 0,-2 2 2 0,-3 0 5 16,1 1-3-16,-2 0 2 0,-2 2-6 0,0 1-3 0,-2 1 0 15,-1 2 3-15,-2 1 1 0,0 2 3 0,-1 2-4 0,0 2 2 0,-1 2 0 16,-3 3 0-16,1 1 0 0,0 1-1 0,-1 3 0 0,0 1-1 16,-1 1-1-16,-1 3 2 0,-1 1 1 0,-1 2 3 0,1 2 0 0,-1-1-6 15,1 1 5-15,0 1 11 0,0-1 7 0,-1 3 12 0,0 1 1 0,0 0-13 16,-1 2-7-16,0 1 1 0,0 1-3 0,-1 4 0 0,0-3 2 16,-2 0-8-16,1-2-2 0,-2 2 4 0,-2 0 1 0,0-1 5 0,-1 0-1 15,1-3 5-15,-1-2-3 0,0-1-3 0,-1-1 2 0,0 0-10 16,-1 1-5-16,-1-1-2 0,0 1 1 0,-1 0-2 0,0-4 3 0,0-2-2 15,1-4-3-15,1-1-2 0,0-2-1 0,2-1-2 0,0 0-7 0,1-1-16 16,1 2-16-16,1-1-22 0,1-1-39 0,0-1-36 0,2-3-44 16,1-2-40-16,2-3-31 0,1-1-19 0,0-1-22 0,3-3-5 0,1-1-159 15</inkml:trace>
  <inkml:trace contextRef="#ctx0" brushRef="#br0" timeOffset="50550.45">19388 4231 616 0,'0'-8'238'0,"2"1"-194"0,2 0-9 16,2 4-25-16,1 4-9 0,1 2-2 0,0 1-3 0,-2 2 2 0,-1 1 1 15,0 1 4-15,-2 1 1 0,0-1 2 0,-1 1-1 0,0 1 4 0,0-2 3 16,0-1 8-16,0 0 6 0,1-2 10 0,0-1 11 0,1-2 12 15,0-1 19-15,0-2 17 0,0-1 7 0,1-1 2 0,-1-3-10 0,2-1-16 16,3-2-10-16,1-2-14 0,1 0-14 0,3-1-5 0,2-1-10 0,3-2-3 16,2-1-1-16,2-1-3 0,4-1-3 0,2-3 1 0,6-1-5 15,2 1 2-15,4-2 2 0,0 2 4 0,2 0 4 0,3 1 1 0,3 2-2 16,4 0-6-16,1 0-4 0,3 1-6 0,1 2-1 0,0 0 3 0,4 1 1 16,-1 2-2-16,-1 1 2 0,2 1-5 0,-3 1 2 0,0 2-2 15,0 1 4-15,-2 1-4 0,-1 1-1 0,-2 1 3 0,-1 1-1 0,-1 2 1 16,-2 0 1-16,-1 4-2 0,-3 1 2 0,-1 2 2 0,-2 3 0 15,-2 2 2-15,0 1-4 0,-3 5 5 0,-1 4-1 0,-1 3 2 0,-2 3 0 16,0 4-10-16,-3 4 0 0,-3 4-3 0,-1 5 0 0,-2 4 6 16,-2 4 0-16,1 4 8 0,-1 5-2 0,-2 8 10 0,-1 5-1 0,-2 7 3 15,-3 7-3-15,-1 5-10 0,-2 4-6 0,-1 6-16 0,-3 2 3 0,-1 2 4 16,-3 3 1-16,0 0 4 0,-1-2 5 0,-1-5-10 0,1-5-1 0,-1-7 8 16,1-7 11-16,1-6 18 0,0-6 10 0,0-4 3 0,0-4-13 15,1-4-7-15,-1-3-8 0,0-4-7 0,-2-3-2 0,0-4-1 0,0-3-7 16,-2-6 3-16,-1-3-21 0,-2-4-34 0,-1-2-39 0,-3-4-48 15,-2-3-44-15,-3-5-40 0,-2-7-37 0,-1-3-48 0,-5-7-20 0,-2-6-3 16,-2-5 45-16,-2-11-129 0</inkml:trace>
  <inkml:trace contextRef="#ctx0" brushRef="#br0" timeOffset="50933.45">19389 3368 2861 0,'-4'-35'54'0,"5"3"-31"0,6-4-9 0,10 13-19 16,8 7-9-16,9 0 9 0,5 4 8 0,6 1 3 0,2 2 0 16,0 3 1-16,1 1-10 0,0 2 3 0,-1 2 0 0,2 2 0 0,0 1 1 15,3 1-2-15,4 1 1 0,5-1-4 0,5-1 3 0,4 0-1 0,5-2 0 16,3 0 6-16,4-2-3 0,5-1 1 0,2 0 1 0,5 0-6 15,0-1 1-15,2 2 4 0,0 0-2 0,-2 0 5 0,2 1 0 0,-3 0 2 16,2 2 3-16,-3 0 6 0,1 2 2 0,-3 0 6 0,0 2 2 16,0 0 2-16,-1 0-4 0,0 0 1 0,-1 1-4 0,-1 0-4 0,-2 2-3 15,-2-1-1-15,-3 2-1 0,-1 1 8 0,-3 2 1 0,-3 0 0 0,-3 2-3 16,-5 3-10-16,-2 3-1 0,-4 2 2 0,-4 3 0 0,-4 3 0 16,-6 4 0-16,-3 6-2 0,-2 5-7 0,-5 3 0 0,-2 6 2 0,-6 3-6 15,-3 6-1-15,-5 3-1 0,-4 6-1 0,-4 6-4 0,-4 8 1 0,-4 8-5 16,-4 6-8-16,-4 8-27 0,-5 7-22 0,-6 9-36 0,-3 8-43 15,-6 6-38-15,-4 8-67 0,-2 5-68 0,-1 4-55 0,-3 4-28 0,1 3-11 16,0 2 38-16,0 5-58 0</inkml:trace>
  <inkml:trace contextRef="#ctx0" brushRef="#br0" timeOffset="74670.41">8873 7534 16 0,'-4'2'21'16,"-1"-1"4"-16,0 1-9 0,1-2 4 0,0 1-2 0,-1-1-4 0,1 0-3 16,-1 0-4-16,0 0-2 0,1-1 0 0,0 1-2 0,0 0-1 15,0-1 0-15,0 0 0 0,0 1 0 0,-1-1-2 0,1 1 1 0,-1-1-1 16,1 1 0-16,-1 0 3 0,0 0-1 0,-1 0 1 0,1 0 4 0,-1 1-1 15,1 1 5-15,1-1 2 0,-1 1 4 0,-1-2 3 0,0 1-3 16,-1 1 1-16,0-1-2 0,0 1 2 0,0 0-2 0,0 1-2 0,0-1-4 16,1 0-3-16,-2 0 1 0,-1 0-3 0,0-1 1 0,0 0-2 0,-1 0-2 15,-1 0 1-15,2 0 0 0,-2-2-1 0,0 2 0 0,0-1 2 16,0 0-1-16,-1 0 2 0,1 0 0 0,-2 1 2 0,-1-1 1 0,0 0 0 16,0 1 2-16,-2-1-2 0,-1 0 0 0,1 1 0 0,-1-1-1 15,0 0 0-15,0 0-1 0,0 0 1 0,1 0-2 0,-1 1-4 0,-1-1 1 16,1 0-2-16,-3 1 2 0,0 0 0 0,0 1 1 0,-1-1-1 15,-1 0-1-15,1 0-1 0,-1-1 4 0,0 1-1 0,1-1 0 0,-1 0 1 16,0 0-3-16,1 0 0 0,-2 0 1 0,1-1-1 0,-1 0-1 0,-1 0 0 16,3-1-1-16,-2 0 3 0,1 1-2 0,-1-1 2 0,-2 0-1 0,1 0-1 15,-1 0 2-15,-1-1-2 0,3-2 2 0,-2 1 1 0,1 0 1 16,-1 0 0-16,-2 2 0 0,0-3-3 0,-2 1-1 0,0 0-1 0,-1 0 5 16,-2 1-2-16,0 1 2 0,0 0-1 0,-3 1-4 0,2 0 3 15,-2 1-2-15,-3 1 0 0,2 0 1 0,-3 1-1 0,0 0 0 0,0 0 1 16,-2 0 1-16,3-1-2 0,-2 0 2 0,-1 0-1 0,0-1 2 0,0-1 1 15,0 0-2-15,0 0 1 0,0 0-2 0,-1 0-1 0,1-1 1 16,0 1 0-16,-2 1 0 0,1 0 1 0,0 1-1 0,0 1 0 0,3 0-1 16,0 2 1-16,-2 1 0 0,2-1-6 0,-2 1 6 0,-1 2-3 0,2 0 3 15,0 1 3-15,-2 0-3 0,3 0 2 0,0 0-2 0,-1 0 3 16,1-1-1-16,-1 0 1 0,1-2 1 0,-1 0 0 0,4-2-1 0,-2 0 5 16,2-1-3-16,-2-1-1 0,1 0 3 0,1-1 0 0,-1-2 2 15,1 0 0-15,-1-2-4 0,1 0-1 0,1-2-3 0,-1 0 1 0,2 0-2 16,-3 0 1-16,1 1 1 0,0 0-5 0,2 0 5 0,1 0-1 0,0 1 0 15,0 0 0-15,0-1-1 0,1 2 1 0,-2-1 2 0,2 1 4 16,-1 0 1-16,1 0 1 0,0 2 1 0,0 0-4 0,1 0 0 0,1 0 0 16,-2-1 1-16,2 0-2 0,-1 0 2 0,-1 1-1 0,1-1 1 0,1 1 1 15,0 0 1-15,2 0-2 0,-1 0-1 0,1-1-1 0,-1 0 1 16,1 1-1-16,0 0 0 0,0 0 1 0,1 0 2 0,0-1 2 0,-1 2 2 16,2 0 0-16,-1 0-3 0,0 0 1 0,2 0 2 0,0 1-2 0,1 0 6 15,0 1-1-15,0 0 0 0,1 1 1 0,-3-1-4 0,3 1 2 16,0 0 0-16,1 1 0 0,3-1-1 0,0 0-5 0,2 0-1 0,0 0-3 15,0 1 1-15,0 1 5 0,0-1-1 0,2 1 0 0,-1-2-1 16,1 1-3-16,0-1 1 0,3 0-1 0,-1-1-4 0,0 0 3 0,1-1 0 16,1 0-4-16,1-1 2 0,0 1 0 0,1 0-3 0,1 0 5 15,1-1 0-15,-1 0-3 0,1 0-2 0,-1-1 1 0,2 1 1 0,-1 0 1 16,1 0 1-16,-1 1-1 0,0-1-2 0,1 0 1 0,-1 0 0 0,1-1 1 16,1 1 0-16,-2-1-5 0,3 1 2 0,-3-1 0 0,1 0-1 15,-1-1 1-15,1 0 0 0,-1 0-1 0,1-2-1 0,-1 1 4 0,1-2-2 16,0 0-1-16,0-2 1 0,0 0-1 0,0-1 1 0,0-4-4 0,2-2-7 15,-1-4-10-15,0-2-27 0,2-4-84 0,-1-4-66 0,2-5-224 16,2-7 79-16</inkml:trace>
  <inkml:trace contextRef="#ctx0" brushRef="#br0" timeOffset="79168.92">18434 8448 264 0,'-5'1'121'15,"-1"1"-29"-15,0 2-7 0,2 3-40 0,0 3-16 0,-1 4-2 0,0 3-7 16,-1 1-5-16,0 3-4 0,-1 2-6 0,-4 0 0 0,-1 3-3 0,-2 2 1 15,-2 2-1-15,1 0-1 0,-1 3 1 0,0-1-1 0,0 0-3 0,-1 0 0 16,-1 0 0-16,0-2 2 0,1 3 6 0,-2-3-1 0,1 0-2 16,0-3 1-16,-1-1 0 0,1-3-1 0,0-1 2 0,0 0 2 0,0 0 3 15,0-1 4-15,3-2-1 0,-1-3 1 0,2-3-3 0,1-2-1 16,1-1-2-16,3-1-3 0,1-1 0 0,0-2-1 0,2 0 0 0,1-3-2 16,1 1 1-16,2-2-6 0,1 0-4 0,0-1-7 0,2 1-11 0,0-1-7 15,2 0-4-15,2 1-5 0,1 0-4 0,4-1-7 0,1 0-10 16,2-1-10-16,3-2-14 0,2-1-6 0,2-1 2 0,1-3-45 0</inkml:trace>
  <inkml:trace contextRef="#ctx0" brushRef="#br0" timeOffset="79534.41">18523 8294 911 0,'-4'-10'50'15,"4"2"26"-15,0 0-42 0,4 4-24 0,3 5-7 0,2 1-4 0,1 4-9 16,1 0-5-16,-1 3-9 0,-1 2-6 0,1 3 0 0,-1 2 6 0,-1 1 5 15,0 3 5-15,-1 2 0 0,1 0 1 0,-2 3 0 0,1 4 0 0,1 3-1 16,0 0-4-16,1 2 4 0,2 0-3 0,2 1 0 0,0 2 0 16,2 0-9-16,1 2-6 0,1-2-12 0,1 0-8 0,1-3 3 0,0-2 7 15,0-1 13-15,0-4 11 0,1-3 8 0,-3-2 1 0,1-5 7 16,-3-4 7-16,-1-1 11 0,-2-2 14 0,-1-1 12 0,-1-2 7 0,0-2-1 16,-2-2-4-16,-1 0-11 0,-2 0-7 0,-1-1-8 0,-1 0-8 0,0 0-4 15,-2 0-4-15,0 0-7 0,0 0-20 0,-2 1-25 0,0 1-32 16,-2 1-34-16,-1 1-22 0,-1 0-14 0,-4 1-45 0</inkml:trace>
  <inkml:trace contextRef="#ctx0" brushRef="#br0" timeOffset="80153.08">18486 8500 1169 0,'-4'-14'57'16,"2"2"42"-16,2 0-45 0,3 7-32 0,2 5-16 0,4 3-5 0,3 3 3 16,-1 2-5-16,3 5 0 0,-2 1-2 0,-1 2-5 0,-1 1 0 0,-3 2 0 15,0 0-2-15,0 1 6 0,-1 2 0 0,1 2 3 0,-1 0-1 16,0 3-2-16,-1 0 3 0,0 3 0 0,0 0-7 0,-2 3 1 0,1 1 4 15,-1 2-3-15,-1 2 8 0,0 1 0 0,-1 2-4 0,-1 2 6 16,0 4 2-16,-1 2 2 0,1 3 0 0,-1 1 3 0,-1 2 7 0,1 3 3 16,-2 4 5-16,1 4 8 0,-1 5 1 0,-1 0 4 0,-1 6 4 0,1 4 0 15,-2 1 5-15,1 6 1 0,-1 0-3 0,1 1 1 0,0 2-1 16,1 1 5-16,2 1 1 0,1 0 1 0,1 2-8 0,2 0 4 0,0 3-4 16,1 3-4-16,1 2 1 0,0 4-7 0,-1 2-17 0,2 4 6 0,-1 1-5 15,1 4-1-15,1 2 14 0,-1 1-21 0,0-2 14 0,2-3-8 16,0 1-3-16,1 2 17 0,0 5-6 0,1 5 16 0,0 2-3 0,-1 2-10 15,0-1-4-15,0-1-27 0,0-1 8 0,-1-3-2 0,0 1 2 0,0-1 10 16,1-1-19-16,0-1 8 0,-1-5-4 0,1-2 0 0,0-4 4 16,0-3 0-16,0-1-9 0,0-6 2 0,0-2 4 0,0-2-4 0,1-2 16 15,-1-2 3-15,1 2 4 0,1-4 7 0,0-1-4 0,1-4 5 16,0 0-1-16,0-3-7 0,1 1 5 0,0 0-7 0,-2-3-1 0,0 0-2 16,-1-4-5-16,-1 0 1 0,0 0 0 0,-1-1-7 0,-1-2-3 0,-1-1 6 15,0-3 5-15,-2-3 5 0,1-1-10 0,-1-4 0 0,0-1-10 16,0 0 4-16,0-3 3 0,0 0-8 0,0-2 4 0,1-4 0 0,-2-27 5 15,0 5 4-15,0 0-4 0,1 5 4 0,0-2-6 0,0 5-3 16,-1-4 2-16,2 6-2 0,-1-5 7 0,0-1-11 0,0-4 6 0,1-3 1 16,0-3-3-16,-1-1 6 0,1-3-8 0,-2-1 5 0,2-3 3 0,0-1 0 15,-1-1-6-15,1 0-8 0,-1-2 4 0,0 0 8 0,0-1 4 16,-1 1-4-16,0-1-6 0,0-3 2 0,-1 1-2 0,1-1 6 0,-1 0 10 16,-1-2-26-16,0 0 8 0,1-3-17 0,-2 0-25 0,1-1 14 0,0-1-34 15,-1-1-16-15,1-1-30 0,-1-1-35 0,0-1-46 0,-1 0-72 16,0-1-78-16,0-1-83 0,-1-3-21 0,-1-3 51 0,-1-4-20 0</inkml:trace>
  <inkml:trace contextRef="#ctx0" brushRef="#br0" timeOffset="80552.08">17760 17833 405 0,'-4'3'122'0,"0"0"-58"0,0 1-41 16,-2 1-26-16,0 0-16 0,0 1-12 0,-1-1-12 0,0 2-14 15,-1 0-9-15,0 1-5 0,-2 1-1 0,1 0 1 0,-1 0 4 0,-1-1-28 16</inkml:trace>
  <inkml:trace contextRef="#ctx0" brushRef="#br0" timeOffset="80953.62">17589 18063 50 0,'1'2'38'0,"1"-1"-4"16,0 1-2-16,0 0 6 0,1 0 12 0,1 0 13 0,1 0 11 0,2 0 10 15,0 0 9-15,1 0 3 0,1 0 5 0,1-1-1 0,1 0 0 16,2 0 4-16,1-2 3 0,1 0 6 0,0 0-5 0,3-2-1 0,0 0-5 15,2-1-6-15,0 0-10 0,2-2-13 0,1 1-7 0,2-2-12 0,2 0-2 16,0 1-11-16,3-1 0 0,1-2 4 0,3 1-6 0,2 0 1 16,1-1-6-16,4 1-6 0,2-1-5 0,2 1-4 0,4 0-1 0,1 0 1 15,3 0 3-15,3 0 4 0,2 0 10 0,3 1 1 0,3 1 9 16,1-1 7-16,3 0-3 0,2 1 10 0,0 0-6 0,3 0 10 0,2 1-9 16,0 1-10-16,1-1 3 0,1 0-7 0,0 1 9 0,1-1-9 0,0 1-9 15,0-1 3-15,1 0-2 0,-1 1 10 0,-1-1 3 0,2 0-8 16,0 0 3-16,-1 0-19 0,75-7 5 0,-10 1 1 0,-10 0-2 0,-9 0 5 15,-8 2-42-15,-8-1 5 0,-10 2-3 0,-10 0 4 0,-5 3 21 16,1 1-14-16,0-1 4 0,0 1 12 0,1 2-7 0,-2 1 11 0,1 0-22 16,0 1 30-16,-1 1 10 0,-1 1-10 0,-1 1 8 0,-2 1-33 0,0 0 7 15,-1 1-5-15,-40-2 20 0,5 1 4 0,0 1-6 0,4 1 3 0,-1 0-16 16,6 1-12-16,0 1 16 0,3 1 5 0,1 0-4 0,3 0 3 16,0 1-12-16,3 1 1 0,0 1 9 0,3 1 6 0,-1-2-11 0,4 3 5 15,-2-1-2-15,0 1-6 0,-1-1 8 0,-2 0-8 0,-2 0 10 16,-1 0 2-16,-3-1-14 0,-2-1-8 0,-2-1 0 0,-2 0 0 0,-3 0 0 15,-3-2 0-15,-2 0-18 0,0-1 2 0,-5-1-14 0,0-1-12 0,-5-1-5 16,-2-1-14-16,-2-1 1 0,-3 0-17 0,-4-2-20 0,0-1-43 16,-3-1-57-16,-3-1-46 0,-1 0-91 0,-3-2-113 0,-2-3-84 0,-4-3-69 15,-3-3 57-15,-4-3 36 0</inkml:trace>
  <inkml:trace contextRef="#ctx0" brushRef="#br0" timeOffset="82418.57">24471 17288 789 0,'0'0'572'16,"-2"-1"-280"-16,1 1-89 0,-1 0-72 0,0-1-38 0,0 1-8 0,0 1-23 15,-1 1-18-15,0 0 3 0,0 2-13 0,-1 2 14 0,0 2-2 0,-1 2-3 16,0 4 6-16,0 4-3 0,0 2 14 0,-1 6 3 0,0 2-4 16,1 4-4-16,1 3-10 0,0 3-2 0,0 4 13 0,3-20-3 0,0 3-3 15,1 3-8-15,0 3-14 0,0 3-16 0,1 2-5 0,1 3 2 0,0 2-7 16,1 0 1-16,0 3 38 0,1 0-20 0,1 3 10 0,0-1-8 16,1 3-50-16,-1-2-10 0,2 1-4 0,1 0 2 0,0-3-4 0,0-3-6 15,1-2-2-15,0-3-12 0,-1-4-18 0,0-3-27 0,1-4-44 16,-1-2-51-16,0-4-41 0,0-4-36 0,-1-3-28 0,0-4-12 0,-1-4-9 15,-1-4 22-15,-1-6-30 0,0-4 95 0</inkml:trace>
  <inkml:trace contextRef="#ctx0" brushRef="#br0" timeOffset="82869.37">24387 17574 1463 0,'-3'2'859'0,"-1"1"-485"0,-1 0-159 0,0 0-90 0,-2 1-46 16,1 0-33-16,-1 1-9 0,0-2-19 0,1 0 1 0,1 0-6 15,0-1-19-15,2 0-6 0,1-1 6 0,0 0-4 0,2-2-20 0,-1 1-7 16,2-1-17-16,0-1 10 0,1-1 15 0,1 0 5 0,1 0 5 16,2-2 6-16,2-1 13 0,1-1 8 0,2-1-6 0,4 0 1 0,1 0 4 15,2 0-3-15,2-1 8 0,2 1-6 0,2 0 3 0,-1 2 3 0,3 1-3 16,0-1 4-16,0 2-4 0,1 1-4 0,0 0 0 0,1 2-10 16,-2 1 5-16,2 2 2 0,-1 1-2 0,0 2-4 0,0 1-8 0,-1 2 4 15,0 3 1-15,-3 1 5 0,0 1-5 0,-4 2-6 0,-1 1-5 0,-3 2 1 16,-2 0-3-16,-3 2-6 0,-4 0 21 0,-1-1-5 0,-5-8 7 15,0 1-4-15,-2 1-23 0,-1 1 5 0,0 0 0 0,-3 2 3 0,-1 0 6 16,-1 0 1-16,-2 0 12 0,-1 3-1 0,-2-1 3 0,0 0-1 16,-2 2 4-16,-1 0 4 0,-1 0 1 0,0 1 9 0,-2 0-6 0,1-3 7 15,1 0-2-15,-1 0 0 0,1-2 3 0,1-2 1 0,2 0 1 0,0-1-5 16,1-2 4-16,2-1-13 0,1-2 8 0,4-1-21 0,-1-1-13 16,2-2 3-16,1-1-13 0,2-1 6 0,1-1 9 0,1-1-5 0,1-1 12 15,2 0 11-15,0-1-1 0,2 0 1 0,1 0-1 0,0 0-4 0,3 0 0 16,0 0 6-16,1-1 4 0,1 1-1 0,1 1 1 0,0 0-1 15,1 1-12-15,1 0 3 0,0 1 5 0,0 1 1 0,0 0 2 0,1 1-4 16,-1 0-2-16,-1 2-2 0,-1 1-8 0,0 0-1 0,-1 1-6 16,-1 0 2-16,-1 2-1 0,-2 0 32 0,-1 1-6 0,-1 1 7 0,-2 1-9 15,0 2-46-15,-2-1-5 0,-1 1-5 0,-1 2-7 0,0 0-17 0,-2 0-8 16,0 1-33-16,-1 0-19 0,1 1-37 0,-2-1-72 0,-1 1-74 16,0 0-59-16,0-2-8 0,1 1 44 0,-1-1-32 0</inkml:trace>
  <inkml:trace contextRef="#ctx0" brushRef="#br0" timeOffset="83803.58">25221 17991 2923 0,'0'7'465'0,"1"-2"-262"0,-1 2-113 15,1 1-63-15,1 1-19 0,0 2-3 0,0 0-1 0,1 3 6 0,1 0-12 16,1 1-10-16,0 0-12 0,1 1-37 0,0 1-19 0,1-1-28 15,0-1-6-15,0 0 44 0,2-2-28 0,0-1-29 0,1-2-18 0,1-2 4 16,0-1 29-16,0-1 50 0,1-3 43 0,0-1 5 0,-1-1 25 16,1-1 11-16,0-2 7 0,-1-1 1 0,1-1 5 0,-1 0 4 0,1-1-4 15,-1 0-1-15,-1-2 1 0,0 0-7 0,-1-1-18 0,1 0-5 0,-2 0-2 16,0-2-9-16,-1 1 2 0,-2 1-16 0,2-3-9 0,-2 1-8 16,0-1-2-16,0-1-5 0,-1 1-6 0,-1-1 4 0,0 0 5 0,-1-1-2 15,-1 1 4-15,0-1 4 0,-2 1-8 0,0-1 9 0,-1 0 4 0,0 1 9 16,-1 0 20-16,-1 1 5 0,-1 0 16 0,0 1 1 0,-1 0 2 15,0 1 13-15,0 1-11 0,-1 2-2 0,0-1-4 0,0 2-10 0,0 0-6 16,-1 1-6-16,1 1-10 0,0 1-8 0,1 1 5 0,0 0-2 16,0 1-5-16,0 1 0 0,0 1 0 0,1 0 2 0,-1 1-4 0,2 1-8 15,-1 0-4-15,1 1-1 0,0 0-6 0,1 1-6 0,1 0-2 0,0 2 2 16,1 0 4-16,1 0 8 0,0 1-6 0,1 1 0 0,1-1 7 16,1 1 9-16,1 0 11 0,1 1 9 0,1 0 11 0,0 0 9 0,2 0-1 15,0-2 8-15,1 2-3 0,0-1 1 0,2 0-4 0,0 0 1 16,1-1 2-16,1-1-4 0,-1 0 0 0,2-1-4 0,0 0 0 0,1-2 3 15,0 0 8-15,0-1-4 0,0-2 2 0,2-1 8 0,-1-2-1 0,-1 0 1 16,1-2 0-16,0-1-5 0,-1-2-1 0,2-1-4 0,-1-2-3 16,-1 0-6-16,0-1-5 0,0-2 5 0,-1-1 1 0,1-1-1 0,-1 0 5 15,-2 0 4-15,1-2-2 0,-1 1-7 0,0-1 9 0,0 0-5 0,-3 0 2 16,2-1 7-16,-2 2-4 0,0 0-6 0,-1-1 1 0,0 1 2 16,3-11-4-16,0 2 8 0,-4 3 5 0,-1 5 5 0,-2 3 6 0,-2 4 5 15,-1 2 6-15,-1 4-7 0,0 1 3 0,0 2-10 0,0 1-4 0,1 0 3 16,-1 1-20-16,0 1-7 0,0-1-18 0,1 1-1 0,-1 0-4 15,2 1-4-15,-1 0-5 0,1 0-10 0,1 2 7 0,0 0-2 0,1 1 12 16,1 1-5-16,0 1 3 0,2 2 5 0,1 0-7 0,1 1 10 16,1-1-5-16,1 2 7 0,1 1 3 0,-1 0 3 0,2 0 5 0,1-1 2 15,0 2 9-15,-1-1 0 0,2 0-5 0,0-1 8 0,-1 0 0 0,0 0-3 16,-1-1 4-16,-1 0-2 0,0-1 1 0,-1 0-3 0,-1 0-12 16,-2-1-15-16,0 0-23 0,-2 0-23 0,-1-2-8 0,-2 2-7 0,-2-2 11 15,-1 1 16-15,-2-1 12 0,-1 0 21 0,-2 0 7 0,-1-1 20 0,-1-1 3 16,0 1 3-16,-1 0 6 0,-2-1-6 0,1 0 5 0,-2 0-3 15,1-1-5-15,1 0 2 0,-1-1 2 0,1 0 2 0,0 1 5 0,0-3-7 16,2 1-4-16,1 0-8 0,0-1-7 0,2 0-2 0,1-1-14 16,0-1 9-16,1 0-13 0,1 0-13 0,1-1 4 0,1-1-3 0,1 0 22 15,1-1 13-15,1-1 3 0,1 0 11 0,0-3 3 0,2 0 3 0,1-1 11 16,1-1 4-16,0-1-2 0,1 0 9 0,-1 0 0 0,2-2 2 16,0 0-1-16,1-2 0 0,-1 1-8 0,0 0-11 0,0-2 0 0,0 1 1 15,-1-1-3-15,0 2 4 0,0-2-3 0,-1 1 3 0,-1 0 2 0,-1 0-1 16,0 2-2-16,-1-1-4 0,-1 1 5 0,-1 0 10 0,0 0-8 15,-2 3 2-15,0-1 3 0,-1 0-4 0,-1 2 9 0,-1 0 4 0,0 2-1 16,-1 0 11-16,0 1-5 0,0 3-5 0,-1-1-14 0,0 1-11 0,0 0 5 16,-1 2-5-16,1 0 0 0,0 2 7 0,0 0-3 0,0 2-1 15,0-1 2-15,1 2-4 0,0 1-6 0,-1 0 4 0,3 2-2 0,-2 0-12 16,1 1-1-16,1 1 1 0,-1-1 1 0,1 2-10 0,1 1 5 16,0 0 4-16,0 1-8 0,0-1 8 0,1 2-6 0,2-1-4 0,0 1 11 15,0 0-4-15,1-1 13 0,1 1-8 0,0-1-3 0,0 1 3 16,1-2-20-16,1 1-2 0,0-1-2 0,0 0-9 0,1 0-13 0,0-2-10 15,0 0-20-15,0-1-7 0,0 0-19 0,0 0-31 0,-2-1-50 0,2-1-68 16,-1 0-102-16,0-2-80 0,0 1 20 0,-1-2-65 0</inkml:trace>
  <inkml:trace contextRef="#ctx0" brushRef="#br0" timeOffset="84268.58">26611 17291 2948 0,'-1'7'484'0,"1"0"-291"0,-1 1-118 0,0 3-54 0,1 2-21 0,0 3-1 16,0 2 2-16,1 0-14 0,1 2-12 0,1 1-11 0,0 0-9 0,0 2-13 16,0 0-10-16,0 2-18 0,0 0 13 0,1 0-7 0,-1 3 7 15,1-2 21-15,0 1 1 0,0 1 34 0,-1-14 17 0,0 2-2 0,0 0 6 16,1 1 3-16,1 2 7 0,0 1 1 0,0 0 3 0,0 3 6 15,2-1 2-15,0 1-1 0,0 2 5 0,1-1 0 0,1 2 0 0,0 2 4 16,0-2-5-16,-1 3-4 0,2-3-3 0,0 0 7 0,0-2 39 0,1 0-22 16,-2-1 3-16,0-3 3 0,1 0-50 0,-1-1 9 0,0-3-20 15,0-1-10-15,0-2 12 0,-1-1-21 0,-1-1 5 0,1-3-5 0,-1-2-9 16,0-1 19-16,0-1-11 0,-1-2 8 0,0-1 5 0,0-1 7 0,-1-1 14 16,0-2-32-16,-1 0 4 0,1-2 3 0,0 1-7 0,0 1 21 15,-1-2 3-15,1-1-3 0,-1 1 15 0,0-1-3 0,0 1-4 0,1-1 7 16,-1 1 0-16,0 0 7 0,0 1 0 0,0 0 6 0,-1 0 11 0,1 2-2 15,0 0-4-15,0 1-16 0,0 0-7 0,0 0 3 0,0 1-12 16,0 1-6-16,0-1 0 0,0 2-8 0,0-1 28 0,1 3 23 0,0 0-3 16,0 0 5-16,0 1-21 0,0 1-38 0,1 1 0 0,0 1 6 15,0-1 4-15,1 1 6 0,0 1-9 0,0 0-13 0,1 0 14 0,0 1-5 16,-1 0 6-16,1 1-20 0,0-1-18 0,0-1 4 0,-1 0-15 0,1 1-15 16,-1-1-42-16,0-2-27 0,-1 0-36 0,0 0-44 0,-1-3-52 15,0 0-74-15,0-2-36 0,-1 0-18 0,0-3 55 0,-1-2 46 0,-1-2 52 16</inkml:trace>
  <inkml:trace contextRef="#ctx0" brushRef="#br0" timeOffset="84420.1">27194 17866 2881 0,'1'4'361'0,"-1"-2"-186"15,0 2-88-15,1 0-56 0,-1 1-10 0,1 0-16 0,0 1-18 0,0 1-11 16,0 0-28-16,0 0-30 0,0 1-52 0,1 0-50 0,-2 1-62 0,1 1-83 15,0-1-120-15,0-1-84 0,-1 0-5 0,0-1 77 0,0 0 30 16</inkml:trace>
  <inkml:trace contextRef="#ctx0" brushRef="#br0" timeOffset="84968.67">27456 18047 1269 0,'1'2'413'0,"0"-1"-147"16,1 2-89-16,0 0-56 0,0 0-33 0,0 1-12 0,2 0-17 0,-1 2-8 15,0-1-11-15,1 2-10 0,0 0-9 0,0 0-10 0,1 0-5 16,0 2 4-16,0 1 1 0,1 0-3 0,-1 0 5 0,0-1-2 0,0 1 4 16,0-1-2-16,-1 1 8 0,0 0 14 0,1-2 11 0,-1 1 14 15,1 0 14-15,0-2 1 0,-1 1 12 0,1-1-1 0,0 0-15 0,0-1-18 16,0 0-17-16,0-2 15 0,1 1-9 0,-1-1 16 0,0 0 1 0,0-1-22 16,1 1 3-16,0-1-27 0,-1 0-17 0,1 1 2 0,0-1-9 15,0 1 9-15,0 0-15 0,0 0-3 0,-2 0 3 0,2 1-7 0,0 0 1 16,-1 0 1-16,1 0-9 0,-1 0 10 0,1 1-1 0,-1 0-7 15,0-1 16-15,0 1-7 0,0-1 27 0,0 2-8 0,-1-2-7 0,1 1 12 16,-1-1-9-16,1 0 10 0,-1 0-7 0,1 0 4 0,-1-1-2 0,1-1 2 16,-1 1-9-16,0-2-8 0,0 1 2 0,0-1-6 0,-1 0-12 15,1 0-21-15,-1-1-10 0,0-1-4 0,1 1 3 0,-1-1 1 0,1 0-11 16,-1-1 19-16,1 0 3 0,0 0 11 0,0 0 16 0,0-1-9 0,1 0 17 16,-1 0 3-16,2 0 9 0,-1 0 13 0,2-1 4 0,-1 1 1 15,2 0-6-15,0-2 4 0,1 0 3 0,2 0 8 0,0 0-5 0,0-1-3 16,2 0-2-16,1-1 3 0,1 0-1 0,1-1-11 0,-1-1-41 0,2 1-7 15,1-1 1-15,-1-2 15 0,2 1 27 0,0-2 4 0,0-1 5 16,0 1-6-16,1-2 2 0,-1-1-7 0,-1 0 6 0,0-2 6 0,0 1-6 16,-2-2 5-16,1 0-5 0,-1 1-9 0,-1-2-1 0,-2 0-11 15,-1 0-8-15,0 1 0 0,-2-1-4 0,-1 1 1 0,-2 1-11 0,-3 0-1 16,0 1 4-16,-1 1-3 0,-2 1 15 0,-2 2 2 0,-1 0 12 0,-1 1 8 16,-2 2 0-16,-1 2 9 0,-2 1 2 0,-1 2 18 0,-1 2 13 15,0 2 7-15,-1 2 17 0,1 1 9 0,0 3 4 0,1 1 1 0,0 3 3 16,2 0-6-16,1 1-1 0,1 2-4 0,2 1-11 0,2 1 2 0,3 0-1 15,1 1 3-15,4 0 2 0,1 0 3 0,4-1 4 0,1 0-8 16,2 0-5-16,3-1-18 0,2-2-13 0,1 0-20 0,3-2 1 0,1-1-25 16,-1-1-16-16,3-2-34 0,0-4-56 0,1-1-74 0,0-2-106 15,1-3-139-15,1-6-224 0,0-5-152 0,1-7 0 0</inkml:trace>
  <inkml:trace contextRef="#ctx0" brushRef="#br0" timeOffset="85835.84">20211 8112 838 0,'-11'-14'154'0,"1"1"40"0,0-3-3 0,3 6-42 0,3 4-47 16,2 1-27-16,1 2-17 0,0 1-19 0,2 1-15 0,0 1-14 0,1 1-10 16,1 2-1-16,1 2 0 0,2 2 2 0,1 2 0 0,1 2 5 0,0 1 0 15,2 1 5-15,-1 2 5 0,3 1 9 0,1 1 20 0,1 1 19 16,-1 0 11-16,1 2 10 0,3 0 0 0,0 2 0 0,2 2 5 0,1 2-8 16,3 1-6-16,0 0-17 0,2 2-5 0,0-2-12 0,-2 2-6 0,1-2-4 15,-2-1-6-15,2-1-3 0,-1-4 3 0,-2-2-3 0,-1-3-1 16,-1-3 5-16,-4-1-6 0,0-3-1 0,-2 0-4 0,-2-3-8 0,-1-1 4 15,-4 0-5-15,0-2 0 0,-3 0-4 0,-1 0-3 0,-2-3-3 16,-1 0-4-16,-1 0-12 0,-2 0-17 0,-5 0-44 0,-5-2-49 0,-6-1-59 16,-3 0-74-16,-4-3-65 0,-1-2-35 0,0-1-16 0,-1-4 23 0,2-2 49 15,-2-2 60-15,0-4-55 0</inkml:trace>
  <inkml:trace contextRef="#ctx0" brushRef="#br0" timeOffset="86037.84">20058 8182 219 0,'-27'-23'105'0,"-5"1"-15"15,-6-5-24-15,3 7-16 0,4 7-10 0,0 1-3 0,0 2-2 16,-1 1 5-16,1 1 10 0,0 0 9 0,6 3 14 0,1-1 11 0,4 0 7 15,5 0 5-15,2 0-6 0,2 0-9 0,4 1-14 0,2 0-8 16,2 0-12-16,2 0-3 0,3 0 4 0,2 1 9 0,4-2 11 0,3-1 12 16,4-1 5-16,1 0-2 0,6 0-3 0,4 0-11 0,3 0-10 0,5 1-8 15,1-2-13-15,4 0-3 0,2-1-5 0,2 0-8 0,3 0-2 16,1 0-8-16,4 0-3 0,-1 1-4 0,1 0 2 0,-1 1-1 0,-2-1-1 16,2 1 3-16,-2-1-5 0,0 0 0 0,-2 0-2 0,0 0-5 0,-4 1 1 15,0 1-5-15,-2 0 2 0,0 0-3 0,-2 2-5 0,-2 2-7 16,-2 1-8-16,-1 1-7 0,-1 2-13 0,-4 2-20 0,-3 1-38 0,-1 4-89 15,-5 3-111-15,-1 3-51 0,-3 6-42 0,-4 4-198 0</inkml:trace>
  <inkml:trace contextRef="#ctx0" brushRef="#br0" timeOffset="86235.85">20113 8888 2720 0,'-10'-20'188'0,"3"2"-22"0,4-2-47 0,10 11-50 15,14 3-57-15,12 0-5 0,14-2 1 0,8-1-7 0,6-2 1 16,1 1 0-16,-2 0-4 0,-3 0-3 0,-5 1-1 0,-2-1-3 0,-3 0-5 16,-2 1-5-16,-3-1-8 0,-1 1-10 0,-1-2-12 0,-2 0-16 0,0-1-20 15,0 0-20-15,-2 1-21 0,2-1-29 0,-1 0-20 0,-1 0-41 16,1-1-72-16,-4 2-57 0,1-2-46 0,0 1-10 0,1-1-103 0</inkml:trace>
  <inkml:trace contextRef="#ctx0" brushRef="#br0" timeOffset="86689.37">21425 8219 1782 0,'-14'-21'106'0,"1"0"45"0,1-1-44 0,7 8-38 0,5 6-32 0,3 2-12 16,1 2-10-16,1 0 0 0,0 1 5 0,0 2 7 0,0 1 22 0,-1 1 12 15,0 1 16-15,1 1 2 0,0 2-1 0,3 1-3 0,-1 2-7 16,3 2-10-16,2 0-10 0,1 3-14 0,3-1-21 0,-1 2-7 0,2-1-6 15,-1 2-2-15,1 0 14 0,-1 0 2 0,0-1-2 0,2-2 0 16,-2 0-12-16,1 0-2 0,0-1 2 0,0-1-2 0,-1-1 2 0,-1 0-3 16,-2-2 1-16,-1 0 0 0,-1-2 2 0,-1-2 0 0,1-1 2 0,-1 0-2 15,-1-2 0-15,1-1 0 0,0 0 2 0,-2-2-2 0,3-1 3 16,-1-1 2-16,0-1-6 0,0-1 1 0,-1-1 1 0,-1 1-1 0,1-3 4 16,-1 0-2-16,-1 0 3 0,-1 0-2 0,0-1 1 0,0 3-13 0,0-2-3 15,0 1 3-15,-1 2 1 0,1 1 11 0,0 1-1 0,0 2 0 16,0 0 1-16,1 2 2 0,-1 0-3 0,2 2-2 0,0 1 2 0,-1 2-2 15,2 1 1-15,0 1 1 0,1 0 8 0,1 1 1 0,0 0-2 16,-1 0-1-16,1 0-10 0,0 0 4 0,0 0-4 0,0-1 1 0,0 0 1 16,-1-1 1-16,1-1 1 0,-1 0-2 0,-1-2-2 0,0 0-3 0,-2-1 4 15,1-1 2-15,-3-1-1 0,1-1-1 0,-1-1 2 0,0 0-1 16,0 1 2-16,-1-1-2 0,0-1-2 0,0 1 1 0,0 0-3 0,-1 0 1 16,1 1 3-16,0 0-4 0,0 0-1 0,0 0 0 0,-1 0-2 15,1 0 0-15,1 0 7 0,1 0 0 0,0 1-7 0,0-1 4 0,2 1-4 16,0 1 0-16,1 1 2 0,1 1 0 0,1 2-1 0,1 0 1 0,0 1-2 15,0 1-6-15,1 1-9 0,-1 1-17 0,3 1-40 0,1 1-37 0,0 0-49 16,-1 1-56-16,2 0-94 0,2-1-52 0,-2-1-28 0,1-2-16 16,1-1 50-16,-2-1-47 0</inkml:trace>
  <inkml:trace contextRef="#ctx0" brushRef="#br0" timeOffset="86886.37">22802 8079 1943 0,'1'-6'92'0,"0"4"-17"16,3 2-55-16,3 7-21 0,4 4 2 0,3 4 11 0,3 4 0 0,1 4 6 16,0 0-7-16,0 4-3 0,0 0 16 0,0 3 2 0,-2 2 13 0,1 0-4 15,-1 1-11-15,1 2-5 0,-1-2-3 0,2 4-4 0,0-2-3 16,1-1-8-16,1 0 1 0,1-3 0 0,-2 1-7 0,0-2-1 0,-1 2-6 16,-1-3-10-16,-2 0-14 0,-2-2-37 0,-3-3-48 0,-2-2-49 0,-3-3-84 15,-2-2-69-15,-4 1-1 0,-6-2 44 0,-4-2 32 0,-5-2-42 16</inkml:trace>
  <inkml:trace contextRef="#ctx0" brushRef="#br0" timeOffset="87103.37">22844 8411 997 0,'-3'-27'628'0,"3"-2"-429"0,0-4-18 16,3 8-87-16,3 6-48 0,2 3-26 0,4 1-11 0,2 0-6 16,2 1-5-16,4 2 11 0,1-1-2 0,-1 1 2 0,1 0 2 0,0-1-10 15,0 2 5-15,3 0-2 0,0 0 4 0,2 3 3 0,1 1-3 0,-1 2 2 16,2 2-2-16,-1 3-4 0,2 3 1 0,-1 4-2 0,-2 2 0 15,0 3 0-15,-1 4 6 0,-2-1-18 0,-2 4-2 0,-5 1-4 0,-1-2 0 16,-3 3 10-16,-3 0-1 0,-2-2 0 0,-3 3-18 0,-3 0-1 16,-4-1-7-16,-2 2-22 0,-5-2-16 0,-3-1-28 0,-4 1-37 0,-2-1-24 15,-4-3-28-15,-2 0-15 0,2-2 3 0,-2-2 6 0,3-3 16 16,0-2 5-16,0-2 1 0,3-3-107 0</inkml:trace>
  <inkml:trace contextRef="#ctx0" brushRef="#br0" timeOffset="87369.37">23590 8554 362 0,'17'-2'95'0,"1"2"-38"15,4-1-10-15,0 3-20 0,-4-1 0 0,-2-1-1 0,-2-1 5 0,-4-1 6 16,-3-2 9-16,-3 0 10 0,-3-1 10 0,-1-2 10 0,-3-2-2 16,-1-3-8-16,-5-3-14 0,-1-1-16 0,-3-2-5 0,0 1-5 0,0-1 4 15,0 0 2-15,1 1 5 0,-1-2 4 0,2 0 2 0,-1-1 1 0,0-2-3 16,1-1-5-16,1 2-10 0,2-1-4 0,1 0-6 0,2 3 6 15,1-2-4-15,2 3-2 0,3 2-3 0,1 1-12 0,4 3 1 16,1 1-3-16,2 3 5 0,2 2 2 0,1 1 2 0,2 3 1 0,0 0-4 16,1 3-3-16,1 1-4 0,2 3 1 0,1 3-3 0,2 2 4 0,1 2-5 15,0 0-3-15,1 2 3 0,-1 0-10 0,0 1 1 0,1 2-5 0,-1-1-4 16,-2 2-2-16,1 1-29 0,-3 1-85 0,-2-2-79 0,-2 1-65 16,-2 0-35-16,0-1-99 0</inkml:trace>
  <inkml:trace contextRef="#ctx0" brushRef="#br0" timeOffset="87652.37">24411 8436 1577 0,'8'-9'176'0,"1"3"-77"0,5 2-72 16,2 7-33-16,4 4 2 0,2 2 1 0,3 3 6 0,0-2-1 16,0 0-2-16,-3 0 2 0,-1-2 1 0,-1-3 6 0,-2-2 4 0,-1-3 6 15,-1-2 8-15,0-2 2 0,1-3 1 0,-1-2 0 0,0-1 0 0,1-1 0 16,0-2 5-16,-2-2-2 0,0-1 3 0,-1-2-5 0,-1-2-1 15,-4-2-5-15,0 1-4 0,-3-2-6 0,-2 1-1 0,-2 1-11 0,-2-1-8 16,-2 1 8-16,-2 3-9 0,-3-2 5 0,-2 1-4 0,-2 0-5 16,-5-1 1-16,-2 2-3 0,-1 1 1 0,-3 0-5 0,0 2 4 0,0 0 1 15,0 3 4-15,0 1 7 0,2 2-6 0,1 3-1 0,0 4-5 0,3 3-6 16,0 4-1-16,0 4 3 0,-1 3 1 0,2 3-3 0,-1 4 4 16,1 3-2-16,2 1-1 0,2 5 0 0,3 0-20 0,2 3-14 0,2 0-20 15,2 1-32-15,3 0-63 0,4 1-66 0,1-2-22 0,2 1-22 0,2-2 19 16,2-1 38-16,3 0-109 0</inkml:trace>
  <inkml:trace contextRef="#ctx0" brushRef="#br0" timeOffset="88188.61">25233 8244 2135 0,'13'-18'102'0,"2"4"-15"0,2 0-40 0,0 12-41 0,1 7-12 16,3 4-4-16,1 2 4 0,1 3 2 0,-2 2 2 0,-3-1 1 15,0-1 4-15,-2 0-3 0,-3 0 3 0,-2-2 0 0,-1 0-5 0,-2-3 7 16,0 0-4-16,-2-2 7 0,-2-3-2 0,0-1 6 0,-2-3 10 16,-1-1 2-16,0-3 12 0,-1-4-8 0,1-1-5 0,-1-3-1 0,-1-3-14 15,-1 0 0-15,-1-3-8 0,-1 0-16 0,-1-2-1 0,0-1-2 0,-1 1 8 16,1-3 10-16,-1 1 4 0,2 0 0 0,-1 0-1 0,2 0 1 16,0 3-5-16,2-1 1 0,0 2-6 0,1 2-7 0,1 2 4 0,0 1-8 15,1 2-9-15,0 2-3 0,0 3-8 0,1 1-7 0,-1 3-7 16,1 2-9-16,1 1 0 0,0 2-1 0,0 2 0 0,2 1-9 0,1 4-35 15,1 1-47-15,-1 2-26 0,2 2-15 0,1 0 8 0,0 3 19 0,1 0 7 16,0-1 15-16,0 2 18 0,2 0 26 0,1 0 29 0,-1-3 25 16,1-2 22-16,-2 0 15 0,1-3 11 0,0-1 10 0,0 1 6 0,2-3 10 15,-2 1 9-15,1-2 15 0,1-2 20 0,-1-1 15 0,0-1 12 0,1-1 2 16,1 0-4-16,-1 0-1 0,-2 0-5 0,1-1-12 0,-1 0-12 16,-1-1-22-16,1-1-11 0,-1 0-13 0,1-1-3 0,-1-1-3 0,0-1-4 15,-2-2 3-15,-1 1-6 0,1-3 1 0,-1 0 1 0,1-1 1 16,-2-2 6-16,1 1 6 0,0-1-2 0,-3 0 0 0,2-1 5 0,-2-1-9 15,0 1 2-15,-1-2 1 0,-1 1-8 0,-1-1 5 0,-2 0-3 0,0-2-4 16,-1 0 0-16,-3 0-3 0,0 1 0 0,-1-2 2 0,-2 0 3 16,0 1 2-16,-1-1 2 0,1 0-1 0,0 2 2 0,0 1 8 0,1 3 4 15,1 1 11-15,2 3 4 0,0 1 2 0,0 2 3 0,1 2-10 0,1 1-7 16,-1 2-5-16,0 1-6 0,-1 3 7 0,-1 1 10 0,1 4 6 16,1 2 6-16,0 3 0 0,1 3-2 0,1 4-6 0,2 1-7 0,2 4-6 15,2 1-7-15,2 3-4 0,1 1-5 0,0 1-7 0,3-1-7 16,2 0 9-16,3-3-3 0,0 1 12 0,4-3-4 0,0-1-10 0,0-2-1 15,2-3-5-15,1-3-3 0,1-3-5 0,-1-4-5 0,-1-1-9 0,0-2-26 16,-2-2-31-16,1-3-102 0,-1-1-104 0,-2-2-108 0,-1-1-41 16,-3-1 20-16,1-3-31 0</inkml:trace>
  <inkml:trace contextRef="#ctx0" brushRef="#br0" timeOffset="88688.61">26414 8154 2844 0,'-10'-3'20'15,"2"5"9"-15,0 8-50 0,5 12-12 0,4 7 16 0,3 6 4 0,5 3 8 16,4 2 12-16,3-1-10 0,1-1-4 0,-1-3 0 0,0-4 6 15,-2-2-6-15,-2-5 0 0,2-3 4 0,0-3-5 0,1-3 3 0,-1-4-2 16,2-2 3-16,2-4-1 0,1-2-2 0,1-4 4 0,2-4 1 16,2-3-3-16,-1-4 2 0,0-3-8 0,-2-4-11 0,-1-2-12 0,-2-1-22 15,0-3-29-15,-3 0-7 0,0 0 2 0,-1-1 17 0,-1 1 20 0,-4-2 12 16,-1 0 14-16,-3-1 7 0,-3 1 9 0,-2-1 5 0,-2 2 9 16,-3 0 5-16,-3-1 8 0,-1 3 2 0,-3-2-10 0,-1 4 4 0,-2 0-2 15,1 2-4-15,1 3-2 0,-1 6-9 0,0 3-4 0,1 4-6 0,2 3 1 16,-1 3 2-16,-1 2-1 0,0 2 2 0,-1 3-2 0,2 1 0 15,-1 3 0-15,1 2 0 0,1 1-1 0,0 0-1 0,2 2-4 0,0 2-7 16,1 0-12-16,1 1-34 0,3 0-81 0,2-2-113 0,1 0-77 16,2-1-29-16,2-1-153 0</inkml:trace>
  <inkml:trace contextRef="#ctx0" brushRef="#br0" timeOffset="88871.13">26989 7079 2604 0,'-1'-8'18'16,"4"6"32"-16,4 5-45 0,8 14 1 0,7 6 1 0,7 7 2 15,5 7-7-15,2 7-9 0,-1 5 3 0,-2 3-6 0,-3 2 5 0,-3 1-6 16,-3 1-15-16,0 2 7 0,0 1-15 0,0-1-18 0,2 2-23 0,0-1-82 16,1 0-111-16,3-1-124 0,3 0-72 0,4-1-28 0,3-1-51 15</inkml:trace>
  <inkml:trace contextRef="#ctx0" brushRef="#br0" timeOffset="89102.49">29225 7163 2648 0,'-1'-10'42'0,"1"7"-3"0,-1 6-33 0,-1 13-12 0,1 10 7 0,1 10 1 16,-1 5-2-16,0 5 5 0,-4 3-2 0,-2 3 2 0,-3 2 5 15,-3 0 3-15,0-1 13 0,-4 1 12 0,0-1 8 0,0 2-4 0,0 3-12 16,1-1-10-16,-1 1-8 0,1-2-6 0,0-3-1 0,0-2-9 0,1-4-11 16,0-2-12-16,0-4-11 0,1-6-14 0,0-5-7 0,2-4-28 15,0-5-32-15,2-6-37 0,3-4-37 0,1-4-88 0,1-5-74 0,0-3-48 16,-1-3-31-16,-1-6 28 0,0-6 83 0</inkml:trace>
  <inkml:trace contextRef="#ctx0" brushRef="#br0" timeOffset="89420.49">28897 7183 2670 0,'-1'-18'36'0,"3"4"19"0,0 0-38 0,5 13-19 15,4 6-11-15,7 5 8 0,4 2-5 0,6 2 2 0,1 2-2 0,1 0 0 16,-3 1 4-16,1-1 3 0,-2 0 4 0,3-1-1 0,2 0-9 0,2-1-4 16,0 1-13-16,2-1-10 0,-2-2-8 0,3-2-23 0,-1-2-24 15,1 0-62-15,0-3-41 0,-4-1-6 0,1-2 6 0,-4-2 32 0,0-1 25 16,-2-2 9-16,0-1 11 0,0-2 9 0,-2-1 9 0,0 0 8 15,-3-2 8-15,1-1 15 0,-3-2 12 0,-1 1 12 0,0-1 12 0,-1 1 11 16,-1 0 14-16,-1-1 14 0,0 0 18 0,-2-1 16 0,-2 0 18 0,-1-1 8 16,-1 2 5-16,-1 1-4 0,0 3-9 0,-2 1-8 0,0 2-5 15,-1 1-8-15,-1 0-4 0,-1 2-9 0,0 1-2 0,-1 2-2 0,-2 0 4 16,0 1 8-16,-1 0 14 0,0 1 13 0,0 1 14 0,-3 0 8 0,0 3-1 16,-4 2-1-16,1 3-9 0,-5 5-14 0,-2 2-13 0,-2 5-13 15,-2 2-11-15,0 0-9 0,-3 3-7 0,-3 1-5 0,0 2-7 0,-2-1-7 16,0 1-12-16,0-1-21 0,1-3-41 0,1-3-93 0,0-2-56 0,2-5-25 15,1-2 4-15,1-1 45 0,2-3 31 0,2-2-111 0</inkml:trace>
  <inkml:trace contextRef="#ctx0" brushRef="#br0" timeOffset="89573.49">29787 7068 1510 0,'16'-23'109'15,"4"2"24"-15,5-2-55 0,-2 13-39 0,0 9-16 0,-1 2-4 0,2 4-1 16,-2 4 3-16,-1 2 2 0,0 4 7 0,-1 2 3 0,-1 2 3 0,-1 5-1 15,1 1 0-15,-1 5-6 0,1 3-9 0,-1 6-11 0,0 1-4 16,-1 1-8-16,-1 2-5 0,0-2-14 0,-2-1-18 0,-3 2-39 16,0-3-67-16,-2-2-117 0,-2 0-53 0,0-3-42 0,-1 0 3 0,-1 1-115 15</inkml:trace>
  <inkml:trace contextRef="#ctx0" brushRef="#br0" timeOffset="89856.49">30313 7625 2203 0,'8'-13'107'0,"0"3"-78"16,2 2-29-16,0 9-11 0,2 4-2 0,6 3 16 0,2 4 6 0,1 3-2 16,0 1 4-16,-1 1-5 0,-2 1 1 0,1 0 6 0,-2-1-1 0,0-3 3 15,1 1-4-15,0-1-4 0,0-1-3 0,2 1-1 0,1-3-2 16,-2 1 2-16,3-4 3 0,-4-3 1 0,0-2 8 0,0-5 1 0,-1-1-1 16,2-4 2-16,-3-1 4 0,0-3-6 0,0-1 0 0,-1-1-9 15,-2-2-8-15,-1 0-6 0,0-2-4 0,-1 1 1 0,-2-3-3 0,-3 1-2 16,-1 1-1-16,-4-1-2 0,-1-1-4 0,-1 1 0 0,-2-1 14 0,-2 0-1 15,-4 0 4-15,-1 2-1 0,-1-1-16 0,-3 0-9 0,0 5-5 16,-4 0-11-16,-3 3-6 0,0 2 1 0,-4 4 7 0,0 3 6 0,-1 3 12 16,-2 3 9-16,2 3 5 0,-1 1 2 0,2 2 4 0,0 0-2 15,1 3-5-15,3 0-7 0,1 2-21 0,1-1-56 0,5 1-99 0,2 0-43 16,3-1-27-16,4-1 15 0,2 1 51 0,5-2 25 0,3 0 26 0,3-3-91 16</inkml:trace>
  <inkml:trace contextRef="#ctx0" brushRef="#br0" timeOffset="90104.49">30949 7534 477 0,'23'-4'216'0,"5"2"-71"16,6 2 3-16,-2 4-19 0,-3 2-14 0,1 1-14 0,-2 1-33 0,-1 1-17 16,-2 0-12-16,-1 0-7 0,-1 1 11 0,-1 0-2 0,0-2 2 0,0 0-2 15,-1-1-4-15,0-2 2 0,0 0-2 0,-2-2 9 0,1-2 0 16,-2-2 0-16,0-1 5 0,0-2-4 0,-1-2-5 0,-2-2-2 0,1-2-9 16,-1-1-4-16,-1-1 8 0,-2-1 1 0,-1 1-2 0,-2-1-1 15,-4 0-13-15,-2-1-11 0,-3-1-3 0,-3 1-6 0,-2 0 0 0,-3-1-2 16,-2-1-1-16,-2 0-1 0,-3 1-1 0,-4-1 2 0,-1 1 3 15,-2 1-1-15,-1 1-5 0,-1 0 3 0,-2 0-6 0,0 2 0 0,-1 2 1 16,1 2-1-16,0 4-1 0,0 2-2 0,1 3 1 0,1 3-1 0,0 1 2 16,1 3 3-16,0 1-9 0,-1 2-8 0,0 1-9 0,0 0-19 0,2 1-12 15,1 0-21-15,1 0-35 0,2 0-70 0,1-1-55 0,2-1-16 16,1-1-5-16,3-2 37 0,-1-2 26 0,4-3-137 0</inkml:trace>
  <inkml:trace contextRef="#ctx0" brushRef="#br0" timeOffset="90285.49">31462 6660 1473 0,'18'-18'652'15,"-1"6"-612"-15,2 2-9 0,0 14-27 0,-1 7-7 0,1 7 3 0,4 5 3 16,-2 4 0-16,-1 5-1 0,0 3 6 0,-3 3 1 0,-4 3 9 0,-1 0-2 16,-2 2 10-16,-1 2 2 0,0 0-8 0,-1 1 4 0,0-1-14 0,-3 2-10 15,1-2-12-15,-2-1-15 0,-2 0-28 0,0-3-28 0,-4-2-35 16,-1 0-48-16,-1-3-71 0,-3-2-53 0,3-2-9 0,-2-5 16 0,2-3 52 15,-1-3 52-15,0-5-104 0</inkml:trace>
  <inkml:trace contextRef="#ctx0" brushRef="#br0" timeOffset="90569.49">31765 7523 185 0,'11'-14'139'0,"3"0"16"0,3-2-1 0,0 3 6 16,1 2 2-16,-1 1-2 0,0 0-3 0,2 1-3 0,1 1-14 0,0 0-17 16,1 1-16-16,1 0-20 0,-1 1-19 0,1 0-15 0,1 0-9 0,-12 4-12 15,2-2 17-15,2 1-4 0,2-2-10 0,-1 1 0 0,4-1-23 16,0-1-6-16,2-1 0 0,1-1-1 0,0 0-4 0,-2 0 2 15,1 0-3-15,-2-2 6 0,0 2-6 0,-1-3 3 0,-1 0 2 0,-3-1-4 16,-1 1 4-16,-1-1-4 0,-1 1-5 0,-2 0-4 0,-3 0 2 0,-2 1-7 16,0 1-1-16,-3 0-5 0,-2 3-2 0,-2-1 2 0,-1 2 3 0,-2 0 8 15,-1 2 5-15,-2 2 7 0,-2 1 2 0,-2 1 0 0,0 3 0 16,-1 1 1-16,1 1-1 0,0 2 3 0,0 1 1 0,0 3-1 0,1 2 5 16,2 2 1-16,1 0 0 0,1 3 3 0,0 1-3 0,2 1 0 15,2 1-4-15,2 0-2 0,1 0 3 0,3 0 0 0,1 1-1 0,4-2-1 16,1 1-1-16,1-1-1 0,4-1 0 0,2 0-4 0,0-3-20 0,0-2-4 15,3 0-5-15,2-3-5 0,-1-2 6 0,-1-2-24 0,0-2-66 16,1-3-74-16,-1-2-86 0,0-2-79 0,-1-2-44 0,-1-4 24 0,0-3-71 16</inkml:trace>
  <inkml:trace contextRef="#ctx0" brushRef="#br0" timeOffset="90752.54">32941 6202 2349 0,'2'0'5'0,"0"1"50"0,0 1-51 0,0 3 1 16,2 3 3-16,0 2 9 0,1 5 0 0,0 2 3 0,1 5 5 16,1 5 1-16,0 2 11 0,1 6 9 0,1 4 5 0,1 4-4 0,-1 5-19 15,1 6 8-15,1 4-14 0,2 4-9 0,0 4-5 0,1 1-36 16,0 4-26-16,1 2-42 0,1 1-59 0,-1 0 5 0,1 0-86 0,0-1-75 16,-1 1-65-16,-1-1-17 0,-1 0 72 0,-1-2 67 0,-1-2-80 0</inkml:trace>
  <inkml:trace contextRef="#ctx0" brushRef="#br0" timeOffset="118688">20064 9048 205 0,'-16'-8'18'0,"0"2"18"0,-4-2-5 0,4 2 0 15,5 2-1-15,1 0-4 0,3-1-3 0,0 1-3 0,2-1-6 16,1 0-3-16,1-1-1 0,1 0-2 0,1-1 0 0,1 1 3 0,1 0-1 16,1 0 0-16,0 0-1 0,1 0-3 0,2 0-1 0,-1 1-1 0,3 1-1 15,-1-1 0-15,1 1 2 0,2 0 5 0,1-1 1 0,1 0 3 16,3 0 2-16,0-1 0 0,4 1-2 0,1 0-1 0,1 1-4 0,3 0-1 16,1 0 3-16,0 1-2 0,3 1 4 0,0 1-2 0,2 2 1 0,0 0 2 15,2 1 2-15,-1 1-1 0,5 0 3 0,1 0 0 0,2 1 2 16,1-1 2-16,-1 1 4 0,2 0 0 0,1-1 2 0,1 0 0 15,0 0-3-15,0-1-1 0,-2-1 1 0,1 0 0 0,-1 0 3 0,-3 0 1 16,2-1 0-16,-3-1 3 0,1 1 1 0,-1-1 4 0,-2 0 1 0,0 0 5 16,-2 1-5-16,2-1-1 0,0 1-5 0,2 0-5 0,-1-1-1 0,2 1-3 15,1 0-3-15,1-1-4 0,2 0-2 0,1-1-8 0,1 1-4 16,2-2-2-16,3 0-1 0,0 0-3 0,0-1 1 0,-1 1 0 0,-1-1-3 16,2 0 5-16,-2-1 1 0,1 0-1 0,-1 0 3 0,0 0 0 0,0 1-2 15,-1 2 4-15,-1 0 1 0,1 2 0 0,-1 1 2 0,1 2 4 16,0 2 1-16,-1 0 6 0,0 3 3 0,0 1 3 0,2 0 8 0,-1 1-6 15,0 1 3-15,1-1-4 0,3-1-5 0,0 0 0 0,0-2-6 16,3-1 0-16,-1 0-2 0,1-1-3 0,-1-1-4 0,-1-1 2 0,-1 0-3 16,-1-3-1-16,0 0-3 0,-1-1-3 0,-2-3-4 0,-1-1 3 0,-2-3 2 15,-1 1 0-15,-4-2 5 0,-1-1-10 0,-2 0 2 0,0-1-6 16,-1 0-6-16,-1-1 9 0,-1-2 0 0,-1 0 5 0,2 0 10 0,-2 0 2 16,1 1-1-16,-1-1 2 0,1-2-5 0,1-1 0 0,2 1 2 15,-1 0-3-15,3 0 1 0,-1 1 2 0,1 2-4 0,2-1 2 0,0 2-2 16,3 0-6-16,0 1 3 0,0 2 0 0,1 1-3 0,1-1 3 0,2 2 0 15,0 0-1-15,2 1 0 0,0 0 1 0,-1-1 1 0,0 2-2 16,1-1 1-16,-3 1 1 0,1 0-4 0,-1 0 5 0,1-1-1 0,-2 0-4 16,0 0 6-16,1 0-2 0,0 0-1 0,0-1 3 0,1 1 1 0,0-2-3 15,-1 1 3-15,1 0 1 0,-1 1-5 0,0 0 2 0,1 1 4 16,-1 0-1-16,1 0-2 0,0 1-1 0,-4 0 3 0,1 1 0 0,-1-1 3 16,-1 0-1-16,1 0 8 0,0-1 2 0,0 0 2 0,0-1-1 0,2 2-5 15,-1-1-2-15,-1 0 0 0,3 1 2 0,0-2 1 0,0 1-2 16,1 1 1-16,0-1 0 0,-2 1-3 0,1-1 3 0,0-1 0 0,0 1 9 15,2-1-5-15,2 1 2 0,2 0 0 0,3-1-6 0,-3 2-3 16,-1-1 4-16,-1 2-3 0,-1 0-3 0,1-1 5 0,-2 1-4 0,0 1 3 16,-1 0 0-16,1 0 3 0,-1 0 6 0,-1 0-1 0,1 0 6 0,2 0-10 15,-1 1-2-15,0-1 2 0,2 1-7 0,1-1 3 0,-1 1-4 16,0 0-2-16,0 0 4 0,0 1-6 0,2 0 6 0,-1 1-3 0,-2 0-4 16,-1 0 1-16,0 0-4 0,-1 1-2 0,0-1 5 0,-1-1-1 0,1 1 2 15,-2-1-2-15,0 0-4 0,-1-1 2 0,1 0 2 0,1-2-1 16,1-1 9-16,1 1-4 0,0-1 0 0,1-1 2 0,-1 0-1 0,-1-1 2 15,-1 0-1-15,0 1 2 0,1 0 1 0,2 0-2 0,-2 0-1 0,-2-1 2 16,0 0-4-16,-1-1 2 0,0 2 2 0,-1 0-4 0,1 0 2 16,-2 2-5-16,0 1 4 0,2-1-2 0,-1 0-2 0,-1 0-1 0,3 0 1 15,-2 2 0-15,1-1-1 0,2 1 2 0,-3-1 9 0,1 1-4 16,1-1 10-16,-1 0-6 0,-1 0-3 0,0 0-3 0,-1 0-7 0,-1 0 6 16,1 2-4-16,-2-1-1 0,1 1 3 0,0 0-1 0,1-1-3 15,0 1 3-15,0 0 2 0,0-2-8 0,-1 0 6 0,1-1-3 0,0-1 0 16,0 0 3-16,0-1 1 0,-1 0-1 0,0 1 2 0,1-1-2 0,-1 0 4 15,0-1 0-15,0 0-4 0,1-1-1 0,1 1-4 0,1-1 5 16,0 0 0-16,-1 1 1 0,3 0 1 0,-2 0-4 0,0 0 1 0,2 1 8 16,-2 1 3-16,0-1-8 0,0 2 4 0,-2 0-9 0,0 0 1 0,0 2 3 15,-1-1-3-15,1 1 1 0,1 0 0 0,-1 0 0 0,0 2-2 16,-1 0 1-16,-1-1-1 0,1 2 5 0,1-1-1 0,-3 0 9 0,3 0-3 16,-3 1-1-16,1 0 1 0,1 0-10 0,-3 0 1 0,1-1 3 15,1 0-4-15,1 0 3 0,2 0-1 0,-3 0 0 0,1 0-2 0,-2-1 1 16,-2-1-2-16,1 2 2 0,-3-1 3 0,0 0-6 0,-17 0 5 0,4-1 30 15,-1 0 1-15,2-1 0 0,0 1 3 0,2-1-34 0,0 0-3 16,3-1 2-16,-2 1 0 0,0-1-1 0,-2 1 3 0,0-1-4 0,-2 1 0 16,-1 0 0-16,-2 0 2 0,0 0-1 0,-1 0-1 0,-3 0 0 0,0 0-3 15,0 0-1-15,-2 1 6 0,-1 0-2 0,0 0 2 0,-2-1-2 16,-1 2-4-16,0-2 6 0,-1 2-4 0,0 0 1 0,-1-1 2 0,0 1 3 16,-2-1-4-16,1 1 0 0,0-1-5 0,0 1 3 0,-2 0-2 0,1 0 4 15,0-1 0-15,0 1-1 0,0-1 1 0,1 0 1 0,-1 0-1 16,1 1 2-16,-1-1 0 0,1-1-2 0,1 1-2 0,-1 0-1 0,1 0 1 15,-1 0 0-15,1-1 2 0,0 1 0 0,-1 0-1 0,-1 0-3 16,1 0 6-16,0 0-7 0,0 1 3 0,-1-1-3 0,-1 1-4 0,0 0 4 16,1 1 0-16,-1-1-1 0,-1 1 1 0,0-1-2 0,0 1-1 0,1 0 1 15,-1 0 2-15,0 0 0 0,0 0 0 0,0 0 5 0,0 0-4 16,0 0 4-16,0 0-2 0,0 0 1 0,0-1 1 0,0 1 0 0,0-1 3 16,0 1-3-16,0-1 0 0,1 0 4 0,-1 0-6 0,0 1 0 0,1-1 2 15,0 1-3-15,-1-1-1 0,0 0 4 0,1 0-3 0,-1 1 1 16,0-1-3-16,0 1 3 0,0 0-3 0,0-1 5 0,-1 1-5 0,0 0-3 15,1 0 1-15,-1 0-3 0,1 1 5 0,-1-1 1 0,0 1 2 16,-1-2 1-16,2 2 1 0,-1 0-7 0,0-1 4 0,-1 1-1 0,1 0 4 16,0-1 0-16,-1 0 2 0,1 1-7 0,0-1 5 0,0 0-2 0,-1-1 2 15,1 1 2-15,0-1-2 0,0 1 3 0,1-1-3 0,-1 0 2 16,-1 0 0-16,1 1-4 0,1-1 2 0,-1 0 0 0,0 0-3 0,0 1 1 16,0-1 0-16,0 0-3 0,0 1 5 0,0 0 0 0,0 0-5 15,0 0 7-15,0 0-4 0,-1 1-1 0,2-1 4 0,-1 1-4 0,0 0 0 16,-1 0 3-16,0 0-4 0,1 0 8 0,1 0-6 0,-1 0 2 0,0 0 3 15,0-1-4-15,0 1 2 0,1-1-2 0,-1 0 1 0,0 0 0 16,0 1 3-16,0-1-1 0,0-1 1 0,0 1 2 0,1 0-5 0,0-1 0 16,0 1 0-16,-1 0-2 0,1 0 6 0,-1 0-6 0,1 0 2 0,0 1-3 15,0-2 3-15,0 2 3 0,0 0-3 0,0 0 0 0,-1 1-3 16,1-1 3-16,0 1-2 0,0 0 2 0,-2 1-2 0,0-1-1 0,1 1 1 16,-1 0 4-16,1-1-2 0,-1 1 3 0,0-1 1 0,0 0-4 0,1 1 1 15,-1-1 1-15,1 0 0 0,-1 0 1 0,2-1-3 0,-2-1 0 16,0 1 2-16,2 0-2 0,0 0 5 0,-1 0-3 0,0-1-2 0,1 1 1 15,0 0-11-15,1 0 12 0,-1 0-12 0,0 0 0 0,-1 0 11 16,2 0-12-16,-1 1 11 0,-1-1-2 0,0 1 0 0,1-1 4 0,-1 1-2 16,0 1 2-16,0-1-1 0,0 0 3 0,0 0-4 0,0 0-4 0,0 1 6 15,0-1-4-15,-1-1 2 0,2 0 2 0,-1 1-5 0,0-1 1 16,0 0 2-16,1 0 2 0,-1-1 1 0,0 1 0 0,0-1-3 0,1 1-1 16,-1-1-1-16,-1 0 0 0,1 1 6 0,1 0-4 0,-1-1 0 0,0 1 0 15,0-1-2-15,0 1 0 0,0 0 2 0,0-1-1 0,-1 1 1 16,1 0 3-16,0 0-5 0,-1 0 4 0,0 1 0 0,0-1-2 0,0 1 0 15,0-1 1-15,0 0 1 0,0 0-4 0,-1 0 1 0,2 0-4 0,-1 0 3 16,-1-1 0-16,1 0 7 0,0 1-3 0,0-1-4 0,0 0 2 16,1 1-1-16,-1-1 2 0,1 0-6 0,0 0 7 0,0 0 0 0,0 0-4 15,0-1 5-15,0 1-6 0,-1-1 5 0,1 1 3 0,0-1-5 16,-1 1 1-16,2-1-1 0,-1 0-3 0,0 1 5 0,1-1-2 0,-1 1 0 16,0-1-2-16,1 0 4 0,1 0-6 0,0 1 4 0,-1-1 2 0,1 0-5 15,-1 0 8-15,2 1-7 0,-1-1 5 0,0 0-3 0,0 0-1 16,1 0 2-16,0 0-6 0,-1 0 0 0,0 1 10 0,1-1-5 0,0 0 2 15,-1 0 0-15,0 1-6 0,0-1 1 0,0 1 1 0,0-1 2 0,-1 0-7 16,0 0 9-16,1 0-4 0,-1 0-3 0,1 0 9 0,-2 0-3 16,1 0-1-16,1 0 6 0,0 0-5 0,-1-1-6 0,0 1 2 0,0-1 1 15,0 1-3-15,0-1 3 0,-1 0 4 0,0 0 0 0,0 0-6 16,1 1 4-16,-1-1 0 0,1 0-6 0,-1 1 6 0,1-1-4 0,-1 1-9 16,-1-1 10-16,2 1-6 0,0 0 1 0,-2 0 2 0,1 0-6 0,-1 0 5 15,1 0-1-15,-1 0 0 0,0 0 5 0,0 0-4 0,-1 1 0 16,1-1-1-16,-2 0 3 0,1 1 2 0,-1-1-2 0,0 1 2 0,0-1-4 15,0 1 2-15,-1-1-1 0,1 1 1 0,1 0 3 0,-1-1-4 16,0 1-1-16,0-1 6 0,1 1-4 0,0-1-3 0,0 1 6 0,-1 0-6 16,1-1 2-16,1 1 4 0,0 0 0 0,-2-1 2 0,1 1-3 0,0-1 3 15,1 1-3-15,0-1-2 0,0 1 5 0,0-1-3 0,-1 1 3 0,2-1 0 16,-1 1 0-16,0-1 0 0,0 1-5 0,0-1 0 0,0 0 2 16,-1 0-2-16,1 1 5 0,0-1-1 0,-1 0-1 0,0 1 4 0,1-1-4 15,0 0 2-15,0 0-2 0,-1 0-2 0,1 0 5 0,0 1-4 16,1-1 3-16,-1 0 3 0,2 0-1 0,-2 0 3 0,1-1-2 0,0 1 2 15,-1 0-5-15,2 0 1 0,-1-1 4 0,1 1-5 0,-2 0 5 0,1-1-7 16,2 1 1-16,-2 0 4 0,1-1-3 0,0 0 1 0,0 1-1 16,1 0-4-16,0-1 2 0,-1 1 2 0,0-1-3 0,0 1 6 0,1 0-3 15,0-1 0-15,-1 1 0 0,1-1 0 0,0 1 0 0,0 0-5 0,-1 0 4 16,1 0 2-16,0 0-1 0,1 0 3 0,-2 0-3 0,2 1-3 16,-1-1 3-16,0 0-1 0,0 1 4 0,-1-1-2 0,0 1-2 0,1 0 2 15,0 0-4-15,-1-1 5 0,0 2-4 0,0-1 1 0,0 0-1 16,0 1 2-16,-1-1 0 0,1 0-2 0,0 1 2 0,-1-1-3 0,0 0 5 15,-1 1 1-15,2-1 0 0,0 0-1 0,-1 1-2 0,-1-1-2 0,1 0 4 16,0 1-2-16,1-1-2 0,-2 0 1 0,1 1 2 0,0-1-1 16,0 0 0-16,0 1 3 0,0 0-3 0,-1-2 2 0,1 2 3 0,1 0-8 15,-2 0-1-15,0 1 1 0,1-1 0 0,-1 0 6 0,1-1-3 16,-1 0 2-16,0 1-2 0,0-1-2 0,0 0 2 0,1 0 0 0,-1 0 0 16,0-1 3-16,1 1-4 0,-1-1-1 0,1 0 2 0,-1 0 0 0,1 0 5 15,0 0-3-15,0 0-1 0,0 0-1 0,0 0-5 0,0-1 4 16,-1 1 1-16,2-1 3 0,-1 1-1 0,0-1-6 0,0 0-2 0,0-1-7 15,0 1 0-15,0 0-9 0,0 0-29 0,-1 0-67 0,1 0-67 0,-1 1-108 16,2 0-56-16,-2 0 24 0,0 1 4 0,0 2 34 0,0 0-9 16,0 1-12-16</inkml:trace>
  <inkml:trace contextRef="#ctx0" brushRef="#br0" timeOffset="119403.73">24916 17068 502 0,'-10'0'168'0,"-3"1"-61"0,-4 0-55 0,0 0-31 0,1 1-17 16,-3-1-6-16,-1 2-6 0,1 0-2 0,-2 2-2 0,11-2 0 0,-4 2-3 15,2 0-4-15,-6 3-4 0,0 1-2 0,-4 3-3 0,-1 0-4 16,-4 5-6-16,0 0-7 0,-1 2 1 0,0 2 0 0,0 1 8 0,1 1 11 16,1 1 5-16,0 2 7 0,3 0-2 0,1 3 2 0,2-1 2 0,2 2-2 15,1 0-2-15,2 2 1 0,2 0 2 0,3 2 2 0,1 0 9 16,1 0 1-16,5-16-4 0,-1 4-33 0,2 0-29 0,-1 5-100 0</inkml:trace>
  <inkml:trace contextRef="#ctx0" brushRef="#br0" timeOffset="120507.26">24555 18736 63 0,'5'3'65'0,"0"-1"-21"0,1 2-22 0,3-1 5 0,0 1 2 16,3 1 2-16,2-1 3 0,2 1-5 0,4 0-2 0,1-1-5 0,4 1-5 15,2 0-3-15,4 0-9 0,3 0-2 0,3-1 2 0,2-1-2 16,4-1-1-16,2 0 1 0,2-2-3 0,3 0 2 0,3 0-6 0,2-1 0 15,4 1 1-15,2-1 3 0,3 0 5 16,2-1-3-16,3 1 0 0,2 0-4 0,2 0 0 0,2-1 3 0,1 0 6 0,2 0 1 0,2-1 4 16,1 0-4-16,2-1-1 0,0-1 0 0,1 1-3 0,1-3 6 0,1 0 7 15,-2-1 8-15,1-2 21 0,-1-2 20 0,0 1 10 0,-1-1 17 16,-2-2 21-16,-1 0 18 0,-1 0 20 0,-2 0-36 0,-3-1-3 0,-1 1-21 16,-1 0-14-16,-3 0 45 0,-1 2-19 0,-3-2-1 0,-2 2-6 0,-2-1-26 15,-1 2-8-15,-2-1-21 0,-1 0-23 0,-1 1-5 0,-1-1-20 16,-1-1 6-16,-1 1 7 0,-1-2-13 0,1-1 17 0,0-2-38 0,-2 1 0 15,0-3 7-15,-1-1-11 0,0 0 27 0,-1-3 1 0,0-1 4 0,-2-1 1 16,-1 0-4-16,-1-1 4 0,0-1 4 0,-3 0 5 0,-1-2 3 16,0 1-4-16,-3 0-6 0,-3-1-2 0,1 1-10 0,-3-2-9 0,0 0 11 15,24-25-10-15,-9 5 4 0,-7 2 1 0,-6 4-21 0,-7 3 11 16,-5 0-8-16,-6 4 1 0,-8 6 0 0,-1-3 0 0,-2 0 9 0,-3-2 4 16,-2 1 8-16,-4-1 7 0,-2 2 0 0,-4-1 2 0,-1-1 0 0,-6 0 5 15,-3-1-3-15,-7-4 4 0,-24-29-1 0,-3 8 0 0,0 7 7 16,7 15 3-16,-5-1 23 0,-4 2-3 0,-3 2-3 0,-3 0-2 0,-1 1-13 15,-1 2 3-15,-1 2 0 0,2 2 3 0,-2 3-5 0,0 0 1 0,-1 3-3 16,-3-3-6-16,-3 3 3 0,-6-3-7 0,-3 1-11 0,-4 2 10 16,-2 0-5-16,-7-1 28 0,-9-3 2 0,-8 0-14 0,-5 1 4 0,3 1-28 15,6 6 4-15,1 0-7 0,2 3 0 0,1 3 6 0,1 1 4 0,-1 0-1 16,0 2-1-16,-3-1-7 0,-2 3-7 0,-1 1 2 0,-1 1-9 16,2 3-2-16,1 1 7 0,3 3 11 0,4 3 9 0,3 1 11 0,5 3-1 15,2 0 7-15,6 3-2 0,0 2 6 0,5 1 2 0,6 1-3 16,2 0-4-16,4 3-10 0,3 2-1 0,3 2 5 0,2 0-6 0,1 2 1 15,2 1-14-15,1 3 0 0,1 2 4 0,5 0-4 0,-1 2 4 0,3 1-10 16,1 2 1-16,2 1 3 0,3 0-4 0,1 1 4 0,3 0-13 16,4 1-8-16,0 2 4 0,5 1-6 0,-1-1 4 0,2-2 3 0,3 0-5 15,1 1 4-15,3 0 6 0,1 0-14 0,9-19 11 0,-1 6-8 0,1-3-6 16,-2 6 15-16,2-1-9 0,-1 2 2 0,1 1-7 0,0 2-9 16,1-1-12-16,1-1-16 0,1-1-13 0,2-2-19 0,2-1 4 0,1-2 20 15,0-1 15-15,1-1 24 0,1-3 14 0,0 0 6 0,2 0 14 16,0-3 6-16,0 0 1 0,2 0 7 0,-1-2 3 0,0-1 3 0,1 0 4 15,0-1-5-15,-1-1 2 0,1-1 1 0,0-1-1 0,0 0-6 0,0-1-4 16,0-1-5-16,0 0-6 0,1-1 3 0,0-1 8 0,0 0-12 16,1-1 12-16,0-1-4 0,-1 0-15 0,1 0 19 0,0-1-13 0,-1 0-2 15,1 1-6-15,0-1-8 0,0 1 7 0,0 0 4 0,0-1-1 0,0 1 6 16,0-1-1-16,-1 0 6 0,0 0 8 0,0 0-6 0,0 0 2 16,0 0 2-16,-1 0-5 0,0 0 11 0,0 0-8 0,-1 1 0 0,0-1-1 15,-1 0-6-15,-1-1 19 0,0 1-2 0,0 0 6 0,0-1-6 0,0 2-15 16,0-1 1-16,-1 0 4 0,1 0 2 0,-1 0 6 0,1 1-1 15,0-1-5-15,0 2 0 0,-1-1 1 0,1 0-2 0,0 0-2 0,-1 0 8 16,1 0-4-16,-1 0 0 0,1 0 0 0,-1 0-1 0,0 0-4 16,0 0 4-16,0-1 1 0,0 1-7 0,-1-1 8 0,1 1-1 0,-1-1-1 15,1 0-1-15,-1 0 0 0,1 0 1 0,-1 0 2 0,0-1 0 0,0 1-6 16,0 0 1-16,0-1-2 0,0 1 4 0,0-1 4 0,0 1-3 16,0-1 0-16,0 0 2 0,0 0-7 0,0 1 4 0,0-1 2 0,0-1-3 15,0 1 7-15,0 0-1 0,0 0 4 0,0-1 2 0,0 1 0 16,0 0-6-16,0 0 2 0,0-1-1 0,0 1 3 0,0 0 0 0,0 0-7 15,0 0-2-15,0 0-5 0,0 1-3 0,0-1 3 0,0 0 2 16,0 1 1-16,0-1 5 0,0 1-1 0,0-1 0 0,0 1-4 0,0 0 4 0,-1 0 2 16,1 0-2-16,-1-1 8 0,1 1-5 0,-1 0 1 0,1 0-1 15,-1-1 3-15,0 1 5 0,1-1-1 0,-1 1-2 0,1-1-8 0,-1 1-3 16,0-2 2-16,0 1 0 0,0 0 0 0,1 0-2 0,-1 0 1 16,0 0-4-16,1-1 0 0,-1 1 3 0,0 0-4 0,1-1-1 0,-1 1 3 15,1-1-3-15,-1 1 3 0,0-1 1 0,1 0-2 0,-1 1-6 16,1-1-5-16,-1 0 8 0,0 0 0 0,1 0 3 0,-1 1 0 0,0-1-1 15,1 0-2-15,-1 0-1 0,1 0-2 0,-1 1 5 0,1-1 4 0,-1 0 1 16,0 0-1-16,1 1-5 0,0-1 4 0,-1 0 2 0,1 1 4 16,-1 0-3-16,0-1-5 0,1 1 2 0,-1 0-9 0,0 0-3 0,1 0-2 15,-1 0-4-15,0 0-2 0,1 0-5 0,-1 0-11 0,0 1-9 0,1-1-7 16,-1 0-9-16,1 1-4 0,-1-1-3 0,1 0-1 0,-1 0 12 16,0 1 3-16,1-1-1 0,-1 0-3 0,1 0-6 0,-1 0-12 0,1-1-7 15,0 1-9-15,-1-1 0 0,1 0-13 0,0-1-38 0</inkml:trace>
  <inkml:trace contextRef="#ctx0" brushRef="#br0" timeOffset="131904.88">18589 8908 305 0,'-4'-6'51'0,"-1"0"-31"0,1 0-13 16,2 2-6-16,1 2-3 0,2 2-3 0,1 0 1 0,0 2-2 15,2 1-2-15,-1 2-3 0,0 1-17 0,-1 3-25 0,0 1-15 0,-1 3-109 16</inkml:trace>
  <inkml:trace contextRef="#ctx0" brushRef="#br0" timeOffset="150989.54">17689 14820 1553 0,'-4'-11'225'15,"1"1"-31"-15,0-1-87 0,3 3-53 0,1 3-25 0,2 0-17 16,2 1-3-16,2 0 1 0,3 1-6 0,1 0 1 0,1 0-8 0,1 0 0 15,2 1-3-15,1 0-6 0,0 1 4 0,4 0-3 0,2-1 3 0,1 0 2 16,2-1 2-16,1-1 4 0,2-1 2 0,0-1 6 0,2 1 5 16,3-3 3-16,3 0 12 0,2 1 22 0,4-3 16 0,2 1 20 0,4-2 12 15,4-2-8-15,4-1 2 0,5 0-7 0,5 0-8 0,3-1-4 0,4 0-5 16,6 0-17-16,3-1-16 0,5 0 10 0,3 1-6 0,5-1 3 16,1 4 4-16,5-3-14 0,5 1 2 0,5 0 1 0,6 0-3 0,3 0-3 15,3 0 8-15,0 0-6 0,1 1 6 0,0 0-1 0,2 0-12 16,1 2 10-16,3 0-6 0,1 1 0 0,1 1-1 0,1 0-1 0,1 1-6 15,-2 0 4-15,-4 1-4 0,-2 1-7 0,-5 0 6 0,-4 0-11 0,-3 1 11 16,-2 1 1-16,-2 1 3 0,0 0 1 0,-3 1-5 0,-3 0-7 16,-2 1 2-16,-3-1 1 0,-4 1-5 0,-2-1 4 0,-4-1-6 0,-3 0-4 15,-4 0-2-15,-1-1 4 0,-4 1-4 0,-4-1 0 0,-6 1 0 0,-6-1-12 16,-7 0-22-16,-5 1-25 0,-6 0-44 0,-5 1-54 0,-7 0-85 16,-8 1-144-16,-9 1-231 0,-6 1-343 0,-8 1-115 0</inkml:trace>
  <inkml:trace contextRef="#ctx0" brushRef="#br0" timeOffset="154958.72">21057 16615 180 0,'-1'0'182'16,"2"-1"-69"-16,-1 0-30 0,0-1-13 0,0 1-4 0,0 0 4 0,-1 0-2 16,1 0-6-16,0-1-9 0,0 1-12 0,0 0-6 0,-1 0-6 0,-1 1-4 15,1-1 9-15,0 1-5 0,0 0 3 0,0 0 13 0,-1-1 1 16,0 1 6-16,-2-1 1 0,1-1-1 0,-1 1 4 0,0 0 2 0,-1-1-3 15,-1 1-4-15,-1 0-4 0,1-1 0 0,-1 0 1 0,-2 1 2 0,0 0 1 16,-2 0 6-16,0 1 1 0,0-1 6 0,-2 2-6 0,1 0 2 16,0 1-9-16,-1 1-14 0,1 1-2 0,0 0-13 0,-1 2-1 0,0 1 2 15,0 2-15-15,2 2 5 0,-2 1-2 0,0 3-3 0,1 3-4 16,0 4-5-16,2 2 1 0,1 5 3 0,0 3-2 0,2 3 1 0,2 1-5 16,1 0 1-16,0 3 4 0,2 0-2 0,1 3-3 0,1-21 3 0,1 5 0 15,0 0 4-15,1 6 0 0,0-2-4 0,1 6 1 0,1-3-13 16,2 4 10-16,0 0 1 0,1-4 7 0,2-2 11 0,0-3-5 0,3-2-3 15,1-2 5-15,1-4-3 0,1-1 6 0,2-2-3 0,1-4-3 0,0-1 10 16,1-2-2-16,2-2-2 0,-1-2 2 0,0-3 10 0,0-1 1 16,1-3-4-16,-2-2-5 0,1-1-6 0,-1-3 4 0,-1-2 3 0,0-2-1 15,0-1-11-15,-1-3-5 0,-2-1-2 0,0-2 6 0,-1 0-4 16,-1-1-4-16,-2 0 6 0,-2 1-9 0,-1 0 5 0,-2 1 4 0,-2 2 5 16,-2 1-1-16,-2 0-2 0,-3 2-4 0,-3 1 10 0,-1 1 0 0,-4 1-2 15,0 2 3-15,-4 1-6 0,-3 0 7 0,-1 2-5 0,0 2-4 16,-3 2-5-16,-1 0-3 0,0 3 9 0,-1 1-6 0,2 2-13 0,-1 1 0 15,0 0-2-15,3 1 2 0,1 2 1 0,1 0-21 0,3 0-19 0,1 0-25 16,4-1-47-16,1-1-28 0,3 0-41 0,2-2-29 0,3 0-9 16,3-2-9-16,3-1 13 0,2-2 6 0,3-2 16 0,4-2 4 0,1-2 11 15,4-3 13-15,2-2 21 0,1-3-86 0</inkml:trace>
  <inkml:trace contextRef="#ctx0" brushRef="#br0" timeOffset="155222.72">21354 17018 573 0,'14'-9'285'0,"0"1"-31"0,4-2-20 0,-3 4-21 0,-4 3-25 0,-1 1-17 16,-1 1-17-16,0 2-29 0,-1 2-21 0,0 1-25 0,0 1-15 0,1 3-9 15,0 1-15-15,-1 4-13 0,2 3-16 0,0 1-1 0,1 0-7 0,-5-8 10 16,1 4-10-16,1-1-3 0,0 4 10 0,2-2-12 0,1 4 4 16,1 0-4-16,1 0-1 0,-1 0 0 0,2-2 3 0,0-1-4 0,1-3-4 15,0-1 5-15,-1-2-2 0,2-2 5 0,0-2 7 0,0-1-2 16,-1-3 11-16,1-1 9 0,-2-1 3 0,0-3 17 0,-2-1 6 0,-1-3-5 16,0 0 4-16,-2-2-5 0,0 0 2 0,-2-3 3 0,-1-1-14 0,1-3-1 15,-2 1-13-15,-1-3 11 0,0-4-6 0,2-17-17 0,-2 3 1 16,-4 3-17-16,-2 9-1 0,-2-1 6 0,-2 0-10 0,-2 1 1 0,-1-1-1 15,-2 2-5-15,-2 1 1 0,-1 0-3 0,-3 2 1 0,2 0 1 0,-3 3-11 16,-1 3-1-16,1 2-1 0,0 4-5 0,0 2-1 0,0 3-9 16,2 3 6-16,-2 1 2 0,2 3-4 0,1 2-8 0,2 2-26 0,1 3-23 15,0 3-29-15,2 1-49 0,2 3-66 0,2 1-69 0,3-2-56 16,3 2-32-16,6 1-1 0,3-2-24 0</inkml:trace>
  <inkml:trace contextRef="#ctx0" brushRef="#br0" timeOffset="155439.72">22525 16696 2429 0,'-2'3'280'15,"-2"2"-98"-15,0 3-99 0,1 0-40 0,0 1-16 0,1 2 1 16,-1 2-2-16,0 1-9 0,0 3-3 0,0 2-8 0,0-1-10 0,-1 3-5 16,-1 2-10-16,-2-2-7 0,1 3-14 0,-2 0-11 0,-1 0-15 0,1 2-7 15,-1-1 4-15,-1 2-2 0,5-14 15 0,-2 3 5 0,2-2 12 16,-3 5 6-16,0-2-6 0,-1 1-1 0,0 0-11 0,-1 2-7 0,1-2-17 15,0-1-18-15,0-2-31 0,0-1-30 0,1-2-20 0,-1-3-35 0,2-2-21 16,0-1-36-16,0-3-14 0,1-2-48 0,0-4-21 0</inkml:trace>
  <inkml:trace contextRef="#ctx0" brushRef="#br0" timeOffset="155622.72">21945 16564 2342 0,'-12'5'262'0,"1"2"-58"0,-3-1-101 0,4 2-47 0,3-2-27 16,4 0-8-16,1 1-8 0,2-1-9 0,2 1-18 0,2 2-5 16,0-2-22-16,3 3-25 0,2 1-14 0,1 1-43 0,1 1-29 0,1 0-27 15,2 0-27-15,2 0-1 0,0 1-1 0,2 0 7 0,0-2 7 16,1 0 5-16,1-1 18 0,1-1 7 0,-1-1 2 0,2 0 3 0,-1-1 5 16,0-1-2-16,3-1-19 0</inkml:trace>
  <inkml:trace contextRef="#ctx0" brushRef="#br0" timeOffset="155839.72">22739 17140 759 0,'2'3'483'0,"-1"1"-231"0,2 0-52 16,0 1-41-16,1 0-15 0,1 1-15 0,0-1-5 0,1 0-14 0,1 0-21 16,0-2-25-16,1 0-22 0,1-2-20 0,-1 0-9 0,1 0-2 0,1-2-6 15,-1 1-3-15,-1-2-6 0,1 0 8 0,0-1-6 0,-1 0-3 16,-1-2 10-16,-1 0-7 0,0-1 18 0,-1 0-1 0,-2-1-9 0,0-1 9 15,-2 0 1-15,-2-1-2 0,-3-8 19 0,-2 1-2 0,-4 2 0 0,-1 1 10 16,-2 2-21-16,-3-3-8 0,0 0-20 0,-4 1-17 0,0 1-13 16,-3-1-15-16,-1 0-7 0,-2 0-26 0,-2 0-45 0,1 0-82 0,-2-2-121 15,-1-2-176-15,-1-4-456 0</inkml:trace>
  <inkml:trace contextRef="#ctx0" brushRef="#br0" timeOffset="156405.76">23856 13768 1689 0,'-14'-14'721'16,"1"0"-573"-16,-1-2-15 0,5 4-82 0,4 3-23 0,3 0-15 0,1-2-3 16,4 1-4-16,-1-1-7 0,2 0-4 0,1 0-12 0,1 1-3 0,1 0-7 15,0 2-11-15,1 2-1 0,0 1-1 0,2 1 16 0,0 0 7 16,1 1 9-16,0 0 6 0,1 1-2 0,-1 0 4 0,0 0 4 0,0 2-4 15,-1 0 5-15,1 0-2 0,0 0 4 0,1 0 4 0,-1 1-5 0,-2 1-1 16,1 0 0-16,-2 2-2 0,1 0 0 0,0 2 7 0,0 0-4 16,-1 1 2-16,0 1-3 0,1 0 3 0,1 2 2 0,1 1-2 0,-1 2 3 15,1 2-6-15,-2 0 1 0,2 1 6 0,-1 1-3 0,0 2 1 0,-1 0-2 16,-1 2 5-16,-1 2 4 0,-2 0-2 0,1 2-7 0,-1 2-15 16,0 0 11-16,0 3-1 0,-2 0 0 0,1 1 7 0,-1 1-12 0,1 1-3 15,0-2-8-15,1 1-10 0,-1-3-24 0,2 2-32 0,0-2-49 16,0 1-60-16,1-3-68 0,2 0-71 0,0-2-66 0,1 0-77 0,1-2-179 15</inkml:trace>
  <inkml:trace contextRef="#ctx0" brushRef="#br0" timeOffset="156811.72">24034 14098 2003 0,'-8'-5'233'0,"2"0"-120"0,-1 1-36 0,4 1-59 0,5 1-10 0,1 2-17 15,3-2 1-15,2 2-9 0,2-1-17 0,3 0-14 0,0 2-38 0,2 0-23 16,0 1-28-16,2 0-23 0,-1 0-16 0,2 0-21 0,1 1-13 16,0-1-7-16,0 0 7 0,1 0 28 0,-2 0 41 0,2 0 33 0,1 0 29 15,0-2 19-15,1 0 15 0,0 0 17 0,-1-2 19 0,0 1 18 0,0-1 22 16,-1-2 21-16,0 0 18 0,1-3 12 0,-2-1-5 0,2-2-7 16,0-1-10-16,0-2-2 0,0-1-2 0,0 0-3 0,0-1 1 0,1-1-8 15,-1 0-6-15,-2 2-11 0,-1-1-4 0,1 1 1 0,-2 2 11 16,0 1 17-16,0 3 7 0,-1 0 14 0,-2 1 8 0,1 2 10 0,-3 0 11 15,-2 3 4-15,-1 0 1 0,-1 1-7 0,-1 1-4 0,-1-1-9 0,-1 2-17 16,0 0-12-16,-1 0-14 0,0-1-16 0,0 1-4 0,1 0-13 16,-2 1-4-16,1 0 0 0,0-1-3 0,0 1-3 0,0-1 0 0,0 0-1 15,0 0-1-15,-1-1-1 0,1-1-3 0,-1 0 0 0,0 0-3 0,0-1 5 16,-1-1-2-16,-1-1-3 0,-1 0 6 0,-1-2 1 0,-1-2 10 16,-2 0 8-16,-2-1 4 0,-1-1 3 0,-2-1 4 0,-4-1 1 0,0 0 4 15,-3 1 7-15,0 0 10 0,-3 0 1 0,0 0-5 0,-2 2-6 0,2 1-8 16,-1 2-4-16,1 1-5 0,2 2-7 0,-1 1-8 0,1 1-9 15,1 1-6-15,-1 2-4 0,0 0-10 0,0 2-10 0,2 1-20 0,0 0-35 16,2 2-54-16,1 0-68 0,1 0-100 0,2 1-101 0,2 0-105 16,4-1-260-16</inkml:trace>
  <inkml:trace contextRef="#ctx0" brushRef="#br0" timeOffset="157041.72">25913 13201 1612 0,'1'-6'1108'0,"1"0"-961"0,1 1-32 0,-1 3-80 16,1 3-20-16,0 1-10 0,1 1-1 0,1 3 1 0,-1 2-9 15,-1 3-4-15,-1 2-4 0,-3 4-14 0,-2 4 16 0,-2 2 1 0,-4 5-8 16,-1 3 5-16,-4 2-18 0,-1-3 3 0,-1 0 7 0,-2-4 8 16,2-3-1-16,1-3 1 0,-2-3 0 0,1-1-6 0,1-4-10 0,0-1-13 15,1-3-9-15,0-2-5 0,-1-3 4 0,0-4 0 0,-1-4-13 0,-1-2-16 16,-1-4-24-16,0-4-31 0,-2-3-24 0,-1-2-22 0,0-5-27 15,-1-2-24-15,0-5-25 0,2-2-20 0,-2-3-2 0,-1 1-156 0</inkml:trace>
  <inkml:trace contextRef="#ctx0" brushRef="#br0" timeOffset="157123.72">25174 12829 174 0,'-8'-5'134'0,"0"2"-101"0,0 0-16 0,1 4-14 0,2 2-14 16,2 3-7-16,2 2-15 0,1 1-21 0,3 3-22 0,1 1-77 0</inkml:trace>
  <inkml:trace contextRef="#ctx0" brushRef="#br0" timeOffset="157357.72">26157 13478 1869 0,'4'-2'437'0,"0"1"-277"0,3 0-39 15,0 2-78-15,2 1-19 0,-1 0-5 0,4 1 1 0,0 0-9 0,0 0-3 16,0 0-9-16,-2-1-17 0,-2 1-6 0,0-1-18 0,-2 1-12 15,-1-1-13-15,0-1-3 0,-2-1 5 0,0 0 9 0,-1-1 14 0,-1-1 15 16,0-1 14-16,-1-1 4 0,-1-2 9 0,0 0 1 0,-1 0 4 0,-1-1-8 16,-2 1-11-16,-1 1-9 0,-3-1-12 0,-2 1-5 0,-1 1-12 15,-5 1-10-15,-1 2-11 0,-2 1-27 0,-2 2-29 0,0 2-48 0,-2 1-58 16,-1 3-53-16,-2 0-46 0,1 2-179 0</inkml:trace>
  <inkml:trace contextRef="#ctx0" brushRef="#br0" timeOffset="161724.1">18615 11614 648 0,'-10'-13'97'0,"0"-1"-91"0,-2-3-29 0,3 5-24 0,2 3-12 15,0 1-17-15,0 0-20 0,-2 1-25 0,1-1-4 0,-1 0-18 0</inkml:trace>
  <inkml:trace contextRef="#ctx0" brushRef="#br0" timeOffset="162142.1">18363 11425 219 0,'-13'-6'87'0,"-2"1"-11"0,-2-2-16 0,1 3-7 16,2 1-2-16,-1 2 1 0,1 1-2 0,-1 0-2 0,0 2-7 0,0 0-9 15,0 1-9-15,0 2-3 0,0-1-4 0,1 2-4 0,1 1-5 0,-2 0-2 16,1 2-2-16,1-2 0 0,-1 1 2 0,2 0-3 0,0 0-1 16,-1 0 2-16,1 0 1 0,-1 0 1 0,2 0 3 0,0-2 0 0,-1 2-1 15,2-1 2-15,-1 0 3 0,2 0 4 0,0-1 2 0,0 1-3 0,1-1 4 16,0 1 0-16,1-1 0 0,1 1 1 0,-1-1-2 0,2 1 0 16,2 0-3-16,0 0 4 0,0-2 0 0,2 0 0 0,0-1 8 0,2-1 1 15,1 1 9-15,2-2 10 0,0-1 0 0,2 2 5 0,2-2 0 16,1 0 1-16,2-1 2 0,2-1 0 0,0 0 3 0,4-2 0 0,1 1 3 15,3-3 6-15,2 0-6 0,4-2 4 0,2-1-6 0,5-1 3 0,2-2 0 16,3 0 0-16,5 1-1 0,3-1-7 0,3 0-7 0,3-1-1 16,5 0-6-16,1 2-10 0,3-2-1 0,1 2-16 0,2 0 0 0,1 2 1 15,2 1-9-15,2 1 3 0,1 0-5 0,3-1-3 0,0-1 11 0,4 0-11 16,0 0 5-16,0-2-2 0,3 1-1 0,1-2 12 0,1 2-4 16,1-1 9-16,1 1 3 0,-1-1-1 0,2 1 4 0,-1 0-6 0,-1 0-2 15,-2 0 4-15,-1 0 1 0,0 0 1 0,-3 1 3 0,0 0-2 0,-2 0 4 16,-1 1 8-16,1-1-6 0,-2 1 5 0,-3-1-11 0,1 1-6 15,-4 0 3-15,-2 1-3 0,-2 0-3 0,-4 1-4 0,-1 1-8 0,-2 0 2 16,-2-1-3-16,-3 0 5 0,-2 0-2 0,-3 0-3 0,-4 1-2 16,-2-1 0-16,-1 1 0 0,-4 0 4 0,-2 0-1 0,-5 1-6 0,-1 1-3 15,-5 0 1-15,-1 1-2 0,-3 1-3 0,-5 0-8 0,-2 2-11 16,-2 0-18-16,-3 1-9 0,-3-1-15 0,0 2-14 0,-2 0-12 0,0 0-11 16,-1 0-10-16,-1 0-9 0,1-1-11 0,0 1-8 0,0-1-10 0,2 1-34 15,1 0-43-15,0-1-18 0,1 2-6 0,3 0 13 0,1 1 22 16,2 1-46-16,3 0 40 0</inkml:trace>
  <inkml:trace contextRef="#ctx0" brushRef="#br0" timeOffset="162325.1">23692 11000 874 0,'13'-1'95'0,"2"0"-121"0,5 1-31 0,-3 3-29 0,-1 1-16 16,-1 0-2-16,-1 1-4 0,-2-1-7 0,-2-1-10 0,-2 1-45 15</inkml:trace>
  <inkml:trace contextRef="#ctx0" brushRef="#br0" timeOffset="162794.1">23370 11534 999 0,'1'-10'807'0,"1"1"-744"0,0-1-40 0,-1 3-38 0,-1 4-28 0,1 1-13 16,-1 2-11-16,1-1-25 0,0 1-16 0,0 1-19 0,-1 1-20 0,0 0-7 16,0 0-11-16,0 1 11 0,-1 0 19 0,0 1 26 0,0 2 33 15,-1 0 23-15,1 0 21 0,0-1 17 0,0-1 10 0,1 0 8 0,0 0 2 16,0-1 0-16,0 0 3 0,0-1-1 0,0 1 6 0,0-2 5 0,1 1 6 16,0 0 9-16,0-2 7 0,0 1 8 0,-1-1 7 0,1 1 1 15,-1-1 3-15,0 0-7 0,1 0-7 0,-1 0-8 0,1 0-10 0,-1-1-12 16,0 1-2-16,0 0-7 0,1 1-2 0,0-1-1 0,0 0-4 15,-1 2 2-15,1-1 0 0,-1 1-2 0,0-1 1 0,1 1-3 0,-1-1 1 16,1 1 1-16,0 0 1 0,0 0 4 0,-1 0 0 0,1-1-1 0,0-1 1 16,2 1-2-16,-1-1 1 0,1 0-2 0,-1 1-1 0,1-1 0 15,-1 1-1-15,1-1 1 0,0 0 2 0,-1 0-4 0,0 0 0 0,1 0 0 16,-1 0-3-16,2 0 5 0,-1 0-2 0,0 0 1 0,0-1 1 16,-1 1-1-16,1 0 2 0,-1 0-6 0,-1 1 3 0,1-1-2 0,1 1-1 15,-1 0 2-15,-1 0-3 0,0 1 3 0,1 0 2 0,-1 0-2 0,0 0 3 16,0 0-3-16,-1-1-6 0,1 1-4 0,-1 0-14 0,1 1-12 0,-2-1-14 15,0 1-32-15,0 0-31 0,1 0-29 0,-1-1-92 0</inkml:trace>
  <inkml:trace contextRef="#ctx0" brushRef="#br0" timeOffset="163439.63">17681 9723 985 0,'15'-24'52'0,"5"1"-34"0,6-7-16 0,4 6 1 16,0 7 4-16,5 1 11 0,3 2 8 0,3 2 1 0,3 3 0 0,2 0-4 16,3 0-5-16,4 2-1 0,6 0 1 0,4 2 7 0,4 0 4 15,5 2 9-15,6 0 2 0,3 2 5 0,7 1-1 0,4 1-3 0,6 1-5 16,5 1-9-16,4 1-4 0,5 2-10 0,3 2-5 0,5 2-6 0,1 1 0 15,5 2-2-15,0 2 2 0,1 3 6 0,1 2-3 0,0-2-1 16,0 1-2-16,0-1-2 0,-1-4 4 0,0-1 0 0,-2-5-3 0,0-5 0 16,-3-6-3-16,-1-3 2 0,-2-4 7 0,-5-2 1 0,-5-4 3 0,-4-4 1 15,-4-3-6-15,-5-2 7 0,-3-2 3 0,-5-1-1 0,-4-3 9 16,-7 2 5-16,-3-2 3 0,-3 2 5 0,-5 0 1 0,-3 1-3 0,-4 2-2 16,-4 2 1-16,-4 3-9 0,-3 3-3 0,-5 4 0 0,-5 3-9 0,-2 2 1 15,-3 3-3-15,0 2-8 0,-3 3 1 0,-1 3-2 0,-6 2-4 16,-2 2 0-16,-4 2-1 0,-5 0-6 0,-3 3-2 0,-4 1 2 0,-3 4 1 15,-2 0 0-15,-5 3 1 0,-3 2 0 0,-3 0-7 0,-2 3-15 0,-2 1-45 16,0-2-50-16,1 1-42 0,0-2-42 0,2 0-17 0,0-1-28 16,2-3-32-16,1-4-185 0</inkml:trace>
  <inkml:trace contextRef="#ctx0" brushRef="#br0" timeOffset="163706.63">22293 8748 875 0,'4'-3'50'0,"4"2"-38"0,4 1-9 0,4 4-4 0,3 4 4 16,5 3 8-16,3 2 4 0,2 2 3 0,3 2 3 0,1 0-4 0,4 3 3 15,0 2-10-15,2-1-2 0,2 3-3 0,-1 1-2 0,2-1 2 16,2 1-3-16,-1-1 2 0,0 1-3 0,-1-1 1 0,1 1 1 0,-3 0 0 16,-2-1 0-16,0 0 0 0,-1-1 0 0,0-3-1 0,-2 1 0 0,-1 0-4 15,1-2-1-15,-1 2 0 0,-1 1 1 0,-2-1-1 0,-3 0 2 16,-6 1-3-16,-4-1 0 0,-5-2-2 0,-5 2 0 0,-4-2 1 0,-3 1 4 15,-5 2 6-15,-4-2-1 0,-4 1 0 0,-6 0-2 0,-3-2-4 0,-6 2-10 16,-3-2-9-16,-5-1-8 0,-4 0-11 0,-3 1-6 0,-6-2-17 16,-5 1-24-16,-2 0-40 0,-7-1-47 0,-4 1-116 0</inkml:trace>
  <inkml:trace contextRef="#ctx0" brushRef="#br0" timeOffset="168674.46">19986 11957 1237 0,'-14'7'87'0,"0"0"-46"0,-2 0-24 0,3-2-9 0,5 0 1 16,2-2 3-16,1 1 3 0,0-1-5 0,1-1-5 0,0 0 1 0,1 1-6 15,0-1 5-15,1 0 0 0,-2 1-7 0,1-1 2 0,0 1-2 0,0 0-1 16,-1 1 3-16,-1 0-5 0,-1 2 3 0,-1 1-5 0,1 0 7 15,-2 4 9-15,0 0 3 0,-1 4 5 0,0 3-5 0,0 0 0 0,-1 2-3 16,2 2 5-16,-1 1-2 0,1 0-2 0,0 2 0 0,2 0-4 16,2 1 0-16,2 1 5 0,2 2 0 0,2-1 7 0,3 0 3 0,3-1 3 15,3-2 4-15,3 1-1 0,1-1 2 0,6 2-2 0,3-2 2 0,3 3 2 16,4 0 1-16,3 1-9 0,1 0-3 0,4-1-1 0,0 0-1 16,1 0 7-16,4 2-1 0,-1 0-3 0,2 1 2 0,3-1 0 0,-2 2-3 15,1-1 0-15,2 5-3 0,-1-1 3 0,2 1-1 0,0 2-5 0,-1-1-2 16,1 1-3-16,1 2 0 0,0 2 1 0,1 1 2 0,0 2-7 15,0-1 0-15,-1 1-1 0,-2-1-4 0,0-1 3 0,-1 0 3 0,-3 2-3 16,0 1 6-16,-1 0-3 0,-3-1 1 0,-4 0 1 0,0 3-4 16,-3 0-4-16,-2 2 0 0,-4 2 5 0,-2 0-2 0,-5 1 4 0,-2-1 2 15,-4 2 2-15,-4 1 1 0,-4 0 7 0,-2 1-1 0,-4-1 5 0,-5-1 5 16,-2 1 1-16,-4 0-4 0,-4 1-4 0,-2 0 0 0,-3 0-3 16,-2-1 8-16,-5 1-4 0,-3 1-6 0,-4-2-7 0,-3-1-2 0,-2-2-7 15,-1-2-15-15,-3-4 3 0,-2-1-6 0,-4-4-2 0,0-1 2 0,-1-2-14 16,-3-3-15-16,-2-3-14 0,-2-3-12 0,-2-1-16 0,-1-2 0 15,-1-2-16-15,-1-3-18 0,-2-1-25 0,1-3-42 0,-1-1-31 0,-3-1-34 16,0-2-76-16,-2-2-234 0</inkml:trace>
  <inkml:trace contextRef="#ctx0" brushRef="#br0" timeOffset="170173.64">23736 16582 1044 0,'13'26'-33'0,"2"0"47"15,7 2-7-15,1-5 2 0,0-6 1 0,4-1-4 0,3 0 3 0,3 1-7 16,5-1-2-16,3 2 5 0,6 0-2 0,6 0-1 0,2 1-4 16,5 2 1-16,4 0-1 0,3 1 3 0,5 2 0 0,-34-12-7 0,10 2-1 15,3 2 0-15,12 1 1 0,2 0 6 0,12 1 6 0,2-2 2 16,12 2-9-16,4-3 2 0,1-2-4 0,0-2-5 0,2-2 3 0,1-3-4 16,1-1 7-16,-1-1 3 0,1-1 4 0,0-1 0 0,-1-1-1 0,-1-1 2 15,0 1 7-15,-2 0 1 0,0-1-7 0,-2 2 0 0,-2 0-4 16,-2 2-2-16,0 2 0 0,-2 1 3 0,0 1 2 0,-2 3-2 0,-1 2 4 15,-1 1-2-15,-3 4-2 0,0 1 3 0,-3 2-2 0,-4 3 1 0,-1 2 7 16,-4 2 7-16,-5 2-3 0,-4 0 2 0,-5 3-2 0,-5-1 4 16,-4 2 9-16,-26-17-8 0,1 3 0 0,-3 0 11 0,0 2-3 0,-3 1 7 15,0 1-3-15,-3 2-14 0,-2 2-4 0,-5-1-2 0,-1 3-1 16,-4 0-5-16,-4 3-3 0,-2-1-1 0,-5 5 3 0,-5 0-12 0,-4 3 14 16,-5 1 5-16,-6 0-1 0,-4-1 2 0,-6 2-12 0,-6 0-13 0,-4 0-13 15,-5 0-4-15,-5-1-18 0,-4-1-14 0,-5 1-5 0,-5-3-11 16,-2 0-7-16,-6 0-12 0,-3-4-9 0,-4 0-13 0,-3-3 3 0,-4-2 3 15,-2-4-3-15,-4 0-8 0,-2-5-130 0</inkml:trace>
  <inkml:trace contextRef="#ctx0" brushRef="#br0" timeOffset="170590.64">21690 8927 548 0,'52'-24'22'0,"8"-3"2"16,18-9-14-16,-2 4-3 0,-5-1 0 0,4 1 6 0,2-3 2 15,3-2 2-15,2-1 0 0,2-3-4 0,2-1-4 0,3 2-2 0,4 1-4 16,1 2-1-16,4 3-2 0,1 4-1 0,2 2-4 0,3 4 1 0,3 4-1 16,2 5 0-16,2 5 1 0,2 4-8 0,1 4-7 0,2 3-18 0,2 5-29 15,1 4-13-15,1 6-28 0,0 4-23 0,-1 3-77 0</inkml:trace>
  <inkml:trace contextRef="#ctx0" brushRef="#br0" timeOffset="170709.65">26178 9994 1269 0,'-44'99'29'0,"-7"10"-4"0,-19 29 4 0,0-13-2 16,-3-14-8-16,-6-3-9 0,-3-5-8 0,-5-5-6 0,-4-8-6 0,-3-6-19 16,-3-7-17-16,-2-7-23 0,-3-9-26 0,-1-9-15 0,0-11-17 0,-3-11-21 15,1-8-5-15,-1-11-9 0,-1-9-190 0</inkml:trace>
  <inkml:trace contextRef="#ctx0" brushRef="#br0" timeOffset="182924.67">8426 9110 660 0,'-1'-10'51'0,"2"1"11"15,1 0-6-15,2 3-7 0,0 3-10 0,1 0-14 0,0 1-10 0,1 1-6 16,1 1-4-16,1 1-4 0,2 0 2 0,0 1-2 0,1 0-1 0,-1 2 1 16,2 0 0-16,-1 2-1 0,1-1 0 0,0 1 1 0,0-1 0 15,1 0 2-15,0 0 2 0,1 0 0 0,1-1 2 0,0-1 5 0,2 0 2 16,2 1 2-16,-1-1 5 0,2-1 7 0,0 0 8 0,0-2 10 0,2-1 1 16,1 0 1-16,-1-1-1 0,3 0-2 0,1-1 2 0,-1 0-4 15,3-1-5-15,-2 0-4 0,3 1-6 0,1 0-3 0,3-1-3 0,1 1-2 16,2 0-4-16,0-1 3 0,3 0-5 0,2-1 2 0,2 1 5 15,0-2-3-15,3 0 1 0,0 1-3 0,3 1 1 0,1 0 0 0,-1 1-3 16,3 0 2-16,-1 1-4 0,1 0-4 0,0 2 5 0,0 0-5 0,-1 1-4 16,1 0 2-16,1 1-1 0,0-1-1 0,1 1 5 0,1-1-2 15,0 0-7-15,3-1 3 0,0 0-4 0,0 0-1 0,0 0 5 0,-1 0-3 16,0 0 1-16,-1 1-5 0,0-1 2 0,-2 1-1 0,0 0 0 16,1 0 4-16,3 0 1 0,1 1-2 0,-1-2 5 0,1 1-5 0,-4 0-5 15,1-1 3-15,1 0-4 0,3-2 0 0,1 0 2 0,-1 0 3 0,-2-2-2 16,-2-1 9-16,-3-1-2 0,-3 0-4 0,-2-1 1 0,-1 0-2 15,-1-1-2-15,1-1 2 0,-1 0-3 0,-2-3-1 0,-2 0 5 0,0 0 0 16,-3-1 2-16,-1 1 3 0,-2-1-3 0,-2 0-2 0,4-1 0 0,-2 1-3 16,2 0 6-16,-1 1-3 0,-4-1 8 0,1 2-2 0,-2 0-3 15,2 0 1-15,-1-1-5 0,1 1 0 0,-1-1-2 0,-1 0-1 0,-2 2 0 16,-1-2 1-16,-1 0 3 0,0 0-1 0,-3 1 1 0,-1 0 0 0,-2 0-2 16,-4-1 5-16,0-1 0 0,-1 0-1 0,-3 1 4 0,-1 0-6 15,-1-2 4-15,-2 1 0 0,-1-2-1 0,-2 1 1 0,-2-3-4 0,-3-2 0 16,-1 0-3-16,-4-2-4 0,0-1 2 0,-6 3-6 0,-3-1 0 15,-3-1-2-15,-4 1-1 0,-2-3 1 0,-4 0 2 0,-4-1 1 0,-5-1-1 16,-3 0 3-16,-6 0-4 0,-4 0 12 0,-3-1-1 0,-4-1 2 0,-2 1 4 16,-2-3-9-16,-2 1 4 0,-2-1-5 0,-1 0 0 0,-3 1 2 15,-1-1 2-15,-1 2 2 0,-2-2 1 0,-1 1-2 0,-3 0-3 0,-5 3-4 16,-4 1 3-16,-4 4 1 0,-6 3-1 0,-5 1 2 0,-5 3-2 0,-6 3 2 16,-1 3-2-16,-5 6-4 0,-5 4 9 0,-5-1 3 0,-9-2 1 15,-2-1 1-15,-2 2-9 0,3 7-3 0,9 11-4 0,8 6 1 0,7 8-6 16,5 4-11-16,2 2-6 0,3 2-8 0,0 2-23 0,2 1-42 15,1 1-12-15,2 1 3 0,3-2-13 0,0-1-15 0,3-1-32 0,4 1-18 16,4 8 3-16,3 9-116 0</inkml:trace>
  <inkml:trace contextRef="#ctx0" brushRef="#br0" timeOffset="-205434.7">4745 10207 60 0,'-5'0'60'0,"1"0"-4"0,0 0-28 16,1 1-9-16,1-1-5 0,1 0-4 0,-1 0-3 0,1 1-4 16,-1 0 0-16,1 1-2 0,0 0 0 0,-1 0-1 0,1 0-1 0,0-1 1 15,1-1 0-15,-1 0 0 0,1 0 2 0,1-1-2 0,-1-1 1 0,1 1-1 16,-1-1-1-16,1 0 1 0,0 1 0 0,1-1 0 0,-1 1 0 16,1 0 0-16,0-1 1 0,-1 0 2 0,1 0 0 0,-1 0 0 0,2 1 1 15,-1 0 0-15,1 0 3 0,-1 1 1 0,1 0 2 0,0 0-1 0,-1-1 1 16,2 2-1-16,0-1 1 0,0 2 2 0,0 0 1 0,1 0 0 15,0 1 0-15,1-1 1 0,2 1 1 0,-1-1 1 0,2 0 1 0,2 1-1 16,1-1 4-16,0-1-1 0,1 0 3 0,4-2-3 0,0 0-3 16,1-2-2-16,1-1-3 0,2-1 0 0,2-2-2 0,0 0 3 0,2-1 1 15,0 0 1-15,3 0 2 0,-1 2-3 0,2 0 2 0,-1 0-2 0,-2 2-1 16,3 0 0-16,-1 2-1 0,1 0-2 0,-1 2 0 0,1 0-2 16,-3 1 1-16,1 0-2 0,0 1-4 0,2 0 1 0,0 0-3 0,1 1 1 15,1 1 1-15,-1 1-5 0,1 0-1 0,1 0 2 0,-1 2-1 0,2 0 7 16,-1 1 0-16,1 1 3 0,-1 0 2 0,2-1 0 0,0 1 1 15,3-1-3-15,-3 1 2 0,0-1 3 0,-2-1-2 0,-1-1 3 0,1-2-1 16,-1 0 0-16,1 0 2 0,-3-2-1 0,1 0-1 0,-3 1-2 16,1-2 2-16,0 1-3 0,-4 0 8 0,2-1-1 0,-2 1-3 0,0 0 3 15,1 0-6-15,-4 0 1 0,1-1-1 0,0 0-5 0,-1 0 0 0,4 1-3 16,-1-2 2-16,1 1 0 0,2-1-2 0,-2-1 0 0,1 1-2 16,-1 1 1-16,0 0 2 0,-1 0-1 0,1 0-1 0,1 0 0 0,0 0 0 15,1 0-5-15,0-1 1 0,-1 0-2 0,-2 1-2 0,1-1 8 0,0 0-1 16,-2-1 2-16,1 1-2 0,0-1-1 0,-1-1 1 0,-1 0 1 15,-2 0 2-15,2-1 0 0,1-1-4 0,-1 1 1 0,3 0-1 0,0-2 1 16,-1 0 1-16,2-1-1 0,-1 1 4 0,2-1 0 0,1 0 0 16,1-1 4-16,1 0-6 0,2 0 2 0,-2 2-1 0,3-1 0 0,1 0 0 15,0 0-2-15,2 0 0 0,1 0-8 0,-1 1 3 0,2 0 2 16,1 0-3-16,1 0 8 0,1 1-4 0,-1 1-2 0,-1-1 5 0,-1 2-4 16,1 0 2-16,-1-1 0 0,2 1 0 0,-3-1-1 0,0 0 0 0,1 0 0 15,-1 1-1-15,0-1 4 0,1 0-1 0,-1 0 3 0,1 0-1 16,-2 0 0-16,0 1 6 0,1 0-4 0,-3 1 5 0,-1 0-4 0,-1-1 0 15,0 2 4-15,-2-3-4 0,1 2 3 0,-1-2-4 0,0 0 5 0,-1 0-5 16,1-1 2-16,-3 1-1 0,0-2-1 0,0 0 2 0,0 0-2 16,-2 1 2-16,-1-1-3 0,-2 1 0 0,-2-1 0 0,1-1 3 0,-1 0-1 15,-2 0 2-15,2-2 1 0,-1 1-1 0,-2-2 2 0,-1-1 0 0,-1 0 1 16,0-1 3-16,0 0-3 0,-2 0 5 0,-1-1-1 0,-1 0 3 16,-2 0 1-16,0-1 0 0,-1 1 0 0,-3-1-1 0,1 0-1 0,-1-2-4 15,0 1 1-15,-2 0-3 0,-1-3-5 0,-1-1 1 0,-2-1-1 0,-1-2-1 16,-2 0 6-16,-1 2-2 0,-2-1 1 0,-2 0 1 0,-3 2 1 15,-2-2-1-15,-2 0-1 0,-2 1 0 0,-3-1-1 0,-4 1-8 0,-2 0-3 16,-3 2 2-16,-1-2 0 0,-3 2 5 0,-2 0 6 0,-3 0-2 16,-3-1-2-16,-3-1-3 0,-3 2-5 0,-3 0 4 0,-3 0 0 0,1 2 3 15,-2-2 0-15,-2 2-4 0,-1 1 2 0,0 2-1 0,-2-1-1 0,0 1 4 16,0 0-1-16,-2 1 1 0,0 0 6 0,1 2-6 0,-2-2-4 16,0 1-2-16,-1 1-3 0,0 1 4 0,0 1 1 0,1 0-1 0,3 1 7 15,-1-1-3-15,2 0 3 0,-1 1-6 0,-1 1-2 0,0 0 0 0,-2 0-2 16,-1 1 1-16,-1 0-3 0,1 1-3 0,1-1 3 0,0 1 3 15,0 1 1-15,-1 2 0 0,0 0-5 0,1 0-3 0,-2 1-1 0,2 1 1 16,-2 1 7-16,2 0-1 0,1 0 6 0,0 2 0 0,0 1-1 0,-2 3 1 16,-1 3-6-16,-1 0 1 0,-1 2 1 0,0 2 1 0,-2 1 1 15,2 1 0-15,-1 0 2 0,0 3 1 0,1 1 3 0,2 1-4 0,0 3-1 16,1 1-3-16,1 3-3 0,0 1 0 0,0 2-3 0,2 1-1 16,1 5 11-16,1-1 4 0,2 0-3 0,3-1 2 0,6-4-10 0,5-1 3 15,5-3 2-15,3 1-2 0,2-2 1 0,4 0-2 0,3-3-1 0,4 0-2 16,7-2 2-16,2-2-3 0,4 1-1 0,3-1-3 0,3 1-2 15,1 1-7-15,3-1-11 0,2 1-17 0,3-1-30 0,2-1-41 0,4 0-38 16,2-1-17-16,3-2-8 0,5 1 13 0,2-2 18 0,3-1 24 0,4 0-91 16,2 0-1-16</inkml:trace>
  <inkml:trace contextRef="#ctx0" brushRef="#br0" timeOffset="-179685.35">5148 11251 326 0,'-1'-1'39'0,"1"1"-13"0,-1 0-9 15,2 2-5-15,0 1 1 0,0 0-3 0,1 1-3 0,0-1-3 0,1-1-1 16,0 2 1-16,1-1-2 0,1 2 0 0,-1 0-2 0,2 2 0 0,-1 0 0 16,0 1 4-16,1 0-2 0,0 1 1 0,2-2 4 0,-2 2 3 15,4 0 8-15,2-2 6 0,1 0 5 0,1-1 1 0,2 0-1 0,0 2 2 16,2-1-2-16,2 1-1 0,-1 1 0 0,3 0-2 0,1 0 2 15,0 2 0-15,1 1-1 0,0 1-2 0,2 3 0 0,0 0-2 0,3 1-4 16,1 1 2-16,0-1-2 0,2 0 3 0,3-1 1 0,-1 0 5 0,2-1 1 16,1-2 0-16,1-2 8 0,3 0 2 0,1-1 5 0,2-2 7 15,3-1 1-15,1-1-2 0,2-2-1 0,3 0-12 0,3-2-2 0,3 0-7 16,1-1-11-16,1 0 3 0,3-3-6 0,0 0-2 0,1 0-1 0,2-2-7 16,0 1-1-16,1-1-5 0,1-1 2 0,1-1 2 0,-2-1-2 15,-1-1 5-15,0 0 0 0,-3-1-1 0,0-3-1 0,-3-2-2 0,0 0-1 16,-1 0 3-16,-2 0 3 0,-1-1-1 0,-3-3 6 0,0 0 1 0,0 0-3 15,-2-2 2-15,0 0-2 0,-1-1-5 0,-2-2-3 0,0 0 6 16,-1-1 1-16,-2-3 6 0,-1 1 3 0,-3-1-5 0,-1 0 1 0,-3 0 0 16,-1 1 2-16,-3 0 5 0,-1-1-2 0,-3 1 9 0,0-3 2 15,-2-1 3-15,-1 0 4 0,-3-1 5 0,0 0 1 0,-4 2 3 0,-2-1-5 16,-1 1-2-16,-1-2-3 0,-4 2-13 0,0 0-1 0,-2 2 1 0,-4 0 1 16,-2 2-1-16,-3 1 1 0,-3 0-16 0,-2 3-5 0,-5 0 2 15,-3 1-4-15,-2 2-1 0,-5 0-1 0,-2 1-7 0,-5 2-1 0,-5 1-2 16,-7 0-2-16,-4 1 1 0,-6 1 1 0,-5 1-5 0,-2 1 1 15,-5 1 4-15,-5 0-3 0,-1 1 5 0,-2-2 0 0,-2 1 1 0,-2-1 5 16,-2-1 1-16,0-1 3 0,0 0 3 0,2 0 5 0,2-1 3 0,-1-1-2 16,1-1-4-16,0 0-6 0,-1 1 2 0,2 0 4 0,0-2-1 15,-1 1 1-15,0 1 6 0,-1 1-2 0,-1 1 2 0,-2-1-2 0,2 3-15 16,0 0 3-16,2 2-2 0,-1 2 4 0,2 2 5 0,1 2 8 0,-2 2 0 16,2 3-6-16,-2 3 9 0,-3 2-6 0,-1 4-3 0,-3 4-1 15,-1 4-14-15,-2 4 10 0,2 4 8 0,0 3-4 0,0 4 2 0,-1 5-10 16,0 2-4-16,1 5-1 0,0 0-2 0,2 3-10 0,2 2-1 15,6 2-19-15,3 2-7 0,5 0-29 0,4 2-82 0,5 0-53 0,3 3-70 16,5 1-74-16,5 0 22 0,6 1 42 0,3-2-93 0</inkml:trace>
  <inkml:trace contextRef="#ctx0" brushRef="#br0" timeOffset="-173568.45">8048 10657 1245 0,'-7'-2'195'0,"-1"1"-70"16,-1 1-71-16,4 0-54 0,0 2-7 0,1 0 0 0,-1 0-1 15,0 0 5-15,0 1-6 0,-1 0-6 0,0 1-8 0,-1 1-8 0,-2 1-4 16,-1 0 5-16,-3 1 6 0,-1 1 12 0,-1-1 9 0,-1 0 6 16,-1 0 6-16,-2 0-1 0,-1-1 4 0,0 1-1 0,-4-1-5 0,0 1 0 15,-2 0-5-15,-1 1 4 0,1 0 8 0,-5 2 1 0,0 1 4 0,-4 1 1 16,-2 0-1-16,-3 0 3 0,-4 0-3 0,-2 1-5 0,-3 0-4 15,-2 0-3-15,-2-1 3 0,-4-1 1 0,-1 0 4 0,-3-3 3 0,-3-2 1 16,-1 0 1-16,-3-2 6 0,-2 0-4 0,0-1 9 0,0 0 10 0,2-2 0 16,0 0 12-16,2-1-7 0,-3-1-7 0,-1 2-10 0,-1-2 0 15,-1 2-1-15,-1 0-3 0,2 3-1 0,-3 2-10 0,0 3-2 0,-2 2 2 16,-1 4 0-16,0 2 3 0,-2 5-1 0,-1 3-1 0,2 1 1 16,-2 4 1-16,1 1-4 0,0 2-3 0,0 3 0 0,2 2 0 0,2 1 2 15,2 0-13-15,5 0-1 0,3-2-1 0,3-1-4 0,3 1 10 0,3-4-8 16,2-2-3-16,8-4 1 0,4-2-4 0,4-4-3 0,4-3-13 15,4-3-30-15,1-2-41 0,3-2-62 0,3-3-70 0,2-2-68 0,1-2-43 16,2-3 0-16,0-4 54 0,0-4-40 0</inkml:trace>
  <inkml:trace contextRef="#ctx0" brushRef="#br0" timeOffset="-173218.33">3565 10818 1590 0,'4'-5'135'0,"5"1"0"0,8-1-33 0,7-1-1 0,6 0 13 0,7-1 4 16,3 0-10-16,5 1-19 0,6-3-21 0,7 2-24 0,6 0-15 16,6 1-16-16,4 1-7 0,4 2-2 0,3 2-6 0,6 1 8 0,2 1-2 15,6 0-1-15,4 2 5 0,4-1-2 0,6 2-1 0,4 2 0 0,5 1-10 16,3 5-3-16,2 2 5 0,2 6 1 0,1 4 9 0,2 3-2 15,0 4 0-15,-1 0-1 0,-3 3-7 0,-3-1 0 0,-3 0 3 0,-2-1 0 16,-2-2 10-16,-2-4 1 0,-1-3 13 0,-3-5 18 0,3-2 10 16,-5-2 14-16,0-2 3 0,-1-3-7 0,-1-1-19 0,-2 1-12 0,-1 0-12 15,-1 0-5-15,-3 2 0 0,0 0-5 0,-2 1-4 0,-3 1 0 0,-2 1-3 16,-1 1-2-16,-3 2 2 0,-1-1 1 0,-4 2-3 0,-1 0-10 16,-4-1-4-16,-5 2 9 0,-5-1-4 0,-3 1 2 0,-2 2-7 0,-2 0-30 15,-3-1-23-15,-2 2-41 0,-5 0-63 0,-2-1-87 0,-2 0-157 0,-4 2-191 16,-2-2-3-16,0 3-60 0</inkml:trace>
  <inkml:trace contextRef="#ctx0" brushRef="#br0" timeOffset="-151283.99">3635 11597 876 0,'-23'14'4'0,"-8"5"3"0,-6 6 0 0,-6 9 1 0,17-7-3 0,3 2 2 0,7 0-1 0,1 1 5 0,4-1 0 0,3 4-1 0,1 0 1 15,3 4-1-15,1 2-3 0,2 0-7 0,2 4-3 0,1 0-3 16,3 2 4-16,2 1 1 0,2 2 2 0,1 3-2 0,2 0-1 0,1 1-1 15,5 1-3-15,1-2 1 0,4 0-3 0,-1 1-1 0,4 0 4 16,1 1 3-16,3 2 3 0,2 1 4 0,3 0-3 0,2 2 2 0,3-2-2 16,3 1 2-16,1 0 4 0,6-1 5 0,3-2 20 0,5-2 26 15,3-2 31-15,3-4 26 0,4-2 12 0,5-1 6 0,5-3-8 0,4-1-6 16,7-1-14-16,2-1-20 0,6-1-18 0,3-3-11 0,3-1-8 0,1-2-2 16,2 3-3-16,3-1-4 0,1 2-1 0,4 0-5 0,-1-2-6 0,2 0 5 15,0-2 3-15,-1 0 1 0,3-1 2 0,-1 2-14 0,1-3-9 16,2 0-10-16,1-1 2 0,0-2-2 0,1 1-1 0,-1-1-5 0,-1 0-2 15,-1-1 1-15,1-2-4 0,2-2 5 0,-2-3 6 0,-4-4 2 0,-2-4 12 16,-1-3 12-16,0-4 13 0,0-4 13 0,-3-4 2 0,-2-3-7 16,-3-3-6-16,1-3-13 0,1-2-11 0,-1-4-2 0,-1-3-9 15,1-3-7-15,-4-1 7 0,-4-2-4 0,-1-1-1 0,-3-4 0 0,-1-2-5 16,-4-3 3-16,-2-3 5 0,-2-1 8 0,-5-2-1 16,-1-1-1-16,-4-2-11 0,-4 1-5 0,-3-2 2 0,-5-1-6 0,-4-1 8 0,-3-1-1 0,-4 1-3 15,-3-1 4-15,-1 0 3 0,-2-1-6 0,-6-2 1 0,-3-1 2 16,-4 1 1-16,-5 0 7 0,-1-3-1 0,-5 0-1 0,-4-1 2 0,-4-1-5 15,-6-1 6-15,-5-2-11 0,-7-3-11 0,-6-2 7 0,-7 1-5 0,-4 2 3 16,-8-1 4-16,-5 0-3 0,-6-1-4 0,-10-1-2 0,-3 2-1 16,-7-2-3-16,-5 1 3 0,-5 1-1 0,-6 2 4 0,-7 1 0 0,-3 2 2 15,-6 2-5-15,-2 3 3 0,-2 4-4 0,-1 4-1 0,0 3 11 16,-6 4-6-16,-4 4 1 0,-4 4 5 0,-5 3-8 0,-4 3 2 0,-3 5-1 16,-6 3-3-16,-1 4 1 0,-3 5 2 0,-2 4-3 0,-1 4 1 0,-5 3-7 15,-3 4-12-15,-2 4-4 0,-4 4 2 0,-1 4 10 0,0 3 6 16,3 2 13-16,2 3-1 0,3 2-7 0,3 3-3 0,0 4-1 0,4 4 21 15,4 1 6-15,1 4 10 0,3 4-3 0,1 4-18 0,0 5 3 0,2 3 0 16,0 5-3-16,4 4-1 0,5 3-7 0,1 6-6 0,4 3-18 16,2 6-21-16,0 3-72 0,5 4-120 0,2 3-116 0,1 5-180 0,3 1-34 15,5 3-121-15</inkml:trace>
  <inkml:trace contextRef="#ctx0" brushRef="#br0" timeOffset="-143650.55">6949 16015 1064 0,'-1'10'159'0,"0"-2"-6"15,1 5 30-15,2-1 14 0,3-1 8 0,2 0-36 0,2-2-25 0,3 2-23 16,0 3-42-16,4 0 2 0,1 1-14 0,1-1-8 0,3-1 13 0,0 0-12 16,1 0-4-16,0-1-9 0,1-1-18 0,-1 1 5 0,1-1-12 15,2-1-13-15,-1 1-2 0,2-1-11 0,-1 1 11 0,1-1 0 0,0 1-5 16,1-3-4-16,0 0-1 0,-2-3-4 0,1-1 0 0,-1-2-19 0,-1-4-27 15,1-3-2-15,-3-2-5 0,-2-3 4 0,-2-2 13 0,-2-3 16 16,-1 0 7-16,-1-3 17 0,-1-2 8 0,-3-1-2 0,-2-4 5 0,-1-3 0 16,-2 1 7-16,-2-3 9 0,-1 1 11 0,0 1 11 0,-2 2-6 15,0 0 0-15,-2 2 9 0,1 1-1 0,-2 2 3 0,-1 4-8 0,-1 1 3 16,0 4 3-16,0 2 4 0,-1 3-5 0,2 4-14 0,-1 1 2 0,1 5-2 16,0 2 3-16,-1 4-11 0,1 3-6 0,-1 2-9 0,3 2 9 15,1 3 12-15,1 2-4 0,0 0-2 0,4 2 4 0,0 3-13 0,3 0 5 16,1 3 7-16,3 2-9 0,3 1 1 0,3-1-17 0,3 2 10 15,-1-4-12-15,3 3 7 0,1-2 8 0,1 2-22 0,4 2 20 0,0 0-17 16,5 3-2-16,0-1 8 0,1 0-27 0,-1-2-4 0,0-1-18 0,-1-3-33 16,-1-2-15-16,-2-3 12 0,-1-1 5 0,-3-2 32 0,-2 1 19 15,-4 0 9-15,-3-2 16 0,-3 1-5 0,-3-2 8 0,-3-3 1 0,-2 2-6 16,-4-2 18-16,-3 1-9 0,-2-3 1 0,-3 1 4 0,-3-1-6 0,-2-1-1 16,-3-2 0-16,-2-1-8 0,-3-1 14 0,-3-1 10 0,0-2 6 15,-2-1 17-15,-1-3-2 0,-1-2 16 0,0-2-12 0,-2-2-10 0,0-1-6 16,1-3-17-16,1-1 14 0,3-1-20 0,2 0-7 0,5 1-2 0,4 0-7 15,3 0 9-15,3-1 7 0,2 1-8 0,3 1 2 0,1-1-4 16,1 0-5-16,1-2 6 0,0 2-5 0,3-3 9 0,0-1-10 0,1 0-13 16,2-2-1-16,0 0-38 0,0-2-29 0,2-2-40 0,1-1-41 15,1-2-29-15,1-1-49 0,1 1-39 0,0-2-78 0,1 1-139 0,0-2-25 16,1-1 80-16,-1 0-34 0</inkml:trace>
  <inkml:trace contextRef="#ctx0" brushRef="#br0" timeOffset="-143466.9">8212 16200 1570 0,'-2'7'487'16,"1"-2"-137"-16,-2 2-79 0,2-1-58 0,0-2-22 0,0 1-34 0,0 0-33 16,1-2-13-16,-1 1-29 0,-1-2-6 0,1-1-9 0,0-1-20 15,0-1 3-15,2-1-21 0,0-1-4 0,-1-2 2 0,2-1-13 0,-1-1 4 16,0-1-18-16,1 0-10 0,-1-2 8 0,2-1 4 0,0 0 0 0,0-1 2 16,0 0-8-16,2 0 10 0,0-1-8 0,1 0-6 0,0 0-13 15,0 2-24-15,0 2-7 0,1 0-19 0,-1 1-38 0,2 1-40 0,-1 1-53 16,2 2-64-16,-1 3-72 0,1 1-100 0,1 1-176 0,-1 2-3 0,0 2-122 15</inkml:trace>
  <inkml:trace contextRef="#ctx0" brushRef="#br0" timeOffset="-143333.68">8354 16319 745 0,'-1'14'572'0,"2"4"-240"0,0 2-60 16,2-3-48-16,0-4-38 0,2-1-37 0,0 0-39 0,1-2-33 0,0-2-30 16,-1-2-11-16,1-1-7 0,0-1-7 0,1-1-2 0,0-2-14 0,-1-1-6 15,1-3-1-15,-1-1-31 0,0 1-4 0,0-4-32 0,-1-1-46 16,1-2-36-16,1-3-73 0,-2-2-99 0,2 0-148 0,-2-3-37 15,1-2 36-15,1 0 86 0</inkml:trace>
  <inkml:trace contextRef="#ctx0" brushRef="#br0" timeOffset="-143163.02">8595 15804 1582 0,'-9'-14'362'0,"0"1"-44"0,0-3-41 0,0 2-28 0,2 4-34 16,1 2-38-16,1 2-29 0,-1 4-26 0,1 0-24 0,2 2-6 0,-1 1-11 15,2 1-12-15,-1 0-9 0,2 2-5 0,0 3-16 0,1 1 0 16,0 2-3-16,2 2-10 0,0 2 4 0,2 1-20 0,1 3 0 0,1 1-10 15,2 2 0-15,1 2 0 0,2 3 0 0,2-1 0 0,2 2 0 16,2-1 0-16,1-1 0 0,-2 0 0 0,2-1 0 0,-1 0 0 0,-1-3 0 16,1 0-56-16,0-2-67 0,-2-4-68 0,1-1-93 0,1-3-164 0,1-2-277 15,1 0-144-15,-1-2 111 0,0-2 196 0</inkml:trace>
  <inkml:trace contextRef="#ctx0" brushRef="#br0" timeOffset="-142899.98">9182 15716 1134 0,'-2'-9'606'0,"0"-1"-369"0,-2-3-23 0,-2 4-15 16,0 2-7-16,-1 3-18 0,0 1-21 0,-1 1-45 0,-1 0-20 0,-2 2-29 16,0 1-20-16,-2 1-3 0,-2 0-15 0,-1 1-3 0,-1 2-6 0,-4 2-12 15,1 0 6-15,-1 2-6 0,-3 1-6 0,1 1-3 0,0 1-16 16,0 3-12-16,3 1-14 0,-4 2-7 0,2-1-13 0,1 2 13 0,0 2 3 16,3-1 7-16,1 4 9 0,2-1 4 0,0-1 12 0,2 1 8 0,1-1 10 15,2-2-1-15,2-1-1 0,2-1 4 0,3-2 0 0,1 0 6 16,3-1-3-16,1-2 5 0,2-4 0 0,3 1 0 0,1-3 8 0,0-2 0 15,4-1 0-15,0-3-1 0,2-1-4 0,1-3 5 0,-1-2 2 16,4-1-6-16,1-1-3 0,0-2-4 0,1 0-2 0,0-3 5 0,-2 0-10 16,2-2-3-16,0 0 6 0,1 1-6 0,0-2-1 0,-1-1-25 0,0-1-47 15,-2 0-61-15,0 0-66 0,-2 1-79 0,-1 1-129 0,1-3-81 16,-1 0 24-16,1-1-59 0</inkml:trace>
  <inkml:trace contextRef="#ctx0" brushRef="#br0" timeOffset="-142730.98">9521 15363 1387 0,'-1'-2'469'0,"0"1"-158"0,-1-1-55 0,-1 2-43 0,-1 1-27 16,0 2-31-16,0 0-31 0,-2 3-18 0,-1 0-21 0,0 2-11 0,-1 2-12 15,-1 1-7-15,0 0-9 0,0 3-6 0,-1 1-9 0,0 2-2 16,1 0 1-16,0 3-19 0,0 1-3 0,0 0-1 0,1 1-5 0,0 2 4 16,0-1-10-16,2 3 0 0,-2-1-18 0,0 2-12 0,0 0-30 0,-1-1-45 15,0 0-55-15,-1-2-63 0,1 0-77 0,-1-2-120 0,0-3-161 16,-1 0-95-16,0-4-58 0</inkml:trace>
  <inkml:trace contextRef="#ctx0" brushRef="#br0" timeOffset="-142546.45">9151 15714 1926 0,'-8'-14'512'0,"0"-1"-259"0,-1-4-46 16,4 6-56-16,3 3-9 0,1 3-12 0,3 2-25 0,0 2-11 0,1 2-17 16,0 2-10-16,2 2 2 0,1 0-15 0,1 2-18 0,1 0-9 0,0 2-17 15,1 2 6-15,-1-1-1 0,3 3-5 0,2 0 0 0,1 1-8 16,2 1 0-16,-1-1 3 0,2 2-9 0,1-2 4 0,-1 0-9 0,1 0-5 15,-2-3-11-15,2-1-24 0,-3-2-28 0,0-1-48 0,1-1-47 16,-1-2-56-16,0-2-68 0,1 0-67 0,0-1-145 0,0 1-164 0,-1-1 71 16,1-1-37-16</inkml:trace>
  <inkml:trace contextRef="#ctx0" brushRef="#br0" timeOffset="-142376.45">9760 15658 903 0,'6'-9'301'0,"0"0"-93"16,3-2-38-16,-2 1 0 0,1 2-7 0,0-1-9 0,0 1-27 0,-2-1-25 15,1 0-23-15,-1 2-18 0,0-1-13 0,1 0-14 0,-2 1-5 0,1 0-7 16,1 0 0-16,0 0-6 0,-1-1 0 0,1 0-8 0,-2-1 0 16,2 1 7-16,-1 0-2 0,1 1 3 0,-2-1-2 0,-1-1-6 0,1 0-3 15,-1 0-8-15,0-1-2 0,-1 0-1 0,-2 0-12 0,0 0-16 16,0 1-20-16,0-1-27 0,-1 0-38 0,-1 1-58 0,0 0-69 0,-1 0-89 16,0-1-81-16,-1 2-8 0,-1 0 87 0,0 1-53 0</inkml:trace>
  <inkml:trace contextRef="#ctx0" brushRef="#br0" timeOffset="-142215.45">9764 15304 716 0,'-5'1'550'0,"-1"2"-207"0,-1-1-63 16,2 2-31-16,1-1-26 0,1 1-15 0,0 2-24 0,2 1-29 0,0 1-24 15,2 2-18-15,1 0-14 0,1 3-18 0,1 0-14 0,2 1-14 16,1 1-14-16,2 3-10 0,1 2-3 0,2 1-3 0,-1 1-3 0,3 1 3 16,1-1-5-16,1 1-6 0,1-1-1 0,1-3-1 0,-1 0-9 0,0-1-1 15,-3-3-13-15,1-1-15 0,-1-1-17 0,-2-1-44 0,0-2-47 16,0-1-70-16,-2-2-95 0,0 0-121 0,-2-3-273 0,1-1-53 0,-2-1-30 15</inkml:trace>
  <inkml:trace contextRef="#ctx0" brushRef="#br0" timeOffset="-141898.8">10260 15024 784 0,'-2'-14'401'0,"-2"-1"-173"0,0-4-45 15,1 0-14-15,-1 1 1 0,-1 0-6 0,1-1-17 0,-2-1-16 0,-1 2-17 16,0-2-12-16,-3 1-10 0,1 0-12 0,0-1 4 0,-1 1-13 16,-1 1 3-16,0 1 0 0,1-1-2 0,-1 1 0 0,0 1-8 0,-1 0-5 15,-1 2-8-15,1 1-5 0,-1 1-8 0,1 4-1 0,1 1-7 16,0 2-2-16,1 2 0 0,0 2-4 0,0 1-1 0,2 1-4 0,0 2-4 16,1 1-4-16,1 3 8 0,1 0-7 0,1 3-1 0,1 1 3 0,0 2-1 15,3 2 6-15,0 1 2 0,3 3-2 0,1 2 1 0,2 0-7 16,4 3-3-16,3 3-2 0,1 3-6 0,4 2-2 0,0 1 2 0,4 0-4 15,1 0 8-15,2 0-4 0,2 1-6 0,-1-1 8 0,3 2-8 16,1-2 8-16,2 0-14 0,-1-2 0 0,0 1-7 0,-3-3-16 0,0 2 8 16,-3-4-23-16,-1-2-13 0,0-4-27 0,-3-2-33 0,1-3-23 0,-1-2-30 15,-3-4-49-15,-1-1-45 0,-1-3-53 0,-2-2-106 0,0-3-133 16,-1-3-6-16,0-2 139 0,-2-3 98 0</inkml:trace>
  <inkml:trace contextRef="#ctx0" brushRef="#br0" timeOffset="-141032.72">10096 14221 2696 0,'-64'3'121'0,"-10"2"-17"0,-18 0-37 0,7-1-18 0,8-1-18 16,0 2-8-16,1 0-7 0,-1 0-9 0,-2-1-4 0,-1 2 2 16,-3 2-5-16,-1 1 6 0,-2 2-15 0,0 2-3 0,-3 1-1 0,1 3-4 15,-2 2 5-15,0 2 3 0,0 2-1 0,-1 3 5 0,0 2-2 16,1 5 3-16,-1 2 15 0,1 4-3 0,-2 5-2 0,3 3-1 0,-2 4-4 15,2 3 3-15,2 5 1 0,-2 3-1 0,3 3-10 0,-2 4-1 0,5 2-8 16,2 4 11-16,2 3 4 0,3 4-1 0,5 3 11 0,0 0-12 16,6 3 1-16,3 0 4 0,3 1 1 0,6 1-6 0,5-1 4 0,2 2-2 15,7-2 8-15,3 1 10 0,4-1-12 0,5-1 0 0,5-2-5 0,5 0 3 16,4-1-1-16,4-1-4 0,6-1-8 0,4-3 5 0,3-41-8 16,1 9 18-16,3-2-5 0,4 8-8 0,3-1 19 0,4 7-17 0,4-3 14 15,6 8-4-15,3-4 0 0,4-3 11 0,6-2-14 0,2-3 12 16,-19-29 21-16,2 5 0 0,4-3 8 0,3 2-11 0,3-1-7 0,4 1 11 15,3 0 0-15,4-1 4 0,4-1-29 0,4 1-14 0,2-2 6 0,6 1-8 16,2-3 12-16,5 2 4 0,4-4-2 0,6 1-5 0,2-2-6 16,2-4 0-16,3-2-3 0,1-3 10 0,3-2 3 0,2-3-14 0,2-2 6 15,0-3 2-15,2-2-11 0,2-2 1 0,1-3-4 0,0-2 10 0,3-3 5 16,-2-3 8-16,2 0-5 0,0-4-10 0,0-2 8 0,7-4-32 16,92-24 7-16,-15-1 1 0,-14-2 0 0,-16-2 34 0,-14 0-8 0,-15 2 6 15,-16 1-6-15,-22 2 3 0,-2 1 2 0,-2-1-6 0,-2-2 6 16,-2-1 6-16,7-9 8 0,59-44 1 0,-25 13-11 0,-24 9-6 0,-32 21-1 15,-4-3-1-15,-2-1 10 0,-2-1 2 0,-3-1-3 0,-2 0-6 16,-3 1-3-16,-3-4 3 0,-1 0 5 0,-5 0-12 0,-2-1-6 0,-4-1-7 16,-3 2 5-16,-3-2 14 0,-4 0-5 0,-1 0 0 0,-5-2-6 0,-3 1 0 15,-3 0 15-15,-3-3-5 0,-2 1-8 0,-4 0 5 16,-1 1-7-16,-3 3 4 0,-3-2 8 0,-3 1-7 0,-2 1 5 0,-4 0 0 0,-3 2-3 16,-3 1 5-16,-3 1-1 0,-3 0 7 0,-4 2-9 0,-4 1 7 0,-3 0-1 15,-2 1-2-15,-5 1 3 0,-2 2-10 0,-4-1 1 0,-3 3 1 16,-3 1 0-16,-5 2-2 0,-3 2-4 0,-3 1 2 0,-4 4 4 0,-1 3-3 15,-3 4 13-15,-5 3-8 0,-1 5-14 0,-3 4-6 0,-3 5-15 0,-1 6-5 16,-3 4 12-16,-2 5 17 0,0 5-11 0,-4 4-11 0,0 3-33 16,-3 5-36-16,1 3-51 0,-1 5-60 0,-1 3-92 0,1 6-198 0,0 4-243 15,1 5-1-15,1 2-11 0</inkml:trace>
  <inkml:trace contextRef="#ctx0" brushRef="#br0" timeOffset="80024.01">17493 8836 2001 0,'-8'4'-12'0,"-2"2"-23"0,0 0-23 0,-2 1-20 0,6-7 3 0,2-1 12 0,0-2 13 0,0-2 20 0,1-1 14 0,1-2 8 15,2-3 9-15,2-2 4 0,3-6-3 0,4-3 3 0,2-2 2 0,4-5 6 16,3-1 7-16,3-4 9 0,3-2 16 0,4-4 11 0,3-4 6 0,3-1 12 15,5-1-1-15,3-2-1 0,3 0 1 0,6-3-8 0,3 0 10 16,6-2-7-16,6 1-9 0,5-1-6 0,8 0-15 0,5 1-7 0,6-1-5 16,4 3-4-16,4 1 1 0,2 4-11 0,3 2 1 0,1 4 3 0,1 0-8 15,0 3 8-15,-2 5 0 0,0 3-11 0,-3 8 6 0,-1 9-11 16,-4 6-1-16,-5 7 1 0,-4 7 0 0,-5 6-7 0,-6 6 2 0,-5 6 7 16,-4 6 1-16,-5 8 4 0,-6 5-6 0,-5 7-4 0,-7 4 1 0,-6 5 2 15,-6 3 4-15,-7 3-1 0,-7 5-13 0,-4 5 4 0,-7 4-6 16,-5 1 6-16,-5 4 4 0,-6-2 2 0,-4 1-1 0,-4 0 1 0,-4-7-3 15,-4-1-1-15,-3-5 4 0,-6-6 2 0,-2-2 8 0,-6-4 1 0,-6-4-2 16,-6-4 3-16,-7-2-1 0,-8-3-4 0,-7 0 2 0,-8-5-15 16,-6-3 4-16,-5-3 5 0,-4-3 1 0,-4-3 7 0,-3-3-4 15,0-4-1-15,0-4 2 0,2-5 0 0,1-3 1 0,4-3 2 0,3-5-1 16,4-3-2-16,3-4 5 0,5-4-8 0,4-5 2 0,5-3 5 0,6-4-3 16,6-4 3-16,3-2-2 0,5 0-10 0,2-4-3 0,6 2 6 0,5 0-8 15,7 2 7-15,4 1 1 0,5 0-5 0,5 4 6 0,3 1 4 16,5 2 2-16,4 1-2 0,2 2-1 0,4 0-8 0,2 2-6 15,2 1-2-15,3 0 3 0,2 2-3 0,2-1 3 0,1 1-3 0,2 0 1 16,3 0 0-16,1 2 0 0,2 1-2 0,2 1-2 0,2 1-1 0,1 0-5 16,0 0-7-16,2 2-7 0,0 0-10 0,1 1-5 0,3 1-4 15,0 0-2-15,2 1 9 0,0 0-1 0,0 0 9 0,-1 2 1 0,1 0-4 16,-1 0 1-16,0 2-3 0,-1-2-8 0,1 2-9 0,0 0-13 0,-2 0-9 16,1 0-13-16,0 1-15 0,2-2-12 0,0 1-18 0,2 0-16 0,0-1-17 15,1-1-15-15,0-1-10 0,1-3 8 0,0 0 16 0,2-2 18 16,-1-4-95-16</inkml:trace>
  <inkml:trace contextRef="#ctx0" brushRef="#br0" timeOffset="80391.33">18960 9199 2087 0,'-5'1'219'0,"1"4"-93"16,-3 3-75-16,2 5-37 0,2 4-17 0,-1 5-6 0,1 6-2 0,2 4-6 15,2 5-5-15,0 2-4 0,1 0-8 0,-1 3 8 0,-2 1 4 0,-2 1 10 16,-1 4 10-16,-3 2 2 0,-2 6 3 0,-2 3 6 0,-3 5 0 16,-1 4 5-16,-2 2-8 0,-3 7 8 0,0 5-1 0,-2 3 1 0,-2 9 7 15,2 5-7-15,-4 7-1 0,0 5-1 0,-1 3-1 0,-3 6-2 16,2 4 4-16,-2 2-6 0,0 1-5 0,0-5-2 0,4-2 0 0,0-5 6 16,5-3 18-16,2-4 1 0,4-4 13 0,3-6-3 0,3-5-4 15,3-3 4-15,1-1-9 0,1-1 0 0,1 2-9 0,1 2 9 0,1 5-6 16,1 3 0-16,0 3 1 0,0 2-14 0,1-1-2 0,0-6-3 0,1-4 3 15,0-9 1-15,0-4 10 0,0-4 5 0,0-5 5 0,0-3 3 16,0-3-5-16,1-4-23 0,-1-3 10 0,1-3-6 0,1-3 2 0,0-5 13 16,0-4-3-16,1-5 2 0,0-2 0 0,0-3-3 0,0-2-9 15,0-4 0-15,0-3 2 0,-1-4-4 0,0-2 2 0,0-3-10 0,-2-2-1 16,1-3-1-16,0 0-6 0,0-3-11 0,-1-2-22 0,0-2-17 0,-1-2-24 16,-1-3-37-16,0-1-34 0,-2-3-48 0,-2-3-50 0,-2-2-37 0,-3-3-37 15,-3-5-23-15,-2-5-3 0,-1-5 11 0,-2-6-76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50:06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14033 9211 28 0,'5'-12'22'0,"1"-1"-13"0,1-4-4 16,0 3-2-16,1 3 0 0,0 1 1 0,-1 2 1 0,1 0 0 0,-1 1-2 15,1 1 2-15,0 0-2 0,-1 1-2 0,1-1 1 0,1 2-2 0,-1 0 0 16,0 1 1-16,0 2-1 0,1 0-1 0,0 0 1 0,0 2 0 16,1-1 0-16,0 1 0 0,-1 2-1 0,1 0-1 0,-1 1 0 0,0 2 1 15,2 0 0-15,-1 2-1 0,1 0 1 0,-1 1-2 0,1 0 1 16,-2 2-2-16,1 2 1 0,0 1-1 0,0 0-3 0,0 0 1 0,0-1 2 16,-1 2 1-16,0 0 1 0,0-1 1 0,-1 2-1 0,0-1 2 0,-1 0-2 15,-1-2 2-15,-1 2-1 0,-2 1 1 0,0 0-1 0,0-1-1 16,-1 3 0-16,0 0-2 0,-1 0-3 0,0 0-2 0,-1 0-3 0</inkml:trace>
  <inkml:trace contextRef="#ctx0" brushRef="#br0" timeOffset="796.56">13885 9296 125 0,'12'-14'35'0,"4"-1"-17"0,4-2-5 16,-1 0 2-16,1 4 1 0,0 1-2 0,0 2-2 0,2 1-4 0,1 0-5 15,1 1 0-15,0 1-1 0,-1 2-1 0,0 0 0 0,0 1 0 16,0-1 0-16,1 2-1 0,0-1 2 0,1 1-1 0,2 0 1 0,-1 2 0 15,1-1-2-15,-2 1 1 0,1 2-1 0,0 0-1 0,-1 1 1 0,1 2-1 16,-2 1 2-16,1 0-1 0,-2 2-2 0,0 2 2 0,-1 1-1 16,-1 1 2-16,-1 1-1 0,-1 1 1 0,-1 3 0 0,2 2-1 0,-2 1 0 15,-1 1-1-15,-3 2 0 0,-3-1 1 0,-1 3 0 0,0 1 1 0,-2 1-2 16,-1 2-1-16,-1-1-2 0,-2 1 1 0,0 0 2 0,-1 2 2 16,-1-2 3-16,-2 2 1 0,0-2 3 0,-2 0 1 0,-1-1 1 0,0 0 1 15,-2 1-2-15,0 1-1 0,-1 1 0 0,-1 0-2 0,-2 2-1 0,0-2 0 16,-2 0-2-16,-2 1 0 0,-1 1-2 0,-3 0 1 0,-1 0-2 15,-1-1-2-15,0-1 1 0,-1 0-1 0,-1-2 1 0,0-2 0 0,-2 1-2 16,-2-2-3-16,-1 0-2 0,-1-2-1 0,0-1 0 0,-2-1 1 16,0-3 1-16,-2 1 2 0,-1-2 1 0,-2-2 3 0,1-1 1 0,0-2 2 15,-2-2 0-15,2-2 0 0,-1-2 1 0,-2-2 0 0,2-2 2 0,0-2 1 16,2-1 1-16,2-1 1 0,1-2-2 0,0-1 2 0,2-1 0 16,2-2 0-16,-1-3 0 0,3 0-2 0,-2-2 0 0,1-3-1 0,1-2 0 15,0-1-2-15,1-4-1 0,2-4-1 0,1-2-1 0,2-4 0 16,3-4 0-16,2-1 6 0,3-3-3 0,2 0 2 0,1 0-2 0,2-3-8 15,2 4 0-15,1 1-2 0,2 1 3 0,2 1 1 0,0 0-2 0,2 0 1 16,0 2-2-16,1 2 1 0,2 3 2 0,1 0-1 0,1 2-1 16,1 0-1-16,1 1 1 0,1 1 5 0,0 0 1 0,1 3 4 0,0 1 1 15,1 0-4-15,0 2 4 0,-1 1-4 0,0 2 1 0,0 3-1 0,1 1-2 16,-1 1 2-16,0 2 0 0,-1 2 0 0,0 3 1 0,-1 2-2 16,0 0 1-16,-1 1-1 0,0 0 1 0,0 1 0 0,-1 1-1 0,0 1 0 15,-1 0-1-15,-1 1 1 0,0 1 0 0,-1-2-1 0,-1 2 2 0,-1 0-2 16,0 1 0-16,0 0 2 0,0 2-2 0,-1-1 1 0,-1 2 1 15,0-1-2-15,-1 0 0 0,0 1 0 0,1 0-2 0,-1-1 1 0,-1 2-2 16,0 0-5-16,0 2-11 0,-2 0-18 0,2 1-6 0,-2 1-16 0,1 2-134 16</inkml:trace>
  <inkml:trace contextRef="#ctx0" brushRef="#br0" timeOffset="1598.08">16008 11223 171 0,'-1'-11'38'15,"1"0"-2"-15,0-4-13 0,1 3-11 0,2 2-3 0,1 1-1 0,1 0 1 0,0 2 0 16,0 0-3-16,1-1-2 0,0 2-3 0,1-1 0 0,0 2 1 16,1-1-1-16,-1 1 1 0,2-1-1 0,0 0-2 0,0 1 2 0,1 0 0 15,0 0-1-15,1 0 0 0,0-1 1 0,2 0 1 0,0 0 2 0,1-1 2 16,-1 2 3-16,1-1 2 0,0 0 0 0,2 2 1 0,-1-1-1 15,1 0 0-15,0 1 1 0,2 0 1 0,-1 1 1 0,2 0 4 0,2 1-1 16,-2 0-1-16,3-1 0 0,1 1-2 0,-1 0-1 0,2 1-5 16,-1 1 1-16,0 2-4 0,0 0-1 0,1 2 1 0,0 1-3 0,0 1 0 15,-3 2-2-15,0 1-1 0,-1 2-1 0,-3 2-3 0,0 0 0 0,0 2-1 16,-1-2 1-16,-1 1 1 0,2 1 4 0,-2 0-2 0,0 1 3 16,-3-1 0-16,0 0 0 0,-2 1-1 0,-1 0 0 0,-2 0 0 0,-1 2-3 15,-1 0 6-15,-2 0-5 0,-1 1 2 0,-1 0 0 0,-1-1-2 16,-2 1-6-16,-2 0-1 0,0 0-2 0,-3 2 2 0,-3 1 6 0,0-1 1 15,-3 0 2-15,-2 0 0 0,0-2 3 0,-3-1 1 0,-1-1 1 0,-1-2 0 16,-2-2 0-16,-2-1 0 0,0 1-2 0,-4-2 2 0,-2 0 2 0,-2-2-2 16,-1 0 0-16,-3-1-3 0,-1-1 1 0,-2-1 2 0,-3-1-1 15,-1-2 2-15,0-1-4 0,-3-3 0 0,1-3 2 0,-1-2-2 0,1-2-1 16,-1-2-12-16,1-1-12 0,0-3-1 0,-1-1-6 0,1-3-5 16,1-2-10-16,3-5-11 0,1-4-19 0,0-3 3 0,4-7-120 0</inkml:trace>
  <inkml:trace contextRef="#ctx0" brushRef="#br0" timeOffset="5030.81">18199 9883 20 0,'0'-1'10'0,"-1"-1"-1"0,0 1-1 0,1 0-2 0,-1 0-1 15,1 1-2-15,-1-1-1 0,1 1-1 0,0 0-1 0,-1 0 1 0,0 1-1 16,0-2 0-16,0 2 1 0,1-1-1 0,-1 0 0 0,1 1 1 15,1-1-1-15,-1-1 1 0,1 2 1 0,0-2 1 0,1 0 1 0,0 0 1 16,0 0 5-16,0 0 4 0,1 0 2 0,-1 0 4 0,1 1-3 16,0 0-2-16,0 1 0 0,1 0-2 0,0 1 2 0,0 0 0 0,0 0 0 15,0 2 1-15,0-1-1 0,1 1-2 0,0 0 0 0,1 0-3 16,1 0 0-16,-1 0-2 0,3 0-2 0,0 0-2 0,2 1 0 0,-1-2-1 16,1 0 2-16,0 1-1 0,2-1-2 0,0 0 2 0,1 0-2 0,-1-1 1 15,-1 0-1-15,0 0 1 0,2-1 0 0,0 0 2 0,0-1 0 16,1 1 1-16,2-1 1 0,2 1 3 0,0-1 2 0,1 1 4 0,1-1 3 15,-2 1 1-15,1-1 2 0,2 1-1 0,-1-1-1 0,2 1 1 0,1-1 0 16,0 1-2-16,1 0-2 0,-1 0-1 0,0 1-2 0,1 0-3 16,-2 0-2-16,2 0-1 0,-1 0 0 0,1 1 2 0,0 0-1 0,-1 0-2 15,2 0 2-15,-1 0-1 0,0 0-3 0,1-1 1 0,-1 1-2 16,3-1 1-16,1 0 1 0,0 0-2 0,0-1 3 0,0 0-1 0,-1 1 0 16,1 0-2-16,0-1 1 0,0 0-1 0,0 0 1 0,1 0 4 0,-1 1 1 15,0-1 4-15,0 0 3 0,1 0 3 0,-1-2 3 0,0 1 4 0,1-1 1 16,-2 0 1-16,2 0-1 0,-2 0-3 0,2-1-2 0,2 0-4 15,0 0-1-15,1-1-3 0,-2 0 0 0,1-1-3 0,-1 0 0 0,1 0-3 16,0 0 1-16,2-2 6 0,-1 1-4 0,0-1 0 0,1 0-3 16,-1-1-3-16,0 1 0 0,1-2-1 0,-2 0 2 0,0 1 0 0,-1-2 2 15,-2 0 1-15,0-1 0 0,2 0 2 0,-3-1 2 0,2 1 2 16,-3-1 2-16,-1-1 3 0,-2 0 1 0,2-1 6 0,-2 2-1 0,-1-2 1 16,0-1-3-16,-2 2-3 0,-1-1-3 0,1 2-1 0,-3-1-1 0,1 1-1 15,-1 0-1-15,-2 0 1 0,-1 1 3 0,-1 0-3 0,-1 0 4 16,-1 1 2-16,-1-1 4 0,-2 2-3 0,0-1 2 0,-1 1-3 0,-1 0-6 15,-1-1 4-15,-1 0-4 0,-1 0-1 0,-3 0-1 0,0 0 0 0,-3 1-3 16,-1-1 2-16,-2-2-2 0,-2 0-8 0,-1-2 1 0,-3 1-8 16,-1-1 0-16,-1 0 2 0,-3-1 5 0,-3 0 3 0,-1 0 3 0,-2-2-3 15,-3 0-4-15,-1 0 0 0,-3 1-4 0,-1-2 5 0,-3 0-3 16,1-2 1-16,-3 2-1 0,2-1 0 0,-1 0 5 0,0 2-4 0,0-1-1 16,1 1 7-16,2-1-3 0,0 2-1 0,2-2 5 0,-1 0-4 0,0 0-4 15,1 2 0-15,1 0-3 0,-1 2 1 0,1 1 3 0,-2 1-1 16,0 0 0-16,1 0 0 0,-3 2-3 0,1 0 2 0,0 1 1 0,-1 0-4 15,1 2-2-15,-3-2 1 0,-1 1-4 0,-2 1 3 0,0 0-4 0,0 1 0 16,-3 1-5-16,0 0 1 0,-1 1 4 0,0 1 2 0,1 0 7 16,0-1 1-16,2 1 1 0,0-1-2 0,0 0 3 0,2 0 0 0,2-2-1 15,2 1 2-15,1 0-5 0,0 0 5 0,1 1-3 0,2 0-3 0,2 1 3 16,2 1-1-16,0 0 2 0,1 1 2 0,-1 1-4 0,1 0-1 16,1 1 0-16,-1 1-1 0,0 0 0 0,0 2 2 0,-1 2-2 0,0 0-1 15,-2 1-2-15,-1 3 2 0,-1 1-2 0,-2 2 2 0,-1 0 0 16,-1 0 2-16,3 0-2 0,0 0-4 0,1 0-3 0,1-1-5 0,1 1-1 15,-1 1 3-15,3 1-1 0,-1 0 0 0,0 1 6 0,1-1 1 0,0-1 1 16,2-2 5-16,1 0-1 0,1 0 2 0,4-1 1 0,0 0 0 16,1-2-3-16,2 1 1 0,0 0 3 0,1-1 0 0,1 1-2 0,-1-1-2 15,0-1 1-15,1 1-1 0,1 1 1 0,-1-1 4 0,0 1-3 0,1-1 2 16,0 0 1-16,0 0-5 0,2 0 4 0,-1 0-2 0,0 0 0 16,1 0 1-16,1-1-4 0,0-1 1 0,2 1 1 0,0-1-1 0,1 1 1 15,0 1-1-15,2 0 3 0,-1-1 3 0,1 1 1 0,0-1-4 0,0 1 0 16,0 0 0-16,0 0 0 0,-1-1 1 0,1 0-1 0,0 1 2 15,-2 1-2-15,1-1 2 0,0 1 2 0,-1-1-6 0,0 1 2 0,0-2 0 16,0 1 0-16,-1-2 0 0,0 0 3 0,1 0-2 0,0-1-2 16,0 1 3-16,0 0 1 0,0-1-2 0,1-1 3 0,0 0-4 0,1 0 0 15,-1 0 1-15,1-1-1 0,0 0 3 0,0-2-3 0,1 2 2 0,0-1 0 16,1 0-5-16,-1 0 2 0,0-1 0 0,1 2 1 0,0-1 1 16,0 1 1-16,0-1-3 0,1-1 0 0,-1 0 1 0,1 0-1 0,1 0 2 15,-1 0-1-15,1 1 0 0,-1-1-1 0,1-1-2 0,1 2 3 0,-1-1 1 16,1 1 1-16,0 0-2 0,0 0 0 0,1 0-3 0,0 0 2 15,0 1 2-15,0-1-2 0,0 0 3 0,1 0-4 0,0 1 2 0,1 0 0 16,0 0-4-16,0-1 5 0,0 2-2 0,1-1 3 0,0 1 0 16,0-1-4-16,2 0 1 0,0 0-1 0,0-1 2 0,1 1 1 0,1-1-2 15,-1 0 2-15,1 0 0 0,-1 0-3 0,1-2 4 0,0 1-3 0,0 0 0 16,0-1 2-16,1 0-4 0,-1-1 3 0,1 1 2 0,-1-1-1 16,0 0 3-16,-1 1-2 0,0-1 2 0,0-1-3 0,0 1-1 0,-1-1 0 15,1 0 2-15,-2 0-4 0,1-1 4 0,0 0-4 0,-1 0 2 16,1-1 2-16,-1 0-4 0,0 0 4 0,-1-1-5 0,1 1-1 0,-1-1-3 15,0 1-11-15,-1 0-16 0,-2 1-85 0,-1 0-124 0,-2 2-106 0,-1 0-18 16,-3 2-91-16</inkml:trace>
  <inkml:trace contextRef="#ctx0" brushRef="#br0" timeOffset="20864.54">20060 9737 11 0,'9'-3'3'0,"0"1"-3"0,2-1 0 0,-1 0 0 16,0 1 1-16,0-1-1 0,-1 1 0 0,0 0 2 0,0 0-1 0,0 0 2 15,-1 0 1-15,0 0 2 0,1 0 2 0,-1 1-2 0,0 0 1 0,1 0 1 16,-2 0 2-16,1 0 4 0,1 1 1 0,-1-1 1 0,2 1 0 0,-3 1 3 16,0-1 0-16,-1 0 1 0,1 0-3 0,-1 0-4 0,1-1-2 15,0 0-2-15,-1 0 1 0,1-1 0 0,0 0 1 0,0 1 4 0,0-1 5 16,-1 0 3-16,-2-1 4 0,1-1 4 0,1 0 0 0,0 1 3 15,-1-2 0-15,1 0 3 0,0-1 0 0,-1 1 3 0,1-1 3 0,0 0 0 16,-1 0 2-16,0-2-2 0,-3 1-1 0,1 1-4 0,-1-1 0 0,1-1 2 16,-1 1-1-16,-1-1 3 0,0 1-3 0,0 0-5 0,0 0-6 15,0 1-6-15,0 0-9 0,0-1-5 0,-1 0-3 0,0 0-3 0,1 0-2 16,-1-1 0-16,0 1-1 0,-1-1-2 0,0 1 4 0,0 0 1 0,0 0 0 16,-1 0 10-16,0 1-3 0,0-1-1 0,-1 1 4 0,-1-2-6 15,1 0 6-15,-2 0 1 0,1 0 2 0,-2-1 4 0,1 1 2 0,0-1 4 16,-2 1 1-16,1-1 2 0,-2 1 1 0,1 0 0 0,-1-1 1 15,2 0-1-15,-3 0-6 0,1 0-2 0,0 1-5 0,0 0-3 0,1 1 0 16,-1 1-4-16,1 0 1 0,0 2-1 0,-2-1-3 0,1 1-1 0,-1 0 2 16,0 1-4-16,-1 1 1 0,1 0 3 0,-1 0-7 0,0 1 0 15,-1-1-4-15,1 2-6 0,0 0-2 0,-1 2-5 0,-1 0 3 0,-1 1-2 16,-1 0 1-16,-1 2 3 0,2-1-3 0,-3 1-2 0,-1 0 4 0,1 1-10 16,-1 0-2-16,0 0-7 0,1 2-19 0,0 0-37 0,2 0-48 15,-2 0-43-15,-1 0-25 0,3 0 9 0,-2 1 20 0,1-2 46 0,1 1-43 16</inkml:trace>
  <inkml:trace contextRef="#ctx0" brushRef="#br0" timeOffset="29299.91">22079 5140 491 0,'-3'4'226'0,"-1"0"-12"0,-1 2 21 0,1-2 22 16,1-1-9-16,-1 1-31 0,2 0-29 0,-1 1-27 0,0 0-20 0,1 1-8 16,0 0-8-16,-1 0-6 0,0 1-13 0,0 0-22 0,-1 1-14 15,2 0-20-15,-2 0-7 0,1 1-2 0,0 0-10 0,1 0-1 0,0 1-7 16,0-1-1-16,1 1-6 0,1 2-4 0,0 1-1 0,0 1-2 0,1 0 0 15,2 2-4-15,0 1 3 0,1 0 1 0,1-2-4 0,1 1 8 16,1 1-4-16,-1-1-4 0,3 0 4 0,-1 0-2 0,2 0-3 0,2 0 5 16,0-2-1-16,1 3-5 0,2-1 1 0,0 1-2 0,1-2-1 15,-1-1-2-15,2-2-1 0,1-1-4 0,1-2 1 0,1-2-2 0,2-1-1 16,0 0 1-16,1-1-2 0,-1-2 0 0,-3 0 2 0,2-2-4 0,-2-1-4 16,0 0-1-16,0-2 4 0,0-2 3 0,0-1 1 0,-1-3 14 15,0-2-4-15,0 0 1 0,-3-2 4 0,2-1-5 0,-2-2 9 0,1 0 3 16,-1-2-1-16,0 0 0 0,0-1 1 0,0 1-1 0,-2-1 3 0,0 0 4 15,-1 0-1-15,-2-1 1 0,-1 1-2 0,-1-1 1 0,-2 0 3 16,0 0-4-16,-2-1 8 0,-1 2-5 0,-3 0-6 0,0 0 4 0,-4 3-8 16,-1-1 0-16,-1 0 2 0,-3 0-5 0,-1 2 0 0,-2-3-1 15,-1 2-1-15,-1-1 3 0,-1 3-7 0,-3-1 2 0,1 1-6 0,0 1-2 16,-2 0 4-16,-2 2-7 0,1 0 10 0,-2 1-1 0,0 2 10 0,1 1 5 16,-1 1-2-16,0 1 0 0,1 2-11 0,-2 1-2 0,2 2-4 15,0 2-11-15,-1 1 1 0,-1 2-3 0,2 1 6 0,-1 3 3 0,2 0 0 16,1 1 6-16,1 3-2 0,1 0-1 0,2 0-1 0,-1 1-11 0,2 0 1 15,1 1-10-15,2 1-14 0,0-2-23 0,3 0-29 0,1 0-19 16,1-1-34-16,3 0-36 0,2-1-63 0,1-1-79 0,3 0-98 0,1 0-113 16,2-1-14-16,2 0 100 0,1-1 23 0</inkml:trace>
  <inkml:trace contextRef="#ctx0" brushRef="#br0" timeOffset="29732.94">23088 5178 433 0,'-9'-2'152'0,"-2"0"-38"0,-3 1 24 16,2-1 18-16,0 2-2 0,1 0-20 0,1 0-28 0,-1 0-22 0,1 1-11 15,0 1-3-15,0 0 3 0,0 2-3 0,2 0-3 0,-1 0-12 16,1 1-5-16,1 1-8 0,-1 0-8 0,2 2-3 0,0-1-10 0,0 2-2 16,2 1-6-16,1 0-2 0,0 1-5 0,2 1 0 0,1 0-2 15,1 2 0-15,4-1-1 0,0 0 0 0,2 0 4 0,2-2-7 0,2 3 3 16,2-1-3-16,1 1-6 0,1-3 2 0,2-1-5 0,1 0-3 0,0-1-1 16,1 1-4-16,1 0-2 0,0-1-11 0,-2 0-25 0,1 0 2 15,-1 0 6-15,-2-1 18 0,-1 1 31 0,-1-1 0 0,-2-1 5 0,-1 0 6 16,-4 0 10-16,-1 1 8 0,-1 0 8 0,-3 0 6 0,-1-1 1 0,-2 0 4 15,-3-1-8-15,0 1-3 0,-1-2-4 0,-1-1-5 0,-2 1-6 16,-2 0 0-16,-1 0-5 0,-1-1 1 0,-2-1-5 0,-1 0-5 0,-1-1-2 16,-1 0 1-16,0 0-1 0,1 0-1 0,0-1-2 0,0 0-2 0,1 1 3 15,2 0-1-15,-1 1-1 0,1 0-4 0,0 0-1 0,2 1-8 16,-1 1-5-16,0-2-3 0,0 2-9 0,1 1-7 0,1-1-9 0,0-1-16 16,1 1-22-16,1-2-38 0,1-1-52 0,1 0-42 0,2-1-64 0,0-1-48 15,2-1 20-15,0-2 40 0,2 0 44 0,1-2 1 0</inkml:trace>
  <inkml:trace contextRef="#ctx0" brushRef="#br0" timeOffset="30365.94">23216 5268 290 0,'0'-3'140'0,"1"-1"-40"0,1-2 28 0,-1 1 24 0,0-1 9 16,-1-1-9-16,1 0-26 0,0-1-27 0,0 0-15 0,0-1-6 16,-1 0-2-16,0-2 2 0,1 1 6 0,0 0 1 0,-1 1 4 0,0-1 6 15,0 0-2-15,-1-1 2 0,0 1-2 0,0-1-1 0,-1 1-4 16,1 0-11-16,-2 1 4 0,0 0-8 0,-1 0-6 0,0 1 1 0,1-1-13 16,-2 2-2-16,2-1-7 0,-2 0-7 0,1 1-2 0,0 1-6 0,-1 0-1 15,-1-1-6-15,1 1 1 0,0 0-4 0,-1 1-3 0,1-1 3 16,0 1-1-16,1-1-1 0,-1 0 3 0,1 1-4 0,1-1-2 0,0 1-2 15,1 1 1-15,0 1-6 0,0 2 2 0,1 0 2 0,0 1-8 0,-1 0 6 16,1 2-4-16,0 0-3 0,0 2 3 0,0 1-5 0,1 2 4 16,-1 2-3-16,0 3-1 0,2 1 0 0,-1 4-6 0,1 3 4 0,1 0-9 15,0 2 0-15,1 2 2 0,1-1-2 0,0 2 9 0,1 0 1 16,0-1-6-16,1 1 3 0,1-3-1 0,1 1 1 0,1 0 0 0,0-3-2 16,1 1 1-16,1 0-3 0,-2-2 6 0,1 1-4 0,0 0-1 0,0-4 5 15,0 1-5-15,0-2 3 0,-1-1 5 0,0-2-3 0,0 0-3 16,0 0 3-16,-2-2-4 0,0-2 6 0,-1-1 3 0,0-3-1 0,-1-1 5 15,-1-1-3-15,2-2 3 0,-1-1 5 0,-1 0 8 0,0-2 4 0,-1-1 11 16,1-1 0-16,0-1 4 0,0 0 6 0,-1-1-8 0,0-1 5 16,0 0-4-16,0 0-5 0,-1-1-1 0,1 0-1 0,-1-1-9 0,0 0 5 15,1 0-8-15,-1 1-1 0,1 1 0 0,0 0-9 0,1 2 7 16,0-1-6-16,-1 0-4 0,1 2 4 0,-1 0-4 0,0 2 0 0,1 1 2 16,-1 1-6-16,1 0-2 0,-1 1 6 0,0 1 0 0,1 1-4 0,0 2 6 15,0 1-8-15,0 1-2 0,2 1 0 0,0 0 4 0,1 1-4 16,-1-2 2-16,1 2-2 0,1 1 0 0,-1-1 0 0,1 2 0 0,-1 0 0 15,0 0 0-15,2-1 0 0,-1 1 0 0,1-1 0 0,0 1 0 16,-2 0-2-16,0 1 0 0,-1 0 0 0,0 1-2 0,-1-1 2 0,1 0 0 16,-1-2 0-16,-1 1 0 0,1-2 0 0,-1 2-2 0,0-1-4 0,-1 0 4 15,0-1 0-15,0-1-2 0,-1 0 2 0,1-1-8 0,-1-1-10 16,0-1-4-16,0-1-15 0,-1 0-8 0,-1-1-11 0,2 0-23 0,0-2-18 16,0-1-15-16,0-2-22 0,0 0-19 0,0-1-34 0,1-2-54 0,0 0-62 15,1-3-71-15,0-1-79 0,1-1-47 0,2 0 55 0,0-1 114 16,2 0 9-16</inkml:trace>
  <inkml:trace contextRef="#ctx0" brushRef="#br0" timeOffset="30616.46">23933 5382 892 0,'-1'0'424'0,"0"1"-109"0,-1 1-16 15,1-1-11-15,1-1-21 0,0 1-48 0,1 0-49 0,0 0-31 16,1 0-21-16,0-1-19 0,0 0-12 0,1 0-11 0,2 0-10 0,-1 0-7 15,2-2-8-15,-1 0-8 0,2 1-11 0,-1-2-4 0,1 0-9 16,1 0-6-16,0 0-3 0,0 0-4 0,1-1-5 0,1 1 3 0,-1-1 2 16,0 1-2-16,-1-1-2 0,1 1-4 0,-1 0-4 0,1 0-2 0,0 2 3 15,-1-1-7-15,1 0 1 0,0 1-6 0,0 1-4 0,-2-1-7 16,2 1-10-16,0 0-9 0,-1 1-14 0,0 0-10 0,0 1-14 0,1 0-21 16,-2-1-24-16,0 2-33 0,0 1-56 0,-1 0-65 0,-1 0-76 0,-1 1-114 15,-1 0-68-15,-2 0 93 0,0 1-45 0</inkml:trace>
  <inkml:trace contextRef="#ctx0" brushRef="#br0" timeOffset="30848.46">24060 5563 1367 0,'-2'6'340'0,"-1"0"-57"16,0 2 0-16,1-3-7 0,1-1-32 0,1 0-61 0,1 0-45 0,1-2-24 16,1 1-12-16,0-1 0 0,3-1-6 0,1 0-5 0,0-2-11 0,1 1-12 15,1-2-12-15,1 0 2 0,1 0-7 0,-1-1-8 0,2 0 3 16,0 0-16-16,0 0 4 0,0 0-24 0,0 1-10 0,0-2 0 0,0 1 0 15,-1 0 0-15,-1 0 0 0,0 0 0 0,-1 0 0 0,0-1 0 16,0 2 0-16,-1-1 0 0,-1 1 0 0,0-1 0 0,0 1 0 0,-1 0 0 16,0 1 0-16,0 0 0 0,0 1 0 0,-1-1 0 0,0 1 0 0,-1 0 0 15,0 0 0-15,-1 1 0 0,0 0 0 0,-1 0 0 0,1 0 0 16,-2-1 0-16,0 1 0 0,0 1 0 0,-1-2-66 0,0 2-35 0,-1-1-35 16,0 0-42-16,0 0-72 0,-1-1-147 0,-1 1-275 0,0-1-237 0,0 0-56 15</inkml:trace>
  <inkml:trace contextRef="#ctx0" brushRef="#br0" timeOffset="36032.26">24585 5165 75 0,'-1'-1'77'0,"0"1"-5"0,0 1 4 0,0-1 6 0,0 0 16 16,0 0 11-16,1 0 16 0,0 0 10 0,-1 0 4 0,1-1 3 15,-1 1-6-15,1 0-10 0,0-1-11 0,0 1-15 0,-1 0-12 0,0-1-11 16,1 1-7-16,0-2-3 0,-1 2-4 0,1-1-2 0,0 1-5 0,0-1 0 15,0 0-5-15,0 1-3 0,-1-1 2 0,0 1-5 0,1 0-3 16,0 0-2-16,-1 0-1 0,1 0-2 0,-1 0 1 0,1 0-2 0,0 0 1 16,-1 1 4-16,1-1 1 0,-1 1 2 0,1-1-1 0,-1 1 3 15,0-1-6-15,1 2-1 0,0 0 1 0,-1 0-2 0,1 0 6 0,-1 1-1 16,0 2-3-16,1-1 1 0,-1 2-6 0,1 1 4 0,-1 0-6 0,1 2-6 16,0 0-2-16,0 0-8 0,1 2-1 0,-1 0-2 0,1 0 1 15,0 1-4-15,0 0 0 0,0 1 0 0,0 0-2 0,1-1 0 0,0 0 0 16,0-2-2-16,1 2-1 0,1-1-1 0,1-1 3 0,1-1-5 0,1-2 3 15,1-1-1-15,1 0 1 0,1-2 1 0,0 0-1 0,2-1-1 16,-1-1-1-16,0 0-4 0,1-1 4 0,0 1-8 0,0 0 2 0,0-1 0 16,0 0-1-16,-2-1 3 0,2 0-2 0,0 1-4 0,0-2 1 0,0 0-1 15,0 0 1-15,0-1 3 0,-1 0-2 0,0-2 4 0,-1-1 2 16,-2-1 0-16,0 0 3 0,1-1-3 0,0-3 0 0,0 0 2 0,1-2-4 16,0 0-2-16,-1 0 6 0,1-1-3 0,-1 1 1 0,0-1 4 0,0 1-4 15,0 0 1-15,0 0-3 0,-2 1 2 0,1 0 4 0,-1 0 3 16,-2 0 0-16,0 0-5 0,0-1 1 0,-2 1-6 0,-1 0 4 0,-1 0 5 15,-1 2-3-15,-1-2 5 0,0 1-3 0,-2 0 2 0,0 1 1 16,-2 0 1-16,-1 1 0 0,-1-1 2 0,-1 0 2 0,0 0 1 0,-2 2 10 16,1 0 2-16,-1 0-1 0,0 1 2 0,0 0-18 0,0-1 3 0,-1 1-1 15,0 0-3-15,0 1-2 0,0 1-3 0,0 1 1 0,1 1-4 16,-1 0 4-16,-1 1-6 0,0 1 2 0,0 0 2 0,1 0-6 0,0 2 2 16,1 0-2-16,0 1 0 0,1 0 2 0,0 1-6 0,0 0-2 0,3 1-1 15,0 0-9-15,-1 0-1 0,2-1-6 0,0 0-7 0,0 0-12 16,2 0-24-16,0 0-16 0,1-1-19 0,0 0-13 0,0 0-13 0,2 1-35 15,1-1-44-15,0 1-70 0,1-1-65 0,1 1-84 0,1 0-92 0,1 0 50 16,1 0-94-16</inkml:trace>
  <inkml:trace contextRef="#ctx0" brushRef="#br0" timeOffset="37099.33">25254 5336 960 0,'-3'3'473'0,"-2"0"-310"0,0 0 0 0,0 1 15 0,1-1 7 0,0 1-22 15,1-1-38-15,2-1-38 0,0 0-16 0,1 0-9 0,1-1 1 0,0-1 0 16,1 1-8-16,0-2-7 0,1 1-6 0,0 0-8 0,0-1-9 16,1 0-3-16,0 0-6 0,1 0-6 0,-1 0 0 0,1 0-4 0,-1 0-1 15,0-1-2-15,-1 2-3 0,1-1-2 0,-1 0-11 0,0-1-11 0,0 1-14 16,0 0-28-16,0 0-39 0,0 0-78 0,-1-1-103 0,1 0-112 16,0 0-149-16,0 1 9 0,-1-1-105 0</inkml:trace>
  <inkml:trace contextRef="#ctx0" brushRef="#br0" timeOffset="37648.92">25558 4905 808 0,'-1'1'331'16,"-1"0"-101"-16,-1 1 2 0,0 0-3 0,1 0-14 0,-1 0-35 0,0 1-37 16,1 1-28-16,0 0-14 0,-1 1-7 0,1-1-11 0,-1 1-8 15,0 0-15-15,0 1-19 0,2 0-11 0,-2 0-11 0,0 1-4 0,0-1-1 16,1 1-5-16,-1 0-1 0,1 1-8 0,0-1 2 0,1 1-2 16,1-1 3-16,-1 0-8 0,0-1 3 0,1-2 4 0,0 1-5 0,1-1-6 15,0 0 2-15,0-2-5 0,1 0 5 0,-1-1 11 0,1 1-1 0,1 0 2 16,0-1 1-16,0 0-1 0,1-1-2 0,-2 0 4 0,2 0 0 15,0 0 0-15,0 0 1 0,1 0-4 0,-1-1-1 0,0 1 1 0,0 0-4 16,1 1 1-16,0-1 1 0,0 0 0 0,1 2 0 0,1-1-1 0,-1 1-1 16,2 0 4-16,1 0-1 0,0 0 1 0,0 0-1 0,0 0 1 15,1 0-1-15,0 0-1 0,1 1 0 0,-1 0 1 0,0 0-1 0,0 1 0 16,0-1 5-16,-1-1-4 0,1 2-1 0,-1-1 0 0,0 0-4 0,-1 2 7 16,0 0 0-16,-2 1 4 0,0 1-4 0,0 0-5 0,0 0 0 15,0 0 6-15,-1 0-5 0,0 1 1 0,-2 1 2 0,1-1-4 0,-2 1 3 16,1 0 2-16,-2 0 2 0,0-1 0 0,-1 0 6 0,0 0-1 15,-1 0-1-15,0-1 5 0,-1 0-4 0,-1 1 2 0,1-1 1 0,-2 0-1 16,1-1 0-16,-1 0 2 0,1 0 1 0,-1 1-5 0,0-1 3 16,0 0-6-16,0 0-2 0,0-1 4 0,0 0-6 0,0-1-5 0,0 0 2 15,0-1 2-15,-1 2-4 0,1-1 11 0,0-1-8 0,-1 0 5 0,1 0-1 16,0-1-3-16,0 1 1 0,0 0-3 0,0-1 0 0,-1 1-2 16,2-1 0-16,-1-1 2 0,1 0 1 0,-1-1-3 0,0 0 0 0,0 0-5 15,1-2-6-15,0 1 3 0,0-1-4 0,0-1-12 0,0 0-16 0,1-2-14 16,-1-1-24-16,2 0-31 0,-1-1-27 0,1 1-48 0,0-2-40 15,1 0-45-15,-1-1-52 0,2 0-82 0,-1-1-53 0,1 0 38 0,0 2 82 16,-1-2 29-16</inkml:trace>
  <inkml:trace contextRef="#ctx0" brushRef="#br0" timeOffset="37898.92">25570 4909 616 0,'-1'-7'204'15,"-1"0"26"-15,1-1 21 0,1 1-23 0,0 0-44 0,2 1-35 0,1 0-18 16,-1-1-4-16,2 2-3 0,1 0 0 0,-1 0-14 0,2 0-9 0,1 0-11 16,0 1-7-16,1-1-4 0,0 0-7 0,0 1-6 0,0 0-8 15,-1 1-13-15,1 0-7 0,1 0-6 0,-1 2-11 0,0-1 1 0,1 1-6 16,0 0-7-16,0 1-3 0,-2 0-5 0,2 0 1 0,0 1 2 16,0-1-3-16,0 1-2 0,-1 0-3 0,0 1-3 0,-1 1-2 0,2-2-3 15,-1 0-2-15,0 0-11 0,0 0-5 0,-1 0-11 0,0 1-20 0,0-1-11 16,-1 0-25-16,1 1-22 0,-2-2-36 0,0 1-51 0,-1 1-73 15,1 0-86-15,-1 0-96 0,0 1 11 0,0 0 76 0,-1 0-1 0</inkml:trace>
  <inkml:trace contextRef="#ctx0" brushRef="#br0" timeOffset="38349.96">26030 5115 1392 0,'-2'3'262'0,"0"0"-28"0,-1 0 11 0,0 0-4 15,1 0-36-15,0 1-46 0,1-1-36 0,0 1-20 0,0-1-14 16,2 0-9-16,0-2-6 0,0 1-10 0,0 0-12 0,-1 0-14 0,2 0-7 16,-1-1-13-16,1 0 0 0,0 0-3 0,0-1-8 0,0 0-1 0,0 0-6 15,0 0 0-15,1 0 0 0,-1-1-4 0,0 0-7 0,1 0-6 16,0 1-14-16,0-2-14 0,0 1-36 0,0-1-37 0,0 0-52 0,0 1-87 16,0-1-94-16,-1 0-139 0,1 0-133 0,0 1 81 0,-1-1-36 15</inkml:trace>
  <inkml:trace contextRef="#ctx0" brushRef="#br0" timeOffset="38833.01">26220 4976 514 0,'-2'0'233'0,"0"0"-24"0,0-1 20 16,1 1 6-16,0 0-24 0,-1 1-32 0,2 0-27 0,-1 0-17 0,1 2-16 16,-1 1-2-16,1 0-10 0,-1 1-9 0,1-1-8 0,-1 2-7 15,2 0-8-15,0 1-5 0,-1 1-10 0,2 1-14 0,0-2-14 0,0 0-13 16,1 1 2-16,1-1-4 0,0 2 4 0,1-1-4 0,0 0-3 0,1-1 0 15,1-2-3-15,-1 1-3 0,2-2 3 0,1 0-13 0,-1 0 4 16,1-2-2-16,1 0-2 0,0-1 4 0,-1-1-4 0,2 0 2 0,1-2 2 16,-1-1 1-16,1-1 3 0,-1 0 2 0,-2-1-4 0,1 0-1 15,-1 1 1-15,1-1-2 0,-1-2 3 0,0 0 4 0,-1 0-2 0,-1 0 3 16,0 0 10-16,0 0-4 0,0 0 4 0,-1 0-3 0,0-1-6 0,-2 0 0 16,0 0 2-16,-2 1-1 0,0-1 3 0,-1 0 3 0,-1 0 5 15,-1 1 1-15,-1-1-2 0,-1 0 0 0,-1-1 2 0,-1 1-4 0,-1-1-1 16,-1 0-5-16,-1 2-1 0,0-2-1 0,-1 1-1 0,0-1 0 15,0 1-2-15,0 1-1 0,-1 0 1 0,1 2-7 0,-1-1-6 0,1 3 3 16,-1-1-1-16,0 0 2 0,0 1 3 0,-1 0-3 0,1 1-1 0,2 1 1 16,-1 0-6-16,0 1 0 0,1 1-3 0,0 0-2 0,1 0-6 15,1 1-9-15,0 1-24 0,-1-1-21 0,3 2-31 0,-2-1-35 0,0 0-38 16,1 1-59-16,1 0-83 0,0-1-96 0,2 1-141 0,-1-1 1 0,2 0 40 16,0 0 150-16</inkml:trace>
  <inkml:trace contextRef="#ctx0" brushRef="#br0" timeOffset="39617.01">26538 4959 285 0,'-1'-1'137'0,"1"2"9"0,0 1 21 0,0 0 16 16,0 0-2-16,2-1-11 0,-1 1-12 0,0-1-10 0,0 1-11 0,0 1-11 16,-1-1-7-16,1 2-7 0,0 0-6 0,0 1-8 0,0 0-10 0,0 0-11 15,1 1-9-15,0 1-8 0,0 0-6 0,-1 3-5 0,1-2-22 16,0 1-9-16,1 2-2 0,0 1-1 0,1 2 15 0,0 1 3 0,0 1-7 15,1 1 1-15,0 2-5 0,2 1-7 0,0 3 3 0,1 2-8 16,1 1-5-16,-1 2-1 0,1 1-2 0,0 3 1 0,1-3-1 0,-1 0 1 16,0-2-3-16,0-2-2 0,-1-2 1 0,0 0-4 0,-2 0-1 0,-1-2 5 15,-1 0-1-15,-1-2 2 0,-3-1-2 0,-1 0 2 0,-2 1-3 16,-1-2 3-16,-1-3-5 0,-2-1-2 0,-1-1 4 0,1-1-7 0,-3-1 11 16,0-2 4-16,-2-1-1 0,0-1 3 0,-2-2-1 0,1 0-4 0,-1-1 1 15,-1-2 4-15,0-1-5 0,0-1 5 0,-2-2 3 0,1-1-3 16,1-1 1-16,1-1 2 0,0-1 1 0,0 0 7 0,0-3 5 0,2-1 9 15,1-1 3-15,1-3 0 0,1 0 2 0,0-4-7 0,3-1 0 16,0 1 0-16,3-3 1 0,2 0-4 0,1 1-6 0,3-1-5 0,1-1 3 16,2 2 1-16,3-2-6 0,0 2 1 0,3 0-1 0,0 0-14 0,0-1 2 15,3 3-2-15,-1-1-5 0,1 2-1 0,0 2 1 0,0-1-3 16,0 2 1-16,1-1 0 0,-1 3-6 0,0-1-5 0,-1 0-9 0,-1 1-7 16,-1 2-13-16,1 1-15 0,0-1-19 0,-2 2-21 0,0-1-22 0,0 2-37 15,-2 1-58-15,-1 1-65 0,1 0-97 0,-2 1-125 0,0-1 9 16,0 0-58-16</inkml:trace>
  <inkml:trace contextRef="#ctx0" brushRef="#br0" timeOffset="40283.01">26776 4945 1386 0,'-2'-1'234'0,"0"2"-44"15,-1 0 3-15,1 1 3 0,-1 1-18 0,0 0-31 0,1 0-44 16,0 1-26-16,0 0-5 0,0 1-6 0,1 1 3 0,0-1-8 0,0 2-11 16,1-1-9-16,-1 1-17 0,1 1-8 0,2 2-4 0,-1-1-5 0,1 0-7 15,2 1-3-15,-1-1 1 0,0 1-1 0,1 0 3 0,0 1 7 16,1-1 0-16,0-2-2 0,1 0 0 0,-1 0-5 0,2-2 0 0,-1-1 2 15,1-1 1-15,0-1-3 0,1-2 0 0,-1 1-1 0,2-2-3 16,-1-2 2-16,1 1 2 0,0-2-1 0,0-1 2 0,1-1 1 0,-1-1 3 16,-1 0 1-16,1 0-8 0,-2 0 0 0,-2 0 0 0,2-1 4 0,0 0 9 15,-1 0-3-15,0 0 1 0,-1 1 7 0,-1 0-7 0,-1 0 14 16,-1 1 0-16,-2-1-12 0,-1 1 10 0,-1-2-7 0,-2 1 1 0,0-1 3 16,-2 1-4-16,0-1 1 0,-2 1-1 0,0 1-7 0,0 0-1 0,-1 1-6 15,-1 1-6-15,-1 0 5 0,-1 2-7 0,1 0 3 0,0 1-4 16,0 0-6-16,-1 1-8 0,0 0-11 0,1 0-18 0,0 0-27 0,-1 1-34 15,1-2-45-15,0 0-62 0,1 0-67 0,0-2-79 0,2 0-127 16,0-1-20-16,1-2 92 0,2 0-51 0</inkml:trace>
  <inkml:trace contextRef="#ctx0" brushRef="#br0" timeOffset="40432.54">26756 4697 803 0,'3'-3'199'0,"1"0"-10"0,1-1 2 0,1 3-14 16,-1 0-15-16,0 0-26 0,0 2-20 0,1-1-10 0,0 0-17 0,-1 1-7 15,0 0-11-15,1 0-21 0,0 0-15 0,-1 0-18 0,0-1-11 16,0 1-8-16,-1-1-16 0,1 1-20 0,-1 1-30 0,1-1-60 0,0 0-100 16,-1 0-98-16,2 1-88 0,1 0 7 0,0 0 89 0,1 0-74 0</inkml:trace>
  <inkml:trace contextRef="#ctx0" brushRef="#br0" timeOffset="40749.06">27161 4791 576 0,'-3'3'185'0,"-1"3"-1"0,-2 1 9 0,2-1-8 0,1-1-22 0,0 1-33 16,0 0-26-16,1 0-15 0,0 1-6 0,0 0 0 0,2-1-6 0,1 1-10 15,0 1-11-15,2-1-15 0,0 1-13 0,1 0-5 0,0 0-8 16,1 2-3-16,2-2-3 0,0 1-3 0,0 0-2 0,1-1-4 0,0 1 3 15,0-1-4-15,0 0-2 0,1-2-2 0,-1 2-4 0,1-2 2 16,-1 1-1-16,0 0-2 0,0-1 4 0,-1 1 0 0,-1-1 3 0,-1 0 1 16,-1 0 1-16,-2-2 2 0,-1 1-8 0,-1 0 7 0,-2-1 1 0,-3 0-2 15,0 1 2-15,-2 0-4 0,-1 0-3 0,-1 1-5 0,-1-1-7 16,1-1-7-16,-1 0-14 0,-1 0-3 0,0-2-7 0,0-1-11 0,0 1 6 16,-1-2-2-16,1 0 5 0,1-1-1 0,0 0-10 0,3-1-15 0,0 0-24 15,2-3-33-15,0-1-35 0,1 0-34 0,0 0-10 0,2-1 27 16,2 1 31-16,1-2 35 0,2-2 33 0,1 0-44 0,0-3-5 0</inkml:trace>
  <inkml:trace contextRef="#ctx0" brushRef="#br0" timeOffset="41082.06">27354 4662 682 0,'0'2'318'0,"-1"0"-79"16,0 2-1-16,-1 0-1 0,0 2-4 0,1 1-29 0,0 0-36 0,0 2-34 15,0 3-21-15,0-1-2 0,0 2-4 0,1 0-2 0,-1-1-10 16,0 1-4-16,1-1-17 0,0 0-15 0,0 1-12 0,1 0-19 0,-1-1-10 15,1 1-7-15,1-2-7 0,1 1-3 0,-1-1 5 0,1-1-4 0,-1 1 3 16,1-3-1-16,2-1-4 0,0 0 0 0,1-1 0 0,0-1-2 16,-1 0-7-16,2-1 2 0,-1-1-8 0,0 0 1 0,1-1 1 0,-2-1-1 15,1-1 0-15,0-1 1 0,0 0-3 0,0-1 0 0,-1-1 0 0,0-1 4 16,0 1-4-16,-1-2 8 0,1 1-5 0,0-1 5 0,0 0 2 16,-2 0 5-16,2 0 1 0,0-1-2 0,0 1 5 0,0-1-1 0,1-1 0 15,-1 1-2-15,1 1 2 0,-1 0-4 0,0 2 2 0,0 0 2 16,-1 1 1-16,-1 1-3 0,1 0 0 0,0 1-3 0,0 1-1 0,-1 0 1 15,0 2 1-15,-1 0 0 0,-1 1-1 0,2 1-4 0,-2 1 1 0,1 1-1 16,0 0 0-16,-1 0-1 0,1-1-6 0,-2 0-2 0,1 1-3 16,-1 0-3-16,1 0-10 0,-1-1-11 0,1 0-16 0,1-1-22 0,-1 0-27 15,1-2-28-15,1 0-23 0,0-2-18 0,0-1-11 0,1 0-20 16,0-1-29-16,0-1-38 0,1-2-18 0,1-1 23 0,0 0 35 0,1-2 68 16,1-1-57-16</inkml:trace>
  <inkml:trace contextRef="#ctx0" brushRef="#br0" timeOffset="41316.06">27884 4492 1294 0,'3'-9'280'0,"0"-1"-13"0,1-2 1 0,-2 3-34 0,0 4-30 0,0 1-35 15,-2 3-31-15,0 2-27 0,0 0-9 0,0 1-10 0,-1 1-3 0,1 2-3 16,-2 0-7-16,1 2 6 0,-1 0-5 0,0 1-7 0,0 1-4 16,0 2-22-16,0 1-4 0,-1 1-16 0,1 2-4 0,1 0-6 0,0 2-3 15,0 1-4-15,1 1-4 0,0 1 0 0,0 0-3 0,2 1 1 0,0 1 0 16,1 1-8-16,1-1 4 0,1 0-5 0,1-1-1 0,-1-3 2 15,2 0-14-15,0-2-9 0,0-1-20 0,0-1-20 0,-1 0-18 16,0-1-20-16,-1 0-16 0,1-2-16 0,-1-2-23 0,0-1-21 0,0-2-24 16,0-2-9-16,-1-2 9 0,-1-2 5 0,-1-2-13 0,0 0-68 0,-1-2-89 15,-1-1-13-15,-2-1 47 0,-1-1 101 0,-2 1-33 0</inkml:trace>
  <inkml:trace contextRef="#ctx0" brushRef="#br0" timeOffset="41483.06">27824 4712 577 0,'-9'-11'214'0,"-2"1"19"16,0-1 15-16,2 2-4 0,3 4-30 0,1-1-24 0,0 2-30 0,1 2-25 15,1-1-19-15,1 3-14 0,2 0-18 0,0 0-6 0,0 1-9 0,1 1-9 16,1 0-3-16,0 0-1 0,2 1-2 0,1-1-3 0,0 0-9 16,3 0-1-16,0 0-6 0,2-2-6 0,-1 1-1 0,2-1-12 0,-1-1-4 15,0 1-5-15,2-2-3 0,0 0-4 0,0-1-9 0,1 0-12 0,-1 0-11 16,1-1-18-16,0 0-20 0,1 1-28 0,0-1-33 0,0 0-40 16,0 1-42-16,-1 0-51 0,-1 1-65 0,-2 0-83 0,1 1-15 0,1 1 64 15,-2 1-89-15</inkml:trace>
  <inkml:trace contextRef="#ctx0" brushRef="#br0" timeOffset="41716.06">28247 4746 824 0,'-2'4'279'15,"0"0"-59"-15,-1 1 12 0,2-2-2 0,1 0-24 0,1-1-25 0,0 0-28 16,2-1-26-16,1 0-19 0,1 0-16 0,2-1-1 0,-1 0-8 15,1 0-5-15,2-1-10 0,-1 0-16 0,3-1-9 0,0-1-16 0,0 1 0 16,1-1-8-16,0 1-12 0,0-1-2 0,0 1-1 0,0-1-4 16,-3 0 5-16,2 0-5 0,-1 0-7 0,0 1-2 0,0-1 0 0,0 1-5 15,-2 0-5-15,0 0-3 0,0 0-20 0,-1 0-16 0,0 0-35 0,-1 0-60 16,0 0-63-16,-1 0-54 0,-1 0-76 0,0 0-100 0,0 0-25 16,-1 0 64-16,1 0-61 0</inkml:trace>
  <inkml:trace contextRef="#ctx0" brushRef="#br0" timeOffset="41905.06">28398 4576 795 0,'-2'-3'245'0,"-1"0"9"15,0-1 26-15,2 1-25 0,0 1-39 0,1 1-36 0,0 1-27 0,0-1-23 16,0 2-8-16,1-1 0 0,0 1 2 0,-1 2-6 0,1 1-11 0,0 1-14 16,-1 1-16-16,2 2-9 0,-2 1-17 0,2 1-13 0,-1 1-9 15,1 3-6-15,0 1-3 0,-1 1-5 0,1-1-6 0,0 3 2 0,-1 1-5 16,0-1-6-16,1 0 0 0,0 1-6 0,0-2-3 0,2-1-10 15,-1 1-10-15,0-1-26 0,1-1-36 0,-1-2-54 0,1 0-78 0,1 0-111 16,0-2-126-16,-1-1-163 0,1-3 4 0,0-2-87 0</inkml:trace>
  <inkml:trace contextRef="#ctx0" brushRef="#br0" timeOffset="42867.71">29049 4673 542 0,'0'-1'156'0,"0"2"16"0,0 0 13 0,0-1 7 15,0 0-5-15,1 0-21 0,0 0-32 0,0-1-28 0,1 0-20 0,1 0-8 16,-1-2-6-16,2 1-6 0,-1-1-11 0,1 0-5 0,0-1-2 15,0 0-4-15,0 0-2 0,1 0-2 0,-1-1-9 0,1-1-2 0,0 1-8 16,0-1-6-16,0 1-4 0,0-2 2 0,0 1-5 0,0 0 0 0,1-2-5 16,-1 1-6-16,0-1 6 0,0 0-2 0,-1 1 3 0,0-1 2 15,-1 2-4-15,1-1-1 0,-2 0-2 0,0 0 2 0,0 2 2 0,-2-1-1 16,0 1 3-16,0 1-5 0,-1-1 1 0,1 2 4 0,-1 1 1 0,-1 0 9 16,0 2-1-16,0-1 5 0,0 2 2 0,0 0 4 0,0 1 4 15,0-1 4-15,0 1 1 0,0 0 1 0,0 1-2 0,1 0 1 0,-1 0-2 16,1 1 0-16,0 1-2 0,0 0 0 0,1 0-1 0,-1 1 4 15,1 0 1-15,-1 1 5 0,0 1-4 0,1 1 0 0,0 1-8 0,0 2-6 16,1 0-5-16,0 0-7 0,0 2 2 0,1 0 2 0,-1 1-6 0,1 1 2 16,0 0-4-16,1 1-6 0,0 1 2 0,0 0-1 0,1 0-1 15,-1 0 1-15,1-2 0 0,0-2-2 0,1 1 2 0,-1-2-2 0,0 0-2 16,0-3-3-16,0 0-2 0,1 0 0 0,0 0-3 0,1-1-8 0,-1-1-5 16,-1 0-9-16,0-1-8 0,-1 0-11 0,0-2-16 0,0 0-24 15,-1-1-23-15,-1-1-44 0,0-2-51 0,-1 0-58 0,1-1-66 0,-2 0-104 16,0 0-28-16,0-1 81 0,0-2-74 0</inkml:trace>
  <inkml:trace contextRef="#ctx0" brushRef="#br0" timeOffset="43934.3">29464 4568 775 0,'3'-5'164'15,"1"-1"-12"-15,0-2 16 0,-1 0 4 0,1 0-18 0,0-2-34 16,-1 0-37-16,2-1-26 0,-1-1-8 0,1 1-3 0,0-2-2 0,-2 0 3 16,1-1 2-16,0 1 0 0,-1-2 9 0,0 0 7 0,-1 0-7 15,0 0 10-15,0 2-6 0,0-1 0 0,0 2 4 0,-1 2 1 0,-1 0-3 16,0 2 3-16,-1 1 3 0,0 1-12 0,-1 1 3 0,0 1-11 0,0 2-7 15,0 1-7-15,0 1-8 0,-2 1 2 0,1 2-4 0,-1 0 7 16,0 2-4-16,1 0-1 0,-1 2-6 0,0 0-8 0,1 0-1 0,0 2-3 16,0 1-2-16,1 2-1 0,1 1 0 0,0 1-2 0,0 4 3 15,1 0-16-15,0 1 1 0,1 1 0 0,0 1 3 0,2 1 13 0,0 0-1 16,2 0-1-16,0 0-9 0,1 1 0 0,0-1 8 0,1-2 1 0,1-1-2 16,0 0-1-16,0-3-9 0,0 0-3 0,2-1-4 0,-1 0-1 15,0-2-5-15,0 0-7 0,0-1-2 0,-1-2-5 0,-1-2-9 0,0-1-4 16,0-1-6-16,0-1-1 0,-1-2 1 0,-2-1 5 0,1-1-5 0,-2 0-14 15,-1-2-24-15,0 0-29 0,-2-1-23 0,1-1-16 0,-1 1 1 16,-1-2 19-16,-1-1 18 0,0 0 31 0,-2-2 38 0,1 1 22 0,-2-2 27 16,0-1 19-16,0-1 11 0,0 2 19 0,0-2 15 0,1 1 12 0,0 0 7 15,-1 1 3-15,2-1-2 0,0 1-2 0,0 0-1 0,1 0-8 16,2 1-6-16,1 0-11 0,1 1-14 0,0 0-5 0,1 2-12 0,0 0-5 16,1 1-1-16,1 0-8 0,0 0 5 0,1 0-4 0,0 1-4 15,1 0 3-15,0 0-4 0,1 0-6 0,0 0 7 0,-2 1-4 0,0 1-3 16,0 0 3-16,0 0-1 0,-2 1-2 0,0 1 5 0,0-1-2 0,-2 1-8 15,0-1 2-15,-1 1-2 0,-1 1 2 0,1 0 1 0,-2 0-1 16,0 1-5-16,-1 0-1 0,-1 0 0 0,0 1-1 0,-1 1 3 0,0 0-1 16,1 0 1-16,-1 1 6 0,0 0-2 0,0-2 7 0,0 2-4 0,1-1-1 15,-1 0 2-15,1 1-1 0,0-1 4 0,1-1-1 0,0 1-3 16,1-1 3-16,1-1-3 0,0 0 2 0,2-2 1 0,1 1 4 0,0-1 1 16,1 0 3-16,1-1-2 0,-1-2 0 0,2 1 1 0,0-1 0 15,1 0-3-15,2-2-4 0,-1 0 2 0,0 0-2 0,-1 0 2 0,0 0 0 16,0-1-3-16,1 0 5 0,-1 0-1 0,1 1-1 0,-1 0 5 0,0 0 2 15,-1 1-5-15,0 0 8 0,-1 1-5 0,-1 0 0 0,1 1 10 16,0-1-8-16,1 1 2 0,-1 2 3 0,0-1-10 0,-1 0 1 0,1 1 3 16,0-2-1-16,-1 2-2 0,2-2 6 0,-1 1-9 0,0 0-3 0,0-1 1 15,1 2 1-15,0-1-1 0,0 0-3 0,1-1 6 0,-1 0-10 16,0 0 1-16,1 0 3 0,-1-1-7 0,-1 0 2 0,2 1 3 0,-1-1-2 16,0 0 4-16,0 0 2 0,-1 0-5 0,0-1 4 0,0 1-2 15,1 0 1-15,-1-1 0 0,-1 0 0 0,0 0 0 0,0-1 0 0,0 1 1 16,0 0 1-16,0 0 0 0,-1-1 0 0,1 0-1 0,0-1 1 0,-1 1 1 15,0-1 4-15,0 0-5 0,-1 0 5 0,0 0 0 0,-1 0-5 16,-1 0 6-16,-1 1-1 0,0-1-3 0,0 1 4 0,-2 0 3 0,1 0-1 16,-1 1 1-16,-1 0-2 0,0 1-4 0,-2 0-3 0,1 0 5 0,0 1-2 15,-1 1 2-15,1 0 0 0,-1 1 0 0,0-1-2 0,-1 2-3 16,0 0 3-16,0 0 6 0,-1 0-4 0,1 0 4 0,0 1-8 0,2 0 1 16,-1 1 1-16,1 0 2 0,0 0-2 0,2 0 4 0,-1 1-3 0,2 0 1 15,1 1 3-15,1-1-1 0,2 1 6 0,-1 1-1 0,2-1-1 16,0 1-1-16,1 0-1 0,2 0-5 0,1 1-3 0,-1-1 3 15,2-2-3-15,1 1-3 0,0 1 0 0,0-1-3 0,-1 0-1 0,2 0-1 0,-2 1-1 16,2 0-5-16,-2 0-1 0,1 0-3 0,0 0-1 0,-1 0-2 16,0-1-1-16,-1 1-1 0,-2 0-1 0,1 0 0 0,-1 0 1 0,-1 0-1 15,0 0-2-15,-2 1 1 0,-1-1 2 0,-2 0 5 0,-1 0 4 16,0-1 6-16,0-1 2 0,-2 0-1 0,0 0 3 0,-1-1 1 0,0 0 0 16,0-2 0-16,-1 1 0 0,-1 1-2 0,-1-2 0 0,0 1-1 0,-2-2-1 15,1 0 1-15,0 0 3 0,2-2 5 0,-1 0 2 0,-1-1-4 16,1-1 6-16,-1-1 1 0,2 0 1 0,1-2 6 0,1 0-1 0,2 1-2 15,1-2 0-15,0 1-5 0,1 0-4 0,1-1-2 0,2 0-6 16,1 1-1-16,-1 0 3 0,2 0-10 0,1 0 1 0,1 0-11 0,1 0-5 16,0 2-13-16,1-3-21 0,-1 1-44 0,2 0-68 0,-2-1-76 15,2-1-100-15,2 0-112 0,-1-1-62 0,2-1 62 0,-1 2 26 0</inkml:trace>
  <inkml:trace contextRef="#ctx0" brushRef="#br0" timeOffset="44115.83">30239 4679 661 0,'-1'1'401'0,"0"1"-175"0,0 1 2 0,1-2-2 0,0 0-31 0,1 0-35 15,1 1-44-15,-1-1-38 0,1 0-30 0,0-1-16 0,1 0-7 0,1 0-9 16,-2-1-7-16,2 0-6 0,-1-1-11 0,0 0-8 0,1 0-21 16,-1 0-25-16,1-1-37 0,-1 1-54 0,-1-1-56 0,2 0-67 0,-1 2-76 15,2-1-3-15,-1-1 40 0,0 0 64 0,0-1 0 0</inkml:trace>
  <inkml:trace contextRef="#ctx0" brushRef="#br0" timeOffset="44899.34">30546 4488 324 0,'0'-5'184'0,"0"-1"-28"0,0-2 25 0,0 2 8 0,0 0-11 0,-1 1-18 16,0 0-17-16,1 1-17 0,-1 1-8 0,1 1-2 0,-1 1-2 16,1-1-1-16,-1 2-9 0,0-1-10 0,0 0-10 0,0 1-7 0,-1 0-8 15,2 0-7-15,-2 0-6 0,2 0-8 0,-1 1-2 0,-1 0-4 0,1 0 3 16,-1 2-3-16,1 0 3 0,-1 0-4 0,1 2-2 0,0 1-8 16,1 2 3-16,0 0-4 0,0 1 0 0,0 0 1 0,0 2-10 0,1 1-1 15,1 0-3-15,0 0-6 0,2 0 1 0,-2-2 1 0,2 1-6 16,0-1 2-16,1-1 0 0,1-2-4 0,-1 0-3 0,2-2 0 0,0-1-2 15,-1-1 0-15,0 0 0 0,0-1 1 0,2-1-2 0,-1-1-1 0,1-1 0 16,1-1-5-16,-2-1 3 0,1 0-1 0,0 0 0 0,0-1 1 16,0 0 1-16,0-1-1 0,-1-1 2 0,0 1 2 0,0-2 2 0,-2 1-2 15,1-1 7-15,-2 0-2 0,-2 0-1 0,1 1 1 0,-1-1-1 16,-2-1 1-16,-1 0 4 0,0 0 2 0,-1 0-2 0,-1 0 7 0,-1-1-1 16,-1 2-1-16,-2-1-10 0,0-1-4 0,-1 1 0 0,-1 0-2 0,0 1 4 15,-1 1 3-15,2 1-1 0,-1 1-2 0,-1 2 3 0,1 0 0 16,0 0 8-16,0 1 7 0,1 1-3 0,-2 0-5 0,1 0-17 0,0 1-2 15,1 0 1-15,2 0-1 0,1 1 10 0,1 0-3 0,2 2 2 16,0 0 0-16,1 1 0 0,2 1 0 0,0 1-2 0,3 1 7 0,-1 0 2 16,3 0 0-16,1 0-3 0,1 0-4 0,2 1-6 0,0 0 2 0,0 0 2 15,3 0 0-15,0 0-3 0,1 0-5 0,-1-1 3 0,-1 1-6 16,1 0-4-16,0 1 1 0,-1-1-8 0,-1 0 0 0,-1-1-7 0,0 0-3 16,-2 1-4-16,0 0 1 0,-2 0-1 0,-1 1-2 0,0 0 1 0,-1-1-1 15,-2 1 0-15,0 0 5 0,-1 0 2 0,0 1 6 0,-2 1 5 16,0-2 4-16,-2 2 5 0,0-1 6 0,0-1 1 0,-1 0-1 0,0-1 4 15,-1 0-5-15,0 2 5 0,-1-1 1 0,0 0-2 0,-1-1 0 16,-1 0 4-16,1-1-2 0,-1-1 0 0,0 0-2 0,0 1 1 0,-1-1-1 16,0-1 4-16,-1 1-2 0,1-1 0 0,1-1 1 0,-1-1 1 0,2 0 1 15,1-3 3-15,0 1-1 0,1-1 0 0,1-2 5 0,1 0 3 16,1-1-1-16,0 0 0 0,1-2 5 0,1-2-2 0,1-1 0 0,0-2 1 16,1 0-2-16,1-1-2 0,-1-1-2 0,2 0-5 0,-1-3-2 0,1 0-3 15,0-2-5-15,2 0 2 0,-2-1-11 0,3-1-6 0,-1 0-13 16,1 1-18-16,1-1-23 0,0 1-23 0,-1 3-39 0,1 0-32 0,-1 1-26 15,1 1-25-15,-1 1-24 0,0 1-41 0,0 1-39 0,-1 1-4 0,1 1 36 16,-1-1 83-16,1 1-80 0</inkml:trace>
  <inkml:trace contextRef="#ctx0" brushRef="#br0" timeOffset="45565.87">30857 4501 187 0,'0'-3'176'15,"0"1"-40"-15,2-1 33 0,-1 0 39 0,0 1 14 0,-1 1-3 0,-1 0-16 16,2-1-22-16,-2 0-16 0,2 0-17 0,-1 1-11 0,0 1-17 16,-1 0-17-16,0 0-11 0,1 2-8 0,-1 0-1 0,1 1 0 0,0 0-1 15,-1 1-2-15,0 0-8 0,0 2-7 0,0 0-12 0,1 0-6 0,-2 2-8 16,2-1-9-16,0 1-11 0,1 0-6 0,0 1-8 0,0 1 0 16,1 0 1-16,1-1-6 0,0 0 0 0,0-1 3 0,1 0-3 0,0-3 0 15,1 1 0-15,1 0-7 0,-1-2-2 0,1 1 0 0,0-2-3 16,0 0-4-16,1-1-3 0,2-1-6 0,0-2-10 0,0 0-3 0,0-1-22 15,0-1-12-15,1 0-2 0,0-1-7 0,-1 0 12 0,1-1 4 0,-1 0 6 16,-1 0 13-16,0 1 9 0,0-1 7 0,-1 0 11 0,0 0 6 16,-1 0 3-16,0 1 7 0,-1-1 5 0,-2 0 2 0,1 0 6 0,-2 0 2 15,-2 0 4-15,1 1 2 0,-2 0 6 0,1 1 7 0,0-1 1 0,-1 1 1 16,-1 0 7-16,-1 0-3 0,2 1 4 0,-1 0-5 0,0 2-6 16,0 1-4-16,0 0-3 0,0 1-1 0,0 1 3 0,0 0 2 0,3 1-5 15,-2-1 4-15,0 1-2 0,1 0-2 0,0 0 0 0,0 0-1 16,1 2-7-16,0-1-4 0,1 0-1 0,0 1-6 0,0 0 6 0,0 0-7 15,-1 0-4-15,1-1 2 0,1-2-5 0,-2 1 3 0,3-1 0 0,-2 0-1 16,2 0-4-16,1-1-2 0,-1-1 2 0,0-1-5 0,0-1 0 16,1 0-5-16,0 0-7 0,1-1-4 0,-1 0 1 0,-1 0-1 0,1-1 1 15,0-1 8-15,-1 2 2 0,0-2 11 0,0 1 1 0,0 0 1 0,0 0 3 16,-1-1-1-16,0 0 2 0,0 1 3 0,-1-1-1 0,1 1 6 16,0 0-4-16,-1-1 1 0,0 1 3 0,0 0-3 0,0 0 0 0,0 1 4 15,0 1-4-15,0 0 0 0,-1 1 1 0,0 0-2 0,1 1-3 16,0-1 3-16,0 2 1 0,0-1-2 0,0 2 6 0,0 1-8 0,-2-1 3 15,1 2-3-15,1 0-2 0,0 0 2 0,1 0-2 0,0 1 1 0,-1-1-2 16,0 1 0-16,0-2 1 0,1 2-6 0,-1 0-2 0,1 0-2 16,-1 1-3-16,0-2 1 0,0 1-2 0,0-2-2 0,1 1 0 0,-1-2 3 15,0 0-1-15,0-1 10 0,0 0 1 0,0-1 6 0,0-1 1 0,-1 0 1 16,0-1 1-16,0 0 1 0,0-2 1 0,-1 0-1 0,2-1 3 16,-2-1-4-16,1-1 0 0,-1 0 0 0,0-1 0 0,1 0-2 0,-2-1 4 15,2 1-6-15,0 0 6 0,1-1-2 0,-1 0-2 0,0-1 4 16,1 0-2-16,1 0 2 0,1-1 1 0,-1 2 1 0,1-1-4 0,0 1-2 15,1 1-1-15,0-1-7 0,0 2 0 0,0 1-5 0,0 0-5 0,0 2-7 16,0 1-2-16,0 0-9 0,-2 2-16 0,1 0-29 0,-1 0-53 16,1 1-76-16,-1 1-63 0,1 0-47 0,-1 0-35 0,-1 0-18 0,1 0 40 15,-1 0 71-15,1 0 96 0,1 0-69 0</inkml:trace>
  <inkml:trace contextRef="#ctx0" brushRef="#br0" timeOffset="46034.05">31425 4570 179 0,'1'0'73'0,"0"0"-14"0,1 0-2 0,0 0-1 0,1 1-7 0,-1 1-2 16,0 0-5-16,1-1 0 0,-1 2 7 0,0-2 10 0,0 1 6 16,0 0 4-16,0 0-3 0,0 0-7 0,0-1-5 0,0 1-5 0,1 0-1 15,-1-1-4-15,0 1 3 0,0-1-2 0,0 0-5 0,0 0-4 0,0 0-5 16,0 1 2-16,-1-1-3 0,0 1 3 0,0-1-1 0,0-1-3 16,0 0-1-16,0 2 1 0,0-1-3 0,-1 0 2 0,0-1-4 0,0 1 1 15,0-1 2-15,0 1 0 0,0 0 8 0,0 0-2 0,-1 0 1 16,1 0-1-16,0 0 7 0,-1-1-3 0,2 2 2 0,-2-1 3 0,1 1-5 15,1 0 7-15,0 1 4 0,0 0-6 0,-1 0 7 0,1 1-7 0,0 0-2 16,0-1-8-16,0 2-3 0,1 0-6 0,0 1-11 0,0 1 7 0,-1-2-19 16,0 3 7-16,0-2-3 0,1 1-3 0,-1 0 2 0,2-1-1 15,1 0-1-15,-1-1 2 0,0-1-1 0,0 0-2 0,2-1-5 0,1 0 2 16,-1-2-3-16,0 0-2 0,0 0 8 0,0 0-4 0,1-1 4 16,1-2 3-16,-2 1-3 0,0-2 0 0,2-1 0 0,-1 0-2 0,0 0 5 15,1-1 2-15,-1-1 1 0,0 1 0 0,0-1-1 0,0 0 0 16,-1 0 1-16,0 0-1 0,0 0 4 0,-1 1-1 0,-1-1-1 0,0 0 4 15,-2 0 5-15,1 1 9 0,-1-1 6 0,-1 1 7 0,0-1 15 0,-2 0 1 16,1 0 5-16,0 1-3 0,-1-1-9 0,1 1-4 0,0 1-6 16,-1 1 1-16,1 2-6 0,0 0-2 0,-1 1-4 0,1 1 0 0,0 0-3 15,-1 1 0-15,0 1 1 0,0 1-6 0,0 0 5 0,0 1-3 0,1-1-8 16,0 0 3-16,0 1-5 0,2 0 1 0,-2 1-5 0,2-1 3 16,0 1-8-16,0 1-1 0,2 0 6 0,-2 1-6 0,0-1 2 0,2 1-2 15,0 0-6-15,1 0-1 0,-2-1-7 0,0-1-12 0,1 0-11 0,0-1-25 16,-1-1-24-16,0 0-33 0,-1-1-39 0,1 0-58 0,1-1-60 15,-1-1-54-15,2 0-56 0,-2 0-37 0,1 0 42 0,1-2 70 16,1 0 113-16,0-2-51 0</inkml:trace>
  <inkml:trace contextRef="#ctx0" brushRef="#br0" timeOffset="46667.02">31948 4580 257 0,'-4'-2'150'0,"-1"1"1"0,-1-2 31 0,-1 1 23 0,1 0 5 0,-1 1-10 16,0 0-19-16,-1-1-22 0,1 0-17 0,0 0-13 0,1 0-13 15,-2 0-8-15,2 0-6 0,0 0-5 0,0 1-3 0,2 1-6 0,1-1-8 16,-1 2-7-16,1-1-6 0,-1 0-2 0,0 1-3 0,1 1-3 16,2 0-2-16,-2 1-4 0,2 0-5 0,-1 1-8 0,2 1-10 0,0 1-12 15,0 1-6-15,1 0-1 0,-1 2-9 0,3-1 1 0,0 0 1 0,0 1-6 16,2-1 0-16,-1-1-1 0,0 0-6 0,2-1-2 0,0 0-1 15,1-1-6-15,-2 0-3 0,2-2-7 0,1 0-6 0,0-2-6 0,3 0-10 16,-3 0-5-16,2-3-2 0,-1 0 0 0,0-1 4 0,1 0-5 16,0-2-2-16,1 0-3 0,-1-1-7 0,-2 0-2 0,3-1-2 0,-3 0-13 15,0-2-7-15,2-1-16 0,-1 0-12 0,0-2 5 0,0 2 5 0,-1-2 26 16,1 1 17-16,0 0 19 0,-3-1 25 0,-2 6 14 0,1-2 15 16,-2 0 22-16,0-3 7 0,0 1 17 0,1-1 15 0,-1-2 6 0,-1-1 9 15,0 0 1-15,-1 0 0 0,0 1-5 0,-1-1 4 0,0 2-7 0,0 0 5 16,-1 1 5-16,0 2-2 0,-1 1-1 0,1 2-7 0,-1 1-10 15,-2 2-3-15,-2 0-8 0,-1 5 1 0,0 2 4 0,1 0-1 0,1 2 7 16,-1 1-7-16,-1 1-9 0,1 0-3 0,-1 2-9 0,1 2-3 16,-2 1-3-16,0 2-6 0,1-3-19 0,0 2-8 0,2 0 1 0,0 1-6 15,1 0 9-15,2 2 0 0,0-1-2 0,2-1 2 0,2-1 5 0,0-1-3 16,1 0 0-16,-1-1-2 0,1 0-4 0,1-2-1 0,1 1-4 0,0-2 0 16,0-2-2-16,0 0 6 0,2-2-2 0,2 0-2 0,-2-2 0 15,2-1 4-15,0-1 1 0,1-1 2 0,-5 0 2 0,1-1-1 0,0 0 2 16,2 0 5-16,-2-1-4 0,2 0-1 0,0 0-1 0,2 0-5 15,-2-1 0-15,0 0-4 0,0 0 2 0,-1 0-2 0,0 0 2 0,0 0 1 16,0-1 6-16,-1-1-1 0,1 1-1 0,0 0-3 0,-2 0-2 0,1 1 1 16,-1-1 1-16,0 2 0 0,-1 0-4 0,-1 2 7 15,0 0 2-15,0 1 0 0,-1 2 7 0,-1 0-1 0,0 0 2 0,-1 2 5 0,0 0 3 16,-1 1-2-16,0 0-5 0,0 0 1 0,1 2-3 0,-1-2 0 0,0 2-1 16,0-1-4-16,0 0 1 0,1 2-5 0,0-1 4 0,0 0-4 15,0 0-3-15,2 0 3 0,-1 0-3 0,1-1 0 0,0-1-3 0,-1 0-11 16,2-1-6-16,-1 0-19 0,0 0-20 0,-1-2-26 0,2 0-46 15,-1-2-51-15,1 0-46 0,0-2-44 0,0 0-23 0,1-1-16 0,0-1-18 16,0-1 24-16,1 0 50 0,1-1 56 0,-1 0 73 0,1-1 49 0,1 1-20 16,-1-2-1-16</inkml:trace>
  <inkml:trace contextRef="#ctx0" brushRef="#br0" timeOffset="46867.02">32416 4604 268 0,'1'-1'83'0,"-1"0"17"0,1 0 25 0,1 1 24 16,-1-1 7-16,0 0-3 0,0 0-2 0,1 1-3 0,0-1 1 0,1 1-2 15,-1 0-5-15,2 0-15 0,0-1-13 0,1 1-10 0,0 0-12 16,1-1-11-16,1 1-1 0,0 0-5 0,-1-1-6 0,0 0-8 0,1 0-8 16,0 1-7-16,0-1-5 0,-2 0-2 0,2 0-9 0,0 0-10 0,0 0-1 15,-2-1-9-15,0 1 2 0,2-1 0 0,-1 0-11 0,0 0 1 16,0 0-4-16,0-1-4 0,1 0-3 0,-1 0-9 0,0 0-10 0,0-1-8 16,-1 0-21-16,1 0-21 0,0 1-34 0,0-2-49 0,-1 1-42 15,2-1-55-15,-2 0-59 0,0 0-53 0,-1 0-1 0,1 0 47 0,0 0 71 16,-3 0 29-16</inkml:trace>
  <inkml:trace contextRef="#ctx0" brushRef="#br0" timeOffset="47066.02">32536 4371 608 0,'1'0'215'0,"-1"1"40"0,1 1 34 0,-1 0-11 0,1 0-24 15,-1 1-24-15,-1 1-32 0,0 0-25 0,0 1-22 0,0 1-18 0,-1-1-26 16,0 2-28-16,-1 1-20 0,1 0-21 0,-1 1-2 0,0 2-10 0,0 1-6 15,1 1-6-15,0 1-6 0,-1 0-1 0,1 1-1 0,1 0-5 16,1 1-2-16,-1-2-6 0,0 1-7 0,1-1-14 0,0 0-18 0,1-2-26 16,0 1-42-16,0-1-51 0,-1 0-82 0,2-1-115 0,-1-2-145 0,1 1-78 15,-1-1 104-15,0 1 24 0</inkml:trace>
  <inkml:trace contextRef="#ctx0" brushRef="#br0" timeOffset="47633.02">23151 7464 678 0,'-7'7'466'0,"0"0"-328"0,-2 0 6 0,2 0 11 15,2-3 16-15,3 0 12 0,1-1-6 0,1 0-27 0,3-1-32 0,1 0-18 16,2-1-6-16,2 0-8 0,2-2-3 0,0 0-12 0,2-1-18 16,2-1-11-16,0-1-14 0,0 0-8 0,2-1-3 0,-1 0-7 0,2 0 2 15,-1 1-2-15,0-2-1 0,0 1-6 0,0 0 1 0,-1-1-6 16,0 2 0-16,0-1-1 0,-2 0-4 0,-1 1-1 0,0 0-6 0,-1 1-5 16,1-1-11-16,-1 1-11 0,0 0-19 0,-2 0-24 0,2 1-24 0,-2-1-28 15,1 1-32-15,-1 0-34 0,0-1-42 0,-1 1-50 0,0-1-81 16,-1 0-13-16,-1 0 53 0,-1 1-39 0</inkml:trace>
  <inkml:trace contextRef="#ctx0" brushRef="#br0" timeOffset="47816.04">23408 7329 630 0,'-3'-1'189'0,"-1"0"-1"15,-2-1 23-15,2 1 7 0,1 0-10 0,-1 1-14 0,2-1-27 0,0 1-29 16,0 1-23-16,1 0-13 0,1 1-12 0,0 1-2 0,0 0-6 0,0 2-12 15,0 1-15-15,0 1-19 0,1 1-13 0,1 1-8 0,0 2-10 16,1 1-2-16,0 1-3 0,0 1 0 0,2 1-1 0,-1 1-3 0,1 1-9 16,-1-2-12-16,0 2-26 0,0 0-44 0,1 0-79 0,0 0-103 0,0 0-126 15,0-1-132-15,0 0 14 0,0-2-68 0</inkml:trace>
  <inkml:trace contextRef="#ctx0" brushRef="#br0" timeOffset="48533.16">23921 7340 543 0,'-6'0'443'0,"0"1"-303"0,-3 1 24 0,3-1 23 0,0 2 14 0,1-1-4 16,-1 1-12-16,3 1-14 0,-3-1-19 0,2 1-26 0,0 1-19 16,0 0-11-16,2 2-15 0,-1 0-8 0,1 0-9 0,1 1-18 0,0 2-5 15,1-2-10-15,2 4-9 0,-1 0-6 0,2 0-6 0,0 1-3 0,1-2-2 16,2 0 1-16,0 0-3 0,1-1 4 0,0-1-3 0,2-1-3 16,1-1-1-16,1-1 0 0,0-1 0 0,-1 0-1 0,2-2-5 0,1-1-1 15,1-1-1-15,1-1-1 0,-2-2 2 0,2-1-2 0,0-1 4 0,-2 0 2 16,0-1 1-16,0-2-2 0,0 0 1 0,-1-2-2 0,0 0-2 15,-1-2 2-15,1 1-2 0,0 1 0 0,0-2 2 0,0 1 1 0,-2 0 6 16,-2-1 0-16,-2 0-1 0,0 1 1 0,-3 0 2 0,-1-1 1 16,-1 1 2-16,-2-1 1 0,-3 0-1 0,-1 0 0 0,-1 0 4 0,-3 0-1 15,0-1 0-15,-3 2 1 0,-2-1-4 0,-2 2 5 0,2-1 0 0,-3 0-1 16,0 1-1-16,0 2 3 0,0 1-5 0,1 1 5 0,-1 2 1 16,0 1-7-16,2 2 2 0,-2 0-2 0,2 2-3 0,1 1 3 0,1 1-5 15,-1 1-1-15,1 1-1 0,1 2-3 0,2 0 1 0,0 0-5 16,1 0 3-16,2 1 1 0,1-2-6 0,0 3-4 0,3-1-2 0,-1 1-10 15,2 0-12-15,1 0-12 0,0-1-27 0,3 0-31 0,0 0-49 0,2 0-71 16,0-1-81-16,1 0-83 0,2 0-84 0,3-2-10 0,0-1 103 16,1-1-24-16</inkml:trace>
  <inkml:trace contextRef="#ctx0" brushRef="#br0" timeOffset="48750.16">24392 7390 1231 0,'-2'5'333'0,"1"0"-61"0,-1 3-3 16,1 0-10-16,-1-2-38 0,1 2-48 0,1-1-38 0,-1 2-37 15,2-1-24-15,-1 1-15 0,0-1-15 0,1 1-9 0,-1 0-10 0,1 1-11 16,1 2-5-16,0-1-5 0,0 2-3 0,1-2-1 0,0 1-21 16,0 0-4-16,0-1-10 0,0-1-9 0,0 1-8 0,0-3-24 0,1-1-49 15,-1 0-70-15,1-3-87 0,0 0-91 0,1-2-115 0,0-1-66 0,1-1 95 16,0-2 5-16</inkml:trace>
  <inkml:trace contextRef="#ctx0" brushRef="#br0" timeOffset="49083.7">24643 7205 613 0,'-2'5'344'16,"0"3"-116"-16,0 3-13 0,1 0-9 0,0 3-18 0,0 2-29 0,2 0-35 15,0-1-29-15,2 2-18 0,1 0-16 0,0-1 0 0,1-1-5 0,1 0-11 16,0 0-6-16,0-1-12 0,0-2-10 0,1 0-3 0,2-1-3 16,0-2-4-16,1-2-4 0,2-2 3 0,-1-1-1 0,3-3 3 0,-1-1 2 15,3-3-4-15,0-3-1 0,1 0-3 0,1-3 6 0,-1 0-4 0,-2-1 4 16,1-1 4-16,0 0-1 0,0-1 0 0,-2-1 7 0,1 0 5 16,-2 1-3-16,1-1 8 0,-2 0 0 0,-2 1-2 0,1 0 1 0,-3 1-5 15,-2 0 4-15,-1-1-5 0,-2-1 6 0,-3 1 0 0,-1 0-3 0,-3 1 5 16,-1 0-5-16,-2 0 2 0,-3 0-3 0,-1 0-2 0,-2 1-4 15,-2-1-3-15,0 2-3 0,-2 1-2 0,2 0-4 0,-2 2 2 0,-1 1-3 16,-1 2-4-16,0 1-4 0,-1 2 0 0,-2 2 1 0,2 1-4 16,0 2-4-16,2 0 3 0,2 2-3 0,1 1-8 0,2 0 0 0,2 2-11 15,1-2-11-15,3 2-11 0,1 0-29 0,2-2-29 0,1 0-50 0,1 0-69 16,2-1-69-16,2 1-72 0,1-2-84 0,3 1-4 0,0-1 97 16,1 1-35-16</inkml:trace>
  <inkml:trace contextRef="#ctx0" brushRef="#br0" timeOffset="49333.7">25218 7079 806 0,'-3'-5'274'0,"-2"-1"-60"0,0 0 12 0,1 1-3 0,1 3-36 16,0 0-35-16,1 2-34 0,1 1-20 0,0 0-12 0,0 2 8 15,0 1 2-15,0 1-13 0,1 2-10 0,1 0-15 0,-1 3-20 0,1 0-2 16,0 2-5-16,2-1-3 0,-1 2-1 0,2 1-3 0,-1 2 0 0,1-1-5 16,-1 2-2-16,1 0-5 0,-1 0-3 0,1 0-1 0,1 0-4 15,1-1-4-15,-1-3-7 0,1-2-9 0,-1 1-9 0,0-1-20 0,0-1-41 16,0-1-71-16,1-1-101 0,-2-1-117 0,1 0-140 0,-2-1-79 16,2 1 108-16,-1-1 49 0</inkml:trace>
  <inkml:trace contextRef="#ctx0" brushRef="#br0" timeOffset="50032.75">25257 7115 951 0,'-3'0'167'0,"0"0"5"0,-1 0 26 16,1 1 19-16,0 0-9 0,1 1-21 0,0 1-26 0,1 0-22 15,0 1-15-15,1 0-10 0,1-1-15 0,-1 3-14 0,1 0-21 0,1 1-15 16,1 3-17-16,1 0-8 0,1 2 0 0,1 1-10 0,2 2 3 0,1 0-3 16,0 0-6-16,2 0 3 0,1 0-8 0,0-2-3 0,1-3 0 15,-1 1-3-15,2-2-1 0,2-2-1 0,0 0-4 0,0-2-1 0,2-2-2 16,0-2-2-16,1-2 2 0,-1-1-1 0,0-1-1 0,0-2 9 15,-3-1-2-15,1-1 7 0,-1 0 2 0,-1-1-1 0,-1 0 4 0,-1-1 2 16,0 0-2-16,-1 0-3 0,-2 0 3 0,0-1-5 0,-3 1 4 0,-1 2-1 16,-1-1-1-16,-2 1 3 0,-3 0-2 0,-1-1 3 0,-3 0-1 15,-1 0 0-15,-2 0 0 0,-1 0 0 0,-3 0 0 0,-1 0-3 0,-1-1 2 16,1 1 1-16,-1 0 0 0,0 0-2 0,-1 0 1 0,1 1-2 0,-2 0-1 16,-1 2 1-16,1 0-2 0,-1 3-2 0,-1 1-3 0,0 1-4 15,2 3 3-15,0 1-3 0,1 2-1 0,1 2-2 0,2 0-7 0,2 1-7 16,1 0-10-16,2 1-8 0,0-1-19 0,3 1-30 0,1-1-38 0,2-2-66 15,2 1-63-15,1-2-57 0,2 0-54 0,2-2-45 0,1 0 37 16,3-2 91-16,1 0-44 0</inkml:trace>
  <inkml:trace contextRef="#ctx0" brushRef="#br0" timeOffset="50234.75">25881 6870 1265 0,'-4'-1'269'16,"0"0"-6"-16,0 1 6 0,1 1-22 0,1 1-30 0,-1 1-38 0,1 2-31 16,0 0-17-16,-1 1-23 0,1 2-6 0,0 0-17 0,0 2-16 0,1 1-11 15,-1-1-29-15,1 3-11 0,0 2-10 0,1 2 3 0,0 0 4 16,1 4-2-16,1 0-4 0,0 0-9 0,0 2-4 0,0-2 0 0,2-1-14 16,0 0-12-16,1-1-26 0,0-3-44 0,0 1-47 0,1-2-74 15,1-2-112-15,0 0-141 0,0 0-188 0,2-1 31 0,0-2-35 0</inkml:trace>
  <inkml:trace contextRef="#ctx0" brushRef="#br0" timeOffset="50399.74">26115 7134 1301 0,'-3'3'198'0,"1"1"-29"0,-2 0 3 0,1 0-11 0,1 0-37 16,-1 0-47-16,1 1-40 0,0 0-20 0,0-1-14 0,1-1-6 0,-1 1-10 15,0-1-18-15,1 0-26 0,0 0-46 0,1-1-83 0,1 0-124 16,1 0-130-16,0-1 3 0,1 1 17 0</inkml:trace>
  <inkml:trace contextRef="#ctx0" brushRef="#br0" timeOffset="54319.56">26449 6686 686 0,'-2'-8'178'0,"-1"-1"9"0,0-1 47 0,0 1-10 16,1 2-29-16,-1 1-8 0,0 2-26 0,1 0-17 0,-1 2-25 0,1 1-16 15,0 1-13-15,1 1-6 0,-1 1-1 0,0 1 2 0,1 1 2 0,-1 2 3 16,1 0-12-16,-1 2-9 0,1 3-13 0,0 1-14 0,0 3-10 15,2 3-14-15,0 2-2 0,2 3-9 0,0 3 0 0,1 2 3 0,1 3-13 16,1 0 1-16,0 1-16 0,0-1-5 0,1 0 14 0,1-1-3 0,0 1 5 16,1-2-16-16,0 0-24 0,0-2-44 0,-1-2-38 0,1-2-55 15,0-2-76-15,1-2-66 0,0 0-72 0,0-3-45 0,1-3 12 0,-3 0 91 16,2-4 108-16,-1-1-27 0</inkml:trace>
  <inkml:trace contextRef="#ctx0" brushRef="#br0" timeOffset="54766.6">26346 7121 387 0,'-6'-4'290'0,"1"0"-175"16,0-1 28-16,4 1 27 0,1 1 4 0,2 2-21 0,2 0-33 0,0 1-33 15,1 0-18-15,3 0-14 0,0 0-13 0,3-1-7 0,-1 0-6 16,4 0-6-16,0-1-8 0,1-1-7 0,1-1-9 0,1 0-9 0,1-1-2 16,0 0-5-16,0-2-6 0,2 0 1 0,-2 0-2 0,0 1 0 15,-1-1-7-15,-2-2-6 0,1 1 8 0,-4 1 8 0,0-1 10 0,-1 1 12 16,-2 1 0-16,-2 0 8 0,-1 1 9 0,-1 0 3 0,-1 0 11 0,-3 2 11 15,0 0 9-15,-1 2 9 0,-1 1 6 0,0 0 1 0,0 1 8 16,-2 1 0-16,0 1-4 0,-1 1-6 0,0 1-4 0,-1 2-2 0,1-1-4 16,-1 2 0-16,1 1-6 0,-1 0-7 0,0 1-5 0,1 1-7 15,-1 0-1-15,3 1-9 0,-1 1-6 0,2-1-5 0,1 1-5 0,1-2-4 16,1-1 1-16,1 1 3 0,2-1-5 0,0-1 2 0,2 1 3 0,1-2 1 16,1-1-3-16,1-1-4 0,-1-2-6 0,3-1-3 0,0-1 0 15,0 0 0-15,0-2-3 0,0 0-6 0,-1-2-4 0,0-1-2 0,0-2 4 16,0 0-1-16,-1-1-1 0,-1-1 4 0,0 0 0 0,1-1 6 0,-2 0 8 15,1 0 5-15,-2 1 0 0,1 0 8 0,-1-1-1 0,-1 2 4 16,0-1 8-16,-1 1 7 0,-1-1 3 0,-1 2 1 0,0-1 10 0,-1 2-3 16,-1 1 6-16,-1 0 8 0,0 1-4 0,0 2 4 0,-1 0-3 0,1 0 2 15,-1 2-5-15,1 0-3 0,-1 0 2 0,0 2-10 0,1-1-8 16,-1 1-4-16,1 0-6 0,-1 0-5 0,1 0 0 0,0 1-2 0,0 0-9 16,1 0 1-16,0 0-1 0,0 1-3 0,0-1-4 0,1 1-1 15,1 0-8-15,1-1-4 0,0 1-5 0,0-2-19 0,1 1-19 0,1-2-30 16,0 0-45-16,1-1-68 0,0-1-73 0,1 0-89 0,-1-2-112 15,0-1-48-15,1-1 80 0,0 0-51 0</inkml:trace>
  <inkml:trace contextRef="#ctx0" brushRef="#br0" timeOffset="55066.6">27059 6870 805 0,'1'-12'301'15,"1"-1"-90"-15,1-3 25 0,1 0 4 0,1 4-22 0,1-1-38 0,2 1-29 16,-1 2-27-16,2 2-13 0,-1 1-3 0,1 3 0 0,0-1-3 0,0 1-10 15,0 1-11-15,2 0-11 0,-1 1-2 0,-1 0-14 0,0 1-14 16,-2 0-11-16,0 1-12 0,0 1 2 0,0 0-4 0,-1 0 1 0,-1 1-5 16,0 2-6-16,1-1-3 0,0 2-1 0,1-1-2 0,-2 1 5 0,1 2-5 15,-2 1-2-15,1 0 0 0,-1 2-2 0,0 1 0 0,0 1 0 16,-1-1-1-16,-2 3 3 0,1 0-2 0,-1 1-2 0,-1-1 6 0,1 1-7 16,-2 1-1-16,1 0-9 0,-2-2-5 0,0 1 6 0,0 0 12 0,0 0 6 15,0-2 3-15,0 1-4 0,1-1-4 0,0-2 1 0,2 1 0 16,0-3 0-16,1 1-2 0,1-1-2 0,0-1-3 0,1-1-2 0,0-1-6 15,2-1-8-15,0-1 1 0,1 0-14 0,1-2-7 0,1-2-10 16,0 0-14-16,0-1-20 0,-1-2-26 0,0 1-34 0,0-1-28 0,-1-1-27 16,1 0-19-16,-2-1-32 0,1-1-47 0,-1 0-63 0,0-1-14 0,-1-1 42 15,-1 1 85-15,-1 1-19 0</inkml:trace>
  <inkml:trace contextRef="#ctx0" brushRef="#br0" timeOffset="55266.62">27135 6893 953 0,'-2'-1'213'0,"0"0"-3"0,1 0 20 0,3 1-8 0,1 0-22 16,0 0-29-16,2 0-21 0,1 0-10 0,2-1-17 0,2 1 5 0,-1 0-7 15,3 0-12-15,0 0-14 0,1 0-20 0,1-1-12 0,-1 0-10 16,3 0-1-16,-1-1-8 0,2 0-10 0,-3 0-8 0,3-1-3 0,-1 0-8 16,-1 0-4-16,-2 0-5 0,-1 0-5 0,0-1-2 0,-2 0-5 0,1 0-5 15,-2-1-7-15,0 1-8 0,0-1-21 0,0 1-23 0,0-1-32 16,-1 1-43-16,1 0-40 0,-1 0-48 0,2 1-54 0,1 0-52 15,0 1-68-15,0 1-62 0,-1 1 41 0,-1 1 79 0,1 0 43 0</inkml:trace>
  <inkml:trace contextRef="#ctx0" brushRef="#br0" timeOffset="55467.6">27685 6909 846 0,'-1'3'315'0,"2"1"-65"0,-1 0-7 0,1 0-12 0,0-2-37 16,0 2-20-16,2-3-43 0,-1 1-20 0,0 0-14 0,2-1-30 0,0-1 3 15,1 0-11-15,1 0-13 0,0-1-6 0,1 0-6 0,1 0-12 16,1-2 5-16,0 2-5 0,0-2-8 0,-1 0 1 0,1 0-8 0,-1-1-5 16,2 0-4-16,-2 0 0 0,0 0-11 0,0 0-3 0,0 0-6 0,-1 0-15 15,-1 0-12-15,1 0-21 0,1 0-38 0,0 0-55 0,0 0-47 16,1 0-55-16,0-1-49 0,-1 1-61 0,0-1-24 0,1 0 45 0,1 1 98 16,1-2-50-16</inkml:trace>
  <inkml:trace contextRef="#ctx0" brushRef="#br0" timeOffset="55649.6">27887 6675 913 0,'-4'1'198'0,"-1"2"23"0,0 0 23 0,0 1-7 0,1-1-24 0,-1 3-26 16,1 1-19-16,-1 1-14 0,1 0-9 0,0 2-16 0,1 2-23 16,0-2-21-16,-1 5-22 0,1 1-14 0,1 1-9 0,0-1-12 0,1 1-5 15,0-1-7-15,1-1-9 0,1-2 2 0,1-1-7 0,1-1-7 16,2-3-4-16,0-1-16 0,1-3-21 0,1-1-51 0,2-3-80 0,1-1-101 15,1-1-98-15,1-2-125 0,0-1-67 0,2-1 85 0,2 0-59 16</inkml:trace>
  <inkml:trace contextRef="#ctx0" brushRef="#br0" timeOffset="55804.6">28167 6887 1114 0,'4'3'355'0,"2"1"-135"0,0 2 20 0,1-1 6 15,-1 0-32-15,0 1-48 0,1-1-52 0,0-1-51 0,1 0-25 0,-1-1-15 16,1-1-8-16,0 0 6 0,0 0-4 0,0-1-6 0,-1-1-6 15,2-1-8-15,0 0-5 0,1-1-14 0,0-1-6 0,0 1-28 0,0-2-49 16,2-1-69-16,-1-1-64 0,1 0-49 0,0-1-16 0,0 0-2 16,0 0 2-16,1 1 37 0,0 0 47 0,0 2 50 0,-2 0 62 0,1 0 13 15,-1 1-62-15</inkml:trace>
  <inkml:trace contextRef="#ctx0" brushRef="#br0" timeOffset="55952.6">28575 6852 210 0,'10'0'151'0,"1"2"-9"0,2 1 14 0,-1-1 4 0,-3 1-17 0,0-1-30 15,1 0-38-15,-1 0-31 0,0-1-16 0,1 0-13 0,0-1 0 0,-1 1 6 16,2 0-5-16,0-1 4 0,0 0-1 0,1-1-7 0,1 1 6 15,-1 1-3-15,1 0-1 0,-1 0-1 0,-1 0-3 0,0 0-10 0,-2-1-5 16,1 1-3-16,1 1-3 0,-1 0-4 0,1-1 0 0,-1 2-1 16,-1-2-2-16,1 1 5 0,-1 0-6 0,1-1-15 0,0 0-21 0,0-1-49 15,-1 0-40-15,2 0-17 0,-1 1 5 0,2-1 34 0,0 0 33 0,0-1 21 16,-1 0 9-16,2 0 6 0,0-1 8 0,1 1 0 0,-1-1-47 16</inkml:trace>
  <inkml:trace contextRef="#ctx0" brushRef="#br0" timeOffset="56216.6">29507 6808 61 0,'8'0'39'15,"1"1"18"-15,2 1 12 0,0 0 10 0,-2 0-5 0,1 0-12 0,1-1-3 16,0 1 0-16,0-2 9 0,0 1 11 0,1 0 10 0,0 0 7 16,1-1-8-16,1 1-13 0,-1-1-15 0,2 0-20 0,1 0-11 0,-1 0-4 15,-2 0 1-15,2 1 0 0,0 0 1 0,0 0 2 0,0 1 2 0,0 0-2 16,1-1-2-16,1 1-7 0,-2-2-7 0,2 1-5 0,-2 0-3 15,1 0 2-15,-2-1 1 0,1 0 4 0,-1 1 11 0,0-2 11 0,-1 1 25 16,-1 0 24-16,1 0 19 0,1-1 21 0,-2 2 8 0,-1-1-3 16,0 0-2-16,-1 1-11 0,-1-1-12 0,1-1-16 0,-2 1-17 0,1-1-24 15,-2-1-23-15,0-1-15 0,-1 1-13 0,0-1-13 0,-2 1-13 0,0 0-38 16,-2 0-56-16,-2 0-72 0,-1 0-66 0,-2 0-80 0,-1 2-112 16,-2 0-14-16,-1-1-117 0</inkml:trace>
  <inkml:trace contextRef="#ctx0" brushRef="#br0" timeOffset="59649.86">25318 4430 80 0,'-21'-3'43'0,"-2"-1"-25"0,-7 0-3 0,4 2 7 0,4 1 3 0,0 1-4 16,0-1-4-16,0 3-7 0,-2-1-4 0,0 2-5 0,-2 2-2 15,0-1-2-15,-3 1-1 0,0 2 1 0,-1 0 2 0,0 1 2 0,1 0 2 16,1 0 1-16,0-1 2 0,-1-1 0 0,3 0 0 0,-1 1 0 0,2 1-1 16,1 3 2-16,1 1-3 0,2 1 0 0,0 0-1 0,1 3 1 15,3 0-1-15,1 1 0 0,2-2 0 0,2 0 0 0,2 1-1 0,1 0-2 16,1 0 1-16,2 4-1 0,0 2 0 0,0 0 0 0,1 4 1 0,0 0-1 15,1 2 1-15,0 0 3 0,0 3 2 0,1-1 0 0,-2 3 1 16,1 0 0-16,-1 0-1 0,0-1 0 0,0 0-2 0,1-2-1 0,1-1 2 16,0 0-2-16,2 0 2 0,-1-2-1 0,2 0-3 0,0 0 2 15,2-3-2-15,2 2 1 0,0-1 1 0,2-1-1 0,0-1 1 0,2-1 1 16,1-1 1-16,0 1 0 0,5-3 1 0,1 1-1 0,1 0 0 0,2-2 0 16,2 2-1-16,1-1-1 0,1-2-1 0,3 1-1 0,-1-1 1 15,2-1 1-15,2-2 1 0,-1 0 2 0,3-1-2 0,-1-2 2 0,2-2-1 16,-1 2 3-16,2-1 3 0,0-1 1 0,2-2 1 0,-2-1 1 0,3-1 2 15,0 0 2-15,0-1 2 0,2-1 0 0,-1-1 0 0,3 0-3 16,-2 0-3-16,0 0-3 0,0 0-3 0,0 1-3 0,1-2 0 0,1-1 1 16,-2 1-1-16,0-2 0 0,-1 0-2 0,0 0-2 0,1-1 2 0,0-1-2 15,0 0 6-15,-1 0-2 0,0 0 0 0,-1-1 3 0,-1 0-5 16,-1-2 5-16,-2-1 4 0,-1 0 0 0,-2-1 6 0,0 0 7 0,-1-2 7 16,0 2 12-16,-2-3 3 0,-1-1-2 0,-2-2-3 0,-1-2-11 15,0 1-1-15,-1-3-4 0,-1 1-9 0,2-1-1 0,-2-2-5 0,0-2 0 16,0 1-4-16,-1-2-5 0,-1-1-1 0,-1 1-7 0,-1-4-2 0,-2-1 0 15,-1-2 0-15,-2 0 1 0,-4-1-4 0,0 0 1 0,-3-2-4 16,-3-1 0-16,-4-1-1 0,-2-1-4 0,-2 0-3 0,-5 0-3 0,-3-1 0 16,-5 0 7-16,-3-1 10 0,-4 1 10 0,-2 0 5 0,-2 2 4 0,-2-2 0 15,-2 0-2-15,-1 0 2 0,-2-1 1 0,-2 4 0 0,1 1-5 16,0 2-1-16,-2 2 0 0,2 2-3 0,-1 2 2 0,-2 4 4 0,0 3-3 16,-3 3 7-16,-2 3 1 0,-4 3-6 0,0 4 0 0,-6 4-9 15,-3 1-7-15,-5 4 0 0,-4 3-2 0,0 3 3 0,-3 3 6 0,-2 3-5 16,0 0-4-16,1 2-2 0,-3 0-7 0,3 1-2 0,0 2 0 0,4 1 0 15,5-3 2-15,5 0-1 0,8-1-16 0,7-2-34 0,8-1-42 16,7 1-47-16,7 3-8 0,6 3-146 0</inkml:trace>
  <inkml:trace contextRef="#ctx0" brushRef="#br0" timeOffset="60567.38">29722 4194 906 0,'-11'-15'-7'0,"-1"-1"-27"0,-4-5 6 0,3 3 7 0,1 4 13 0,-1-1 4 16,0 0-24-16,0-1-33 0,1 2-28 0,-1 0-14 0,1 2 7 0,-1-1 18 15,0 1 17-15,2-2 18 0,-2-1 15 0,0 2 10 0,-1-1 11 16,0 1 4-16,0 0 5 0,-2-1 1 0,-1 1-1 0,0 0 2 0,0 2-4 15,-2 0 2-15,-2 2 0 0,0 1-2 0,-2 3 6 0,0 1 0 0,1 1 7 16,-3 3 12-16,0 0 10 0,-2 2 10 0,2 0 6 0,0 2 0 16,2-1-3-16,2 3-3 0,2 0-6 0,0 4-8 0,3 1-8 0,-1 2-8 15,-1 3-5-15,1 2-4 0,2 3 1 0,-1 4-3 0,1 0 2 0,1 1 0 16,0 3-1-16,1 0 1 0,0 3 1 0,2 0-1 0,1 0 4 16,1-1 0-16,1 1 5 0,1-2 2 0,0 1-3 0,2-1-2 0,0 0-4 15,2 0-5-15,0 0 0 0,1-1-3 0,0 1 1 0,1-1 4 16,1 1-1-16,2 1 4 0,0 0 1 0,1-1 1 0,0 2 3 0,2-2-1 15,0 1 1-15,0 0-1 0,1-1-1 0,0-1 12 0,0 1 6 0,-1-3 9 16,2 0 12-16,1-1-2 0,1-1 1 0,1 0-3 0,2-1-5 16,0 0-2-16,2-2 0 0,1-1-1 0,2 0-10 0,2-1-6 0,3-1-5 15,2 1-3-15,1 0 1 0,3-2-3 0,0 1-1 0,3-3-8 16,0 0 0-16,2-1-3 0,-3-1 0 0,1-3 2 0,-2-2 3 0,2-2 6 16,-2-2-1-16,1-2 5 0,-1 0-2 0,0-2-1 0,0-1 8 0,1-1 0 15,-2-2 1-15,0 0 1 0,1-1-8 0,-1 1 5 0,0-2 0 16,-1-1 3-16,1-2 2 0,-1 0-1 0,2-1 2 0,1-1-5 0,1-1 0 15,0 0-4-15,0-1-6 0,-1 0 0 0,0 0-6 0,-1-1 0 16,0 2-7-16,0-2-1 0,-1 0-9 0,-1 1 2 0,1 1-1 0,-1 0 0 16,-1-1 5-16,0-2-4 0,-2-1 0 0,0 2 2 0,-1-2 5 0,-2-1-8 15,0 0 5-15,-1-2 1 0,-2-1-4 0,-1-3 11 0,0 0 1 0,-3-2 0 16,2-3-3-16,0-2-4 0,-1-4-4 0,-3-1-3 0,0-3 5 16,-4 0-8-16,-3 1 7 0,-3-3-1 0,-2 2-3 0,-3-1 6 0,-2-1 12 15,-4 3 4-15,-3 0-2 0,-3 2 7 0,-2 3-11 0,-3-1 1 16,1 3 4-16,-3 0-10 0,-3 1-11 0,-3-1-5 0,-6 2-5 0,-3 0 3 15,-3 0 9-15,-4 3-1 0,-2-1 0 0,-3 2 5 0,-1 3-4 0,-3-1 2 16,-2 1 0-16,-4 3-6 0,-2-1-7 0,-4 0-9 0,-1 4-18 16,-3 0-29-16,-4 2-24 0,-2 3-26 0,0 2-33 0,-4 1-26 0,-2 2-6 15,-2 3 20-15,-3 2-55 0,-2 4 51 0</inkml:trace>
  <inkml:trace contextRef="#ctx0" brushRef="#br0" timeOffset="61852.2">23994 7183 225 0,'-6'-12'126'0,"1"-1"-116"15,0-2-4-15,3 2-1 0,2 2 3 0,1 0 1 0,3 0-2 0,1-2-2 16,2 0-3-16,1-1 0 0,0 0-2 0,2 0 4 0,0-1 2 0,1 1 7 15,1 2 10-15,1-1 8 0,1 0 9 0,-1-2 5 0,2 0-3 0,0 0-5 16,3 0-9-16,2 1-8 0,1-2-5 0,2 2-6 0,1-2-3 16,0 0 0-16,3 0-2 0,1 2-1 0,3-1 1 0,0 0-1 0,1 0-1 15,1 1-1-15,2-2-1 0,1 1 0 0,1-2 4 0,1 0 0 16,0 0 3-16,2-1 0 0,-1 4 1 0,1-1 1 0,1 0 5 0,-1 1 2 16,-1 0 5-16,0 3 5 0,0-1 0 0,0 1 6 0,2 0 8 0,-1 1 2 15,1-1 1-15,2 1-8 0,1-1-10 0,1 2-8 0,2 2-4 16,0 2-4-16,2 2-5 0,0 1 2 0,-1 2-6 0,0 2 0 0,-3 1 0 15,0 2-2-15,-2 1 1 0,1 2 4 0,-4-1 6 0,0 1 0 0,-2 1 2 16,-1-1-5-16,-1 2-1 0,-4-1 1 0,1 0 0 0,-4-1 0 16,2 1 0-16,-2 0-1 0,-1 0 1 0,-2 1-1 0,-1 0 0 0,-2-1 3 15,0 1-3-15,-1 1 3 0,1-1 2 0,-1 1-1 0,0 3 2 16,-3-1-2-16,0 1 0 0,0-2-2 0,-1 1 3 0,-1 0 5 0,1 0 6 16,-3 0 1-16,0 0-8 0,-1 2-2 0,-1 1-3 0,-3-1-1 0,-2 1 5 15,-1 2-1-15,-4-1 3 0,-1 1 1 0,-3 0 5 0,-2 0 4 16,-2 1 7-16,-1-1 2 0,-3 1-3 0,-2 0 1 0,-2-1-10 0,-2 1 1 15,0 1-8-15,-2 0-8 0,-1 0-6 0,0 2-1 0,-2-1 4 0,0 1 2 16,-2 0 1-16,1 0-3 0,-2 0-1 0,1 1-1 0,0 3-2 16,0 0 1-16,2 1 2 0,-1 2-2 0,-1-1 1 0,0 2-1 0,-2 0-1 15,0 3 0-15,1 1 1 0,-1 2 1 0,1-1-5 0,-3 0 2 0,0 1-1 16,0-1 0-16,-1 2 8 0,0-3-2 0,-1 1-1 0,0-3-3 16,-3 0-3-16,0 2 1 0,-1-1-5 0,-1 0 8 0,-2-2 2 15,2-2 0-15,-3-2 1 0,3-2-2 0,-1 0 1 0,0-2-3 0,1-1 1 16,0 0-1-16,4-4 1 0,-1 1-1 0,1-2 2 0,1-2-5 0,0-1-2 15,-2-2 6-15,3-1 1 0,-3-1 1 0,1-1 3 0,-1 0-4 16,-1-1-3-16,0-1 8 0,-2-2 2 0,-1 0 3 0,0-2 7 0,-2-2-2 16,0 0 3-16,-5-2-4 0,0-3 2 0,-2-1 0 0,-1-3-2 0,-2-1 8 15,-1-2-9-15,-2 0-1 0,-2-2 8 0,0-2-6 0,-3-2 5 0,1 0 1 16,1-5-7-16,-1-3-2 0,2 0-2 0,1-4-2 0,0 0-7 16,3-2-7-16,2-1-12 0,1-2-12 0,2-3-13 0,2-1-6 0,3-2-7 15,0 0 2-15,2-1 3 0,0-1 12 0,3 1 8 0,2 0 11 16,1 1 6-16,2 1 8 0,2 2 9 0,0 0 4 0,2 2 7 0,1 1 8 15,4 2-2-15,2 1-3 0,2-1-2 0,3-1-8 0,1 1-2 0,4 0-2 16,3 2 0-16,1 0 4 0,3 1-7 0,2-1-1 0,3 0-4 16,2-1-8-16,4 0 4 0,2 0 3 0,1 1 1 0,4-2 10 0,2 3-3 15,0-1-3-15,2 3-4 0,0 1-3 0,-1 4 1 0,0 2-2 0,-1 4-2 16,2 1 0-16,-1 5-2 0,0 1-1 0,0 2 1 0,0 4-2 16,-2 2 2-16,0 1-1 0,0 3 3 0,-2 1 1 0,-1 1 0 0,-1 2 2 15,0 0 2-15,-2 2 4 0,1 0 1 0,-2 1 0 0,0-1 1 16,-1 0-1-16,0-1 3 0,-1-1 1 0,0 1-3 0,0-1 4 0,-2-1-1 15,0-1 1-15,-1-1 0 0,-1 0-2 0,0-2-2 0,-1 1 2 16,-1 0-2-16,0-2 1 0,0 1 0 0,-2 0 2 0,0-1-3 0,-1 0 5 16,1-1-2-16,-2 1 5 0,1-1 4 0,-1 1-2 0,-1-1 2 0,0 0-5 15,0 0 0-15,0 0 0 0,0 0-2 0,-1 0 1 0,1 0-6 16,-1 0-2-16,0 1-4 0,0-2-2 0,0 2-5 0,-1 0-15 0,1 1-31 16,0 0-52-16,0-1-47 0,1 1-44 0,1 1-24 0,2 2 6 0,1-1 10 15,1 1 23-15,5 0 48 0,4-1-80 0</inkml:trace>
  <inkml:trace contextRef="#ctx0" brushRef="#br0" timeOffset="62535.2">27003 5345 1098 0,'-12'-10'232'0,"1"1"-264"16,-2 0-7-16,3 5 17 0,5 3 17 0,2 0 12 0,0 1-3 16,0-1-18-16,0 1-32 0,0 1-47 0,2 1-30 0,-1 2-11 0,1 1 15 15,0 0 30-15,-1 1 25 0,1 0 21 0,0-2 18 0,1 1 12 0,-1-1 9 16,0-2 5-16,1 0 5 0,0-2 2 0,1 1 6 0,0-1 9 16,1 0 10-16,0 0 15 0,2-1 16 0,0 1 16 0,2 0 15 0,0 0 15 15,2-1 7-15,0 0 6 0,1-1-4 0,2 0-15 0,3 0-13 16,2 0-21-16,3-1-18 0,2 2-15 0,3 0-10 0,2 0-11 0,2 2-5 15,3 0-2-15,-1 0-5 0,3 2-2 0,0 0 4 0,2 0-5 0,0 0 0 16,-1-1 3-16,-1 1 3 0,-3-2 5 0,1 1 2 0,-2-2 1 16,0 0 2-16,-3-2 4 0,1 1 7 0,-2-2 10 0,-1 0 2 0,0 0 2 15,-3-3-2-15,1 2-3 0,-1-2-7 0,-2-1-1 0,1-1-5 0,-2 0-3 16,-1 0-2-16,0 1-8 0,-2-1 3 0,-1 1-4 0,-2-1 3 16,0 1-3-16,0 0 1 0,-1 0-4 0,-1 0 1 0,0 0-7 0,-2-1 4 15,0 0 2-15,0 2-5 0,-1-1 4 0,0 1-6 0,0 0-2 16,-1 1-1-16,0 0-3 0,0 2-4 0,-2-1-7 0,0 1-12 0,-1 0-33 15,-1-1-37-15,0 0-43 0,-1 0-33 0,0 0-23 0,0 0-28 0,0-2-23 16,2 0-12-16,-1-1 14 0,0-1 53 0,1-1-103 0</inkml:trace>
  <inkml:trace contextRef="#ctx0" brushRef="#br0" timeOffset="63118.2">31058 5198 2430 0,'-1'-2'-26'0,"1"0"-36"0,-1 0 5 0,2 1 25 0,1 1 38 0,1-2 20 16,2 1-19-16,0 0-58 0,3 1-78 0,2 0-72 0,5 0-34 16,2 1 6-16,2-1 53 0,1 1 60 0,0 0 50 0,-1 0 36 0,-1-2 21 15,1 0 13-15,-2-1 6 0,0 0 10 0,2-2 2 0,0 0 7 0,1-1 6 16,1-2 2-16,3 0 15 0,1-3 13 0,3 0 9 0,0 0 2 0,1-2 4 15,1-1 7-15,2 2 16 0,0-1 1 0,0 0 1 0,0 0-9 16,0-1-17-16,1 0-1 0,0 1-17 0,0 0-13 0,-1 0-5 0,-1 2-18 16,-2 2-5-16,-1 1-8 0,-1 2-11 0,-2 0 4 0,0 1-8 15,0 1 3-15,-1 1-9 0,-1 0 0 0,-12 2 4 0,3-1-4 0,-1 2 4 16,2-1-5-16,0 1-7 0,3 0-1 0,-3 1-3 0,3 0-3 0,-3 0-15 16,1 1-26-16,-3 0-35 0,-1 0-29 0,-1 1-24 0,-3-1-27 15,1 0-26-15,-3-1-27 0,-2 1-19 0,-1 0 17 0,-2-1 40 0,-2 1 42 16,-3 0 55-16,-4 0 31 0,-3 0-91 0</inkml:trace>
  <inkml:trace contextRef="#ctx0" brushRef="#br0" timeOffset="64000.5">26254 8072 1003 0,'-2'0'121'0,"2"2"-328"0,1 0-15 0,5 2 52 16,8 1 86-16,3 0 68 0,4-1 19 0,0-1 0 0,4-2-3 0,1 0-8 15,4-1-8-15,3 0-5 0,4 0 4 0,-1-1 6 0,2-1 8 16,-2-1 6-16,0 0 3 0,0-1 11 0,-1 0 11 0,-1-1 10 0,-2 0 9 16,3 0 1-16,-1-1-2 0,2-1-2 0,2 0-2 0,-2-2 6 15,3 0 8-15,-2-2 7 0,2-1 7 0,0 1 5 0,-2-1-2 0,0 0-1 16,0 1 0-16,-1-2-3 0,0 0 1 0,-1 1 0 0,-1 0-1 15,-3 2-3-15,0-2 1 0,0 0 1 0,-1 0 1 0,0 0-3 0,-1 1-4 16,-1-1-11-16,-1 0-2 0,0 0-11 0,0 0-6 0,-2 1-5 0,1-1-7 16,-1 1-3-16,-1 0-5 0,0 0-7 0,-1 1-3 0,-1 0-2 15,-1 1 1-15,-1-1-4 0,1 1-1 0,1 2-3 0,-1-1-3 0,0 1 3 16,-1 2 1-16,-3-1-1 0,0 1-2 0,-2 1 1 0,0 0-5 0,-3 1-3 16,0 0 2-16,-1 1 0 0,-1 0 9 0,-1 0 5 0,-1 1-2 15,-1 0 11-15,0 0 0 0,-2 1 1 0,-1 0 7 0,-1 0 0 0,0 0 3 16,0 0-3-16,-1 0 2 0,1 0-4 0,-1 0 0 0,-1 0 1 0,1 1 2 15,-1-1 0-15,1 0-7 0,-1 0 3 0,1 0-6 0,-2 0-2 16,2 0-1-16,0 0-4 0,-1 0 4 0,1 0-5 0,0 0 6 0,0 0-3 16,-1 0 0-16,0 0 3 0,-1 0-2 0,1 0 2 0,0 0-1 0,0 1 2 15,-1-1-2-15,0 1 2 0,0-1 1 0,0 0-2 0,0 0 0 16,-1-1-2-16,1 1-1 0,0 1 0 0,0-1-1 0,1 0-1 0,-2 0-1 16,1 0-1-16,0 0 1 0,-1 0 0 0,1 0 0 0,0-1 0 0,-1 1-3 15,1 0 1-15,0 0 1 0,0 0-1 0,0 0 4 0,0 0-4 16,0 0 2-16,0 0 0 0,-1 0-3 0,2 0 2 0,-2 0-1 0,1 0 1 15,-1-1 1-15,1 1 3 0,0 1-2 0,0-1-1 0,-1 0 0 16,1 0-3-16,0 0 2 0,0 0 1 0,-1 0 0 0,1 0-3 0,-1 0 0 16,1 0-2-16,0 0 2 0,0 0 3 0,-1 0-6 0,1 0 3 15,-1 0-1-15,1 0-2 0,0 1 3 0,-1-1 0 0,1 0-2 0,0 0 4 16,0 1-4-16,0-1 1 0,0 1 1 0,0 0 0 0,-1-1 0 0,1 1-5 16,-1 0 5-16,1 0 3 0,0 0 0 0,0 1 2 0,0-1-4 0,-1 0 2 15,1 0 0-15,1 1-1 0,-1-1 1 0,1 1 0 0,-1-1 1 16,0 0-2-16,0 0 2 0,0-1-1 0,-1 1 2 0,1-1-1 0,0 0-1 15,0 1 0-15,0-1-4 0,0 0 1 0,0 0-2 0,0-1 1 16,1 1 1-16,-1 0-3 0,1 0 3 0,-1-1 0 0,1 1-1 0,-2 0-1 16,2 0 1-16,-1-1-2 0,0 1-3 0,1 0-1 0,-1-1-7 0,0 1-2 15,-1-1-4-15,1 0-8 0,-1 0-3 0,1 0-7 0,-2-1-5 16,1 0 0-16,0 0 1 0,-1 0 1 0,1-1 1 0,-1 1-5 0,0-1-8 16,0 1-4-16,0 0-15 0,1 0 4 0,-2 1-4 0,1-2-8 0,0 0-8 15,0-1-27-15,0 1-32 0,-1-1-29 0,1 1 2 0,-1-1 14 16,0-1 31-16,-1-1 47 0,0 1 6 0,0-1-63 0</inkml:trace>
  <inkml:trace contextRef="#ctx0" brushRef="#br0" timeOffset="65701.32">21719 5119 276 0,'4'-19'17'0,"0"0"4"0,5-5 6 0,1 5-3 0,3 5 0 15,3 0 2-15,1 1-2 0,2 1-4 0,2 2-2 0,0 1-4 16,3 1-3-16,1 0 1 0,2 2-1 0,4 0-2 0,-1 1-1 0,4 0-6 16,1 1-1-16,2 0-2 0,2-1 1 0,2 0-1 0,2-1 2 15,1-1 0-15,0 0-1 0,1-1 1 0,0-1-3 0,0 0 2 0,0 0 1 16,0-1 1-16,-2-1 3 0,-1-1-1 0,0-1-2 0,0 0 1 0,-2-2-1 16,-1-1 3-16,0-1 4 0,-2 0 4 0,-1 0 6 0,-3 1 6 15,-2 2 3-15,-3 1 2 0,1 1 0 0,-4 2 0 0,0 2 0 0,-2 1 0 16,-1 1 1-16,-1 2-1 0,-2 1 1 0,2 2-4 0,-1 1-2 0,1 2-2 15,-1 2-6-15,1 0-2 0,-1 2 0 0,2 1-4 0,2 2-1 16,-2 2-2-16,3 1-4 0,-1 3-1 0,-1 1 1 0,1 2-1 0,0 1-1 16,3 3 0-16,-3 2-1 0,2-1 0 0,0 2 1 0,-4-1-3 0,0 0 0 15,-1 0 1-15,-2-1 0 0,0-1 1 0,-1 0-1 0,-2-3 0 16,-1 1 1-16,-2 0 2 0,-2-1 0 0,-2 1 1 0,-2 1 4 0,0-2-1 16,-1 4 8-16,-2-1 4 0,-2 2 6 0,-1 2 6 0,-1 0 0 0,-2 2-3 15,0 1-6-15,-1 3-3 0,-2 3-6 0,0 3-6 0,-1 0-1 16,-1 0-1-16,-1 1 1 0,0 0-4 0,-2 0 0 0,-1 1-1 0,-2-2-3 15,0-1 2-15,-3-2-2 0,0-2 1 0,-1 2 8 0,-2-4-1 16,-2 0 4-16,-1-3 1 0,-5-1-1 0,-1-3 2 0,0-2 2 0,-3-1-1 16,1 1 0-16,-2-2 0 0,-2 0-1 0,0 0-4 0,-3-4 5 0,1 2-4 15,-1 0 3-15,1-1 0 0,-1 2-5 0,0-2 3 0,1 0 0 16,1-2-4-16,2 0 1 0,0-1-1 0,3-2 2 0,-2-2-1 0,3 0-2 16,-1-2 5-16,4-1-3 0,-1 0 2 0,3-3 2 0,-1 0-2 0,0 0 3 15,1-3-4-15,-1 0 0 0,1-1 3 0,0-2 0 0,0 0 1 16,1-2 2-16,-1-2-2 0,1-1 0 0,-1-2-2 0,-1-2 3 0,2-2-2 15,-1-2-2-15,1-3-1 0,0-4-2 0,0-1 1 0,1-4-2 16,-2-3-5-16,0-4-3 0,-1-5-7 0,-2-3-9 0,3-4-7 0,-3-2-15 16,3-2-6-16,1-1-5 0,0 0 9 0,2-1 8 0,0 1 3 0,0 2 4 15,1 1-17-15,0 1-21 0,2 1-26 0,1 0-27 0,1 2-12 16,3 1 0-16,2 3-1 0,2 5-9 0,3 2-14 0,1 3-185 0</inkml:trace>
  <inkml:trace contextRef="#ctx0" brushRef="#br0" timeOffset="71717.89">24809 4421 299 0,'-1'-7'-11'0,"4"-1"24"0,2 0-5 0,6 3-3 0,4 3-2 0,4 0 2 16,4 0 2-16,4-1-2 0,3 1-1 0,4 0-1 0,5 0-3 0,4 1 1 15,3-2 0-15,3 1-2 0,2 0-1 0,1-1 2 0,1 1-2 16,0-1 2-16,0-1-1 0,-1 1-1 0,-2-1 1 0,-4 0 3 0,-3 1 0 16,-3-1 1-16,-2 1-2 0,-3 1 1 0,-5-1 0 0,-3 1 1 15,-4-1 3-15,-3 1 0 0,-3 0 4 0,-3 0 6 0,-1 0 2 0,-1 0 3 16,-3 1 2-16,0-1-3 0,-1 1-5 0,-1-1-3 0,-1 1-6 0,0 1-4 16,-2 0 0-16,0 1-4 0,-2 0 1 0,0 0 0 0,-2-1-1 15,-1 1 2-15,-3 0 0 0,-2 0 1 0,-4 0-4 0,-3 0 0 0,-4-1 1 16,-4 1-1-16,-5 1 1 0,-1-1 2 0,-5-1 0 0,-2 1 0 15,-3 0 0-15,-5 0 1 0,-2 2-1 0,-3 1 0 0,-4 1 0 0,-5 2-1 16,-1 1 1-16,-4 2 2 0,1 0 2 0,0 3 2 0,0-1-1 0,3 0 3 16,1-1 1-16,5-1 1 0,5 2 0 0,3 0-2 0,7 0-4 15,4 0-5-15,4-1-4 0,5 0-3 0,8 0-3 0,5 1-2 0,6-1-1 16,6 1-4-16,4-1-4 0,8 0-4 16,6-1-10-16,8-2-20 0,6-1-9 0,8-1-156 0</inkml:trace>
  <inkml:trace contextRef="#ctx0" brushRef="#br0" timeOffset="72267.89">28954 3816 614 0,'-8'-28'-116'0,"1"0"201"0,2-3-26 16,5 7-2-16,5 10-9 0,4 2-16 0,3 3-15 0,4 2-10 0,4 3-4 15,2 2-2-15,5 4-1 0,2 2-1 0,3 2-2 0,-1 3 1 0,1 2-1 16,-2 1-1-16,-1 1 1 0,-4 1 0 0,-2 1 2 0,-3-1 0 16,-4 0-1-16,-1 1-2 0,-1-2 1 0,-2 1 1 0,-1-1 4 0,1 1-1 15,1-2 4-15,0-1-2 0,0-2 2 0,1-2-1 0,2 0 2 16,1-2 1-16,2-1 0 0,2-1-1 0,4-2-1 0,3-2 0 0,3-2-3 16,1-1-2-16,2-2-2 0,0-1-5 0,1-1 0 0,-2-1 1 0,0-2-2 15,-2-1 3-15,1 0 2 0,-2-1 0 0,-1 1 5 0,-4-1-1 16,-3 1-2-16,-2 0-1 0,-1 0-9 0,-2 2-8 0,-3 2-15 0,-3 1-22 15,-3 4-44-15,-3 1-27 0,-3 3-35 0,-5 2-72 0</inkml:trace>
  <inkml:trace contextRef="#ctx0" brushRef="#br0" timeOffset="119071.96">4268 7305 218 0,'-5'-9'65'0,"-1"-1"-50"0,0-2-9 15,1 2-5-15,0 2 1 0,2 1 1 0,-1 2-1 0,0 0 0 0,0 1-2 16,-1 2-1-16,1 0-1 0,-1 3 0 0,0 1 2 0,0 0 1 16,-1 2 0-16,1 1 3 0,-1 1 0 0,0 0 1 0,3 1 0 0,-2 0 1 15,1-1-2-15,0 1-1 0,0 0 0 0,1 0 0 0,0 2 1 0,1 0 3 16,0 1 2-16,1 0 3 0,-1 2 3 0,1-2 3 0,1 1 5 16,0 1 1-16,1-1 0 0,1 0 0 0,1 0-4 0,1-1-3 0,2 1-1 15,2 1 1-15,0-1 0 0,4-1 4 0,1 0 8 0,2-1 7 16,3 0 10-16,1-1 5 0,4-1 5 0,2 0-2 0,3-2-6 0,2 0-2 15,3-2-3-15,1-1 3 0,3 0 3 0,-1 0 2 0,4 0 2 0,-1 0 0 16,2-1 6-16,4 3 1 0,-1-1-5 0,0 1 3 0,1 0-6 16,2-1-3-16,0 0 0 0,2 0-5 0,0 0-4 0,2-2 2 0,0 1 2 15,2-1-1-15,1-1-1 0,0 1-6 0,1 0-14 0,0 0 4 16,-1 0-13-16,2-1 7 0,0 2 1 0,0-1-14 0,0 0 13 0,-2 0-10 16,-2 0 6-16,1 0 8 0,2-2-4 0,-1 1 5 0,1-1-2 15,0 0 10-15,-1-1-11 0,1-1 5 0,-1 1-8 0,0-2-10 0,-2 1 6 16,-1 0-6-16,-3-2 8 0,-1 0 3 0,1 0 1 0,-1-1 2 0,-2 0 3 15,-1-1 0-15,-1-1 2 0,-2 0 2 0,-1-2-5 0,1-1 4 0,-3-1-7 16,1 0 0-16,-3-1 1 0,0-2-6 0,0 1 8 0,-4 0-7 16,0-1 6-16,-2 0-1 0,-2 1-7 0,0-1 6 0,0-1-4 0,-3-1-2 15,0 0 3-15,-2-1-3 0,-2-3 1 0,-1 0-3 0,-1 1-3 0,-1-2 1 16,-1 0-5-16,0 1-2 0,-1-3 0 0,-2 1 0 0,0-3 4 16,-2 0-3-16,-1 0-6 0,-1-2-1 0,-4 1 4 0,0-2 6 0,-2 0 13 15,-3-1-10-15,-2-1-5 0,-2-1-6 0,-2 1-9 0,-3-1 3 16,-3 0-6-16,-2-1-2 0,-4-1-1 0,-1-2 1 0,-5 1-1 0,-1 0 2 15,-3-1-3-15,-3 2 0 0,-2 0-5 0,-6 0-4 0,0 0 3 16,-2 2 4-16,-2-1 7 0,-1 1 9 0,0 0-4 0,-3 0 0 0,1 1 2 16,0 0 7-16,0 2 5 0,-1 1-6 0,1 0-5 0,0 2-3 0,-1-2-1 15,-2 2-2-15,1 2-4 0,0 1-3 0,-1 1 4 0,1 3 1 16,-3 1 0-16,-2 4 2 0,1 0-5 0,-3 2 7 0,1 3 2 0,-1 0-5 16,-3 4 1-16,-1 0 0 0,-2 3-2 0,-2 1 2 0,0 1-2 0,1 3 2 15,-2 2 8-15,0 0-3 0,0 3 3 0,1 2-1 0,1 1-7 16,-2 2 1-16,2 1 6 0,0 2-1 0,-1 3-1 0,3 1 4 0,2 4 3 15,-1 1-4-15,2 1-2 0,0 3 2 0,2-3-6 0,4 2 2 0,0 2 4 16,3 0-1-16,1 2 1 0,2 1-2 0,3 2 1 0,0 2-7 16,0-1 11-16,0 3 2 0,2 1 3 0,0 1 4 0,0 3-5 0,1 0-6 15,1 1 3-15,3 0-1 0,1 0-5 0,3-3 4 0,3-1-2 16,3-1 1-16,0-1 1 0,3-1-2 0,4-2-5 0,2-4-3 0,4 0 10 16,4-5 4-16,2 0 5 0,3-2 2 0,1-2-5 0,3-1-8 0,1-3 10 15,3-2 0-15,0-2 4 0,3-1 4 0,3-2 1 0,1 0 1 16,3-2-7-16,1-1 7 0,1-1-5 0,0 0 1 0,2-2-1 0,1-1 2 15,0-1-9-15,0 0 2 0,1-1-5 0,0 0-7 0,0 0 9 0,-1-1-7 16,1 0 2-16,-1-1-1 0,-2-1-1 0,0 1-1 0,-1-1 2 16,-2 0 1-16,-1 0 1 0,-1-2-1 0,-2 1 0 0,0 0 0 0,-1-1-2 15,-2-1 5-15,1 0 0 0,-1 0 0 0,0-2-2 0,0 1-1 16,0 0 3-16,-1-1-4 0,-1-1 4 0,0 1 2 0,-1-1-2 0,-1 0-3 16,-1 1 3-16,0-1 2 0,-1 1-9 0,0-1 9 0,-2 0-4 0,1 2 1 15,-1 0 1-15,0-1-4 0,-1 2 1 0,0-1 0 0,0 1 1 16,-1 0-10-16,0 0 9 0,1 1-7 0,-2 0 0 0,1 1 7 0,-2 0-9 15,1 1 7-15,-1 0-3 0,0 0-4 0,-1 0 5 0,-1 1-6 0,1 0-3 16,-2 2-2-16,0-1-19 0,1 0-11 0,-1 1-15 0,-1-1-17 16,0 1-17-16,0 0-18 0,1-1-15 0,0 1-14 0,1-2-20 0,0-1-29 15,1 0-33-15,-2 0-37 16,3 0-25-16,0 0 8 0,-2 0 18 0,2 0 66 0,-1 2-121 0</inkml:trace>
  <inkml:trace contextRef="#ctx0" brushRef="#br0" timeOffset="120039.57">4314 8328 1721 0,'4'-23'717'0,"3"3"-725"0,4-1-19 0,5 9-8 0,2 6 9 15,4 0 20-15,3 0 7 0,2 1-10 0,4 1-12 0,1 2-18 16,3 2-24-16,2 4-17 0,2 3-9 0,3 3 14 0,-1 3 23 0,1 1 23 16,1-1 25-16,-2 0 3 0,2-1 5 0,-1 0-3 0,1-1 6 0,1-1 4 15,0 0-2-15,2 0 6 0,1 1-1 0,1-2 1 0,2 1 6 16,3-2 5-16,1 0 5 0,2-1 6 0,0-1 2 0,-1-2 1 0,1-2 2 15,-1 0 1-15,1-3 1 0,-1 1 6 0,-1-1-6 0,1-1 1 0,0 0 0 16,0-2 0-16,1 1 4 0,-2-2 0 0,0 0-2 0,0-1-7 16,0 1-4-16,0-2-2 0,1 1-6 0,-1-1 5 0,-1 1 0 0,3 0-4 15,-3 2 1-15,1 0-6 0,1 3-2 0,-1 0 0 0,-1 3-7 0,0 1-3 16,-1 2 0-16,-3 2-3 0,-1 2-4 0,-2 0 2 0,-2 0-4 16,0 1-3-16,-2 0 4 0,-1 0-1 0,-1 0 1 0,-1 0 1 0,-2-2 0 15,0-2-3-15,-1 0 5 0,-1-1-2 0,-2-1-3 0,0-1 0 0,-2-1-1 16,-1-2 3-16,0 0 6 0,-2-2 2 0,-1 0 1 0,-1-2-1 15,-1-1 2-15,-1-2-4 0,0 0 4 0,2-4 2 0,0-1-3 0,-1-1 1 16,1-2 0-16,-2 0-2 0,0-4 3 0,-1-2 1 0,-2 0-4 16,-1-2 4-16,0-2-5 0,-3 0-5 0,-1-2 12 0,-1 0-4 0,-3-2 4 15,-4 0-3-15,-1-2-14 0,-3 0-2 0,-2-1-7 0,-4 0-1 0,-3-2-5 16,-2 0-4-16,-4-4-4 0,-4 1 1 0,-3-1-1 0,-3-1 3 16,-4 1 3-16,-3 1 5 0,1-2-10 0,-5 1 5 0,0-1 9 0,-1 1 1 15,-2 0 12-15,2 0 2 0,-2 0-8 0,-1 2-3 0,-1-1 3 0,-1 3-4 16,1-1 4-16,-2 2 6 0,-1 1-6 0,0 1 1 0,-3 2-8 15,1 4-1-15,0 0-1 0,-2 2 0 0,-1 2 4 0,-3 2-7 0,-1 2 3 16,-2 3-2-16,-2 0 3 0,-2 1-10 0,-3 2 3 0,-2 1-4 0,-3 2 1 16,0 1 13-16,-4 2 0 0,0 2 0 0,-2 2-2 0,-3 3 4 15,-1 2-4-15,-2 3 7 0,-2 1 1 0,0 1 8 0,1 4 3 0,2 0-7 16,3 1 2-16,3 0-5 0,1 2-2 0,3 2 0 0,2 2 8 16,2-2-2-16,2 3 0 0,3 0 0 0,5 0-10 0,4 2 4 0,2 0 2 15,1 2-2-15,2 0-2 0,3 0 2 0,1 1-3 0,2 0 1 0,-1 2 2 16,-1 2-2-16,1 0 2 0,3 1 5 0,1 1-1 0,1-3-9 15,3 1 0-15,1 0 10 0,3-2 0 0,2 0 9 0,3-1-2 0,2 0-3 16,2-1-8-16,1 0 3 0,1-1 1 0,1-1-10 0,3 1 7 0,2-2 1 16,0 0-1-16,2-1 1 0,2-3-1 0,1-3 2 0,3-1-1 15,0-3 1-15,2-1 1 0,1-2 4 0,2-1-2 0,2-1 0 0,0-1 1 16,1-2-1-16,1 0 0 0,0-1 0 0,1-1 1 0,0 0-1 16,-1-1 0-16,2-2 2 0,1 0-4 0,0-1 2 0,0 0-2 0,-1 0 1 15,0-2 1-15,0 1-4 0,1-1 3 0,0 0-3 0,-2-1 1 0,0 1-2 16,1-2 1-16,-2 1-6 0,0 0-5 0,1-1 1 0,-3 2-2 15,2-1 9-15,0 0 2 0,-1 0 2 0,1 1-4 0,-1 0 0 0,-1 0 0 16,-2 0-2-16,1 1 4 0,-2 0 0 0,0-1-2 0,1 1 1 0,-1 0-1 16,-2 0 2-16,1 1 3 0,-2-1-3 0,1 0 2 0,-2 1-1 15,1-1-3-15,0 0 2 0,-1 0 0 0,0-1 1 0,-1 0 1 0,0 0-2 16,1 0 1-16,-1 1-1 0,-1 0 2 0,1 0-1 0,0-1-1 16,0 2-2-16,0-1 0 0,-2 0-2 0,1 0 4 0,0 1-2 0,-1 0-2 15,1 0 2-15,-1 0-1 0,1 0 1 0,0 0 0 0,0 1 0 0,-1-1-2 16,0-1 0-16,-1 1 0 0,0 0-7 0,0 0-3 0,0 1-6 15,-2-1-21-15,1 0-17 0,-3 0-37 0,0 0-32 0,0 1-28 0,-3 1-32 16,-1 1-36-16,-1 1-35 0,0 0-58 0,1 0-50 0,1 0-14 0,0 2 22 16,1-1 105-16,1 2-112 0</inkml:trace>
  <inkml:trace contextRef="#ctx0" brushRef="#br0" timeOffset="120588.65">4544 9198 2508 0,'-9'-41'12'0,"-7"-13"-1"0,-4-11-7 0,-2-10-6 0,8 36-20 16,5 5 0-16,3 9 11 0,4 3 2 0,-1 3-2 0,2 6-29 0,1-1-51 15,0 4-65-15,2 2-68 0,3 2-45 0,2 3-1 0,3 2 43 0,2 3 68 16,1 0 71-16,1 0 49 0,0-1 32 0,0 0 14 0,0-3 9 16,4-1 15-16,2-2 15 0,5-1 17 0,5-4 19 0,4-2 8 0,5-3 4 15,4-3 0-15,5 0-1 0,4-2 0 0,5-1-5 0,3 1-1 0,4-1-2 16,2 0-1-16,4 1-1 0,3 0-5 0,0 1-6 0,3 4-5 15,0 1-10-15,2 4-16 0,0 4-17 0,-2 4-10 0,0 3-5 0,-1 5 5 16,-1 4-2-16,-3 3-4 0,-2 3 1 0,-5 3-11 0,-5 2-4 16,-3 1 0-16,-6 1-5 0,-5 1 8 0,-6-3-2 0,-4 1 2 0,-7-1 0 15,-4-2-1-15,-4 0-1 0,-6-2 2 0,-3-2-1 16,-5-1-2-16,-4 0 1 0,-3 1 5 0,-5-2-8 0,-4 2 7 0,-5 2 2 0,-5 1 8 16,-3 2 11-16,-5 2-4 0,-5 2-1 0,-5 0-7 0,-4 3-5 0,-5-2 11 15,-2 2-4-15,-2-1-2 0,-1 1 3 0,-3 1-11 0,-2-2 5 16,-1 1-2-16,-2-2-3 0,-2 0 3 0,0-2-2 0,0-1 1 0,1-2 7 15,3-2 7-15,0-4-5 0,2 0 3 0,2-2-6 0,3-2-2 16,2-2 2-16,2-3 2 0,3 0-2 0,2-3-2 0,4 0 3 0,2-2-5 16,4 0-1-16,1-1-2 0,5 0-5 0,3 1 2 0,6 0-12 0,1 2-10 15,4 0-11-15,3 2-24 0,2 1-18 0,2 2-16 0,3 1-15 16,3 4-7-16,3 1-17 0,2 3-46 0,4 3-43 0,3 3-36 0,3 1-26 16,5 4 18-16,4 1 27 0,3 2 71 0,5-2-104 0</inkml:trace>
  <inkml:trace contextRef="#ctx0" brushRef="#br0" timeOffset="121353.69">7825 9743 2778 0,'28'-6'76'15,"11"2"-81"-15,14 2-27 0,4 5 8 0,0 2 12 0,0 2 14 0,0-1 3 16,1-1-4-16,2 0-1 0,4 0-3 0,2 0-7 0,1 1 4 16,1-1 2-16,0 0 3 0,-1-1 9 0,1-2 3 0,0-1 6 0,-1-2 3 15,2-1 1-15,1 0 4 0,1-2-3 0,2 1 0 0,-1-1-5 0,2-1-2 16,1 1-1-16,0-1-1 0,-2-1-1 0,3-1 2 0,-1-2 0 16,1-1-2-16,-1-1 2 0,-4-1-4 0,0 0-5 0,-1 0 5 0,-1 0-3 15,1-1 4-15,0-2-1 0,-1 0-1 0,1 1 3 0,-1-1-3 0,-2-1-7 16,0 0-1-16,-2 2-6 0,-1 0 7 0,-2 0-6 0,-1-1-3 15,-1 3 14-15,-1 0-10 0,-2 0 24 0,-2 1-4 0,-1-1-11 16,-2 0-1-16,0 0-9 0,-3-2 4 0,-1 1 6 0,-4-1 4 0,-2 0-3 16,-1 1 4-16,-2-1-4 0,0-1 0 0,-3-1 5 0,-1 0 1 0,-2-3 1 15,-3 0 2-15,-1-1 2 0,-4-3 3 0,-1-2 1 0,-3-1-2 0,-4-4-9 16,-3-2-11-16,-3-1-15 0,-6-3-6 0,-4-2-8 0,-6-4-9 16,-6 0 8-16,-6-2 4 0,-7-3 1 0,-7 1 16 0,-6-2-10 0,-7 1 1 15,-7 0 3-15,-7-3-5 0,-3-1 5 0,-6 1 1 0,-4-2 2 16,-7 2 0-16,-5 0-7 0,-3 1 5 0,-6 2 1 0,-1 0-1 0,-5 3 9 15,-3 0-4-15,-2 4 2 0,-2 4 1 0,-4 1-3 0,2 2-4 0,-1 2 4 16,-1 4 2-16,1 2 1 0,1 3 1 0,-1 5-5 0,2 4-4 16,-3 2 4-16,2 4-5 0,-1 4 2 0,2 3 4 0,-2 4 3 0,2 4 2 15,3 2 3-15,0 4-1 0,2 2-1 0,4 5 0 0,-1 3-2 0,5 0-2 16,2 4-1-16,4-1 4 0,2 4 8 0,5 0-1 0,4 4 4 16,6 2-2-16,3 1-7 0,3 2-8 0,5 0 0 0,4 0 0 0,6 1-1 15,5 2 9-15,2 0-3 0,6 1 7 0,2 0-1 0,6 0 4 0,4 1 0 16,4-1-6-16,5-2 1 0,6 2-4 0,4-1 3 0,8-1 1 15,5-3-5-15,7-3 13 0,7-3 8 0,6-3-2 0,5-3 14 0,8-3-7 16,4-4-4-16,4-3 5 0,4-2-7 0,4-2-5 0,2-3 4 0,1-2-4 16,2-3 0-16,-1 0 2 0,0-3-9 0,0-1 1 0,-1-2-3 15,-2-2 4-15,-1-1-1 0,-2-1 8 0,0-2-4 0,-1-3 1 0,-2-1 1 16,0-3-1-16,-3-1 1 0,-2-3-3 0,1-2 5 0,-3 0 0 16,-1-1-14-16,0-2 2 0,-2 2 4 0,-2-3-1 0,-2 0 11 0,-1 0 2 15,-1-1-11-15,0 2 0 0,-3-1 0 0,-1 1 1 0,-4 2-1 0,-2 1-3 16,-2 1-1-16,-1 3 3 0,-3 0-4 0,-1 1 3 0,-2 2 1 15,-2 2-2-15,-2 2-2 0,-3 0 0 0,0 2-4 0,-4 1 4 0,0 0 2 16,-2 2-4-16,-1 1 0 0,-1 1-3 0,-1 2 0 0,-1 0 0 16,1 0 1-16,-3 0 1 0,1 2-6 0,1 0 2 0,-2 1 0 0,1 1-2 15,-3 2 1-15,1 0-1 0,-3 2-12 0,-1 1-18 0,-3 1-26 0,-2 2-34 16,-3 3-39-16,-4 2-42 0,-2 0-39 0,-2 4-35 0,-2 1-45 16,1 0-35-16,-4 4-18 0,-1-1 30 0,-3 2 59 0,-1-1 87 0,-2-2-60 15</inkml:trace>
  <inkml:trace contextRef="#ctx0" brushRef="#br0" timeOffset="121877.21">4600 10399 1450 0,'-44'-47'672'15,"-3"0"-649"-15,-9-12-10 0,12 11-3 0,12 7 8 0,8 2 15 0,4 3 9 16,1 2-2-16,4 5-10 0,2 0-19 0,2 4-11 0,5 1-6 16,2 4-11-16,4 2-2 0,3 2-1 0,3 1-1 0,4 1 8 0,2 0 6 15,2-1-1-15,5-2 2 0,3 0-3 0,3-4 1 0,6-1 3 0,7 0 7 16,4-2-2-16,7 0 0 0,5 0 0 0,5-2-2 0,6 0 4 15,4-2-1-15,4 1-11 0,5-2 3 0,7 3 8 0,2 4 5 0,5-1 11 16,-1 5 0-16,3 1-8 0,1 4-7 0,2 4 1 0,2 4-3 16,1 4 3-16,0 3 8 0,0 3-4 0,0 2 10 0,0 2-5 0,-1 3 1 15,-2 0 10-15,0 3-4 0,0 2 10 0,-2 1 11 0,-3 1-14 0,-6 4 2 16,-4 1-6-16,-7-1-14 0,-6 2 3 0,-4-2-7 0,-8 0-4 0,-5 0 2 16,-5-2-1-16,-8 1 3 0,-6 0 0 0,-4-2-1 0,-7 1-1 15,-6-3 1-15,-2-1 3 0,-7-1 4 0,-4 1 6 0,-6 0 3 0,-7 1 6 16,-5 3-1-16,-6 2-8 0,-8 1 1 0,-4 3-11 0,-7 0 2 15,-5 2 0-15,-5-2-9 0,-5 2-1 0,-3 0 8 0,-5 1-2 0,-3 0 5 16,-6 2 6-16,-4 0-8 0,-2 1-1 0,-4-2-1 0,2 0-5 0,-1-1-2 16,1 0-1-16,2-3 13 0,2-1-5 0,3-4 3 0,3-3 0 15,5-2-9-15,3-1 4 0,5-3-3 0,5-2-3 0,5 1-1 0,6-1-10 16,7 2 0-16,5 0-5 0,3-1-14 0,5 1-8 0,3 2-12 0,3 2-15 16,6 3-2-16,1 2-22 0,5 3-9 0,4 1-1 0,3 3-13 15,4 2 4-15,4 2-17 0,5 0-29 0,5 1-25 0,4 0-31 0,6 1-19 16,2 1-2-16,7-1 11 0,3 2 43 0,5-2 30 0,2-2-53 0</inkml:trace>
  <inkml:trace contextRef="#ctx0" brushRef="#br0" timeOffset="122156.22">8115 10993 2826 0,'30'-13'246'0,"8"3"-201"0,13 0-59 0,3 4-17 0,2 5 3 0,1 2 18 15,1 1 8-15,1 0 7 0,0 0 0 0,3 0-8 0,2 2 0 16,4 1-6-16,0 2-1 0,-2 1 6 0,-3 0-1 0,-2 0 7 0,-3-1 8 16,0-1 6-16,-2 0 11 0,0-2 4 0,1 1 6 0,0-1-9 0,1-1 0 15,-1 1-5-15,1-3 6 0,-1 0 3 0,-2-1 2 0,0-2 9 16,-1 0-3-16,-2-2 2 0,-1 0-2 0,-2-2-12 0,0 1-4 0,-4-2 0 16,-3-1-5-16,-2 0 5 0,-2-1-1 0,-3 0-5 0,-2-1 5 15,-3 1-2-15,0-2 0 0,-1 0 2 0,-1 0-6 0,-2 0 0 0,-1 0 0 16,-3-1-1-16,-2-1 1 0,0 0-9 0,-4 1-6 0,-1 2-2 0,-2 3-10 15,-3 0-7-15,-2 1-16 0,-3 1-47 0,-3 2-51 0,-3 0-98 16,-7 2-113-16,-8 2-176 0,-13 3-323 0,-18 4 50 0,-22 4 99 0</inkml:trace>
  <inkml:trace contextRef="#ctx0" brushRef="#br0" timeOffset="131434.65">15139 10501 1 0,'1'1'0'15,"-1"-1"0"-15,1 1 0 0,0 1 0 0</inkml:trace>
  <inkml:trace contextRef="#ctx0" brushRef="#br0" timeOffset="152872.75">23651 8903 1275 0,'-8'4'229'0,"0"0"-19"0,-3 1 1 0,2-1-1 0,1 0-12 16,0 0-31-16,2 0-40 0,0-1-25 0,0 1-12 0,0-1-13 0,1 0-1 15,1 0-4-15,-1 1-4 0,0 1-7 0,0 0-8 0,0 1-3 16,0 0-7-16,1 1-5 0,-2 0-3 0,1 2-3 0,-1 0 3 0,0 1-2 15,1 1-1-15,-2 1-2 0,0 2-10 0,0 0-1 0,-1 1-8 0,0 3-1 16,-1 1 1-16,0 0-4 0,1 3-1 0,-2 0-4 0,0-2-6 0,0 1 8 16,1 0 0-16,0-2-2 0,1 2-6 0,0-1 0 0,1-1-2 15,1 0 4-15,0 0 2 0,2-4-7 0,1 1 3 0,2 0-5 0,1-2-4 16,0-1 0-16,2-1-4 0,0-1-11 0,1-2-6 0,0-1-1 16,0 0-7-16,1-2 9 0,-1 0-12 0,1 0-13 0,-2-2-15 0,1-1-13 15,-1-2-13-15,0-2-15 0,-1-1-28 0,1-2-28 0,0-2-51 0,1 0-83 16,0-2-115-16,0-3-105 0,-1-1 50 0,0-3-73 0</inkml:trace>
  <inkml:trace contextRef="#ctx0" brushRef="#br0" timeOffset="153089.74">23532 8934 524 0,'1'-2'229'0,"0"1"15"0,1-1 12 15,0 2-2-15,1 0-18 0,1 1-20 0,0-1-24 0,2 1-33 0,1 0-22 16,1 1-11-16,1 0-22 0,1 0-18 0,3 0-17 0,0-1-20 0,2 1-9 15,-1 0-9-15,1-1-9 0,1 1-10 0,1 2-4 0,1 0-2 16,0 0-3-16,0 0 2 0,0 1-3 0,1 0-4 0,0 0-1 0,-1 1-8 16,0-1-16-16,0 0-22 0,-1-1-25 0,-1 1-32 0,-1-2-16 15,-1 2-6-15,-3 0-2 0,-2 0 3 0,-1-2-5 0,0 0-21 0,-1-1-29 16,0-1-24-16,-1 0-24 0,0-2-37 0,0 0-27 0,-2-1 13 0,-1 0-120 16</inkml:trace>
  <inkml:trace contextRef="#ctx0" brushRef="#br0" timeOffset="153655.73">23512 8695 774 0,'0'0'475'0,"0"2"-209"0,0 1-7 0,1 0-16 0,0 3-14 16,1 0-26-16,0 3-32 0,1 1-35 0,0 0-31 0,1 3-11 15,-1-1-17-15,0 2-6 0,-1 3-6 0,0 1-10 0,1 0-14 0,-1 2-6 16,1 3 5-16,0-1-4 0,0 4 10 0,0 0-4 0,1 2-13 0,-1 1-3 16,1 3-2-16,0 1-5 0,0 3 4 0,1 3-3 0,0 1 3 15,1 3-6-15,0 2-4 0,1 1 0 0,1 3-3 0,-1 4-18 0,0 1 17 16,0 3-5-16,-1 1 0 0,1 3 17 0,0 3-17 0,-1 1-4 16,0 3 2-16,-1 1-4 0,1 2 4 0,-1 3 7 0,-1 3-5 0,0 2 0 15,0 2 2-15,1 2-10 0,0 1 10 0,-1 3-1 0,1 0-7 0,1 1 4 16,0 3-7-16,1 1 3 0,0 3 0 0,0 0 2 0,-1 3 4 15,0 0-1-15,0 2-5 0,0 1 2 0,-1 0 0 0,0-1 2 0,-1 1 8 16,0-1-1-16,-1 0-5 0,0 1 2 0,-1-1-6 0,0 0 0 0,-1 1 2 16,0-2 10-16,-1-1-5 0,0-2-3 0,0-1-4 0,0 0-2 15,0-3 4-15,1 1 4 0,0-2 7 0,2 0-7 0,0-3 2 0,1-1 2 16,0 1-10-16,0-4 7 0,1 1-3 0,0-1 2 0,1-1 6 16,0 1 3-16,1-3-7 0,1 0 4 0,-1 0-8 0,2-1 3 0,-2 3 9 15,1-2-4-15,1 0-2 0,1 0 0 0,-1-1-6 0,1 1-1 0,-1-1 5 16,0 2-6-16,1-1 4 0,0-1 0 0,0 1 0 0,1-3 4 15,-1-2-6-15,1 2-2 0,0-2 0 0,1 1 0 0,0 0 2 0,0-2 4 16,1-2-2-16,0-1 6 0,2-3-6 0,0-1 10 0,0-2 2 0,2-1-12 16,0-2-6-16,-1-2 0 0,-1-2 0 0,0-3 0 0,-2-2 0 15,1-1 0-15,-2-4 0 0,-2-2 0 0,1-3 0 0,-2 0 0 0,0-3 0 16,-1 0 0-16,1-1 0 0,-3-2 0 0,0-2 0 0,1-1 0 0,-2-3 0 16,0-2 0-16,0 0 0 0,-4-16 0 0,1 4 0 0,0-3 0 15,0 2 0-15,-1 1 0 0,1 1 0 0,-1-2 0 0,0 2 0 0,0-2 0 16,0-2 0-16,0-1 0 0,-1-2 0 0,1 0-32 0,-1-2-30 15,0-1-13-15,0-2-28 0,-1 0-35 0,-1-1-45 0,0-2-70 0,-1 0-102 16,0-3-168-16,-1-1-246 0,0-1 68 0,-1-2-24 0</inkml:trace>
  <inkml:trace contextRef="#ctx0" brushRef="#br0" timeOffset="154505.73">24194 16926 340 0,'3'9'161'0,"0"0"-40"0,1 2-15 0,-1-2-15 16,0-1-2-16,0 0 8 0,1 1 5 0,-1-2 15 0,1 1 3 0,1-2 6 15,-1 0 3-15,0 0 3 0,0-1 2 0,1 0 1 0,0-1-10 0,1 0-10 16,1-1-6-16,1-1-5 0,1 0 6 0,2-1-3 0,0 0-1 0,3 0-6 15,1 0 1-15,2-2-1 0,1 1 0 0,4-1-5 0,1-1-14 16,1 0-6-16,3-2-9 0,2 1 5 0,2-2-4 0,4-1-10 0,2 0-11 16,2-2-4-16,2-1 4 0,5-1-5 0,2-1 0 0,3-2-10 15,2 0 2-15,2-1 7 0,2 2-10 0,2-2-2 0,3-2-6 0,1-2-16 16,1 1-6-16,2-3 0 0,3-1 0 0,2-2 0 0,3-2 0 0,1-1 0 16,3-1 0-16,1 1 0 0,2-4 0 0,1 0 0 0,3-1 0 15,0-2 0-15,3 0 0 0,0 0 0 0,0-1 0 0,1 2 0 0,-1-2 0 16,3 1 0-16,-1 0 0 0,3 2 0 0,-1-1 0 0,-1 3 0 15,-1-2 0-15,1 1 0 0,-1 0 0 0,2 2 0 0,0 1 0 0,1 2 0 16,-2 1 0-16,0 0 0 0,-1 3 0 0,0 0 0 0,-1 2 0 0,1 2 0 16,-3 0 0-16,1 0 0 0,-1 3 0 0,-2-1 0 0,1-1 0 15,-1 1 0-15,1 0 0 0,-1 0-8 0,-2 0 16 0,1-1-8 0,-3 1 0 16,1 0 0-16,-2-1-6 0,-2 1 2 0,1 0 2 0,-2 2-6 0,0-1 2 16,-2 1 0-16,-2 3-2 0,-1-1 16 0,-1 2-8 0,-2 0-6 15,0-1 6-15,-2 1-4 0,-2 1 10 0,-1-1 2 0,-1 2-6 0,-1 1 4 16,-2 0-8-16,-1 2 6 0,0-1 6 0,0 1-6 0,1 0 0 0,0 0-4 15,-1 0 0-15,1 0 0 0,-1-1 0 0,0 1 0 0,-1-1 0 16,-2 1 0-16,0 0 0 0,0-2 0 0,2 1 0 0,-2 0 0 0,-1 0 0 16,0 0 0-16,-3-1 0 0,3 1 0 0,-2-1 0 0,-1 3 0 15,1 0 0-15,-1-1 0 0,1 1 0 0,-1 0 0 0,1 0 0 0,1 1 0 16,-2 0 0-16,-2 0 0 0,-25 1 0 0,7-1 0 0,-1 1 0 0,7-1 0 16,-1 1 0-16,6 0 0 0,-1-1 0 0,5 1 0 0,0-1 0 15,1 0 0-15,-2 0 0 0,0 1 0 0,-2-1 0 0,2 0 0 0,-2 1 0 16,1-1 0-16,-2-1 0 0,-22 2 0 0,3 0 0 0,-1-1 0 0,3 1 0 15,-2-1 0-15,3 1 0 0,1-1 0 0,1 0 0 0,0 0 0 16,2 1 0-16,2-1 0 0,0 0 0 0,0 1 0 0,3-1 0 0,-2 1 0 16,4 0 0-16,-3 0 0 0,0 0 0 0,-2 0 0 0,-1 1 0 0,1-1 0 15,-2 1 0-15,-1 0 0 0,-3 0 0 0,0 0 0 0,-2 0 0 16,-3 0 0-16,-1 1 0 0,-2 0 0 0,-2 0 0 0,0-1 0 0,-3 1 0 16,0-1-26-16,-2 1-38 0,0 0-21 0,-1 0-18 0,-1 0-14 15,-3 0-35-15,1-1-24 0,-1 1-47 0,-1-1-60 0,-1-1-84 0,0 1-106 16,-1-2-95-16,-1 0-44 0,-1 0 176 0,0-2 76 0</inkml:trace>
  <inkml:trace contextRef="#ctx0" brushRef="#br0" timeOffset="154839.73">33195 14885 2993 0,'4'5'299'0,"-1"0"-123"0,2 0-103 0,0 2-53 15,3 0-27-15,0 0-6 0,1 1 76 0,1 0 3 0,2 2 5 16,0 0 0-16,3 1-89 0,-1 1 11 0,2-1-3 0,1 2 4 0,0-1-2 16,1-2 1-16,0 1-1 0,-1-2-11 0,1-1 2 0,0 0-6 0,-1 0 2 15,1-1 8-15,0 0 4 0,1-1 1 0,-2 0 0 0,1-1 5 16,-1 0-5-16,1 0 6 0,1-1 6 0,-1 1-11 0,-1 1 73 0,2-1-11 15,-1 1 20-15,0 0 10 0,-2 1-64 0,2 2 29 0,-2 0-5 16,-1 0 13-16,-1 2-32 0,0 2-26 0,-2 0 0 0,-1 1 0 0,-3 1 0 16,-2 0 0-16,-3 2 0 0,-1 0 0 0,-3 0 0 0,-3 1 0 0,-2 1 0 15,-4 0 0-15,-2 0 0 0,-3 0 0 0,-4-2 0 0,-1 1 0 16,-4-1 0-16,-2-2 0 0,-3-2-151 0,-3-1-237 0,-3-2-395 0,-2-1-285 16,-5-3 186-16,-2-3 182 0</inkml:trace>
  <inkml:trace contextRef="#ctx0" brushRef="#br0" timeOffset="156124.57">24744 14184 3 0,'-2'11'2'0,"-2"0"-1"0,1 2-1 0,0-2 0 16,1-3 0-16,0-1 1 0,-1 1 0 0,0-3 0 0,-1 2 2 0,1-2 2 15,0 0 4-15,0 0 9 0,0-1 7 0,0 0 8 0,0-1 7 0,1-2 5 16,0 0 5-16,0 0 3 0,0 0-4 0,-1 1-3 0,0-1 0 16,0 0 5-16,-1-1 4 0,0 0 7 0,0 0 1 0,1-1-5 0,-1-1-6 15,0 1-10-15,0-1-10 0,-1 0-6 0,0-1-2 0,0-1-3 0,-1 0 3 16,1-1 6-16,0-2 0 0,0 0 2 0,1 0-3 0,0-3-9 16,0-2-7-16,1-2-3 0,-2-1-3 0,-1-1-5 0,2-1-4 0,0 1-5 15,0-2-2-15,1 2 0 0,0-2-3 0,0 1 3 0,1 1 2 16,0 0 6-16,0 0 6 0,-1 2 6 0,-1 1 7 0,0 1 7 0,0 2 3 15,0 0 2-15,0 1 3 0,-1 1 6 0,0 0 3 0,-1 3 0 0,1-1 6 16,0 0 3-16,-1 1 8 0,1-1 8 0,0 0 5 0,0 2-2 16,1-1-9-16,0 2-2 0,1 0-11 0,1 0 1 0,0 2-2 0,0 0-6 15,-1 1-6-15,2 1-10 0,-1 0-8 0,0 2-1 0,0 2 0 0,-1 3-3 16,1 2 7-16,-1 3-6 0,1 1 2 0,0 3 0 0,1 1-13 16,2 1 0-16,0 0-3 0,2 1-1 0,2-1 5 0,-1-2 1 0,1-2-5 15,1-2 1-15,0 0-1 0,2-2 0 0,1-1 6 0,0-2 3 0,1-2 1 16,0-2 3-16,1-1 13 0,0-2 4 0,1-1 9 0,0-1 5 15,1-4-3-15,1-1-1 0,1-2-7 0,0-2-5 0,0-2-7 0,0-1-4 16,-2-2 2-16,0-2-5 0,0 0 7 0,0-3-11 0,-1 0 3 0,0 0-2 16,0-1-5-16,-1-1-6 0,0 2-6 0,-1-1 9 0,-3 1 0 15,-1 0 15-15,-1 0 5 0,-3 0-10 0,-1 2-4 0,-2-1-2 0,-3 1-4 16,-3 2 0-16,-3 1-1 0,-3 2-2 0,-2 2-5 0,-1 2-1 16,-1 3 2-16,-1 3 3 0,-1 2-6 0,0 2 1 0,1 2 1 0,-1 2-10 15,-1 2-2-15,2 1-17 0,1 2-21 0,-1 2-34 0,3 0-63 0,-1 2-81 16,2 0-88-16,-1 0-84 0,3 1-54 0,2-2 70 0,0 1-56 15</inkml:trace>
  <inkml:trace contextRef="#ctx0" brushRef="#br0" timeOffset="156655.57">27657 9532 751 0,'-13'8'218'0,"-2"5"-176"0,-3 5-6 0,3 5-9 0,4 0-11 0,0 1-1 15,0 0 5-15,0-2 15 0,1 0 13 0,0 0 19 0,0-1 10 0,1-2 1 16,0-1-3-16,2-3-11 0,0 0-11 0,3-2-7 0,0 0-11 15,1-3-7-15,3-2-6 0,1-2-1 0,2-1 1 0,0-1 4 0,1-2 4 16,2-1 2-16,1-3-1 0,2-1-6 0,1-3-4 0,1-2-7 0,0-1-5 16,2-3-2-16,1-1-5 0,0-1-4 0,0-1 1 0,0-2-2 15,0-2 9-15,-1-2-5 0,0 1 1 0,-1-2-4 0,-2 0-9 0,-1 0 3 16,-1-2 2-16,-3 0 3 0,-1-2 1 0,-3 0-4 0,-3 2-2 16,-3-3-3-16,-3 4 4 0,-2 0 5 0,-3 1 5 0,1 2 0 0,-3 0-2 15,-2 1-5-15,-1 3 3 0,0 0-2 0,-2 3-5 0,0 1 2 0,1 3-7 16,-3 5-4-16,1 2-6 0,-1 3-10 0,1 3-15 0,-1 3-33 15,0 5-63-15,-1 4-43 0,-2 4-43 0,0 2-41 0,0 5 2 0,-1 1 35 16,1 5-76-16</inkml:trace>
  <inkml:trace contextRef="#ctx0" brushRef="#br0" timeOffset="157356.09">27246 10852 1323 0,'-14'-3'189'0,"-1"3"-95"0,-5 2-27 0,1 6-37 0,1 2-13 16,0 1 6-16,-1 0 11 0,2-1 13 0,-2 0 16 0,1 1 7 15,1 0 8-15,1 1-3 0,2-1-13 0,0 0-13 0,2 1-20 0,2-1-11 16,2 2-4-16,-1 1-7 0,2-1-1 0,0 1-6 0,1 0 3 16,1-1 0-16,1-1 2 0,2 0-5 0,1 0 0 0,3 0 1 0,2-2 1 15,1-1-2-15,2-2 0 0,2-1-6 0,1 0 0 0,2-3 1 0,1 0 2 16,2-4-1-16,1-2 4 0,1-2-2 0,0-4 1 0,1-1 1 0,-1-4-3 15,-1-3-3-15,2-1 4 0,0-2-2 0,0-2 7 0,-2-1-3 16,-1-2-3-16,-1-1 6 0,-1 3-5 0,-2 0 5 0,-2-1-1 0,-1 2-4 16,-1-2 2-16,-1 1 2 0,-3 0 1 0,-2 0-5 0,-1 2 4 15,-3 1 5-15,-1 2 1 0,-2 1 2 0,-1 2 1 0,-2-1-16 0,-1 1-1 16,-1 3-1-16,-2 1-14 0,-2 1-9 0,-1 3-27 0,-1 2-53 0,-2 3-63 16,-2 2-54-16,0 3-30 0,-2 3-29 0,-1 2-10 0,0 4 20 15,-3 1 37-15,1 2-42 0</inkml:trace>
  <inkml:trace contextRef="#ctx0" brushRef="#br0" timeOffset="157739.09">25991 11509 1646 0,'2'-3'667'0,"1"2"-587"15,4 3-24-15,0 5-50 0,5 3-11 0,3 1-2 0,2 0-3 16,-1-2 7-16,-1-2 2 0,-1-2 2 0,-4-2 5 0,0-3-6 0,-1 0 7 16,0-2-1-16,0-4 3 0,2-2-4 0,0-2-1 0,0-3-2 15,0-2-2-15,0-1 2 0,1-4-4 0,0 0 0 0,-1 0-2 0,-1-1-9 16,-2-1-1-16,0 2 11 0,0-1-3 0,-2-1 11 0,0 1-1 0,-2-2-11 15,0 1 7-15,-2 1-3 0,-1-1 0 0,-1 1 1 0,-2 2-1 16,-1-1 1-16,-1 1 6 0,-2 2-8 0,-2-1 1 0,-1 0 5 0,-1 2-2 16,-2-1 0-16,-2 0-2 0,0 1 1 0,-1 0-2 0,2 2 4 15,-2 2 2-15,-1 2-4 0,1 2 2 0,2 2-8 0,-2 3 4 0,0 2 0 16,0 4-2-16,1 2 3 0,-1 3-7 0,1 3-4 0,0 2 2 16,2 5-3-16,-1 2-7 0,0 3-13 0,1 1-27 0,0 3-43 0,1 2-64 15,1 3-74-15,1 3-64 0,1 2-48 0,2 3 1 0,1 2 77 0,-1 0-85 16</inkml:trace>
  <inkml:trace contextRef="#ctx0" brushRef="#br0" timeOffset="158089.1">26544 12181 1630 0,'1'0'126'0,"2"1"-52"0,2 2-44 16,1 0-25-16,0 2-2 0,2-1 2 0,0 0 1 0,0-1 2 0,-2-1-1 15,0-1 3-15,-2-1 8 0,0-1 3 0,0 0 8 0,1-1 3 16,-2-2-7-16,3 0-4 0,-1-2-6 0,-1-2-4 0,1 1 5 0,0-4-6 16,1-1 0-16,-1-3-3 0,1-1 2 0,1-1 1 0,-1-3-3 0,0 0 3 15,1-1-9-15,0-1 5 0,0 1 7 0,-1 0-7 0,-2-1 6 16,0 1-3-16,-1-1-6 0,-2 1 4 0,0 1 0 0,-2 0-1 0,-2 1 6 15,-1 1 3-15,-2 2 1 0,-1-1 1 0,-2 1-2 0,-1 2 1 16,0 1 1-16,-1 3-7 0,0 2 1 0,0 3-7 0,0 2-2 0,2 3 6 16,-1 1-5-16,1 4 0 0,-1 3-5 0,1 3-1 0,0 3 0 0,-1 1 1 15,1 4-1-15,0 3-6 0,-2 1-6 0,0 4-12 0,2 1-15 16,0 3-27-16,3-1-65 0,0 2-75 0,1 1-82 0,1 1-81 0,3 2-28 16,2 2 75-16,3 0-71 0</inkml:trace>
  <inkml:trace contextRef="#ctx0" brushRef="#br0" timeOffset="158689.14">31292 13972 1654 0,'8'8'244'0,"1"1"-146"0,1 5-72 0,1-1-23 16,-1 2-10-16,1 0-4 0,1 1 2 0,1-2 1 0,1 1 0 0,0-1 3 15,-1-1 12-15,0-1 3 0,2-3 1 0,0 1 8 0,3-3-5 16,0 0 10-16,0-2 9 0,4 0 14 0,1-1 10 0,1-2 12 0,0 0 9 15,-2-3 9-15,1-1 0 0,0 0-6 0,-1 0-9 0,2-1-10 16,-2-1-6-16,0-2-11 0,0 0-12 0,-3-1-3 0,2 0 1 0,-1 0-1 16,-1-2-6-16,0 1 2 0,-3-1 0 0,3-1 3 0,-2 1 9 0,0-1 2 15,1 1-8-15,-3-1 1 0,1-1-1 0,-3 0-5 0,-1 1 2 16,-7 5-9-16,2-1-8 0,-2 1-5 0,-1-2 1 0,-1 0-3 0,1-1-3 16,-2 0-6-16,-2-4-10 0,-5-6 7 0,-5 0-1 0,-6-1-11 15,-2 5 10-15,-5 0-6 0,-3-2 1 0,-3-1 10 0,-3 0-4 0,-1 0-7 16,-1 0-1-16,-2 2 2 0,1 2 4 0,2 2-1 0,2 2 0 0,7 2-6 15,0 3-15-15,4 2-15 0,0 2-16 0,0 2-23 0,0 2-4 16,0 3-16-16,-1 2-7 0,0 2-1 0,2 4-18 0,0 4-12 0,2 1-30 16,3 3-59-16,0 2-62 0,2 2-69 0,2 3-11 0,1 1 79 0,1 3 60 15,2-1 8-15</inkml:trace>
  <inkml:trace contextRef="#ctx0" brushRef="#br0" timeOffset="159089.13">32269 13642 2156 0,'6'-2'262'16,"-1"0"-103"-16,1-1-80 0,1 0-39 0,2-1-20 0,1-1-6 0,-1 1 11 15,1 1 1-15,0-1 14 0,0 1 6 0,-2 0 5 0,2 0 5 16,-1 1-15-16,0-1-10 0,0 0-2 0,1 0-13 0,-1-1 7 0,2 1-2 16,0-2-7-16,1-2 7 0,0 0-11 0,1-1 1 0,-1-1 5 0,1-1-4 15,0-1 4-15,1 1-7 0,-3-1-4 0,2-1-5 0,-1 1 2 16,0-1 3-16,-1 2-8 0,0-2 1 0,-3 0-3 0,2 1 1 0,-1 0-1 16,-2 0 5-16,-1 2-5 0,1-2-4 0,-2 1 3 0,-1 0 1 15,-1 0-7-15,-2-1-3 0,-1 2 0 0,-1-1 8 0,-2 0 10 0,-3-1 4 16,1 1 2-16,-2 0-9 0,-3 1 3 0,0-1-1 0,-1 1 2 0,-1 0-6 15,-2 0-2-15,-2 1 3 0,-1 0-5 0,-2 2 3 0,-1 0-6 16,-1 1-1-16,0 0 1 0,-1 2-7 0,1 1 0 0,1 1-6 0,0 2-11 16,0 0-5-16,3 2-12 0,-2 0-7 0,1 2-11 0,1 0-11 0,-1 2-14 15,0-1-13-15,0 2-16 0,2-1-21 0,-2 1-41 0,1 0-45 16,2 0-75-16,1-1-48 0,-1 0-2 0,1-3 53 0,-5 5 89 0,4-4 59 16,6-3-39-16</inkml:trace>
  <inkml:trace contextRef="#ctx0" brushRef="#br0" timeOffset="159442.14">32516 12512 1854 0,'10'-3'419'0,"-1"0"-239"0,0 0-89 0,4-1-55 0,1 1-24 0,3-1-12 16,0 2 0-16,-1 0 0 0,0 2 3 0,0 0 11 0,0 1 7 0,-1 0 3 15,0 1 5-15,0-1 0 0,-3 1 70 0,2-2-2 0,-2 1-7 16,-1-1-7-16,-5 0-82 0,1-1 6 0,-2 0 5 0,2 0 6 0,0-1 5 16,1 0-4-16,0-1 2 0,0 0 0 0,0-1-12 0,1-1 2 0,-1-1-8 15,2 0-3-15,-1-2 6 0,2 0-6 0,-1-1 1 0,1-1 1 16,-2-1 2-16,1-1 3 0,0-1-2 0,0-1-1 0,-2 1-1 0,1-3-1 16,0 1 2-16,-2-2 1 0,0 1-3 0,0-2 3 0,-1 0-3 15,0 0-2-15,-1-1 3 0,-2-1-13 0,0 0 3 0,0 1 3 0,-2-1-3 16,-1-1 14-16,-1 0-3 0,-2 0-6 0,0 0-4 0,-2 1 3 0,-2-1 1 15,-2 0 0-15,0 2 4 0,-1-1-7 0,-17-16 7 0,-1 4-6 16,-1 7 0-16,-1 3-79 0,0 6-11 0,-1 4 5 0,4 6-18 0,1 3 67 16,3 2-17-16,-3 2-27 0,1 1-15 0,1 2-24 0,-1 1-20 0,2 3-32 15,-2 1-39-15,1 1-74 0,2 1-68 0,-1 1-27 0,1 0 49 16,-1 1 111-16,1 1-70 0</inkml:trace>
  <inkml:trace contextRef="#ctx0" brushRef="#br0" timeOffset="160456.39">32062 14742 756 0,'6'7'615'0,"2"2"-295"16,-4-4-123-16,0 1-85 0,1 0-49 0,1 1-17 0,-1-2 28 0,1 2-29 15,0-1 25-15,1 0-2 0,1-1-27 0,-1 1 27 0,1-2-29 0,0 0-3 16,0 0 2-16,0-1-6 0,-2-1-1 0,3 0-10 0,0-2-7 16,0 1-6-16,0-2 2 0,-1 0 0 0,1 0-5 0,-1-1 1 0,0-1-4 15,0 0 9-15,0 0 1 0,0 0 1 0,-1-1-1 0,0 0-8 0,0-1-4 16,-1 2 2-16,-1-2-7 0,1-1-3 0,-1 1-2 0,-1-2-6 15,1 1-1-15,-2-1-2 0,0-1-1 16,-1 0-4-16,-1 0-2 0,0-1 6 0,-2-1-1 0,-1-1 6 0,-2 0 0 0,0 0-6 0,-3 0-4 0,-1-2-2 16,-2 1-13-16,-1-1-9 0,-2 0-11 0,-2 2-19 0,-3-2-23 15,0 2-18-15,-2 0-56 0,-6 0-32 0,-19-4-25 0,3 4-29 0,4 4 8 16,7 2 10-16,-1 2 30 0,-2 0 56 0,0 2-91 0</inkml:trace>
  <inkml:trace contextRef="#ctx0" brushRef="#br0" timeOffset="161627.45">25241 16094 2601 0,'-11'11'245'0,"-1"0"-95"0,-1 4-93 0,2-2-28 0,3-4-24 15,3 1 6-15,1-2 3 0,2-1-7 0,2 1-2 0,0 0-15 0,2 1-3 16,0-1 3-16,3 1-6 0,2 1 1 0,2 0-11 0,2 0-8 16,2-3 1-16,3 0-3 0,3-3-11 0,1-1-5 0,5-2-4 0,1-1 12 15,-1-2 6-15,5-2 8 0,-2-2 7 0,2-1 9 0,-2-1 9 0,0-1 3 16,-2 0 1-16,2-2-1 0,0 2 2 0,-2-1 10 0,0-1 6 16,-2 1-3-16,1 0 1 0,-2 0 4 0,-1 0-3 0,-2-1 9 0,0 0-1 15,-1 0-3-15,-2 0-1 0,-1 1-2 0,-3 1 1 0,-1-1 2 16,-1 0-3-16,-2 0-2 0,-2 2-3 0,-2-1 3 0,-3 1 2 0,-1 2-9 15,-3-2 6-15,-1 0-6 0,-3 1-3 0,-2 0 2 0,-3 0-9 16,-1 0-6-16,-2 0 3 0,-2 2 1 0,-3 0-1 0,-1 1-7 0,0 1-10 16,-3 1 1-16,0 3 0 0,-2 0 5 0,-2 3-8 0,1 0 0 0,-3 1 1 15,2 2-7-15,0 2 12 0,1 0-8 0,2 1-16 0,2 0-24 0,2 1-32 16,1-1-23-16,2 1-41 0,4 1-25 0,5-2-38 0,3 1-63 16,2-2-50-16,3-1-29 0,4 1 50 0,3 0-74 0</inkml:trace>
  <inkml:trace contextRef="#ctx0" brushRef="#br0" timeOffset="161873.45">27711 15676 2657 0,'14'9'159'0,"2"0"-97"0,6 3-69 0,-2-3-17 0,1-2 1 0,0-2 12 16,-1 0 15-16,0 0 8 0,-1-2 0 0,-4-1-1 0,-3 0 9 15,-3-3-3-15,0 1 9 0,-3-2 2 0,-1 0-7 0,-1-2-4 0,-2 0-12 16,-1-1-9-16,-4 1-2 0,0-2-1 0,-1-1 3 0,-3-1-1 16,0 0 0-16,-3-2 3 0,-3 0 1 0,-1-2 4 0,-3 2 4 0,-3-1-7 15,-2 1 3-15,-3-1 2 0,-2 0-3 0,-3 0 3 0,-2 0-8 0,-2-1-9 16,0 1 3-16,-4 0-4 0,2 0 4 0,-1 1 4 0,0 2-1 16,3 0 1-16,0 2-12 0,4 2-5 0,1 1-3 0,1 3-22 0,0 2-20 15,4 1-27-15,-1 2-49 0,1 0-47 0,3 1-96 0,-3 1-138 16,0 0-130-16,-2 1-127 0</inkml:trace>
  <inkml:trace contextRef="#ctx0" brushRef="#br0" timeOffset="162623.45">24851 8957 1800 0,'-37'-11'525'16,"0"5"-446"-16,-8 2-14 0,12 7-29 0,9 6-25 0,6 2-8 15,1 3 0-15,4 1 0 0,1 2-3 0,2-1 2 0,1 2 2 0,2 0 0 16,1 1 2-16,3 1 0 0,2 1 7 0,3 2 0 0,4 0-1 0,4 2-1 16,5-2-4-16,7 0-2 0,5-1-4 0,3 0-2 0,5-2 1 15,3-2-5-15,2-1-5 0,3-3-3 0,0-3-2 0,1-4-3 0,2-4 2 16,3-4 4-16,0-6 10 0,2-3 2 0,0-5 2 0,0-4 3 15,0 0-9-15,1-4 3 0,-1-1-1 0,-2 0-2 0,-1-4-1 0,-3 0 0 16,-1-1 1-16,-3 1 0 0,-3-1 1 0,0 0 0 0,-4-1 8 0,-2 0-4 16,-3 1 3-16,-3 0-8 0,-4 1-5 0,-2 3 4 0,-3-1 1 15,-3 2 7-15,-4 2 3 0,-2 0-7 0,-2 0-1 0,-3 4 4 0,-1 1-4 16,-1 1 0-16,-2 2-5 0,0 4-3 0,-2 1-4 0,0 2-16 0,-1 4-12 16,-1 2-14-16,0 3-2 0,-1 2 0 0,-2 5 8 0,0 2 4 15,1 3-9-15,2 4-34 0,4 3-73 0,2-1-82 0,5 4-80 0,6-1-48 16,3 0 44-16,8 3-108 0</inkml:trace>
  <inkml:trace contextRef="#ctx0" brushRef="#br0" timeOffset="162972.46">31270 9195 2478 0,'33'5'77'0,"2"3"-88"0,10 6-13 0,0 5-4 15,-5 2 5-15,0 2 12 0,2 1 2 0,-4-1 6 0,-1 0 3 0,-3-3 0 16,-4-1 3-16,2-1 0 0,-4-3 0 0,1 0 2 0,-3 0-7 0,-1-1-4 16,0 0-2-16,-3-4 4 0,2 1 4 0,-3-2 10 0,0-3 1 15,1-2 0-15,0-4 6 0,1-4 2 0,-12 0 0 0,3-1 23 0,0-1-8 16,4-1 3-16,-1-1 1 0,4-3-30 0,-2-1 5 0,4-2-3 15,-1-2 6-15,-2 1 4 0,0-3 8 0,-1-1 5 0,-3 0-2 0,0-2 4 16,-2-1 6-16,0-1 3 0,-3-2 11 0,-3-1 3 0,0-3-6 0,-2-1-15 16,-3 1-16-16,-4-2-12 0,-2 0-5 0,-5-1-1 0,-2 1-5 15,-3 0-3-15,-6 3-6 0,-4 1-6 0,-4 3-9 0,-10 0-34 0,-35-8-2 16,-6 14-9-16,-2 14-20 0,6 11 6 0,-6 8-32 0,-8 7-63 0,-7 6-87 16,-5 6-187-16,-3 5-166 0,-1 5 46 0,-5 8 93 0</inkml:trace>
  <inkml:trace contextRef="#ctx0" brushRef="#br0" timeOffset="164440.45">24781 15656 345 0,'-6'-5'119'0,"1"-1"-43"0,0-1-2 0,4 1-15 16,2-1-4-16,1 0-1 0,2-3 1 0,0 0-4 0,2-2-10 0,0 0-2 15,1-1-6-15,1-1 3 0,2 0 3 0,1-2 5 0,2-3 7 16,1 0 5-16,0-1 5 0,2-2 6 0,3 1-1 0,1-3 5 0,1-1 1 15,3-3 0-15,0-2 5 0,4-4 6 0,1-3 5 0,3-2 1 16,1-4 5-16,3-3-5 0,3-6-4 0,4-2-5 0,3-5-9 0,4-4-8 16,2-3-5-16,2-2-8 0,3 0-20 0,0-1 10 0,2-2-4 15,1-1-2-15,3-2 16 0,1-3-4 0,0-3 1 0,3-2 6 0,1-3-10 16,1-2 3-16,2-3 2 0,0-1-5 0,4-4 9 0,2-1-15 0,2-4 3 16,0-5-13-16,3 0 0 0,2-2 7 0,0-2-4 0,0-1 10 0,-1-2-11 15,2-1 2-15,0-2-1 0,3-2 3 0,3-2 2 0,1-5-2 16,2 0-1-16,-2 1-2 0,-1 1 6 0,-1 1-13 0,2-1 1 0,1-4-1 15,5-3-13-15,2-2 5 0,-2 2 0 0,0 2 3 0,-4 2 5 16,0 0 2-16,-1 0-10 0,4 0-7 0,-1-1 0 0,1 1-4 0,3-2 7 16,0 3 3-16,-2 1 0 0,2 0-3 0,2-1-5 0,3-5-2 0,5 1 6 15,2 0-4-15,-1-1 2 0,2 1 2 0,3 1-6 0,-1 0 1 16,4 0 1-16,-1 2-4 0,1 1 2 0,1 2 6 0,-2 3-2 0,1 2 0 16,-1 2-6-16,0 1 2 0,2 1 6 0,0 4 2 0,-2 2-2 0,-1 2-8 15,-1 3-6-15,-1 3-14 0,-58 51 30 0,14-11-6 0,-2 2-6 16,13-9 8-16,-2 1-32 0,13-10 0 0,-5 4 58 0,-37 31-22 0,4-5 0 15,-1 3-12-15,6-5-62 0,-1 3 11 0,4-5 33 0,-1 3-1 16,4-3-9-16,-4 2-7 0,4-3-51 0,-3 2 0 0,3-2 5 0,-3 3-18 16,2-1 26-16,-2 1-15 0,2-1-28 0,-3 4-28 0,-5 2-107 15,-2 2-175-15,-4 5-208 0,-8 2-120 0,-4 5 6 0</inkml:trace>
  <inkml:trace contextRef="#ctx0" brushRef="#br0" timeOffset="166939.85">32265 14444 314 0,'-5'1'98'0,"1"0"-47"0,-3 0-20 16,-2 0-9-16,0 1-1 0,0 0 6 0,-2 0 7 0,0 1 4 0,-1-1 5 15,0 0 5-15,1 1 3 0,-1 0 4 0,-1 0 8 0,-4-1 7 0,-7 4-13 16,0-2-4-16,4-1-6 0,6-1-13 0,-2 0 6 0,1-1-7 15,0 1-4-15,0-1-1 0,2 1 0 0,-1 0 1 0,0 1-2 0,1-2 0 16,-1 3-4-16,1 0 5 0,1 1 2 0,0 0 6 0,3 1 8 16,1 2-3-16,-1 0-6 0,1 1-10 0,0-1-13 0,1 0-3 0,1 1-7 15,1 1-10-15,0 3-1 0,0-1-9 0,3 1 5 0,-2 1 4 0,1 0 9 16,1 0 2-16,-1 0-5 0,1 0 8 0,1 1-4 0,0-1 3 16,1 1 4-16,1-2 6 0,1 0 0 0,0 0 5 0,1 0-4 0,1 0 1 15,1-1 2-15,2 1-2 0,0-1 2 0,1 1-7 0,1 0 3 16,2 0 1-16,1 1 1 0,0 0 8 0,4-2-5 0,0-1-2 0,4 0 1 15,1-1 0-15,3-2 3 0,3-1 1 0,3-2 4 0,-14-3 18 0,3 0-5 16,2-1-6-16,5 0-5 0,-1-2-28 0,5 0 0 0,0-2-3 16,5 0-4-16,-3-2 1 0,1-1 1 0,1 0 5 0,-3-2-4 15,1 0 0-15,-2 0-2 0,0-1 3 0,-2 0 0 0,0-1-4 0,-1 0-3 0,-4-1 0 16,2 1-1-16,-3-2 0 0,0 0-2 0,-1-1-1 0,-3 1-2 16,0-1 7-16,-1 0 65 0,-3 0 9 0,-2-1 9 0,-1 1 9 0,-2 0-57 15,-2-2 8-15,-2 1 6 0,-3 0 10 0,0 0 12 0,-3-1 7 16,-2 1-67-16,-1-2-7 0,-3 2-12 0,0 0-12 0,-2-1 73 0,-1 0 1 15,-1 0-5-15,-1 2 0 0,-2-2-11 0,0 1-9 0,0 0-6 0,-2 1-4 16,0 0-13-16,-1 0-9 0,-2 2-14 0,1 1-4 0,-1 1-6 16,-1 2-9-16,-2 1-20 0,0 0-40 0,2 1-69 0,-3 2-105 0,0 0-144 15,1 1-96-15,-1 0 47 0,1 0 4 0</inkml:trace>
  <inkml:trace contextRef="#ctx0" brushRef="#br0" timeOffset="167875.86">28733 11380 1468 0,'-10'1'158'0,"1"0"-116"0,-1 0-25 0,3 0 5 0,3-1 2 15,1-1 12-15,0 1 5 0,-2-2 4 0,0 0 4 0,-2-1 0 16,0 0 3-16,-1-1 0 0,0 0 3 0,-1-1-1 0,1 1 0 0,-2-1-4 16,0 0-5-16,0-1-3 0,-1 0-4 0,1 1 2 0,-1-1 4 15,-2 1-7-15,-1 0-10 0,0 0-10 0,1 2-12 0,1 0-5 0,-1 2-3 16,0 0-3-16,0 1-7 0,1 0 2 0,2 1-3 0,0 0-5 16,1-1-6-16,0 1-3 0,1 0-4 0,0 1-6 0,0-1-5 0,2 1-12 15,-1-1-9-15,1 0-15 0,1-1-16 0,0-1-10 0,0-1-73 0,2 0-103 16,0 0-67-16,0 0-6 0,2 0 60 0,1-1 102 0,0-2-56 0</inkml:trace>
  <inkml:trace contextRef="#ctx0" brushRef="#br0" timeOffset="168025.86">28475 11136 1230 0,'3'5'195'16,"2"0"-121"-16,3 3-31 0,3 2 1 0,2 0 9 0,5 1 20 15,1 0 7-15,2-1 1 0,3 1-6 0,2 0-9 0,1 1-14 0,5-1-15 16,2 1-14-16,4-2-10 0,2 1-10 0,0-2 0 0,3 0-9 0,0-1-13 15,1-1-9-15,0-1-28 0,0 0-36 0,-3-1-91 0,-1 1-179 16,0 0-109-16,-3 1 6 0,-2 0 56 0</inkml:trace>
  <inkml:trace contextRef="#ctx0" brushRef="#br0" timeOffset="171206.08">24689 16603 101 0,'0'0'61'0,"1"-1"-14"16,0-1-14-16,0 0-14 0,0-1-11 0,1 0-7 0,0 1-5 0,1-1-4 16,0-1 0-16,0 1-3 0,0 0 3 0,1-1 0 0,0 0-1 15,0 1 5-15,0-1 1 0,-1 1 2 0,-1 0 2 0,1-1-2 0,-1 0 6 16,1 0 1-16,-1 0 7 0,0 1 11 0,0-1 6 0,0 1 12 16,-1 0 11-16,0 0 13 0,0 1 17 0,-1 0 14 0,1 0 13 0,-1 0 6 15,1 2-5-15,-1-2-3 0,-1 1-16 0,0 0-16 0,1-1-18 0,-1 1-21 16,1-1-10-16,0 0-12 0,0 0-8 0,-1 0-4 0,2-1-3 15,-1 1-5-15,0-1 2 0,1 1-4 0,1-2 4 0,-1 0-1 0,2 1-4 16,-1-1 7-16,1 1-8 0,1-1 4 0,0 0 9 0,1 0 4 0,1 0 17 16,0 1 9-16,-1-1 7 0,4 0 2 0,-1 0-5 0,2-1 4 15,0 0-5-15,2 0-5 0,0-1 0 0,2 0-4 0,1-1 3 0,0-1 3 16,2 0-1-16,2-1-2 0,2-2 8 0,1-1 3 0,1 0 6 0,2-2 0 16,0 1 1-16,2-3-6 0,1-1-13 0,2 1 5 0,1-3-13 15,1-1 0-15,0 0-5 0,3 0-6 0,-1-3 3 0,2 0 3 0,1-3 1 16,1-1 6-16,2 0-6 0,-1 0 3 0,2 0 5 0,2-2-11 15,0 1 2-15,3-4-5 0,0 2-4 0,3-2-1 0,-1 0 9 0,1-1-8 16,1 1 4-16,1-1 7 0,3-1-7 0,0 0 12 0,1 1-4 0,-1 0 10 16,1 0 1-16,0-1 1 0,1-1 1 0,0 0-2 0,1 0 5 15,1 2-1-15,0-1-1 0,0 1-4 0,1-2-3 0,0 0-21 0,-2 1 10 16,1-2-3-16,1 2-1 0,1-2 18 0,-1 0-14 0,1 0-3 16,0 0-1-16,0 1-2 0,1-1-1 0,-1 0-2 0,0 1 0 0,-2-2 0 15,1 2 1-15,0 0 2 0,-1 2-1 0,2-1 1 0,-2 0 3 0,0 0-19 16,1 1 15-16,-2 1-5 0,2-1-4 0,0 1 8 0,-1-2-8 15,0 1 11-15,1 1-1 0,-2 1-5 0,1 0 1 0,1 0-6 0,-2-3 1 16,2 1 8-16,-1-2-5 0,0 2-1 0,1 0-5 0,-1-1 4 0,0 2 3 16,1-4-1-16,-2 3-16 0,0-2 8 0,0 1-1 0,-1 0 3 15,0 1 18-15,0-2-9 0,-1 0-5 0,1 2-2 0,-1-1 3 0,-1 2 8 16,1-2-1-16,0 1 6 0,-1-2-2 0,-1 1 0 0,-1 0 1 0,0 1-7 16,2 0 0-16,-2-1-7 0,1 0 5 0,0-1-12 0,-1 1 10 15,0 0-1-15,-1 1 1 0,-1-1 10 0,0 1-5 0,-2 1-3 0,-1-1-5 16,-2 1 3-16,3-1 0 0,0-1 3 0,0-3 2 0,2 1-7 0,0-1 1 15,1 0-1-15,0 2 9 0,-2-2 5 0,-2 2-5 0,1-1-17 16,0 1 1-16,-2 0-4 0,-1-1 4 0,2 1 14 0,1-3-4 16,1 2-1-16,-3 0-1 0,0-2 3 0,1 2-6 0,-1-2-4 0,-1 0 20 15,1 0-3-15,1 0 0 0,-2 2 9 0,1-1-26 0,-1 1 6 0,-1 1-13 16,0 0 6-16,0 2 5 0,0 0-6 0,1 1 13 0,-2-1-10 16,0 2 1-16,-2 0 2 0,-1 2-6 0,-19 14 39 0,2-3-2 0,2 0-1 15,3-5 1-15,1 0-34 0,4-4-5 0,0-1 5 0,3-2-1 0,0-2 0 16,1 1 2-16,-1 0-3 0,1 2-10 0,-1-2 0 0,1 3 10 0,-2-1 1 15,2 1 0-15,2 0-1 0,-3 1-6 0,1 0 85 0,-1 1 4 16,-17 13-1-16,2-1-9 0,0 0-91 0,3-2 2 0,0 2 2 0,2-2 1 16,-1-1-9-16,4 0 1 0,0 0 0 0,3-2 1 0,-1 1-1 15,5 0 2-15,-2-1 88 0,3-2-5 0,-1 2 6 0,2-2-6 0,0 0-96 16,-1 1-1-16,0 0-9 0,-1 0 12 0,-1 1 1 0,1-1 2 0,-2 1 7 16,0 2 10-16,-2-1 2 0,0 0 13 0,-1 1-6 0,-1 1-6 15,-2-1-3-15,2 0 4 0,-3 1 13 0,2 2 0 0,-3-2 56 0,2 1 13 16,-2 1-4-16,1 1 13 0,-2-1-56 0,0 1-20 0,-2 1 21 0,-1 0-17 15,3 2 1-15,0-1 22 0,-23 1-21 0,-2 0 19 0,0 0-16 16,0 1 126-16,0 1-35 0,0 0-104 0,0 1 0 0,0 0 0 0,0 1 0 16,0 1 0-16,0 0 0 0,0 1 0 0,0 0 0 0,0 0 0 0,0 1 0 0,0 1 0 0,0 1 0 0,0-1 0 0,0 1 0 0,0 1 0 0,0 0 0 0</inkml:trace>
  <inkml:trace contextRef="#ctx0" brushRef="#br0" timeOffset="172976.34">24952 9099 275 0,'-46'-22'22'0,"-5"-1"4"0,-11-5 3 0,9 5-3 0,10 4 3 0,3 1 3 16,1 3 3-16,4 2 5 0,0 1 2 0,3 0 4 0,0 0 5 0,2-1 4 15,2 1-1-15,2-1 0 0,2 0 2 0,4 0-2 0,-1-1 1 16,3 0-2-16,3-3-11 0,2 0-6 0,2 0-8 0,2-2-2 0,1 0 2 16,2-1 3-16,2 2 7 0,2-3 6 0,3 1 3 0,2-1 2 15,3-2-3-15,4 1-8 0,4-4-2 0,4-1-3 0,4 1-3 0,7-2-2 16,3 3-7-16,6-2-8 0,3 2-6 0,4-2-2 0,4 2-1 0,2 1-4 15,5 1-4-15,2 2-2 0,1 0-4 0,3 5 7 0,1 1 2 16,0 4 0-16,1 3 3 0,3 1-13 0,3 4-4 0,1 2-9 0,5 3-24 16,1 3-33-16,0 1-44 0,4 2-35 0,1 2-16 0,0 3-2 15,3 4 27-15,0 1 24 0,-2 2 22 0,-2 2 26 0,-3 1 16 0,-6 0 21 16,-5 1 17-16,-7-2 14 0,-6 0 10 0,-7 0 4 0,-9 0 4 0,-6 1 5 16,-8 2 5-16,-5 1 2 0,-6 4-2 0,-5-2-6 0,-4 3-10 15,-3 1-26-15,-4 1-20 0,-2 1-153 0</inkml:trace>
  <inkml:trace contextRef="#ctx0" brushRef="#br0" timeOffset="173176.34">26101 9752 426 0,'16'3'-28'0,"6"3"8"0,13 4-14 0,7 3-29 0,4 0-10 15,6-1-90-15</inkml:trace>
  <inkml:trace contextRef="#ctx0" brushRef="#br0" timeOffset="173957.37">26112 9846 833 0,'-67'-50'17'0,"-3"0"-3"0,-14-7 52 0,18 16-27 0,12 12-32 0,7 6-3 15,6 4 1-15,5 3-2 0,5 3 1 0,7-1 0 0,5-1-1 0,1 1 0 16,4 2 4-16,1 0-2 0,2-1-4 0,0 2 2 0,1-1-6 16,1 1 1-16,0 2 0 0,2 0 0 0,0 1 1 0,2 1 2 0,-1 2 0 15,1 0 1-15,1 0-2 0,1 2-2 0,2 0-2 0,0 3-2 0,2 2 0 16,2 1-4-16,1 3 4 0,3 2 3 0,1 4 2 0,2 2 5 16,3 4 4-16,2 2-1 0,2 4 7 0,2 3 11 0,4 2 3 0,3 3 8 15,3 2 2-15,4 0-7 0,5 2 5 0,2 3 0 0,6 1-2 16,6 1-7-16,3 0-7 0,5 2-6 0,5 1-7 0,3 4-1 0,4 2 1 15,3 2-12-15,3 3 10 0,2 3-1 0,5 1-2 0,3 3 8 0,3 2-8 16,4 1-3-16,1 1 0 0,2 1 1 0,4 1-8 0,-1 6 2 0,1 3-3 16,1 1-4-16,-4 3 9 0,1-3 0 0,-1 0 2 0,-2 0-4 15,1-2-5-15,-2-1 3 0,-2-1 3 0,-1-1 9 0,-1-2 5 0,-1 0-4 16,-2-5 0-16,-4-5 5 0,-2-1 3 0,-4-3 3 0,0-1-5 16,-3-1 10-16,-1-3 11 0,-3-3 11 0,-3-4 19 0,-2-4 5 0,-2-4 1 15,-3-2 3-15,-4-4 0 0,-3-1-10 0,-3-2-5 0,-4-3-1 0,-2-5-1 16,-4-2-3-16,-3-3-2 0,-4-2-10 0,-3-4-2 0,-3-1-3 15,0-2-5-15,-5-2 4 0,-1-2-7 0,-4-1 4 0,-2-1-3 0,-1-1-1 16,-2 0 0-16,-1-2-4 0,-2 0-2 0,-1 0-3 0,-1 0-7 0,0-1 2 16,-2 0-4-16,-2 1 1 0,1-2-2 0,-2-1-7 0,-1 0-8 15,-1-1-16-15,-1 0-18 0,-2-1-32 0,0 0-37 0,-1 0-56 0,-3 0-74 16,-1-1-87-16,-4 0-95 0,-2 0 1 0,-2-2-122 0</inkml:trace>
  <inkml:trace contextRef="#ctx0" brushRef="#br0" timeOffset="174357.37">28970 12433 940 0,'-2'-1'255'0,"0"0"-235"0,0 1-34 0,1 2-38 0,2 1 1 15,0 1 13-15,3 0 15 0,0 2 14 0,2 0 6 0,1 1 2 0,-1-1 1 16,0 0 0-16,-2 0 3 0,1-1-1 0,0-1 7 0,0-1 2 15,-1 0 1-15,1-2 1 0,-1 0-1 0,0-1-4 0,0-2-3 0,-1 2-2 16,-1-1-7-16,0 0-5 0,-1 0-2 0,-1 1 0 0,0-1 2 0,-1 1 3 16,1-1 0-16,-1 0-3 0,-1 1 2 0,0-1-1 0,-1 1 3 15,0 0 3-15,-1 1 0 0,0 0 6 0,0 0 0 0,0 1 4 0,1 1 9 16,1 1 6-16,0 2 8 0,1 1 3 0,3 3 0 0,1 2-2 0,4 2-2 16,5 3 3-16,2 1-7 0,3 2 3 0,3-1-2 0,2 1-3 15,1 0-3-15,4 0-11 0,2 1-3 0,3 0-10 0,1-1-2 0,2 1 0 16,-2 0-2-16,4-3 4 0,-2 0-1 0,1-1 1 0,0-3 4 15,-2 1 7-15,1-1-7 0,-1 1 4 0,0 0 10 0,0-1 33 0,-1-3 46 16,-1-6 24-16,2-3 7 0,-1-3-25 0,1-2-23 0,2-2-4 0,-3-2 11 16,2-2 8-16,-3-2 11 0,1-3 5 0,1-2-12 0,-1-2-9 15,2 1-9-15,-1-2-16 0,0 0-10 0,1 0-7 0,1-4-8 0,-2-1-7 16,1-1-4-16,-3-1-8 0,-1 1-16 0,-1-1 1 0,-5 0-3 0,-2 2-6 16,-3-2-5-16,-3 1-34 0,-4 1-34 0,-2 1-42 0,-3 4-65 15,-5 2-103-15,-5 3-179 0,-6 3-179 0,-9 4-174 0</inkml:trace>
  <inkml:trace contextRef="#ctx0" brushRef="#br0" timeOffset="194791.8">14493 7770 585 0,'-17'-12'42'0,"0"2"42"0,-5-2-19 0,4 5-8 0,4 2-14 0,1 3-9 16,2-1-10-16,1 0-10 0,1 0-5 0,2 1-6 0,0 0-3 16,1 1 1-16,0 1 0 0,0 0 0 0,0-1 2 0,0 0 0 0,0-1-2 15,0 0 1-15,1-1 2 0,3 0-2 0,1 0 1 0,0 0 2 16,0-1-1-16,2 0-3 0,0-1 2 0,2 0-2 0,1 0 0 0,2 0 4 16,1-1-2-16,1-1-1 0,3 0 4 0,1-1-2 0,2 0-1 0,3 0 3 15,2-1 2-15,0 2 3 0,2-2 3 0,3 1 1 0,0 0 3 16,5 0 4-16,0 0 0 0,2-2 1 0,1 0-3 0,1 1-3 0,0-3 4 15,4 2 0-15,-1-1 11 0,2 0-1 0,0 1 9 0,-2-1 3 0,3 0-2 16,-2 0 4-16,2 1-5 0,1 1-1 0,0 1-8 0,1-1-5 16,3 2-6-16,-2 1-6 0,0 0-1 0,1 3-7 0,0 0 2 0,1 0-5 15,2 1 0-15,0 0-3 0,-1 1-1 0,0 0 1 0,1 0 0 0,-1 2 2 16,1 0-2-16,-2 0 3 0,0 1-2 0,-4 0-1 0,-3-1 0 16,1 2-1-16,-3 0 0 0,0 0-1 0,-1 0 4 0,-2 1-2 0,0 1 1 15,-2 0-2-15,-1 1 2 0,-2 0-1 0,-2 3 1 0,1 1-2 16,-2 1 0-16,0 2 2 0,-1 0-4 0,-2 2 3 0,-1 1-2 0,-1 2 3 15,-2-1-2-15,1 1 1 0,-2 2 1 0,-2-1-4 0,0-1 6 0,-2 0-2 16,-1-1-1-16,-2-1-1 0,-3 1 0 0,-1 0-2 0,-2 1 2 16,-2-2 0-16,-2 1-1 0,-2 1 5 0,-3-2-1 0,-4 3 0 0,-4 1 0 15,-4 0 0-15,-3 0-1 0,-6 2 0 0,-4-3 0 0,-4 1 1 0,-5-2-2 16,-4 0 7-16,-4-3-2 0,-3 1 3 0,-4-1 0 0,-2-1 0 16,-3-1-2-16,-4 0 1 0,-3 0-3 0,-4-2-2 0,-1-1 1 0,-2-2 2 15,0-1 0-15,-2 0-1 0,0-2-1 0,-1 0-1 0,1-1-2 16,1-2 0-16,-1-1 3 0,3-1-2 0,-2 0 1 0,0-2 3 0,3-2 0 15,4 0 0-15,6-3-1 0,7-1 0 0,5 0-4 0,5-2-8 0,1 2-27 16,0-1-77-16,1 1-95 0,2 2-100 0,0-1-53 0,2-1-208 16</inkml:trace>
  <inkml:trace contextRef="#ctx0" brushRef="#br0" timeOffset="198574.43">25312 15398 5 0,'-1'-12'5'0,"3"0"-2"16,0-3 2-16,0 3-1 0,1 1-2 0,1 0-1 0,0 3-2 15,0 0 0-15,-1 1-3 0,0 1 1 0,-1 2-3 0,1 1-1 0</inkml:trace>
  <inkml:trace contextRef="#ctx0" brushRef="#br0" timeOffset="200501.05">24995 15827 43 0,'-8'8'52'0,"-1"1"1"0,-1 0 0 16,0-1-6-16,0-2 2 0,2-1-1 0,-2 0 2 0,0 1-10 15,2-1 4-15,1-2-1 0,-1 1 5 0,1 0 11 0,-1 0 2 0,0-1 9 16,0 0-1-16,0 0-7 0,1 1-8 0,-2-1-9 0,0 2-7 0,0-1 0 16,0 0-5-16,0 1-8 0,0-2-1 0,1 2-8 0,-2-1-3 15,0 0-3-15,0 1-9 0,1-2 2 0,1 1-2 0,0 0 0 0,1 0 4 16,-1 0-5-16,-1 0 3 0,0 0-4 0,0 1 0 0,0-2 7 0,0 0 2 15,0 0 11-15,-1-1 11 0,1 0 16 0,-3-1 19 0,1-1 11 16,-2 0 2-16,0-2 2 0,0-1 3 0,-1 0-4 0,-1-2 5 0,1-2-13 16,-2 0-4-16,0-2 1 0,-2 0-4 0,2-2-1 0,-2-1-9 15,1-3-6-15,0 1-9 0,-2-1-5 0,2-2 5 0,-1-1-16 0,2 1 6 16,1-2-4-16,0-1-10 0,0 1 9 0,2-3-9 0,-1-1 0 0,1 0-3 16,1-2-2-16,2 0 1 0,1 0 3 0,-1-1-7 0,2-1 4 15,0-2-3-15,2-2-3 0,1-2 6 0,1-1-5 0,2-1-1 0,0 0 1 16,2-1-2-16,0-2-1 0,1 0 2 0,1-1-10 0,1 1 2 15,0-2-1-15,2 0 4 0,1-2 7 0,1-1-4 0,1-1 4 0,0-1-3 16,1-2 0-16,2-3 2 0,1 0 4 0,2-1-2 0,1 1 2 0,-1-1-10 16,2-1 9-16,1-2 1 0,0 0 0 0,1 2 11 0,0 0-7 15,1 3 2-15,-1 0 4 0,0 0-7 0,2-1 2 0,0-1 0 0,2 0-7 16,0 1 6-16,1 1-9 0,2 0 2 0,0 1-4 0,1-2-5 0,1 2 4 16,0 0-5-16,3 1 1 0,1-2-1 0,1 1 3 0,-1 1-2 15,0 0 0-15,-2 1 4 0,2 0-5 0,-1 1-16 0,2 2 12 0,-1-1-3 16,0 1 0-16,0 1 20 0,0 0-11 0,0 1 2 0,0 1 4 15,-1 1-5-15,1-2 0 0,-2 1 5 0,1 2-8 0,-3-1 6 0,1 4-3 16,1-2 4-16,1 1-3 0,-1-1-24 0,1 1 11 0,-2 0-7 0,1 2 2 16,-1 1 27-16,2-1-10 0,0 1 2 0,2-1-1 0,-1 1-4 15,2 1 3-15,-1-1-3 0,2-1 4 0,-2 0 1 0,3 1-7 0,-3 1 2 16,1 4-1-16,-2 0 4 0,-1 2 2 0,-1 0-4 0,1 1-3 0,1 2-8 16,0 0 0-16,-1 3 10 0,0 1-4 0,-1 1 9 0,1 1 1 15,-1 2-9-15,3 0 1 0,-1 1-2 0,3 1 6 0,0 1 2 0,3 3-1 16,1 0 2-16,1 2-7 0,1 1-2 0,-1 1 3 0,0 2-3 15,2 2 7-15,0 1-2 0,1 1 1 0,0 2-1 0,0 0-4 0,-2 2 4 16,1 0 0-16,2 2-1 0,-1 1 6 0,1 0 1 0,1 1-1 0,-2 2-1 16,-2-1-4-16,0 2-5 0,-4 2 1 0,-1-1 3 0,2 1-7 15,0 2 0-15,0 0 10 0,-2 0 4 0,1 4 7 0,-2 0 0 0,0 1-9 16,-1 2-4-16,-2 1-4 0,0-1 6 0,-1 3 0 0,0 0 1 0,-1 1-1 16,1 2 2-16,-2 3-2 0,2 0-3 0,-3 3 1 0,1-1 0 15,-2 2-1-15,0 0 2 0,1 1 1 0,-1 2-5 0,0 0-3 0,-3 1 4 16,1 0 4-16,-3 2 9 0,-1 1 5 0,1 1-4 0,-1-1-7 0,-3-2 0 15,1 0-3-15,-2 0 5 0,-1-1 3 0,0 0-1 0,-1-2-1 16,2 1 1-16,-1 1-2 0,-1-2-2 0,0 0-3 0,0-2 13 0,1 0-3 16,0 1 2-16,1-2-1 0,1 0-11 0,0-3 3 0,-1 0-4 15,1-2 4-15,0 1 5 0,2-2-4 0,0 1 7 0,0-3 1 0,1 1 3 16,0-4 5-16,2 1 0 0,1 0 0 0,0-1-5 0,2 0 0 0,-1 1 2 16,2 0 2-16,-1 0-10 0,1 0-1 0,1 0 13 0,1-1-1 15,2 2 13-15,0-1-5 0,2 1-16 0,-1-1-3 0,2-3-2 0,1 1 5 16,0 0-5-16,1-3-2 0,0 1-3 0,1 0-4 0,0-1 6 15,1 1-6-15,1-2 5 0,-1-1-6 0,2-2 1 0,-3 0 2 0,1-2 4 0,0 0 3 16,-1 0-7-16,3-1 3 0,-2-2-3 0,0 0 2 16,2 0 1-16,-1 0 3 0,0-1 1 0,-1-1-2 0,-1 0 4 0,-1-2 1 0,-1-1-4 15,2 1-1-15,-2-1-3 0,1 0-1 0,-2-1 1 0,-2 0 2 16,1 0 3-16,-1-1-9 0,0 0 6 0,0 0-1 0,1-1-1 0,-3-1 5 16,2 0 0-16,-4 0-1 0,2-2 1 0,-2-1 3 0,0 1-4 15,0-2 1-15,-3 1-2 0,1-1-1 0,-1 0 8 0,-2-1 6 0,2 0-3 16,-2-1 3-16,1 0 0 0,0 0-2 0,-4-1 4 0,1 1-3 0,0-2 1 15,-2 0 2-15,0 0-1 0,-1-1 3 0,0 0-4 0,1-2 1 16,0-1 3-16,1-1-7 0,-3 0 8 0,1 0-8 0,1 0-4 0,-1-1 8 16,0-2 0-16,1 0 0 0,-2-1 0 0,0-1-8 0,1-2-1 0,1 0 3 15,-1-1 0-15,-1-2-3 0,1 0-1 0,-2 1 1 0,1-1-2 16,-1-1 1-16,-1 1 1 0,1-3 0 0,-2 1-3 0,-1-2 9 0,1-1-1 16,0 1-1-16,1-2-24 0,-1 0 14 0,-2-1-10 0,2 0 8 0,-2-1 23 15,3 0-17-15,-2-2 2 0,1 1-2 0,-1-1 2 0,-1 0-1 16,-2-1 5-16,1-2-4 0,-1-2-4 0,0 1 2 0,1-1-4 0,-2 0 5 15,1 0 3-15,-1-2 0 0,1-1 6 0,-2 0-12 0,1-1 0 16,2 0-12-16,-1-1 2 0,0-1 12 0,2 1-2 0,-2-1 4 0,0 1-8 16,0-1 6-16,0 0-10 0,-1-2 6 0,-2 2 10 0,2-1-16 0,1 1 10 15,-2 0-6-15,0 0-14 0,-1-1 8 0,-2 1-2 0,2-1-2 16,0-1 12-16,-1 0-4 0,-1 1 0 0,-1-1 4 0,1-2-8 0,0 0 6 16,-1-1-4-16,0-1 2 0,-3 1 0 0,1-3-18 0,1 0 16 0,-1 0-2 15,2 0 0-15,0 1 26 0,0-1-30 0,1 2 16 0,0-1-2 16,3 0-10-16,-1 2 16 0,2 0-14 0,1 2 2 0,0 1 2 0,0 0 0 15,0 0 2-15,1 1 2 0,1 0-6 0,-1 1-2 0,1 1 4 16,-2 1-4-16,2 0 6 0,0 2-8 0,3-1-6 0,0-1 6 16,-2 1 2-16,1 0 0 0,-1 1 2 0,2 2-8 0,-1 0-2 0,2 0 0 0,0-1-12 15,-1 3 16-15,2-1-4 0,-1 2-2 0,3 0 10 0,1 1-11 16,-3 1-7-16,1 0 2 0,0 2-3 0,0 1-1 0,-1 1 3 0,1 0 4 16,0 1 1-16,0 1 0 0,-1 0 11 0,1 3-3 0,-2 1 6 0,1 1-2 15,2 3-2-15,0-1-2 0,1 2-1 0,-1 0-1 0,1 1 39 16,-9 7-2-16,1 0-2 0,1-1 8 0,4 0-41 0,-1 0 4 0,3 0-4 15,-2 0-9-15,4-1-1 0,1 0 4 0,0 2 1 0,1 1 5 16,0 0 2-16,-1 1-2 0,2 2 4 0,1 0-5 0,-1 0-1 0,2 1 0 16,-1 1-3-16,2 0 7 0,0 1-2 0,-1 0-3 0,2 1 3 0,0 0-4 15,0 0-1-15,-1 0 3 0,2 0-1 0,-1 0 89 0,2-1 15 16,-1 1-9-16,-2-1 10 0,-13 1-94 0,2-1-12 0,-2 1 12 0,3-1-12 16,0 0 2-16,1-1 6 0,-2 1-10 0,2-1 4 0,-1 0-4 0,3 0-6 15,-3-1 8-15,3-1-4 0,-1 0 3 0,2 0 1 0,-1-2 0 16,2 0-2-16,-2 1 2 0,1-3-3 0,1 0 3 0,-2-1-2 0,1 0-3 15,0-2 1-15,0 0-1 0,0 0 1 0,0-2 98 0,-2-1 4 16,2 0 0-16,0-1-82 0,-1-2-6 0,1-1 0 0,0-1 0 0,0 0-2 16,1-3-20-16,0 0 0 0,-1-1 0 0,0-1 0 0,1-1 6 0,-1-2-9 15,1 0 13-15,0-2 4 0,-1 0 0 0,2-2 12 0,-2 0-8 16,2-1 2-16,-2 0 6 0,1-3 0 0,-2 2 2 0,0-3 0 0,1 1 6 16,-4-2 57-16,1 1-9 0,-1-2-60 0,0 0 0 0,-2 0 0 0,0 0 0 15,-2-2 0-15,0 1 0 0,-1-1 0 0,-2 1 0 0,-2 0 0 16,1-2 0-16,-1 1 0 0,-1 1 0 0,-1-2 0 0,-1 1 0 0,1 0 0 15,-1-1 0-15,-1 1 0 0,0 0 0 0,1-2 0 0,-2 1 0 16,1 0 0-16,-2-1 0 0,3 0 0 0,0 0 0 0,-1-2 0 0,1 2 0 16,0-2 0-16,1 1 0 0,0-2 0 0,1 1 0 0,-2 1 0 0,3-1 0 15,-2-1 0-15,-3 2 0 0,-2 1 0 0,0-2 0 0,0 2 0 16,0 1 0-16,0-1 0 0,0 1 0 0,0 1 0 0,0-1 0 0,0 2 0 16,0 1 0-16,0-2 0 0,0 2 0 0,0 1 0 0,0-1 0 0,0 1 0 15,0-1 0-15,0 0 0 0,0 2 0 0,0-2 0 0,0 0 0 16,0 0 0-16,0 1 0 0,0 1 0 0,0-2 0 0,0 2 0 0,0-2 0 15,0 2 0-15,0 1 0 0,0-2 0 0,0 2 0 0,0-1 0 16,0 2 0-16,0 2 0 0,0-2 0 0,0 3 0 0,0-2 0 0,0 3 0 16,0-1 0-16,0 1 0 0,0 0 0 0,0 1 0 0,0 1 0 0,0 1 0 15,0 1 0-15,0 0 0 0,0 2 0 0,0 1 0 0,0 2 0 16,0 2 0-16,0 1 0 0,0 1 0 0,0 4 0 0,0 0 0 0,0 2 0 0,0 2 0 0,0 1 0 0,0 2 0 0,0 1 0 0,0 1 0 0,0 2 0 0,0 1 0 0,0 1 0 0</inkml:trace>
  <inkml:trace contextRef="#ctx0" brushRef="#br0" timeOffset="205509.12">24499 4491 1560 0,'-8'25'-135'0,"-1"10"9"0,-2 12 5 0,-2 8 10 0,8-18 117 0,4-2-2 0,5-8 4 0,6-6-7 0,1-5-52 0,1-7-70 0,2-4-71 16,1-3-283-16</inkml:trace>
  <inkml:trace contextRef="#ctx0" brushRef="#br0" timeOffset="205776.12">29925 4362 927 0,'10'1'-23'0,"3"1"-27"15,3 0-31-15,2 2-31 0,-8 0-115 0,0 1-78 0</inkml:trace>
  <inkml:trace contextRef="#ctx0" brushRef="#br0" timeOffset="-200370.31">24708 4597 453 0,'-23'22'-24'0,"2"2"36"0,-6 4-2 0,6-8 4 15,5-4 1-15,1-2 2 0,2-2 1 0,0 0-3 0,3-2-1 0,3-1-3 16,-1-1-3-16,4-1-3 0,1-2-3 0,2 0-2 0,3-1-3 0,2-2 0 16,2 2 4-16,2-2-1 0,4 1 3 0,2-3 1 0,3-1 1 15,1 0 4-15,3-2 2 0,3-1 4 0,4-1 4 0,6-2 0 0,0-2 2 16,4-1-2-16,-1 0-2 0,2-2 0 0,3-1-2 0,2-1-2 0,2-2 1 16,1-1-2-16,2 3 2 0,2-2-2 0,0 1 0 0,2 0 0 15,2 1-1-15,0 0 3 0,0 1 4 0,3 2-1 0,-2 2 5 0,3 2 5 16,2 2 3-16,1-1 9 0,3 1 2 0,2-1 7 0,4 0-3 15,2-1-4-15,3-2 1 0,1-1-10 0,3-3 3 0,2-2-10 0,2-3 4 16,4-3-3-16,1-2-12 0,3-4 3 0,0 0-5 0,1-3 1 16,1 1 0-16,1-2-1 0,1 0-4 0,1 0 0 0,-1 0 0 0,3 1 2 15,-2 4-4-15,0 1 0 0,2 3-4 0,-1 3-3 0,0 2 3 0,2 3-3 16,-1 1 12-16,0 2 1 0,-1 0 0 0,2 0 1 0,-1 2-5 0,-1-1-2 16,1 3 10-16,-2-1-1 0,-1 2-2 0,2-1-1 0,-3 0-9 15,0 1-2-15,-3-1 0 0,-3 0 5 0,-3 2-3 0,-1 0 4 0,-3 1-2 16,0 1-3-16,-4 0 3 0,-2 0 0 0,-4 1 2 0,-3-2 0 15,-3 1 5-15,-2 1-1 0,-1-1 5 0,-5 0-10 0,-2 0 2 0,-2 0 0 16,-1 2-3-16,-3 0 7 0,-4 1 1 0,-4 1 0 0,-2 1 2 0,-3 0-1 16,-2 2 4-16,-3 0 7 0,-2 1-1 0,-1 0 3 0,-3-1-2 15,-3 2-7-15,-1 1 0 0,-3-1-3 0,0 0-1 0,-2 0-4 0,0-1-3 16,-3 0-3-16,0-1-1 0,-1-1-3 0,-1 0 0 0,-1-1 0 0,-1 0-5 16,-1-1 5-16,-1 0-2 0,0-1-5 0,-2-1-2 0,0 0-10 15,-2-2-21-15,-2-1-36 0,-1-4-58 0,-4-5-72 0,-1-9-87 0,-3-7-43 16,-5-12-3-16,-1-11-80 0</inkml:trace>
  <inkml:trace contextRef="#ctx0" brushRef="#br0" timeOffset="-166585.43">15712 10050 46 0,'-1'-1'47'0,"1"1"1"0,-1-1-5 0,0 0 2 0,1 1 2 0,-1 0 5 15,1 0 0-15,0 0 5 0,-1 0 6 0,1 0 4 0,-1 0 6 16,1 1 3-16,0 0-2 0,0 1 0 0,-1-1 1 0,0 1-1 0,1-1-2 16,0 0 1-16,0 0 0 0,0 0-3 0,0 0 2 0,0 0-4 15,0-1 0-15,0 1 4 0,0 0 1 0,0-1 3 0,0 1-4 0,1-1-5 16,0 0-7-16,0 1-7 0,-1-2-4 0,1 1-13 0,-1 0 0 0,0 0-6 16,1 0-11-16,-1 0 0 0,1 0-4 0,-1 0-10 0,0 1 1 15,0-1 0-15,1 0-3 0,-1 0 0 0,0 1 0 0,0-1-6 0,0 0 0 16,0 0-6-16,0 0-14 0,0 0-23 0,0-1-46 0,0 1-76 0,0-1-104 15,-1 1-138-15,1-2-65 0,-1 0-98 0</inkml:trace>
  <inkml:trace contextRef="#ctx0" brushRef="#br0" timeOffset="-165334.45">15525 9750 46 0,'-1'0'47'0,"1"-1"-4"0,0 1 0 0,0 0 1 0,0 0 3 0,-1 0 0 16,1 0 1-16,-1 1 1 0,1-1 2 0,0 0 6 0,0 0 3 15,0-1 2-15,0 1-2 0,-1 0 2 0,1-1-2 0,0 1 4 0,0 0 1 16,-1-1-1-16,1 1 2 0,-1-1-6 0,1 1 6 0,0 0-6 0,-1 0 2 15,0-1-3-15,1 1-7 0,-1 0 4 0,1 0-2 0,-1 1 3 16,1-1 1-16,-1 0 0 0,1 1-3 0,0-1 0 0,-1 0-1 0,1 0-5 16,-1 1 1-16,1-1-2 0,0 1 0 0,0 0-2 0,0-1 2 15,0 1-1-15,-1 0-3 0,2-1 3 0,-1 0-4 0,0 0 2 0,0 0-1 16,0 2-2-16,0-1 5 0,0 0-6 0,0 0 1 0,0 0-7 0,0 1-9 16,1 0 3-16,0-1-1 0,-1 1-5 0,1 0-2 0,-1 0-6 15,1 0-5-15,-1 1 5 0,1-1-7 0,-1 1-1 0,1-1 0 0,0 1-6 16,-1 0 6-16,1 1-5 0,0-1 1 0,-1 1-1 0,1-1-2 0,1 1 3 15,-1 1-3-15,1 0-2 0,-1 0 4 0,2 1-4 0,-1 0 2 16,1 0 4-16,0 0-1 0,0-2-1 0,0 1-2 0,-1 0 5 0,1-2 0 16,0 2 0-16,1-1 2 0,0 0-1 0,0 0 1 0,-1 0 2 15,0 0 1-15,0 1 0 0,0-1-5 0,0 0 0 0,-1 0 0 0,1 0 0 16,0 1 0-16,0-1-1 0,0 0-3 0,0 0-1 0,0 0 2 0,0 0-2 16,-1 0 2-16,1-1-1 0,-2 1-2 0,0-1 4 0,1 1-1 15,0-1 3-15,0 0-3 0,0 1 1 0,-1-1-1 0,1 0-4 0,-2 0 2 16,1 0 2-16,0 0-2 0,0 1 2 0,0-1 3 0,0 0-7 0,0 0-1 15,0 0 4-15,1 0-1 0,0 0 0 0,-1 1 5 0,1-1-5 16,-1 0 0-16,1 0 0 0,0 0 0 0,-1 1 0 0,0-1 2 0,-1 0 0 16,2 0-2-16,-1 0 5 0,1 0-3 0,-1-1-2 0,0 1 1 15,1 0-6-15,0 0 7 0,0-1 0 0,-1 0-2 0,1 1 3 0,-1 0-1 16,1 0 0-16,0-1 1 0,-1 1-3 0,0-1 0 0,0 1-2 0,-1 0 4 16,2 0-2-16,-1 0-2 0,-1-1 4 0,1 1 0 0,0 1-2 15,0-1 1-15,1 0 3 0,-1 0-8 0,0 0 6 0,0-1 0 0,0 1-4 16,0 0 2-16,-1-2-2 0,0 1 4 0,1 0 0 0,0-1 1 0,-1 1 1 15,1-1-1-15,-1 0 2 0,1 0-5 0,0 0 2 0,0 0 0 16,0-1-2-16,-1 1 3 0,1 0 2 0,-1-1-5 0,1 1 0 0,-1 0 0 16,0 1-8-16,1-1 4 0,-1 1 4 0,0 0 0 0,1 0 4 15,0-1-3-15,-1 1 1 0,1 0-4 0,0-1 2 0,0 0 2 0,-1 0 0 16,0 0-2-16,1-1 0 0,-2 1-4 0,2-1 4 0,-2 0 2 0,2 0-2 16,-1-1 0-16,0 1 2 0,0 0-2 0,0-1 3 0,0 0-3 15,0 0 0-15,0-1 0 0,0 1 0 0,0 0 2 0,0-1-4 0,-1 1 2 16,1-1 0-16,-1 0-5 0,0 0-5 0,0 0-18 0,0 0-14 0,1 0-26 15,-1-1-20-15,-1 1-30 0,1-1-33 0,-2 0-37 0,1 1-51 16,0-2-63-16,1 0-102 0,-1 0-62 0,0 0 45 0,0-1-24 0</inkml:trace>
  <inkml:trace contextRef="#ctx0" brushRef="#br0" timeOffset="-163884.45">15701 9815 33 0,'0'0'21'0,"0"0"0"0,0 0 6 0,0 0 2 0,1 1 1 15,-1-1 1-15,0 0 6 0,0 1 6 0,-1 0 9 0,2 0 9 0,-1 0 8 16,0 0 13-16,0 0 10 0,0 0 14 0,1-1 9 0,-1 1 7 16,1 0 3-16,-1 0-1 0,0-1 0 0,1 0-1 0,0 0 1 0,0 0-2 15,0 0 3-15,0 0-12 0,1-1-12 0,-1 0-12 0,1-1-15 16,0 0-1-16,0 1-7 0,-1-1-7 0,1 0-1 0,-1 0-7 0,0 0-4 15,0 1 3-15,0 0-9 0,0-1-3 0,1 2-6 0,0-2-1 0,0 1-6 16,0 0 2-16,0-1-1 0,-1 1-3 0,0 0-1 0,2-1-2 16,-2 0-1-16,2 0-4 0,-2-1 6 0,1-1-3 0,1 1-2 0,-2 0 4 15,2-1-4-15,-2 1 1 0,1 0 0 0,1 0-3 0,-1-1 3 0,-1 1-1 16,0 0-2-16,1-1-2 0,-1 1-1 0,1-1-4 0,-1 1 3 16,0-1-1-16,0 1-2 0,1 0-2 0,-1-1-5 0,-1 2 4 0,1-1-2 15,-1 1 0-15,0 0 3 0,-1 0-3 0,1 0-1 0,-1 0-1 16,0 1 2-16,0-1 2 0,0 0-3 0,-1 0 3 0,1 1 1 0,-1-1-5 15,0 0 4-15,1 0-2 0,-2 1-4 0,0-1 7 0,1 0-5 0,0 1-2 16,-1-1 2-16,1 1 0 0,-1-1 6 0,0 1-1 0,0 0-5 16,1 1 2-16,-1-1-6 0,1 0 3 0,-1 1 1 0,1 0-4 0,0-1 2 15,0 0 2-15,0 1 2 0,0 0-2 0,1 1 2 0,-1-1-4 16,0 1-2-16,0 0 8 0,0 0-6 0,0 0 2 0,0 0 0 0,0 0-2 16,1 0 4-16,0 1 4 0,-1-1-6 0,0 0 0 0,0 1-2 0,0-1-2 15,0 0 6-15,0 1 2 0,0-1-6 0,0 0 4 0,0 1-4 16,0 0-2-16,0 1 6 0,1-1-6 0,0 1 6 0,0 0 4 0,0 0-10 15,0 0 2-15,1 1 2 0,0-1-5 0,0 1 5 0,0 0 0 0,0 0 0 16,0 0 2-16,0 0-1 0,0 0 1 0,1 0-5 0,0 0-1 16,1-1 1-16,-1 1 1 0,1 0 4 0,0-1-1 0,-1 1-2 0,1-1 2 15,0 1-1-15,0-1-1 0,0 1 2 0,-1-1-1 0,1 0 0 0,0 1-5 16,-1-1 3-16,1 1 0 0,0 0 2 0,-2 1 0 0,2-1 4 16,-1 1-2-16,0-2-2 0,0 0 2 0,0 0-4 0,0 0 2 0,0 0 2 15,-1-1-2-15,1 0 0 0,0 0 0 0,-1-1 3 0,1-1-5 16,-1 1 2-16,-1-1 0 0,1 0-1 0,-1 0 4 0,1-1 1 0,0 1-3 15,0 0-6-15,-1-1 5 0,1 1 2 0,0 0-6 0,0 0 10 0,0 0-6 16,0 0-2-16,0 0 0 0,0 0 2 0,1 0-2 0,0 0 2 16,1 1 0-16,-1 0-1 0,0-1 1 0,0 1 0 0,0-1-4 0,0 0 2 15,0 1 4-15,0-1 3 0,0 0-1 0,0 1-2 0,0-1-4 0,1-1 0 16,-1 1 0-16,1 0 1 0,-1-1 1 0,1 1 0 0,-1 0 1 16,0-1 1-16,0 1 2 0,0-1-4 0,0 1-4 0,0-1 2 0,0 1 4 15,0-1-4-15,0 0 6 0,0 1-4 0,1-1 2 0,-1 0 1 16,0 0-5-16,0 1 1 0,0-1-1 0,1 0-2 0,-1 1 3 0,0 0-1 15,0 0-2-15,0 0 2 0,0 0 1 0,0 0 1 0,0 0-4 0,1 0-1 16,0 1-2-16,-1 0-4 0,1 0-3 0,0 0 7 0,0-1-2 16,0 1-1-16,0 0 1 0,-1-1-3 0,1 1-6 0,0 0 1 0,-1-1-4 15,0 1-1-15,0-1-1 0,0 1-1 0,0-1-6 0,0 0-11 0,-1 0 2 16,1 0-9-16,-1 0-9 0,0-1-8 0,1 1-21 0,0-1-12 16,-1 0-25-16,1 1-35 0,-1-1-52 0,0 0-74 0,1-1-89 0,-1 1-47 15,0 0 27-15,0-1-51 0</inkml:trace>
  <inkml:trace contextRef="#ctx0" brushRef="#br0" timeOffset="-163218.45">15830 9616 298 0,'0'-1'138'0,"0"0"-17"16,1 0 13-16,-1 1 14 0,0-1 7 0,0 1-5 0,1 0-16 0,-1 0-15 16,0 0-10-16,1-1-9 0,-1 1-11 0,0 0-10 0,0-1-8 15,0 0-1-15,1-1-2 0,-2 1-6 0,1 0-4 0,0 0-9 0,-1 0-7 16,1 0 3-16,-1 0-10 0,-1 0 0 0,0 0-5 0,1 1-5 15,-1 0-2-15,-1-1-4 0,0 0-1 0,0 1-2 0,-1-1 1 0,0 1-2 16,0 0 4-16,-1 0-4 0,-1 1-4 0,0 0 3 0,0 0-4 16,-1 1 1-16,-1 0 2 0,2 0-2 0,-2 1-3 15,1 1 4-15,0 0 0 0,1 0 2 0,0 1 0 0,0 2-2 0,1-1 2 0,0 1-3 0,1 1-1 16,0 0-3-16,0 0-1 0,0 0-1 0,0-1 3 0,0 1-1 0,2 0-4 16,-1 1 3-16,1-1-6 0,0 1 2 0,1 0-5 0,0-2-2 15,1 3 8-15,1-1-6 0,0 0 1 0,1-1 2 0,1 1-5 0,0-1 4 16,1-1 1-16,1 1-4 0,0 0 1 0,0-2 2 0,1 0-3 15,1-1 3-15,0-2-3 0,1 0 3 0,0 0-2 0,0-2 1 0,1 0 0 16,-1 0-1-16,3-1 1 0,-1 0-2 0,-1-2-3 0,0 1 2 0,0-1-1 16,-1 0 3-16,-1-1-1 0,0 0 3 0,1 0-1 0,-1-2 5 15,0 0-3-15,-1 0 2 0,-1 0 0 0,0 0-1 0,-1 0 4 0,1 2 0 16,-2-2-3-16,0-1 2 0,1 1 4 0,-1 1-6 0,0 0 3 16,1 0-2-16,-2 0-6 0,0 0 6 0,0 1-1 0,-1 0-1 0,1 0 1 15,-1 1 3-15,-1 0-5 0,0 0 2 0,1 1-4 0,-1 0 0 0,0 1 6 16,0-1-6-16,-1 1 5 0,1-1-1 0,-1 2-1 0,1-1 3 15,-2 1-1-15,1-1-3 0,1 1 0 0,-2 1 0 0,1-1 0 0,-1 1 3 16,0-1-1-16,0 0 1 0,-1 1-3 0,0 0-2 0,0 0 2 0,0 0-1 16,0 1-1-16,-1 0 1 0,-1 1-1 0,0 0 2 0,-2 1 0 15,1 1-3-15,-1 0-1 0,-1 2 1 0,1 0-2 0,-1 2 2 0,1 1-7 16,0 1-4-16,-1 0-1 0,0 0-4 0,0 2 3 0,-1 1 2 16,0 1 4-16,2-1 2 0,0 1 5 0,1 1-2 0,1-1 5 0,2-1 0 15,1 0-3-15,2 0 1 0,1-2 2 0,2-1-4 0,2-1-4 0,1-1-3 16,3-1-12-16,-1-2-16 0,4-2-24 0,1-1-33 0,0-2-37 15,2-2-35-15,0-2-42 0,2-1-59 0,2-2-87 0,0-1-52 0,4-1 51 16,-1-2-22-16</inkml:trace>
  <inkml:trace contextRef="#ctx0" brushRef="#br0" timeOffset="-161166.72">16636 5166 139 0,'-3'0'134'0,"1"0"-36"16,-1 1-5-16,1 1 2 0,-1 1 3 0,0 0-1 0,1-1 0 0,-2 1-2 16,1 0 3-16,-1-1 3 0,0 1 7 0,1 0 8 0,0-1 4 15,-1 1 3-15,0-2 1 0,1 0-7 0,0-1-5 0,0 1-12 0,0-1-10 16,1 0-9-16,-1 0-7 0,1 0-4 0,-1 0-7 0,1 0 2 0,0 0-7 16,0 0-2-16,0 0 7 0,0 0-6 0,2-1-6 0,-2 0-7 15,1 0-12-15,0 0-5 0,0 0 2 0,0 0-2 0,0-1-2 0,0 1-1 16,1 0-1-16,1 1-5 0,-1-1 5 0,1 0-7 0,0 0 1 15,1 0 0-15,-1 0-1 0,0-1 3 0,1 0-5 0,1-1 0 0,2 0 4 16,1 0-14-16,1-1 3 0,1 0-4 0,1 1-6 0,0-1 10 0,1 0-4 16,-1 0 1-16,1-1 1 0,1 0-1 0,1 1 1 0,1-1-3 15,-2 1-4-15,2 1 6 0,-1-1-4 0,0 1 3 0,2 1-3 0,-2 0 0 16,2 1-2-16,-1 0 1 0,0 1 4 0,-1 0-1 0,-1 1-4 16,0 0 2-16,0 1 0 0,-1 0-2 0,-2 1 6 0,1 0-4 0,-2 1 2 15,0 0-4-15,1 0 4 0,-2 0-2 0,-1 0 0 0,1 1 2 0,-2 1-8 16,0 0 3-16,0-1 4 0,-1 2-2 0,0-1 6 0,0 2-3 15,-1 0-2-15,-1 1 0 0,0 2 0 0,-1 0 0 0,-1 2-2 0,-1 1 4 16,-1 0-6-16,0 0 2 0,-2-1 6 0,-1 0-2 0,-2 2 3 16,-1-1-1-16,-2 0-3 0,0 2 1 0,-2 1 0 0,0 0 2 0,-1-2-4 15,-1 1-2-15,1-1 2 0,-1 0 2 0,0-3-1 0,1 1 1 0,2-1 0 16,-1-2-4-16,1 0 2 0,1-1 0 0,0-1 0 0,1-1 2 0,2-1 0 16,-1-1-1-16,2 0 8 0,0-2-1 0,2 0-3 0,1-1-1 15,1-1-8-15,1-1 0 0,1 0 6 0,1-1-2 0,1 0 2 0,1 0 0 16,1-1 0-16,0 0-1 0,2-1-1 0,0 1-3 0,2 0 5 15,1 0-2-15,0 0 1 0,0 1-4 0,1-1-1 0,1 1 4 0,0 0-3 16,0 1 6-16,1 0-5 0,-1 1 1 0,1 0 1 0,1 0-4 0,0 1 6 16,0 1-4-16,-1 0-2 0,-1 0 4 0,-1 0 4 0,1 1 0 15,-1-1-1-15,0 1-3 0,0 0-3 0,-3 0 3 0,1 1-4 0,-1 0 4 16,-1-1 2-16,-1 1-2 0,-2 1 2 0,0 0-4 0,-2 1 0 0,0 0 0 16,-2 0 2-16,-1 1-2 0,-1 1 6 0,-2-1-6 0,0 0 6 15,-1 1-2-15,-1-1-2 0,0 1 3 0,-1-1-5 0,-1-1 4 0,0-1-11 16,0 0 2-16,1 0 2 0,-1 0-2 0,-1 0 8 0,1-1 3 15,-1 0-4-15,1-1 5 0,1 1 2 0,0-2 4 0,-1 1 2 0,1-1 1 16,0-1 6-16,0 0-6 0,0-1 5 0,0-1-3 0,1 0-1 0,-1 0-1 16,0-1 1-16,1 1-2 0,-1 0 1 0,2 0-1 0,1-1 4 15,0 1-8-15,0 0-5 0,1 0 1 0,-1 0-3 0,2 0 4 0,-1 0 1 16,1 0 0-16,1 1-1 0,0 0 0 0,0 0-5 0,0 0-1 0,1 0 4 16,0 0-4-16,0 1 6 0,1-1-10 0,0 0 4 0,0 1-2 15,0-1 0-15,1 1 6 0,0-1-6 0,0 1 2 0,0-1 2 0,1 1-4 16,-1-1 4-16,1 1 2 0,0-1-4 0,0 0 0 0,0 0 0 15,0 0 4-15,0-1-4 0,1 1 0 0,-1-1 0 0,0 1-2 0,1-1 4 16,-2 0 5-16,2 0-3 0,-1 0 1 0,0 0-1 0,0 1-8 0,-1-1 4 16,0 0-2-16,1 0 1 0,-1 0 4 0,1 1-3 0,-1-1 6 15,1 0 0-15,-1 0-8 0,0 0 0 0,1 0 0 0,-1 0-2 0,0 1 6 16,0-1-2-16,0 1 0 0,0-1 0 0,0 1 2 0,1 0-2 0,-1 0 2 16,0 1-4-16,1-1 2 0,-1 1 0 0,0-1 0 0,0 0 4 15,0 1-4-15,0-1-4 0,1 0 2 0,-1 0 0 0,0 0 2 0,0 0 2 16,0 0-2-16,1-1 0 0,-1 1 2 0,1 0-4 0,-1 0 2 15,0-1 2-15,1 0-2 0,-1 0 0 0,1 1 0 0,1-1 0 0,-1 1-6 16,1-2 6-16,-1 1 0 0,0-1 0 0,1 0 0 0,-1 0-2 0,1 1-1 16,0-1-1-16,-1 1 2 0,1-1-2 0,-1 1 3 0,1 0-9 15,-1 0 5-15,1 0 3 0,-1 0-8 0,0 0 9 0,-1 1-3 0,1-1-5 16,-1 1 5-16,0 1 4 0,-1 0-4 0,1 0 4 0,0 0-2 0,-1 0-5 16,1 0 3-16,-1-1 1 0,0 1-1 0,0-1-2 0,0 0 5 15,0 0-7-15,0 1 6 0,1-1 0 0,-1 0-5 0,1 0 0 0,1 0-4 16,-1-1 2-16,1 0 1 0,0 0 3 0,0 0 3 0,0 0-4 15,1-1 8-15,-1 1 0 0,1-1-2 0,-1 1 4 0,1-1-10 0,-1 1 1 16,-1 0 3-16,0 0-2 0,1 0 4 0,0 0 2 0,-1 1-4 0,0 0 6 16,1 0-4-16,-1 0 2 0,0 0-2 0,0 0 0 0,0 0-2 15,0 0 2-15,-1 0 2 0,1 0-4 0,0 0 4 0,0 0-4 0,0-1 0 16,0 1 2-16,0 0-3 0,0 0 3 0,0 0 0 0,0-1 0 0,0 1-2 16,0-1 2-16,1 0 0 0,-1 0 0 0,1 1 0 0,-1-2 0 15,1 1-2-15,-1 0-2 0,1 0-1 0,-1-1-1 0,1 1 3 0,-1-1-1 16,1 0 2-16,0 1-3 0,-1-1 1 0,1 1-3 0,0 0-2 15,-1-1-6-15,1 1-8 0,-1-1-8 0,1 1-6 0,0-1-9 0,-1 1 0 16,1-1-5-16,0 0-8 0,0 0-7 0,-1 0-12 0,0 1-14 0,0-1-16 16,1 1-16-16,0-1-14 0,0 1-7 0,-1 0-16 0,1 0-11 0,0 0-13 15,0 1-24-15,0 0-16 0,1 0-7 0,-1 1 2 0,1 1 19 16,-2 0 32-16,2 0 4 0,0 1-82 0</inkml:trace>
  <inkml:trace contextRef="#ctx0" brushRef="#br0" timeOffset="-159501.64">16252 4332 610 0,'-4'3'202'0,"-1"1"-27"0,-1 1 4 0,0 0-13 0,2 0-6 16,0 0-3-16,0 2-13 0,1-2-8 0,1 3-12 0,2 0-10 0,0 1-11 15,1 0-9-15,1 0-6 0,-1 1-1 0,2-1 2 0,0 0 2 16,1 0-7-16,0 0-15 0,-1-2-4 0,1 1-18 0,1-1 1 0,0-1-8 15,-1-1-14-15,2 0-3 0,0 0-9 0,2 0-2 0,1 0 5 16,-1-1-4-16,1 0-1 0,-1 0-1 0,1-1-4 0,0-1-2 0,0 0-5 16,2-2 4-16,0 0-1 0,1-1 2 0,-1-1 1 0,1-2-4 0,0-2 1 15,1 0 1-15,-1-1 6 0,-2 0 5 0,1-2-3 0,0 0-1 16,0-2-9-16,1 1-2 0,-1 0 5 0,-1 0-5 0,-1 1 5 0,0 1-3 16,-1 0 0-16,-2 1 3 0,1 1-3 0,-3 0 2 0,0 2-1 0,-2-1-3 15,-1 2 4-15,1 0-2 0,-2 1-2 0,-1 1 2 0,-1 0-4 16,1 0 7-16,-1 1-3 0,0 1 0 0,0 0 0 0,-1 1-2 0,0 1 1 15,0 1 3-15,0-1 0 0,0 2-4 0,-1 0 0 0,0 2-2 16,0 1 0-16,-2 1 2 0,2 0 2 0,1 2-4 0,-1 1 2 0,2 0 2 16,-1 1-4-16,1-1-7 0,0 1-4 0,0 1 4 0,1-1 2 15,0 2 5-15,1-1 8 0,0 0-1 0,2 0 1 0,0-1-5 0,1-1 1 16,0 1-5-16,2-1-3 0,0-1 3 0,2 0-3 0,0-2 4 0,0-1-8 16,1-1-24-16,0-1-28 0,1-1-30 0,-1 0-28 0,1 0-22 0,0-1-25 15,-2 0-39-15,1 1-51 0,-2-1-68 0,1 0-92 0,-2 0-54 16,-1 2-228-16</inkml:trace>
  <inkml:trace contextRef="#ctx0" brushRef="#br0" timeOffset="-159131.41">16487 4813 197 0,'0'-3'163'16,"0"0"-48"-16,0 0 2 0,1 2-2 0,-2 0 0 0,1 0 4 0,0 1-13 15,0 0-5-15,0 1 3 0,-1 1 0 0,0 0 8 0,0 2-1 16,-1 0-9-16,1 1-9 0,0 0-11 0,-1 1-9 0,1 1-13 0,0 0-9 16,0 2-8-16,1-2-13 0,-1 3-5 0,1-1-8 0,0 1-2 0,0 0-5 15,0 0-4-15,0 0-3 0,1-1-1 0,-1 0 4 0,1-1 2 16,-1-1-2-16,1 0-4 0,0 0 0 0,-1 0-4 0,0-2 2 0,0 1 3 16,0-1-3-16,-1-1-1 0,0 0-2 0,0 0-13 0,0-1-15 15,-1 0-35-15,0-1-53 0,0 0-68 0,-1-1-88 0,0 1-60 0,1-1-25 16,-2 0-224-16</inkml:trace>
  <inkml:trace contextRef="#ctx0" brushRef="#br0" timeOffset="-158946.78">16365 4978 322 0,'0'0'280'0,"0"-1"-135"0,0 1 4 16,1 1 1-16,0 0-1 0,0 1 5 0,1-1 1 0,1 1-6 0,-2 1-18 15,2 0-13-15,1 1-13 0,1 0-15 0,1 0-6 0,0-1-9 16,0 1-3-16,2-1-7 0,-1 1-8 0,1-1-7 0,0-1-11 0,-1 1-5 15,2 0-6-15,-1-1-12 0,1 0-6 0,-1-1-2 0,1 0-3 0,0-1-2 16,-1 1-3-16,1-1-19 0,0 0-32 0,0 0-42 0,1-2-60 16,0 0-79-16,1-1-89 0,2-1-99 0,0-1-39 0,1 1-186 0</inkml:trace>
  <inkml:trace contextRef="#ctx0" brushRef="#br0" timeOffset="-158199.27">16776 3823 434 0,'-20'-7'126'0,"0"-1"-52"0,-7 0-4 16,3 3-15-16,2 3-14 0,-2 2 2 0,0 1 3 0,-3 2-1 0,0 3 1 15,0 3-8-15,-2 1-7 0,1 3-9 0,-2 2-6 0,0 2-1 16,-2 3 2-16,-1 3 1 0,-1 4 5 0,0 2-5 0,0 4-5 0,-3 1-2 16,2 2-6-16,-2 6 0 0,2 1-3 0,-1 3 1 0,1 2-4 15,3 2-1-15,-2 0-2 0,4 3-6 0,0 3-9 0,3 2-10 0,3 3-18 16,2 1-22-16,4 4-22 0,0 3-15 0,3 2-5 0,3 1 6 0,3 3 19 15,4-2 16-15,4 2 17 0,5-1 13 0,3-1 7 0,4 1 8 0,4 0 5 16,4-4 8-16,3-2 4 0,6-5 3 0,5-4-2 0,5-2-2 16,3-3 3-16,2-3 5 0,4-2 11 0,2-1 5 0,2-3 5 15,4-2 7-15,0-3-2 0,2-3 7 0,0-8 8 0,0-4 4 0,2-6 14 16,0-7 16-16,0-4 10 0,1-6 12 0,-1-5 15 0,0-6 20 0,1-6 27 16,-2-6 16-16,1-6 11 0,-3-5-6 0,-1-3-13 0,2-6-11 15,-2-2-7-15,-1-2-12 0,-2-4-17 0,-2-1-18 0,0-2-10 0,-1-1-25 16,0-1-4-16,-2 1-3 0,-3 0-14 0,1 1 2 0,-3-2-3 0,-1 1-10 15,0 1-5-15,-3-2 2 0,-2 0-3 0,1 1 8 0,-5-3 6 0,0-1-3 16,-4 0-9-16,-1-3-5 0,-2 1-9 0,-1-3-2 0,-2 0-3 16,-4-2 0-16,-1 0-6 0,-3 1-5 0,-4 0 11 0,-3 1-2 0,-4 0 0 15,-5 2 4-15,-2 1-8 0,-5 0-1 0,-4 2 3 0,-4 0-3 16,-5 1-3-16,-6 3-6 0,-2 2-2 0,-7 1 3 0,-4 3-1 0,-6 1 3 16,-6 6-7-16,-5 3-7 0,-7 5-1 0,-3 7-1 0,-5 5 15 0,-5 6 1 15,-3 5 4-15,-6 5 3 0,-4 5-5 0,-1 5 0 0,-3 6-2 16,-1 6 1-16,-1 5-3 0,0 8-5 0,-1 7-2 0,-1 7-13 0,1 7-10 15,3 5-10-15,0 4-16 0,5 4-2 0,2 3-17 0,2 4-13 16,3 2-21-16,1 1-23 0,4 1-40 0,4-1-36 0,4 2-41 0,5-2-63 16,4 0-60-16,6 0-11 0,5-3-239 0</inkml:trace>
  <inkml:trace contextRef="#ctx0" brushRef="#br0" timeOffset="-129116.64">24898 15836 401 0,'20'-31'81'16,"5"-4"-35"-16,5-13-25 0,-1 2-7 0,-1 3 7 0,0-3 16 0,3-2 18 16,0-2 10-16,2-1-4 0,2-2-11 0,1-1-17 0,2-2-12 0,0-3-3 15,1-1-6-15,2-2 0 0,1-3 7 0,0-2 1 0,1-3 5 16,1-1-3-16,1-2-7 0,2 1-7 0,0-6 0 0,2-3 1 0,2-3 1 15,2-7 2-15,1-2-4 0,5-6 0 0,1-6-2 0,3-4-1 16,3-4-3-16,2-5-3 0,5-5-3 0,4-3-2 0,3-6 3 0,7-2 0 16,3-4 2-16,5-2-3 0,4-4-1 0,3-1 3 0,3-3-2 0,5 0 1 15,1 0-8-15,4-1-1 0,2 1-1 0,1 1-2 0,2 0 3 16,2 1-1-16,3 1-2 0,-1 1 7 0,3 2 3 0,0 1 2 0,-1 2 3 16,1 1 1-16,-1 2-2 0,2 0-2 0,3 0-23 0,-1 4-27 0,2 0-39 15,0 0-33-15,1 3-19 0,4-1-8 0,-1 1-38 0,1 0 7 16</inkml:trace>
  <inkml:trace contextRef="#ctx0" brushRef="#br0" timeOffset="-98381.59">14624 2979 574 0,'-4'-6'-5'0,"1"1"55"0,2 1-34 0,2 3-9 16,3 4-5-16,3 0 2 0,1 0-1 0,2 1-2 0,1-1-1 0,1 1 0 15,0 0-4-15,-2 0-4 0,-1 0-3 0,-3-1-7 0,-2-1-1 16,-1-1 5-16,-2 0 6 0,-1-2 5 0,-1-1 5 0,-1-1-1 0,-2-2 0 16,0-1 2-16,-2 0 1 0,-2 0 3 0,-1-1 1 0,-2 1 6 0,-1 0 1 15,-1 0 3-15,-3 0 0 0,0 2-3 0,-1-1-2 0,-1 1-1 16,-1 1-1-16,-2 0-3 0,-1 1-1 0,-2 1 1 0,1 1-3 0,-2 0 2 16,1 2 0-16,-2 0-1 0,1 2 2 0,1 1 5 0,0 0 9 0,0 3 8 15,-1 1 8-15,0 1 5 0,1 4 5 0,0 3 2 0,3 2 4 16,0 2-3-16,2 5-4 0,1 4-2 0,2 4-3 0,2 3-4 0,2 4-2 15,2 2-1-15,4 3-7 0,2 2-1 0,6 0-7 0,3 2-6 16,6-2-2-16,4-1-5 0,5-1-1 0,2-3-3 0,5-5-2 0,3-1 1 16,4-2-4-16,0-3 3 0,5-2 0 0,-2-7 1 0,0-1 0 0,2-4 0 15,-4-3 7-15,2-5-2 0,-3-1 4 0,-3-5 1 0,1-2 2 16,-4-3 8-16,0-3 6 0,2-3 10 0,-3-3 0 0,2-3 3 0,-1-4-1 16,-2-2-6-16,-2-1-5 0,2-6-7 0,-1 0-8 0,0-4-2 0,-1-1-1 15,-2 0-4-15,-1-2 0 0,-1-2-3 0,-4-2 5 0,0-3-1 16,-2-1-2-16,-2-1 2 0,-3-1-5 0,-4 0 0 0,-2-2-3 0,-4 0 4 15,-2-2 1-15,-5 0-4 0,-2 1 4 0,-4 0-11 0,-3 0-2 16,-2 2 1-16,-4 1 6 0,-4 0-2 0,-1 2 0 0,-4 3 5 0,1 3-5 16,-3 4 1-16,2 2 5 0,0 5-8 0,-3 3-1 0,1 3-1 0,1 6-1 15,4 2 2-15,1 5-1 0,2 4 3 0,1 4-4 0,-1 3 4 16,3 3-4-16,0 2 4 0,1 4 0 0,1 4-8 0,3 2-2 0,0 2-10 16,6 5-18-16,0 1-26 0,3 4-50 0,4 2-32 0,2 3-45 15,4 1-28-15,3-2 1 0,4 0 10 0,2-3-29 0,2 0-19 0</inkml:trace>
  <inkml:trace contextRef="#ctx0" brushRef="#br0" timeOffset="-97831.22">15086 2462 1718 0,'-23'4'-41'0,"1"7"216"15,-1 11-142-15,9 11-5 0,10 8-5 0,5 8-4 0,6 6-3 16,4 7-4-16,3 3-4 0,3 3-10 0,3 1-22 0,1 1-37 0,-1 0-42 16,0-2-29-16,-1 0-15 0,-2-5 7 0,0-4 21 0,0-6-15 0,-2-4 24 15,-3-7 30-15,0-8 17 0,-1-6 50 0,1-8 14 0,-1-9 5 16,-1-3 4-16,-1-5 12 0,-3-4 16 0,-1-3 19 0,-1-4 15 0,-1-3 2 15,0-5-9-15,0-5-17 0,1-5-16 0,0-4-13 16,2-4-9-16,0-3-3 0,1-1-2 0,1-2-1 0,0-3-1 0,-1 0 3 0,0 0-3 16,-2-2 2-16,1 2 2 0,-1 0-6 0,1 4 1 0,0 3 0 0,2 7 5 15,2 5 13-15,0 6 15 0,0 4 0 0,1 6 1 0,-1 3-9 16,3 4-13-16,1 4-1 0,3 3-4 0,1 3-4 0,2 5 2 0,1 3-3 16,-1 4-2-16,1 2 1 0,0 3-3 0,-1 3 1 0,1 3-2 0,-2 0 2 15,-1 1-4-15,0-1-1 0,-1 1 1 0,0-2 3 0,-1 0 3 16,2-3 0-16,0-1 1 0,0-5-2 0,1-3 2 0,0-3 1 0,1-4 1 15,0-4 3-15,4-2 2 0,0-2 5 0,1-3 4 0,1-3 8 0,-1-2 13 16,0-3 13-16,-3 0 10 0,0-2 0 0,-1-3-2 0,-1-1-6 16,-1-3-5-16,-1-2-9 0,-2 0-5 0,-2-2-8 0,-1 1-8 0,-1-1-7 15,-2-3-2-15,-2 3 1 0,-2-2 2 0,-1-1-1 0,-2 2-5 16,-4-4-5-16,-2 2-4 0,-3-2 2 0,-2 0-4 0,-3 1-2 0,-2-1 2 16,-2 1-4-16,0 0 3 0,-2 2-1 0,-1 1-1 0,0 1 4 0,1 1-1 15,0 4-1-15,-1 3-1 0,2 3-2 0,-1 3 0 0,-1 3-1 16,0 3-2-16,1 4 0 0,-2 2-1 0,1 5 1 0,1 2 2 0,-1 4-7 15,3 3-3-15,1 1-15 0,3 1-31 0,4 4-43 0,2 1-43 0,2 2-39 16,4 1-31-16,3 2-30 0,5-2-8 0,2 0 20 0,5-4 39 16,3-1-147-16</inkml:trace>
  <inkml:trace contextRef="#ctx0" brushRef="#br0" timeOffset="-96997.58">16499 3090 118 0,'19'-20'107'0,"4"-2"-46"0,6-4 6 0,-1 6-15 16,-4 4-14-16,2 0-14 0,0 2-11 0,-1 0-7 0,2 1-3 0,0 2-2 15,-1-1 0-15,-2 3-2 0,0-1-3 0,-2 2 0 0,-4 0-2 0,0 2 1 16,-2-1 0-16,-2 1 1 0,-2 0 3 0,1 0 1 0,-3 1 2 16,-2-2 0-16,-2 1 1 0,-1 1 2 0,-2 0 0 0,-1 0 3 0,-1 1 9 15,-2 1 12-15,-1 0 14 0,-3 2 14 0,-1-1 6 0,-3 2 4 16,-2 1-2-16,-4 0-4 0,1 1-1 0,-3 2 2 0,-1 1 3 0,1 1 9 16,-3 2 4-16,0 2 4 0,1 0 1 0,1 3-4 0,0 2-2 0,0 1-4 15,4 2-5-15,0 2-10 0,2 0-8 0,3 0-13 0,2 3-9 16,3 1-6-16,3 0-4 0,3 2-3 0,3 0-4 0,3 0-2 0,3-1 5 15,2-2-8-15,3 0-5 0,2-2-1 0,3-2-3 0,0-1 2 16,2-1 8-16,1-2-3 0,-1 0-3 0,2-2 2 0,1-2-6 0,0-1 1 16,1-3 3-16,0-1-4 0,2-2-4 0,-2-1 5 0,0-3-12 0,-3-2-7 15,1-3-3-15,-2-2-18 0,0-1-13 0,0-4-6 0,-1-2-12 16,-3-2-11-16,0-2-13 0,0-1-6 0,-2-3-1 0,0-1 8 0,1-2 22 16,-2-2 12-16,2-1 18 0,0-1 15 0,1 1 10 0,-2-2 10 0,2 0 7 15,0-1 2-15,0-3 3 0,0-1-1 0,1-3 5 0,-1 1 2 16,1 1-1-16,-1 3 3 0,-1 0-4 0,-2 2-3 0,0 1-4 0,-1 3-3 15,-1 3 3-15,-2 2-3 0,0 1 2 0,-2 2-3 0,-1 0-17 0,-2 2-21 16,-1 1-21-16,-1 1-12 0,-1 2 3 0,-1 0 10 0,1 1 15 16,-1 2 10-16,0 0 12 0,0 2 9 0,0 4 6 0,0 0 3 0,0 2 3 15,0 2-2-15,0 2 2 0,1 2 3 0,0 0-1 0,0 3 4 0,0 2 1 16,0 0-1-16,1 2-1 0,-2-1 0 0,2 2-1 0,0-2 1 16,0 2 1-16,0 1 0 0,-1-2-1 0,0 1 0 0,0-2 0 0,0 1 0 15,0-1 2-15,1-1-3 0,0-2 0 0,-1 1-1 0,1-1 0 16,-3-1 2-16,2 0 0 0,-1 0 0 0,-1-1 0 0,1-1 2 0,-1-1 1 15,1-3 2-15,0 0 1 0,1-2-2 0,2-1 1 0,-1-1-1 16,1-2-2-16,1 0-1 0,-1-1 0 0,0 3 2 0,0-2 0 0,-1 0 0 16,0 2 1-16,1-2-4 0,-1 2-1 0,0 0-1 0,0 1-1 0,0 0-1 15,-1 1 2-15,1 1-2 0,0 1 0 0,-1 0 2 0,1 1 1 0,0 0-1 16,1 0 0-16,0 0 0 0,1 1-2 0,1-1 3 0,0 0 0 16,1 1 0-16,0-1 3 0,1-1-2 0,2 0 2 0,-1 0-1 0,1-1 0 15,0 0 2-15,-1 0 0 0,2 0 3 0,-2 1-2 0,1 0-1 16,0 0-4-16,-2 0 0 0,0 1 0 0,0-1 0 0,-1 0 4 0,-1-1 1 15,0-1 4-15,-2 0 6 0,-1-1 6 0,0-2 4 0,-2-1 0 0,-1-1-1 16,0 0 2-16,-3-2 5 0,0-1 2 0,-1 0 3 0,-3-1 0 16,0 0-3-16,-3 1 1 0,-2-2 0 0,-2 2 3 0,-2 0 3 0,-2 1 0 15,-2 2 0-15,-4 1 0 0,-1 3-6 0,-4 1 1 0,-3 2-4 16,-2 2-1-16,-3 1-1 0,-4 3-3 0,-1 2 6 0,-3 1 2 0,0 2 5 16,2 2 3-16,2 1 3 0,1 0-4 0,6 2-6 0,2 1-6 0,7 0-12 15,4 1-8-15,3 1-7 0,6 1 0 0,4 0 3 0,5 3 4 16,5 1 1-16,6 1-3 0,4 2-5 0,6-2 1 0,3 1-1 0,5-2 2 15,2-1-1-15,5 1 1 0,2-3 1 0,4 0-1 0,4-1 8 16,3-3-2-16,1 0 2 0,0-3 5 0,3-1-2 0,-2-2 6 0,0 0 1 16,-2 0 3-16,-2-2 4 0,-2 1 1 0,-4-1 7 0,-5-2 2 0,-2 1 1 15,-8 0-2-15,-3-1-5 0,-3 1-5 0,-5-1-7 0,-3 2-3 0,-3 0-3 16,-3 1-4-16,-5 4 0 0,-6 2-8 0,-5 4 1 0,-6 3-7 16,-8 4-9-16,-8 3-10 0,-11 3-24 0,-8 1-28 0,-6 2-9 0,-6-2-20 15,-4 0-11-15,-3-1-8 0,-2-2-41 0,-2 3-37 0,1-3-27 0,-1 1-7 16,-1-2 18-16,0-2 42 0,-2-3-92 0</inkml:trace>
  <inkml:trace contextRef="#ctx0" brushRef="#br0" timeOffset="-183802.03">17173 6530 1589 0,'-22'5'2'0,"-11"1"2"0,-8 1 5 0,-11 2-4 0,13-4 6 0,-1 0 8 0,-3 1-5 0,0 0 6 0,-4 1 2 16,-1 0 0-16,-2 2 13 0,-3 0 11 0,-3 1 2 0,-3-2 1 0,-3 2-4 16,-1 1-6-16,-3 1-7 0,-3 0-7 0,-1 1-5 0,-2 1-4 15,-3 3 2-15,-1 1-2 0,0 0 1 0,-2 3 11 0,2 1-8 0,0 1 3 16,-2 3-2-16,1 3-11 0,0 3-1 0,-1 2-9 0,-2 4-3 0,-2 2-1 16,1 5 2-16,-1 3 4 0,0 3-1 0,0 5-1 0,0 0 0 15,1 3-1-15,-1 1-2 0,-2 2 1 0,3 3-11 0,-3 5 1 0,2 2 4 16,1 4-1-16,-2 4 12 0,3 0-3 0,2-2-2 0,2 1-2 0,4-4-6 15,2-1 5-15,6-1-1 0,4-1 6 0,5 0 2 0,4 0-4 16,3 0 4-16,1 0-2 0,3 1 1 0,3 1-1 0,2 2-1 0,2 1 5 16,2 0 1-16,1 5 0 0,4-1 3 0,1 1-7 0,2 2 2 15,2 0-4-15,0 3-2 0,5 2 1 0,0-1-2 0,3 1 2 0,3-2 0 16,1 2-3-16,3-2-5 0,3-2 3 0,3 0 0 0,2 1-4 0,4 1 6 16,3-1-4-16,3 3-1 0,2-4-3 0,3-1 2 0,2 0-6 15,2-1 2-15,4 0 10 0,1 0 0 0,3 0 4 0,3 0-6 0,2-3-7 16,2-1-1-16,3 1-4 0,3-3 4 0,3 3 0 0,2-3-4 0,5 1 2 15,1 0 3-15,3-2-1 0,3-2 6 0,1 0 6 0,3-3 2 16,2-3 5-16,2-3 7 0,4-4 7 0,2-4 10 0,5-2 14 0,4-2 10 16,2-4 2-16,4-2 9 0,4 0 1 0,6-3-9 0,6 0-6 15,4-1-16-15,4-3-11 0,1-2-10 0,5-1-5 0,3-2-5 0,4 0-4 16,2-3 2-16,3-2-6 0,1-3 2 0,1 0-4 0,3-4 2 0,2 1 3 16,2-2-2-16,3-3 1 0,-2-2-1 0,2-2 1 15,2-3 1-15,0-1-2 0,3-2 2 0,0-1 0 0,-3-3-12 0,1-3 14 0,1-2 2 16,-2-3 4-16,0-2 11 0,0-3-7 0,-1-3 3 0,-2-3 7 0,1-5 4 15,0-3 9-15,0-2 13 0,-1-5 3 0,-3 0-2 0,-3-4-16 16,-7-1-15-16,-4-2-12 0,-4-1-8 0,-4-2 7 0,-1-1 1 0,-1-2 6 16,-4-2 14-16,0-5 7 0,-4-2 11 0,-3-2 7 0,-5-3-1 15,-3-1-3-15,-5-2-4 0,-2-3-4 0,-1-3 3 0,-4-3 2 0,-2-2-2 16,-3-3 3-16,-4-2-4 0,-3-3-4 0,-3-4-6 0,-5-1-9 0,-3-2-12 16,-5 0 4-16,-5-1 2 0,-4-1-1 0,-5-2 6 0,-5-4-4 15,-5-2-5-15,-6-6-3 0,-7-3-5 0,-4-5-6 0,-7-5 7 0,-5-1-4 16,-4-1 2-16,-4 0-4 0,-3 1-6 0,-3-4 6 0,-2 0-1 0,-1-3 1 15,-1 2 6-15,0 1-8 0,0 4 8 0,2 5-5 0,-1 4 1 16,1 1 4-16,0 1-6 0,-1 0 4 0,-1-3 2 0,1 2-2 0,-3-2-13 16,-2-1 1-16,-3 0 0 0,-2 1-3 0,-1 5 21 0,-4 4-1 15,-1 0-3-15,-4 0 5 0,-6-2-5 0,-4 0-4 0,-5-1 5 0,-5 0-4 16,-5 0-5-16,-5-1-1 0,-7 0-11 0,-6 1-5 0,-8 0-10 0,-7-2-7 16,-8 1-7-16,-7-2-8 0,-8-1 2 0,-6 2 7 0,-4 1-1 15,-9 2 9-15,-6 5 3 0,-4 1 5 0,-5 5 21 0,-3 3 2 0,-2 5 14 16,-1 6 1-16,-1 8 3 0,-2 7-9 0,0 9-5 0,-1 7-7 0,-2 9-7 15,0 11 3-15,-1 11-9 0,-3 15-3 0,-1 12-3 0,1 14-2 16,1 12-7-16,1 13-6 0,-1 14-30 0,1 13-35 0,2 14-35 0,2 8-88 16,3 11-130-16,3 11-386 0,2 10 71 0</inkml:trace>
  <inkml:trace contextRef="#ctx0" brushRef="#br0" timeOffset="-172451.59">14113 9664 884 0,'-8'-6'146'15,"1"1"-43"-15,-1-1-16 0,2 3-31 0,1 1-23 0,1 2-11 0,1 1-8 16,0 0-4-16,0 3 4 0,1 0 0 0,-2 3-3 0,1 1 6 0,-1 2-3 16,-1 1 2-16,-1 3 5 0,1 2-3 0,-2 0 1 0,1 2-3 15,-1 1 0-15,0 2-4 0,-1-2-1 0,1 1 1 0,-2 0 2 0,0-1 6 16,0 2 8-16,-2 0 8 0,-1-1 9 0,-1 3 6 0,-3 0 3 0,-1 0 1 16,-1 2-3-16,0 0 0 0,-1 0-7 0,-2 0 0 0,-1 1 9 15,-1 0-3-15,-2 2 3 0,1 1-3 0,-2-2-6 0,1 1-2 0,-2-2 0 16,1 0-1-16,-1-1-13 0,-1-1 7 0,0 1-3 0,0-2-3 0,-1-1 2 15,-1 1-5-15,1-4 7 0,0 1-3 0,2-1-4 0,1-3-5 16,0 2-1-16,0 1-3 0,0-1 5 0,2-1 2 0,-1 1-13 0,1-1-4 16,0 0 2-16,1 1-7 0,1-1 8 0,-1 1-11 0,2-2-11 15,-2 0 3-15,2 0 0 0,1 0 13 0,1-2 3 0,1 1-1 0,2-2-6 16,2-1 3-16,1-2-6 0,1-2 4 0,1 0 0 0,1-2-9 0,2 1 3 16,0-2-7-16,1-1-3 0,1-1-2 0,0-1-14 0,0 0-6 15,1-1-17-15,0-1-11 0,-1 0-8 0,1-2-11 0,0 0-9 0,-1-1-12 16,-1-1-8-16,0-2-11 0,-1-2-8 0,1-1-14 0,0-3-19 0,0 0-20 15,0-4-27-15,2-3-28 0,0 0-25 0,2-3-68 0,0-2-4 16</inkml:trace>
  <inkml:trace contextRef="#ctx0" brushRef="#br0" timeOffset="-172068.07">12741 10342 343 0,'-2'-12'138'16,"0"0"1"-16,0-1-34 0,1 3-27 0,1 3-32 0,0 2-22 0,1-1-15 16,-1 2-8-16,1 2-5 0,0 0 0 0,0 2-4 0,1 1 2 15,0 1 0-15,-1 1 1 0,0 1 1 0,0 1 5 0,0 0 2 0,0 2 0 16,-1 1 2-16,0 1 1 0,0 2 5 0,0 1 3 0,-1 1 3 0,0-1 4 15,0 2 8-15,-1 1 9 0,0 2 10 0,1 0 6 0,-1 1 5 16,0 1 0-16,-2 0 0 0,1 1-3 0,-2 2-2 0,-1 1-1 0,1 2-7 16,-2 0 1-16,-1 3 1 0,-1 2-1 0,-1-1 0 0,-1 1-6 15,-2-1-1-15,0 2 1 0,-2-2-1 0,1 3 4 0,-1-1-4 0,1 0-3 16,-1-1 0-16,-2 1 3 0,-1-3-6 0,3 3 7 0,-2-3-5 0,0 0-3 16,2-2 4-16,-2-1-12 0,1-2 0 0,0 0-4 0,1-1-4 15,-1-1-2-15,0 0-3 0,-1 1 0 0,2-2-2 0,-1 1-5 0,1 0-4 16,0-2 4-16,1-1-14 0,1-1 0 0,0-1 3 0,2-3 1 0,2 1 11 15,1-1 5-15,3-2-4 0,0-1-7 0,1-3 2 0,2 0-2 16,1-2-2-16,3 0-1 0,-1-1 0 0,3 0 5 0,0-1-4 0,2 0 8 16,0 0-3-16,2-1 3 0,1-1 8 0,1-1 3 0,2 0 1 15,2-2 1-15,0 0-1 0,3-1 1 0,1-1-3 0,0 0-1 0,3-1-2 16,2 0-2-16,0-1-2 0,1-1 0 0,1 1-7 0,-2-2-4 0,2-1 2 16,0 0-7-16,-1-1 3 0,1 1 4 0,-1-1-3 0,0 1 17 15,0-2 1-15,1 0 1 0,-1 0-2 0,-1-2-13 0,2 0-1 0,0-1-1 16,1 0 1-16,-2-1-2 0,-2 0-4 0,-1 2-13 0,-2 0-24 0,-2-1-27 15,-2 1-31-15,-1 0-23 0,-3-1-22 0,-2 1-38 0,-2 0-51 16,-1-2-89-16,-4 1-162 0,-4-1-165 0</inkml:trace>
  <inkml:trace contextRef="#ctx0" brushRef="#br0" timeOffset="-171651.02">10621 11698 2348 0,'-28'-4'190'0,"4"2"-128"0,-3 2 0 16,13 4-25-16,10 3-19 0,3 2-15 0,3 2-4 0,2 3-4 0,4 3-3 16,1 1-4-16,2 4-1 0,1 0-6 0,-1 4-13 0,-1 2-5 15,1 3-7-15,-1 4-3 0,1 0-2 0,-1 0 9 0,-1 3 10 0,-1-1 7 16,0 2 18-16,0 1-7 0,0-1 2 0,-2 3 2 0,1 0 1 0,-1 1 4 16,0 0-2-16,-1 1-1 0,2-2 2 0,-1 0 1 0,0 1 3 15,-1-3-6-15,1-1 6 0,0 0-2 0,0-3 4 0,2 0 5 0,-1 0-7 16,0-4 2-16,1-1-4 0,0-4 1 0,0-2 2 0,2-3 1 0,0-5-1 15,0-4-2-15,0-2-1 0,0-5 4 0,0-3 4 0,1-3 3 16,0-3 3-16,1-3-2 0,-1-3 2 0,1-2-4 0,0-1-4 0,-1-4-1 16,0-3-10-16,-3-1 1 0,1-3-9 0,-1-4-29 0,0 0-30 15,-3-3-41-15,-2 0-44 0,-1-2-35 0,-3 1-35 0,-1-2-39 0,-2 0-36 16,-3-2-41-16,-2 0-55 0</inkml:trace>
  <inkml:trace contextRef="#ctx0" brushRef="#br0" timeOffset="-170850.02">10556 12219 128 0,'-19'13'163'0,"0"1"-5"0,-3 6-16 16,4-1-29-16,4-2-20 0,5 0-7 0,-1 1-8 0,4-1-8 0,2-2-10 16,2-1-7-16,3 0-8 0,2-1 1 0,2-1-2 0,2-2-3 0,3 0-5 15,-1-1-5-15,3-1-1 0,3-1-2 0,0-1 6 0,1 0-3 16,1-2-3-16,1 0-6 0,1-2-3 0,0 0 3 0,2-2 3 0,0 0 6 16,0-1-2-16,1 0-4 0,0-1-3 0,2-1-3 0,0-1 0 15,-2 1-5-15,1-1 2 0,-1-2-1 0,-2 1-2 0,1-2 3 0,-1-1-3 16,-1-1 1-16,-1-1 2 0,-1-1-2 0,-4 0 1 0,0-1-6 0,-2 1 5 15,-1-1-4-15,-1 1-3 0,-1-2 4 0,-2 1-7 0,-2 0 1 16,-1 0 2-16,0 3 2 0,-2 0-2 0,-1 1 5 0,0 1 4 0,-2 1-1 16,0 1 4-16,-1 2-1 0,1 0-1 0,-1 1-4 0,0 1 5 15,0 1-3-15,0 2-2 0,0 0-1 0,0 2-8 0,0 1-2 0,0 1-2 16,0 2 3-16,0 1-3 0,1 1-5 0,0 1 5 0,0 3 0 0,0 1 2 16,2 0-1-16,0 0-2 0,2 0 4 0,0 1-5 0,1 1 5 15,1-2-3-15,1 0-6 0,2 0 4 0,0 0-4 0,1-2 3 0,1 1 0 16,2 0-3-16,2-3 3 0,1-1-1 0,0-2-2 0,1-2 6 0,1 0-4 15,0-1 2-15,-2-3-5 0,2 0 0 0,-1-2 5 0,0-3 1 16,0 1-2-16,-3-3-4 0,1 0 1 0,0-1-1 0,-2-1 10 0,1-1 4 16,-1-1-4-16,-1-1 4 0,0-1-1 0,-1 0 4 0,-1-1-1 15,0-1-1-15,-1-1 0 0,-1-1-4 0,1 0 6 0,-2 0-3 0,-1-2-4 16,-1 0 3-16,0 0-7 0,-2 0 4 0,-2-1 4 0,-1 1-4 0,-2 1 4 16,-2 0-8-16,-1 0 2 0,-1 2 5 0,-2 1-2 0,-1 2 2 15,-2 0-10-15,-1 1 2 0,-1 2 0 0,1 0-6 0,-2 3 13 0,0 1-10 16,0 1-2-16,-2 4 0 0,0 2-11 0,-1 1-1 0,2 3 3 0,-1 2 5 15,1 1 3-15,1 2 4 0,1 1-2 0,1 0-1 0,1 2-3 16,3 0 3-16,2 1-9 0,2-2-5 0,1 2-13 0,2 1-12 0,1 1-9 16,2-2-10-16,2 0-1 0,1 1-1 0,2-1 3 0,1-2 6 0,2 1 7 15,0-2 8-15,2-1 3 0,1-2 6 0,1-1 4 16,0-1 0-16,3-1 1 0,0-2-4 0,1 0-1 0,0-1-1 0,0-2 3 0,1 0 9 16,0-2 7-16,-2-1 4 0,2-1 6 0,-1-1 3 0,1-1 0 15,-2-1 2-15,1 1 4 0,0 0 1 0,-2 0 1 0,0 0 6 0,-1 0-1 16,2 1 0-16,-2 0 1 0,0-1 1 0,1 0-1 0,-1 1-2 0,-1 0-3 15,0 0-3-15,-1 0 0 0,1 1 1 0,0 0 0 0,-1 0 1 16,1 1-6-16,0-1 1 0,-2 1-1 0,2 1 4 0,-1 0 1 0,-1 1-4 16,0-1 6-16,-2 1-8 0,-1 0 7 0,0 1 1 0,0-1-3 0,-1 0 6 15,0 1-3-15,-1-1 6 0,0 0 3 0,-2 0-1 0,0-1 4 16,-1 1 0-16,-2-1 5 0,1 0 6 0,-1 0 3 0,0-1 2 0,-1 1-3 16,-1-1-2-16,0 0-6 0,-2 2-4 0,-1-2-9 0,-1 2-2 0,0-1-3 15,-2 0-1-15,1 0 3 0,0-1-4 0,0 1 7 0,0-1-3 16,0-1-2-16,0 0 3 0,0-2-4 0,0 1 1 0,2-2 0 0,0-1 3 15,2-1 1-15,0-1-2 0,1 0 9 0,1-3-5 0,1 0 6 16,1-1 7-16,1 0-5 0,2-1 1 0,2-2-1 0,2-2-8 0,1 1-2 16,2 2-5-16,0 0-3 0,0 1 1 0,2 1-1 0,1 1 3 0,-1 2-3 15,0-1-2-15,-2 2-2 0,1 0 1 0,0 1 4 0,-1 0-2 16,1 1-2-16,-1 0-1 0,1 1-1 0,0 0 7 0,0 0-5 0,-1 1 0 16,-1-1-2-16,1 1-2 0,0 0 4 0,0 0-1 0,-1 0-5 0,0 1-16 15,-1 0-19-15,1 0-26 0,-1 2-28 0,-1-2-20 0,-1 2-33 16,-1 0-37-16,0 0-53 0,-1 1-125 0,1-1-62 0</inkml:trace>
  <inkml:trace contextRef="#ctx0" brushRef="#br0" timeOffset="-170246.47">12040 12175 919 0,'1'0'71'0,"2"-1"-42"0,3 1-5 16,3-2-3-16,2 0-9 0,1 0 0 0,2-1-7 0,-1-1 2 0,3 0-2 15,0-1-2-15,-1-1 4 0,-1 1-6 0,-1 1 4 0,-2-2-1 0,0 1 1 16,-2-1 1-16,1 0 2 0,-3-1 3 0,0-2 5 0,0 0 2 16,-3-2-5-16,0 0 2 0,-2 0-2 0,-1-1 7 0,-1 0 9 0,-3 0 0 15,-1 1 3-15,-1-1-2 0,-1 1 4 0,-3 0 0 0,1 1 3 16,-3 1-1-16,-1 3 2 0,0 1 4 0,-2 1 3 0,1 2 0 0,-1 1-1 16,-1 2 0-16,2 1-3 0,1 1 1 0,2 0-2 0,1 1-12 15,1 0-8-15,2 1-6 0,1 0-10 0,1 1-3 0,2 2-3 0,2 1-9 16,1 1-2-16,3 1-6 0,1 2-1 0,2 0 5 0,2 1 4 0,0 0 7 15,1 2-2-15,2 0 1 0,2 0-8 0,2 0-9 0,1 0-3 16,-2 1-8-16,1 1 2 0,0-2 0 0,-1 2 2 0,0-1 5 0,-2-1 4 16,-1 2 5-16,-2 0 1 0,0 0 2 0,-3 1 2 0,1 0-3 0,-2 0 10 15,-2-2-2-15,-2 0 2 0,-2 0 8 0,-3 0-5 0,-1-2 4 16,-2 0 2-16,-1-1-6 0,-1-1 1 0,-1 0-6 0,-1 0 2 0,0-1 1 16,-1-1 4-16,-1-3 3 0,2-1 8 0,0-4 3 0,0-1 8 15,1-2 4-15,2-2-4 0,0-2 6 0,1-1-8 0,2-3-4 0,0 0-6 16,3-2-11-16,0-2 3 0,2 1-8 0,3 0-3 0,2-2 2 0,2 0-3 15,1-1 6-15,1-1 0 0,2-2 4 0,1-1-4 0,1 1 0 16,1-2-1-16,1-2-5 0,-1-2 7 0,2 1 0 0,1-1 0 0,0 1-1 16,-2 0 0-16,1-1 0 0,-1 0 4 0,0 0 0 0,-3-1 0 0,0 0 1 15,0 0-4-15,-1 3 2 0,-2-2 2 0,-2 2 1 0,0 1 4 16,-2-2 2-16,0 1 3 0,-2 2 3 0,-2 0-2 0,-1 1 4 0,-2 2-4 16,-1 2-2-16,-2 0 2 0,-1 3-2 0,-1 2 0 0,-2 2 3 15,2 2-2-15,-3 1 1 0,-2 4-2 0,1 0-5 0,-1 0 0 0,0 4 0 16,1 2-2-16,-2 1 4 0,1 3-5 0,1 1 1 0,0 3 1 0,1 0-3 15,2 3 2-15,-1 2-4 0,3 1 1 0,-1 3-1 0,2 1-1 16,1-1-5-16,1 2 6 0,3 0-2 0,2-1-1 0,1 0 5 0,2-1-6 16,-1 0-1-16,2-2 1 0,0-2-4 0,2 0-2 0,1-3-1 0,0-2-2 15,2-1 1-15,0-1-2 0,1-1 0 0,0-1 5 0,1-3-6 16,1-2 3-16,-1-2-2 0,1-2-6 0,0 0 9 0,1-3-2 0,-1-1-7 16,0-3-10-16,1-2-24 0,0-2-36 0,0-2-39 0,2-2-55 0,0-1-81 15,-1-4-97-15,-2-3-171 0</inkml:trace>
  <inkml:trace contextRef="#ctx0" brushRef="#br0" timeOffset="-170066.47">12788 11384 1039 0,'-9'-7'197'0,"1"1"-95"16,-2 0-19-16,4 3-22 0,2 4-27 0,0 1-16 0,2 1-15 0,1 4-4 16,0 0-2-16,1 4-1 0,1 5 12 0,0 4 3 0,1 2 1 0,0 6 2 15,1 2-9-15,0 2-3 0,1 3-1 0,0 3 2 0,1 2-2 16,2 1 2-16,-1 3-5 0,4-1-3 0,1-3 5 0,0 2-6 0,2-3 0 15,-1-1-8-15,2-1-14 0,1-4-12 0,0 0-33 0,1-3-37 16,0 0-34-16,0-2-43 0,-1 0-32 0,0-2-12 0,-1-2-25 0,-2-4 11 16</inkml:trace>
  <inkml:trace contextRef="#ctx0" brushRef="#br0" timeOffset="-169916.47">12983 12275 87 0,'-12'-3'50'0,"-2"-2"-26"0,-5-2-12 16,0-1-5-16,0 0 1 0,1 1 11 0,-1-2 26 0,-1 1 14 0,2-1 26 16,-2 0 19-16,0-1-12 0,2-1 5 0,0 0-15 0,1-2-15 0,0-1-6 15,3 1-14-15,0-1-1 0,1 0-1 0,1 0-4 0,1 0 6 16,1 0-7-16,2 1-2 0,2-1-5 0,1 1-8 0,3 1 2 0,1 0-8 15,2 0-4-15,4 0-8 0,2-1-6 0,3 0-6 0,2 1-3 0,3-1-3 16,1 0-1-16,4 1-3 0,2 0-1 0,3 2-8 0,3 0-4 16,4 0-17-16,1 2-37 0,1-1-55 0,0 1-63 0,3 0-106 0,1 0-65 15</inkml:trace>
  <inkml:trace contextRef="#ctx0" brushRef="#br0" timeOffset="-169400.47">16309 11617 1844 0,'-13'-6'129'0,"-1"0"-57"0,-2-2-8 0,5 3-15 0,4 1-27 0,1 1-16 16,3 1-12-16,1 1-6 0,2 1-4 0,-1 1-3 0,2 1 3 16,0 0 2-16,0 1 6 0,1 3 3 0,2 1 0 0,0 3-1 0,1 3 3 15,1 0 2-15,1 4 3 0,2 1 1 0,0 1-3 0,1 1 2 0,0 2-1 16,-1-2 2-16,2 2 4 0,-1 0 3 0,0 2 4 0,1 3 7 16,-1 0-3-16,0 5 3 0,2 0 5 0,1 3-8 0,0 0 5 0,0 3 1 15,-1-1-7-15,2 2 4 0,0 0-8 0,-1-1 1 0,1 2-2 16,-1-2 9-16,1 0 5 0,0-2 9 0,0-4 9 0,-2-4-2 0,1-5 3 15,-2-2 1-15,0-3-4 0,-3-3-2 0,0-1-4 0,-2-2-8 16,-1-1-3-16,0-2-9 0,-1-1-1 0,-1-3-5 0,-1 1 1 0,0-2 1 16,-1-1-10-16,-1-1-6 0,1-1-20 0,-1-1-28 0,-1-1-42 0,0 0-45 15,-1-1-44-15,-2-2-56 0,-1 0-87 0,-1-2-89 0,-3-2-534 16</inkml:trace>
  <inkml:trace contextRef="#ctx0" brushRef="#br0" timeOffset="-169117.47">16311 12701 2154 0,'-4'2'183'0,"2"2"-91"0,0 1-12 16,3 1-24-16,2 1-28 0,3 2-13 0,3 2-15 0,4 3-4 16,3 0 1-16,1 1-5 0,-1-2 8 0,0 0-1 0,0-2 2 0,0 0 2 15,-2-1 1-15,1-1-3 0,-1 1 1 0,0-2-4 0,-1 0 2 0,-1-2 0 16,0-1 0-16,-1-3 3 0,-1-1 1 0,0-2 10 0,-2-1 5 15,0-2 7-15,1 0 1 0,-1-2-2 0,0 0-4 0,-1-2-3 0,0-1-6 16,-1-1-3-16,0-2 1 0,1-1-5 0,0-2 0 0,0 0-3 0,0 0-2 16,1-1-3-16,0 1-2 0,-1 1 5 0,0 2-4 0,-1 1-9 15,-1 0-11-15,1 2-30 0,-1 1-22 0,0 1-16 0,0 3-20 0,0-1 0 16,0 2-1-16,0 0-3 0,1 1 3 0,0 0-18 0,2 1-21 16,1 0-18-16,2-1-15 0,0 1-7 0,2-2-5 0,0 0 4 0,2-1-5 15,1 0-19-15,1-2-60 0</inkml:trace>
  <inkml:trace contextRef="#ctx0" brushRef="#br0" timeOffset="-168864.47">17087 12366 2415 0,'-8'3'132'0,"0"3"-54"0,-2 2-23 15,2 2-29-15,4 0-18 0,2 3-15 0,3 1-2 0,2 3-6 0,3 2 1 16,0 1 7-16,-1 1 4 0,0 0 1 0,-1-1 1 0,-1 2-3 0,0 0-5 16,0 0-10-16,0 1-9 0,1-2 0 0,1-1-10 0,1 1-9 15,-1-1-7-15,3-3-15 0,1-1-2 0,-1-1 1 0,1-3 2 0,-2-2-3 16,0-3-4-16,1-1-8 0,-2-2-11 0,2-1-11 0,-1-2-7 0,1-3-1 16,-1-1 2-16,1-3-7 0,0-1-7 0,-1-3-16 0,-2-2-16 15,-1-3-21-15,-2-2-43 0,-1 0-146 0</inkml:trace>
  <inkml:trace contextRef="#ctx0" brushRef="#br0" timeOffset="-168695.47">17036 12212 963 0,'-8'-9'272'0,"-1"-1"-115"0,-3-2-37 0,2 2-42 16,2 0-38-16,2 2-29 0,-1 1-14 0,2 2-5 0,2 1-2 0,-1 1-4 16,2 1-5-16,1 1 0 0,-1 1-11 0,1 0-5 0,1 1-6 15,-1 1-4-15,1 1-2 0,1 1 6 0,0 1 6 0,2 1 0 0,0 0 1 16,1 0 1-16,1-1-1 0,1 0 0 0,-2-1 2 0,3-1 4 15,-1 0 4-15,1-1-3 0,0 0-9 0,0-1-21 0,2 0-24 0,0 1-26 16,0-1-42-16,2 1-44 0,0 1-132 0</inkml:trace>
  <inkml:trace contextRef="#ctx0" brushRef="#br0" timeOffset="-168434.47">16855 12782 1232 0,'-2'7'426'0,"1"1"-357"0,0 4-16 0,4-1-8 0,2-2-24 15,2 1-18-15,4-1-15 0,2-1-1 0,3 1-5 0,1 0 9 0,0-1 4 16,0-2 3-16,-1 1 2 0,-2-2 2 0,2 0-4 0,-1 0-3 0,3-1 0 16,-2-1-1-16,2-2 6 0,0-1 0 0,-1-2-1 0,0 0 1 15,1-3 0-15,-1-1 0 0,1-1 4 0,0-2-4 0,0 0 3 0,-1-2-6 16,-1 0 0-16,0 0-6 0,-2-2-4 0,0-1 5 0,-1-2-5 0,0 0-2 15,0-1-3-15,-1-1-14 0,-1 0-3 0,1-1-4 0,1 0-17 16,-2 0-7-16,1 2-24 0,-2-2-19 0,-1 1-15 0,0-1-29 0,0 1-35 16,-1-1-53-16,0 1-218 0</inkml:trace>
  <inkml:trace contextRef="#ctx0" brushRef="#br0" timeOffset="-168033.47">17543 12415 2519 0,'-3'-1'180'0,"1"-1"-91"0,-1 0-15 0,2 2-37 0,2 0-27 0,1 1-13 16,1 2-15-16,2 1-3 0,2 2-9 0,1 0 6 0,1 2 5 15,-1 1 6-15,0 0 8 0,-1 2-10 0,-2 0-11 0,0-1-5 0,1 2-11 16,-1 0-8-16,1-1-7 0,-1 0-7 0,0-1 2 0,1-3 4 15,-1 0 14-15,0-2 14 0,0-1 12 0,0-2 9 0,-3-1 9 0,2-1 6 16,0 0 6-16,-1-2 3 0,1 0 3 0,-1-2 4 0,-1 1 6 0,1-1-3 16,0-1-1-16,0 0-4 0,0-1-3 0,0-1 0 0,0 0-3 15,0 0 0-15,1 0-8 0,0-1-1 0,-1 1-1 0,2 0 3 0,-2 1-4 16,1 0-2-16,0 0-4 0,0 1 0 0,0 1 0 0,1 0-2 0,0 1 4 16,1 1-6-16,-1 1 4 0,0 1 9 0,1 1-2 0,0 1 0 15,0 1 1-15,-1 1-7 0,2 0 2 0,-1 2 4 0,1 1-9 0,1 1 2 16,0 2 0-16,0 0-5 0,2 0 2 0,-1 0-8 0,1 0-4 15,1-1-6-15,0-2-4 0,-1 1-9 0,1-1-11 0,-3-1-9 0,1 0-10 16,1-2-7-16,0 0-12 0,0-2-7 0,1-1-19 0,-2-1-9 0,1-1-15 16,0-2-8-16,-1 0-2 0,0-1-21 0,1-2-22 0,-1-1-47 15,1-1-86-15,0-1-12 0</inkml:trace>
  <inkml:trace contextRef="#ctx0" brushRef="#br0" timeOffset="-167584.47">18145 12129 1017 0,'-1'1'604'0,"0"0"-500"0,1 2-21 0,0 1-18 16,1 0-31-16,1 2-17 0,1 3-12 0,1 1-4 0,2 4 2 15,0 0-1-15,1 3 4 0,0 3 4 0,0 1-3 0,-1 4 6 0,0 2-5 16,0 3 0-16,-1 0 3 0,0 1 1 0,2 1-5 0,-1 1 2 16,2 1 1-16,-1 1-3 0,1 1 6 0,1-1-6 0,-2-1 7 0,2 0 4 15,2-3-6-15,-1 1 9 0,1-1-11 0,1-3-6 0,-2-3-4 0,2-3-12 16,-1-4-9-16,0-1-15 0,-1-1-15 0,0-3-17 0,-1-2-20 15,0-3-13-15,-1-2-9 0,0-1-14 0,-1-3-10 0,0-1 6 0,-1-2 5 16,-1-2-28-16,-2 2-20 0,-2-1 52 0,-2 0 56 0,-1-2 70 0,0-4 68 16,0-7-1-16,-1-1-8 0,0-3 10 0,-2 1 17 0,-1-3 1 15,-1-2-4-15,-1 1-24 0,-2-4-25 0,0 2-11 0,-2-2-9 0,-1 2 0 16,-1 0-3-16,-3 1-5 0,1 0-3 0,-2 1-7 0,-1 1-3 0,2 2 4 16,1 2-4-16,1-1 0 0,0 1 1 0,3 2-2 0,-1 1 2 15,2 0-8-15,2 2 1 0,1 1 6 0,3 1-2 0,0 1 8 0,3-1 2 16,0 2-2-16,3-1 0 0,1 1-5 0,1 1-5 0,2 0-2 0,2 0-3 15,4 0 2-15,1 0-3 0,3 2 9 0,3 2 4 0,2 1 5 16,1 2 4-16,0 2 2 0,2 1 6 0,-2 1 6 0,1 2 4 0,-2 1-2 16,-1 1 1-16,1 0-4 0,1 2-4 0,0 1 0 0,0 1 0 15,0 1 4-15,-3 0 5 0,-1-1 4 0,-1 0 3 0,-2-2-1 0,-1-1-4 16,-2 0-8-16,-1-2 2 0,-1-1-7 0,-2 0-1 0,-2-1 0 0,0-2-8 16,-3 1 4-16,0-2 3 0,-2 0-6 0,-1 0-1 0,-1-2-13 15,-2 0-9-15,-2-1-8 0,-1-1-12 0,-3-1-5 0,-1-1-19 0,0 0-15 16,0-1-19-16,-1-1-23 0,0 1-24 0,0 0-25 0,1-1-32 15,1 1-45-15,-2-1-82 0,2 1-130 0</inkml:trace>
  <inkml:trace contextRef="#ctx0" brushRef="#br0" timeOffset="-167217.47">18752 12363 1950 0,'1'3'123'0,"3"3"-44"0,2 4-26 16,1 1-19-16,2 1-14 0,3 2-11 0,0 0-9 0,1 3 2 15,0 0-7-15,1 0 5 0,-2-1 3 0,0-1-10 0,-3-1-5 0,0 0-4 16,-1-3-8-16,0 0-2 0,-1-2-1 0,1 0-3 0,-1-2-1 0,1-1 6 16,-2-1 8-16,1-2 3 0,-1-1 11 0,0-1 2 0,-1-2 9 15,0-1 12-15,-1 0 2 0,0-1 3 0,0-1-5 0,-1-2-1 0,0 0 2 16,-1-2-10-16,1 0-6 0,0-1-4 0,-2-2-11 0,1 1 1 0,-1-1-1 15,-1-1 0-15,1-1 8 0,-1 0-1 0,0 2 5 0,0-2 1 16,0 0 1-16,0 0 3 0,0 1 1 0,1 1-1 0,0 1 0 0,0 1 3 16,0 2-5-16,1 1 1 0,-1 2-2 0,1 1-2 0,0 2-1 15,-1 0-1-15,1 1-3 0,0 1-4 0,0 0-2 0,0 2 2 0,1 1-8 16,0 0 5-16,0 2 0 0,1 1-5 0,0 2 2 0,1 1-2 0,-1 0-5 16,1 1 1-16,0 0-1 0,0 0-9 0,0 0-12 0,1 0-11 15,0-1-7-15,0 1-13 0,0-2-9 0,2 0-9 0,-1-2-11 0,1 0-5 16,1-2 5-16,-1 0-9 0,2-4-14 0,1 1-25 0,-1-2-52 0,1-2-85 15,0-2-88-15</inkml:trace>
  <inkml:trace contextRef="#ctx0" brushRef="#br0" timeOffset="-166963.47">19555 11754 2520 0,'2'11'91'0,"2"3"-40"0,2 8-25 0,3 6-15 0,4 4-11 16,2 6-19-16,0 4-20 0,2 4-17 0,-2 0-2 0,-2 0 6 15,-3-1 20-15,-1 0 10 0,-1-3-4 0,-2 0-9 0,1 1-15 0,-1-1-13 16,2-1-6-16,1-2-6 0,0-5-18 0,2 0-28 0,1-4-17 0,1-1-6 16,-1-4 25-16,0-3 35 0,0-3 34 0,-1-2 28 0,1-4 18 15,-2-3 9-15,-1-3 7 0,1-2 1 0,-2-3 1 0,-1-2 0 0,-1-3-4 16,-1-2-14-16,-1-2-15 0,-2-3-31 0,-1-3-41 0,-3-3-52 0,-3-4-71 15,-3-5-201-15,-4-4 19 0</inkml:trace>
  <inkml:trace contextRef="#ctx0" brushRef="#br0" timeOffset="-166815.95">19399 12295 892 0,'18'-2'41'15,"3"1"-43"-15,10-1-12 0,0 0-10 0,2-1-20 0,2 0-31 0,2 0-81 16,0-1-201-16</inkml:trace>
  <inkml:trace contextRef="#ctx0" brushRef="#br0" timeOffset="-166182.94">16803 12185 1413 0,'-15'-4'27'0,"-2"-1"-18"16,-2-1-11-16,6 2-6 0,2 1-20 0,3 1-10 0,1-1-9 16,2 1-4-16,0 1 4 0,1 0 13 0,0 0 12 0,1 2 8 0,0-1 4 15,1 0-7-15,1 0-7 0,2 0 3 0,1 0-3 0,2 1 14 16,2 0 12-16,2 0 10 0,3 2 17 0,3-1 9 0,1 2 20 0,2 0 13 16,1-1 9-16,0 0 12 0,-1-1-1 0,2-2-11 0,2 0-9 0,0 0-21 15,2 0-16-15,1 0-6 0,4 0-11 0,-2-1-4 0,0-1-7 16,1-1-8-16,-1 0 0 0,0-1-5 0,-3 1-2 0,-2 0-14 15,-1 0-28-15,-3-1-33 0,-2 0-46 0,-1-1-58 0,-2-1-92 0,-2 0-239 0,-2 0 66 16</inkml:trace>
  <inkml:trace contextRef="#ctx0" brushRef="#br0" timeOffset="-115862.99">16016 11276 407 0,'-6'-9'201'0,"1"1"-100"0,-2-3-1 0,1 3-36 0,3 1-27 15,0 0-13-15,1 1-11 0,2 0-3 0,-1 0-5 0,1 1-4 0,1-1-2 16,0 1 2-16,0 0-1 0,1 1 0 0,0 0-2 0,0 1-2 15,1 0 0-15,-1 1 4 0,1 0-1 0,1 0 1 0,0 1-2 0,-1-1-4 16,2 2 2-16,-1 0 1 0,1 0 2 0,1 1 1 0,-1 2-2 0,1 0-2 16,1 1 1-16,0 1 1 0,0 3 1 0,0 1-2 0,1 1-1 15,0 3 1-15,0 0 2 0,-1 1-1 0,1 0 4 0,1 0 0 0,-1 0-2 16,0 0 5-16,2 0 2 0,-1-3-2 0,0 0-5 0,0-2-1 16,0-2 0-16,0-2 4 0,-1-1 8 0,1-1 2 0,0-1 2 0,1-1 6 15,-1-2 6-15,-1 0 7 0,0-1 4 0,-2-1-2 0,0 0-1 16,0 0-8-16,0-1-1 0,-1 0-5 0,0 0-7 0,-1-1-3 0,-1 1-10 15,0-2 3-15,0 1-5 0,-2 0 1 0,1-1-3 0,-1 1 1 0,0 0 1 16,-1-1-1-16,1 1 3 0,-1 1-1 0,0-1 1 0,-1 1 0 16,0 1 0-16,0 0-1 0,0 1 0 0,-1 1 0 0,1-1 0 0,1 1-2 15,-1 2-3-15,1 0-2 0,1 1 0 0,-1 1 4 0,0 1 0 0,2 0-1 16,-1 3 2-16,2 0 0 0,0 2-2 0,0 0 4 0,2 2 0 16,-1-1-8-16,2 1 3 0,0 0-3 0,1 1 1 0,0 2 7 0,1-1 5 15,0 0-3-15,0 2 3 0,-1-1 0 0,1-1-4 0,0 1 1 0,0-1-2 16,0 0 0-16,-1-2 3 0,0-1-3 0,-1 0 2 0,-1-2-2 15,-1-1 3-15,-1-1-3 0,1-2 2 0,-2 1 2 0,-1-2 4 0,0 1 4 16,-2-1 11-16,-2-1 8 0,0 1-3 0,-1-1-1 0,-1 0-14 0,-1 0-4 16,0 0 0-16,0 0-1 0,-1-2 1 0,1 1 0 0,0-2 1 15,0-1 4-15,0 0 0 0,1-1-2 0,1 1-1 0,0-2-1 0,0-1 1 16,1 0-7-16,0 0 0 0,2 0-3 0,0 1-4 0,1 0-2 16,0 1-8-16,2-1-3 0,0 2-4 0,1 0 3 0,1 0-5 0,0 2-17 15,-1-1-25-15,2 2-42 0,0-1-42 0,0 1-53 0,0 1-94 0,1 0-152 16</inkml:trace>
  <inkml:trace contextRef="#ctx0" brushRef="#br0" timeOffset="-115639.99">16803 11416 1154 0,'1'1'92'0,"2"2"-35"0,2 1-10 16,2 3-20-16,1 0-15 0,3 3-9 0,0 0-4 0,1 3 0 0,-2 1 1 16,2 1-4-16,-2-3 0 0,-2 2-11 0,0-1-26 0,-2 0-18 15,0 0-28-15,-2-1-27 0,2 1-15 0,0-1-20 0,0-1-32 0,0-2-38 16,0 0-109-16</inkml:trace>
  <inkml:trace contextRef="#ctx0" brushRef="#br0" timeOffset="-115164">13850 8658 451 0,'-5'-8'12'15,"2"0"-10"-15,-1-1-26 0,4 3-85 0,1 3-156 0</inkml:trace>
  <inkml:trace contextRef="#ctx0" brushRef="#br0" timeOffset="-114729.99">13699 8729 1163 0,'-12'-2'114'0,"1"1"-34"0,0 1-16 0,5 3-24 0,5 4-27 0,1 2-5 16,3 2-2-16,2 2-3 0,2 2-2 0,2 2-1 0,1 0-5 16,2-2-1-16,1 2-2 0,2-1-1 0,2 1 0 0,-1-2 1 0,3-1 0 15,1-2-5-15,-1-1 4 0,3-2-3 0,-1-2-1 0,-1-1 0 16,2-1 1-16,-1-3-1 0,-1-2 3 0,2-2 0 0,-2-1 4 15,-1-2 0-15,1-1-3 0,0 0-4 0,-2-2-6 0,2-2-7 0,0 0 0 16,-2-3 2-16,0-1 7 0,-2 0 7 0,1-1 6 0,-3-3 5 0,1 0-3 16,0-1 4-16,-1-3-2 0,-2 1 1 0,1-1 4 0,-1 0-1 0,-2 0-1 15,-1 0 2-15,-2 1 1 0,-2 1 6 0,0 1 4 0,-1 2 0 16,-1 1 7-16,-1 1 2 0,-1 1 7 0,-1 2 7 0,-1 1-1 0,0 3-1 16,0 3-5-16,-1 0-4 0,0 3-7 0,0 1-3 0,1 2-11 0,0 2-2 15,-1 3-3-15,1 2 1 0,-1 3-1 0,1 2-2 0,1 3 1 16,-2 1 1-16,2 2-5 0,0 3 2 0,0-1 0 0,2 3 1 0,-2 0 0 15,3 2-1-15,0 2-1 0,2-1-1 0,1 2-6 0,0 0 2 0,1 2 1 16,0-2 1-16,0 3 6 0,-1 0-4 0,-1-1 7 0,0-1-4 16,-1 1-4-16,-1-4 6 0,0 1-6 0,-1-1 4 0,-1-3 2 0,-1-2 1 15,1-4-3-15,-2-3-4 0,1-2 4 0,-1-2-1 0,0-2 2 0,0-3 2 16,-1-2-2-16,1-1 0 0,0-1 0 0,-1-1 3 0,0-2 3 16,0 0-5-16,-2-2 4 0,1 1-4 0,-1-2-3 0,-1-1 3 0,1-1-5 15,-1-1-11-15,1 0-23 0,-1-2-34 0,1 0-34 0,-1-1-39 16,1 1-42-16,1-4-57 0,0-1-293 0</inkml:trace>
  <inkml:trace contextRef="#ctx0" brushRef="#br0" timeOffset="-114480.99">14390 8750 469 0,'1'-10'175'0,"3"2"-49"0,2-1-42 0,1 3-34 0,0 3-23 16,1 2-14-16,3 1-2 0,1 1-3 0,1 2 0 0,0 0-2 0,0 2-2 15,1 0 3-15,-1 2-1 0,1 1 1 0,-1 1 0 0,0-1-3 16,2 2 1-16,-2 0 0 0,0 0-2 0,-2 1 3 0,-1 1-6 0,-1-2-3 15,-1 2 1-15,0-1-1 0,-2 3 11 0,-1 1 2 0,-1-1 8 0,-2 2 6 16,-1 0-2-16,-1 0 9 0,-2 0-2 0,-1 1-1 0,0 2 5 16,-1-3-3-16,0 1-1 0,-1-2 1 0,1-3 3 0,0-1-2 0,1-5 1 15,2-1-2-15,1-4 2 0,0-1 7 0,0-1-1 0,1 0-2 0,1-1-7 16,0-1-14-16,1 0-4 0,1-2-2 0,2-2-2 0,1-1-1 16,2 0-5-16,2-1-7 0,3-1-7 0,2 0-18 0,3-1-36 15,2-1-50-15,2-1-54 0,1-1-66 0,0 2-124 0,1-1-151 0</inkml:trace>
  <inkml:trace contextRef="#ctx0" brushRef="#br0" timeOffset="-113048.04">16390 11426 991 0,'-6'-9'109'0,"0"0"2"0,0-2-1 0,2 1-32 15,2 3-22-15,0 0-17 0,1 0-13 0,1 3 1 0,0-2-8 16,0 1 4-16,-1 0 3 0,1-1-7 0,-1 1 5 0,-1-1-15 0,0 3 2 15,0-2-3-15,0 1-5 0,-2 1 3 0,0 0-1 0,-1 2-2 0,-1-1 1 16,-1 1-3-16,-1 0-1 0,1 1 3 0,-2 1-1 0,-1 0 3 16,0 2 6-16,0-1 0 0,-1 1 6 0,1 2 3 0,-1 0 3 0,-1 1 3 15,1 1-10-15,-1 0-2 0,1 2-4 0,1-1-1 0,0 2 1 0,0 1 3 16,0 0-4-16,2 0-1 0,1 0-1 0,0 1 3 0,2-1-3 16,0 1-6-16,1 0 3 0,1-1-7 0,0 0 1 0,0-1 0 0,2-1-6 15,0-3-3-15,0 0-13 0,1-3-17 0,-1 0-16 0,0-2-16 16,-1-1-10-16,0-1-14 0,-1-2-14 0,-2-1-15 0,-1 0-20 0,-2-1-8 15,-2-1-11-15,0-2-12 0,-4 0 10 0,-1-1 34 0,-1-1 44 0,1-1 49 16,-1 0 40-16,1-2 29 0,3-2 19 0,2-1 15 0,2 1 13 16,1-2 2-16,2 0-1 0,1 1-10 0,2 0-14 0,1-1-6 0,1 2-7 15,1 1 0-15,3 1-3 0,-1 1-2 0,2 0-1 0,1 1-5 0,1 1 2 16,1 0 1-16,2 2-1 0,2 0-4 0,2 1-5 0,0 1-1 16,1 0-3-16,1 2 1 0,1 1 5 0,1 1 1 0,0 1 5 0,2 1 1 15,1 0 0-15,2 2-5 0,1 2 0 0,0 1-3 0,2 1-4 16,1 2 0-16,-1 2-5 0,2 2-6 0,-2 1 0 0,1 2-4 0,-1 1-1 15,2 0-1-15,0 2-3 0,0 2 0 0,0 1-9 0,-1 0 3 0,0 2 1 16,1 0 0-16,2 2 5 0,0 1-9 0,0 0-17 0,-2 2-30 16,1-1-37-16,0 1-37 0,0-2-31 0,-2 0-41 0,2 0-42 0,-2 1-174 15</inkml:trace>
  <inkml:trace contextRef="#ctx0" brushRef="#br0" timeOffset="-109180.64">19484 9246 111 0,'0'-6'67'0,"-1"-1"-31"0,1 1-9 15,0 1-14-15,0 2-5 0,-1 2-6 0,1 0-4 0,-2 1-3 0,1 0 0 16,-1 0-2-16,-1 2 1 0,0 0 3 0,0 1 0 0,0 0 0 0,1 0 4 16,1 1-2-16,1-1 2 0,0 0 1 0,1-1-3 0,0 1 4 15,1 0 0-15,-1-1 2 0,2 0 2 0,-1-1 2 0,1-1 2 0,1 0 8 16,0-1 8-16,-1-1 6 0,2 1 5 0,0-1 3 0,1-1-2 0,0 1-5 16,-1 0-4-16,1-1-8 0,0 1-8 0,0 1-3 0,0 0-5 15,0 0-5-15,-2 1 2 0,2 0 0 0,0 0-2 0,1 0 0 0,0 2 1 16,1-1-2-16,0 1 0 0,0 1 0 0,0 0-2 0,-1 1 1 0,1-1 0 15,0 2 0-15,1 0 0 0,1 1 4 0,0 0 0 0,1 1 0 16,1 1-2-16,2 0 1 0,0 0 2 0,0 0-1 0,0-1 3 0,1 0 1 16,0 0 0-16,0 1 1 0,-3-2 1 0,1 1 0 0,-2-1 1 15,-1-1 3-15,-1 0 0 0,-1-1 2 0,-2-1 8 0,0-1 0 0,-2 0 1 16,-1-1 0-16,-1 1-7 0,-1-2-1 0,-1 1-3 0,-1 0 5 0,-1 1 0 16,-1 0 4-16,-3 1-2 0,-3 1-3 0,-4 0-4 0,-3 1-2 15,-3 1-1-15,-2 0 0 0,-2 1 0 0,-2-1-7 0,2-2-1 0,-1 2-1 16,0 1-2-16,-1 0 4 0,-1 2 1 0,2 1-3 0,-3 0 0 15,3 1-2-15,1 1 2 0,1 0-2 0,4 1-5 0,1 0-10 0,3-1-19 16,2 3-24-16,0 0-31 0,1 1-51 0,0-1-64 0,1 0-164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56:06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4345 6258 160 0,'-5'0'-31'0,"2"1"61"0,1 1 3 0,2 1 1 0,3 0 3 15,1 0-7-15,2 1 1 0,3 0-6 0,-1 0 0 0,3-1-7 0,1 0 0 16,1 1-4-16,2-1-5 0,2 1 4 0,2-1-5 0,2 1 1 15,-1 1 1-15,1-1 3 0,0-1-1 0,-2-1 2 0,3 1 4 0,1 0 2 16,0 1 8-16,1 0 2 0,1 1 0 0,1 0 4 0,0 1-1 16,1 0 0-16,2 0-1 0,-1 0-7 0,4 0 0 0,1 0-2 0,2-2-1 15,1 1 2-15,1-1-2 0,5 1 2 0,0 1-3 0,3-2-6 0,0 0 2 16,4-1-9-16,0-2 2 0,0 0 1 0,2-2 0 0,-1 0 8 16,3-2 6-16,1-1 7 0,-1 0 1 0,1 0 4 0,-1-1-4 0,1 0-2 15,0 1-6-15,1-1-3 0,0 2-3 0,2-2-2 0,0 0 1 16,-1-1-5-16,0 0-3 0,3 0-3 0,1 1-4 0,2-1-2 0,-1 1-5 15,0 0 0-15,1 1 4 0,-3 1 3 0,-1 1 6 0,-1 0-2 0,-5-1 0 16,0 0-5-16,-1 1-2 0,-1-1 4 0,-3 1 0 0,-1 0 5 16,-1-1 4-16,-1 1-2 0,-1 1 2 0,-1 0 5 0,2 1-4 0,-1 0-1 15,1 1-2-15,-1-1-4 0,3 1-3 0,1-2-1 0,-1 0 0 0,1 0-5 16,0-1 4-16,-2 0-2 0,-1-1 0 0,-2-1 1 0,-1-1 0 16,-3-1 2-16,-2-1-1 0,1-1 5 0,-4-2-1 0,0-1 1 0,-3-2 6 15,1-1-3-15,-2-2 1 0,1-1 2 0,-1-2-3 0,0-2-2 16,-2 0 0-16,0-2 1 0,-1 0-2 0,-2-3 1 0,0-2 2 0,-4 1-1 15,0-3-1-15,0 2 2 0,-3-2-1 0,0 0-1 0,-3-1 1 0,-2-1 1 16,-2-1-4-16,-2 0 6 0,-1 0 3 0,-3-2-4 0,-1-1-1 16,-2-2-3-16,-2-1-3 0,-2-1 2 0,-3 0-2 0,-1-2 0 0,-3 0-4 15,-4-3 0-15,-3 2 1 0,-4-1-4 0,-5 0 2 0,-5 1-4 16,-3-2 1-16,-4 2 8 0,-6-1-3 0,-4 2 2 0,-4 1-1 0,-6 1-7 16,-6 1 0-16,-5 1 1 0,-3 1 0 0,-3 0 0 0,-2 0 0 0,-2 2 0 15,-2 2 3-15,2 3 1 0,-2 2 1 0,-1 2 2 0,2 2-2 16,-2 4 0-16,1 3-9 0,2 3 2 0,-1 2 3 0,1 4-2 0,2 1 8 15,0 4-2-15,0 3-5 0,-1 5-1 0,1 3 6 0,-2 4-4 0,-1 5 5 16,1 4-1-16,0 3-6 0,-1 4 2 0,2 3 2 0,0 5-3 16,0 4 1-16,-1 3-4 0,1 6-1 0,-1 1-1 0,0 2 1 0,1 4 0 15,3 1-10-15,2 0 7 0,4 1 1 0,4 0 3 0,3 0 6 16,6 1-6-16,5-1-9 0,6-1-10 0,4 0-25 0,6 0-19 0,5 0-13 16,6-2-21-16,6 2-2 0,5-1-3 0,6-2-5 0,6 2-13 0,5 0-21 15,5 0-71-15,3 1-130 0</inkml:trace>
  <inkml:trace contextRef="#ctx0" brushRef="#br0" timeOffset="667.89">4798 6777 887 0,'-25'-9'-27'0,"-3"1"115"0,-4-1-17 0,6 5-1 0,6 0 6 15,5 0-1-15,1 0-6 0,2 0-9 0,2 1-15 0,4 1-9 0,1 1-16 16,4-1-7-16,1 1-8 0,0 0-5 0,3 1 1 0,2-1-3 16,2 0 4-16,2 0 0 0,1 0-4 0,1 0 5 0,1 1-2 0,-1-2 0 15,1 1 2-15,1-1-2 0,1-1-4 0,1 1 5 0,1-1-2 16,1 0 0-16,1-1 2 0,2 0 2 0,2-1-2 0,3 0 4 0,2-3-2 15,3-1 4-15,1-4 3 0,5-2 7 0,1-1 6 0,4-3 4 0,4 1 7 16,3-2 1-16,4 1-3 0,3-2-3 0,4-1-1 0,4-1-2 16,2 0 3-16,3 1-1 0,3 0-6 0,1 0 1 0,1 3 0 0,3 0-2 15,0 2 14-15,-1 1-1 0,2 1-2 0,-1 0-1 0,2 0-8 0,0 0-7 16,2 3-2-16,2 0 1 0,0 1-5 0,1 1-4 0,0 1-1 16,-1 2-4-16,0 1-1 0,2 0 2 0,-2 0 0 0,1 2 4 0,0 0-4 15,-2 1 0-15,-1 1-3 0,-3 0 0 0,-4 1 3 0,-3 2 0 16,-3 0 0-16,-3 0-1 0,1 2-4 0,-4 0 6 0,-1 1-2 0,0 1 5 15,-4 1 2-15,-1 2-4 0,-3 0-1 0,-2 3 0 0,-3 1 2 0,-3 3 6 16,-2 0 5-16,-1 1 1 0,-3 2-2 0,0 0-7 0,-4 2-3 16,-2 2 3-16,-4 2 0 0,-1 0 8 0,-5 3 0 0,-1 2-10 0,-1 0 2 15,-4 1 2-15,0 2-2 0,-1-1-1 0,-2 2-2 0,-3 0-4 0,-1 1-4 16,-1-1 2-16,-1 1 2 0,-2-1-2 0,-2 1 0 0,-1 2-2 16,-2 0-1-16,-2 0-8 0,-3 0 8 0,-1 0 3 0,-2-1-3 0,-1 0 9 15,0 0-2-15,-2-4-3 0,-1 1 4 0,-1-2-4 0,-2-1-4 16,0 0 2-16,-2-1-1 0,0-3-1 0,-2 0 5 0,0-2-1 0,-3-2 4 15,-4-1-5-15,-3 0 3 0,-3-3-2 0,-4 1 1 0,-2-1 2 0,-5-2-2 16,-3-3-2-16,-7 0 2 0,-6-3-2 0,-8-1 0 0,-8-2-11 16,-6 0-9-16,-8-1-8 0,-4-1 2 0,-7-4 14 0,0-1 6 0,-3-4 12 15,0-3 2-15,3-3-10 0,0-5 8 0,0 0-4 0,-1-2-1 0,-4-3-2 16,-5-1-7-16,-2-1 1 0,-1-2-5 0,0 0 3 0,0-1-6 16,-1-1-11-16,-2-2-2 0,-1 2-15 0,-1 2 5 0,2 2 12 0,3 3 6 15,3 1 2-15,2 2 1 0,3 1-10 0,3 4-3 0,5 2 11 16,7 1 8-16,10 1 5 0,8 1 7 0,8 1-8 0,9 0-12 0,7 1-23 15,8 2-35-15,8 0-45 0,4 1-59 0,6 1-65 0,6-2-237 0,5-4-114 16</inkml:trace>
  <inkml:trace contextRef="#ctx0" brushRef="#br0" timeOffset="16334.75">14076 8201 1419 0,'-23'-24'2'0,"-7"-5"4"0,-6-8 8 0,-7-6 4 0,20 17 4 0,2 2 1 0,3 0-5 0,4 0-2 0,3 2-5 0,3-1-4 16,3 0 1-16,3-3-4 0,2 0 2 0,4 0-3 0,1-1-3 0,2 2 0 16,1-3 4-16,0 2-1 0,4-3-3 0,1 0 2 0,3-2-7 15,3 1 6-15,3-3 8 0,4 0-5 0,3-4 6 0,7-1-8 0,4-2 1 16,7-2-2-16,4-1 3 0,6-3-5 0,6-4-1 0,4 1 4 15,6-2-5-15,3 1 1 0,4 0 3 0,2 0 4 0,3 0 9 0,1 2 7 16,3 1 6-16,0 1 4 0,0 1 4 0,2 1 4 0,0 2 5 0,-1 0-4 16,2 1 3-16,-1 5-2 0,-2 2-8 0,3 5-5 0,-2 1-10 15,3 4-4-15,-2 2-4 0,2 3 0 0,0 4-1 0,3 2-2 0,0 2-1 16,1 3-4-16,2 3 1 0,-1 3 0 0,1 3-4 0,-1 4-1 0,2 3-1 16,0 5 1-16,1 4 4 0,1 2-2 0,2 4 2 0,-3 2-4 15,-2 3-5-15,-4 3 3 0,-3 3 4 0,-1 3-4 0,-2 3 1 0,1 0-1 16,0 1-8-16,3 2 7 0,-3 0-1 0,3 3 3 0,-2 1-3 15,2 3 1-15,0 1 3 0,0 2 5 0,0 2 10 0,-1 1 8 0,0 3 2 16,-1 0 3-16,-4-1-5 0,-1-2-5 0,-5-2-7 0,-4 1-6 0,-2 0-5 16,-4 0 5-16,-1 0 6 0,-2 1-3 0,-3 2 7 0,-2 2-7 15,-2-1 0-15,-3 1-2 0,-2 1 2 0,0 2 3 0,-3 1-6 0,-2 4 6 16,-2 2-1-16,-4 0 6 0,-1 6-1 0,-3 2-4 0,-2 1 0 0,-3 4-7 16,-5 2 1-16,-3 4 6 0,-3 3-2 0,-4 5 1 0,-4 2 1 15,-4 1-6-15,-5 3-12 0,-6 0 4 0,-2 2 4 0,-4 2-7 0,-4 0 13 16,-4 0-5-16,-5 0-11 0,-4-2 11 0,-3 1 0 0,-6 0 0 15,-3 0 14-15,-7 1-8 0,-7 1-2 0,-3-2 17 0,-5 1-3 0,-4 0 2 16,-5-2 3-16,-7-3-14 0,-5-2-4 0,-4-2 1 0,-4-4-1 0,-2-3-5 16,-4-1 4-16,-1-3-1 0,-6-2-3 0,-5 1 0 0,-4-5 7 15,-3-1-3-15,0-1 10 0,-3-1-3 0,-1 0-2 0,-2-2-2 0,-3-1-7 16,-1-2 6-16,0-3-9 0,-2-2 12 0,0-4 4 0,-2-4-10 0,1-3 5 16,0-4-8-16,0-4-4 0,-3-5 11 0,-4-3-3 0,-4-5 6 15,-3-4 1-15,-5-3-2 0,-3-4 4 0,-4-2-3 0,-2-2 1 0,-4-5-6 16,0-4 3-16,0-4-2 0,2-4 2 0,5-3-3 0,3-6-5 15,3-3 5-15,0-4-5 0,2-4 6 0,0-4 2 0,2-5-8 0,1-2 0 16,3-4 3-16,3-1-4 0,5-3 1 0,2-6-2 0,4-3 0 0,3-3 1 16,4-4 2-16,3-6-5 0,6-3-4 0,2-4 1 0,5-5 7 15,5-2 8-15,5-5-1 0,4-4-1 0,4-1-4 0,5-5-14 0,4 0 17 16,4-2 2-16,7-1-1 0,5 1 10 0,6-4-13 0,6 1 5 0,7-3-11 16,8 0 11-16,5-2 0 0,8 0-3 0,4-1 7 0,6-3-7 15,8-1-1-15,5-1 0 0,4-2 2 0,6 3-1 0,3 0 3 0,1-1-8 16,6 3-5-16,2-1 7 0,3 1 1 0,2 2 2 0,1-2 7 0,4 0-9 15,1 0-1-15,2-2-6 0,3 2 3 0,-1 1-4 0,2 1 6 16,1 0 4-16,0 1 2 0,2 3-7 0,1 1 8 0,-2 4 0 0,-1 1 1 16,-2 5 1-16,-3 2-7 0,1 5 0 0,-2 3 1 0,-2 4-3 15,-1 4-2-15,-2 5 7 0,-2 5-1 0,0 3 5 0,-5 6-2 0,-1 3-4 16,-4 7 2-16,-1 4-2 0,-2 3-3 0,-3 5 3 0,-1 4-8 0,-3 3 8 16,-3 4 1-16,-1 1-5 0,-2 3 5 0,-1 4-5 0,-1 0 3 15,-3 3-5-15,1 0 1 0,-2 2 1 0,0 1-4 0,-1 2 6 0,0 0-5 16,-1 3 3-16,-1 1 3 0,-1 1-6 0,-2 1 3 0,0 1-2 0,-2 2 0 15,-2-1 2-15,-1 2-1 0,-2 1-3 0,-1-1-1 0,-2-1 2 16,-2 3-7-16,-1 1-2 0,-3 0-7 0,0-1-21 0,0 1-21 0,-1 0-26 16,3-1-25-16,0 1-13 0,1-1-22 0,2-1-20 0,2-2-37 15,3 0-52-15,3 0-55 0,4-2-153 0,4-3-144 0</inkml:trace>
  <inkml:trace contextRef="#ctx0" brushRef="#br0" timeOffset="17718.75">22659 8077 747 0,'-32'-37'118'0,"-5"-3"-62"16,-10-11 11-16,5 6-1 0,4 4-3 0,1 1-5 0,2 2-5 16,1 2-6-16,2 2-9 0,-1 2-10 0,1 0-11 0,0 0-3 0,1 3-1 15,2-2 0-15,0 3 0 0,3-1-3 0,2 0-1 0,3 1 0 0,3 0-2 16,5 1 0-16,3 0-2 0,3 1-1 0,3 0 3 0,5 0 0 15,2-2-2-15,5 1 1 0,3-1-2 0,2 0-1 0,5 1 2 0,4 0 1 16,1 1-1-16,5-1 0 0,2 0-2 0,4-2-1 0,4 1 3 16,4-1 4-16,1-1 4 0,4 0 0 0,3 1 1 0,4-2-4 0,5 1 0 15,4 0 3-15,4 2 6 0,3-1 3 0,7 2 3 0,3 1-3 0,4-2 1 16,7 1-3-16,4-1-2 0,5 1 2 0,8 0-6 0,5 3 0 16,7 1-1-16,7 0-2 0,6 2 1 0,6-1-2 0,6 2 0 0,4 2 3 15,5 0-5-15,4 0 3 0,5 1 4 0,2 3 4 0,1 0 2 0,2 2-3 16,-1 0-4-16,1 0-3 0,1 2 2 0,1 0-1 0,-1 2 5 15,-1 2-6-15,0 2-4 0,-1 0 3 0,0 3 2 0,-3 2-1 0,-1 2 3 16,0 1-2-16,-2 3-2 0,-1 2-4 0,0 3-5 0,-1 2 2 16,2 4-2-16,-2 3 4 0,-1 4-1 0,1 4-1 0,-1 3 0 0,1 5-5 15,0 4 4-15,-2 5 1 0,0 4-3 0,-6 5 0 0,-3 1 0 0,-3 5 1 16,-4 3-2-16,-2 4-2 0,-4 3 3 0,-3 4 1 0,-3 6 5 16,-1 6 13-16,-4 5-1 0,-6 4-2 0,-7 2-5 0,-6 2 23 0,-2 3 2 15,-1 5 5-15,-2 3 6 0,-6 1-29 0,-6 1-3 0,-6-1-4 0,-6 4-3 16,-6-3-2-16,-6 1-2 0,-35-58-10 0,3 14 2 0,-4-5-1 15,2 16 24-15,-3-1 7 0,1 13-1 0,-5 0-7 0,0 13-16 0,-4-2-4 16,-6 0 1-16,-5 0 4 0,-5-3-5 0,-6 0-5 0,-5-3-26 16,-6-2 5-16,-8 9 2 0,-25 69 11 0,-2-28 22 0,-1-26-4 0,9-37-1 15,-7-2-7-15,-3-3 7 0,-3-2-1 0,-3-1-1 0,-1 0 3 0,-2-1-1 16,-3-2-14-16,-5 0-2 0,-2-1-6 0,-2-1-6 0,-3-1 22 16,-3-2-1-16,-2-1 8 0,-2 1 3 0,-4-3-9 0,-3-1-1 0,-4-1 2 15,-7-3-1-15,-2 0 2 0,-3-1-4 0,-1-2 2 0,-2-1 2 0,-4-3 7 16,-2-2-5-16,0-1-2 0,-3-1-4 0,-1-3-4 0,-1-1 5 15,-3-3-4-15,4-2 4 0,-1-3-1 0,2-1 2 0,0-3 0 0,-1-2 0 16,0-2-7-16,1-2 1 0,1 0 0 0,0-2 6 0,0-1 7 0,-1-1 4 16,1 0 2-16,0-1-10 0,-1-1-1 0,-1-1-1 0,-5-3-1 15,0-2 3-15,-2 1 3 0,-2-2-4 0,-1-1-2 0,-5-2 4 0,-1-1-2 16,0 3-2-16,-3 0 3 0,1 1 0 0,-1 0-2 0,2-1 10 0,0-1-7 16,2-1-2-16,3 0-1 0,1-3-1 0,5-1 5 0,1-4 4 15,2-2-2-15,4-3 2 0,0-4 3 0,5-1-7 0,2-3 2 0,1-2-1 16,1-3-6-16,0-6 5 0,-1 0-1 0,0-3 7 0,-1 0-4 15,3-1 2-15,0-3-3 0,2-1-3 0,0 1-7 0,3-1-4 0,0 1 2 16,-1 0 9-16,2-1 9 0,-1-1 0 0,0 0-4 0,0-4-7 0,1 1-1 16,-1-1 6-16,4-2 3 0,3 0-3 0,0-4-4 0,2 0-4 15,0-1-2-15,2-2 1 0,2-1 4 0,3 2-7 0,5-1 2 0,4 0 4 16,5 2 1-16,5 0 5 0,5-1 5 0,5-1-7 0,5 2-2 16,3 0-2-16,4-1-8 0,2 0-2 0,3 0-1 0,4 1 2 0,2 3 7 15,4 3-1-15,5 1 1 0,3 3-4 0,6 1 2 0,2 4 6 0,2 2 2 16,3 1 3-16,1 5 1 0,3 2 1 0,0 0-5 0,1 5 1 15,1 1-1-15,1 2-2 0,1 3-2 0,1 2-3 0,0 2-3 0,2 2 2 16,1 2-4-16,0 0 1 0,2 2 3 0,-1 1-6 0,2 1 3 0,2 0 0 16,0 1-2-16,0-1 2 0,1 1 3 0,0 0 1 0,1 0-1 15,-1 1 1-15,1-1 0 0,1 0 2 0,-1-1 6 0,0-1-10 0,0-1 3 16,-2-2-2-16,1 1-3 0,-1 0 11 0,-1 0-1 0,0 1 1 0,-1-1-2 16,0 1 0-16,0-1 1 0,-2-1-2 0,0 1 5 0,-1-1-2 15,0 0-1-15,0 0 0 0,-1 0-2 0,0 0 3 0,0-1-2 0,-1 0 1 16,1 0-2-16,-1-1 1 0,1 1 4 0,-2-1-3 0,1 0 1 15,0 1-2-15,0-1-2 0,0 0 1 0,0 1 2 0,1 1 2 0,-1-1-1 16,0 1-1-16,1 0 2 0,0 0-1 0,0 0-4 0,0 2 3 0,0-2-1 16,0 2-2-16,0 0 3 0,0 0-3 0,-1 1 3 0,-1-2-1 15,-1 1-5-15,1 0 2 0,-1-1-3 0,0 1-2 0,0-2 2 0,0 1-1 16,1 0 1-16,-1-1 0 0,0 1-1 0,0 0 3 0,1-1 3 16,-1 0 2-16,0 1-3 0,0-1 2 0,0-1-4 0,0 1 7 0,1-1 1 15,0 1-2-15,0 0-2 0,-1-1 5 0,1 1-4 0,0 0 0 0,0 0 2 16,0 0-3-16,-1-1-2 0,1 1 3 0,0 1 0 0,-1-1-1 15,1 1 2-15,0 0-1 0,0-1-2 0,1 1-1 0,-1-1 1 0,1 1-2 16,0-1 1-16,0 1 1 0,0 0-5 0,0 0 1 0,1-1-5 0,0 1-2 16,-1-1-4-16,1-1-1 0,-1 0 2 0,1-1 0 0,0 0-4 15,1-1-7-15,-1-2-12 0,1 0-20 0,-1-1-19 0,-1 0-34 0,1-1-33 16,-1 0-42-16,-1 1-63 0,-1 1-94 0,-1-1-121 0</inkml:trace>
  <inkml:trace contextRef="#ctx0" brushRef="#br0" timeOffset="19542.27">23528 9843 202 0,'15'-11'28'0,"0"0"23"0,2-2-26 0,-2 6-10 0,-3 4-6 15,1 1-6-15,0 2-3 0,0 2 0 0,0 0-1 0,0 4 1 0,1 1-1 16,-2 2-8-16,3 2-52 0,0 0-79 0</inkml:trace>
  <inkml:trace contextRef="#ctx0" brushRef="#br0" timeOffset="21900.97">24710 10640 7 0,'-4'-2'8'0,"0"-1"-3"0,-1 0 3 0,1 0 0 0,0 0 4 0,2 0 5 16,-1 0 7-16,1 0-4 0,0-1 0 0,0 0-4 0,1 0 1 0,0 0 4 15,0-1 3-15,1 2 2 0,1-2 0 0,0-1 0 0,0 1 4 16,2 0-1-16,0-1 0 0,0 1 1 0,1-1 3 0,1 0 3 0,-1 0 0 16,1 1-4-16,1-1-2 0,0 3-3 0,1-3-3 0,-2 1-1 0,3 0-3 15,-1 0-2-15,0 0-2 0,1 1-4 0,-1 0-2 0,-1 0-2 16,1 0-4-16,-1 1-1 0,-1 1 0 0,-1 0-1 0,0 0-1 0,0 1-2 16,0 1 0-16,-1-1 0 0,0 1 0 0,1 0 0 0,0 0 2 0,0 1-1 15,1-1 1-15,1 0 1 0,0 1-1 0,1-1-2 0,-1 1 1 16,2 0-1-16,1 0 1 0,0 0 2 0,0 0-4 0,-1 1 3 0,1 0-1 15,-1 0-1-15,2 1 2 0,0 0-2 0,1 0 0 0,0 1 0 16,1 0 1-16,-2 0-1 0,1 1-1 0,0 1 1 0,-2-1 2 0,0 1-3 16,0 0 2-16,-1 1-2 0,0 1-4 0,1 1 2 0,-2 1 1 0,1 0 1 15,-1 0 1-15,-1 1-1 0,0 1-3 0,-1 0 2 0,-1 1 3 16,-2 0 0-16,1 0 0 0,-1 2-5 0,1-1-1 0,0-1-1 0,-1 0 3 16,0 0-2-16,0 2 5 0,0 0 0 0,-1-1-1 0,-1 0 2 0,0 0-2 15,-1 0 2-15,0 1-1 0,-1-1 0 0,0 2 2 0,-1-1-2 16,-1 0 4-16,0-1-6 0,0-1 1 0,0 1 0 0,-1-1-2 0,-2-2 3 15,-1 1 0-15,-1-1 0 0,-2 0 1 0,0 0 1 0,-1-1-1 16,-2-1-1-16,-1 0 0 0,-1-2 1 0,-1-1 2 0,-1-1-2 0,-1 0 0 16,0-2-1-16,-2 0 3 0,0-1-1 0,-2-1 2 0,-1-1-2 0,0-1 1 15,0-1-1-15,2-1 1 0,1-1 0 0,4 0 0 0,0 0 1 16,2-1-1-16,2 0 4 0,1-1-1 0,0-1 1 0,0 1-2 0,1-2-3 16,0 1-1-16,2 0 3 0,-1-1 2 0,2 1-1 0,2 0 0 0,0 1-1 15,2 0-2-15,0 0 0 0,2 1 1 0,0-1-3 0,1 1 1 16,1 0-1-16,0 1 0 0,0 0-2 0,2 1-11 0,-1-1-22 0,1 1-22 15,1 0-38-15,0 1-56 0,0 0-127 0</inkml:trace>
  <inkml:trace contextRef="#ctx0" brushRef="#br0" timeOffset="22719.01">25369 10631 96 0,'4'-5'74'0,"0"0"-25"0,2-2-5 0,-1 1-13 0,0 1-8 16,-1 0-3-16,0 0-6 0,0 3-3 0,1-1-4 0,-1 1-1 0,0-1-1 15,0 1-4-15,-1 0 2 0,0 0 1 0,0 0-1 0,0 0 1 16,0 0-3-16,1 0 0 0,-1 0 1 0,1 0-1 0,0-1 0 0,1 1 1 15,0 0-3-15,1-1 2 0,0 0 0 0,1 0 3 0,0 1 5 0,1-1 8 16,0 0 6-16,0 1 0 0,1-1 6 0,0 0 1 0,1 2 0 16,1-2 2-16,0 1-4 0,0-1-5 0,-1 1 0 0,2 0-1 0,-1 0-1 15,0 1-2-15,-1 0-2 0,-1 1-3 0,-1 0-3 0,0 0-1 16,0 1-1-16,0-1 0 0,-1 1-3 0,-1 1-2 0,0 1-1 0,-1-1-3 16,0 2 1-16,-1-1-1 0,0 0-1 0,0 2 2 0,0 1-2 0,-1 1 0 15,0 1 0-15,-1 0 1 0,-1 2 1 0,1 0-3 0,-1 0 1 16,-1 2-1-16,0 0-2 0,-1 1 4 0,-1 0-2 0,0 1 1 0,-2 1 2 15,0-1-5-15,0 0 2 0,1-1 0 0,0 2 0 0,-1 1 4 0,-1 0-2 16,0 0 1-16,0 0 2 0,0 1-1 0,1 0-1 0,-1 0 2 16,1 1-3-16,0-1 3 0,0-2-1 0,0 0-2 0,-2 1 0 0,2-2-1 15,-2 0 3-15,1-1 0 0,-1-1-1 0,0 0 1 0,-2-2-2 16,0 0 1-16,0-3 0 0,-1-1 0 0,1-1 1 0,-1-2-1 0,-1-1 1 16,0-2-2-16,0-2 0 0,0-1 4 0,-1-4 0 0,-3-1 0 0,-1-3 1 15,-1-2-3-15,0 0 1 0,-2-2 0 0,-1 1 0 0,2-3 2 16,0 0-2-16,1 0 0 0,0 0 0 0,1-1-1 0,2-1-2 0,-1 2 2 15,1-1 0-15,1 0 1 0,1 1 0 0,0 2-1 0,0-2-4 0,0 2 6 16,0 1-1-16,0 0 4 0,2 2 0 0,0-1-5 0,0 1-2 16,2 2 3-16,1 2-1 0,1 1-2 0,1 1 1 0,2 2-5 0,0 1 0 15,0 1-7-15,0 1-21 0,1 2-26 0,0 1-21 0,0 2-20 0,2 2-20 16,0 3-43-16,1-1-102 0</inkml:trace>
  <inkml:trace contextRef="#ctx0" brushRef="#br0" timeOffset="23484.06">26204 10570 58 0,'4'-3'59'0,"2"1"-3"0,0-2 0 0,0 1-6 15,-2 1-1-15,1-1 3 0,1 0-13 0,-1 0-3 0,-1 1-7 0,0 0-4 16,-2 0-5-16,1 0-7 0,0 1-1 0,-1 0-5 0,0 0 2 0,0 0 1 16,0 0 0-16,-1 0 1 0,0 0 0 0,1 1 3 0,0-2 0 15,0 1 2-15,0 0 2 0,0-1 1 0,1 1-1 0,0 0 1 0,0-1-2 16,0 1 1-16,0 0-2 0,0-1-1 0,0 0-1 0,1 0 0 15,-1 0 1-15,1 0 0 0,-1-1 0 0,1 1-2 0,2-1 2 0,-1 0-2 16,1 0-1-16,0 1 3 0,1 0-7 0,-1-1 7 0,1 2 0 0,0-1 0 16,0 1 3-16,1 0-8 0,1 0-1 0,-1 1-1 0,0-1-4 15,1 1 4-15,-2 0-5 0,1 0-1 0,-3 1 1 0,1 0-3 0,0 0 1 16,-1 1-1-16,1 1-2 0,0 0 0 0,-1 1 4 0,1 1 0 16,1 0 1-16,-1 1 0 0,0 1-4 0,1 0-2 0,0 0 4 0,-1 1-2 15,2 1 1-15,-1 1-1 0,0 1-1 0,0 0 2 0,-1 0-1 0,0 1 0 16,1 1 1-16,-1 0-3 0,2 1 2 0,0 1 1 0,1 0-2 15,0 2 2-15,-2-2-6 0,-1 0-1 0,-1 0 3 0,1 0 2 0,-2 2 4 16,1-2-1-16,-1 1 2 0,-2 1-3 0,1 0 0 0,-2-2-1 16,-1 2 0-16,0-2 0 0,-2 0 1 0,-2-1 0 0,-1-1-2 0,0 1 4 15,-2 0-1-15,0-2-3 0,-2 1 2 0,-1-1-2 0,-2 0 0 0,0 1 3 16,-2-1 0-16,-1 0-1 0,-3-1 2 0,-1-3 2 0,-1-1-2 16,-2-2 0-16,-1-2 3 0,2 1-5 0,-1-2 2 0,1-1-6 0,1-1-1 15,-1-1 4-15,1-1-3 0,1-1 8 0,-1 0-1 0,1-2-1 0,1-1 4 16,-1-2-2-16,1-2 0 0,2 0 3 0,0 0-2 0,2-1 1 15,0 0 2-15,1 0-2 0,4 1 1 0,-1 0 1 0,3 1 0 0,2 0 3 16,1 1-4-16,2 0 1 0,1 0-2 0,0 1-3 0,1 0 1 0,1-1 1 16,0 2-3-16,1-2 0 0,0 0 0 0,1 1 0 0,2-1-3 15,-1 0-4-15,2 0-3 0,1 0-4 0,-2 3-2 0,3-1-11 0,-1 0-18 16,1 1-20-16,0-1-18 0,1 2-15 0,2 0-15 0,-1 0-13 16,2 0-34-16,1 1-84 0</inkml:trace>
  <inkml:trace contextRef="#ctx0" brushRef="#br0" timeOffset="24251.58">27757 10404 27 0,'2'-10'47'0,"0"0"34"0,0-1-17 0,-1 3-18 0,-1 2-12 16,1 2-11-16,0 1-8 0,-1 1-4 0,1 1-2 0,0-1-4 0,0 1 0 16,-1 1-3-16,0 0 2 0,1 1-1 0,-1 0-2 0,2-1-1 15,0 1 0-15,1 0-1 0,0 1-1 0,1 1 2 0,1 1 0 0,1-1 2 16,-1 1-1-16,1-1 2 0,0 0 0 0,1 1 2 0,1 0 2 0,0 0 1 16,-1 1 8-16,2-1 0 0,1 1 8 0,1 0 3 0,1 1-1 15,2-2-1-15,-1 3-3 0,2-1-2 0,3 0 1 0,0 0 1 0,2 0 2 16,1 0 2-16,-2 0-4 0,1 0 0 0,1 1-1 0,0 1-3 15,1 0 2-15,0 1 0 0,0 0-1 0,0-1 0 0,0 0 1 0,-3 2-5 16,1-2-1-16,-1 1-2 0,-2 1 2 0,0 0 1 0,-1 1 2 0,0 0-1 16,-3 0-3-16,1 1 4 0,-2 1-3 0,-1-1 4 0,0 1-1 15,-3 0-5-15,-1 2 4 0,-1 1-5 0,-1-1-3 0,-3-1 0 0,-1 3-2 16,-1-1 0-16,-3 3 3 0,0-1-2 0,-3 0 1 0,-1 1 1 16,-1-2-3-16,-2 2-2 0,-1 0 3 0,-1-2-2 0,-1 0 3 0,0-2 0 15,-3-1-4-15,1 0 3 0,0-1-4 0,0 1 2 0,0-2 2 0,0 0-3 16,0-2 3-16,1 2-1 0,-1-1-2 0,0-2 1 0,0-1-3 15,1-1-3-15,-1-2 2 0,1 0 3 0,2-2 2 0,-1-1 2 0,3 0 2 16,-3-2-4-16,0 0 2 0,0-2 0 0,0 0 1 0,2-1 0 0,-1-2 2 16,0-1 1-16,-1-1 1 0,2-1-3 0,0-1 2 0,-1-2-1 15,1-1-3-15,0 1 2 0,0-1-3 0,-1 0-5 0,2-1 3 0,-2 1-4 16,0 0 0-16,0-1 1 0,-1 1-3 0,1-1 1 0,-3 1-3 16,0-1-2-16,-2-1 0 0,-1 2-12 0,-1-1-34 0,-2 3-41 0,-2-2-59 15,-2 0-68-15,-3 0-133 0,-3-1-51 0</inkml:trace>
  <inkml:trace contextRef="#ctx0" brushRef="#br0" timeOffset="47185.24">19393 9542 25 0,'-1'-3'16'0,"1"-2"-8"0,0 0-1 0,0-1 0 0,1 2 1 0,-1-1 2 16,1 1 2-16,-1 0 4 0,0 0 0 0,1 1 0 0,-2-1 0 15,1 2 0-15,-1-1-3 0,0 0 0 0,0 0-1 0,0 0-2 0,1 0-2 16,-1 0-1-16,0 0-1 0,-1 1-2 0,1-1 1 0,-1 1-1 0,0 0-1 16,0-1 1-16,0 1 0 0,0 0-1 0,0-1 4 0,1 2 1 15,-1-1 5-15,0 0 6 0,1 0 3 0,0 0 4 0,0 0 3 0,1-1 2 16,-1 0 2-16,1 0 4 0,0 0 1 0,0-1-2 0,0 1-3 16,1 0-4-16,-1 0-4 0,1 0-5 0,-1 1-2 0,0 0-2 0,1 0-6 15,-1 1 1-15,1-1-1 0,-1 1-3 0,1 0 0 0,0 0 0 0,0 0-1 16,0 0-2-16,2 0-2 0,-1 0 0 0,2 0 0 0,0 1-1 15,1-1-1-15,0 0 3 0,1 0-1 0,1 0 2 0,0 1-1 0,1-1-1 16,0 0 2-16,1 1 0 0,1 1-1 0,-1-2 3 0,1 2 0 0,0-2 1 16,-1 2 2-16,1-1-2 0,1 1 4 0,0 0-2 0,-1-1 0 15,1 1 0-15,-2 0 0 0,1 0-1 0,0 0-1 0,-1 0-3 0,1 1 0 16,0-1 0-16,-2 2-1 0,1-1 2 0,-1 1-4 0,-1 1 3 0,0 0-1 16,0 1-2-16,-1 1 1 0,0-1 0 0,0 1-2 0,-1 0 2 15,-1 1-1-15,1 1 3 0,-1 1 2 0,0 2 2 0,-1 1 1 0,0-1-3 16,0 0 2-16,0 2-4 0,1-1 4 0,-1 1-5 0,1 0 1 15,0 1-1-15,0 0 0 0,0 0 0 0,-1-2-2 0,-1 1 3 0,1-2-1 16,-2 0 0-16,1-1 1 0,-1-1-1 0,0-1 1 0,-1 1 2 16,-1-1 2-16,-1 0 1 0,-1-2-3 0,-1 1 1 0,-1 0 1 0,-2-2 1 15,-1 0 1-15,0-1-4 0,-2-1-2 0,0 0 0 0,-1-1 0 0,-2-1 1 16,-1 0-2-16,-2-1 1 0,1-1-2 0,0-2 2 0,-1-1 1 16,2 0 3-16,0-2-2 0,2-1 1 0,-1 0 1 0,1-1 1 0,0-1-1 15,1 0 1-15,2 0 0 0,1 2 3 0,0-2-1 0,0 0 1 0,2 1-2 16,-1 0-2-16,1 1 0 0,2 1-4 0,0 0-2 0,1 0-1 15,0 2 1-15,1-1-2 0,-1 2-2 0,2 0 1 0,-1 0-4 0,0 1-10 16,0 0-20-16,0 1-56 0,1 0-60 0,-1 0-38 0,-1 1-29 0,0 1-10 16,-2-2-58-16</inkml:trace>
  <inkml:trace contextRef="#ctx0" brushRef="#br0" timeOffset="49339.03">7355 7320 601 0,'-6'-11'88'0,"2"-1"-67"0,0 1-1 0,4 6 1 0,3 6-2 16,1 3 0-16,0 4 1 0,1 2 4 0,2 3-2 0,-1 5-1 0,0 4 1 15,-1 2-5-15,-1 5-3 0,-2 4-2 0,-1 4-2 0,-3 2 2 16,0 1-4-16,-3 3 6 0,-1 1 1 0,-3 0 2 0,0 3 7 0,-1 0 1 16,-1 2 2-16,-2 0 0 0,1 1 2 0,-1 1 3 0,2 2 2 0,0 1 3 15,-2 3-7-15,1 2 3 0,-1 2-1 0,2 0-4 0,-2 2 1 16,2 2-6-16,0 0-4 0,1 2 0 0,3 2-1 0,0 1-2 0,3 1 1 16,2 4-4-16,1-1 5 0,4 3-6 0,1 2-2 0,2 1-3 15,3 0-2-15,2 2-4 0,1 1 3 0,4 3 0 0,-1 4-2 0,2 0 6 16,2 1-11-16,0-1 3 0,4 2-5 0,0-2 0 0,1 2 5 0,3-1 0 15,-1 0-1-15,5 0-1 0,0 0 0 0,3 1 1 0,2-1 0 16,2 0 2-16,1-1-1 0,3 0 1 0,5 2-1 0,2-1 0 0,3 3-7 16,3-3 6-16,2 3-2 0,3-2 2 0,3 3 5 0,2-2-8 0,2 2-3 15,2-2-8-15,4 1 9 0,2-1 0 0,3 2 7 0,3 2 6 16,2 1-9-16,4 2-3 0,0-2-3 0,2-1 1 0,2-4 3 0,2 1 4 16,4-1-2-16,3 0-3 0,1-1-6 0,4-3 14 0,3 0 9 15,3-4 12-15,2-1 3 0,1-2 1 0,1-4 2 0,4-3-1 0,3-4 9 16,3-4 0-16,2-3-2 0,2-4 5 0,4-5 6 0,5-3-1 0,3-2 2 15,7 0 2-15,5-2 6 0,5-2 1 0,2-3-3 0,3-1-15 16,1-6-9-16,-1 0-4 0,2-3-2 0,4-3-3 0,1-3 14 0,4-1-3 16,1-3 9-16,2-1 11 0,-3-3-8 0,-1-3-14 0,-1-1-7 0,-1-2-7 15,0-2-1-15,2-2 15 0,5-3 5 0,2-1-2 16,2-2-3-16,0-3-3 0,-2-2-11 0,-1-4 0 0,-2-1 1 0,0-4-5 0,-2-3-1 16,1-2 6-16,-2-1-4 0,-1-5 7 0,0-2 9 0,4-5 18 15,1-5 8-15,-2-2-2 0,-7-4-10 0,-10-2-24 0,-8 0-8 0,-3-2-6 16,-2-3-1-16,-3 1-4 0,-4-2 0 0,-2 1 0 0,-4-1-2 0,-2-1 7 15,-4 1-12-15,-7 1 5 0,-9 1-5 0,-9 3-7 0,-10 4 4 16,-8 3-14-16,-4 2-16 0,-7 5-8 0,-4 1-17 0,-7 2-14 0,-6 2-15 16,-5-2-21-16,-5 2-16 0,-3 0-16 0,-4 1-14 0,-2 2-9 0,-1 0-4 15,-4 0 1-15,-1 0-6 0,-4-1-15 0,1 1-16 0,-4-2-12 16,0 1 8-16,-2 0 15 0,-2-1 16 0,0-1-63 0</inkml:trace>
  <inkml:trace contextRef="#ctx0" brushRef="#br0" timeOffset="49572.55">19511 13138 1018 0,'-4'-2'276'16,"0"2"-84"-16,1-1-103 0,4 0-77 0,2 0-30 0,5 0-13 0,6 0 11 15,6 0 17-15,8-1 10 0,5 0 18 0,8 0 7 0,3 0 14 16,5-1 9-16,4 2 5 0,4 0 2 0,3 2 4 0,5 1 6 0,3 3 6 16,3 2-1-16,0 1-8 0,1 2-12 0,-1-1-14 0,-3 2-7 0,1 1-3 15,2 1-6-15,0 1 2 0,2 2 0 0,0 2-7 0,-2-2-4 16,-3 2-10-16,-3-4 6 0,-4 3 1 0,-3-1 6 0,-4 0 4 0,-5-2-5 15,-4 0 1-15,-4 0 8 0,-1-1 3 0,-4 0 5 0,-3 1-1 16,-3 2-4-16,-6 0 1 0,-4-1-6 0,-4 2-4 0,-4 3-7 0,-5 2-14 16,-4 7-12-16,-6 3-18 0,-6 7-28 0,-8 4-32 0,-9 6-55 0,-14 8-75 15,-14 10-181-15,-18 11-205 0,-24 15-329 0</inkml:trace>
  <inkml:trace contextRef="#ctx0" brushRef="#br0" timeOffset="58236.49">23729 7413 576 0,'-24'-9'31'0,"2"-1"-13"0,-5-1-3 0,6 4 1 0,6 0-4 0,1 2-3 16,0 0-5-16,0 1-6 0,3 0-8 0,-2 1-3 0,0 0-9 16,0 1-2-16,0-1 0 0,-1 1 5 0,-1 0 8 0,-1-1 5 0,0 0 6 15,0-1 3-15,-1-1-1 0,-2 1 2 0,0-3 1 0,-2 1 3 0,-1-1-1 16,1 1 2-16,-2 0 2 0,0 1-3 0,1 1 0 0,-2 1-1 15,0 1 0-15,-2 1 1 0,-2 1 2 0,0 2-1 0,-2 0 3 0,-1 1 5 16,-1 1 4-16,1 1 5 0,-3 1 3 0,3 0 3 0,-3 2 7 16,1 1 3-16,0 0 6 0,2 0 3 0,4 1-2 0,-1 0-4 0,3 1-7 15,2 3-9-15,0 0-6 0,4 3-7 0,0-1-5 0,2 4-4 16,1 3-1-16,2 1-2 0,0 4 1 0,0 1 0 0,1 1-10 0,1 0 0 16,1 2-2-16,-1-1 2 0,2 2 7 0,1 0 0 0,1 0-5 0,1-1 1 15,0 1-1-15,3-2-1 0,-1 4 4 0,0-3-1 0,2 1-1 0,-1-1 1 16,2-2 1-16,0 0 3 0,2 0-2 0,-1-3 1 0,2 2 0 15,0-3-3-15,1 0 4 0,2-2-3 0,2-1 3 0,2 1 5 0,0-3 6 16,3 3 11-16,2-2 6 0,2 1 4 0,3-1 2 0,1-2-1 16,3 0-2-16,3-1-4 0,3-1-3 0,2 0-2 0,3 0-6 0,0-1-3 15,3-1-1-15,1 2-5 0,1-1-1 0,0 1-6 0,0-2-2 0,1 0 3 16,-3 0-5-16,1-1 2 0,-1 1 0 0,-1-2 0 0,2-1 4 16,-3-1-6-16,3-2 2 0,-3 0-3 0,-1-1 2 0,3-2 6 0,-2-1-1 15,1-2 5-15,-1-1 1 0,1-2 2 0,1-1 7 0,0-1 1 0,3-2 1 16,-2-2 0-16,0-1-3 0,1-2-4 0,-1 0-1 0,1-1 1 15,0 0-1-15,-2-2 1 0,2-2 3 0,-3-2 0 0,2-1-1 0,-2-2 3 16,-1-2 0-16,0-2 0 0,-3 0-3 0,1-3 0 0,-2 2-2 16,0-1 3-16,-1 1 0 0,-4 0 2 0,-1-2-1 0,-3 0-3 0,0-1 5 15,0-1-5-15,-2 2 0 0,0 0 5 0,0 0-1 0,-3-2-1 0,0 1 3 16,0-2-4-16,1 0-1 0,-3 1-2 0,0 0 1 0,-2 1 1 16,-1 0 1-16,-2 2 4 0,0-3 1 0,-2 0 1 0,0 0-1 0,-2-2 1 15,-2 1-2-15,0-1 1 0,-3 2-5 0,-1-1 1 0,-2 0-3 0,-2-2-9 16,-2 0 4-16,-2-1-14 0,-2 2 6 0,-3-2 2 0,-3 2-2 15,-2-1 5-15,-5 0-11 0,-2 0-3 0,-3 2-5 0,-4-1 0 0,-2 1 1 16,-3 3 1-16,-4-1-3 0,-3 3-2 0,-4 0-2 0,-5 2 1 0,-1 4-1 16,-5 2-2-16,-4 4 4 0,-1 2 0 0,-4 4 1 0,-1 4-2 15,-3 2-8-15,0 5-2 0,-1 3-5 0,0 3-1 0,1 4-5 0,1 2-16 16,1 4-25-16,2 3-49 0,1 0-62 0,-1 5-83 0,1 3-72 0,1 5-51 16,-1 7-173-16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58:03.6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19911 9857 150 0,'4'-6'70'16,"3"1"-10"-16,1-2-32 0,2 3-7 0,0 1-6 0,2 0-1 0,-1 0-3 15,1 1-4-15,1-1 1 0,0 1-4 0,0 1-1 0,-1 0-1 16,2 0 0-16,-1 1 0 0,1-1 1 0,0 0-1 0,0 1 1 0,1-1-1 16,1-1 1-16,0 0 0 0,-1 0 0 0,3-1 2 0,-1 0-1 15,0 0 2-15,1-2 4 0,-1 0 0 0,0-2 2 0,-3-1 1 0,1-1 2 16,0-2 1-16,0-2-1 0,-1 1 3 0,1-2 3 0,0 0 0 15,0-1 5-15,-2 0 2 0,2-2 0 0,-2 0 4 0,-1-1 2 0,-1 1 1 16,-2-3 4-16,-1-1-2 0,-1 2 1 0,-1-3-3 0,-1 3-3 0,-1 0-1 16,-2 0 2-16,-1 1 0 0,-2 0-4 0,0 0 0 0,-1-1-10 15,-2 2-1-15,-1-1-3 0,-2 1-6 0,0 1 0 0,-1 1-5 0,-2 0 1 16,0 1 0-16,-1 0-5 0,-2 2 0 0,0 1 0 0,1 1-1 0,-2 0 2 16,1 0-1-16,0 1 1 0,0 0-1 0,0 1 0 0,0-1 0 15,0 1-2-15,0 0 2 0,2 0 0 0,-1 0 1 0,0 1-1 0,-1 1 1 16,0 0 0-16,2 2-2 0,-1-1 1 0,0 1 0 0,2 1 0 0,0 0 0 15,0 1 1-15,3 0-3 0,-1 2 4 0,2-1 0 0,0 2-3 16,1 0 3-16,0 1-2 0,-1 0-1 0,1 2 1 0,-1 0-1 0,1 1 0 16,-1 0 0-16,2 0 1 0,-1 0-1 0,0 2-4 0,0-1 3 15,0 2-2-15,0 0 2 0,1 1 1 0,-1 0-1 0,1 0 2 0,0 2-3 16,1 1 1-16,0-1 0 0,-1 1 1 0,1 0 2 0,1 0-2 16,1 1-1-16,-1 1 0 0,0 0-1 0,1-2 4 0,0 2-3 0,1-1 1 15,-1 1-2-15,1 0 1 0,0-1 0 0,0 1 1 0,1 0-5 0,-1-1-1 16,0-1 1-16,-1 0 2 0,1 3 4 0,-1-1-3 0,-1 1 5 15,0-1-3-15,0 0 1 0,-1 1 4 0,0 0-4 0,-1-1 0 0,-1 1 0 16,1 1 1-16,-1-2-2 0,0-1 1 0,1 1 0 0,-1 0-4 0,0 0 5 16,1 0-2-16,-1-2 2 0,0 0 3 0,0 1-4 0,1 0 1 15,-1-1-1-15,1-1-1 0,0 1 0 0,1-2-2 0,0-1 4 0,1 0-2 16,-1-1 2-16,2-2 0 0,-1 2-2 0,2-1 1 0,0 1-2 0,1-1-2 16,1 1-4-16,0-1-9 0,1 1-24 0,1-1-58 0,0 2-72 15,1 0-38-15,-1 0-6 0,2 1-89 0</inkml:trace>
  <inkml:trace contextRef="#ctx0" brushRef="#br0" timeOffset="7448.03">6254 7615 10 0,'1'-2'10'0,"1"-1"-2"0,0 1 1 0,0 0 1 16,0 1-1-16,-2-1-3 0,2 1-3 0,-1 1-1 0,1 0-1 0,0 0-1 15,-2 0 0-15,1 0 0 0,-1 0 0 0,1 0 1 0,0 0-1 0,0 1 0 16,0-1-1-16,-1 1 2 0,1 0-1 0,0 0-1 0,1 0 1 16,-2-1-1-16,1 1 1 0,0-1 0 0,0 0 2 0,1 0-1 0,1 1 2 15,-1-2 3-15,0 1-1 0,2 0 1 0,1-1 1 0,1 1-1 0,-1 1 1 16,1-1 1-16,1 0 3 0,2 0-2 0,2 0 1 0,1 0 0 15,3 1-3-15,-2 1-3 0,2 0-1 0,1 1-1 0,0 1-2 0,1 2 0 16,2 0 0-16,1 2-3 0,1 0 1 0,3 1-2 0,0 1-4 16,-1 2-20-16,1 0-87 0</inkml:trace>
  <inkml:trace contextRef="#ctx0" brushRef="#br0" timeOffset="107435.14">16927 8644 225 0,'-1'0'94'0,"0"0"-29"15,-1 0-2-15,2 0 3 0,-1 0 5 0,0 0-5 0,0 0 1 0,1 0 1 16,-1-1 1-16,1 0 4 0,0 1-5 0,1-1 0 0,-1 0-3 0,0 1 5 16,1-1 2-16,0-1 2 0,0 1 1 0,0 0 0 0,0 0 1 15,-1 0 2-15,1 1-3 0,-1-1 0 0,1 1-2 0,-1-1-7 0,1 1 1 16,-1 0-4-16,0 0-2 0,0 1-2 0,-1-1-3 0,1 1-8 0,-1 0-8 15,0 1-3-15,0 0-10 0,0-1 4 0,0 1-4 0,-1-1 0 16,1 0-5-16,-1 1-2 0,0-1-1 0,0 0-6 0,1 0 2 0,0 0-2 16,0-1-2-16,0 0 0 0,-1 1 1 0,0-1-4 0,1 0 3 0,0 0-2 15,0 0 4-15,-1 0 5 0,1 0-2 0,1 0 2 0,-1 0 2 16,0 0-2-16,1-1 5 0,-1 1 1 0,0 0-1 0,0 0 4 0,1 1-2 16,0-1 0-16,0-1 4 0,-1 1-2 0,1 0 2 0,-1-1-2 15,1 1-3-15,0 0-3 0,-1-1-4 0,1 0-1 0,1 0-2 0,-2 0 0 16,2 0-2-16,0 0 2 0,0 0-2 0,0 0 1 0,0 0-1 0,0-1 0 15,0 0 2-15,1 0 1 0,-1-1-1 0,2 0-2 0,-1 0 6 16,1-1-6-16,-1 1 3 0,1-1 1 0,0-1-7 0,1 1 5 0,-2-1-3 16,2 1 0-16,-1 0 2 0,1 0-6 0,0 1 4 0,-1 0-2 15,0 1-2-15,1-1 8 0,-1 0-10 0,1 1 1 0,-1 0 3 0,1-1-11 16,1 0 9-16,0 0 1 0,1 0 1 0,-1 1 4 0,0-1-2 0,0 1 2 16,1 0-2-16,-1-1-2 0,1 1 6 0,-2 0-4 0,0 0 0 15,0 1-1-15,0-1-3 0,1 0 2 0,-1 1 1 0,-1 0 5 0,0-1-8 16,-1 1 3-16,0 1-3 0,0-1 4 0,0 0-3 0,0 1-1 0,0 0-1 15,0 0-2-15,0 0 5 0,0 0-5 0,0 1-2 0,0-1 4 16,0 0-6-16,0 1 0 0,0 0 2 0,1 0 1 0,0-1-3 0,0 1 2 16,0 0 2-16,0-1-2 0,0 1 0 0,0 0 0 0,-1 0-2 15,1 0 2-15,1-1 0 0,0 1-1 0,-1 0 1 0,0 0 0 0,-1 1-4 16,0-1 2-16,0 1 2 0,0-1-4 0,0 1-1 0,-1 1 4 0,1-1-2 16,-1 1-3-16,1 0 2 0,-1 1 0 0,1-1 2 0,-1 1 0 15,0 0 2-15,-1 1-8 0,1-2 6 0,1 3 2 0,-1 0-2 0,0 1 2 16,-1 0-2-16,0 0-2 0,1-1 2 0,-1 1 2 0,1-1-4 0,0 0 4 15,0-1 0-15,-1 0-2 0,0 0 0 0,0 0 0 0,1 0 2 16,-1 0-8-16,0-1 4 0,0 0 2 0,0 0 0 0,0-1 2 0,1 1 0 16,-1-1-2-16,1 0-2 0,-1 0 6 0,1 0-4 0,-1-1 0 15,0 1 2-15,1 0-6 0,-1 1 2 0,0-2 4 0,1 1-4 0,-1 1 0 16,1-1 0-16,-1 0 4 0,0 1-2 0,1-1 0 0,-1 1-2 0,0-1 0 16,1 0 0-16,-1 1 4 0,1-1 2 0,-1 1 0 0,0-1-4 15,0 0 0-15,0 0-2 0,0 0-2 0,-1 0 4 0,1 0 0 0,0-1 2 16,-1 1-2-16,2-1 2 0,-2 1-2 0,1-1-2 0,0 1 0 0,-1-1 4 15,0 0-2-15,-1 1-2 0,1-1 4 0,0 1 0 0,-1 0-4 16,0 0 2-16,0 0 0 0,-1 1 2 0,1-1 2 0,0 0-8 0,-1 0 4 16,1 0 0-16,0-1 0 0,0 1 2 0,-1-1 0 0,1 1-2 15,0-1 0-15,0 0 0 0,0 0 2 0,0 1-2 0,1-1 2 0,-1 0-2 16,-1 1 0-16,0 0 2 0,1-1-1 0,0 0 1 0,-1 0 0 0,1 0-4 16,-1 0-1-16,0 0 3 0,1-1 0 0,-1 0 0 0,1 0 0 15,-1-1 1-15,0 0-1 0,0 0 4 0,-1-1-6 0,1 1 0 0,0-1 2 16,-1 0 2-16,1 0 4 0,-1 0-6 0,1-1 2 0,-1 1 0 0,-1-1-2 15,-1 1 0-15,1 0 0 0,0-1 2 0,-1 1-2 0,1-1-2 16,-2 0 2-16,1 1 0 0,0-1 2 0,1 0 4 0,0 1-6 0,0 0 1 16,0 0 7-16,0 0-6 0,2-1 0 0,0 1-8 0,0-1-1 15,1 0 8-15,-1 0 1 0,1 1 2 0,0-1 4 0,0 1-4 0,0 0-4 16,0 0 2-16,1 0-2 0,-1 0-2 0,0 0 2 0,0 0 2 0,0 1-4 16,0-1 2-16,1-1 2 0,0 0-1 0,0 0-1 0,1-1 0 15,-1-1 0-15,1 0 4 0,0 0-6 0,0-1 2 0,1-1-2 0,0 0 1 16,0 0 2-16,0 0 3 0,0 1-2 0,0-1-2 0,1 1 2 0,1-1 0 15,-2 0-2-15,1 1 2 0,0 0 4 0,0 1-6 0,0 1 2 16,-1-1-1-16,1 1-6 0,0 1 5 0,0-1 2 0,-1 1-4 0,1 0 6 16,-1 0-4-16,0 1 0 0,0 0 1 0,0-1 1 0,0 1 0 0,0 0-2 15,0 0-2-15,0 1-3 0,-1-1 5 0,0 1 3 0,1 0-1 16,-1 0 4-16,0 0-4 0,0 0-2 0,0-1 4 0,0 1-4 0,0 0 0 16,-1 0 4-16,1-1-8 0,0 1 4 0,0 1 4 0,1-1-4 15,-1 0 2-15,0 1-8 0,0-1 0 0,0 1-2 0,0 0-1 0,0 1-8 16,0-1-10-16,0 1-20 0,1 1-17 0,0-1-19 0,-1 1-30 0,1-1-21 15,0 1-44-15,0-1-56 0,1 1-71 0,-1 0-131 0,1-1-126 16,0 1-33-16,0-2-140 0</inkml:trace>
  <inkml:trace contextRef="#ctx0" brushRef="#br0" timeOffset="108684.03">17119 9028 134 0,'1'-1'136'0,"0"0"-31"0,1-1-10 16,-1 0 5-16,1 0 2 0,1 0 4 0,0 0 4 0,0 0-2 0,0 0 3 16,0 0 1-16,0 0-6 0,0 0-4 0,-1 1-8 0,1 0-6 0,0 0-6 15,0-1-4-15,-1 1-6 0,1 1-7 0,-1-1-2 0,-1 0-7 16,0 0-2-16,1 0-11 0,0 0-7 0,-1 0 0 0,-1 0-5 0,0 1 0 15,-1-1-5-15,1 1-7 0,-1 0 1 0,0 0-4 0,-1 1-2 0,1 0-4 16,-1 0-2-16,0 1-2 0,1 0 2 0,-1 0-1 0,-1 0-1 16,2 0 1-16,-2 0 0 0,2 2-4 0,-1-1 4 0,0 0 0 0,2-1-5 15,-1 1 7-15,1-1-1 0,-1 1 4 0,1-2-1 0,-1 1-5 0,1-1 2 16,0-1-5-16,0 1 6 0,1-1 4 0,-1 0 4 0,1-1 2 16,-1 0 0-16,1-1 5 0,0 0 3 0,0 0-3 0,-1-1 5 0,1 1-5 15,1-1 2-15,-1 0-1 0,1 0-4 0,-1 0 2 0,0 0-8 0,1 0 1 16,0 0-1-16,1-1 0 0,-1 0 4 0,0 1-4 0,1-1-5 15,0 1 3-15,-1 0-1 0,1 1 0 0,-2 1 3 0,0 0-1 0,0 1-1 16,1 0 1-16,-1 0 2 0,0 0-4 0,0 1 0 0,0 0 0 16,-1 0-4-16,0 1 3 0,0-1-1 0,0 0 0 0,0 0 1 0,-1 0-1 15,1 0-3-15,0 0-7 0,0 0 9 0,0-1-4 0,-2 1 0 16,1-1 4-16,-1 1-7 0,1 0-2 0,-1-1 3 0,0 1-1 0,0 0-4 16,0-1 4-16,-1 2-2 0,0-1 2 0,1 1 1 0,-1 0 3 0,0 0-8 15,0 0 0-15,1 0-3 0,-2 1 1 0,1-1 6 0,0 1 0 16,0 1-2-16,1 0 2 0,0-1-4 0,-1 1 4 0,0 0-1 0,0-1 1 15,1 0 0-15,0 0 0 0,1 0-4 0,0-1 4 0,1-1-2 0,-1 0 0 16,0-1 3-16,1 0-5 0,-1 0 4 0,2 0-2 0,0-1 2 16,0-1-2-16,1 0-5 0,-1 0 8 0,1 0 1 0,0 0-4 0,0 0 5 15,1 0-2-15,0-1 6 0,0 0 7 0,1 0 0 0,-1 0 2 16,1-1-1-16,1 1 1 0,0-1 0 0,1 1 0 0,-1-2-4 0,0 1 1 16,1-1-1-16,-1 0-3 0,1-1 2 0,-1 1-2 0,0 0-2 15,0 0-2-15,1 0 0 0,-1 0 2 0,1 0-3 0,-2 1 5 0,1 2 0 16,-1-2-6-16,1 1-1 0,-1 1-8 0,-1-1-3 0,1 1 0 0,-2 0 5 15,1 1 7-15,-1 1 1 0,0-1-1 0,-1 1-1 0,0 1 1 0,0-1 3 16,-1 1-3-16,0 0 3 0,-1 0 5 0,1 0-2 0,-1 0-2 16,1 0 4-16,-1 0-11 0,0 0 5 0,0 0 2 0,1 1-7 0,-1-1 0 15,0 0-6-15,0 0 1 0,0-1 3 0,0 0 3 0,0 0 3 0,0 1-10 16,1-1 10-16,-1 0-10 0,0 0-2 0,0 0 3 0,0 0 1 16,0 1-2-16,-1-1-9 0,1 1-5 0,-1 0-15 0,0-1-20 0,0 1-9 15,0 0-21-15,-1 0-14 0,0 1-16 0,1-1-32 0,-1 1-31 16,1-1-40-16,-1 1-42 0,1-1-52 0,-1 1-52 0,0 0-16 0,0-1 18 15,0 1 48-15,0 0-116 0</inkml:trace>
  <inkml:trace contextRef="#ctx0" brushRef="#br0" timeOffset="109383.77">17164 8960 322 0,'-3'-1'166'0,"1"0"-3"0,-1 0 18 0,0 0 20 0,1 0 1 0,1-1-26 0,-1 1-19 16,0-2-17-16,1 1-8 0,0 0-13 0,-1 2-8 0,1-1-17 15,0-1-11-15,0 1-2 0,0-1-11 0,0 1 3 0,0 0-3 0,0 0-5 16,1 0-2-16,0 1-5 0,0-1-2 0,-1 1-3 0,1-1 2 16,0 1-8-16,-1 0-6 0,1 0 2 0,0 0-16 0,0-1 6 0,0 1 11 15,1 0-9-15,-1 0-3 0,1-1-1 0,-1 0-4 0,1 0-2 0,1 0 6 16,-1 0-1-16,1 0-4 0,0 0-1 0,1-1 4 0,0 0-11 16,0 0 3-16,0 0-10 0,1 0 2 0,1-1-2 0,-1 1-2 0,1 1 19 15,-1-1-21-15,1 1 17 0,-1 0-3 0,1 0-19 0,-1-1 20 0,1 1-22 16,-1-1 4-16,1 1 0 0,0 0-2 0,-1-1-1 0,1 1 5 15,0 0-2-15,-2 1-2 0,2-1 3 0,0 0-3 0,0 1-2 0,-1 0 8 16,0 0-4-16,1-1 1 0,-1 1 3 0,0 0-4 0,0 0-1 16,0 0 1-16,0 0 0 0,-1 0 0 0,1-1 1 0,-1 1-1 0,0 0 2 15,0 0-4-15,0 0 0 0,1 1-2 0,-1-1 2 0,-1 1 3 0,1 0-3 16,-1 1 0-16,0-1 0 0,1 0 0 0,-1 1-4 0,0 0 4 16,0 0-4-16,1 1-13 0,-1-2 5 0,0 1-7 0,0 0 2 0,0 1 13 15,-1 0 0-15,0 1 6 0,0 0 6 0,0 1 1 0,0 0-4 16,0 0 5-16,0 1-8 0,-1 0-1 0,0 1-1 0,-1 0-2 0,0 0 2 15,0 1-2-15,-1 0 0 0,1-1 0 0,-1 0 0 0,0-1 2 0,-1 1 6 16,0-1-2-16,0 0 1 0,0 0 1 0,1 0-10 0,-1-1-6 16,0 0 8-16,-1-1-2 0,1 0 2 0,0 0 4 0,-1 0-10 0,0-2 6 15,0 1 6-15,2-1-4 0,-2 1-2 0,0-1 2 0,-1 1-6 0,1-1 6 16,-1 0 0-16,1 0-2 0,-1-1 0 0,0 1-2 0,0 0 2 16,1-1 0-16,-1 0 2 0,1 0 0 0,0 0-2 0,1 0 0 0,-1-1 2 15,0 0 0-15,-1 0 0 0,1 0 0 0,-2 0-2 0,1-1 0 16,0 1 1-16,-1-1-1 0,1 0-3 0,-1 0 5 0,-1 1-2 0,2-1 0 15,-1 1 7-15,1-1-7 0,0 0 4 0,0 0-2 0,0 0-2 0,1 0 2 16,0 0-4-16,1 1 4 0,0-1-8 0,0 0 4 0,0 0 2 16,1 0 0-16,-1 0 6 0,1 0-6 0,0 0 4 0,0 0-8 0,1 0 8 15,0-1-4-15,0 1 0 0,-1-1 2 0,1 0-2 0,0 0 2 0,0 0-2 16,1-1 5-16,1 1 3 0,-1-1-2 0,2 0 3 0,-1 0 1 16,1-1 7-16,-1 1 3 0,-1 0-7 0,2-1-3 0,0 1-4 0,1-1 2 15,-1 0 1-15,1 1-3 0,0-1 2 0,0 1 2 0,0 0 1 0,0 0 1 16,-1 0-4-16,1 2-4 0,0-1 2 0,0-1 4 0,-1 1-6 15,0 0 3-15,-1 0 3 0,0 1-8 0,0 0 4 0,0 0 2 0,0 0-8 16,-1 0 4-16,0 1-2 0,0 0-10 0,0 1 10 0,0-2-6 16,0 1 0-16,1 0 2 0,-1 0 0 0,-1 1 2 0,1-1 0 0,0 0-4 15,0 0-9-15,1 0-11 0,-1-1-9 0,1 1-26 0,-1 0-14 0,0-1-26 16,0 1-29-16,0-2-43 0,0 1-65 0,0-1-81 0,0-2-149 16,0 0-171-16,1 0-56 0,0-2-102 0</inkml:trace>
  <inkml:trace contextRef="#ctx0" brushRef="#br0" timeOffset="110149.95">17240 8804 89 0,'1'-7'55'0,"1"0"0"0,0-2 8 15,0 1 1-15,0 2-5 0,0 1-5 0,0-1-4 0,-1 1-2 0,0 0 0 16,0 0 4-16,1 1 4 0,-1 1 8 0,-1 0 11 0,1 0 10 15,-1 1 10-15,0 0 0 0,0 1 2 0,0 0-1 0,-1 0-5 0,0 0 0 16,0 0-8-16,0 1-7 0,0 0-4 0,0 0-12 0,0 1-8 0,1 0-8 16,-1 1-2-16,0 1-5 0,-1 0-2 0,1 1-8 0,-1 0-2 15,1 2-11-15,0 0-1 0,-1 0-5 0,1 1-5 0,-1 0 6 0,0 1-2 16,0 0-3-16,-1 0-1 0,1 0-2 0,0-2-2 0,2 0 0 0,-1-1 1 16,0-1 1-16,0-1-1 0,1 0 0 0,0-1-4 0,1-1-3 15,0-1 1-15,0-1 0 0,1-1 2 0,0 0 1 0,1-1-3 0,-1 1 5 16,1-2-5-16,0-1 1 0,1-1 3 0,0 0-2 0,-1 0 2 0,1-1-2 15,0 0 3-15,0-1-2 0,0 0 2 0,0 2 2 0,-1-2 3 16,0 1 3-16,0 2 6 0,-2-1 4 0,0 2 9 0,-1-1 14 0,-1 2 15 16,0 0 25-16,-1 1 12 0,-1 2 6 0,1 1-5 0,-2 1-12 0,0 1-8 15,1 2-13-15,-2 1-2 0,1 2-3 0,-2 2-9 0,1 1-7 16,-1 1-7-16,0 2-15 0,1 1-3 0,-1 0-12 0,1 0-4 0,1 2-8 16,-1-1-11-16,1-1-21 0,2-3-71 0,0-1-90 0,1-3-160 15,1-1-249-15,1-2-113 0,1-2-22 0</inkml:trace>
  <inkml:trace contextRef="#ctx0" brushRef="#br0" timeOffset="115617.43">15066 10573 384 0,'2'-8'38'0,"1"-1"-17"0,3-2-4 0,4 0-10 15,0 1 0-15,4-2-4 0,3-1-1 0,3-1-1 0,-1 0 0 0,3-1 0 16,-1-3 0-16,1-1 0 0,4-1-2 0,2-3 0 0,3-2 0 15,1 1-1-15,3-5-1 0,-2-1 0 0,3-4 1 0,2-2-2 0,2 0 4 16,4-3 4-16,1-1-2 0,0-1 7 0,3-5-1 0,3 0 2 16,1-2 4-16,3-3-2 0,3-4-2 0,2-2-5 0,4-3-8 0,2-1-4 15,3-1-8-15,2-5-26 0,5-1-38 0,3-1-23 0,2 0-142 0</inkml:trace>
  <inkml:trace contextRef="#ctx0" brushRef="#br0" timeOffset="117833.6">24503 3984 2930 0,'-23'0'-4'0,"5"13"-4"0,0 13-11 0,12 23 8 0,6 16 1 0,3 13 4 16,3 12-5-16,1 7 4 0,1 7-1 0,-1 8-1 0,0 5 3 0,-1 7-3 15,-3 7-7-15,-3 5 3 0,-4 10 8 0,-4 5-5 0,-6 8 0 16,-5 4 0-16,-4 4-3 0,-5 3-12 0,-4 4 25 0,-5 3-1 0,0 2-1 15,-5 4 15-15,-1 3-10 0,-1 4 2 0,-2 2-8 0,1 3 1 0,2 0-4 16,4-1-12-16,1-3 15 0,5 0-4 0,2-2-2 0,5 2 9 16,2 2-17-16,5 2 1 0,3-2-13 0,3-4-7 0,3-2-10 0,4-5-9 15,2-1 19-15,3 1 7 0,3 2 13 0,4 0 16 0,1 0-1 0,5 0 7 16,2-1 0-16,2-3-1 0,4-4-2 0,3-10 0 0,2-8 12 16,7-10 21-16,5-6 11 0,6-6 8 0,7-8 3 0,5-6 10 0,6-8 7 15,7-12 10-15,4-10 3 0,7-8-15 0,7-9-2 0,7-7 8 16,11-7-8-16,8-9 2 0,7-7 2 0,8-8-39 0,2-13 21 0,6-8-1 15,8-8-4-15,6-7-7 0,6-7-3 0,6-5-4 0,8-6 2 0,6-4 30 16,9-6-16-16,5-4 5 0,5-4-14 0,8-1-9 0,4-4 0 16,4-3-8-16,8-1-28 0,2-2 0 0,6 0 0 0,4 2 0 0,2-1 0 15,3 1 0-15,6-2 0 0,4 1 0 0,4 1 0 0,3-1 0 0,-1 2 0 16,-1 1 0-16,1 0 0 0,0 1 0 0,-1 2 0 0,-4 1 0 16,-6 5 0-16,-120 18 0 0,27-1 0 0,-2 0 0 0,26-1 0 0,-89 9 0 15,15-1 0-15,11 0 0 0,10 1 0 0,-4 0 0 0,12 1 0 16,0-1 0-16,1 1 0 0,-17 1 0 0,1 0 0 0,-13 1 0 0,-1 0 0 0,-13 3 0 0,-1-2 0 0,-13 2 0 0,1 0 0 0,-13 1 0 0,-15 0 0 15,-9 1 0-15,-16 0 0 0,-18 1 0 0,0-1 0 0</inkml:trace>
  <inkml:trace contextRef="#ctx0" brushRef="#br0" timeOffset="118234.18">31348 10964 1 0,'81'61'374'0,"-39"-27"830"0,-21-13 793 0,-15-17-1842 0,-2-3-168 16,3 1-39-16,5 2-17 0,6 2 13 0,5 3 11 0,8 1 16 0,2 4 10 16,6-1 3-16,-3 3 5 0,1 0 2 0,1 2-2 0,-1-1-6 15,2 2 6-15,-1 1 4 0,1-2 5 0,3 1-7 0,1 0 26 0,-19-9-19 16,5 1-25-16,3 0-22 0,7 3-42 0,2 1 3 0,8 2 7 0,1-1 24 16,8 3 3-16,1 0 7 0,1-2 8 0,-2 1 8 0,0 0 84 15,-30-10 6-15,4 2-5 0,-2-2-1 0,3 2-77 0,-3 1-1 0,4 1 1 16,-3 1-5-16,3 1-1 0,-3 2 6 0,4 3 9 0,-4 1 8 15,3 4 9-15,-3 2 5 0,3 3-1 0,-5 3 6 0,1 2 8 0,-4 4 4 16,-1 3-2-16,-4 2-3 0,-2 2-6 0,-4 4 3 0,-2 1 2 0,-4 2 5 16,-4 1-3-16,-4 2-9 0,-4-1-10 0,-2 2-18 0,-6-2-41 15,-5 2-39-15,-4-2-45 0,-4-2-100 0,-10-1-137 0,-36 42-181 0,-11-13-58 16,-12-16-106-16</inkml:trace>
  <inkml:trace contextRef="#ctx0" brushRef="#br0" timeOffset="118734.41">27005 3664 3248 0,'-19'-17'-66'0,"4"5"-30"0,-2 2 4 16,6 7 33-16,5 3 20 0,1 3 10 0,0 1 6 0,1 1 3 15,-2 4 12-15,-1 2 6 0,-2 3 7 0,-1 3 5 0,0 1 5 0,-2 3 2 16,2 1-2-16,0 2 3 0,1 3-14 0,2-1-1 0,2 1 2 0,2-1-3 15,2-1 10-15,3 1-2 0,2-2-3 0,4 0-1 0,1-1 1 16,4-3 2-16,1 0-1 0,2-1 1 0,4-3-1 0,0 1 2 0,5-3 4 16,2-2 10-16,1-2-1 0,5-4 3 0,1-3-6 0,3-5-2 15,2-5 1-15,1-2-3 0,1-4 0 0,3-3-2 0,0-3 0 0,1-1 2 16,-1-2 0-16,-2-3-4 0,-2 1 2 0,0-3-3 0,-4 0 3 0,-3-3-1 16,-4 1 12-16,-3-3 0 0,-5-1 4 0,-4-2 2 0,-5-1-11 15,-6-1-3-15,-6-3-6 0,-7 1-4 0,-6-2-7 0,-7-3 0 16,-4 0-7-16,-5 0 0 0,-4 2 7 0,-4 5 0 0,-3 4 5 0,-2 5 1 0,-4 4-5 15,-4 7-1-15,-4 4-1 0,-3 5-7 0,-5 7-3 0,-2 5-3 16,1 7-3-16,0 4-3 0,5 7-2 0,3 6-7 0,3 5-5 0,5 8-9 16,0 9-30-16,1 6-47 0,1 6-73 0,2 5-70 0,2 2-66 0,3 3-49 15,1 3-37-15,4 1-20 0,2 5 42 0,3 1-113 0</inkml:trace>
  <inkml:trace contextRef="#ctx0" brushRef="#br0" timeOffset="119385.08">30764 11153 2730 0,'-21'-6'127'0,"0"2"-98"0,-5 1-48 0,5 0-19 0,4 2-3 0,4 2 3 15,1 1 10-15,1 1 7 0,2 0 13 0,-1 2 1 0,1 1-6 0,1 1 5 16,2 2-5-16,0 2 4 0,2 2 1 0,0 0-3 0,3 2-1 0,1 3 8 16,3 1 2-16,1 1 5 0,2 2 5 0,2-1-1 0,3 0-3 15,1 0-13-15,3-1 2 0,1-2 4 0,0-1 2 0,3-2 12 0,-1-3-3 16,0-2 5-16,2-2 7 0,-1-3 8 0,0-3 17 0,0-3 10 15,2-3 9-15,-2-3 7 0,2-3-6 0,-1-2-9 0,-2-3-13 0,-1-2 19 16,0-2-3-16,-2-1 0 0,-1-3 8 0,-2-2-17 0,-1-3-11 0,-2 0 5 16,-2-2-4-16,-2-1-5 0,-2 0 1 0,-2-1-8 0,-3-2-4 15,-4 0-1-15,-1-1-8 0,-4 3-11 0,-3 1-6 0,-4 4-7 0,-3 1 1 16,-3 4-7-16,0 2-9 0,-2 2-12 0,-2 4-35 0,-2 3-15 0,-2 2-45 16,-5 2-66-16,-3 5-108 0,-4 3-201 0,-6 6-255 0,-10 4-304 15</inkml:trace>
  <inkml:trace contextRef="#ctx0" brushRef="#br0" timeOffset="119734.24">25161 13122 929 0,'-12'-8'127'0,"1"-2"-166"0,-2-3-20 0,4-2 14 15,3 1 21-15,2 0 9 0,1 1-2 0,0 1-1 0,1 0 11 0,0 1 7 16,0 0 5-16,-1 1 0 0,-1 3-5 0,0 0-2 0,-1 2 1 15,-1-1 5-15,-1 2 5 0,-2 1 8 0,1 1 7 0,-1 2 3 0,1 0-1 16,-1 0-5-16,-1 1-13 0,0 1-9 0,0 0-6 0,0 0-11 0,1 1-14 16,-1 0-38-16,0 1-41 0,-1 1-19 0,0-1-5 0,0 0 15 15,2 0 30-15,-3 0 16 0,2-1-15 0,0-1-5 0</inkml:trace>
  <inkml:trace contextRef="#ctx0" brushRef="#br0" timeOffset="119985.78">24795 12946 238 0,'-3'-1'146'0,"1"0"-3"0,-2 0 2 0,2 1-4 0,0 0-7 0,0 0-13 16,1 0-12-16,0 0-17 0,1 0-24 0,1-1-21 0,0 1-14 15,1-1-12-15,1-1-4 0,2 0-5 0,0-1-2 0,2-1-4 0,1-2 0 16,1-1-2-16,0 0-2 0,2-3 6 0,0 0-1 0,0-2 8 0,1-2 9 16,3-1 14-16,0-3 24 0,1-2 18 0,2-3 17 0,1-3 10 15,2-4-14-15,4-1 1 0,3-5-6 0,3-4-7 0,3-3 11 0,4-6-12 16,5-4-8-16,5-5-1 0,6-5-6 0,7-5-5 0,3-6-3 16,7-3-19-16,6-5 0 0,7-7-2 0,7-5-9 0,6-7 5 0,6-5-12 15,6-7 3-15,8-9 16 0,8-8-6 0,5-6 2 0,7-6-13 16,2-1-16-16,6-6 2 0,6-5-1 0,7-8 2 0,5-7 10 0,9-8 10 15,4-6 3-15,5-6 9 0,7-6-9 0,4-3-9 0,7-6-1 0,10-6-4 16,6-4-5-16,9-8 2 0,10-6-8 0,4-2-9 0,3 0 9 16,7-2-1-16,5-3 1 0,5-1 4 0,6-3-18 0,0 2-12 0,-4 4-21 15,-2 2-48-15,-130 118-43 0,28-28-64 0,-4 3-107 0,-62 55-194 0,14-12-237 16,-3 0 7-16,12-16 149 0</inkml:trace>
  <inkml:trace contextRef="#ctx0" brushRef="#br0" timeOffset="120637.97">27358 4042 876 0,'-4'18'-59'0,"2"3"157"0,2 7-44 0,6-2-20 0,4 2-10 0,4 2-7 15,4 4 0-15,1 4 5 0,4 2 1 0,2 8 6 0,1 3-2 16,2 4 6-16,2 7 2 0,2 2 1 0,0 6 2 0,3 4-4 0,-1 3 1 15,2 5 3-15,2 3-2 0,0 2 3 0,3 4 3 0,1 3 1 16,2 6 2-16,0 3-2 0,2 2-15 0,-2 1-2 0,2 2-4 0,-2 0 3 16,0-1-3-16,-2 0-6 0,-3 0-18 0,0-3-2 0,-3 0 1 0,0 2 3 15,-2 3 11-15,-2 0-6 0,2-1-2 0,-4-3-3 0,-2-6-2 16,-1-4 2-16,-4 0 3 0,1-4-6 0,1-1 1 0,-1-6-17 0,0-8-27 16,-3-6-47-16,-1-6-60 0,0-6-53 0,-2-5-40 0,0-5-16 0,-1-3 22 15,-3-4-167-15</inkml:trace>
  <inkml:trace contextRef="#ctx0" brushRef="#br0" timeOffset="120900.98">28108 7609 833 0,'-33'25'676'16,"2"0"-556"-16,-2 3 72 0,12-6-88 0,9-7-42 0,5 2-31 0,5 1-16 15,4 3-10-15,7 5 3 0,4 6-5 0,5 5 0 0,4 7 0 0,5 4 1 16,2 0 0-16,4 3-2 0,2 1-4 0,4 0-6 0,0 3 6 16,2 1 1-16,3 1 6 0,-1-2 4 0,0-1-6 0,1-3 1 0,-1-3-1 15,-3-4 1-15,-1-5 9 0,-1-6 7 0,-2-5 8 0,2-5-5 0,-1-3 0 16,0-6-10-16,0-6-11 0,-1-4 4 0,0-7-9 0,-2-4 3 16,2-6-8-16,-2-4-34 0,0-2-48 0,2-5-62 0,-1-3-83 0,5-2-76 15,0-3-47-15,3 1-1 0,0-1-139 0</inkml:trace>
  <inkml:trace contextRef="#ctx0" brushRef="#br0" timeOffset="121301.51">29638 8650 842 0,'-32'24'-74'0,"0"3"200"0,-4 9 15 16,9-2-21-16,9 3-19 0,4 2-25 0,3 4-12 0,4 7-16 0,3 5-6 15,5 7-6-15,4 4-11 0,5 5-2 0,4 5-1 0,4 3 1 16,5 3 3-16,2 1 4 0,4 4 10 0,3-2-1 0,2 1 4 0,2-3 1 16,1-3-13-16,3-3-14 0,2-2-2 0,3-2-5 0,2-2 0 0,1-1 5 15,1-4-10-15,2-1-2 0,-2-3-2 0,-2-5 3 0,-2-4-1 16,-4-5-3-16,-1-4-15 0,-4-3-6 0,-1-2-32 0,-4-2-65 0,-1-2-81 15,-6-1-120-15,-3-4-89 0,-6-1-197 0</inkml:trace>
  <inkml:trace contextRef="#ctx0" brushRef="#br0" timeOffset="121484.51">29432 10747 1267 0,'-20'36'396'0,"0"2"-237"0,1 5 84 0,12-11-67 0,9-12-53 0,7-3-44 16,7-3-19-16,10-1-8 0,8-5-3 0,10 1-4 0,11-3-11 16,7-4-14-16,9-3-14 0,7-4-6 0,7-5-15 0,6-5-49 0,5-6-81 15,8-9-186-15,6-7-246 0,4-8-428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0:59:45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5159 7524 720 0,'11'-2'0'0,"6"0"1"0,5-1 0 0,6 0 1 0,-4 2-1 0,0-2 1 0,2 0 1 0,0 0-1 0,1-1 3 0,0-1 0 0,1 0 2 15,0 0 6-15,0 0 5 0,3 0 11 0,-2-1 12 0,3 1 5 0,-1 0 7 16,2-1 4-16,0 1 1 0,3 0 2 0,0 0-3 0,1 2-7 16,2-1-4-16,0 0-7 0,2 1-5 0,2 1-2 0,1 0-3 15,0 3-3-15,1-1-1 0,2 3-1 0,2 0-10 0,0 0 1 0,1-1-2 16,0-1-1-16,1 0 7 0,-1-3-2 0,1 0 4 0,-1-1 4 0,1-1 3 16,0 1-1-16,0 1-3 0,-2-2 4 0,0 0-5 0,-1-2 2 15,0 1 0-15,1-1-2 0,-2 0-3 0,0-1-1 0,1 0-3 0,2-1-1 16,-1 0-4-16,1 0 0 0,-2-1-2 0,1 1 1 0,1-1 1 0,-2 1 0 15,0 1-5-15,-3 1-2 0,-2 1-3 0,-1 3 3 0,-3-1 6 16,1 2 1-16,-2 0 0 0,-2 1-1 0,2 1-3 0,-2 1-1 0,1 0-1 16,-1 0-2-16,-2 1 1 0,2 0-2 0,-2-1 1 0,0 0-3 0,-1-1 1 15,-2-1 1-15,-1-3-2 0,-1-1 5 0,0-2 1 0,0-3 5 16,-1-2 5-16,1-1 0 0,-2-2 2 0,-1 0 0 0,-2-1-2 0,1 1 0 16,-1-2 0-16,0 0-2 0,2 1 1 0,-1-4-2 0,2 0-2 15,-2-1-3-15,-2 0 0 0,0-1 1 0,-2 1 0 0,0 1-3 0,-1-1 7 16,-2 3-1-16,0-1 14 0,0 1 7 0,-1 0-1 0,-2 2 3 0,-1-1-12 15,-1 0 1-15,-2 2-4 0,-1 1-3 0,-2-1-4 0,-1 0-4 16,0-1 1-16,-2 1-1 0,0-2-1 0,-1 0-5 0,-2-1 5 0,0-1-5 16,-1-2-1-16,-2 0 3 0,-3-1-9 0,-1-1 8 0,-3-1 2 0,-3 1-8 15,-2-2 2-15,-4 2-6 0,-4-1 0 0,-4 0 3 0,-6 1-2 16,-2-2 0-16,-7 0 8 0,-4 0-12 0,-6 0-4 0,-4 2 4 0,-3 0-9 16,-2 0 23-16,-1 0 3 0,-1 1 1 0,-1-2 7 0,0 2-11 0,0-2 0 15,1 1-2-15,-1 2-3 0,2 1 1 0,0 1 3 0,2 2-4 16,1 0 3-16,-1 0-2 0,0 2-1 0,-2 1 5 0,0 2-3 0,-1 1-4 15,-2 3-1-15,-1 0 0 0,-1 2 0 0,-3 2 3 0,0 1-5 0,1 1 0 16,-2 3 7-16,0 1-4 0,0 1 7 0,0 2 1 0,-1 0-6 16,1 1 0-16,0 1-1 0,0 1 1 0,1 0-4 0,0 0 9 0,4 0 1 15,1-2-6-15,5 1 4 0,5-2-3 0,1 0-2 0,4 0 4 16,3 0 0-16,1-1-3 0,4 1-3 0,2 0 1 0,1 0-3 0,2 1 2 16,1-1 5-16,3 1-2 0,-2 0 3 0,3 0 2 0,0 0-7 0,3-1 2 15,1 1 3-15,1 0-1 0,1 1 0 0,1 1-2 0,2 1-5 16,-1 0-5-16,0 1 10 0,1 1 0 0,-2 2 0 0,0 0-4 0,0 1-3 15,0 2-1-15,2 2 0 0,0 3 19 0,-1 1-4 0,1 3 2 0,-3 2-4 16,-1 3-13-16,1 1-6 0,-1 3-11 0,1 1-13 0,-1 2-7 16,1 2-38-16,0-1-67 0,1 1-71 0,2 0-102 0,0 1-127 0,0 3-372 15</inkml:trace>
  <inkml:trace contextRef="#ctx0" brushRef="#br0" timeOffset="3398.36">5701 8341 965 0,'-9'-11'45'0,"1"0"1"0,-1-2-14 16,5 4-9-16,3 4-10 0,0 0-6 0,0 0 3 0,0 2-10 0,1 0-7 15,1 1-3-15,2 0-5 0,1 1 7 0,0-2 3 0,0 2 0 16,-1-2 1-16,1 1 4 0,-1-1 0 0,0-1 3 0,1-1 2 0,-1-1-2 15,2 0 4-15,1-2 0 0,1 0-4 0,0 1 7 0,1 0-7 0,-1-1 7 16,2 1 4-16,0-2-7 0,-1 0 10 0,3-1-6 0,-2-1 1 16,2 2 0-16,1-1 0 0,0 0 3 0,2 0 3 0,1-1 3 0,2 0-1 15,2 1-2-15,1-2 1 0,4 0 2 0,-1-1 1 0,2-1 1 16,3 1 2-16,2-1 2 0,0-2 0 0,5-1 3 0,-1 1 3 0,5-2-5 16,1-2 3-16,1 0 1 0,5-1-5 0,-1-2 4 0,2 3-2 0,2-1-6 15,1 1-3-15,2 1-2 0,0 0-5 0,1 1-1 0,1 0-4 16,0-1-4-16,3 0-1 0,0 1-4 0,1 0-5 0,2 1 5 0,-1-1 0 15,2 3 7-15,-1 0 4 0,-1 2-1 0,0 0 0 0,0 0-2 0,1 1-7 16,2-1 1-16,-1 1 1 0,2 1-1 0,0 1 6 0,2 3 2 16,-1 0 1-16,0 0 1 0,0 1 2 0,0-2-3 0,0 0-5 0,1 0-1 15,-1-1-1-15,0 0-2 0,0-1 6 0,-1 0-4 0,-2 0 0 16,-2 1 1-16,-1-1-3 0,-4 1 6 0,0 0 0 0,-1-1 4 0,0 0-4 16,1 1 0-16,-2 0 0 0,-4 1-3 0,-2 3 5 0,-1 1-2 0,-2 1-2 15,-1 3 2-15,-2 1-1 0,-3 3-2 0,-2-1-1 0,-1 4-4 16,-3 2-1-16,2 2 6 0,-2 1 1 0,0 3 0 0,0 0 0 0,-1 2-3 15,-3 2 0-15,1 0 1 0,-3 3-3 0,1 2-3 0,-3 0 3 0,0 4-2 16,-2-2-5-16,-2 4 3 0,0-1 1 0,-1 1 2 0,-2 1 4 16,-1 1 1-16,-1-1-4 0,-3 1-3 0,-1-1 3 0,-2 0-1 0,-2 0 4 15,0 1-3-15,-2-2 1 0,-1 1-4 0,-1-4-3 0,0 0 5 0,-2 0 0 16,0-2 1-16,-2 2 1 0,0-2-2 0,-1 1 1 0,-1-1 1 16,-1 0-8-16,0 0 3 0,-3-1 5 0,-2 0-1 0,-3 1 9 0,-2 1-1 15,-1 1-5-15,-3-1 0 0,-2 0 1 0,-1-1 0 0,-4 0-1 16,-3-1 0-16,-3 2-2 0,-3-1-2 0,-4-2 1 0,-2-1-1 0,-5-1-1 15,-5-1 4-15,-4 0-1 0,-5 0 0 0,-5-1 1 0,-3-1-5 0,-7 2-1 16,-4-1-1-16,-3-1 3 0,-4 1-1 0,-5-2 0 0,-2 0 0 16,-3-1 2-16,0 0-5 0,1-4 7 0,-1 0 1 0,1-2-1 0,0-2 5 15,0-1-6-15,2 0 3 0,4-3 1 0,3-1 9 0,7-2 4 0,0-1-1 16,4-2 2-16,4 0-8 0,1-1 2 0,5 1 0 0,4-1-2 16,2 1 3-16,5-1 0 0,1 1-1 0,3 1 1 0,4-1 0 0,0 2-2 15,5-1-1-15,4 0 0 0,2 0 1 0,5-1-2 0,2 0-2 16,4-1 1-16,1 1-4 0,2 0-2 0,3 0-1 0,2 0-1 0,3 0-1 15,1 0 8-15,3 0-1 0,2-1-3 0,1 1 3 0,3-1-13 0,2 0 1 16,0-2-5-16,3 0-5 0,2 0-1 0,3-2-1 0,2-1 1 16,4-1-4-16,4-1-5 0,3 0-5 0,1-2 1 0,5 0-7 0,0 1-12 15,3-1-14-15,3 1-35 0,2 1-43 0,4-1-48 0,3 1-44 16,2 1-19-16,5-1 9 0,3 0 16 0,4 2-101 0</inkml:trace>
  <inkml:trace contextRef="#ctx0" brushRef="#br0" timeOffset="4268.09">13388 8451 651 0,'-6'-11'68'0,"0"0"-24"15,-1-1-29-15,2 4-12 0,2 3-3 0,1 3 0 0,0 0-3 16,1 2-6-16,1 1-1 0,-1 0-2 0,2 1 2 0,-1 0 5 0,0 1 2 15,3 1 1-15,0 0 3 0,2 1 1 0,2-1-1 0,3 1 2 0,0-1 0 16,4-1 0-16,3 1-1 0,4 0 1 0,1 0-1 0,3 0 0 16,0-1 1-16,1 1-1 0,1 0 2 0,3 0 2 0,0-1 3 0,3 1 1 15,2-2 6-15,2 0 2 0,1-1 7 0,2-1 7 0,5-2 2 16,1 0 9-16,2-2 5 0,1 0 2 0,3 0-1 0,0-1 0 0,1 1-3 16,3-1-2-16,-1 0 4 0,2 0-3 0,1 0 0 0,1 0-2 0,2-1-4 15,0 1-2-15,2-1-3 0,0 0-3 0,2 0-6 0,2-1-5 16,0 1-4-16,-1-2-1 0,-1 0 4 0,-2 0 5 0,-1-1 9 0,0-1 6 15,-1 0-1-15,0 1-5 0,-1-1-6 0,0-1-4 0,-1 2-5 0,-2 0 0 16,1 0 3-16,-1 2-9 0,-1-1 2 0,-1 1-4 0,-3 1-5 16,-2-1 3-16,2 2-2 0,-3 0-3 0,1 0 0 0,-1 2-5 0,-1 0 8 15,0 0-3-15,-1 2 2 0,-1-1 2 0,0 1-7 0,-1 1 2 0,0-1-4 16,-2 1 4-16,-3 0-1 0,0 0 2 0,0-1 1 0,-1 0 0 16,1 0-2-16,-2 1 0 0,-2-1 3 0,0-1-3 0,-1 0 5 0,0-1 1 15,-2 0-4-15,-2 0-1 0,-1 0 4 0,-1 0-2 0,-2 0 11 0,0-1 1 16,-1 0-2-16,-2-1-1 0,-1-1-5 0,-2 0 2 0,-2-2 1 15,-1 1 2-15,-2-2-3 0,-2-1 0 0,0-1 3 0,-1-1-3 0,-1-1 0 16,-3 0-1-16,0-2-1 0,-1-2-2 0,-1-2 2 0,-2 0-6 0,-3-1 0 16,-2-1-1-16,-2-2-4 0,-4-1 2 0,-3-3 2 0,-3-3-2 15,-3 0 1-15,-4-3 1 0,-4 1-5 0,-2-1-3 0,-6-1-2 0,-3-2-1 16,-4-1 6-16,-6 2 6 0,-3-2-1 0,-4 1 5 0,-3 0-4 16,-2 2-4-16,-1 1 2 0,-3 3-4 0,1 1 5 0,-1 3-1 0,-1 2 1 15,0 3-1-15,1 0-2 0,-1 2-1 0,2 4 2 0,-1 1 2 0,1 4 1 16,1 4 0-16,1 3-3 0,1 3 3 0,2 4-3 0,1 2 3 15,1 3 0-15,0 4-3 0,-1 2-2 0,0 1-1 0,0 3-1 0,1-2 1 16,2 4-3-16,-1 1-3 0,2 1-6 0,0 3-3 0,2 0-1 16,0 2-7-16,2 1-8 0,0 1-12 0,1 0-20 0,3 1-21 0,-1 2-28 15,2-1-37-15,0 2-25 0,-2 2-36 0,2 1-42 0,1 2-18 0,-2 1-116 16,0 0 65-16</inkml:trace>
  <inkml:trace contextRef="#ctx0" brushRef="#br0" timeOffset="6399.36">4708 9231 556 0,'-3'-6'101'16,"3"-2"-82"-16,0 0-8 0,5 2-4 0,1 1-2 0,2 0 5 15,-1 1 1-15,2 3-1 0,1 0-3 0,1 1-1 0,0 2-3 0,3 0 2 16,0 2-3-16,2 0 1 0,2 1-1 0,-1 0 1 0,1 0 0 0,2-1 3 15,0 1 2-15,2-1-6 0,2 0 4 0,-1-1 0 0,2 0 3 16,0 0 6-16,1 0 0 0,3 1 2 0,-1 0-2 0,3 2-3 0,-3 1 2 16,2 1-2-16,1 1-1 0,2 1-2 0,-1 0-2 0,1 0-1 0,-1 0 0 15,2 1 0-15,0 1 3 0,1 1-3 0,3 0-1 0,-1-3-6 16,1 0 0-16,0-1 3 0,1-1 0 0,2-1 7 0,-2-2 1 0,2 0 2 16,3 0 1-16,0-1 0 0,2-1 6 0,-1 2 3 0,3-2 8 15,-1 2 5-15,1 0 2 0,2 0-3 0,1 1-1 0,1 0-1 0,1 1-7 16,0 0 3-16,3 0-7 0,2 0-5 0,2 1 4 0,0 1-1 0,2 1 3 15,2-1-1-15,1 1-4 0,3-1-3 0,1 0 1 0,0 0 9 16,5-2 1-16,2 1 2 0,1-1-2 0,1-1-11 0,1 0-3 0,0-2-5 16,2-1 3-16,-1 0 0 0,3-2 0 0,-1-1 4 0,1 1-4 0,0-2 0 15,-1 1-1-15,1-1 3 0,0-2 3 0,-1 0 1 0,2-1 5 16,0-2 0-16,2 0-1 0,0-2-8 0,-2-1 2 0,0 1-5 0,-4-1 2 16,-1 0 6-16,-1-1-3 0,-3 1 0 0,0-1 2 0,-2 4 6 15,-1-1-6-15,-1 1 1 0,-2 0 5 0,-4 0-13 0,-2 1 5 0,-1 0-6 16,-3 1-6-16,0 0 9 0,-2 2-2 0,0 0-2 0,-1 1-3 0,-2 1-3 15,-1 0 2-15,1 2 3 0,-3-1-3 0,-1 1 1 0,-1-1-3 16,-5 1 2-16,0-1-1 0,-4-2-1 0,-1 0 6 0,-1-2-2 0,-3-1 6 16,1-1 1-16,-4-2 0 0,0 0-2 0,-2-2 1 0,-2 0 0 0,-2-2 3 15,-1-1 4-15,-3-1-2 0,1 0-2 0,-1-1-2 0,-3-2 1 16,0-1 1-16,-2 0-3 0,-2 2 2 0,0-2-5 0,-2-1-1 0,-1 1 3 16,-1 2 0-16,-3-1-3 0,0 0 3 0,-1 1-5 0,-2-2 2 15,-1 1-1-15,-3 1 1 0,-1 1 1 0,-2 0-1 0,-3 0 3 0,-1 0-3 16,-3-2 0-16,-1 1-1 0,-3-2-4 0,-3-2 2 0,-2 2 0 0,-1-2-4 15,-2 0-10-15,-4 1 5 0,-1-2-4 0,-4 1 2 0,0 0 17 16,-3 2 5-16,-2-2 1 0,-1 0 3 0,-4 1-8 0,-2-2-5 0,0 1-2 16,-4 0-2-16,0-3 6 0,-1 1 0 0,0 2-1 0,-1-2-3 0,0 1 3 15,-1 1-6-15,-2-1 3 0,-1 1 2 0,-1 1-3 0,-2-1 2 16,0 0 1-16,0 2-4 0,-1 3-1 0,0 1 3 0,0 1 2 0,1 1-3 16,0 2 4-16,-1 2-2 0,0 0-1 0,-3 2 2 0,2 0-5 15,-2 2 0-15,0 0 5 0,-2 2-2 0,-1 0 0 0,1 2 2 0,0 0-5 16,1 2 3-16,1 0-3 0,0 1 0 0,1 1-2 0,-1 0 2 0,0 0 0 15,1 2-1-15,-2 0 1 0,0 2-5 0,0-1 0 0,1 2 2 16,2 1 2-16,-1-1 2 0,-3 3 1 0,-1 2-2 0,-1 0-2 0,2-1 1 16,3-4 2-16,3 1-1 0,3-2 0 0,1 1 2 0,1 0-8 0,-2 0 6 15,1 1-2-15,-1 0 5 0,0 1 2 0,0 0 1 0,0-1 0 16,-1 0-1-16,4 1-2 0,-2 1-3 0,0-1-3 0,2 0 1 0,-1-1 1 16,0 0-1-16,1 0 5 0,0-1-1 0,-1 0-1 0,0 0 7 0,-1-1-3 15,1 0-5-15,2-1 0 0,-1 0-2 0,1-1 2 0,0 0 3 16,2-2-6-16,2-2 0 0,1 0-2 0,0-1-1 0,1-2 8 0,1 0 6 15,-2 0-4-15,1-1 4 0,1-1 3 0,-2 1-11 0,3-1 6 0,1-1-1 16,-3-1-4-16,2 0 6 0,-1 0-7 0,1-1 0 0,4 0 1 16,0 0-1-16,-1 0 5 0,1 1-4 0,-2 0 6 0,1 0 2 0,0 2 1 15,-1 0-1-15,1 0-3 0,0 0-6 0,-1 1 2 0,2 0 0 16,-1 1-1-16,0 1 4 0,0 1-5 0,-1 2 0 0,1 0 0 0,1 1 0 16,2 3 2-16,0-1-1 0,2 0 1 0,-1 1-4 0,2-1-1 0,1 1 0 15,0 0 0-15,2 1-1 0,0 3 4 0,2 0-6 0,1 1-2 16,1-1 10-16,1-1-5 0,0 1 4 0,0 1 4 0,1 0-11 0,0 1-4 15,0-1 5-15,0 2-1 0,0 0-2 0,0-1 0 0,1 0-1 0,2-1 0 16,0 1-1-16,3 0-2 0,-1-2 1 0,1 2-4 0,1 0-2 16,2 2-5-16,0-1-5 0,0-2-11 0,1 1-18 0,2-1-25 0,2 1-36 15,0 0-44-15,2 3-45 0,0 0-60 0,2 2-57 0,0-1-155 16,-1 2-19-16</inkml:trace>
  <inkml:trace contextRef="#ctx0" brushRef="#br0" timeOffset="8465.33">4746 10869 592 0,'-15'-16'16'0,"0"-1"-10"0,-3-6-2 0,4 2-1 0,2 5 3 0,1 0 4 16,-1 2-3-16,1 2 2 0,1 0-3 0,1 4-5 0,0 1 2 0,3 1-2 16,1 2 2-16,1 0-2 0,1 1 0 0,0 1 1 0,1 0 0 0,2 1-1 15,1 0-2-15,0 1 1 0,2 1 0 0,0 0 3 0,2 2 6 16,1 2 5-16,1 1 8 0,1 1 9 0,0 2 5 0,1 1 15 0,2 2 1 15,1 1 3-15,0 0 4 0,3 0-6 0,1 2 9 0,3 1-5 0,1 0-4 16,4-2-6-16,1 1-14 0,4 0 4 0,2-1-4 0,2 1 1 16,1-2 1-16,5 0-1 0,2-2-2 0,2-1 2 0,5 0-1 0,0-2-1 15,3 0 6-15,3 0-4 0,2-1 2 0,3 1-3 0,3-1-10 0,3 0-7 16,2-1-4-16,2 0 0 0,0-3 2 0,4 0-1 0,0 0-2 16,1-2-3-16,2 1 0 0,0-2 1 0,0 0-1 0,1-1-2 0,-1-1-1 15,0 0 2-15,0 1 3 0,0 0 3 0,3 0 1 0,0 2-1 16,-2-1-1-16,2 0-2 0,-1 0 4 0,2 0 1 0,0 0 6 0,2-2 3 15,-1 1-4-15,0 1-7 0,-1-1-7 0,-1 0-5 0,-1 2-1 0,-1 0 6 16,-1 0-2-16,-4 2 2 0,0-1-3 0,-2 1-3 0,-3 0 1 16,-2-1 2-16,-3 0 3 0,-2-2 2 0,-4 0 0 0,-2-2 0 0,-2-1 4 15,-2 1 5-15,-4-2 5 0,-2 0 0 0,-4 0 6 0,0-1 5 0,-2-1 6 16,-2-1 2-16,-1-2 6 0,-1 0-8 0,-2-1-5 0,-2 1 5 16,-1 1-12-16,-2-3 0 0,0 0 1 0,-2-1-5 0,-4 0 1 0,-2 1-3 15,-1 0-7-15,-3 0 2 0,0 0-3 0,-1 0 4 0,-2-2-3 16,0 0-1-16,-2-2-13 0,-1-2-6 0,0-1 12 0,-3 0-4 0,-2-4 11 15,-2 0 0-15,-3-3-16 0,-2-2 5 0,-4-1-2 0,-1-2-2 0,-3 0 7 16,-1-3-5-16,-1 0-2 0,-3-5 7 0,-1 1-5 0,0-3 9 16,-2-2-8-16,0 1-1 0,-1-2 4 0,-2 0-14 0,-1 0 10 0,0 0-4 15,-1-1-1-15,0-1 14 0,1 1-8 0,-2 0 3 0,0 2-1 16,-1 0-3-16,-1 1 0 0,-1 1 2 0,-3 1 1 0,1 2-1 0,-2 3-1 16,-2 2-1-16,0 1-5 0,-5 3 0 0,-2 1-15 0,-1 4-1 0,-4 2 8 15,-2 2-2-15,-3 6 12 0,-5 1 5 0,-4 3-17 0,-4 2 2 16,-5 4 0-16,-5 3-8 0,-3 4 2 0,-4 3-2 0,-3 3-2 0,-3 0 9 15,-2 3 1-15,-2 1 1 0,-2 2 20 0,0 2-10 0,-3-1 0 0,-1 1 6 16,-1 3-9-16,0-1 6 0,1 3 4 0,-1 1 0 0,1 0-5 16,1 3-2-16,1-1 17 0,2 4-7 0,0-2 0 0,3 2 4 0,0-2-18 15,3-1 6-15,4-1 2 0,1 1 7 0,4 0 6 0,3 0-3 16,3 2-2-16,3-2-10 0,3 1-10 0,3-2 4 0,4 0 0 0,3-1 6 16,5 1 8-16,5-1-15 0,1 0-2 0,5 3-15 0,2-1-18 0,-2 5-8 15,4 0-25-15,0 5-35 0,2 1-21 0,4 1-14 0,1 2-15 16,3 0-14-16,3 2-33 0,0 3-41 0,2 1-32 0,3 1-19 0,1 2-206 15</inkml:trace>
  <inkml:trace contextRef="#ctx0" brushRef="#br0" timeOffset="23867.62">4279 9068 717 0,'-6'-11'35'0,"1"-2"-4"15,-1-2-6-15,2 3-3 0,1 1-2 0,0 0-8 0,-1-2-7 16,-1-1-2-16,1 0-4 0,-1 1 0 0,-1-1-3 0,-1 0-6 0,0 1 2 16,0 1 0-16,-2 1-1 0,0 1 6 0,-3 1 4 0,-1 2-2 0,-3 1 4 15,0 1 2-15,-2 0-6 0,-3 1 1 0,-1 2 2 0,-2 2-1 16,-4 2 1-16,-1 2 2 0,-2 1-5 0,0 1 2 0,-2 2 0 0,0 2-1 16,-4 3 9-16,0 0 4 0,-2 3 8 0,-1 0 0 0,-1 1 3 15,-1 1-6-15,-1 1-2 0,1 1-2 0,2-3-2 0,0 2 0 0,1 0-2 16,-2-1 2-16,1 1-1 0,2 1-2 0,0 0 0 0,3 2-1 0,1 2-1 15,-1-1 0-15,2 1 0 0,0 1 5 0,1 0 1 0,0 4 3 16,1 0 4-16,-1 3-4 0,1 1-2 0,0 2-3 0,3 0-1 0,-2 2 11 16,2 4 5-16,-2 1 5 0,-2 3-1 0,0 1-7 0,1 3-3 0,0 0-4 15,5 1-5-15,-1-1-2 0,4 0-6 0,0-1 3 0,2 0 1 16,1-1-6-16,1 0 1 0,1 1 2 0,1-1-2 0,2 0 4 0,2-1 1 16,1 1 4-16,1-3-2 0,1 0-3 0,3-2 3 0,1-3-11 15,2-4 1-15,2-1 1 0,2-2-5 0,2-1 3 0,-1-2 1 0,2-2-6 16,0-3 1-16,1 0 0 0,1-3 4 0,-1-1-6 0,1-2 1 0,1-1-3 15,0-2-1-15,1-1 8 0,2-2-4 0,-2-1-5 0,2-1-12 16,-1-3-35-16,-1-2-29 0,3 0-32 0,0-3-34 0,1-1-19 0,0-3-39 16,-1-2-188-16</inkml:trace>
  <inkml:trace contextRef="#ctx0" brushRef="#br0" timeOffset="24184.63">2058 10408 1559 0,'-16'-1'43'0,"-4"1"-14"0,-2 3-6 0,3 5-10 0,3 4 9 16,1 2 2-16,-3 2-1 0,3 0 0 0,-4 3-15 0,1 3-8 15,1 2-3-15,0 5-1 0,8-12 5 0,-2 4-2 0,-1 3-2 0,-1 4 17 16,0 3 1-16,-2 4 1 0,-1 2 6 0,-3 4-17 0,1 1-6 0,-1 2-2 15,0-1-1-15,1 2 3 0,-1 0-1 0,1 1 0 0,3-1-1 16,0-1-4-16,1 1 6 0,3-4-4 0,2-3-3 0,1-1 4 0,4-3 1 16,1-3 11-16,2-5 7 0,3-1 6 0,2-6 4 0,1-1 6 0,4-3 14 15,4-3-2-15,4-3 9 0,2-3-1 0,1-2-8 0,5-3-23 16,3-2-7-16,7-3-6 0,27-7-5 0,-1-3 14 0,-8 0-7 0,-11 2-4 16,2 0-3-16,2 1-5 0,2 0-7 0,0 1-24 0,1 1-35 0,-1 2-51 15,1 1-73-15,2 2-114 0,3 1-78 0,2 2-352 0</inkml:trace>
  <inkml:trace contextRef="#ctx0" brushRef="#br0" timeOffset="19232.35">11158 9339 2110 0,'-8'-11'55'0,"5"1"-50"15,5-1-16-15,11 4 1 0,5 1 6 0,4 2-6 0,5 0 0 0,4 0 1 16,5 0-7-16,5 0 5 0,4 1-11 0,4 0-9 0,2 1-8 0,2 2-3 16,1 1-2-16,0 1 5 0,0 1 11 0,-1 1 8 0,0 0 2 15,1 1 8-15,-2-1 3 0,0 0 3 0,1 0 8 0,0-1 3 0,2 1-1 16,-1-1 2-16,2 0 4 0,0-2 4 0,2 0 3 0,0 0 0 0,1-1-3 16,-1 0 3-16,1 0-1 0,-1-1 1 0,2 0-1 0,2 1 0 15,-2-1 2-15,3-1-2 0,-2 1 2 0,1 0-2 0,1-1-5 16,0 1 0-16,0-1 0 0,0 0-2 0,0 0 7 0,2 0-4 0,-3 1 0 15,3-1 0-15,-2 0-1 0,1 1-2 0,1 0 1 0,-1 1 4 0,1-1-1 16,-1 1 0-16,1-1 1 0,0 0 1 0,-1 0-4 0,1 1-1 0,-2 0 0 16,1 1-4-16,1 0 1 0,0 0-2 0,1-1 1 0,-1 1-4 15,2 0-4-15,-1 1 0 0,0-1 0 0,2 0 3 0,1 1 5 0,0-2-3 16,0 1-4-16,0-1-4 0,-4-1 3 0,1 2-3 0,-1-1 3 0,-2 2 2 16,0-1-2-16,-2-1 3 0,1 0 3 0,0 1-2 0,-2-1 1 15,1 0 1-15,-2 1-6 0,0-1 6 0,1 0 2 0,-2 1-1 0,0 1 1 16,0-1-3-16,-1 2 1 0,-1 0-1 0,0-1 4 0,0 1 2 15,0 0 0-15,-1 1-1 0,-3 0 1 0,0 0-1 0,-2 1-6 0,1 1 1 16,-2-1-5-16,0 0 6 0,0 0-4 0,-1 0 3 0,2 0-1 0,-2 0-5 16,0-2 1-16,-1 1-2 0,1 1 1 0,-1-1 5 0,0-1-1 15,-1 0-3-15,0 0 0 0,-2-1-4 0,-3 1 5 0,-2-2-2 0,-1 0 1 16,-1 1 1-16,-1-1 1 0,-2 0-2 0,-2 1 0 0,-2-1-3 0,-1-1 1 16,-4 0 1-16,2 0-3 0,-4 0 1 0,-1 1-1 0,-1-2-6 15,-3 2 4-15,-1-1-3 0,-3 0-5 0,-1-1-2 0,-3 1-1 0,-2 0-6 16,0 0-3-16,-2-1-8 0,-2 0-18 0,-1-1-24 0,-1 1-24 15,-2 0-26-15,0-2-29 0,-1 0-27 0,-1-1-41 0,-2-1-42 0,-1-1 6 16,-1-3 18-16,-2-2 5 0,-1-4-123 0</inkml:trace>
  <inkml:trace contextRef="#ctx0" brushRef="#br0" timeOffset="19549.35">17641 9168 421 0,'4'0'177'0,"1"2"-71"0,1 0-26 0,1 2-21 15,1 0-8-15,1 0 3 0,2 1-3 0,0-2 0 0,2 1-3 0,0-1-5 16,1 0-4-16,3 1-6 0,1-2-4 0,0 0-11 0,3-1-2 0,1-1-5 16,0 0-2-16,1-1 2 0,-1 0-3 0,0 0 2 0,-1 1 4 15,0 0 4-15,0 0 7 0,1 0 0 0,-1 1 5 0,1 1-4 0,-2-1-1 16,-1 2 1-16,1 0-6 0,-1 0-1 0,-1 2-7 0,1 0-2 15,-1 0 2-15,-2 1-2 0,0 1-1 0,1 0 0 0,-2 2-7 0,-2 0 5 16,1 1-2-16,-2 1 1 0,-1 1 0 0,0 0 2 0,-1 3 3 0,-4 1 0 16,0 2 1-16,-3 1 1 0,-3 2 0 0,-1 2 0 0,-2 1 0 15,-4 2-6-15,-1 1 2 0,-4 4-5 0,-4-1-7 0,-2 6-3 0,-3-1-17 16,-4 3-9-16,-4 0-18 0,-5 2-20 0,-3 3-27 0,-6 1-27 0,-2 0-25 16,-3 0-12-16,-3 1-27 0,-3 0-46 0,-3 0-237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1:15:29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4967 7306 458 0,'-12'-10'413'0,"2"0"-311"0,-1-1 8 0,5 6-49 0,2 1-29 0,3 2-15 16,1-1-7-16,1 2-6 0,1 0 0 0,2-1-10 0,1 2-5 0,3 1-4 16,1 1-8-16,0 1 0 0,0 0 2 0,2 1 4 0,1 0 5 15,0 0 6-15,1-1 6 0,-1 0 1 0,0-1 6 0,0-1 3 0,3 0 2 16,0-1 8-16,1-1 5 0,3 0 4 0,-1 0 6 0,3-2 4 15,2 0 3-15,1-1-1 0,3-1-4 0,2-1-4 0,1-1-2 0,2 0-2 16,0-1 0-16,0 1-3 0,1 0-2 0,1-1-2 0,2 0-1 0,0 1-1 16,2 0-8-16,0 0 2 0,0 0-4 0,1 0 1 0,0 1 7 15,1-1-2-15,-1 2 0 0,0-1 2 0,3 1 0 0,-2 1 3 0,0 1 4 16,2 0 3-16,-2 3 5 0,1 1 2 0,0 1 6 0,0 2 2 0,0 2-7 16,1 2-1-16,-2 3-3 0,0 2-5 0,-1 2 0 0,-1 5-7 15,-1 1-1-15,0 4-7 0,1 2 0 0,0-3-5 0,-2-1-1 0,0-3 0 16,0-3-1-16,0-3 3 0,0-2 2 0,1-2 5 0,0-3-3 0,1 0 9 15,-1-2 1-15,-1-1 2 0,-1-1 9 0,-1-1 2 0,0-2-2 16,-1 0 2-16,0-2-2 0,-2 0-3 0,2-2 1 0,-3-1-1 0,2-1-4 16,-4 1-1-16,0-1-1 0,-1 0-1 0,1 1 0 0,-2 0 0 0,1 0-4 15,-1 1-6-15,-1-1 1 0,0-1-6 0,-2 1-5 0,2 0-1 16,-1-1-2-16,-1 1-2 0,0 0 4 0,-1 0 1 0,-3 1-3 0,0 0 2 16,-1 0-4-16,-4 2-5 0,0 0-1 0,-3 1-10 0,-2 2-20 15,-2 1-28-15,-3 1-69 0,-2 1-80 0,-3 3-107 0,-5 2-140 0,-4 1-48 16,-6 3-223-16</inkml:trace>
  <inkml:trace contextRef="#ctx0" brushRef="#br0" timeOffset="11500.49">17602 7444 271 0,'11'-14'9'0,"2"0"9"16,4-3 0-16,-1 5-2 0,4 3-3 0,2 1-2 0,2 2-2 0,3 0-2 15,-1 3-2-15,0 0 1 0,2 1-2 0,-1 0 0 0,0 2 0 16,0 0 1-16,-1 0 3 0,-2 1 2 0,2 1 3 0,0-1 3 0,1 1 0 16,0 1 1-16,0 0-2 0,0 2-1 0,0 0 1 0,1 1-3 0,1 1 1 15,3 1 2-15,-1-1 3 0,4 0 5 0,0 0 1 0,3-2 0 16,2-1 1-16,4 1 2 0,3-1 5 0,4-1 2 0,4-1 5 0,3-2 5 16,3 0 0-16,3-2 1 0,3-1 5 0,0 0-5 0,4-2 0 15,5 1-3-15,3 1-3 0,4-2 5 0,0 0 1 0,-1 0-6 0,-1 0 0 16,-1 0-8-16,0 0-3 0,1 0 3 0,0 2 4 0,4-1-3 0,0 1-2 15,3 1-1-15,2 2-2 0,1 0-5 0,0 1 3 0,0 0-2 16,-3 0-5-16,-4-1-2 0,-2-1-4 0,-2 0-4 0,-2 0-2 0,0-1 4 16,-2-1 1-16,-2-2 2 0,-3 0 1 0,-2-3 2 0,-5-2 4 15,-3-3 2-15,-3 0-3 0,-2-1-4 0,-3-2-7 0,1-1-10 0,0-2 1 16,0 0 5-16,-1-2 1 0,-1-1 2 0,-4 1 5 0,-2-2-1 0,-1-2 3 16,-4-2 1-16,-1-1-4 0,-1-2 4 0,-1-1-12 0,-1 1 5 15,-3-3 0-15,-2 0 1 0,-3 0 10 0,-2-4-5 0,-4 2 3 0,0-2-3 16,-4 1-10-16,-3-1 2 0,-2-3-3 0,-5 0-3 0,-3-1 4 15,-4-2-4-15,-3 1-2 0,-5-1-2 0,-3-1-6 0,-6 1 9 0,-1 1-3 16,-6-1-1-16,-3 0 3 0,-5 0-5 0,-6 1 0 0,-7-2 5 0,-6 2 2 16,-6-2-3-16,-7-2 5 0,-8 2-5 0,-6-1 0 0,-7 2 6 15,-4 0-4-15,-3 3 1 0,-1 4 0 0,0 0-3 0,-1 5 4 0,0 0-4 16,1 2 3-16,-2 1 2 0,1 1-2 0,-2 2 3 0,-1 0-3 0,0 3 1 16,-1-1-1-16,3 1 1 0,-1 1-2 0,2-1 0 0,1 0 3 15,0 0 0-15,0 1 1 0,-1 2-1 0,-3 3 1 0,-1 0-1 0,-3 2 2 16,-3 1 1-16,-1 3 5 0,-3 1-1 0,-3 1-2 0,-4 3-4 0,-4 1 4 15,-1 2 1-15,-1 3-2 0,0 1 1 0,0 2-5 0,2 1-1 16,-1 3 3-16,2 0 3 0,-1 0 1 0,0 2-7 0,0 0-1 0,2 1 6 16,3 0-1-16,2 1 4 0,1 0-5 0,1 1-2 0,1 1-4 15,-1 1 1-15,-1-2 4 0,-1 2-3 0,-2 1 3 0,2-2 0 0,2 1-6 16,2-1-2-16,3 1 4 0,4 0-5 0,2 0 9 0,2-1-1 0,4 1-4 16,2 0-2-16,5 0-1 0,1 0 4 0,7 1-5 0,4 0 3 15,5 2 2-15,4 0 0 0,2 2-1 0,1 2-2 0,1 0 0 0,1 3-5 16,1 1 0-16,2 4 4 0,3 0-4 0,5 2 6 0,4-1-1 0,3 2 0 15,5 0 1-15,2 2 0 0,5 0-1 0,2 1 1 0,7 1-3 16,2-2-3-16,4 2 2 0,4 0 0 0,3 1 0 0,3 1 1 0,3-1-11 16,4 1 6-16,3-2 6 0,4 1-2 0,2 0 9 0,4-1-2 0,2 1-2 15,3-3-1-15,1-1 0 0,3 1 0 0,2-3-1 0,-1-1 3 16,3-4 5-16,0-1-4 0,2-1 7 0,2-1 0 0,2-1-6 0,1-1 9 16,1 0-3-16,1 0 1 0,0-1 1 0,2 1-9 0,3-2 5 15,0 0-2-15,4 0-2 0,0 0 5 0,2 0-2 0,2-1-1 0,-2 1 3 16,3-1-4-16,3 1 5 0,5-1 0 0,6-1-2 0,5 0 0 0,3-1-3 15,4 1-1-15,-1-1 2 0,5 2 1 0,2 2 1 0,4 0-1 16,1 1 0-16,1 0 0 0,-3-1-2 0,1 2 4 0,0-1-4 0,1 3 7 16,4 1-2-16,0 0-1 0,-3 2 2 0,-1-1-5 0,-4 0-4 15,0-2 4-15,2 1 3 0,6-1-4 0,6 0 11 0,9 1-5 0,1-1-3 16,-1 2 4-16,-2-2-9 0,-3-2 0 0,-4-1 3 0,-3-4-4 0,-2 1 2 16,-3-4 2-16,0-2-2 0,-4-2 5 0,-2-4 2 0,-6-1-4 15,-7-3-3-15,-2-1-3 0,-1 0-13 0,-2 1-14 0,-2 2-47 0,-7 4-187 16,-6 5-252-16,-5 6-384 0</inkml:trace>
  <inkml:trace contextRef="#ctx0" brushRef="#br0" timeOffset="21202.05">4249 8223 893 0,'-11'-4'106'0,"0"1"-30"0,1 1-22 0,5 1-33 0,3 1-11 15,1 1-7-15,0 0-8 0,1-1-16 0,-1 1-28 0,1-1-41 0,0 0-20 16,0 1-19-16,1 0 2 0,-1 1 18 0,0 1 16 0,-1 2 25 16,-1 0 21-16,-2 1 18 0,-1 1 13 0,-4-1 8 0,-1 1 7 0,-1-1 2 15,-3 1 2-15,-1-2 2 0,1 3 6 0,0-1 6 0,-3 0 7 0,1 0 7 16,-1-3 5-16,3 0 6 0,1-3 2 0,0 0-1 0,0-3-8 15,3 0-9-15,2-3-7 0,0-1-9 0,3-2-1 0,0 0-4 0,2-1-2 16,2-1-2-16,0-1-2 0,1-1 1 0,2 1 5 0,0-1 3 0,2 0 5 16,1 0 4-16,1-2 5 0,4 0 7 0,-2 0 6 0,3 2 6 15,1-2 3-15,1 1-4 0,2 1-5 0,1 0-7 0,2 1-7 0,3 0-1 16,0 0 1-16,3 1-2 0,2 0 2 0,4 1-3 0,2 0 2 16,4-1-2-16,3 0 1 0,1 0 0 0,5-1 0 0,2 0-1 0,3-1 0 15,6 1 3-15,0-2-3 0,3 0-2 0,2 1-2 0,-1 0-5 0,3 1-10 16,0 1 0-16,0 2 0 0,0 1-5 0,-2 1 6 0,0 3 1 15,-2 1-1-15,-1 1 0 0,-3 1 3 0,-1 0-4 0,-2 1 1 0,-3 1 4 16,-1 2-4-16,-2 1 2 0,-2 1 3 0,-3 1 0 0,0 1 8 16,-3 2 1-16,-2 1 1 0,-1 0 4 0,-3 2-1 0,-1 0 2 0,-3 2 6 15,-2 0-4-15,-4 1 6 0,-2 1 3 0,-4 2-1 0,-3 0 2 0,-3 3 0 16,-4 1-4-16,-2 1-6 0,-4 1-3 0,-4 1-7 0,-4 1-8 0,-5 1-3 16,-5 3-2-16,-7-1-1 0,-6 2-3 0,-6 0-10 0,-4-1-5 15,-3-3-5-15,-4-2 5 0,-3-3 7 0,-1-4 6 0,-2 0 8 16,-2-3 3-16,-1-3 2 0,-2-3 0 0,1-1-5 0,0-4 3 0,2-1 0 15,1-4 5-15,3-4 4 0,5-2 5 0,5-4 2 0,4-1-6 0,2-3 0 16,5-1-5-16,1-1-2 0,4 2-2 0,1-2-3 0,3 1-8 0,5 1 2 16,1 2-2-16,4 0-8 0,3 2-12 0,2 2-24 0,3 2-34 15,2 2-36-15,2 2-39 0,2 0-13 0,3 1-1 0,3-1 4 0,4 1 9 16,2 0 19-16,4 0-175 0</inkml:trace>
  <inkml:trace contextRef="#ctx0" brushRef="#br0" timeOffset="25335.17">25236 3868 2520 0,'-16'9'11'0,"2"4"-12"0,-2 6-4 0,7 2 0 0,4-2 4 0,2 2 1 16,-1 1 0-16,1 1 3 0,-2 1-1 0,0 2 7 0,-1 3 0 0,-2 4 1 15,0 4-2-15,-1 2-2 0,0 3-3 0,0 3-1 0,-1 3 3 16,2 4-10-16,-1 4-1 0,1 4-7 0,0 5 3 0,1 4-2 0,0 7 4 16,-1 3 6-16,1 5 2 0,1 3 4 0,0 2-14 0,2 5 5 15,-1 2-2-15,1 4 5 0,1 4 11 0,-1 3 6 0,1 4-6 0,-1 2 5 16,-1 5 8-16,1 2-1 0,-1 4 9 0,-1 3-6 0,0 3-1 0,-2 5-4 16,-1 2-1-16,-2 3-10 0,-2 4 2 0,-2 4 0 0,0 0 0 15,-2 5-4-15,0 2 2 0,0 2-1 0,-3 0 0 0,-1 1-2 0,-1 3-1 16,-1 0 0-16,-1 4 1 0,3-1 6 0,0 1-7 0,0-1-3 0,3 0 1 15,1-3 6-15,2-3 4 0,2 0-2 0,3-6-2 0,1-3-3 16,2-3 5-16,1-6 10 0,3-3 2 0,2-3 3 0,1-5-8 0,1-4-3 16,2-7 5-16,1-4 1 0,2-5 4 0,1-6-2 0,1-3-4 0,-1-7-3 15,2-4 3-15,0-5-4 0,1-3 3 0,2-3 4 0,1-4 5 16,1-5 8-16,1-6 3 0,2-4 10 0,1-4-4 0,3-6-2 0,1-5 3 16,1-4-11-16,3-4-5 0,2-5-4 0,2-4-2 0,3-4 8 15,4-6-8-15,3-2-1 0,4-6-12 0,3-4-15 0,2-6 8 0,3-5 6 16,4-4-10-16,4-4 2 0,5-2-9 0,2-5-3 0,4-3 9 0,2-3-5 15,3-3 10-15,4-2-6 0,1-3-3 0,0 0 7 0,3-1-8 16,3-1 6-16,2 0 1 0,4-2 6 0,3-1 6 0,3 1-5 0,5 1 7 16,3 1-13-16,2-2 6 0,6 2 5 0,2 0 4 0,5 0 2 0,2 5-8 15,5-1-3-15,3 3 2 0,1-1 1 0,2 3 2 0,0-1-1 16,4 3 9-16,2 1-4 0,0 2 4 0,-1 3-2 0,1 0-13 0,-1 2 10 16,-1 3-5-16,2 1 5 0,1 1-8 0,-1 2 3 0,2 1 5 0,-2 3 3 15,-1 0 7-15,3 3-1 0,0 1-2 0,-2 2 3 0,0 1 2 16,-3 2-1-16,-2 2 5 0,0 2 0 0,-3 1 2 0,-1 1-22 0,-2 1-10 15,-4 2 0-15,-1 1 0 0,-4 1 0 0,-4 0 0 0,-1 1 0 16,-7 1 0-16,-57-7 0 0,12 1 0 0,-4 0 0 0,10 1 0 0,-3 0 0 16,7 1 0-16,-4 0 0 0,5 1 0 0,-5-2 0 0,-5-1 0 0,-6-2 0 15,-6-2 0-15,-31-3 0 0,2-2-141 0,-3 0-118 0,1-1-79 16,-2-2-84-16,-1-1-138 0,-1-1-155 0,-1-3 24 0,-3 0-51 0</inkml:trace>
  <inkml:trace contextRef="#ctx0" brushRef="#br0" timeOffset="25584.7">31914 10757 3372 0,'13'12'67'0,"5"0"-36"0,7 6-34 0,6 0-8 16,-13-9 40-16,5 2-1 0,0 0 1 0,7 4 11 0,2 1-22 0,4 2 20 15,-2 0 15-15,5 4 14 0,1 1-8 0,-1-1-2 0,-2 2-5 16,0 0-10-16,-2 1-11 0,1 0-9 0,-2-2-8 0,1 2-6 0,-3-3 6 15,0 1-6-15,-2 0-4 0,-1-2 22 0,-3 1-26 0,-1 0 0 0,-4-1 0 16,-2 2 0-16,-4-1 0 0,-4 2 0 0,-2-1 0 0,-5 0 0 16,-2 1 0-16,-5 0 0 0,-1-1 0 0,-4 0-114 0,-4-1-19 0,-3-1-22 15,-6-1 76-15,-1-3-57 0,-5-1-52 0,-2-2-108 0,-6-4-189 16,-4-3-289-16,-6-6-249 0</inkml:trace>
  <inkml:trace contextRef="#ctx0" brushRef="#br0" timeOffset="26167.65">25510 8779 1175 0,'2'5'153'0,"1"0"-80"0,2 4-22 0,2 0 9 0,0 1 18 15,1-2 18-15,0 2 12 0,-2 0 2 0,1 1-7 0,-1-1-15 16,0 1-11-16,0 0 0 0,-2 2-4 0,0 1-6 0,0 0-9 0,1 0-16 16,-1-1-12-16,1 0-5 0,0 0-9 0,1 0-5 0,-1-2-3 0,1-1-3 15,-1-1 4-15,-1-1-1 0,2-2-3 0,-2-1 1 0,2-1 1 16,0-2 1-16,0-1 3 0,0-1-1 0,1-3 4 0,0-1 1 0,0-2 6 15,1-2-5-15,-2-3 0 0,3-2 2 0,-1-2-8 0,1-2 0 0,1-2-3 16,0-2-7-16,0-2-4 0,0 0 8 0,1-1-1 0,-1-2 5 16,0 1 2-16,-1-2-3 0,-2 1 1 0,-2 0 0 0,-2 0 5 0,-1 2 6 15,-1 0-3-15,-3 2 1 0,0 0-5 0,-4 1-4 0,-2 2 1 16,-3 0-4-16,-2 1 2 0,-2 3-1 0,-1 3 3 0,-3 3-9 0,-1 3-5 16,0 3-4-16,-3 3-9 0,-1 2 1 0,1 3-3 0,-2 2-7 0,0 3 2 15,0 1 0-15,-1 4 1 0,3 1 6 0,-1 2-4 0,3-1-1 16,0 0-4-16,1 1-9 0,2-3-8 0,3 1-9 0,2-3-17 0,4-1-29 15,4-3-43-15,1-2-65 0,3-2-79 0,3-3-73 0,2-2-31 0,3-2 32 16,4-4 92-16,3-2-52 0</inkml:trace>
  <inkml:trace contextRef="#ctx0" brushRef="#br0" timeOffset="26467.65">26374 7861 2364 0,'4'-10'124'0,"2"1"-134"0,2-2-32 0,1 2-4 0,-1 4 20 15,0 2 5-15,-1 1 20 0,-2 3 5 0,-3 1 8 0,-3 3 17 0,-2 0 10 16,-2 2 7-16,-1 2-1 0,-1 1-7 0,-2 3-16 0,1 0-7 16,-2 2-6-16,2 2-12 0,0 2-7 0,0 0-9 0,0 1-3 0,-1-1 2 15,0 0 7-15,1-2-1 0,1-2-5 0,3-3-5 0,0-2-10 16,3-2-5-16,1-2-9 0,3-3-3 0,1-2 3 0,2-3 10 0,3-3 11 16,1-2 23-16,2-4 8 0,2-2 13 0,0-3 7 0,2-4-7 0,1-2-6 15,1-1 0-15,-2-3-5 0,2 0 0 0,0-2 3 0,0 0 4 16,0 2 2-16,-1-3 9 0,-2 2 5 0,-2-1 3 0,-1 0 9 0,-1-1-4 15,-3 2 7-15,-1 0 9 0,-3 1 3 0,-2 1 2 0,-3 0-3 0,-1 0-10 16,-2-1-7-16,-2 2-2 0,-1 0-6 0,-2 2-5 0,0 3-3 16,-1 1-6-16,2 2-6 0,-3 2-12 0,-2 3-6 0,-1 2-16 0,-2 1-15 15,-1 3-11-15,-2 1-11 0,0 3-6 0,-1 1-10 0,-2 3-16 16,1 1-66-16,1 2-54 0,0 1-84 0,1 0-107 0,3-3-38 0,2 1 27 16,3-1-72-16</inkml:trace>
  <inkml:trace contextRef="#ctx0" brushRef="#br0" timeOffset="26785.69">27653 6489 3087 0,'14'6'-55'0,"3"2"-25"0,7 3-3 0,-2 3 35 15,0-2 26-15,-2 0 21 0,-3 0 4 0,-1 0-1 0,-3-1 6 16,-3 0 3-16,0-3 6 0,-2-1 11 0,1-2 8 0,0-1 1 0,1-1 4 15,0-3-5-15,0 0-7 0,-1-3-1 0,1-1-2 0,0-1 2 0,0-1 1 16,-1-1-2-16,-1-1-3 0,-1-2-4 0,-2 0-8 0,0 0 1 16,-1-1-4-16,0-1-7 0,-1-1-1 0,0-1-1 0,-2-1-3 0,0-1-6 15,-1-2-2-15,-2 0 1 0,-1 1-3 0,-1-2 10 0,-1 1-13 16,-1-1 3-16,-2 1 8 0,-3-1-2 0,0 2 10 0,-2-1-3 0,0 0-14 16,1 0-5-16,-3 3-11 0,-1 0-10 0,0 3-3 0,0 2-3 0,-2 3 2 15,-2 1 6-15,-1 4 8 0,-3 1 2 0,0 2 1 0,-1 2 1 16,-1 2-4-16,1 2-3 0,0 2-3 0,1 1-7 0,3 1-8 0,1 1-18 15,2 1-42-15,4 1-72 0,0 1-125 0,1-1-117 0,2-2-51 0,1-1 56 16,4 0-65-16</inkml:trace>
  <inkml:trace contextRef="#ctx0" brushRef="#br0" timeOffset="27084.45">29200 5801 2120 0,'18'4'520'0,"2"3"-646"16,6 4-16-16,1 0 7 0,-5 1 40 0,1 0 45 0,-1-1 40 0,-3-2 17 15,-1-1 7-15,-2-2 24 0,-3-3 23 0,-2 1 22 0,1-3 15 16,-1 0 0-16,0-2-13 0,0 0-13 0,-1-1-16 0,1-2-10 0,-1 2-10 16,-2-3 12-16,-3 0 4 0,-1-1 3 0,-1-1-2 0,-2-1-10 0,0-1-5 15,-1-1-2-15,0 0-4 0,-1-2-6 0,0 0-5 0,0-1-12 0,1-1 0 16,-1 0-6-16,1-4 1 0,-1 0 14 0,1-2-2 0,0-2 1 15,0-1 10-15,0-2-16 0,0-1-4 0,-1 0 0 0,-2 0-14 0,-1 2 0 16,-2 2-2-16,-2-1-11 0,-3 3-8 0,0 1-8 0,-3 1-9 16,-3 3-3-16,-1 2 1 0,-3 2 3 0,-4 2-1 0,0 2-1 0,-5 2-6 15,-1 3-8-15,0 1-22 0,-4 1-38 0,-1 2-57 0,0 1-93 0,-1 2-131 16,2 0-84-16,0 2-9 0,0 0-107 0</inkml:trace>
  <inkml:trace contextRef="#ctx0" brushRef="#br0" timeOffset="27917.91">26310 10635 2672 0,'6'9'60'15,"5"2"-37"-15,5 5-40 0,4 1-12 0,1-1 6 0,3 1 4 0,-1 2 4 16,-1-2 4-16,0 1 6 0,-2-3 2 0,-4 0-2 0,0 0 10 0,-2-2 0 15,1-3-5-15,-2 0 0 0,2-3-3 0,0-1-10 0,0-3 0 16,0-1-4-16,0-2 5 0,0 0 9 0,-1-3 14 0,-3-3 17 0,1-4 10 16,-3-3 9-16,1-1-5 0,0-4 4 0,-2-1-6 0,0-1-7 0,-2-3 3 15,-2-2-11-15,-1 0-3 0,-3-1-2 0,-1 0-4 0,-2-1 3 16,-3 2 3-16,0-2 2 0,-3 1 4 0,-2 0-1 0,-1-3 1 0,-1 1 7 16,-1 0-10-16,-2 1-13 0,-2 2 1 0,0 2-13 0,1 2-2 15,-2 1 6-15,-1 2-8 0,2 4-7 0,-3 3-5 0,-1 4-12 0,-1 2-7 16,-2 3 0-16,-1 2 1 0,1 3-4 0,-1 3-7 0,2 3-21 0,-1 2-14 15,2 2-22-15,0 1-41 0,1 1-46 0,4 1-73 0,0-2-115 16,3 0-88-16,2-1-23 0,3-2-137 0</inkml:trace>
  <inkml:trace contextRef="#ctx0" brushRef="#br0" timeOffset="28234.92">27400 9860 3481 0,'2'19'21'0,"2"4"-29"0,2 6-16 16,2 0-3-16,1-2 14 0,1 0 6 0,-2 2 3 0,0-3 2 0,-4-1-3 15,-2-4-10-15,-3-1 8 0,-1-2 3 0,1-3 4 0,0-2 17 16,2-2-12-16,0-3-3 0,1-3-6 0,1-2-5 0,1-3-2 0,0-2-2 16,0-2 3-16,1-3 0 0,0-2 9 0,1-2-16 0,1-2 12 15,0-2 0-15,1-2-6 0,1-2 11 0,-1-1-13 0,1-3 1 0,1-1 1 16,0-2 5-16,0-1 6 0,-1 0-1 0,0-2 4 0,-2 0 13 0,-1-2 4 15,-1-1 0-15,-1-1 3 0,-2 1-10 0,-2 1-4 0,-1 2-11 16,-1-1 4-16,-1 3-5 0,-3 1-1 0,0 4 9 0,-3 0-3 0,-4 3-4 16,-1 3-7-16,-4 2-16 0,-1 3-11 0,-5 2 4 0,-2 3-2 0,-2 2-2 15,-1 3-2-15,1 2-27 0,-1 4-3 0,1 3 14 0,0 1-11 16,3 3-19-16,0 0-49 0,5 1-62 0,0 0-67 0,4 0-77 0,2-1-65 16,3-1-19-16,3-2 27 0,2 0 38 0,4-2 71 0</inkml:trace>
  <inkml:trace contextRef="#ctx0" brushRef="#br0" timeOffset="28519.43">28168 9280 3036 0,'8'9'25'0,"4"1"-44"0,5 3-18 0,-1 0 16 0,1 0 16 16,0 1 8-16,-3-1 6 0,-1-1 8 0,-3 0 5 0,-1-2 9 15,-2-2 6-15,-1-1 0 0,1-3 1 0,-1-1 1 0,2-3-9 0,1-2-8 16,0-3-8-16,2-3-7 0,0-2 0 0,0-3 0 0,0-3-5 0,1-2-4 15,-2-3-5-15,1-1-7 0,-2-2 0 0,0-2-1 0,-1-2-4 16,0-1 1-16,0 1 2 0,-1-2-3 0,-1 3 1 0,-1-2 4 0,-1 0 2 16,-2-1 5-16,-1 0 3 0,0-1 4 0,-1 0-7 0,-1-1 16 0,-1 1 0 15,0-2-6-15,-1 2 11 0,1-1-14 0,-1 3-7 0,-1 2-1 16,0 5 2-16,-2 3-6 0,0 4 12 0,-3 3-2 0,0 2-8 0,-2 4-1 16,-2 0-11-16,-2 2-11 0,-1 2-10 0,-1 3-11 0,-2 2-12 0,-2 2-4 15,0 2-1-15,-2 2 0 0,-2 2-13 0,1 1-1 0,-2 0-12 16,0 1-16-16,0-1-14 0,3 0-49 0,1-1-84 0,1-1-91 0,5-2-54 15,2-3 34-15,4-4-105 0</inkml:trace>
  <inkml:trace contextRef="#ctx0" brushRef="#br0" timeOffset="28852.43">29279 8004 2854 0,'17'7'408'15,"3"0"-428"-15,7 2-6 0,-1 0-6 0,1 1 18 0,-1-1 10 0,-2 1 2 16,-2 0 4-16,-4 0 0 0,-2 0 3 0,-3 0 4 0,-2 0 5 16,-2-1 0-16,-1-1-1 0,-1-1-4 0,0 0-2 0,1-2-4 0,0-1-1 15,0-1 2-15,-1-1-4 0,0-1 5 0,-1 0 2 0,0-2-2 16,-2-1-1-16,1-1-8 0,0 0-8 0,-1-1-6 0,1-3 4 0,1 0-6 16,0-3 1-16,0-1 0 0,-1-3-9 0,3 0 5 0,-1-3 4 0,-1-1 8 15,2-2 8-15,-2-1 6 0,1-4-3 0,0-2-3 0,-1-3-4 16,0-3-12-16,0-3-2 0,-2 0 1 0,0-2-6 0,-2-4 0 0,0-3-6 15,0-1 10-15,-2-3-3 0,-1 1 1 0,-1 1 4 0,-1 0-13 0,0 4 0 16,-3 1-1-16,-1 4 3 0,-2 3 8 0,-3 4 13 0,-2 3 12 16,-3 7 8-16,-4 2 3 0,-1 5-7 0,0 3-7 0,-2 5-11 0,0 3-15 15,0 3-10-15,0 2-6 0,1 2-6 0,-2 3-5 0,1 2-1 16,1 2-14-16,-1 1-18 0,2 0-50 0,1-1-75 0,0 1-69 0,3-2-44 16,1 1 1-16,3-3 27 0,2-1 53 0,2-2-117 0</inkml:trace>
  <inkml:trace contextRef="#ctx0" brushRef="#br0" timeOffset="29189">30477 6223 2690 0,'18'1'27'0,"4"2"-75"16,4 1-4-16,-1 2 25 0,-5 2 19 0,1 1 13 0,-2 0 3 0,-2 2 6 15,-2-1 13-15,-2 0 20 0,-2 0 26 0,0-1 15 0,-1-2 1 16,-2 0-10-16,1-1-19 0,-1-2-22 0,1-1 2 0,0-1-10 0,-1-2 13 16,-1-1 10-16,0-2-10 0,1-1 11 0,-1-2-17 0,-1 1-37 0,4-5-249 15,-3-3-3-15,5-3-5 0,-1-5 6 0,-1 2 233 0,7-3-1 16,-8-2-3-16,8-2 1 0,-3-3-6 0,0-1 6 0,6-2-3 0,-6-1 3 16,2-2 1-16,3-1 1 0,-5 1 0 0,6 0 3 0,-5 0 1 15,0-1 2-15,4 0 3 0,-10 0 0 0,5-1 7 0,-4 1 3 0,-4 1 7 16,0 1 0-16,-9 3-4 0,-1 4 2 0,-2 3-7 0,-8 5-6 0,4 3-2 15,-5 4-12-15,-4 4-2 0,1 4-2 0,-6 3-6 0,0 5 0 16,1 1 0-16,-7 5-21 0,6 2-6 0,-7 3-39 0,2 2-71 0,2 1-106 16,-7 1-118-16,10 0-24 0,-8-1 11 0</inkml:trace>
  <inkml:trace contextRef="#ctx0" brushRef="#br0" timeOffset="30753.61">31222 10368 509 0,'-2'1'249'0,"0"1"-178"0,-1 0-37 16,2 1-20-16,0 1-9 0,0-1-4 0,1 0 1 0,-2 1 3 0,0 0 5 16,-1 1 8-16,-1 1 11 0,-1-2 10 0,2-1 13 0,-3 1 2 0,0 0-1 15,0 0-3-15,-1 0-6 0,2-1-2 0,0-1-1 0,0 1 2 0,0-1 2 16,0-1-3-16,1 1-1 0,0-2-6 0,1 1-11 0,0-1-1 15,0 0-3-15,1-1-3 0,0-1 4 0,1 1-5 0,0 0-1 0,0 1-2 16,0-1 0-16,0 0-7 0,1 0 1 0,0 1-6 0,0 0 0 16,1 0-1-16,0 2-1 0,0 0 0 0,1 1-1 0,1 0 2 0,-1 1-1 15,2 1-5-15,1 0-7 0,2 0-4 0,1 1 3 0,0-1-5 0,3 0-2 16,0 1 1-16,2 0-7 0,0-1 1 0,1 1 0 0,2-1-3 16,1-1 10-16,1 0 3 0,1-1 12 0,0 0 10 0,0-1 6 0,2 0 12 15,0-1 6-15,-1 0 21 0,1-1 11 0,-1 0 9 0,-1-1 7 16,0-1-6-16,0 0 0 0,-2 0-2 0,0-2-4 0,0 0-4 0,0 0-3 15,-2-2 2-15,1-1 1 0,-2 1 1 0,-1-2-1 0,-2-1 1 0,0 1-2 16,-1-3 0-16,-2-2-3 0,0 0-10 0,1-2-4 0,-2 2-11 16,-2-2 0-16,-1-1-1 0,-2 0-5 0,0 1-2 0,0-2-6 0,-3 1 3 15,-1 0 0-15,-1-1 4 0,-2 0-8 0,2 0-9 0,-4 3-2 0,-1 0 0 16,-2 0-6-16,-2 1 3 0,1 0-6 0,-3 3-5 0,-1 0-8 16,-2 1-4-16,-2 2-5 0,-1 1-7 0,-2 2 8 0,-2 1-6 0,0 3-5 15,-2 1-19-15,0 0-26 0,-2 2-39 0,1 1-56 0,-2 2-75 16,0 0-134-16,-1 2-128 0,2 0-18 0,2 0-77 0</inkml:trace>
  <inkml:trace contextRef="#ctx0" brushRef="#br0" timeOffset="31903.19">32815 3113 1048 0,'1'3'320'15,"0"-1"-358"-15,0 0 2 0,2 2 13 0,-1 0 17 0,2 2 4 0,0-1-5 16,2 1 6-16,-1 0 6 0,2 2 3 0,1-1 12 0,0 0 1 0,2 1-2 15,0-1 3-15,0 0-2 0,0-1-3 0,2-1 6 0,1 0 0 16,-1-2 5-16,1 0 3 0,-1-2-3 0,2-1-9 0,-1 0-3 0,0-2-3 16,0-1-10-16,0-1 0 0,0 0 0 0,0-1-4 0,0-1 7 0,-1-1 4 15,1-1-2-15,0-1 11 0,-1 0 3 0,-1-1 3 0,1 0-4 16,-2-1-1-16,0-1-2 0,-1-1 0 0,1 0 4 0,-2 0 2 0,0 0 4 16,-2-2 0-16,0 1-1 0,-1-1-1 0,1 2-7 0,-2-2 0 15,-1 1-1-15,1 1-6 0,-2 0-6 0,-1 0-5 0,0 1-8 0,-1 1-9 16,0 1-10-16,-1 2-11 0,-2 0-4 0,0 2-1 0,-1 0-6 0,-1 3-10 15,-2 1-30-15,-2 2-77 0,-1 1-81 0,-1 2-45 0,-3 1-7 16,-2 2 67-16,0 1-69 0</inkml:trace>
  <inkml:trace contextRef="#ctx0" brushRef="#br0" timeOffset="40852.11">17008 8481 208 0,'-6'-8'29'16,"2"1"-10"-16,-2 0-5 0,2 2-6 0,2 2-4 0,0 0-4 0,1 1-5 16,0-1-5-16,-2 0-1 0,2 1-1 0,-2 0 3 0,0 0 5 0,-1 0 2 15,-2 0 1-15,1 0 2 0,0 0 0 0,-1 1 2 0,0 0 2 16,0-1 2-16,-2 1 2 0,3-1 3 0,-2 0-2 0,0 0 2 0,1 1 1 15,0-2 1-15,1 2 3 0,-1-2 1 0,0 1 1 0,2-1-1 16,-1 1-2-16,1 0-1 0,1 0-2 0,1 1-1 0,-1-1-2 0,1-1-3 16,1 0 0-16,1 0-1 0,0 0-3 0,1 0 0 0,0-2-1 0,1 1 0 15,0 1 3-15,0 0 4 0,0 1 4 0,1 1 4 0,1 0 6 16,-1 1 3-16,1 0 6 0,1 1 4 0,1 0-1 0,2 2 0 0,0-1 2 16,1 2-3-16,1 1-3 0,3 1 3 0,-1-1 0 0,1 1 10 0,0-2 1 15,0 1-1-15,2 1-9 0,1 1-14 0,1 2-4 0,2 1-7 16,2 3 1-16,2 0-5 0,-1 0 0 0,0 1 0 0,-1 0-1 0,-1-2-3 15,2-2 1-15,0-1 1 0,1-1-2 0,1 0 7 0,0-3-5 16,-1 1-1-16,0-1 2 0,-1-2 1 0,0-1-2 0,0-1 5 0,1-1-4 16,0-1 0-16,0-2 3 0,2-2-3 0,0-2 2 0,0-2 1 0,1-1-3 15,-1-2 2-15,1-1-1 0,-1-2 0 0,1-2 2 0,0 1-3 16,-1 2 3-16,-1-1 1 0,-2 0 0 0,0 0 2 0,1 2 0 0,-1-1 3 16,1-1 5-16,2 0 5 0,-3 3 9 0,2-1 9 0,-2 2 13 0,0 3 6 15,0 1-1-15,-2 3-7 0,1 1-15 0,1 3-9 0,-2 1-5 16,2 2-7-16,-1 1-1 0,-1 1-5 0,3 2 1 0,0 1-3 0,0 1-1 15,2-2 0-15,0-2-1 0,3 1-2 0,0-2 0 0,1-1-1 16,1-2-1-16,-1 0 3 0,0-2-5 0,-1-2-1 0,1-2 3 0,-2-1-3 16,0 0 4-16,-1-2-2 0,-2-1 1 0,-1 0 0 0,-1-1 1 0,1 0 0 15,-1-1 1-15,2 0-2 0,-1-1 1 0,0-1 2 0,1 1-5 16,0 1 10-16,1 2-1 0,1 0 1 0,0 1 2 0,-1 0-4 0,0 1-1 16,2 2 3-16,-1 2-2 0,0 2-2 0,3 2 0 0,-1 3-3 0,3 0 3 15,2 3-4-15,1 1-5 0,0-1-2 0,-1 1 0 0,1-2 7 16,-1-2 2-16,2 0 4 0,1-2-4 0,0-2 1 0,0 0 0 0,-2-2-4 15,-2 0 4-15,-3-1 1 0,0 1-3 0,-2-1 1 0,-4-1-1 16,1 2 7-16,-2-1-3 0,0 0 9 0,1 0 1 0,-1-3-9 0,2 1 10 16,1-1-9-16,0-1 0 0,0-1-4 0,-1 0 1 0,1 1-1 0,-1-1-3 15,1 1 5-15,1-1-8 0,-2 0 4 0,0 1-3 0,-1 1-1 16,-1 0 2-16,-2 2-4 0,-1 2-5 0,-2 0-5 0,0 1-12 0,-3 1-29 16,-1 2-95-16,-1 0-152 0,-1 1-153 0,-1 3-94 0,0-1 1 0</inkml:trace>
  <inkml:trace contextRef="#ctx0" brushRef="#br0" timeOffset="43385.51">6657 9162 484 0,'-10'-10'127'0,"0"-3"-90"0,-2-3-32 0,4-2-2 16,0 2-1-16,3 1 0 0,0 3 2 0,1-2-4 0,-1 2 0 16,1 0 1-16,-1 1 0 0,0 1 0 0,1 0 2 0,-1-1 0 0,2 0 2 15,0-1 2-15,0 0 6 0,1 1 8 0,-1-1 9 0,1-1 12 16,3 1 0-16,1-2-3 0,1 1-7 0,2-1-8 0,2 0-2 0,0 1-2 15,3 2-2-15,0-2-1 0,4 1 1 0,1-1-5 0,3 0 0 0,4 1-5 16,1-1 2-16,7-1 1 0,5-1 1 0,5 0 0 0,6-2-3 16,3-1-3-16,8-1-2 0,3 0 1 0,5 1 5 0,5-2-1 0,2 2 3 15,4-2 0-15,3 0 6 0,2 3 2 0,2-1 14 0,0 1 12 0,3 3 7 16,0 3 8-16,2-1-5 0,1 2-10 0,1 0-13 0,-1 1-10 16,-1 0-7-16,-1 1-4 0,-2 1 2 0,-1-1-5 0,-2 1 1 0,-3-2-2 15,-2 0-3-15,1-1 3 0,-4 1-4 0,2 1 1 0,-2-1 0 0,0 2-2 16,-1 1 3-16,-1 1 5 0,0 2 0 0,1 1 12 0,-2 3 7 15,-1 2 4-15,-2 3 3 0,-1 4-6 0,-3 3-1 0,1 3-6 0,-3 5-2 16,-2 3-3-16,-2 4-1 0,-2 7 10 0,-3 4-2 0,-4 5 2 16,-3 4 1-16,-4 5-8 0,-2 2-5 0,-5 4-8 0,-4 4 1 0,-5 3 0 15,-2 1-5-15,-6 6 3 0,-4 0-4 0,-3 1-6 0,-3 2 3 0,-3-2-1 16,-4-1 2-16,-2 0 2 0,-2-2 1 0,-3-4 1 0,-3 0-5 16,-2 0 0-16,-1-3-2 0,-3-2 1 0,-2-2 1 0,-3-1 0 0,-2-4-9 15,-5-2 16-15,-1-2 2 0,-4-2 3 0,-2-2 11 0,-5-1-11 16,-2-2 2-16,-3-2 10 0,-2-1-2 0,-5-4 8 0,-2-3 2 0,-2-4-10 15,-3-2-2-15,-3-3-2 0,-2-1 8 0,-1-4-1 0,-3-2 3 0,0-3-3 16,-2-3-7-16,-4-5 9 0,-1-2 5 0,-4-4-2 0,-1-4 3 16,-2-4-1-16,-2-3-2 0,-1-4-6 0,-3-5-8 0,-1-2-4 0,1-4-7 15,-2-3 0-15,2-2-1 0,-1-4-5 0,1-4 4 0,1-3 0 0,1-4-4 16,4-3-1-16,2-2-9 0,5-4-27 0,4-3 4 0,5-4-8 16,2-3 1-16,5-1 6 0,5-2-20 0,6-2-18 0,6 0-22 0,4 0-3 15,5 2-5-15,2 4-9 0,6 1 6 0,1 5-15 0,3 3-11 0,0 7 15 16,-1 4-116-16,1 5-69 0,-2 2-46 0,-1 2-173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1:16:25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6745 4449 1477 0,'-19'-26'51'0,"1"0"-20"15,-4-3-4-15,10 10 1 0,4 9-12 0,2 3-2 0,2 4-6 0,2 3-12 16,1 2-5-16,1 4-4 0,1 5-2 0,0 5 4 0,0 5 0 0,-1 5-4 16,0 5 4-16,-1 4 6 0,-3 2 3 0,0 4 6 0,-1 2 0 15,-2 0 0-15,0 3-2 0,-1 0-1 0,1 2 4 0,-1-2-5 0,-1 0 3 16,-1-1-3-16,2 0-6 0,-1-1-1 0,1-2-4 0,2 0 10 0,-1-3 1 16,0 0 4-16,0-2 2 0,1-2-7 0,-1-3-1 0,1-5 1 15,1-1-1-15,1-4 0 0,0-2 2 0,1-2 0 0,0-4 2 0,2-5-1 16,1-2-4-16,0-4 3 0,0-2 2 0,0-1-5 0,0-1 4 15,0-1-3-15,0-2-9 0,-1-3-16 0,0-1-48 0,2-4-45 0,0-2-51 16,-1-1-18-16,1 1 13 0,-1-2 12 0,0 1 20 0,0 0 22 0,-1-1-157 16</inkml:trace>
  <inkml:trace contextRef="#ctx0" brushRef="#br0" timeOffset="416.54">6011 4621 1029 0,'2'-31'140'15,"4"-3"-125"-15,5-7 1 0,6 7 10 0,4 3-3 0,2 1 8 0,5 0 2 16,1 1-6-16,4-1-2 0,1 4-5 0,3 1-7 0,3 2-5 0,1 3-2 16,2 1-3-16,2 2 2 0,0 2-2 0,1 2-2 0,-2 1 5 15,1 0-2-15,-1 1 3 0,-1 2 2 0,3 2-4 0,0 3 2 0,-1 2-4 16,-1 2 3-16,1 3-2 0,-1 2-4 0,-2 4 2 0,2 2-3 15,-2 1 1-15,0 1 1 0,-1 0-2 0,0 3 0 0,-3 2-3 0,1 2 3 16,-3 0-4-16,0 4 2 0,-1 1-2 0,-3 3 1 0,0 2 3 16,-4 1-2-16,-1-1-2 0,-3-1 0 0,-2 0 3 0,-2-2 1 0,-3 1 5 15,-3-2 3-15,-3 1 2 0,-5-2 6 0,-3 1 8 0,-3 1 4 0,-6 1 8 16,-3 4 0-16,-7 1-6 0,-4 2-1 0,-5 2-7 0,-4-2-8 0,-5 4-5 16,-5 0-8-16,-5 2-1 0,-6 3-11 0,-3-1 3 0,-2 2-4 15,-5 1-1-15,-2 2 3 0,-3-3-8 0,-3 0-6 0,-1 0-14 0,-1-1-35 16,-3-3-34-16,-1-3-19 0,-1-4-8 0,-1-4 18 0,0-2 24 15,-1-5 23-15,0-5 23 0,1-3 21 0,3-7 15 0,1-4 12 0,4-6 9 16,4-5 12-16,2-5 19 0,5-5 16 0,4-3 9 0,5-2-2 0,2-3-20 16,5-4-16-16,3-1-14 0,4-2-8 0,6-1 0 0,5 2-1 15,6 2-2-15,6 4-4 0,4 4-8 0,6 4-13 0,6 4-17 0,5 3-18 16,7 2-23-16,8 2-28 0,4 1-26 0,8 1-18 0,6 1-199 0</inkml:trace>
  <inkml:trace contextRef="#ctx0" brushRef="#br0" timeOffset="966.7">16027 4444 1146 0,'4'-9'90'0,"2"1"-80"0,2 1-4 0,1 4-8 16,2 4 1-16,0 2-1 0,2 1-6 0,0 0-6 0,0 3-9 0,1 0-8 15,-1 1-7-15,1 1-6 0,0 1 0 0,-2-1 6 0,-1-1 10 0,1-1 14 16,-1-1 6-16,1 0 4 0,1-2 1 0,-1-1 3 0,1 0 6 16,2-3 4-16,0 0 4 0,1 0 5 0,2-1-4 0,1 0 0 0,2-1-2 15,-1 1-2-15,1-1 0 0,2 1 0 0,-1 0 4 0,1 1 1 0,-2 2 4 16,0 0 4-16,0 0 0 0,-3 1 0 0,0 0 3 0,-1 1-2 16,-2 0 3-16,-2 1 0 0,-2 1 2 0,-3 1-1 0,-2 1 7 0,-2 3 4 15,-4 2-2-15,-2 2-2 0,-3 1 1 0,-4 2-8 0,-4 3 0 0,-3 3-3 16,-4 4-7-16,-4 3 4 0,0 0-3 0,-3 2 3 0,-1 0 4 15,-1-1 2-15,1 1 8 0,0-2 2 0,3 1-3 0,0 0 1 0,1-1-22 16,4-2-5-16,2 1-4 0,3-2-10 0,3 1 8 0,4 0-3 16,5 0-2-16,3-1-1 0,3 0-2 0,5 0-6 0,4-2-3 0,3 0 0 15,4-1-4-15,2-1-2 0,5-3 1 0,1-3-3 0,3-2-6 16,2-3 2-16,1-1-3 0,0-4-3 0,1-1 0 0,-1-2-1 0,2-2 0 16,-2-1 3-16,0-2-1 0,-3-2-6 0,0-2-2 0,-1-1-7 0,0-2-10 15,-2-2-9-15,1-2-24 0,-2-2-25 0,0-2-21 0,-2-1-14 0,0-4-3 16,-3-2 4-16,-3-1 13 0,-1-2 17 0,-6-1-48 0</inkml:trace>
  <inkml:trace contextRef="#ctx0" brushRef="#br0" timeOffset="1400.03">15071 4672 870 0,'-12'-17'45'0,"0"-3"-19"15,2-5-4-15,8 4-2 0,7 0 10 0,4 0-3 0,5 0 4 0,2-1-5 16,4 2-11-16,5-2 2 0,4-1 2 0,5 0 4 0,2-2 1 16,6-2-1-16,2-1-2 0,3-1 5 0,2 1-3 0,3-1 2 0,1 1 1 15,1-1-1-15,2 1 5 0,3-3 7 0,2 0 2 0,1-1 5 0,4 1-5 16,2 3 3-16,1 1 3 0,3 0 4 0,0 3-2 0,2 1 5 16,2 3-3-16,0 6-7 0,1 3-3 0,2 5-10 0,-1 5-5 0,-3 5-2 15,3 5-5-15,-1 3-1 0,0 6 4 0,1 5-4 0,-3 2-9 16,-1 6-1-16,-3 1-6 0,-5 5 0 0,-1 2 2 0,-6 2-3 0,-4 2 1 15,-4-2-13-15,-5 0 0 0,-3 1 5 0,-5 1-5 0,-4 0 6 16,-4 0 2-16,-6-1-2 0,-4 0 2 0,-4 0 5 0,-4 2 3 0,-5-1-1 16,-3 1-2-16,-5 2 0 0,-5-1-3 0,-4 1 1 0,-7 1 0 0,-8 2-3 15,-6 5-2-15,-8 1-5 0,-8 2 12 0,-4 3 1 0,-5 0 3 0,-5 2 5 16,-3-1-13-16,-5 0-2 0,-3 1 0 0,-4 0 5 0,-5 0 0 16,-4-2-8-16,0-3 0 0,1-3 0 0,3-6 2 0,1-3 9 0,3-4 5 15,2-6-7-15,2-3 7 0,6-5-7 0,2-3-3 0,5-5 2 16,3-5-8-16,4-6 0 0,6-5-4 0,3-4 4 0,4-3-8 0,4-4 9 15,3-3-1-15,2-2-6 0,5-4 0 0,2-4-12 0,3-1-14 0,6-4-13 16,4-2-10-16,5-5-5 0,7-2 1 0,5-2 3 0,5 1-5 16,4-1-1-16,3 2-14 0,5 1-22 0,2 1-22 0,5 2-29 0,4 0-16 15,6 2-8-15,2 0 8 0,5 2-86 0</inkml:trace>
  <inkml:trace contextRef="#ctx0" brushRef="#br0" timeOffset="2215.71">25730 4563 1509 0,'3'-9'75'0,"-1"3"-99"0,0-1-10 16,-2 5 5-16,-2 2-3 0,0 1-5 0,-2 1 0 0,-3 0-18 0,-1 2-19 15,-2 0-16-15,-2 3-21 0,-3 1 0 0,-1 3 14 0,-1-1 27 16,0 1 33-16,0-1 21 0,1-4 14 0,3 0 13 0,1-2 11 0,2-1 12 16,1-2 11-16,2 0 1 0,1-2 4 0,3 1 2 0,0 0 7 0,3 0 11 15,0-1 0-15,1 1 4 0,2-2-1 0,3-1-7 0,2-1-3 16,2-2-1-16,5 0-5 0,2-2 0 0,5-2-2 0,2-1-2 0,1 0-2 16,3 1-1-16,0 2 1 0,3 0 0 0,0 0-1 0,2 0 3 0,-1 2 0 15,3 1-4-15,-2 0-1 0,0 2-5 0,-1 1-9 0,0 2-4 16,-1 2-6-16,-1 2-3 0,1 1-8 0,-1 2-1 0,-3 2-5 0,-1 1-5 15,-2 2 4-15,1 4-8 0,-4 1-5 0,-2 2 1 0,-1 0-6 16,-3 3 2-16,-4 1 1 0,0 0-3 0,-4 3-7 0,-2-1-5 0,-3 1 0 16,-3-2-3-16,-2 0 8 0,-3-1 1 0,-3-2 6 0,0 1 7 0,-5-2-6 15,0-1 11-15,-2-1-3 0,-1 0 2 0,0-2 4 0,-1-3 1 16,-1 1-1-16,2-3-1 0,-1 0 8 0,1-3-7 0,1-2 0 0,0 0 0 16,2-3 1-16,0-1 3 0,0-1-1 0,3-1 2 0,-1 0-5 0,3-1-5 15,-1-1 2-15,2 1 5 0,0-1-2 0,2 2 2 0,1-2 1 16,0 0 0-16,0 1-1 0,2 0-2 0,0 1 0 0,2-1 0 0,1 0 0 15,0 1-2-15,1 0 2 0,2-1-7 0,1 1-1 0,1 1 1 16,2 0-2-16,1 1 3 0,2 1 0 0,1 3 0 0,3 0 3 0,1 1-9 16,0 0 3-16,2 1 0 0,0 1-3 0,0 1 11 0,-1 0-1 0,1 2 1 15,-1 1 4-15,0 0-2 0,0 0-1 0,0 0 0 0,0-1 0 0,-3 2-3 16,0 0 4-16,-2-1-1 0,0 0-1 0,-1-1 4 0,-2 0 7 16,-1-2 1-16,-2 0-1 0,-2-2-2 0,-1 2-4 0,-2-2 4 0,-1 1 1 15,-2 0 1-15,-1-1-1 0,-2 0 1 0,-2-1-4 0,-1 1 3 16,-1 1-3-16,-1 0 7 0,0-1-6 0,-1 1 1 0,0-1 0 0,-1-1-2 15,2-1 4-15,0 1-9 0,1-1 1 0,1-1-3 0,0 1-4 16,-1-1 7-16,2 0-2 0,-1-1 2 0,2 0-2 0,0 0 3 0,2 0 2 16,1-1 1-16,0 0-4 0,2-1 3 0,-2 0-8 0,0 0-7 0,1-1 9 15,-1 1-5-15,1 0 4 0,-1 0-1 0,0-1-4 0,0 1-6 0,-1-1-4 16,-1-1-1-16,-2 0-10 0,2 0-15 0,-3-1-19 0,1-1-25 16,0 0-25-16,-2-1-14 0,0-1-19 0,0 0-1 0,0 0-19 0,-2-2-25 15,-1-1-21-15,-1-1-10 0,0-1 17 0,-1-1 30 0,-3-2 26 16,0-1 22-16,-1-3 13 0,1-2-94 0</inkml:trace>
  <inkml:trace contextRef="#ctx0" brushRef="#br0" timeOffset="2815.65">25146 4474 2486 0,'19'-31'-25'0,"4"1"-7"0,6-7 13 0,2 10 12 16,-1 6 4-16,2 4-2 0,-1 5-1 0,1 0-3 0,1 3-11 16,2 3-6-16,1 2-10 0,0 3-6 0,0 1 2 0,0 2 8 0,2 0 7 15,1-1 11-15,1 0 11 0,-1-1 3 0,2-1 3 0,1-1 1 16,2-1-1-16,0 1-1 0,2 0-5 0,3 3 3 0,2 0 1 0,0 2 1 15,3 0 0-15,-1 2 0 0,1 0-2 0,0 2 4 0,-1 0 1 0,0 2 2 16,0-1 0-16,-3 2-2 0,0 2-1 0,1 1-4 0,-1-1 0 16,1 1 0-16,-1 1 4 0,-2 1-2 0,-2 0-5 0,1 1 1 0,0 2 4 15,-2 3 8-15,0-1 5 0,-2 1-2 0,-3 1-7 0,-3-2-2 0,0 3 7 16,-1 0-4-16,1 0 4 0,1 2-1 0,-2 1 1 0,-1 2 2 16,-4 2-1-16,-1 1 2 0,-3 1-1 0,-1 0 1 0,-3 1 0 0,-3 2-2 15,-4 1-5-15,-2 4 1 0,-4-2-8 0,-2 1 0 0,-3 2 2 16,-4 0-21-16,-3 4 7 0,-4 2-2 0,-2 2 1 0,-1 0 14 0,-2-1 4 15,-2-2-1-15,-2-1-1 0,-1-3 0 0,-4-1 0 0,-2 2-1 0,0-3-8 16,-4-1 6-16,0-2-2 0,-2-3 1 0,-4 1 7 0,0-2-3 16,-3 0-2-16,-2-1 3 0,0-2 2 0,-4 2-3 0,-2 0-2 0,-2 0 5 15,-1-3-10-15,-3-1 4 0,3-5-2 0,-2-3-1 0,1-2 5 0,-1-3-1 16,-4-3 7-16,0 0-7 0,-2-3 7 0,-1 0-5 0,-2-4-6 16,-2-2 3-16,-3-2-6 0,-2-4 10 0,-1-2-2 0,-2-4 4 0,-2-3 3 15,-2-2-1-15,2-4-2 0,-3-2-1 0,3-2-1 0,1-5-7 16,3-3 8-16,2-2 1 0,5-2 0 0,4-4 8 0,2-2-3 0,5-3 0 15,0-4-2-15,4-2 4 0,3-2 7 0,3-1-4 0,4 0 1 0,2 1 1 16,5 2-6-16,1 2 4 0,3 0-3 0,2 1-13 0,1 2-3 16,4 4-5-16,2 3-3 0,2 2-2 0,1 5-4 0,1 1 4 0,2 4 0 15,1 4 2-15,2 3-9 0,0 2-14 0,1 3-16 0,1 1-19 16,1 1-12-16,-1 2-19 0,1 2-22 0,-1 1-28 0,1 1-43 0,-1 1-41 16,-1 2-35-16,0 0 3 0,-1 1 31 0,-1 2 37 0,0 1 52 0,-1 0-54 15</inkml:trace>
  <inkml:trace contextRef="#ctx0" brushRef="#br0" timeOffset="4249.67">6633 7249 140 0,'-5'-2'46'16,"-2"1"-28"-16,1 1 13 0,-1 2 2 0,2 0 2 0,0 0 0 0,0 2-3 16,0-1-7-16,-1 1-4 0,1 1-4 0,0 0 0 0,1 1-4 15,1 1-1-15,-2 1-3 0,2-1-1 0,1 2-2 0,-2 1 1 0,2 0-1 16,1 2 0-16,0 0 2 0,1 0 0 0,1 1-1 0,1 1 3 0,1 0 1 15,0 1 4-15,3 2 1 0,0 0 2 0,2 2 1 0,2-1 2 16,1 2 3-16,2 0 1 0,2-1-1 0,2 1 1 0,3 0 1 0,1-1 2 16,6 1 4-16,2 1 3 0,5-3 3 0,3-1 5 0,7-1 0 15,5-3 4-15,7-2 1 0,7-1-5 0,7-2 2 0,4-1-8 0,6-3-7 16,5-2 3-16,3 0-4 0,7 0 2 0,2-1 2 0,6 0-2 0,0 1 1 16,1 1 0-16,0 2-14 0,0 1-3 0,-3 1-6 0,-3 1-1 15,-3 1 1-15,-6 1-4 0,-3 1 3 0,-5 1-6 0,-4-2 7 0,-2 2 3 16,-1-2 6-16,-1-1 11 0,1-1 3 0,-4-2 5 0,0-1 0 0,-2-2-2 15,-3-1-2-15,-1-2 1 0,-1-1-6 0,-3-2-1 0,-1-3 2 16,-3-2-1-16,-4-2 7 0,-3-2 1 0,-4-1 2 0,-5-2 0 0,-2-3-5 16,-1-2 0-16,-4-2 0 0,-1-4-5 0,-5-2 3 0,-1-4-6 15,-3-2-8-15,-3-3 5 0,-2-2-4 0,-4-1 0 0,-4-2 5 0,-5-1-6 16,-5-1-1-16,-4-1 1 0,-6 0-6 0,-6-2 4 0,-3-1-7 0,-5-2 1 16,-6 1 2-16,-4 2-8 0,-6-1-1 0,-4 1 2 0,-4 0-2 15,-6 2 4-15,-4 1 0 0,-2 2-7 0,-3 0 4 0,-1 2 2 0,-2 2-1 16,-3-2-1-16,-4 2 2 0,-3 1-5 0,-3 2 0 0,0 3 6 0,1 0 2 15,1 1-5-15,2 1-4 0,-1 3-2 0,1 3-2 0,0 2 11 16,0 4 0-16,-3 3 2 0,-1 2 0 0,-3 3-6 0,-3 4 2 0,-2 3 0 16,-1 3-6-16,-3 4 0 0,-1 2-4 0,-4 4-2 0,-1 2-3 0,-1 3-1 15,-3 3 1-15,1 3 8 0,-4 3 3 0,-1 4-2 0,4 1 2 16,0 2-3-16,3 2-2 0,4 2 4 0,2 2-1 0,4 2-1 0,3 0 2 16,6 0 4-16,4-1-2 0,8-2 2 0,7 2-3 0,8-1 2 15,6 0-11-15,8 3-4 0,6 1 7 0,3 0-6 0,7 4 4 0,5-1-4 16,4 0-19-16,6 1-10 0,5 1-12 0,7-1-17 0,7-2-16 15,4-1-32-15,7-4-62 0,4-1-57 0,5 0-50 0,7-3 4 0,3-2 38 16,5-3 49-16,3 0 51 0,4-3 30 0,4-1-150 0</inkml:trace>
  <inkml:trace contextRef="#ctx0" brushRef="#br0" timeOffset="5151.59">16639 7788 343 0,'3'-32'150'0,"0"-2"-120"0,-1-6 65 0,-1 11-27 16,-1 7 2-16,1 5-9 0,1 4-13 0,0 2-18 0,-1 2-18 15,1 4-9-15,-1 2-10 0,0 3-11 0,0 1-3 0,1 2 0 0,0 1 4 16,1 3 6-16,1 1 4 0,1-1-1 0,0 2 5 0,2-2-4 0,1 1 3 15,1 0-1-15,2-1 3 0,1 1 8 0,1 0 0 0,0-2 6 16,3 0 3-16,1 0 4 0,1 0 6 0,1 0 4 0,4 0 5 0,1 1 1 16,3-1 3-16,4-1 2 0,4 1-2 0,1 0 5 0,6-2 0 15,1 1-3-15,2-1 6 0,3 0-2 0,3 0 4 0,2-2-1 0,0 1-2 16,1 1-1-16,2-1-3 0,1 1-3 0,2 0-2 0,0 1-5 16,3 0 1-16,1 1-3 0,5-1 1 0,3 3-1 0,1 0 2 0,1-1-2 15,2 1-3-15,1-2-2 0,1 0-4 0,-4-1-4 0,1-1 2 0,0 0-2 16,-3-1 1-16,1-1-2 0,-1 0-1 0,-4-1-2 0,1-2-2 15,-2-2 3-15,-4-3-1 0,-3-2-1 0,0-1-1 0,-2-2 0 0,0 0-6 16,1 0 2-16,-2-1-2 0,-2 0 1 0,-2-1 0 0,-3-2 1 0,-3 0 0 16,-1-1 1-16,-3-2 0 0,-3-1 3 0,-1 0-7 0,-4-3 0 15,-2 0 0-15,0 0 5 0,-3-2 7 0,-2-1-1 0,-3-1 2 0,-4-2-12 16,-1 0 4-16,-3-1-2 0,-2 0-5 0,-1 0 6 0,-2 0-2 0,-2 0-2 16,-2-1 7-16,-3-2-6 0,-3 1 2 0,-3 0-3 0,-3 1-3 15,-2-1-1-15,-5 0 2 0,-1 0 1 0,-4 0-7 0,-3-1-1 0,-3 3 3 16,-2-3 2-16,-5 2 7 0,-3-2 6 0,-2 0-8 0,0 0-1 15,-2 1 0-15,-3 0-4 0,-2 1 5 0,-3 1-4 0,-3 0 10 0,-1 0 1 16,-1 2-8-16,-1-2 3 0,-3 3-8 0,-4 0 1 0,-4 2 2 0,-3 0 5 16,-5 0-6-16,-3 1 0 0,-3 0-1 0,-2 1-5 0,-2 3 4 15,1 0 1-15,0 2-1 0,2 3 7 0,2 0 2 0,1 2-1 0,2 1 9 16,1 1-7-16,0 1-1 0,0 3 1 0,1 0-10 0,2 1 5 0,3 2-3 16,3 2 0-16,2 1-1 0,5 2-2 0,2 2 10 0,2 1-2 15,2 1 4-15,1 1-6 0,2 2-3 0,2 2-8 0,0 2 4 0,-2 1-1 16,1 1-5-16,0 3 10 0,3 2-3 0,1 0 0 0,5 3 1 0,0 2 1 15,5 0-2-15,1 3 0 0,4 0 1 0,1 3-2 0,3 2-1 16,1 0-1-16,0 1-3 0,3 1-3 0,-1-2-7 0,1 3-8 0,1-1-5 16,0 2-19-16,1 3-19 0,0-1-35 0,3 1-55 0,1 2-52 15,-1 0-41-15,1 2-38 0,0 1-2 0,1 1 53 0,-3 0-22 0,-2 2 40 16</inkml:trace>
  <inkml:trace contextRef="#ctx0" brushRef="#br0" timeOffset="12016.34">4708 12699 266 0,'-7'0'26'0,"1"0"-20"0,-2 0-3 15,3 1-1-15,3 1-1 0,0-1-1 0,1 2 2 0,1-1-3 0,0 1-2 16,1-1 0-16,1 0-5 0,1 0 2 0,0-1-4 0,1 0-1 15,-1-1 0-15,0 0-3 0,0 0 5 0,0-1 2 0,0 0 3 0,0 1 4 16,-2-1-1-16,1-1 2 0,-1 0 1 0,0 0 4 0,-1-1 3 0,0 1 4 16,1 0 4-16,-1 0 2 0,0 1 6 0,-2 0 1 0,1 1 3 15,1-1 1-15,-1 1-2 0,1 0-1 0,-1 0-6 0,1-1-4 0,1 2-4 16,0-1-3-16,0 0 1 0,2 2 1 0,0-2 1 0,0 1 1 0,1 0 0 16,0-1 0-16,2 0 2 0,0 0 0 0,2-2-1 0,0 0 1 15,1-2-2-15,0 1 1 0,0-2-1 0,0 0 3 0,1 0 7 0,1-2 5 16,1 0 3-16,0-4 2 0,0-2-4 0,2-1-2 0,2-2-7 15,-1 0-2-15,0-3-6 0,1-2 0 0,1 1 3 0,1-2-1 0,-1 0-1 16,2 0-5-16,1-1-3 0,0 0-1 0,0-2-1 0,1-2 2 0,-1 1-4 16,1-2 0-16,1 2-2 0,0-1-1 0,3 1 4 0,0-2-4 15,-1 1 3-15,1-2-2 0,-2 0-1 0,2-1 2 0,0 0 6 0,-1 1 3 16,1-3 6-16,1 2 6 0,1-3 2 0,0 2 4 0,2 0 5 16,-1-1 5-16,1 2 3 0,-1-1 2 0,0 0 2 0,2-1-3 0,0 1-3 15,0 1-3-15,0 2-3 0,0 2-1 0,-1 0-3 0,4 0-2 0,-1 1-5 16,2 0-7-16,-2 0 0 0,-1 1-3 0,1 1 4 0,1 0 0 15,0 2-8-15,1-1 0 0,1-1-7 0,0 1 0 0,0-2 4 0,-1-1-3 16,1 1 0-16,1-2 2 0,-1 0 0 0,3-2 0 0,-1-2-1 0,2-1-2 16,0 0-2-16,1-2 3 0,-1 2-1 0,0-2 6 0,0 0-4 15,1-1-5-15,-1 0 4 0,0-1-12 0,1 2 12 0,-2 0 0 0,-2 0 2 16,1 2 7-16,-2-1-7 0,-1 2-3 0,-2 2-2 0,1 0 3 16,-2 2 2-16,1-1 0 0,-1 1 1 0,0-2-1 0,-2 0 4 0,1-1-3 15,-2 1 3-15,1 1-8 0,0 1 0 0,0-2 3 0,0 1 0 0,0-2 5 16,-1-1-15-16,2 1 2 0,-2-2 2 0,2 1 3 0,0-2 11 15,2 0-2-15,-2-2-2 0,3 2-2 0,-2 0-1 0,3 0 1 0,-2 1-3 16,2-3 3-16,-2 1-1 0,-1 0-3 0,-2 1 3 0,2 2-4 0,-3 2 3 16,1 0 2-16,-2 2-5 0,0 1 2 0,-4 2-1 0,0 2-8 15,0-1-2-15,-2-1 1 0,0 5 7 0,-1-3 7 0,-2 3 5 0,-1 2 0 16,0-1-9-16,1 2 4 0,-2-1-4 0,0 3 1 0,-1-2-1 0,0 0-4 16,1 1 5-16,0 0-3 0,2 0 4 0,-1 0 0 0,2 0-3 15,1 0 2-15,-2 0 0 0,1 0-3 0,0 0 2 0,0 0 1 0,-2 2-1 16,3-2 0-16,-3-2 1 0,-1 1-2 0,2 2 1 0,-2 0 0 15,0 2-3-15,-2 0 5 0,-1 1-2 0,0 1-2 0,-1 2 6 0,0-1-7 16,-3 2 2-16,0-1-1 0,0 1-1 0,-2 1 4 0,-1 1-2 16,-1 1 2-16,-2 0 0 0,0 1-1 0,-1 0 7 0,-1 2-3 0,0-1-1 15,0 1 0-15,-1 0-2 0,0 0 1 0,0 0 2 0,0 0-1 0,0 0-1 16,0 0-6-16,0 1 0 0,1-1-2 0,-1 0 3 0,1 0 3 16,0 1-3-16,0-1 1 0,1 1-4 0,-2 0 2 0,1-1 7 0,0 1-8 15,-1 0 6-15,1 0-2 0,0 0-2 0,0-1 3 0,-1 1 0 0,0 0-4 16,1 0 4-16,-2 0-5 0,0 0 3 0,0 0 1 0,-1 1 2 15,1-1 1-15,0 1 0 0,-1-1-2 0,0 1-6 0,-1-1 0 0,1 0-1 16,0 0 1-16,0 0 0 0,0 0-4 0,1 0-16 0,1 0-14 0,1 1-20 16,0 0-33-16,2 0-63 0,0 1-119 0,2 0-72 0,1 1-20 15,0 1-119-15</inkml:trace>
  <inkml:trace contextRef="#ctx0" brushRef="#br0" timeOffset="14000.03">14675 10679 209 0,'-7'1'46'0,"0"1"-19"0,-3 1-8 0,3 0-1 15,2 0-5-15,2 1-7 0,0 0-2 0,1 2-4 0,0 1 0 0,0-1 0 16,1 2-2-16,-2 1-1 0,1 0-1 0,1 0-2 0,-1 0-2 0,1 0-3 16,-1 0-3-16,-1 2 0 0,0 0-2 0,0 1-1 0,0 1-1 15,0-2-1-15,-1 1 1 0,1 0 2 0,-1-1 3 0,0 0 3 0,1-1 3 16,0-1 4-16,1 0 1 0,0 0 1 0,1-2 2 0,0 0-2 0,0-1 1 15,2-2 1-15,-1 0-1 0,1 0 1 0,1-1 1 0,1 0-1 16,0-2 2-16,0 1 1 0,0 0 3 0,1 1 1 0,-1-1 5 0,2 1 1 16,0-1 2-16,-1 1 1 0,2 1 1 0,0 0 1 0,1 2-1 15,1 1 0-15,1 2-2 0,2 1-3 0,0 1 0 0,3 3-5 0,0 1-1 16,0 2 0-16,1 0-3 0,0 3 1 0,2 0-1 0,1 0-3 0,1 2-1 16,2 0-1-16,2 2 1 0,0 0-3 0,3 1-3 0,0 1 0 15,2 0-1-15,1-1 4 0,0-2 1 0,1-2-2 0,-1-1 3 0,3-3-2 16,0 0 5-16,0-3 2 0,0-2 1 0,-1-3 6 0,3-1 2 0,0 0 2 15,1-1 3-15,-1-1-1 0,1-1 3 0,-3 1-1 0,2-1 1 16,0 1 2-16,0 0-1 0,1 0 4 0,-1-1 0 0,1 2 5 0,-1-1 4 16,0 1-2-16,0-1 2 0,2 1-4 0,-2 0-5 0,1 1-3 15,1 0-3-15,0 0-5 0,1 1-2 0,-1 0-4 0,1 0 1 0,-1 3-3 16,0-1 0-16,1 1 0 0,-1 1 0 0,1-2-1 0,0 2 2 0,-1 0-2 16,-1-2 1-16,1-1 2 0,0-1 4 0,1-3 2 0,0-1 0 15,1-1 3-15,0-2-6 0,1-2 4 0,1 0-2 0,-1-2 1 0,-1 0-1 16,1-1-1-16,-1-1 2 0,1 0 0 0,-2 0 1 0,0-1-2 0,-1 0 1 15,-1-1 3-15,1 0 0 0,-1-2 3 0,-1 0-6 0,2 0-1 16,-2 0-3-16,2 1 1 0,-1 0-1 0,1 0-3 0,-1 0 0 0,-2 1-3 16,1 0-3-16,-1 1 7 0,0 0-4 0,-1 1 1 0,0 0-1 15,-3 0-2-15,1 1 1 0,-2 2-1 0,-1 0 1 0,-2-1 0 0,1 1 1 16,-1-1 1-16,-1 1 0 0,0-1-1 0,-2 0 0 0,0 0 0 0,1 0 3 16,-1-1 1-16,1-2 6 0,0-1 2 0,-1-1-2 0,0-2 7 15,-2 0 3-15,0-2 3 0,-1-3 6 0,-1-1 3 0,0-2 1 0,-1 0 3 16,0-2 1-16,0-1 0 0,-3-1-3 0,1-1 4 0,1 0-2 15,-1 0-4-15,-1-1-2 0,1-2-13 0,0 0-9 0,0-1 1 0,-1 1-3 16,1-1 0-16,1 1-3 0,-1-2-6 0,0 0 2 0,1-1-6 0,0-3 5 16,0 1-2-16,0-3 1 0,2 2-1 0,-1-3 1 0,-2 1-2 15,1-2-3-15,0-4 3 0,0 2 2 0,-1-2 4 0,0-2 1 0,1-1 2 16,0-3-5-16,-1-1 0 0,0-1-2 0,0-2 5 0,-2-3-4 0,-1-1 5 16,-1-2 4-16,0-2-8 0,0-1 3 0,0-1 6 0,-1-3 1 15,-1 0 8-15,-1 1 0 0,1 1-5 0,-2-1-6 0,0 1-5 0,0 0 1 16,0 0-2-16,-1 4-1 0,0 3 1 0,-1 2-1 0,0 1 0 15,0 3 0-15,0 2 0 0,-1 5-2 0,1 4-8 0,-1 2-6 0,1 5-17 16,0 0-19-16,0 4-45 0,0 4-97 0,0 2-118 0,-1 5-107 0,-1 2 0 16,0 1-70-16</inkml:trace>
  <inkml:trace contextRef="#ctx0" brushRef="#br0" timeOffset="18049.83">27224 9090 675 0,'-23'-27'5'0,"-2"-5"13"0,-4-6-14 0,4 4-5 0,5 4-2 0,0-2-5 16,-1 0-6-16,2-1-18 0,-2 1-22 0,0-1-24 0,-2 1-22 0,-2-1-5 16,-3 3 6-16,-5-1-85 0</inkml:trace>
  <inkml:trace contextRef="#ctx0" brushRef="#br0" timeOffset="20516.65">24880 9887 4 0,'-11'3'4'0,"0"1"0"0,-2 0 2 0,-1 2 1 0,1-1 0 16,-1 1-1-16,0 1-2 0,0 0-2 0,1 3-1 0,0 0 0 15,1 2-1-15,1 1 0 0,0 0 1 0,-1 2-1 0,2 1-1 0,0 0 0 16,2 1 0-16,0 1-1 0,-2 1 1 0,2 1 0 0,-1 1 0 15,1 3 2-15,-1 0-1 0,0 5 0 0,1 0 0 0,0 2 1 0,-1 3-1 16,1 1-1-16,-1 2-2 0,2 2 0 0,0 1 0 0,1 1-4 0,1 0 0 16,1 3-1-16,-2 0 2 0</inkml:trace>
  <inkml:trace contextRef="#ctx0" brushRef="#br0" timeOffset="22917.73">24424 11337 16 0,'-1'28'11'0,"-1"1"0"15,0 9-3-15,1-4-1 0,1-3-4 0,1-1 0 0,0 1-3 0,1-2 0 16,0 3 0-16,1 0-1 0,0 1-1 0,0 0 0 0,2-1-1 15,-1-1 1-15,1 1 0 0,1-1 1 0,-1 1-1 0,1-1 0 0,0 0 0 16,1 0-4-16,0 0 3 0,-1 1 0 0,1 0 0 0,0 2 3 0,0-2-1 16,-1 0 1-16,0-3 0 0,-1 0 1 0,0-2 2 0,1 0 1 15,0-2 1-15,-1-2 1 0,1-1 0 0,1-2 3 0,0-4 3 0,1 0 1 16,0-3 5-16,1 0-2 0,1-3-3 0,-1 0 0 0,1-1-1 0,-1-1-1 16,0 0 1-16,0 0 3 0,-2-1 4 0,0-1 6 0,-2 0 7 15,1 0 1-15,-1 0 5 0,0-1 4 0,0 0 0 0,-1 0 1 16,2-1-1-16,0 1-8 0,0-1-2 0,1 0-4 0,0 1-4 0,-2 0-3 15,2-1-5-15,1 2-1 0,0 0 0 0,0 0-4 0,0 1 3 0,0 0-3 16,1 0-5-16,-2-1 5 0,2 2 1 0,-2-3-1 0,0 2 1 0,-1-1-5 16,1 0 1-16,-2 1 3 0,1 1 5 0,-1-1 2 0,0 1-4 15,0-1-2-15,1-1-4 0,-1 1-3 0,-1 1 1 0,1-1-4 0,0 1-1 16,-1-1 0-16,0 0 1 0,0 1 4 0,0-1-5 0,-1-1 4 0,1 1-1 16,-1 0 3-16,0 0 5 0,0 0 3 0,2 1 4 0,-1 0 1 15,1 0 7-15,0-1 8 0,0 1 2 0,1 0-2 0,0 0 2 0,0 0-6 16,0 1 0-16,0 0 0 0,-1-1-4 0,0 1 5 0,0 1-6 0,1 0 0 15,0-1-3-15,0 2-6 0,1-1 1 0,-1 0-1 0,0 1-4 16,0 0-2-16,1 0-3 0,-2-1-2 0,3-1-2 0,-1-1-2 0,1-1 1 16,1 1-3-16,0-1 0 0,1 1-2 0,0-1 2 0,0 0 0 15,0-1 4-15,1-1 0 0,0 0-2 0,0 0 3 0,-1-1 1 0,2 0 5 16,0 0 3-16,0-1 3 0,0 0 6 0,-1 0-1 0,2-1 0 0,-1 0-1 16,3 1 0-16,0-1-3 0,-2 1-2 0,3-1 4 0,-2 0-6 15,1 1-5-15,-2 0 1 0,2 1-3 0,0-1 0 0,-2 0 6 0,1 1-9 16,-1 1 0-16,2 0-2 0,-2 0-3 0,0 0 5 0,-1-1 0 15,0 0-3-15,0 0 4 0,0-1-1 0,0 1 3 0,-2-1 2 0,2 0 1 16,-1 0 0-16,1 0 2 0,1-2 0 0,-1 1 2 0,2-2 1 0,0 1 0 16,0-1-2-16,-1 0 2 0,1 0-5 0,0-1-2 0,0 1 2 15,1-1-2-15,-2 0 3 0,1 1 3 0,-1 0-1 0,0-1 2 0,0 2-4 16,-1-1 2-16,0 1 0 0,0 0-6 0,0-1 0 0,-1 2-2 0,0 0 3 16,0 0 0-16,1 1-2 0,-1-1-2 0,1 1-1 0,-1 0 3 15,1 1 4-15,0-1-3 0,-1 0-1 0,-1-1 1 0,1 1-1 0,-1-1-2 16,2 0 2-16,0 1-6 0,0-1-2 0,1 0 1 0,-1 0 2 0,3-2-1 15,0 2 3-15,1-1 3 0,-3 1-5 0,1-1-1 0,-1 0-1 16,0 0 0-16,-1-1 2 0,1 1 2 0,-1 0 4 0,1 0 0 0,0-1-1 16,-1 1 2-16,1 0-3 0,-1 0 3 0,1-1 1 0,-1 1-1 15,-1-1 3-15,1 0-1 0,0 0 3 0,0 0-4 0,1 1 5 0,-1-1 1 16,1 0-2-16,1 0 4 0,-1-1-5 0,1 0-2 0,-1 1 4 0,2 0 0 16,-1-1-4-16,1 1-4 0,-2-1 0 0,0 1-1 0,1 0 0 15,0 0 1-15,-1 1-5 0,0-1 8 0,0 0-7 0,0 1 3 0,0 0 1 16,-1-1-9-16,-2 1 7 0,1-1-1 0,-1 2-1 0,0 0 1 0,1-1-5 15,-1 1 10-15,0 0-5 0,1-1-1 0,0 1 4 0,1-1-8 16,-1 0 9-16,0 0-3 0,0 0 3 0,1 0-6 0,-2 1 1 0,1-1 1 16,-1 0-3-16,0 0 6 0,1 0-3 0,-1-1 2 0,1 1 1 15,-1-1 5-15,1-1 1 0,-1 1 1 0,0-1 6 0,1 0-3 0,0 0 6 16,-1 0 2-16,0-1 2 0,0 0 1 0,1 1-4 0,-1-1-1 0,0 0-1 16,0 0-1-16,0 1-7 0,1 1 0 0,0-2-6 0,0 2 5 15,0-1-2-15,0 1-5 0,-1-1 6 0,0 2-11 0,0-2 3 0,1 2 1 16,0-1-4-16,0 0 6 0,-1 1-7 0,1-1-1 0,1 1 2 0,-2 0-5 15,1-1 5-15,-1 1-2 0,-2 0-1 0,2 1 6 0,-1-1-3 16,0 1-1-16,0 0 2 0,0-1 1 0,-1 0 0 0,1 1 3 0,-1-1-4 16,-1 1-4-16,0-1 6 0,0 0 2 0,1 0 4 0,0 0-16 15,-1 0 10-15,2 0-4 0,0-1 6 0,0 0 10 0,-1 1-3 0,1-1-4 16,-1 0 4-16,1 0 10 0,1-1-19 0,0 1 21 0,0-1-23 0,0 1 10 16,1-1-6-16,-2 0 5 0,-1 0 4 0,1 0-14 0,-1 0 13 15,1 0-9-15,-1-1-4 0,1 0 3 0,0 0-1 0,-3 1-2 0,1-1 3 16,0 1 4-16,0-1-3 0,1 0-3 0,-1 0-1 0,-1 0 2 0,2 0-2 15,-1 0 5-15,0 1-1 0,2-2-6 0,-2 0 9 0,0 0-2 16,0-1-2-16,1 1 4 0,-1 0-5 0,0-1 3 0,0-1 0 0,0 1 1 16,1-1 2-16,-1 1-1 0,1-1-2 0,-1 0-1 0,1 1 3 15,1-1 2-15,-3 0-6 0,2-1 2 0,0 0-1 0,-1 0 1 0,-1 0 9 16,0 0-5-16,1 0 0 0,0-1-4 0,-1 0-2 0,2 0 4 0,-1 0 0 16,1 0-1-16,-1-1-1 0,1 0 0 0,0 0-1 0,0-1-1 15,0 1-3-15,-2 0 2 0,1 0 4 0,1-1-3 0,-1-1-3 0,1 0 4 16,0 0-4-16,1 0-2 0,-2 2 5 0,1-2 1 0,0-1-2 0,0 0-2 15,0 1 0-15,-1 0 0 0,0 1 2 0,0-1 5 0,0 1-7 16,-1 0 1-16,2 1-1 0,-1 0-1 0,0 0 6 0,1 2-5 0,-2-2 4 16,1 1-8-16,0 1 0 0,-1-1 8 0,0 2-6 0,1-1 6 15,-1 1-1-15,0 0-3 0,0 0 7 0,0 2-7 0,0-2 2 0,0 0 0 16,0 1-4-16,0-1 4 0,-1 1-2 0,1 0 5 0,0 0-5 0,-1-1 2 16,0 1 2-16,1 0-3 0,-1 0 3 0,0 0-4 0,0 1 5 15,0-1 1-15,-1 1-1 0,0 0 2 0,0-1-8 0,0 1 1 0,-1 0 7 16,1 0 5-16,-1-1-1 0,0 1-4 0,0 0 4 0,0-1-4 0,-1 0 4 15,2 0-3-15,-2-1-5 0,1 0 3 0,0 1 5 0,0-1-4 16,0 0 4-16,0 0-8 0,1-1-15 0,0 0-1 0,-1 0 6 0,1-1 3 16,0 1 8-16,0 0 14 0,0 0-7 0,0-1 3 0,0 2 7 15,0-2-20-15,-1 0 5 0,1 0-4 0,-1-1 0 0,0 1 5 0,-1 0 0 16,0 0-3-16,0 0 2 0,0 1-1 0,0-2-1 0,-1-1 3 0,0 1-5 16,0-1 5-16,0-1-3 0,0-1 2 0,-1 1 5 0,0-2-8 15,1-1 10-15,-2-1-11 0,1 1-2 0,1-1 6 0,-1-1-10 0,0-1 8 16,1 0-2-16,-1 1-2 0,2-2 2 0,-1-1 3 0,0 1-5 0,0-1 0 15,0 1 4-15,1 1-2 0,-1 2 3 0,0-1-5 0,-1 1 2 16,0 1 0-16,-1 1 8 0,1 0-1 0,-1-1-9 0,0 0 7 0,-2 0-8 16,2 1 10-16,-1 0 0 0,-1 0-7 0,1-1 0 0,-2 0-4 15,1 0 6-15,0-2-15 0,0 0-2 0,1 0 11 0,-1 0-6 0,0-2 23 16,0 0 0-16,1-2-13 0,0 1-2 0,1-1 0 0,0 0-2 0,0 2 4 16,1-1 4-16,-1 0-8 0,1 1 0 0,0 2 2 0,0 0 0 15,0 1 6-15,-1-1-5 0,1 3-2 0,-1-1 4 0,0 0-3 0,0 2 2 16,0 0-2-16,-1 1 0 0,-1 0 0 0,0-1 0 0,0 2 0 0,-1 0-4 15,1 1 4-15,-2 1-5 0,1 0 1 0,-1 1 0 0,-1 0-3 16,0-1-6-16,0 1 5 0,0-1-1 0,-1 0 5 0,0 1 6 0,0 0-6 16,0 1 4-16,-1-1-7 0,1 0 5 0,0-1 4 0,-1 0-4 15,2-2 2-15,-2-1 0 0,1-1 5 0,-1 0 3 0,0-2 1 0,-1 0-5 16,0-1 0-16,2-1-6 0,-1 1 6 0,1-2-12 0,-1-1-3 0,2 3 17 16,-1-2-8-16,-1 0 24 0,1 1-7 0,-1 0-15 0,0-1-4 15,0 1-1-15,0 1 3 0,1 0 6 0,0 2-2 0,-1-1-2 0,1 0 1 16,-2 0-4-16,1 2 3 0,-2 0-2 0,1 0 0 0,-1 1-2 0,0 0 0 15,1-1 1-15,-1 3-3 0,1-2-9 0,-1 0 0 0,1 1 2 16,-2-1-4-16,-1 0 8 0,-1 0 0 0,-1 0 1 0,2-2 5 0,-1-1-1 16,-1-1 4-16,0 0-2 0,0 2 2 0,0-2 8 0,-1 1-5 15,1-1-3-15,0 1 0 0,0-1 0 0,-1 1 0 0,-1 0 0 0,0 0 4 16,2 1-8-16,-1-2 4 0,1 1-2 0,-1-1-3 0,1 3 10 0,-1-2-5 16,0 1 0-16,0 0 2 0,1 0-17 0,-2 0 8 0,0 0 2 15,0 0-7-15,3 0 20 0,-2 1-3 0,1 0 1 0,-1 1 9 0,0-2-15 16,1 0-4-16,-2 0 2 0,-1-1-9 0,1 2 9 0,-2-1 4 0,0 0-4 15,0 0 2-15,0 0-2 0,-1 1 2 0,0-1 0 0,1 1-5 16,-2-1-3-16,1 1-8 0,0 1 1 0,-1 1 2 0,-1-1 4 0,0 0-2 16,-1 1 0-16,0 0 8 0,1 0-3 0,-1 2 1 0,0-1 5 15,1 0-9-15,0 1 11 0,-1 0-4 0,-1-1 4 0,0 0-2 0,0-1-2 16,0 1 4-16,1-1-1 0,1 1-1 0,0-1-7 0,0 1 5 0,1 0-5 16,-2 1 5-16,0-1 4 0,0 2-7 0,0-2 5 0,0 1-4 15,-2 0-5-15,0 1 9 0,0 0-5 0,-1 0-4 0,0 1 1 0,-1 0 1 16,-1 0 0-16,1 2 7 0,-2-1-2 0,2 0 2 0,-2-1 0 0,2 1-2 15,-3 0 2-15,1-1-9 0,-1 0 6 0,2 1 6 0,1-1 1 16,2 0 1-16,1-1-3 0,1 0-4 0,0 1 6 0,1 0 0 0,0-2 3 16,0 1-2-16,4-1 2 0,-2 0-3 0,2-1 3 0,2-1-9 15,-1-1 1-15,1 2-8 0,0-1-6 0,1 0 10 0,0 0-1 0,-1-1 10 16,1 2 10-16,1 0-1 0,1 1-2 0,-1 0 0 0,0 0-6 0,0-1-1 16,1 0-2-16,0 0-2 0,0 0 1 0,0 1-1 0,1 0 2 15,-1 0 2-15,1 0-4 0,-1 1 2 0,0 0-1 0,1 0-1 0,-1 0 4 16,1 0-2-16,-1 0 1 0,-1 1-3 0,0-1 0 0,2 0 0 0,1 1 0 15,1 0 4-15,0-1 0 0,0 1-2 0,0 0-1 0,1-1-1 16,0 1 2-16,1 0-2 0,0 0 6 0,1 1-4 0,-1-1 1 0,1-1-1 16,0 1 2-16,1-1-3 0,-2 1 5 0,1 0-2 0,0 0-3 15,0 1 3-15,-1 0-2 0,0 0 0 0,0 1-2 0,-1 0 0 0,1 0-6 16,0 1 8-16,0 0 2 0,0 0-6 0,1 1 7 0,0 0-5 0,-2 0 0 16,2 0 0-16,-1 1-1 0,0 1-3 0,1 0-2 0,-1 0 3 15,1 0 1-15,-1 0 2 0,0 1 0 0,1 0 0 0,-1-1 0 0,0 1-4 16,1 0-1-16,0 0-2 0,-1 0-1 0,1 1 3 0,-1-1 5 0,-1 1 2 15,0-1 1-15,-1 1-5 0,0 1 2 0,-1-1-1 0,0 1-1 16,1 0-2-16,0 1 4 0,0-1 2 0,0 0-2 0,0 0 2 0,0 0 1 16,1-1-6-16,2 1 3 0,0 0 2 0,0 0-6 0,2-1 2 15,-1 1 0-15,0-1 0 0,1 0 4 0,0 0-2 0,1-1 2 0,0 1-2 16,0 0 2-16,0-1 2 0,0 0-3 0,0 0-1 0,0-1 0 0,1 1-3 16,0-1 1-16,0 1 4 0,0 0 0 0,0-1-1 0,0 0-1 15,-1 0 2-15,1 1-2 0,0-2 2 0,-1 1-2 0,0 0 2 0,-1 0-2 16,0 1 2-16,-1-1 1 0,1-1-3 0,-1 2 2 0,1-1 0 0,0 0-4 15,0 0 6-15,0 0-6 0,1 0 4 0,0 0-4 0,0 1-5 16,-1-1 7-16,2 0-2 0,-1 0 6 0,0 0-3 0,1 0 1 0,-1 0-2 16,1 0 4-16,0 0-2 0,0 0-1 0,0-1 1 0,-1 1-2 0,2 0 0 15,-2 0 0-15,1 1 2 0,0-1-2 0,0-1 2 0,-1 1 3 16,0 1-1-16,-1-1 0 0,0 0-2 0,1 0 1 0,-1-1 1 0,1 2 3 16,-1-2-1-16,0 1-1 0,0 0-3 0,0-1 0 0,-1 1 3 15,1 0-5-15,0-1 4 0,1 1-6 0,0 0 4 0,-1 1-6 0,1-1 6 16,0 0 0-16,0 0-6 0,1 1 4 0,-1-1-1 0,1 1 1 0,-2-1 1 15,2 0 1-15,0 0-2 0,-1 0-2 0,0 1 2 0,1 0-1 16,0-1-1-16,0 0 0 0,1 0-5 0,-1 0 5 0,0 0-4 0,0 1-3 16,0-1 0-16,0 1-11 0,0-1-20 0,-1 1-23 0,0 1-30 0,-1 0-32 15,-1 1-16-15,0 0-24 0,-1 1-25 0,-2 1-42 0,-3 1-60 16,-2 0-82-16,-2-1-46 0,0 1 1 0,-1 1 70 0,0-1-71 0</inkml:trace>
  <inkml:trace contextRef="#ctx0" brushRef="#br0" timeOffset="25735.64">24537 11004 314 0,'-5'18'27'0,"0"4"-19"0,-1 8-7 16,0-2-2-16,2-2 0 0,0-1-2 0,-1 1-1 0,1-2-3 15,-1 1-3-15,0-1-8 0,0 0-7 0,-2 1-8 0,0-1-6 0,0-1-1 16,1 1-1-16,-1-2 8 0,0 1-6 0,0 0-3 0</inkml:trace>
  <inkml:trace contextRef="#ctx0" brushRef="#br0" timeOffset="27051.16">24437 12125 26 0,'10'15'22'16,"2"2"-1"-16,3 5 0 0,-3-3-2 0,1-2 0 0,-2 0-3 0,1-1-5 15,0 1-4-15,-1 0-2 0,2 0 0 0,0-2 1 0,1 2 2 16,0 2 0-16,-2-2 1 0,2 1 0 0,0-2 0 0,1 0-2 0,0-3-1 15,1 2 0-15,1 0 0 0,1-2 1 0,0-1 3 0,-1-1-3 16,1 1 1-16,-1 0-1 0,-1 0-1 0,1-1 4 0,0-1 1 0,-2 0 1 16,0-1 2-16,2 0-1 0,0 0 1 0,-2-1 1 0,2 1 0 0,-2-2-2 15,0 1-1-15,-2 0-4 0,2 0 1 0,-1 0 0 0,0 0 1 16,-2 0 3-16,0-1 0 0,0-1 4 0,-1 1-2 0,-1 1 0 0,1 1-1 16,-2-1-1-16,1 2 2 0,0-1 2 0,-1-2-2 0,0 1 0 0,-1 0 1 15,1-1-1-15,-1 1 3 0,2-2 1 0,0 0-2 0,0 1 0 16,2-1-1-16,-2-2-1 0,0 2-1 0,0-1-5 0,-1 1 2 0,-1 0-3 15,0-1-1-15,0 1 1 0,1 1-2 0,-2-2 0 0,0 2 2 16,1-1 1-16,-2-2-1 0,1 3-3 0,-1-1-1 0,0 1 2 0,1 0-2 16,0 0 3-16,-1-1 0 0,1 0 1 0,2 0 5 0,-1 0 2 0,1-2 3 15,0 2 3-15,1-2 0 0,-2 1 2 0,3-1 2 0,0 0 4 16,0 0 2-16,0 0 2 0,1-1-2 0,0 1-2 0,1 0-3 0,0 0 0 16,1 1 2-16,-1-1-5 0,2-1-1 0,0 2-6 0,0-1-2 15,-1 1-3-15,2-1 0 0,0-1-5 0,0 1 1 0,1-1 0 0,0 1-2 16,-1 0 0-16,2 0-4 0,-2-1 0 0,2 0 2 0,-1 0-3 0,-1-1 2 15,1 1-1-15,-1 0 0 0,-1 0 4 0,1 0 0 0,0 1-1 0,-1-1-3 16,0 1 0-16,-2 1 2 0,1-1 5 0,1 0 2 0,0 1-1 16,-1-2 0-16,0 1-2 0,1-1 7 0,0 0 11 0,1 1 9 0,0-1 8 15,-1 1-4-15,1 0 1 0,0-2-4 0,-1 0-3 0,1 0-5 16,1 0 2-16,0 0-4 0,2-1-2 0,0-1-3 0,1 0-10 0,-2-1 1 16,2 0 0-16,1 0 0 0,0-1-2 0,0 0-3 0,0 1-4 0,0-1 0 15,1 2 0-15,-2-1-2 0,2 1-2 0,-1 0 3 0,0 0 2 16,2 1 2-16,-1-1 3 0,-2 2-2 0,1 1-2 0,-1 0 0 0,0 0 0 15,1 1-2-15,0 0 0 0,-1 1 0 0,0 0-2 0,0 0 2 0,-2 0 1 16,1 1-4-16,-1-1 4 0,0 0-6 0,0 1 3 0,1-2 3 16,0 0-2-16,-1 0 0 0,1 0-2 0,-1 0 1 0,0-1 0 0,2 1 3 15,-1-1-3-15,-1 0 5 0,1 0 1 0,0 0 2 0,0 0 2 16,-1-1-5-16,1 0 2 0,1 1 0 0,-2-2 5 0,1 1 4 0,1 0 4 16,-3 1 9-16,2-1-1 0,-2 0 2 0,-1 1-2 0,1 0 0 0,-1 1-4 15,0-1-4-15,0 1-1 0,1 0-6 0,-1 0-1 0,1 0-6 16,-4 1 0-16,2-1-1 0,-1 0-2 0,0 0 3 0,-2 0-5 0,1-1-4 15,-1 0 2-15,1-1-2 0,1 0 3 0,-2-1-2 0,1 0-1 0,1-1 2 16,-1-1-2-16,0 1 4 0,0-1 1 0,0-1-1 0,2 0 4 16,0-1-2-16,-2 0 7 0,2-1 4 0,-1-1-1 0,2 1 2 15,-2-2-4-15,0 1-3 0,1 0 4 0,-1-1-3 0,0-1 3 0,-1 1-3 16,-1 0 5-16,1 0 2 0,-1 0-2 0,1-1 0 0,-1 0-7 0,0 0 3 16,-1 0 1-16,0 0 1 0,-2-1-4 0,0 0 1 0,1 0 2 0,-1 0-1 15,2-1 1-15,-2 1-3 0,1-1-2 0,-1 0-1 0,0 0 1 16,1-2-1-16,2 0-3 0,0-1-1 0,0-1-2 0,-1 1 1 0,-1-2 3 15,2-1 0-15,-1-2-1 0,1 2-4 0,-1-2-1 0,1-1 0 0,0 1 1 16,0 0-1-16,0-1 1 0,0-1 1 0,1 1-1 0,0-3 2 16,-1 1-3-16,1 1 1 0,-2-1 1 0,-1 1 2 0,0 0 1 0,-1 0-2 15,1 1-5-15,-2 1 7 0,-1 1-1 0,0-1 1 0,-2 0 7 16,0-1-10-16,0 2 2 0,-1-1 1 0,0 0 0 0,-1 1-1 0,1-2-1 16,0 1-1-16,-1-1 2 0,2 0 4 0,0 0-5 0,0-2 0 0,0 1 0 15,-1-3-3-15,1-1 8 0,0 1-5 0,1-2 1 0,-1 3-2 16,1-2-4-16,-2 0 3 0,1 1 2 0,-1-1 2 0,0-1-2 0,0 0-3 15,0-1 3-15,-1 2 0 0,0-2 0 0,0 2 0 0,-3 0-5 0,1 0 2 16,-2 1 6-16,0 0-3 0,-2 0 1 0,-1 1-5 0,-1-1-7 16,-1 0 6-16,0 3-3 0,-2-2 3 0,0 1 0 0,-1 1-4 0,-1-2 6 15,1 0 0-15,-2-1-1 0,-1-2 6 0,-1 0-5 0,1 1 4 0,-1 0-2 16,0 1-1-16,0-2-2 0,-1 0-3 0,1 0 4 0,-1-1 2 16,0 0-4-16,0 1-1 0,1-1 3 0,2 1-2 0,-1 0 6 0,2 0 3 15,0 1-3-15,0-1 1 0,0 1-5 0,1-1-1 0,-1 2 11 16,2 2-4-16,-2-1 5 0,1 2 3 0,-1 1-4 0,0 0 8 0,-3 0 0 15,-1 2 1-15,-1-1 0 0,1-1 0 0,1 1-3 0,-2 2-3 0,-1 1-2 16,-2 0-2-16,2-1-6 0,-3 2-2 0,-1-1-4 0,1 0-4 16,-3 1 4-16,0-1 1 0,1 1 0 0,-2-1 4 0,0-2-9 0,1 1 2 15,-1 1-1-15,0-1 4 0,0 0 2 0,-1-1 0 0,2 1 4 0,-2-1-10 16,1 1 10-16,2-1 6 0,-2 2-6 0,2-1 7 0,-1 0-10 16,-2 0-1-16,0 2 6 0,-1-2 1 0,2 0 0 0,-2 1 0 0,1 1-8 15,2 1 8-15,-2-1-1 0,-1 1 2 0,0 0-1 0,0 0-4 16,1 2 0-16,-1 0 2 0,1 0 0 0,-2 0-6 0,0 0 8 0,1 0-1 15,0 2 3-15,2-1 2 0,0 0-1 0,0-1-1 0,2-2-4 0,0 1 1 16,1-1-3-16,2 0 1 0,-2-1-2 0,1 1 1 0,0 0 0 16,-1 1 0-16,-1-1 1 0,2 0 3 0,-1 0-6 0,0 0 2 0,2 2 3 15,0-2-1-15,-1 1-1 0,-1-1 1 0,1 0 1 0,-2 1 0 0,0 1-3 16,1-1 4-16,-2 2-8 0,-1-1-4 0,1 1 2 0,-3 1-13 16,1 0 4-16,-1 0 6 0,-1 0-9 0,2 1 10 0,-2 0-1 0,1 0-1 15,-1 1-2-15,0 0-3 0,-1-1 6 0,1 2 7 0,-1-1 10 16,0 1 2-16,-1 0-6 0,0-1-5 0,2 1-1 0,0-1 4 0,2 1 3 15,-1 0-4-15,0 0-1 0,0 0 0 0,-2 2 2 0,2-2 3 0,-3 2-2 16,0 1-6-16,-3 1 1 0,1 1 0 0,-2 3 2 0,-2 0 8 16,0 2-3-16,0 2 1 0,-2 2-2 0,1 2-1 0,-3 0-8 0,-1 1-5 15,0 0 6-15,-1 3-12 0,1 2-6 0,0 0-9 0,-3 0-42 0,2-1-36 16,1 0-52-16,-2-1-71 0,2-2-92 0,-1 1-87 0,-2 0-28 16,2 0-143-16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1:30:47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4783 7833 178 0,'-2'-12'126'0,"0"1"-104"0,1-3-2 0,1 2-6 0,1 1-1 0,0 0-1 16,-1-1-2-16,0 1-1 0,0 0-4 0,0 1-1 0,-2 1 0 15,1 0 0-15,0 1-1 0,-1-1-3 0,0 0 0 0,-2 0-3 0,1-1 2 16,-1-2 3-16,0 0-1 0,0 0 6 0,0-1 0 0,1 1 6 0,-1-1 10 16,1-2 4-16,-1 0 8 0,1 1 2 0,0-2-4 0,1 1-1 15,1-1-2-15,0 1 0 0,1-1 1 0,1-1-6 0,1 0-1 0,2 2-6 16,1-2-4-16,2 1 0 0,1-1 0 0,2 2-1 0,1-1 1 16,1 0 4-16,0 1 3 0,1 0 14 0,2 1 12 0,0 3 15 0,-1 1 7 15,1 3-1-15,0 3-6 0,0 2-11 0,0 3-2 0,2 3-1 16,0 2 2-16,0 3 6 0,-1 4 0 0,2 4-1 0,2 1-8 0,0 4-7 15,2 2-5-15,1 0-11 0,-1 2 1 0,3 1-5 0,0 1-5 0,6 0-6 16,1 0-6-16,2-1-3 0,1-2-1 0,0-1-5 0,2-3 4 16,1 0-2-16,3-2 4 0,-1-2 5 0,0-1-8 0,0-1 2 0,-2-2-2 15,2-1 2-15,-2-4 5 0,-1 0 3 0,0-1-2 0,-1-2 0 0,0-1 2 16,0-2 0-16,0-1 1 0,-2 0-2 0,-1-1 4 0,-1 0 1 16,0-1 0-16,-1-1 6 0,0 1 1 0,2-2 0 0,-3 0-4 0,3-1-2 15,-2-1 1-15,1-1 1 0,1 0 5 0,1 0-2 0,-1-1-3 0,1 1 2 16,1-1-2-16,0 2 5 0,1 1 5 0,0 1 5 0,0 2 8 15,0 2 2-15,-2 2 1 0,2 4-4 0,-2 1-3 0,2 2-7 0,-3 2-8 16,1 1-4-16,0 3-5 0,-1 2 0 0,2-1 2 0,-3 2-2 16,1 1-4-16,-2 0-3 0,1 1-2 0,-1 1 1 0,2-2 4 0,-1 0-2 15,1-2 3-15,-1-2-3 0,0-1-6 0,-1-2 3 0,2-1-2 0,0-1-1 16,2-4 5-16,2-2-2 0,0-2-3 0,2-3 6 0,1-4-6 16,1-1 4-16,3-4 6 0,0-4-7 0,2-1 7 0,1-4 1 0,1 0-2 15,2-3 1-15,-2-2-4 0,0 1 1 0,0-1 1 0,-1 2-2 0,0 1 0 16,-2 2 13-16,-1 1 14 0,0 4 13 0,-3 0 6 0,-1 3-7 15,0 3-8-15,-1 3-4 0,1 2-2 0,0 4-5 0,-1 2-4 0,0 3-2 16,1 3-2-16,0 0-7 0,2 2-1 0,3-1 0 0,0 1-4 16,2 0 2-16,0 1-1 0,2 0-4 0,-1-2 0 0,1 0 0 0,2-3-2 15,1-1-1-15,1-2 3 0,0-1-7 0,-1-3 7 0,0-3-4 0,-1-1-1 16,1-2 0-16,0-3 4 0,-2-1 1 0,1-3-2 0,0 0 4 16,-2-2 1-16,0-2-5 0,-1 0 2 0,1-1 7 0,-2-3-9 0,0 0 2 15,-2 0-3-15,1-1-9 0,0 0 2 0,-1 0 2 0,1 0 11 0,-1 1 9 16,-1 2 0-16,-1 1-1 0,0 0-7 0,1 2-4 0,-3 3-2 15,-2 2 2-15,0 2-2 0,-1 3 4 0,0 3 1 0,1 3-6 0,-2 2 0 16,2 1-2-16,-2 3 0 0,2 2 5 0,-1 0 0 0,0 2-2 0,1 1 2 16,1 1-2-16,2 0 1 0,0-2-11 0,0 0-1 0,-1 1 1 15,1-1 1-15,2 1 14 0,-1-1 2 0,-1 0-2 0,1 1 4 0,-2-1-9 16,-1-1 0-16,0-1 2 0,-3 0 2 0,1-2-2 0,1 1-2 0,-2-1 1 16,1-1-4-16,0-1 3 0,-2 0-1 0,1-1 3 0,-2-1-2 15,2 0 2-15,0-2 2 0,-3 0-5 0,2 0-2 0,-2-2 1 0,0 1 1 16,-2-1 3-16,0 0 2 0,-3 0-2 0,1 0 1 0,-3-1-1 15,2 1 2-15,0 0 0 0,1 0 1 0,0 0-1 0,1 0 3 0,-2 1-4 16,2-1-1-16,1 1 2 0,0 1-2 0,0 1-2 0,1 0 6 0,-2 1-9 16,1-1 1-16,-1 2 1 0,0 0-2 0,0 0 3 0,2 0 6 15,-2 0-4-15,1 0 0 0,0 0-2 0,-2-1-1 0,3 1 4 0,0-1-2 16,2 1 1-16,1 0 0 0,-2-2 0 0,0 1 1 0,1-2-2 0,0 1 4 16,1-2-5-16,0 0 4 0,0-1-2 0,1-1 2 0,-1-1-2 15,0-1 1-15,2 0 1 0,-1-2-5 0,2 0 6 0,0 0-1 0,2-1-1 16,2-1 3-16,-2 0-6 0,0-1 4 0,1 1-2 0,1 1 0 0,1 0 3 15,-2 0-5-15,1 1 4 0,-2 0-2 0,0 0-2 0,0 0 7 16,-3-1-3-16,-2 2 1 0,0-1 0 0,-1 0-1 0,0 2 1 0,0-1 4 16,-1 1 0-16,-3 1 1 0,1 0-1 0,-3 2-1 0,1-1-2 15,-3 1 1-15,1 1 3 0,-3-1-6 0,1 2 3 0,-2 0-7 0,1 0 1 16,-2 1 4-16,-1-1-1 0,0 1-2 0,0 2-4 0,-3-1-4 0,2 1-11 16,-3-1-24-16,-4 2-49 0,-1 0-75 0,-3 1-100 0,-3 2-180 15,-6 3-187-15,-6 1-239 0</inkml:trace>
  <inkml:trace contextRef="#ctx0" brushRef="#br0" timeOffset="11467.49">3686 8312 1159 0,'-13'14'113'0,"1"2"-106"0,0 8-10 0,7 1 0 0,4-2-2 15,2 0 2-15,2-1-4 0,3 2-9 0,3-1-20 0,4 2-27 0,2 2-25 16,5 0-27-16,2 1 5 0,2-1 22 0,3-3 26 0,1 1 31 0,-1-2 19 16,1 0 11-16,1-1 9 0,3-1 12 0,1-1 6 0,1-1 4 15,2-1 6-15,0 1 2 0,4-1 2 0,1-3 9 0,4 0 4 0,2 0 8 16,4-2 6-16,3 0 0 0,2-2 1 0,5 0-9 0,4-1-4 15,3-1-4-15,5 0-7 0,2 1-2 0,3-1-7 0,4 3-4 0,1 0 5 16,5 0-8-16,2 1-1 0,4-1 1 0,3 0-5 0,3-1-5 16,2 0 2-16,2 0-5 0,3 0-5 0,2 1 2 0,0 0-6 0,2 0-7 15,-3 1-2-15,1-1-5 0,2-1 1 0,0 0 4 0,0-3-5 0,0-1 2 16,0 0-3-16,2-1-3 0,-1-1 3 0,1-1 0 0,0-1 0 0,1-1 6 16,-1-1-3-16,1 0 3 0,2-1 0 0,-1 0-4 0,2-1 2 15,-1-1-1-15,3-1 3 0,0-1 1 0,2-2 5 0,1-4 6 0,0-3-2 16,1-3 6-16,0-4-4 0,1-3-5 0,0-4 0 0,-2-2-3 15,0-6-2-15,-4-2-11 0,-3-4-16 0,-3-2-22 0,-6 2-1 0,-4 1 6 16,-5 1 17-16,-3 3 22 0,-5 3 15 0,-4 1 6 0,-5 5 10 0,-4 0 13 16,-3 2 8-16,-2 2 15 0,-1-1 11 0,-2 1 4 0,-1 1-6 15,-1 2-11-15,-1 2-17 0,-3 2-15 0,-3 0-12 0,-1 2-5 0,-4 2-3 16,-2 0-4-16,-4-1 4 0,-3-1 0 0,-3-1-3 0,0-1 2 0,-3-3-2 16,-1-1-3-16,-2-1 2 0,-5-2 3 0,-1-1 5 0,-4-3 1 15,-1-2-4-15,-4-3-5 0,-6-3-7 0,-5-1-8 0,-6 0 5 0,-7-3-1 16,-8-1-2-16,-7-3 4 0,-10-3-4 0,-9 0 7 0,-11-1 1 15,-11 0-1-15,-11-1-3 0,-12 1 5 0,-10 1 6 0,-12 2 5 0,-11 1 6 16,-10 3-8-16,-10 4-6 0,-6 2 2 0,-10 6-3 0,-7 4 1 0,-7 4-2 16,-8 8-6-16,-3 5 6 0,-4 8 2 0,-2 5 0 0,0 4-13 15,-1 6-35-15,0 5-68 0,-2 5-90 0,1 7-94 0,0 7-82 0,0 7 7 16,2 7-127-16</inkml:trace>
  <inkml:trace contextRef="#ctx0" brushRef="#br0" timeOffset="28151.88">11022 9624 1825 0,'9'-4'63'0,"4"1"-33"0,7 1-12 0,3 3-8 0,3 1-2 16,1 4-5-16,3-1-2 0,0 0-1 0,2 1-5 0,0 1 0 0,3 0-4 15,2 1 7-15,2 0 2 0,2-1 2 0,2 0 2 0,3 0-4 16,3-1 1-16,0 0 2 0,2-2 1 0,2-2 4 0,2 0 6 0,5-2 6 15,1 1 11-15,4-2 12 0,2 0 7 0,4-1 13 0,4-2-2 16,1 0-1-16,5-1-4 0,1-1-12 0,2 0-2 0,3-1-10 0,0-1-8 16,3-1-3-16,1-2-10 0,1-1-1 0,1-1-4 0,-1 1 1 0,-3-2-3 15,1 1-2-15,-1 0 7 0,-3 0-1 0,3 1 3 0,-3-2 1 16,1-1 4-16,-2 3 8 0,-2-1 1 0,1 0 3 0,-3-1-4 0,-1-1-8 16,-3 2-1-16,-4 0 0 0,-5 0-2 0,-3 1 2 0,-5 0-3 0,-3 1-2 15,-6 1 1-15,-1-2 1 0,-3-1-4 0,-2-1 4 0,-1-2-6 16,-4-1 3-16,-3-3-4 0,0-4 3 0,-3-2-3 0,-2-5 4 0,-3-3-3 15,-2-4 5-15,-3-5-5 0,-1-1 1 0,-3-3 5 0,-4-2-9 0,-1-2 13 16,-2 0-1-16,-3-1 2 0,-4 0 12 0,-2 0-10 0,-5 1 3 16,-4-1-2-16,-4 0-8 0,-5 3 0 0,-5-1-5 0,-4 2-4 0,-7 0 3 15,-4 1 6-15,-5 3 2 0,-4 0-2 0,-7 1-1 0,-5 1-10 16,-8 2-1-16,-7 1-1 0,-5 3 1 0,-5 2 0 0,-5 0 3 0,-7 3 1 16,-3 1 1-16,-6 3-7 0,-4 3 2 0,0 2 0 0,-4 4 0 0,-1 1 4 15,-1 3 3-15,-2 2 0 0,3 3-5 0,1 1 3 0,-2 0-5 0,2 2 2 16,-4 0 1-16,0 2-5 0,1 3 4 0,-2 3 0 0,0 3-2 15,0 4 2-15,-1 2-2 0,1 3-4 0,-2 3 1 0,2 2 1 0,2 1 4 16,3 3-2-16,1 2 5 0,3 3-3 0,5 3-4 0,6-1 0 16,7 1 2-16,7-2 4 0,10-1-4 0,8-1 2 0,6 0-2 0,6-1-2 15,5 3 4-15,3 1-2 0,2 1-8 0,0 5-2 0,-2 5 8 0,-3 4 6 16,-2 6 8-16,-1 4-1 0,1 4-6 0,0 2-9 0,2-1-1 16,4 0 2-16,2-2-5 0,0 0-7 0,5-1-3 0,0-1 7 0,7-2-1 15,3-3 3-15,5-3 1 0,5-1-17 0,2-1-4 0,4-4-22 16,5-2-29-16,4-3-36 0,5-5-40 0,3 0-51 0,3-3-80 0,3 1-162 15,5-2-666-15</inkml:trace>
  <inkml:trace contextRef="#ctx0" brushRef="#br0" timeOffset="47169.14">14277 8206 733 0,'-7'-4'151'0,"1"1"-9"0,-1-1-40 0,2 3-41 16,3 1-26-16,0 1-12 0,0 1-8 0,0 1-2 0,0 1-5 0,0 1 5 15,0 1 5-15,-1 2 4 0,-1 3 12 0,0 2 1 0,0 1-4 16,-1 0-2-16,1 2 1 0,-2 3 2 0,1 0 0 0,0 0 5 0,-1 2-7 16,1-1 2-16,-1 1 0 0,2 1-5 0,0 1 3 0,0 0-6 0,0 2-1 15,0 0-3-15,1-1-8 0,1 0-1 0,0-2-3 0,2 1-3 16,-1-1-1-16,1 0 0 0,0 0-4 0,1-2 0 0,0 1 4 0,0-3 0 15,0-2 5-15,1-2 4 0,-1-1 9 0,1-1 11 0,-1-2 7 0,0-1 8 16,0-2 1-16,0-2-7 0,-1 0 0 0,1-1-4 0,0-1-3 16,-1 1-1-16,1-1-8 0,0 0-4 0,-1 0-5 0,1 0-2 0,-1 0-3 15,0 1-9-15,0 0-1 0,1-1-2 0,-1 1-2 0,1-1 4 16,-1 0-6-16,1 0 1 0,0 0-3 0,0 0-3 0,0-1-10 0,0 0-17 16,0-1-8-16,0 0-13 0,1 0-4 0,0-1-3 0,0 1-4 0,0-2 0 15,0 1 0-15,1-2-3 0,0-1-1 0,0-1-7 0,2-2-8 16,0-1-10-16,2-3-17 0,0-1-5 0,2-1-14 0,-1-1-11 0,1 0-14 15,0-3-21-15,-1 1-45 0,0 0-94 0</inkml:trace>
  <inkml:trace contextRef="#ctx0" brushRef="#br0" timeOffset="47686.25">13962 8749 1326 0,'-15'-4'240'0,"2"1"-108"15,-2 0-6-15,7 3-41 0,5-1-40 0,2 1-24 0,2 1-9 0,0-1-5 16,2 2-3-16,1 0 5 0,0 1-4 0,1 0 1 0,-1 0-2 16,-1 1-1-16,0 1 0 0,0-1 0 0,1 2-1 0,-1 0-2 0,1 0 2 15,0 1-1-15,0 0-1 0,2 1 3 0,-1 1 1 0,1 0-4 16,0-1-7-16,0 2-1 0,0 0-1 0,-1 0 8 0,0 2 7 0,0 0 5 15,-1 2-1-15,0 1-3 0,0 0 4 0,1 1-1 0,1 0-3 0,-1 2 0 16,1 0-4-16,2 0-6 0,0 1 6 0,0 0-1 0,2 0-2 16,0 0 1-16,0 0-4 0,0-1 3 0,-1 0 2 0,-1-2 1 0,1-2 8 15,1-3 6-15,-1-5 9 0,-1 0 16 0,1-4 6 0,-1 0 4 0,-2-3 3 16,2 0-1-16,-1-3-7 0,0-1 1 0,1-1-5 0,1-2-5 16,0-3-8-16,2 0-3 0,-1-2-8 0,1 0-7 0,1 1 2 0,0-1-11 15,1 0 2-15,-1 1-1 0,0 1-6 0,1 1 8 0,-1 0-7 0,-1 3 4 16,-1 0 0-16,-1 1-4 0,0 1 7 0,-2 0-3 0,0 1-3 15,-1 0 2-15,-1 2-7 0,1 0 0 0,-1 1 5 0,-2 1-1 0,1 0 1 16,0 0 3-16,0 1-1 0,0 1-1 0,0 0-2 0,1-1-1 16,-1 1 0-16,1 0 2 0,-1-1 2 0,0 0 1 0,1-1-1 0,-1 0 3 15,0 0-4-15,0-1 1 0,-2 0 0 0,1 0-1 0,0-2 7 0,0 0 2 16,0 0 2-16,-1 1 2 0,0-2-2 0,0 1 3 0,0-1-2 16,-1 1-3-16,0 0 0 0,0 0-4 0,0 1 3 0,-1 0-1 0,-1 0-5 15,0 1 1-15,-1 0-4 0,0 0 0 0,1 1 1 0,-1-1 1 16,0 1-2-16,-1 0-3 0,0 1-2 0,1-1-2 0,0 1 4 0,0-1-11 15,0 1-7-15,1 0-14 0,0-1-17 0,-1 0-19 0,0 1-14 0,1-1-23 16,-1 0-18-16,1-1-33 0,0 1-44 0,1 0-63 0,0-1-91 16,0 1-153-16,1-1-127 0</inkml:trace>
  <inkml:trace contextRef="#ctx0" brushRef="#br0" timeOffset="48853.2">8241 8321 77 0,'-6'-1'61'16,"3"1"-8"-16,-2 0-8 0,2 1-13 0,1 0-9 0,-1 0 5 0,0 1 9 15,0-1 14-15,1 1 13 0,-1-1 10 0,1 1 2 0,-1 0-3 16,2-1-2-16,-1 1-3 0,-1 0-4 0,0 1-2 0,-1 0-3 0,0 1-3 15,1-1-1-15,-2 1 2 0,1 0-6 0,-1 1-2 0,-1 0-4 0,1-1-5 16,-1 1-8-16,1 0-4 0,-1 0-1 0,1 1-3 0,-2-2 0 16,0 1-3-16,0 1-4 0,0 1 4 0,-1 0 1 0,-1 0 1 0,-1 0 1 15,1 1-6-15,-1 0-1 0,-2 1 5 0,0 1-5 0,0 1 2 16,-1 1 2-16,0 1-2 0,-2 0 3 0,0 2-2 0,1 0 0 0,-3-1-3 16,2 1 1-16,-1 0 1 0,1 2-3 0,0 0-4 0,-1-1-2 0,0 2-3 15,2-1-2-15,-1 1 2 0,-1 0-3 0,1-1 0 0,1 1-1 0,-1-2 1 16,2 1-1-16,0 0-2 0,2-2-3 0,2-2-4 0,-1-1 2 15,1-2-2-15,1-1 6 0,1 0 0 0,1-2-2 0,1 0 3 0,1-3 2 16,0 1-7-16,1-1 6 0,1-1 4 0,0 0 0 0,-1-1 2 16,0 0-8-16,1-1-8 0,0 0-8 0,1-1-3 0,0 0-18 0,1-1-31 15,0 0-33-15,1-1-45 0,2-2-37 0,1-2-26 0,3-3-35 0,0-2-56 16,3-3-173-16</inkml:trace>
  <inkml:trace contextRef="#ctx0" brushRef="#br0" timeOffset="49436.14">8275 8190 359 0,'-3'0'150'0,"-2"1"8"0,0 1-40 0,0 1-7 0,1 0-18 0,0-1-9 16,-1 1-13-16,-1-1-12 0,-1 0-14 0,0 0-5 0,-1 0-14 15,-1-2-9-15,0 3 1 0,-1 0-9 0,-2 1 8 0,-1 0-1 0,0 1-2 16,0-1 0-16,0 0 1 0,-2 0 1 0,0 0 1 0,0 0-4 16,-1-1-1-16,-1 1-1 0,0 0-4 0,1-1 0 0,-1 1 1 0,0 0-1 15,0-1 1-15,0 0 4 0,-1 1-3 0,0-1-1 0,2 1 3 0,-1 0-1 16,0-1-1-16,0 1 2 0,1-1-2 0,-1 0-2 0,-1 0 2 16,1 0-1-16,0 1-1 0,-1 1-2 0,2-1 2 0,0 1-5 0,1-1 2 15,0 1 1-15,1 0-2 0,1 0 1 0,1 0-1 0,0 0-1 16,1 0 0-16,1 0 1 0,1 0-3 0,2 1 4 0,1-1 0 0,0 1-4 15,3-2 1-15,0 1-4 0,2 0 1 0,0 0 0 0,1 1 2 0,0 0-1 16,0 0 0-16,2 0 1 0,1 0-4 0,1-1 4 0,1 0-5 16,2-1 2-16,-1-1-3 0,4 0-7 0,1-1-2 0,1-1-12 0,0-1-8 15,1-1-19-15,0-2-34 0,2-1-29 0,1-1-25 0,1-2-11 0,-1-1 1 16,2 0 7-16,1-2 8 0,-1-1 11 0,1 0 18 0,-1-1 16 16,-1-3 11-16,0-1 17 0,1-1 13 0,-2 1 21 0,-1-1 23 0,0 0 19 15,-1 1 22-15,0-2 21 0,-2 1 20 0,1 1 3 0,0 1 7 16,-2-1 11-16,0 0-5 0,-1 1 0 0,0 2-8 0,-1 0-13 0,0 0-12 15,-1 2-8-15,1 0 0 0,0 3-3 0,-1-1-3 0,2 2-10 0,0 0-13 16,1 1-8-16,1 1-2 0,0 2-3 0,-2 1-3 0,3 2 4 16,-2 1-5-16,1 2 1 0,-1 1 0 0,-2 2-3 0,1 2 2 0,-1 0-3 15,1 3 2-15,-1-1 3 0,0 2-1 0,-1 1 8 0,-2 1-1 0,1 0 1 16,0 2 4-16,-1 0-6 0,-1-1 3 0,0 0 4 0,-1 1-2 16,1 2 10-16,-1 0 0 0,1-2 0 0,0 2-3 0,0 0-1 0,-2 0-2 15,2 2-3-15,-1-1 0 0,0-1-3 0,-1-2-2 0,0-1 1 0,0-1-4 16,0-1 1-16,0-1-2 0,-1-2-1 0,1-1-2 0,0-1-3 15,0-1 0-15,0-1-1 0,0 0 3 0,0-1-4 0,1-2 0 0,0 0-4 16,1-1-2-16,-1 0-13 0,2-1-28 0,1-1-63 0,0-1-77 0,2-1-82 16,-1 0-305-16</inkml:trace>
  <inkml:trace contextRef="#ctx0" brushRef="#br0" timeOffset="59402.95">7751 2309 2346 0,'-58'-24'54'0,"-6"-4"-41"0,-16-8-36 0,10 3-27 15,10 5-14-15,0 2-7 0,2 2-2 0,-3 5-13 0,0 1-28 16,-2 3-32-16,-3 3-44 0,-1 4-16 0,-1 1 23 0,-1 2 51 0,0 0 65 16,1 1 68-16,1-2 54 0,0-2 42 0,0-1 20 0,0-2-8 15,0-3-27-15,34 6-34 0,-9-3-23 0,-2 0-9 0,-7-3-3 0,-1 1 1 16,-9-4 2-16,0 1 4 0,-10-2 8 0,-1 0 5 0,1-1 2 0,-1 2 4 15,0 0-6-15,0 0 0 0,0 1 1 0,2 0-5 0,0 1 0 0,0 0-8 16,1 1-3-16,0 1-10 0,2 1-4 0,0 1-5 0,0 1-4 16,1 1 4-16,-1 2-3 0,0 2 1 0,0 3 0 0,-2 1 2 0,0 5 0 15,-2 1-6-15,0 3-2 0,-1 3 0 0,1 3 2 0,-2 2 4 16,0 3-2-16,0 3-5 0,-1 1-3 0,3 4-17 0,-2 2 6 0,-64 31-8 16,21-2-1-16,20-4 12 0,17-8-4 0,11-3 7 0,-1 3-4 0,2 3-1 15,1 1-3-15,2 0 3 0,3 1 7 0,3-1-1 0,3 1 8 16,4 1-6-16,1 0 11 0,2-1 6 0,2 1-2 0,5 0 8 0,4 1-10 15,2 2 1-15,4-1-2 0,1 1 2 0,7 1 0 0,2-2 1 16,4 2 0-16,3 0-3 0,5 1 9 0,4 2 3 0,2-1 3 0,4 3 4 16,1 2-11-16,5 0 2 0,1 0-4 0,5 0 1 0,4-1 2 0,3 0-4 15,3-1 9-15,3 1-1 0,3-3 1 0,6 1 3 0,5-2-7 16,5-2 1-16,6-2-1 0,2-3 2 0,6-2 3 0,3-3-1 0,7-2-3 16,3-2-1-16,6-3-1 0,3-3 12 0,4-3 6 0,5-1 7 0,4-1 1 15,5-3-7-15,4-1 2 0,4-4-1 0,6 0 3 0,4-2-1 16,4-2-2-16,4 2-5 0,3-4-1 0,4 0 1 0,2-5-9 0,3-2-4 15,1-2-4-15,1-3-2 0,2-2-1 0,-1-3 5 0,1-3-2 16,1-2-1-16,2-2 1 0,0-4 2 0,2-2-4 0,0-4 0 0,2-1-2 16,0-3 0-16,-1 0 5 0,1-2-2 0,-2-2 1 0,0-3-1 0,-1-1 0 15,-3-5 1-15,-1 0-1 0,-1-2 9 0,-3-2 1 0,-2-2-2 16,-1-3 4-16,-3-3-6 0,-3-2 0 0,-2-1 2 0,-4-6 1 0,-1-1 3 16,-4-2-2-16,-2-4-2 0,-3 0-1 0,-5-4 1 0,0-2-5 0,-5-3 0 15,-5-3 1-15,-3-3-7 0,-7 1 2 0,-6-3-2 0,-5-2-12 16,-8 1 4-16,-6-3-4 0,-6 1 5 0,-8-2 10 0,-8-1-5 0,-7 1 5 15,-10 0 0-15,-6 0-6 0,-7 1 3 0,-7 1 2 0,-7 1-2 0,-8-1 0 16,-6 1-2-16,-4 0-7 0,-9-1 0 0,14 43 15 0,-7-10 5 16,-3-1-2-16,-6-9-14 0,-4 0-26 0,-8-9 0 0,-4-1 3 0,-8-8 13 15,-4 1 12-15,30 40 43 0,-6-6 1 0,0 1 7 0,-6-2-1 16,-1 0-47-16,-4-3-3 0,-2 2-5 0,-5-3-5 0,-2 3-7 0,-5-4 1 16,-1 5-8-16,-5-3 67 0,-2 4 1 0,-5-3-5 0,-2 6 2 15,-5-1-74-15,-2 4-11 0,0 6-25 0,-3 4-50 0,-1 6-62 0,-1 6-126 16,-2 3-62-16,0 7-47 0,-2 6-196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1:32:00.9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3535 7916 1 0,'-10'-19'36'0,"-5"-11"290"0,-2-6 332 0,-4-10-477 0,9 13-186 0,2 1-5 0,3-1 0 0,0 2 5 0,0 0 13 0,0 1-4 16,-1 1 3-16,1 1-5 0,-1 1-11 0,1 2 0 0,0 2-3 16,0 1 2-16,-2 3 3 0,-2 1 6 0,1 0 1 0,-2-1 4 0,0 2 1 15,1-1-4-15,-1-1 3 0,-1-1 2 0,0-2 0 0,1 1 1 16,-1 1 1-16,0 0-2 0,0 1 3 0,0-1 2 0,0-1 1 0,0-2-2 15,0 1-1-15,0-1 4 0,4-1 0 0,1 2 5 0,3-2-6 0,2 2 2 16,2-2-2-16,2-1 1 0,3 1 1 0,0-2-10 0,4 0 1 16,4 0-2-16,2-1-2 0,4 1 3 0,1-1-1 0,4-1 1 0,3-3 2 15,4 0-1-15,5-3 2 0,4 0 2 0,4 0 3 0,3 0 6 0,4-1 4 16,4-1 4-16,3 2-1 0,4-1 5 0,4 3 3 0,2-1 0 16,2 2 4-16,4-1-4 0,3 1-1 0,4 0-5 0,3 2-3 0,2-2-3 15,4 3-5-15,1-1-2 0,4-1 2 0,4-1-1 0,2 1-3 16,4 0-5-16,3 3-1 0,0 0-2 0,4 1 5 0,1 2 4 0,3 0 2 15,5 4 0-15,-1 1-5 0,4 1-2 0,-2 3-3 0,1 1 1 0,-1 3 0 16,-3 4-2-16,-1 3-2 0,-3 4 0 0,-2 4 3 0,-3 3-5 16,-4 4-1-16,-2 1 5 0,-4 2-5 0,-3 2 6 0,-5 0 2 0,-3 2-5 15,-7 1-4-15,-3 1-1 0,-6 2-2 0,-4-1 2 0,-4 2 7 16,-5 2-5-16,-4 2 1 0,-5 3-1 0,-5 1-1 0,-4 0-1 0,-6 3 1 16,-5-2 3-16,-5 3-4 0,-6 1 6 0,-7 2 0 0,-8 1-6 0,-9 1 2 15,-9 3 6-15,-11 3-1 0,-9 2 3 0,-11 4 3 0,-11 2-7 16,-8 2 1-16,-8 2 3 0,-8 0 1 0,-6-1 6 0,-6-1-1 0,-4-4-12 15,-3-1 4-15,2-4-4 0,1-3 2 0,-1-4 11 0,1-5-5 16,2-4 2-16,1-5-2 0,2-2 2 0,4-4 3 0,5-4-3 0,4-1 6 16,6-3 6-16,3-1-4 0,5-3 3 0,4-2-3 0,5 0-7 0,3-2 0 15,3 1 0-15,1-1-8 0,2 1-1 0,4 0-4 0,1-1 1 16,3-1 0-16,1 0 0 0,2-1 1 0,3-1 4 0,0-2 1 0,2-1-3 16,1-1-3-16,-1-2-6 0,3-2-5 0,0-1-4 0,2-2-10 0,2-1-7 15,1-1-18-15,3-2-9 0,1 1-18 0,2 0-31 0,1 1-34 16,4-1-38-16,1-1-39 0,0 0-37 0,5 1-45 0,1-3-269 0</inkml:trace>
  <inkml:trace contextRef="#ctx0" brushRef="#br0" timeOffset="481.98">5713 9043 283 0,'6'-28'-40'15,"2"0"-19"-15,2-8 0 0,1 7-1 0,-2 4 0 0</inkml:trace>
  <inkml:trace contextRef="#ctx0" brushRef="#br0" timeOffset="984.99">5840 8808 76 0,'0'2'60'0,"2"0"-11"0,2 1-14 0,1-1-11 16,0-1-7-16,2-1-8 0,0 1-4 0,3-2-2 0,0 0-2 0,1-1 1 15,0 0 2-15,-1-2 0 0,1-1 10 0,0 0 21 0,-1-1 21 16,2 0 25-16,-1-2 25 0,0 0 6 0,1 0 5 0,-2-1 7 0,2-1-7 16,1 0-4-16,-1-1-4 0,0 1-12 0,1 1-5 0,2 0-11 15,0 0-9-15,2 0-5 0,0 0-9 0,2 2-2 0,1-1-7 0,1 1-11 16,3 0-4-16,1 0-4 0,2 0-6 0,3-1 2 0,2 1-1 0,4-1 2 15,1 0-7-15,3 0-3 0,3 0-4 0,0-1-6 0,2 1-1 16,2-2 2-16,1 0 1 0,1 1 1 0,1 1-3 0,0 1 1 0,1 1 2 16,0 0 0-16,1 2 5 0,-2 0 1 0,1 2-6 0,1 0 3 15,-1 1 0-15,0 0 1 0,1 0-1 0,-2 1 1 0,1 0-4 0,0 0-5 16,1 0-4-16,2-1-1 0,0 0 2 0,0 0 2 0,1 0 7 0,0 0-1 16,2-1 4-16,2 0 2 0,-1-1 0 0,0 1 0 0,-2 1 0 15,-1 1 1-15,-3 0-1 0,-3 2 9 0,-2 0 0 0,-5 1 6 0,-2 0-2 16,0 0-4-16,-3 0 0 0,0 1-1 0,-2 0-3 0,-4 0-2 0,0 1 4 15,-3 0-7-15,0 0-1 0,-1 1 0 0,-2 1-7 0,0 0 3 16,-2 2 1-16,1-1-1 0,-1 1-1 0,-3 0-2 0,1-2 1 0,-1 3-1 16,-2-1-1-16,1 0 4 0,1 0-6 0,-1 0 5 0,-1 1-5 0,1-4 0 15,-3 2-2-15,1-2-1 0,0 0 1 0,-1-1 2 0,-2-1 5 16,2 0-6-16,-1-1 3 0,0 0-2 0,-2-1-4 0,0 1 8 0,-1-2-4 16,0 1 3-16,0-1-4 0,-3 1 1 0,1-1 1 0,-1-1 3 15,-1 1-1-15,0 0 2 0,0 0 1 0,-2 0-1 0,0 0 0 0,0 0 4 16,-3 0-9-16,1-1 4 0,0 1-1 0,-2-1 1 0,1 0-4 0,-1 0 0 15,0 0-3-15,1 0-1 0,-1 0 5 0,0 0-5 0,1 0 5 16,-1 0-5-16,0 0 1 0,0 0-4 0,0 0 1 0,0 0 1 0,0 0 0 16,0 0 0-16,0 0 3 0,0 0-1 0,1 0-6 0,-1 0 4 0,1 0-7 15,-1 0-3-15,-1 0-5 0,0 1-9 0,0-1-21 0,-1 1-17 16,0-1-18-16,0 1-21 0,0 0-10 0,0 0-10 0,-1 0-13 0,0 0 1 16,0 0-5-16,0 0-11 0,1 0-9 0,-1 0-16 0,1-1-16 0,0-1-10 15,0 0-19-15,2-1-23 0,1-1-18 0,2-1-131 0</inkml:trace>
  <inkml:trace contextRef="#ctx0" brushRef="#br0" timeOffset="1266.39">10970 8908 1826 0,'-5'-7'-90'0,"0"1"-103"15,0 0-81-15,2 1-25 0,2 4-5 0,0 1-150 0</inkml:trace>
  <inkml:trace contextRef="#ctx0" brushRef="#br0" timeOffset="1801.77">10802 9109 1199 0,'-1'-2'258'0,"0"0"-108"0,1 0-63 0,-1 0-17 15,1 1-12-15,1-1-12 0,0 1-5 0,0 0-4 0,1-1 1 0,0 1 0 16,1 0 2-16,0 0 0 0,0 0-6 0,0 0 2 0,0 0-5 0,1 0-3 15,-1 1-6-15,2 0-1 0,0-1 0 0,0 2-6 0,2-1 0 16,0 0-3-16,3 1-3 0,0 0 2 0,1 0-5 0,2 0 0 0,1 0-1 16,3 0-4-16,1 1 7 0,1 0-4 0,2-1 2 0,0-1 4 15,1-1-9-15,2 0 5 0,-1-1-3 0,3 0 5 0,0 0 3 0,2 0-2 16,1-1 5-16,0 0-2 0,4 0 1 0,0-1 9 0,1 0 4 0,1 0-2 16,0 1 4-16,1-1-7 0,-2 2-3 0,2-1-2 0,1 1 1 15,0 1 3-15,3 0-2 0,-1 1 3 0,1 0-2 0,3 1 1 0,-1 1-2 16,2 0 0-16,1 0-5 0,-2 0-3 0,-1 0 0 0,1 1 0 0,2-1 2 15,-1 1 3-15,1 0 5 0,3 0 3 0,3 0-4 0,0-1 1 16,1 0-3-16,2 0-5 0,0-1 5 0,2 0 0 0,2-1 0 0,1 0 1 16,0-1-1-16,0-1-3 0,1 0 3 0,-1 0-3 0,2 0 2 15,1-1-1-15,1 1 1 0,-1 1-2 0,2-1 0 0,0 0-3 0,0 1-1 16,-1-1 4-16,1 0-3 0,-1 0 5 0,-1 1-7 0,0-1 2 0,-1-1-2 16,1 1-13-16,0-1 0 0,1 0 6 0,-1 0-5 0,-1 0 6 15,2-1 3-15,1-1-10 0,1-1 9 0,2 0-3 0,-1-1 2 0,0 0-4 16,-1-1 0-16,3-1 3 0,-2 0-3 0,1 0 2 0,0 0 3 0,-1-1-5 15,1 0 2-15,0-1 2 0,1 0-1 0,1 0-8 0,2-1 0 16,-1 2 15-16,-2 0-1 0,0-1 9 0,-1 1 8 0,0-1-17 0,0-1-4 16,0 2 8-16,-1 0-8 0,0 0 6 0,0 1 2 0,-1 1-9 15,1 0 3-15,1 1-5 0,-1-1 1 0,1 2 1 0,-2-1-2 0,-1 1 5 16,-2 0-1-16,-1 1-3 0,-2 0-1 0,1 0 2 0,-1 1-2 0,1 0-4 16,0 1 7-16,1 0-8 0,0 1 10 0,0 0-3 0,0 1-6 15,-1 0 0-15,-3 0-2 0,-3 0 8 0,-1 2-2 0,1-1 0 0,-1 1-2 16,2 1 1-16,-2-1 5 0,-3 1-2 0,0-1-3 0,-2 1 1 0,0 0 0 15,-3 0-2-15,-4 0 0 0,-3 0-5 0,-1 1-3 0,-5 1 3 16,-2-1-6-16,-3 1-8 0,-5 0-24 0,-3 1-33 0,-4 1-44 0,-4 0-53 16,-3 0-58-16,-5 0-59 0,-3 2-59 0,-3 4-79 0,-7 3-78 15,-5 5-358-15</inkml:trace>
  <inkml:trace contextRef="#ctx0" brushRef="#br0" timeOffset="11700.07">4639 11334 286 0,'-10'4'100'0,"0"1"-45"0,-2 2 7 0,4-3-9 16,-1 0-3-16,2-1-4 0,-1 1-6 0,1-1-6 0,1 1-7 0,0-1-9 16,1-1-5-16,0 1-5 0,2 1-5 0,0-1-2 0,0 0-1 15,0 0 4-15,1 1 4 0,0-1 2 0,0 1 5 0,0-2 3 0,0 0 2 16,1 0 3-16,-1-1 1 0,1 0 3 0,-1-1-1 0,1 1 6 0,0 0-4 15,1-1-4-15,0 1 6 0,-1-1-12 0,1 0 6 0,0 1 1 16,1-1-6-16,-1 0 4 0,1 0 2 0,1 0 3 0,1 1-2 0,-1-1 0 16,1 0 0-16,0 0 2 0,2-1-2 0,0 1 10 0,1-1-8 15,3-1 5-15,-1-1 2 0,3 0-6 0,0 0 6 0,2-2-8 0,0 0 4 16,0 0-7-16,1 0 2 0,-1-1-1 0,2 0-6 0,2 0 4 0,0 1-5 16,0-1 2-16,-1 0-6 0,3 1 0 0,1-2 3 0,0 1-8 15,1 1 2-15,0-1-4 0,0 0-3 0,1 0-2 0,1 0-3 0,0 0 1 16,0 0-1-16,1 0 1 0,1 1 2 0,0 0 3 0,0 1-4 0,1 0 6 15,-4 2-5-15,1-1 0 0,0 2 4 0,-1 0-6 0,2 0 3 16,-2 0 1-16,0 2 3 0,0 0 1 0,0 1-1 0,-2 0 1 0,2 0-2 16,-1 0 3-16,2 0 3 0,1 1-3 0,0-1 0 0,2-1-1 15,0 1 0-15,1-2 1 0,1 1-7 0,-1 0 0 0,1 0-2 0,-1 0 1 16,1-1 6-16,-1 0 2 0,2 0-4 0,-2 1 5 0,2-1-4 16,-2 1 1-16,0-1-2 0,2 2 1 0,-1-1 4 0,2 1 1 0,-3 0-1 15,1 0 6-15,-3 1-6 0,3 0 0 0,-2 1 5 0,2-1-7 0,0 1 4 16,-1 0 0-16,2 0-5 0,-1 1-4 0,2-1-5 0,-2 1 1 0,0 0 2 15,1-1 7-15,2 1-3 0,-1-1 1 0,1-1-1 0,0 1-1 16,2-2 5-16,1-1-5 0,1 1 2 0,-1-1-1 0,0 1 1 0,1 0-2 16,0-1-3-16,1-1 1 0,-1 1-2 0,1 1 1 0,-1-1 1 15,-1 1 1-15,0-1-8 0,-1 0 4 0,1 1 5 0,-2 0-2 0,0 0 1 16,-2 1-2-16,2 0 2 0,-1 0-1 0,2 1 2 0,-2 0-1 0,1 0 2 16,-3 0-1-16,1 0-2 0,-1-1 10 0,1 0-14 0,-1-1 2 15,1 2 8-15,1-1-13 0,-1 2 5 0,0 0 2 0,1 0-7 0,-3 0 5 16,2-1 5-16,-1 2-2 0,0-1 1 0,-1-1-4 0,0 2 3 15,-1-1 2-15,3-1 10 0,-2 0 1 0,2-1-1 0,1 0-1 0,-3 0-14 16,1-1 3-16,-2 0 2 0,2 1-1 0,-3 0-2 0,2 1 2 0,-1-1-4 16,0-1 5-16,0 1 1 0,-1 0-3 0,1 0 2 0,-1 1-5 15,0 1 0-15,-1 0 4 0,1 0-4 0,-1 0 5 0,2 0-4 0,-1 0 4 16,0 0 0-16,2 0-2 0,0-1-3 0,3-1 3 0,-1 1-2 0,2-1 1 16,-3 0 2-16,1 0-7 0,0-2 3 0,2 1-1 0,0-1 1 15,1 1 0-15,-1-1 0 0,1-1 1 0,-1 1 1 0,-1 0 6 0,1 0-2 16,-2 0-6-16,-1-1 0 0,0 1-5 0,-2-1 5 0,0 1 3 15,0-1 0-15,2 0 7 0,-1 0-9 0,0 0 7 0,-1 1 6 0,0-2-5 16,2 1 7-16,-1 0 1 0,0-1-11 0,2 0 5 0,1 0 1 0,0-1-8 16,1 1 3-16,-1-1-3 0,1 1-2 0,-1-2 3 0,1 1 1 15,1 0 0-15,-1 0-2 0,0-1-1 0,0 1-2 0,2 0-4 0,-1 1 6 16,1 0 2-16,-2-2-3 0,0 0 4 0,-1-1-7 0,2 1-1 0,-1-2 5 16,1 0 0-16,0 0 5 0,-1-1-4 0,1-1-8 0,-3 0 0 15,0 2-3-15,-3 0 4 0,-2 1 1 0,-2 1 6 0,-1-2 0 0,-1 1 1 16,-1 0-2-16,-1-1-1 0,1 2-12 0,0-2 7 0,-2 1 0 15,3 0 1-15,0 0 6 0,-2 0-4 0,1-1 8 0,0 0-5 0,-2 0 0 16,1 1 7-16,0-2-9 0,-1 2 4 0,-1-1 0 0,1 1-4 0,-1 0 4 16,-3 2 8-16,2-1 0 0,-1 2 0 0,-1-1-2 0,-1 0-4 15,-2 0 1-15,1 0-6 0,-2 0-6 0,1 1-4 0,0-1 2 0,-2 1 4 16,0 0 9-16,1 0-6 0,0 0 1 0,-1 1-2 0,1-1 1 0,-2-1 6 16,-1 1-2-16,3 1-5 0,-2-1 1 0,1 1-1 0,-1 0 4 15,1-1-1-15,0 1-6 0,0 0 6 0,1 0 0 0,-1 0-3 0,0 1 2 16,0 0-2-16,-1 0 1 0,1 0-1 0,-2 0 2 0,1 0 1 15,0 0-1-15,-1 1 1 0,1 0 1 0,-1 0-4 0,1 0 3 0,-1 0 2 16,-2 0-15-16,1 0 10 0,0-1-5 0,1 1-2 0,0-1 12 0,0 0-11 16,-1 0 7-16,0 1 3 0,0-1 2 0,0 0-1 0,0 1 2 15,2-1-1-15,0 0 1 0,-1 0-2 0,0 0-3 0,0-1 1 0,0 0 0 16,1 0 2-16,-1 0 0 0,1 0-5 0,2 0 0 0,-1-1 5 0,0 0 0 16,1 1-2-16,-1-1 2 0,-1 0-5 0,1 0 2 0,-1 0 3 15,3 0 0-15,-3 0 0 0,2 0 0 0,0 1-4 0,-2 0 1 0,2-1 1 16,-1 1 4-16,0-1 8 0,-1 1-10 0,1 0 9 0,-1-1-11 15,-2 1 5-15,3 0-3 0,-2-1-5 0,1 1-1 0,0-1 2 0,-1 1 13 16,1-2-9-16,-1 2 10 0,-1-1-25 0,1 0 1 0,-1 0 11 0,1 0-7 16,-2 0 7-16,1 1 3 0,1-1-10 0,-1 0 12 0,0 0-2 15,0 1-4-15,-3-1 3 0,1 1-6 0,0 0 7 0,-1 0 2 0,1 0-2 16,0 1 2-16,0-1-6 0,0 0 1 0,-1 1 1 0,1-1 6 0,-1 1-2 16,0 0-2-16,-1-1 0 0,1 1 2 0,-1 0-2 0,0 0-5 15,1 0-7-15,0 0 4 0,0-1-6 0,0 1 14 0,-1 1-1 0,0-1-11 16,0 0 9-16,-1 0-11 0,2-1 7 0,-2 1 2 0,1 0 4 15,0 0-1-15,0-1 2 0,-1 1 2 0,0 0-5 0,0 0 0 0,0 0-1 16,0 0-2-16,0 1 2 0,-1-1 3 0,1 0-3 0,-1 0 3 0,0 0-2 16,-1 1-1-16,1 0 3 0,0-1-4 0,0 1 1 0,0 0 1 15,-1 0 2-15,1 0 1 0,0 0-2 0,0-1-1 0,-1 2 0 0,1-1-2 16,0 1 1-16,-1-1 3 0,0 0 1 0,0 0-2 0,0 0-1 0,0 1-2 16,0-1-3-16,0-1 4 0,0 1-1 0,0 0 2 0,0 0 14 0,-1-1-4 15,1 1 0-15,0 0 2 0,-1 0-16 0,0 0 2 0,0 1 5 16,0-1-7-16,-1 1 2 0,0 0-3 0,0 0 5 0,1 0 3 0,-1 0-3 15,0 0-1-15,0-2-4 0,0 1-4 0,0 0 5 0,0-1 0 16,1 0-1-16,0 0 0 0,-1 0 1 0,1 0 0 0,0-1-7 0,0 0-3 16,1 0-8-16,0-1-22 0,-1 0-10 0,1 0-19 0,-1-1-25 15,0 0-30-15,0-1-26 0,1 0-24 0,0-2-32 0,1-3-22 0,0-1-56 16,1-2-60-16,1-4-146 0,2-2-100 0</inkml:trace>
  <inkml:trace contextRef="#ctx0" brushRef="#br0" timeOffset="13437.58">4928 12239 424 0,'-19'-4'111'16,"0"1"-103"-16,-3-1 34 0,4 1 0 0,7 1 5 0,-2 0-7 0,2 1-12 16,0 1-7-16,0 0-6 0,2 1-3 0,0 0-6 0,1 0-3 0,2 0-1 15,0 1 1-15,1 0 1 0,2 1 2 0,-1 1-4 0,0-1-1 16,1 1-1-16,-1-2-1 0,2 3-1 0,1-1 0 0,-1 1-3 0,1 0 2 16,1 0 5-16,-1 1 5 0,1 2 3 0,0-1 4 0,1 0 5 15,-1 1 5-15,0 0 7 0,1 1 2 0,0 2 2 0,1 1-1 0,0 0-2 16,0-1 4-16,1 1-1 0,1-2-1 0,0 1-4 0,1-2-3 0,0 1 2 15,2-2 0-15,2 0 5 0,-1-1-2 0,1-1 2 0,2-1 2 16,0-2 4-16,1-1 4 0,1-3-1 0,0-1 4 0,4-2-2 0,1-1 3 16,1-2-3-16,0-3-1 0,3-1 8 0,2-2-8 0,0-2 5 15,4-1-3-15,-1 1-12 0,3-2-5 0,-1-1-2 0,2 2-6 0,-1 1-3 16,3 2 1-16,-1 1-5 0,1 1-4 0,0 2 2 0,0 0 1 0,0 2-7 16,1 0-1-16,1 1 1 0,0 1-4 0,3 2-1 0,-1 2-1 15,1 2 2-15,1 2-2 0,-1 2 3 0,3 1 1 0,-2 3-1 0,1-1-8 16,2 4 5-16,-2 1 0 0,-1 1 0 0,0 0 6 0,-2 0-7 0,-1 0 2 15,2 1 1-15,0 0 1 0,1-2 0 0,-2 0-6 0,1-2 1 16,-2 0 1-16,2 0 4 0,-1-1 1 0,-3 0 5 0,1 1 0 0,0-1-5 16,0 0 5-16,0 1 0 0,-2-1 3 0,1 0 2 0,-2 0-2 0,-1 1 0 15,0-1-4-15,0 1 2 0,0 0 1 0,1 2-5 0,0 0 0 16,0 1-2-16,1 0 1 0,-1 0 2 0,1 1-4 0,-1 1 6 0,2 0-12 16,0-1 3-16,2 1 5 0,1 1-8 0,0 1 15 0,3-2-5 0,-2 1 3 15,-1-3 2-15,0-1-5 0,0-2 0 0,1 0-6 0,0-1 4 16,0-2 1-16,0-2 2 0,-1 0-1 0,1-2-1 0,-2-1 2 0,0-1 1 15,1-1 2-15,-2-1-3 0,2-1-2 0,0-1-1 0,-1-2 1 0,0 0 7 16,-2-1-9-16,1 0 6 0,0-1-1 0,1-1-7 0,1 0 7 16,0-1-6-16,-1 1 0 0,-1 2 4 0,1-2-4 0,-1 2 5 0,0 0-8 15,1 1 4-15,-1 1 1 0,1-1 0 0,1 0 0 0,-1 2-2 16,3 0 2-16,-3 1-4 0,0 1 4 0,-1 1 8 0,-1-1-7 0,2 0 1 16,-1 0-1-16,1 0-4 0,0-2 7 0,-1 0 2 0,-1-1 4 15,1 0-14-15,-2 0 4 0,1-1 0 0,0 0-3 0,-2 0 9 0,4-2 0 16,-1 0-2-16,1-1 0 0,-2-1 4 0,-1 1-6 0,1-1 9 0,-2 1-3 15,2-1 1-15,-3 0-3 0,2-1-9 0,-3 1 3 0,0-1-7 16,-2 1 5-16,0-1 2 0,-2 1 0 0,0 1-1 0,1-1-4 0,-2 0 1 16,1 0 3-16,-3 2 2 0,0 0-3 0,0 0-1 0,0 1 0 0,1 1 4 15,-3-1 3-15,1 3 4 0,-2-3-5 0,-3 1 1 0,1 1 1 16,-2-1 0-16,2 0 3 0,-3 0-1 0,2 1 2 0,1-2-2 0,-1 1 3 16,-1 0 0-16,2-1-3 0,0 1-3 0,-1 0-4 0,2-1-5 0,0 2-2 15,-2-2 2-15,2 1-2 0,0-1 2 0,0 0 7 0,-1 1-7 16,2-1 2-16,1 0 1 0,-1 0-4 0,1 1 4 0,0 0 1 0,-2 1-3 15,0 1 1-15,0 1 0 0,0 0-4 0,0 1 2 0,3 1 2 16,-1 0-6-16,1 2 6 0,0 0 1 0,-3 0-6 0,0 1 5 0,1-1-2 16,-4 0 1-16,1 1 3 0,0-1-4 0,0-1 5 0,-1-1-5 0,0 0 9 15,0 0 4-15,-1-1-1 0,2 0 8 0,0 0-8 0,0-1-9 16,-1 0 1-16,1 0-8 0,1 0 6 0,-2 0 7 0,1-1-4 0,-1 1 2 16,0-1 5-16,0 1-7 0,2 0 4 0,0 0-5 0,0 0-6 0,-2 0 4 15,1 0 8-15,-1 1-3 0,1 0-3 0,0 0 1 0,1 1-9 16,1 0 10-16,1 0-5 0,0 1 1 0,1 1 2 0,-2 0-1 0,1 0 3 15,-2 0-1-15,-1 0 0 0,0 0 2 0,0 1 0 0,0-2 0 0,-2 1 4 16,1-1 0-16,0 0-1 0,-1-2 1 0,-1 1 3 0,0 0 6 16,0-1-4-16,-1 1-3 0,-1-1-6 0,1 0-10 0,-2 0 3 0,1-1 0 15,-2 0-4-15,1 0 8 0,-2 1-1 0,1 0 1 0,0-1 1 16,-2 1 1-16,1-1-3 0,-1 1 1 0,-1 0-6 0,-1 0 0 0,-1-1 4 16,1 1 2-16,-2 0-2 0,1 0-4 0,-1 0 4 0,-1 0-4 0,0 1 7 15,0-1 4-15,-1 1-9 0,0-1 0 0,-1 1-2 0,1-1 1 16,-1 0 4-16,0 0-1 0,0 0 0 0,0 0-6 0,-1 0 2 0,0 1 2 15,1 0 0-15,-1-1 2 0,0 0-4 0,0 0-1 0,0 0 3 16,0-1-9-16,0 2-11 0,-1-1-9 0,1-1-18 0,-1 0-17 0,0 1-8 16,0-1-28-16,0 0-23 0,0-1-28 0,-1 0-35 0,-1 0-17 0,0-1-30 15,0-2-28-15,-1-1-46 0,-1-2-84 0,1-3-346 0</inkml:trace>
  <inkml:trace contextRef="#ctx0" brushRef="#br0" timeOffset="15050.42">4965 13189 81 0,'-9'8'48'0,"-1"0"-6"16,-2 2-5-16,3-2-4 0,2 0-4 0,2-2-2 0,1 1 4 0,2 0 3 16,0-1 1-16,0 0 2 0,0 1-6 0,1 0-5 0,1-1 2 0,-1 0-2 15,1 1 5-15,1-1 0 0,1 1-1 0,0 1 2 0,0 0-5 16,1 0 3-16,-1 0 3 0,2 1-2 0,0-1 1 0,0 2 1 0,0-1 0 15,1 0-1-15,1 0 1 0,0 0-5 0,0 1 1 0,-1 2-1 16,0 1-1-16,1 0-2 0,-2-1 2 0,3 0 6 0,1 0 4 0,-1-1 2 16,3 0-2-16,-1-1-1 0,4-3-2 0,0 2 3 0,2-3 4 0,2-1 1 15,-1-1 4-15,1-3 2 0,2-2-4 0,2-2 1 0,2-1 2 16,3 0-7-16,1-1-2 0,2-2-2 0,1 0-11 0,0-3 1 0,2 1-6 16,1 0-3-16,2 0-3 0,3-1-2 0,0 0 2 0,3 2-7 15,0-2 1-15,2 2 2 0,1 0-6 0,0 1 1 0,1 2 1 0,2 1-3 16,0 2 1-16,2 2-1 0,-1 2-2 0,-1 0 3 0,1 3-1 0,2-1-3 15,2 2-3-15,0 0-1 0,-1 0-3 0,0 1 6 0,0 0 1 16,2-1-3-16,0 2 7 0,0 0-4 0,-1 1 0 0,0 0-1 0,-1 0-2 16,1 0 6-16,-1 0 0 0,-2 1-1 0,0-1 1 0,-3-1 3 0,-1-1 1 15,-2-2 8-15,0-2 7 0,-2-1 8 0,-1-1 6 0,-1-3 2 16,-1 1 3-16,-2-2-1 0,1-1 2 0,0 0-1 0,1-2-2 0,0 0-8 16,1 0-3-16,-1 0 1 0,0 0-4 0,0 1-5 0,1-1-5 0,-1 0-4 15,3 1-1-15,1-1-1 0,-1-1-1 0,3 1-2 0,-1-1-4 16,0 0 2-16,1 0 0 0,0 1-4 0,1-1 1 0,-2 2 4 0,0-1-2 15,-2 2-1-15,-1 0-6 0,0 0 1 0,-2 2 0 0,1 0 2 16,1 0 2-16,-3 2-4 0,0 0 1 0,-1 1-1 0,-4 0 5 0,1 1-2 16,-1 0 1-16,0-1 4 0,0 2-11 0,1-1 7 0,-3 0-2 0,3 1 2 15,-4-1 6-15,1 0-14 0,-2-1 7 0,0 0-3 0,-1-1 2 16,-1 1 4-16,-1 0-3 0,-2 0-2 0,1-1 4 0,-2 1-1 0,2 0 4 16,-1 1-2-16,-1-1 0 0,-1 1 2 0,0-1 2 0,-1 1 0 15,0-1-2-15,0 1 0 0,-1-1 4 0,-1 1 3 0,1 0-3 0,-2 0 1 16,1 1-2-16,1-1-8 0,-1 0 8 0,0 0 0 0,1 0 0 0,0 1-3 15,-2 0-1-15,2 0 0 0,-1 0 2 0,1 0 1 0,1 0-1 16,1-1 2-16,0 2-5 0,1-1 5 0,1 1 1 0,-1 0-5 0,2 0 6 16,-1-1 2-16,2 0-3 0,3-1 5 0,-3 0-5 0,2 1 5 0,-2-1-5 15,-1-2 3-15,0 1-2 0,-1-2 1 0,0 2-11 0,-2 0 5 16,1-2 5-16,1 1-8 0,-3-1 6 0,2 0-4 0,0 0-1 0,-1 0-6 16,1 0-2-16,1 0 0 0,-1-1-5 0,2 1 11 0,-1-1 3 0,2-1-1 15,0 1 2-15,-1 1-3 0,0-2 1 0,-1 2-1 0,1 0 1 16,1 1-1-16,2 0-1 0,1 0-1 0,-2 1 2 0,2 0 1 0,-2 1 2 15,1 1-1-15,0-1-3 0,-1 2-2 0,0-2 1 0,-1 0 5 0,0 1 3 16,0-2-1-16,-2 0-15 0,1-1 2 0,-2-1 1 0,1-1 9 16,0 0 9-16,-1 0 2 0,0-1 4 0,1-2-2 0,-1 0-2 0,1-1 2 15,-1 0-2-15,2-1-1 0,0-2 3 0,0 0-8 0,2-2 3 16,0 1 3-16,2-2-8 0,-1 0 2 0,2 0-4 0,1 0 0 0,-1 2 2 16,1-1 2-16,0 1-2 0,1 0-4 0,-2 1-18 0,1 1 3 0,-1 0-7 15,-1 1 0-15,-1 1 20 0,-1 0-2 0,-1 1 7 0,1 1 1 16,-3 0-1-16,-1 1-1 0,1 1 5 0,-2 0 2 0,2 0 2 0,2 0 0 15,-2 0-7-15,2-2 0 0,-1 1-2 0,-1-1 2 0,1 1 0 0,-1 1 2 16,2-2-2-16,1 0-2 0,0-1-3 0,0 0 0 0,-1 0 3 16,0 0-3-16,-1-1-4 0,-1 0 2 0,0 1-3 0,-2-1-3 0,0 0 6 15,0 2 0-15,-2-1 6 0,0 0-1 0,-1 0 2 0,-1 0-4 0,1 0 6 16,0 1 2-16,-1 0-4 0,-1-1-2 0,1 0-6 0,1 1 4 16,0 0 2-16,1 0 1 0,0 0 1 0,0 1-2 0,-2 0-3 0,1 0 0 15,-1 0-2-15,-1 0 7 0,0 1-5 0,0-1 3 0,-1 1-7 16,-1 1-7-16,1-1 8 0,0 1 1 0,0-1 3 0,-2 0 4 0,0 1-1 15,1-1-3-15,-1 1-6 0,-1-1 4 0,0 0 3 0,0 1-6 0,0-2 11 16,-1 1-18-16,0-1 6 0,0 0 3 0,-2 2-4 0,1-1 13 16,-1 1-4-16,1-1 2 0,-1 0-1 0,0 1 1 0,-2 0-3 0,1 0-3 15,0 1 1-15,-1-1 0 0,0 1 2 0,-1 0-6 0,0 1 5 0,1 0-1 16,-2 0-2-16,0 0 7 0,1 0-12 0,0 1 10 0,0-1-1 16,-1 1 0-16,0 0-1 0,-1-1-5 0,1 1 1 0,0 1-5 0,-1-1 10 15,0 0-1-15,0 1 1 0,0-1 3 0,-1 1-7 0,0 0 2 16,1-1 0-16,-1 0-4 0,1 1 4 0,0 0 0 0,0-1-2 0,-1 0-6 15,0 1 12-15,0-1-6 0,0 0 0 0,0 0 3 0,0 0-8 0,0 0 3 16,0 0-2-16,-1 1 4 0,1-1 0 0,-1 1 0 0,0 0 9 16,-1 0-12-16,1 0 6 0,-1 0 1 0,0-1-9 0,0 1 10 0,-1 0-7 15,1 0-1-15,-1-1 3 0,1 0 0 0,0 1 0 0,-1-1 5 0,1 1-7 16,-1 0 2-16,1-1 2 0,0 1-2 0,0 0 4 0,-1 0-1 16,0 0-5-16,1 0 1 0,-1 1 1 0,1-1 0 0,0 1-2 0,0-1 0 15,-1 0-2-15,1 0-1 0,-1 0 3 0,1 0 2 0,-1 0-5 16,0 0 5-16,0 0-6 0,0-1-1 0,0 0 5 0,-1 1-16 0,1-1 6 15,-1 1-6-15,0 0-7 0,0-1-2 0,-1 0-12 0,0 0-20 0,1-1-12 16,-1 1-18-16,0 0-21 0,-1 1-28 0,-2-1-26 0,0 0-20 16,-3 1-27-16,0 0-39 0,-3-2-60 0,-2 1-75 0,-3-1-123 0,-6-2-55 15</inkml:trace>
  <inkml:trace contextRef="#ctx0" brushRef="#br0" timeOffset="15900.24">4698 14351 1009 0,'-11'7'-16'0,"2"1"105"16,0 1-63-16,5-3 8 0,6 1 1 0,1 0 2 0,1 2-3 16,0 0-9-16,1 1-1 0,1-1 0 0,0 0 1 0,2 1 1 0,0-1 0 15,1 2 1-15,0-1 1 0,3-1 2 0,1 1 4 0,1-2-9 0,3 1 3 16,-1 0 2-16,4 0-4 0,2 0 6 0,2-1-4 0,3 0-9 16,1-1 6-16,3 3-3 0,-1 0-1 0,4 2 7 0,1 1-12 0,2-1 8 15,2 2-3-15,2 2-2 0,2 0 0 0,1 0-10 0,0 2-5 0,0 0 0 16,3 1 4-16,1 0-4 0,0 2 6 0,1 0-9 0,-1-1 0 15,2 0 1-15,-2-2-4 0,0-2 4 0,0-1-1 0,-2-3 9 0,3-3 8 16,-3-2 10-16,0-1 4 0,-2-2 8 0,0-2 0 0,0 0-4 16,-2-1-6-16,3 0-6 0,-4-2 1 0,0-1 0 0,1 0 2 0,-2 0 7 15,0-1-4-15,0-1-1 0,-1-1 3 0,-1-1 4 0,0-1-2 0,-4-1 5 16,2-1-10-16,0-1-5 0,0-1-2 0,2-1-6 0,-2 1-1 16,2 0-6-16,0 0 1 0,-2 1 0 0,3 1-1 0,-3 0-1 0,1 0-8 15,1 1-5-15,0 0 5 0,2 2-1 0,-1 0 6 0,-1 2-4 16,-1 1-4-16,0 1 0 0,0 2-5 0,-1 1-8 0,2 2-19 0,-2 2-24 15,0 1-33-15,1 3-44 0,-2 3-49 0,3 1-67 0,1 2-72 0,1 1-107 16,4 1-342-16</inkml:trace>
  <inkml:trace contextRef="#ctx0" brushRef="#br0" timeOffset="20983.84">13572 9956 665 0,'-6'-12'64'0,"-1"2"9"0,-2-2 2 0,3 3-12 0,2 3-21 15,0 1-20-15,1 1-10 0,-1 1-7 0,1 1-4 0,-1 0-1 16,0 1-3-16,-2 1-2 0,0 0 0 0,-2 2-2 0,-2 0 3 0,-1 1 0 16,-2 1 1-16,-2-1 2 0,0 1-2 0,-2-1 3 0,-1 0 1 0,1 0 2 15,-1-1 1-15,-1 0 0 0,0-1 3 0,-2 0-1 0,-2 1 3 16,-1 0 3-16,-1 0-1 0,0 0 4 0,-1 0 11 0,-2 1 3 0,0 0 7 16,-3-1 8-16,1 1-4 0,-2 0-5 0,2 0-7 0,-1 1-12 0,1 0-4 15,-2 0-4-15,1-1-4 0,-3 1 1 0,1-1-1 0,-2 1-1 16,1-1 3-16,1 1-4 0,-2-1-1 0,2 1 5 0,-1 0-5 0,1 1 4 15,0-1 2-15,0 1 0 0,-3 1 3 0,1 0 1 0,0 1 1 16,-1 1-1-16,3 0 8 0,-1-1 3 0,3 3 6 0,-3-1 1 0,2 1 0 16,0 0-4-16,0 0-1 0,2 1-2 0,2 1-5 0,0 2 2 0,2 1-4 15,0 0-1-15,2 0-2 0,1 2-3 0,1 1-5 0,3-1 2 16,-1 2-1-16,2 0-1 0,2-1 3 0,-1 3-6 0,2-2 2 0,2 2-3 16,1 2-2-16,3 2 2 0,-1 1 3 0,2 0 1 0,1-1 1 0,1 0-2 15,2 0 2-15,0 0 0 0,2 0-3 0,0 0 5 0,2-1 3 16,2 0-2-16,2-3 0 0,1 1-3 0,0-1-4 0,1-2 5 0,3 1-2 15,1-2 8-15,0 1 5 0,2 0-4 0,1-1 1 0,2 0-6 16,1 1-3-16,-1-1 2 0,3 0 0 0,0-2-2 0,0 0 4 0,2 2 2 16,-1-2 1-16,1 1 0 0,1 0-1 0,1 0-1 0,-1-1 3 0,1 3-2 15,1-1-3-15,-1-2 2 0,2 1-4 0,1-1 1 0,-1 1 4 16,2-1-8-16,-2 0 2 0,-1 0-2 0,1 0 3 0,-2-2 1 0,3 2 0 16,-1 0 0-16,2-1-7 0,1-2 3 0,-1 1-2 0,2-1 7 15,-2 0-8-15,3-1 1 0,0-1 0 0,1 0-9 0,0 1 9 0,2-2 2 16,-2 0-7-16,2-1 14 0,-1 2-2 0,3-1 7 0,1 0 1 0,0 0-5 15,2 0 1-15,-3 0-8 0,0-1 3 0,0 0-1 0,2-1-2 16,0 1 2-16,1-2 3 0,2 1 4 0,-1-1 0 0,2-3-1 0,-1 0 3 16,1-2-3-16,0 0-2 0,0-1-1 0,1-2 2 0,1-1-4 0,0-2 2 15,0-1 0-15,-1-3 0 0,0-1-1 0,0-2 1 0,0 0 0 16,-1 0-5-16,-1 0 1 0,-1 0-10 0,-2 0 4 0,0-2-2 0,0 1 1 16,-2 1 10-16,1-1 4 0,-1 0 3 0,2-2 2 0,-2 1 1 15,-2-1-10-15,-1-1 3 0,-3-1 1 0,0 0-1 0,0 0 1 0,-2-2 4 16,1 0-1-16,-1-1-1 0,0-1 1 0,-1-1-3 0,0 1 1 0,-1-2-1 15,-1-2-5-15,0 0 1 0,-2-1-7 0,-1-1 1 0,0 1 3 16,-1-1-1-16,-2 2 4 0,0-1-9 0,-2 0 6 0,-4 0 3 0,-2 0-5 16,-1 1 5-16,-3-1-3 0,-1 2 3 0,-2 1 11 0,-2 0 8 0,-2 1 6 15,-1-1-4-15,-2 0-9 0,0 2-4 0,-2-1-4 0,-1 2-2 16,-2 1 0-16,-1 0-4 0,-2 0 2 0,-2 0-3 0,0 3-3 0,-3-3 0 16,-1 1-2-16,0 1-2 0,-2-2 5 0,-3-1 1 0,1 0 1 15,-1 2-2-15,-2-2 0 0,1 0 4 0,-2 2-7 0,1-1 2 16,-3 0-2-16,2 2-2 0,-2 0 2 0,0-1 2 0,-2 1-1 0,-2 2-4 0,-2-1 6 15,1 0-3-15,-3 2-8 0,2-1 3 0,-2 3-7 0,-3-2 4 16,0 1 10-16,0 1 1 0,0 1 10 0,2 1 6 0,0 1-2 0,1-1-7 16,0 2-9-16,-2 0-2 0,2 1 1 0,0 1 0 0,-2 1 1 0,3 2-2 15,-1-1 1-15,2 2 0 0,0 1 0 0,-1 0-2 0,-1 2 0 16,0 1 1-16,0 2 2 0,1 0 1 0,-1 3-4 0,0 0-1 0,0 1-21 16,-1 2-24-16,1 1-36 0,-3 5-41 0,-1 3-39 0,-2 3-39 15,-3 4-33-15,-1 3-40 0,-2 4-67 0,0 3-252 0,-2 3-18 0</inkml:trace>
  <inkml:trace contextRef="#ctx0" brushRef="#br0" timeOffset="22984.07">11823 12283 639 0,'-6'-6'30'0,"1"0"10"0,-2 0 0 0,3 2-4 0,2 3-8 0,0 0-8 16,0 1-8-16,2 0-5 0,0 0-1 0,0 1-5 0,1 1-2 0,-1 0 3 15,2 1-1-15,-1 2 2 0,1-2 5 0,1 2-7 0,0 0 3 0,1 0-1 16,0-1 2-16,1 2 2 0,-1-1 0 0,2 1 2 0,-1 1-4 16,2 0 1-16,0 0-1 0,-1 1-1 0,1 1 2 0,0 0-5 0,1-1 1 15,0 0-1-15,-1 1 3 0,1 0 8 0,0-1 2 0,1 0 10 16,0-1 10-16,0-1 10 0,2 0 11 0,0-1 10 0,2-1 2 0,0-1-3 15,1-1-3-15,2-1-11 0,2-1-1 0,1 0-2 0,1-2-2 16,3-1-1-16,0-1-4 0,4-1-3 0,0 0-1 0,3 0-6 0,0-2-1 16,0 1-6-16,-2 0-5 0,2 0 1 0,1 0-4 0,3-1-2 0,0 1-1 15,4-1-5-15,-1 2-7 0,1 0-1 0,-2 0-2 0,0 1 2 16,0 0 5-16,-1 0-3 0,1 1 2 0,-1 1-3 0,0-1 4 0,2 1 2 16,-3-1-2-16,2 0 1 0,-4 1 3 0,2 0 1 0,-1-1 6 0,1 1 4 15,0-2-1-15,-3 0 2 0,0 0-3 0,-1 0-2 0,-1 1-2 16,0 0-2-16,-1-1 1 0,2 0-5 0,-1 0 1 0,1-2-2 0,0-1 0 15,-2 0-3-15,0-1 1 0,0 0-1 0,0 0 4 0,-1-2-1 16,-2 0-6-16,-1 0 1 0,-2 1 2 0,0 0-2 0,-2 1 5 0,1-1 0 16,-1-1-9-16,0 0 9 0,1-2 1 0,-2 0 2 0,2 2 2 0,0-3 0 15,-3 1-3-15,2-2 6 0,0 0 0 0,-1 1 0 0,0-1-7 16,0 0 3-16,-3 0-7 0,1 2 12 0,-1 0 9 0,0-1-12 0,-3 1 2 16,0-1-8-16,-2 2-11 0,-1 1 7 0,-2-2 2 0,-1 1-1 0,-1 1 2 15,-2-1 4-15,-1 1-6 0,0-2 0 0,-1 0 7 0,-2-1 0 16,0 1 5-16,-2 0-6 0,-1 0-1 0,-1 0 1 0,-1 0 3 0,-3-1 3 15,-1 0-2-15,-2 0-2 0,-2 0-4 0,-1 0 4 0,-1 1 2 0,-2 0-4 16,-1-1-3-16,0 1-4 0,-1-1 3 0,-2 1 1 0,0 2-3 16,0-1 6-16,-1 1-9 0,0-1 5 0,-1 0 1 0,-1-1-4 0,1 3 1 15,-2-2-3-15,1 1 0 0,-2 0 3 0,0 0-1 0,0 0-2 16,-1 1 2-16,-3-2-6 0,-1 2 6 0,0 0 3 0,-2 0-5 0,2 1 3 16,-2-1-2-16,0 2-2 0,0-1-9 0,-2 0 2 0,0 0-3 0,-2 2 7 15,-2-1 5-15,-1 1 2 0,-3 1-3 0,1 1-1 0,-2 2-1 16,-2 1-2-16,-1 2 5 0,-1 0-1 0,-1 3 0 0,0 1 5 0,1 1-5 15,3 0-2-15,1 0 15 0,1 1-2 0,0 0 6 0,2 2-4 0,0 0-13 16,1-1 3-16,2 2-4 0,0 0 4 0,2 1-2 0,0 1-2 16,-1 0 1-16,3 2-2 0,-1 1-1 0,4 0 3 0,-1 2-5 0,3 1 4 15,-1 3-1-15,2 1-3 0,-1 3 5 0,-1 3 2 0,-3 1 0 16,-1 3-2-16,0-1-10 0,-1 4-4 0,2 0-13 0,-1 1-23 0,2 3-33 16,2-2-44-16,1 1-23 0,1-1-23 0,2 0-18 0,-1 3-13 0,2 0-39 15,2 1-52-15,2 3-350 0</inkml:trace>
  <inkml:trace contextRef="#ctx0" brushRef="#br0" timeOffset="25167.26">13659 13541 903 0,'-6'-1'85'0,"0"0"2"0,0 1-19 0,2 0-25 0,2 1-18 0,2-1-20 15,0 1-6-15,0 1-9 0,1 0 2 0,1 1 1 0,0 1-2 16,1 0 4-16,1 2-5 0,0 0 0 0,1 1 0 0,1 2 4 0,2-1 3 16,0 2 1-16,1 1 0 0,-2 0 3 0,2 0-2 0,2 0 1 15,-1 0 1-15,2 1 1 0,-1 0 7 0,0 0 11 0,3 0 12 0,0-1 5 16,2 0 7-16,-1 0 6 0,2-2 2 0,1 1 2 0,3-1-3 0,1-1 1 16,1 0 1-16,1-1 5 0,1-1 8 0,2-1-3 0,1-2-11 15,3-1-8-15,0-1-14 0,3-1-11 0,-2-2-6 0,2 0-12 0,3-1-1 16,0 0-4-16,4-2-4 0,-2-1 4 0,1 0-7 0,0-2 2 15,-1 1 1-15,1-1-1 0,1 0 2 0,-1-1-1 0,1 0 6 0,0 0 5 16,0-1 5-16,-2 1-1 0,0 0 4 0,-1-1 1 0,-1 1 1 0,2 0 0 16,0 1 7-16,0 0 10 0,-1 2-1 0,0-1 7 0,1 1-2 15,-1 0-6-15,-1 1 1 0,1 0 0 0,0 1-3 0,2-1-4 0,0-1 3 16,0 1-4-16,0 0-4 0,-1 1 2 0,0 0-2 0,2-2-1 16,-1 1-1-16,0-1 7 0,1-1 0 0,-3 0 4 0,0-1 1 0,0-1-10 15,-3 0 0-15,0 1-5 0,-1-1 1 0,-2-1-1 0,2 2-9 0,-2-1 5 16,-1 0-2-16,-2 1-6 0,-1-3 4 0,-2-1-4 0,-1 0-2 0,-1 0 2 15,-1-1 3-15,-1 2 2 0,-2-2 3 0,-2-1 8 0,-1 1 1 16,-1-1 4-16,-1-1-5 0,-4 1 17 0,1-2 3 0,-2 0 5 0,-1-2 13 16,-1-2-13-16,0-1-1 0,-2-1-5 0,-2-1-6 0,0 0-7 15,-1-1-2-15,-2-1-2 0,-2 1-5 0,-3-2 1 0,-1 0-7 0,-2-2-2 16,-3 0-7-16,-2-2-5 0,-2 2 2 0,-2 0 0 0,-2 0-3 0,-4 1-1 16,-1-2 2-16,-4 1-3 0,-4-1 3 0,1 0-12 0,-4 0 6 15,-1 2 4-15,-1-2-1 0,-5 3 19 0,1-2-6 0,-2 1-5 0,-1 0 4 16,1 1 0-16,-2 2 1 0,0-1-1 0,-1 3-2 0,-1-1 2 0,0 1-2 15,-1 1 0-15,-3 0-2 0,2 2 2 0,-3 3-5 0,-1 1 3 16,0 2-5-16,-2 1-3 0,0 3 3 0,-2 1-8 0,-3 3 2 0,-1 1 1 16,-3 1-3-16,0 2 3 0,-3 2 2 0,1 1 0 0,-2 1 2 15,-1 2 2-15,1-1-4 0,0 3 8 0,0 0-1 0,0 2 1 0,3 0 4 16,1 1-9-16,1 1 7 0,2 0 0 0,2 3 3 0,2 1 1 0,4 1-6 16,2-1 4-16,2 1 1 0,3 1 2 0,1 0 5 0,3 1-7 15,2 0-3-15,3 1 0 0,3-1 0 0,3 3 0 0,2-1-1 0,4 0-9 16,0 1 0-16,2 1-8 0,0 1 1 0,1 1-11 0,3 2 4 0,2 1-5 15,2 1-7-15,2 1-10 0,2 2-49 0,1 0-39 0,0 2-46 16,2-1-37-16,2 1-40 0,1 3-52 0,3-1-68 0,1 2-361 0</inkml:trace>
  <inkml:trace contextRef="#ctx0" brushRef="#br0" timeOffset="27219.13">8109 15512 897 0,'-4'2'26'0,"2"-1"25"0,0 0-1 0,4-1-15 15,0-1-11-15,2 1 7 0,2-1 5 0,1-1 8 0,2-1 7 0,1-1-7 16,4 0-1-16,1 0-3 0,2-2-7 0,-1-1-4 0,2 0 0 16,2-2-6-16,2 0 1 0,1 0-2 0,4-1-1 0,0 0-1 0,3 0-1 15,1 1 0-15,2-1-9 0,1 0 4 0,2 1-3 0,3 0-2 16,2 0 3-16,3 1-11 0,1-1 4 0,0 1-2 0,4-1-3 0,0-1 7 16,4 1-5-16,3-1 0 0,-1 1 1 0,1-2-4 0,1 0 2 0,0-2-1 15,-1-1-4-15,2 1 0 0,-2-2 2 0,1 1 7 0,-1 0 5 16,1 1 4-16,1 1 3 0,-1-3 0 0,3 2 1 0,-2-1-2 0,-1 2 4 15,0 1-13-15,0-1 5 0,-1 2 2 0,1-1 5 0,-1 1 12 0,1 0 4 16,1 0 4-16,-1 0-7 0,1 1 3 0,-1 0-3 0,1 0 1 16,0 1-2-16,2 0 1 0,0-1 3 0,0 1-3 0,1 0 2 0,1 2-7 15,0-1-12-15,0 1-1 0,0 0-1 0,0 2-8 0,0 0-8 16,1-1 3-16,0 0-3 0,0 2 3 0,-2-2 1 0,-1 2-2 0,2-1 8 16,-2 0-1-16,1 0 5 0,1 0-1 0,-1 1-7 0,1 2 3 0,-2 1 1 15,2 1-4-15,-3 2 6 0,1 0 4 0,2 1 6 0,-2 1-1 16,1 1-4-16,0 0 0 0,0 1-1 0,0 0-7 0,0-2 2 0,-1 1 1 15,-1 0-3-15,0-1 10 0,0 0-7 0,0-1 7 0,0 1 1 16,0-1-1-16,1-1 3 0,0 1-9 0,0-2-10 0,0 1 6 0,-1-1-3 16,0 0 4-16,-1-1 6 0,2 1-5 0,0-1 3 0,0 0 3 0,1 0-4 15,-1 0 5-15,1 0-4 0,-1 0-1 0,1-1 4 0,-1 0 1 16,1 0 5-16,0 0-4 0,1 1-1 0,0-1-5 0,0 0 8 0,1 0 2 16,1 0 2-16,2 0-4 0,0 0-8 0,2 1 0 0,0 0 4 0,1 1-1 15,3-1 4-15,-1 0-8 0,1 0-4 0,-4-1 7 0,1-1-7 16,-2 0 3-16,-1-1 3 0,-1 1-4 0,1 0-1 0,0 0 5 0,-1-1-4 15,1 0 1-15,0 0 4 0,0 0 5 0,-1 1 4 0,-1 0-2 16,-1 0-3-16,-2-1-7 0,0 1 0 0,-2 1-1 0,1 0-1 0,1 1 2 16,-1 1-5-16,1 1 3 0,0 1 3 0,-2 0-3 0,-1 2 0 0,-4-1-5 15,-2 1-2-15,0-1 2 0,-1 1 0 0,1 1 1 0,-2-1-6 16,-1 1-4-16,-3 0-18 0,-1-1-35 0,-1 0-45 0,0 1-57 0,-2 1-125 16,0 1-54-16,3 3-59 0,0 2-80 0,2 1-42 0,6 2-116 0</inkml:trace>
  <inkml:trace contextRef="#ctx0" brushRef="#br0" timeOffset="31484.12">15192 9995 190 0,'-2'-2'155'0,"1"0"-49"0,-1-1 15 0,0 1-11 0,0 0-16 15,0 1-13-15,1 1-13 0,-1-1-5 0,1 1-4 0,-1 1 3 16,0-1-2-16,0 0-5 0,0 2 0 0,0-1-8 0,0 0-2 0,1 1-1 15,-1 0-6-15,0 0 2 0,0 1-5 0,0-1-4 0,1 0 2 16,-1 1-6-16,1-2 0 0,-1 1-1 0,1 1-3 0,-1-1-1 0,1 1 1 16,-1 0 1-16,1 0 1 0,-1 1-1 0,1-1-3 0,0 2-1 0,-1-1-1 15,1 0 3-15,0 0 1 0,0 1-2 0,0 0-2 0,0 1 0 16,0 0 0-16,0 1 4 0,0 0-2 0,0 0 2 0,0 1 0 0,0 1 0 16,-1 0-6-16,1-1 8 0,-1 2-2 0,1 0 0 0,-1 1 7 15,0 2-10-15,1-2-3 0,-1 3-2 0,0 0-2 0,0 0 2 0,0-1 0 16,0 1-1-16,1 0-7 0,0 1-1 0,0-1 5 0,1 0-2 0,0-1 2 15,0 1-8-15,1 0-5 0,0-1 5 0,1 1 0 0,0-1 6 16,1 1-5-16,-1-1 2 0,2 3-3 0,0-1 0 0,1 2 5 0,-1-2-8 16,1-1 3-16,0 1-3 0,0 1-2 0,0-2 5 0,-1 1-1 15,-1 0 1-15,2 1-3 0,-1 0 3 0,1 1 3 0,-1 0-1 0,1 0-2 16,-1 0-2-16,1 0 4 0,0 1 1 0,1 0 0 0,0-2-12 0,1 1 3 16,-1-1-3-16,2-1 4 0,1-1 18 0,1 0-12 0,2-1-4 15,-1 0 2-15,-1-1-8 0,2 0 4 0,0 1 7 0,-1-1-7 0,1 1 4 16,-1-2-5-16,-1 2-2 0,1 0 7 0,0 1-1 0,-2-1 2 0,0 0-3 15,0 1 3-15,-3-1 1 0,2 0-4 0,-1 0 0 0,0 2-4 16,0-1 3-16,0 2 1 0,0-2 3 0,0 1-1 0,0-1 1 0,-2-1 3 16,2-1-5-16,-1-1 1 0,0 0-4 0,0-1-2 0,-1 0 4 0,1-1 1 15,0 0 4-15,0-2-3 0,0 1-1 0,-1 1-1 0,1-1-1 16,0 1 2-16,0 0-1 0,-1-1 0 0,1 1 0 0,-1-2-3 0,0 2 3 16,1 0 6-16,-2 0-4 0,1 1 1 0,-1 0-5 0,0 0-1 15,0 2 3-15,1-1 2 0,-1 0-8 0,0 0-4 0,1-1 7 0,-1-2 0 16,0 2 6-16,0-1 2 0,0 1-4 0,1 0 2 0,0 0 4 0,0-1-7 15,-1 0 1-15,1 1 2 0,-1-2-1 0,0 0 4 0,0 0-4 16,2 0-2-16,0 0 0 0,0-1 0 0,0 1 1 0,-1 1 4 0,1-1-2 16,0 0 0-16,0 0-4 0,1 0 4 0,1-1-5 0,0 0 5 0,0 0 0 15,0 0-3-15,1 0 2 0,0 1 3 0,-1 0-2 0,1-1-2 16,2 1 4-16,0-1 0 0,0 0 0 0,0 1 1 0,-1 0 5 0,2-1 2 16,0 2-1-16,1-1 4 0,1-1-8 0,-2 2 5 0,1 0-3 15,0 0-4-15,-1 0 7 0,-1 0 0 0,-1-1-7 0,1 1 7 0,1-2-6 16,-1 2-4-16,0-1 7 0,-1 0-9 0,1 0 3 0,-1 0-6 0,1 0 4 15,1-1 3-15,-1 0-4 0,-1 1 4 0,2 0-5 0,-1 0 7 16,1 0-4-16,-1 0 2 0,-1 1-5 0,2-1-7 0,0 1 9 0,0 1 1 16,0-1 0-16,0 1-3 0,0 0-1 0,-2 0-3 0,1 1 6 15,-1 0 1-15,0 1-16 0,1 0 5 0,-1 1-2 0,0-2 14 0,-2 1 9 16,0 1-7-16,0 0 7 0,0 0-14 0,-2 1 4 0,1 0-1 0,0 0-4 16,0 0 4-16,-1-2-4 0,1 1 5 0,0 1-1 0,-1-1-2 0,1-1 2 15,-1-1-2-15,0 0 0 0,0-1-2 0,-1-1 4 0,1-1-6 16,-2 1 4-16,1-2 7 0,0 1-4 0,-1 0-1 0,1-1-1 0,-1 1-1 15,0-2 2-15,1 1 0 0,-2-1 3 0,1 1-9 0,0 0 4 16,-1 0 4-16,0 2-4 0,0 0 5 0,0 0-4 0,0 0-2 0,-1-1-1 16,0-1 0-16,0 1 7 0,-1 0-5 0,1 1 2 0,-1-1-2 0,0 0-3 15,0 1 4-15,0-1 2 0,0 0-1 0,0 0 0 0,0 0-2 16,0 0-2-16,0-1 5 0,-1 2-1 0,1-1-2 0,0-1-3 0,0 2 1 16,0 0 4-16,-1 0-1 0,1 1 1 0,-1 0 1 0,2-1-4 0,-1 0 4 15,0 1-1-15,0 0-2 0,0 1 1 0,0-1-2 0,0 1-8 16,0-1 1-16,1 1-3 0,-1-1 14 0,-1 0 7 0,1 0 5 0,0 0 3 15,-1-1-13-15,2 1 1 0,-2 1-1 0,0-2 2 0,0 1 8 16,0 0-5-16,1-2 2 0,0 2 3 0,0-1-5 0,-1 0 5 0,0 0 0 16,-1 0-6-16,1 1 3 0,0-2-2 0,-1 2-2 0,2-1 3 0,-1 1-8 15,0 0 2-15,1-1-3 0,-1 0 1 0,0 0 2 0,0 0-1 16,0 0 1-16,1 0-5 0,0 0-2 0,0-1 4 0,-1-1 0 0,2 0-2 16,-2 0 0-16,1-1-4 0,0 1 4 0,0-1 7 0,0 0-2 0,0-1-3 15,0 1-4-15,0-1 1 0,1 1 1 0,-1-2 1 0,0 1-1 16,0-1 0-16,1 0 0 0,-1 0-1 0,0 1 2 0,1-2-1 0,-1 2 2 15,0 0 0-15,1-1-1 0,0 2-1 0,0-2 2 0,0 1 0 16,-1-1-2-16,1 0 3 0,-2 1-3 0,1-1-1 0,0-1-3 0,0 1 1 16,0-1 4-16,0 0 8 0,-1 0-7 0,1-1-4 0,0 1-1 0,0-2-4 15,0 1 10-15,0-1-6 0,-1 0-1 0,1 1-3 0,0-2-5 16,0 0-1-16,-1 0-18 0,0-2-25 0,-1 0-19 0,1-1-32 0,0-1-31 16,0-3-29-16,0-1-47 0,-1-2-57 0,1-1-67 0,0-3-98 15,0-4-370-15</inkml:trace>
  <inkml:trace contextRef="#ctx0" brushRef="#br0" timeOffset="31784.21">16616 12224 827 0,'-2'5'207'0,"1"0"-24"0,-1 1-13 15,2-3-23-15,1 0-27 0,1-2-26 0,0 0-6 0,1-2-7 16,1 0 6-16,1-1-4 0,1 1-6 0,0-1-7 0,0-1-13 0,2-1-8 16,-1-1-8-16,2 0-10 0,-1 1-5 0,0-1-1 0,2 1 0 0,0-1 3 15,0 0-6-15,0 0-2 0,-1 0-2 0,0 0-2 0,0 0 4 16,0 1-5-16,1 0-6 0,-1-1 4 0,0-1-5 0,-1 1 4 0,-1-1 0 16,0 1-10-16,1-1 5 0,0 1-7 0,-1-1 1 0,0 1 1 0,0 0-2 15,-2 0 0-15,1 1-5 0,-2-1 3 0,2 0-3 0,-1 1 1 16,2-1-3-16,-2 1-9 0,1-1-8 0,0 1-14 0,-1 1-19 0,1-1-20 15,-1 1-13-15,0 0-26 0,-2 0-21 0,2 1-35 0,-2 1-37 16,2-1-36-16,-1 1-28 0,-2 0-36 0,0 1-277 0</inkml:trace>
  <inkml:trace contextRef="#ctx0" brushRef="#br0" timeOffset="32017.79">16792 12447 1158 0,'4'1'342'16,"1"-1"-147"-16,0 1-33 0,1-2-22 0,1-1-30 0,1-1-21 16,1 1-6-16,0-1-10 0,-1-1-4 0,1 1-5 0,-1 0-16 0,2 0-10 15,0 1-17-15,0-2-5 0,-1 2-2 0,-1-1 2 0,-1 1-3 0,2 0-5 16,-2 0 3-16,0-1-4 0,0 0 1 0,-1 0 3 0,1 0-8 16,0 0 4-16,-1 0-6 0,1-1-1 0,-1 0 4 0,1-1-4 0,-1-1-2 15,0-1-4-15,-1 1 1 0,0-2-3 0,1-1-7 0,-2-1-20 16,0-1-31-16,0 0-37 0,-1 0-41 0,0-2-51 0,0 0-71 0,0-2-79 15,1 0-101-15,-1 0-323 0</inkml:trace>
  <inkml:trace contextRef="#ctx0" brushRef="#br0" timeOffset="32319.3">17034 11823 994 0,'-6'6'272'0,"0"0"-79"0,1 1 2 15,2 0-16-15,2-2-33 0,0-1-28 0,2 0-10 0,1-1-15 0,1 0-11 16,1 0-10-16,1-1-13 0,0 0-9 0,1-1-7 0,1-1-7 16,-1 2-9-16,3-1-1 0,0 0-5 0,1 0 0 0,1-2 0 0,2 1-9 15,-2-1 9-15,3 1-6 0,1 0-3 0,-1 1 3 0,-1 0-10 0,2 0 3 16,-2 1 0-16,0 0 2 0,-1 1 2 0,-1 0-5 0,1 1 1 16,-1 0-6-16,1 1 10 0,-2 1 0 0,-1 0-1 0,-1 1 6 15,0 0-7-15,-1 0 9 0,0 1 2 0,0 1-1 0,-1 0-4 0,-1 0-16 16,-1 1-2-16,-1-1 2 0,0 0 3 0,-1-1 16 0,0 1 0 0,-2 1-5 15,1-1 0-15,-2 0-9 0,1 0-6 0,-1 0 4 0,-1 0-8 0,0 1-2 16,-1-1 0-16,-1 0-9 0,1 0 3 0,-1 1-18 0,1-2-14 16,-2 1-14-16,1 0-17 0,1-2-13 0,0 0-20 0,1-2-17 0,1 0-14 15,0-1-25-15,0-3-26 0,1-1-43 0,1-2-39 0,0-3-29 16,2 0-74-16,-1-2-242 0</inkml:trace>
  <inkml:trace contextRef="#ctx0" brushRef="#br0" timeOffset="32701.02">17654 11517 980 0,'-1'12'384'0,"0"0"-179"0,-1 4-32 0,2-3-20 15,-1-1-29-15,2 1-17 0,-1 0-20 0,1 2-9 0,0-1-1 0,0 2-4 16,0-1-12-16,0 0-17 0,0 0-11 0,1 1-17 0,0 0 3 15,1 0-3-15,0-3-8 0,0 1 0 0,0-1-5 0,1 1 0 0,0-1 1 16,0-1-1-16,1 1-2 0,-1 0 1 0,1 0-5 0,1-1 4 0,-1 1 1 16,2-1-4-16,-2-1 9 0,1-2-5 0,0-1 2 0,0 0 0 15,1-3-3-15,0-1 1 0,-1 1 3 0,1-3 0 0,1 0 4 0,-1 0-4 16,1-1 2-16,-1 0 2 0,0-1 6 0,-1-1 0 0,0 0 0 16,-1-1-2-16,1 0-2 0,0-2-1 0,-1 1 0 0,-1-1-5 0,1 0 0 15,1 1-3-15,0-1-1 0,0 0 1 0,0-1-4 0,0 1 4 16,0-1-2-16,1 1 0 0,-1 0 5 0,-2 1-8 0,2-1 1 0,-1 0-1 15,1 1-1-15,-1 0 4 0,1-1-1 0,-1 2-2 0,2-1 1 0,0 0-5 16,-1 1 4-16,1-2-7 0,-1 1-13 0,0-1-7 0,0 0-12 16,1-1-10-16,-1 0-10 0,1-1-12 0,-1 0-13 0,0 0-9 0,0-2-10 15,0 0-13-15,0 0-24 0,0-3-32 0,0 0-42 0,-2-2-43 0,1 1-61 16,-1-1-378-16</inkml:trace>
  <inkml:trace contextRef="#ctx0" brushRef="#br0" timeOffset="32969.3">17538 11500 1115 0,'-3'7'192'0,"1"0"1"0,-1 2 1 15,2-2-34-15,1-2-35 0,1 0-15 0,1-2-6 0,0 1-11 0,2-2-8 16,-1 1-10-16,3-1-13 0,0 0-10 0,1-2-6 0,1-1-12 15,0 0-5-15,1-1-5 0,0-1-8 0,3-1-1 0,0-1-7 0,1-1 3 16,1 0-2-16,-3-2-6 0,2 0-2 0,-1 1-1 0,1-3 2 0,1-1 1 16,-1 0-1-16,2-1-5 0,-1 0-2 0,1 0-2 0,0 0 4 15,0 0 0-15,0 0-12 0,-1 1 10 0,-2 1-13 0,0 0-16 0,-1 0-6 16,0 0-38-16,0 1-17 0,-2 0-20 0,-1 2-19 0,-1 0-21 0,-1 0-34 16,0 2-46-16,0-1-63 0,-2 2-87 0,0 1-303 0</inkml:trace>
  <inkml:trace contextRef="#ctx0" brushRef="#br0" timeOffset="33219.28">17754 11734 1265 0,'1'2'230'0,"2"-1"-62"0,2 0-34 0,1-3-21 16,2-1-19-16,1 0-12 0,1-2-19 0,2-1-10 0,-1-2-9 15,1 0-10-15,-1-1-1 0,1 3-12 0,1-1-7 0,-1-1-1 0,0 1-5 16,-1-1-2-16,0 1-1 0,-1 1-4 0,-1 0 4 0,1 0-2 0,0 2-3 16,-2-1 0-16,1 0-3 0,0 2 4 0,-1-1 2 0,-1-1-1 15,1 1-7-15,0-1-8 0,-1 0-16 0,-1 0-19 0,1 0-22 0,-1-1-34 16,0 0-33-16,0 1-44 0,0-2-55 0,0 1-54 0,0-2-69 0,0 2-311 16</inkml:trace>
  <inkml:trace contextRef="#ctx0" brushRef="#br0" timeOffset="33551.5">18286 11406 942 0,'-3'9'236'0,"0"3"-74"0,-1 3 4 0,0-2-20 0,2 0-33 0,1 2-16 16,0 0-24-16,2-1-11 0,0 3-7 0,1 0-7 0,0-1-2 15,1-1-6-15,0 0-13 0,0-1-6 0,1-1-8 0,-1-1-2 0,1-3-1 16,0 0-8-16,0-1 1 0,0-2 1 0,0 0 1 0,0-1 4 15,-2-1 4-15,0-2 8 0,-1 0 17 0,-1-2 12 0,0-1 9 0,-1-1 2 16,-1-1-7-16,-1-1-5 0,-1 0-4 0,-1-1-4 0,1-1-2 0,-2-1-7 16,0-1-4-16,-1 0-8 0,1 1-5 0,-1-2 0 0,0 0-3 15,0 0-1-15,0 0-1 0,1 0 4 0,1 1-4 0,1 0 5 0,1-2 1 16,0 1-6-16,2-1 9 0,0 0-6 0,1 0 1 0,1 1-2 0,1-1-7 16,1 1 2-16,1 1-2 0,1-1 0 0,0 1-3 0,3 0-2 15,-1 0 2-15,1 3 0 0,0-2-1 0,1 1-2 0,-1 0 1 0,1 1-9 16,-1 0 2-16,0 1-2 0,1 0-13 0,-1-1-4 0,1 1-19 15,1 0-23-15,-1 1-7 0,0 0-18 0,-1 0-10 0,0-1-4 0,-1 0-15 16,1 0-7-16,0 0-21 0,-1 0-31 0,1 0-50 0,0 0-49 16,-2-1-56-16,0 0-214 0,-2 0 114 0</inkml:trace>
  <inkml:trace contextRef="#ctx0" brushRef="#br0" timeOffset="33851.75">18569 11491 466 0,'1'5'170'0,"-1"1"-54"0,2 1-26 15,-1-2-14-15,0 0-7 0,-1-1-1 0,0 0-2 0,-1-1 1 0,0 0-5 16,-1-2 3-16,0-1-5 0,-2 0-7 0,0-1-6 0,0-1-6 16,-1-1 3-16,1-2 6 0,-1-1 7 0,0-1 6 0,-1 1 5 0,0-1 5 15,0 0 3-15,0 0 1 0,2 0 2 0,-1 0 5 0,0-1 0 0,1 0 5 16,0 0-2-16,0-1-7 0,2-2-4 0,0 1-7 0,2-1-21 15,1 0 2-15,0 1-4 0,2-1-10 0,0-2 10 0,1 2-13 0,1 0-14 16,1 0-2-16,0 2-8 0,1-1-1 0,-1 0 1 0,1 1-2 0,-1 1-6 16,0 0-2-16,1 1 1 0,-1-1 3 0,1 0-3 0,0 1 3 15,0 0-4-15,0 1-8 0,1 0 4 0,-1 0-5 0,1 2-7 0,0 0-16 16,-1 1-15-16,0 1-21 0,-1-1-18 0,0 0-18 0,1 2-22 16,0 0-14-16,-1 1-22 0,0 0-30 0,0 0-41 0,-1 0-60 0,1 0-67 15,-1 0-413-15</inkml:trace>
  <inkml:trace contextRef="#ctx0" brushRef="#br0" timeOffset="34153.79">18755 11289 578 0,'0'7'300'16,"0"0"-127"-16,1 1-16 0,1-1-23 0,1-1-32 0,0-2-23 0,1 1-13 16,1 0-12-16,0-1-10 0,1 0-10 0,0 0-3 0,0-2 2 15,0 0 2-15,1-1-3 0,-1-1 0 0,1 0-1 0,1-2-2 0,-1 1 2 16,1-2-6-16,-1 0 0 0,1 0 0 0,-1 0 2 0,1-1 6 0,-2 0 2 15,2 0-8-15,-2 1 1 0,0-1 0 0,0 1 0 0,-1-1 10 16,-1-1 7-16,0 1 5 0,-1-1 4 0,0 1 3 0,-1-1-3 0,-1 1-8 16,0-1-8-16,-2 0-7 0,0 1-2 0,-1 0-7 0,0 1-7 15,-1 0 5-15,-1 0-5 0,-2-1-6 0,0 1 5 0,-1 0-9 0,-2 0-2 16,0 0 4-16,-1 0-2 0,0 1-1 0,0 0 1 0,1 0-5 16,-1-1-3-16,1 1 5 0,0 1-2 0,1 0 3 0,0 0-1 0,0 1-4 15,1 0 2-15,1 2 0 0,0 0 0 0,1 1-2 0,2 0-1 0,0 0-12 16,0 1-10-16,2 0-12 0,-1 0-27 0,1 0-8 0,0 1-17 15,0-1-8-15,1 1-7 0,1 0-12 0,1 0-19 0,-1 0-28 0,3 0-45 16,0-2-47-16,0 0-60 0,2-1-111 0,0-2-121 0</inkml:trace>
  <inkml:trace contextRef="#ctx0" brushRef="#br0" timeOffset="34550.91">18998 11163 698 0,'2'6'166'16,"-1"1"-32"-16,2 2-14 0,0-2-22 0,0 2-19 0,2-2-21 0,-1 2-19 15,2 1-13-15,0 1-14 0,0 1-3 0,0 0-1 0,2-1 0 16,-1 0-2-16,1-2-5 0,0-1 0 0,1-2-3 0,-1-1 2 0,1 0-2 16,0-1 5-16,0 0 2 0,-1-2-4 0,1 2 6 0,0-1 7 15,-1-1 18-15,-1 0 21 0,-2 1 25 0,0 0 18 0,-1-1 2 0,-1 0 7 16,-2-1-4-16,-1 0-7 0,-2 0 0 0,0-1-7 0,0 1-7 0,-2 0-2 16,-1-1-8-16,-1 0-6 0,-2-1-14 0,-1 0-13 0,0 0-6 15,-1 0-3-15,-1 0 3 0,0-1-5 0,-1 0-1 0,-1 0 0 0,0-2 1 16,1-1 6-16,1 1 0 0,-1-1-1 0,3-1 3 0,1 0 0 15,1-2 5-15,3-1-3 0,2-1-2 0,1-1-1 0,1 0-4 0,2-3-1 16,-1 0-3-16,2 0-3 0,1 1-6 0,2 0-4 0,1-1 5 0,1 0-3 16,2 0 1-16,1 2-6 0,0-1-7 0,0 0 7 0,1-1-4 15,-1 1-5-15,-1 1 2 0,1 1-7 0,-2 2 6 0,1 1 7 0,0 1-3 16,0 0-1-16,-2 2-4 0,1 0-4 0,-1 2 4 0,-2 1 2 0,1-1-6 16,0 0 8-16,-1 1-4 0,1 0-6 0,-1 1 3 0,1 0-3 15,-2 2 5-15,0-1 4 0,-1 2-5 0,0 0 4 0,-2 1-5 16,1 0-1-16,-1 0 2 0,-1-1 0 0,-1 2 0 0,1 0-7 0,-2 0-7 0,1-1-8 15,-1 1-6-15,0 0-10 0,-1 0-10 0,0-1-20 0,1 0-23 16,-2 0-23-16,1-1-45 0,0-1-44 0,-1 0-52 0,1-1-76 0,1-1-62 16,-1-1-132-16,2-1-255 0</inkml:trace>
  <inkml:trace contextRef="#ctx0" brushRef="#br0" timeOffset="52835.25">20201 8268 1139 0,'-2'0'229'0,"0"0"-21"0,0 0-10 16,0 1-18-16,1 0-34 0,1 0-22 0,0 1-20 0,0-1-5 0,1 1 5 16,0 1-3-16,1 0-8 0,0 2-10 0,1 0-19 0,1 0-6 15,1 1-11-15,1 1-7 0,0 0-6 0,1 1-4 0,2 0-6 0,1-1-5 16,1 3-7-16,3 0 4 0,-1 0-7 0,2 0 0 0,2 0 1 0,1-2-8 16,-1 0 3-16,2-2-1 0,0-1-8 0,-2-2 4 0,1 0-3 15,-1-2-4-15,0-1-6 0,-1-1-9 0,0-1-19 0,0-2-21 0,-1 0-20 16,1-3-19-16,0 0-31 0,-1-2-26 0,-1-3-25 0,1-1-25 15,0-1-12-15,-1-1-5 0,0 1 6 0,-3-3 15 0,1 1 36 0,-1-2 46 16,-2 1 49-16,1 0 42 0,-2 1 26 0,-2 2 22 0,0-1 15 0,-2 1 24 16,-1 1 26-16,-1 2 21 0,-2 3 22 0,-1-1 7 0,-1 3 3 15,-1 1-7-15,0 2-10 0,-2 1-8 0,-1 1-7 0,0 2 0 0,-2 0-5 16,1 2-5-16,0 1-4 0,-1 0-10 0,1 2-2 0,-1 1-9 16,0-2-10-16,2 1-6 0,-1 0-4 0,-1 1-3 0,2 0 2 0,2 0-1 15,-1 0-9-15,2-1-2 0,1 0-10 0,1 1-2 0,1-2-4 0,2 1-16 16,0-1 1-16,2 0-6 0,2 1 0 0,0 1 8 0,2 1-1 15,1 0 2-15,0 0 3 0,2-1-1 0,-1 2 0 0,2 1-2 0,0 1-5 16,-1 0-1-16,3 1-1 0,0 0 0 0,0 2 4 0,1 1-2 0,-2 1-1 16,2-1 1-16,0 2 0 0,0 0-2 0,-1 1-2 0,0 2 2 15,-1 1-3-15,-1 1 4 0,-1-1 3 0,-1 1-6 0,0-1 0 0,-1 0 4 16,-2 0-4-16,0-1 8 0,-2 0-1 0,-2 0 5 0,0 0 1 0,-3-1 0 16,-1 0 1-16,-1 0-5 0,-2-2 11 0,0 1-4 0,-3 0 2 15,-1-2 6-15,-1-2-13 0,-2-1-4 0,1-1 4 0,-2-1 4 0,-1-2 12 16,-1 0 2-16,-1-2 0 0,0-2-7 0,-1-1 1 0,1-3 6 0,-1-1 3 15,1-3 3-15,0-2 2 0,0-2-10 0,2-1-5 0,1-3-1 16,1-2 13-16,1-3 4 0,2-1-7 0,1-1 2 0,3-2-26 0,1 0-5 16,3 2 2-16,2 0-4 0,2 0-2 0,1 2-5 0,0 1-6 15,2 0-20-15,0 1-20 0,0 0-20 0,2 1-38 0,-1-2-36 0,2 1-39 16,1-1-58-16,0 1-77 0,1-1-68 0,0-1-124 0,0 0-335 0,1 0 198 16</inkml:trace>
  <inkml:trace contextRef="#ctx0" brushRef="#br0" timeOffset="53152.29">21223 7959 1420 0,'-3'7'497'0,"-1"0"-237"0,0 3-8 0,0 1-16 0,1-1-20 16,0 2-39-16,1-1-35 0,-1-1-25 0,1 1-17 0,0 0-10 15,1 1-12-15,1 0-16 0,0-1-10 0,0 2-14 0,0 0-6 0,0-1-3 16,1 1-4-16,0 0-9 0,1 2-5 0,1 0 3 0,0 0-2 0,1 0-1 15,0-1-15-15,2 1-5 0,0 0 1 0,2-2 14 0,0 1 17 16,2 0-3-16,-1-1-3 0,2-1-13 0,0-2 10 0,0 1-2 0,1 0-1 16,0-2-3-16,0 0-6 0,2 0 2 0,-1-2 0 0,1-1-2 15,-1 1-4-15,0-2 2 0,0 1 2 0,0-2 0 0,1 0 2 0,-2-2-2 16,1 0-4-16,-1-1 6 0,-1 0-2 0,0-1 0 0,-2-1-2 0,1 0-4 16,0-1 2-16,0 0 0 0,0-1 2 0,-1-1 2 0,-1-1-4 15,-1 0-6-15,0 0-8 0,0-1-3 0,0 1-17 0,-2-2-12 0,-1 0-20 16,-1-2-26-16,-1 0-29 0,-1 0-25 0,-2-1-42 0,-1-1-61 0,-1-1-56 15,-1-1-57-15,-1-1-84 0,-1 0-95 0,0 2-30 0,-2-1-42 16</inkml:trace>
  <inkml:trace contextRef="#ctx0" brushRef="#br0" timeOffset="53319.29">21078 8039 1208 0,'-12'-4'451'0,"-2"0"-193"0,-2-1-14 15,6-1-25-15,2-1-22 0,3 2-22 0,2-2-29 0,2 1-24 0,1-1-11 16,3-2-18-16,2 1-12 0,2-1-7 0,3-1-10 0,3-1-13 0,1 1-4 15,1-1-6-15,2 2-13 0,1 0-6 0,0 0-7 0,0 1-9 16,1 0 4-16,0 1-5 0,-3 0-5 0,2 1-4 0,-1-1-11 0,-1 3-24 16,-1 0-32-16,-1 0-33 0,0 0-39 0,1 2-48 0,-1 0-71 15,1 1-89-15,1 2-109 0,0 0-168 0,-1 2-353 0</inkml:trace>
  <inkml:trace contextRef="#ctx0" brushRef="#br0" timeOffset="53602.36">21583 8064 1352 0,'-2'10'480'0,"0"2"-226"0,1 2-22 16,0-2-11-16,3-1-22 0,0-1-36 0,1-1-39 0,2-1-25 0,1-1-9 16,2 0-10-16,-1-1-15 0,2 0-11 0,0-1-8 0,1-1-9 15,0 0-4-15,1-1-1 0,1-1-9 0,0 0-7 0,2-1 1 0,-1 0-4 16,1-2-3-16,0-1 3 0,-1 0-2 0,2-2 1 0,-1 0-1 0,1 0 2 16,-2-2-3-16,2 0 5 0,-2 0 1 0,0 0-3 0,-1 0 4 15,-1 0 2-15,0-1-1 0,-2 0 1 0,0 1 0 0,-1-1-1 0,-1 0 1 16,-1 0-1-16,-3 0-6 0,1 0-1 0,-1 2-1 0,-1-1-2 0,-1 0 4 15,-2 1-2-15,-1 0-1 0,-1 1 1 0,-1 0-2 0,-2 0-2 16,-1 0-4-16,-3 0 0 0,-1 1 6 0,-2 0-8 0,0 0 8 0,-1 0-8 16,-1 1-2-16,-1-1 4 0,-1 1-4 0,0-1 2 0,-1 1-6 15,1 1 0-15,2 1-8 0,1 1 4 0,1 1-5 0,0 0-5 0,3 1-8 16,1 0-12-16,0 0-9 0,2 0-22 0,0-1-17 0,2 0-23 0,1-1-22 16,1-1-26-16,1-1-58 0,1-1-76 0,1-2-75 0,1-1-99 15,2-3-159-15,0-2-295 0</inkml:trace>
  <inkml:trace contextRef="#ctx0" brushRef="#br0" timeOffset="54018.36">21768 7626 1469 0,'-6'1'541'0,"1"0"-317"0,-2 0 5 16,3 1-19-16,1-1-17 0,2 1-27 0,1-1-32 0,2-1-24 0,2 0-13 16,1 0-5-16,1-1-13 0,2-1-4 0,2 0-16 0,0-1-16 15,2 0-6-15,0-1 5 0,1 1-21 0,1-1 8 0,1 1-3 0,-1-2-21 16,1 2 15-16,0-1-12 0,0 0-8 0,-1-1 2 0,2 2-2 15,1-1-6-15,-1 0 4 0,0 0 0 0,0 0 0 0,-1 0 4 0,0 1-4 16,-3-1 0-16,2 2 2 0,-1-1-4 0,-1 2 6 0,-1 0-2 0,-2 0 2 16,0 1-2-16,-1 1 2 0,0 1-4 0,-1 1 0 0,0 1 4 15,-1 2 0-15,-1 0 2 0,-1 2-2 0,0 1-4 0,-1 1-18 0,0 0 3 16,-1 3 1-16,0 0-3 0,0 2 38 0,0-1-5 0,0 2-4 0,1-1 5 16,0 1-19-16,1-2 6 0,1 0 2 0,1 1-4 0,0 0 0 15,1-1-4-15,2-1 0 0,0 0 4 0,1-1 0 0,2-1 4 0,-2 1-2 16,1 0 0-16,0 0 0 0,0 0 2 0,1 0-4 0,1 0 0 15,-2 0 0-15,0 2 0 0,-1-1 4 0,0 0-4 0,-1-1 0 0,1-1-2 16,-2 1 0-16,1-1 4 0,-2 0 0 0,-2-1 0 0,0-2-2 0,-1 0-4 16,-2 0 6-16,-1-2-2 0,0 1 0 0,-2-1 4 0,0 0-2 15,-1 0 0-15,0-1-2 0,-2 0 2 0,0-2 0 0,0 1-2 0,-1 0-2 16,-1-1 2-16,0 1 2 0,0-1-4 0,0 0 4 0,0 0-4 0,-1 0 0 16,2 0 0-16,-1 1 0 0,1-1-6 0,1 1-2 0,-1 0 0 15,1 0-9-15,-1 0-2 0,1 0-12 0,1-1-9 0,-1 0-10 0,1 0-14 16,0-1-15-16,1-1-21 0,0-1-24 0,0 0-34 0,2-2-41 15,0-2-53-15,1 0-37 0,1-1-38 0,1-2-62 0,2-1-101 0,1-3-367 16</inkml:trace>
  <inkml:trace contextRef="#ctx0" brushRef="#br0" timeOffset="54202.36">22621 7813 1216 0,'4'-1'424'0,"0"1"-231"0,2-1-16 16,-2 0 0-16,2 0-4 0,1-1-33 0,-1 0-47 0,2 0-29 0,-1-1-15 15,2-1-5-15,-1 0-1 0,2 0-9 0,-1 0-9 0,0-2-10 16,1 0-4-16,0 1-5 0,1-1 3 0,-2 1-6 0,0 0-1 0,-1 0-9 16,-1 1-6-16,1 0-3 0,0 2-17 0,-1 0-13 0,0 0-20 15,0 1-24-15,-1 1-24 0,-1 0-19 0,0 1-14 0,-1 0-16 0,0 1-23 16,0 0-49-16,-2 1-62 0,-1 1-87 0,0 1-319 0</inkml:trace>
  <inkml:trace contextRef="#ctx0" brushRef="#br0" timeOffset="54369.36">22765 7944 1237 0,'2'5'683'16,"1"-1"-458"-16,0 2-27 0,1-1-10 0,-1-2-16 0,2 0-43 0,0-1-36 15,1 0-32-15,0-1-13 0,0 0-1 0,1-1-11 0,-1-1-3 16,1 0-8-16,1-1-9 0,-2-1-6 0,1 1 1 0,-1-1-7 0,0-1-3 16,1-1-6-16,-1 0-22 0,0 1-29 0,0-1-43 0,0 0-59 15,-1 0-71-15,-1-1-72 0,1 0-100 0,0-1-155 0,-1 1-408 0</inkml:trace>
  <inkml:trace contextRef="#ctx0" brushRef="#br0" timeOffset="55453.73">23418 7378 538 0,'-2'2'175'0,"1"0"-38"16,-1 1-6-16,1-1 3 0,0-1 3 0,0 1-5 0,1-1-17 0,-1 0-15 16,2 1-14-16,-1-2-8 0,0 1-5 0,1 0-2 0,-1-1-1 0,1 1 2 15,1-1-1-15,-1-1 2 0,1 1-7 0,0-2 8 0,0 0-15 0,1 0-4 16,1-2-5-16,-1 1-14 0,1-2-1 0,0-1-5 0,1 0-1 16,-1-3-5-16,2 1-8 0,1-3-5 0,0-1-3 0,-1-1-3 0,1-2 7 15,0 0-6-15,0-3-1 0,0 0-2 0,0-1 0 0,-2 0 6 16,1 1-8-16,-1 0-1 0,-1 0 3 0,-1 0-6 0,-1 1 3 0,-3 2 0 15,-1 0-1-15,-2 2 2 0,0 2 6 0,0 1 1 0,-2 3 7 0,2 1 6 16,-2 0 9-16,0 2 6 0,0 2 5 0,0 1 1 0,-1 1-3 16,0 2-3-16,0 1-4 0,0 1-2 0,0 0-3 0,1 2 1 0,0-2-1 15,2 3 2-15,-1-1 1 0,2 2-5 0,0 1 7 0,1-1-12 0,0 2-2 16,1-1-2-16,1 1-7 0,1 2 0 0,1-1-3 0,1 1-1 16,1 1-3-16,2 0 3 0,0 1-1 0,2 1-4 0,1 0 2 0,3 0-4 15,1 2 0-15,1-1 2 0,0 0-2 0,2-1-1 0,1 0-5 16,0 0-1-16,-2 0-3 0,1 0-4 0,0 0-2 0,0 0-6 0,-1 0 1 15,0 0 2-15,-1 0-2 0,1 0 2 0,-1 1 1 0,0-2-2 0,0 2 4 16,-2 0 1-16,-1-1 1 0,-2-1 2 0,0 0 5 0,-1 0-8 16,-2-1 3-16,0-1 2 0,-2 0 0 0,-1 0 18 0,0 0 2 0,-2-1-1 15,-1 0 3-15,-1-1-6 0,-1 0-3 0,-2 0 3 0,0-2-4 0,-2-1 3 16,0 0-3-16,-1-1-5 0,0-1 2 0,0-1-1 0,0-2 1 16,-2 1 5-16,0-2 3 0,0 0-4 0,-1 0 5 0,0-1-1 0,0 0 3 15,-1-1 6-15,0 1 11 0,0 0 8 0,0-1 5 0,1 0 7 16,1 1 1-16,1-1 0 0,0 1 7 0,1 0-2 0,2 1 4 0,1-1-2 15,1 1-3-15,2 0-1 0,0-1-2 0,2 1-11 0,1-1-3 0,1 1-8 16,1-2-6-16,1 1-6 0,2-1-3 0,1 0-4 0,1-1-1 16,1-1-5-16,0-1 2 0,2-1-4 0,-1-2-1 0,2 1-15 0,0-1-20 15,2 0-27-15,0 0-37 0,-1-1-31 0,0-1-52 0,0 1-74 0,0-1-103 16,1 0-114-16,-1 0-184 0,-2 1-392 0</inkml:trace>
  <inkml:trace contextRef="#ctx0" brushRef="#br0" timeOffset="56335.74">20984 9686 1280 0,'-4'3'322'0,"2"0"-115"0,-1 1-19 0,0-1-13 0,1 0-11 0,1 1-9 16,0 0-21-16,1 1-17 0,1 0-13 0,2 1-13 0,-1 1-10 16,2-1-6-16,1 3-12 0,1 1-14 0,1 2-6 0,2-1-13 0,0 2-3 15,1 0-2-15,3 1-7 0,0 1 0 0,1 0-2 0,0-4-5 16,0 1 0-16,0-1-7 0,0-1 3 0,-1-1-1 0,2-2-8 0,-1-1 4 15,1-2-2-15,-1-3-4 0,0 0 8 0,0-2-6 0,1-2-4 0,0-3 5 16,-2 0-5-16,1-2 6 0,-2-1-3 0,0-1-14 0,-1-1-6 16,-3 0-14-16,1-3-4 0,0-2-4 0,-2-1-4 0,0 1 10 0,0-1 4 15,-1 0 7-15,-1 1 11 0,-2 2-6 0,-1-1 4 0,-1 3 6 0,-1 0-3 16,-1 1 11-16,-1 3 2 0,0 0 4 0,-2 1 5 0,0 1 0 16,0 1 3-16,0 2-2 0,-1 1 3 0,0 3-3 0,0 1 5 0,-1 1 4 15,0 2-1-15,0 0-1 0,0 2 4 0,1 1-1 0,-1 0 8 16,1 1-4-16,1 1-2 0,0 0 4 0,1 0-3 0,1 1 5 0,1-1-2 15,1 0-3-15,2 2-2 0,1-1 3 0,2 1-1 0,0 0-2 0,3-1-1 16,0 1-10-16,3 0 4 0,1 0-6 0,0 0 1 0,2-2-1 16,-2 1-5-16,3 0 2 0,0 0-2 0,0 1 0 0,0-1 2 0,1 1-4 15,-1-1 0-15,0 1 1 0,-1 0 1 0,-2-1 0 0,1 1 1 0,-1 0-2 16,-1 0-1-16,-3 0 0 0,-2 1 2 0,0-1-4 0,-2 1 1 16,-2 1 4-16,-3 0-4 0,-2-1 1 0,-2 0-13 0,0 0-7 0,-4-1 10 15,-2 0-6-15,-2-1 10 0,-1 0 5 0,0-1-8 0,-1 0 4 16,-2-2 3-16,0-2 2 0,1 0 6 0,-1-2 1 0,1-2-1 0,0-1-4 15,2-1 5-15,-1-1 3 0,0-1-3 0,2-2 4 0,2-2 0 0,1-1-5 16,1-1 7-16,2-1-6 0,2 0-7 0,2 0-14 0,1 1-4 16,2-1-5-16,2 0 16 0,0 1 11 0,1-1-4 0,2 1 0 0,0-3-34 15,2 2-24-15,0-3-32 0,1-1-51 0,2-1-60 0,0-1-72 0,1 0-61 16,0-2-110-16,1-2-142 0,-1 1-242 0</inkml:trace>
  <inkml:trace contextRef="#ctx0" brushRef="#br0" timeOffset="56635.73">21707 9488 1657 0,'-2'8'351'0,"0"3"-112"0,0 3-14 16,0 1-6-16,0-1-7 0,2-2-33 0,-1 2-47 0,2-1-29 16,0 1-17-16,0 0-9 0,0 0-13 0,0 1-8 0,1 0-14 0,0 0-14 15,0-1-3-15,1 1-2 0,0 0-6 0,1 0-2 0,0-1-3 16,1 0-11-16,1 1 5 0,-1 1 2 0,1-2-4 0,1 1-2 0,0-1 0 15,2-2 1-15,1 0-1 0,1-2 2 0,1-1-2 0,-1 0-2 0,2 0 4 16,-1-1 0-16,2-2-6 0,0 0 4 0,-1-2-4 0,2 0-2 16,-1 0 4-16,1-2 14 0,-2 0-11 0,1-1 1 0,0-1 0 0,-1 0-15 15,0-1 1-15,0 0 2 0,0-2-5 0,-1 0-5 0,-1-1-1 0,-1 1 2 16,1-2-4-16,-1-2-4 0,1 0-5 0,-1 0-6 0,0-1-1 16,-1 0-12-16,-2 1-2 0,1-1-12 0,-2 1-4 0,-1-1-14 0,-1 0-20 15,-1-1-21-15,-2-1-31 0,0 0-39 0,-2 0-26 0,-2 1-35 16,0-1-35-16,-1 0-48 0,-2 0-48 0,0-1-66 0,-2 0-150 0</inkml:trace>
  <inkml:trace contextRef="#ctx0" brushRef="#br0" timeOffset="56807.74">21625 9520 1579 0,'-10'-8'225'0,"-1"0"-35"0,-1-2-9 0,5 0-14 0,3 1-20 0,3 1-19 15,2 0-16-15,2 1-15 0,2-1-8 0,2 0-4 0,3 1-4 0,2-2-12 16,1 0-5-16,3-1-18 0,1-1-1 0,0 1-9 0,2 0-5 15,0-1-6-15,0-1-3 0,-1 0-7 0,2 1-8 0,-1 0-2 0,-1 2-6 16,0-1-1-16,0 1 4 0,-3 1-8 0,0 1-12 0,-1 2-21 16,-1 0-31-16,-1 2-30 0,-2 1-45 0,0 2-70 0,-1 1-90 0,1 1-116 15,1 2-141-15,-1 2-507 0</inkml:trace>
  <inkml:trace contextRef="#ctx0" brushRef="#br0" timeOffset="57238.3">22057 9488 920 0,'-1'2'405'0,"-1"0"-141"0,0 0-40 0,1 0-15 0,0 1 0 0,0 0-28 15,0 1-19-15,2 0-17 0,0 1-15 0,0 1-10 0,2 2-3 0,1 0-12 16,0 0-9-16,2 0-11 0,1-1-22 0,1 2-6 0,1 0-7 16,0-1-3-16,0 0-7 0,2-1-12 0,0 0-5 0,1 0-6 0,0-1-2 15,0 0-2-15,-1-2-1 0,2 0-5 0,0-1 1 0,0-2-2 0,-2 0-2 16,3-1-1-16,-1-2 1 0,-1 0-2 0,1-3 0 0,-3 0 2 16,2-1-4-16,-1 0 2 0,0-2 0 0,-1 1-4 0,0-1 8 0,-2 0-4 15,1-1 1-15,-2 0 1 0,-1 0 0 0,0-1 0 0,-2 1-18 0,0-1 3 16,0-1 1-16,-1 1 3 0,-1 1 30 0,0 1 0 0,-2-2 2 15,-1 0-4-15,-1-1-5 0,-2 0-5 0,-1 0-3 0,-3 0 4 0,-1-1-6 16,-3 0 2-16,-1 0-3 0,-4-1 5 0,-1 1-8 0,-2-1 2 0,-1 1-4 16,-4 1-2-16,2 0 0 0,-2 3 0 0,1 0 4 0,2 1-8 15,0 2 6-15,0 1-9 0,3 2 1 0,0 2 4 0,2 1-8 0,3 2 6 16,1 0-7-16,0 2-7 0,2 0-7 0,0 2-19 0,4-1-13 0,-1 1-19 16,2 1-16-16,2 1-17 0,0-1-19 0,2-1-30 0,2 0-32 15,2-1-60-15,1-1-55 0,3-1-60 0,1 0-86 0,2-3-112 0,2-1-193 16</inkml:trace>
  <inkml:trace contextRef="#ctx0" brushRef="#br0" timeOffset="57669.3">22241 8941 1764 0,'-7'-2'264'0,"2"0"-49"0,-3 2 2 0,2 0-13 15,2 1-36-15,1 0-33 0,2 0-27 0,0-1-19 0,2 1-5 0,1 0 0 16,2-1 1-16,1 0-10 0,2 0-8 0,1 0-12 0,3-1-18 0,1-1 1 15,0 0-6-15,2 0-11 0,-3 0-3 0,2 0-5 0,0 0-5 16,1-1-2-16,-1 1-1 0,0 0-7 0,1 0 2 0,0-1-2 0,-1 1 4 16,1-1 0-16,0 0-2 0,0 1-2 0,-1 0 2 0,0 1-17 15,-1-1 2-15,0 0-2 0,0 0-10 0,-1 1 21 0,-1 0 0 0,-1 0 3 16,-1 2 3-16,0 0-2 0,0 0 0 0,-2 2 9 0,-1 0 3 0,0 0 3 16,-1 3-1-16,0 0-14 0,0 2 0 0,-1 1 0 0,0 0 2 15,-1 2 0-15,-1 1 0 0,1 0-4 0,-1 2 0 0,0 0 4 0,1 1 0 16,-1 0 6-16,1 1-6 0,1-1 4 0,0 1-6 0,1 1 2 0,2 0 8 15,0-1-8-15,1 0 2 0,1 1-2 0,1 0 0 0,-1-1 1 16,2 1-1-16,2-1 0 0,-1 0 0 0,2-1 0 0,0 1-1 0,1 0 1 16,1 1 1-16,0 2-2 0,-1-1-1 0,0 1 0 0,1-3 2 15,1 0 4-15,-1-1-3 0,0 0-1 0,0-1-1 0,0 1-1 0,-2-1-8 16,-2-1-3-16,0-1 1 0,-2 1 18 0,-2 1 11 0,-1-1-2 0,-2 0 5 16,-2-2-19-16,-1 1 1 0,-1-1 0 0,-2 0-4 0,-2 0 2 15,-1-1-2-15,-2 0-1 0,-2 1-1 0,-2-1-4 0,-1-1 1 0,-3-1-3 16,-1 1-9-16,0-4-12 0,0 0-3 0,-1 0-9 0,0-2-11 0,0 0-15 15,0-1-22-15,-1-2-21 0,-1 0-23 0,1-1-31 0,-1 0-48 16,0 0-36-16,1 1-60 0,0-1-87 0,-1 1-120 0,1 1-395 0</inkml:trace>
  <inkml:trace contextRef="#ctx0" brushRef="#br0" timeOffset="59339.67">20953 8831 564 0,'-2'1'173'0,"0"1"-16"0,1 0 12 15,1-1-8-15,0 0-8 0,0 1-15 0,0-1-19 0,1 0-13 16,1 0-9-16,1-1-9 0,0 1-10 0,2-1-6 0,0-1-1 0,1 0-4 15,0 0-4-15,1-1-6 0,0 1-7 0,1-2-4 0,0 0 2 0,0 0-8 16,1-1-7-16,1 1-4 0,0-1-4 0,0 0-5 0,-1 0-6 16,0 0-3-16,0-1 0 0,-1 0-4 0,0 1-1 0,-1-2 1 0,0 1-6 15,-1 1 1-15,-1-1-5 0,-1 1-7 0,-1 0-12 0,0 0-25 16,-1 1-27-16,0 0-37 0,-1 0-29 0,0 1-29 0,-1 1-39 0,-1 0-57 16,0 0-93-16,0 1-172 0,-1 0-60 0</inkml:trace>
  <inkml:trace contextRef="#ctx0" brushRef="#br0" timeOffset="59587.92">21245 8520 1690 0,'-1'1'213'0,"-1"2"6"0,-1 0-19 16,1 1-8-16,1 1-23 0,1 0-33 0,0 1-25 0,0 0-19 0,1 0-16 15,0 1-11-15,0 0-18 0,1-1-15 0,0 2-12 0,1 1-10 0,0 0-2 16,1 1-5-16,-1 1 1 0,1 0-6 0,2 1 4 0,0 0 0 16,0 2-4-16,1 0 9 0,0-1-12 0,0 2-8 0,0 1-14 0,0-1-26 15,0-1-22-15,2 1-28 0,0-2-19 0,0 1-27 0,0-2-29 16,0-2-23-16,0 0-26 0,-2-1-25 0,2-2-9 0,-1-1-14 0,-1-1-28 16,1-2-19-16,-2-1-230 0</inkml:trace>
  <inkml:trace contextRef="#ctx0" brushRef="#br0" timeOffset="60136.56">21253 8811 1021 0,'1'-3'194'0,"2"0"-16"0,1-1-15 0,1 0-7 0,1-1-14 16,1 0-24-16,1 0-13 0,2-1-10 0,0-1-11 0,0 0-4 0,2 1-13 15,0-1-17-15,0 0-11 0,1-1-14 0,-4 0-4 0,2 2-5 0,0-1-4 16,-2 2 1-16,1 0-5 0,-1 0 0 0,-1 1 5 0,-1-2-5 15,1 1 3-15,-2 0 0 0,0-1-1 0,-1 0-2 0,-1 0 0 16,0 0-2-16,-1 0 2 0,-1 0 0 0,0 1 4 0,-1 0-3 0,-1-1 0 16,0 2 0-16,0 0-2 0,-1 0 3 0,0 1 4 0,-1 1 0 0,0 0-3 15,0 2-1-15,-2 0-8 0,1-1 3 0,0 2 1 0,-1-1-2 0,-1 2-4 16,0 0-2-16,0 2 2 0,0 0-3 0,2 0 8 0,-1 1-5 16,1 0 0-16,-1 0 5 0,0 0-2 0,1 1 0 0,0 0 2 15,0 0 0-15,1 0-3 0,-1-1 4 0,2 1-1 0,0 0 5 0,1 0-3 0,0 0 6 16,0-1-9-16,1 1-1 0,1 0 1 0,-1 0-6 0,2 0 5 15,0-1-3-15,0 0 2 0,2 0-2 0,0-1-2 0,1-1 1 0,-1 1-1 16,3-2 0-16,-1-1-3 0,1 0 3 0,0-1 1 0,0 0-3 16,1-1-6-16,0-2-5 0,-1 0 0 0,2-1-9 0,0-1-3 0,-1 0 1 15,0-1-2-15,0 0-1 0,-3-1 5 0,0 0-5 0,0 0 1 0,-1 2 4 16,0-2 7-16,-1 1 4 0,-1 0 7 0,-1 1 4 0,0 0-1 16,-1 0 6-16,-1 0 1 0,1 0-1 0,-1 1 6 0,-1 0-1 0,0 1 3 15,-1 2 4-15,0 0-4 0,0 1 3 0,-1-1 2 0,0 1-1 16,0 0 2-16,0 1 1 0,0 0 0 0,0 0-2 0,1 1 1 0,0 1-1 15,1 1-4-15,1-1-1 0,0 1 1 0,0 0-2 0,1 0 4 0,1-1 0 16,1 1-4-16,1 0 1 0,1-1-6 0,0 1 2 0,2-1-4 16,-1 1 4-16,1 0-9 0,1 0 2 0,0-1-1 0,-1 1-6 0,0 1 9 15,-1-1-4-15,0 1-1 0,0-1 1 0,-1 1-6 0,0-1-4 0,-1 1-8 16,-1 0-8-16,1-1-11 0,-2 1-12 0,-1 0-9 0,-1 0-10 16,-2-1-1-16,1 2 6 0,-2-1 8 0,0 1 12 0,0-1-2 0,-1 0-2 15,0-1-13-15,-1 1-11 0,0-1-12 0,0 0-17 0,-1 0-23 0,0 0-19 16,2-1-19-16,-1 0-20 0,1-1-20 0,-1 1-33 0,2-3-26 15,1 1-204-15</inkml:trace>
  <inkml:trace contextRef="#ctx0" brushRef="#br0" timeOffset="60336.56">21749 8556 967 0,'-2'-2'591'0,"0"-1"-337"15,0 2-24-15,0 1-17 0,1 0-15 0,-2 2-26 0,1 0-39 0,1 0-25 16,0 1-14-16,1 0-6 0,0 1-3 0,0 0-6 0,-1 0-17 15,2 0-11-15,0 0-15 0,0 1-7 0,1 1-9 0,0 0-4 0,0 0-5 16,2 1-7-16,0 0-2 0,0 0-2 0,0 0 0 0,1 1-2 0,1-1-2 16,0 1-3-16,0 0-6 0,1-1-5 0,0 0-18 0,0-1-11 15,0-1-20-15,0 0-28 0,-1 0-25 0,1-1-35 0,-1 1-54 0,0-2-54 16,-1 0-68-16,0 0-65 0,-2 0-73 0,0-1-304 0</inkml:trace>
  <inkml:trace contextRef="#ctx0" brushRef="#br0" timeOffset="60469.56">21675 8664 1321 0,'-2'-9'195'0,"1"0"-48"0,1 0-18 0,2 0-10 0,1 1-13 16,1 2-23-16,2 0-27 0,1 1-12 0,-1 0-3 0,2 1 0 15,1 1-1-15,-2 1-11 0,2 1-6 0,-2 0-14 0,-1 0-8 0,1 1-4 16,0 1-24-16,1-1-33 0,0 1-57 0,0 1-92 0,0 0-106 16,0 0-139-16,-2 2-396 0</inkml:trace>
  <inkml:trace contextRef="#ctx0" brushRef="#br0" timeOffset="60908.37">21517 10318 1958 0,'11'-2'263'0,"1"-1"-74"0,4 0-42 16,-1-1 0-16,1 0-9 0,0 0-18 0,0 0-33 0,1-1-17 15,0 2-16-15,-1-1-4 0,-2-1 1 0,1 1-9 0,-3 0-12 0,0 0-12 16,-2 0-9-16,-1 1-3 0,-2 0-3 0,0 0 1 0,-1 0-15 15,-2 1-9-15,-1 1-23 0,0-1-36 0,-2 1-46 0,1 0-65 0,-2 0-92 16,0 1-86-16,-2-1-112 0,0 0-127 0,0 1-260 0</inkml:trace>
  <inkml:trace contextRef="#ctx0" brushRef="#br0" timeOffset="61236.36">22014 10115 864 0,'-2'0'336'0,"1"2"-115"0,-2 1-8 16,1 0-5-16,0 1 6 0,0 0-30 0,1 0-15 0,0 1-24 15,1 1-22-15,-1 0 1 0,2 1-10 0,0 1-4 0,0 1-14 0,2 2-17 16,0 1-19-16,0 0-10 0,1 2-7 0,1-2-10 0,0 2-6 0,0 2-6 16,0 0-12-16,2 1 2 0,-2 0-8 0,2 0 1 0,1-1 0 15,-2 2-1-15,2 0-1 0,0 0-4 0,0-1 6 0,1 1-4 0,-2 0 0 16,0-3-7-16,0 0-13 0,-1-3-6 0,0-1-11 0,0-2-13 0,0 0-22 16,-2-3-32-16,-1 0-32 0,-1-1-28 0,0-2-48 0,-1 0-34 15,-1-2-43-15,0-1-60 0,-2-1-58 0,0-1-57 0,-1-2-213 0</inkml:trace>
  <inkml:trace contextRef="#ctx0" brushRef="#br0" timeOffset="61669.61">22092 10329 1075 0,'-8'-10'318'16,"1"-1"-105"-16,-3-3-31 0,3 0-1 0,1 1-15 0,1 0-13 15,2 1-18-15,-2 0-25 0,3 2-11 0,0 0-12 0,1-1-8 0,1 1-5 16,1 0 1-16,2 1-10 0,0 1-7 0,1 0 1 0,1 0-8 0,2 1 15 16,2 0-2-16,-1 1-4 0,3 0-7 0,-1 1-24 0,0 0 4 15,0 2-7-15,0 1-4 0,0 1-1 0,-1 1-10 0,1 0 2 0,-1 1 2 16,-1 1-8-16,0 0 1 0,-1 2 1 0,0 0-9 0,-2 0-3 15,0 1-7-15,-1 1-5 0,-1-1 4 0,-1 2 15 0,0 1-6 0,-1 0-11 16,-1 0-12-16,-1 1-13 0,-2 0-27 0,-1 1-6 0,0-1-16 0,-2 0-21 16,0 0 0-16,0-1-7 0,0 0-8 0,0-1 3 0,0 0 1 15,3-1-6-15,-1-2 5 0,2 0 1 0,0-1 2 0,1-1 1 0,0-1 1 16,1-1-2-16,0-1 7 0,3-1 3 0,0 0 9 0,1-2 17 0,0 1 13 16,3-1 25-16,-1 0 17 0,3 0 10 0,-1 0 9 0,-1-1 8 15,1 2 2-15,0-1 6 0,-2 1 2 0,2 1-1 0,-1 1 9 0,0 0 8 16,0 1 16-16,0 0 21 0,0 1 11 0,-2-1 10 0,1 2 8 15,-2 0 2-15,-1 0 7 0,1 1 8 0,0-1 3 0,-1 1 2 0,1 0-4 16,-1 1 0-16,0-1-16 0,-2 1-5 0,0 0-11 0,-1-1-13 16,-1 2-2-16,0-1-12 0,-2 0-10 0,-1 0-10 0,0-1-14 0,-2 1-4 15,2-2-11-15,-3 0-6 0,0 0-2 0,0 0-5 0,-2-1-7 0,1-1 0 16,0 0 7-16,1-2-4 0,0-1 9 0,2 0-3 0,-1-2 3 16,1-1 8-16,2-1 2 0,1-1 12 0,1-1-5 0,2-1 8 0,0 0 10 15,1 0-6-15,1-2 4 0,1 0-11 0,1 0-9 0,0 0 6 0,2 2-16 16,1 0 1-16,0 1-6 0,1 1 5 0,0 2 11 0,-1 0-6 15,0 1 7-15,-2-1-11 0,0 1-8 0,0 1-3 0,0-1-31 0,-1 0-25 16,-1 1-40-16,0 0-56 0,0 0-44 0,0-1-42 0,-1 1-48 0,0 0-45 16,0 0-62-16,0 1-117 0,1 0 9 0</inkml:trace>
  <inkml:trace contextRef="#ctx0" brushRef="#br0" timeOffset="61919.47">22429 10120 1078 0,'1'3'393'0,"0"-1"-147"16,1 1-38-16,1-1-10 0,0-2-12 0,0 1-24 0,1-1-40 0,0 0-16 15,0-1-12-15,0 0-8 0,0 0-1 0,0 0-13 0,0-2-5 16,-1 0-11-16,1-1-10 0,-1-1-3 0,-1 0-15 0,0 0 1 0,1-1-9 16,-1 0-8-16,0-1-1 0,-1 0 0 0,-2 0-9 0,1 0 7 15,-1 1 3-15,0-1-12 0,-1 2 2 0,-1-1-4 0,-1 2 1 0,0-1 2 16,0 1 1-16,-2 1-5 0,0 0-10 0,0 2 9 0,-2 1-5 0,1 1 4 16,-1 2-1-16,1 0-3 0,0 1 4 0,2 1 5 0,-1 1 0 15,0 0 0-15,2 2-2 0,0 1 4 0,0 1 0 0,1 0 0 0,1 1-2 16,2 0 0-16,1-1-9 0,1 1-2 0,1 0 13 0,2 1-6 15,1 1 15-15,2-2 0 0,1 0-13 0,2 0-9 0,1-3-9 0,0 0-12 16,-1-3-34-16,0-2-32 0,1-1-55 0,0-2-80 0,0-2-68 0,0-2-81 16,0-2-94-16,-1-1-96 0,1-3-180 0</inkml:trace>
  <inkml:trace contextRef="#ctx0" brushRef="#br0" timeOffset="62253.18">23022 9095 1797 0,'-1'5'175'0,"-1"0"-34"0,0 0-20 0,1-2 8 0,2-1 0 0,1 0-18 15,1-2-23-15,0 0-19 0,2-1-8 0,1 0-8 0,2-2-7 16,1-1-9-16,1-2-12 0,2-1-2 0,0-1-11 0,1-1 0 0,0 0-5 16,0 0-4-16,-1-1-5 0,-1-1-15 0,1 0-15 0,0 0-30 15,-1 0-33-15,-1 0-42 0,-1 0-46 0,-2 1-31 0,1 1-23 0,-1 2-33 16,0 2-55-16,-1 1-99 0,-1 2-333 0</inkml:trace>
  <inkml:trace contextRef="#ctx0" brushRef="#br0" timeOffset="62369.18">23127 9219 796 0,'-2'12'607'0,"0"0"-419"16,0 2-68-16,1-4-25 0,2-2-6 0,1-2-8 0,1-1-19 0,1-2-28 16,1-2-14-16,2-2-15 0,1-2-9 0,2-2-6 0,1-1-20 15,1-2-32-15,1-3-45 0,-1 0-66 0,2-3-82 0,1 1-117 0,-1-1-400 16</inkml:trace>
  <inkml:trace contextRef="#ctx0" brushRef="#br0" timeOffset="63270.05">23588 8782 1873 0,'-8'11'176'0,"-2"0"-13"16,-3 3-17-16,2-1-2 0,1-1 3 0,2 1-23 0,0 0-40 0,1-1-18 16,2-1-15-16,1 1 4 0,1 1-2 0,2 1-9 0,2 0-4 0,3-1-19 15,1 1-1-15,2 0-6 0,3-2-3 0,1-1-1 0,1 0-4 16,3 0 1-16,-1-2-4 0,3-2 1 0,2-1-6 0,-1-2 2 0,2-3 0 16,0-1-5-16,-1-2-1 0,1-2 1 0,-1-1-9 0,1-2 0 0,-1-2-2 15,1-1 1-15,-2-1-4 0,-2 1 3 0,1-2 4 0,-2-1 0 16,-1-1 8-16,-2 1 4 0,0 0 0 0,-2-1-5 0,-1 1 7 0,-1 0 12 15,-1 2 2-15,-2 0 12 0,-2 0 2 0,-1 0-7 0,-1 1 7 16,-2-1 6-16,-1 2 0 0,-2-2 4 0,-2 1 0 0,-3-1-4 0,-2 0 3 16,-2 0-6-16,-2 1-1 0,-1-1-6 0,-1 0 6 0,-2 1-8 0,0 0 6 15,0 2-1-15,-1 1-8 0,1 1 2 0,0 0-2 0,0 2-6 16,0 1-5-16,1 2-1 0,0 2-7 0,-1 1-2 0,3 2 4 0,-1 1-8 16,0 1 4-16,2 1 0 0,2 2 0 0,1 2-4 0,0 0-3 0,2 2-9 15,2-1-12-15,1 0-16 0,1 1-19 0,2-1-17 0,2 1-16 16,3-1-17-16,2-1-29 0,3 0-37 0,2-1-65 0,3 0-63 0,2-2-81 15,2-1-100-15,2-3-103 0,3-1-171 0</inkml:trace>
  <inkml:trace contextRef="#ctx0" brushRef="#br0" timeOffset="63420.52">24110 8897 1962 0,'1'8'320'0,"0"1"-89"0,1 2-45 0,-2 0-2 0,1-2-19 15,1 0-45-15,-1 0-37 0,0 0-24 0,-1-1-8 0,1 1-9 16,0-1-8-16,0 1-10 0,-1-2-13 0,0 1 4 0,0 0-13 0,1 0 0 15,0-1-2-15,0 0-13 0,1 0-4 0,-1-1-14 0,0-2-18 16,0 2-20-16,1-1-24 0,-1-1-32 0,0 0-48 0,0 0-58 0,0-2-56 16,0 0-66-16,1 0-73 0,0-1-122 0,0-1-249 0</inkml:trace>
  <inkml:trace contextRef="#ctx0" brushRef="#br0" timeOffset="63621.53">24337 8331 1628 0,'-5'-3'756'0,"0"0"-569"0,-2 1 2 0,2 3-19 0,0 2-9 0,1 2-31 15,1 2-23-15,1 2-16 0,-1 3-16 0,0 3-8 0,0 1-14 0,1 1-14 16,0 3-7-16,2 1-9 0,0 1-10 0,2 3-11 0,0 1 2 16,2 1-2-16,0 0-6 0,-1-1 2 0,2 0-11 0,1 0-12 0,1 1-11 15,2-1-26-15,0 2-25 0,3-1-31 0,0 0-48 0,1 0-90 16,1-4-131-16,1 0-186 0,1-4-203 0,-1-2-146 0</inkml:trace>
  <inkml:trace contextRef="#ctx0" brushRef="#br0" timeOffset="64453.99">23600 7187 1195 0,'-7'-1'118'16,"-1"0"-144"-16,-1-1 14 0,3 0 14 0,2-1 1 0,1 0 2 0,2-1-5 16,1-1 1-16,2 1-4 0,2 0 0 0,1 1 2 0,5 1 0 0,4 1 2 15,5 2 0-15,4 2-1 0,5 3-11 0,3 1-43 0,4 0-71 16,0 4-89-16,3 3-387 0</inkml:trace>
  <inkml:trace contextRef="#ctx0" brushRef="#br0" timeOffset="64928.99">23785 7768 682 0,'-6'8'353'0,"-1"1"-248"0,-3 3 0 0,2-2-18 0,1 0-14 15,-1 2-11-15,0 0-9 0,-2-1 2 0,2 2-1 0,-1 1 4 16,1 0-5-16,2 1-5 0,-1 0-4 0,0 1-8 0,1 0-1 0,0-3-2 16,1 2-1-16,0 0-2 0,1 0-2 0,1 1 2 0,0-2 0 15,0 3-1-15,0 1 1 0,0 1-3 0,0 1-3 0,1 2-2 0,-1-1-18 16,0 1-2-16,-1 1 1 0,1-2 0 0,-1 1 8 0,0 1-2 0,0-1-6 15,0 0-4-15,0-1-2 0,0-1-2 0,-1-1-2 0,0-2-9 16,1-3-12-16,0-1-17 0,0-4-23 0,2-2-19 0,-1-3-37 0,1-3-33 16,1-2-26-16,0-3-33 0,-1-3-15 0,1-2-27 0,0-4-317 0</inkml:trace>
  <inkml:trace contextRef="#ctx0" brushRef="#br0" timeOffset="65177.61">23448 8054 1061 0,'-9'9'178'0,"0"2"-12"15,-3 2-11-15,2-2-25 0,2 1-26 0,-1 0-19 0,2 2-10 16,0-1 0-16,1 0-18 0,0 2-13 0,0 0-9 0,1 0-9 16,1 0 7-16,1 0-5 0,1 0-4 0,0 0-5 0,2 0-5 0,1 1-7 0,1 0 1 15,1 0-8-15,1-1 3 0,1 0 0 0,1 0 4 0,-1 0-2 16,2-3-2-16,1 0-2 0,-2-1-1 0,3-1 0 16,0-2 2-16,0 0-2 0,0-3 1 0,1 0-2 0,0 0 1 0,-1-2 0 15,2-1 1-15,-1-1-2 0,1 0-1 0,-1-1 2 0,0 0-3 0,-1-1 2 0,1 0-4 16,-1 0-2-16,2-2 4 0,0 0-2 0,1-1-2 0,0-1-4 15,2-1-5-15,2-2-1 0,2-2-1 0,0-1 2 0,4-3 3 0,0 0 1 16,2-2 3-16,3-2 0 0,0-1 1 0,2 0-10 0,1 0-20 0,0-1-29 16,1 3-34-16,0 0-51 0,-2 2-48 0,3 1-76 0,-3 3-89 0,0 1-318 15</inkml:trace>
  <inkml:trace contextRef="#ctx0" brushRef="#br0" timeOffset="65503.16">24018 9422 1501 0,'-6'11'197'16,"1"-2"-61"-16,-1 0-35 0,4-6-24 0,2-5-26 0,2-3-22 0,1-3-2 15,3-1-4-15,3-3 0 0,2-2 11 0,4-3 3 0,3-1 12 16,3-5 11-16,5-2 5 0,0-1 2 0,4-3 0 0,1-2-5 0,4-4-4 15,3 0-8-15,1-4 6 0,6-1 3 0,2-2 3 0,3-3 2 0,5-4-2 16,1-2-18-16,3-1 17 0,3 0-5 0,1-1-6 0,0 0 9 16,1 0-27-16,-2-1-3 0,1 2-2 0,0 3-7 0,-1 3 0 0,-1 2-7 15,-2 1-4-15,1 2-1 0,-2 3-16 0,-2 1 23 0,-3 5 1 16,-3 0-4-16,-2 4 15 0,-2 1-14 0,-2 3-4 0,-1 2 3 0,-5 3-3 16,-3 2-7-16,-1 3-2 0,-5 1 0 0,-2 2-6 0,-5 1-11 0,-4 2-14 15,-1 1-17-15,-3 2-23 0,-3-1-34 0,-3 1-36 0,-1 1-52 16,-2-1-56-16,-1 0-64 0,-1-1-74 0,-2-1-54 0,0-1-357 0</inkml:trace>
  <inkml:trace contextRef="#ctx0" brushRef="#br0" timeOffset="67250.28">4887 11097 330 0,'-12'9'65'0,"-1"1"-91"0,-3 4-41 0,0 0-64 0,3-2-27 15</inkml:trace>
  <inkml:trace contextRef="#ctx0" brushRef="#br0" timeOffset="68470.28">4973 10115 1930 0,'-14'-6'108'0,"-1"2"-79"15,-3 2-26-15,4 1-3 0,4 4 3 0,1 0 0 0,-1 2-7 0,-1 4-6 16,1 4 7-16,-1 4-1 0,1 4 6 0,-3 4 6 0,-2 3-6 0,-2 2 6 16,0 2 6-16,-2 3 3 0,0 2-1 0,-2 4 5 0,-2 1 0 15,-3 1-2-15,0 3 1 0,-2 1-2 0,2 2-6 0,-1 0-1 0,3 1 4 16,0 0-7-16,0 2 2 0,3-1 2 0,0 0-6 0,1 2-1 16,4 0-2-16,0 2 0 0,2-1-3 0,1 0-6 0,2 2 0 0,2-1-17 15,1 0-1-15,2 1-2 0,0-1-11 0,2 1 5 0,1 0-1 0,1 0 0 16,2 0 0-16,1-1 1 0,0-1-5 0,1-1 4 0,0 0-1 15,2-2 0-15,1 1 1 0,0-2 1 0,2 1 2 0,0-2 1 0,0 0 4 16,2 0 0-16,1 0 5 0,2 1 8 0,-1 0 1 0,1-3 5 0,1 0 4 16,1-1-3-16,3 0 2 0,0-2 1 0,-1-2 0 0,3 0 5 15,1-2 5-15,1-2-1 0,3 1 2 0,2-3 5 0,0 1-5 0,3 0 8 16,0-2-4-16,1 1 3 0,2-4 3 0,3 0-3 0,-2-3 0 0,2 1 1 16,2-2 5-16,0 0-4 0,2-4-2 0,-1 0 7 0,1-3 1 15,3-2 2-15,0 2 0 0,1-2-8 0,1-3 0 0,3 1 5 0,-1-2 1 16,2-1-6-16,0-2-4 0,2-1 1 0,1 0 0 0,1-1 4 15,2-1-2-15,1 0-1 0,-1-2-4 0,1 0 0 0,3 1-1 0,-1-1-5 16,2 0 4-16,0 0-8 0,0 0-1 0,1 0 2 0,3-1-4 0,0-2 7 16,3 1-5-16,0-2-1 0,2 0 0 0,-1-1 0 0,1 0 2 15,1-2-1-15,0 0 1 0,2-2 2 0,0 0 2 0,2 0 0 0,0-2 3 16,2 1-6-16,-1 0-3 0,2 0 1 0,1 0-5 0,0-1-2 0,3 0 6 16,-1 0 0-16,3 0 10 0,0-1-1 0,1 0-6 0,0 1 3 15,-3 1-7-15,-1 0 2 0,1 0-2 0,1 0-2 0,-1 0 3 0,3 2 0 16,-2 1 0-16,1 0 0 0,-1 0 0 0,1 1 0 0,1 0 6 15,0 0-2-15,3 1-1 0,-1 0 2 0,0-1-1 0,3 1 7 0,-1-1 2 16,4-2-1-16,-1 0 0 0,2-1-3 0,-1 0-6 0,0-1 3 0,4 0-1 16,-2-1-13-16,3 1 5 0,-2 0-4 0,1 0-1 0,0-2 8 15,0 0 3-15,2 1-7 0,-2-2-1 0,3 1 2 0,0-1 3 0,0-1 8 16,0 1-5-16,-2-1 4 0,0 1-14 0,-2-1 7 0,1-1 6 0,1 0-5 16,0 0 11-16,1 1-2 0,1 0-13 0,0 0 9 0,-3-2 3 15,-1 1-8-15,2-1 11 0,-3 0-7 0,0 0 1 0,-1 1-1 0,-1-1-13 16,-1 0-1-16,3 3 9 0,-4-2 6 0,2 1 14 0,-3-1 2 15,1 1-8-15,1-1 0 0,-3 1-2 16,1-1 2-16,-1 2 2 0,-1 0-5 0,0 0 3 0,1 1-5 0,-2 0-1 0,-2 0 3 0,0 0-4 0,-3 0-1 16,-2 1-8-16,1 0 5 0,0 0-1 0,-2-1-5 0,2 1 8 15,-1-3-7-15,0 0 7 0,0-2-2 0,0-1-3 0,0 0 0 0,-1-1-6 16,0 1 7-16,0-3 2 0,-1 0 1 0,-2-2-4 0,-4-1 4 0,0 1-2 16,-3-1 1-16,0-1 4 0,-3 1-3 0,-3-2 0 0,0 0 4 15,-2-3 1-15,0 1 9 0,-1-1-4 0,-3 0-1 0,-1-1 0 0,-3 1-8 16,1-1 3-16,-4 0 0 0,-1-1 0 0,-3 2 5 0,3-4 9 15,-1-1-6-15,-3 1 4 0,-1-3-5 0,-4 3 1 0,-5-1 8 0,-1 0 2 16,-6 0 3-16,-1 0-5 0,-2 0-7 0,-4-2 1 0,0 0-2 0,-2-2-3 16,-2-2 1-16,-1-2 1 0,-2-1-1 0,-1 0 3 0,-3-3-3 15,-2 0-3-15,-4-3 1 0,-2-1-16 0,-1-1 8 0,-3-1 3 0,-3-1-6 16,-2-1 17-16,-3 0-8 0,-3 0-1 0,0-2 3 0,-4 0-3 16,-3-1-5-16,0-2 3 0,-4 0-4 0,-3-1 2 0,-1 0-6 0,-4-1 8 15,-3 0-2-15,-1-2-2 0,-5 1 12 0,-1-1-15 0,-2-2-2 0,-3 0 2 16,-2-1-5-16,-4-1-1 0,-1 1 3 0,0 1-8 0,-4 0 6 0,0-1 7 15,-4 0-8-15,-5 0 6 0,-2-1-7 0,-5-1-10 0,-4 1 3 16,-1 2-4-16,-1 1-1 0,-2 6 9 0,-1 3 1 0,-3 0 2 0,-1 3 0 16,-4 2 0-16,0 0 0 0,-4 2 1 0,-2 3 2 0,-2 0-3 15,-3 4 0-15,-3 0 4 0,0 2 1 0,-3-1 1 0,-3 1 4 0,0 1 2 16,-4 2 0-16,-1 0 0 0,1 2-8 0,-2 0 1 0,-3 3-1 0,-3 1-2 16,-3 3 6-16,-1 3-2 0,3 3 6 0,3 3-5 0,2 2-4 15,-1 1 1-15,-3 2-4 0,0 3 17 0,-1 3-3 0,-1 3 14 0,0 4-6 16,-5 4-9-16,-3 3 9 0,-2 2-15 0,-3 4 0 0,3 3 4 15,0 2-6-15,0 2 5 0,1 1 4 0,0 2-5 0,-2 3 5 0,-2 2-5 16,1 1 1-16,3 0 3 0,-1-1-6 0,3 0-2 0,-1 1 0 0,-1 1-3 16,-2 1-7-16,-1 1 8 0,0 1-1 0,1 0-4 0,1 2 2 15,-1 1-17-15,0 0-10 0,3 2-7 0,0 2-2 0,2 0-19 0,0 0-16 16,-1 1-17-16,2 2-11 0,2 3-7 0,4 3-35 0,3 0-77 0,3 4-140 16,-1 3-203-16,-2 6-274 0</inkml:trace>
  <inkml:trace contextRef="#ctx0" brushRef="#br0" timeOffset="85538.16">5702 13388 1512 0,'-17'-2'164'0,"-2"1"-110"0,-4-1-46 15,3 1-19-15,2 1-7 0,0-2-8 0,1 1-22 0,0-2-27 0,0-1-36 16,0 0-43-16,0-1-27 0,-2 0-23 0,-1-3-52 0,-1 0-173 0</inkml:trace>
  <inkml:trace contextRef="#ctx0" brushRef="#br0" timeOffset="86137.49">5056 13283 526 0,'-30'4'232'0,"-4"1"-82"0,-8 1-36 16,1 2-22-16,3 0-16 0,2 3-11 0,-2 0-17 0,1 1-7 15,2 2-18-15,-2 1-7 0,1 2-3 0,0 0-11 0,0 4-4 0,1 2-1 16,1 2-5-16,1 4 6 0,0 1 1 0,2 4-1 0,0 3 4 15,3 2-6-15,0 2 3 0,2 2-3 0,1 3-2 0,0 3 0 0,3 2-6 16,0 0 7-16,1 3-1 0,3 0 5 0,1 1 2 0,3 1-6 0,1 0 0 16,3 0 2-16,1 1 1 0,2-2 2 0,3-1 3 0,2-1-11 15,2 1 11-15,1 0 2 0,2 0 3 0,1-1 8 0,1 0-10 0,3 1 1 16,1-3 2-16,3 1-2 0,1-2 10 0,2-2-1 0,0 0 0 16,4 1 11-16,1-3 4 0,2 1 1 0,0-4 2 0,3 1-7 0,1-3-7 15,1-2-2-15,2 0 4 0,3-4 2 0,1 2 0 0,1-3-2 0,2 0 5 16,2-2 2-16,2-3 4 0,1-1 2 0,3-2 1 0,0-4 4 0,0 0 1 15,3-3 0-15,1-2-6 0,1-2-6 0,2-1-4 0,1-3 1 16,4-2 7-16,1-3-2 0,4-1-5 0,0-1-6 0,2-2-8 0,-1-2 1 16,2-1-2-16,0-1-8 0,0-3 0 0,3-1-5 0,-4-1 2 15,0-1 2-15,2-1-4 0,0-1 1 0,0-2-4 0,1 0 2 0,-2-1 2 16,1-2-1-16,2-1-1 0,-1-3 6 0,-2 0-1 0,0-2 7 0,-1-3-2 16,-1-1-1-16,-1-5 8 0,-2 0-4 0,0-4 5 0,-2 0 5 15,-1-1-4-15,-3-3 7 0,0 1-2 0,-3-3 2 0,-2 0-1 0,-1-1-4 16,-3-1 4-16,0-1 1 0,-2-1 7 0,-4 0 0 0,0-2 3 15,-4 1-4-15,0 0-3 0,-3 0 0 0,-1-1-4 0,-3 2 6 0,-1 0 0 16,-4 0-5-16,0 0 1 0,-3 1-5 0,-3-1-6 0,-4-2 3 0,-1 2-2 16,-2-1 2-16,-3 0 1 0,-3-1-2 0,-3 0-1 0,-3-1-4 15,-2 0-1-15,-2-2 1 0,-2 1-4 0,-4-1 1 0,0 1-2 0,-4 0-10 16,-4-2 2-16,0 3 5 0,-4-1-2 0,-2 1 5 0,-1 0-4 0,-3 0-2 16,-1 1 6-16,0 0 2 0,-3 1-1 0,2-1 0 0,-3 4 0 15,-1 0 0-15,-2 1-3 0,1 2 2 0,1 2-5 0,-3 2 0 0,2 2 7 16,-2 1-5-16,-2 5-4 0,-1 0 2 0,-3 2-9 0,-3 2 3 15,-2 0 4-15,-1 4-3 0,-1 0-2 0,-3 2 3 0,-2 1-2 0,-3 5 0 16,-1 1 0-16,-1 4-5 0,-3 2-2 0,-2 3-2 0,-2 4-2 16,0 2 5-16,-4 4-3 0,0 3 5 0,-1 3-2 0,-1 3 4 0,3 3 6 15,-5 0 0-15,1 4 6 0,1 1-1 0,3 2-1 0,3-1 4 0,3 3 1 16,0 1 0-16,2 1-7 0,2 1 3 0,0 5-6 0,4-1-1 0,1 6 3 16,3-1-9-16,3 3-9 0,0 5-6 0,1 3-6 0,3 5-13 15,2 2-10-15,4 1-18 0,2 2-27 0,3 3-5 0,3 2-9 0,3 0-15 16,2 3-11-16,4 1-44 0,3 0-47 0,5 0-62 0,1 4-69 15,3 1-325-15</inkml:trace>
  <inkml:trace contextRef="#ctx0" brushRef="#br0" timeOffset="86638.49">6941 15327 3516 0,'-3'2'179'0,"1"1"-120"0,1 2-63 15,0 1-34-15,2-1-30 0,1 1-19 0,3 1-9 0,5 3-2 0,7 1 20 16,2 2 25-16,5 2 19 0,2-1 18 0,-1 3-14 0,4 3-19 0,-1 3-6 15,1 5-9-15,-2 3 18 0,0 3 19 0,-2 0 22 0,1 3 2 16,-1 1 3-16,-1 2 0 0,2 3-20 0,0 3 8 0,3 3-2 0,0 5-2 16,1 3 14-16,1 2-8 0,0 3 7 0,-1 1 8 0,2 4-2 0,-2 1 10 15,1 0 7-15,-2 1-1 0,0 0-2 0,2-2 0 0,1 1 3 16,-2-2-1-16,1 0-1 0,-3-1-4 0,3-1-5 0,0-5 15 0,-15-31-4 16,4 6-6-16,0 0 0 0,4 4-7 0,0 0 3 0,5 4 11 15,0-1-7-15,5 6 2 0,0-1 1 0,0-2 1 0,2-1-2 0,0-1 0 16,0 0-7-16,1-1 7 0,1-2-4 0,0 1 24 0,-19-21 0 0,3 2-6 15,0-1 14-15,4 2-42 0,0 0 7 0,2 3 9 0,1-3-11 16,2 3 30-16,2-1 5 0,2 1-21 0,1 0 20 0,4 1-28 0,-1 0-2 16,3 1 17-16,2 0-24 0,2 1 17 0,1-1-2 0,0-1-16 0,1-2 12 15,0 0-11-15,1-1 0 0,-1-2 40 0,1-1 2 0,2-1 18 16,-1-3-18-16,0 1-48 0,0-3-44 0,1-1 26 0,0-3 20 0,0 0-17 16,-1-2 38-16,0-2-50 0,0-2-19 0,0-2 18 0,1-1-71 15,-2-1-22-15,-1-2-23 0,0-1-41 0,-2-2-10 0,-1-1-40 0,-3-2-58 16,-1-2-24-16,-1 0 8 0,-2-3 7 0,-2-3 26 0,-1-3 27 15,-3 0 24-15,-1-4 30 0,-3-2 15 0,-1-1-118 0</inkml:trace>
  <inkml:trace contextRef="#ctx0" brushRef="#br0" timeOffset="86938.06">10509 17176 574 0,'-8'0'191'0,"-1"0"-38"0,-3 0-19 0,-3 1-14 0,-3 0-21 16,-3 1-26-16,-2 1-24 0,0 0-10 0,-2 0 5 0,1 1 16 0,0 1 10 15,0 1 5-15,3 0-5 0,0 1-12 0,1 0-9 0,4 0-4 16,1 0-5-16,2 0-7 0,1-1-1 0,2 1-2 0,1-1 1 0,2 0 3 15,1 0-2-15,0-1 10 0,3 1 8 0,0 0 3 0,2-1 6 16,1 1-17-16,3 0 10 0,1-1 3 0,2 2-2 0,2 0 4 0,3 0-6 16,2 1 3-16,3-1 4 15,4 2-2-15,2-1-7 0,4-1-4 0,1 0-6 0,4 0 0 0,3 0-4 0,2-1-4 0,1 0 0 0,3-1-16 16,2-1-2-16,2 1-3 0,2-1-6 0,3 1 10 0,0-2-14 0,2 2-4 16,0-1 9-16,1 1-5 0,1 0 6 0,1 0-6 0,0 0-6 15,1 0 8-15,0 0-7 0,-1 1-2 0,0 0 0 0,1 1 3 0,-2-1 8 16,0 1 1-16,0 2-5 0,-3 0 4 0,-1 0-1 0,-2 2 6 0,-1 0 5 15,-1 2-5-15,-3 1-2 0,-2 0 0 0,-2 2 7 0,-2 0 4 16,-2 3 5-16,-4-1 16 0,-2 1-10 0,-17-9-15 0,2 3-1 0,-2 0-30 16,1 4-24-16,-3 0-27 0,-2 4-61 0,-3 3-79 0,-3 6-105 0,-3 3-228 15,-8 9-744-15</inkml:trace>
  <inkml:trace contextRef="#ctx0" brushRef="#br0" timeOffset="139573.76">8764 6803 1464 0,'-27'-34'107'0,"0"-2"-49"0,-2-8-20 0,9 8 6 0,7 6 0 16,4 2-6-16,2 3-1 0,4 1-10 0,0 2-11 0,3 1-4 0,0 2-2 15,1 3-7-15,0 1 2 0,-1 3-2 0,0 1-5 0,-2 0 4 0,-1 0-2 16,-1 0 4-16,-3-1 6 0,-1 2 10 0,-3-2 5 0,-5 0 6 16,-1 2 1-16,-4 0 0 0,-3 3 4 0,-3 3 1 0,-6 4 10 0,-5 5-2 15,-5 5 4-15,-6 3-5 0,-5 7-8 0,-3 5-1 0,-7 6-4 0,-6 4-4 16,-2 5-11-16,-6 3-5 0,-5 5-5 0,-1 4 2 0,-6 3-5 16,-3 3-2-16,-5 3 2 0,-2 2-4 0,-2 0-1 0,0-1 1 0,3-1 2 15,0-3-1-15,0 0 11 0,3 0-5 0,-2-1-1 0,0 1 1 16,-2 0 1-16,-2 1 2 0,-4 3 1 0,-1 5 5 0,-4 4 0 0,-5 3 1 15,-2 7 3-15,-1 0-2 0,-2-1 1 0,1 2-4 0,0-4-10 0,3-1 2 16,3-2 4-16,1-3 1 0,3-2 10 0,2-3-14 0,1-3-4 16,6-3-8-16,3-5-11 0,3-5-13 0,5-5-19 0,5-6-37 0,3-5-42 15,7-8-46-15,2-6-45 0,4-7-50 0,2-9-53 0,4-10-63 0,1-12-342 16</inkml:trace>
  <inkml:trace contextRef="#ctx0" brushRef="#br0" timeOffset="139925.75">3342 6158 2271 0,'20'1'27'0,"7"3"-18"0,14 4-3 0,9 6 0 15,5 2-1-15,6 3 1 0,7 4 7 0,9 2-5 0,5 5-5 16,11 4 0-16,6 6-8 0,7 3-13 0,8 5-10 0,4 2-26 0,6 4 2 16,2 3 11-16,4 0 17 0,3 0 9 0,0 0 5 0,5 3 2 0,0 2 5 15,5 4 0-15,3 2 3 0,1 3 4 0,4 6-2 0,2 2-1 16,2 1-1-16,0 3-3 0,3-2-1 0,1-1 7 0,4-2 5 0,4-1 13 15,3 0 15-15,2-1 36 0,4 3 11 0,2 0 5 0,3 1-21 0,-3-1-33 16,-3-2-22-16,-5-4-13 0,-6-4 4 0,-2-5 0 0,-1-5 7 16,-1-5 7-16,1-5 7 0,1-5 8 0,0-3 0 0,0-6-7 0,-1-4-7 15,-3-3 5-15,-2-4-2 0,-3-2 7 0,-1-2-5 0,-4 0-7 0,-2-1-6 16,-7-1 3-16,-5 0 6 0,-5-2-3 0,-5 0 13 0,-6-1-1 16,-6-2 6-16,-8 0-1 0,-6-2-8 0,-5 0-13 0,-8-1-8 0,-3 0-3 15,-5-1-4-15,-3 3 5 0,0-1-1 0,-2 3 1 0,-3 0 5 16,-4-1-5-16,-6 0-2 0,-2-1 1 0,-4 1-6 0,-3-1 2 0,-4 0-1 15,-2-2-1-15,-2 2 4 0,-1-1 2 0,0 0-1 0,-1 0 0 0,-3-1 2 16,-1-1-4-16,-1 0-3 0,0 0-12 0,-1-1-14 0,1-2-25 16,-3 0-39-16,0-3-42 0,-3-1-78 0,-2-1-109 0,-3-3-93 0,-4-2-125 15,-5-4-310-15</inkml:trace>
  <inkml:trace contextRef="#ctx0" brushRef="#br0" timeOffset="162909.03">14725 12302 864 0,'-20'-7'126'0,"-4"-1"-77"0,-4 0-13 0,1 3-17 0,6 4-23 0,-1 2-21 15,1 3-15-15,0 4-6 0,-3 4 4 0,-2 3 4 0,-1 6 10 16,-3 5 3-16,-1 3 5 0,-2 5 7 0,0 4 3 0,-2 6 7 0,-1 5 5 16,1 5 4-16,0 7 9 0,2 7 7 0,1 5 3 0,2 8-4 0,0 6 0 15,2 5-7-15,1 5-9 0,5 6 4 0,4 1-5 0,4 4 0 16,7 1 1-16,4-1-7 0,7-4-10 0,7-5-5 0,7-5 2 0,7-8-4 15,8-6 3-15,5-11 1 0,8-10 3 0,6-12 5 0,7-11 8 16,5-8 10-16,6-8 13 0,3-7 14 0,4-7 15 0,3-7 21 0,-1-8 26 16,0-8 23-16,0-6 18 0,-3-5 6 0,-1-7-2 0,-1-5-10 0,-2-4 1 15,-1-5-16-15,-1-5-17 0,-2-1-13 0,-1-4-32 0,-2-5-12 16,0-3-13-16,1-4-9 0,-1-4-4 0,-1-6-9 0,0-4-10 0,-2-5-12 16,-1-2-17-16,-2-3-13 0,-2 0-15 0,-4-2-7 0,-4 1 3 0,-2 2 5 15,-8 4 6-15,-5 4-1 0,-6 6 8 0,-7 3 2 0,-8 6 3 16,-7 4 3-16,-6 5 8 0,-6 6 7 0,-6 5 11 0,-6 6 5 0,-7 6-3 15,-4 7-2-15,-7 4-7 0,-4 6-9 0,-4 5-20 0,-4 3-36 16,-1 5-48-16,-4 3-62 0,-2 3-120 0,-1 7-428 0</inkml:trace>
  <inkml:trace contextRef="#ctx0" brushRef="#br0" timeOffset="163491.29">21093 13695 2750 0,'-1'29'71'0,"1"7"-53"15,2 12-11-15,4 3-17 0,2 2-4 0,3 5-5 0,2 5-1 0,5 4 13 16,1 3 1-16,0 1 2 0,0-3 3 0,-1-1 6 0,0-4-2 16,-1-3-3-16,0-2-2 0,0-4 6 0,-1-3-1 0,0-2 2 0,0-4 1 15,1 0-2-15,-1-4 4 0,-1-2 0 0,-1-2 2 0,-1-6 5 16,-2-3-7-16,-3-4 6 0,1-3-3 0,-2-2-7 0,-2-5-6 0,0-4-23 16,-3-4-63-16,-1-5-89 0,-3-4-105 0,-4-5-109 0,-3-7-94 0,-3-7-67 15,-2-11-115-15</inkml:trace>
  <inkml:trace contextRef="#ctx0" brushRef="#br0" timeOffset="163841.29">21013 13494 2856 0,'-2'-3'126'0,"1"-1"-71"0,1-1-10 0,3-1-10 0,3 0-10 0,5-1-20 0,4 1-19 16,6 1 0-16,1-1 7 0,5 3 7 0,-1 2 3 0,3 2 1 15,1 2-13-15,3 2-3 0,-1 3 0 0,2 1-7 0,0 3-2 0,0 2-8 16,1 1-7-16,-1 2-3 0,-1 3 8 0,-2 0 11 0,-1 0 0 15,-2 1 6-15,1 1 4 0,-2-1 4 0,-2 0 6 0,-1-2 6 0,-4-1 3 16,-1-1-4-16,-3 0 0 0,-2-1 0 0,-3-1-4 0,-2 0 3 16,-2 0 4-16,-3-1-3 0,-2-1-1 0,-2 0-1 0,-3 1-6 0,-3-1 3 15,-2 1 1-15,-1-1 6 0,-4 2-9 0,-3 0 12 0,-2 0 2 0,-1 1 0 16,-2 3 8-16,-3 2-4 0,-1 1-4 0,-3 3 0 0,0 2-2 16,-1 0-7-16,2 1 6 0,-2 1 1 0,3 1 9 0,1 2 5 0,2 1 1 15,4-1 1-15,1 1-2 0,4-4-3 0,2 1-8 0,4-2-3 0,4 0-10 16,2-2 11-16,2-1 3 0,4-2-3 0,3 0 15 0,2-4-8 15,3-2 5-15,2-1 4 0,3-2 0 0,2-1-1 0,4-1 1 0,1-3-9 16,3-2 2-16,3-2 1 0,0-1-5 0,4-2 1 0,2-1-6 0,1-2-6 16,2-2 1-16,-3 0-6 0,1 0-2 0,0-1-3 0,0 0 3 15,0-1 0-15,-3 0 0 0,0-1-5 0,0-1-12 0,-3-1-18 0,0-1-23 16,-3 0-46-16,-1-1-30 0,-3 0-33 0,-3-1-50 0,-1-2-63 0,-3-2-102 16,-2-2-99-16,-1 0-78 0,-3-6-207 0</inkml:trace>
  <inkml:trace contextRef="#ctx0" brushRef="#br0" timeOffset="164091.29">22519 13715 3393 0,'-7'10'123'0,"3"-1"-82"0,-2 2-11 0,3 1-15 0,3 0-3 15,2 3-3-15,1 3-13 0,2 3 0 0,2 1 4 0,-1 4 2 0,1 1-5 16,-2 3 14-16,1 1-4 0,-1 3-7 0,1 1 15 0,0 2-16 0,0 0-3 15,0 1 4-15,0 2 2 0,0 0-6 0,-1 1 0 0,1 0 2 16,-2-3-5-16,2-1 1 0,1-2-3 0,0-2-6 0,1 0-8 0,-1-4 5 16,1-2-12-16,-1-2-11 0,0-5 2 0,-2-1-14 0,1-2-5 15,-2-4-12-15,0-1-10 0,-1-3-11 0,-2-3-22 0,0-3-29 0,-1-3-49 16,-2-2-37-16,-1-2-36 0,-2-3-24 0,-2-3-20 0,0-3-7 0,-2-4 8 16,-2-3 27-16,-1-3 37 0,0-5-100 0</inkml:trace>
  <inkml:trace contextRef="#ctx0" brushRef="#br0" timeOffset="164392.35">22332 13811 1220 0,'0'2'1014'0,"0"-1"-756"0,0 1-107 0,1-1-36 0,2 0-31 15,1 2-23-15,2 0-33 0,0 2-14 0,4 0-11 0,1 2-4 0,2 3 7 16,1 1 1-16,0 1-3 0,3 0-9 0,0-1-11 0,0 1-7 16,1-1-19-16,1 0 3 0,2 0-16 0,-1-1-20 0,3 0-1 0,-1-2-27 15,1 0-11-15,1-1-4 0,-1-1-9 0,2-2 2 0,-1 0 4 0,-1-2 20 16,1 0 24-16,0-1 24 0,-1 0 28 0,-1-2 15 0,-2-1 8 15,1-2 7-15,0-1 2 0,-2-1 0 0,0-3 3 0,-1 0-1 0,-2-2-9 16,-2 1 8-16,1-1 0 0,-2-1-1 0,0 0 13 0,-3-2 1 16,0 2 2-16,-2 0 13 0,-1 0 6 0,0 1 2 0,-3 1 7 0,-2 1 1 15,0 2 4-15,-1 0 10 0,-2 2 1 0,-1 0 4 0,-1 2-5 0,-1 1-3 16,1 1-2-16,0 2-4 0,0 1-3 0,0 3-13 0,0-1-9 16,-1 2-8-16,1 0-14 0,-1 2-4 0,-1 3-1 0,3 2 0 0,-3 3-2 15,1 1-3-15,-1 3-1 0,-2 3-11 0,0 2 0 0,0 3-9 0,-3 1-8 16,0 3-24-16,0-2-42 0,-1-1-58 0,0-1-86 0,-2 0-85 15,0-1-83-15,0 0-88 0,-1 1-154 0</inkml:trace>
  <inkml:trace contextRef="#ctx0" brushRef="#br0" timeOffset="164576.46">22988 13678 1853 0,'3'5'1043'0,"2"0"-945"0,2 3-58 0,0 1-18 16,2 1 11-16,1 4-5 0,5 2-10 0,1 4-8 0,2 3-6 15,-1 5 11-15,0 2 8 0,-1 4 2 0,0 2-4 0,-2 3-8 0,1 3-10 16,-2 2-4-16,-1 3-1 0,-3 0-11 0,1 3-6 0,-2-2-17 0,0-1-25 16,-2-3-24-16,-1-1-31 0,1-5-40 0,-2-3-33 0,1 0-36 15,1-5-31-15,-3-3-30 0,2-4-18 0,0-7 1 0,1-3 8 0,0-3 21 16,2-6 28-16,0-4-76 0</inkml:trace>
  <inkml:trace contextRef="#ctx0" brushRef="#br0" timeOffset="164892.35">23939 13481 2092 0,'3'-11'263'0,"0"1"-102"16,-1-4-39-16,-3 2-10 0,-3 2-21 0,-2 3-26 0,-1 1-16 15,-5 3-6-15,-3 3 1 0,-2 2 3 0,-1 2 9 0,-2 3-8 0,-3 0-11 16,0 4-12-16,-2 2-18 0,-1 3-2 0,-1 3 2 0,2 3 0 0,2 1 1 16,1 4 1-16,2 2-2 0,2 2 2 0,1 1-4 0,3 1-8 15,3-3-3-15,4 1-12 0,1-1 0 0,3 0-1 0,3 0-4 0,3 1 3 16,3-3-12-16,2 2 9 0,4-2 2 0,3 1 2 0,3-2 12 15,2-2-10-15,3-2 1 0,2-3 2 0,2 0 6 0,3-2 2 0,0-1 6 16,2-1 0-16,0 0 7 0,1 0 0 0,-1-1-2 0,0 0 2 0,-3-1 5 16,0 1 6-16,-3-2 3 0,-2-1-4 0,-5 1 1 0,-1-2-2 15,-4 0-2-15,-2 0 2 0,-3-2-2 0,-4 2-3 0,-2 0-6 0,-4-1-7 16,-2 1-12-16,-5 0-20 0,-6 1-4 0,-4 2-10 0,-3 3 7 0,-4 1 8 16,-3 0 9-16,-1 2 9 0,-3 0-1 0,1 1-1 0,-2 1-3 15,0 1-11-15,0-1-14 0,-1 1-11 0,2-1-14 0,2 1-12 0,3-2-19 16,1-2-22-16,4 0-43 0,3-3-56 0,1-3-62 0,4-3-80 15,1-2-74-15,3-3-246 0</inkml:trace>
  <inkml:trace contextRef="#ctx0" brushRef="#br0" timeOffset="165143.35">24558 13660 3664 0,'9'26'225'0,"-1"0"-164"15,2 9-47-15,-1 1-9 0,0 2 3 0,0 5-12 0,1 4-3 0,-1 2 3 16,0 2-2-16,-3 0 2 0,-1 1 0 0,-1 0 6 0,-3-1-6 0,-1-1-10 16,0-1-11-16,0-4-20 0,1-3-4 0,1-1 7 0,1 0 2 15,1-3 13-15,1-3 6 0,3-3 6 0,2-2 8 0,3-2-3 0,2-2 6 16,1-6 6-16,3-3 10 0,1-4 1 0,1-2 0 0,1-3 4 0,1-5 0 16,-1 0-3-16,0-3-3 0,0-3-9 0,0 0 4 0,1-3-2 15,0-2-12-15,-1-3-3 0,2-2-14 0,-2-2-4 0,0-1-3 0,0-4-19 16,-2-1-27-16,-2-3-33 0,-1-3-46 0,-2-1-44 0,-3-4-68 15,-2-2-97-15,-4-5-103 0,-3-1-98 0,-5-5-39 0,-5-5-15 0</inkml:trace>
  <inkml:trace contextRef="#ctx0" brushRef="#br0" timeOffset="165328.49">24354 13801 2950 0,'1'8'745'0,"2"-1"-675"0,2 1-45 15,4-2-19-15,4-2-6 0,6 1-19 0,3-1-23 0,4-2-13 0,3-2 7 16,0-2 18-16,1-1 13 0,0-2-1 0,0-1-16 0,-1-2-25 0,0-3-43 16,1-1-28-16,1 0-14 0,-1-2-4 0,3 1 6 0,-1 0-1 15,0 1-9-15,-1-1-22 0,-2-1-33 0,0 1-46 0,0-1-45 0,-2 0-17 16,0 0 10-16,-3 0 20 0,0-1 37 0,-1 0-104 0</inkml:trace>
  <inkml:trace contextRef="#ctx0" brushRef="#br0" timeOffset="165509.74">24636 14214 2246 0,'0'7'934'0,"1"0"-806"0,2 0-63 0,3-2-41 0,3-3-9 16,3-1-19-16,2 1-20 0,3-2-8 0,3-1 3 0,1-2 13 0,1 0 17 16,2-1 1-16,-1 0-7 0,1-2-13 0,-2-1-21 0,1-1-16 15,1-1-10-15,-1 1-14 0,2-1-8 0,0-2-21 0,0 0-32 0,1-1-39 16,-1-2-53-16,2 1-42 0,-2-2-44 0,2-2-20 0,0-1-8 0,-1-3 1 15,2-1-46-15</inkml:trace>
  <inkml:trace contextRef="#ctx0" brushRef="#br0" timeOffset="165694.73">25734 14021 3437 0,'10'8'165'0,"2"-1"-106"0,5 1-35 0,4-2-18 0,2-1 3 0,2 1-12 15,2-1-11-15,-1-2-5 0,1-1-3 0,-1-1 9 0,-3-1 1 16,0 0-8-16,-1-2-20 0,0 0-25 0,-1-2-26 0,-1 0-18 0,1 0 6 16,-1 0 10-16,-2-1 5 15,1-1-4-15,-2-1-28 0,0-1-35 0,-2 0-34 0,0 0-33 0,-2-1-22 0,-2-1-38 0,-3-1-39 0,-4-1-51 16,-2 0-42-16,-5 2-69 0</inkml:trace>
  <inkml:trace contextRef="#ctx0" brushRef="#br0" timeOffset="165842.74">25654 14398 3489 0,'8'20'286'0,"1"-1"-205"0,4 1-32 0,3-2-26 0,1-4-21 15,5-1-8-15,3 0-25 0,1-4-25 0,3-3-4 0,-1-3-11 16,1-3-5-16,-1-2-25 0,-1-4-53 0,-2-3-64 0,0-4-77 0,2-3-81 16,0-5-57-16,3-4-54 0,0-3-24 0,2-6-148 0</inkml:trace>
  <inkml:trace contextRef="#ctx0" brushRef="#br0" timeOffset="166095.73">27180 12675 4095 0,'4'25'0'0,"2"3"0"0,3 9 0 15,3 6 0-15,4 4 0 0,1 8 0 0,1 4 0 0,-1 3 0 16,-2 1 0-16,1-1 0 0,-2 0 0 0,-1 3 0 0,-2 4 0 0,-3 3 0 15,0 5 0-15,-2 1 0 0,1-1 0 0,-2 2 0 0,1-2 0 0,0-3 0 16,0-1 0-16,1-2 0 0,0-3 0 0,0-1 0 0,1-3 0 16,0-5 0-16,-1-4-12 0,1-5-18 0,-1-4-6 0,0-5-10 0,1-4-10 15,0-4 26-15,1-5-5 0,0-5-15 0,-1-2 2 0,-1-5-45 16,0-4-24-16,-3-3-24 0,-2-5-44 0,-3-4-76 0,-2-4-35 0,-5-5-11 16,-2-4-24-16,-5-5-19 0,-2-5-55 0,-2-6-47 0,-2-6-166 0</inkml:trace>
  <inkml:trace contextRef="#ctx0" brushRef="#br0" timeOffset="166275.51">26645 13818 3528 0,'-6'11'203'0,"2"1"-97"15,0 5-34-15,4 0-17 0,5 0-2 0,2 3-11 0,4 3-26 0,5 2 4 16,1 2-20-16,4 2 0 0,3 2 0 0,0-1 0 0,3 0 0 16,2 0 0-16,3-2 0 0,0 0 0 0,4-2 0 0,0-1 0 0,2-3 0 15,1-1 0-15,-1-4 0 0,0-4 0 0,-2-2 0 0,-3-2 0 16,-1-3-68-16,-2-2-41 0,-2-3-17 0,0-2-43 0,-2-2-61 0,0-3-84 15,-2-2-170-15,0-4-201 0,0-3-131 0,2-8-30 0</inkml:trace>
  <inkml:trace contextRef="#ctx0" brushRef="#br0" timeOffset="166960.29">27721 13110 1750 0,'-6'1'1258'0,"-1"1"-1158"0,-1 1-47 0,1 1-34 0,1-1-10 16,2 2 3-16,0 1-12 0,-1 1 0 0,-1 3 6 0,-1 0-5 0,0 3 14 16,-3 3-1-16,-1 3 0 0,-2 2 6 0,-1 4-1 0,-2 2 3 15,-2 4-6-15,0 4 0 0,-2 5-1 0,1 2-11 0,-1 4 1 0,0 2 4 16,3 4-2-16,0-1 6 0,0 1-4 0,1 0-5 0,1 1-6 15,0 0-13-15,2 1 15 0,2-2-1 0,2-3-3 0,1-3-2 0,0-3-24 16,2-2-12-16,2-4-17 0,1-2-7 0,1-3-2 0,1-3-22 0,2-4-12 16,0-3-15-16,0-4-21 0,2-3-10 0,-1-3-32 0,1-3-49 15,1-4-56-15,0-4-51 0,0-5-28 0,1-4 7 0,1-8 32 0,-1-6-48 16</inkml:trace>
  <inkml:trace contextRef="#ctx0" brushRef="#br0" timeOffset="167128.31">27527 13077 3170 0,'0'6'225'0,"0"0"-139"0,2 2-54 0,3 3-19 0,2 0-13 15,4 4 7-15,3 3-3 0,3 2-4 0,1 3 5 0,3 1-5 0,1-1 4 16,1 1-2-16,0-3-17 0,0 1 19 0,-1-2-8 0,1-2-14 0,-2 1-1 16,1-3-42-16,0-1-21 0,-1-4-16 0,0 0-21 0,0-2-17 15,0-2-8-15,2-2-24 0,1-2-28 0,-3-4-43 0,1-2-37 0,-2-4-38 16,-2-4-7-16,2-2 22 0,-1-2 13 0,1-4 44 0,2-3 52 0,0 0-86 15</inkml:trace>
  <inkml:trace contextRef="#ctx0" brushRef="#br0" timeOffset="167276.45">28326 13109 564 0,'5'-9'271'0,"1"2"-20"0,1-4-21 0,-2 4-20 0,-1 1-19 0,-1 2-24 15,-1 0-33-15,1 2-35 0,-2 1-20 0,1 2-14 0,-2 1-2 16,0 1 2-16,0 1-5 0,-2 1-6 0,1 0-2 0,-1 2-7 0,0 1-2 16,-1 0-1-16,0 3-3 0,-1 2-7 0,-1 3-4 0,-1 1-4 15,-2 2-3-15,1 2-4 0,-2 1-1 0,-2 3-2 0,0 1-14 0,-2 0 5 16,0 3-3-16,-2 0-13 0,-2 4 10 0,-2 0-31 0,1 2-34 0,-3-3-34 15,1 1-48-15,0-2-47 0,0 1-60 0,1-2-90 0,2-1-105 16,1-1-89-16,2-2-47 0</inkml:trace>
  <inkml:trace contextRef="#ctx0" brushRef="#br0" timeOffset="167475.31">28395 12919 3298 0,'7'5'139'0,"2"2"-76"16,4 4-50-16,2 1-6 0,3 3-1 0,3 2 1 0,2 5-1 0,0 2-4 16,3 0-4-16,-1 3-4 0,1 1 2 0,0 4 6 0,-3 0-4 0,-1 4-7 15,-2 1-6-15,-3 0 1 0,1 3-5 0,-2-2 6 0,-1 1-12 16,0-1-37-16,-3-2-41 0,-1-1-54 0,-2-2-83 0,-1 0-115 0,-2-1-143 16,-2-1-114-16,0 0-43 0,-2 0 45 0</inkml:trace>
  <inkml:trace contextRef="#ctx0" brushRef="#br0" timeOffset="167857.97">29758 13029 3476 0,'7'-6'53'0,"0"-1"-45"0,1-2-27 0,1-2 1 0,-3 1 9 15,0 1-2-15,-3 0-23 0,-3 0-8 0,-6 0 10 0,-1 2 10 16,-6 0 16-16,-3 1 10 0,-3 1 0 0,-4 0-3 0,-4 1 1 16,-3 2-4-16,-5 1-1 0,-1 2-1 0,-4 1-3 0,-1 3 2 0,-1 2-1 0,-1 2-3 15,2 1 7-15,3 1-3 0,1 1 5 0,4 2-4 0,3 1-8 16,3 1-12-16,3 0-15 0,5-2-14 0,3 1-10 0,4 0-5 0,3-2 8 16,4-1 1-16,5-1 13 0,3 1 19 0,4 0 12 0,3 1 19 15,5-1 6-15,3 3 8 0,4 1 2 0,3 0 4 0,2 0 0 0,2 1-7 16,0 0 6-16,3 2 1 0,-1-2 7 0,1 2 2 0,-1 0-2 0,1 0 4 15,-3 2-3-15,0 0-7 0,-2-1-1 0,-1 1 1 0,-3 0-5 16,-1-1-2-16,-2-1-6 0,-3-1-8 0,-3-1 1 0,-3 1 1 0,-4-2-10 16,-4 1-7-16,-2-1-10 0,-3 2-4 0,-3 1-16 0,-5 0-5 0,-3 1 1 15,-2 0-8-15,-5-1 10 0,-4 1 7 0,-2 1 4 0,-3 0-2 16,-2 1 1-16,-2 0-11 0,1-1-22 0,-2-1-19 0,1 0-29 0,1-4-30 16,4-1-39-16,1-3-63 0,3-5-77 0,2-2-84 0,1-4-61 0,1-3-143 15</inkml:trace>
  <inkml:trace contextRef="#ctx0" brushRef="#br0" timeOffset="168126.4">30008 13134 3729 0,'16'18'123'0,"1"0"-66"0,6 7-53 0,0 0-2 15,0 1-2-15,0 2 9 0,0 1-1 0,-2 1-12 0,-2-1 6 16,0 1-8-16,-5 0 6 0,-1 1-4 0,-2 0-3 0,-2 1-3 0,-2-1-2 15,-1 2 8-15,-2 0-2 0,0 0 4 0,0 0-3 0,0-4-1 0,0-1 4 16,2-3-6-16,2-3 8 0,2-2-4 0,1-2-2 0,-1-5 4 16,3-1 0-16,4-2 6 0,2-2-2 0,0-2 0 0,5-3-4 0,3-3-4 15,0-2-5-15,3-4-9 0,-2-2-1 0,2-2-6 0,-2-3-9 16,3-1-4-16,-1-4-5 0,1-2 0 0,0-1 0 0,0-1 2 0,-1 0-5 16,0 0-12-16,-2-1-4 0,0-2-13 0,-3 1-19 0,-1 0-28 0,-1 0-42 15,-5 0-51-15,0 1-58 0,-4-2-59 0,-3-1-63 0,-3 0-62 16,-4-3-7-16,-3-2-100 0</inkml:trace>
  <inkml:trace contextRef="#ctx0" brushRef="#br0" timeOffset="168292.92">30085 13069 2633 0,'-4'2'384'0,"1"0"-266"16,1 0-66-16,2-1-13 0,5 0-14 0,2-1-5 0,1 0-15 0,5 1-16 15,1-1-1-15,4 1-2 0,1-1 5 0,4-1 3 0,3-1-2 16,1-1-7-16,3-1-8 0,1-2-6 0,2-2-12 0,0 0-2 0,3-2-10 15,0 0-21-15,3-2-2 0,0-1-10 0,-1-2-7 0,-1 1 10 16,0-2-12-16,-1 2-12 0,0-1-23 0,-3 0-31 0,-1-1-29 0,-3 1-42 16,-2 0-49-16,-3 1-45 0,-1 1-30 0,-5-1-187 0</inkml:trace>
  <inkml:trace contextRef="#ctx0" brushRef="#br0" timeOffset="168442.92">30305 13363 1830 0,'3'10'1273'0,"2"0"-1120"0,2 1-86 0,2-3-60 0,3 0-25 0,4-2-14 16,3-2-16-16,1-1-20 0,2-4-19 0,2-1-11 0,0-2-15 16,4-3-34-16,-1-1-41 0,0-4-55 0,0-3-54 0,0-2-65 0,2-2-72 15,-2-4-63-15,1-5-55 0</inkml:trace>
  <inkml:trace contextRef="#ctx0" brushRef="#br0" timeOffset="168725.48">26664 12423 4095 0,'18'2'0'0,"10"3"0"0,16 0 0 0,19 1 0 0,17-2 0 0,17-1 0 15,14-2 0-15,8-2 0 0,7-2 0 0,0-3 0 0,6-1 0 0,-2-2 0 16,3-3 0-16,0-2 0 0,2-2 0 0,-2-1 0 0,1 0 0 16,-2-1 0-16,0 0 0 0,0 2 0 0,-2-1 0 0,-1-1 0 0,-2 1 0 15,-2 1 0-15,-2-3 0 0,-5 1 0 0,-3 1 0 0,-3-1 0 0,-6-1 0 16,-3-1-36-16,-5-2-103 0,-7-1-29 0,-4 0-80 0,-6-4-137 16,-2 0-201-16,-7-7-271 0,-5-7-313 0</inkml:trace>
  <inkml:trace contextRef="#ctx0" brushRef="#br0" timeOffset="169559.31">11878 11764 1896 0,'1'-8'260'0,"1"1"-106"0,0-4-86 0,1 3-22 15,2 0-18-15,0 1-11 0,3 0-12 0,2 1 1 0,1-2-5 16,2 0-1-16,0 0 0 0,1 0 4 0,0 0-1 0,-1 0-3 0,3-1 3 16,3 0-3-16,0 0 1 0,3-1 1 0,3-1-1 0,0 0-2 0,4-3 1 15,2 2 3-15,5-3-1 0,1-2-2 0,2-2-2 0,4-1-3 16,2-3 2-16,4-1 2 0,4 0-18 0,3-3 7 0,5-2-1 0,2-3-2 16,5-1 13-16,3-3-10 0,2 0-7 0,2 1 4 0,-2-1-2 0,-1 5 7 15,-2 1 5-15,-4 5 2 0,-5 5 6 0,-7 5 2 0,-2 7 4 16,-5 7 3-16,-4 4 0 0,-2 6 2 0,-5 4-2 0,-3 4-2 0,-1 2-3 15,-2 5-4-15,0 3 2 0,-3 5-3 0,-1 4-2 0,-4 5-7 16,-2 4-3-16,-2 3 2 0,-5 4-1 0,-2 1 7 0,-3 4 4 0,-4-1-8 16,-3 2 4-16,-5-1-6 0,-4-1 5 0,-4 0 3 0,-4-2 8 15,-5-2 0-15,-3-2 1 0,-6 0 15 0,-3-5 3 0,-6-3 5 0,-1-2 8 16,-4-3-9-16,-5-3 1 0,-1-2 8 0,-3-3 2 0,-2-1-2 0,0-2-2 16,-3-2-5-16,-3-2 0 0,-2-4-1 0,-3-2 0 0,-1-1-11 15,-2-2 3-15,-2-5-5 0,1-1-1 0,0-3 5 0,0-2 1 0,2-3 10 16,0-2 9-16,1-5 13 0,4-3 1 0,1-4-13 0,2-4-1 0,1-3-9 15,2-5 1-15,1-4-8 0,4-4-2 0,2 0-16 0,2-3 1 16,4 1-7-16,3-3-6 0,3-1-21 0,5 3-4 0,3-1-17 0,5 3-21 16,4 2-20-16,4-1-46 0,4 4-65 0,2 0-134 0,3 3-236 0,2-1-254 15,3 0-53-15</inkml:trace>
  <inkml:trace contextRef="#ctx0" brushRef="#br0" timeOffset="205780.2">20385 8513 529 0,'-7'-14'93'0,"-2"0"-10"0,-1-2-30 16,1 3-19-16,4 5-11 0,0-1-7 0,1 1-8 0,-2-1-4 0,0 1-2 15,-1 1 1-15,-1-1-1 0,-1 1-5 0,-1-1 2 0,0-1 0 0,0-1-1 16,-2-1 2-16,-1 0-1 0,0-1 1 0,1-2-2 0,2 0 0 16,-1 0 1-16,1 0-3 0,1 1 4 0,-1-1 1 0,1-2 2 0,0 1 1 15,-1-1-2-15,0 0 5 0,0 0-1 0,0-2 3 0,0 0 2 16,2-2 0-16,-2 0 1 0,2 0 1 0,0 0 4 0,0-2 0 0,3 1 5 16,0 0 2-16,3 0 2 0,0 0 4 0,2 0 6 0,2 0 4 15,0-2 8-15,2-1 3 0,1 2 3 0,0-1 2 0,2 1 3 0,0 3-7 16,0-1-7-16,2 0-7 0,0 1-10 0,2-1-1 0,2 0-4 0,1 1-9 15,0 1-9-15,2 1 0 0,2 0-5 0,2 0 0 0,0 0 7 16,3 1 1-16,1 0 1 0,0-1 0 0,2-1-4 0,2 1-1 0,2 1-2 16,-1-1 1-16,2 1-2 0,-1 0 0 0,1 1 2 0,1 0-1 0,2 0 2 15,2 1 3-15,2 2-3 0,2-1 2 0,0 0 3 0,2 1-4 16,1 1 4-16,1 1-1 0,0-1 0 0,3 1 0 0,-1-1 1 0,1-2 0 16,1 2-1-16,-1-2 0 0,1 1 1 0,-2 0 1 0,0 2 4 0,-2-2 5 15,1 3 2-15,-3-2 6 0,0 2 2 0,0 1 1 0,-2 0-2 16,0 1-2-16,3 0-3 0,0 1-5 0,1 0-2 0,-1 0-5 0,0 1-2 15,-3-1-2-15,0 1-2 0,-1 1-2 0,-3-1 3 0,0 1 0 0,0 0 4 16,0 0-5-16,3 0-2 0,-2 0 3 0,2 1-3 0,-2 0 3 16,-1 1-3-16,1 2 1 0,-3 1-4 0,0 0 3 0,-3 2 3 0,0 1-3 15,-1 2 1-15,1 1 0 0,0 2-4 0,0 1 6 0,-1 1-4 16,-1 2-4-16,-2 0 2 0,-1 4-4 0,-1 2 1 0,1 1 1 0,-2 4 4 16,-2 1-2-16,0-1-2 0,-2 2 2 0,-1-2 2 0,-1 2-2 0,0 1 0 15,-1 1 1-15,2 2-1 0,1 0 2 0,-2 4-1 0,2-2-7 16,-1 3 3-16,-2 3 3 0,-2-1 2 0,-1 5 5 0,0-1-5 0,-2 2-2 15,-4 2-3-15,0 2 3 0,-3-1 0 0,-1 0 0 0,-3 0 1 16,-2 0-2-16,-2-1-4 0,-3 1 2 0,-3 0-4 0,-2 0 7 0,-5-2 2 16,-3 1 3-16,-2-2 1 0,-4 2-3 0,-2 1-1 0,0-1 1 0,-1 2-2 15,0-1-1-15,-2-2 1 0,0 1-2 0,-1 2 0 0,0-1-4 16,-2 2 2-16,0-1 13 0,-2 2 4 0,-1 2 5 0,0-2-2 0,-2 4-11 16,0-2 0-16,-1 1-7 0,-3-2 1 0,-2 0-5 0,-2-2 4 0,-3 0 2 15,-2-2-5-15,-3-2 4 0,-3-4 6 0,-3-3-5 0,-2-1 9 16,-1-6-4-16,2-4-4 0,-1-4 4 0,-1-3-5 0,-1-4 5 0,-3-3 2 15,-2-4 2-15,0-4-4 0,-3-4-6 0,-1-3-3 0,2-3 5 0,-1-3-1 16,2-4 5-16,4-2 3 0,0-2 0 0,3-2-1 0,3-4-1 16,3-2 1-16,2-3-5 0,0-1-2 0,3-1 10 0,0-1-4 0,3-2 9 15,3 0 2-15,1-4-3 0,3 1 1 0,3 0-1 0,3 0 8 0,5 2-1 16,3-2 4-16,5 0 3 0,3 0-4 0,4 2-1 0,3 0-7 16,4 2-1-16,2 0-3 0,1 1-8 0,3-2-8 0,2 3 4 0,2 0 2 15,2 1 5-15,2 0 2 0,1 2-4 0,1-2-2 0,1 3-8 16,3 0 4-16,1 3-4 0,2-1 2 0,2 2-1 0,1 2-7 0,3 0-12 15,0 1-29-15,2 2-40 0,1 0-41 0,3 1-54 0,4 0-47 0,0 3-30 16,5 0-32-16,1 1-29 0,3-1-29 0,2 1-169 0</inkml:trace>
  <inkml:trace contextRef="#ctx0" brushRef="#br0" timeOffset="206078.64">23240 7560 1063 0,'-9'-22'42'0,"-2"-2"33"0,-3-2-39 16,0 7-20-16,-1 6-10 0,-1 2-4 0,-1 2-12 0,-5 1-18 0,-4 1-39 15,0 3-38-15,-2 0-27 0,1 3-25 0,2 1-11 0,1 2-7 0,4 0-133 16</inkml:trace>
  <inkml:trace contextRef="#ctx0" brushRef="#br0" timeOffset="206710.53">23289 8844 363 0,'3'-10'132'0,"-1"1"27"0,2-3-35 0,-2 0-22 0,2-1-23 16,1-3-16-16,0 0-15 0,2-3-10 0,1-1-2 0,1-1-5 0,1-3 0 15,1-1 1-15,1 1 1 0,2-2 0 0,-1 0 0 0,3-2-3 0,1 0-3 16,1-2 0-16,3 0-1 0,2-1-3 0,1 2 0 0,4-2 2 15,0 1 4-15,3 0 3 0,1 0 1 0,3 1 8 0,1 0 7 0,3 3 3 16,1-1-1-16,1 2-8 0,4 1-11 0,2 1-2 0,2 3 3 0,1 1-2 16,1 2-2-16,3 3-7 0,2 1-5 0,1 3-2 0,2 2-3 15,1 2-2-15,4 2 3 0,2 3-6 0,1 2 0 0,0 1-3 0,-1 3-3 16,2 1 5-16,-1 3 1 0,3 2 1 0,-3 2-1 0,-3 0 4 16,0 2-1-16,-2 2-1 0,-1 2 4 0,0 2-8 0,-3 2 4 0,0-1-10 15,-1 2 2-15,-2 3 3 0,-1-1 3 0,-2 4 10 0,-2 0 6 0,-1 2 9 16,-1 2 8-16,-1 2-8 0,-2 1-2 0,-4 0-13 0,-6 0-3 15,-4-1 0-15,-5-1-2 0,-1 0-2 0,-2 0-1 0,-1 2 0 0,-1 1-2 16,-3 0-6-16,-4 1 4 0,-2 0-1 0,-5 0 5 0,-2 1 8 0,-5-1-10 16,-4 0-2-16,-5-1 0 0,-4 1-4 0,-4 1 3 0,-4-2 0 15,-6 0 0-15,-2-2-2 0,-6-2-1 0,-1 2-1 0,-6-2 1 0,-4 1 0 16,-3-2-13-16,-5 1-1 0,-4-2 5 0,-2 0 8 0,-5-1 11 16,-1-1 1-16,-2-2-3 0,-1 1-9 0,-1-2 4 0,-1 0 0 0,-4-2-8 15,-3 1 4-15,-4-2-3 0,-3 1 1 0,-5-2 6 0,-1-3-1 0,-5 0 1 16,-1-3 0-16,-4-2-1 0,-6 0 1 0,1-3 2 0,-1 1-2 15,1-2 1-15,2-1 1 0,2 0-7 0,3-2 6 0,1-1-1 0,7-1-2 16,5-1 2-16,4-3-1 0,7-1 7 0,1-1 1 0,4-2-2 0,5-2 1 16,6-1-9-16,4-2-2 0,5-3 1 0,5-1 1 0,4-2 1 15,8-2-1-15,3-3-7 0,5 0-20 0,4-4-28 0,2-1-38 0,4-2-43 16,2-3-38-16,2 0-43 0,2-3-52 0,2 1-58 0,2-3-117 16,3-1-156-16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31T11:41:24.9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3536 5797 275 0,'-6'-10'96'0,"-1"3"-77"0,0-2 34 0,1 7-19 15,2 0-3-15,-1 1-5 0,0 1-12 0,-2 1-5 0,0 1-5 16,-2 1-1-16,-2 2 1 0,0 1-2 0,0 2 1 0,-1 0-2 0,-2 1 2 16,0-1-1-16,1 0 1 0,0-1-2 0,0-2-1 0,-1 1 2 0,0-2 1 15,2 0 1-15,-4-1 5 0,0 0 3 0,-1-2 5 0,0 0 9 16,-1-1 1-16,-1-1 5 0,1-1 0 0,-1 0 0 0,1 0 1 0,-2-1-6 15,0-1 1-15,-2 1 1 0,1-2-2 0,-1 0 2 0,2-1-5 16,1-2 3-16,2-1-1 0,-1-1-1 0,1 0-3 0,3-2 2 0,-1 1-3 16,3-3 0-16,2-3 3 0,1-1-3 0,2 1 10 0,4-2 4 0,2-2-1 15,2 2 0-15,1-4-7 0,2-1-2 0,4 1 1 0,2-2 2 16,1 2-2-16,3-2 0 0,0 2-5 0,3 1-3 0,3 0 2 0,1 0-5 16,3 1-2-16,3-1-3 0,1 0-2 0,5 0-1 0,2 0-3 0,4 2 1 15,4 1 0-15,1-2-1 0,5 2-2 0,1-2 1 0,4 0-1 16,1 2 1-16,0 2-3 0,3 0 2 0,2-1-3 0,1 3 1 0,4-1 8 15,2 0 4-15,3 1 2 0,4 1-1 0,1-1-2 0,3 0 0 16,-2 2-1-16,2 1-5 0,1 2 3 0,0 1-4 0,0 0-2 0,-1 2 5 16,-2 2-2-16,0 0 0 0,-3 2-1 0,0 2 0 0,0 1-4 0,-1 1-1 15,-1 3 1-15,-1 1 0 0,1 4 5 0,-2 1 4 0,-1 4-1 16,-2 1 4-16,-4 4-3 0,-1 2-5 0,-3 1 0 0,-3 5 3 0,-4 0-1 16,-3 7 12-16,-4 1 3 0,-2 4 6 0,-3 2 1 0,-1 3-4 0,-5 4-7 15,-3 0-5-15,-4 2-4 0,-2 0 0 0,-4 0-5 0,-4 3 0 16,-4 1-10-16,-5-2 7 0,-4 1-2 0,-5-1 1 0,-5-1 5 0,-5 1-5 15,-5-1 1-15,-6 0-2 0,-4-2-2 0,-6-3 1 0,-3-1-1 0,-6-1 2 16,-4-2-4-16,-3-2-4 0,-5-1 3 0,-3-2 9 0,-3-4 5 16,-4 1 4-16,-4-4 1 0,-1-1-10 0,-2-4-4 0,-3-3-1 0,2-2 1 15,-3-2 3-15,0-5 2 0,0-2 5 0,0-2 3 0,3-4 0 16,0-3 1-16,1-4-5 0,3-2 2 0,5-3 0 0,4-2 1 0,4-1 1 16,3 1-1-16,1-2 4 0,1 1-1 0,1-2-4 0,1 1 3 0,1 0-2 15,2 0 1-15,1 0 2 0,3-1-5 0,1 0 1 0,2 1-2 16,3 0-1-16,3 0-2 0,3 0 4 0,2 0-2 0,3 0-9 0,3-1 3 15,2 0-3-15,5 0-3 0,1-2 10 0,2 0-1 0,2 2 3 0,1-2 0 16,3 0 1-16,1 0-2 0,0-2-4 0,4 1 2 0,0-1-2 16,3 0 7-16,2 0 1 0,1 2 2 0,2-2 3 0,0 1 1 0,2 0 0 15,0 2-3-15,-1 0 3 0,2 1-3 0,1 0-2 0,-1 1 4 16,0 2-7-16,0 0-1 0,-2 2 2 0,2 2-6 0,-1 0 2 0,-1 1-1 16,0 1 2-16,0 1-1 0,-1 0 2 0,0 0-3 0,-1 1-1 0,0 1 3 15,-1-1-2-15,-1 1 0 0,-1-1 1 0,0 0-2 0,1 2-2 16,-2-1 3-16,0 0-3 0,-1 1-2 0,0-1 4 0,-1 0-2 0,-1 1 2 15,0-1-2-15,0 1 1 0,0 0-1 0,0 1-3 0,0-1 8 0,-1 1-2 16,0 0 0-16,-1 0-2 0,-1 1-1 0,0-1 0 0,0 1-1 16,0 0 1-16,0 0-9 0,-2 0-4 0,1 0-1 0,0 1-10 0,-1 0-11 15,-1-1-14-15,1 1-28 0,1-1-22 0,-1 1-14 0,3 0-18 16,-2-1-8-16,1 1-10 0,1-1-16 0,2-1-10 0,1-1 5 0,2 0 11 16,2 0 6-16,3-1 5 0,6-1 6 0,7-1-185 0</inkml:trace>
  <inkml:trace contextRef="#ctx0" brushRef="#br0" timeOffset="1514.37">11640 5449 74 0,'-36'-16'32'0,"-5"-1"15"0,-10-3 1 0,2 3 7 0,4 3-16 0,-2 1-7 15,-2 2-1-15,0 0-4 0,0 1-4 0,-1 1 0 0,-1 1-7 0,-1 1-3 16,0 1-2-16,2 2-6 0,2 0 3 0,4 1 1 0,4 1 0 16,7-1 1-16,1 2-3 0,4 0 0 0,2 0-1 0,3 1-2 0,1 0 1 15,2 0 2-15,4 0 2 0,0 0 2 0,3-1 7 0,2-1 5 16,1-1 10-16,4-1 9 0,-1-1 3 0,2-1-2 0,0-1 0 0,2-1-5 16,1-1-2-16,1 0-7 0,2-1-4 0,1-1-7 0,2-1-2 0,1-1-2 15,2 1-2-15,2 0-1 0,2 0-1 0,2 0-3 0,2-1-5 0,2-1 3 16,4-2 2-16,3-1 7 0,3 0 18 0,5-2 7 0,3-2 3 15,5-1 3-15,2-1-3 0,5-2-1 0,4 0 3 0,2-2-1 0,4 0 4 16,3 1 0-16,4-1-2 0,5 0-1 0,4-3 1 0,3 1 2 16,4-1 2-16,2 0-3 0,2 1-3 0,2 2-3 0,2-1-11 0,2 3-2 15,3-1-3-15,1 1-8 0,3 3-2 0,-1-1-2 0,4 2 6 0,-1 2 2 16,2-1-2-16,2 3 0 0,-2 0-9 0,0 0-1 0,1 0 4 16,-3 2-2-16,-1 2 0 0,2 0-2 0,-1 1-4 0,1 1-1 0,-1 1 2 15,0 3-3-15,-1 0 4 0,-2 1 0 0,0 1-2 0,-3 1-1 0,-1 0-1 16,0 2-1-16,-1 1 3 0,-2 0 2 0,-1 1 1 0,-3 0-1 15,-1 1-6-15,-3 0 2 0,-2 2-2 0,1 1 5 0,0 2 3 0,0 1-3 16,0 1-2-16,0 3 2 0,-3 2-2 0,-2 0-3 0,-1 3 1 16,-3-1-1-16,-2 3 7 0,0 3 1 0,-4-1-4 0,-1 3-2 0,-2 2-8 15,-1-1 7-15,-1 3 7 0,0 2-3 0,-1 3 4 0,-3 1-1 0,-2 4-4 16,-2-1 3-16,-4 3-2 0,-1 4-4 0,-3 0 2 0,-3 1-4 16,-5 0-1-16,-4 0-1 0,-5 0-1 0,-4-1-8 0,-5 2 2 0,-4-3 1 15,-4 1 2-15,-4 3 7 0,-5-3 0 0,-4 1 1 0,-4 0-4 0,-5 0 5 16,-3-3-1-16,-7 0-2 0,-4-1 2 0,-5-2-1 0,-6 0-1 15,-8 1 5-15,-7-3-5 0,-8 1-5 0,-7-3 1 0,-5-1-2 0,-2 1 4 16,-4-1 6-16,1 0-3 0,-1-2 3 0,1 0-2 0,-2-2-8 0,-3 0 6 16,-2-3-4-16,-4 1 4 0,0-2 5 0,-4-3-1 0,-2-1-1 15,-1-2-2-15,-3-4-2 0,-1 0 4 0,-2-2-1 0,-1-1 5 0,0-1-3 16,-4-3 1-16,1-2-4 0,-3 0 5 0,-2-3-1 0,-3-1 0 16,-1-2-4-16,-2-1-1 0,2-3 0 0,0 0-2 0,5-2 7 0,1-1-3 15,4-1 1-15,3-2 1 0,3-1-6 0,3 0 3 0,3-1-2 0,5 0 2 16,1-1 2-16,3-1-2 0,3 0 1 0,2-1-1 0,3 1 2 15,3-1-1-15,3 1 2 0,4-1-4 0,4 2 4 0,5-1 0 0,6 1-2 16,4 0 5-16,6 0-4 0,3 2 2 0,3-1-3 0,3 0-1 0,1 1 0 16,4 0 0-16,0 0 3 0,3 0-1 0,3-1-2 0,2 1 1 15,4 0 1-15,1 0 1 0,2 2 0 0,1 0-9 0,1 0 0 0,2 0 2 16,2 1-5-16,1 0 10 0,1 0 2 0,0 2-4 0,2-2 5 16,1 1-4-16,0 0-1 0,1 2 2 0,0 0-1 0,1 1-1 0,-1 0-2 15,1 2 7-15,1-1-5 0,0 1 4 0,0 1-1 0,1 0-3 0,0 1 4 16,1 0-5-16,-1 0 2 0,2 1-2 0,0 0 3 0,-1 0-7 15,0 0 0-15,2 1 2 0,-1-1-4 0,0 1 8 0,1 0 0 0,-1 0 0 16,1 1-3-16,0 0 8 0,-1 0-4 0,1 0-2 0,-2 0 2 16,1 0-4-16,0 0 2 0,-1 1 1 0,1-1 1 0,0 0-4 0,-1 1 5 15,0-2-1-15,-1 1 1 0,0-1-2 0,1 1 0 0,-2-1-2 0,0 1 2 16,0 1 2-16,-1-2-2 0,1 1 1 0,0 0-2 0,-1 0 10 16,-1-1-2-16,0 1 2 0,0-1-3 0,0 0-8 0,0 1 2 0,-1 0 2 15,1-1 1-15,-1 1 1 0,0-1-4 0,0 0 2 0,0 0-4 0,0 0 2 16,0 0 0-16,0 0 5 0,0 1-7 0,0-1-1 0,0 0 5 15,0 0-7-15,0 0 8 0,0 0-3 0,-1 0 0 0,1 1 2 0,0 0-4 16,-1-1 2-16,2 0 5 0,-1 0-7 0,0 0-1 0,0 0 5 0,0 1-7 16,0-1 5-16,0-1 2 0,0 1-2 0,-1 0 0 0,1-1-3 15,0 0 3-15,1 1-2 0,-1-1 4 0,1 0 1 0,-1 0-3 0,0-1 0 16,0 1 1-16,0-1-4 0,0 1 3 0,0-1-1 0,-1 1-1 16,2 0 4-16,-1 0-1 0,0 0 1 0,0-1-2 0,1 1 1 0,-1 0-4 15,0-1 3-15,0 1-1 0,0 0 1 0,0 0 1 0,0 1-1 0,1-2 0 16,0 2-1-16,-1-1-1 0,0 0 4 0,0 0-1 0,1-1-1 15,-1 1 3-15,1 1-1 0,0 0-2 0,0-1 1 0,-1 0-2 0,1 1-2 16,0 0 3-16,-1 0-3 0,0 0 0 0,1 0 4 0,0-1 4 16,0 0-4-16,0 1-1 0,1-1-1 0,-1 1-2 0,0 0 3 0,0 0 0 15,0 0 1-15,0 0-2 0,0 1-1 0,-1-1 1 0,1 1-2 0,-1 0 1 16,0-1 1-16,1 1 1 0,-1-1-2 0,0 0 2 0,0-1 2 16,0 1-4-16,0 0 1 0,0-1-2 0,0 1-3 0,-1-1 8 0,0 0-1 15,0 1-2-15,0-1 1 0,-1 1-3 0,1 0 1 0,-1-1 2 0,1 1-1 16,0-1-5-16,0 0 3 0,0 1-4 0,-1 0 1 0,1 0 3 15,-1-1-5-15,1 1 4 0,0-1 1 0,-1 1-1 0,1 1-1 0,-1 0-2 16,-1 0-2-16,0 0-7 0,-1 1-2 0,0 1-18 0,-2 0-14 0,1 0-15 16,-3 0-12-16,1 2-5 0,-2 0-6 0,0 1-4 0,0-1-7 15,-1-1-8-15,2 0-13 0,-1 0-9 0,1 0-10 0,1 0-4 0,0 0 1 16,0 0 11-16,0 1 15 0,-1 1 19 0,1 1 4 0,-2 1-157 16</inkml:trace>
  <inkml:trace contextRef="#ctx0" brushRef="#br0" timeOffset="12082.58">15595 7451 817 0,'13'-6'90'0,"4"0"-26"0,4 1-35 0,4 3-22 0,1 3-6 15,1-1 0-15,4 2-8 0,1 0-5 0,4-1-7 0,1-1-8 16,2 0 3-16,2-2 9 0,-1-1 9 0,2-3 6 0,1 1 2 0,2-1-1 16,6 1 0-16,4 0 1 0,7-1 0 0,2 0 0 0,4-1 0 15,1 0 3-15,2-1 10 0,0 0 12 0,2 1 13 0,1 0 8 0,-1 1-2 16,2 1-2-16,0 1-10 0,-1 1-11 0,1 2-6 0,0 0-5 0,-1 1-3 15,0 0 2-15,2 0 2 0,1-1-2 0,1 2-1 0,-1-1 1 16,1 1-2-16,0 1 4 0,-2-1 8 0,3 1 11 0,-2-1 19 0,-1 1 12 16,-1 0 9-16,0-1 4 0,0 0-5 0,-1 0 3 0,-1 0-3 0,-2 0-2 15,0 0-5-15,-1 0-5 0,0 0-4 0,0 0-7 0,-1-1-8 0,0 0-3 16,-2 1-10-16,0 1-7 0,-2 0-3 0,0 0-1 0,-2 2 1 16,-3 0-4-16,0 0 2 0,-2 1 6 0,-3 1-5 0,-1 0 8 0,-1 1-7 15,-1 1-6-15,-2 1 1 0,0 1-6 0,-1 1 3 0,-3 0 1 16,1 0-1-16,-1 0-3 0,-2 0 2 0,1-1-6 0,-4 1 2 0,0-2 3 15,0 1-4-15,-4-2 3 0,-1 0 0 0,-1-1-3 0,0-1-1 0,0 0 1 16,-3-2-3-16,0 1-5 0,-7-2-4 0,-2-1-19 0,-3 0-37 16,-2-1-49-16,-5 0-70 0,-2-1-101 0,-4-1-135 0,-5-1-85 0,-4-2-178 15</inkml:trace>
  <inkml:trace contextRef="#ctx0" brushRef="#br0" timeOffset="29881.62">14775 7498 945 0,'21'-3'120'0,"4"1"-70"16,7 1-34-16,1 2-11 0,-2 2-5 0,4 0-3 0,0 1 1 15,3-2-2-15,-1 1 1 0,0 0-2 0,3-1-1 0,-1 1 1 0,0 0 3 16,1 0 0-16,0-1 3 0,2 0 0 0,2 1 0 0,-1-1 0 16,1-1 2-16,2 0 0 0,0 0-2 0,2 0 4 0,1 0 5 0,2 0 6 15,3 0 8-15,0 0 9 0,0-1 9 0,3 1 9 0,0-2 7 0,2 1-2 16,1-1-7-16,0 0-2 0,2 0-1 0,1 0-3 0,1-1 2 15,1 1-3-15,2 0-1 0,2-2 0 0,-1 0-1 0,3 0 4 0,1-2-1 16,2 0 5-16,2 0 0 0,1-1 0 0,-1 1-3 0,0-1-3 0,-1 2-5 16,-3 0 0-16,2 1-6 0,0 0 0 0,1-1 0 0,2-1-1 15,-1 1 5-15,0 0-2 0,-1 0-2 0,-2 0-3 0,-2 1-5 0,1 1-7 16,-1 1-4-16,1 1-7 0,1 0 1 0,1 0 5 0,-1 0 3 16,0 1 8-16,-1 0-1 0,-1 0-7 0,-1 2 4 0,-2-1-12 0,-1 1 2 15,-1 0-2-15,-1 0-4 0,0 1 8 0,0 0-6 0,-1 0 8 0,0 0 1 16,0-2-2-16,-2 0 5 0,-2 1 4 0,1-1-7 0,-1 0 1 15,-1 0 4-15,-1-1-4 0,-2-1 7 0,-1 0 0 0,-2 0-6 0,0 0-6 16,-4-1-3-16,-3 0-1 0,-2 0-1 0,-1 0 4 0,-4-1-1 0,-1 0-4 16,-1-1 2-16,-4 1-5 0,-3-2 2 0,-2-1-5 0,-3-1-4 15,-4-1-10-15,0-2-18 0,-3-1-19 0,-2-2-25 0,-2-1-31 0,-2-3-20 16,-1-3-16-16,-4-2-12 0,-1-1-12 0,-4-5-4 0,-3-3-30 16,-1-3-17-16,-2-1-2 0,-1-2-25 0,-2 0-90 0,1-3-106 0</inkml:trace>
  <inkml:trace contextRef="#ctx0" brushRef="#br0" timeOffset="32166.31">2876 8136 715 0,'-11'-2'72'0,"3"-1"-1"0,-2 1-15 0,5 1-19 0,2 1-12 0,0 1-7 16,2 0-5-16,-2 0-6 0,1 0-4 0,-1 2-3 0,2 0-2 15,-1 2-3-15,1 0 3 0,1 1-3 0,-1 0 3 0,0 0 2 0,-1-1 0 16,0 0 6-16,0-1-4 0,0-1 6 0,1-1 2 0,-1-1 2 0,0-1 4 16,0 0 3-16,0-1 9 0,0-1 6 0,1-1 7 0,1 0 7 15,0-1 0-15,0-1 4 0,1-3 6 0,2 0-9 0,2-1-4 0,1-3-4 16,2-1-9-16,2-3 0 0,2 0-2 0,2-2-3 0,2-2 0 16,2 0-1-16,1-2 2 0,4-1 3 0,2 0 2 0,3-3 1 0,1-1 1 15,2 0-4-15,2-2 0 0,4 2-3 0,3-1-2 0,4 0-1 0,4-2-5 16,1 1-2-16,3 0-14 0,2 2-4 0,2 0-1 0,1 3 2 15,2 1 12-15,2 1 0 0,1 2-3 0,1 0-7 0,2 0-1 0,-1 3-2 16,5-1-1-16,0 1-2 0,2 1-3 0,1 3 5 0,0 0-5 0,2 1 3 16,-1 2 1-16,1 2-4 0,-1 1 3 0,0 5-1 0,0 1-3 15,-2 2 0-15,-1 5 3 0,-5 2-2 0,-1 3 0 0,-2 3 1 0,-4 1-2 16,-2 5 5-16,-3 4-5 0,-2 2 3 0,-2 5 0 0,-1 1-10 16,-4 5 11-16,-4 2-1 0,-1 1 0 0,-4 3 10 0,-3 0-8 0,-3 0-2 15,-4 3 4-15,-5-1 3 0,-2-1 0 0,-3-1 12 0,-4-1 2 0,-4-1 2 16,-3 1 6-16,-7 3-2 0,-5-1-9 0,-8 1 8 0,-8 2 5 15,-6 2-2-15,-12 1 7 0,-6 3-6 0,-9 3-16 0,-7 1-1 0,-9 3-3 16,-5 0-1-16,-8 2-1 0,-6 0-3 0,-6 1 8 0,-3-1-4 0,-5-1-1 16,1-2 7-16,1 0-8 0,2-6 7 0,5-4 1 0,7-6 1 15,5-7 3-15,5-4 1 0,9-6 5 0,1-3 4 0,5-4 2 0,6-3 0 16,5-4-1-16,6-2-4 0,7-5-7 0,5 0-4 0,6-3-1 16,5-2-9-16,6 0-4 0,4-1-2 0,4 0-13 0,6 0-3 0,1 0-16 15,4 0-23-15,2-1-21 0,2 0-30 0,5 0-26 0,5-1-40 0,5 0-31 16,3-1-38-16,4 0-33 0,4 0-43 0,4-1-258 0</inkml:trace>
  <inkml:trace contextRef="#ctx0" brushRef="#br0" timeOffset="32499.43">6302 8734 697 0,'42'4'321'0,"9"1"-259"0,18 1 3 0,1 2-7 16,-1-2 0-16,2 2 6 0,0-1 2 0,3-1-4 0,1-1-5 0,2-1-18 16,1-1-8-16,4-1-5 0,-1 0-4 0,2 0 4 0,-1 0 6 15,1-1 8-15,0-1 8 0,0-1 4 0,3-1 1 0,-1 0-3 0,4-1-8 16,-1-1-3-16,2 0 3 0,0-2-1 0,1-1 5 0,1 0-4 16,4 0-4-16,1 0 1 0,4 0-6 0,1-2-3 0,-3 0-5 0,3-2 0 15,2 0-3-15,-1 0 0 0,4-1-2 0,1 1-5 0,-5 0 1 0,2 1-2 16,-3 0-3-16,3 1-2 0,0 0-1 0,-2-1 4 0,1 1-1 15,-3 0-1-15,-1 2-4 0,1 0 2 0,-2 2-5 0,-1 0 0 0,1 0-1 16,0 1 1-16,0 0 5 0,-1 1-3 0,-1 0 3 0,-2 0-10 0,-3 2-1 16,-2-1 6-16,-3 2-4 0,1-1 4 0,-2 0 2 0,0 0-5 15,-2 1-2-15,-4 1 0 0,-2 0-4 0,-2 2 0 0,-3 0-2 0,0 2-13 16,-6 0-9-16,0 1-23 0,-4 2-33 0,-5-1-48 0,-2 3-65 16,-3 1-103-16,-2-1-154 0,-4 2-433 0</inkml:trace>
  <inkml:trace contextRef="#ctx0" brushRef="#br0" timeOffset="38449.24">4105 9091 1304 0,'-23'-14'135'0,"-1"3"-62"16,-4-2-10-16,3 7-33 0,5 5-10 0,1 3-5 0,0 1-11 16,2 1 2-16,-2 3-4 0,1 1-5 0,-1 2-10 0,2 3-17 0,-3 2-11 15,1 3-13-15,1 1-1 0,-2 2 5 0,1 0 7 0,0-2 9 16,-3-1 12-16,0-1 9 0,1-2 9 0,-2 0 2 0,1-3 4 0,0-1 3 16,0 0 0-16,2-4 8 0,-1 1 6 0,0-1 6 0,2-2 9 0,-1-1 9 15,1-2 2-15,0 0 5 0,2-3 1 0,-1-1-3 0,2-1-3 16,2-2-4-16,0-2 0 0,2-1-7 0,3-1-2 0,3-4-7 0,2 0-5 15,4-4-1-15,3-2-4 0,4-2 2 0,4-6-2 0,5-2 4 16,3-4 3-16,6-2 5 0,3 0-2 0,5-3 6 0,4 0-2 0,7-3-14 16,4 1 4-16,4 1-2 0,4 0-2 0,3 1 9 0,3 2 1 0,3-1-10 15,3 5-2-15,-1 2-2 0,2 2-7 0,0 3 2 0,2 2 0 16,2 2-8-16,1 0 1 0,0 3-1 0,1 4-1 0,0 2 3 0,-1 4 0 16,-1 4 0-16,-2 4-1 0,0 2-4 0,-3 6 1 0,1 3-3 0,-4 4 2 15,0 4 5-15,-2 4 2 0,-2 3 1 0,-4 2-2 0,-4 2 7 16,-2 4 2-16,-3 1-3 0,-4 5 7 0,-4-1-1 0,-3 3-1 0,-6 4 24 15,-2 1-4-15,-6 2 11 0,-6 1-2 0,-5 4-10 0,-7 0-4 0,-8 3-10 16,-7 2-4-16,-6-1-4 0,-6 2 5 0,-7 1-11 0,-4 1 18 16,-9 1 11-16,-4 0 0 0,-6 0 3 0,-4 2-10 0,-6 0-14 0,-5 0-1 15,-5 0-2-15,-5 0-1 0,-2-3 3 0,-3 1 3 0,-3-2 0 16,2-3 3-16,1-3-1 0,2-3 5 0,6-3 5 0,1-5 5 0,5-4 7 16,5-6-1-16,5-6 0 0,6-4-11 0,5-5-7 0,5-5-3 0,6-3-10 15,4-2 2-15,5-4-3 0,3-3-6 0,3-1-3 0,3-2-11 16,3-1-8-16,3-1-19 0,3-1-14 0,5 0-11 0,2-1-16 0,5-2-4 15,2-1-2-15,4-2-6 0,5-2-12 0,3-1-8 0,4-2-25 0,5 0-19 16,5-2-9-16,4-1-27 0,5-1-36 0,6 0-56 0,5-2-337 16</inkml:trace>
  <inkml:trace contextRef="#ctx0" brushRef="#br0" timeOffset="39665.71">11986 9465 1199 0,'-7'-12'181'0,"-2"0"-23"0,-3-2-65 0,-1 1-30 0,2 2-23 0,0 0-15 15,1 1-8-15,-1 0-3 0,-1 0-2 0,-1-1-1 0,-2 0 1 16,-1-1-7-16,-2 1-3 0,-1 1 2 0,-1-1 0 0,-1 2-3 0,-1 0 3 16,0 0-1-16,0 0-1 0,-1 1 1 0,1 1-2 0,0 0 2 0,1 0 0 15,1-1 2-15,1 1 6 0,3 0 0 0,2 1 0 0,3 0 1 16,1 1 0-16,2 0 2 0,2-1 1 0,1 1 5 0,1-2-4 0,2 0 5 15,1 0 3-15,2-2-1 0,1-1-2 0,2 0 2 0,3-3-5 0,2 0 4 16,3-1 1-16,3 0 1 0,3 0-1 0,3-2 2 0,3-1-1 16,0 1 7-16,2 0 4 0,2-1-4 0,3 0 1 0,0 0-4 0,3-2 0 15,0 1-10-15,2 0-2 0,0 1 2 0,2 0 1 0,1 0 11 16,2 0 2-16,-1-1-2 0,2 0-8 0,1-1-6 0,1 2 0 0,3 1-4 16,0-1-1-16,1 2 4 0,1-1-6 0,0 0 4 0,3 2-3 0,0 1-2 15,0 0 4-15,0 0-4 0,-2 0 5 0,-1 1 2 0,2 2-2 16,0 1-3-16,1-1 5 0,0 2-2 0,-1-1 4 0,2 0 0 0,2 0-4 15,2 0 6-15,2-1-2 0,0 0 1 0,1-1 4 0,1 2-1 0,-1-1 1 16,0 2-3-16,0 1 3 0,-2-1-6 0,0 1-4 0,0 0-3 16,-1 0-1-16,2-1 3 0,-2 1-8 0,1 0 2 0,1 0-3 0,0 1 2 15,0-1 1-15,1 1 4 0,0 0-4 0,0 2 0 0,1 0 4 16,0 2-2-16,0-1 2 0,-1 2-2 0,0 0-2 0,1 1-2 0,1 2 1 16,3-1 1-16,0 1 2 0,-2 1 4 0,1-1-2 0,-3 2-6 0,1 0-1 15,-2 0 2-15,-1 2-1 0,2 0 3 0,-2 0 1 0,1-1-2 16,1 2 0-16,-1 1-1 0,0 1 7 0,1 1-4 0,2 1 2 0,0 0 0 15,-1-1-6-15,0 1 1 0,0 0-1 0,-1 0-1 0,3 1 2 0,-1-1-4 16,0 1 5-16,1-1 2 0,-2-1-3 0,0 0 1 0,0 0-1 16,1-1-2-16,0 1 1 0,1 0-1 0,-1 0 0 0,1 0 0 0,1 0 0 15,1 0 3-15,0 1-3 0,-2 1 0 0,-1 0 3 0,0 1 1 16,-2-1-1-16,0 0-1 0,0 1-3 0,-2 0 8 0,-1 1-7 0,0 0 6 16,-2 1-3-16,0 0-5 0,-2-1-9 0,0 0 2 0,0 1-4 0,-1 1 2 15,-2-1 21-15,-2 1-3 0,-4 0 2 0,-2-1 0 0,-2 1-11 16,-4-1 2-16,0 1-2 0,-3 1 0 0,0 0 2 0,-3-1-4 0,0 2 2 15,-2 0 0-15,-1-1 0 0,-3 3 2 0,-1-1-2 0,-2 1 2 0,-3 0-4 16,0 1 4-16,-1-1 0 0,-2 1-2 0,0 0-2 0,-1 1 0 16,-2 1 0-16,-1 2 2 0,-2-1 2 0,-1 2-2 0,-2-1 2 0,-2 2 0 15,-1-1-13-15,-3 0 2 0,-2 1 9 0,-2-2 0 0,-2 4 11 16,-2-2-4-16,-3 1-11 0,0-2 1 0,-5 1-1 0,-2 0-2 0,-4-1 1 16,-1 2-1-16,-3-1 3 0,0 1-1 0,-4-1-3 0,-2-1 3 0,-4 0 3 15,-3-3-3-15,-5 2 4 0,-1-1-2 0,-6 0-2 0,-3 1 1 16,-3-2 5-16,-4 1-2 0,-4-1 1 0,-2 0-8 0,-2-1-7 0,0-1 3 15,-1-1 13-15,0 1 10 0,0-2 1 0,-1-1 2 0,0 1-14 0,-3-4 3 16,0 2 1-16,-2-1-8 0,-1-1 1 0,-1 0 2 0,-3 1 0 16,-2-1 5-16,-2 1 1 0,-2-1-6 0,0 0 2 0,-1 0-8 0,1 0-1 15,0-1-2-15,-1 0 2 0,-2-1 8 0,-4-2 1 0,0-2 0 16,-2-2 0-16,-2-2-4 0,0-1 4 0,-1-1 0 0,-1-1-2 0,0-2-2 16,-1-1 2-16,1-1 2 0,2-2 0 0,2 1 3 0,2-2-1 0,1-2-4 15,4-1 0-15,3-1 0 0,2-1 1 0,6-3 3 0,0 1 0 16,4-3-1-16,3 0-1 0,2 0 0 0,4 0 3 0,3 0-5 0,5-1-1 15,2 1 2-15,5 0 3 0,1-1 3 0,1 0-1 0,5-1 1 0,2 2-3 16,3-2 3-16,4 1 2 0,2 0-14 0,4 1 3 0,0-2 0 16,5 0 2-16,1 1 22 0,1 0-4 0,4 0 1 0,0 0-4 0,3 1-12 15,1 0-1-15,4 0-2 0,3 1 4 0,1 1-4 0,3 2 0 16,2 0 4-16,2 1-6 0,1 2 0 0,2 0-2 0,4 2-3 0,1 0-1 16,3 2-1-16,2 2 0 0,0-1-6 0,4 2-7 0,1 1-12 0,0 1-25 15,2 0-23-15,0 1-37 0,0 0-35 0,0 1-32 0,-1 1-32 16,2 1-22-16,1 0-20 0,1 1-23 0,2-1-55 0,3 0-79 0,2-1-337 15</inkml:trace>
  <inkml:trace contextRef="#ctx0" brushRef="#br0" timeOffset="40366.69">19061 9832 2306 0,'42'-34'649'0,"2"0"-539"0,8-2-19 0,-8 12-47 0,-6 9-32 0,1 5-24 15,1 5-31-15,-2 2-44 0,-1 3-31 0,-1 3-23 0,-3 1-1 0,-1 3 12 16,-2 1 11-16,0 2 8 0,-2 0 4 0,2 2 7 0,-2 0 10 16,4 1 14-16,3 0 16 0,3 0 21 0,1-1 12 0,1-2 18 0,2-3 10 15,0-1 13-15,1 0 19 0,2-1 20 0,1-2 25 0,0 0 17 16,1-1 8-16,0-1 1 0,2 0-2 0,0 0-8 0,0-1-9 0,1-1-5 16,0 0-9-16,0-1-7 0,0 2-10 0,1-1 2 0,0 0-9 0,1 0 2 15,-1-1 4-15,0 0-4 0,0 1 1 0,-1 0-9 0,1 0-8 16,0 0-10-16,1 1-8 0,1 1 1 0,1 0-2 0,0 0 0 0,2 0 11 15,0 0-3-15,0 0-4 0,0 2 2 0,-1-1-13 0,1 0 1 0,0-1-3 16,0 1-1-16,2 0-2 0,0-1-1 0,1 1 1 0,1-1 7 16,0-1-5-16,0-1 1 0,-3-2 5 0,1 1-7 0,-1 0 1 0,0-1-2 15,1 1 0-15,1-1-1 0,0 1 5 0,0-1-6 0,3 1 0 16,0-1-4-16,2 0 4 0,0 0 9 0,2 0-1 0,2-1 1 0,-1 2-2 16,3-1 6-16,1 0-2 0,0 0-12 0,0 1-1 0,1 0-6 0,-1 0 6 15,0 1 14-15,1 0-7 0,-1 1 6 0,3 0-2 0,-1 2-1 16,2 0 3-16,3 1-7 0,-1-1 0 0,2 1 1 0,-1 0-3 0,1 0 4 15,0-2-1-15,-1 2-1 0,2 0 2 0,0 0-5 0,-1 0-2 0,2-1 4 16,-1 0-3-16,-1 0 4 0,2-1 2 0,-3 1 3 0,0 0 2 16,-1 0 1-16,-1 1-5 0,0 0-5 0,0 0-4 0,-1-1 2 0,3 0 0 15,-1 0 8-15,2-2 3 0,-1 1-3 0,0-1 1 0,0 0-9 16,0 0-4-16,0-1 8 0,0 0-6 0,1 0 8 0,-3 0 7 0,1 0 0 16,-1-1 5-16,-3 0-9 0,-1 0-3 0,1 0 0 0,-1 0-5 0,0 0 3 15,-3 0 4-15,-1 0-2 0,-2 0 5 0,-4 1 1 0,-1 0-7 16,-4 0-1-16,-1 1-6 0,-1 0 4 0,-3 0 0 0,-1 1 0 0,-5 0 0 15,-2 0 2-15,-2 1-4 0,-4 1 11 0,0-1-1 0,-4 2-2 0,-1-1 2 16,-4 1-12-16,-2-1 2 0,-4 0 0 0,-1 1 0 0,-5-1-6 16,-3 1-2-16,-1-1-5 0,-4 0-9 0,-2 0-12 0,-4 0-20 0,-2 0-19 15,-2 1-25-15,-5-1-12 0,-4 1-21 0,-5 0-31 0,-6-1-24 16,-11-1-31-16,-7-2-45 0,-12 0-95 0,-10-2-189 0,-9 0-493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D8DE-BB85-6F1B-B600-7DAC72F8C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62E69-55DF-ABBE-96A3-3CD9E478F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74019-C8CC-D872-77EB-A84D9B45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94F4C-F61A-DE96-007B-8DFA6EE3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6C6B-89A6-2902-46E1-355F4674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1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8D0F-F7DC-F50C-7617-E60B1931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D4F4-0AD9-945C-74BF-5D4AC7845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4BD45-4F84-830B-1ED0-AF75E2BD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85D2A-F481-12D2-92B6-E3A7CEC9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7C6EA-5E43-6935-9735-20283252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4A17-F417-1A53-54A8-5FBF1675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72B33-5392-370E-120B-E25955F92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38D56-A93C-9D77-1157-147C61C41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0BE07-7CC4-DC6A-0265-4AAAC330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90439-91E6-4CAF-CDE5-2A9DB182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5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5DF0-4824-FECD-D648-29B7B0F1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92CA9-4795-323D-8017-FC59114BD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77ABB-0F09-579B-37FF-9640211CC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4CD5C-0760-C99F-9257-5F21C346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3DA59-6C87-F0A3-23F6-C69B21FC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7373F-625F-1786-B6E7-B035D610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9940-817D-874C-F204-4C44DB6C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95160-C6E2-CEA3-EE1E-4A7E93F4C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71AE3-4BA3-6B98-C677-778056CEA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E282C-DB2A-6DEA-B35C-5E8156AD0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81F4BA-9628-7960-6F9B-6F131231D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1EEECF-729B-A6E8-9320-ADB3D7B3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DFB229-343F-BEEF-A3D7-E186AEA9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7F79AA-73A0-0F6A-5DB5-D0DF8324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EF0D-5E6B-4CCF-2777-117B3E37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DF608-CF1C-3425-3B75-CCEBA22E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97528-88B0-4B6F-0E44-744DD853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B00D4-65A7-58D5-7D0F-A23907C2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4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14E8B-C37F-AAA1-DBBD-9A260242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4DCCF7-6783-3B1A-FDE8-873D9476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911BA-59B5-EE8D-23D4-41D03DEF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36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1D9E-F827-1DB0-5B3C-DFF3A05E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EB961-F510-3A85-1A8E-2135A3D3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DE759-C3C2-451E-C407-D65EE46FB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DB03B-90BB-730A-6FCF-13B93CB1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16C34-6EC1-E9CA-D4A9-DDB1CDCC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E9477-4CC1-8CCD-0919-54EE5D65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C892-333A-3A47-3431-09E52373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394C2-7CFE-E204-A378-C153D110D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9F224-A714-6A05-0F33-9E2848442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E316B-2301-DAE0-4305-2DE777DF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CC68C-150B-9F3D-9DBA-F964D06B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028B0-775B-7ABC-560F-945963EF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2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C569-825A-984E-C058-B6DCCDC0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A55FC-AF2A-5E3C-ADD8-A74A02438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78A4C-6333-8DDC-3135-57EB8F56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D53A4-B188-4305-220D-3D36FFA4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5B404-BF5F-13BB-7549-81671DA1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5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59BDC-9ECE-EC83-02FB-BB4466927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9BA59-E1AE-99C0-5ADF-203240C23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D6F5F-231D-CA51-F851-58ABF4146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21C8B-30F6-85DF-4EAD-D0095BA5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B4B7E-BDB5-872E-58D9-52DCD04B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2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8AD497-928C-C57D-511A-3BCA4960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B9CCA-F2B2-F5BA-A03A-10E832CB8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CC81-BF92-3BCE-307A-DBA45BDB0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87208-80B1-4A61-B550-9B4325EBD1B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C4CF0-9507-7B41-CC02-B3C36EF99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CE25-7D60-654A-4436-F9ECA37B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B3E2-C37B-4349-A7C7-99512880C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228D-F3AD-241D-9AC3-24774AFC7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10-dars(Foundation)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AC1AB-388A-9588-12B0-964E807D9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1728"/>
            <a:ext cx="9144000" cy="676072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16691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FA1FF-2774-8212-D006-B8564F56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51642-DFD5-9C7F-B9D3-30003C744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ML model structure</a:t>
            </a:r>
          </a:p>
          <a:p>
            <a:r>
              <a:rPr lang="en-US" dirty="0"/>
              <a:t>Linear Regression</a:t>
            </a:r>
          </a:p>
          <a:p>
            <a:r>
              <a:rPr lang="en-US" dirty="0"/>
              <a:t>Linear Regression: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Evaluation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837090-15E5-5BC6-8961-2213A19B83E6}"/>
                  </a:ext>
                </a:extLst>
              </p14:cNvPr>
              <p14:cNvContentPartPr/>
              <p14:nvPr/>
            </p14:nvContentPartPr>
            <p14:xfrm>
              <a:off x="876240" y="1518840"/>
              <a:ext cx="4335480" cy="4117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837090-15E5-5BC6-8961-2213A19B83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6880" y="1509480"/>
                <a:ext cx="4354200" cy="41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83CC00-35EC-2434-CD54-DA94EA7A9AB1}"/>
                  </a:ext>
                </a:extLst>
              </p14:cNvPr>
              <p14:cNvContentPartPr/>
              <p14:nvPr/>
            </p14:nvContentPartPr>
            <p14:xfrm>
              <a:off x="936360" y="2799720"/>
              <a:ext cx="4448160" cy="2094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83CC00-35EC-2434-CD54-DA94EA7A9A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7000" y="2790360"/>
                <a:ext cx="4466880" cy="21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755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D549-3884-481A-AB93-40BC4E0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155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EBAD-EEB0-284E-1169-B9BB67AC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B576-BF91-9C58-491E-8B2504D3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917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3CE6-4E5D-8439-52A7-F04D50F7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3B4D-790E-1285-7C25-91466B4F2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ML model structure</a:t>
            </a:r>
          </a:p>
          <a:p>
            <a:r>
              <a:rPr lang="en-US" dirty="0"/>
              <a:t>ML algorithms</a:t>
            </a:r>
          </a:p>
          <a:p>
            <a:r>
              <a:rPr lang="en-US" dirty="0"/>
              <a:t>ML algorithms family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Model Training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9ACC23-616A-222F-05DF-E462F0ECCC12}"/>
                  </a:ext>
                </a:extLst>
              </p14:cNvPr>
              <p14:cNvContentPartPr/>
              <p14:nvPr/>
            </p14:nvContentPartPr>
            <p14:xfrm>
              <a:off x="1017000" y="0"/>
              <a:ext cx="9528120" cy="5227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9ACC23-616A-222F-05DF-E462F0ECCC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640" y="-9360"/>
                <a:ext cx="9546840" cy="524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447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75A3-12AD-11AA-7507-9C701F40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6E37-7199-74DD-C340-843A6415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ML model structure</a:t>
            </a:r>
          </a:p>
        </p:txBody>
      </p:sp>
    </p:spTree>
    <p:extLst>
      <p:ext uri="{BB962C8B-B14F-4D97-AF65-F5344CB8AC3E}">
        <p14:creationId xmlns:p14="http://schemas.microsoft.com/office/powerpoint/2010/main" val="329262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B3D1-AFE8-7CFE-467C-ABF53EBD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model structure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E403-0C16-A23E-332E-196E1496C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Model(Algorithm) selection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1DD0AB-98DA-59FF-0154-73454D33A452}"/>
                  </a:ext>
                </a:extLst>
              </p14:cNvPr>
              <p14:cNvContentPartPr/>
              <p14:nvPr/>
            </p14:nvContentPartPr>
            <p14:xfrm>
              <a:off x="125280" y="694800"/>
              <a:ext cx="11742480" cy="6030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1DD0AB-98DA-59FF-0154-73454D33A4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920" y="685440"/>
                <a:ext cx="11761200" cy="604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65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5647F-DF12-0BDD-E15A-822FDBFA5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C783-582D-320A-7AB1-4F1C0C02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Linear Regression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06660B-76D6-6710-1223-F78D6D17C48D}"/>
                  </a:ext>
                </a:extLst>
              </p14:cNvPr>
              <p14:cNvContentPartPr/>
              <p14:nvPr/>
            </p14:nvContentPartPr>
            <p14:xfrm>
              <a:off x="4042080" y="2800080"/>
              <a:ext cx="4532400" cy="1801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06660B-76D6-6710-1223-F78D6D17C4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2720" y="2790720"/>
                <a:ext cx="4551120" cy="181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70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8337-686C-B1FF-FA47-26462626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FB8DA-FA6B-3EB0-51DE-FC209F5F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family</a:t>
            </a:r>
          </a:p>
          <a:p>
            <a:r>
              <a:rPr lang="en-US" dirty="0"/>
              <a:t>Baseline model</a:t>
            </a:r>
          </a:p>
          <a:p>
            <a:r>
              <a:rPr lang="en-US" dirty="0"/>
              <a:t>Regression(Continues)</a:t>
            </a:r>
          </a:p>
          <a:p>
            <a:pPr lvl="1"/>
            <a:r>
              <a:rPr lang="en-US" dirty="0"/>
              <a:t>Players goals</a:t>
            </a:r>
          </a:p>
          <a:p>
            <a:pPr lvl="1"/>
            <a:r>
              <a:rPr lang="en-US" dirty="0"/>
              <a:t>Not injury</a:t>
            </a:r>
          </a:p>
          <a:p>
            <a:r>
              <a:rPr lang="en-US" dirty="0"/>
              <a:t>Linear equation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01883A-7BAD-5549-6BCA-B320F8693FA7}"/>
                  </a:ext>
                </a:extLst>
              </p14:cNvPr>
              <p14:cNvContentPartPr/>
              <p14:nvPr/>
            </p14:nvContentPartPr>
            <p14:xfrm>
              <a:off x="999000" y="328320"/>
              <a:ext cx="11059560" cy="6442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01883A-7BAD-5549-6BCA-B320F8693F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9640" y="318960"/>
                <a:ext cx="11078280" cy="64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207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0E22-6995-C1B2-C1F2-472B48391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24F7-EA78-ED1B-CF8E-B16021BBB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72D11-9137-C738-5BB4-2F6EBFF8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equation</a:t>
            </a:r>
          </a:p>
          <a:p>
            <a:pPr lvl="1"/>
            <a:r>
              <a:rPr lang="en-US" dirty="0"/>
              <a:t>x-input</a:t>
            </a:r>
          </a:p>
          <a:p>
            <a:pPr lvl="1"/>
            <a:r>
              <a:rPr lang="en-US" dirty="0"/>
              <a:t>Y-output</a:t>
            </a:r>
          </a:p>
          <a:p>
            <a:pPr lvl="1"/>
            <a:r>
              <a:rPr lang="en-US" dirty="0"/>
              <a:t>Betta– parameter</a:t>
            </a:r>
          </a:p>
          <a:p>
            <a:pPr lvl="1"/>
            <a:r>
              <a:rPr lang="en-US" dirty="0"/>
              <a:t>epsilon--ERROR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D1048-D224-2127-2454-7E6DD3D78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2" y="2557462"/>
            <a:ext cx="2619375" cy="17430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4B497F-E77D-0BB0-5124-0691DFE75201}"/>
                  </a:ext>
                </a:extLst>
              </p14:cNvPr>
              <p14:cNvContentPartPr/>
              <p14:nvPr/>
            </p14:nvContentPartPr>
            <p14:xfrm>
              <a:off x="1422720" y="865800"/>
              <a:ext cx="10770480" cy="5330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4B497F-E77D-0BB0-5124-0691DFE752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3360" y="856440"/>
                <a:ext cx="10789200" cy="534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702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D349-BDCC-8ED6-C5D5-E8CD4A8F5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D584-6785-2B95-A0C9-E5FBC40D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7F0F2-DF53-F597-1A85-06DF94A7D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519"/>
            <a:ext cx="10515600" cy="4351338"/>
          </a:xfrm>
        </p:spPr>
        <p:txBody>
          <a:bodyPr/>
          <a:lstStyle/>
          <a:p>
            <a:r>
              <a:rPr lang="en-US" dirty="0"/>
              <a:t>Linear Regression</a:t>
            </a:r>
          </a:p>
          <a:p>
            <a:pPr lvl="1"/>
            <a:r>
              <a:rPr lang="en-US" dirty="0"/>
              <a:t>Simple LR</a:t>
            </a:r>
          </a:p>
          <a:p>
            <a:pPr lvl="1"/>
            <a:r>
              <a:rPr lang="en-US" dirty="0"/>
              <a:t>Multiple LR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1C8E6-B5A6-44E4-E929-9CF7384E7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2" y="2557462"/>
            <a:ext cx="2619375" cy="1743075"/>
          </a:xfrm>
          <a:prstGeom prst="rect">
            <a:avLst/>
          </a:prstGeom>
        </p:spPr>
      </p:pic>
      <p:pic>
        <p:nvPicPr>
          <p:cNvPr id="1028" name="Picture 4" descr="Multiple Linear Regression from scratch using only numpy | by Debidutta  Dash | Analytics Vidhya | Medium">
            <a:extLst>
              <a:ext uri="{FF2B5EF4-FFF2-40B4-BE49-F238E27FC236}">
                <a16:creationId xmlns:a16="http://schemas.microsoft.com/office/drawing/2014/main" id="{7FAB7DA2-7689-2CC2-C0F0-0B3DD8898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097" y="2557462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00ABCA0-9887-E350-2EB3-A46883F532E7}"/>
                  </a:ext>
                </a:extLst>
              </p14:cNvPr>
              <p14:cNvContentPartPr/>
              <p14:nvPr/>
            </p14:nvContentPartPr>
            <p14:xfrm>
              <a:off x="1560600" y="1612080"/>
              <a:ext cx="9993240" cy="3678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00ABCA0-9887-E350-2EB3-A46883F532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1240" y="1602720"/>
                <a:ext cx="10011960" cy="36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832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F9EB-B319-CD77-6253-8C641B66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3DD1-FD40-6FB3-AB2B-FA55D2A4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9A694-4E7F-9321-D6F4-30A10F9B8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Qo’shimcha</a:t>
            </a:r>
            <a:endParaRPr lang="en-US" dirty="0"/>
          </a:p>
          <a:p>
            <a:r>
              <a:rPr lang="en-US" dirty="0"/>
              <a:t>Epsilon!=0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897E7-472A-9DBA-07DD-588554DB1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2" y="2557462"/>
            <a:ext cx="2619375" cy="17430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919A58-52DC-C7BC-F56C-BDB403B638F4}"/>
                  </a:ext>
                </a:extLst>
              </p14:cNvPr>
              <p14:cNvContentPartPr/>
              <p14:nvPr/>
            </p14:nvContentPartPr>
            <p14:xfrm>
              <a:off x="2251440" y="1165320"/>
              <a:ext cx="9941760" cy="3610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919A58-52DC-C7BC-F56C-BDB403B638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2080" y="1155960"/>
                <a:ext cx="9960480" cy="362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36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F2256-540E-D672-8476-EB9E1AA5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9465-73DB-15F6-913F-A6AE3E59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F1B52-D4F1-CCB5-3FCF-0BC39DE69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Kuchli</a:t>
            </a:r>
            <a:r>
              <a:rPr lang="en-US" dirty="0"/>
              <a:t> </a:t>
            </a:r>
            <a:r>
              <a:rPr lang="en-US" dirty="0" err="1"/>
              <a:t>tomonlari</a:t>
            </a:r>
            <a:endParaRPr lang="en-US" dirty="0"/>
          </a:p>
          <a:p>
            <a:pPr lvl="1"/>
            <a:r>
              <a:rPr lang="en-US" dirty="0"/>
              <a:t>Tez </a:t>
            </a:r>
            <a:r>
              <a:rPr lang="en-US" dirty="0" err="1"/>
              <a:t>va</a:t>
            </a:r>
            <a:r>
              <a:rPr lang="en-US" dirty="0"/>
              <a:t> soda</a:t>
            </a:r>
          </a:p>
          <a:p>
            <a:pPr lvl="1"/>
            <a:r>
              <a:rPr lang="en-US" dirty="0" err="1"/>
              <a:t>Kichikroq</a:t>
            </a:r>
            <a:r>
              <a:rPr lang="en-US" dirty="0"/>
              <a:t> </a:t>
            </a:r>
            <a:r>
              <a:rPr lang="en-US" dirty="0" err="1"/>
              <a:t>datalar</a:t>
            </a:r>
            <a:r>
              <a:rPr lang="en-US" dirty="0"/>
              <a:t> bn </a:t>
            </a:r>
            <a:r>
              <a:rPr lang="en-US" dirty="0" err="1"/>
              <a:t>ishlashda</a:t>
            </a:r>
            <a:r>
              <a:rPr lang="en-US" dirty="0"/>
              <a:t> </a:t>
            </a:r>
            <a:r>
              <a:rPr lang="en-US" dirty="0" err="1"/>
              <a:t>oson</a:t>
            </a:r>
            <a:endParaRPr lang="en-US" dirty="0"/>
          </a:p>
          <a:p>
            <a:pPr lvl="1"/>
            <a:r>
              <a:rPr lang="en-US" dirty="0"/>
              <a:t>Baseline model </a:t>
            </a:r>
          </a:p>
          <a:p>
            <a:pPr lvl="1"/>
            <a:r>
              <a:rPr lang="en-US" dirty="0"/>
              <a:t>Kam </a:t>
            </a:r>
            <a:r>
              <a:rPr lang="en-US" dirty="0" err="1"/>
              <a:t>chiqim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8622B5-8E12-17F8-C3BA-78D2F41B2231}"/>
                  </a:ext>
                </a:extLst>
              </p14:cNvPr>
              <p14:cNvContentPartPr/>
              <p14:nvPr/>
            </p14:nvContentPartPr>
            <p14:xfrm>
              <a:off x="556920" y="2167200"/>
              <a:ext cx="6045120" cy="1980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8622B5-8E12-17F8-C3BA-78D2F41B22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560" y="2157840"/>
                <a:ext cx="6063840" cy="199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422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AA572-FC54-096D-808D-A42B0D9E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E0C53-4F13-743A-F18E-1D1782E3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B90A6-556F-84C3-ECB7-DFABFFFDD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Kuchsiz</a:t>
            </a:r>
            <a:r>
              <a:rPr lang="en-US" dirty="0"/>
              <a:t> </a:t>
            </a:r>
            <a:r>
              <a:rPr lang="en-US" dirty="0" err="1"/>
              <a:t>tomonlari</a:t>
            </a:r>
            <a:endParaRPr lang="en-US" dirty="0"/>
          </a:p>
          <a:p>
            <a:pPr lvl="1"/>
            <a:r>
              <a:rPr lang="en-US" dirty="0" err="1"/>
              <a:t>Compex</a:t>
            </a:r>
            <a:r>
              <a:rPr lang="en-US" dirty="0"/>
              <a:t>(non-linear) </a:t>
            </a:r>
            <a:r>
              <a:rPr lang="en-US" dirty="0" err="1"/>
              <a:t>xolarlarni</a:t>
            </a:r>
            <a:r>
              <a:rPr lang="en-US" dirty="0"/>
              <a:t> </a:t>
            </a:r>
            <a:r>
              <a:rPr lang="en-US" dirty="0" err="1"/>
              <a:t>o’rgana</a:t>
            </a:r>
            <a:r>
              <a:rPr lang="en-US" dirty="0"/>
              <a:t> </a:t>
            </a:r>
            <a:r>
              <a:rPr lang="en-US" dirty="0" err="1"/>
              <a:t>olmaydi</a:t>
            </a:r>
            <a:endParaRPr lang="en-US" dirty="0"/>
          </a:p>
          <a:p>
            <a:pPr lvl="1"/>
            <a:r>
              <a:rPr lang="en-US" dirty="0" err="1"/>
              <a:t>Yot</a:t>
            </a:r>
            <a:r>
              <a:rPr lang="en-US" dirty="0"/>
              <a:t> </a:t>
            </a:r>
            <a:r>
              <a:rPr lang="en-US" dirty="0" err="1"/>
              <a:t>elementlarda</a:t>
            </a:r>
            <a:r>
              <a:rPr lang="en-US" dirty="0"/>
              <a:t> </a:t>
            </a:r>
            <a:r>
              <a:rPr lang="en-US" dirty="0" err="1"/>
              <a:t>tez</a:t>
            </a:r>
            <a:r>
              <a:rPr lang="en-US" dirty="0"/>
              <a:t> </a:t>
            </a:r>
            <a:r>
              <a:rPr lang="en-US" dirty="0" err="1"/>
              <a:t>o’zgaruvchan</a:t>
            </a:r>
            <a:r>
              <a:rPr lang="en-US" dirty="0"/>
              <a:t>(</a:t>
            </a:r>
            <a:r>
              <a:rPr lang="en-US" dirty="0" err="1"/>
              <a:t>stabil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Katta </a:t>
            </a:r>
            <a:r>
              <a:rPr lang="en-US" dirty="0" err="1"/>
              <a:t>datasetlarda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ishlamaydi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Linear vs Non-linear Data: How to Know - Analytics Yogi">
            <a:extLst>
              <a:ext uri="{FF2B5EF4-FFF2-40B4-BE49-F238E27FC236}">
                <a16:creationId xmlns:a16="http://schemas.microsoft.com/office/drawing/2014/main" id="{93F5CD6E-6CF6-BF8F-6036-F70B09D41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705" y="3817397"/>
            <a:ext cx="3514725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C605C8-5436-764D-C2B7-06E73CCBCC2E}"/>
                  </a:ext>
                </a:extLst>
              </p14:cNvPr>
              <p14:cNvContentPartPr/>
              <p14:nvPr/>
            </p14:nvContentPartPr>
            <p14:xfrm>
              <a:off x="1427400" y="1035000"/>
              <a:ext cx="10538640" cy="3411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C605C8-5436-764D-C2B7-06E73CCBCC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8040" y="1025640"/>
                <a:ext cx="10557360" cy="34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259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80676-37B3-9EF5-25D0-CD346CD3A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br>
              <a:rPr lang="en-US" dirty="0"/>
            </a:b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0893274-3A57-926E-63A9-E2C6DF3DB2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2176"/>
            <a:ext cx="10515600" cy="347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EBDE08-4BC8-F9A6-9E7D-C279B53A33EE}"/>
                  </a:ext>
                </a:extLst>
              </p14:cNvPr>
              <p14:cNvContentPartPr/>
              <p14:nvPr/>
            </p14:nvContentPartPr>
            <p14:xfrm>
              <a:off x="1683720" y="1389240"/>
              <a:ext cx="8492760" cy="3392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EBDE08-4BC8-F9A6-9E7D-C279B53A33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4360" y="1379880"/>
                <a:ext cx="8511480" cy="341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8494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C9930-6EA8-5ECE-3741-1E07D2AE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4587-2374-048F-B269-F2A11F41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Linear Regression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741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FC116-7E17-9159-EA58-EF31B664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AB38-F76A-F39C-2054-8CBEA03B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285164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EB31-7F8B-9480-CA8D-07EC89AF1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C248D-7998-8424-E0A7-4902C0237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Quyidagilarni</a:t>
            </a:r>
            <a:r>
              <a:rPr lang="en-US" dirty="0"/>
              <a:t> </a:t>
            </a:r>
            <a:r>
              <a:rPr lang="en-US" dirty="0" err="1"/>
              <a:t>baxolaydi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Prediction </a:t>
            </a:r>
            <a:r>
              <a:rPr lang="en-US" dirty="0" err="1"/>
              <a:t>qanchalik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Model </a:t>
            </a:r>
            <a:r>
              <a:rPr lang="en-US" dirty="0" err="1"/>
              <a:t>ishonalarmi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Generilization</a:t>
            </a:r>
            <a:r>
              <a:rPr lang="en-US" dirty="0"/>
              <a:t>? Overfitting?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304B29-75AD-E588-074B-C2DAC0504F48}"/>
                  </a:ext>
                </a:extLst>
              </p14:cNvPr>
              <p14:cNvContentPartPr/>
              <p14:nvPr/>
            </p14:nvContentPartPr>
            <p14:xfrm>
              <a:off x="883800" y="245160"/>
              <a:ext cx="4570200" cy="3251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304B29-75AD-E588-074B-C2DAC0504F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4440" y="235800"/>
                <a:ext cx="4588920" cy="32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580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BADB2-31F1-2F5A-2F6D-3D0285C4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565B-F89C-63A4-3B19-93167309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89B48-698C-B62B-F1DE-2C348CFCE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bo’limlari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:</a:t>
            </a:r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Accuracy score, Classification Report</a:t>
            </a:r>
          </a:p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Mean Absolute Error (MAE)</a:t>
            </a:r>
          </a:p>
          <a:p>
            <a:pPr lvl="1"/>
            <a:r>
              <a:rPr lang="en-US" dirty="0"/>
              <a:t>Mean Squared Error (MSE)</a:t>
            </a:r>
          </a:p>
          <a:p>
            <a:pPr lvl="1"/>
            <a:r>
              <a:rPr lang="en-US" dirty="0"/>
              <a:t>Root Mean Squared Error (RMSE)</a:t>
            </a:r>
          </a:p>
          <a:p>
            <a:pPr lvl="1"/>
            <a:r>
              <a:rPr lang="en-US" dirty="0"/>
              <a:t>R² Score (Coefficient of Determination)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604D11-7D63-5550-45C7-A128DDEA4D87}"/>
                  </a:ext>
                </a:extLst>
              </p14:cNvPr>
              <p14:cNvContentPartPr/>
              <p14:nvPr/>
            </p14:nvContentPartPr>
            <p14:xfrm>
              <a:off x="1127880" y="2062440"/>
              <a:ext cx="10038960" cy="451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604D11-7D63-5550-45C7-A128DDEA4D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8520" y="2053080"/>
                <a:ext cx="10057680" cy="45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206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C637-1CF3-8AE3-ACE4-2123727F2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3921-F3CC-74B3-454D-750D27FF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97580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6339-F42B-F036-CB79-E9D913E1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E8B06-18C4-0E56-8AD8-A71CE3875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12-dars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projectni</a:t>
            </a:r>
            <a:r>
              <a:rPr lang="en-US" dirty="0"/>
              <a:t> </a:t>
            </a:r>
            <a:r>
              <a:rPr lang="en-US" dirty="0" err="1"/>
              <a:t>boshlang</a:t>
            </a:r>
            <a:r>
              <a:rPr lang="en-US" dirty="0"/>
              <a:t>(</a:t>
            </a:r>
            <a:r>
              <a:rPr lang="en-US" dirty="0" err="1"/>
              <a:t>plan+data</a:t>
            </a:r>
            <a:r>
              <a:rPr lang="en-US" dirty="0"/>
              <a:t> bn </a:t>
            </a:r>
            <a:r>
              <a:rPr lang="en-US" dirty="0" err="1"/>
              <a:t>tanishuv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Regression </a:t>
            </a:r>
            <a:r>
              <a:rPr lang="en-US" dirty="0" err="1"/>
              <a:t>ustun</a:t>
            </a:r>
            <a:r>
              <a:rPr lang="en-US" dirty="0"/>
              <a:t> </a:t>
            </a:r>
            <a:r>
              <a:rPr lang="en-US" dirty="0" err="1"/>
              <a:t>tanlagan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(</a:t>
            </a:r>
            <a:r>
              <a:rPr lang="en-US" dirty="0" err="1"/>
              <a:t>erkin</a:t>
            </a:r>
            <a:r>
              <a:rPr lang="en-US" dirty="0"/>
              <a:t> target)</a:t>
            </a:r>
          </a:p>
          <a:p>
            <a:r>
              <a:rPr lang="en-US" dirty="0"/>
              <a:t>10-dars </a:t>
            </a:r>
            <a:r>
              <a:rPr lang="en-US" dirty="0" err="1"/>
              <a:t>uchun</a:t>
            </a:r>
            <a:r>
              <a:rPr lang="en-US" dirty="0"/>
              <a:t> report</a:t>
            </a:r>
          </a:p>
          <a:p>
            <a:r>
              <a:rPr lang="en-US" dirty="0"/>
              <a:t>Kichik dataset </a:t>
            </a:r>
            <a:r>
              <a:rPr lang="en-US" dirty="0" err="1"/>
              <a:t>orqali</a:t>
            </a:r>
            <a:r>
              <a:rPr lang="en-US" dirty="0"/>
              <a:t> Linear regression </a:t>
            </a:r>
            <a:r>
              <a:rPr lang="en-US" dirty="0" err="1"/>
              <a:t>kichik</a:t>
            </a:r>
            <a:r>
              <a:rPr lang="en-US" dirty="0"/>
              <a:t> model </a:t>
            </a:r>
            <a:r>
              <a:rPr lang="en-US" dirty="0" err="1"/>
              <a:t>yasang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E64742-49B6-75B7-375C-7053B92B383D}"/>
                  </a:ext>
                </a:extLst>
              </p14:cNvPr>
              <p14:cNvContentPartPr/>
              <p14:nvPr/>
            </p14:nvContentPartPr>
            <p14:xfrm>
              <a:off x="1008360" y="1517040"/>
              <a:ext cx="9027720" cy="2311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E64742-49B6-75B7-375C-7053B92B38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9000" y="1507680"/>
                <a:ext cx="9046440" cy="233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046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242</Words>
  <Application>Microsoft Office PowerPoint</Application>
  <PresentationFormat>Widescreen</PresentationFormat>
  <Paragraphs>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10-dars(Foundation)</vt:lpstr>
      <vt:lpstr>Bugun</vt:lpstr>
      <vt:lpstr>Savol javob</vt:lpstr>
      <vt:lpstr>Takrorlash</vt:lpstr>
      <vt:lpstr>Takrorlash</vt:lpstr>
      <vt:lpstr>ML model structure</vt:lpstr>
      <vt:lpstr>ML model structure </vt:lpstr>
      <vt:lpstr>Linear Regression</vt:lpstr>
      <vt:lpstr>Linear Regression </vt:lpstr>
      <vt:lpstr>Linear Regression </vt:lpstr>
      <vt:lpstr>Linear Regression </vt:lpstr>
      <vt:lpstr>Linear Regression </vt:lpstr>
      <vt:lpstr>Linear Regression </vt:lpstr>
      <vt:lpstr>Linear Regression </vt:lpstr>
      <vt:lpstr>Linear Regression </vt:lpstr>
      <vt:lpstr>Linear Regression amaliy</vt:lpstr>
      <vt:lpstr>Evaluation</vt:lpstr>
      <vt:lpstr>Evaluation</vt:lpstr>
      <vt:lpstr>Evaluation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3</cp:revision>
  <dcterms:created xsi:type="dcterms:W3CDTF">2025-12-30T13:40:16Z</dcterms:created>
  <dcterms:modified xsi:type="dcterms:W3CDTF">2025-12-31T13:35:17Z</dcterms:modified>
</cp:coreProperties>
</file>