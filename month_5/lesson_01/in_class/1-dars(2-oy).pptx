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0" r:id="rId4"/>
    <p:sldId id="266" r:id="rId5"/>
    <p:sldId id="265" r:id="rId6"/>
    <p:sldId id="263" r:id="rId7"/>
    <p:sldId id="264" r:id="rId8"/>
    <p:sldId id="267" r:id="rId9"/>
    <p:sldId id="270" r:id="rId10"/>
    <p:sldId id="271" r:id="rId11"/>
    <p:sldId id="276" r:id="rId12"/>
    <p:sldId id="272" r:id="rId13"/>
    <p:sldId id="273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77" r:id="rId22"/>
    <p:sldId id="268" r:id="rId23"/>
    <p:sldId id="287" r:id="rId24"/>
    <p:sldId id="286" r:id="rId25"/>
    <p:sldId id="285" r:id="rId26"/>
    <p:sldId id="269" r:id="rId27"/>
    <p:sldId id="274" r:id="rId28"/>
    <p:sldId id="27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0:04:13.9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4546 6067 204 0,'-4'0'38'16,"-1"3"3"-16,-1 0-3 0,3 0-11 0,2 1-7 0,0 0-4 0,2 0-6 15,1 1-3-15,-1 0-4 0,2 1 0 0,0 0-2 0,3 1-1 0,-2-1 2 16,4 1-1-16,-2-1 1 0,2 0 0 0,-1 0-1 0,2 0 1 15,1-1-1-15,0 0 1 0,0 0 2 0,2-1 1 0,1 0 2 0,2 0 3 16,-1-1 3-16,1 0 4 0,0 0 5 0,0-1 5 0,0 0 6 0,1 1 6 16,0-2 6-16,3 2 2 0,-1-1-2 0,3 0-4 0,1-1-5 15,1 1-5-15,3 0-5 0,-1 0-5 0,3-1-1 0,0 0 0 0,3 0 0 16,0-1 2-16,5-1 2 0,0 0 1 0,1 0 0 0,2-2 4 16,1 1 1-16,1 0-1 0,2 0 0 0,1 0-5 0,0 0-5 0,0 1-2 15,-1 0-3-15,1 1-3 0,1-1 2 0,-1 1-2 0,-1-1-2 0,0 0 5 16,-2 2-6-16,-1-1 3 0,3 0-1 0,-2-1-4 0,0 0 1 15,1 0-5-15,-2 0-1 0,-2-1 1 0,2 0 2 0,-2-1 2 0,1 0-3 16,1-1-2-16,-3-2-3 0,0 0 3 0,1-2 2 0,-1 0 6 16,2-2 1-16,-2 0-1 0,1-4-1 0,1-1 2 0,-2-1 1 0,0-1 5 15,0-1-2-15,-3-3 2 0,1-1 0 0,-1-2 1 0,0 0 3 0,0 1 0 16,-1-1 2-16,-2 1 4 0,-1-1 4 0,-2-1 2 0,-2 2 2 16,-1-3-7-16,0 2-3 0,-2 0-1 0,1 1-3 0,-3 0 5 0,-3-1 0 15,1 1-2-15,-1 0-6 0,-1 1-4 0,-1 1-4 0,0-1-2 0,0 1 1 16,-2 1 3-16,0-1-6 0,0 0 5 0,-2 2-6 0,-1-2-3 15,-1-1 9-15,-3 0-4 0,1-2 1 0,-2 1-1 0,0 1-1 0,-3 1 4 16,-1 1 1-16,-1 0-2 0,-2 0-1 0,-1-1 2 0,-1 1-1 0,-4-2 1 16,0 1 3-16,-2 2-5 0,-1-3 2 0,-2 1-4 0,-3 2 5 15,-4-1 5-15,-1-1-2 0,-5 0-1 0,0 0-6 0,-3 0-2 0,-1 1-1 16,-3-1 3-16,-2 2-4 0,-6-1-2 0,-2 1-6 0,-4 2 0 0,-4 1 0 16,-3-1 3-16,-3 0 1 0,-3 1 0 0,-4 0 1 0,-2-2-2 15,-3-1 7-15,0 1 0 0,-2-1 4 0,-2 2-1 0,-2 0-1 0,1 0-1 16,-1-1-2-16,0 0 0 0,1 2 0 0,-1 0-2 0,0-1 1 15,2 1 9-15,1 2-5 0,-2-2 2 0,-1 2-8 0,-2 0-11 0,1 2 3 16,-1 0-5-16,0 2 3 0,0 0 17 0,2 1 9 0,0 0 4 0,2 1-1 16,2 0-15-16,-3 1-7 0,2 1 1 0,0 3-1 0,-1 3 1 15,2 1 7-15,-2 1 0 0,1 3-2 0,0 1 2 0,-1 2-8 0,-1 0-10 16,0 2 2-16,0 0 1 0,5-2 1 0,0 2-4 0,2 0 0 0,1 1-2 16,3 0 7-16,3 1 8 0,2 1 2 0,3 0-2 0,1 1-7 15,3 1 1-15,2 1 0 0,2 2-1 0,1-2 3 0,0 2-2 0,4 1 0 16,1-1 8-16,4 1-4 0,4 1 4 0,0 2-5 0,4-1 0 15,-1 2 0-15,1-1 0 0,3 1-1 0,-1 1 0 0,1-2 0 0,0 2-2 16,0 1 3-16,4 1-5 0,-1 3 2 0,4 0 2 0,0 1-9 0,0 1 5 16,2 1 4-16,2-1-2 0,0 2 9 0,1 0-2 0,2-1-1 15,1 2 0-15,2-2 2 0,2 1-1 0,2-1-1 0,1 1-1 0,1-1-1 16,2 0 1-16,1-2-2 0,1 2 0 0,2 1 8 0,-1 0-7 0,2 1 2 16,-1-1-4-16,1-1-7 0,0 0 10 0,2-2 1 0,0 1 1 15,2-1 6-15,1 1-4 0,2-3-3 0,-1 0 4 0,4-2-1 0,-1 2-1 16,2-1 3-16,0 0-4 0,2-2-1 0,2-1-1 0,0-1 3 15,2-2 0-15,1-1 2 0,-1-2 0 0,2-3-1 0,1 0-2 0,1-1 6 16,2-1-1-16,2-3 0 0,2-1 8 0,1-3-4 0,2-2-6 0,2-2 0 16,2-1-5-16,3-2 4 0,2-2 5 0,2-1-2 0,1-1-2 15,2 0-4-15,2-2-1 0,-1 0-1 0,-1-1 2 0,-1 0-3 0,-1 0 1 16,3 0-7-16,-3 2-7 0,1-1-3 0,0 1-12 0,2-1-11 0,-1 0-22 16,2 1-41-16,2 1-67 0,-1 3-72 0,2 3-52 0,0 1-28 15,2 2-10-15,3 0-18 0</inkml:trace>
  <inkml:trace contextRef="#ctx0" brushRef="#br0" timeOffset="65469.03">3605 7388 509 0,'-11'5'55'0,"2"0"-41"0,0 1-6 0,7 1-5 16,3-2-1-16,1-2 0 0,2 2 1 0,0-1-2 0,2-1 0 0,2 0-4 15,2 1 0-15,2-1-3 0,0 0-2 0,4 0 0 0,-1-1-1 0,2-1 0 16,-1 1 2-16,0 0 2 0,1 0 3 0,-1 0 2 0,-3 1 1 15,1-1 2-15,0 1 2 0,-1 0-2 0,0 0 3 0,2-1 0 0,1 1 2 16,-1 0 7-16,0-3 1 0,1 2 3 0,1-2 4 0,1 1 3 0,0-1 4 16,4-2 1-16,2 1-1 0,0-2 1 0,2-1-2 0,-1 0-1 15,3 1 0-15,0-1-1 0,3-1 0 0,1-1 1 0,3-1-3 0,0 0-3 16,3-1-2-16,0 0-6 0,0 1-3 0,4-2 1 0,-1 0-5 16,1-1 1-16,2 0 1 0,0 0-4 0,2-1 2 0,-1-1-2 0,2 0 3 15,-2 1-3-15,1-1-1 0,1 0 1 0,0 0-3 0,0-2 2 0,-3 1-1 16,1 1 1-16,-1 2 0 0,-2-1-1 0,1 1 5 0,0 1 2 15,1-1 7-15,-1 1 8 0,-1-1 4 0,1 2 4 0,0-1-1 0,0 0 5 16,2 0-6-16,-1 0-1 0,-2 0-6 0,0-1-5 0,0 2 3 0,0-1-2 16,0 1 4-16,2 0-2 0,-1 0-1 0,-2 1-1 0,1 0-3 15,-3 0-2-15,0-1 1 0,1 1-4 0,-2-1-1 0,1 0-6 0,0 2-2 16,-2-1-2-16,1 0-4 0,-3 0 9 0,1 1-3 0,-2-1 2 16,-1 2 4-16,0 0-1 0,-3 1-2 0,3-1 1 0,-3 0-6 0,-1-1-1 15,-2 0 1-15,-2 1 3 0,-1 0 0 0,-3 1-1 0,3-2-1 0,-4 1 4 16,1 0-1-16,-2-1 0 0,-1 0 5 0,-1 0 1 0,-1-1 2 15,0-2 8-15,-2 1-1 0,0-2 1 0,0-1 3 0,-1-1 0 0,0-1 5 16,-2-1-5-16,1 0 1 0,-2-2-2 0,0-1-6 0,-1 0 8 0,-2-1-5 16,-1-1-3-16,-2-1 4 0,1 0-8 0,-1-3 3 0,-2 0-6 15,-1 1 2-15,-1 0-1 0,-2 1-4 0,0-2 3 0,-2 0-1 0,-2 0-1 16,0-1 0-16,-4 1-7 0,-1 1 0 0,-2-1-3 0,-2 2-4 16,-1 0 12-16,-3 1-4 0,-1 0 3 0,-2 0 2 0,-3-1-8 0,-2 3 1 15,-2-1-2-15,-3 0-1 0,-1 1 0 0,-2 2-1 0,-2-1 1 0,-2 2 3 16,-2 0 3-16,-2 1-3 0,0 1 3 0,1-1 1 0,-3 1 1 15,2 2 2-15,-1-1 0 0,-1 1 2 0,0-1 0 0,1 1 0 0,1 0-5 16,0 2 1-16,2 0 1 0,-2 1-2 0,-1 1 2 0,1 1-5 0,0 0 1 16,1 2 1-16,1-1 0 0,1 1 3 0,1 0-5 0,-1 1 4 15,2 0-1-15,-1-1-1 0,1 1 3 0,1 1-4 0,-3 0-2 0,3 2-2 16,-1 0-2-16,-2 1-1 0,-1 1 2 0,0 1 0 0,-2 1-1 16,1 1 1-16,0 0 1 0,-1 2-1 0,-1 1 6 0,0 0 9 0,1 1-1 15,-2 0-1-15,1 0-4 0,0-2-7 0,-1 3-2 0,2-1 1 0,0 0 2 16,2-1 0-16,-2 0-1 0,3 0 1 0,0 0-2 0,1-2 1 15,1 1 1-15,2 0 0 0,2 0 7 0,1 1-1 0,0-1 0 0,2-1-1 16,1 1-5-16,2-1 0 0,1 0-2 0,2 1 2 0,2 1-4 0,0-1-4 16,1 2 4-16,1 1-5 0,-2-1 0 0,0 1 3 0,-1 2-2 15,0 1 2-15,3 1-1 0,-2 3-2 0,1-1 2 0,0 4-4 0,-1 1-2 16,1-2 0-16,-1 3 3 0,0 0 4 0,0 1 1 0,0 1 4 0,1-1-5 16,0 1-4-16,-1-1 3 0,2-1 1 0,2 0 0 0,1 0 3 15,1-3-1-15,3 1 1 0,1 0 0 0,2-2-1 0,1 1-1 0,3-1 4 16,2-3-5-16,1 0-1 0,2 0 3 0,1 0-3 0,1-2 0 15,1 0 2-15,2 0 1 0,1 0 0 0,0 0 1 0,1 0-4 0,0 0-2 16,1 1 5-16,2-2-6 0,1 1 4 0,1-3-8 0,1 2-11 0,2-2-1 16,1 0-3-16,2-1-1 0,0-1 0 0,2-2-11 0,0 1-3 15,1-1-11-15,0 0-17 0,2 0-21 0,1-1-48 0,-1 0-55 0,3-1-50 16,0-1-24-16,3-2 6 0,0-1-110 0</inkml:trace>
  <inkml:trace contextRef="#ctx0" brushRef="#br0" timeOffset="99239.25">3387 8415 227 0,'-13'12'-25'0,"1"-1"52"0,-2 3 12 0,6-6-20 0,4-1-10 15,1-1-2-15,1-1-5 0,3-1-3 0,-1-1 0 0,3 0-2 0,1-1 1 16,1 1 0-16,2-2 0 0,1 1 4 0,0-1 2 0,1 0 1 0,0-1 5 15,0 1-1-15,1 0 1 0,1 0 4 0,0 1-1 0,1 0 0 16,-2 0 0-16,2 1-1 0,1-1-1 0,2 0 1 0,1 1-2 0,0-2 1 16,2 2-3-16,0 1 1 0,0 0 0 0,3 1-4 0,-1 0 3 0,1 1-4 15,2 0 1-15,1 0 5 0,0 0 1 0,2 1 1 0,1-1 3 16,3-1-2-16,0 2 2 0,3-1 1 0,2 0 2 0,4-3 2 0,1 0-4 16,2-2-1-16,1-2-6 0,1-1 0 0,2-3-1 0,3 0-1 0,0-3 2 15,2 1-1-15,1-2 0 0,-2-2-1 0,1 2-1 0,0-1-3 16,0 1-1-16,1 0 1 0,-4 2 1 0,0 0 1 0,-2 0 3 0,1 1 1 15,0 0 0-15,0 0 3 0,0 1-2 0,-2 0 2 0,2 0 4 16,-2 1-3-16,0 0 3 0,0 1-2 0,0 2-2 0,-1-1-2 0,-2 1-2 16,-1 0 0-16,-2 0-1 0,-2 1 1 0,1 0 0 0,-2 0-2 0,0 1 0 15,-3-1-2-15,0 0 0 0,-3 0-2 0,2-1 1 0,-2-2-1 16,1-2 0-16,-2-1 1 0,0-2-2 0,-1-3-1 0,2-1 1 0,-2-2 1 16,0-3-1-16,-2-1-1 0,-1-4-2 0,-4 1-6 0,1-3 5 0,-1-1 3 15,-2-2 1-15,0-1 6 0,-2-3-3 0,-2-1 2 0,-2-1-1 16,-1 0 1-16,-1-1 2 0,-1 1 0 0,-2-2 0 0,-1 0-1 0,-3-2 3 15,-2 3-4-15,-2 0 2 0,-1-1 2 0,-2 2-2 0,-2-2 2 16,-2 1-4-16,-2 2 5 0,-1 2 3 0,-2-1 1 0,0 4 7 0,-4-1-3 16,-3 3-2-16,-2 0 1 0,-1 2-1 0,-2 3-4 0,-2 0-1 0,-4 1-3 15,-3 3-2-15,-5-1-5 0,-2 1-2 0,-2 2-2 0,-4 4-8 16,-3-1 2-16,-2 2-3 0,-3 2 2 0,-3 2 4 0,-3 2-2 0,-2 2 6 16,-1 3 0-16,-3 1-2 0,1 1 5 0,-3 3-2 0,0 2-4 0,1 1 6 15,-2 1 2-15,0 3 0 0,-1 2 5 0,-1 2 0 0,1 0 8 16,1 2-1-16,-1 1 4 0,1 1 2 0,3 3-3 0,0 2 5 0,1-1-2 15,1 2 0-15,1-2-6 0,0 2-4 0,1 0 1 0,1 1-6 16,0 3 6-16,2 0-5 0,2 0-2 0,1 2 3 0,3 0-1 0,2 2-2 16,2 2-2-16,2 2-4 0,3 2 2 0,3-2-8 0,2 0-3 0,3 1 0 15,3-3-14-15,4-3-11 0,6-2-12 0,4-1-18 0,5-2-19 16,5-1-16-16,3 0-20 0,4-4-19 0,3 1-16 0,4-3-8 0,4-4 7 16,4-2-29-16,6-2 8 0</inkml:trace>
  <inkml:trace contextRef="#ctx0" brushRef="#br0" timeOffset="129224.76">3768 8781 136 0,'-4'5'61'0,"0"1"-20"0,0 2-11 0,1 1-12 0,1-2-4 0,1-1-4 15,0-1-1-15,-1 0-4 0,1 0-4 0,1 0-1 0,0-1-8 0,-1 0 0 16,2 0-2-16,-2 0 0 0,1 1 5 0,0-1 2 0,-1 0 3 16,1 0 3-16,-2-1 1 0,0 0 4 0,-1 0 0 0,0-1 4 0,0 0 5 15,-1 0 2-15,0-1 8 0,0-1 4 0,-1 0 2 0,1 0 2 0,-1 0 1 16,1-1 2-16,-1 0 2 0,1-1-4 0,0 0-1 0,-1 1-3 15,0-2-3-15,0 1-1 0,-1-1-6 0,0 0-4 0,1 0-1 16,-2-1-2-16,1 0-2 0,1 1 0 0,-2 0 1 0,3 1 0 0,-2 0 2 16,0 0 3-16,1 0-5 0,-1-1 1 0,-1 2 1 0,1-1-5 0,-2 1-5 15,0 0 2-15,1 0-4 0,-2 2-1 0,-1 0 2 0,0 0-4 0,-1 1 0 16,0 1 1-16,0 0-6 0,-2 1 1 0,0 1 0 0,-1 0 0 16,-1 2 5-16,1 2-2 0,-3-1 4 0,-1 2 1 0,1 1 0 0,-3-1 2 15,1 1-5-15,1-1-1 0,1-1 1 0,-1 2-2 0,1 1 0 16,3-1 1-16,-1 0-3 0,0 0 1 0,0-1 0 0,1 1 0 0,1 0 0 15,2 0 1-15,-1-1 0 0,2 0-3 0,0 2 2 0,1 0 0 0,1 1 1 16,-1 0 2-16,1 1-1 0,0 2-3 0,1 2 0 0,1 0 1 16,-1-1-2-16,2 2 0 0,0 1 4 0,0-1-5 0,1 3 1 0,1 0 2 15,1 0-4-15,-1 3 1 0,3-1 1 0,0 3-4 0,1 0 4 0,1-2-5 16,0 2 0-16,2-2 10 0,2 1-4 0,1 0 7 0,1 1-2 16,2 1-7-16,2-2-1 0,0 0-4 0,2-1 2 0,-1 0-2 0,2 0 3 15,1 1 0-15,1 2 1 0,0-1 0 0,0 0 1 0,2-1-1 0,-4 0-1 16,2 2 0-16,0 1 1 0,0 0 1 0,-1 2 1 0,1 0 3 15,1 2-4-15,-1-1 10 0,-1 1-2 0,0-1 0 0,-1 1 5 0,0 0-7 16,-1 0 4-16,1 0 0 0,2 1-2 0,-2-1 3 0,3 1-3 16,0 1 1-16,0-1 2 0,0-1-4 0,1-1-1 0,2 0-3 0,-2 0 1 15,3 1 1-15,-1 0-1 0,0-1-2 0,2 0 1 0,0 1 1 0,-1-3 1 16,2 3 2-16,1-1-3 0,0 0-1 0,0-1 1 0,-1 0 0 16,0-3 2-16,0 2-2 0,2-2 3 0,1 1 0 0,0-3 4 0,1 0 9 15,-1-3 2-15,1-1 6 0,0-1 7 0,2-2 7 0,1 1 9 0,2-2 8 16,-1-1 1-16,2-1-3 0,1-1-4 0,-1-1-6 0,2 0-5 15,1-3-4-15,0 1-9 0,0 0-4 0,-1-2-2 0,2 1 1 0,-1-2-2 16,1 2 3-16,-1 0 8 0,-2 0-5 0,2-1 1 0,-1 1-4 16,1-2-6-16,0 1 4 0,-2-1-5 0,1-1-1 0,1 0 3 0,0 0 0 15,0 0 6-15,0-3 5 0,0 1-4 0,-1-1 2 0,3-1-6 0,-1 0-3 16,-1-1 2-16,3-1-1 0,-3-1-4 0,1 0 5 0,2-2-8 16,-2 0 3-16,2-1 2 0,-1 0-4 0,1-1 6 0,-1 0-4 0,0 0 2 15,0-1-2-15,-1-1 3 0,0 1-3 0,1-2-2 0,0 0 4 0,1-1-5 16,0-1 1-16,-4 1 5 0,1-1-1 0,1 0-4 0,0-1 0 15,2 0-7-15,0-2 8 0,0-1-12 0,0 0 3 0,2 0 7 0,1 0-2 16,-2-2 9-16,3 0 1 0,2-3-10 0,-1 2-2 0,2-3-2 0,0 0 4 16,-2 0-4-16,1 1-2 0,0-1 2 0,4 1-1 0,-2 0 5 15,1 0-2-15,0 0-3 0,-1 0-2 0,1 2-2 0,1-2 1 0,0 0 0 16,-1 0 0-16,2-2 0 0,-2 0-2 0,1 1 4 0,1 1-5 16,0 0 6-16,0 0-3 0,-1 2-3 0,2-2 3 0,-1 1 0 0,-1 0 0 15,3 0 0-15,-1-1 0 0,-2 0-2 0,2 1 2 0,-1 2 0 0,0-2 2 16,1 0-2-16,0 0-2 0,0 2-4 0,0 1 8 0,-1-1-1 15,0 1 4-15,1 1 2 0,0-3-8 0,1 1 1 0,-1 1 0 0,-2 0-2 16,1 1 1-16,-1 0 4 0,-1 0 3 0,1 1 1 0,1 0-2 0,-2 1-4 16,0-1-5-16,0 1 4 0,1 0 1 0,1 0-2 0,-1 0-1 15,2 0 2-15,-1-1 3 0,0 0 2 0,1-1-1 0,0 0-5 0,0 0 2 16,0 0-1-16,0-1-1 0,0 0 1 0,0-1-2 0,0 1-2 0,0 0 5 16,1 0-1-16,0 0-1 0,0 1 2 0,0 1 1 0,-2-1-1 15,1 0 2-15,-1 2 2 0,-1-2-5 0,1 1-5 0,-1 1 4 0,-1-2-1 16,0 1 1-16,0 0 2 0,0-1 2 0,0 2-4 0,0-1 1 15,0 0 0-15,0 0-2 0,0 0 1 0,-2-1-1 0,0 2-11 0,-1-2 2 16,1 1-1-16,1 1 6 0,-2-1 14 0,0 2-5 0,0-2 3 0,-1-1-8 16,0 1-1-16,0-1 6 0,1-1-1 0,0 0-2 0,0 0 0 15,-2-1 0-15,0 1-5 0,-3 1 1 0,1-2-1 0,0-1-1 0,0 1 3 16,-1-1 0-16,-1 1 3 0,0-1 2 0,-1-2-4 0,0 1 5 0,0 0 0 16,-1-2 2-16,1-1 1 0,-3 0 1 0,1-3-2 0,0 1-2 15,-2 1 3-15,1-2 0 0,-1 1 3 0,0 0-3 0,1-3-3 0,-1 2-3 16,-1-2 0-16,-2-1 1 0,-1 2-14 0,0-2 8 0,-1 2-1 15,-2 0-1-15,0-1 14 0,-3-1-4 0,0 0 3 0,-1 0-1 0,-2 1-2 16,0-1 0-16,-2 2 1 0,-3-1 0 0,-1 0-6 0,-2 0-4 0,-1-2-3 16,-3 1 3-16,0-2-2 0,-2 2 4 0,-3-1 2 0,-1 1-1 15,-3 0 3-15,0-1 2 0,-3-1-2 0,-2-2 3 0,-2 0 4 16,-3 0-8-16,-2 1 4 0,-1 0-2 0,-4 0-2 0,1-1 4 0,-2-1-2 16,-1 0 2-16,-3-1 2 0,-3 3-4 0,0-2 4 0,-3 2-4 0,-2-2-1 15,-2 0 7-15,-1 0-7 0,-4 0-5 0,0 0 0 0,-2 3 2 0,-4-1 0 16,-1 2 3-16,-2-1-1 0,-2 0-1 0,-2 2-2 0,-1-1-14 15,-4 3 3-15,-4 0-5 0,-3 0 1 0,-3 2 13 0,-3-2-5 0,-2 2 2 16,-2 0 5-16,1 1 1 0,-1 1 0 0,0 2 3 0,-1-1-1 0,-1 2 2 16,0 1-2-16,0 0-2 0,-1 0 1 0,-1 2-1 0,0 0-1 15,-1 3-1-15,-1-1-1 0,2 1-2 0,0 0 0 0,3 1-2 0,0 1 0 16,-2 1 0-16,0 1-1 0,-3 0-6 0,0 2 3 0,-1 2-4 16,-3 0 1-16,1 2 3 0,-2 0-2 0,0 1 5 0,2 1 0 0,-3 0 6 15,1 2 3-15,-1-1 0 0,0 1-1 0,1 0 2 0,0 0 1 0,0 0-1 16,1 1 1-16,1 0-2 0,0-1 1 0,0 1-1 0,2-1-2 15,0 1 4-15,0 0 0 0,-1-1-1 0,2 1 4 0,-2 0-8 0,1 0 3 16,0 0-1-16,-1 1-3 0,-1 0 3 0,0 0 1 0,3 0 2 0,0 0 0 16,0 1-2-16,2-1 4 0,0-1-2 0,0 1 1 0,0-1-1 15,-1-1 3-15,0 1-2 0,-1 0-4 0,-2 0 3 0,1 1-2 0,1 0-4 16,-1 0 5-16,3 0 1 0,-1 0-2 0,3 0 6 0,-1 0-4 16,0-1 7-16,1 1 0 0,1-1-1 0,2 0 2 0,0-1-3 0,2 0 0 15,0 0 2-15,0 0 2 0,2 0-2 0,1 0 1 0,0 0 1 0,3 0-2 16,0 1 4-16,1-1-1 0,0 2-2 0,2 1-3 0,0-1 1 15,-1 1-5-15,2 1 1 0,-2 0-2 0,3 2-3 0,-1-1-8 0,2 1-2 16,0 1-2-16,1 1 1 0,3 1 13 0,0 1 1 0,0 1-5 0,0 1-16 16,0 1-24-16,1 0-16 0,1 2-15 0,1 2 0 0,-1-1-10 15,2 0-12-15,2 1-25 0,2-1-30 0,1 1-34 0,1 2-30 0,0 0-37 16,-1 2 10-16,2 0-107 0</inkml:trace>
  <inkml:trace contextRef="#ctx0" brushRef="#br0" timeOffset="152672.28">6922 13143 208 0,'10'0'41'0,"3"0"-22"16,4 1-11-16,-1 0-2 0,-2 1 0 0,2 0-5 0,0 1 1 15,1 0-1-15,0 0-1 0,2 0 2 0,2 1-5 0,-1 1 4 0,2 0 0 16,0 1-2-16,-1 0 2 0,1 0 0 0,0 0-1 0,1 0 3 0,-1 0-3 16,0 0 1-16,1 0-1 0,1 0 1 0,-2 1-2 0,2-1 0 15,0 0 2-15,0-1-1 0,1 2 5 0,-2-1-2 0,1-1 2 0,0 1 0 16,-1-3 1-16,-1 2 9 0,-1 0 3 0,1 0 4 0,-1-1 3 0,-1-1-2 15,0-1 0-15,0 1 2 0,0 0 3 0,1 2 2 0,0 0 4 16,0 0 2-16,-1 1 0 0,1 0 5 0,-3-1 0 0,2 1-6 0,-1 1 1 16,1-1-6-16,1 1-7 0,0-1-2 0,0 1-9 0,1-1-2 15,0 0-6-15,-1 0 0 0,2-2 5 0,-1 2-5 0,-1 0 3 0,2 0 0 16,0 1-3-16,2 0 4 0,-1 0-1 0,1 1 2 0,0-1-1 0,0-1 0 16,1 1 0-16,-1-1 3 0,0 0-1 0,3 0 0 0,-2 0-2 15,2-1 0-15,-2 0 3 0,1-1-2 0,0 0-1 0,0-1 1 0,2 1-3 16,-1-1 1-16,2-1 0 0,-1 0-1 0,1 1 3 0,-1-1-4 15,1-1 1-15,-1 1 0 0,1 0-1 0,1-2 0 0,0 2 1 0,-1-2-1 16,1 1 4-16,-1 1 1 0,2-1 2 0,0 0 2 0,1 0 4 0,0 0 1 16,0 0 0-16,0 1 1 0,1 0-4 0,-1 0 2 0,2 0 2 15,0 0 1-15,-1 0 5 0,3 1-1 0,-1 0 2 0,0 0 0 0,3 0-6 16,-2 1-6-16,1 0-6 0,0 0-3 0,0-1 0 0,2-1-6 0,-1 2-3 16,0-1-2-16,1 0-1 0,-1-2 5 0,0 0-4 0,0 0 0 15,-1 0-2-15,0-1-2 0,0 1 6 0,-1-2 3 0,1 1-1 0,-1 1 1 16,-1-1-2-16,0 1 0 0,-2-1 3 0,3 0 4 0,-2 1-3 15,2 0-3-15,-2 0 2 0,1-1-2 0,2 1 2 0,-2-1 4 0,2 0-4 16,-2 0-3-16,0-1-2 0,1-1 1 0,-1 0-3 0,1-1 1 0,0 0-1 16,-1-1-10-16,1 0-5 0,0 1-6 0,2-2-2 0,-2-1 4 15,0 0 2-15,0 0 5 0,-3 1 5 0,2-1 6 0,-3 0 1 0,0 0 3 16,-1 1 2-16,0 0 1 0,-1 0 1 0,0 1-2 0,1 0 1 16,0-1 3-16,1 0-6 0,-2 0 4 0,2 0-3 0,0 0 2 0,1 0 2 15,2 0 2-15,0-1-4 0,1 1-1 0,-1-1 0 0,1 1-3 0,-1-1 5 16,3 0-1-16,-1 1 1 0,0-2 1 0,2 3 2 0,-1-1-4 0,-1 0 3 15,4 0-4-15,-3 0 0 0,1-1-2 0,1 2 3 0,0-2 2 16,0 0 0-16,2 0 2 0,0-2-5 0,-1 1 1 0,1 0-3 0,-2-1-1 16,0 0 2-16,-3 0 4 0,-1 0 3 0,-1 0 0 0,0 1-5 15,0 1-2-15,-2-1 7 0,0 0 1 0,0-1 5 0,-1 0-1 0,2-2-7 16,1-1-3-16,-2 0 0 0,1-1-1 0,-3-1-1 0,2 1-4 16,-1-2-1-16,0-2-1 0,-2-1 1 0,-1-1 3 0,-1-1-1 0,0-1 1 15,-2 0 0-15,-1-2 2 0,-1-1 2 0,-1-1 1 0,0-2 1 0,-4 1-5 16,0-2-1-16,-2 2 1 0,-3 0-2 0,1-1 0 0,-2 1-1 0,-1-2-1 15,-2 0 3-15,-2-1 2 0,-1 0 3 0,-2 0 2 0,-3-1 0 16,-2 1-2-16,-2-2 6 0,-4 0-4 0,-2-2 2 0,-2 1-1 0,-3-1-3 16,-3 0 3-16,-2-1-2 0,-1-1 1 0,-2 0 1 0,-3-1-3 15,-1 3 0-15,0 1-1 0,-2 0 3 0,0 1-1 0,-1 0-1 0,-1 0 0 16,-1 1 1-16,2 0 1 0,-3 2 8 0,1-1-1 0,-1 2 1 0,-1-1 2 16,-1 0-3-16,0 1 6 0,-2-1-1 0,-1 2 1 0,-4-1-2 0,0 1 1 15,-3 0-1-15,-1-3-3 0,-2 1-1 0,-4-2-5 0,-2 1-3 16,-4-1-2-16,-4 2-1 0,-4-3 0 0,-4 1 0 0,-5-2 4 0,-2 0-1 15,-4 0-11-15,-1 2 3 0,-3-1-2 0,-2 2 2 0,-2-2 5 16,-3 2 1-16,1 1-1 0,-3 0 2 0,0 3 4 0,0 0-3 0,-1 3 5 16,0-1 6-16,2 2 6 0,0 2 5 0,1-1 11 0,0 0 8 0,3 1 11 15,-2 2 10-15,3 1-4 0,0 0-6 0,0 1-9 0,2 1-13 16,-3 1-8-16,2 1-7 0,-1 2-8 0,-1 1-5 0,-1 2-2 0,-3 1-11 16,0 3 0-16,0 0-1 0,1 2-7 0,2 1 2 0,-2 2 0 0,-1 2-1 15,-3 2 4-15,-1 2-1 0,-6 4-53 0,-2 4-10 16,-3 2 0-16,-1 4-4 0,-2 2 48 0,2 2 5 0,0 3-3 0,-2 1-9 0,-1 1-14 15,-2 2-14-15,1 0-10 0,-2 1-6 0,1 2-3 0,1-1 6 16,1-1 17-16,0 1 16 0,3-2 6 0,-1 2 13 0,0 0 3 0,4-3 8 16,3 1 16-16,1-2 6 0,3-1 12 0,3-2 14 0,2-1 12 0,4-3 10 15,5-1 2-15,0-3-2 0,4-1-4 0,2-1-6 0,0-1-4 16,3 0-7-16,1 1-3 0,3 0-9 0,1 0-6 0,1 1-6 0,2 2-7 16,0 1 1-16,1 1-11 0,-1 1 2 0,2 1-5 0,0 2-5 0,2 0-1 15,1 2-12-15,0-2 0 0,2 2 4 0,3-3 9 0,1 2 2 16,3-2 6-16,2 1 0 0,0 0-3 0,3-3 5 0,1 0-3 0,3-3 9 15,2 0-1-15,1-2 3 0,3-2 1 0,3 0-2 0,1-1 1 16,3 0 0-16,0-3 2 0,2 0 0 0,2-1 3 0,1-3 0 0,3 0 1 16,1-1 3-16,2-2 1 0,1 0 5 0,4-2 2 0,1 0 5 0,2-1 5 15,0 0-1-15,3-2 1 0,1 0-2 0,3-1-4 0,0 0-1 16,1 0-9-16,1 0-3 0,1 0-10 0,1 1-3 0,1 0 3 0,1 1-3 16,0-1 2-16,3 0 2 0,1 0-5 0,2 0 7 0,1 1 2 0,2-1-10 15,2 0 7-15,0 0-4 0,4-1 4 0,2 1 1 0,0-2 2 16,3 1-1-16,1-2-1 0,1 0 1 0,3-1 3 0,1 0 3 0,4-1-4 15,1-1 4-15,3 1-2 0,3 0-7 0,2 0 4 0,1-1-4 16,3 1 0-16,2-1 0 0,1 0 0 0,2 1-4 0,0-1-4 0,5 1-4 16,-1 0-7-16,1 0-3 0,3-1-9 0,0 1-7 0,1 1-7 0,1 0-4 15,-2 1 0-15,1 0 1 0,0 1 2 0,0 1 7 0,-1-1 9 16,2 1 11-16,-1-1 8 0,-1 1 6 0,1-1 0 0,-1 1 2 0,0 0 4 16,-1 0 1-16,-2 0-4 0,-1 0 2 0,-2 1-1 0,1-1 0 0,-2 1 2 15,-1 0 1-15,-1 1-3 0,-3-1 0 0,-1 1-10 0,-1 0-7 16,-1 0-12-16,-2 0-13 0,-2-1-7 0,-2 1-8 0,-4 0-1 0,-1 0-3 15,-2 1 1-15,0-2 0 0,-4 1 2 0,0 0 3 0,-1 0 6 16,-2 2-6-16,1 0-61 0</inkml:trace>
  <inkml:trace contextRef="#ctx0" brushRef="#br0" timeOffset="153056.28">7399 13137 1424 0,'0'1'263'0,"1"0"-128"0,0 1-78 0,1-1-34 16,1 0-23-16,1 1-7 0,3 0-9 0,3 2-10 0,4 1-1 0,2-2-1 16,4 2 1-16,5 1-4 0,4 0 3 0,2 1-1 0,4 0 8 0,3 1 8 15,2 0 2-15,2 0 3 0,3-1 8 0,1 2-4 0,1-1 6 16,1 0-4-16,0 0-2 0,2 0 2 0,3-1-1 0,1 0 0 0,2-2-7 16,1 1 2-16,0-1 4 0,3 1 2 0,0 0 4 0,-1 0-2 0,0 0-1 15,-3-1 1-15,-1 0 3 0,-2 0 7 0,-3 0-2 0,-2 0-1 16,0-2 2-16,-2 0-6 0,-3 2 2 0,-2-1 0 0,-1 0-6 0,0 1 1 15,-3-1 0-15,0 1-1 0,-4-1-4 0,0 1-9 0,-2-1-40 16,0 1-59-16,-1 0-61 0,0 0-57 0,0-1-47 0,1 4-12 0,2 0-105 16</inkml:trace>
  <inkml:trace contextRef="#ctx0" brushRef="#br0" timeOffset="157409.34">4306 14133 370 0,'3'-1'97'0,"1"-2"-56"0,2 0-25 0,-1 1-11 0,1 0-1 0,0 1 1 16,0 0-1-16,0 0-1 0,0 0-4 0,0-1-1 0,-1 1-3 15,2 0-2-15,1-1-2 0,-1 1-5 0,0 0-1 0,1-1-4 0,-2 0 5 16,0-1 0-16,1-1 1 0,-1 0 6 0,2 0 1 0,0-1 2 0,0 0 4 15,-1 0 0-15,1 0 4 0,1-1 1 0,0-1 1 0,1 1 1 16,1-1 1-16,-1 1 2 0,1 0 0 0,1 0 0 0,0 0-2 0,2 0-1 16,0 1 0-16,1-1 3 0,-1 0 2 0,1 2 1 0,2-2 5 0,0 1 4 15,0 0 4-15,2-1 4 0,1 0 0 0,0 1 0 0,3-1 0 16,0 2-4-16,0-1 1 0,2 0-5 0,0 1-5 0,1 1-2 0,1-1-5 16,-2 0-2-16,2 1 1 0,0 0-8 0,1 2 3 0,1 1-2 0,-1 0-2 15,1 1 5-15,1 1-3 0,-1 0 1 0,3 1 0 0,-1 0-4 16,1 1 0-16,-1-1-1 0,0-1-2 0,1 2 0 0,0-2-2 0,0 1 12 15,1 0-2-15,0-2 8 0,0 2 3 0,-2-1 8 0,1-1 11 16,-1 0 10-16,1 0 4 0,0 0 4 0,-1 0 2 0,0 1 6 0,0-1 0 16,0 2-6-16,2-1-10 0,-2 0-4 0,1 1-10 0,0-1-1 0,-3 2-5 15,2 0-7-15,-1 0 2 0,1 2-3 0,1 0 0 0,-2 0-2 16,0 0-1-16,0 2-1 0,-1 0-7 0,0 1-2 0,0 0 0 0,-2 1-2 16,2 0 3-16,-1 0 2 0,0 1-5 0,-2 0 2 0,1 0-4 15,-1 0-1-15,1-1 4 0,0-1 1 0,-2 2 3 0,0-1-4 0,-3-1 3 16,1 1-6-16,0-2 6 0,-1 0 5 0,2-2 0 0,-1 0 8 15,0 0 3-15,1-1 6 0,-1 0 4 0,2-1 15 0,-2 1-2 0,1-1-2 16,1 0-1-16,-1-1-17 0,3 1 0 0,-2 0-5 0,1-1-3 0,1 1-3 16,-1 0-2-16,1 1 5 0,1 0-5 0,1 0 2 0,-1 0-4 15,2 1-2-15,-2 0 3 0,0 0 0 0,-1 0-2 0,0 1 1 0,2-1-3 16,-2 2 1-16,2-1 5 0,-1 0-1 0,0-2 10 0,-1 1-2 0,2-1-2 16,-2-1 7-16,2 0 0 0,1-2 1 0,0 1 2 0,-1-1-4 15,2-1 0-15,-3-1-1 0,4 0 11 0,0-1-3 0,1 0 3 0,1-1 0 16,-1-1-3-16,0 1 6 0,2-1-7 0,-2 0 6 0,2 0-1 15,-1-1-3-15,-1 1 8 0,2-1-6 0,-1 1 0 0,0 0-1 0,1-2-9 16,0 1 6-16,0-1-7 0,0 0-2 0,2 1 0 0,-1-1-4 0,3 1-1 16,-1 0-8-16,-1 0 2 0,2-1-6 0,-2 0 4 0,3 0-2 15,-1 1-2-15,-1-1 1 0,1 2-6 0,-2-1 6 0,-1 0-6 0,1 1 0 16,-1-1 2-16,-1 2 2 0,-2-1 0 0,1 0-4 0,1 1 2 0,-2 1-2 16,1 1 2-16,-2 0 4 0,-2 1-8 0,0 0 2 0,-1 2-4 15,0 0-1-15,-1 0-5 0,0 1-9 0,0 1-4 0,-2-1-19 0,-1 2-19 16,0 0-41-16,-2-1-56 0,1 1-89 0,0 0-144 0,-2 0-123 0,1 1-67 15,-2 0-89-15</inkml:trace>
  <inkml:trace contextRef="#ctx0" brushRef="#br0" timeOffset="161211.07">2614 13484 853 0,'-15'1'73'15,"1"1"-26"-15,-3-1-13 0,4 0-6 0,3-2 8 0,-1-2 5 16,2-1-7-16,-2-2-10 0,-1-3-11 0,3-1-9 0,0-4-2 0,1-3 2 15,1-2-2-15,-2-1 2 0,1-3-1 0,-1 0-4 0,1-2 3 16,-2-2 1-16,0-1-1 0,0-2 9 0,-3-1-2 0,1-3 2 0,-1 0-1 16,-1-2-4-16,-1-4-3 0,0-2-3 0,-1-2 1 0,0-3 0 0,0-1 0 15,-2 0 3-15,0-3-11 0,-1-1 8 0,0-2 1 0,0-2-3 16,0 2 11-16,-2-1-7 0,-2 0 0 0,1-1 0 0,-2 0-1 0,0-1-2 16,1-1 0-16,-2 2 0 0,2 0 1 15,-2 1 2-15,0-2-2 0,2 2 0 0,-3 0 0 0,2 1-3 0,11 25 1 0,-2-7-3 0,0 0 2 16,-2-7 11-16,-1-3-5 0,-2-5 8 0,1-1-2 0,-3-7-7 0,-1 1 2 15,3 2-3-15,-1 1 0 0,1 1-5 0,3 0 5 0,-1 3-2 16,1 1-3-16,1 1 1 0,3 0-6 0,0-1-1 0,1 0 6 0,2 0 2 16,3 0 2-16,1-1 3 0,1 0-8 0,2-2 3 0,4-1-1 0,1 0-1 15,2-1-1-15,2 0-1 0,2 0-5 0,2 1 5 0,1 1 5 16,2 1 3-16,-1 0 9 0,4 4-1 0,2 1 3 0,0 3-1 0,0 2 5 16,3 1-17-16,0 3 4 0,0 2 0 0,1 3-2 0,5-2 15 0,19-20-1 15,-5 11 3-15,-3 12-4 0,-9 9 1 0,1 1-8 0,1 3-9 16,1-2-2-16,4 0-3 0,0 2 7 0,2-2 8 0,-1-1 0 0,-2 1-3 15,0-2-6-15,-1-2 1 0,2 2 0 0,-1-1-2 0,0 2-4 16,-1 1-2-16,-2 2 4 0,-2 2-3 0,-4 2-1 0,0 1-12 0,-2 3-6 16,-4 2-8-16,0 3-17 0,-4 2-23 0,-1 4-41 0,-3 4-50 0,0 3-71 15,-2 6-85-15,-4 6-47 0</inkml:trace>
  <inkml:trace contextRef="#ctx0" brushRef="#br0" timeOffset="197104.69">4578 15444 407 0,'3'7'113'0,"0"1"-50"0,3 2-29 0,1-1-15 0,0-1-1 0,3 1 0 16,0 0 4-16,1 0-2 0,0-2-2 0,3 0-2 0,0-2-5 16,2-1-3-16,2-1 0 0,0-2 0 0,0 0-1 0,4-2 1 0,-1 0 1 15,4-1 3-15,0 0 5 0,0-1 2 0,2-1 11 0,-1-1-1 0,3-2 2 16,-1 0-2-16,2-2-5 0,1 1-3 0,1 0 0 0,-1 1 0 16,1 0 3-16,-1 0 2 0,4 0-2 0,0 0 3 0,2 0-1 0,-1 0 0 15,-1 0-1-15,3 2 1 0,-1-1-3 0,3 3-2 0,-1-1 0 16,2 1-1-16,1-1 0 0,-1 0-1 0,1 0-5 0,2-1 1 0,-1 0 0 15,3 0 3-15,1-1 0 0,1-2 5 0,3 0-1 0,0-1-2 0,-1-2 1 16,1 0-6-16,1-2 1 0,-1 1 5 0,0 0 1 0,0 0-2 16,-2-1-1-16,-2 0-5 0,2 0-4 0,-3 2 5 0,-1-1 1 0,-4 1-3 15,-1 1 15-15,0 2 6 0,-2 0 8 0,2 0 16 0,-2 0 2 0,-2-1 4 16,1 1-6-16,-3 0-5 0,0-1-14 0,-2 1-5 0,0-1-3 16,-2 1-10-16,0-1 0 0,-4-1-9 0,2 0 0 0,-3-1 1 0,1-1-2 15,-2 2 2-15,-2-2-4 0,-1-1 0 0,-1 0 4 0,-3 0 2 16,0 1-3-16,-1-2 0 0,-1 1 4 0,-3 0-4 0,1-1 8 0,-4 0 0 15,0-1-3-15,-1 1 5 0,-2 0 3 0,-2-1 2 0,-1 0 5 0,-1 1-3 16,-2 0-3-16,-1 1-5 0,-3-1 0 0,0 0-5 0,-4-2 2 16,-1 1 0-16,-4-1-10 0,-3-2-5 0,-2 0-6 0,-4 0-3 0,-3-2 2 15,-1 1-6-15,-5 2 4 0,-2-1-10 16,-3 1 3-16,-2 2 6 0,-2 1-3 0,-3-1 15 0,0 0-3 0,-2 1-1 0,0 1 3 0,-1 0-3 16,0 0 1-16,-1 1 3 0,0 1 1 0,-1 1-1 0,1-1 2 0,0 1-2 15,-3-1 3-15,0 2-3 0,-3 0-7 0,0 2 0 0,-1-1-4 0,0 1-2 16,-1 1-2-16,1 1-1 0,-1 0-1 0,0 2 4 0,0 0 5 15,-2 1 0-15,-1 0 1 0,-2 3-4 0,-1-1-9 0,1 1 1 0,-2 2-10 16,0-1 1-16,-2 3-2 0,1 1-5 0,-1 1 6 0,-1 1-2 16,1 1 10-16,-3 0 2 0,2 3 8 0,1 2 6 0,0-1 6 0,3 1 7 15,1-3 4-15,2 0 4 0,2 1 1 0,1-1-1 0,1 0-4 0,3-3 2 16,-1 1 2-16,5-2-3 0,2-1-2 0,0 0-15 0,2 0-4 16,1-1 0-16,2 0-3 0,-1 0 7 0,2-1 1 0,2 0-9 0,-1 0-2 15,3 1-6-15,-4 0-1 0,1 1 20 0,0 0 5 0,1 2 4 16,3 0-5-16,-1 0-14 0,1 2-6 0,-1 0-5 0,-1 3-2 0,2 1-10 15,-2 1-1-15,0 2 4 0,1 2 6 0,1 1 7 0,3 0 1 0,-1 2 6 16,3 1-3-16,2-1 6 0,1 2 7 0,3 1-4 0,-1-1 3 0,3-1-7 16,2 0-3-16,3-1 3 0,2-1-7 0,2 0-1 0,4 0-9 15,1 1-10-15,2-1-15 0,4 2-17 0,1 0-29 0,1-2-40 0,4 2-60 16,0-2-80-16,3-2-40 0,3 0-28 0,2-1 9 0,3-1-119 16</inkml:trace>
  <inkml:trace contextRef="#ctx0" brushRef="#br0" timeOffset="-213351.43">3688 15587 435 0,'-12'-2'237'0,"0"-1"-101"0,-4-2-41 16,1 1-32-16,4 0-21 0,-3 0 0 0,2 0-1 0,0 0-6 0,0 0-4 15,2 1-9-15,-1-1-10 0,-1 1-8 0,1-1-5 0,-1 2-9 16,-1-1-13-16,0 1-8 0,-3 1-4 0,0 1 1 0,0 2 5 0,-3 0 2 16,-2 2 0-16,0 0-2 0,-3 3 0 0,-2 2 2 0,0 2 8 0,-1 0 10 15,2 1 10-15,-1 0 15 0,1 2 12 0,-1 0 10 0,-1 1 8 16,2-1-1-16,0 3-3 0,2 0-9 0,0 0-1 0,-1 1 1 0,2 1-4 15,-1 1 1-15,2-1-7 0,2 2 4 0,-1 0 7 0,3 1 5 0,3 2 6 16,0 0-1-16,2 1-5 0,1 1 0 0,2-1-12 0,2 3-13 16,3-2-2-16,1 3-7 0,2 0 1 0,1 2 1 0,1-1-9 0,1 2 4 15,1-2-6-15,3 0 3 0,2 0 2 0,1 0-5 0,0 1 0 16,1 1-2-16,0-1-5 0,1-1 7 0,1 1 2 0,1 0 3 0,2-1-1 16,1 3-2-16,-2-3 3 0,2 2 0 0,0-3-7 0,0 1 2 0,2-2 2 15,2 2 1-15,-1-1 4 0,1-2-4 0,1-1 2 0,1-3-1 16,2 0 8-16,1-2 4 0,1-2-6 0,2-1 9 0,1 0-1 0,3-2 0 15,0-1 3-15,4-1-4 0,-2-2 2 0,3-1 1 0,0-1-3 0,2 0 6 16,3-2-3-16,-1 0 3 0,2-2 3 0,1-1-3 0,1-2 8 16,1 0-3-16,1-4 1 0,1 0-5 0,3-1 2 0,0-3 0 0,1-1 2 15,1-1-5-15,-1 0-9 0,2-2 1 0,1-1 3 0,2 0 4 16,1-1-5-16,-1-2-3 0,2 1-6 0,1-1-1 0,-1-1 1 0,0 1-1 16,0-1 3-16,0 0-8 0,0 1 7 0,-1-2-3 0,1-2 3 0,-1 1 3 15,1-1-3-15,-3-2-5 0,2-1 0 0,-3 0 2 0,0-1-2 16,0-1 8-16,-2 0-10 0,0 0 4 0,-1-2 13 0,-3 1-5 0,1-2 5 15,-3-1-4-15,-1-2-8 0,-3 0 5 0,-2-2 2 0,1 1 0 0,-3-1 3 16,-2-1 2-16,-1-1-2 0,-3-1 0 0,0 0-5 0,-3 0 8 16,1-1-8-16,-4 0 2 0,0-1 5 0,-4 1 3 0,-1-1 8 0,-2 3 0 15,-2 1-1-15,-1 2-6 0,-3-1 1 0,-1 2-2 0,-3-2 4 16,-3 2 8-16,-2 1-5 0,-2 1 6 0,-3-1-9 0,-2 2-1 0,-2-2 5 16,-2 1 3-16,-5 0-2 0,-5 0-6 0,-3 0 2 0,-2 0-10 0,-5 0 0 15,-3 0-6-15,-3-3-9 0,-4 2 5 0,-4-1-3 0,2 3 5 16,-4 1 5-16,-3 1-3 0,-2 1 6 0,-2 1-3 0,0 2 1 0,-1 1 6 15,-3-1-4-15,-2 2-9 0,-2 3 1 0,-3 0-7 0,1 3 5 0,-2 0 11 16,-2 1-7-16,0 3 1 0,-1 0-5 0,-2 3 1 0,1 1 4 16,0 1-10-16,-4 2-9 0,1 1 6 0,0 2-6 0,-2 2 17 0,-1 2 0 15,-1 1-2-15,-1 4-1 0,0 2-3 0,-2 4-7 0,0 2 1 16,-1 3-3-16,2 6-1 0,-2 1 2 0,2 4 1 0,2 3 9 0,2 1 1 16,6 3 5-16,1-1-18 0,2 3-1 0,2 1-3 0,2 1-12 0,4 0-15 15,3 1-16-15,3 1-38 0,1 2-75 0,2 0-96 0,3 1-174 16,4 3-191-16,-1 5-194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2:10:13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7964 5069 552 0,'-10'-6'15'0,"-2"1"-1"0,-1 0 2 0,4 3 1 15,3 1-2-15,0 2-4 0,2 0 0 0,1 1-8 0,1 2-2 0,1 0-3 16,1 0-2-16,1 3 3 0,0 0-1 0,3 1 4 0,0 0-6 0,0-2-1 15,1 2-1-15,0-2 2 0,1 2 3 0,0 0 0 0,2 0 3 16,-1 0 2-16,1 0 11 0,-1 1 7 0,1 1 11 0,1 3 5 0,0 2 8 16,1 2 2-16,0 3 3 0,0 2 0 0,1 1-5 0,0 3 0 15,0 1-1-15,0 2-4 0,1 2-1 0,0 0-3 0,2 1-7 0,2-1-3 16,0-2-6-16,1-3-3 0,1 0-1 0,3-4-6 0,1-1 6 0,1-3 13 16,0-4 13-16,0-5 16 0,0-3 12 0,0-5 3 0,3-4-3 15,0-5-4-15,0-3-7 0,2-6-3 0,-2-5-5 0,3-4-7 0,1-5-7 16,4-4-9-16,1-5-10 0,4-3 0 0,0-4 1 0,1-1-8 0,3-2 4 15,0 1-14-15,0-1-7 0,2-2 8 0,0 1-2 0,1-3 8 16,-1-1 2-16,1-2-6 0,1-2-3 0,-2 0 1 0,1 0-1 0,0 1 2 16,2 0 0-16,-2 1-6 0,-1 0 10 0,2 0-3 0,-1 1 0 15,0 2 10-15,1-1-13 0,-1 1 8 0,0 1-6 0,-3 1 1 0,-3 5 0 16,0 4-3-16,-3 3 2 0,-1 2-4 0,-1 5-1 0,-4 2 2 0,-1 4 5 16,-3 2 3-16,0 1 1 0,-3 4-2 0,1-1-5 0,-2 3-3 15,-2 1 3-15,0 1 6 0,-3 2-2 0,0 0-2 0,-1 3-1 16,-1 0-5-16,0 2 1 0,-2 0 3 0,0 2-3 0,0 0 0 0,-1 2-3 0,-1-1 6 15,-3 2-2-15,0 0 1 0,-1 1 2 0,-1 1-5 0,0-1 7 16,0 1-5-16,-2 0 1 0,1 0-1 0,-1 1-7 0,-2-1 6 0,2 0 0 16,0 0-3-16,0 0 0 0,0 0 0 0,1 1 0 0,-1 0-6 15,0-1 2-15,-1 1-5 0,2 0-4 0,-1 0-2 0,1 0-7 0,0 1-16 16,1-1-28-16,1 1-45 0,1 1-58 0,1-1-54 0,0 2-50 0,2 0-54 16,-1 0-336-16</inkml:trace>
  <inkml:trace contextRef="#ctx0" brushRef="#br0" timeOffset="2147.67">8170 6686 37 0,'-2'0'35'0,"-1"2"-3"0,-1 1-1 16,1 2-1-16,0 1 0 0,1 0-1 0,0 2-2 0,1 0-4 15,0 2-5-15,0-1-1 0,-1 0-7 0,2 1 1 0,-1 2 3 0,1-1-6 16,0 2 1-16,0-1-2 0,0 1-3 0,0 0-1 0,0 0 1 16,2-1-5-16,0-1 2 0,2 0 2 0,1-2-1 0,1 0 1 0,1-1 3 15,0-1 2-15,2-1 4 0,1-2 6 0,-1-1 3 0,3-1 4 0,-2 0 0 16,1 0 5-16,3-1-2 0,-2-1-3 0,3 1 5 0,-1-1-4 15,-1 2 0-15,1 0-5 0,-2 1-3 0,2 0 0 0,0 2-1 0,-1-1 2 16,-1 0 6-16,1 2-4 0,2-2 2 0,-1 1 5 0,1-1-3 0,-1-2 10 16,0 1 8-16,2-3 0 0,1-2 11 0,0-3 6 0,3-4-3 15,4-5-2-15,2-4-7 0,4-5-9 0,4-6-8 0,2-1-1 16,4-4-7-16,1-1-4 0,0-3-1 0,3-3-10 0,1-2 2 0,0-1-2 0,5-4-2 16,1 2-4-16,1-2 0 0,0-1 4 0,0 1-2 0,0-4 8 15,1 3 2-15,1-1-6 0,1 1-2 0,-2 1-1 0,-1-1-5 16,-2 2 3-16,2 0-3 0,-1 2 2 0,0 1-7 0,-3 2-2 0,-3 1-2 15,-2 2 8-15,1 2 6 0,-3 1 2 0,-1 1 4 0,-1 0-6 0,-3 1-2 16,0 3 2-16,1 0-2 0,-3 2 1 0,0-1 1 0,-1 1-4 0,0 0-3 16,-1 1-1-16,0 1 1 0,-3 2 2 0,0 0 1 0,-2 1-1 15,1 0-2-15,-1 1-3 0,1 0-3 0,-1 2 2 0,-1-2-1 0,0 1 4 16,1 1 3-16,0 0-1 0,-2 2 1 0,1 1-4 0,-3-2-4 16,1 2-3-16,-2 2-6 0,-1 1-1 0,0 0-15 0,-3 3-68 0,-1 2-66 15,-2 0-44-15,-1 2-55 0,0 1-205 0</inkml:trace>
  <inkml:trace contextRef="#ctx0" brushRef="#br0" timeOffset="3944">7706 7521 51 0,'-5'14'54'0,"-1"-1"-6"0,-3 7-3 0,1-1-3 15,0-3-9-15,1 1-3 0,-1 0 3 0,2-1 3 0,-1-1 0 0,0 3-1 16,2 0-11-16,0-2 2 0,1-2 2 0,0 0-3 0,2 0-1 15,2 1-4-15,0-2-6 0,2 0-3 0,0-2 0 0,3-1-1 0,1-1-1 16,2-2 0-16,1-1 1 0,0 1 1 0,4-1 0 0,1 0 5 0,2-1 1 16,2-1 0-16,3 0 3 0,2 0 1 0,1-2-1 0,1 0 3 15,1-1-3-15,0-1 2 0,1 0-5 0,1-1 2 0,3 0-2 0,0-1-3 16,3-2 1-16,1-1 0 0,2-3-1 16,2-1-1-16,1-1-3 0,2 0-4 0,2-4 0 0,1-2 0 0,3-3-2 0,2-2 2 0,2-4-9 15,-1-1-1-15,0-3 2 0,0 0 4 0,1-2 12 0,0-1 2 0,-1-3-1 16,2-2-5-16,-2-2-5 0,0-2-1 0,0 1 1 0,-3-1 1 15,-1 1-2-15,-5 2 0 0,-2 0-3 0,-1 2-2 0,-1 1 5 0,-2 1-9 16,1 0 0-16,-5 2 5 0,-2 4 1 0,-2 1 10 0,-3 3 3 0,-3 3-1 16,0-1-1-16,-2 2-2 0,-2 2 1 0,0 1-1 0,-2 1-1 15,0 2 1-15,-4 1-2 0,1 2 2 0,-1 0-1 0,0 3-4 0,1 1 0 16,-2 0 0-16,2 3-1 0,-1 0 0 0,1 1-1 0,2 0-2 0,-2 0 0 16,1 0 2-16,1 2-3 0,-2-1 2 0,0 1-1 0,0 0 0 15,1 1 0-15,-1-1-1 0,0 0 2 0,-2 1-2 0,0-1 2 0,0 1 3 16,-1 1-4-16,0 0-1 0,-1 1 0 0,-2 0 0 0,0 0-1 15,-2 1 0-15,-1 1 2 0,-1-2 1 0,-1 1 1 0,-2 0 2 0,1-1 0 16,-1 1 0-16,-1-1 2 0,0 0 2 0,-1-1-2 0,0 0 5 0,0 0-1 16,-1-1 0-16,1-1-1 0,-1 1-1 0,0-1-2 0,1 0 1 15,1-1 3-15,-1 0-6 0,0-1 2 0,-1 1 2 0,1-1-6 0,0-1 2 16,0 0 2-16,0 0-2 0,-1-1-3 0,1 0 2 0,-1 1-4 0,2-1 2 16,0-1-1-16,0 1-1 0,0-1 2 0,0 1-2 0,0 0 4 15,1-1-4-15,-1 2 1 0,1-1-1 0,0 0-1 0,0 0 0 0,0 0-3 16,1 1 0-16,-1 0-4 0,1 2 0 0,1 0-4 0,-1 1-4 0,1 0-4 15,1 1-5-15,0 1-7 0,1 1-43 0,-1 0-99 0,0 2-42 16,-1 2-40-16,-1 1-193 0</inkml:trace>
  <inkml:trace contextRef="#ctx0" brushRef="#br0" timeOffset="7192.87">6870 10055 1 0,'0'1'60'0,"2"1"-2"15,0 2-20-15,0 1 3 0,0 3-4 0,1 2 4 0,1 2-3 0,0 3-8 16,1 4-6-16,2 1-8 0,-1 2-1 0,2 5-5 0,0 1 2 0,1 4-1 15,1 2 2-15,0 1 1 0,2-1-4 0,0 2 2 0,0 0 4 16,2 1 1-16,-1-2 4 0,1-8-1 0,0-6-2 0,1-8 4 0,2-7 5 16,1-4 8-16,0-3 7 0,0-4-2 0,-1-3 2 0,0-4-6 15,-1-4-4-15,0-2-1 0,1-4-4 0,-1-1-3 0,0 0-4 0,2-1-5 16,-2 2-2-16,0 0-3 0,1 1-3 0,-1 1-1 0,1 1-3 0,-3 0-3 16,2 3-5-16,-1 0 1 0,0 2 2 0,-1 0-4 0,0 1 5 15,1 1-5-15,-1 0 2 0,0 1 0 0,0 2 5 0,0-2 1 0,2 0 0 16,0-4 1-16,1-2-4 0,2-2-2 0,-1-2-1 0,0-2-4 15,1 0-4-15,0-2-6 0,0-2-37 0,0 1-33 0,2-3-28 0,-3-1-13 16,0-2-6-16,-1 2-65 0,-4-1 13 0</inkml:trace>
  <inkml:trace contextRef="#ctx0" brushRef="#br0" timeOffset="7461.39">6995 10913 515 0,'-15'17'52'0,"0"4"36"0,-3 3-3 15,4 1-36-15,4-1-9 0,-1 2 0 0,-1 6 1 0,1 1 2 16,0 2 4-16,2 3-3 0,1-2-5 0,1 0-2 0,1-3-3 0,1-1-2 16,2-7-3-16,3-6-7 0,3-5-7 0,2-6-6 0,1-3-3 15,2-1-1-15,1-4 2 0,3-2-1 0,3-3 5 0,2-3-2 0,2-6 3 16,3-6-1-16,3-5-1 0,2-4-3 0,3-4-4 0,3-2 1 0,1 0-3 15,1-4-1-15,-1 1-1 0,2-2-1 0,1 0-1 0,2 1-3 16,1 0 2-16,1-2-9 0,3-1 2 0,1 2 3 0,3-2-2 0,0 1 4 16,4-1-6-16,4-2-13 0,1 0-39 0,2-1-126 0,3-4-74 0,2-4-263 15</inkml:trace>
  <inkml:trace contextRef="#ctx0" brushRef="#br0" timeOffset="9771.51">13210 12010 89 0,'-5'11'82'0,"-2"3"-19"0,-2 4 7 0,2-4-11 0,3-4-8 0,1 1-14 16,1-1-3-16,0 1 0 0,2 0-1 0,0 2-1 0,1 0-4 15,1 2 1-15,3 3-5 0,0-2-4 0,3 4-1 0,1 2 1 0,1 0-1 16,2 4-4-16,1 0-4 0,1 2-2 0,0 0-1 0,1 0 2 0,1 0-3 15,2-2-2-15,-1 1-2 0,4-2-1 0,0 0 2 0,0-3-5 16,2-2 2-16,-1-2 0 0,0-3 1 0,0-3 9 0,0-3 1 0,0-5 9 16,1-3-2-16,0-4 2 0,2-3 2 0,1-4 3 0,0-5 6 15,2-6 4-15,1-5 4 0,2-7-6 0,1-6-5 0,4-8-6 0,1-6-9 16,3-7 1-16,6-4-5 0,2-5-10 0,5-4-7 0,3-7 1 0,5-4-3 16,5-5 0-16,6-9-7 0,6-2-55 0,6-6-52 0,8-5-75 15,2-4-319-15</inkml:trace>
  <inkml:trace contextRef="#ctx0" brushRef="#br0" timeOffset="13881.5">10378 13426 432 0,'-15'-5'16'0,"0"-1"14"0,-3-2 86 0,5 2-34 0,2-2-20 0,1 1-12 16,2 0-3-16,1 0-4 0,2 1 1 0,0 1-6 0,0 1-5 0,2 1-9 15,1 1-7-15,1 0-6 0,1 1-5 0,2 0 2 0,0 0 0 16,1 0-2-16,2 1-1 0,-1 1 0 0,2 0-1 0,2 2 2 0,1 0-1 16,1 1 1-16,1 1 1 0,1 2 1 0,0 1 3 0,2 0 4 15,1 1 1-15,1 0 2 0,-1 1 2 0,1 0 1 0,1 1 4 0,0 0-3 16,-2 0 6-16,2-1 2 0,1-1 6 0,-1-1 6 0,1-3 2 0,-1-2 9 15,2-2 10-15,-1-3 19 0,3-4 15 0,2-5 19 0,1-7 12 16,3-11-5-16,2-12-20 0,4-13-9 0,3-14-20 0,4-12-18 0,4-9 3 16,3-7-16-16,2-5-4 0,3-5-8 0,3-4-11 0,5-1-2 0,4-2-10 15,3-2 7-15,3 0-14 0,6 0 2 0,3 4 1 0,2 6-8 16,5 4 6-16,2 4-10 0,6 5-24 0,5 2-13 0,7 6-46 0,3 2-81 16,6 4-92-16,7 3-156 0,6-1-154 0,7-2-204 0</inkml:trace>
  <inkml:trace contextRef="#ctx0" brushRef="#br0" timeOffset="16180.33">7681 14987 239 0,'-16'3'196'0,"3"0"-178"0,-3 1 87 0,4-3-14 15,2-2-21-15,1 0-20 0,0-1 0 0,2-1-1 0,0 0 2 0,0-2-4 16,2-1-5-16,1-1-3 0,0 0-4 0,2 1-6 0,-1-1 2 0,1 1-3 16,1 2-1-16,0 0 2 0,0 1-9 0,1 1-4 0,0 0-3 15,0 2-9-15,1 1 7 0,0 0-6 0,1 1 0 0,1 0 3 0,0 2 0 16,1 0 1-16,0 2 4 0,0 2-2 0,1 2 1 0,-1 1 5 16,1 1-6-16,0 0 1 0,-2 2 4 0,2 1-6 0,-1 2 3 0,1-1 0 15,1 3-1-15,0 1 5 0,1-1 4 0,0 1-3 0,2 1-3 16,0-3-9-16,3 0 6 0,1 1 2 0,1 0 10 0,1 3 6 0,-2 2 2 15,3-1 5-15,-1 3-6 0,0-1 0 0,-1 1 2 0,1 0-2 0,1-2 2 16,0 1-6-16,-1-1-1 0,1 1-8 0,0-1 1 0,1-2 0 0,-1 0-2 16,1-1 5-16,1-4-3 0,-3 1-1 0,2-1 3 0,0-3-2 15,-1 0 8-15,-2-2-4 0,0 0-5 0,0-2 0 0,0 0-1 0,0-1 2 16,-1 1 5-16,0-2-4 0,0-1-3 0,-1-2 5 0,-1-1-1 16,1-2 9-16,0-2 2 0,1-1 1 0,-1-3 6 0,-1-1 1 0,-1-1 9 15,0-3 0-15,0-3 3 0,0-2-2 0,0-4-8 0,1-2 7 0,0-2-7 16,1-5 1-16,2-1-1 0,0-5-7 0,0 0 9 0,2-1-4 15,0 1-3-15,-2 0-5 0,-1 1-8 0,-1 1 2 0,1 2 2 16,0-2 2-16,0 3-16 0,-1-2 15 0,1 2-10 0,0 0-5 0,-1 2 11 0,1 0-23 16,0 1 5-16,0 3-1 0,0 1-3 0,0 0 5 0,0 3-5 15,-2-1 6-15,1 2-5 0,0 2 5 0,-2-1-7 0,1 0-1 0,-2 1 3 16,0 2 1-16,-1-2 10 0,0 0-8 0,0 1 6 0,-1 1-4 0,0 2-9 16,-1 0 9-16,-1 1-5 0,-2 1 7 0,0 0 0 0,1 0-6 15,0 1 6-15,0 0-2 0,-1 1 1 0,0-2-3 0,-1 1-1 0,1 0-5 16,-2 0 3-16,1 0 3 0,-1 1-3 0,0 0 0 0,0 1 3 15,0 0-9-15,0 1 10 0,0 0-1 0,-2 1-1 0,1 0-6 0,0 0-2 16,-1 1 4-16,0 1-6 0,0 0 8 0,-1 0-4 0,1 0-10 16,-1 0 9-16,0 1 4 0,1 0-5 0,-2 1 2 0,1 0 6 0,-1 0-10 15,-1 1 6-15,0-1-2 0,1 1-13 0,-1 1 13 0,1 1-7 0,-2 0 3 16,1 0 6-16,-1 1-8 0,0-1 3 0,0 0-1 0,0 0-9 16,0 0 9-16,0-1-3 0,1 0-2 0,0-1-2 0,0 0 0 0,2-1 0 15,0 0-13-15,0 0 1 0,1 0-21 0,1-1-17 0,0-1-13 0,0 0-26 16,1-3-17-16,2-2-32 0,2-3-26 0,3-3-39 0,1-4-31 15,4-4 28-15,2-2-20 0,2-1 3 0,1-2-26 0,0 0-89 0,0-2-283 16</inkml:trace>
  <inkml:trace contextRef="#ctx0" brushRef="#br0" timeOffset="16561.9">6998 15876 1029 0,'-16'-11'23'0,"-2"1"67"0,-4-3 3 0,4 0 1 16,4 0-8-16,1 1 8 0,2 0 4 0,3 3 0 0,1 0-6 0,3 2-16 15,2 3-19-15,1 2-14 0,1 1-9 0,3 2-17 0,1 2-2 16,2 2-5-16,2 1-2 0,2 2 4 0,3 1-8 0,1 2 5 0,3 1-8 16,0 0 3-16,0 0-4 0,2 0-2 0,3 0 0 0,0 2 1 15,3 0 5-15,1-1 7 0,-2-2-2 0,2-1-3 0,-2-2 1 0,0-3-4 16,1-4 8-16,1-3 5 0,2-4 2 0,-1-4 5 0,4-5 3 16,-1-4 10-16,1-6 13 0,1-5 1 0,1-6 0 0,-3-4-4 0,2-2-8 15,-1-4-3-15,0-1-3 0,0-4-4 0,0-4-4 0,-1 0-8 0,2-3 2 16,-2 0-12-16,1-1 4 0,0-2 0 0,0 0-5 0,1 0 4 0,1 0-9 15,2 1-5-15,4 0-11 0,2 1-21 0,2-1-36 0,3 0-103 16,4 0-146-16,5-3-195 0,5-2-506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0:22:52.9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8895 6991 244 0,'2'0'0'0,"0"-1"0"0,3 0-2 0,0-1 1 0,-1-1-3 0,0-1 0 0,0-1-8 0,1 0-13 0,-1 0-48 0,0-2-46 16</inkml:trace>
  <inkml:trace contextRef="#ctx0" brushRef="#br0" timeOffset="445.04">8956 6770 143 0,'0'-3'44'0,"-1"-2"-7"15,1 0-8-15,0 0-2 0,-1 1-7 0,1 1-3 0,0-1-3 0,0 0-8 16,0 0-2-16,1 0-3 0,1 0-1 0,-1 0 1 0,0 1-1 0,0 1 1 16,0 0 0-16,1 0 0 0,0 2 1 0,-1-1 1 0,1 1 3 15,0 1 5-15,0 1 6 0,0-1 5 0,1 1 3 0,0 1 6 0,0-1 1 16,1 1 3-16,1 1 5 0,-1-1 0 0,3 0 2 0,0 1 1 16,0-1 1-16,1 0 1 0,0-1-5 0,0 1-2 0,1-1-7 0,0 0 1 15,1 0-1-15,1-1-1 0,0 1 1 0,1 0-1 0,0-1 3 0,0 0 0 16,2 1 3-16,2-1 2 0,0-1 0 0,0 1-3 0,1-1 1 15,-1 1 0-15,1 0-1 0,1 0-2 0,0-1-2 0,0 1-3 0,0 0 0 16,2-1-1-16,0 1-3 0,-1-1-7 0,2 1-2 0,-1 0-6 0,-1 0-1 16,3 0 4-16,0 0-5 0,-3 1 3 0,2-1-1 0,-2 1-3 15,-1 0 4-15,2 0-3 0,-1 1 3 0,0 0-1 0,0 0-1 0,0-1-1 16,-1 2 0-16,-3-1 0 0,1 0 4 0,-1 2-4 0,-1 0 4 16,-2-1-1-16,1 1 2 0,-2 1 0 15,0 0 1-15,-1 1 0 0,-2 1-2 0,0 0 3 0,0 0 1 0,-1 2-2 0,-2 0 5 0,-1 1-3 16,-1 1-2-16,0 1-1 0,-1 0-1 0,-1 1-3 0,-2 1-1 0,0-1 0 15,0-1-11-15,-2 2 1 0,-1 0 9 0,-1 2-2 0,-1-1 7 0,-1 2-1 16,-1 0-9-16,0 0 2 0,-2-1-3 0,0 1-2 0,0-1 2 0,0-3-1 16,1 0 1-16,0 0-1 0,0-2-4 0,0 1-2 0,-1-3-4 15,1 1 1-15,0-1-6 0,1-2-3 0,0 0-6 0,1-1-11 16,0-2-6-16,0-1-4 0,0 0-1 0,-1-2-4 0,1 0-8 0,0 0-6 16,0-2-3-16,2-1-6 0,-2 0 2 0,-1 0 1 0,1-2 2 0,1 1 1 15,-1-1-9-15,0 0-5 0,0-1-8 0,0 0-6 0,1 1-4 0,0-1-12 16,0-1-12-16,0 2-9 0,-1-2-109 0</inkml:trace>
  <inkml:trace contextRef="#ctx0" brushRef="#br0" timeOffset="744.48">9352 7423 1096 0,'-2'5'116'16,"0"2"-81"-16,1 2-22 0,0-1-8 0,2 0-5 0,0-2-2 0,1 0 2 16,1 0 0-16,0-1 3 0,0 0 0 0,-1 1-4 0,2-1-4 15,0 1 5-15,0 1-4 0,1-1 1 0,0 0 4 0,1-1 0 0,0 0 2 16,1 0 1-16,0-1 1 0,-1 0 4 0,1 1 8 0,-2-2 7 0,3 0 1 16,1 0 2-16,0-1 2 0,1-1 2 0,1 1 5 0,1-2-3 15,1-1 5-15,-1-1-3 0,1 0-3 0,2-1-5 0,0-2-8 0,1 1-2 16,2-2-5-16,-1 2 1 0,3-2-3 0,1 0-3 0,0 0-2 15,-1 0-3-15,1 0-3 0,-2 1 0 0,2 1-4 0,0 1-2 0,-1 1-3 16,1 1-7-16,0 2-7 0,-3 1-18 0,1 2-16 0,-1 0-36 16,-1 1-68-16,-1 1-96 0,-1 0-117 0,-1 1-155 0</inkml:trace>
  <inkml:trace contextRef="#ctx0" brushRef="#br0" timeOffset="76458.47">13968 8079 314 0,'0'-8'78'0,"3"0"-33"0,0-2 2 0,3 2-20 0,1 2-10 16,1-1-6-16,-1 3-1 0,1 0-6 0,1 1-1 0,-1 1-2 0,0 1-2 15,-1 1-5-15,0 0-5 0,-2 1-4 0,-1 1-2 0,0-1-4 0,0 1 4 16,0-1 0-16,-2 1 3 0,0 0 6 0,-1 0 0 0,-1 1 4 15,-1-1 2-15,0 1 4 0,-1 0 5 0,0 0 5 0,-1 0 4 0,-2-1 3 16,1 1 6-16,1-1-1 0,-2 1 5 0,1-1 3 0,-1 0-1 16,0 0 8-16,1-1 3 0,-1-1 3 0,2 1 5 0,0-1-2 0,1 0 2 15,-1 0-1-15,1 0 2 0,-1-1 1 0,2-1 4 0,0 1-3 0,-1 1-1 16,1-1-1-16,0 0-3 0,0 0-5 0,0 0-5 0,1 0-7 16,0 1-10-16,0 0-7 0,1 0-4 0,1 0-4 0,0 1 2 0,2-1-1 15,0 1 1-15,2 0-1 0,1 1 1 0,1-1-1 0,2 1 1 0,0-1 3 16,0 0-1-16,2 0 1 0,2 0 1 0,2-1 3 0,-1 0 2 15,2-1 3-15,-1 0 2 0,1-1-2 0,-1 0 2 0,2 0 1 0,-1 0 0 16,0 0-1-16,1-1-1 0,0 1 0 0,0 0-2 0,-2 0-2 16,2 0-1-16,-1 1-3 0,-1 0 2 0,1 1-3 0,0 1-5 0,-2 0 4 15,-1 0-4-15,1 1 4 0,-1 0 0 0,0 1-5 0,0 0 0 16,-2 0 2-16,0 1 2 0,0 0-2 0,-2 1 3 0,0-1-5 0,0 2 5 16,-1-1 0-16,1 0 0 0,-2 0 6 0,-1 2-4 0,0 0 2 0,-1 0 1 15,0 1 0-15,-1 0 2 0,-2 2-3 0,0-1-4 0,0 1 1 16,0 2-3-16,-2-1-8 0,-1 0 2 0,-1 0 0 0,-1 0-3 0,0 4 4 15,-1 0 14-15,-2 1-1 0,0-2-1 0,-2 2 5 0,-2 1-14 0,-1 0-2 16,-1-1-1-16,-1 0 2 0,1 0-4 0,0-2 5 0,0 0-2 16,0 0-2-16,0 1 0 0,0 0 0 0,2-1 0 0,-1 1 1 0,0 0-1 15,1 0-1-15,-1-1 2 0,2 0-4 0,1-2 3 0,-1 1-1 0,0-1 1 16,0 0-3-16,0 0 1 0,0-1 1 0,1 0-2 0,-1 0 1 16,2-2-4-16,-1 1 2 0,1 1-1 0,-1-1 2 15,1 1 0-15,-1-1 2 0,1-1-1 0,1-1-2 0,0 1 4 0,1 0-3 0,0-1 3 0,0-1 0 16,1 0-3-16,-1 0 0 0,1-2-3 0,1 0 3 0,0-1-2 15,0 0 4-15,1 1 1 0,-1-2-6 0,1 0 3 0,-1 0 1 0,1-1-4 16,0 0 3-16,0 0-1 0,0 0-1 0,0 1-2 0,0-2 1 16,1 0 0-16,-1 1-5 0,1-2-8 0,0 1-16 0,0 0-18 0,0-1-15 15,1 1-18-15,-1-1-9 0,2 0-7 0,-1-1-6 0,1 0-9 0,0-1-7 16,1-2-4-16,1 0 1 0,-1-1 4 0,1-2 9 0,-1 0 7 16,1-2-2-16,-1 2 24 0,0-3 18 0,1 0 16 0,0-1 19 0,-1-1 6 15,-1-1 3-15,1 0 7 0,-1-1 7 0,-1 0 3 0,0 1 0 16,-1 2 1-16,0-1-1 0,0 0-6 0,-1 1-6 0,1-1-8 0,-1 2-11 15,0 1-5-15,1 1-5 0,-1 0-7 0,1 1-10 0,0 1-16 0,0-1-77 16</inkml:trace>
  <inkml:trace contextRef="#ctx0" brushRef="#br0" timeOffset="76724.47">14315 8527 169 0,'-1'3'87'16,"-1"0"-11"-16,0 2-12 0,-1-1-10 0,1 1-9 0,0 0-8 16,0 1-7-16,-1 0-4 0,0 1-3 0,1 1-4 0,0-2 1 0,-1 2-1 15,1-1 1-15,-1 0 0 0,1 0 2 0,0 0 0 0,0 1 4 0,0-1 3 16,1-1 3-16,0 1 4 0,0 0 0 0,0 0 2 0,0 0 2 15,1 0 1-15,-1 0-1 0,1 0 3 0,1 0-1 0,0 0 1 0,0 0 1 16,1 2-4-16,0-1-2 0,0 1-1 0,0 1-4 0,1-1-1 16,-1 0-5-16,1 1-8 0,0 1-5 0,-1-1-3 0,0 1-5 0,1-1-7 15,-1-2-1-15,-1 1-1 0,1-2 1 0,0-1 7 0,0 1-2 0,0-2 0 16,0 0 3-16,0-2-3 0,-1-1 6 0,0 0-1 0,-1-2 6 16,1 1 9-16,-1-2 7 0,0 0 4 0,0-1 5 0,1-1-8 0,0-1-10 15,1 0-3-15,1-1-7 0,1-1-2 0,2 0 3 0,0 0-7 0,2 0 4 16,1 0-2-16,0 0-6 0,3 0 3 0,1-1-9 0,1 2-5 15,0-1 1-15,0 2-8 0,2 2-13 0,1 0-34 0,0 2-46 16,-1 2-59-16,1 0-51 0,1 2-41 0,0 2-82 0,1 1-104 0</inkml:trace>
  <inkml:trace contextRef="#ctx0" brushRef="#br0" timeOffset="127355.3">6645 11358 524 0,'-2'-4'78'0,"2"0"-45"0,-1-1-36 0,3 0-10 0,1 1-1 0,1-1-2 16,1 0-4-16,1 1-10 0,0-1-18 0,1 0-24 0,-2 1-24 15,1 2-30-15,0 1-55 0</inkml:trace>
  <inkml:trace contextRef="#ctx0" brushRef="#br0" timeOffset="128089.62">6637 11353 92 0,'-6'3'45'0,"1"2"-11"0,-2 0-7 16,3-1-4-16,-1-1-6 0,0-1-9 0,1 0-1 0,0 1-4 16,1-1-1-16,0 1 1 0,1-1-1 0,-1 1-1 0,2-1 0 0,-1-1 0 15,0 0 1-15,1 0 1 0,0-1 2 0,-1-1 0 0,1 0 2 0,0 0 1 16,0-1-1-16,1 0 0 0,-1 1-2 0,2-2-2 0,-1 0-1 15,0 1 0-15,1 0 1 0,0-2-1 0,1 2 2 0,0-1-1 0,0-1 0 16,0 1 0-16,1 0-3 0,0-1-2 0,1 0 2 0,0 1-1 16,0-1-1-16,0 0 0 0,1-1 1 0,0-1 0 0,0 2 2 0,1-4-1 15,1 1 1-15,-1 0 2 0,2-3-1 0,-2 2 2 0,1 0-1 0,1-2 4 16,-1 2 0-16,-1-2 2 0,2 1 5 0,0 0 2 0,-2-1 1 16,1 1 1-16,-1 1 0 0,0-1-2 0,-1 1-1 0,1 0-1 0,-1 1-3 15,0 0-2-15,-1 0-1 0,1 1-1 0,-1 0-4 0,0 1-1 16,0 1-1-16,0-1-2 0,0 1 2 0,1 0-1 0,-1 0-1 0,0 1-2 15,0 1 0-15,-1-1 1 0,0 1-2 0,0 0 2 0,-1 1-1 0,2 0-1 16,-1 0 1-16,-1 1-3 0,1-1 0 0,-1 1 1 0,1 0-2 16,-1 1 2-16,-1 0 0 0,1 0 0 0,-2 1 2 0,0-1 0 0,1 2-1 15,-2-1 5-15,0 1 2 0,1-1-1 0,-2 0 4 0,1-1-1 0,0 1 2 16,0-2 3-16,-1 1-3 0,0-1 3 0,1 0-2 0,-1 0-1 16,1 0 4-16,1 0-1 0,-2 0 2 0,1-1 2 0,0 1 0 0,-1 0 2 15,2-1-1-15,-1 0-1 0,0 0 3 0,1 0-4 0,-1 0 4 16,1 0 0-16,0-1 2 0,0 1-1 0,0-1 2 0,0-1-2 0,1 1 0 15,1-2 3-15,0 1 0 0,1 0 4 0,1 0 0 0,0-2-1 0,2 0-2 16,1 1-4-16,0-2 3 0,2-1-3 0,1 0 1 0,1-1-3 16,2 0-2-16,3 0 1 0,1-1-1 0,0 2 3 0,3-2-3 0,2 0-3 15,0-1 1-15,2-1-3 0,2 1 3 0,-1-1-2 0,2 2 0 0,3-2-4 16,1-1-3-16,1-1 1 0,2-1-1 0,-1 1-3 0,1-1 1 16,2 0-3-16,0 0 2 0,0 2 1 0,-2-1 3 0,0 0 0 0,-1 1-7 15,0 0 2-15,-1 1-4 0,1 0 1 0,0 2 8 0,-2 1-4 16,2 0 4-16,-3 1 3 0,4-1-7 0,-1 1 0 0,0 3 2 0,-1-1-3 15,-1 2 2-15,0 1-2 0,1 0-3 0,0 1-1 0,2 0 0 0,-1 1-3 16,1 2 2-16,1 0-1 0,1 2-5 0,1 2 2 0,1 0-6 16,0 4 1-16,1 1-3 0,0 1-2 0,1 3 10 0,-1 1-1 0,-2 3 8 15,0 3 1-15,-4 0-5 0,0 3 2 0,-2 2-1 0,-2-1 6 0,-1 3 2 16,0-1-2-16,-1 3 5 0,-1 0-4 0,-3 0-4 0,-1-1 3 16,-3 0-5-16,-1-2 0 0,-1 1 0 0,-1-1-3 0,-1 2 3 0,-2 0-2 15,-1 0 6-15,-1-2-6 0,-2 1 8 0,-3-2 4 0,-1 1-2 16,-2 0 4-16,-1-3-5 0,-1 1-4 0,-2-1-3 0,-1 0-2 0,-2-2-6 15,-2 0 2-15,-2-1 5 0,-2-1 6 0,-2 2 9 0,1-3 5 0,-2-1 3 16,0 0 5-16,1-3 2 0,-2 1 4 0,1-3 5 0,-1 2-4 16,-1-2 0-16,-1-1-1 0,2-2-8 0,-3 0 2 0,-2-1-1 0,0 0-4 15,-1-1 3-15,-1-2-1 0,-1-1 4 0,-3-1 2 0,-1-2 0 0,-2-1 0 16,-4-2-3-16,0-1-3 0,-4-2 0 0,-2 0-3 0,-2-2 4 16,-1-2 2-16,-1-1 7 0,0-2 12 0,-2-1 6 0,1-1 0 0,1-2-3 15,0-2-1-15,0-3-9 0,1-2-7 0,0-4-11 0,-1-3-17 16,-1-2-19-16,-3-3-8 0,-1-1-12 0,-1 0-13 0,2-2-5 0,6 2-7 15,4-2-3-15,4 3-4 0,3 1-11 0,5 1-28 0,3 0-41 0,3 1-59 16,4-4-99-16,2 0-150 0</inkml:trace>
  <inkml:trace contextRef="#ctx0" brushRef="#br0" timeOffset="130020.08">13198 11194 358 0,'-13'1'79'0,"-1"1"-30"0,-3 0-26 0,4-2-9 0,1-1-7 0,1-1-3 16,2-1-1-16,1 0 0 0,0-1 2 0,1 0 3 0,1 0 5 15,1 0 6-15,0 0-3 0,1 2 3 0,1-1-3 0,0 0 4 0,0 1 4 16,2 0 4-16,-1 0-1 0,1 0 0 0,0 0 1 0,1 0-2 15,1 1-3-15,-1-1-6 0,1 1-1 0,0 0-5 0,1-1 5 0,0 0 0 16,2-2-2-16,0 0 1 0,1 0 1 0,1 0 1 0,0-1 0 16,1-1 2-16,1 0 2 0,1-1 0 0,2 0 0 0,0 0 4 0,1 0-4 15,3-1 0-15,0-1 4 0,0 0-7 0,1 0 6 0,2 0-2 0,1-1-2 16,2 0 1-16,0 0-2 0,2-1-3 0,0 1-1 0,2-1-1 0,2 0-2 16,2 0 3-16,2-3-2 0,0 0-3 0,2 1-3 0,-1 0-3 15,1 1-1-15,1-1-3 0,1 1 2 0,1 0-4 0,-1 1 2 0,0 2 3 16,0 0-3-16,-1 0 7 0,1 1-5 0,-2 2-5 0,1 1 5 0,-1 0-2 15,-1 1 2-15,1-1 11 0,0 1-3 0,-1-1-4 0,1 0 1 16,-2 0-4-16,1 0 2 0,1-1-1 0,-1 0-4 0,0 0 2 0,-1 0 1 16,0 1 3-16,-2-1 1 0,1 2-4 0,-1-1 2 0,-2 0-1 15,1 0 3-15,-1 1 1 0,0 1 5 0,-1 0-1 0,2 0 3 0,-3 2-1 16,0-1 4-16,0 2 2 0,-3 0-2 0,0 1 4 0,-1 1-3 0,-3 0 5 16,0 1-1-16,0 0-1 15,-1 0-1-15,1 1-6 0,-1 1 4 0,1 0-4 0,-2 1 0 0,2 1-1 0,-1 1-7 0,-1 0 2 0,0 2 5 16,1-1-8-16,0 2 0 0,-2-3 5 0,2 2-7 0,-1 0 4 0,0 1 1 15,0 1 0-15,0 1-1 0,-2-1 1 0,1 1 4 0,-2 0-9 16,1-1 6-16,0 1-6 0,0-1 3 0,0 3 0 0,0 0-3 0,0 0-2 16,0-1 1-16,-2 1-4 0,0 1 5 0,1 1 6 0,1 0-9 15,-1 2 5-15,-1 0-1 0,1 1-9 0,0 1 7 0,1 1-3 0,-2 0 3 16,-1 0 1-16,0 0 2 0,-2-1-1 0,-1 0 1 0,0 1-1 0,0-1 1 16,-1 0-2-16,-1 0-5 0,-1 1-1 0,1-1 4 0,-1-1 1 15,-1 0-3-15,-1 0-2 0,0-1-3 0,-1 2 0 0,-1 1 1 0,1-2 4 16,-2 0 0-16,0 0 2 0,-1-2-4 0,-1 0-1 0,0 0 6 0,-1 0-1 15,-1-2 0-15,0 1-2 0,-2 0-1 0,0 0-3 0,0-1 0 16,-1 2-1-16,-2 1 0 0,0-1-2 0,0 2-2 0,-2 0 2 0,0-1 3 16,-2 1 1-16,-2 0 1 0,-1 0 3 0,0 1-2 0,-1-1 5 15,-1-1-1-15,-2 1-3 0,0-2 5 0,-3 0-1 0,-2-2-6 0,-1 0 11 16,-3-2-9-16,-1 0 0 0,-3-2 13 0,-1 1-7 0,-3-2 3 16,-1-1 0-16,-2-1-3 0,0-2-1 0,-4-1 1 0,-1 0 0 0,-2-2 1 15,-1-2-3-15,-2-1 2 0,0-1-1 0,0-1 0 0,-2-1 0 0,0-1 0 16,1-1 0-16,-2-2 0 0,3 2-2 0,1-2 2 0,2-1-2 15,-1 2 2-15,1-2-1 0,3 2-1 0,0-1 1 0,2 1 2 0,1 2-3 16,1 0 1-16,0 1 2 0,3 2 0 0,2 0 2 0,1 1-6 0,2 0-4 16,2-1-2-16,2 2-13 0,1-1-4 0,2 0-7 0,2-1-14 15,1 0-7-15,2 0-11 0,1-1-18 0,2-1-21 0,0 0-21 0,2-2-31 16,0 1-34-16,0-2-33 0,2 1-36 0,2-2-25 0,0-1-171 0</inkml:trace>
  <inkml:trace contextRef="#ctx0" brushRef="#br0" timeOffset="137854.85">10042 12788 1059 0,'-6'6'124'0,"1"1"-15"0,-1 2-29 16,2-2-11-16,3-2-24 0,1-1-21 0,0 0-12 0,2-1-11 0,1-1-1 15,1 1-5-15,0-1-2 0,1-1-4 0,1 1 0 0,0-1 1 16,1-1 0-16,1 1 6 0,0-1 2 0,0 0 1 0,0-1 0 16,1 0 4-16,0 0 4 0,0 0 7 0,0 0 7 0,-2 0 1 0,2-1 6 15,-1 0 12-15,0 0 5 0,1 0 15 0,1 1 6 0,0-1-3 0,1 1-4 16,0-1-5-16,-1 0-7 0,3 0-6 0,2-2-3 0,0 1-7 0,0 1-2 15,1-1 0-15,-1 0 0 0,1 1-4 0,0-2-1 0,0 1-2 16,2 0-1-16,0 1 4 0,0-1-5 0,1 1-2 0,0-1-2 0,0 1-3 16,0 0 3-16,1 1 3 0,-1-1-4 0,1 0-4 0,1 0 0 0,-2 0-5 15,2 1 3-15,-1 0-1 0,-1-1-2 0,1 2 2 0,-1-1-2 16,1 0 3-16,1 0 1 0,0 1-4 0,-2 1 5 16,2-1-2-16,0 0 2 0,0 1-1 0,2-1 4 0,2-1-4 0,-1 0-4 0,3 0 0 15,-1-2-4-15,0 0-7 0,2-1-6 0,-2 0-17 0,2-1-27 0,0-1-46 16,3 0-93-16,0 0-158 0,1-2-237 0,0-1-317 0</inkml:trace>
  <inkml:trace contextRef="#ctx0" brushRef="#br0" timeOffset="148390.66">9794 13914 622 0,'-6'3'186'0,"0"0"-98"16,1-1-2-16,3-1-23 0,2-1-13 0,0-1-20 0,2 1-13 0,0-1-9 15,2 1-1-15,1-1 0 0,2-1-5 0,-1 1 2 0,2 0-2 16,-1-1-4-16,2 2 2 0,0-2-1 0,1 0 1 0,-1 1-1 0,1-1 1 16,0 1 2-16,0-1-1 0,-1 1 6 0,-1-1 5 0,1 1 10 0,-2 0 15 15,0 0 13-15,1 1 18 0,-2-1 11 0,1 0 7 0,0 0 4 16,0 1-4-16,0-2-9 0,0 1-5 0,1 0-8 0,0 0-2 0,2 0-7 16,-1 1-7-16,2-2-6 0,0 1-8 0,0-1-3 0,2 1 1 0,1-1-2 15,2 2-2-15,0-2-1 0,1 1-4 0,1-1 1 0,-2-1 0 16,1 1-1-16,2-1-3 0,-1 0-1 0,1-1 7 0,1 0-4 15,0 0-2-15,-1 0-1 0,1 0-3 0,-1 0-1 0,-1 1 1 0,1 0-1 16,-1-1-9-16,-1 2 4 0,0-1-6 0,1 1 1 0,0 0 0 0,-1 0-5 16,1 0 0-16,1 0-2 0,-1 0-4 0,0 0-7 0,0 0-11 0,2 2-14 15,-1-1-16-15,2 0-30 0,2 0-44 0,-1 1-56 0,2-1-107 16,1 0-143-16,3-2-426 0</inkml:trace>
  <inkml:trace contextRef="#ctx0" brushRef="#br0" timeOffset="-194685.06">11436 6381 1671 0,'-8'0'18'0,"0"2"-47"0,1 4-34 0,3 4-11 0,4 2-10 16,2 1-8-16,0-1-5 0,2-2-25 0,0 0-22 0,0-2-12 0,1 0-18 16,0 0-3-16,-1 1-3 0,1 0-21 0</inkml:trace>
  <inkml:trace contextRef="#ctx0" brushRef="#br0" timeOffset="-194402.05">11196 6647 718 0,'-10'-1'118'0,"0"0"-70"16,-3 2-26-16,5 2-12 0,1 2 3 0,2 0 0 0,1 0 3 0,1-1 2 15,1-1 0-15,2 0 0 0,0-1-3 0,1 0-1 0,2 1-3 0,0-1 3 16,3 1 5-16,0-1 2 0,3 0 7 0,1 0 0 0,2-1 5 16,-1 1 10-16,3-1 4 0,2 0 4 0,0 0-1 0,2 0-8 0,4 0-1 15,2 2-7-15,2 0-6 0,4 3-9 0,0 1-9 0,2 1-2 16,1 0-7-16,3-1 0 0,0-2 0 0,0-1-3 0,3-4-2 0,1-2-3 16,3-3-8-16,3-5-2 0,3-4-8 0,2-6-1 0,1-3 1 0,4-6-2 15,0-5 3-15,1-6 8 0,2-5 0 0,-1-7-1 0,1-4 8 16,1-7-1-16,0-5-1 0,1-5 8 0,1-8-6 0,1-3-5 0,2-6-7 15,1-4-13-15,4-4-15 0,1-5-20 0,3-4-26 0,3-3-32 0,-1-4-46 16,5-4-81-16,1-5-125 0</inkml:trace>
  <inkml:trace contextRef="#ctx0" brushRef="#br0" timeOffset="-193818.59">12428 7920 1842 0,'-24'-2'-5'0,"1"1"22"0,-1 0-15 16,13 2-6-16,7-1-8 0,1 1-3 0,4-1-2 0,1 0-3 0,2-1 1 15,3 1 2-15,5-1 4 0,3 2 5 0,4 1 0 0,2 2 2 16,2 3 5-16,3 0-1 0,-2 3 1 0,2-1 4 0,0 1-7 0,0-1 0 15,3-1 0-15,1 0-2 0,1-2 2 0,3 0 2 0,1-2 1 0,4 0 4 16,0-1-2-16,2-2 2 0,1-2 0 0,0-2 3 0,2-4-1 16,1-1 4-16,1-4 3 0,1-3 1 0,-1-4 5 0,2-4-1 0,0-2 4 15,0-3 1-15,3-1-4 0,-1-4-3 0,0-1-4 0,2-5-4 16,-3-1-9-16,2-2-2 0,1-3-4 0,0 1-7 0,0-4-5 0,0-1-35 16,0-3-94-16,-1 1-101 0,1-2-124 0,-1 0-349 0</inkml:trace>
  <inkml:trace contextRef="#ctx0" brushRef="#br0" timeOffset="-193435.44">14548 8427 2029 0,'-22'8'-18'0,"2"1"1"0,-1 3-34 0,11 1-21 0,8 0-2 16,4 2 7-16,3 0 8 0,4 0 4 0,5 2-1 0,2 2 0 0,3 0 7 16,0 3 7-16,1 0 14 0,3 0 11 0,-1-1 9 0,4-2 8 15,-1-4-2-15,2-2 9 0,0-3 6 0,-1-4 15 0,2-3 16 0,0-5 7 16,4-4 11-16,2-4-1 0,4-3-5 0,3-2-7 0,2-5-9 16,1-3-15-16,4-4-7 0,0-4-12 0,2-3-2 0,3-3-6 0,0-3-6 15,2-2-4-15,1-1-6 0,0-4-11 0,1 0-10 0,1-1-35 0,0 0-66 16,1-1-74-16,-1-1-90 0,1-1-277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0:29:27.0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3636 6389 71 0,'11'-9'16'0,"1"-1"-2"16,4-2 1-16,-1 1 2 0,-1 1 0 0,0 0-1 0,1 2-6 0,-1-1-5 16,0 1-4-16,1 2-2 0,0 0 0 0,2 0 1 0,-2 1 1 0,1 1-2 15,-1 1 1-15,-1-1-2 0,-1 1 2 0,2 0 1 0,-1 0 0 16,1 1 2-16,-2 0-1 0,1 0 0 0,1-1 2 0,0 2-2 0,-1-2 3 15,3 1 1-15,-2 0-2 0,1-1 6 0,-1 0 1 0,1-1 4 0,2 0 5 16,0 1-1-16,0-1 3 0,3 1 1 0,0 0 0 0,0 0 6 16,2 1 1-16,0-1 1 0,0 2 4 0,1-1 3 0,0 0 4 0,2 0 2 15,0 0 2-15,2 1-3 0,4-3-5 0,0 1-4 0,3-1-1 0,2 0-3 16,0-1-1-16,3 1 1 0,0 0-7 0,1 0-1 0,1 1-6 16,-1 0-3-16,2 1-1 0,0 0-10 0,0 0 1 0,-2 1 1 0,-2 0-4 15,3 2 9-15,-3 0 1 0,0 0 3 0,0 1 7 0,0 0 5 16,1 1 5-16,0 0 4 0,0 1 8 0,1 0 2 0,-1 0-1 0,1 0-4 15,1 1-6-15,-1 0-13 0,2 1-5 0,-1-1-1 0,2 1-6 16,-1 1 2-16,0-1-1 0,1-1-4 0,1 0 4 0,1 0-5 0,0-2 2 16,0 0-2-16,-1-2-3 0,0 0 2 0,0-2 0 0,2 0-2 0,-3-1 3 15,0 0 4-15,0-1-2 16,-1-1 7-16,-2 0 11 0,-1 0 1 0,0-1 12 0,0 1 8 0,-1-1 0 0,0 0 6 0,-1 0-3 0,-1 0-8 16,0 0-5-16,-1 1-8 0,2-1-9 0,1 1 3 0,0 0-8 0,3 0-3 15,-2 1-3-15,3 0-10 0,-1 0 3 0,-2 0 1 0,2 0-1 16,1 1 6-16,-1 0-4 0,-1 0-3 0,-1 1 4 0,-1-1-2 0,-1 0-2 15,0 1 2-15,-1-2 1 0,0 1-1 0,-1-1 4 16,0 0-2-16,0-2 3 0,-2 0-6 0,1-1 5 0,-3-2-1 0,2 0 3 0,-3-2 3 16,2 0-3-16,-2-1 4 0,1-3 1 0,-1 0 1 0,-2-1 2 0,-2-1 4 15,1 1-2-15,-2-1 1 0,0-1 1 0,-1 1-11 0,0-2 5 16,0 0-4-16,-3-1 2 0,1-1 8 0,-3 1-3 0,-1-1 0 0,-1 1 0 16,-2-1-8-16,-3 0 0 0,-1 0 13 0,-3-1-2 0,-4 1 8 0,-1 0 2 15,-2-1-10-15,-3-1-2 0,-1 0-1 0,-3-2-6 0,-2 2-9 16,-2-1-2-16,-4 0-2 0,-3 1-4 0,-4-2 3 0,-3 1-5 0,-3-2 0 15,-3 0-2-15,-2 1-1 0,-5-2 5 0,-2 2 4 0,-2 0 0 0,-2 0 4 16,-2 1 7-16,-3-2-7 0,-3 1 4 0,-2-1-2 0,-3-1-6 16,-1 1 0-16,-1 0 6 0,-3 2 3 0,-1 0 3 0,0-1 3 0,-1 3-8 15,0-2-1-15,1 2 0 0,0 2-3 0,-1-1 2 0,-1 2 1 0,0 2-8 16,-1 1 1-16,-3 1 1 0,1 0-3 0,0 1 9 0,0 3-2 16,3-1-2-16,-1 2 1 0,0 1-5 0,1 0 4 0,-1 2 1 0,1-1 0 15,0 1 1-15,0 0-1 0,1-1 0 0,-1 0 0 0,1 2 0 16,1 0 0-16,1 1-1 0,0 2-2 0,0 1 4 0,-2 1 2 0,-1 1 2 15,0 1 2-15,0 1-8 0,0 1 1 0,1 0 0 0,0 3-3 16,0 1 3-16,2 1-5 0,-1-1 22 0,3 0 0 0,2 1-1 0,1-2 3 16,3 1-16-16,0 1-3 0,1 2 3 0,0 0-3 0,2 3-1 0,2 1 1 15,0 1 0-15,0 2-2 0,0 3 5 0,0 2-1 0,0 2-1 16,2 2 4-16,-2 1-8 0,3 2-8 0,1 2 3 0,2 3 1 0,-1 0-3 16,4 3 12-16,1-1 1 0,5 0-5 0,2 3 1 0,4 0-4 0,2 1-1 15,4 1-3-15,3-2 3 0,4-1-12 0,4 2-14 0,3-3-23 16,3 2-50-16,2-1-62 0,4-2-67 0,1-1-68 0,4-3-81 0,2 1-365 15</inkml:trace>
  <inkml:trace contextRef="#ctx0" brushRef="#br0" timeOffset="14756.23">3395 6160 556 0,'-3'-3'14'0,"-1"-1"-14"0,1-1 1 15,2 2 3-15,1 0 0 0,0 0 3 0,0 0-1 0,-1 1-1 16,0-1-4-16,1 1-1 0,-1 0 0 0,1 1-3 0,-1 1 3 0,0-1-1 15,-1 2 0-15,0-2 0 0,-1 1-2 0,-2 0 1 0,0 0 0 0,-1 1 1 16,-1-1 0-16,-2 0 1 0,-1 0 1 0,0-1 3 0,-2-1 0 16,-1 0 3-16,0-1 1 0,1 1 1 0,2-1 3 0,-1-1 4 0,-1-1 8 15,1-3 5-15,-1-1 6 0,2-2 3 0,2 0 0 0,-1-3-3 0,2-2-2 16,1 0-1-16,0-2-1 0,0-2-2 0,2-1 0 0,1-1 0 16,-1-3 7-16,2 0 1 0,1-2 6 0,0-1 4 0,1 1-6 0,2 0 0 15,0 1-6-15,1-1-8 0,1 2-5 0,1-3-10 0,1 2-4 0,2 0-6 16,0 1-1-16,2 3-1 0,0 0-8 0,3 1-9 0,1 2-24 15,3 1-70-15,2 1-171 0,3 2-352 0</inkml:trace>
  <inkml:trace contextRef="#ctx0" brushRef="#br0" timeOffset="22077.66">9242 6322 268 0,'-7'-3'43'16,"-2"2"-8"-16,1-1-4 0,3 1-6 0,4 1-7 0,0-1-8 0,1 1-3 15,0 0-4-15,0 0-3 0,2 1 1 0,0 0-3 0,0 1 2 16,1 0-1-16,0 2 2 0,0-1 0 0,0 2 0 0,-1-1-3 0,1 0 0 15,0-1 4-15,-1 0 0 0,0 1 2 0,1-1 5 0,-1 0 2 0,0-1 5 16,0 0 9-16,0-2 3 0,0 0 2 0,0-1 4 0,1 0-1 16,0-2-2-16,1-1-5 0,1 0-3 0,2-1-8 0,-1-1 3 0,2 0-3 15,0-2-5-15,-1 1 5 0,1-1-7 0,1 0 0 0,-1 0 8 0,0 1 2 16,-1 0 8-16,1 1 9 0,-1 1 4 0,0-1 6 0,0 3 3 16,0 0-2-16,0 1 1 0,1 0-5 0,1 2-2 0,1 0-6 0,-1 2-5 15,2 0-4-15,1 1-3 0,1 0-4 0,3 2-4 0,-1 0-8 16,2 2-1-16,0 0 0 0,1 0-1 0,1 1 1 0,2 1 1 0,1-1-4 15,2-1-1-15,0 0-2 0,-2 0-1 0,2-2-2 0,-2 0 1 0,-1-1 3 16,1 0 0-16,0 0 4 0,2 0-4 0,-1-1 0 0,-2 0 4 16,1 0-5-16,0-1 5 0,-2 0 1 0,0-1-3 0,1-2 1 0,-2-1 4 15,0 1-3-15,2-2 6 0,-2 0-2 0,1-1-3 0,1-1 3 0,-2 0-2 16,2 0 7-16,-1 0 4 0,-2-2 2 0,1 0-4 0,0-2-1 16,1 0 0-16,2 0-4 0,0-2 4 0,1 0-3 0,0-1-2 0,0 2 0 15,-1-1 4-15,1 1-3 0,1 1-5 0,-1-1 0 0,3 2-3 16,-1 0 2-16,3 3 3 0,-2 0-5 15,1 1 3-15,1 2 0 0,-1 0 1 0,1 1 0 0,-2 0-4 0,1 2 1 0,0 0 0 0,1 0 3 0,-1 0 0 16,2 1-1-16,-2-1 1 0,3 1 1 0,-1 0 1 0,2-1-3 16,-1 0 1-16,1 0 1 0,-1 0 2 0,1-1-1 0,-1 0-2 0,2 1-1 15,0 1 1-15,2-1-4 0,-1 1 2 0,2-1-3 0,0 1 3 0,0 1-4 16,0-1 2-16,0 0-2 0,0 0 0 0,-1-1 1 0,1 0-1 16,-1 1 4-16,2-1-4 0,-3 1 5 0,1 0-1 0,-2 0-1 0,0 0 2 15,1 1-2-15,-1-1 2 0,1 1 0 0,-2 0 1 0,2 0-1 16,-1 1-1-16,1-1 1 0,-1 1 3 0,1 1-2 0,-1-1-4 0,1 1 1 15,-1 2-3-15,2-1 3 0,-1-1-2 0,2 1 0 0,1-1 1 0,-2 1 2 16,1-1 2-16,0-1 2 0,3 1 1 0,1-2-5 0,0 0 0 16,1 1 0-16,-1 0 2 0,0-1-6 0,1-1 9 0,-1 1-9 0,-2-2 0 15,1 1 6-15,0-1-3 0,1 1 7 0,3-1 1 0,-1 0 2 0,-1 1-3 16,0-1 7-16,0 0-2 0,1 0 0 0,2 0 5 0,-2-1-6 16,1 0 0-16,-1 0-3 0,0 0-3 0,-2 0 3 0,2 1-2 0,-1-2-1 15,0 1-1-15,1-1-1 0,-2 0 0 0,1 0-1 0,-1-1-3 0,-1 0-1 16,2 0 2-16,-1 1 2 0,0-1-1 0,2 0-3 0,0 1 7 15,-1-2-4-15,1 0 7 0,-2 0 1 0,-1 1-8 0,-1-1 1 0,0 1-5 16,0 0 3-16,-1 1 3 0,0-1-3 0,0 0 5 0,-1 0 1 0,2 1-2 16,-1 0 1-16,1 1-1 0,1-1-2 0,-2 1-1 0,2 0 0 15,-3-1-5-15,1 1 1 0,-1 0 1 0,0-1 1 0,0 1-1 0,-2-1 8 16,3 0-6-16,-2 0 3 0,-1 0-4 0,2 0-1 0,-4 1 2 16,1 0 0-16,0 0 2 0,1 0-1 0,0 1 2 0,2 0 3 0,-4 1-4 15,2-1 1-15,-2-1 0 0,-1 0-5 0,1 0 8 0,-2 0-3 0,-1-1-1 16,1 0 2-16,-2-1-2 0,1 0-1 0,0 0 2 0,2-1 0 15,-2 0-1-15,1 1 4 0,-2-1-3 0,0-1 2 0,-1 1-4 0,0-1 3 16,0 0-4-16,0 0-2 0,1 0 2 0,-3 0-1 0,0 1 2 0,1-2 3 16,-4 1-3-16,2 1-2 0,-1-1 2 0,-2 1 1 0,1 0-4 15,1 0 1-15,-2 0-2 0,2 1 0 0,-2-1-3 0,-2 0-3 0,2 1-5 16,-1-1-11-16,0 3 1 0,1 0-21 0,1 0-20 0,0 2-45 0,0 2-110 16,1 3-174-16,-1 5-488 0</inkml:trace>
  <inkml:trace contextRef="#ctx0" brushRef="#br0" timeOffset="78154.72">9033 5041 714 0,'-16'0'31'0,"1"-1"-37"16,0 0-9-16,5-1 6 0,4 2 4 0,0-2 4 0,2 0 0 0,1 0-4 16,1 1-8-16,0 0-18 0,1 0-14 0,1 0-5 0,1 0 4 0,1-1 16 15,1 1 16-15,-1-1 9 0,2 0 5 0,-1-1 1 0,1 0 2 16,1-1 0-16,-1 1 1 0,0-1-1 0,1-1 0 0,1-1-1 0,2 0 3 15,1-1-2-15,0 1 3 0,2-2 0 0,-1-2 1 0,1 0 4 0,0 0 2 16,1-2 4-16,2 1 5 0,1 0 1 0,1-2 1 0,3 0 4 16,1-2 0-16,2 1-1 0,3-1 1 0,1 0-3 0,1-1-3 0,1 1-3 15,2-1-5-15,3 0 0 0,1 1-3 0,2 1-2 0,3-1 1 16,0 0-6-16,2 0 0 0,1 2 0 0,2-2-3 0,2 1 1 0,0-1-3 16,-1 1 1-16,1-2-2 0,2 2 0 0,1 1 2 0,0 1-3 0,-1 1 3 15,1-1-2-15,0 0 1 0,1 1 5 0,1 2-1 0,0 0 5 16,1 2 13-16,1 1 15 0,-1 2 11 0,3 1 10 0,2 0-8 0,2 1-9 15,4 0-11-15,2 1-8 0,2 1-6 0,3 1-6 0,2 0 0 0,2 0-8 16,2 1 3-16,1-1-2 0,3 1 5 0,0 0-5 0,1 0 1 16,3-1-4-16,-1 0-1 0,-1-1 0 0,0 0 1 0,-2 0 2 0,-2-1-2 15,-1 0 3-15,-3 0-2 0,0-1 1 0,-4 0 1 0,0 1-1 16,-3 0 5-16,-2 0-2 0,-2 1 4 0,-2 0 1 0,-1 1-4 0,-3 1 3 16,-2 0-2-16,-1 2 0 0,-1-1 3 0,0 3 0 0,-3 0-1 0,-2 0-2 15,-1 3-6-15,-1-1 0 0,0 2-2 16,-3 1-2-16,-1 1 4 0,-1 1-3 0,-2 2 1 0,-2 2-1 0,0 2 0 0,-4-1-1 0,-1 3-1 15,-1 2-3-15,0 0-1 0,-2 3-3 0,-1 2-6 0,-4 1-5 0,1 1-7 16,-1 2-13-16,-2-1-22 0,0 1-25 0,-2 1-27 0,-3 2-23 16,-1 1-22-16,-2 1-45 0,0 4-101 0</inkml:trace>
  <inkml:trace contextRef="#ctx0" brushRef="#br0" timeOffset="93144.2">17960 5187 21 0,'7'-9'17'0,"1"0"-3"0,3-2-3 15,1 0-4-15,-1 1 0 0,1-1 0 0,-1 1-3 0,2 1 1 16,0 1-2-16,1 1-1 0,0-2 0 0,1 0 1 0,1-3 0 0,1 0-2 16,0 0 0-16,2 0 1 0,0-1-2 0,0-1 3 0,2 1-4 0,2 0 0 15,-1-2 3-15,1 0-2 0,0-1 1 0,-1 2-1 0,3-2-1 16,2 1 1-16,0-2 0 0,0 2 1 0,1-2-1 0,-2 1 3 0,0-2 1 15,3 1-1-15,-1-1 2 0,2 0-1 0,0 2-1 0,2 0-1 16,-2 0-1-16,3 1 2 0,-2 1 1 0,2 0 2 0,1 0-1 0,1 1-3 16,-1 1 0-16,0 2-3 0,2 0 1 0,1 2 1 0,1 2-1 0,1 0 1 15,-1 2 0-15,0 1 0 0,0 2 3 0,1 0 2 0,2 2 8 16,0-1 9-16,0 0 14 0,1 2 12 0,1-1 6 0,0 1-6 0,3-1-5 16,0-1-9-16,0 0-9 0,1-1-3 0,1-1-6 0,-1 0-5 0,0-1-3 15,-1 0 0-15,2 0-3 0,1 0-1 0,0 0-2 0,0 0 2 16,0 1-1-16,0-1 2 0,2 0 1 0,0 0-1 0,-1 0 0 0,0 0 0 15,-1 0 2-15,-1 1 2 0,0 0 0 0,1 0 0 0,-1 0 2 16,-1 1 2-16,1-1 5 0,-1 2 5 0,-2-1 1 0,1 1-2 0,1 1-4 16,-2 0-3-16,0 0-3 0,-2 1-1 0,-2 0-1 0,-2 0 2 0,0 0 0 15,2 0 1-15,-2 1 0 0,1-1 0 0,-2 0-2 0,0 0-3 16,0 0-2-16,-2 0 0 0,0-1-4 0,0 0 3 0,0 1-2 0,0-1 1 16,-1 1-1-16,-1 1 0 0,0 0-1 0,-3 1-1 0,1 0-2 0,-1 0 3 15,0 0 1-15,-1 1-3 0,0-1 3 0,-1 2 3 0,0-1-2 16,-2 1 2-16,-1-1 0 0,1 0-5 0,-2 0 0 0,0-1 0 0,-2 1 1 15,-1-1 1-15,-1-1-3 0,-2 0-10 0,2-1-26 0,-1-1-32 0,-1-1-35 16,1-1-43-16,-1-1-254 0</inkml:trace>
  <inkml:trace contextRef="#ctx0" brushRef="#br0" timeOffset="119037.5">4309 7721 903 0,'-9'-2'109'16,"0"-1"-74"-16,-3 0-24 0,4 2-6 0,2 1-2 0,0 0 0 16,0 0 0-16,1 0-1 0,1 1-2 0,1 0-10 0,1 1-15 0,1 0-20 15,0 2-14-15,1 0-4 0,0 0 11 0,0 2 15 0,-1-1 18 0,1 1 9 16,-1 0 5-16,0 0 6 0,0 0-1 0,1-1 1 0,-1 0 2 15,1 0 2-15,0 0 3 0,1-2 6 0,0 3 5 0,1-1 1 0,0 0 3 16,2 0 1-16,1 0 2 0,1 0 2 0,1 0 1 0,2 0-7 0,2-1-1 16,1 0 0-16,0 0-4 0,3-1 3 0,1-1-1 0,4-1-5 15,0 0 0-15,2-2-1 0,2 0-1 0,1-2 3 0,2-1-3 0,1-2 1 16,0-1-1-16,1-1-1 0,3-1-5 0,0 0 4 0,3-2-2 16,-2 1-4-16,3-2 2 0,0-1-4 0,1 0-4 0,3-1 2 0,0 1-2 15,0 1 0-15,3 1 4 0,-1 0 0 0,2 2 1 0,1 1 0 0,1 1-5 16,2 1-4-16,0 0 1 0,2 1-1 0,1 1 3 0,0 0 2 15,2 0-2-15,1 0-2 0,2 1 1 0,1 0 1 0,0 1 1 0,-1-1 0 16,0-1 1-16,2 1-2 0,0 0 2 0,-1 1 11 0,3-1-2 0,-3 0 5 16,-1 0 4-16,0-1-5 0,-2 1 11 0,1-1 5 0,-3 1 11 15,0-1 7-15,1 1 2 0,-2 1 4 0,1 0-2 0,-1 0-4 0,-2 1 0 16,2-1 1-16,0 1 3 0,2 1 0 0,1 0-5 0,1 1-6 16,1 1-8-16,0 1-7 0,1 2-3 0,-1-1-2 0,-1 2-12 0,1 0 1 15,-4-1-8-15,1 1-3 0,0-2 5 0,-1 2 3 0,-2-1 6 0,0 0 9 16,-1 0 1-16,-2-2 3 0,1-1 4 0,-1-1 5 0,0-2-2 15,0-1 0-15,0-2 1 0,0 0-3 0,0-2-1 0,0-1 7 0,3 1-2 16,-1-3-6-16,-1 0 0 0,1-1-13 0,-1-2-2 0,2 2 0 0,0 0-2 16,0 0-1-16,1 0 0 0,-1 1-3 0,0 1 0 0,2 0 1 15,-1 1 5-15,1 1 2 0,0 2 0 0,-2-1 2 0,1 1-7 0,-1 0 0 16,1 1-2-16,-1 0-1 0,0 1-3 0,-2 0-1 0,-1 1 1 0,1 0-1 16,-2-1 2-16,0 2 1 0,1-1 1 0,-1 0 1 0,0 1-6 15,-3 0-1-15,0-1 3 0,-2 1 4 0,0-1-2 0,1 0-1 0,-1 0-4 16,-2 0 2-16,1 0 1 0,-3-1-1 0,-1 0-2 0,1 0 0 15,-3 0-2-15,0-1 2 0,-2 0 0 0,-2 0-16 0,-2-1-15 0,-1 0-29 16,-3 0-34-16,-1-2-47 0,-3 0-56 0,-3 0-67 0,-3-2-69 0,-3-2-54 16,-1-4-88-16,-2-4-25 0</inkml:trace>
  <inkml:trace contextRef="#ctx0" brushRef="#br0" timeOffset="142736.4">6399 9169 267 0,'12'-2'70'0,"3"2"-41"0,7 0 6 0,2 2 5 0,1 1-2 0,1-1-5 15,0 1-4-15,0 0-3 0,2 0-2 0,1 0-5 0,2 0-7 16,1 1-5-16,3 0-4 0,0 2 1 0,1-1 0 0,1 2-1 0,-1-1 0 16,2-1-3-16,-1 1 1 0,0-1-3 0,2 0 1 0,0 0 3 15,1-2-2-15,-2 1 4 0,-1-1 1 0,0-1-1 0,0 0 3 0,-1-1 1 16,1 0 1-16,0 0 9 0,-1-2 8 0,1 1 7 0,-1-2 7 0,0 0 3 16,1 0-1-16,0-1 3 0,0 0-1 0,0 1-2 0,2-1-4 15,0 0-6-15,1 0-7 0,-1-1-2 0,-2 1-5 0,3 0 0 0,-1 0-4 16,0 0-5-16,3-1 4 0,-3 0-2 0,1-1 1 0,1 0 2 0,0 0-2 15,0 0-4-15,1-1 0 0,0 1-2 0,0-1-3 0,2 0 4 16,-3 0-4-16,0-1 1 0,0 1-1 0,-1 0-3 0,1 0 3 0,1 1 2 16,-1 0-1-16,0 1 3 0,1 2-1 0,1-2-4 0,-1 2 3 15,1-1-3-15,1 1 0 0,1 0-2 0,0 0 3 0,-1 1 0 0,2 0-1 16,-2 1 2-16,1 1-2 0,1 0 1 0,2 2 2 0,-2-1 0 0,0 2-2 16,2 0 1-16,0 0-3 0,0 0-1 0,2 0 3 0,-1 0-4 15,-1 1 2-15,1 0 3 0,-2-1-3 0,-1 1 1 0,1-1 3 0,0-1-4 16,-1 0-1-16,0 0 2 0,1 0-1 0,0 1 1 0,-1-2 5 15,0 1 3-15,1-1 7 0,0 0 7 0,1-1 4 0,-1 0 4 0,0 0-2 16,1 0-3-16,2 0-4 0,-1-1-4 0,1 1 0 0,2 0-4 0,-1 0-3 16,2 0-5-16,2 0 0 0,2 0-5 0,-1 1 2 0,1-1-4 15,0 2-3-15,1-1 6 0,0 1 0 0,-2 1-1 0,2-1 3 0,-2 2-1 16,1 1 1-16,1 0-1 0,-1 1 0 0,-2 1 0 0,1-1 1 16,-2 1 1-16,-1 2 3 0,1-1 3 0,-1 1 3 0,0 0 8 0,1 0 4 15,-1 1 7-15,0-1 1 0,2 2-1 0,0 0-4 0,-1-1-1 0,1 1-7 16,-1 0 1-16,2 0 3 0,0 0-2 0,1 0 2 0,1-3 0 15,0 1-7-15,0-1-2 0,2-1 0 0,-1-1-7 0,2-2 4 0,1-1-6 16,0-1-3-16,1-1 4 0,0-2-4 0,0-1 0 0,-1-1 1 0,0 0-2 16,1 0-1-16,1-1 3 0,-1 0 0 0,1-1 3 0,0-2-2 15,-1 1-1-15,2-2 0 0,0 0-1 0,-1 1 4 0,0 0-6 0,1 0 3 16,0-1 0-16,0 0 0 0,0 1-2 0,-1 0-1 0,1-1 0 16,0 1-3-16,0 0 5 0,-1 0-5 0,0 0 4 0,0 0 2 0,0 0-1 15,0-1 1-15,0 1-2 0,1 0-1 0,1-1 2 0,1-1-2 0,1 1 1 16,-1-1-1-16,4-1 1 0,1-1-1 0,1-1 1 0,1-1 5 15,-1-1-1-15,1 1-2 0,0-3 0 0,1 0-3 0,-1 0 5 0,0 1-5 16,-2-1-1-16,2 1-1 0,-2 0-2 0,0 1 2 0,0-1-1 0,0 2-1 16,-1 0-1-16,2 0-1 0,-2 1 3 0,0 0-2 0,-1 0 2 15,-2 1 2-15,0 0-4 0,-1 1 2 0,0 2-1 0,-4 1-2 0,-2 1 1 16,-1 1-4-16,-2 0 5 0,-1 2-4 0,-1 1-4 0,-2 0 1 0,-2 2-6 16,2 0-1-16,-3 1-7 0,-1 1-11 0,-2 1-21 0,-1 0-25 15,-1 1-23-15,-1 0-18 0,0 1-27 0,-1 0-28 0,0 0-35 0,-3-1-40 16,0 0-69-16,1-1-154 0</inkml:trace>
  <inkml:trace contextRef="#ctx0" brushRef="#br0" timeOffset="144786.04">12113 7282 971 0,'-2'2'203'0,"1"0"-41"0,-1 1-4 0,3-1 20 0,0-1-1 16,1 0-22-16,1 0-14 0,1-1-30 0,0 1-18 0,3-1-13 0,-1 0-10 16,2-1-8-16,1 0-1 0,1 0-8 0,-1 0-3 0,2 0 1 0,-1-1-3 15,2 0-1-15,0 0-5 0,1-1-5 0,0 0-5 0,1-1-2 16,0 1-3-16,0-1-3 0,0 0-3 0,2 0-2 0,0 0 2 0,1-1 0 16,-2 0-2-16,1 0 4 0,1 0-7 0,-2 0-2 0,2-1-5 15,1 0 4-15,-1-1-4 0,-1 0-2 0,1 0 0 0,0 0-4 0,0 1-1 16,0 0 2-16,-1 0 1 0,0-1-5 0,0 0 5 0,1-1-3 15,1 0-2-15,-2 1-5 0,-2 0-15 0,1 0-24 0,-2-1-35 0,1 3-36 16,-1-1-39-16,-1 0-43 0,0 1-59 0,-2 1-74 0,0 0-84 0,-2 0-37 16,-2 1-86-16,0 0-16 0</inkml:trace>
  <inkml:trace contextRef="#ctx0" brushRef="#br0" timeOffset="145008.54">12393 7420 686 0,'1'4'619'0,"2"0"-369"16,1 0-33-16,1-2-2 0,-1-1 7 0,2 0-30 0,2-2-32 0,0 1-35 15,2-2-22-15,0-1-18 0,-1 1-9 0,1-1-9 0,-2 1-14 16,2 0-6-16,0-1-8 0,1 1-6 0,-1-1-3 0,0 0-9 0,-2 1-3 16,2 0-4-16,-1-1-6 0,1 1 1 0,0-1-6 0,-1 1 3 0,1-1-5 15,1 0-1-15,-1-1 0 0,1 0 0 0,-1 0-1 0,-1-1-7 16,-1-1-20-16,0 0-31 0,1 1-34 0,-1-2-40 0,-1 0-43 0,1-1-68 15,-2-1-94-15,2 0-91 0,-2-2-88 0,0-1-388 0</inkml:trace>
  <inkml:trace contextRef="#ctx0" brushRef="#br0" timeOffset="145352.51">12922 6789 1276 0,'-3'-1'268'0,"0"2"-51"0,0-1-14 0,1 0-8 0,1-1-14 16,0 1-29-16,1 0-33 0,-1-1-26 0,1 1-21 0,0 0-12 0,0 0-10 15,1 0-15-15,1 0 1 0,2 0-12 0,0 1-5 0,2 0-1 16,0 0-4-16,3 1-2 0,0 1 0 0,1-1-5 0,2 0 2 0,1 1-6 16,1 0-1-16,1 0 0 0,-1 1 0 0,2 1 1 0,0 0 0 0,1 0 1 15,-3 2-1-15,2 1 1 0,0 1 1 0,-1 1 2 0,-1-1-2 16,1 1 4-16,-2 1 2 0,-1 0 3 0,-2 2-2 0,-1 0 5 0,-1 0-2 15,-1 2-1-15,-2 1-7 0,0 0-7 0,-3 0-2 0,-1 3 22 0,-2 0 4 16,0 0 3-16,-3 0 0 0,0 1-23 0,0-2 3 0,-2 2 2 16,0-2-4-16,0-1 1 0,-1-2-1 0,-1 0-3 0,0 0 0 0,-1-2 0 15,1-2-2-15,1 0 1 0,-1-2-1 0,1-2 0 0,1-2-3 0,0 0-10 16,1-2-12-16,0-1-22 0,2-2-22 0,1-1-24 0,0-1-26 16,2-1-33-16,0 0-36 0,2-2-50 0,0-1-58 0,2-2-62 0,1 0-55 15,1-3-73-15,1 2-166 0</inkml:trace>
  <inkml:trace contextRef="#ctx0" brushRef="#br0" timeOffset="145603.01">13546 6988 464 0,'3'3'371'0,"1"0"-122"0,0 2-23 0,0-2 9 0,0 1 5 0,0 0-29 15,0 0-32-15,1 0-27 0,1 1-29 0,0-1 6 0,-1 2-14 0,1-1-5 16,0 2-11-16,0 0-21 0,1 0-8 0,-1 0-13 0,-1 1-6 16,0 1-10-16,1 0-11 0,0 1-7 0,0 1-5 0,-1-1-9 0,0 2-4 15,0-1 0-15,-1-1-1 0,0-1 1 0,-1 0 3 0,1-2-7 16,-2 0-1-16,1 0-1 0,-1-1-14 0,-2 0-10 0,1-1-16 0,0 0-29 16,0-1-28-16,-1-1-25 0,0 0-36 0,1-2-41 0,-1 0-46 0,-1-2-56 15,1 0-39-15,0-2-43 0,-2 0-64 0,1-1-199 0</inkml:trace>
  <inkml:trace contextRef="#ctx0" brushRef="#br0" timeOffset="145755.01">13522 6989 646 0,'-2'-3'352'0,"-1"-1"-152"0,0-1 5 0,1 2-4 0,0 1-16 16,2 2-20-16,0 0-39 0,1-1-41 0,0 2-22 0,0-1-18 0,1 0-12 15,0 0-5-15,1 0-10 0,0 0-9 0,1 0-2 0,1 0-7 16,0 1-2-16,1-1-24 0,0 1-40 0,1-1-66 0,0 1-92 0,1-1-103 15,2 0-70-15,1 0-88 0,1-1-83 0</inkml:trace>
  <inkml:trace contextRef="#ctx0" brushRef="#br0" timeOffset="146102.53">14133 6888 790 0,'-3'-2'254'0,"1"0"-39"0,-1-1 3 0,-2 2 8 16,2-1-8-16,-4 1-22 0,0 0-33 0,-1 1-34 0,0 0-29 0,-1 1-17 15,0 0-16-15,-2 0-12 0,0 1-9 0,-1 2-5 0,-1-1-3 16,1 2-3-16,-1 1-3 0,2 1 0 0,-2 1-3 0,1 0-2 0,1 0 3 16,0 0-1-16,2 1-1 0,1 0 1 0,1 2 3 0,1-1-4 0,1 1-7 15,1-2 0-15,2 1-3 0,2 2 0 0,1-1 30 0,1 2 4 16,2-3 1-16,1 2 0 0,1-1-22 0,1-1-5 0,2-1 0 0,0 0-6 15,3 0-7-15,1-2-1 0,1 1-5 0,1-1 3 0,0 0-3 16,2-1 1-16,0 1-5 0,-1-2-1 0,0 1 0 0,0-2-4 0,0 0 2 16,-1-1 2-16,0 1-4 0,0-1-2 0,-1-1 4 0,-2 1 2 0,1-1-2 15,-1-1 8-15,-1 0-8 0,-1 0-2 0,-1-2 2 0,-2 0-2 0,0-1 0 16,0-1-7-16,-1 0-16 0,-2-1-19 0,0-1-27 0,-1-1-27 16,-1-2-25-16,1-1-25 0,-2-1-28 0,0-2-42 0,-1-1-59 0,0-1-60 15,0-1-64-15,0-1-57 0,0-2-113 0,1 1 23 0</inkml:trace>
  <inkml:trace contextRef="#ctx0" brushRef="#br0" timeOffset="146537.62">14159 6462 1213 0,'-6'-6'280'0,"0"1"-4"0,-2 0-3 0,2 2-12 0,0 2-25 0,2 1-37 15,1 0-34-15,0 2-24 0,1 1-22 0,1 0-18 0,-1 2-10 0,1 2-16 16,1 2-5-16,0 1-1 0,2 3-17 0,0-1 7 0,0 3-14 15,1 2-1-15,0 0 0 0,2 0-9 0,1 3 0 0,0 2-11 0,1 1 3 16,1 3-7-16,0-1-3 0,1 1 1 0,1-1 0 0,1-1-8 16,1 0 2-16,1-1-14 0,0 0 0 0,-1 0 10 0,2-2-4 0,0 0 4 15,1-1-8-15,-1-3 0 0,1 0-2 0,0-1-16 0,1-2 8 0,-2-3-12 16,0 1 8-16,0-2 36 0,-1 0 4 0,0-2 2 0,-2-2-6 16,0-1-22-16,0 0 0 0,-2-2-2 0,-1-1 2 0,-1 0-2 15,-1-2 2-15,0 1 2 0,-2-3 8 0,-1 1-6 0,1-1 0 0,-2-3-2 0,0 0-2 16,0-1-22-16,-1-2-4 0,0 0 2 0,-1-2 4 0,-1 0 36 15,-1-1 6-15,0-2-4 0,0 0-4 0,0-2-8 0,1 0-4 0,-1 1 6 16,1 1-4-16,0 0-2 0,1 2-2 0,1 0 0 0,0 3 0 16,0 0 0-16,1 1 0 0,0 2 0 0,1 0 0 0,0 2 0 0,0 2 0 15,0-1 0-15,1 2 0 0,0 1 0 0,0 0 0 0,1 2 0 0,1 0 0 16,1 2 0-16,-1 1 0 0,0 0 0 0,1 2 0 0,1 0 0 16,0 2 0-16,1 1 0 0,0 0 0 0,1 1 0 0,-2 0 0 0,2-1 0 15,-1 2 0-15,0-1 0 0,0 0 0 0,0 0 0 0,0-2 0 16,0 1 0-16,0 0 0 0,0 0 0 0,0-2 0 0,-1 0 0 0,-1-2 0 15,0 1 0-15,0-1 0 0,-3-1-8 0,1 0-40 0,0-2-20 0,-1-2-18 16,1 0-30-16,-1-1-38 0,0 0-20 0,0-2-35 0,-1-1-34 16,1-1-39-16,-1-1-70 0,-1-1-46 0,0-2-61 0,0-1-74 0,0-3-196 15</inkml:trace>
  <inkml:trace contextRef="#ctx0" brushRef="#br0" timeOffset="147686.62">14638 6392 1370 0,'-4'1'298'0,"1"0"-27"0,0 2-19 0,0 1-8 0,1 2-22 0,0 0-18 15,1 2-19-15,0 2-30 0,1 0-17 0,1 0-25 0,1 3-17 0,1 1-17 16,1 3-11-16,2 1-3 0,0 1-2 0,2 3-12 0,2 0-7 16,0 3-6-16,3 2-13 0,1 3 3 0,1 0-8 0,-1 0-4 0,1-1-8 15,1 0 4-15,1 0-8 0,0-1 0 0,3 0 2 0,1-3-6 16,0 1 4-16,2-3-6 0,0 0-16 0,0-2-4 0,1-4 30 0,-1 0 4 15,-3-2 6-15,-1-2-2 0,-1-3-36 0,-1-1-18 0,0 0 0 0,-1-2-11 16,-2-1-14-16,-3-1-1 0,-1-1-22 0,-1-1-19 0,-2-1-12 16,-2-1-16-16,-2 0-5 0,-1-2-15 0,-2-1-12 0,-1-1-14 0,-1-1-13 15,-1-2-8-15,-2-1 0 0,-1-3 13 0,-1-1 24 0,0 0 36 0,-1-2 29 16,1-1 38-16,-2-1 35 0,0 1 17 0,-1-1 25 0,1-1 12 16,0-1 1-16,-1 1 9 0,1-2 7 0,0 2 7 0,0 0 15 0,2 3 12 15,1 1 14-15,1 1 1 0,0 2 0 0,1 1-4 0,1 1-17 16,1 2-1-16,0 0-14 0,1 1-4 0,0 1-1 0,0 0-9 0,1 0-4 15,0 1 1-15,0 0-10 0,1 1 1 0,0 0-4 0,-1 0-4 0,1-1-5 16,1 1 1-16,0 1 3 0,1-1-4 0,1 1 0 0,0 0-5 16,0-1 7-16,-1 1-3 0,2 0-6 0,-1 0-1 0,1 1-3 0,0-1-6 15,0 2-1-15,0-1-2 0,-1 2-7 0,1 0 4 0,-2 0-1 0,0 1-6 16,1 1-7-16,-1 0-8 0,-1-1-9 0,0 2-1 0,0 1 3 16,-1 0 4-16,0 0 0 0,0 2 7 0,-1-1 1 0,1 0 4 0,-1 0 6 15,1 0 4-15,0 1 2 0,-1 1 3 0,1 0 2 0,1 0 1 16,-1 1-4-16,1-2 6 0,-1 1-6 0,1 0 2 0,1 0 2 0,-1-2-12 15,2-1 2-15,-1 0 1 0,0-2-1 0,0 1 13 0,0-1-2 0,0-1 1 16,0 0 0-16,0-1 0 0,0-1 2 0,1-2-1 0,-1 0 5 16,1-1-5-16,0-1-2 0,0 0 0 0,0-1-1 0,0-1-1 0,1 0-1 15,-1 0-3-15,1 1 3 0,0 0 8 0,1 2-6 0,-2-1 8 0,2 1-2 16,-1 0-7-16,1 1 9 0,0 0-6 0,-1 0-6 0,1 1 7 16,1 0-7-16,-1-1 5 0,1 2 1 0,-1-1-8 0,1-1 9 0,0 3-3 15,1-1 3-15,0 0 0 0,-1 0-3 0,1-1-1 0,-1-1 1 16,0 1 1-16,0-2 4 0,1 1-6 0,0-1 6 0,1-1-2 0,0-1-5 15,-1-1 5-15,0 2 10 0,-2-1 1 0,-1-1 3 0,1 0-1 0,-2-2-6 16,1 1-4-16,-1-1 6 0,0 1 1 0,-1-1 0 0,0 0 6 16,1 1-8-16,-2 0 6 0,1 1-5 0,-1 1-2 0,0-1 3 0,-1 0-1 15,0 0-2-15,-1 0 0 0,0 1 4 0,0-1-4 0,-1 1 4 0,0 0-6 16,0 0 2-16,-1 1 2 0,-1-1-3 0,0 2 6 0,-1 0-2 16,-1 0-7-16,-1 1 1 0,0 0 0 0,-1 0-11 0,0 1 2 0,0 1 0 15,-3 0-3-15,0 0-1 0,-2 1-3 0,1 1-2 0,0-1-5 0,2 1-9 16,-1 0-5-16,1 0-3 0,0 1-14 0,1 0 0 0,0-1-10 15,1 2-10-15,3-1-4 0,0 1-5 0,2 0-11 0,1-1-14 0,2-1-12 16,2 0-15-16,0 0-9 0,0-2-8 0,2 1-11 0,1-2-12 16,1 0-10-16,0-1-6 0,2-2-2 0,0 1 8 0,0-1 8 0,1-1 15 15,1 0 17-15,1 0 15 0,1-2 23 0,-1 1 21 0,-1 0 21 0,1 0 23 16,-1 1 15-16,1 0 18 0,-2 0 15 0,0 2 17 0,-1 0 20 16,0 0 18-16,0 0 17 0,0 1 12 0,-1 0 11 0,0 1 1 0,1 0 6 15,-1 1-6-15,1 0-6 0,0 0-3 0,0 1-13 0,0 1-4 0,0 0-7 16,-1 1-8-16,-1-1-7 0,0 0-5 0,1 0-14 0,0 0-4 15,-1-1-12-15,1-1-7 0,-1-1-3 0,1 0-2 0,-1 0 0 0,1-2-3 16,0 0-5-16,-1-2 6 0,1-1-6 0,-2 0 4 0,1-1 6 16,-2 0-8-16,0 0 2 0,-1-2-4 0,0 1-2 0,-1-1 0 0,1 1 0 15,0-1 1-15,-1-1-3 0,1 1 0 0,-1 0 0 0,0-1-1 0,-1 1 1 16,1 0 0-16,0 0 6 0,-1 0 2 0,1 1 1 0,0-1 6 16,0 2 10-16,1 0 11 0,0 1 11 0,0 0 7 0,-1 2-2 0,1 0-7 15,1 2-3-15,0 1-8 0,-1 1-8 0,2 1-7 0,-1 0-4 0,1 0-5 16,0 2 0-16,-1 0 1 0,2-1 1 0,-1 2-4 0,-1 0-3 15,2-2 1-15,-1 2 2 0,0-1-2 0,0 1-4 0,-1-1-1 0,0 0-8 16,-1 0 8-16,-1-1 1 0,-1 1-3 0,0-1 2 0,0-1-5 16,-1 0 3-16,0 0-1 0,-1-2-2 0,0 0 1 0,1-1-2 0,-1 0-3 15,0-1 8-15,0-1-6 0,0-1-1 0,0 0 6 0,0-1-3 0,0-2 2 16,0 0 5-16,0-1-2 0,1-1 3 0,0 0-1 0,0 0 1 16,-1 0 4-16,1-1 6 0,-1-1 1 0,1-1 1 0,-1 1-3 0,1 0 0 15,0 1-3-15,0 0-2 0,1 0 1 0,1 0-7 0,1 0 1 0,-1 0 5 16,1 1-11-16,1 2 4 0,0-1-2 0,0 2 2 0,0 0-3 15,0 1-2-15,1 0 3 0,-2 1-8 0,1 0 2 0,-1 0 0 0,0 1-9 16,2 0-3-16,-1 0-11 0,-1 1-18 0,2-1-20 0,-1 1-23 0,1 0-25 16,0 0-29-16,1-1-25 0,0 2-39 0,-1-1-35 0,1 1-33 15,0-1-27-15,-1 0-19 0,1 0-23 0,-2 0-32 0</inkml:trace>
  <inkml:trace contextRef="#ctx0" brushRef="#br0" timeOffset="147937.09">16279 6795 1364 0,'0'-1'282'0,"0"2"-90"0,0 0-19 0,-1 1 9 0,1 1 5 0,1 0-23 16,-1 1-27-16,1 0-34 0,0 1-25 0,0 1-7 0,1 1-16 0,0 0-7 15,0 0-10-15,1 0-9 0,-1 1-3 0,2-1-6 0,-1 1-5 16,1 0 1-16,1 1-7 0,-1 0-5 0,0-1-6 0,1 0-2 0,-1 1 1 16,1-3-4-16,-1 1-14 0,0-1-20 0,1-1-25 0,-1-1-24 15,-1-1-25-15,1 0-39 0,0-2-62 0,-1 0-99 0,-1-2-39 0,0 0-41 16,-1-1-61-16,0-2-249 0</inkml:trace>
  <inkml:trace contextRef="#ctx0" brushRef="#br0" timeOffset="148086.32">16266 6612 1288 0,'-3'1'525'0,"0"3"-302"0,0 1-28 0,1 1-6 0,1 3-5 0,-1 1-17 16,2 3-27-16,-1 0-33 0,0 0-27 0,0-2-28 0,0 1-13 15,1-1-9-15,0-1-14 0,1 0-3 0,1-3-8 0,-1 0-5 0,0-1-9 16,0-2-28-16,1 0-34 0,0-2-53 0,0-1-72 0,1-1-95 16,1-1-134-16,0-2-128 0,1 1-222 0,0-3 134 0</inkml:trace>
  <inkml:trace contextRef="#ctx0" brushRef="#br0" timeOffset="153471.1">18845 7515 784 0,'-10'1'152'0,"-1"2"-17"0,-1 1 34 0,0 1 15 0,1 0-13 0,1 2-18 15,2 0-9-15,-1 3-14 0,0 1-14 0,0 3-18 0,-2 1-15 16,0-1-15-16,0 4-25 0,0 1-9 0,1 2-1 0,0 4-6 0,1 4 4 16,-1 2-2-16,2 2-10 0,0 5-3 0,1 1 5 0,2 4 1 0,2 2 6 15,0 0 7-15,2 0 1 0,2 1 6 0,2-2-4 0,0 1-5 16,4-1-21-16,2 1 8 0,4-2-8 0,2-1-7 0,1 1 14 0,4-4-23 15,1 0-3-15,0-1 2 0,3 0-1 0,1-2-1 0,0 1 2 0,3-5 0 16,0-1-10-16,1-3-2 0,-2-1-15 0,2-2-21 0,-2-2-19 16,0-2-15-16,2-3-9 0,-2 0-3 0,0-1-12 0,-2-3-24 0,-2-2-25 15,-1-2-20-15,-2 0-27 0,-2-1-26 0,0-1-5 0,-3-1-41 16,-1-3-60-16,-2-1-105 0</inkml:trace>
  <inkml:trace contextRef="#ctx0" brushRef="#br0" timeOffset="153840.1">19341 7839 609 0,'-14'12'80'15,"-2"1"1"-15,-3 5 13 0,1 0 12 0,2-3 10 0,0 3-7 0,2 0-1 16,0-1-6-16,2 0-8 0,1 0-2 0,1 0-7 0,2-2-14 16,1 2-12-16,2-2-7 0,2 0-15 0,1-2-6 0,2 1-10 0,3 1-7 15,2-1-2-15,1 0-6 0,3 1 1 0,0 0-3 0,3 0-3 16,2 0 4-16,3-2-1 0,1 1-11 0,2-1 1 0,2 0 2 0,-1-2-4 16,3 2 15-16,2 0-5 0,-2 0 1 0,1-2 0 0,-1 0-6 15,0 0 3-15,-2-1-1 0,-2 0 2 0,-2 0-1 0,-1 1 2 0,-3-1 7 16,-1 1 12-16,-2 0 17 0,-4 0 15 0,-2-1 9 0,-2 1 6 0,-3-2-5 15,-1 2-9-15,-1 0-10 0,-3 0-7 0,-1-1-3 0,-1 1-9 0,-4-2-2 16,0 0-4-16,0-1-6 0,-3 0 0 0,1-1 2 0,-2-1-5 16,0-2 1-16,0 0-1 0,-2-2-5 0,1 0 4 0,2-2-2 0,0 0-1 15,1 0-3-15,1 0 0 0,0-2-7 0,3 1-6 0,0-1-3 16,1 0-8-16,1 1-7 0,2-1-23 0,1 1-33 0,2-2-22 0,0 0-30 16,1 0-26-16,1-2-14 0,1-1-32 0,2-1-27 0,0-1-32 0,2-1-46 15,1-2-153-15</inkml:trace>
  <inkml:trace contextRef="#ctx0" brushRef="#br0" timeOffset="154241.1">19725 7692 1163 0,'-2'-5'320'0,"-1"2"-193"16,-1 1 39-16,-1 2 8 0,1 3-14 0,1 2 9 0,0 1-25 0,1 2-17 15,-1 2-5-15,0 1-10 0,0 3-7 0,-1 1-12 0,1 3-10 0,1 0-13 16,0 2-11-16,1 1-7 0,1 0-9 0,0 2-7 0,2 2-8 15,0 1-11-15,1 1-5 0,0 1-6 0,2 1-1 0,1-1 1 0,2 3-6 16,0-1 2-16,1 1 0 0,0-1-1 0,0 0-1 0,1-3-9 16,1 1-7-16,0-2 12 0,1-2-5 0,-1 0 6 0,3-3-35 0,-1 1-38 15,1-3-7-15,0-2-8 0,-1-1 21 0,1-2 0 0,0-3-6 0,-2-2-13 16,-1-1-3-16,0-3-4 0,-2 0-8 0,-1-1-2 0,-2-1-16 16,-2-2-21-16,-2-2-24 0,-1 0-20 0,-3-3-23 0,-2 0-10 0,0-1 12 15,-3-1 17-15,-2-2 37 0,-1-2 37 0,-1 0 36 0,-3-2 30 16,-1-1 30-16,1 2 20 0,-2-3 18 0,3 2 18 0,-2 0 19 0,0 1 17 15,0 0 17-15,0 0 16 0,0 1 10 0,0-1 13 0,2 2 12 0,1-1 2 16,0 2 6-16,1 1-14 0,3 0-5 0,2 3-15 0,1-2-15 16,2 1-3-16,0 0-20 0,2 0-10 0,1 1-13 0,0-1-14 0,1 0-7 15,2 1-8-15,1-1-10 0,0 0-6 0,2 0-1 0,0-1-3 0,2 0 4 16,1 1-4-16,0-1-2 0,-1-1-1 0,1 1-1 0,1 0-2 16,1 1-7-16,0 0-7 0,0 0-19 0,-1 1-26 0,0 1-25 0,0 0-34 15,1 0-25-15,1 0-16 0,0 1-14 0,1 0-6 0,0 2-3 0,2 0-1 16,-1 1 0-16,-1 0 9 0,0 1 5 0,1 0-4 0,0 0-47 15</inkml:trace>
  <inkml:trace contextRef="#ctx0" brushRef="#br0" timeOffset="154438.1">20072 8207 407 0,'-2'7'172'0,"-1"3"3"0,-1 0-6 15,-1-2-11-15,0-2-7 0,0-1-16 0,0-1-9 0,-1 0 0 0,1-1 1 16,-1-2 2-16,-1 0-3 0,1-3-10 0,0 0-11 0,0-1-5 16,0-2-10-16,1 0 3 0,0-1-8 0,1-2-8 0,0-2-2 0,0-1-18 15,3-1 0-15,-1-2-4 0,0-1-3 0,1-1-6 0,1 0 4 0,0-2-6 16,0 0 0-16,1 2-9 0,1 0-10 0,0 1-2 0,2 1-7 15,0 2-3-15,1 1 0 0,0 1-6 0,0 0-2 0,1 3 3 0,-1 0-4 16,1 1-1-16,-1 0 3 0,0 2-6 0,0 1-7 0,0-1-3 0,-1 2-11 16,1-1-16-16,0 2-19 0,1 0-34 0,1 1-33 0,1 2-28 15,-1 0-37-15,1 1-46 0,0 1-54 0,-1 2-64 0,2 0-49 0,1 1-58 16,0 1-174-16</inkml:trace>
  <inkml:trace contextRef="#ctx0" brushRef="#br0" timeOffset="154770.9">20273 8019 826 0,'1'-3'198'0,"-1"-1"-17"0,0-1 7 0,1 1 1 0,-1 0-20 0,1 2-32 16,0 0-28-16,0 2-26 0,0 1-5 0,1 1-14 0,0 1-10 15,0 1-5-15,1 2-16 0,-1 1-7 0,1 1-3 0,0 1-7 0,1 0-1 16,0 1 0-16,2 1-7 0,0-1 0 0,0 1-5 0,0 0-3 16,2 1 2-16,-1 0-4 0,2-1-4 0,-1-1-20 0,1-1-2 0,-1 1 3 15,0-3-2-15,1-2 13 0,-2-2-4 0,2-1-7 0,1-1 1 0,0-2 1 16,1 0 7-16,-2 0 4 0,0-2 8 0,-2 0 5 0,0-1 4 15,-1-1 1-15,1-1 2 0,-1 1-2 0,0-3-3 0,0 0 3 0,-1 0 2 16,0-1 1-16,0-1 4 0,-2 0 1 0,2 1 5 0,0-1 7 16,0 0 4-16,-1 1 7 0,1-1 8 0,-1 1 4 0,-1-1 7 0,1 1-1 15,0 0 0-15,0 1-5 0,1 2-5 0,0 2-4 0,0 1-3 0,0 2-6 16,0 2 0-16,1 1-2 0,-1 2-3 0,1 2 3 0,-1 1-5 16,0 3-2-16,1 0-6 0,-1 3-7 0,1 0-1 0,-1 2-4 0,0 0 0 15,1 0-1-15,0 2-1 0,-1-1-6 0,1 0-1 0,-1-2 3 0,0-1-10 16,2 0-15-16,-2-2-25 0,1-1-39 0,0-3-39 0,-1 0-38 15,2-2-49-15,0-1-68 0,0-3-66 0,0-1-77 0,1-2-74 0,0-2-153 16</inkml:trace>
  <inkml:trace contextRef="#ctx0" brushRef="#br0" timeOffset="154988.9">20971 7778 902 0,'-6'-1'189'0,"0"-2"-50"0,-2 2 6 0,1 0 2 0,-1 2-6 15,0 1-22-15,0 2-24 0,-1 0-15 0,0 2-1 0,-1 1 11 0,0 2 2 16,0 0 3-16,0 1-15 0,0 2-15 0,0 0-7 0,1 2-14 0,-1 2 0 16,0 2-4-16,1-1-3 0,2 3 1 0,2 1-7 0,1-1 0 15,2 2-3-15,1-2-5 0,2 0-1 0,2-1-7 0,2-1-1 0,2-1-8 16,2-3-2-16,2 0-4 0,1-3-4 0,1-1-2 0,2-2-6 16,0-4-3-16,0 0-65 0,3-2-21 0,0 0-11 0,2-2-39 0,-1-2-9 15,2-2-47-15,-2-2-52 0,0-2-21 0,0-3 11 0,-1-2 0 0,0-1 15 16,-1-1-19-16,-1-2-97 0</inkml:trace>
  <inkml:trace contextRef="#ctx0" brushRef="#br0" timeOffset="155174.9">21268 7585 988 0,'-5'-12'223'0,"1"-1"-14"0,-2 0 2 16,2 6-14-16,-1 3-8 0,0 3-26 0,0 2-27 0,0 2-19 0,-1-1-9 16,0 5-3-16,1 0-9 0,-1 4-11 0,1 2-9 0,0 2-10 15,1-1-20-15,1 4-6 0,0 1 10 0,0 1-5 0,1 3 5 0,1 1-4 16,1 0-21-16,0 3-9 0,2 0 0 0,1 1-2 0,1 2-3 15,0 0-5-15,1 1-3 0,1 0-1 0,1-2-2 0,0-1 0 0,0-3-2 16,0-3-7-16,0 0-11 0,1-3-17 0,-1-2-29 0,2-1-27 16,-1-2-38-16,0-2-71 0,-1-3-1 0,1-1-30 0,-2-2-50 0,-1-2-29 15,-1-3-78-15,-1-2-63 0,-1-3-231 0</inkml:trace>
  <inkml:trace contextRef="#ctx0" brushRef="#br0" timeOffset="155621.13">21070 7897 1081 0,'0'4'159'0,"0"1"0"0,0 2-4 0,2 0 8 16,1 0-15-16,1 0-27 0,1 0-25 0,2 0-19 0,1-1-15 0,1-1-6 16,2 0-9-16,1-2-16 0,2-1-9 0,2-1-10 0,1-1-6 15,0-1-5-15,2 0 3 0,1-3-1 0,-1 1 0 0,2-2-2 0,-1-1-2 16,0 0-4-16,0-2-1 0,0 1 3 0,0-1 1 0,-2-1-2 16,-1 1-1-16,-1-2-5 0,-1 1-9 0,1-1-3 0,-2 1-7 0,-1 0 5 15,-1 1 2-15,-4 1 8 0,1 0 4 0,-1 1 7 0,-2 1 2 0,0 2-1 16,-2 1 4-16,0 0-11 0,-2 3-9 0,0 1 2 0,-2 2-9 0,0 2 5 15,-1 2 7-15,1 0-4 0,0 2 7 0,-1 2 4 0,0 0-1 16,0 1 6-16,1 0-4 0,1-1 1 0,0 1-7 0,1 0-1 0,1-1-6 16,0-2-3-16,0-1-6 0,2-1 1 0,-1 0 0 0,2-2 5 15,1 0 2-15,-1 0 3 0,1-2 5 0,1-1 1 0,0-1 6 0,1-1 3 16,-1-1 4-16,1-1-5 0,-2 0 6 0,1-2 0 0,-1 0-2 0,0-1 3 16,1-1-1-16,-2 0-1 0,0-1 5 0,-1 0-1 0,1-1-3 15,-1 0 3-15,0 1-2 0,1-3 5 0,-1-1 2 0,0-1 3 0,0 0 9 16,-2 0 8-16,0 2 11 0,1-2 17 0,-1 1 4 0,0 0 6 0,0 1-1 15,-1 1-6-15,1 1-3 0,0 3-6 0,0 1 2 0,-1 1 1 16,-1 2 6-16,1 0 0 0,0 2-2 0,0 2-8 0,-1-1-1 0,1 3-10 16,0 1-5-16,-1 1 2 0,2 2-11 0,-1 1-4 0,0 1 0 15,1 0-12-15,0 2-1 0,1 1-2 0,0-1-8 0,0-1 3 0,1 0-2 16,0 0-2-16,-1-1 0 0,2 0 0 0,-1-1-2 0,1 0-16 0,-1 0-6 16,1-1-5-16,-1 0-23 0,1-1-9 0,-1-2-18 0,0-2-29 15,1 0-13-15,-1-2-23 0,1 0-32 0,-1-2-52 0,0-1-58 0,0-1-70 16,-1-2-59-16,-1-1-123 0,1-2 112 0</inkml:trace>
  <inkml:trace contextRef="#ctx0" brushRef="#br0" timeOffset="155928.03">22038 7865 827 0,'0'0'392'0,"-1"0"-213"0,0 0-18 0,2 2 6 0,-1-1 6 16,1 1-27-16,0 0-32 0,0 1-20 0,1 0-11 0,0 1-3 0,0 0-5 15,0 1-12-15,3 1-8 0,-2 1-18 0,2-2-2 0,0 2-5 16,-1-1-11-16,1 0-1 0,0 1-5 0,1-2-4 0,0 1-3 0,2-1-3 16,-1-1 1-16,-1 0-3 0,1-1 1 0,-1 0-2 0,0-1 0 0,0-1 0 15,0-1 2-15,-1 0-1 0,0 0 1 0,1-2 1 0,-1 0-1 16,-2-2 1-16,1 0 4 0,-2-1-5 0,0-1 6 0,-1 0-3 0,-1 0-2 16,0-2 2-16,-1 1-8 0,-1-1 4 0,0 0-2 0,0 0-3 15,0-2 4-15,0-1-5 0,-1 0 2 0,2-1 6 0,0 1-1 0,0-1 5 16,2-1 1-16,0-1-3 0,2 1 2 0,0 1-2 0,0-1-2 0,2 3-3 15,1 0 0-15,1 2 0 0,0 2-5 0,0 1 2 0,0 1-2 16,0 0-5-16,1 1-2 0,-2 1-8 0,1 0-14 0,2 1-19 0,-2 1-24 16,1-1-33-16,0 1-29 0,-1 1-31 0,1-1-34 0,-2 1-27 0,1 0-27 15,0 0-25-15,0 1-28 0,0-1-36 0,0 2-125 0</inkml:trace>
  <inkml:trace contextRef="#ctx0" brushRef="#br0" timeOffset="156271.62">22401 7816 1316 0,'1'2'290'0,"0"1"-47"0,1 0-13 0,0 1-12 0,1-2-44 16,-1 0-44-16,1-1-27 0,2 0-14 0,0 0-6 0,0-1 0 15,-1 0-8-15,1-1-15 0,0 0-5 0,0-1-15 0,1-1-8 0,0 0-2 16,0-1-5-16,-1-1 0 0,0 0-1 0,0 0-5 0,1-1-2 0,-1 0 1 16,0-1-4-16,-1 0 1 0,0-1-4 0,-1-2-2 0,1 1 0 15,-2-1 0-15,0-1 2 0,0 2 2 0,-2-1-5 0,0 0-3 0,-1 0 1 16,-2 1-6-16,0 0 7 0,-3 1-1 0,0 2 3 0,0 0 4 0,-2 2-6 15,0 1 4-15,1 2-7 0,-2 2 0 0,-1 1-2 0,1 2 0 16,-2 1 1-16,1 0-1 0,0 2 0 0,1 2-2 0,0 0 4 0,2 2-2 16,1 0-2-16,0 0 3 0,2 0-3 0,2 3 4 0,0 0 2 15,2 0-2-15,2-1 3 0,0 1-5 0,2 0-6 0,2 0 6 0,0 0-2 16,2-2 2-16,1 2 5 0,1-2-3 0,3 0 4 0,0-1-6 0,2 0-1 16,-1-1 1-16,1-1-5 0,1-1 3 0,0-2-2 0,1-2-2 15,-1 0-9-15,0-3-8 0,0 0-9 0,-2-2-9 0,1-2-12 0,0-1-19 16,0-3-15-16,-1-2-13 0,-1-1-9 0,-1-2-15 0,0-1-14 15,0-1-27-15,0-1-24 0,0-1-19 0,-1 1-17 0,-1-3-26 0,0 1-37 16,-2-2-26-16,-1 0-45 0,0-2-89 0,0 0 84 0</inkml:trace>
  <inkml:trace contextRef="#ctx0" brushRef="#br0" timeOffset="156504.62">22463 6924 1498 0,'-10'-1'140'0,"0"3"8"0,-2 1 17 16,2 1 6-16,3 3-11 0,3 0-16 0,0 2-15 0,2 1-25 0,2 1-10 16,0 2-5-16,3 0-5 0,1 3 17 0,2 0-11 0,4 2-6 0,2 0-9 15,2 2-16-15,4 2-6 0,0-1-6 0,5 3-1 0,1-1-11 16,3 3-3-16,1 2-4 0,2 2-9 0,2 1 0 0,-1 1-4 0,2 0-6 16,-3 1 0-16,0 0-3 0,-1 2-4 0,-1 0 0 0,-1 3-4 0,-2 0-17 15,-3 0 17-15,-3 2-5 0,-4-1-20 0,-3 1 1 0,-4-1-44 16,-1-2-22-16,-2 0-26 0,-2-1-36 0,-3 0-53 0,-2-2-88 0,-2-4-154 15,-2-1-188-15,0-5-454 0</inkml:trace>
  <inkml:trace contextRef="#ctx0" brushRef="#br0" timeOffset="184466.42">3365 10889 236 0,'-1'-2'-1'0,"3"-1"1"0,1-1 0 0,3-2 3 0,2-1 2 0,0 0 2 0,3-1-3 0,1-2 0 16,1 1-1-16,0-1-1 0,-1 1 1 0,3-1-2 0,0 1 0 0,1 0-2 16,-1 2 5-16,1 2 4 0,-2-2 3 0,1 1 6 0,0-1 1 0,1 1 5 15,1 0-1-15,2 0-2 0,-1 0 3 0,3 1 1 0,2 0-1 16,-1 1-1-16,4 1-5 0,1 0-2 0,3 0-6 0,0 0 0 0,3 0-2 15,1 1-1-15,5 0 1 0,2 1-3 0,2 0-1 0,2-1 1 0,1 1 0 16,0 0 0-16,3-1 0 0,2-1 0 0,0-1 0 0,2 0 0 16,-3-1 1-16,-1-1 1 0,2-1 1 0,0 1 3 0,0-2 7 0,1 1 10 15,0 0 8-15,-2 0 2 0,1 1 3 0,0 1 1 0,-2 0-1 0,0 1-2 16,-2 1 0-16,0 0-3 0,1 1-2 0,1 0-4 0,0 1-5 16,-1 0-6-16,1 0-7 0,-1-1 4 0,0 1-5 0,1-1-1 0,0 0 0 15,1 0-2-15,-1 0 1 0,2-1 0 0,-1 0 1 0,-1 0-2 0,2 0 4 16,-1 1-1-16,0-1-2 0,0 1 3 0,-2 0-1 0,1-1 5 15,1 0 3-15,1 0 0 0,0 0 1 0,2 0-2 0,-2 0 0 0,2 1-5 16,0 0 3-16,0 1-2 0,1 0-5 0,0 1 5 0,3-1-4 0,-1 0 1 16,0 1 6-16,1 0-7 0,0-1-1 0,-1 1-2 0,0 0 0 15,-1 1 1-15,2 0 3 0,-1-1 2 0,1 1 1 0,1-1 4 0,1 0 0 16,-1 0 6-16,2 0-7 0,-1 1 4 0,0-1-2 0,2 1-4 16,1 0 5-16,1 0-9 0,2 1 1 0,0 0 1 0,1 1 3 0,-1 1 12 15,2 1 0-15,2 0 5 0,-1 1 3 0,2 1-1 0,0 0 10 16,0 1 1-16,2 0 0 0,1 3-6 0,-2 1-2 0,1 2 1 0,1 0-15 15,0 1-3-15,2 1-9 0,-1 1-9 0,-2 1 2 0,0-2-2 0,0 1-5 16,0-1-2-16,1-2 1 0,-1 2 3 0,1-2 1 0,-1 2 5 0,0-2 3 16,-1-2-7-16,-2-1 2 0,-3-2-2 0,-1-2 1 0,-3-1-1 15,1 0-2-15,-3-1-2 0,-1-1 4 0,0-2-1 0,-2 0 3 0,1 0-3 16,-1 0-3-16,-1-1-4 0,-1 1-7 0,1-1-12 0,-2-1-15 16,2 1-21-16,-2-1-43 0,2 1-63 0,0 0-85 0,0 0-94 0,2 2-122 15,5 2-62-15</inkml:trace>
  <inkml:trace contextRef="#ctx0" brushRef="#br0" timeOffset="196251.87">3606 11827 827 0,'1'0'137'0,"3"0"-56"16,2 0-40-16,3 2-23 0,2 0 1 0,2 1 13 0,1 1 3 15,2 0 4-15,0 0-10 0,3 1-17 0,2 1-6 0,0 1-7 0,4 2-2 16,1-1 1-16,1 1-2 0,2 1-2 0,-1-1 3 0,2 1-1 15,1 0 4-15,1-2 2 0,-2 2-1 0,2 0 1 0,-2-1-1 0,1 1 2 16,1-1 3-16,1-1-3 0,0-1 4 0,0 0 2 0,1 0 3 0,-1-1 9 16,1 0 3-16,-1-2-4 0,2 0 5 0,-1-1-4 0,1 0-5 15,-1 0 7-15,1 0-5 0,1 0 6 0,1 1-1 0,2-1 5 0,-2 0-2 16,1-1-3-16,0 1-4 0,1-1-9 0,1 1 0 0,2-1 0 0,-2 0 2 16,1 0 0-16,1 0-3 0,1 1-2 0,-1-1-4 0,2 0-3 15,-1-2 6-15,2 1-5 0,0-1 7 0,0 1-2 0,-1 0-3 0,0-1 1 16,2 0-4-16,0 0 2 0,-1-1-1 0,0 0 6 0,2 0-2 15,-1-1-4-15,1 1 5 0,-2 0-3 0,2 0 7 0,2 0-6 0,-2-1-2 16,2 1 2-16,-3 0-3 0,2 1 9 0,1 0-4 0,0 1 3 0,0 2-3 16,0-1 0-16,1 1 2 0,0 0-6 0,-1 0 2 0,2 1 4 15,0 1-4-15,-2 0 1 0,3-1 3 0,-4 1-5 0,2 0-1 0,1-2 2 16,0 2 0-16,1-1 0 0,2 1-4 0,-2 0 3 0,1-1 2 0,0 1 5 16,-2-2 1-16,1 1-1 0,-1 0-5 0,0-1 0 0,0 0 7 15,0 0 6-15,-1 0-4 0,-1-1 5 0,1 1 1 0,0-1-9 0,-1 0 11 16,-1 0-8-16,1 1-1 0,0 0 4 0,0-1-3 0,-2 1 3 0,-1-1 2 15,2 0 1-15,1 0 0 0,-1 1-1 0,0-1 3 0,1-1-3 16,-1 0-1-16,1 0-2 0,0-1-3 0,1 0-1 0,1-2 2 0,-1 0-1 16,1 0-4-16,0 0 5 0,-1 0-5 0,1-1 3 0,1-1 4 15,-1 0-10-15,0 0 2 0,1 0-3 0,0-1-1 0,0-1 5 0,1 1-7 16,-1 0 1-16,1-1-6 0,-1 2 1 0,1-1 5 0,0 0 0 0,0 0 4 16,0 1-4-16,-1-1 1 0,1 2-1 0,-1-2-1 0,4 0 1 15,-3 1-2-15,1-1-1 0,0 1 5 0,-1-1-2 0,2 1 2 0,2 0-1 16,-1 0-1-16,1-1 4 0,0 1-10 0,0 0 3 0,2 1-2 0,0-1-7 15,1 1 0-15,0 0-1 0,-1 0 0 0,0 1 8 0,1 0 4 16,-1 1-1-16,1 1 2 0,-2 0-1 0,0 1-1 0,0 0-4 0,0 1 5 16,-1 0-1-16,0 0 4 0,1 0 4 0,-1 1-4 0,2-2-2 15,-1 2-2-15,-1-1-2 0,0 0 1 0,-1 0 0 0,2 0 0 0,0 0-2 16,0 0-1-16,-1-1-1 0,-1 1-3 0,0 0 6 0,1-1 1 0,-2 1 0 16,0 0-6-16,-2 1-7 0,0-1 1 0,0 1-3 0,1 0 1 15,-2 0-5-15,0 0-13 0,-2 0-8 0,0 1-15 0,-1-1-12 0,2 1-24 16,-3-1-16-16,-1-2-18 0,1 2-19 0,-2 0-13 0,2 0-32 0,-1 0-23 15,0-1-25-15,1 3-33 0,1-1-193 0</inkml:trace>
  <inkml:trace contextRef="#ctx0" brushRef="#br0" timeOffset="-176313.81">3797 13307 338 0,'-6'-7'84'16,"0"1"-11"-16,-1-1-29 0,3 1-10 0,2 3-6 0,1-1-6 15,0 2-9-15,0 0-8 0,1 1-6 0,1 1-2 0,1 0-1 0,0 1 0 16,2 1 3-16,1 0-3 0,2 0 2 0,0 1 0 0,1-1 3 0,0 2-1 16,0 0-1-16,0-1 2 0,1 1 0 0,1-2 2 0,1 1 5 15,1-1 0-15,-1 0 1 0,2 1 2 0,0-1 0 0,1 3 6 0,1-1 0 16,1 0 2-16,0 2 3 0,0-1 2 0,-2 0 3 0,1 0 4 16,1 2-4-16,0 0-2 0,0 0-3 0,1 2-1 0,1-1 2 0,1 1-4 15,0-1-2-15,2-1-1 0,0 1-2 0,1 0 5 0,1 0 0 0,-1-2 7 16,2 0 1-16,1-1 3 0,-1-1-1 0,3-1-8 0,-1-1 2 15,2 0-5-15,0-2 3 0,2-1 5 0,0-1-2 0,0-2 0 0,1-1-5 16,2-2 0-16,1-1 0 0,1-3-2 0,-2-2-5 0,3 0-6 16,0-2 3-16,1 1-4 0,5-2-4 0,-2 3-2 0,2-1-2 0,2 0 6 15,1 1 3-15,1 0 1 0,0 0-3 0,4 1-4 0,-1 0 0 0,2 2 1 16,2 0 2-16,0 2 0 0,1 0 0 0,2 0 5 0,3 2 1 16,1-1 7-16,1 2 4 0,1 1-6 0,2 1-3 0,-2 1-5 0,0 1-1 15,0 1-2-15,-1 0-1 0,1 2-1 0,-1-1 1 0,0 2 1 0,0-1 0 16,-1 0 1-16,1-1-4 0,0 1 3 0,-2-1-2 0,0 1 1 15,0-2 6-15,0 1-2 0,1-1 0 0,0 0 2 0,-1 0 4 16,1 0 4-16,-1 0 1 0,2 0-2 0,1 0-5 0,0 0-2 0,2 2-3 16,-1-1 3-16,2 1 5 0,1 1 15 0,1 0 9 0,1 1 2 0,0 1-3 15,1 0-14-15,0-1-3 0,0 3-9 0,-1 0 1 0,-3 1 0 0,2 1-4 16,-1 0 1-16,0 1 1 0,1 1-4 0,0-1-2 0,0 1-2 16,0-1 12-16,-1 0 6 0,-1 0 12 0,-1-1 11 0,-1-4-8 0,-2 1 5 15,-3-2 0-15,-3-2 2 0,1-1 6 0,0-1-2 0,-1-2-2 0,-1-1-9 16,-1-1-5-16,-1 0-5 0,0 0-4 0,1 0-4 0,-2-1-1 15,-1-1-13-15,-1 0-4 0,1 0-1 0,-1 1 5 0,1-1 9 0,-1-1-4 16,0 1 0-16,0-2-11 0,-1 1-2 0,-1 0 3 0,0-1-5 0,-1-1-10 16,1 1-12-16,-1 1-22 0,0-1-23 0,-3 0-25 0,0 2-28 15,0-2-37-15,-1 1-38 0,0 0-42 0,1-2-48 0,-1 0-29 0,2-2-65 16,4-2-5-16</inkml:trace>
  <inkml:trace contextRef="#ctx0" brushRef="#br0" timeOffset="-162143.87">3425 15139 521 0,'-4'-2'262'0,"-2"-1"-147"0,-1-1-41 0,-1 0-27 0,2 0-8 0,0 0 7 15,1 0 4-15,1 1 8 0,-2-1-3 0,2 0-9 0,0 0-9 16,0-1-10-16,1 1-7 0,-1-1-3 0,1 0-1 0,2 1 1 0,-1-1 4 15,0 1-1-15,1 0-3 0,-1 0-2 0,1 1-4 0,1-1-2 0,-1 2 0 16,1-1-4-16,1-1-3 0,0-1 0 0,1 1-1 0,1-1-4 16,1 0 0-16,1 0 6 0,1 0-4 0,2 2 5 0,0-1 2 0,1 1-2 15,1 0 4-15,1 0-1 0,1 1 3 0,0 1 2 0,1-1 8 0,1 1 3 16,2-1 3-16,2 0-6 0,0 0-1 0,1 0 5 0,2-1-6 16,0 1 7-16,2 0-5 0,1-1 1 0,-1 1-2 0,2 0-3 0,0-1 2 15,2 0-2-15,1 1-5 0,0-1-2 0,1 0-3 0,0 0-1 0,2 0 5 16,0-2-1-16,2 0 5 0,0 1-4 0,2-1 1 0,1 1 4 15,-1-1-6-15,2 1 1 0,0-2-5 0,2 2-1 0,2-1 10 0,1 0 1 16,-1 1-7-16,3 0 5 0,-1 2-9 0,0 0-5 0,3 2 5 16,0 0-3-16,1 2 2 0,1 1 7 0,0 1 6 0,1 2 3 0,-1 1 4 15,1 0 1-15,1 0 4 0,0 0 5 0,3 0 2 0,-3 1 6 0,1 1-2 16,1 0 2-16,1 0-6 0,1-1 1 0,0 0 1 0,1-1-4 16,0 0 3-16,0 0-2 0,1-1 1 0,1-1-1 0,0 1-5 0,0-2-3 15,0-2-10-15,2 0-3 0,-1-1-3 0,2-2-3 0,0-1-1 16,-3 0 2-16,2-2 2 0,-1-1 4 0,0 1-1 0,1-1 5 0,-2 0 4 15,-1 1 5-15,3-1 1 0,-4 0 4 0,0 1 6 0,0-1-2 0,-2-1 9 16,1 0-5-16,-1 0 7 0,1-2-7 0,-2-1-1 0,2-1-7 16,0-1-12-16,1-2 5 0,2-1-9 0,0-2-5 0,1-1 0 0,0-1-9 15,0 0 1-15,0-1 5 0,0 1-8 0,1-2 2 0,-2 0-12 0,1 2 1 16,0-2-3-16,-2 1-10 0,0 1-12 0,-1 0-9 0,-3 2-8 16,0 0-16-16,-3 2-9 0,0 1-23 0,-1 0-25 0,-4 1-22 0,-1 2-24 15,-2 3-35-15,-2-1-37 0,-2 2-47 0,0 1-68 0,-1-1-69 16,0 2-291-16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0:34:31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494 11551 181 0,'0'0'73'0,"-2"1"6"16,1-1 8-16,0 1 9 0,0 0 1 0,-1-1-6 0,0 1-10 0,0 0-10 16,-1 1-7-16,1-1-12 0,-1 0 0 0,0 1-10 0,-1-1-4 0,1 1-3 15,-1-1-9-15,0 0 0 0,1 0-1 0,0 0 5 0,-2 0 4 16,1-1 1-16,-1 0 4 0,1 1 3 0,-1 0 7 0,0-1 7 0,-1 0 8 16,1 1 7-16,0-1-2 0,-1 0 8 0,1 1-3 0,0 0-1 0,0-1 6 15,-1 1-5-15,1-1-1 0,0 1-1 0,1 1-10 0,0-1-2 16,0 0-6-16,0 1-2 0,1 0-2 0,1 0-3 0,2 0 9 0,-1 1-4 15,1 0 5-15,2 0 10 0,1 1-5 0,1 0 5 0,1 1-1 16,1-1-4-16,1 1-3 0,2 1-3 0,0-1-5 0,2 0-5 0,1 0-3 16,2 1-74-16,2-1-6 0,0 0-4 0,2 0-3 0,1 0 65 0,1 0-7 15,2-1 1-15,1 0 0 0,0 0-2 0,2-1 3 0,0-1-4 16,1 1 4-16,2-2 0 0,0 0-5 0,1 1 0 0,0-1-4 0,1 0 4 16,28 0-65-16,-3 0-1 0,-4 0 2 0,-4 0-1 0,-3-1 63 0,-5 1-1 15,-6 0 1-15,-4 0-2 0,-2 0 9 0,-1 0-6 0,-2 1 3 16,-2 0 3-16,1 0-6 0,-1 0 8 0,-1 1-4 0,0-1 2 0,-1 1 5 15,-2 0-1-15,0 1 0 0,-1-1-7 0,-2 1-4 0,-1 0 3 16,0 0-1-16,-2 1-2 0,-1-1 0 0,-1 1-5 0,-1 1-8 0,-1 0 2 16,-1 0-1-16,-1 0-6 0,0 0-4 0,-1 1-18 0,-2-1-21 0,0 0-10 15,-1 0-20-15,0-1-22 0,-2 1-20 0,0-1-37 0,-1 0-36 16,-1-1-44-16,0-1-92 0,1 0-111 0,-2-1-55 0,0 0 59 0,0-1-43 16</inkml:trace>
  <inkml:trace contextRef="#ctx0" brushRef="#br0" timeOffset="464.99">1312 12004 1465 0,'-5'1'201'0,"-1"1"-54"16,-1 0-25-16,-2 1-19 0,1 0 26 0,0 1 10 0,0 1-9 0,2-1-14 15,2 1-33-15,3 0-12 0,0 1 1 0,2 0-3 0,0 0 2 16,2 1 0-16,2 2-7 0,3 0-2 0,0 1-6 0,4 1-10 0,2 1 1 16,3-1-6-16,2 1-2 0,2 1 5 0,2 0-6 0,3-1 3 0,0-2-6 15,1 1-8-15,2-1 3 0,-1-2-11 0,2-2 2 0,-1-2-1 16,1-2-9-16,-1-2-27 0,2-3-1 0,1-5-2 0,21-8 8 0,-8-4 31 16,-10-2 8-16,-12 3 6 0,-4-1 2 0,0-1 4 0,-3-1 6 0,-4 1-15 15,-3 0 11-15,-3-1-10 0,-1 2-15 0,-3-3 16 0,-1 0-19 16,-3 2-6-16,-2-3-4 0,0 1-6 0,-1 0 0 0,0-1-4 0,-1 1-2 15,-2-2-10-15,0-2-11 0,1 1-14 0,1-2-16 0,1 0-14 16,2 0-20-16,1 0-24 0,4-2-37 0,1 0-54 16,3-2-95-16,3 0-177 0,3-2-261 0,0 1-30 0,4-2 67 0</inkml:trace>
  <inkml:trace contextRef="#ctx0" brushRef="#br0" timeOffset="25091.38">3623 7909 155 0,'-4'0'128'0,"1"0"-106"16,-1 1-10-16,2 0 3 0,1-1 8 0,0 1 9 0,0-1 3 0,-1 1-7 16,2-1-12-16,1 0-10 0,0 0-6 0,2 0-1 0,-1 0-1 0,0 0 2 15,1-1 0-15,0 1 1 0,0-1 2 0,-1 0-2 0,1-1 0 16,-1 1 3-16,-1 0 0 0,1-2 4 0,-1 1 3 0,0-1 2 15,0 1 4-15,1-1 4 0,-1 0 2 0,0 0-1 0,-1 0 4 0,0 1 1 0,0 1 2 16,0 1 1-16,0 0 0 0,0 0 0 0,0 0-3 0,1 0-1 16,-1 1-5-16,0-1-5 0,0 0-4 0,0 1-1 0,2 0-2 0,0-1 0 15,1 0 2-15,1 0 0 0,1-1 2 0,2 0 4 0,0-1-3 16,2-1 0-16,2-1 4 0,1-1 0 0,3 0 2 0,1-3-1 0,1 1-2 16,-1 0 1-16,4-2-3 0,1 0 4 0,1 1 1 0,2 0 3 0,-1 0-2 15,2 2-2-15,1 1 1 0,1 2-2 0,2 2-1 0,-2 1 2 16,1 2-1-16,-1 4 3 0,1 2-2 0,1 2-2 0,1 3 3 0,0 3-4 15,2 0-5-15,-1 4-3 0,2 3-3 0,-2 0-4 0,3 1-1 0,-2-1 1 16,3 0 0-16,-1 0-2 0,2-2 3 0,-1 1-5 0,0 0-1 16,2-3 1-16,-1 1 0 0,1-2 2 0,-2-2 0 0,0-1 3 0,1-2-3 15,-2-1 1-15,1-2 3 0,-2-1 0 0,1-4 2 0,0 1 1 16,0-2 0-16,-1-2 0 0,0 0 7 0,0-3-3 0,-1 1 2 0,1-2 0 16,-1-1-2-16,1 0 6 0,0-2-2 0,2 0 2 0,-1-2 1 0,0-2-5 15,2-1 1-15,0-1-2 0,2-1-3 0,0 0 1 0,1-1-6 16,2 1 0-16,-2 0-4 0,0 0 1 0,2 2 2 0,-2 1-1 0,0 0 2 15,-1 1-2-15,0 1-2 0,-1 1 1 0,0 1 0 0,-1 2-1 0,-1 1-1 16,1 2 4-16,0 1-2 0,-2 2 1 0,2 0 1 0,-1 1-4 16,-1 2 2-16,2-1-1 0,-2 1 2 0,3-1 3 0,-3 0-4 0,1 0 5 15,0 0-8-15,0-2 1 0,2 1 4 0,-1-1-6 0,1-2 8 16,-2 0 0-16,0-1-4 0,2-1 3 0,-1-1-1 0,3 0 1 0,-1-2 5 16,-1 0 6-16,2-2 3 0,-1 0 2 0,2 1 3 0,1 0-1 0,-2-1 1 15,2 2 3-15,-1-1-2 0,1 0-2 0,0 2-1 0,0 0-5 16,-1 0-4-16,0 0 1 0,0 1-2 0,0 0-4 0,0 1-1 0,-1 1-3 15,0 1-6-15,0-1 3 0,0 2 2 0,-2 0-2 0,0 1-1 16,-1 1-3-16,-1 1-3 0,0-1-11 0,-1 2-21 0,-1 0-45 0,-1 1-72 16,-1 1-89-16,-1 0-71 0,2 1-32 0,0 1 55 0,2 1-44 0</inkml:trace>
  <inkml:trace contextRef="#ctx0" brushRef="#br0" timeOffset="146610.54">7656 7826 200 0,'1'-2'18'0,"1"0"-2"15,1 0 2-15,2 0 4 0,1 0 2 0,0 1 1 0,0-2-1 0,2 1 0 16,1 1-2-16,1-1-3 0,0 1-3 0,3 0-6 0,1 1 0 0,1-1-3 16,-2 2 0-16,1 0 0 0,0 0-1 0,0 2-1 0,0 0 1 15,-1 0-1-15,2 0 0 0,0 1 1 0,2 0-1 0,0 0 0 0,2 0 0 16,2-1-1-16,-1 0 1 0,2-1-1 0,2 0 1 0,0-1 2 15,4-2 4-15,0 0 3 0,2-1 4 0,3-1 2 0,1 0 3 0,1-1 2 16,2 0 1-16,3-1 5 0,1 0 1 0,2 1 3 0,2-1 0 0,1 0-2 16,-1 0 0-16,2 0 0 0,3 1 2 0,0 1 3 0,2 0-1 15,2 0-4-15,1 0-3 0,1-1-6 0,2 1-1 0,0-1-1 0,1 0-3 16,1 0 1-16,-2 0 2 0,1 0 6 0,2 1 2 0,-1 0 6 0,2 0 4 16,-1 1 1-16,2 0 4 0,0 0 6 0,1 0 3 0,1 0 2 15,1 0 3-15,2-1-5 0,4 0-6 0,2-2-12 0,1-1-15 0,3 0-12 16,2-1-3-16,1 0-6 0,2 0 1 0,1-1 3 0,1 0-19 0,1 1 7 15,0-1-5-15,-1 0 6 0,0-1 13 0,-2 0-4 0,-2-1-2 16,-1-1-4-16,-1 0-4 0,-3-1-2 0,-1 0-3 0,-2 0-15 0,-6 1-9 16,-2 1-23-16,-3 0-30 0,-3 1-31 0,-3 1-47 0,0 1-43 15,-3 0-31-15,0 0-28 0,-1 1 24 0,0 0-17 0</inkml:trace>
  <inkml:trace contextRef="#ctx0" brushRef="#br0" timeOffset="172494.91">15264 9295 254 0,'-2'6'48'0,"2"0"-32"0,0 1-12 0,2 0-5 0,2-2-3 0,2-1 0 15,0 0 0-15,3-1-1 0,2 0 2 0,0-1 1 0,1 0 2 16,-1-1 0-16,-1-1 0 0,2 0 1 0,1-1 1 0,1 0 3 0,0 0 4 16,0 1 4-16,2 0 4 0,0 1 5 0,1-1 3 0,0 1 1 0,2 1 1 15,1 1 1-15,0-1 2 0,2 1 5 0,1 0 5 0,0 0 6 16,3 2 2-16,-1-1 3 0,3 0-2 0,1 1-3 0,3 0-5 15,-1 0-6-15,3 0-5 0,0 0 0 0,4-1-6 0,1 1 4 0,1-2 6 16,3 1 10-16,-1-1 16 0,1-1 13 0,3 1 13 0,2-2 7 0,1 0-1 16,0-1 1-16,3 0-9 0,0 0-14 0,2-1-9 0,2 0-10 0,1-1-8 15,-1 0-6-15,2 0-7 0,-1-1-5 0,1 2-3 0,1-1 8 16,-1 0 7-16,4 1 7 0,-3 1 11 0,-1 0 1 0,2 3 2 0,-1 0 2 16,0 1-1-16,1 0-3 0,-1 0-7 0,0 2-9 0,3 0-7 0,-1 3-9 15,1 1-8-15,0 1-3 0,1 1-8 0,1 1 6 0,1-1-10 16,2 2 11-16,1 2-3 0,0-1 1 0,1 0 6 0,0 1-9 0,0-1-2 15,0-2-4-15,1-3-1 0,-1-1-6 0,1-2 1 16,1-2 3-16,-2-1-4 0,2-3 4 0,-1 0-3 0,-1-2-1 0,-2-1 1 0,1-2-1 16,-2 0-1-16,0-1 1 0,-1 0-1 0,-1-1-2 0,0 1-4 0,-2-1-16 15,0-1-8-15,-4 0-25 0,-2 0-50 0,1 0-81 0,-2-1-165 16,1-1-196-16,2-1-18 0,3-4-21 0</inkml:trace>
  <inkml:trace contextRef="#ctx0" brushRef="#br0" timeOffset="-214487.12">8788 10666 261 0,'-7'-5'200'0,"3"1"-149"0,-1 0-34 0,5 0-7 0,2 0 1 0,2 1-1 16,1-2 0-16,0 1-2 0,1-1-3 0,1 2-2 0,1 0 1 0,-1 1-3 15,2 1 0-15,1 1 0 0,0 1-2 0,0 1 4 0,1 0-3 0,-3 1 1 16,2 0 1-16,0 0 1 0,-1-1 7 0,1 1 1 0,2-1 7 16,-2 0 2-16,3-1 2 0,1 0 6 0,1-1 1 0,3 0 2 0,0-2 1 15,2 0-2-15,2 0 4 0,-1-1 0 0,2 0 1 0,0 0 1 16,3-1 1-16,2 0 0 0,2 0-1 0,1 0-2 0,1 0-6 16,1 1-6-16,2-1 0 0,0 1-1 0,2 0 2 0,1 0 2 0,1-1 6 0,3 0 4 15,2-1 13-15,1 0 12 0,4 0 3 0,1-1 4 0,3-1-2 16,2 0-4-16,2 0 0 0,4 0 0 0,4-1-3 0,2-1 1 0,3 0-8 15,3-1-6-15,2 0-13 0,2 0-9 0,0 1-7 0,0 3-11 16,0-1 1-16,0 3-7 0,-1 1 1 0,-1 0 0 0,-1 2-3 0,0-2 1 16,-2 2-2-16,-1-2 1 0,-2 1 2 0,-2 1 1 0,-1-1 0 0,-1 1-3 15,-2-1 2-15,-1 0 2 0,-2 0 2 0,-1 0 3 0,-3-1 1 16,0 1 4-16,-1 0 4 0,-3 1 5 0,-1 0 10 0,-3 1 11 0,-1 0 14 16,-2 2 8-16,-2 0-8 0,-2 2-11 0,0-1-8 0,-2 2-13 15,-1-1-1-15,0 1-1 0,-2 1-7 0,0-1-6 0,0 1-3 0,-1-1 1 16,1 0 0-16,-3-1 1 0,0 0 1 0,-2-1-7 0,1 1 2 0,-2-1 2 15,-1 0-5-15,-3 0 0 0,0 0 2 0,-3-1-4 0,2 0 1 0,-2 0 7 16,-1 0-8-16,-1 0 6 0,-2-1 2 0,-2-1-3 0,0 1 4 16,-1-1-6-16,-1 0 4 0,-3 0-2 0,1 0-3 0,-1 0 2 0,0 0-5 15,-1 0-4-15,-1 0 1 0,-1-1-12 0,-1 0-23 0,-2 0-47 0,0-1-66 16,-2 0-101-16,-2 1-123 0,-1-1-72 0,-2-1-19 0,-3 1 41 16,-5-3 115-16</inkml:trace>
  <inkml:trace contextRef="#ctx0" brushRef="#br0" timeOffset="-196133.72">17855 7571 17 0,'26'-4'13'16,"3"-1"-1"-16,8-2-1 0,-2 1 0 0,-2 0-4 0,2 0-1 0,1-2 1 15,3 1-1-15,1-1-1 0,1 0 0 0,3 0 0 0,1 0 4 0,0 1 5 16,3 1 6-16,2 0 9 0,-1 2 9 0,2 0 8 0,0 2 7 16,2-1 3-16,1 1 0 0,3 0 0 0,0 1-3 0,3 3-3 0,1 0-7 15,1 1-10-15,3 1-8 0,1 2-10 0,2 1-6 0,0 2-4 0,1 2-3 16,0 1-5-16,0 0 1 0,0 0-3 0,-1-2 2 0,1 2 3 15,0 0-4-15,-1 0 4 0,1 1 2 0,-1-1 1 0,-1 1 10 0,-1 2 0 16,0 0 2-16,-2 0 0 0,0 1-3 0,0 2-6 0,-3 2 0 16,-2 1-4-16,-2 3-3 0,-3 1 0 0,-3 2-4 0,-2 3 1 0,-4 2-3 15,-2 2-1-15,-3 5 0 0,-4 0-4 0,-3 3 2 0,-6 0 3 0,-2 1 1 16,-5 0 1-16,-4 0 8 0,-2-2 5 0,-3 0 15 0,-3 0 16 16,-2-2 17-16,-3-2 17 0,-2-1 10 0,-4-3 10 0,-2 1 2 0,-4-3-2 15,-1 1 1-15,-4-2-9 0,-2-2-11 0,-3-3-17 0,-5 1-18 0,-2-1-15 16,-7-2-21-16,-3 1-14 0,-5-1-17 0,-6 1-24 0,-3-2-21 15,-4-1-21-15,-3 0-2 0,-2-1-4 0,-4 0-3 0,-1 0 8 0,-2 0-6 16,-1 0 7-16,0-1 10 0,1 0 19 0,1-2 21 0,2-1 21 0,4 0 17 16,3-1 9-16,3-2 3 0,4 0 5 0,3-1 1 0,4-3-2 15,5-3-6-15,4 0-14 0,2-2-30 0,5-1-49 0,1-2-49 0,1-1-158 16</inkml:trace>
  <inkml:trace contextRef="#ctx0" brushRef="#br0" timeOffset="-186787.6">13311 11641 494 0,'-17'-5'63'0,"-2"0"-17"0,-3-3-14 0,1 2-16 0,4 1-13 16,2 0-7-16,0 0-4 0,1 0 0 0,0-1 4 0,1 0 6 0,3 1-2 15,-2-1 5-15,1 0 2 0,-1-2-1 0,0-1 5 0,1-1 0 16,-1 0 5-16,0-1 5 0,1 0 2 0,0 0 4 0,1-1-2 0,0 0-6 15,1-1-6-15,-1 0-5 0,1 0-6 0,0 0-2 0,1-1 1 0,2 3-1 16,2 0 2-16,0 1 1 0,1-1-2 0,2 0 2 0,0 0 1 16,1 1-1-16,1 0 2 0,0-1-2 0,1 0-2 0,2-1 1 0,1 0 1 15,1-1 3-15,2-2-2 0,1 0 3 0,0-2 2 0,2 0 2 16,-1 0 1-16,1-2 0 0,1-1-6 0,1 1 0 0,1-5-4 0,1 1 1 16,0-3 2-16,1-1-4 0,1 2 1 0,0-1 2 0,1 0-1 0,1-1 2 15,1 1 0-15,-1-1-3 0,2 0-1 0,1 2-3 0,-1 0 3 16,2 2 3-16,-1-1 0 0,1 0 5 0,2 1 2 0,1-1 1 0,4 0 1 15,0-1 2-15,1 0-2 0,-1 2-2 0,1-2-1 0,1 3-3 0,3-1-1 16,0-2 1-16,2 1 0 0,2-2-1 0,2 1 2 0,1 0 1 16,4 1-2-16,-1 3 1 0,1 0-2 0,2 1-2 0,1 3-3 0,-1-1 0 15,1 1-3-15,1 2-1 0,1 2 2 0,3 0-1 0,0 2-3 0,-2 1-1 16,0 2-8-16,-1 2 2 0,0 2 2 0,1 1 1 0,3 2 6 16,-3 1 0-16,0 2 1 0,-1 1 6 0,-2 1 5 0,0 2-8 0,-1 1 2 15,-1 2-5-15,-1 1 1 0,0 0 4 0,0 2 0 0,-1 1 0 16,1 3-6-16,-1 2 2 0,1 1 1 0,-1 1-2 0,0 3 0 0,-1 2-8 15,1 3 0-15,-1 3-1 0,-2 1 2 0,-1 1-3 0,-2 1-11 0,-2 0-12 16,-1 1-18-16,-3 0-10 0,-2 1 1 0,-4-1 5 0,0 0 14 16,-3 2 13-16,0-1 8 0,0 1 7 0,-2 2 8 0,0-2 3 0,-3 3 3 15,-3-1 2-15,0 2 0 0,-3 0 0 0,0-2-1 0,-4-1 1 0,0-3 3 16,-2-3 1-16,-1 0 1 0,-2-4-2 0,-1 1-8 0,-1-2-4 16,-3-1-13-16,-1 1-9 0,-2-1-14 0,-3 2-11 0,-2 1-4 0,-3 3-7 15,-4 1 0-15,-6 1 2 0,-4 1 13 0,-6 2 12 0,-5 2 11 16,-5 0 10-16,-1 0 5 0,-2-3 5 0,1-4 4 15,-2-3 3-15,4-5 7 0,1-4 8 0,0-3 10 0,-1-3 9 0,-1-3 7 0,-3-1 2 0,-1-1 0 16,-3-2 0-16,-3-2 0 0,-1-3 7 0,-3-2 9 0,-1-2 12 16,0-2 8-16,0-1 10 0,0-3 2 0,1 0 4 0,-1-1 4 0,2-2 1 15,1-1 6-15,2 0-2 0,2-2-16 0,2 1-9 0,2-1-23 16,1 0-15-16,2 0-7 0,1 0-14 0,-2 1 2 0,3-3-11 0,-1 0 4 16,1 0 3-16,2-1-6 0,2 0 8 0,0 0 2 0,3 1 1 0,0-1-3 15,1 0 2-15,4 1 2 0,1 1-3 0,3 0-8 0,0 1-12 0,2 0-7 16,4 2-6-16,0 0-6 0,2-1-9 0,3 2-9 0,1 0-6 15,2 2-6-15,3 1-14 0,1 0-9 0,2 2-16 0,3 0-17 0,0 1-21 16,2 1-20-16,2 1-9 0,0 0 4 0,2 0 12 0,2 1 8 16,4 0 6-16,3 1 18 0,5 0-23 0</inkml:trace>
  <inkml:trace contextRef="#ctx0" brushRef="#br0" timeOffset="-185902.02">18339 11016 828 0,'1'-1'486'0,"1"-2"-388"0,0 0-34 0,-1-1-22 15,1 0-38-15,0-2-32 0,1-1-22 0,2-1-15 0,0-1-1 0,2-2 9 16,0 1 6-16,2-3 6 0,-1 0 2 0,3 0-2 0,0 1 3 15,1 0 1-15,1-1 7 0,0 0 6 0,2 1 4 0,2 0 4 0,1 0-1 16,0 0-4-16,3 0-3 0,-1 1 1 0,1 0-2 0,1 1 7 0,2-1 5 16,1 0 5-16,2-1 8 0,-1 2 4 0,3 1 6 0,-1-1 11 15,1 2 9-15,1 1 15 0,3 0 14 0,-1 1 8 0,3 0 9 0,1 1 0 16,1 0-5-16,1 1-6 0,2 1-2 0,2 1-6 0,2 0-3 16,1 1-1-16,2 1-6 0,1 0-7 0,2 1 0 0,1 0-4 0,2 1-9 15,2-2-6-15,2 2-8 0,-2-1-3 0,0 1-7 0,1-1 1 0,-1 1 4 16,0-1-6-16,1 1 6 0,-1 1 4 0,1-1-11 0,0 1 3 15,-1 0-2-15,2-1 2 0,0 1 0 0,-1 0 1 0,1 0-1 0,-2 0-1 16,2 0 3-16,-2 1-1 0,0-1 1 0,0 0-1 0,0 1-4 0,-1-1 3 16,-1 0 0-16,-1 0-1 0,-2 0 10 0,0 1-9 0,-1 0 4 15,-2 0-2-15,0 0-4 0,1 0 5 0,-3 0 0 0,0 1-4 0,1-1 2 16,-1 2-5-16,0 0 5 0,0 0-12 0,-1 1-5 0,1 0 10 16,-3 1-5-16,-1 1 14 0,3 1-3 0,-2 3-2 0,0 1 2 0,-1 1 1 15,0 2 4-15,-2 0-3 0,1 1-2 0,-1 1 0 0,-2 2-6 0,1-1 4 16,-3 3-8-16,-2-1 4 0,-2 0-2 0,-2 2-4 0,-3 1-6 15,-2 0-7-15,-2 1 3 0,-3-2-8 0,-2 1 6 0,-3-1-8 0,-3 2-2 16,-2-1-3-16,-3 1 0 0,-2 1 9 0,-4 1 8 0,-3 2 8 16,-4-2 9-16,-3 5 11 0,-3-2 13 0,-5 4 19 0,-2 0 13 0,-4 0 2 15,-4-2 4-15,-2 2-5 0,-6 0-5 0,0 2-2 0,-5 1-4 0,-2-1-1 16,1-1-4-16,-3 1-6 0,0-1-3 0,1 1-6 0,-1-1 1 16,0-1-8-16,-3-2-12 0,0-1 1 0,-4-1-10 0,-2 0 1 0,-3-2-1 15,-6-1-6-15,-2-3 2 0,-3-1-3 0,-4-4 5 0,-2 0 2 0,-2-1 2 16,-3-3 4-16,-4-1 5 0,0-1 6 0,-5-1-4 0,0-3 0 15,-4-2 1-15,2-1-8 0,0-5 9 0,1 0-6 0,4-3 4 0,1-1-1 16,6-1-2-16,6-2-2 0,4 0-11 0,5-3-14 0,4-2-29 0,1-3-48 16,2-3-78-16,-1-1-66 0,-1-5-44 0,-1-5-16 0,-2-3 26 15,0-6-76-15</inkml:trace>
  <inkml:trace contextRef="#ctx0" brushRef="#br0" timeOffset="-168166.82">5645 13251 449 0,'3'-4'65'0,"4"-3"-34"0,3 0 0 15,3-1 11-15,1 2 11 0,2 0 6 0,1 0-11 0,1 1-11 0,1 0-14 16,0 1-11-16,4 0-3 0,2 2-4 0,2 0-1 0,1 0 0 15,0 1-5-15,1 0 0 0,0-1 0 0,2 0 1 0,-1 1 3 0,4-1-2 16,0 0-1-16,1-1-1 0,3 0 1 0,0 0 2 0,2 0 0 16,0 0 0-16,0 0-1 0,3-1 0 0,0 0 2 0,2 0 1 0,0-1 1 15,1 0 0-15,0 0 0 0,-1-1-1 0,2 0-1 0,2-2 4 0,1 1-6 16,0 0 0-16,1-2-1 0,1 1-1 0,0 0 3 0,1-1-1 16,2 1 5-16,-1 1 0 0,-2 0 0 0,1 3-1 0,-1-2 2 0,1 2 5 15,-1 1 5-15,0 2 5 0,0 2 0 0,-1 0 4 0,-1 3-1 16,2-1 3-16,-1 1 3 0,0 0-6 0,0-1-2 0,-1 2 1 0,-1-1-2 15,0 0 1-15,0 0 4 0,0-1-7 0,-1-1-3 0,-1 0 0 0,0-2-4 16,0 0 0-16,1-1 6 0,-1-1-4 0,0-1 4 0,-2 0 3 16,1-2 3-16,-3 0 3 0,0 0-7 0,1-1-2 0,-1-1-4 0,-2-1-2 15,0 1-2-15,-1-1-2 0,1 0 0 0,0-1 1 0,1-1 4 16,-3 2 1-16,2-3-2 0,-3-1 2 0,-1 1 0 0,-1 1-1 0,-4 1 6 16,1 2-1-16,-3-1-5 0,0 2 1 0,-2 0-4 0,0 0 1 0,-3 1 1 15,1 0-5-15,-2 1-1 0,-1 1-4 0,-1 1-2 0,-2-1-1 16,-1 1 0-16,1 2 0 0,-2-1-3 0,-1 1-2 0,-1 1 0 0,-3-1-2 15,0 1 0-15,-3 1-4 0,2 0-4 16,-2 0-11-16,-1 0-23 0,0 1-29 0,-1-1-50 0,-2 1-71 0,1 0-73 0,0 0-19 0,-1-1 19 16,0 0-92-16</inkml:trace>
  <inkml:trace contextRef="#ctx0" brushRef="#br0" timeOffset="-163525.85">14813 13123 1459 0,'-6'3'279'0,"1"0"-167"0,-2 0-36 0,1 0-29 16,3-2-27-16,1 0-33 0,0 1-30 0,0 0-25 0,1 1-11 0,0 1 9 15,1 0 13-15,1-1 16 0,0 0 11 0,0 0-1 0,1 1 1 16,0 0-1-16,1 1 7 0,-1-1 10 0,1 0 7 0,2-1 7 0,-1-1 1 15,1 0-1-15,2 1 5 0,0-1-5 0,2 0 1 0,2 0 2 0,1-1 3 16,2 1 5-16,2-1 2 0,1-1 4 0,2 1 4 0,2-1 6 16,3 0 7-16,3-1 5 0,2 1 4 0,2 0 4 0,5-1 7 0,1 0 3 15,3-1 3-15,3 0-4 0,1 1-5 0,3 0-3 0,1 0-5 16,3 0-3-16,-1 1-1 0,0 0-4 0,1 0-5 0,2 1 1 0,-1 1-7 16,1-1-5-16,-1 1-1 0,-1 0-4 0,-1 0-4 0,1 0 4 0,-1 1 3 15,0-1-5-15,1 1 2 0,-2 0-3 0,0 1-8 0,-1-1-2 16,1 1-1-16,0 0-6 0,-4 1 0 0,0 0 1 0,-3 0-7 0,0 1-11 15,-1-2-19-15,-1 1-32 0,0 0-60 0,-3-2-112 0,-2 2-130 0,-3-2-82 16,-1 1 7-16,0-2-42 0</inkml:trace>
  <inkml:trace contextRef="#ctx0" brushRef="#br0" timeOffset="-138223.87">11579 14416 257 0,'-16'-4'117'0,"1"0"-82"0,-4-1 10 15,6 2-2-15,6 1-8 0,3 0-14 0,3 0-12 0,1-1-4 0,2 1-3 16,2-1-1-16,2 0-1 0,2-1 6 0,3 2-1 0,1-2-1 16,1 1 1-16,0 0-3 0,1 1-1 0,0-1 4 0,1 2-2 0,0 0 1 15,1 0-1-15,0 0 3 0,1 1 2 0,3 0 4 0,3-2 6 16,0 2 2-16,4-2 3 0,3 1 1 0,2 1-1 0,3-1 0 0,3 0-5 16,1-1-2-16,4 1 1 0,4 0-1 0,4 0 1 0,3 1 2 0,2 0 5 15,2 0 8-15,1-1 6 0,1-1 6 0,2 0 6 0,1-2 2 16,2-1 9-16,1-1 6 0,3-2 2 0,1 1 4 0,1-2 5 15,3-1-5-15,1 0-3 0,3 0-7 0,1-1-12 0,1 0-8 0,3 2 1 0,-2-1-6 16,1 1 0-16,0 3-5 0,-4 0-5 0,0 1 4 0,-1 1 0 16,0 0 3-16,-1 2 9 0,2 0-7 0,-1 0 5 0,1 1-11 0,-2 1-8 15,1 0-6-15,-1 1-7 0,0 0 0 0,-2 1-8 0,0 0-1 16,0 2-2-16,-3 1-1 0,-2 1-5 0,-1 1-2 0,-1-1-12 0,1 3-33 16,0 1-56-16,0 1-99 0,0 0-148 0,3 4-85 0,3 3-14 0,4 4-35 15</inkml:trace>
  <inkml:trace contextRef="#ctx0" brushRef="#br0" timeOffset="-106729.99">4666 15552 890 0,'-12'4'218'0,"0"1"-46"0,-1 1-77 0,3 0-63 0,4-2-28 16,3 0-7-16,1-1-7 0,2 0-1 0,2 0 2 0,1 1-2 0,4-1-1 16,1 0-3-16,3 0-1 0,3-1 4 0,1 1-4 0,3-1 2 0,2 0 1 15,0-1 0-15,3 0 8 0,2-1-1 0,1-1-2 0,1 0 2 16,1-1-7-16,1 0 11 0,2-1-1 0,2 0 1 0,0 0 5 0,5-2-5 15,-2 1 5-15,2-2 1 0,3 1 0 0,-2-1 1 0,2 1 6 16,0 0 3-16,0 0 6 0,1-1 6 0,2-1-3 0,0 1 4 0,2 0 2 16,1-1 1-16,1-2 2 0,1 0-3 0,3-1-3 0,0 0-1 0,4 1 0 15,1 0 4-15,1 1 1 0,3-2-3 0,1 1-1 0,1 0-2 16,2 0-1-16,1 0-2 0,2 0-6 0,1 0-8 0,1 3-3 0,-1 0-4 16,0 1-3-16,-3 3 1 0,1-1-5 0,1 0 8 0,1 2 3 0,2 0 2 15,1-1-3-15,1 1-1 0,0 1 0 0,0 1-2 0,0 0 3 16,-4 0 0-16,-1 0-9 0,-2 1 6 0,-1-1-1 0,0 2 1 15,-2-2 4-15,1 1 1 0,-3 0 6 0,1 0-1 0,-2 1 9 0,0-1 1 0,-1 0 4 16,0-1 11-16,0 0 10 0,-2 0 12 0,0-1 6 0,2 0 1 16,-2-2-6-16,-1 0-7 0,1 0-15 0,-2-1-9 0,-1-1-11 0,1-1-8 15,0-1-5-15,-1 0-5 0,1 0 4 0,-3-1-5 0,-1-1-9 16,-1 0-12-16,-1-1-21 0,-2 0-24 0,0 0-33 0,-3 1-55 0,-1 0-104 16,0-2-136-16,-2 0-12 0,-1-1 45 0,2-1-42 0</inkml:trace>
  <inkml:trace contextRef="#ctx0" brushRef="#br0" timeOffset="-86431.19">10189 15708 255 0,'-23'4'69'0,"3"-1"3"0,-6 1 7 0,4-2-12 16,7-2-1-16,0-1-2 0,3 1 6 0,3-1 5 0,3 0 1 16,2 0-7-16,2 0-15 0,2 0-19 0,0 1-15 0,2 0-13 0,1-1-3 15,2 1 2-15,3 0 1 0,2 1 5 0,4-1 7 0,2-1-1 0,1 2 4 16,4 0 5-16,1 1 7 0,2 0 8 0,6-1 5 0,1 0 9 15,4 2 2-15,1-1 4 0,1 2 9 0,4-1 0 0,1 0 0 0,6 1-3 16,2 0-7-16,4 0-4 0,6 0 0 0,2-1-2 0,6-2 5 0,5 0-7 16,2-2-2-16,5-2-10 0,1-2-10 0,5-2-3 0,3-1-10 15,4-1-3-15,1-1-3 0,4-2-9 0,1-1 6 0,2 1-6 0,2 1-6 16,0 2 4-16,0 0-2 0,1 2 4 0,-3 2-3 0,0 3-2 16,0 1-1-16,-2 2-3 0,0 1 2 0,-3 1-4 0,-3 0 5 0,0 2 0 15,-4-1 0-15,2 1-4 0,-3-1-4 0,0-2-4 0,-3 2-4 0,-4-2 0 16,-2 0-16-16,-5-1 1 0,-1-1-12 0,-3 1-17 0,1-1-18 15,-2 0-44-15,2 0-58 0,-2 0-95 0,0 0-79 0,2-1-12 0,0 1 52 16,7-2 13-16</inkml:trace>
  <inkml:trace contextRef="#ctx0" brushRef="#br0" timeOffset="-78996.96">14222 15648 1756 0,'7'-6'162'0,"2"-2"-27"0,2-3-11 0,2-1-19 16,2-1-35-16,4-3-35 0,2-2-22 0,6-1-13 0,4-3 1 16,3 0 4-16,3-1 5 0,4-1 10 0,2 0-3 0,2 1-3 0,3-1 2 15,0 1-2-15,4 1 2 0,-1-1 6 0,0 1 4 0,2-1 5 0,-1-1 4 16,2 2 0-16,0 0 1 0,2-1-1 0,-2 3-3 0,-1-3-1 15,3 0-5-15,-2 2-6 0,0-2 2 0,0 2-3 0,-2 0-3 0,-2-1 1 16,0 2-8-16,-2-1-3 0,-2 0 0 0,-1 2-5 0,0-2 4 0,-2 0-5 16,0-1-5-16,1-1 2 0,-1-1-14 0,-1 2-20 0,-1-2-36 15,-2 1-45-15,-3-1-55 0,-1-1-76 0,-3 0-123 0,1-1-161 0,-4-2-64 16,1-3-29-16</inkml:trace>
  <inkml:trace contextRef="#ctx0" brushRef="#br0" timeOffset="-75867.7">5622 14757 92 0,'-23'3'37'0,"-1"0"-3"0,-7 1-8 16,5-2 1-16,3-2-3 0,1-1 2 0,1-1 0 0,0-1-4 15,-1 1-2-15,1 0-3 0,1 0-6 0,1 0-2 0,2 0-3 0,0 0 1 16,1 0-3-16,-1 0 3 0,2 1-1 0,0 0 0 0,-1 1 0 0,1 0-1 16,1-1-1-16,0 1 1 0,1-1 1 0,3 1-2 0,1-1-2 15,1 0 0-15,3 1-2 0,0-1-1 0,2 1 0 0,1-1-5 0,2-1-4 16,0 0 0-16,3 0-1 0,2-2 4 0,2-1 3 0,4-3 3 0,4-2 1 16,3-1 0-16,1-1 2 0,5-2 0 0,1-1 1 0,2-3 1 15,2 1-2-15,2-3 3 0,3 1 1 0,1-1 6 0,3-1 5 0,2-2 3 16,1 1 5-16,1-2 2 0,3 2 4 0,1 0 1 0,1 0 6 15,2 1 3-15,1 1 4 0,2 1 5 0,0 0-3 0,1 0-1 0,2 0-2 16,1 1-3-16,3 0-5 0,1 1-2 0,2 1-5 0,1 1-6 16,2 3-1-16,2-1-2 0,-1 2 1 0,1 2-7 0,-2 2-2 0,1 2-3 15,0 3-4-15,0 2-1 0,-3 2-2 0,1 4-6 0,0 1-1 0,-3 1-4 16,0 2 3-16,-1 1 2 0,-1 1-4 0,-1 2 5 0,-1 1-3 0,-2 1-1 16,-1-1 5-16,-1 2-1 0,-2-1 2 0,1 1 1 0,-4-2-2 15,0 1 5-15,-3 1 2 0,-4 0 0 0,1-1 0 0,-4 2-6 0,-3 1 6 16,0-1 2-16,-5 2 1 0,1 1 2 0,-3-2 0 0,-1 2 5 0,-3 0-2 15,-1-1 6-15,-2 1-1 0,-2 1-4 0,-2 0 8 0,-3 2-2 16,-4 1 1-16,-4-1-1 0,-3 1 2 0,-3-1 3 0,-3 3 0 0,-4-1 3 16,-3 4-8-16,-4 0-5 0,-3 0-6 0,-4 1-10 0,-3-2-4 15,-2 1 3-15,-4-2-1 0,-1 0 3 0,-4-1-1 0,-1 2-1 0,-5-3-4 16,-2 1 0-16,-1-2 4 0,-3 1 3 0,-3-1 6 0,0-3 2 0,-3 2 1 16,-2-2-3-16,0 0 0 0,-2 0 3 0,-2-2-3 0,-2 1-1 15,-2 0-1-15,-1-1-1 0,-2 1-2 0,-1 1 1 0,2 0-2 0,-2 1 7 16,4-1 1-16,2-2-3 0,0-1 9 0,4-2 5 0,0-1 1 0,2-1 10 15,2-2-4-15,2-1-7 0,0-2-6 0,0-1-5 0,2 0-5 16,1-2-4-16,1 0-1 0,2-1 1 0,-1-2-7 0,3-2 2 0,0-1 1 16,1-2 2-16,1 0 7 0,2 0 5 0,2-2 0 0,3-1 8 0,1 0 2 15,2-1 5-15,2 0 1 0,3-1-2 0,1-1 2 0,4 2-4 16,0-2 4-16,2 0-1 0,2-1-6 0,0 0 0 0,3 0-10 16,3 1 4-16,2-1 4 0,2 2 0 0,2 0-2 0,1-1-5 0,1 1 0 15,0 1-8-15,0-1-1 0,2 2-2 0,1 0-9 0,1 0-3 0,0 1 5 16,2 1-8-16,0 1 1 0,1-1 2 0,1 1-3 0,1 1 2 0,2 0 1 15,1 2 3-15,1 0 3 0,2 2 3 16,0 1-1-16,0 2-1 0,0 0 0 0,0 1-1 0,-1 2 1 0,1 0-1 0,-1 1-3 0,0 0 6 16,1 1-6-16,-1 1-5 0,0-1-4 0,0 1-11 0,-2-1-10 15,2-1-15-15,-1-1-23 0,0-2-17 0,-2-2-23 0,0-1-27 0,-1-2-21 16,2-3-12-16,0-2-3 0,0-2 9 0,1-3 11 0,2-4 30 0,0-7-100 16</inkml:trace>
  <inkml:trace contextRef="#ctx0" brushRef="#br0" timeOffset="-75135.31">3636 12270 403 0,'-10'-13'50'0,"0"0"9"0,-2-3 13 0,4 1 3 0,3 2-4 16,1-1-1-16,-1 2-3 0,0-1 3 0,1 2-3 0,0 0-4 0,2 3-9 15,-1 1-9-15,1 3-8 0,1 1-6 0,-1 1-8 0,2 1-11 16,0 2-3-16,0 1-9 0,2 1 0 0,0 2 3 0,1 4 1 0,-1 4 1 15,1 5 0-15,1 4-2 0,0 7 5 0,-1 5 2 0,0 7 2 16,-1 5 0-16,1 4-2 0,1 3 0 0,2 4-2 0,1 4-3 0,1 4 4 16,2 2-5-16,0 3 0 0,0 1 4 0,0 3-6 0,1 0 2 0,-1 1-2 15,2 0-5-15,-2-1-3 0,0-1 7 0,-1-1-3 0,0 0 6 16,0 2 7-16,-1 1-9 0,-1 0 4 0,-3 2-4 0,0 1-6 0,-3 4 8 16,-1 1 6-16,-2 2-1 0,-1 1 9 0,0-1-1 0,-1-4 0 15,0-1 6-15,-2-1-2 0,1-1 3 0,0 2 3 0,-1-4 1 0,2 1 7 16,-1-4-3-16,1-3-3 0,2-5-4 0,1-4-5 0,1-4-8 0,0-3 4 15,-1-2-3-15,0-2 2 0,1-1 5 0,-1-2-6 0,2-2 6 16,-2-1 6-16,0-2 7 0,0 0 6 0,-2-5 4 0,0-3 0 0,-1-3 7 16,0-3-2-16,-1-3-2 0,0-2 0 0,0-2-4 0,0-2-2 15,-1-3-8-15,1-1-2 0,-1-3-5 0,0-4-16 0,0 1 6 0,1-4-5 16,1 0-7-16,-1-2 11 0,0 0-7 0,1 0-2 0,-1-2 1 0,0 0-3 16,1-1 1-16,0 1-4 0,0-1-4 0,0-1 3 0,1-1-4 15,0 0 2-15,-1-1-3 0,2 1 1 0,1 0-6 0,-2-2 11 0,2 0-1 16,0-2-10-16,0-1 6 0,1 1-13 0,0-2 3 0,1-1-11 15,1-2-3-15,0-2-7 0,1 0-12 0,1 1-13 0,1-2-17 0,1-1-11 16,3-1-9-16,1 1-11 0,2-1-12 0,1 0-14 0,1 0-21 0,2 1-7 16,1-1-2-16,2 0-5 0,3 0 11 0,1 0 5 0,3 0 12 15,2 0 9-15,0 0 20 0,4 1-81 0</inkml:trace>
  <inkml:trace contextRef="#ctx0" brushRef="#br0" timeOffset="-74100.9">16565 13732 1501 0,'-8'4'140'16,"-2"0"-56"-16,-2 2-29 0,-1-1-35 0,1-2-49 0,-1 0-74 0,2 0-84 16,-1 0-72-16,1 1 6 0,1 0 51 0,-2 1 66 0,1 1 61 0,-1 2 26 15,0 0 14-15,0 1 11 0,0 0 12 0,2 0 12 0,-1-1 14 16,2 0 13-16,0-1 12 0,1 1 12 0,1-1 5 0,1 0 5 0,0 0 0 16,3 0-2-16,0-1 3 0,1-1-8 0,1 1 0 0,2 0 8 15,0-1-3-15,2 0 5 0,0 1 3 0,3-2-10 0,1 0-1 0,2 0-2 16,3 0 0-16,2 0-2 0,2 0 1 0,6 0-6 0,2-2-8 0,1 1 0 15,4-1-2-15,1 1 2 0,7-2 10 0,1 0-3 0,3-2 2 16,4 1 4-16,0-3-3 0,4 0 0 0,3 0-6 0,2 0-7 0,4-1-3 16,3-1-8-16,1-2 8 0,3-1 0 0,3-1-5 0,2-3 1 15,2-1-16-15,2-1-5 0,2-3 1 0,2-1-5 0,3 0-5 0,1-4 2 16,3-1-7-16,2 0 6 0,2-2 0 0,3 0-10 0,2-2 4 0,5-4-3 16,2 1 1-16,4-2 8 0,2 1-6 0,5 1 0 0,0 1 0 15,2-1 2-15,2 1-1 0,0-1 4 0,0 2-2 0,1-2-2 0,-1 4 4 16,1-1-1-16,-1 1 7 0,1-2-2 0,0 0-9 0,-2-2 1 0,-2 1-1 15,-1-2 6-15,-1 0 5 0,3-3-5 0,2-2 1 0,0-2 2 16,0-1 0-16,-4 1 2 0,-3-1-1 0,-3-1 5 0,-1-1-1 0,-1-5-1 16,0-1-5-16,0-2-4 0,0-3 4 0,0-2-1 0,-1-1 7 0,1-5-1 15,-3 1-4-15,-1 0 2 0,0-3-2 0,-1 1-3 0,0-1 0 16,-1-2 0-16,0-2 0 0,0 0 1 0,-2-1 7 0,1 0-5 0,-4-2-8 16,-1 1 1-16,-3 0-2 0,0 0 1 0,-3 0 7 0,0 0-1 0,-2-2-2 15,-2-2-2-15,-1-3-6 0,-3 0-3 0,-3-1-5 0,-3-3-4 16,-4 1 1-16,-5-3-6 0,-2-1-4 0,-4-2-2 0,-3-2-2 0,-2 0 4 15,-2-2 3-15,-1 0 9 0,-3-1 1 0,-1-1-1 0,-5 1 4 16,0 1-3-16,-5 2 0 0,0 1 5 0,0-2-6 0,-2 2 2 0,0 0 1 16,-5 4 0-16,-1 2 8 0,0 4 4 0,-4 2-2 0,0 1 1 0,-3 2-6 15,-3 3-3-15,-2 0 6 0,-2 2 1 0,-1 3 6 0,-5 3 5 16,0 2 4-16,-1 4 9 0,-2 2 1 0,-1 4 4 0,0 1-4 0,-1 4-1 16,-1 2-4-16,0 0 1 0,-1 4-14 0,-2 1-1 0,0 0-1 0,-1 2-9 15,-2-1 11-15,0 2 1 0,-2 0-4 0,-1 3 2 0,-2-1-1 16,-2 1-3-16,-1-2-4 0,-2 1-6 0,-3-1-5 0,-3 1-6 0,-3 2 1 15,0 1 0-15,-3 0 10 0,0 1 6 0,-5-1 6 0,-1-1 3 0,-5-2-9 16,1 3 8-16,0 2 1 0,-2 1 7 0,3 4 16 0,-1-1-4 16,2 2 2-16,1 2 1 0,-1 3-8 0,2 0-7 0,-2 1-10 0,-2 1-20 15,-2 4-5-15,1 0 1 0,-3 3 1 0,0 2 3 0,0 3 0 16,0 1-12-16,1 3-18 0,2 0-17 0,0 1-16 0,1 0-10 0,2 1-6 16,1-2-19-16,3-1-24 0,0-1-33 0,2-1-18 0,0-3-1 0,1-2 16 15,-3-4 40-15,1-2-43 0</inkml:trace>
  <inkml:trace contextRef="#ctx0" brushRef="#br0" timeOffset="-73984.9">23768 7038 201 0,'4'2'47'0,"1"1"-48"0,2 1-19 0,0 1-6 0,3 1-2 16,0 1 1-16,0 1 2 0,1 1-7 0,1 1-55 0</inkml:trace>
  <inkml:trace contextRef="#ctx0" brushRef="#br0" timeOffset="-73832.9">23876 7293 117 0,'-8'11'126'0,"-4"2"-33"0,-2 2-12 0,-2-1-14 0,1-3-2 16,-2 1-1-16,-1 1-1 0,-1-1-1 0,0 1-4 0,-1-2-10 16,-1 0-11-16,0 1-9 0,0-1-10 0,0 2-4 0,0-1-3 0,-1-1-2 15,-1 1-1-15,1-2 1 0,0 0-3 0,3-1 3 0,0 0 0 16,3-2-1-16,1 1 3 0,2-1-4 0,0 0-2 0,0 1-1 0,1-2-5 16,0 1 0-16,2-1-3 0,0 1-1 0,1-1-3 0,1 0-12 0,1-1-9 15,1 0-37-15,2-1-30 0,0 1-26 0,1 1-21 0,1-1 2 16,2-1 4-16,1 0 34 0,2-1-50 0</inkml:trace>
  <inkml:trace contextRef="#ctx0" brushRef="#br0" timeOffset="-73566.9">23768 7388 2775 0,'5'1'64'0,"1"2"-128"15,6 3-59-15,6 4-26 0,8 2-21 0,12 8 5 0,11 5 2 16,12 7 2-16,12 7-1 0,7 3-41 0,9 6-64 0,4 4-65 0,7 7-22 15,7 10-86-15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0:53:38.1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3658 16643 417 0,'-4'7'130'0,"0"3"-31"16,-1 2-19-16,0-1-19 0,1 0-12 0,1-2-2 0,1 0-1 0,1-1-2 16,1-1-2-16,1 0-12 0,0-1-6 0,2-1-7 0,1 1-8 15,0 0 0-15,3 0-6 0,0 1 6 0,1 0-1 0,2 0 1 0,0 0 3 16,1 1 5-16,2 0 2 0,1 1-2 0,0-1-3 0,1 3-2 15,1 2 1-15,2 1-2 0,1 0-2 0,1 0-5 0,1 1 0 0,0 2 0 16,0 1-2-16,2 0-4 0,2 0 3 0,1 0-2 0,1-2 1 0,0 0 3 16,0-2-2-16,0 0 2 0,2-2 0 0,0-4 5 0,1 0 5 15,1-3 8-15,3-2 4 0,-1 0 11 0,2-4-1 0,-2 1 5 0,1-2-5 16,1-2-4-16,1 0-7 0,2-3 3 0,0-1-1 0,1 1-9 0,2-2 5 16,0-1-17-16,1 0 4 0,0-2 0 0,0 2-5 0,1 1-2 15,2 0 1-15,0 1 3 0,1 0 4 0,0 1-1 0,2 0 2 0,0 1-6 16,0 1 0-16,3 3 9 0,-1 0 2 0,2 3 1 0,-1 0 9 0,0 2 0 15,1 2 4-15,1 2 16 0,2 2-2 0,1 1 4 0,2 1-1 16,1 1-15-16,1 2 0 0,1 3-5 0,0 1-1 0,-30-9-18 0,7 1 0 16,1 3 2-16,7 1 6 0,0 1 6 0,8 1-6 0,1 0 0 15,8 2-4-15,-1 0-3 0,2-1-6 0,0-1-3 0,0-1 0 0,1-1 5 16,0-1-2-16,1 0-6 0,0-2 3 0,1-1 0 0,1-1 9 0,-1-1 0 16,0-2-5-16,0-1 2 0,1-1-6 0,0-1-3 0,0-2 5 15,0 1-2-15,-1-3 9 0,1 1-2 0,0-2-1 0,-2-1 9 0,2 0-4 16,0-1 7-16,0 0 2 0,1 0-3 0,1 0 1 0,-1-1 1 0,2 1-9 15,-1 1 0-15,1 0 1 0,1 0 3 0,0 2 0 0,1 1-4 16,-1 1 0-16,3 1 1 0,0 2 5 0,1 1 1 0,1 3 0 0,-1 0 1 16,2 2 3-16,1 2-7 0,-2 2 5 0,2 0-1 0,-2 1-3 15,1 1 7-15,-2 0-13 0,1 1 0 0,-1-3 6 0,0 1-10 0,-2-1 0 16,1 0-10-16,0-4 2 0,1 0 9 0,-3 0 1 0,1-3-1 0,-1 0-2 16,-1-2-1-16,0-1 4 0,0-2-7 0,-3-1-5 0,0 0 0 15,-1-3 6-15,0-1 3 0,-1-1-4 0,-1 0 0 0,-1-2 3 0,-1-1-1 16,0-2 2-16,-1 0-4 0,0 0-6 0,-2-1 9 0,0-2-11 0,0 0 10 15,-1-1 1-15,0 1 0 0,-1-2 4 0,0 2-9 0,1 0 5 16,0 1-3-16,0 1 5 0,0 3 2 0,1 1 0 0,0 0-2 0,1 3 9 16,0 1-2-16,-1 2-2 0,1 3 3 0,0 0 4 0,0 3 0 15,-1 2 0-15,0 2-4 0,-1 3-3 0,-1 2 6 0,1 0-3 0,-2 1-1 16,-1 2-12-16,-1-1 4 0,0 0 9 0,0-1-9 0,-1 1 8 0,-1-2-11 16,-1 0 3-16,0-3 3 0,-1 0-9 0,0-2 12 0,-1 0-5 15,-1-4-3-15,-1 0-5 0,1-2-8 0,-1-2 17 0,-1 0 0 0,0-3 5 16,-1 0-10-16,1-1-4 0,-2-2 8 0,0-1 2 0,-2 0 0 0,0-1-2 15,-1-3-5-15,-1 0 11 0,1 0 2 0,-2-1-4 0,-1 2 0 16,1-3 0-16,-1 1-6 0,-1-2 2 0,1 4-5 0,-1-1 6 0,-1 1-1 16,2-1-5-16,-1 1 9 0,0 1-2 0,0 0 3 0,-1 2-6 15,2-1-6-15,0 2 5 0,-1 2-3 0,1 0 6 0,0 1-1 0,-1 2-10 16,2 0 6-16,-1 2 6 0,0 1-3 0,0 0-4 0,0 1-4 0,-1 0 3 16,2 1 6-16,-2 0 0 0,0 1-8 0,1-1 10 0,0 0-4 15,-1-1-3-15,1 1 4 0,-1 0-15 0,0-1 13 0,0 0 0 0,-1-1-4 16,2 0 7-16,-2 0-6 0,-1-1 15 0,2-1-5 0,-2 0 1 0,1-1-4 15,-1 1-6-15,-1-2 3 0,1 0-5 0,0 0 4 0,0-1 5 16,-1 1 0-16,1-2-7 0,0 0 2 0,-1-1-2 0,1 0 9 0,0 0-5 16,0-2-6-16,1 1 0 0,-1-2 0 0,-1 1 11 0,1-1-2 15,0-1-10-15,0 1 12 0,-1-2-8 0,-2 0 7 0,1-2 2 0,-2 1 3 16,1-2-6-16,-2 1 0 0,0-1-7 0,-3-1-9 0,1 1 9 0,-2-2 6 16,0 0-4-16,-2 1-2 0,0-1 5 0,-1-2-1 0,-2 0-3 15,1 1-1-15,-2-3-1 0,0-1 1 0,0 0 5 0,-3-1-7 0,1-2-7 16,-1 0-2-16,0-3 11 0,11-17 8 15,-7 5-10-15,-7 7-2 0,-6 7 2 0,-1 2 1 0,-1 2 2 0,-2-2 3 0,0 0-9 0,-2 0 5 16,-1-1-11-16,-1 1 5 0,-1 0 3 0,-1 0-6 0,0-2 7 0,-2 0-12 16,-1-3 1-16,0 0 10 0,-2 1 3 0,-1-2 5 0,-1 2-7 15,-1 1-5-15,0-1 5 0,-1 1 1 0,1-1-3 0,-3 1 0 0,-1 0 8 16,-1 0 1-16,-2 1-1 0,1 0 3 0,-3 0 0 0,0 1-3 0,-2 0 8 16,0-2-3-16,-3 2-11 0,0-2 8 0,-2 1-10 0,-1-1 8 15,0 1-4-15,-1 1-7 0,-1-1 7 0,0 0-13 0,-1 1 1 0,-2-4 12 16,-1 1-9-16,-1-1-6 0,1 0-2 0,-3 3-5 0,2-1 3 0,-2-1 10 15,0 1-8-15,-1 0 6 0,2 1-5 0,-2 2 11 0,1-2 5 16,-1 4-9-16,0-1 9 0,0 0 2 0,-2 3 9 0,1 2 17 0,-1 0-2 16,-3 0-7-16,0 2 4 0,-2 1-15 0,1 0 2 0,0 0-3 15,-1 0-1-15,-3 0 4 0,-1 1-8 0,-2 2 0 0,-1-1 1 0,-4 0-3 16,0 0-1-16,-1-1 2 0,-2 1 3 0,0 1-4 0,0 0 0 0,-1 0 0 16,0 1-5-16,-1-1 3 0,-2 0 4 0,0 0-6 0,0 0 2 15,-2-1 6-15,0 1-4 0,0-1 7 0,0 0-5 0,-1 0-9 0,1 0 8 16,-1-1-1-16,-3 0 4 0,-2 1 1 0,0-2-5 0,0 0 4 0,-1-1 0 15,3 1 1-15,-2 2 0 0,0-2-5 0,0-1 4 0,0 1-6 16,-2-1 8-16,-2 1 3 0,1 1-4 0,-3 0 4 0,0 0-13 0,0 2 12 16,-1-2-7-16,2 1-1 0,-3 2 8 0,0-2-19 0,-1 0 9 15,0 0 2-15,-1-1 0 0,0 2 2 0,-2 0 0 0,2 1 1 0,-1 0 3 16,-1-1 1-16,1 1-5 0,-2 0 1 0,0 0-1 0,1 2-6 0,-1-1 3 16,-1 0-12-16,-1-1 11 0,-1 2 0 0,0-1-3 0,-1 1 3 15,1 0-10-15,-1 0 12 0,0 1-4 0,0 0 20 0,0 1-16 0,-2 0 9 16,-2 0 0-16,-1 0-16 0,0-1 16 0,-2 1-13 0,3 0 10 0,-2 1-1 15,3-1-3-15,-1 2 4 0,1-1-5 0,2-1-2 0,-1 2 4 16,4-1 4-16,-1 1 1 0,0 0-1 0,1 0 0 0,-4 0-14 0,2 1 5 16,-3 1-2-16,2 0 1 0,1 2 8 0,0-1-3 0,1 1-4 0,-3 0 2 15,1 1-5-15,-1 1-6 0,-3 0 4 0,0 0-8 0,-1 1 3 16,1 1 15-16,0 0 10 0,3 0 0 0,-1 1-3 0,1-2-4 0,1 1-13 16,-1 2 8-16,2-1 8 0,-1 0-14 0,1 0 9 0,0 0-3 0,-1 0-1 15,0-1 8-15,1 1-8 0,1 0 5 0,0-1 1 0,0 0 1 16,1 1 6-16,-2-1-6 0,0-1-7 0,3 0 0 0,2-2 0 0,4 0 4 15,1 0 9-15,-1 0-1 0,0 0-2 0,-4 0-5 0,-1 0-3 16,-2 0-4-16,0-1 6 0,3 0-8 0,3-1-3 0,0 1 7 0,1 0 7 16,1 0 2-16,-1-1 1 0,3 0-10 0,0 0-2 0,3 0 4 0,-1-1 1 15,-1 0 1-15,1 1 5 0,0-1-7 0,1 1 0 0,1 1 9 16,-1 0-20-16,1 0 7 0,2-1-2 0,1 1-1 0,4-1 16 0,0 0-6 16,0 0 3-16,2 0-3 0,0-1-3 0,2 1 4 0,0 0-3 0,0 0-3 15,0 0 0-15,1 0-5 0,0 1 7 0,0-1 0 0,-1 1-1 16,1 0 7-16,-1 1-8 0,1 1 6 0,1-1-6 0,1 1-10 0,2 0 6 15,0 2 1-15,2 0-1 0,2 1 8 0,1-1-2 0,1 1-1 16,1 1 5-16,1-1 0 0,0 1-1 0,3 0-3 0,0-1-2 0,1 2-5 16,1 0 5-16,3 1-2 0,-2-1-2 0,2 1 10 0,-1 0-8 15,1 2 0-15,3 0 2 0,1-1-2 0,1 2 0 0,0-1 2 0,3 2-2 16,-2-1 2-16,2 0 2 0,-2 2-2 0,3 1-2 0,2-2 0 0,0 2-7 16,1-1-2-16,0 2 2 0,2-1-4 0,1 1 20 0,2 2-1 0,1-2 1 15,-1 1-3-15,3 1-6 0,0-1 13 0,0 2-11 0,2 0 6 16,-1 0-6-16,3 0-10 0,0 2 10 0,1 1-11 0,0 3 7 0,1 0 6 15,4 1-4-15,-1-1 8 0,2-1-13 0,1 1 5 0,1 0 4 0,0 1-10 16,2 0 6-16,1 1-3 0,0-1-3 0,3 1 5 0,1-2 5 16,1 2-4-16,1-1 4 0,0-2 5 0,1 0-5 0,1-2-2 0,0 0-13 15,3 0 11-15,0-2-5 0,1 0 9 0,-1 0 3 0,2 1-12 16,0-1 10-16,1 0-16 0,2 0 6 0,0-1 3 0,-1-2-10 0,4 1 19 16,1-1-5-16,-1-1-3 0,1 0 6 0,1 1 1 0,1 0-10 15,0 1 8-15,3 0 0 0,-2 0 2 0,2-1-1 0,1 1-6 16,1 0-12-16,-12-12 10 0,4 5 6 0,-1-2-2 0,6 4-3 0,-1-2-2 0,3 2 1 15,2 0 10-15,3 3 3 0,2-1-17 0,0-2 14 0,1 0-9 16,1-1 14-16,2 1-3 0,-1-3-2 0,0 1 3 0,2-1-12 0,-1 0 2 16,3-1-1-16,-1-1 3 0,0 0 11 0,2-2-10 0,0 1-1 15,0-2 11-15,3 0-12 0,1-1 6 0,-1-1-1 0,1-2-10 0,2 1 21 16,0-2-4-16,0 0-9 0,2-2 5 0,2-1-14 0,-2-2 16 0,2 0 0 16,0 1-3-16,1-2-4 0,2-1 0 0,1 0 5 0,-1 0 4 0,2-1 4 15,0 1-7-15,1 0 1 0,1 0-13 0,2-1 1 0,0 1 12 16,0 0-11-16,2 0 8 0,0 0-6 0,2-1-2 0,0 0 19 0,2 0-6 15,0 1 2-15,1-2-22 0,2 1 5 0,1 0 10 0,0 0-5 0,0 1 7 16,3 0-2-16,0 0 5 0,0 0 8 0,0 0-8 0,1 1-15 16,1 0 2-16,1 0 4 0,0 0 6 0,0 0 7 0,1 1-4 0,0 1 7 15,2-1-9-15,-1 1 1 0,1-1-10 0,1 2-10 0,0 0 18 16,-1 0-18-16,3 0 6 0,0-1 16 0,0 2-16 0,1-1 10 0,3 0-8 16,-1 0-10-16,2 0 11 0,1 0-7 0,1 1 2 0,1 0 0 0,-1 0 3 15,2 0 10-15,0 0-11 0,2 0-3 0,-1 0 5 0,2 1 2 16,0 0 15-16,2 1-5 0,-1 1-20 0,1 0 6 0,1 0-1 0,-1 1 10 15,1 0-5-15,1 1 2 0,2 1-2 0,0 1 0 0,0 0-7 16,3 1-20-16,-1 0-24 0,0 1-14 0,2 1-21 0,-2 2-21 0,2 0-14 16,1 2-30-16,0 1-29 0,1 2-49 0,2 1-94 0,3 1-130 0,3 2-122 15,4 1-69-15,5-1 67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0:55:15.1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2988 6234 101 0,'-3'-1'44'0,"2"-1"-1"0,-2 1 5 0,0 0-1 0,1-1-1 15,-1 1-6-15,0-1-5 0,1-1-3 0,0 0-5 0,-1-1-2 0,1 1-5 16,1-1-5-16,1 0-1 0,1 0-1 0,0 1-2 0,0-1 0 16,3-1 2-16,-1 0 1 0,2 1 1 0,0 0 0 0,1 0-1 0,1 0-1 15,1 1 1-15,1 1-4 0,0 1 0 0,2 1-3 0,2 0 3 16,2 1 7-16,1 1 4 0,-1 0-1 0,2 2-2 0,1 1-1 0,-1 2 0 16,3 1-1-16,1 0-2 0,-1 2 0 0,-1-1-3 0,2 2 2 0,0-1-3 15,1 0-1-15,3 1 0 0,0-1-1 0,2 1-1 0,-1-1-2 16,1-1 0-16,-2 0-3 0,1-1 0 0,0-2 1 0,0 0-3 0,2-2 2 15,-2 0-3-15,1 0 0 0,-1-1 3 0,-2-1-2 0,0 0 4 0,-2-2 1 16,0 0-2-16,0-2 1 0,-3 0 0 0,0 0-1 0,0-2 2 16,-2 0 4-16,2-2-3 0,-2-1 3 0,1 1 1 0,-2-2-1 0,2 0-1 15,0 0-2-15,0-1-1 0,2 1-1 0,0 1 2 0,-1 0 2 16,1 1-4-16,-2 1 0 0,-1 0-2 0,-1 1-1 0,-1 2 1 0,0-1 1 16,0 2 2-16,-1 2 1 0,2 0 0 0,-1 1 2 0,1 2-1 0,-3 0 1 15,1 0 0-15,0 2-1 0,1-2 1 0,-3 2-5 0,2 0 1 16,-1 0 0-16,1 1-3 0,-1-1-2 0,-1 0 0 0,1-1-1 0,-1-1 2 15,1 0 2-15,0-2-3 0,-2 0 1 0,2 0-2 0,-2-1 1 0,0-1 4 16,-2 0-4-16,-1 0 2 0,0-2-3 0,1 0-2 0,-2 0 5 16,1-2 0-16,-2 1 0 0,-2-1 0 0,1 0-1 0,-1 0 0 0,2-1 1 15,-2 1 2-15,-2 0-1 0,1 0 3 0,-1 0-2 0,1 1-3 16,-2 0 3-16,1 1-2 0,-1-1 0 0,0 2 2 0,0 0-5 0,1 1 3 16,0 0 2-16,0 2 2 0,1-1 4 0,1 3-1 0,0 1 0 0,0 0 1 15,2 2 0-15,-1 1-2 0,1 0 4 0,1 1-5 0,-2 1 0 16,3-1-1-16,0 1-5 0,1-1 1 0,0-1-4 0,1-1-2 0,0-1 2 15,-1-1 1-15,3 1 3 0,-1-2 2 0,1-1-2 0,-1 1-1 0,0-1 2 16,-1-1-3-16,2 0 2 0,-1-1 2 0,0 0-3 0,2 1 0 16,-2 0 0-16,2-1 0 0,0 2 2 0,-1 0 0 0,1-1 1 0,-1 1-3 15,0-1-1-15,1 1 1 0,0 0-3 0,-1 0 7 0,0-1-5 16,0 0 2-16,2 0 1 0,-1 0-7 0,-2-1 3 0,1-1-1 0,-1 0 1 16,0 0 2-16,0-1 2 0,-1 1-2 0,-1-1 0 0,0 1 2 0,0 0-1 15,-1 0 1-15,0 0-2 0,-2 1 0 0,1 0 1 0,0 1-2 16,-1 0 4-16,1 1-1 0,1 1 0 0,2-1 0 0,-2 1-1 0,2 1 1 15,-1 0 1-15,-1-1-1 0,2 1-2 0,-1 0 2 0,1-1-2 0,1 0 0 16,-1-1 2-16,0 1-4 0,0-1 2 0,0 0 3 0,1-1-3 16,-1 0 3-16,0-1 0 0,-1 0-1 0,0-1 3 0,0-1-2 0,0 0-1 15,-1 0-1-15,1-1 5 0,-1 0 0 0,0-1-1 0,-2 0 4 0,2 0-3 16,0 0 1-16,0 0-1 0,0 0-1 0,0 0 2 0,0 0-5 16,0 2 3-16,0-1-5 0,1 2 2 0,-1 1 3 0,1 0 2 0,0 1 4 15,0 2-2-15,0 0 2 0,1 3 2 0,0 0-1 0,2 1 7 16,-1 1-5-16,1 0-3 0,0 1-1 0,1-1-7 0,0 0 2 0,1-1-4 15,-1 0 0-15,1-2-1 0,0 0 0 0,0 0-2 0,0-1 0 0,-2-1 2 16,1 0 1-16,-1-1 1 0,1 0 3 0,-1-1 0 0,-2-2 0 16,1 0 2-16,-1-1-2 0,1-1 1 0,0-1 1 0,1-1 1 0,0-1 1 15,-1-1 1-15,0 0 0 0,0-1-1 0,1 1-3 0,-2-2 1 16,1 0-2-16,0-1 4 0,0 0-3 0,0 0-2 0,1 1 2 0,-2 1-2 16,2 0-1-16,0 1 3 0,1 3-3 0,-1 1-1 0,-2 0 2 0,1 3-2 15,0 0 3-15,1 2 1 0,0 2 1 0,0 2 2 0,1-1-2 16,1 2-1-16,1 1-2 0,-1 0-2 0,4-1-2 0,-1 1 0 0,0-1 2 15,-1-1-5-15,0 0 6 0,2-1-3 0,-1 0 1 0,-2-1-1 0,3-1-1 16,-2-1 1-16,-1-1-2 0,-1 0 5 0,-1-2-1 0,0 1 1 16,1-2 0-16,-2-1-2 0,1 0 1 0,1-2 2 0,-1 0-1 0,1-1 0 15,0 0-1-15,3-1-3 0,0-1 2 0,0 2-2 0,2-1 0 0,-1 0 3 16,2 0-1-16,-1 1-3 0,3 0 2 0,0 1-3 0,0 1-1 16,0 0 2-16,-2 1 0 0,1 1 0 0,0 2 1 0,1-1 2 0,1 2-4 15,1 1 3-15,0 0-1 0,0 1 1 0,0-1-1 0,2 1-2 16,0 0 3-16,0-1-1 0,0 1 2 0,1 0-1 0,0 0-1 0,0-1 3 15,1 0-2-15,-1-1-1 0,0 0 5 0,-1 0-5 0,0 0 1 0,1-1 2 16,0 0-3-16,0 0 2 0,0-2 2 0,0 1-3 0,-1-1 0 16,-1-1-3-16,2 0 2 0,-1 0 2 0,1 1 3 0,0 0 0 0,0-1-3 15,0-1 3-15,-1 0 1 0,1 0-1 0,-1 0 4 0,2 0-7 0,-1 0 1 16,4-1-1-16,-1 0 0 0,1 0 2 0,-2-2-1 0,2 1 0 16,1 0-1-16,0 0 2 0,2 0-1 0,0 1 5 0,-2-1-2 0,3 0 2 15,-1 1 2-15,-1 0-3 0,2 2 9 0,-2-2 5 0,3 1 0 16,-2 1 0-16,0 0-5 0,0 1-7 0,2 1 0 0,-3 0 2 0,1 1 0 15,0 1 4-15,-1 0-2 0,2 1-2 0,-1 1-2 0,1 1-2 0,-3 0-1 16,1 1 0-16,-1-1 3 0,1 1-8 0,1-1 3 0,-1 1-1 16,1-1-2-16,-2-1 10 0,1 0-1 0,-1 0 2 0,0-1-7 0,0-1 0 15,0 0-1-15,-2-2-2 0,1 0 8 0,-3-1-1 0,3 0 2 0,-2-1 4 16,1-1 2-16,-2 0 0 0,1-1 2 0,-3-2 2 0,1 1-4 16,-2-2 5-16,1 1 2 0,0-1-2 0,-1 0 1 0,1 0 0 0,-1-1-7 15,2 0 3-15,-1 0-2 0,0 0-7 0,-1-1-1 0,1 1-2 16,1 0-3-16,-2-1 3 0,1 2 1 0,-1-1-2 0,-1 3 1 0,0-1-6 15,1 2-2-15,2 1-1 0,-1 0 0 0,0 1 6 0,-2 1-1 0,-1 1 1 16,1 0 0-16,0 1 0 0,-2 0-2 0,3 0-2 0,-2 1 2 16,0 0 2-16,1 0-3 0,-1-1-1 0,1 0 2 0,-2 0-2 0,0-1 6 15,0-1-1-15,0-1-4 0,-1 0 3 0,0-1-3 0,-1 0 6 0,1 1 2 16,-2-2-2-16,-1 0 3 0,1 0-4 0,-2 1 1 0,2-1 2 16,-1 1 5-16,2 0-5 0,0 0-2 0,0 1 4 0,2 0-10 0,-1 0 3 15,0 2-2-15,2 0 1 0,-1 1-1 0,2 0-1 0,0 0 4 16,0 1-3-16,1 0 2 0,0 0-3 0,1 0 2 0,1 0-7 0,-2-1-1 15,2 0 7-15,-1 0 1 0,0-1 4 0,-1 1 2 0,1 0-3 0,0 0-2 16,-2-1 1-16,2 1 0 0,-2 0-1 0,1-1-2 0,2 1-1 0,-1 0 0 16,1 0-1-16,-2-1 2 0,-1 1 1 0,0-1-4 0,-1 1 4 15,0 0-5-15,-3 0-2 0,1 1 7 0,-1 0-6 0,-2 0-2 0,0 0-11 16,0 1-17-16,-1 0-27 0,-2 1-42 0,1-1-43 0,-2 2-73 16,-1-1-62-16,-1 1-58 0,-1 1-31 0,0 3 60 0,1 1 77 0,-1 1 5 15</inkml:trace>
  <inkml:trace contextRef="#ctx0" brushRef="#br0" timeOffset="60002.73">18248 4067 1718 0,'-8'-5'64'16,"-1"2"-32"-16,0 1-33 0,2 2-12 0,2 2-7 0,1 1 1 0,-1 1 2 15,-2 2 3-15,-2 0 9 0,-3 2 9 0,-1 0 11 0,-1 1 8 0,0 1 12 16,-1-2 12-16,0 2 10 0,2 0 6 0,1-2 4 0,0 1-3 15,2 0-3-15,2 1-7 0,1 0-4 0,1 1-5 0,1 2-1 0,1-1 0 16,0 2 2-16,3-1 4 0,-1 4-2 0,1 2 2 0,2 0-6 16,1 0-2-16,0 3-6 0,2-1-10 0,2 2-10 0,2 0-12 0,1-1-8 15,2 1 1-15,1 1-2 0,0-1 7 0,3 0 0 0,1-1 4 16,2 0-4-16,-1-1-1 0,2-2 3 0,1 0 1 0,0-2 1 0,2 0 7 16,0-3-1-16,1 0 1 0,2-2 2 0,0-2-3 0,0-2 3 0,0-1-2 15,0-3 1-15,3-1 1 0,0-2 0 0,2-3 3 0,-2-1 1 0,1-1 0 16,-2-4 0-16,1-1 1 0,1-1-1 0,-2-3-5 0,1-1 0 15,0 0-2-15,0-2 0 0,-1 0-5 0,0-1 0 0,-1 0 0 0,-1-2 1 16,0 0 3-16,-1-1 3 0,0 0 7 0,-2 0-2 0,0 0 1 16,-2 0 4-16,-3-2-2 0,1 2-3 0,-2-1 4 0,1 0-14 0,-3 0 2 15,1 0 0-15,-2-1 0 0,-2 1 5 0,-1 0-3 0,-3 0-2 0,-1 0 3 16,-1-2-3-16,-3 2 2 0,-1-2 1 0,-3 0-3 0,-1 0 2 16,-3-1 2-16,-3-1-8 0,-3 2 4 0,-2 0-5 0,-2 2 1 0,0 0 2 15,-2 1 2-15,-1 1 2 0,-2 1-7 0,0 0 1 0,-4 1-3 0,0 3 13 16,-3 1 1-16,-1 1-3 0,-1 1-1 0,0 2-16 0,-1 1 4 15,0 2 1-15,0 1-5 0,1 2 2 0,1 1-1 0,3 1 1 0,1 2 3 16,2 0-8-16,4 3 1 0,-1 1-5 0,1 1 1 0,1 2 1 16,-1 2-3-16,0 0-14 0,0 2 0 0,2 1-4 0,0-1 2 0,1 3 12 15,2 0-8-15,0 1-9 0,0 0-15 0,1 2-18 0,1-1-20 0,1 2-21 16,-2 1-19-16,1 2-21 0,0 0-26 0,1 4-39 0,2 1-56 16,0-1-69-16,1 1-55 0,0-1 1 0,2 0 32 0,1-1 72 0,0 2-58 15</inkml:trace>
  <inkml:trace contextRef="#ctx0" brushRef="#br0" timeOffset="60685.99">18894 5063 1896 0,'-1'0'201'0,"0"1"-223"16,2 3-38-16,3 1-9 0,2 1 15 0,2 0 23 0,2-1 20 16,-1-1 5-16,-1-2 0 0,-2 0 6 0,-1-2 2 0,-2 1 14 0,-2-1 12 15,0 0 3-15,-1-1 4 0,0-1-3 0,0-2-9 0,0 0-6 0,1-1 9 16,0-1-8-16,1-1 1 0,-1-2 1 0,0-1-8 0,1-1 0 15,-1 0 1-15,1-1-4 0,-1 0-1 0,-1 0 7 0,1 0 2 0,0 2 5 16,-1 0-1-16,0 1-2 0,1 1-5 0,-1 0-2 0,0 2 1 16,0 0-4-16,0 1-1 0,0 1 4 0,-1 1-5 0,1 0 1 0,0 1 1 15,-1 0-5-15,0 2 4 0,-1-1 3 0,2 1-2 0,-1 0 0 0,1 0 0 16,-1 1-4-16,1 1-1 0,1 0 1 0,-1 2-2 0,1-2 3 16,1 3 0-16,-1 1-3 0,1 0 5 0,0 1-5 0,1 2-1 0,1-1-1 15,0 2-2-15,0 1-1 0,1 1 4 0,1 1-2 0,-2 1-4 16,3 0 6-16,1 0-4 0,-1 0-8 0,2 0 0 0,0 0 0 0,0-1 2 15,-1 1 11-15,2 0 0 0,2 0 0 0,0-2-3 0,0-1 0 0,1 0 3 16,-2-1-4-16,1 1 1 0,-1-1 1 0,-1-1-1 0,0-2 5 16,-1 1 1-16,-1 0 0 0,-1-1 0 0,0 0 2 0,-2-1 3 0,1 1 0 15,-2-1 3-15,0 0-5 0,1-1 0 0,-2 1-1 0,1 0-3 0,-1 0 1 16,-1 0-3-16,1 0 0 0,-3 0 4 0,2-2-3 0,-1 1 3 16,-1-2 2-16,1 1 1 0,-1-1-6 0,-1 1 1 0,-1-2 0 0,1 1 1 15,-1-1-3-15,0 1 4 0,-1-1-2 0,-1 0-4 0,0 0 7 0,0-1-3 16,-1 0 0-16,0 0 0 0,-1 0-1 0,-1 0 1 0,0 0-5 15,0 0 2-15,0 0-2 0,-1 1 0 0,0-2 1 0,0 0 1 0,1 0 1 16,1 0 0-16,-1 0 4 0,2-2-1 0,-1 1-1 0,2-1 1 0,-1 0-2 16,1 1-1-16,0-1-1 0,2 1 4 0,1-1 2 0,0 0 2 15,1 1 4-15,0-1-2 0,0 0 1 0,2 1 3 0,0-1-3 0,1 1 5 16,2 0 1-16,0-1 0 0,2 1 3 0,0-1-2 0,1 1-1 16,1 2-8-16,1-1-4 0,1 0 0 0,-2 0-4 0,2 0 2 0,-1 0-1 15,0 1-4-15,0 0-4 0,0 0 6 0,-1 1-6 0,-1-1 3 0,1 1-1 16,0-1-5-16,-2 1-1 0,0 0 0 0,0 0-11 0,-2-1-8 15,0 0-9-15,-2 0-22 0,-1-1-31 0,-1 0-37 0,-1 0-62 0,0-2-76 16,-1 0-109-16,-1-2-70 0,-2-1 10 0,-2-3 79 0,-1-2-42 0</inkml:trace>
  <inkml:trace contextRef="#ctx0" brushRef="#br0" timeOffset="61283.56">17508 3790 2580 0,'-28'-13'7'16,"3"0"-6"-16,-4 1-21 0,11 4-9 0,7 3-7 0,4 1-3 15,2 1-9-15,2-1 6 0,2-1 1 0,1-1 12 0,2-1 14 0,2 0 5 16,1 1 13-16,1 0 1 0,1-1 11 0,1-1 8 0,3 0-5 15,4-1 6-15,2-1-3 0,3-1-2 0,4 2 1 0,3-2-5 0,2-1-3 16,6 1 2-16,2-3 0 0,1 1 2 0,5-1 1 0,2-1-1 0,0 0-2 16,4 1-1-16,1-1-4 0,-1 1 2 0,2 1 2 0,1 0-7 15,2 3 6-15,1-1-4 0,1 1 1 0,1 1 1 0,1 1-1 0,4 2-1 16,0 1-4-16,1 1 0 0,2 2-2 0,-2 2-4 0,2 0 2 0,0 3 0 16,0 1-1-16,-1 3-1 0,0 2 2 0,1 1 2 0,-1 1-4 15,0 0 2-15,-2 2-3 0,-2 2-3 0,0 1-4 0,-2 0-1 0,-1-1 3 16,-1 2 0-16,-1 0 8 0,-3 1-2 0,0 1 4 0,-2 1-4 15,-3 4-4-15,0 6 4 0,-2 4-7 0,2 4 4 0,-1-1-5 0,0 2-25 16,0 0-5-16,0 3-5 0,-2 3 0 0,-2 2 17 0,-4 1 5 0,-2 1 5 16,-5 1 11-16,0 0 2 0,-2 1 4 0,-3 0-2 0,-2 2-3 15,-3 2-6-15,-4 3-8 0,-2 3-1 0,-3 2 0 0,-6 1 13 0,-2 3 3 16,-7 1 4-16,-4 0-1 0,-8 1 2 0,-6-3 9 0,-3-2-8 16,-9-2 8-16,-3-3 6 0,-5-4 2 0,-4-4 11 0,0-2-1 0,-4-3-3 15,-3-2 4-15,-1-1-2 0,-3-5-3 0,-2-2-3 0,-4-3-6 0,-2-2-3 16,-2 0 1-16,-1-2-4 0,0-3 2 0,-2 0-9 0,0-4 4 15,-2 0 7-15,0-2 3 0,0-2 7 0,-1 0-6 0,0-3-8 0,-2-2-4 16,0-4 1-16,0 0 2 0,-1-2 2 0,-1-2 1 0,0-3 3 0,1-3 6 16,1-2 2-16,3-4 0 0,0-2 7 0,2-2-1 0,1-5 13 15,1-4 3-15,2-3-10 0,0-4 13 0,2-5-14 0,0-5-13 0,2-5 5 16,1-5-21-16,1-7-5 0,3-5-1 0,2-4-4 0,4-3 2 16,6 1 5-16,5 5-9 0,8 4 9 0,7 7-3 0,5 4-11 0,7 3 1 15,3 2-24-15,4 4-12 0,4 1-17 0,4 2-16 0,3 1-32 0,4-1-52 16,3 1-115-16,3 0-161 0,3 0-97 0,3 0-13 0,1-2 40 15</inkml:trace>
  <inkml:trace contextRef="#ctx0" brushRef="#br0" timeOffset="80837.58">6436 7131 576 0,'-19'-12'183'0,"1"2"-146"0,-2-3-5 15,7 5-11-15,5 4-5 0,1 0-8 0,1 1-8 0,-1 1-6 0,1-1-7 16,-1 1-8-16,0 0-8 0,1 0-8 0,1 2-13 0,-2-1-3 16,-1 0 0-16,-1 1 9 0,-2 0 17 0,-3 0 15 0,0-1 10 0,-3 1 4 15,0-2 2-15,-2 0 5 0,0-1 3 0,-1-1 1 0,1-1 4 0,1-2 0 16,0 0 1-16,2-1 4 0,1-2 0 0,2-1-2 0,1 1 5 16,0-1-2-16,3-2 0 0,1-1-2 0,3-2-6 0,1-1-2 0,2-1-4 15,2-1 0-15,1-1-4 0,3-1 2 0,1-1 2 0,2 1 0 0,3-1 4 16,1-1 0-16,1 1-1 0,1-3 3 0,2 0 4 0,1-2 6 15,2 1 3-15,1 1 0 0,2 0 1 0,2 2-3 0,1 0-3 0,3 1-4 16,0 2-4-16,3 1-4 0,1 0-2 0,1 3-5 0,2 1-4 0,0 0-1 16,2 1-1-16,4 1 1 0,-1 3 3 0,1 0-1 0,3 2 5 15,0 1-2-15,2-1-3 0,3 2 4 0,2-1-6 16,0 1 0-16,1 2 3 0,1 1-4 0,0 0-1 0,1 2 2 0,0 1-1 0,0 2 1 16,-1 1 0-16,-3 2-1 0,-1 2-1 0,0 3-2 0,-2 0-2 0,-2 3 3 15,-1 3-2-15,-2 2 8 0,1 4 1 0,-2 4 0 0,-2 3 5 0,1 3-6 16,-2 5 2-16,0 1-2 0,-2 5 1 0,-3 2-2 0,-3 1 0 15,0 3 3-15,-3-1-2 0,-2 2 3 0,-4-2-2 0,-2 0-2 0,-3-3 13 16,-3-1 3-16,-3-2 13 0,-3-4 5 0,-1 1-1 0,-3-3 8 0,-3 0 2 16,-3-1 6-16,-2-1 2 0,-5 0-4 0,-3-3-2 0,-3-2-4 15,-4-1-7-15,-4 2-3 0,-5-1-1 0,-1 2-5 0,-4-1-6 0,-6-1-14 16,-2-1-6-16,-4 1 6 0,-4-1-1 0,-2-1 1 0,-1 0 2 16,-2-4-9-16,0-1-2 0,0-4 2 0,-1-4-4 0,-1-2 3 0,-1-4 2 15,0-3 2-15,-1-2 2 0,-1-2 0 0,1-3 2 0,1-3 4 0,2-2-1 16,4-2 0-16,2-3 1 0,4 0-1 0,4-2 6 0,6-2 6 15,2 2 1-15,7 1 1 0,3 0-2 0,2 2-9 0,4 1-12 0,3 2-7 16,4 1-4-16,3 3-8 0,3-1 5 0,3 2-14 0,1 1-20 0,2 1-24 16,2 1-27-16,2 1-29 0,3 0-36 0,3 1-58 0,4 0-53 15,4-1-22-15,2 0-155 0</inkml:trace>
  <inkml:trace contextRef="#ctx0" brushRef="#br0" timeOffset="83151.06">21881 7536 659 0,'2'-3'76'0,"2"-1"-47"0,3-1-28 0,3 1 0 0,2 0 2 16,1 2 5-16,3 1 4 0,3 0 0 0,1 1 2 0,3 1-5 0,1 0-2 15,3 0-2-15,2 1-4 0,0 1-2 0,3 0 3 0,-1 0 2 0,3 1 2 16,1-1 6-16,1 1 4 0,0-1 8 0,-1-2 6 0,2 2 5 16,-1 0 9-16,4 0 7 0,1-1 9 0,1 1 8 0,2 0 5 0,2-1 2 15,0 0 1-15,0 1-3 0,1-1-6 0,2 1-10 0,0 0-17 16,0 0-11-16,1 1-12 0,-2-1-9 0,2 0-7 0,0 0-6 0,-1-1-8 16,2-2-5-16,1-1-1 0,-2-3 4 0,0-2 5 0,-3-1 7 0,-1-3 3 15,-3-2 4-15,-3 0 5 0,-4-3 5 0,-4 0 6 0,-3-2 10 16,0 0 10-16,-4-1 8 0,-1 0 14 0,-2-1 10 0,-2 2 2 0,-1-4-3 15,-1 1-14-15,-2-2-9 0,1-1-7 0,-2 1-5 0,0-2 2 0,-2 1-5 16,0 0-9-16,-1 0-3 0,-1-2-6 0,0 2-9 0,-2-2-1 16,0 0-5-16,0-1 0 0,-2 1-12 0,0 0 6 0,-2-1-7 0,0 1-2 15,-2-2 15-15,-1 1-10 0,-1-1 4 0,-2 0 4 0,-2 2 1 0,-1-1 1 16,-2 2 0-16,-2-1-2 0,-1 1 2 0,-2-2-1 0,-1-1 1 16,-3 2 0-16,-2-2 1 0,-2 2 4 0,-2 0 8 0,-4-1 2 0,-1 2 2 15,-4 0 3-15,-1 0-6 0,-4 0-4 0,-1 1 3 0,-4 1-15 16,-2 1 1-16,-3 3 7 0,-3 2-3 0,-2 1 8 0,-3 3-4 0,0 1-10 15,-4 1-1-15,-5 4 4 0,-3 1-3 0,-4 1 1 0,-2 4-1 0,-2 1-6 16,-1 2 6-16,-1 2-2 0,-1 0 4 0,3 3 7 0,0 0-2 16,3 2 9-16,4-1-7 0,5 1 6 0,5 1 7 0,6-1 6 0,3 3 11 15,6 1-11-15,5 3-4 0,2 1-15 0,4 3-6 0,0 4 2 0,3 1-5 16,0 6-1-16,2 2 0 0,-1 4-6 0,1 4-1 0,1 2-3 16,0 1-8-16,1 3-11 0,-1-1-25 0,2 3-32 0,2-3-53 0,1 0-43 15,2-1-70-15,3-4-80 0,2 1-43 0,0 0-8 0,2-1 62 16,-1 0 25-16</inkml:trace>
  <inkml:trace contextRef="#ctx0" brushRef="#br0" timeOffset="87184.84">2383 3070 941 0,'2'-5'59'0,"2"0"-47"0,3 0-14 0,4 0 13 16,-1-1-9-16,3-1 3 0,0-1 0 0,2-1-4 0,0-1-6 0,2-1-13 16,3 2-13-16,0-1-14 0,0 1-14 0,2-1-2 0,-1-1 7 15,2-1 15-15,1-1 19 0,0-1 12 0,0 3 8 0,0 1 3 0,-3 0 4 16,1 2 4-16,-2 1 9 0,1 2 4 0,2 1 6 0,-2 1 4 16,2 4 1-16,0 3 5 0,-2 2 2 0,2 4 3 0,0 2 7 0,1 3-1 15,0 4-1-15,2 2-1 0,1 2-2 0,-1 2-3 0,2 0-2 0,0 0-8 16,2 2-10-16,2-1-6 0,2 1-8 0,5-2-3 0,3 0 0 15,3-2-4-15,2-3-3 0,2-1 0 0,4-1 0 0,1-3 2 0,1-2 18 16,-1 0 2-16,-1-2-2 0,-1-2 0 0,0-1-16 0,-1-1 2 0,4-2 2 16,-3-1 1-16,0-2 4 0,-1-1 0 0,-2-2 0 0,1-1-1 15,1-1-3-15,0 0-1 0,0-3 2 0,0-1 0 0,1-2-3 0,0 0 2 16,3 0-2-16,0 0 3 0,3 1 6 0,1 2 5 0,0 1-1 16,0 1-7-16,1 1-3 0,0 2-1 0,-1 1 4 0,0 3 12 0,3 2 3 15,0 2-6-15,1 2-2 0,0 3 1 0,1 2-5 0,-1 2-6 0,1 1-2 16,-1 2-6-16,-1 0-1 0,0-1 6 0,5 0 0 0,0 0-3 15,2-2 4-15,2-2 0 0,1 0-1 0,2-2-3 0,1-2 2 0,2-2-1 16,0-2 1-16,2-2 5 0,-1-2-3 0,3-1-3 0,-1-1 7 0,-1-3 2 16,2 0-3-16,-1-2 2 0,-1-2-3 0,1-1-4 0,1-1 4 15,1-1 1-15,2 0-1 0,0 0 2 0,-1-1 0 0,0-1-3 0,1-1-3 16,-2 0 4-16,3 0-7 0,0-1 0 0,0 0 7 0,1-1-3 16,-2 0 2-16,2 1 3 0,-1-1-5 0,2 1-3 0,0-1 7 0,0 3 9 15,0-1-2-15,0-1 4 0,0 0 2 0,0 1-12 0,1-2 5 0,1 0-2 16,0-1 1-16,-1 1 4 0,-1 0-3 0,1 0-2 0,-1 0-4 15,4 0-3-15,-1 1-4 0,2 1 2 0,-1 1-3 0,1 2 1 0,-1 0-1 16,1 3-3-16,0 1 1 0,1 1 4 0,-1 2 1 0,-2 2 6 0,-2 1 1 16,-3 3-5-16,-1 2-2 0,-2 2-1 0,2 2-1 0,0 1-1 15,-2 2 4-15,1 0 0 0,-3 2 0 0,2 0 2 0,0 2-4 0,-1-1-5 16,3 1-2-16,-2-2 5 0,1 1 1 0,2 0 2 0,-1-1 2 16,2-2-5-16,2-1-9 0,-2 0-4 0,1-1 2 0,-1 0 5 0,0-1 11 15,0-1-5-15,-1-1 0 0,0 0-3 0,0-1 0 0,2 0 5 0,0-1 9 16,0-1-3-16,0 0 1 0,1-1 4 0,3 0-7 0,-1 0 1 15,3-1-1-15,0 1 7 0,1 0 1 0,-2 1 0 0,2-1 1 0,-1 0-6 16,2 2-1-16,0-1-1 0,1 1 6 0,-1 0-1 0,-2 0-2 0,2 0-3 16,-4 1-8-16,3 1 1 0,2-1 4 0,-1 0-1 0,-2-1 4 15,0 0-3-15,-3 0-6 0,0-1 6 0,-1 0-2 0,2 0 8 0,-4 0-1 16,0-1-4-16,-3-1 1 0,-5 0-6 0,-1 0-1 0,-3 0 1 16,-1 0-1-16,-2-1 0 0,-2 1-2 0,-1-1 0 0,-3-1-2 0,-3 1 2 15,-1-1 0-15,0-1-3 0,1-1-2 0,0-1-9 0,-3-1-4 0,-3-1-9 16,-5 0-9-16,-7-1-19 0,-3-1-21 0,-5-1-24 0,-2 0-28 15,-3-4-22-15,-3-3-39 0,-1-1-16 0,-3-1-26 0,-1-3-36 0,1-2-9 16,-3-2-23-16,0-3 29 0,-1-1-144 0</inkml:trace>
  <inkml:trace contextRef="#ctx0" brushRef="#br0" timeOffset="-82826.13">8920 10257 469 0,'-13'-13'221'0,"0"0"-160"15,-1-1 6-15,5 2-2 0,5 1-11 0,0-1-20 0,2-1-4 0,1 2 2 16,1-1 2-16,1 0-8 0,1 0-6 0,2 0-11 0,2 1-6 16,0-1-2-16,2 1-1 0,1 1-1 0,0 1 3 0,1 0-2 0,2 2 1 15,0-2-1-15,2 1-1 0,1-1 0 0,2-1-2 0,0 1 4 0,2-2-1 16,2 1-1-16,-1-1 1 0,1 0 0 0,1 0 1 0,0-1 0 15,1 1 0-15,1-1-1 0,0-1-1 0,1 1 4 0,0 0 0 0,2 1 1 16,-1 0 3-16,2-1-1 0,1 1 2 0,-1 1-3 0,3 1 2 0,-1 2-2 16,2-1 0-16,-1 2 5 0,1 0-3 0,0 1 3 0,1 2 1 15,3-1-1-15,-1 0 1 0,1 2 0 0,-1 0-1 0,2 1 1 0,-1 2-2 16,1 0-1-16,3 1 0 0,-2 1-2 0,0 1-2 0,1 1-2 16,-2 0-1-16,3 1-1 0,-2 0 2 0,2-1-1 0,0 1 1 0,0 0-1 15,0 0-1-15,0 2 1 0,-1-1-2 0,-2 2 0 0,1 0 1 0,-1 0-5 16,0 0 2-16,-1 2-5 0,-2 2-1 0,1 1-3 0,-4 0 2 15,0 1-2-15,0 1 2 0,-1 2 3 0,-1-1-4 0,-1 3-2 0,-2-1-1 16,0 2 0-16,1-2 2 0,-3 3 4 0,2-1-2 0,-4 0 1 0,0 0 11 16,-2-1-1-16,-2 1 8 0,0 0-2 0,-2-1-7 0,-2 2-2 15,-2-1-4-15,-1 0 4 0,-2 0-5 0,-2 1 5 0,-2 0-1 0,-2 2 0 16,-3 2 5-16,0 0 2 0,-3 1 11 0,-2-2 2 0,-2 1 8 16,-2-3 2-16,-3 1 1 0,1-2 0 0,-3-1-8 0,0 1 0 0,-2 0-3 15,0-2-4-15,-4 1-1 0,0-1-4 0,-3 0 1 0,-1-2-1 0,-2-1 12 16,-1-1 7-16,-1-1 3 0,0 0 4 0,-4-1-5 0,-1 0 2 15,-3-3-2-15,-2 0 4 0,0 0-3 0,-5-2-3 0,-2 0 0 0,-3-2 3 16,-2-1 7-16,-2-1 5 0,-2-1 9 0,-2-2 12 0,2-2 2 0,-1-2 4 16,2-2-3-16,1-1-12 0,0-1-3 0,0-2-3 0,0-1-6 15,1-2-3-15,2-1-15 0,1-2-8 0,0 0-9 0,0-2-8 16,2-1-5-16,2 1-2 0,1-2-3 0,1-1-2 0,4-1 2 0,1 0-6 16,4-1-1-16,2-1-1 0,2 1-4 0,4-1 4 0,2 1 2 0,3-1 4 15,4 0-3-15,2 1-6 0,5-1-6 0,3-1-10 0,2 1-9 0,4-2-17 16,3-1-26-16,4 0-22 0,4 0-30 0,3 0-24 0,5-2-22 15,3 1-18-15,4-3-9 0,4 1 2 0,5-3 5 0,6 1 29 0,5 1-84 16</inkml:trace>
  <inkml:trace contextRef="#ctx0" brushRef="#br0" timeOffset="-77157.93">4299 11149 447 0,'-9'-14'48'0,"1"-3"-27"0,0-5-1 0,4 4 11 15,3-1 12-15,0 2 7 0,3 0-4 0,1 0-10 0,1 0-13 16,3 0-3-16,1 1-4 0,4-1-2 0,4 0 0 0,3-1-10 0,2 1 6 16,2 0-3-16,4 1 3 0,1 1 1 0,1 1-5 0,1 1 3 0,4 1-2 15,2 2 1-15,1 1 0 0,3 3 1 0,-1 4-5 0,2 0-2 16,0 3-2-16,2 1-3 0,1 2 4 0,2 5 9 0,0 2-1 0,1 2 2 16,-1 4-3-16,1 0-5 0,-1 4 0 0,0 2-2 0,-2 2-2 0,1 2-3 15,-2 2 0-15,-2 2 0 0,0 3 5 0,-4 2 4 0,-2-1 1 16,0 0-1-16,-3-3 1 0,0 0 0 0,-3 1 0 0,0-1-3 0,-3 1-2 15,1-2 0-15,-2-1-4 0,-4-1 2 0,-1-1 7 0,-3-2 1 0,-1 2 7 16,-2-1 0-16,-2-2-5 0,-1 0 0 0,-2-2 0 0,-3-1 4 16,-2-1 4-16,-2-3 2 0,-2 0 5 0,-2-1 0 0,-3-2 7 0,-3-1 0 15,-3 0 4-15,-3 0 1 0,-3-2-9 0,-1 0-1 0,-4-1-10 16,-4 1-3-16,-1 0-3 0,-4-1-3 0,-2-2-3 0,-1-1-4 16,-2-1 2-16,-2-2-5 0,-2 1-3 0,-1-2 0 0,0-1-11 0,-2-1 0 0,-1-2-6 15,0 1-2-15,-3-1-1 0,0 0 4 0,0-1 5 0,2-1 6 16,3 0 7-16,-3-1-2 0,5-2 1 0,1 0 1 0,1-2 6 0,4 0 1 15,1-3 2-15,5-2-1 0,1-1-4 0,5-1 2 0,2 2-2 16,2-1-1-16,4 0-3 0,4 0-10 0,1 1 1 0,4 3-12 0,3 1-9 16,2 2-4-16,3 1-9 0,4 1-18 0,4 1-19 0,1 2-17 0,4 1-22 15,2 2-9-15,2 1-1 0,5 3 7 0,4 1-68 0</inkml:trace>
  <inkml:trace contextRef="#ctx0" brushRef="#br0" timeOffset="-74235.62">4482 11957 281 0,'-9'0'-1'0,"2"1"17"0,-1-1 5 0,4 0-1 0,2-1 1 0,1 0-6 15,2 1-4-15,0-1 2 0,2 0-3 0,2 1 2 0,0 0 2 16,3 0-2-16,0 2-1 0,0-1-1 0,3 1-1 0,2 1 1 0,0 0 0 15,1 0-1-15,1 1 1 0,3-1 0 0,-1 1 0 0,1-1 8 16,0 0-2-16,1 0 4 0,0-1 0 0,3 0-4 0,0-1 1 0,1 0-2 16,2-1 0-16,2 1 1 0,-1-1-1 0,3 0 2 0,-1-1 0 0,2 0 0 15,-1-1 0-15,1 0 2 0,0-1 4 0,2-1 2 0,0 0 2 16,1-2-2-16,-1-1-2 0,2 1 3 0,1-2 0 0,1 0-3 0,1 1-2 16,-1-1-2-16,0 1-6 0,-1 2 3 0,2 0-1 0,1 1 1 0,0 0 5 15,1 2 1-15,0 0 5 0,0 3 3 0,2 0 0 0,-1 1 3 16,0 2-1-16,3-1 0 0,-3 2 1 0,2 2-2 0,1 1 1 0,-1-1-1 15,0 3-2-15,1 0-1 0,2 2 2 0,0 0-3 0,2 1-3 16,0-2-2-16,3 1-2 0,-1 0-2 0,2 0 2 0,2-1-8 0,1-2 2 16,2 0 4-16,1-2-1 0,1-2 2 0,3-2-7 0,3-3-4 0,3-4-3 15,1-4 8-15,2-4-1 0,3-3 3 0,0-5-1 0,0-3-3 16,2 0 0-16,-3 0-2 0,-1 3-1 0,-1 2-1 0,-3 2 6 0,-1 2 4 16,-1 2 7-16,-3 3 9 0,-1-1 2 0,-2 1 1 0,-1 2 7 0,-2 1-1 15,-1 0 9-15,-1 2-6 0,-2 1-4 0,-2 1-8 0,-1 1-13 16,0 1-1-16,-1 1-4 0,0 2-3 0,-2 1 0 0,0 1-6 0,-1 0 1 15,-1 1-1-15,1 0-5 0,-1 1 11 0,-2 0 1 0,0 1 0 16,0-2 3-16,-1 2-16 0,-1 0 0 0,-1 0 1 0,-1 0 4 0,0 0-4 16,-1 0-1-16,-1-1-1 0,-2 0-2 0,-2 0 7 0,0 0 0 0,-1-1-4 15,-1 0-5-15,1 1-4 0,-2-2 3 0,0 0-1 0,0-1 1 16,-2-1-6-16,-1 0-22 0,-2-2-27 0,0 0-61 0,-2-1-58 0,1-2-87 16,-1-2-34-16,1-3 64 0,2-2 25 0,3-3 41 0,4-5 20 0,2-2-31 15,3-4 18-15,0-3-49 0</inkml:trace>
  <inkml:trace contextRef="#ctx0" brushRef="#br0" timeOffset="-72197.34">9657 13311 1943 0,'-26'-6'88'16,"1"2"23"-16,-2-2-35 0,9 5-18 0,7 1-28 0,5 0-30 0,1 1-8 16,1-1-20-16,2 1-1 0,1 2-6 0,1 1 4 0,1 2 1 0,0 5 13 15,1 3 1-15,0 4 4 0,0 6 5 0,1 3-6 0,-2 3 6 16,0 1 1-16,0 3 4 0,1 1 4 0,1 3 0 0,0 1-4 0,1 2 0 15,1 2-1-15,1 1 0 0,2 0 1 0,0 3 5 0,2-1-10 0,2-2 7 16,2-1 3-16,1 0 0 0,1-3 10 0,0-4-2 0,1-1 2 16,1-4-6-16,1-2 7 0,-1-4 5 0,3-1 4 0,2-3 9 0,0-4 2 15,3-1-3-15,-1-5 2 0,2-2-3 0,-1-2 2 0,1-2-3 16,0-2 0-16,-2-2-5 0,1-3-4 0,-1-1-1 0,0-2-2 0,1-1-4 16,-1-2 2-16,-1-2-7 0,0 0-2 0,-2-2 2 0,1-1-3 0,-1-2 0 15,0-1 3-15,-1 1 0 0,-2 0 4 0,-2-2-2 0,-1-1-2 16,-2 2 5-16,1-3-4 0,-1 0 9 0,-2-2-1 0,-1 1 0 0,-1-3 7 15,-1 1 3-15,-1-2-2 0,-1-1 11 0,-1 0 2 0,-2-2-1 0,-1 0 6 16,-2-2-14-16,-2 1-4 0,-2-2-2 0,-3 1-5 0,-3-1-2 16,-2 1-8-16,-1 1-1 0,-2-2-12 0,-3 1-3 0,-4-1 1 0,-2 1 2 15,-6 0 6-15,-2 4 3 0,-3-1-3 0,-1 3-4 0,-1-1 5 16,-1 1 1-16,-1 2-3 0,-1 0 2 0,0 2-18 0,2 3 4 0,-1 1 2 16,2 3 8-16,1 1 14 0,1 3-1 0,2 2 1 0,3 3-11 0,2 0-2 15,3 3-4-15,1 1-1 0,2 2-2 0,1 1-14 0,-1 4-4 16,1 3-3-16,2 3 6 0,1 5-1 0,0 3-30 0,2 4-40 0,1 4-59 15,2 4-53-15,2 2-42 0,3 4-54 0,0 3-69 0,4 2-37 0,2 3-8 16,2-1-80-16</inkml:trace>
  <inkml:trace contextRef="#ctx0" brushRef="#br0" timeOffset="-71763.34">10804 13464 1836 0,'-7'-6'1042'16,"1"0"-943"-16,-1 1-18 0,5 3-60 0,1 2-19 0,3 2-27 0,2 3-2 15,4 4 1-15,6 4-3 0,5 5 5 0,7 5 0 0,5 3-3 0,1 4-1 16,2 3-11-16,2 2-14 0,-3 2-15 0,4 3-18 0,-1 3 0 16,2 0 0-16,0 1 8 0,-4-2 19 0,-2-5 22 0,-4-5 22 15,-2-6 21-15,-3-4 9 0,-3-6 16 0,-1-3 25 0,0-4 35 0,-5-2 23 0,0-4 10 16,-3 0 4-16,-1-3-17 0,-2-1-9 0,-1-1-6 0,-1-2-18 16,-1 0-11-16,1-3-11 0,-1-1-11 0,1-2-10 0,1-2-15 0,-2-3-2 15,1-2-7-15,-1-2-7 0,0-1 13 0,1-3-4 0,-2 0-4 16,1-3 9-16,-1 0-12 0,0 0 0 0,0-2-1 0,-2 0-9 0,0-1-3 15,0 1-2-15,0-1-4 0,-1 0-9 0,2-1-13 0,-1 1-22 0,2 0-10 16,1 3-14-16,0 4-13 0,1 1-19 0,-1 2-33 0,-1 3-36 16,2 1-48-16,-1 1-60 0,0 3-68 0,0 3-77 0,0 2-35 0,2 2 32 15,-2 2 12-15</inkml:trace>
  <inkml:trace contextRef="#ctx0" brushRef="#br0" timeOffset="-71167.34">11904 13445 2358 0,'-6'-7'97'0,"0"-2"2"15,-1-2-39-15,1 1-17 0,3 2-27 0,0-1-32 0,1 0-19 0,3 1-18 16,0-1-2-16,2 1 4 0,0 1-3 0,0 1-7 0,0 2-10 16,1 2-12-16,1 1-5 0,1 2 8 0,1 2 20 0,1 1 22 0,0 4 20 15,3 2 10-15,0 4 4 0,2 3 6 0,1 3 7 0,0 5 7 0,4 2 7 16,1 5 12-16,1 3 10 0,-2 5 9 0,1 0 5 0,-1 1-4 15,-1-1-4-15,0-2-4 0,0 0-1 0,-1 0-2 0,-1-2 4 0,0-2-17 16,0-2 1-16,-3-1-3 0,-1-5-7 0,-1 0 8 0,-1-4-11 16,-1-2-2-16,-2-3 1 0,-1-2 0 0,-1-4 3 0,-1-2 4 0,-1-2 6 15,-1-2 2-15,-2-2 12 0,0-2-1 0,-1 0 0 0,0-1 2 0,-2-2-9 16,-2-1 1-16,-1-2-6 0,-3-2-8 0,-1-3-8 0,-2-1-7 16,-1-5-2-16,-2-2 7 0,-1-1 7 0,1-3 7 0,-2-2-7 0,1 0 14 15,1-3 10-15,1 1-10 0,-1-3 14 0,1-2-24 0,-1 0-6 0,3 0-1 16,-2-2-5-16,2 3-8 0,1-1-3 0,2 2-9 0,3-1-4 15,1 1 2-15,2 2-12 0,1 1-6 0,3 5 6 0,0 1-6 0,2 2-2 16,1 3 6-16,1 1-11 0,0 1-2 0,1 1 3 0,3 1-5 0,0 2-1 16,2 1 3-16,3 1 2 0,0 1 13 0,1 2 6 0,2 0 6 15,2 3 6-15,2 2-1 0,0 1 1 0,4 2 3 0,0 1 0 0,1 3-2 16,1 2 1-16,-1 0 1 0,0 4 5 0,0 0-5 0,1 2 7 0,0-1-4 16,-1 1 2-16,0 3 2 0,-2 0 1 0,0 0-1 0,0 3-2 15,-3-1 1-15,0 3-8 0,-1 0 4 0,-1-1-2 0,-1 1-2 0,0 0 2 16,-3 0-4-16,0 0 1 0,-1-1 5 0,0 1 1 0,-1-2-1 15,-1-1-2-15,-1-1 2 0,-2-2-21 0,-2-3-5 0,-1-1-15 0,-2 0-17 16,-1-2-5-16,-1 0-26 0,-2-2-34 0,-2 0-34 0,-2 0-36 0,-2-1-46 16,-3-1-52-16,-3-1-43 0,-2-3-44 0,-3-1 19 0,-1-3-107 15</inkml:trace>
  <inkml:trace contextRef="#ctx0" brushRef="#br0" timeOffset="-70902.34">11941 13879 1086 0,'-1'0'414'0,"0"1"-189"0,-1 0-33 16,2-1-39-16,1 1-30 0,0-2-39 0,2 2-39 0,2-1-24 0,3-1-9 16,2 1-7-16,3-1-7 0,2-1 12 0,3 0-3 0,3-1-1 15,0 0-1-15,4 1-7 0,-1-1 7 0,1 1-8 0,1 1 1 0,0 0-2 16,-1 0-13-16,-1-1-6 0,-1 2-20 0,-1-1-23 0,-2 0-29 16,0 0-22-16,0 0-21 0,-2-1-18 0,1 1-11 0,-1-2-8 0,-1 1-1 15,-1-3 10-15,0-1 9 0,0 0 14 0,0-2 21 0,-2 0 22 0,1-1 20 16,-1 0 23-16,0-3 19 0,-1 0 16 0,1-2 17 0,-2-3 17 15,-1-1 17-15,0-2 20 0,-2-4 14 0,0-2 8 0,0-2-1 0,0-4-7 16,-1 0-13-16,-2-2-10 0,0 1-18 0,-2-2-15 0,0-1-11 0,-2-1-16 16,-2-2-19-16,-1 1-10 0,-3 0-11 0,-2-1-8 0,-1 2 2 15,-2-2 0-15,-2-1 5 0,-2 2 8 0,-2-2 3 0,-3 1-9 0,-3-2-113 16</inkml:trace>
  <inkml:trace contextRef="#ctx0" brushRef="#br0" timeOffset="-70315.34">10223 12773 913 0,'-71'15'340'0,"-6"3"-229"16,-18 7 2-16,14 2-22 0,13 4-13 0,2 5-6 0,3 4 0 15,1 5 4-15,3 1 1 0,2 3-5 0,4 2-5 0,4-1-19 0,2 1 2 16,3 2-5-16,2 1-11 0,3 2 2 0,3 3-16 0,4 2-4 0,5 0 4 16,2 1 0-1,6 2-4-15,3 0-5 0,5 2-6 0,5 2-2 0,4 0-6 16,4 2 0-16,4 2 3 0,5 1-8 0,4 1 0 0,5 1-1 0,6-2-11 0,4 0 11 0,7 1 2 0,5 0-1 0,5 2 11 15,5-1-7-15,7-2 1 0,4 0 1 0,4-3-2 0,5-2-10 0,3 0 7 16,5-3-5-16,3-1-6 0,2-2 9 0,3-6-6 0,1-3 3 0,1-5 8 16,1-5 2-16,1-3 7 0,1-8 2 0,0-2 15 0,2-5 28 15,-1-5 18-15,2-4 18 0,-3-4 6 0,1-4-14 0,-1-4-7 0,0-3-2 16,0-3-11-16,2-4-11 0,-1 0-13 0,0-2-11 0,-1-2-4 0,-1 0-9 16,1-2 9-16,-1-2-5 0,2 0-4 0,-1-3 0 0,-2 0-8 15,0 0 1-15,-4-1-3 0,-2-2-7 16,-4 0-1-16,-2-1-9 0,-1-3-6 0,-3-1 12 0,0-2-5 0,-1-1 8 0,-1 0 8 0,-1-3-7 15,-3-1 7-15,-1-1-5 0,-3-2 5 0,-2 0 7 0,-2-1 11 0,-3 0 11 16,-2-1-1-16,-2 1 11 0,-2 0-15 0,-3-2 6 0,-2 2-4 0,-3-2-1 16,0 0 1-16,-4 0-5 0,-2-1 0 0,-2 1-8 0,-3-1-1 15,0-2-1-15,-2-1 1 0,-2-2-6 0,-3 0 4 0,-4 0 3 0,-3 0-4 16,-4-1 5-16,-2-3-10 0,-4 0 7 0,-2-3-4 0,-4 0-3 0,-4-2-1 16,-3-2-3-16,-3 1 2 0,-3-4 2 0,-2 1 7 0,-1-1-4 15,-4-1-2-15,-1 0 1 0,-3-2-12 0,-3-2 4 0,-3 0 1 0,0 1 2 16,-2-1 3-16,0 1-4 0,-2 1 2 0,-1 0-4 0,-2 1-3 15,0 0 1-15,-3 1-11 0,0 1 3 0,-3-1-8 0,-3 1-3 0,-2 1-4 16,-2 2 4-16,-2 0-2 0,-6 1-11 0,-5 0-2 0,-6 0-6 0,-6 0 2 16,-6 2 3-16,-4 3-18 0,-8 3-7 0,-7 3 5 0,-6 2 9 15,-6 4 16-15,-4 4 7 0,0 7 8 0,-2 4 3 0,-2 4 8 0,-1 5-1 16,-1 2 1-16,1 4 4 0,2 3-1 0,0 4 5 0,2 3 0 0,1 3-5 16,1 3 2-16,2 4-1 0,2 2 4 0,3 4 2 0,6 4 1 15,2 2-3-15,4 5 0 0,3 3 3 0,2 4-1 0,3 3 0 0,2 3 1 16,6 4-6-16,3 5 3 0,5 4-7 0,5 3 12 0,7 6-5 15,3 4-5-15,6 9 4 0,4 6-28 0,6 5-32 0,5 9-107 0,4 5-111 16,5 8-118-16,6 7-91 0,5 5-16 0,6 3-76 0</inkml:trace>
  <inkml:trace contextRef="#ctx0" brushRef="#br0" timeOffset="-68238.82">8772 14989 1128 0,'-30'14'17'0,"-5"3"39"0,-7 4-2 16,6-4-8-16,5-2-14 0,1 1-10 0,1-2-10 0,-1-1-9 0,1 0-4 15,-2 0-5-15,1-1 8 0,-2-1 5 0,0 0 0 0,-2-1 0 16,0 2-6-16,1-1 1 0,-2-1 0 0,1 0-1 0,-3-2 0 0,0-1 3 15,0 1-3-15,-2-2 2 0,0-1 2 0,-2-2-3 0,-2-1 9 0,0-2 7 16,0-3 4-16,-4-2 8 0,0-3 1 0,-3-4-12 0,-2-1-3 16,-2-4-6-16,-1-2-5 0,-1-1-1 0,-2-2 4 0,-1-2-1 0,-1 0 1 15,-3-4 1-15,-3-1-6 0,-1 0 0 0,-3-2 2 0,-2-2-2 16,0-1 1-16,-1-5 2 0,-2-2 5 0,-1-1 12 0,-1-2 7 0,-2 0 7 16,1-2 6-16,-2-2-1 0,0-2-5 0,0-2-2 0,-1-4-6 0,-2-2 8 15,0-3 0-15,0-3-2 0,-1-2 6 0,1-4-11 0,-2-2-5 16,2-4-9-16,-3-4-9 0,1-2 2 0,-1-5-2 0,0-4 6 0,0-2-1 15,-2-4-12-15,1-1 1 0,0 0 1 0,0-2-1 0,1 1 9 0,1-1-2 16,0 0-3-16,0 0 6 0,1 2-10 0,0-1-1 0,1 0-1 16,-1-1-2-16,2 1 3 0,0-1 0 0,1 1-3 0,1 3-2 0,1 0 1 15,1 3 4-15,3 1 0 0,1 2 3 0,1 1 1 0,1 2-2 16,0-2-4-16,0 2 1 0,4-5-1 0,-2 1 4 0,2-3-4 0,2 2-2 16,2 0 0-16,-2 2 2 0,2 0 1 0,1 0 2 0,1 0 1 0,4 2-4 15,0 0 5-15,1 2-3 0,0 0 0 0,1 0 5 0,2-2-7 16,1-1 5-16,-1 0-2 0,-1-3-8 0,3 1 1 0,0-2-3 0,4 3 4 15,25 43 5-15,-4-10-3 0,-1 0 22 0,-3-12 1 0,0 1-1 0,-2-13 2 16,1 0-21-16,-4-11-1 0,3 0 1 0,2 1-3 0,3 0 6 16,3 1 0-16,0 0 1 0,5 3 1 0,1-1-7 0,3 1-1 0,1 3 0 15,4 0-12-15,1 2 15 0,3 0 2 0,2 2 4 0,3 1 13 0,1 2-17 16,2 0 2-16,3 1-7 0,2 0-21 0,2 1 14 0,1 0-3 16,3 0-1-16,3 1 20 0,1 2-10 0,2-1-1 0,4 1 1 0,2 3 4 15,1 0-3-15,3 2-6 0,0 3 9 0,3 1-1 0,0 3 1 16,5-3 6-16,24-36-8 0,-7 20 2 0,-9 19-3 0,-12 21 2 0,-4 1-4 15,2 1 0-15,-4 6 0 0,-1 5 1 0,-1 4-5 0,-7 5 0 0,-2 4-1 16,-4 3-9-16,-2 2-5 0,-3 4-20 0,-3 1-6 0,-1 2-8 16,-2 1 3-16,-1 0-1 0,0 2-13 0,-5 1-14 0,-2 1-16 0,-3 0-11 15,-3 1-13-15,-2 0-9 0,-2 1-12 0,-1 0-7 0,-2-1 13 0,2 0 13 16,-3-1 17-16,1-1 13 0,-2-2 8 0,0 0 8 0,-1-2 23 16,12 0 16-16,-4-1 16 0,1-1 14 0,-2-2 2 0,-1-1 2 0,-2-1 6 15,0-2-1-15,-1-1 2 0,-1-2 0 0,1 0-5 0,2-2 1 16,-1-1-2-16,0-1 3 0,4 2 2 0,-1-2 1 0,1-1 0 0,1 0-1 15,1 2 0-15,1-1 0 0,1 1-3 0,1 1 1 0,1 3 0 0,0-1 0 16,2 2 1-16,1 2 4 0,0 1-1 0,2 2 2 0,1 1 1 16,2 0-2-16,0 1 3 0,2 1 1 0,3 0 1 0,1 1 4 0,1 0 0 15,1 0 1-15,3-1 1 0,3-1 0 0,0 1 4 0,3-2-1 16,1 0 4-16,3-1 3 0,2-1-1 0,3-1 1 0,0 0 1 0,3-1 4 16,2-2 0-16,27-8 4 0,-3 1-1 0,-6 0-3 0,-7 5 1 0,-2 0 1 15,-3 0 2-15,3-1 1 0,0 2 3 0,-1-1 3 0,2 2 1 16,-4 1 1-16,-1 0 3 0,-2 1-1 0,0 0 7 0,0 1 10 0,0 1 8 15,0 1 5-15,-1-1 14 0,1 1-8 0,-2 1-8 0,1 2-3 0,0 0-17 16,0 2-6-16,-2 1-6 0,1 1-11 0,-2 3-7 0,1 1-7 16,-1 2-2-16,0 1-3 0,-2 3-1 0,-4 2 0 0,1 1-2 0,-2 1 1 15,-1 3-3-15,-1 2 0 0,-1 0-1 0,-2 3 1 0,-1 1 4 0,-1 3-5 16,-2 4 0-16,-1 3-4 0,-1 4-5 0,0 2-5 0,0 2 3 16,-1 3-6-16,0 3-14 0,-1 6-45 0,-1 3-66 0,1 4-122 0,0 2-85 15,1 4-207-15</inkml:trace>
  <inkml:trace contextRef="#ctx0" brushRef="#br0" timeOffset="-56712.61">17611 11880 33 0,'0'-1'31'0,"0"-1"5"0,0 1-2 0,0 0-9 16,0-1-4-16,0 1-2 0,0 1-2 0,0 0-1 0,0-1-3 16,0 1-4-16,0 0-2 0,0 0-3 0,1 0-1 15,0 0-2-15,-1 0-1 0,1 1 0 0,-1-1-3 0,1 0 1 0,0 0-1 0,0 0 0 16,1 0 2-16,-2 0 1 0,1 0 2 0,0 0-1 0,0 0-2 0,0-1 1 15,0 1 2-15,0 0 2 0,0-1 3 0,1 0 1 0,0 0 6 0,-1-1 6 16,1 2 7-16,-1-2 9 0,1 0 1 0,-1 0 2 0,0 0 1 16,0 0 1-16,1 0 3 0,-1-1 3 0,0 1-4 0,0-1-1 0,0 1-3 15,0 0-3-15,0 1-5 0,0-1-4 0,-1 1-6 0,1-1-6 16,-1 1-1-16,0 0-3 0,0 0-3 0,0 0-1 0,1 1-1 0,-1-1-2 16,0 1 4-16,0-1-2 0,0 1 3 0,0 0 3 0,0 0-1 0,0 0 2 15,0-1-4-15,1 1 1 0,-1 0-4 0,1 0 1 0,0-1 5 16,-1 1-2-16,1 0 4 0,0 0 1 0,-1 0 0 0,1 0 4 0,0 0-1 15,-1-1-3-15,1 1-1 0,0 0-6 0,0 0 1 0,0-1-3 0,0 1-1 16,-1 0 0-16,1-1-4 0,-1 1 1 0,0-1-1 0,0 0-1 16,0 1 0-16,1-1-3 0,-2 1 3 0,1-1-2 0,0 1-3 0,0 0 0 15,0 0 1-15,-1 0-3 0,1 0 6 0,0 0 2 0,-1 0-1 0,1 1 3 16,-1-1 0-16,0 1 2 0,0-1 0 0,0 1 2 0,0-1 0 16,0 1 0-16,1 0 5 0,0-1 2 0,-1 1 3 0,1-1 2 0,-1 1 1 15,0-1 4-15,1 1 3 0,-1-1 3 0,0 1-2 0,0 0-2 0,1 0-2 16,0-1-2-16,-1 1-3 0,1-1-1 0,0 0-2 0,0 1 4 15,-1-1-3-15,1 0 1 0,0 1 5 0,-1-2-2 0,1 2 5 0,1-2 4 16,-1 1-1-16,0 0 7 0,0 0 2 0,0-1 2 0,0 1 8 16,0 0 0-16,0 0 1 0,0-1 0 0,0 1-5 0,0 0 1 0,0-1 0 15,-1 0 3-15,0 1-1 0,0 0-2 0,0-1 0 0,1 1 0 0,0 0 4 16,-1 0-1-16,0 0 0 0,0 0 0 0,0 0-1 0,1 0-2 16,-1 0-3-16,0 0-4 0,0 1-7 0,0-1 0 0,1 1 2 0,-1-1-8 15,0 1 6-15,0 0-4 0,0-1-2 0,0 1 7 0,0-1 1 0,0 1-2 16,0 0-2-16,0 1-1 0,0-1 1 0,0 0 1 0,0-1-5 15,1 1-1-15,-1 0-1 0,0 1 1 0,0-1 4 0,0 0-3 0,0 0-5 16,0 1-4-16,1 0 0 0,-1-1 6 0,0 0 2 0,0 1-4 16,0-1 0-16,-1 0-3 0,1 1-1 0,0-1 3 0,0 1-1 0,0 0-5 15,0-1-2-15,0 1 2 0,0 0 2 0,-1-1-6 0,1 1 1 0,0-1-5 16,0 0-3-16,0 0 10 0,0 0-3 0,-1 0-5 0,1 0 7 16,1 1-5-16,-1 0-3 0,0-1 7 0,-1 1-10 0,1 0 4 0,0-1 1 15,0 1-3-15,0 0 8 0,0 0-10 0,-1 0 1 0,1 0 7 0,0 0-6 16,-1 0 5-16,1 0-3 0,0 0-4 0,0 1 8 0,0-1-8 15,0 0 4-15,-1 1 1 0,1-1-8 0,0 1 6 0,1-1-1 0,-1 0 0 16,0 1 4-16,0-1-2 0,0 1-2 0,0-1 0 0,0 0-1 16,0 0 1-16,0 0 0 0,1 0-2 0,-1 0 4 0,0 0 0 0,0 0 2 15,1 0-6-15,-1-1-2 0,1 2 0 0,-1-2 4 0,1 2 3 0,0-1-3 16,1 0 2-16,0 0-4 0,0 0 6 0,0 0-2 0,-1-1 1 16,1 1-5-16,0-1 6 0,0 0 0 0,0 0-4 0,0-1 8 0,0 0-12 15,0 1-2-15,0-1 10 0,0 0-5 0,-1 1 7 0,1-1-4 0,-1-1 0 16,1 2 0-16,0-1-4 0,-1-1 9 0,1 2-5 0,0-2-4 15,-1 1 8-15,0 0-2 0,0 0-2 0,0 0 7 0,0 1-9 0,0-1 0 16,0 1 2-16,0 0-2 0,0 0 4 0,0 0-6 0,1 0 4 16,-1 0-6-16,0 1 6 0,0 0 7 0,0-1-9 0,1 1 4 0,-1 1-10 15,1 0 10-15,-1-1 2 0,1 2 2 0,0-1-18 0,0 1-8 0,1 2 8 16,-1 0-9-16,0 3 17 0,1-1 17 0,0 2-3 0,1 0 8 16,-1 0-1-16,2 2-21 0,0 0-4 0,0 0 10 0,1 0-10 0,1-2 6 15,0 2 4-15,1 0-10 0,1-1 8 0,1-1-4 0,0-1-6 0,2-2 8 16,2 0-4-16,-1-1 0 0,2-1 8 0,-2 0-4 0,2-2-2 15,1 0 0-15,1 0-4 0,0-1 0 0,1 0 8 0,1 0-4 0,0-2 4 16,-1 0-6-16,1 0-4 0,-2-2 6 0,0 1 8 0,-2-2-6 16,1 0 0-16,-1 0-2 0,0-1-4 0,-2 0 12 0,1-1 2 0,0-1-2 15,-1-1-3-15,0 0-3 0,-1-3 2 0,1-1 8 0,-1-1-2 0,1-1 0 16,-1-1-4-16,-1 1-2 0,1-2 0 0,0-1 2 0,-1 0-16 16,0 0-4-16,-1 0 18 0,-1-1 0 0,-1 1 26 0,0-1-10 0,-1-1-10 15,-1 1 8-15,0 0-16 0,-1-1-2 0,-1 0 0 0,-1 1 0 0,-2-1 0 16,0 0 0-16,-2 1 0 0,-2 1 0 0,0 0 0 0,-2-1 0 15,-2 1 0-15,0 2 0 0,-2-2 0 0,-2-1 0 0,-2 1 0 0,-1 0 0 16,-1 0 0-16,1 2 0 0,-3 0 0 0,0 2 0 0,1 0 0 16,-2 0 0-16,0 3 0 0,1 1 0 0,0 2 0 0,-1 2 0 0,1 0 0 15,1 2 0-15,0 1 0 0,0 1 0 0,0 1 0 0,1 1 0 0,0 1 0 16,1 2 0-16,2 1 0 0,1 2 0 0,-1 2 0 0,1 1 0 16,1 1 0-16,-1 1 0 0,3 1 0 0,-2 1 0 0,0 1-18 0,0 0-28 15,1 1-10-15,0-2-10 0,3 0-12 0,-1-1-24 0,1-1-28 0,1 1-37 16,2-1-55-16,1 0-68 0,1-1-106 0,1 1-138 0,1 0-103 15,1 1-15-15,1-1 68 0</inkml:trace>
  <inkml:trace contextRef="#ctx0" brushRef="#br0" timeOffset="-56086.61">18223 12958 973 0,'-2'4'303'0,"0"0"-56"0,-1 0-14 0,1-1-23 0,1-2-38 0,-1 0-51 15,1-1-31-15,0 0-4 0,-1 0-8 0,1-1 1 0,1-1-12 0,-1-1-12 16,1-1-16-16,0-1-13 0,0-1-4 0,0-1-4 0,0-2 2 0,0 0-3 16,1-1-2-16,-1 1 2 0,1-2-2 0,-1-1 3 0,1 1 8 15,-1-2-8-15,1 1 3 0,0 0 3 0,-1-2-7 0,1 1 7 0,-1-1 4 16,0 2-4-16,-1 0 4 0,1 0-2 0,-1 2 2 0,0 2 4 16,0 0 7-16,0 2-1 0,-1 2 5 0,1 1 4 0,-1 1 6 0,0 1-7 15,-1 1 4-15,1 1-13 0,-1 0-10 0,0 2-7 0,0 2-16 0,1-1 13 16,-1 2-8-16,1 2 5 0,0 1-5 0,0 2-7 0,1 1 7 15,0 0-3-15,1 1 2 0,0 0 1 0,1 0-9 0,0 0-5 16,1-1 3-16,1 2 0 0,0 1-6 0,2-1 8 0,0 1 4 0,0 1-6 0,1 0 8 16,0 1-8-16,2-2-2 0,0 1 0 0,0-1-1 0,0 0 6 15,1 0-2-15,0 0-5 0,-1 1-13 0,1-1 2 0,1 1 6 0,0 1 5 16,-1-1 12-16,1-1-4 0,1-1-6 0,-3 0 0 0,2 0 4 0,0 0-2 16,-2 0 4-16,0-1-6 0,-1-1 10 0,0 0-17 0,-2-1-1 15,1 0 16-15,-1-2 0 0,-1 2 18 0,0-1-5 0,-2-1-11 0,0 0-4 16,-2-1 2-16,0-1 13 0,-1 1-4 0,-1-1-2 0,-1 0 1 15,-1-1-4-15,-1-1 3 0,-1 0 6 0,0-1 2 0,-2 1 10 0,0 0 0 16,-1-1 0-16,-1 1 4 0,-1-1-9 0,1 2 3 0,-1 0-3 16,-1 1-7-16,1 0 5 0,-1 1-6 0,1 0-4 0,2-1-2 0,-2 1-4 15,2 0 4-15,0 1 2 0,0-2-4 0,2 0 2 0,0-1-6 0,2-1 0 16,1-2-4-16,1 0-2 0,-1-1 4 0,2-3-14 0,1 0 4 0,1-1-6 16,2-2-4-16,-1-1 0 0,2-1-20 0,1-2-17 0,-1-3-23 15,4-1-20-15,0-3-33 0,3-2-31 0,1-1-48 0,2-1-35 0,0-2-32 16,2 1-42-16,3-1-55 0,1-1-62 0,1 0-48 0,1 1 16 0,0-1-60 15</inkml:trace>
  <inkml:trace contextRef="#ctx0" brushRef="#br0" timeOffset="-54750.61">18377 11702 687 0,'0'1'244'0,"1"-1"14"15,1 2 5-15,-1 0-12 0,1 0-34 0,0 1-31 0,0-1-12 16,0 1-10-16,2 0-2 0,-1-1-15 0,2 0-17 0,0 0-24 0,0-1-18 16,1 0-13-16,0 0-11 0,1 0-13 0,1-1-2 0,2 0-10 15,-2-2-10-15,4 0 4 0,0-1-11 0,0 0-2 0,0-2-5 0,0 1-2 16,0-1-2-16,1-1 0 0,0 0-2 0,0-1-11 0,-1 0 4 0,1-1 4 15,0 0-2-15,1 0 1 0,-1 0-7 0,2-1-1 0,-1 1 3 16,-1-1-2-16,0 1-6 0,-2 0-3 0,0 0-9 0,-1 1-10 0,-1 0-14 16,-1 1-28-16,-2 1-30 0,-2 2-39 0,-1-1-34 0,-2 1-55 0,-1 2-71 15,-2 1-76-15,0 1-84 0,-2 1-4 0,-1 1 51 0,-1 1 65 16,1 1 56-16</inkml:trace>
  <inkml:trace contextRef="#ctx0" brushRef="#br0" timeOffset="-54615.61">18618 11780 561 0,'-1'12'228'0,"0"1"-3"0,0 3 20 15,0-3-3-15,1-1-29 0,0-1-33 0,1 0-34 0,-1-1-14 16,2-1-16-16,-1 0-20 0,1-2-13 0,-1-1-20 0,1-2-11 0,0 0-7 16,1-1-3-16,0-2-7 0,1-2-4 0,0-1-5 0,2-2-8 0,-1-1 2 15,1-1-5-15,2-1-7 0,-2-2-8 0,1-1-14 0,0 0-18 16,0-2-25-16,0-1-40 0,1 0-72 0,0-1-87 0,0 0-91 0,0-1-64 16,1-3-20-16,1 1 24 0,-1-2-78 0</inkml:trace>
  <inkml:trace contextRef="#ctx0" brushRef="#br0" timeOffset="-54383.61">18916 11359 794 0,'-3'1'298'0,"0"2"-38"0,-1 1-6 0,2 0-19 15,0 0-31-15,0 0-43 0,1 0-27 0,1 0-8 0,-1 0-4 16,2 1 6-16,0 1 0 0,1 0-3 0,1-1-15 0,2 1-18 0,1-2 4 16,2 0-15-16,0 0-8 0,1-1-5 0,2 1-24 0,0-1-14 15,1 0 6-15,0 0-18 0,-1-1-3 0,2 1 6 0,1 0-8 0,1 0 4 16,0 0-1-16,-1 0-9 0,3 1-1 0,0-1 2 0,-1 1-1 15,-1 0-5-15,0 0 2 0,0 0-6 0,-1 1 0 0,-2 0 2 0,1 1 2 16,-1 0 2-16,-1 1-2 0,-2 1-6 0,-2 0-6 0,1 2-3 0,-2 0 2 16,0 0 5-16,-2 0-9 0,-2 2-12 0,-1 0-10 0,-1 2-14 0,-2 1-5 15,-2 0-8-15,0 2-11 0,-2 1-21 0,0 1-27 0,0 1-32 16,-2 0-40-16,1 0-39 0,-1-1-52 0,0 2-109 0,0 0-90 0,1 1-27 16,0 2-173-16</inkml:trace>
  <inkml:trace contextRef="#ctx0" brushRef="#br0" timeOffset="-53952.5">18950 12790 1330 0,'0'4'545'0,"1"1"-318"0,0 0-55 0,1-2-19 15,0-3-22-15,1 0-29 0,1-2-29 0,0 0-10 0,1-1-3 0,0 0-3 16,1-1 12-16,1 1-3 0,0-3-9 0,-1 0-5 0,1-1-18 0,0 0-4 15,1-1-2-15,1 0-12 0,0-1-1 0,1 1-10 0,-2 0-1 16,2-1 3-16,-1 1-5 0,1-1-2 0,0 0 0 0,1 0-17 0,-2 1 7 16,1 0-3-16,0 0 4 0,0 1 15 0,-1 0-12 0,0 1 1 0,0-1-15 15,-1 1-15-15,1 0 5 0,0 1-15 0,-1 1-13 0,-1 0-9 16,-1 1-23-16,-1 0-10 0,-1 2-5 0,-1 0-18 0,-1 1-27 0,-1 2-44 16,0 0-53-16,-2 0-47 0,0 2-25 0,-1 0 16 0,-2 2 48 15,1 1 60-15,-2 1 55 0,1-1 42 0,-1 1 26 0,-1 1 22 0,0 1 18 16,-1 1 16-16,0 1 12 0,0 0 10 0,2 1 11 0,-1 0 13 0,0-1 19 15,1 1 22-15,0 2 25 0,0 0 26 0,-1-1 26 0,2 2 30 16,0-1 15-16,0 0 7 0,1-2-12 0,0 1-20 0,1-2-20 0,1 1-28 16,1-2-20-16,0 0-21 0,0-1-17 0,2-1-14 0,0-1-11 0,1-2-7 15,0-1-9-15,0-3 0 0,1 0-6 0,1-2-3 0,0-2-1 16,1-1-5-16,1-2 2 0,0-2-8 0,1-1-2 0,0-3-1 0,2 1-7 16,0-3 0-16,0-1-8 0,0 0-9 0,-1-1-10 0,0 2-29 15,2-4-15-15,0 1-15 0,0-1-23 0,-1-1-10 0,0 0-14 0,-2-1-13 16,2 0-9-16,-1-1-16 0,0-1-15 0,0 2 2 0,0-1 19 0,0 0 28 15,-1 1 29-15,-1-2 29 0,1 0 10 0,-1 1-53 0</inkml:trace>
  <inkml:trace contextRef="#ctx0" brushRef="#br0" timeOffset="-53750.5">19418 12424 142 0,'-1'-9'168'0,"0"0"21"0,-1-1 0 0,0 4 16 0,0 2 8 15,-1 2 9-15,1 0-5 0,-1 1-14 0,1 1-12 0,0 1-10 16,1 0-16-16,-1 2-18 0,0 0-18 0,1 0-13 0,1 1-14 0,-1 0-9 16,2 1-1-16,0-1-8 0,1 0-3 0,1 1-7 0,0-1-10 0,2-1-10 15,0 0-5-15,1 0-11 0,0-1-11 0,1 1-1 0,1 0-6 16,2 0 3-16,0 1 1 0,1 0-6 0,0 0 3 0,-1 1-6 0,2-1-8 15,0 1 6-15,0-1-3 0,-1 1-1 0,-1 0-3 0,1-1-1 0,0 0-1 16,0 2-2-16,-2-1 7 0,0 0-7 0,-1 1-5 0,-4 0-1 16,1 1-2-16,-2 0-1 0,-1 0-1 0,-1 0-5 0,-2-2-13 0,-1 2-6 15,-2 0-9-15,-1 1-11 0,-1 1-17 0,-4 0-20 0,-2 0-30 16,-2-1-34-16,-2 1-48 0,0 1-51 0,0-2-61 0,-2 0-64 0,1 0-43 16,-2-1-26-16,0-1 6 0,0 0-40 0</inkml:trace>
  <inkml:trace contextRef="#ctx0" brushRef="#br0" timeOffset="-49936.38">17554 11661 396 0,'-11'-4'57'0,"1"0"-5"0,-2-2 7 15,1 2 3-15,1 0-14 0,0 0-18 0,1 0-13 0,1 2-9 16,0-1-2-16,0-1-4 0,-1 1-2 0,-1 0 0 0,0 0 0 0,1 0 2 16,0 0 2-16,-1 0 0 0,1-1-3 0,-1 1 2 0,1 0 5 0,1 0 6 15,0-1 9-15,1 0 15 0,1 0 11 0,0 0 11 0,1-1 14 16,1 2-1-16,1-3 1 0,1-1-2 0,1 0-1 0,1-3-6 0,2 0-5 15,2-1-3-15,1 0-15 0,1-2-7 0,3 0-4 0,0-2-8 16,2 0-7-16,2 0-4 0,2-2-2 0,1 1 8 0,2 0 6 0,1-1 9 16,2-1-2-16,0-2-1 0,2 2 5 0,1-2 1 0,2 0 8 15,1 1 1-15,1-2 4 0,2 0-4 0,0 3-1 0,2-2 0 0,0 1-5 16,2 0-2-16,2 0-8 0,0 0-5 0,2 0-1 0,-2-1-10 0,1 2-1 16,1-1-6-16,0 4-3 0,3 0 2 0,-1 1-4 0,0 0 2 15,2 3 0-15,0-1-1 0,0 1-2 0,1 2 0 0,-2-1-5 0,1 2 4 16,0 2 1-16,0 0 0 0,-1 1 3 0,-2 2-2 0,1 0 2 0,0 2-6 15,-1 0 2-15,1 4-2 0,-1 0 1 0,1 3 4 0,-3 1-5 16,1-1 1-16,0 4-2 0,-3-1 4 0,0 1-3 0,0 2 0 0,-1 1 1 16,2 0-5-16,-2 1 7 0,-1 1 1 0,-3 1-2 0,1 2 1 0,-2 1-5 15,1 2 2-15,-1-2 5 0,0 2-2 0,-1 0 0 0,-1 0-2 16,-1 1 2-16,0 1 0 0,0-1-1 0,-2 2-1 0,-1 0-4 0,0 1 0 16,-1 0 0-16,-1-1-4 0,-4 2-1 0,0-2 8 0,-2 3-1 0,-2 1 8 15,-2-1-1-15,-4 2-6 0,-2-2 3 0,-1 1 0 0,-3-2 3 16,-1 1 3-16,-2-1-3 0,-3 2 3 0,0-2 0 0,-2-2-6 0,-2 1-1 15,-1-3-2-15,-1-1-3 0,-1 1 1 0,-1-4-1 0,0 2-3 16,-5 0 6-16,-2-3 0 0,-2 1 3 0,-3-1 0 0,-2-1 3 0,-2-1 8 16,-3 0-1-16,-3 0 2 0,-1-2-3 0,-3-1 0 0,0 2-1 15,-1-1-5-15,-2 1 13 0,-1-1-1 0,-1 0 3 0,-1 1 4 0,-2 0-7 16,1 0-1-16,-1-1 1 0,0 2 4 0,0-1 1 0,2 0-5 0,1 0-2 16,2-2-2-16,0 1-7 0,5 1 6 0,1-1-3 0,3-2 0 0,1 1-3 15,2 0-7-15,2-2 2 0,2 0-2 0,1-1-5 0,5-2-5 16,0 1-9-16,2-1-9 0,1-2-10 0,1-1-25 0,1-1-58 0,1-2-73 15,1 0-75-15,4-2-67 0,1-1-14 0,0-1 9 0,2-1 5 16,0-2 12-16</inkml:trace>
  <inkml:trace contextRef="#ctx0" brushRef="#br0" timeOffset="-49229.71">17833 12971 427 0,'-4'-2'241'0,"1"-1"-121"0,-2-1 6 0,2 1 7 16,1-2-11-16,1 0-33 0,1 0-31 0,1-2-14 0,1 1 1 0,1-1 6 15,1 0 3-15,1 0 1 0,1 0-3 0,0-1-5 0,2-1 1 16,0 0 1-16,2-1-1 0,0-1 1 0,1 1 4 0,1-1 0 0,1-1-3 16,0 0-2-16,2-2-4 0,0 1-1 0,0-1 1 0,3-1 0 0,0 2-8 15,1 0-2-15,0-1 1 0,2 0-11 0,0-1 5 0,1-1-4 16,2 2 5-16,-1-2 8 0,2 1 1 0,0-1-1 0,3-1-10 0,1 0-4 15,0-1-6-15,1 2-1 0,1-2 0 0,2 1-3 0,1-1-6 16,1 1-1-16,2-1-4 0,0 1 2 0,0 0 1 0,1-1-4 0,0 0-2 16,3 0-3-16,0 2-1 0,0-1 1 0,3 0 2 0,-3 2-4 0,1 0 5 15,0 2-2-15,-3 3 4 0,1 0 1 0,1 2-1 0,0 3-1 16,0-1-2-16,0 3 1 0,-1 0 0 0,-1 2 0 0,1 1 1 0,0 1-1 16,-1 0 0-16,0 2-1 0,-1 1-4 0,-2 2 0 0,1 0 2 0,-4 2 3 15,0 1 3-15,-3 2-2 0,0 1 3 0,-2 2-4 0,2 1 1 16,-2 2 1-16,0 1 0 0,-2 1-6 0,-1 1 4 0,-1 1-1 0,0 0-3 15,-1 3 8-15,0 2-16 0,-1 1 9 0,1 3 3 0,-1 0-5 16,0 2 0-16,-1-1 1 0,-2 3-1 0,-1-2 1 0,-1 2 11 0,-2 0-2 16,-2-2 1-16,-2 1 6 0,-2-1-3 0,-2 1 6 0,-3 1 4 0,-2 1 4 15,-3-2 0-15,-2 1 4 0,-2-2-1 0,-3 1-4 0,-2-1 3 16,-3 1-1-16,-2 1-1 0,-2-2-6 0,-4 1 0 0,-2-1-3 0,-3 0-11 16,-3 0 9-16,-2 0-8 0,-3-1-1 0,-2 1 4 0,-2-1-2 0,-4-1 5 15,-3 2 1-15,-3 1 2 0,-1-2 8 0,-2 1 5 0,-2-3 7 16,-3 0 9-16,-3-2 8 0,-1-1-4 0,-1-1 8 0,-1 0-7 0,-1-2-5 15,0-2-2-15,1-1-16 0,-1-3-8 0,0-3 1 0,1 0 9 16,0-2 5-16,0-2 5 0,3-2-4 0,1-2-23 0,2-3 1 0,1-2-5 16,3-2-3-16,3-2-4 0,3-2-5 0,3-1-16 0,4-1-3 0,3-2-4 15,3 0 6-15,5 0 20 0,3-1 2 0,5 0-7 0,1-4-10 16,2-1-19-16,3-2-12 0,3-1-8 0,1-3-3 0,3-3-7 0,1 0-8 16,2-3-10-16,3 0-32 0,2-4-43 0,3 0-51 0,1-4-37 0,3-1-30 15,2-2-18-15,2-3-29 0,3 0-32 0,2-1 4 0,2-4 41 16,1 0-35-16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1:03:43.5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14201 8785 1549 0,'-6'1'326'0,"-1"2"-94"0,-1 0-14 0,1 2-26 15,1-1-19-15,0 2-26 0,1 1-19 0,0 2-7 0,0 0-16 0,0 3-9 16,0 1-26-16,1 1-14 0,0 0 3 0,-1 3-9 0,2 2 2 15,0 0-9-15,0 1-20 0,1 0-12 0,0 2-3 0,1-1 3 0,0 0-1 16,0-1 1-16,1-2-2 0,0 0-7 0,3 0 0 0,0-2 0 16,2 1-2-16,-1-1 0 0,3-1 0 0,1-2-4 0,2-1 1 0,1 0-9 15,1-2-1-15,0 0 2 0,2-2-12 0,0-1-2 0,1-1-3 0,0-2-9 16,0-1 3-16,2-2-4 0,0-1-1 0,-1-3 3 0,2-1-3 16,-1-2 1-16,0-1 1 0,-2-2 4 0,1-2 9 0,-1-1 6 0,0-3 5 15,0-1 3-15,0-3 4 0,-1-1 3 0,0 0 5 0,-2-2 5 0,1-1-2 16,0 1 4-16,-1-2-2 0,-1-1-3 0,-2 1 1 0,-1-2 9 15,-1 0-14-15,-2 0 5 0,-3 1 11 0,-1-2 0 0,-2 1 17 0,-2-1-1 16,-3-2-5-16,-1 2-1 0,-3-1 1 0,-3 2 2 0,-2 0-1 16,-2 0-4-16,1 3 4 0,-3 0-2 0,-1 4-6 0,0 0 1 0,0 3-4 15,-2 4-8-15,1 4-1 0,-2 5-10 0,-2 3-4 0,-1 2-3 0,-2 6-2 16,0 3-6-16,-2 4-11 0,1 2-19 0,-2 2-23 0,1 3-41 16,-2 2-52-16,1 1-102 0,0 3-147 15,3-2-236-15,0 3-118 0,3-1-68 0</inkml:trace>
  <inkml:trace contextRef="#ctx0" brushRef="#br0" timeOffset="118456.56">11480 6747 366 0,'-18'-17'27'0,"-1"-2"-10"0,-3-5-8 15,4 4-5-15,3 2 2 0,2 2 2 0,2 1 0 0,0 1 0 0,2 2-3 16,1 0-2-16,1 1-2 0,1 2 0 0,1 0-1 0,1 1-2 15,1 2 1-15,0 0 1 0,1 1 0 0,0 0 3 0,0 0-2 16,1-1 0-16,0 1 2 0,1 1-2 0,0-1 1 0,2 0 1 0,0 0 0 0,1 0 2 16,1-1 1-16,0 1 2 0,3-2 5 0,1 1 3 0,2 0 3 15,2-1 4-15,2 1 2 0,2-2 4 0,2-2 6 0,4-2-6 0,2-3-1 16,5 0-9-16,5-2-7 0,4 1 2 0,1 2-3 0,2 1 1 16,2 0-5-16,2 1 0 0,2 0-2 0,2 0-2 0,2 1-1 0,-1 2-3 15,2 1 3-15,0 1-2 0,1 0 1 0,1 2 0 0,-2 1-2 0,0 1-2 16,-1 2 2-16,-3 1 2 0,1 1-3 0,-1 0 1 0,0 1 0 15,-2 2-4-15,-3 0 2 0,1 2 2 0,-2 1-1 0,-1 2 0 0,-1 1 1 16,1 2 0-16,-3 2-3 0,-1 3 3 0,-2 1-6 0,-5 2-1 0,-2 4 1 16,-2 3-7-16,-2 4-3 0,-3 3-8 0,-5 4-9 0,-2 4-3 15,-4 4 1-15,-2 3 2 0,-4 4-3 0,-1 0-1 0,-4 2-5 0,-3 2-4 16,-3 0-2-16,-2 2 5 0,-2 0 5 0,0 0 8 0,-4 0 11 16,-2 1 4-16,-3-1 6 0,0-1 3 0,-4-1 2 0,0-4 2 0,-1-1-1 15,-3-1 1-15,-2-2 4 0,-1-3 2 0,-1-2 7 0,-1 1 9 0,2-5 5 16,-3-2 9-16,1-1 6 0,-1-3 8 0,-2-1 3 0,2-3 4 15,-2 0 3-15,1-5 5 0,-1-3 2 0,2-3-2 0,0-5-5 0,1 0-14 16,1-2-9-16,0 0-9 0,1 0-8 0,-3-3-1 0,2 1-4 0,-1-3 1 16,3-3 2-16,0-2-3 0,1-4 0 0,1-2 1 0,0-3-3 15,0-2 5-15,2-2-1 0,0-3-1 0,1-2-1 0,1-3-1 0,0-1-4 16,2-4 2-16,-1-2-3 0,2-4-2 0,1-2 1 0,1-3-1 16,2 0 2-16,0-1 3 0,4-1-2 0,1 0 1 0,0 1-6 0,2 0 2 15,0 1 6-15,2 1 0 0,0 0 7 0,0 1-4 0,1-1-3 0,0 4-1 16,2 1 0-16,-1 3 1 0,2 2 1 0,-1 1 1 0,2 1-2 15,-1 1-1-15,3 3-6 0,0 0-3 0,0 1-1 0,1 3-6 0,1 2 0 16,1 2-5-16,0 1-5 0,1 2 1 0,0 2-2 0,0 3-3 0,-1 0-1 16,1 2-1-16,0 1 2 0,0 1 7 0,0 1 2 0,0 1 6 15,0 1 1-15,-1 1 1 0,1-1 2 0,-1 0 0 0,0-1 2 0,-1 1 0 16,0-2 0-16,1 1-1 0,-1 0 1 0,0-1 0 0,0 1 1 0,0-2-1 16,-1 1 1-16,1 0 0 0,0-2 0 0,0 1-2 0,0-1 2 15,1 0-3-15,-1 0 0 0,1 1 2 0,-1 0-1 0,1-1 0 0,-1 1 2 16,1 0-3-16,1 1 1 0,-1 1 1 0,0 0-2 0,0 0 1 15,0 0 1-15,0-1 0 0,0 1 0 0,0 1 0 0,0-1-1 0,-1 1 1 16,1 1-1-16,-1 0 1 0,0-1-1 0,1 1 2 0,-1-1-1 0,0 1-1 16,0-1 1-16,-1 0-1 0,1-1 2 0,-1-1 0 0,1 1 1 15,-1 0-1-15,0-1-2 0,0 1 3 0,-1 0-2 0,1-1 0 0,0 0 3 16,-1-1-1-16,0 1 0 0,0-2 2 0,0 1-1 0,-1 0 0 0,1-1 0 16,-1-1 1-16,1 1-1 0,-1-1 0 0,0 0 1 0,0 1-2 15,-1-1 1-15,0 0-2 0,1 1-3 0,-2-1-1 0,1 1 1 0,1 0 0 16,-2 0 0-16,1 0-2 0,-1 0-1 0,0 1-2 0,0-1 0 15,0 1-2-15,1 0-4 0,-1-1-5 0,0 2-8 0,0 1-5 0,0 0-5 16,1 1-9-16,-1-1-7 0,1 2-8 0,-1 0-8 0,1 1-10 0,1 0-6 16,-1-1-4-16,1 2 0 0,1-3 9 0,0 3-2 0,1 0-76 15</inkml:trace>
  <inkml:trace contextRef="#ctx0" brushRef="#br0" timeOffset="173995.84">22636 7751 1329 0,'-2'-2'4'0,"0"1"1"0,0 0-6 0,0 0-13 0,2 1-13 0,1 1-1 0,0 0 5 0,2 0 9 16,1 1 7-16,1 0-4 0,1 1-3 0,2 0-8 0,-2 1-5 0,2 1 1 15,0-1-2-15,1 0 9 0,-1 0 8 0,1 0 6 0,-2-2 9 16,-1 1 2-16,1-1 6 0,-2 0 0 0,-1-1 2 0,-1 0 2 0,-1 0 2 16,-1-1 3-16,0 1 1 0,-1-1 9 0,0 1 8 0,-1-1 5 15,1 1 8-15,0-1 0 0,0 0 6 0,1 0-2 0,-1 0 1 0,0 0-6 16,1 0-5-16,0 0 2 0,0-1 1 0,1 1 7 0,1 0 0 0,1-1 2 16,1 0-1-16,1 0-3 0,2-1-1 0,1-1-1 0,3 0-8 15,2-1-6-15,4 0-5 0,-1-1-5 0,4-1-1 0,2 1-10 0,-1 0-1 16,2-1-8-16,0 1-3 0,-1 1 2 0,0 0-2 0,0 1 1 15,0 1 3-15,0 0-7 0,-1 1 7 0,-2 1-9 0,1 0 1 0,-3 1 2 16,1 0-3-16,0 1-1 0,-3 0-1 0,2 1-4 0,-2 0 0 0,-1 1 4 16,0 0-2-16,-1 0 2 0,0 0-2 0,0 1-2 0,-1 0-3 15,-2-1-4-15,2 0 1 0,0 1-4 0,-2-2-7 0,1 0-11 0,-3 0-21 16,2-1-35-16,0 0-51 0,0-2-49 0,2 0-60 0,-2 0-36 0,3-1-6 16,1 0-1-16,2-2 47 0,3-2-109 0</inkml:trace>
  <inkml:trace contextRef="#ctx0" brushRef="#br0" timeOffset="174229.84">24160 7371 331 0,'6'6'21'0,"1"3"-29"0,2 3-6 0,3 3 3 0,1 1 3 16,2 2 7-16,0 1 3 0,2 1 1 0,2 0 1 0,1 1-3 15,1 0 3-15,2 0 3 0,2 1 6 0,0-1 18 0,1 0 15 0,1 2 21 16,0-2 11-16,1 0 3 0,1-1 2 0,-2-1 2 0,2 0-4 15,-1-2-7-15,2-2-11 0,-2 0-18 0,1-2-8 0,-2 1-8 0,1-1-5 16,1-3-3-16,-1 2-4 0,1-2 4 0,-3 0-3 0,0-2-2 0,-2 0 1 16,1-2-6-16,1 0 3 0,-4-1-7 0,2-1-5 0,-2-1-2 15,-1-1-11-15,0-1-7 0,0-1-25 0,-3 0-39 0,0-1-62 0,-1 0-50 16,-1-2-38-16,1 0-17 0,-1-3-48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1:08:16.3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6323 6498 125 0,'9'-28'72'0,"4"-2"-58"16,4-9-3-16,0 5 5 0,3 2 7 0,1 1 3 0,3-3-2 16,4 0-3-16,1-1-6 0,3 0-1 0,1 1-2 0,4-2-3 0,3-1-2 15,3-1-1-15,5 0-1 0,3 0 2 0,4-1-2 0,3 1 0 0,2-1-3 16,4-2-1-16,4 0 1 0,1-1 2 0,3-2 1 0,2-2-2 16,2 1 3-16,5 0-2 0,-1-1 2 0,5 0-1 0,1 0-2 0,-1 1 2 15,4-1 0-15,-2 2 3 0,2 1 4 0,1 0 4 0,1 3 14 16,0 0 5-16,3 0 6 0,-2 1 2 0,2 1-8 0,1-1-4 0,1 0-4 15,0 2 4-15,1-4 2 0,0 1 3 0,2-1 5 0,1 0-3 0,1 1-3 16,4-1-3-16,0-1-1 0,3-1-5 0,2 0 3 0,0-2 0 16,3 0-3-16,4 0-1 0,2 0-9 0,2 0-6 0,3 0-5 0,1-1-3 15,5 1-2-15,0 1 0 0,2 4-1 0,2 2-1 0,-2 3-1 16,1 3-7-16,2 2 0 0,-1 3 2 0,0 2 5 0,1 2-1 0,-3 3-1 16,-1 2-4-16,-2 2-4 0,-4 5-2 0,-1 4 6 0,-2 3 0 0,-2 2-3 15,-2 4 8-15,-3 2-4 0,-3 3 3 0,-3 3 1 0,-5 1-4 0,-4 2-1 16,-1 2 2-16,-8 0-4 0,-1 3 0 0,-6 3 8 0,0 0 0 15,-3 4 9-15,-2 2-2 0,1 1 0 0,-3 4-5 0,-2 0-4 0,0 2 6 16,-1 5-8-16,1 2 0 0,0 2-6 0,-3 1-10 0,1 1-8 0,-2 1-13 16,-3 3-8-16,-2 3-15 0,-2 0-8 0,-5 3 5 0,-4 1 0 15,-3 3 11-15,-4 4 12 0,-3 1 6 0,-4 3 11 0,-4 1 13 0,-4 1 1 16,-4-1 3-16,-1 2 4 0,-6-1 0 0,-1-1 5 0,-1 1 4 16,-4-2 0-16,1-2 1 0,-2 0-2 0,-1-4 1 0,-1-2 2 0,-1-1 1 15,-1-3 1-15,0-2-1 0,-1-1 0 0,0-2-2 0,-1 0 1 0,-2 0-1 16,-1-2 2-16,-1 0-2 0,-2 0 3 0,0 0-1 0,-2-1-1 15,-2 0-2-15,-1-2 3 0,-3 0 0 0,-2-2 4 0,-2 0 6 0,-1-3-2 16,-4-1 4-16,-2-2 1 0,-2-1 0 0,-2-2 1 0,-3 0-1 0,-3 0-1 16,-4-2-3-16,-3 0-1 0,-4 0-4 0,-3 0 1 0,-4 1-3 15,-5 0-1-15,-4-3-2 0,-2 2 3 0,-3-1 4 0,-2 1 2 0,-3 0 3 16,-2 3 0-16,-2-3 2 0,1 0 4 0,-1 0 8 0,-1-1 6 16,1 1 1-16,-2-1 0 0,0 0-1 0,1-2-4 0,-1-1 3 0,-1-1-4 15,0-3-3-15,0 1 3 0,-3-3-3 0,1 1 1 0,-3-2 1 0,-1-3-5 16,0 0-2-16,-5-1-7 0,-1-2-7 0,-2-2-2 0,-3-2 10 15,-2-1 5-15,-1-1 3 0,-2-2-1 0,-2-1-8 0,0 0-1 0,-5 0-1 16,1-1 1-16,-2 0-1 0,-3 1-5 0,0-1 1 0,-1-1-1 16,-4 2 6-16,2-1 0 0,-2 1 2 0,-2 0 1 0,1-1-7 0,-3 2 3 15,1-1-3-15,0 0 1 0,-1 0-2 0,-2 0-1 0,0-1-3 0,-2-1-4 16,-1 0 0-16,0-3-2 0,0-1-2 0,-1 0 0 0,2-3 3 16,-1 0 1-16,0-2 0 0,0-1-10 0,-2-2-13 0,0-2-11 0,-2 0-15 15,-2-4-9-15,-1-2 5 0,0-2 4 0,1-1 19 0,1-1 23 0,1-2 3 16,0 1 0-16,1-4-24 0,1-2-51 0,0-2 1 0,1 0 0 15,2-2 14-15,1 0 17 0,4-1-49 0,0-1-115 0,0-4-82 0</inkml:trace>
  <inkml:trace contextRef="#ctx0" brushRef="#br0" timeOffset="31810.53">8684 9517 1171 0,'-11'2'0'0,"-4"1"-1"0,-4 2 3 0,-4-1 0 0,6-2-1 0,-2-2 2 0,2 0 3 0,0-1-5 16,-1-2 3-16,0-1 2 0,1-3-1 0,-2 0 7 0,1 0 2 0,0-1 9 15,-1 1 8-15,0-3 2 0,2 0-1 0,0-2-4 0,2 0-2 16,2 0-1-16,1-1-2 0,5-2-2 0,0-2-4 0,2 0-2 0,3-4 1 15,2-1-3-15,4-2 3 0,3-2-1 0,4-2 4 0,4-4 2 16,5-3-1-16,5-4 0 0,4 0-1 0,4-2-2 0,3-1-3 16,3 1-9-16,5 0-4 0,2 1 6 0,4 3 2 0,3 0 5 0,2 4-1 0,1 2-4 15,2 3-9-15,2 4 0 0,0 4 2 0,1 4-6 0,0 4 1 16,-1 3 2-16,1 4-5 0,1 4 5 0,-1 4 1 0,1 2 0 0,-1 4 1 16,0 2-3-16,-1 3 6 0,-2 2-4 0,-3 4-2 0,1 3 1 0,-4 2-7 15,-1 4 3-15,-2-1 1 0,-2 5 7 0,-1 0-1 0,-2 4 1 16,0 2 0-16,-3 2-11 0,-1 1 1 0,-3 2 2 0,0 0 0 0,-5 2 2 15,-3 1 1-15,-4-2-1 0,-4 2 2 0,-4 2 4 0,-4 2-5 16,-3 1 10-16,-3 3 5 0,-3 0 0 0,-4 2 7 0,-4 1-3 0,-4 2-4 16,-4 0-3-16,-4 0 0 0,-4 0-9 0,-5 0 0 0,-3-1 9 0,-7 2-2 15,-2-1 1-15,-4-2-4 0,-4-1-5 0,-3-1 2 0,-3-2-2 16,-4-2 4-16,-3-4 1 0,-4-6 3 0,-2-2 5 0,-3-6 5 0,-1-2 1 16,0-3 4-16,-2-4 6 0,1-5 2 0,-1-5 9 0,0-3-1 0,1-4 9 15,3-3 3-15,3-3-3 0,0-4 2 0,3-4-11 0,2-2 5 16,2-3-9-16,5-3-9 0,5-1-8 0,3-2-16 0,4-3-1 0,3 1-5 15,5 0 1-15,3 0 3 0,4 0 0 0,3 3-2 0,3 0 0 16,3 2 2-16,3 2-1 0,3 1-2 0,2 4-8 0,2 0-6 0,1 2-12 16,2 1-14-16,0 3-33 0,1-1-40 0,1 2-42 0,1 1-41 0,1 0-42 15,1 3-47-15,2 1-71 0,2 3-106 0,0-1 101 0</inkml:trace>
  <inkml:trace contextRef="#ctx0" brushRef="#br0" timeOffset="32362.53">6319 12369 1 0,'-23'-1'33'0,"-11"-3"409"0,-8-4 528 0,-8-3-459 0,20-3-460 0,3 1-10 16,6 1-21-16,4 2-10 0,6-2-4 0,1 1-1 0,3-1 1 0,2 0-3 15,1 2-5-15,4-2-8 0,3 1-2 0,2 0 0 0,3-2-2 16,2 2 0-16,2 1 3 0,1-1-3 0,4 0 9 0,1-1 3 0,0 0 0 15,4-1 2-15,-1-1-8 0,1-1-1 0,3 0 1 0,0 1 3 0,4-2 11 16,0-1-1-16,2 0-3 0,2 0 0 0,3-1-4 0,2 0 4 16,4 0-1-16,-1 0-1 0,2 1 3 0,0 1 0 0,4 1 1 0,1 1 2 15,3 1-2-15,2 1 3 0,2 2 3 0,1 3-5 0,3 1-1 0,2 2 1 16,2 3-7-16,2 1 8 0,2 4-3 0,1 1-8 0,0 1 11 0,1 2-6 16,-1 1 2-16,0 2 2 0,2 0-7 0,0 3 3 0,0-1-1 15,0 2-1-15,-3 1-2 0,-2 0 5 0,-3 0 2 0,-4-1-1 16,-4 0 0-16,-5-1 1 0,-6-2-1 0,-3 0 8 0,-5-2-3 0,-2 0-3 15,-5 0 9-15,-3 1-5 0,-5 0 14 0,-2 4 4 0,-4 1 3 0,-3 2 2 16,-2 1-5-16,-3 4-2 0,-4 3-6 0,-2 3-3 0,-6 5-3 0,-3 5-2 16,-6 5-4-16,-4 5-3 0,-3 4-7 0,-9 4 1 0,-5 4-2 15,-5 1 10-15,-4 3-2 0,-4 2-2 0,-3 1-2 0,-6 1-13 0,-4 2-4 16,-4-2-7-16,-2 2-2 0,-3-2-4 0,-3 0 5 0,1-1 4 16,-4 0 0-16,-1-2 5 0,2-2-1 0,3-2-1 15,1-3-1-15,3-2-14 0,2-4-19 0,1-6-28 0,5-3-29 0,1-6-32 0,5-4-39 0,4-8-47 16,2-3-52-16,3-5-41 0,4-5-157 0</inkml:trace>
  <inkml:trace contextRef="#ctx0" brushRef="#br0" timeOffset="35052.93">18358 6886 776 0,'-1'0'83'0,"0"0"-99"0,1 0-56 0,3 0-35 0,0 1-12 0,2 0 15 16,0 0 26-16,1-1 23 0,0-1 15 0,-1 1 12 0,0-1 11 0,-1 0 7 15,-1 0 4-15,-1 1 1 0,0 0 3 0,-2 0 2 0,-1 2 6 0,-1 0 6 16,-1 0 12-16,0 1 9 0,0 0 11 0,0 0 10 0,0-1 6 15,2 0 4-15,-1 0-3 0,1 0-8 0,1-1-8 0,-1 0-8 0,2 0-6 16,0 0-4-16,1-2-7 0,1 0 0 0,3-1-5 0,2-2 0 0,2-1 2 16,3-2 4-16,2-1 5 0,2-1 3 0,4-1 2 0,1-2 1 15,2-3-3-15,1-1-4 0,1 1-3 0,4-2-4 0,1 0 2 0,1 0 1 16,2 0 2-16,1 0 5 0,0 2-1 0,1 0 0 0,-1 2-3 16,0-1-2-16,1 2-3 0,1 2-1 0,0 1-3 0,0 3 1 15,1 3-5-15,0 0 1 0,1 2-2 0,0 1-6 0,2 1 0 0,0 0-3 0,1 1 1 16,3 1 0-16,-2 1-2 0,1 0-1 0,2 1-3 0,0 0 1 15,1 0 6-15,1 0 2 0,2 0 7 0,1-1 0 0,-1 0 4 0,1-1 0 16,-1-1 0-16,1 1-3 0,0-2 2 0,1 1 6 0,-3-1 3 16,1 0 15-16,-1 1 6 0,0-1 3 15,1 0 9-15,-1 1-4 0,-2 2 8 0,0 0 6 0,-1 2 3 0,-1 1 4 0,-1 0-11 0,0 3-8 0,1 1-15 16,-1 0-16-16,-2 2-3 0,2 0-11 0,0 0 2 0,-1 1-3 16,1 0-3-16,0 0-5 0,2 1-2 0,-1-2 5 0,-1 0-2 0,1 0 1 15,-1-2-3-15,1 0 1 0,0-3 4 0,2-1-5 0,-2 0 3 16,0-3-2-16,-1 1-1 0,0-2 0 0,-1 0 0 0,-1-1 2 0,1 0-2 15,-2-1 3-15,-1 1 0 0,0-2 0 0,-2 0 4 0,-1 1-1 0,3-2 2 16,-3 1 1-16,0 0-2 0,2-1 2 0,-3 1 2 0,1 0 1 16,1-1-3-16,-2 0 7 0,3 0-6 0,-2 0 1 15,3-1 0-15,0 1-3 0,0-1-1 0,1 1-1 0,-1 0 4 0,2-1-6 0,2 0 3 0,2 0-4 16,1 1-2-16,-1-1-1 0,1 0-1 0,0-1 2 0,-1-1-2 0,0 0 1 16,0-1 1-16,1 1 1 0,0-2-1 0,0 0 1 0,-3 0 1 15,3-1-1-15,-2 1-1 0,0 0-2 0,2-1-4 0,-1 1 0 0,1 0 1 16,-2 0 7-16,0 0 1 0,2 1-4 0,0 0 4 0,1 1-4 15,0 1 3-15,1-1-2 0,0 1 1 0,1-1 1 0,1 2-14 0,1-2 5 16,0-1-2-16,1 1 3 0,1-2 10 0,0 1-2 0,1-1 0 0,0-1 0 16,0 0 2-16,1 0-3 0,1-1 1 0,0 1-3 0,1-1-2 15,1 1 2-15,-1-1 2 0,1 1 5 0,0-1 3 0,1 1-2 0,0-1-2 16,1 1 3-16,0-3-2 0,0 0 0 0,0 0-3 0,1-2-3 16,0 1 4-16,-1 1-2 0,1-2 2 0,2 0-4 0,1 0 3 0,1 0 2 15,1 1 0-15,1 1-1 0,1 1 3 0,0 0 0 0,0 3 5 0,1 0-4 16,1 1 1-16,2 2-2 0,0 2-6 0,1 2 7 0,-1 1-6 15,1 3 2-15,0 1-3 0,0 3-2 0,1 2 1 0,-1 3 1 0,1 1 0 16,2 4-1-16,0 2-2 0,-2 2 2 0,2 3 1 0,-2 1-9 16,-3 3-1-16,0-2-4 0,-1 1-12 0,-3 0-12 0,-1-1-16 0,-6 1-32 15,-2-2-33-15,-5-1-40 0,-4-2-56 0,-4-3-71 0,-4-2-104 0,-6-3-107 16,-1-1-127-16</inkml:trace>
  <inkml:trace contextRef="#ctx0" brushRef="#br0" timeOffset="210841.93">20779 4170 1344 0,'-8'-2'206'15,"3"1"-256"-15,1-1-68 0,3 3-13 0,5 1 24 0,0 1 32 0,3 0 40 16,0 0-1-16,2 0-29 0,0-2-32 0,1 0-40 0,0-2-9 0,-2-1 17 15,0-1 28-15,-1-1 39 0,-2-1 33 0,-2-2 23 0,-1-1 26 16,-3-2 23-16,0-2 25 0,-2 1 24 0,-1-2 14 0,-2-1 6 0,-2 1-1 16,1-1-7-16,-2 2-5 0,-2-1-11 0,0 0-12 0,-2 0-8 15,-2 1-12-15,0 1-9 0,-4-1-8 0,-2 0-10 0,0 1-7 0,-2-1-5 16,-2 2-8-16,-1 1-5 0,-2 0-7 0,0 1-2 0,-2 2 2 0,1 0 1 16,-3 1 0-16,-1 1-1 0,-3 1-2 0,-4 0-2 0,-2 3 0 15,-4 0 4-15,-3 3 1 0,-3 1 7 0,-4 0 6 0,-2 3 5 0,-2 0 4 16,-2 1 3-16,-2 2-1 0,-1 1 4 0,-1-1 4 0,2 1-3 0,-1 0-2 15,2 0-9-15,0 1 2 0,-2-1-6 0,1 2-2 0,1 1 2 16,0 0-4-16,-1 2-1 0,0 0 3 0,0 3 3 0,1 2-2 0,3-1 3 16,1 1-4-16,2-1 2 0,2-1 0 0,1 0-2 0,3 0 4 15,3-3-6-15,2 2 2 0,3 0 0 0,0 0 0 0,3-2 5 0,3 2 1 16,1-1 2-16,2-2-4 0,0 3 3 0,3-1 3 0,-1 0 2 0,4-2 2 16,-1 0 5-16,2 1-8 0,1-1 2 0,4-1 1 0,0 1-11 15,4 0 2-15,1-2-5 0,5-2-5 0,1 1-4 0,3-1-7 16,2-1-2-16,2-1-5 0,1 0 0 0,1-2-5 0,1-2-8 0,1 1-19 0,0-1-28 15,1-3-33-15,-1 0-26 0,1-1-10 0,1-2 5 0,0-1 21 16,0-3 15-16,1-2 11 0,0-2-7 0,2-5-9 0,0-2 3 0,1-5 14 16,1-1 26-16,1-5 30 0,2 1 19 0,1-5 10 0,1 1 8 15,2-3-4-15,-1 0-1 0,3-2-1 0,0 1-7 0,0-2 0 0,1-1-9 16,0-3-6-16,1-3-7 0,1 0-8 0,-1-2-11 0,1 0-11 0,0 0-14 16,-1 1-3-16,1 1-85 0</inkml:trace>
  <inkml:trace contextRef="#ctx0" brushRef="#br0" timeOffset="211193.93">18240 3737 599 0,'-14'17'122'15,"-2"3"-93"-15,-4 8-27 0,1 0-19 0,0 3-2 0,-1 0 3 0,-4 4 0 16,-2 0 10-16,-3 1-1 0,-4 0 2 0,-3 1 3 0,-3 2 6 0,-3 0 5 16,-2-2 4-16,-3 0 8 0,0-3 7 0,-3 0 11 0,-1 0 7 15,1 1 14-15,-3 1 12 0,0-1 8 0,-1 2 6 0,-1-1 5 0,0 1-9 16,-1-1-2-16,-2 0 1 0,0 1-5 0,-1 0-2 0,1 2-4 0,1-1-8 15,1-2-7-15,2-1-4 0,3-5-11 0,2-1-7 0,1-1-11 16,2 0-10-16,2 0-6 0,2 0-5 0,0 1 0 0,3-2-2 0,2-1-4 16,4-2 0-16,2-1 1 0,4-2 7 0,3-2 4 0,5-1-2 15,2-1 2-15,4-3-4 0,2 0 1 0,5 0 0 0,1-2-4 0,4 0-1 16,3-2 4-16,2 0 0 0,2-1 1 0,5-1 4 0,1 0 2 0,4 1 3 16,2-2 5-16,3 0 6 0,4 1 6 0,2-2 3 0,4 0 3 15,2-2-4-15,5 1-6 0,0-1-3 16,3 0-6-16,2 0-3 0,-1 1-4 0,3-1-4 0,1 1 3 0,2-1-4 0,-1 0 1 0,2 2 1 0,-1-1-7 15,0 0 3-15,0 0-1 0,0 0-1 0,-2-2 1 0,1 0 1 16,0 0 4-16,-3-1 1 0,1-1-1 0,1 1 4 0,0-3-2 0,0 0 9 16,0 1 2-16,-1-2 3 0,0 1-3 0,-2 1-1 0,-2 0-5 15,0 0-6-15,-3 1-1 0,-3 2-5 0,-2 0 1 0,-4 2-1 0,-1 0-4 16,-1 0-7-16,-3 0-8 0,0 1-17 0,-3 1-54 0,0 0-129 0,-2 1-214 16,-3 0-246-16,-5 0-109 0</inkml:trace>
  <inkml:trace contextRef="#ctx0" brushRef="#br0" timeOffset="-168865.95">25558 9544 220 0,'-16'-11'45'0,"-3"1"-3"0,-2-1 3 16,1 2 1-16,4 3-7 0,-1 2-3 0,0 0-2 0,-1 0-11 0,1 2-5 15,0 0-6-15,0 2-8 0,0 2 0 0,0 0-1 0,-1 2-2 16,-2 0 2-16,1-1-2 0,-3 2 3 0,-1 0 1 0,2 1 0 0,-3-1 0 16,0 1-3-16,1 1-1 0,-1-1-1 0,-1 0 2 0,-1 0-1 15,0 1 2-15,-3-1-2 0,1 2 1 0,1 0 0 0,-1 0 2 0,2-1 1 16,-3 2 6-16,0-1 2 0,-2 0 5 0,1 0 4 0,0-1 2 0,3 1 2 15,0-1 1-15,1 0 0 0,0 0-1 0,1 0-2 0,2-1-3 16,0 0-3-16,1 1-4 0,3 1-2 0,-1 2 0 0,1 2-4 0,3 1 3 16,-2 2-3-16,2 1 0 0,1 2 0 0,1 1-1 0,0 1-1 0,0 2-2 15,1 2 3-15,0 2-4 0,1 2 3 0,0 1-2 0,2 3-2 16,1 1 2-16,-1 0-8 0,2 2 0 0,-1 0 3 0,1 1 5 0,-1 3 7 16,0-2 1-16,0 2-1 0,-1-1-2 0,3 2 1 0,-3 0-1 0,2 0-2 15,-1 1 2-15,0-4-5 0,1 1 1 0,-1 1 0 0,2-1-3 16,-1-1-2-16,0 0-1 0,1-2-1 0,1 0 3 0,-1-1 5 0,1 0-2 15,0-1-1-15,0 0-5 0,1-1 1 0,-2 0 3 0,0 1 1 16,1 0-2-16,-1 0 0 0,1-1-2 0,0-1 4 0,1 0 4 0,0 1 4 16,0 0 11-16,2 2 5 0,1 0 6 0,0 0-3 0,1 0 2 0,1 1 0 15,1 0 3-15,1 2 7 0,0 0-6 0,3 0-4 0,-1 0-2 16,2 0-3-16,-1 1-1 0,1 1-3 0,1-2-10 0,0-1-5 0,1 1 1 16,1 0 0-16,0 3-3 0,0-2-7 0,1 1-2 0,1 0 7 0,0-3 2 15,1 0 7-15,-1 1-3 0,1-4-9 0,0 2 0 0,1-2 3 16,1 2 6-16,1-1 4 0,2 1 0 0,0 0 5 0,0-3-1 0,1 1 2 15,2-1-6-15,0 0-2 0,1-2-6 0,2 2 1 0,-1-3-2 0,3 1-2 16,0-1 6-16,1 0-2 0,2-2 9 0,0 1 0 0,2-2-3 16,1-3-1-16,0 0-1 0,1-3 5 0,3-2-4 0,0 0 0 0,3-2-2 15,3-1-5-15,0 0-1 16,0 0 5-16,3-1-3 0,1-1 0 0,3 0 1 0,2-1-4 0,1-2 1 0,0 1 3 0,1-2-3 0,0-2 3 16,-1 0-3-16,0-1 6 0,0-2-2 0,0-1 3 0,0-1 0 0,0-2 2 15,3-2 2-15,2-2-5 0,0-2 3 0,2-2-6 0,-3 0 0 16,-1-3 9-16,-1-3-4 0,-2-1 3 0,0-1-3 0,0-3-11 0,0-1 9 15,-1-2-2-15,1 0 5 0,-1-2 4 0,-2-1 4 0,-1-3-4 0,-1 1 3 16,-1-5-3-16,-1 0-21 0,-1-1 11 0,0-1-1 0,-1-2 6 16,-2 0 15-16,0-2-10 0,-3 0-1 0,-2-1-1 0,1-1 4 0,-2-1 5 15,0-2-3-15,-1-1-1 0,0 0-1 0,-1-1-7 0,-1 0 9 16,-1-3-20-16,-2 0 7 0,-2-1-3 0,-1 0-5 0,-1-1 14 0,0 0-10 16,0-1 4-16,-3-1 0 0,2 0 2 0,-2 0-2 0,-2-1-1 0,1 1 1 15,-4-2-11-15,-2 1 11 0,0-2-5 0,-2 0 5 0,0-1 7 16,-3-1-9-16,-1 2-3 0,-3-2-6 0,-2 1 3 0,0 0-2 0,-3 0 6 15,-2 2-11-15,-2 0 7 0,-1 0 0 0,-4-1-5 0,-1 0 9 0,-2-1-14 16,-2 1-1-16,-2-1 0 0,-1 0 3 0,-4 1-5 0,-3-1-6 16,-1 1 8-16,-4 2-11 0,0-1 16 0,0 1 3 0,-3 0 0 0,-1 1 9 15,-2 0-10-15,-5-1-4 0,-3-1-8 0,-3 0 5 0,-3 0-1 0,-4 2 3 16,0 3 3-16,-4 2-14 0,-1 1 4 0,-3 6 1 0,-3 3-2 16,-3 2 16-16,-3 4-2 0,-4 4 4 0,-3 4-4 0,-1 5 6 0,-7 3-6 15,-3 4 0-15,-4 4 3 0,-3 4-6 0,-2 3 2 0,0 6-1 16,1 5 1-16,2 5-8 0,3 5-5 0,4 6 4 0,4 6-2 0,5 3-8 15,4 5-9-15,4 5-53 0,4 9-86 0,2 5-62 0,3 8-89 0,1 8-83 16,-2 6 8-16,1 6-94 0</inkml:trace>
  <inkml:trace contextRef="#ctx0" brushRef="#br0" timeOffset="-160447.89">26672 7806 1216 0,'1'0'208'0,"-1"-1"4"0,0 1-2 0,1 0-4 0,-1 1-18 0,2 0-28 16,0 1-29-16,-1 1-10 0,0 0-8 0,0 2-7 0,0 0-1 15,0 1-13-15,1 1-11 0,0 0-14 0,0 0-9 0,-1 2-9 0,1 1-6 16,0 1-5-16,0 1-10 0,0 0-4 0,0-1-8 0,1 1-7 16,-1 0 1-16,1 0-5 0,1 0-1 0,-1 0-2 0,1 0 1 0,-1 1-1 15,1-2-2-15,0 0 0 0,0-1-2 0,0 0-3 0,-1 0 3 0,-1-1 0 16,2 0-3-16,-1-1-3 0,0-1-8 0,-1-1-6 0,0 0-10 15,-1-1-11-15,0-2-15 0,0 0-28 0,0-1-25 0,-1-1-28 0,0-1-41 16,0-1-55-16,0-2-98 0,-1-2-153 0,0-2-121 0,-1-2 42 0,1-3 68 16</inkml:trace>
  <inkml:trace contextRef="#ctx0" brushRef="#br0" timeOffset="-160315.89">26655 7511 971 0,'-8'-17'435'0,"1"0"-242"0,-3-3 40 0,2 5-39 0,2 6-20 16,-1 4-28-16,2 2-18 0,0 2-10 0,1 2-19 0,0 1-11 15,1 0-11-15,1 1-12 0,1 0-7 0,0 1-8 0,0-1-7 0,1 1-7 16,1 0-9-16,2-1-12 0,0 1-1 0,0-1-10 0,0 0 3 0,0 1-2 16,0-2-10-16,0 1-11 0,0-1-26 0,0 1-38 0,0-1-53 15,0-1-60-15,1-1-97 0,2 0-145 0,0 1-164 0,2 0-212 0</inkml:trace>
  <inkml:trace contextRef="#ctx0" brushRef="#br0" timeOffset="-160041.89">27149 7401 1250 0,'3'-1'319'0,"-1"1"-86"0,1 0 0 0,-1 1-22 16,-1 1-21-16,0 0-34 0,0 1-28 0,0 1-22 0,0-1-7 0,0 0-6 15,0 3-8-15,-1 1-11 0,-1 1-14 0,1 2-10 0,-1 1-9 0,1 1-8 16,0 1-8-16,0 2-5 0,0 2-5 0,1 2-4 0,0 1-6 15,0 1-19-15,1 2 1 0,0-1 22 0,1 1-2 0,1 0 12 0,1 1-5 16,1 0-17-16,1-2-10 0,0 0 2 0,1-2-9 0,1-2-11 0,-1-1-13 16,0-2-8-16,1-1-17 0,1-4-21 0,-1 0-9 0,1-1-12 15,0-2-6-15,-2-1-10 0,1-1-18 0,-2-2-39 0,-2-1-50 0,-2-1-65 16,-1-1-67-16,-2-1-49 0,-1-2 18 0,-3 0 69 0,-1-1 47 0</inkml:trace>
  <inkml:trace contextRef="#ctx0" brushRef="#br0" timeOffset="-159891.89">27109 7818 752 0,'-15'-2'387'0,"-3"0"-82"0,-3-1-26 15,5 1-47-15,2 1-36 0,2 1-44 0,1 1-34 0,3 1-22 16,1 1-10-16,3 0-4 0,0 1-1 0,1 0-5 0,1-1-2 0,2 0-8 16,1-1-6-16,2 1 3 0,0-2-11 0,2 0-1 0,1 0-6 15,3-2-13-15,2 0-1 0,1-1-12 0,2-2-2 0,0 1-1 0,2-2-5 16,1 0-4-16,1 0-3 0,1 0-2 0,0 0-1 0,1 0 3 0,-3 1-6 16,0 0-7-16,1 0-11 0,-2 1-29 0,-1-1-29 0,-1 0-47 15,0 2-56-15,-1 0-56 0,-1 0-91 0,0 0-127 0,-1 1-96 0,-1 0-37 16,-2 0-41-16</inkml:trace>
  <inkml:trace contextRef="#ctx0" brushRef="#br0" timeOffset="-159326.89">27805 7479 986 0,'-2'-2'336'0,"0"0"-61"0,0 1-3 15,0 1-46-15,1 1-35 0,-1 1-37 0,2 1-26 0,0 1-19 16,1 1-10-16,1 3-1 0,0 1-7 0,1 2-5 0,0 2-6 0,1 0-11 16,0 2-9-16,1 0-6 0,0 0-27 0,1-1-7 0,0 1-6 0,0-1 10 15,2-1 7-15,0 0 4 0,1-4-4 0,-1 1-23 0,1-1 3 16,-1-3-8-16,1-1-6 0,-1-3 10 0,2-1-3 0,-1-2-2 0,-1-2 3 16,1-1-7-16,-2-3-5 0,0 0 1 0,-2-3-5 0,0 0-28 15,-1-2-8-15,0-2-10 0,-1-1 3 0,0 1 9 0,-1-1-6 0,1-1-9 16,0 0-12-16,0 0 0 0,1 1 7 0,-1 0 8 0,1 1 8 0,-1 1 13 15,0 1 4-15,0 0 8 0,0 0-6 0,0 2-14 0,0 1-21 16,0 2-48-16,1 4-51 0,0 0-75 0,-2 2-90 0,1 2-67 0,-1 2-45 16,2 0 24-16,-1 2-17 0</inkml:trace>
  <inkml:trace contextRef="#ctx0" brushRef="#br0" timeOffset="-159042.87">28372 7458 912 0,'9'-9'304'0,"1"-1"-19"0,2-2-21 0,-1 3-33 0,-3 1-37 0,-1-1-44 0,0 0-30 16,-2 0-12-16,0-1-17 0,-2 2-7 0,-3 0-8 0,0 0-9 0,-1 1-10 16,-2 0-9-16,-2 1-10 0,-2 0-16 0,-1 1-8 0,-2 0-11 0,-2 2-10 15,-1 1-1-15,-1 1 3 0,-2 2 6 0,-1 1 3 0,0 1 4 16,-1 2-2-16,0 1 1 0,2 0 1 0,1 1-6 0,2 1 7 0,1-1-4 16,2-1 2-16,2 2 3 0,2-1 1 0,2 1-1 0,3 0 3 15,1 0-5-15,1 0 3 0,3 0 3 0,2-1-9 0,2 2 4 0,2 0 3 16,2 1-3-16,2-1 2 0,0 0-7 0,4 0-8 0,0 0-5 15,1 1 6-15,0 0-3 0,1 0 3 0,0 0 3 0,-2-1-2 0,0-1 0 16,-1 2 0-16,-3-1 1 0,0 2 2 0,-3-1 5 0,-2 0-13 0,-2 0 0 16,-3-1-2-16,-1 0-2 0,-3 2 31 0,-2-1-6 0,-2 1-7 0,-3 0-2 15,-1-1-28-15,-2 0-14 0,-2-1-17 0,0 0-21 0,-2-1-20 16,0-1-13-16,0 0-12 0,0 0-27 0,1-1-49 0,1 1-61 0,0-1-89 16,2-1-83-16,0 0-46 0,1 0-37 0</inkml:trace>
  <inkml:trace contextRef="#ctx0" brushRef="#br0" timeOffset="-158779.89">29118 6610 1708 0,'-10'10'195'0,"-1"1"50"16,-4 7-12-16,0 1-11 0,3 0-27 0,-1 4-41 0,0 1-38 0,0 2-11 16,0 4-20-16,2 3 1 0,1 5 0 0,0 4-14 0,1 2-18 0,1 5-6 15,0 3-8-15,2 2-6 0,2 3 6 0,3 3-17 0,2 1-2 16,2 0-16-16,5 1 3 0,2-3-4 0,4-1-20 0,3-4 18 0,3-5-9 16,2-6-22-16,3-4-11 0,0-5-50 0,3-3-55 0,1-6-60 15,4-2-84-15,-1-3-136 0,2-3-230 0,-1-2-158 0,0-1-28 0</inkml:trace>
  <inkml:trace contextRef="#ctx0" brushRef="#br0" timeOffset="-157732.05">29333 7145 750 0,'-1'0'176'0,"0"1"43"0,-1 0 28 16,0 1-11-16,1 0-24 0,0 0-33 0,1 1-27 0,0 0-14 0,0 1-14 16,0-1-7-16,-1 2-3 0,1-1-8 0,1 1-5 0,-1 2-12 15,1 0-12-15,1 0-16 0,-1 2-17 0,0 1-15 0,1 1-9 0,0-1-10 16,0 4-4-16,1 1-3 0,0 1-5 0,0 0 2 0,1 1-3 16,0 0-1-16,0 0-1 0,1-2-11 0,-2 0-8 0,1 0-15 0,1-3-22 15,-1-2-21-15,1-1-20 0,0-1-23 0,1-1-26 0,0-1-25 0,0-1-42 16,0-1-36-16,0-2-54 0,-1 0-41 0,-2-2-39 0,0-1 19 15,0-2-76-15</inkml:trace>
  <inkml:trace contextRef="#ctx0" brushRef="#br0" timeOffset="-157597.05">29364 6956 846 0,'-5'-6'127'0,"1"-1"37"0,-2 0 11 0,1 3-26 16,0 2-21-16,0 1-27 0,0 0-40 0,1 1-24 0,1 0-20 0,-1 0-8 15,2 1-5-15,0-1-6 0,0 1-6 0,0-1-22 0,0 0-28 16,1 1-61-16,0-1-92 0,0 0-112 0,2 0-87 0,-1 0-117 16</inkml:trace>
  <inkml:trace contextRef="#ctx0" brushRef="#br0" timeOffset="-157142.05">29750 6696 1296 0,'0'-4'154'0,"-1"2"13"16,1 0 14-16,-3 4-40 0,1 3-21 0,0 2-7 0,0 3-15 0,1 2-20 16,1 2-8-16,0 2-5 0,0 2 1 0,-1 3-4 0,1 3-4 15,0 4-16-15,0 2-18 0,0 3-6 0,1 0-23 0,0 1 4 0,1 0 7 16,1 2-12-16,1-1 11 0,0-2-14 0,1 0-12 0,1-4-20 16,-1 0-56-16,1-3-103 0,-1-4-201 0,0-1-236 0,1-3-328 0</inkml:trace>
  <inkml:trace contextRef="#ctx0" brushRef="#br0" timeOffset="-156848.05">30023 6966 1055 0,'2'-1'478'0,"0"1"-382"0,0 1 48 0,-1 4 8 16,0 3-1-16,0 2-25 0,-1 2-39 0,1 4-27 0,0 0-9 0,-1 2-16 16,0 1 1-16,0 2-8 0,0 0-11 0,1-1-2 0,-1 1-8 15,2 0-3-15,0-2 1 0,2 1-3 0,0-1-5 0,2-2-1 0,0-1-2 16,1-2-5-16,0-2-6 0,2-4-6 0,-1-1-9 0,1-2-1 0,1-2 2 15,2-3-3-15,-1-2 7 0,1-2 2 0,0-2-4 0,0-1 7 16,2-2 3-16,-1-2 10 0,1-2 9 0,-3-2 10 0,1 1 5 0,-1-2 1 16,0 0 5-16,-1-1 6 0,1 1 2 0,-3 0 3 0,0 0 12 15,0-1 2-15,-3 1 12 0,0-1 7 0,-3 1 0 0,-3 1 5 0,0 1-1 16,-3-1-4-16,-1 0-18 0,-3 1-8 0,-1 1-14 0,0 0 4 0,-3 1-1 16,1 2-6-16,-2 1-10 0,0 2-21 0,0 3-1 0,-2 3 0 0,0 2-2 15,0 1 12-15,1 4-2 0,0 2 2 0,-1 2-14 0,0 1 2 16,0 3-3-16,0-1-2 0,-1 2 15 0,2 1-5 0,1 0-4 0,4-2-13 15,1 1-15-15,2-1-18 0,2 0-23 0,3-1-27 0,1-1-35 16,3-2-46-16,2-2-62 0,2-2-89 0,3-2-73 0,1-1-33 0,2-2 52 16,2-2-5-16</inkml:trace>
  <inkml:trace contextRef="#ctx0" brushRef="#br0" timeOffset="-156549.05">30510 6860 1279 0,'-1'-2'473'0,"-1"-1"-192"0,-1 1-29 0,0 1-60 0,0 2-50 0,1 0-36 15,0 3-27-15,-1 0-14 0,0 3-1 0,0 0-3 0,-1 3 1 16,0 2-3-16,0 1-3 0,0 2-10 0,0 0-5 0,0 2-23 0,-1 0-4 16,2-1 1-16,1 1-10 0,0-1 15 0,1 1-11 0,2-3-4 15,0 0 1-15,2-2-8 0,1-1 2 0,1-2-7 0,0-1-4 0,2-2-2 16,1-2-5-16,-1-1-12 0,1 0 5 0,-1-1-5 0,0-2-6 16,0-1 8-16,-1-3-5 0,2 0 7 0,0-2 10 0,0-2 9 0,0-1 9 15,1-1 3-15,-2 0-1 0,0-1 3 0,-2 0 5 0,2 1-2 0,0-1 3 16,-1 0 1-16,1 1-9 0,-1 1 7 0,0 0 2 0,1 3 2 0,-2-1 12 15,0 3 10-15,0 0-15 0,-3 2 14 0,2 1-19 0,-2 2-18 16,1 1 13-16,-1 2-20 0,-1 1 14 0,1 3-2 0,0 1 4 0,0 4 6 16,-1 1-4-16,1 1 0 0,-1 0-9 0,0 1-8 0,1 0 2 0,-1 1-6 15,0-1-7-15,0 1-15 0,0 0-40 0,0-2-53 0,1-1-49 16,-1-1-77-16,0-1-134 0,1-2-201 0,0-1-134 0,0-2-73 0</inkml:trace>
  <inkml:trace contextRef="#ctx0" brushRef="#br0" timeOffset="-156081.05">30981 6889 1652 0,'4'1'213'0,"0"1"28"0,3 2-26 0,1-2-9 0,-1 0-35 16,4-1-37-16,2-1-33 0,0 0-31 0,2-1-15 0,-2 0-17 0,2-2-6 16,0 0-4-16,-1-1-9 0,0-1 4 0,0 0-7 0,-1-1-2 0,-1 1-3 15,-1-1-10-15,-1-1-1 0,2 0-5 0,-2-1-2 0,0 0-5 16,0 0-6-16,-2 0-12 0,1 0-21 0,-1 0-18 0,0 0-41 0,0 0-37 15,-1-1-57-15,-1 2-82 0,0-1-135 0,-1 0-137 0,-1 2-25 16,-2-1-24-16</inkml:trace>
  <inkml:trace contextRef="#ctx0" brushRef="#br0" timeOffset="-155937.05">31106 6729 1280 0,'-5'4'533'16,"-1"1"-318"-16,-1 1 34 0,1-2-34 0,3 1-48 0,0 1-28 0,2 2-29 15,-1 0-25-15,1 2-13 0,0 1-9 0,0 0-2 0,1 0-1 16,-1 2-2-16,1 2-13 0,1 1-9 0,-1-1-7 0,2 2-7 0,0 0-7 16,2 0-19-16,1-1-3 0,0 0 1 0,1 0-1 0,1-1 1 0,0-2-26 15,2-1-37-15,-1-2-37 0,1-2-62 0,1-1-75 0,2-2-150 16,1-1-238-16,1-2-123 0,0 1-55 0</inkml:trace>
  <inkml:trace contextRef="#ctx0" brushRef="#br0" timeOffset="-153997.53">31590 6484 710 0,'-2'-2'163'15,"-2"-1"16"-15,-1 0 30 0,1 1-14 0,1 1-26 0,1 0-20 0,-1 1-16 16,1 1-18-16,-1 2-7 0,1 0-5 0,1 2-6 0,-2 1 6 16,2 2-9-16,-1 1-13 0,1 2-8 0,1 2-12 0,0 1-2 0,1 2-1 15,1 2-6-15,1 3-3 0,-1 2-4 0,1-1-4 0,0-1-3 16,1-1-7-16,0-1-4 0,2-2-6 0,1-2-2 0,1-2 0 0,0-2-1 16,0-1-4-16,0-2 4 0,2-2-4 0,1-1 4 0,0-3 0 0,0-1-2 15,-1-1 4-15,0-1-2 0,1-1-1 0,-2-2 4 0,1-1-8 16,-2-2 11-16,-2-1 2 0,3 0-8 0,-1-1 4 0,2 0-7 0,-2-2-2 15,-2-1-6-15,-1 0 1 0,0-1-3 0,1 1 3 0,-2-1-1 0,0 0 1 16,1 1-3-16,-1 0-5 0,0-1 4 0,-1 0-8 0,0 1 8 16,-1 1 0-16,1 2-2 0,0 2 1 0,0 3-6 0,0 1-3 0,-1 2-1 15,2 1-3-15,0 1 1 0,1 1 5 0,0 1 0 0,-2 1-3 16,1 2-2-16,-4 2 1 0,3 1 1 0,-1 2 1 0,-1 1 1 0,1 0-1 16,-1 0 1-16,1-2 5 0,1 0-2 0,-1-1 4 0,2-1 0 0,0-1-2 15,1-2-2-15,0-1-2 0,0-1-7 0,1-1 5 0,0 0 3 16,2 0-5-16,0-1 7 0,-2-1 1 0,0-1 0 0,1-1 7 0,-2 0 0 15,1 0-9-15,-1-2 6 0,0 1-6 0,1-1 0 0,-2-1 4 0,0 0-7 16,0-1 3-16,-1 1-2 0,1-1 2 0,-1 0 1 0,-1 0-5 16,1 1 2-16,-2-1-1 0,2 2 5 0,0 0-2 0,0-1 2 0,-1 0-2 15,-1 0 2-15,0 1-5 0,0 1-3 0,2 2 1 0,-2 1-9 16,-1 1-1-16,0 0-8 0,1 3 5 0,1 1 2 0,-1 1 4 0,0 0 5 16,-1-1 0-16,2 1 0 0,-1 1 1 0,0 0 3 0,1 0 3 0,-1-1 1 15,1 1-1-15,1-2-5 0,-1 0-2 0,3 0-2 0,-1-2 0 16,1 0 6-16,-1-1-7 0,0-2 3 0,4-1-2 0,-3 0-3 0,1-1 5 15,-2 0-1-15,1 2-4 0,-2-3 2 0,1 0-8 0,1 0-1 16,2-2 4-16,-1 0-4 0,0-1 4 0,1 0 3 0,-1-1 2 0,1 0 6 16,0 0-1-16,-1-1 2 0,0 1 3 0,-1 0 2 0,1-1 3 0,0 1 1 15,-3-1-1-15,2 1 1 0,0 1-3 0,-1 0 3 0,0 1-3 16,-1 1-2-16,0 0-1 0,0 1-3 0,-1 0-5 0,-1 1-1 0,1 1-1 16,-1 1-6-16,0 1 2 0,-1 0 5 0,0 2 4 0,-1 0 5 0,1 1 2 15,-1 0 0-15,-1 2 0 0,1 0 4 0,0 0-6 0,-1 1 0 16,0 0 4-16,1-1-4 0,-1 0 2 0,1 0 2 0,-1-1-2 0,1-1 0 15,1-2 0-15,1 1 3 0,-1-1-3 0,1 0 0 0,1-1 2 16,-1 0-5-16,1-1 1 0,1 0 4 0,-1 1-4 0,1-1-5 0,0 0-1 16,0-1-4-16,0 1-5 0,0 0-10 0,1-1-26 0,0 1-25 0,-2-1-11 15,1 1-17-15,1-1-12 0,-1 0-18 0,1 0-27 0,-1 0-7 16,1 0 4-16,1 0 0 0,1-1 1 0,-2 0 6 0,0-2 12 0,0 1 23 16,1-1 25-16,0-1 30 0,0 1 25 0,-1-1 19 0,1-1 18 0,-1 1 8 15,2 0 5-15,-2 0 4 0,1 0 12 0,0 0 9 0,-1 2 18 16,0-2 17-16,-1 0 17 0,0 1 15 0,-1-1 3 0,0 0 0 0,0 0-6 15,0 0-6-15,-1 0-12 0,-1 0-10 0,0 0-16 0,0 0-16 0,0 0-6 16,0 2-2-16,-1 0 1 0,0 0 6 0,1 1 3 0,0 1-7 16,-1 0-4-16,0 1-9 0,0 0-10 0,0 1 5 0,-1 1-1 0,1 0 3 15,-2 1 2-15,0 1-6 0,0-1 1 0,0 2-3 0,0 1-2 16,0-1 1-16,0 1 2 0,0-1 1 0,0-1 0 0,2 0 3 0,0-1 5 16,1-1 6-16,0-1 3 0,2-2 3 0,0 0-5 0,1-1 1 0,0-1-3 15,0 0-1-15,2-1-2 0,0 0-4 0,0-1-4 0,0 0 1 16,1-1-3-16,1 1-4 0,0 0 2 0,0-1-2 0,2-1-4 0,0 1-1 15,1-1-2-15,-1 1-1 0,0 0 0 0,0-1 4 0,2 1-4 0,-1 0-1 16,-1 1 5-16,0-1-5 0,1 1 4 0,-1 0-4 0,-1 0-3 16,0 1-3-16,-1 1 3 0,1 0 3 0,-2 0 1 0,-1 0-1 0,0 1 3 15,-1-1 5-15,0 1-3 0,-1 0 2 0,-2-1 7 0,1 1-7 0,-2-1 1 16,0 1-1-16,-1-1-4 0,-1 1 2 0,0 1-4 0,-2-1-4 16,0 0 3-16,-1 1 0 0,0 0 3 0,0 1 8 0,-2 1-5 0,1 0 8 15,-1 0-1-15,0 2 3 0,1-2 4 0,-1 2 1 0,0 1 6 16,1 0 4-16,1 0 2 0,0 0 1 0,0 1 6 0,2-1-10 0,2 1-1 15,0 1-2-15,0-1-4 0,3 1-1 0,0 0-9 0,2 0 3 0,0-1-6 16,2 1 1-16,1 0 0 0,1 0-9 0,1 1 2 0,0-1-4 16,1 0 6-16,1 0-4 0,1 1-3 0,-1-1 1 0,0 0-5 0,1 0 1 15,-1 1 4-15,0-1 5 0,-1 1-2 0,2-1 3 0,-3 1-2 0,0-1-5 16,-1 0 2-16,-1-2-5 0,-1 2-3 0,-2 0-4 0,-2-1-4 16,-2 1 0-16,0 0-3 0,-3 1 0 0,-1-1 2 0,-3-1-3 0,-1 1 1 15,-1-2-6-15,-1 0-3 0,0-1 0 0,-1-1 1 0,0-1 2 0,0-1 1 16,1-2 0-16,0 0-10 0,3-2-5 0,-1-1-10 0,1-1-14 15,2-2-4-15,1-1-20 0,2 0-16 0,1-2-17 0,1 0-12 0,2-1-2 16,2-1-2-16,2-1-3 0,1-1 1 0,0 0 3 0,1-2 10 0,2-1 17 16,3 0 10-16,0 0 14 0,2-2 17 0,-2 0 16 0,3 1 21 15,0-1 18-15,0 1 11 0,-1 0 12 0,0 1 18 0,-1-1 14 0,-2 3 15 16,0 1 18-16,-3-1 8 0,0 3 13 0,-3 0 7 0,-1 3 8 16,-2 0 4-16,-1 2 15 0,-1 2 7 0,-2 1-12 0,-1 2-5 0,-1 1-38 15,-2 1-2-15,0 2 25 0,0 1 4 0,-1 2 31 0,1 0-5 0,-1 2-20 16,0 1-13-16,1 2-15 0,1 2-9 0,-1-1-11 0,1 3-4 15,0 1-9-15,1 1-9 0,1 0-8 0,0 1 2 0,0 1-4 0,2 0-6 16,0-2-3-16,0 1-9 0,2-1-9 0,1 0 3 0,0-3-1 0,1 0-4 16,-1-1 2-16,1-1-4 0,1-1-3 0,0-2 0 0,-1-1 2 15,0-2 1-15,1 0 39 0,0-2-5 0,1 0 0 0,1-2-4 0,-1 0-41 16,1-2 4-16,0-1-7 0,0 0 1 0,1-1-3 0,-4 1 1 16,1 0 5-16,-2 0 0 0,3 0 2 0,0-1 3 0,0-1-3 0,0 1 3 15,0 0-1-15,1-1-1 0,0 0 2 0,0 0-5 0,0 1 6 0,0-1-5 16,1 1 1-16,0 0-2 0,-1 1-5 0,1 0 0 0,-1 0-2 15,-1 2 4-15,1 0 1 0,-2 2 2 0,1 0 4 0,-1 1-3 0,1 1 5 16,-2 1-1-16,1 1 2 0,-1 2 2 0,1 0-2 0,-1 1 0 0,0 1 0 16,0 0-2-16,0 1 0 0,0 0 1 0,0 0-5 0,-1 1 5 15,1 0 1-15,1-1-4 0,-1 1 4 0,1-2-5 0,0 0 0 0,0 0-2 16,1 0-3-16,-1-2 0 0,1 0-6 0,1-1-1 0,-1 0 2 16,0-2-9-16,0-2-11 0,2 1-20 0,-1-2-19 0,1 0-15 0,-1-2-8 15,-1 0-10-15,1-1-18 0,-1 0-23 0,0-1-39 0,1-1-32 0,-1-2-38 16,0 0-31-16,-1-1 1 0,0 0 19 0,-1-1 41 0,1-1 52 15,-1 0 46-15,-1 0-5 0</inkml:trace>
  <inkml:trace contextRef="#ctx0" brushRef="#br0" timeOffset="-153044.53">33139 6145 293 0,'1'2'250'0,"0"-1"-157"0,0 1 28 16,1 0 20-16,-1 0 12 0,1 1-5 0,0 0-17 0,1 0-20 15,0 1-13-15,1 0-6 0,0 1-3 0,0 0-4 0,0 0-3 0,1 0-7 16,-1 0-9-16,1 0-4 0,0 0-11 0,-1 0-11 0,1 0-3 0,-1 0-12 16,-1-1 0-16,1 0-4 0,1 0-7 0,0-1 4 0,-1 0-6 15,-1-1-5-15,2 0 2 0,-1-1-13 0,0-1 1 0,0 0-6 0,0-1 0 16,0 0-8-16,0-1-13 0,0-1-10 0,-2 0-11 0,1 0-6 16,-1-1-3-16,0 0 1 0,0-1 7 0,-2 0 5 0,0 0 16 0,1 0 4 15,-3 0 8-15,1 1 9 0,-1-1 3 0,1 1 3 0,-2 0-1 0,-1 0-2 16,0 1-4-16,0 0 6 0,0 1 0 0,-1 1 6 0,-1 1 3 15,1 0 7-15,0 1 1 0,0 1 0 0,1 0 1 0,-1 1-1 0,1 1 1 16,1 0-2-16,-1 0 0 0,0 1 1 0,2 0-1 0,-1 0 3 0,2 1 4 16,-1-1-3-16,2 1 4 0,0 0-8 0,1-1-4 0,1 0 2 15,-1-1-5-15,2 1 6 0,0-1 1 0,1 0 0 0,-1 0-3 0,1-1 2 16,1 1-3-16,0-1 1 0,0 1-1 0,0-1-3 0,0 0 3 16,1 0 6-16,-1 0 1 0,0 0-1 0,0 0 34 0,-1 0-49 0,1 0-1 15,-3-1-3-15,2 1-38 0,-1-1 64 0,1 0-9 0,-2-1-45 16,1 0-2-16,0 0-92 0,0-1-43 0,-1-1-9 0,0 0-42 15,0 0 12-15,1-2 23 0,0 1 32 0,-1-1 34 0,0-1 35 0,0 0 23 0,2 0 18 16,-2 0 14-16,1-1 11 0,-1 0 9 0,1 1 4 0,-1-1 3 0,0 1 2 16,-1-1 2-16,1 0 2 0,-2 1 4 0,1-1 0 0,-1 0 0 15,0 1 1-15,0-1-2 0,1 1 1 0,-2-1 1 0,0 1 1 0,1-1 3 16,-2 0 1-16,1 1 0 0,0-1-1 0,-1 0 0 0,1-1 0 16,1 1-2-16,-1-1-1 0,0 0-3 0,1 1 3 0,0-1 2 0,0 0 4 15,0 0 8-15,2 1 6 0,-1-1 7 0,1 1 9 0,-1-1 9 0,2 1 7 16,-2-1 7-16,2 1 7 0,-1 1 5 0,0 0 3 0,0 0 0 15,1 1 0-15,0 1 2 0,-1 0 2 0,0 1-2 0,1 0-8 0,-1 1-10 16,0 1-7-16,0 1-10 0,-1 2-4 0,1 0-7 0,0 1-4 16,-1 1 1-16,1 1-3 0,0 1-1 0,-1 2-1 0,0-1-5 0,1 2 2 15,0 1-8-15,0 0-6 0,-1 1 2 0,1-1 15 0,0 1 6 0,1 0-2 16,-1 0-6-16,1 0-20 0,-1-2-2 0,1 1-6 0,0-1 1 16,0 0-8-16,0-2 2 0,1-1-4 0,0-1-3 0,-1-1 0 0,1-1-10 15,0-1-21-15,0-1-18 0,-2-1-25 0,1-1-24 0,-1-1-17 0,2-1-28 16,-2-1-27-16,0-1-27 0,0-1-5 0,0-2 15 0,0 1 30 15,0-1 36-15,-2-2 32 0,2 0 23 0,-2-1 19 0,1-1 14 0,0 0 12 16,0 0 12-16,1-1 9 0,-1-1 7 0,0 1 4 0,0-1 2 0,0 1-1 16,0 0 0-16,1 0 1 0,-1 0 1 0,-1 0 3 0,1 1 3 15,1 1 8-15,-2 1 9 0,0 0 6 0,0 2 9 0,1 0 2 0,-1 1 0 16,0 1 3-16,0 1 0 0,0 0 2 0,0 2 0 0,-1 0-4 16,1 1-4-16,0 1-5 0,0 0-4 0,0 0-3 0,0 1 2 0,1 1 0 15,0-1 4-15,0 0 3 0,-1 1-1 0,0 0 4 0,2 0 0 0,-1 1 1 16,0-1 3-16,0 1-4 0,0 0-3 0,0 1-4 0,1-1-9 15,-1 1-1-15,0 1 6 0,-1 1 6 0,2 0 6 0,-2 0 1 0,-1 1 0 16,2 0-8-16,0 0-7 0,-1-1-6 0,-1 1-4 0,1 1 0 0,1-1 6 16,0 0-1-16,-1-1-5 0,1 0-1 0,1-1-9 0,-1-1-1 15,1-1-2-15,0 1-8 0,0-2-6 0,1-1-14 0,1 0-22 0,-1-1-29 16,1-1-33-16,0-1-31 0,0 0-23 0,1-1-22 0,0 0 0 16,0-1-1-16,0-2 13 0,-1 1 38 0,0-1 35 0,0 0 16 0</inkml:trace>
  <inkml:trace contextRef="#ctx0" brushRef="#br0" timeOffset="-152823.53">33390 5436 458 0,'2'6'46'0,"0"-1"35"0,1 2 55 0,1 3 63 0,1 1 20 0,2 4 11 16,0 2-33-16,1 2-59 0,2 5-28 0,1 3-36 0,-1 2-21 15,3 5-11-15,0 3-10 0,1 3-11 0,-1 4-12 0,2 2 1 0,0 1-16 16,0 1 19-16,-1 3-6 0,0 0-9 0,0 1 5 0,-2-1-41 0,2 1-28 16,-3 0-74-16,-1 0-85 0,0 0-85 0,-2-2-58 0,-2-1-21 15,-1-1-10-15</inkml:trace>
  <inkml:trace contextRef="#ctx0" brushRef="#br0" timeOffset="-150871.67">26735 6976 85 0,'-1'0'42'0,"-1"2"-4"0,0 0-7 0,0 0-5 0,0 1-1 0,-1-1-2 15,1 2-1-15,-1-2 3 0,1 2 6 0,-1 0 1 0,2 0 7 0,-1 0 1 16,0 0-2-16,1 0 3 0,-1 0 0 0,1-1 9 0,0 0 4 15,-1-1 6-15,1 1 4 0,-1-1 4 0,0 1 6 0,0-1 5 0,0 0 0 16,1 0 0-16,-1-1-6 0,0 1-2 0,1 0-3 0,-1 0-7 16,1 0-4-16,-1-1-4 0,2 1-10 0,-2 0-1 0,1 0-6 0,0 1-1 15,0 0 4-15,0 2-1 0,0-1 1 0,0 2-1 0,0 1-7 0,1 1-6 16,1 1-5-16,0 0-3 0,1 2 0 0,0 1-3 0,1 0 4 16,1-1-4-16,2 1 0 0,-1-1-1 0,2 0-3 0,1 1 1 0,1-1 6 15,1-2-2-15,2 0 2 0,-1-2 5 0,3 0-1 0,1-2 4 16,2-1 3-16,-1 0-4 0,3-3 6 0,-1 1-5 0,0-2-1 0,0 0 2 15,0-1-3-15,0 0 1 0,-1-1 4 0,0-1 4 0,1 0-2 0,-3 0 1 16,0 0-1-16,-1-1-5 0,-1 0-1 0,0 0-3 0,-1 0-3 16,-1 0-5-16,1-2 4 0,-1 1-2 0,1-1 0 0,-2 0 1 0,0-1-5 15,0 1 1-15,-1-1-6 0,0 0 1 0,1 1-1 0,-3 0-2 0,0-1 4 16,2 0-3-16,-1 0 0 0,0-1 5 0,-1 1-4 0,-1-1 1 16,-1 1 3-16,-1 1-2 0,0-2 0 0,-1 0-1 0,-3 1 1 0,1-1 1 15,-1 1-1-15,-1-1 6 0,-1-1 1 0,-2 1-9 0,0-2-1 16,-2-1 6-16,-2-1-3 0,-1 0 7 0,-1 1 12 0,0-2-1 0,0 1 5 15,-1-1 3-15,-2-2-4 0,0 1-6 0,-1 0-5 0,-1 1-5 0,-1 1-5 16,-1 1 0-16,0 4-2 0,1 0-2 0,-2 1 4 0,-1 2-7 16,2 1-2-16,-2 2-2 0,1 0-2 0,0 2 1 0,0-1-1 0,1 2 8 15,2 1-8-15,1-1 4 0,0 2 2 0,1-1-9 0,0 0 0 0,1 0-5 16,2 1-6-16,0-2-1 0,1 1-9 0,1 0-3 0,1-1-5 16,0 1-10-16,2-1-3 0,0-1-12 0,2 0-7 0,0-1-4 0,2 0-11 15,0 0-9-15,0-1-14 0,1 1-16 0,0-2-14 0,1 1-6 0,0-1-19 16,1-1-30-16,2 1-33 0,0 0-28 0,0 0-1 0,0 2 14 15,1-2 18-15,0 2-156 0</inkml:trace>
  <inkml:trace contextRef="#ctx0" brushRef="#br0" timeOffset="-150168.3">30301 5960 531 0,'2'-10'48'0,"-1"-3"-4"15,1-3 28-15,0 0 25 0,0 3 15 0,0-1 0 0,0-1-19 0,0-1-8 16,-1 0-6-16,1 1 2 0,-2-2 6 0,1 0-3 0,-2 1-7 15,0-2-4-15,1 0-9 0,-2 1 7 0,1 1-1 0,-1-1 0 0,-1 0-3 16,0 0-14-16,-2-1-6 0,1 2-8 0,0 1-9 0,-2 3-3 0,-1-1-4 16,1 2 0-16,-1 1-2 0,1 1-3 0,0 2 2 0,-1 2-5 15,2 2 7-15,-1 2-5 0,1 0 1 0,-1 0-1 0,0 3-4 0,1 0 2 16,0 2 2-16,-1 3 0 0,1 0-1 0,0 3-1 0,0 2 1 16,1 1-8-16,1 1 1 0,0 1 0 0,2 1 3 0,0 2 5 0,2 0-4 15,0 0-12-15,2 1 1 0,1-2-4 0,0 1 12 0,2 1 12 0,0-2-1 16,2 1 3-16,0 1-13 0,-1-1 2 0,1-1-3 0,-1 0-5 15,2 0 3-15,1 0-5 0,-1-1 5 0,2 2 1 0,1-1-1 0,0 0 0 16,0 2-5-16,-1-1 5 0,0 0-4 0,-2-1-1 0,2 0 5 0,0-1-6 16,-1-2 1-16,1 0 0 0,-1 1-4 0,-2-1 2 0,1-1 4 15,-1 1-3-15,0 1 1 0,-1-1 1 0,-1-1-3 0,0-1 1 0,-1 0 3 16,-2-1-3-16,-1-1 3 0,0 0-4 0,0 0 6 0,0-2 1 0,-3 3-1 16,-3 0 4-16,0-1-2 0,-4 0-8 0,1-2 3 0,-2 0-1 15,-2 0 9-15,0 0 6 0,-2 1-3 0,-1 0-3 0,-2 0 0 0,-1-1-3 16,1-1 9-16,-1 1-1 0,0-1 0 0,-1 1 4 0,2-2-4 15,-2-1 2-15,1 0 0 0,1-1-2 0,3 0 1 0,-2 0-4 0,1-1-2 16,1-1 0-16,2-1-3 0,2 0 3 0,1-1 0 0,1-1-1 16,3 0-2-16,2 0-7 0,2 0-4 0,2-1-4 0,1-1 1 0,3 0-2 15,2-1-5-15,3 0 1 0,0 0-1 0,4-1-11 0,1-1-1 0,2-1-30 16,-1 0-40-16,1 0-40 0,2 1-45 0,2-3-59 0,1 0-75 16,0-1-91-16,0-1-85 0,2 0-35 0,2-1-18 0</inkml:trace>
  <inkml:trace contextRef="#ctx0" brushRef="#br0" timeOffset="-141427.27">26806 8607 413 0,'-3'1'191'16,"1"0"2"-16,0 0 19 0,0 0 6 0,0 0-21 0,1 1-36 0,0-1-32 15,0 0-15-15,1 1-5 0,0-1-1 0,0 2 5 0,-1 0 3 16,1-1-6-16,0 2-2 0,0-1-8 0,1 1-11 0,0 0-9 0,1 2 0 15,0 0-6-15,0 2-8 0,2 2-6 0,-1 1-10 0,2 1-3 16,1 2-1-16,0 1-11 0,2 1-3 0,0 2-3 0,-1-1-10 0,2 2 1 16,-1 1-13-16,-1-2-3 0,1 0 0 0,0 0 3 0,-1-2 22 0,0 1 0 15,0-2-4-15,0-1-3 0,0-2-14 0,-1-2-5 0,1 0-4 16,-1-2 4-16,0-1 3 0,0-1-4 0,0-2 3 0,-1-2-3 0,0-1 0 16,1 0 5-16,-1-2 1 0,0-2-3 0,-2-1 3 0,2-2-5 15,-1-1-3-15,1-2-2 0,0-1-1 0,0 1 8 0,0-2-5 0,0 0 4 16,-1 0-2-16,0 0-24 0,-1 1 1 0,1 1 1 0,-1-1-2 0,0 0 24 15,-1 1 16-15,0 1-5 0,-1 0 2 0,0 0 0 0,0 3-19 16,1-1 8-16,0 2-4 0,-1 1-6 0,1 1 6 0,-1 2-5 0,1 1 3 16,0 2 4-16,0 0-4 0,0 3-2 0,1-1 2 0,-1 2-11 0,0 0 2 15,0 1 0-15,0-1-5 0,0 1 18 0,1 1-4 0,0-1 2 16,-1-2 24-16,2 1-6 0,-1-1-1 0,1-1-1 0,1-1-18 0,0 0-1 16,-1-2 3-16,2-1-6 0,0 1 2 0,1-2 8 0,0 0-6 15,0-1 0-15,0-1-7 0,-1 0 4 0,0 0 1 0,0-1 2 0,-2-2 8 16,0 1-28-16,1-2 1 0,-1 0 5 0,1-1-6 0,-1 0 20 0,1-1-1 15,-1 1-5-15,0 1 19 0,0-1 2 0,0 1 0 0,-1-1-2 16,0 1-15-16,-1 0 4 0,0 0-4 0,1 1 8 0,-2 0-2 0,1 1-2 16,1 1 2-16,-1 1-4 0,0 0-4 0,0 2 1 0,0 2 0 0,1 0 1 15,-2 2 4-15,2 0-2 0,-1 1 0 0,1 2-3 0,0-1 7 16,-1 0-2-16,1 1-15 0,-2 0 1 0,2-1-5 0,-1 1 5 0,0-1 16 16,0 0-2-16,0-1 0 0,1-1 2 0,0 0-4 0,0-2 5 0,1-1-4 15,-1-1-3-15,1-2 2 0,1-1-3 0,0-2 3 0,1-1 0 16,0 0-1-16,0-1 12 0,1-1 0 0,-2-1-6 0,2-1 4 0,-1 0-17 15,0-1 1-15,0-1-2 0,1-1 2 0,0 2 0 0,-1 0 3 16,1 0 3-16,-2 0-1 0,1 0 1 0,-1 1 3 0,0 0 0 0,-1 2 0 16,-1-1 1-16,1 2-1 0,-1 0-3 0,0 2 1 0,0 2-2 0,0 1 4 15,-2 1 0-15,0 1-3 0,0 1-1 0,-1 2 4 0,1 0 2 16,0 2 3-16,-1 2-1 0,2 0-2 0,-1 1 1 0,0 1 1 16,-1 0 1-16,1 1 3 0,-1-1-5 0,1 0 1 0,0 1-6 0,0-1 0 0,0-1 0 15,0 1 2-15,1 0 0 0,0-1 0 0,0-1-3 0,1-1-1 16,1 0-1-16,-1-2-2 0,1-1 3 0,1-2-5 0,-2 0-10 0,3 0-22 15,-2 0-2-15,1-1-9 0,-1 0-2 0,-1-1-3 0,1 0-9 0,1-3 2 16,0 0 10-16,0 0 13 0,0-1 3 0,-1 0 1 0,0-1-4 16,0 0 3-16,-1 0-4 0,2 0 1 0,0-1 7 0,0 1 3 0,0 0 6 15,-1 0 6-15,0 0 4 0,-1 0 6 0,1 0 6 0,-1 0 1 0,0 1 4 16,0-1-1-16,0 1 1 0,0 0 1 0,-1 1 0 0,0 2 1 16,-1-1 1-16,-1 0-2 0,1 1-1 0,-1 1-2 0,1 1-2 0,-1 0 2 15,1 1-4-15,1 0-1 0,-1 2 3 0,-1 0-1 0,0 0 5 16,0 1 1-16,0 1-3 0,1 0 0 0,-1 0 0 0,0 0 3 0,0 0 0 15,1 0-1-15,0 0-1 0,-1-1-1 0,2 0 2 0,0 0 2 0,0-1-1 16,1 0 2-16,-1-2 3 0,1 0-4 0,0-1 4 0,-1 0 3 16,1-1-5-16,1-2 0 0,0 1-1 0,0-1-3 0,0-1-2 0,0 0 0 15,-1 0 1-15,1 0-2 0,0-1 1 0,0 1-3 0,-1 0-4 0,1-1 0 16,-1 0-3-16,1 0-8 0,-1 0-10 0,1 2-18 0,-1-1-37 16,0 0-33-16,0 0-32 0,-1-1-9 0,1 1 8 0,-1 1 10 0,1-1 3 15,-1 1-2-15,0 0-6 0,0 0 3 0,-1-1 7 0,1 0 10 16,-1 1 15-16,0-1 5 0,0-1 10 0,0 1 15 0,0 1 16 0,0-2 18 15,-1 1 15-15,1 0 9 0,0-1 9 0,0 1 6 0,0 0 2 16,0 0 3-16,0 1 2 0,0-1 2 0,0 0 4 0,0 2 3 0,1-1 6 16,-1 1 4-16,0 1 2 0,0-1 3 0,0 2 2 0,-1-1 5 0,1 1-1 15,-1 1 2-15,0-1 0 0,1 1-3 0,-1-1 4 0,0 1 4 0,0 0 4 16,0 1 3-16,0-1-1 0,0 0-7 0,1-1-2 0,-1 1-2 16,0-1 1-16,0-1-1 0,1 1 4 0,0-1-2 0,0-1 1 0,0 2 2 15,1-2 3-15,0 2 5 0,-1-1 2 0,1 0 3 0,0 1-1 16,-1 0-1-16,0-1-4 0,1 1 4 0,-1 0-4 0,1 1 1 0,-1 0-2 15,0 1-2-15,0 0 1 0,1 1 1 0,-1 0-1 0,0-1-5 16,0 2-6-16,0-1-7 0,0 1-7 0,0 0-4 0,-1 0-2 0,0-1-7 16,1 0-4-16,0 0 2 0,0-1-6 0,0 0-3 0,0-1-2 0,0 0-11 15,1 0-9-15,-1 0-10 0,0-1-19 0,1-2-52 0,-1 1-56 0,1-2-61 16,0 0-33-16,-1 1 6 0,2-2 16 0,-2 0-33 0</inkml:trace>
  <inkml:trace contextRef="#ctx0" brushRef="#br0" timeOffset="-141076.27">27874 8420 407 0,'-7'4'185'0,"1"1"2"0,-2 1 36 0,1-1 20 0,1 1-12 16,1-1-40-16,0 0-44 0,0 0-29 0,0 1-10 0,0 1-3 0,0 0-9 15,0 0-4-15,0 0-10 0,1-1-9 0,2 0-11 0,0 1-8 0,2-3-12 16,2 2-13-16,0 0-3 0,3-2-7 0,1 1-4 0,0-1 0 16,2 0-5-16,2 0-5 0,-1-1 0 0,4-1-2 0,2 0-1 0,1-1-2 15,0 1-5-15,1-1-2 0,0-1 0 0,1 2-16 0,-3 0-3 0,0 1 0 16,-1 2-3-16,-3-1 18 0,0 0 2 0,-4 0-4 0,0 0 0 16,-1 1-1-16,-2 0-1 0,-2 2 6 0,-1-1-2 0,-3 1 0 0,0 1-2 15,-3-1-11-15,-2 0-5 0,0 0-11 0,-2 1-19 0,-2 0-3 16,0-1-8-16,-1 0-4 0,-2-1 5 0,0 0 3 0,-1-2 10 0,0-1 5 15,2 0 2-15,3-2 2 0,0 0-16 0,1 0-17 0,1-3-20 0,1 1-15 16,2-3-15-16,1-1-11 0,1-1 4 0,3-2 0 0,0-1 10 16,1-2 19-16,3-1 16 0,1 0 14 0,2-3 6 0,2-2 4 0,1-1-3 15,2 0-9-15,1-2-4 0,3-2-33 0</inkml:trace>
  <inkml:trace contextRef="#ctx0" brushRef="#br0" timeOffset="-140810.27">28067 8352 266 0,'5'-5'184'0,"1"1"29"0,-1 0 15 15,-1 4 8-15,-1 2-17 0,-1 1-34 0,0 2-7 0,-1 1-8 16,0 2-14-16,0 2-10 0,-1 1-21 0,1 0-15 0,-1 3-13 0,0-1-22 15,1 2-14-15,-1 0-11 0,0 0-11 0,0 1-6 0,-1 2-6 0,1-1-8 16,-1 0 0-16,0-1-9 0,0 0 0 0,0-3-5 0,1 1 0 16,0-2-4-16,1-1 3 0,0-3-4 0,0 0 0 0,2-3-4 0,0-1 1 15,0-1-5-15,2-2 1 0,-1-1-1 0,1-1-2 0,2-1 3 0,-1-1-1 16,0-1 0-16,-1-1 1 0,0-1-3 0,2-2 2 0,-1 0-5 16,1-1 3-16,0 0 0 0,0 0 2 0,1 0 9 0,0-2 1 0,-2 1 0 15,2-1 3-15,-1 1-2 0,-1 1 3 0,0 2 3 0,0-1 0 16,-1 2 1-16,1 2-1 0,-2 1-3 0,1 1 1 0,-1 2 6 0,0 1-5 15,0 2 4-15,-1 1-2 0,0 2-5 0,0 2 3 0,-1-1-1 0,0 3 2 16,1 1-4-16,-1-1 0 0,0 0-7 0,0 1 2 0,0-1 0 16,0 0-7-16,0 1 1 0,0-2-5 0,0 0-9 0,-1-1-11 0,1-1-25 15,-1-1-24-15,0-1-23 0,1-1-39 16,0-1-71-16,0-1-92 0,1-2-108 0,0-1-31 0,0 0 31 0,1-1 1 0</inkml:trace>
  <inkml:trace contextRef="#ctx0" brushRef="#br0" timeOffset="-140309.27">28769 8240 987 0,'0'-6'400'0,"-2"-1"-133"0,1-1-30 0,1 1-38 0,0 3-25 15,1 0-26-15,0 3-27 0,1 1-21 0,1 0-8 0,0 3 5 0,0 2 2 16,2 1 0-16,-1 3-9 0,1 3 3 0,0 1-9 0,1 2-8 16,0-1-9-16,0 3-19 0,1 1-10 0,0-1 0 0,1 0-5 0,-1 1-6 15,1-1-3-15,-1-3-1 0,1 0-4 0,-1-2-4 0,-1-2 0 0,1-2-2 16,-1-3-3-16,0-3 1 0,-1-2 5 0,1-3-7 0,1-1-1 16,0-4-2-16,1-1-12 0,-2-3 4 0,1-2-2 0,0-1-9 0,0-3-6 15,0-2-8-15,0 0-4 0,0-2-6 0,0 0 1 0,0 1-16 16,-1-2-4-16,2 3 24 0,-1 1-1 0,0 0 21 0,0 2 2 0,0 0-13 15,-2 0 1-15,1 2-5 0,-2 1-9 0,-1 4-7 0,1 1-25 0,-3 3-21 16,1 1-32-16,-1 2-41 0,-1 1-56 0,1 2-73 0,-2 3-113 16,0 1-106-16,-1 2-3 0,1 1-11 0</inkml:trace>
  <inkml:trace contextRef="#ctx0" brushRef="#br0" timeOffset="-140026.27">29325 8115 242 0,'-1'-6'159'0,"0"-1"-32"16,-2 0 1-16,0 1 14 0,-2 2 5 0,0 1-5 0,0 1-15 16,-3 1-18-16,0 1-12 0,-1 2 3 0,-2 0 2 0,0 2 2 0,-1 0-5 15,0 1-9-15,-1 2-5 0,1 0-10 0,0 0-2 0,2 0-5 16,3 0-8-16,1 1-9 0,1-1-9 0,2-1-2 0,2 1-6 0,2-1 0 15,2 1-3-15,2 0-4 0,0 0-1 0,3 0 0 0,1-1-2 0,2 1-3 16,1-1-7-16,0 0-14 0,0-1-3 0,-1 1-2 0,1 1-3 16,0 0 10-16,-1 1-2 0,0 0 4 0,-2-1 4 0,1 0-3 0,-2 1 0 15,-1 0-11-15,-1 2-4 0,-2-1-1 0,-1 0-7 0,-2 0-6 0,-2-1-9 16,-2 1-17-16,-2 0-31 0,-1 1-28 0,-3-2-41 0,-2 1-40 16,0-1-30-16,-2-2-23 0,1-1-10 0,0 0 10 0,1-2 8 0,2 0 16 15,0-2 2-15,0 1-81 0</inkml:trace>
  <inkml:trace contextRef="#ctx0" brushRef="#br0" timeOffset="-139775.27">29777 7718 1001 0,'-8'3'629'0,"0"1"-364"16,-2 2-11-16,1 2-39 0,0 2-21 0,3 0-17 0,-1 3-21 16,0 0-25-16,1 2-22 0,1 3-14 0,0 3-16 0,0 3-5 0,2 4-14 15,0 1-14-15,2 4-5 0,0 0-13 0,2 1-2 0,2 3-4 0,1 1-5 16,2 4-6-16,2-1-20 0,3 1 9 0,4 0-2 0,4-1-3 16,2-2 5-16,1-2-23 0,0-6-18 0,0-2-31 0,-2-5-36 0,0-2-41 15,1-3-55-15,-2-2-63 0,2-1-90 0,0-2-164 0,-1-4-83 16,3-2 35-16,-1-4-18 0</inkml:trace>
  <inkml:trace contextRef="#ctx0" brushRef="#br0" timeOffset="-139107.27">29970 7918 444 0,'-2'4'478'16,"-1"2"-205"-16,0 1 18 0,0 0-38 0,1-1-38 0,1 2-26 0,0 0-31 16,1 0-15-16,0 2-11 0,0 1-17 0,0 1-15 0,1 1-20 15,0 0-16-15,1 2-18 0,-2 1-10 0,1 1-11 0,1 0-6 0,-1 1-5 16,0 0-5-16,1 0-6 0,-1-2 1 0,0 0-4 0,1-1 2 0,-1-2-14 16,1-4-4-16,-1 0-3 0,0-2-5 0,2-2 7 0,-1-1-19 15,1-2-15-15,0-2-26 0,-1-2-27 16,1-1-37-16,-1-2-60 0,2-1-53 0,0-2-101 0,-1-2-94 0,-1-2-20 0,0-4 40 0,0-1 40 15</inkml:trace>
  <inkml:trace contextRef="#ctx0" brushRef="#br0" timeOffset="-138964.84">29928 7823 1003 0,'-5'-7'253'16,"0"-1"-6"-16,0-1-25 0,1 3-37 0,0 3-66 0,1 2-20 0,0 1-2 16,0 1-9-16,0 1-5 0,1 2-4 0,1 1-12 0,-1 1-5 15,2 0-12-15,1 0-8 0,-1-1-6 0,1 0-10 0,1-1-9 0,2-1-8 16,0 0-5-16,1 0-8 0,0-2-4 0,-2 0-13 0,3-1-12 0,-1-2-19 15,1 0-26-15,2-1-33 0,0 0-28 0,1-1-31 0,1 0-31 16,1 0-52-16,2-2-44 0,0 0-23 0,1 0 11 0,0 1 33 0,-1-1 5 16,2 1 42-16</inkml:trace>
  <inkml:trace contextRef="#ctx0" brushRef="#br0" timeOffset="-138748.84">30280 7699 410 0,'1'1'298'0,"1"1"-37"0,-1 0-5 0,-1 1-30 0,1-1-25 0,-1 2-19 16,1 0-15-16,-1 0-12 0,0-1-10 0,0 2-2 0,0-1-10 0,1 1-4 15,0 1-8-15,1 1-15 0,-1 0-3 0,1 1-11 0,-2 1-17 16,1 0-6-16,-1 0-13 0,0 2-12 0,0 0-6 0,0 2-11 0,0 0-8 16,0 0-8-16,-1 1-6 0,1 3 1 0,1-1-4 0,-1 0-1 0,0 1 1 15,0-1 0-15,1 0-4 0,1 0 0 0,-1 0-5 0,1-1 0 16,3-1-3-16,-1-2-8 0,1 0-4 0,1-1-16 0,0-2-15 0,1-1-8 16,0-1-10-16,0-3-8 0,0 0-4 0,1-2-11 0,1 0-13 15,-1-2-15-15,0-1-29 0,0-2-36 0,-2-1-48 0,0 0-39 0,-1-2-65 16,-2-1-29-16,-1-1 7 0,0-2 40 0,-2 0 28 0</inkml:trace>
  <inkml:trace contextRef="#ctx0" brushRef="#br0" timeOffset="-138588.84">30251 7966 644 0,'-10'1'290'0,"0"0"-44"0,-3 1-6 0,4-1-30 0,2 1-34 16,1 0-29-16,0 1-27 0,2-1-22 0,1 1-16 0,2-1-10 16,2 0-14-16,0 0-12 0,1-1 0 0,1 0-10 0,2 0 0 0,3-1-6 15,1-1-7-15,2 0-3 0,1-1-5 0,1-1-1 0,2-2-6 0,1 0-1 16,-1-1-6-16,3 1-1 0,-1-2-1 0,-2 0-6 0,1 0-4 0,-1-1-5 15,2 0-18-15,-3 0-8 0,1-1-27 0,1 0-38 0,-1-1-41 16,0-1-56-16,-1 1-28 0,-1 0-26 0,0 1-18 0,-2 2 12 0,-1-1 14 16,-1 2 31-16,0 0 32 0,-1 0-6 0</inkml:trace>
  <inkml:trace contextRef="#ctx0" brushRef="#br0" timeOffset="-138439.84">30565 7861 296 0,'1'4'173'0,"2"0"-2"0,0 1 4 0,2-2-2 16,0-1-25-16,1 0-37 0,2-2-29 0,0 0-22 0,2-2-9 0,2 0-5 15,1-2-10-15,-1 0-3 0,1 0-3 0,0 0 0 0,0 0-1 16,1 0-2-16,-3 0 0 0,0 1-7 0,0-1-5 0,-2 1-6 0,0 0-4 16,-1 0-5-16,-1 0 0 0,-1 0-4 0,-1 0-10 0,-2 0-15 15,0 0-33-15,-1-1-51 0,-1 0-64 0,-2 0-50 0,1-1-28 0,-2 0-1 16,-1 0 10-16,0 0-61 0</inkml:trace>
  <inkml:trace contextRef="#ctx0" brushRef="#br0" timeOffset="-138269.84">30659 7677 484 0,'-3'3'233'0,"-1"0"21"0,0 1 42 0,1 2-8 0,1 0-41 0,2 0-56 16,-2 1-46-16,2 1-19 0,-1 0-13 0,0 3-5 0,1-1-8 0,0 1-12 15,2 0-13-15,-2-1-12 0,2 1-12 0,1 0-14 0,-2 2-11 16,3 0-8-16,1 1-4 0,-1-1-9 0,2 1-2 0,-1 1-1 0,-1-1-7 16,2-1-4-16,0-2-13 0,0-1-20 0,0-3-21 0,-1-1-54 15,2-2-73-15,1-2-123 0,-1 0-168 0,0-2-89 0,0-1-4 0,2-1 71 16</inkml:trace>
  <inkml:trace contextRef="#ctx0" brushRef="#br0" timeOffset="-138076.84">30857 7755 366 0,'-1'4'300'0,"2"1"-73"0,0 1 17 0,-1 0-5 0,1 1-36 16,0-1-46-16,0 2-35 0,0 2-37 0,0 0-27 0,0 1-13 0,-1 2-15 15,0-1-4-15,1 2-9 0,-1 0-11 0,1 1 2 0,0-1-3 16,0-1-4-16,0-1-2 0,1-2-11 0,0-1-17 0,0-2-29 0,-1-1-46 16,0-2-81-16,0-1-112 0,0 0-61 0,0-3-7 0,1 0 28 0,0-2-7 15</inkml:trace>
  <inkml:trace contextRef="#ctx0" brushRef="#br0" timeOffset="-137850.84">30887 7380 861 0,'-3'-2'397'0,"-1"2"-205"0,-1 0 31 16,0 2-25-16,0 1-57 0,-1 1-27 0,2 0-25 0,-1-1-19 0,1 1-10 16,1-1-7-16,0 1 4 0,1 0-7 0,1-1-5 0,0-1 3 15,0 1-16-15,1-2-8 0,0 0-6 0,-1 0-9 0,1 0-5 0,1-1 2 16,-1 0-4-16,1 1-10 0,1-1 0 0,-2 0-5 15,2 0-5-15,-1 0-4 0,1 0-7 0,-1 1-8 0,1-1-19 0,1 2-17 16,-1-1-52-16,1 2-72 0,-1 0-82 0,1 0-119 0,1 1-23 0,0 0 34 0,2 1-120 16</inkml:trace>
  <inkml:trace contextRef="#ctx0" brushRef="#br0" timeOffset="-137505.84">31002 7383 1324 0,'-1'-2'204'0,"0"1"14"0,0 1-6 0,-1 0-50 0,1 3-35 0,0 1-25 16,0 1-16-16,0 1-8 0,-1 2-6 0,1 2-1 0,-1 1-7 0,2 3-13 15,-2 1-6-15,0 2-14 0,2-1-7 0,-1 4-12 0,1 1-7 16,0-1-12-16,0 4-3 0,0 1 11 0,1 0-2 0,2 2 9 0,0-2-1 16,1 0-17-16,0-2-7 0,1-2-10 0,1-2-26 0,-1-3-40 15,3-2-108-15,1 0-174 0,0-3-161 0,1-1-49 0,-1-2-61 0</inkml:trace>
  <inkml:trace contextRef="#ctx0" brushRef="#br0" timeOffset="-137188.2">31188 7629 270 0,'0'4'205'15,"0"3"-95"-15,0 1 32 0,0 1 34 0,-1-1 12 0,0 1-18 0,1 3-40 16,-1-1-40-16,1 2-27 0,1 0-11 0,0-1-4 0,1 1-11 0,1 0 2 15,0-2-13-15,1 0-7 0,0-2-2 0,2 0-10 0,1-2 8 16,0-1-2-16,0-1 4 0,1-2 6 0,1-1-3 0,-1-2 7 0,3 0-2 16,0-3 3-16,-1-1-2 0,1-1 2 0,0-1 7 0,-2-1-4 0,1-1 5 15,0 1 0-15,-1-3-8 0,1 0 6 0,0 0-6 0,-2-1-3 16,0 0 2-16,-2 0-5 0,1-1 2 0,-1 1-4 0,-2 0 0 0,1 1 1 16,-3 0-1-16,-2 1 3 0,-1 0-1 0,-1 0 3 0,0 0-4 15,-5 0-5-15,0 0-5 0,-1 0-3 0,-2 1-5 0,1 0 10 0,-3 0-5 16,-1 2 12-16,0 0-2 0,-1 1-2 0,0 0 2 0,-2 0-17 0,0 2-2 15,1 1-4-15,2 3-8 0,-1 2 3 0,1 2 4 0,0 0-18 0,1 1 3 16,1 2-2-16,0 1-4 0,2 2 22 0,2 0-4 0,0 1-5 16,1-1-6-16,1 1-27 0,4-1-15 0,0-1-34 0,3 1-37 0,0-2-59 15,3 0-87-15,3-1-98 0,1-2-29 0,2-1 28 0,2-2-43 16</inkml:trace>
  <inkml:trace contextRef="#ctx0" brushRef="#br0" timeOffset="-136856.2">31532 7472 590 0,'-6'0'250'0,"0"1"-20"0,-1 1 31 0,1 1-17 0,1-1-39 15,0 3-49-15,-1 1-33 0,0 2-23 0,0 0-9 0,0 1-4 16,1 1-9-16,-1 0 1 0,2 2-4 0,1 0-11 0,1 0-24 0,0 1-9 16,0-1-11-16,1 0 9 0,1 2 11 0,1 0-6 0,0-1-2 0,1 0-20 15,2-3 1-15,0 0-1 0,2-1 3 0,-1-2-1 0,0-1-1 16,3 0-3-16,0-2-3 0,0-1-5 0,2-1 1 0,-1 0 2 0,-1-2-6 15,2 0 2-15,0-2-2 0,1-1-1 0,-2-1 0 0,1-1 4 0,-1-1-2 16,0 0-3-16,2-1-1 0,0 0-4 0,-3-1-4 0,1-1-8 16,0 1-9-16,0 0-6 0,1 0-3 0,-2 0-14 0,1 0 3 0,-1 0 4 15,1 1 3-15,-1 1 18 0,0 1 5 0,1 1 0 0,-2 1 0 16,2 1-3-16,-3 1 2 0,1 1 1 0,-1 2 5 0,0 2 2 0,-1 2 2 16,-1 1 10-16,-1 2 17 0,-2 1 4 0,2 2 2 0,-2 1-6 0,-2-1-15 15,-1 3-1-15,-2-1-4 0,1 1-3 0,0 1 1 0,0 0-6 16,0 0-6-16,-1-1-6 0,1-1-8 0,1-2-6 0,-2 0-10 0,1 0-13 15,-1-1-16-15,1-3-23 0,2-2-60 0,2-1-115 0,-1-3-96 0,2-1-35 16,1-2 32-16,3-3-39 0</inkml:trace>
  <inkml:trace contextRef="#ctx0" brushRef="#br0" timeOffset="-136623.2">31711 7052 1333 0,'-2'-5'122'16,"2"0"-78"-16,1 1 21 0,1 5 4 0,1 4 7 0,0 3 0 16,-2 1 0-16,3 3 2 0,-1 3 0 0,1 4 2 0,3 0 6 0,2 3 5 15,3 2 3-15,2 0 1 0,1 5-16 0,1 1-9 0,0 2-10 16,1 0-7-16,1 1-5 0,-2 0-10 0,3 2-13 0,-3 2-4 0,0 2-4 16,0 0-19-16,-2-1 1 0,1-1 2 0,-1-1-1 0,-3-2 17 0,0 0-3 15,-3-4-19-15,-1 0 0 0,-1-2-10 0,-3-1-11 0,1-2-18 16,-5 2-29-16,-2-1-30 0,-1-3-37 0,-1 0-43 0,-3-4-73 0,-2-1-115 15,-3-2-97-15,-2-2-56 0,-3-3-46 0</inkml:trace>
  <inkml:trace contextRef="#ctx0" brushRef="#br0" timeOffset="-134414.2">20259 12499 233 0,'-8'1'34'15,"0"1"0"-15,0 0-1 0,4 0-12 0,3 0-10 0,3 0-7 0,2 2 0 16,2 1-2-16,3-2-1 0,0 1 2 0,3-1-1 0,0-1 0 0,3 0-1 15,3 0-1-15,1 0 0 0,4 0-1 0,2-1 1 0,1 0-2 16,3-2 2-16,0-1-1 0,3 0 2 0,2-1 1 0,3 0-3 0,0 0 2 16,1 0-5-16,2 1 1 0,0-1 1 0,2 0 0 0,1 0 2 15,1 0 0-15,1 0 1 0,3 0 1 0,2-1-2 0,1 0 0 0,1 1 0 16,0-1 0-16,2 1 0 0,3 1 1 0,2 1-1 0,1 1-1 0,3 1 1 16,2 0-1-16,3 1 0 0,1 1-1 0,-1 3 0 0,1 0-2 15,-1 3 0-15,1 0 3 0,0 2-1 0,-1 0 1 0,0 1 2 0,0 1-1 16,-1 2 1-16,-1-1-2 0,0 0 0 0,-2 1 1 0,0 1 0 0,1 3 6 15,0 2 2-15,-1 3 4 0,0 1-3 0,1 2-1 0,0 0-2 16,-2 0-2-16,0 1 0 0,-1-1-1 0,-1 2-2 0,1 1 0 0,0 0-2 16,0 0 1-16,-2-1 0 0,1-1 0 0,-2 0 3 0,-1-1-1 0,1 1 1 15,-4 0 1-15,2-3 1 0,-2 1 2 0,0-3 0 0,-2 1 10 16,-1 0 9-16,0-2 6 0,-2 2 7 0,0-1 1 0,1 1-3 0,-2 1 7 16,1-2 1-16,0 2-4 0,-1-2 1 0,0 2-9 0,-2-1-6 15,-2 1-5-15,0 0-8 0,1 0-3 0,-2 1 4 0,1-2-7 0,0-1 1 16,1 1-1-16,-1-2-2 0,-2 1 1 0,0-1 0 0,1-1 0 0,-1-1-1 15,1 0-3-15,1-1 2 0,-1-1-5 0,-1-1-1 0,1-1 2 16,-1-3 0-16,-2 0 6 0,-1-1 2 0,2-1-3 0,-2 0-2 0,-1-2 1 16,-1 0 1-16,-3-2 4 0,0 0 2 0,-3-2 0 0,2 0 1 15,-2-1-3-15,0-1-3 0,-1 0-4 0,1 0-3 0,-3-2-3 0,2 1-2 16,-3-1-8-16,2-1-21 0,-2 1-38 0,0-1-41 0,-2-1-46 0,0-1-26 16,-1 0-18-16,3-2-75 15</inkml:trace>
  <inkml:trace contextRef="#ctx0" brushRef="#br0" timeOffset="-134163.2">21640 12865 567 0,'-4'-8'10'0,"1"3"-11"0,2-1-4 0,8 4-8 0,6-1-3 0,6 1 0 16,4 0-3-16,6 2-3 0,4 0-8 0,6 2-18 0,3 3-14 0,4 3-3 16,2 3-11-16,3 7-54 0</inkml:trace>
  <inkml:trace contextRef="#ctx0" brushRef="#br0" timeOffset="-134062.2">24676 13586 86 0,'84'10'63'0,"7"2"-7"0,22 2-8 0,-17-3-14 0,-13-4-7 0,-7-1-12 16,-4 0-9-16,-3 0-4 0,-6-1-21 0,-3 1-107 0,1-3-49 0</inkml:trace>
  <inkml:trace contextRef="#ctx0" brushRef="#br0" timeOffset="-133606.12">21640 8634 1 0,'-14'6'0'0,"-6"4"31"16,-4 7 126-16,-1 7-110 0,14 2-13 0,-2 7-4 0,-1 7-6 0,-2 6-9 15,-2 6-4-15,-3 5 3 0,-2 2-2 0,-2 4 7 0,-3 2 1 16,-1 3-2-16,-3 2 2 0,0 2-4 0,-3 2-3 0,0 1-4 0,-1 4 0 15,-2 3 0-15,2 4-2 0,-3 0 1 0,1 4-3 0,-4 3 0 0,-4 1-3 16,1 4-11-16,-3 1-29 0,1 4-39 0,0 2-72 0,-2 0-73 16</inkml:trace>
  <inkml:trace contextRef="#ctx0" brushRef="#br0" timeOffset="-133316.12">24444 10090 570 0,'-108'67'-63'0,"-10"10"103"0,-28 25 0 16,19-5-13-16,18-7-9 0,5 2-6 0,4-1-8 0,2 0-4 0,6 0 0 0,2-3-4 15,5 0-13-15,7-4-35 0,4-2-41 0,5-2-42 0,3-3-146 16</inkml:trace>
  <inkml:trace contextRef="#ctx0" brushRef="#br0" timeOffset="-133095.12">25286 9542 148 0,'44'-31'17'0,"-1"2"39"0,5-4 2 0,-15 11 1 0,-16 12 9 0,-9 5 19 15,-7 6 8-15,-8 6 1 0,-9 7-9 0,-10 10-21 0,-11 9-14 0,-12 11-5 16,-8 8-4-16,-11 8-5 0,-5 11-2 0,-9 9-8 0,-7 8-12 15,-6 8-5-15,-7 6-12 0,-6 5 5 0,-2 6 3 0,-3 4 2 0,1 2 6 16,-1 2-16-16,2 1-13 0,1 0-28 0,2 1-27 0,3-1-23 16,4-5-50-16,2-1-13 0,5-7-29 0,3-3-154 0</inkml:trace>
  <inkml:trace contextRef="#ctx0" brushRef="#br0" timeOffset="-132878.12">24873 10704 195 0,'-32'38'9'0,"-5"5"2"0,-9 12-1 0,4-2-2 0,3-5-1 0,3-1-1 16,1 0-2-16,1 0-3 0,2 0-2 0,-2-1-7 0,3-3-16 15,0-1-24-15,1-2-20 0,0-1-14 0</inkml:trace>
  <inkml:trace contextRef="#ctx0" brushRef="#br0" timeOffset="-125336.21">27398 9637 556 0,'-2'3'183'0,"1"0"2"0,-2 2 2 0,2-1-4 16,0 0-18-16,0 2-19 0,1-1-5 0,-1 1-7 0,0 0-4 0,1 2-4 16,0 0 0-16,1 1-4 0,0 2-12 0,0-1-16 0,1 2-13 0,0 0-12 15,1 2 2-15,1 2-6 0,0 0-8 0,1 1-12 0,1 0-4 16,1 1-9-16,1-2 1 0,1 1-3 0,-1 0-4 0,1 1 0 0,0-2-3 16,-2 1-3-16,0-1 1 0,0 0-9 0,-1-1-3 0,0-1-5 15,0 0-4-15,-1-2 2 0,1-1-1 0,-1 1 1 0,1-2-4 0,-1-1 1 16,-2 0-6-16,2-1-2 0,-1-1-4 0,-1-3-8 0,0 1-7 15,0-3-11-15,-1 0-20 0,0-2-17 0,-1-1-12 0,0-1-23 0,-1-1-33 16,0 0-58-16,-2-3-56 0,0-1-51 0,0-1-48 0,-1-1 15 0,0-1 28 16,0-2 56-16,0 1 60 0,1-2 38 0,0-2-43 0</inkml:trace>
  <inkml:trace contextRef="#ctx0" brushRef="#br0" timeOffset="-125161.21">27449 9654 578 0,'-9'-13'220'0,"-2"-1"-2"16,0-2-16-16,3 3-30 0,1 3-52 0,2 2-29 0,0 2-5 0,0 2-17 15,2 1 0-15,-1 2 1 0,1-1-6 0,0 2 1 0,0 0-7 16,1 0-10-16,0 1 5 0,1 0-5 0,-1 0 0 0,1-1-5 0,1 1-10 16,1-1 1-16,0 0-2 0,-1 0-4 0,1-1-3 0,1 1-5 0,0-1-6 15,1 0-5-15,-1-1 2 0,1 0-9 0,0-1-4 0,0 1-9 16,0-1-9-16,0 1-24 0,1-1-19 0,1-1-20 0,-1 0-44 16,1 0-52-16,-1 0-89 0,2 0-89 0,1-1-30 0,0 2 14 0,1 0-125 15</inkml:trace>
  <inkml:trace contextRef="#ctx0" brushRef="#br0" timeOffset="-124893.21">27812 9302 935 0,'-6'-9'265'0,"0"-1"-58"16,-2-2-2-16,0 2-20 0,2 3-25 0,0 2-27 0,0 1-26 0,-1 2-22 15,-1 1-15-15,0 2-7 0,0 2-9 0,0 1-6 0,-1 1-8 16,1 3-5-16,1 1 3 0,0 1-3 0,1 2 1 0,1 2-4 0,0 1-7 16,1 3-4-16,2 2-2 0,2 1-1 0,-1 4-5 0,3 1-3 0,0 1-13 15,1 1-4-15,1-1 14 0,0 2-2 0,0-1 10 0,2 1-10 16,0-1-12-16,1-1-8 0,0-2-7 0,1-1-1 0,1-1-5 0,1-4-8 16,0 0-16-16,0-2-26 0,1-1-27 0,-2-2-39 0,2-1-65 15,1-1-50-15,-1-3-75 0,-1-1-28 0,-1-2 29 0,-1 1 41 16,0-2 61-16,0-1-59 0</inkml:trace>
  <inkml:trace contextRef="#ctx0" brushRef="#br0" timeOffset="-124556.21">27977 9735 428 0,'-1'-1'322'0,"1"2"-184"0,-1-1-11 0,0 3-13 0,0-1-18 0,0 3-26 0,-2 2-19 15,1 1-6-15,-2 2-10 0,2 1-3 0,-2 1 1 0,-1 0-8 16,2 2-1-16,-1-1-6 0,1 2-10 0,1-1-3 0,0-2 0 0,2 0-2 15,0 0-1-15,2-2-3 0,1 0-3 0,0-3-2 0,2-1-1 16,0-1 2-16,0-1 1 0,2-1 2 0,2-1 4 0,0-2-2 0,0 0 5 16,1-2 4-16,0-2 0 0,-1 0 1 0,2-2 0 0,0 0 4 0,2-2 1 15,-1-1 7-15,0-2 3 0,-1 0 7 0,0 0 6 0,-1 0 7 16,0 1 1-16,0-2 3 0,-1 0 1 0,-1-1-6 0,0 1 1 0,-1 1-4 16,-1 0-2-16,-1 0 4 15,-3-1 1-15,1 2 1 0,-3 1-3 0,0-1 7 0,-2 1 0 0,-2-1 1 0,-1 1 0 0,-1 0-8 0,0 0-3 16,-2 1-6-16,0 0-1 0,-1 0-3 0,-1 1-6 0,0 2-4 0,0 1-3 15,0 1-11-15,-1 1-3 0,1 2-5 0,-1 1-5 0,0 2-1 16,0 2-7-16,0 1-6 0,2 3-9 0,-3 0-6 0,2 1-9 0,-2 0-15 16,2 2-17-16,0-1-25 0,1 1-46 0,2 0-65 0,-1-1-93 0,2 0-70 15,1 0-9-15,2-1 37 16,1 0-83-16</inkml:trace>
  <inkml:trace contextRef="#ctx0" brushRef="#br0" timeOffset="-124259.21">28359 9555 581 0,'-3'4'194'0,"1"2"-29"0,0 3 0 16,1 0 2-16,-1-1-2 0,2 2-11 0,-1 1-28 0,1-1-30 16,0 2-32-16,1 0-21 0,-1-1-13 0,1 1-12 0,0-2-7 0,1 0-6 15,1 0-2-15,0-1 1 0,-1-2-2 0,2 1 1 0,0-1-5 16,1-2 1-16,1 0 1 0,-1-2 1 0,-1 0 2 0,2-2 3 0,-1 0-8 15,1-2 2-15,0-1-3 0,0-1 2 0,1-1 0 0,0-2-5 0,1 0 3 16,-1-1-1-16,0 0 1 0,1-1 2 0,0 1-1 0,0-2 2 16,0 1 3-16,-1 0 3 0,1 0 1 0,-1 0-4 0,-2 1 5 0,1 1 0 15,-1 0 4-15,-2 2 7 0,1 0-2 0,-2 2 10 0,0 1 2 16,1 0 6-16,-1 1 1 0,0 1-8 0,0 1-2 0,-2 1-11 0,1 1-1 16,0 2-2-16,-1 2-3 0,0 0-8 0,-2 2-1 0,1 0-4 0,0 0-7 15,-2 2-4-15,1 0-13 0,0 3-7 0,0-1-15 0,1 1-26 16,0 1-122-16,1 1-201 0,0 0-13 0,1 1 38 0,1 0 90 0,1-1-22 15</inkml:trace>
  <inkml:trace contextRef="#ctx0" brushRef="#br0" timeOffset="-123866.21">29173 9333 662 0,'0'0'209'0,"1"2"-119"0,0 0 20 0,-1 1 6 0,1 1-7 15,-1 1-4-15,1 1-13 0,0 1-15 0,0 1-16 0,0 0-12 16,0 3-6-16,-1 0 1 0,1 0 5 0,1 1 3 0,-1-1 2 0,2 0 3 15,0 0-5-15,0-2-6 0,0 0 2 0,2-1-2 0,0-3-8 0,1-1-6 16,0-1-3-16,0-3-10 0,1 1-1 0,-1-2-6 0,1-1-3 16,1-3-1-16,-1-1-1 0,2-1-1 0,-1-1-6 0,-1-2 0 0,0-2-1 15,0 0-4-15,-1-2 2 0,1-1-3 0,1-2-7 0,0 1 1 16,2-2 0-16,-1 0 0 0,0 0 9 0,0 2 3 0,-1-1 6 0,1 0 4 16,1 1 4-16,0 1-4 0,0 0 1 0,0 1-7 0,0 1-4 0,1 2-3 15,0 0-7-15,0 1-16 0,-1 2-20 0,-2 0-44 0,-1 1-47 16,0 1-46-16,0 1-39 0,1 1-44 0,-1 0-13 0,0 2 4 0,0 0 11 15,0 1 39-15,-2 2-52 0</inkml:trace>
  <inkml:trace contextRef="#ctx0" brushRef="#br0" timeOffset="-123526.8">29763 9157 329 0,'6'-7'114'15,"2"-1"-12"-15,1-3 5 0,0 2 7 0,-1-1 6 0,0-1-2 0,1 1-11 16,-1 0-11-16,-1 0-7 0,0 0-3 0,-1 0-6 0,-2-1-4 16,1 1-9-16,-2 0-6 0,-1 0-6 0,-1 2-5 0,-2 0 1 0,-2 2-5 15,-1 0 1-15,0 1-3 0,-3 2-10 0,-2 0-10 0,-2 1-10 0,-1 2-9 16,-1 0-3-16,0 1-4 0,-1 2-1 0,-1 1 1 0,-1 1-1 16,2 3 3-16,-1-1-3 0,0 2 2 0,1 1 2 0,1 1 0 0,1 0 5 15,1 0-3 1,2 0-3-16,1-2 5 0,4 1-3 0,2 1-1 0,2-1 8 0,2 1-5 0,2-1 10 0,3-1 1 0,1 0 2 0,1 1 4 15,2-1-1-15,-1 1-2 0,3 0-1 0,0 0 1 0,0-1-3 16,2 0-2-16,-2 0-7 0,1 0-5 0,0 1 1 0,-1 0-1 0,-1-1 2 16,0 2-3-16,-2-1-6 0,0-1 0 0,-3-1-6 0,-2 0 4 15,-2 0-4-15,-2-2-7 0,-1 2-1 0,-3-1-21 0,-1 0-6 0,-3 0-23 16,-2 0-20-16,-1-1-15 0,-2 0-24 0,-1-1-7 0,-1 0-14 0,-2-1-7 16,1-1 8-16,0 1 9 0,0-1 22 0,1 0 19 0,0-1 5 15,2-1 2-15,1 0-15 0,1-2-25 0,2-1-122 0</inkml:trace>
  <inkml:trace contextRef="#ctx0" brushRef="#br0" timeOffset="-123281.8">30364 8529 469 0,'-7'7'310'0,"0"0"-155"15,-3 4 20-15,1 0 6 0,0 1-4 0,-1 1-11 0,1 3-10 0,-2 2-17 16,0 0-22-16,2 3-17 0,-1 0-17 0,0 2-11 0,1 5-15 16,1 0-7-16,0 2-8 0,3 0-20 0,0 2 2 0,1 0-5 0,1 1-5 15,3 0 7-15,3 0-12 0,1-3-2 0,1 0-3 0,1-4-4 16,3-1-4-16,-1-1-6 0,0-1-3 0,2 0-4 0,-1-2-8 0,1-3-9 16,2-1-20-16,0-2-21 0,2-2-59 0,-1-1-87 0,-1-1-80 0,1-1-67 15,1-1 6-15,0-3 43 0,1 0 52 0,-2-2-52 0</inkml:trace>
  <inkml:trace contextRef="#ctx0" brushRef="#br0" timeOffset="-123044.28">30569 8776 740 0,'-2'7'167'0,"1"1"-2"0,-1 3 15 15,2 1-4-15,0-2-7 0,0 1-10 0,1 1-27 0,-1 0-27 0,1 0-9 16,-1 1-5-16,0 1-1 0,1 1 3 0,-2 0-16 0,1-1-15 16,1-1-12-16,-1 1-22 0,0 1-8 0,1-1-14 0,-1-1-6 0,2 1-2 15,-1-2-6-15,0 1-3 0,1-2-5 0,-1-1-9 0,2-1-13 0,-1 0-16 16,0-2-23-16,0-1-49 0,0-2-75 0,1-2-86 0,0-1-97 16,-1-2-33-16,2-1 19 0,-2-2-72 0</inkml:trace>
  <inkml:trace contextRef="#ctx0" brushRef="#br0" timeOffset="-122870.28">30645 8579 1365 0,'0'-3'140'0,"0"-1"-29"0,0 1 15 0,0 0-23 0,0 2-45 16,0 0-28-16,0 1-16 0,0 1-8 0,1 0-6 0,0 1-3 0,0 0-4 15,1 0-4-15,0-1-7 0,1 0-9 0,0 0 0 0,-1 0-9 16,1 0-17-16,0 0-32 0,0 0-52 0,1 0-58 0,0 1-52 0,-1-1-7 15,1 1 13-15,0 0 32 0,2-1 27 0,0 0-23 0</inkml:trace>
  <inkml:trace contextRef="#ctx0" brushRef="#br0" timeOffset="-122626.28">30951 8561 858 0,'-1'3'227'16,"-1"0"-6"-16,-1 1-15 0,2 0-27 0,0 0-17 0,0-1-18 0,0 2-18 15,0 1-19-15,1 0-16 0,1 1-6 0,-2 0-16 0,1 0-11 0,-2 3 1 16,1 0-11-16,0 0-3 0,0 1 3 0,0 1 0 0,-1 1-2 16,-1 1-2-16,-1 1-11 0,1 1-11 0,-1 2-6 0,0-1-10 0,1 2 1 15,0 0-5-15,1 0-11 0,0-1-2 0,1 1 5 0,0 0 0 0,1 0 1 16,1 0-2-16,0 0-15 0,1-2-7 0,2-1-7 0,0 0-19 16,2-1-22-16,1-3-32 0,1 0-19 0,1-2-44 0,-1-2-37 0,2-1 4 15,-1-1-12-15,0-1 7 0,0-1-8 0,0-2-18 0,1-1 4 16,-2-1 21-16,0 0 35 0,1-1 12 15,-2-1-29-15</inkml:trace>
  <inkml:trace contextRef="#ctx0" brushRef="#br0" timeOffset="-122437.28">30884 8913 830 0,'0'1'375'0,"-1"1"-165"0,1-1-4 0,2 1-45 15,-1-1-28-15,2 1-23 0,-1 0-22 0,2 0-17 0,1 0-16 0,0 1-9 16,1-1-6-16,3-1-10 0,-1-1-5 0,3 0-4 0,0-1-4 15,0 0-2-15,2-2-7 0,-1-1-3 0,2-1-7 0,0-1-10 0,1-1-10 16,2 1-20-16,-1-1-29 0,1-1-24 0,0 2-24 0,-1-2-17 16,0 2-9-16,-2 0-14 0,0 1-14 0,-2 0-35 0,-1 0-18 0,-1 1-4 15,-3 1 12-15,1 0 43 0,-2 1 43 0,0 0 33 0,0 1 31 0,-2-1-28 16</inkml:trace>
  <inkml:trace contextRef="#ctx0" brushRef="#br0" timeOffset="-122260.28">31226 8843 251 0,'-3'4'121'0,"-1"0"15"16,-2 2 6-16,0-1 9 0,1 0 0 0,0-1-20 0,2 1-16 0,0-1-26 15,0-1-19-15,1-2-13 0,0 0-14 0,3 0-2 0,0-1-5 0,2 0 0 16,0-1 1-16,0 1-6 0,2-1-3 0,1 0-9 0,0 0-5 16,2-1-6-16,0 1-2 0,1 0-1 0,0-1 2 0,1 1 1 0,0 0-2 15,0-1 2-15,1 1-4 0,0-1-2 0,-1 0 0 0,-2 0-2 0,1 0 1 16,1 0 4-16,0 0-1 0,-1 0 0 0,1-1-5 0,-2-1-12 16,-1-1-8-16,1 1-8 0,0-2-7 0,0 1-13 0,-1-2-7 0,-2 0-17 15,0 0-31-15,1-1-36 0,-1 0-34 0,0 0-30 0,-3-1-15 16,2 0 10-16,-1 1 25 0,0-3-50 0</inkml:trace>
  <inkml:trace contextRef="#ctx0" brushRef="#br0" timeOffset="-122072.28">31416 8608 392 0,'-5'4'200'16,"0"-1"-24"-16,-2 1 37 0,0 0 7 0,3-1-31 0,-1 1-46 16,1 1-27-16,1 0-14 0,-1 0-8 0,0 2-9 0,1 2-5 0,-1 0-14 15,2 2-10-15,-1 0-1 0,3 0-2 0,0 2-5 0,1 1-9 0,0 0-8 16,0 2-9-16,0-1-9 0,2 2-5 0,-1 0-2 0,1-1-6 15,1 0-6-15,0 0-3 0,0-1 3 0,1-3 1 0,1 2-1 0,1-2-3 16,0-2-11-16,1-2-10 0,0-2-12 0,1 0-23 0,0-3-42 16,1-1-37-16,1 0-25 0,-1-2-9 15,0-2-1-15,0 1-12 0,-2-3 2 0,1 0 5 0,0-1 3 0,0-2 9 0,-1 0 5 0,-1-3-34 16</inkml:trace>
  <inkml:trace contextRef="#ctx0" brushRef="#br0" timeOffset="-120194.28">31751 8559 380 0,'-5'2'143'0,"0"0"-3"0,-2 0 33 0,0 0 10 16,2 0-7-16,-1 1-24 0,2 0-31 0,0 0-28 0,0 1-24 0,0 1-10 15,-1 1 2-15,0 1 3 0,1 2 3 0,-1 2 6 0,1 0-9 0,-2-1-6 16,0 3-11-16,-1 1-11 0,0 1-4 0,1 0-12 0,0 0-7 15,1 0-9-15,2 0 1 0,-1 1 1 0,1-3-4 0,2 0 1 0,-1 0-4 16,3-3-2-16,1 1 4 0,1-4-6 0,1 1 2 0,1-2 4 0,0 0-2 16,3-2 9-16,0-1 4 0,1-1-4 0,0-1 4 0,-3 0 0 15,4-1-3-15,-2-1 4 0,1-1 4 0,0 0 4 0,-1-1 5 0,1 1 10 16,0-2-11-16,0 0 6 0,-1 0 1 0,-1-2-14 0,-1 1 4 16,0 0-10-16,-1-1-5 0,1 1 0 0,-1-1-2 0,1 1-2 0,-2-1 1 15,0 0-4-15,2 2 3 0,-2-2 0 0,0 1-2 0,1 1 4 0,-2 0-2 16,3 0 1-16,-3 1 0 0,1 1 0 0,0 1-4 0,0 0 1 15,0 2 1-15,-1 1 1 0,-3 1 2 0,1 1-2 0,-1 0-3 0,-1 3 0 16,1 0-5-16,-1 1 0 0,-2 1 1 0,2 0-4 0,-3 0 0 0,2-1-2 16,1-2-10-16,-1 1-6 0,2-2-2 0,-1-1-6 0,1 0 6 15,2-1-4-15,0-2-31 0,2 0-4 0,0 0 7 0,1-2 9 0,-2 0 29 16,1 0 20-16,2-1 2 0,0-1 13 0,1 0 4 0,0-1 3 16,0-1 2-16,0 0-8 0,0 0-1 0,1 0-4 0,-2 0-5 0,1-1 1 15,0 0-2-15,0 1-2 0,0 0 2 0,0-1-3 0,0 2 5 0,-3-1-4 16,3 0 2-16,-4 1 2 0,0-1-1 0,1 2 4 0,-2-1 2 15,2 0-2-15,0 0 1 0,-1 1-2 0,1 1-1 0,-2 1 2 0,1 0-4 16,0 2 1-16,-2 0 2 0,0 1 7 0,-1 1-2 0,-2 1 7 0,1 0-7 16,0 1-6-16,0 0-3 0,-2 2-1 0,0 1-1 0,1-1 1 15,-1 1-2-15,2-1-6 0,-1 1 1 0,-1-2-3 0,3 0-4 0,-1-2 1 16,1 0-7-16,2-1 1 0,0-2-11 0,2 1 4 0,-1-2-5 0,1 0 7 16,1 0 16-16,-2-1-3 0,2 0 12 0,0 0-4 0,-1-2-2 15,3 1 0-15,-3-1 4 0,-1 0-1 0,3 2 5 0,-1-2 2 0,2-1-4 16,-1 1 0-16,0-1 22 0,-1 1 1 0,-2 1-2 0,0 0 0 15,1 0-20-15,-1 0-1 0,1 0 2 0,0-1-1 0,0 1 1 0,-1-1 1 16,1 1 0-16,0 0 0 0,-1 0 0 0,0 0 0 0,1 1 2 0,-2 1 1 16,0 0 5-16,-2 1 2 0,0 1-1 0,0 0-4 0,-1 2-2 15,0 0-1-15,0 1-5 0,-2 0 0 0,1 1-1 0,0 1-5 0,0-1-7 16,-1 0 0-16,1 0-3 0,1 0 2 0,-1 0 7 0,1-1 1 0,1 0 7 16,1 0-1-16,0-2 2 0,0 1-5 0,1-1-6 0,0-1 3 15,2-1 1-15,-1 0 5 0,1 0 2 0,0-2-1 0,0 1-7 0,0-2-3 16,1 0 3-16,0 0-2 0,-1 0 7 0,1-1 3 0,0 0-2 15,-1-1 0-15,1 1 6 0,0 0 0 0,0-1 1 0,-1 1 1 0,1-1-8 16,0 0 0-16,-1 1-2 0,0-1 4 0,0 0-3 0,1 1-2 0,-1 0-2 16,0 0-3-16,-1 0 4 0,1 1 1 0,0 0 1 0,-1 1 6 15,0 1-4-15,-1 1 8 0,0 0-2 0,0 0-1 0,-1 2 3 0,-1 0-1 16,1 1-4-16,-1-1 2 0,0 0-2 0,-1 1-11 0,1 0 1 0,0 0-3 16,-1 0-1-16,1-1 8 0,-1 0 2 0,1 0-4 0,1 0-2 15,-1-1-1-15,0-1-5 0,1 1 1 0,1-2-2 0,-1 1-5 0,1-1 1 16,1-1-4-16,-1 0-4 0,2-1-6 0,0 0-5 0,0 0 2 0,0-1-14 15,2 0-2-15,-1-1-5 0,1 0-15 0,0 0 5 0,1-1-12 16,-1 0-8-16,1-2 1 0,2 0-4 0,0 0 1 0,0-1 10 0,0-1 6 16,1 0 12-16,1 0 16 0,1 1 12 0,1-2 11 0,-2 0 10 15,0 1 6-15,0-1 5 0,0 1 6 0,-1 0 4 0,-2 0 8 0,0 0 9 16,-2 0 2-16,0 1 3 0,-2 0 4 0,-1 1-2 0,-1 0 3 0,0 2-6 16,-2 1-7-16,-2 1-1 0,0-1-5 0,0 2-3 0,-1 1 6 15,-1 0-8-15,0 1 1 0,0 1-4 0,-1 0-2 0,-1 2 4 0,0 0 2 16,0 1 3-16,1 0 3 0,-2 1-1 0,-1 1 3 0,1 2-4 0,1 0 5 15,0 1-2-15,0 1-2 0,0 0-3 0,0 0-5 0,2 1-1 16,1 0-5-16,0 1 5 0,1-1-4 0,1 0-4 0,0 0 1 0,1-1-4 16,1 0 2-16,1 0-3 0,0-2-5 0,1 0-6 0,0-2-17 15,1 0-10-15,-1 0 6 0,2-2-4 0,-1 0-23 0,0-2-13 0,1 0-17 16,-2-1-3-16,2-2 30 0,-1 0 14 0,0-1 3 0,-1 0-5 0,0-1-14 16,-1-1-17-16,-1 0-6 0,0-1-1 0,-1 0 13 0,1-1 16 15,-2 0 14-15,1-1 11 0,1-1 7 0,0 0 7 0,-1 0 4 0,1 0 3 16,1 0 3-16,0 0 2 0,1-1-2 0,0 0 4 0,1-1 2 0,1 1 1 15,0-1 3-15,1 1 2 0,-1-1 0 0,2 1 0 0,0 0-1 16,0 1-1-16,0 1 2 0,1 1 1 0,-1 1 11 0,-1 1 8 0,0 2 8 16,-2 1 1-16,1 1-1 0,-2 2-4 0,-1 1-7 0,0 1 5 0,-2 1-7 15,0 1-1-15,-1 2-4 0,-1 0-6 0,0 1 0 0,0 0-1 16,0 0 3-16,1 0-3 0,-1 1 0 0,2 0 1 0,0-1 3 0,-1 0 1 16,2 0 1-16,0-2 0 0,0 0 1 0,1 0 0 0,1-2-1 15,1 1-4-15,0-2-7 0,0 0 0 0,0-1-2 0,0-1 5 0,0-1 5 16,1 1 3-16,0-2 6 0,-1 0 5 0,2 0 6 0,0-1 4 15,-1 0 2-15,0-1 2 0,1 1-3 0,0-1-3 0,0 0-1 0,-1 0-3 16,1 0 0-16,0 0-3 0,-1 0-4 0,1 0-1 0,0-1-1 0,0 0 0 16,0 1-2-16,-1-1 1 0,0 0-3 0,0 1-5 0,1 0-1 15,-1-1-1-15,-1 2-5 0,0-1 1 0,1 1-2 0,-1 0-1 0,1 1 6 16,-2 0 2-16,-1 0-2 0,1 1 2 0,-1 0-1 0,0 1 0 0,0 0-3 16,-2 1 43-16,1 0-54 0,-1 0-4 0,0 1-8 0,0-1-54 15,0 1 37-15,1-1-18 0,-2-1-9 0,2 0-5 0,0-1 36 0,0 0 2 16,0-1-49-16,1 0 40 0,0-1-35 0,0 0 8 0,1-1 54 15,-1 0-28-15,1 0 11 0,1-1 12 0,-1-1 8 0,1 0 8 0,0 0 8 16,0 0 7-16,1-1 5 0,-1 1 3 0,-2-2-2 0,1 1-5 0,0-1-2 16,1-1-4-16,-2 1-4 0,-1-1 0 0,1 1-4 0,0-1-2 15,0 0-2-15,0 2 0 0,1-2-1 0,-1 0 0 0,1 0 0 0,-1 1 2 16,0 0 6-16,0 3 7 0,-1-1 10 0,1-2 8 0,1 1 5 0,-1 1 2 16,-1 1 4-16,-1 2 6 0,0 0 7 0,-1 2 3 0,-1-1-5 15,0 3-8-15,-2 1-11 0,0 1-8 0,1 0-8 0,0 1-4 16,-1 0-5-16,0 0-3 0,1 1 2 0,1-1-9 0,0 1-2 0,0-1-2 0,2-2-1 15,0 1 1-15,1-1 0 0,1 0-1 0,0-1 2 0,1 0-1 16,0-1 5-16,1-1 6 0,0 0 1 0,-2-1-1 0,1-1-3 0,0 1-5 16,0-1-2-16,1 0-6 0,0 0-2 0,0-1-2 0,0 0-3 0,-1 0-5 15,2-1-4-15,-2 1-4 0,2-1-2 0,0 0 4 0,1 0-2 16,-1 0 0-16,1-1-3 0,-1 0-7 0,1 0-4 0,-1 0-1 0,1 0 7 16,0-1 8-16,-2 1 8 0,2 0 8 0,0 0 3 0,-1-1 5 0,1 1 3 15,-1 0-2-15,1 0 8 0,0 0 8 0,-1 1 12 0,1-1 16 16,0 0 9-16,-2 1 9 0,1 0 1 0,0 0-3 0,0 0-3 0,0 0-2 15,1 1-5-15,-2 0-3 0,0 0 0 0,-1 2-5 0,1-1 1 16,-1 1-5-16,0 1-5 0,-1 0-3 0,0 1-7 0,-1 0-2 0,0 1-4 16,0 1-4-16,-1 0 0 0,1 1-2 0,-2 1 1 0,1-2-2 0,-1 2 1 15,0 1-2-15,1-1-2 0,-2 1 4 0,1-1-1 0,1 1-2 16,0-1 2-16,0-1-7 0,0 1-12 0,1-3-16 0,0 1-22 16,1-1-18-16,1-1-22 0,0 0-14 0,0-2-9 0,1-1-8 0,1-1-2 0,0-1 6 15,2-1 8-15,0 0 15 0,0-2 18 0,0-1 15 0,0-1 15 16,1-1 10-16,-1 0 3 0,0-2 1 0,1 2-4 0,-1-2-1 0,1-1-3 15,0-1-1-15,-1 0 1 0,0 1 1 0,-1-1 5 0,1-1 7 0,0 0 8 16,-1-1 8-16,1 2 7 0,0-2 7 0,-1 0 9 0,0 0 10 16,0 1 16-16,-1-1 13 0,-1-1 9 15,1 1 4-15,-1 0 2 0,-1 0 6 0,0 0 8 0,-1 0 6 0,0 1 1 0,-1-1 3 0,0 1 1 16,-2 0-9-16,1 0 1 0,-1 2-7 0,0-1-5 0,-1 1 3 0,0 0 1 16,0 1 6-16,0 1 7 0,0 1 3 0,0 0 0 0,1 0-14 15,0 2-12-15,0 0-20 0,-1 2-16 0,2 0-5 0,0 3-6 0,1-1-4 16,0 2-3-16,1 1 5 0,1 1-2 0,1 2-13 0,1 1 2 0,1 2-2 15,0 3-1-15,2 1 60 0,0 3 9 0,1 2 0 0,1 1 3 0,2 3-53 16,0 2-12-16,1 1-9 0,1 4-14 0,-2 1-10 0,1 4-6 16,0 1-10-16,-2 2-9 0,0 3-34 0,-3 3-27 0,0 0-23 0,-2 2-36 15,-2 2-64-15,-2 0-56 0,-3 1-37 0,-4 1 42 0,-3 2 26 16</inkml:trace>
  <inkml:trace contextRef="#ctx0" brushRef="#br0" timeOffset="-72793.11">22041 3613 2541 0,'-15'5'35'0,"1"4"-45"0,-2 7-25 0,7 7-4 0,6 2 14 15,1-1 18-15,2-1 19 0,0-2 4 0,0 3-2 0,1 2-11 16,0 4-3-16,-1 3 3 0,0 2 3 0,0 3 11 0,0 2 15 0,0 1 5 16,0 0 6-16,-1 2 7 0,-1 0 2 0,1 0 4 0,0-1-1 0,1 0-3 15,2 0-8-15,1 2-8 0,2 0-18 0,2 1-7 0,3-1-3 16,3 1-8-16,2-2 5 0,3-2-5 0,4-1-5 0,3-4 2 0,2-4-2 15,2-2 1-15,3-6 1 0,3-7 6 0,2-6 9 0,1-6 4 0,3-6 4 16,-1-6 6-16,1-3 2 0,1-5 4 0,-2-4 5 0,-2-4 0 16,-1-2 9-16,-3-2 4 0,-2-2 3 0,-2-3-6 0,-2 0-10 0,-3-4-8 15,0-1-20-15,-1-2 10 0,-3-2-4 0,1 0-4 0,-1-2 11 16,-2-1-20-16,0 0 6 0,-2-2-3 0,-4-4-1 0,0-3 2 0,-3 0-3 16,-1-2 1-16,-3 1 2 0,-1-2 7 0,-3-2 0 0,-1 0 4 0,-2-1-8 15,0 0-12-15,-3-1 3 0,-2 1-6 0,0 1 8 0,-4 1 0 16,0 1-6-16,-2 4 0 0,-3 2-5 0,-4 3 9 0,-2 3 3 0,-2 1-3 15,-5 6 2-15,0 3-17 0,-5 3 2 0,-3 7 0 0,-3 6 0 0,-3 4 7 16,-3 6-1-16,-2 5-2 0,-4 5 3 0,0 5-2 0,-1 5-3 16,-1 5 2-16,1 2 0 0,-1 5-4 0,3 2 4 0,-1 4-1 0,4 1-10 15,4 4-2-15,1 1 0 0,3 3-2 0,5 2 4 0,3-1-3 16,5 2-20-16,3-1-22 0,6 1-27 0,5 0-34 0,6-1-39 0,5-1-40 16,7 0-60-16,4-2-64 0,7 0-78 0,6 1-77 0,5-4-301 0</inkml:trace>
  <inkml:trace contextRef="#ctx0" brushRef="#br0" timeOffset="-72508.11">23486 3409 2908 0,'4'2'12'0,"4"7"-28"0,6 6-9 0,7 8 2 15,5 8 8-15,0 3 11 0,2 5 14 0,-1-1 9 0,1 4 4 16,-2 4 8-16,1 2 1 0,-1 4 0 0,-2 1-3 0,0 0-13 0,-1-2-3 15,-1-2 1-15,0-6 4 0,-4-7 22 0,2-4 5 0,-2-7 13 0,0-5 8 16,0-4-3-16,1-5-6 0,-1-5-8 0,-2-1-7 0,-1-3-10 16,-2-2-4-16,0-3-4 0,0-2 0 0,1-3 1 0,-1-3-3 0,0-5-7 15,0-4-7-15,-3-2 0 0,2-4-1 16,-1-1-5-16,-1-3 0 0,0-1-6 0,0-3-3 0,-1-1-5 0,0-2-10 0,0-1 6 0,1-2 0 16,-1-2-9-16,1-1 8 0,-1 0-24 0,2-1-12 0,0 1-13 0,2 1-23 15,1 1-18-15,2 2-25 0,1 4-21 0,1 2-18 0,1 4-28 16,0 1-26-16,0 4-44 0,0 3-48 0,-2 3-29 0,0 3-21 0,-2 3-9 15,1 1-137-15</inkml:trace>
  <inkml:trace contextRef="#ctx0" brushRef="#br0" timeOffset="-72282.08">25156 3132 2821 0,'-3'1'67'0,"1"6"-79"16,0 5-13-16,6 8-10 0,1 5 17 0,4 2 16 0,2 3 15 0,-1 2 15 15,0 3-6-15,-2 3 5 0,-1 3-2 0,-3 4 1 0,1 3 4 0,-2 2-9 16,1 2-6-16,-1 1-1 0,-1 2-11 0,0 1-8 0,0 2-2 16,0-1 0-16,-1-2-3 0,0-1 5 0,0-3-4 0,1-2-6 0,1-4-5 15,2-3-9-15,0-6-15 0,1-5-36 0,2-4-31 0,-2-3-25 16,2-5-31-16,0-2-31 0,1-5-61 0,-1-2-54 0,0-4-37 0,1-2 5 16,0-5 42-16,0-3-31 0,0-7 82 0</inkml:trace>
  <inkml:trace contextRef="#ctx0" brushRef="#br0" timeOffset="-71920.08">25178 3235 1862 0,'-12'-18'234'16,"2"0"-165"-16,-3-4-31 0,5 5-10 0,4 5 0 0,2 4 13 0,3 0 10 15,2 2-1-15,1 1-4 0,2 0-4 0,1 1-4 0,1 0-2 16,4 1-3-16,3 0-4 0,3-1-3 0,2 1-5 0,4-1-5 0,0 1-5 16,2 1-3-16,0 0-1 0,1 2-1 0,2 0-2 0,0 2 2 0,0 1-4 15,-2 1 1-15,-1 2 2 0,0 2-5 0,-4 1 0 0,1 4 2 16,-1 1-4-16,-3 0 0 0,-1 3-11 0,-3 0-1 0,-3 1 1 0,-2 1-2 15,-3 1 12-15,-2-1-5 0,-4 0 0 0,-1 1 0 0,-3-1 3 16,-3-1-2-16,-1 2 3 0,-3-1 0 0,-2 1-2 0,-1 1-2 0,-3 1-5 16,-2 1 2-16,-1 1 5 0,-2-1-2 0,0 1 8 0,0-1 3 0,1-1-3 15,-1 0 6-15,1 0-1 0,0-1 0 0,2-1 3 0,3 0 1 16,2-1 3-16,4-1 0 0,2-1 3 0,3-3 4 0,3 0 6 0,2-1 2 16,2-1 9-16,3-1-9 0,2-1 6 0,5 0 2 0,1 0 3 0,3 0 8 15,3 0-7-15,0 1 2 0,2-2-3 0,2 1-3 0,-1 0 5 16,2-1-3-16,1 1 2 0,-2 0 2 0,3 0-4 0,-1 0 1 0,1 1-4 15,-1 1-6-15,1-1-8 0,1 1 2 0,-2-2-11 0,0 2 0 16,-1-1-2-16,1 1-6 0,-3 1 3 0,-2-2 0 0,0 1-3 0,-3 0-3 16,-2 0-2-16,-1-1 1 0,-2 0 1 0,-2-2-10 0,-3 0-12 0,0-2-20 15,-2-2-27-15,-2-2-20 0,-2-1-35 0,0-3-23 0,-3-2-29 16,1-4-38-16,-1-3-58 0,-2-5-85 0,0-5-74 0,0-4-60 0,-1-7-270 16</inkml:trace>
  <inkml:trace contextRef="#ctx0" brushRef="#br0" timeOffset="-71308.08">25042 2567 1269 0,'-61'-7'67'0,"-9"0"-67"0,-22-2-11 0,5 4-1 0,4 3 3 16,-2 3 12-16,-1 3 6 0,-3 3 8 0,-1 2 13 0,-4 0-6 15,1 0 17-15,-2 2 4 0,1-2 5 0,1 4 4 0,3 0-17 0,2 1-3 16,2 2-16-16,1 1-6 0,0 2 8 0,1 3 3 0,2 1 0 16,0 3 1-16,3 1-3 0,-1 4-8 0,1 2-1 0,2 4 0 0,-2 2 0 15,1 2 4-15,0 3 6 0,2 4 6 0,1 2 1 0,0 5 3 16,-2 5 6-16,2 4-3 0,-2 5 9 0,-1 7 2 0,0 2-6 0,2 7 3 16,-1 6-5-16,2 2-17 0,2 4 3 0,3 4-6 0,2 1 0 0,3 0 7 15,6 1-6-15,7-5-13 0,4 0-2 0,9-6-2 0,8 0-1 16,8-5 12-16,8-4-3 0,9-3-2 0,8-8-14 0,10-2 3 0,8-4-2 15,8-3 7-15,9-3 15 0,7-3-10 0,8-1 3 0,6-2-6 0,8-2-1 16,5-1 3-16,4-4-2 0,5 1-4 0,4-2-8 0,4 2 6 16,5-2 5-16,4-3-1 0,3 0 13 0,2-2 1 0,5-4 10 0,4 0 9 15,7-4 0-15,3 0-8 0,2-2-8 0,0-2-9 0,4-2-4 0,2-5 5 16,4-3-6-16,1-1 5 0,2-3-2 0,1-2 2 0,2-4 1 16,-1-2 0-16,-1-3 4 0,-4-3-8 0,-4-3 2 0,1-3 3 0,-4-3 1 15,-2-4 15-15,-2-4-3 0,-4-4 6 0,-2-3 5 0,-2-4-1 16,-2-5 0-16,-3-4-7 0,-2-2-15 0,-3-3-4 0,-2-4-4 0,-3-3 2 15,-4-3 2-15,-2-4-3 0,-4-2 6 0,-7-1-3 0,-4 1 0 0,-7 0-4 16,-5-1-2-16,-2 1-3 0,-5-2 4 0,-2-2 3 0,-2 0-2 16,-5 0 7-16,-2 0-1 0,-4 3-4 0,-4 3 0 0,-5 3-4 0,-6 4-3 15,-5 4 0-15,-4-2 0 0,-4 1 0 0,-3-2 2 0,-6-3 0 0,-2-3-4 16,-5-4-2-16,-4-3-3 0,-4-1 6 0,-5-2-3 0,-4 0 2 16,-6-4 4-16,-3-1-2 0,-5 0 0 0,-2-2 2 0,-4-1-4 0,-4 1 6 15,1-1-4-15,-2 3-4 0,-2 1-3 0,-2-1-10 0,-2 1-4 0,-2 1 0 16,-2 2 6-16,0 2-1 0,1 4 4 0,-2 3 7 0,1 2-3 15,1 5 2-15,0 1 3 0,-1 5-9 0,1 4 4 0,-1 1-8 0,-2 4-6 16,1 1-1-16,-2 3-4 0,-1 1 2 0,-3 2-2 0,-2 2-1 0,-2 3-11 16,-2 3-6-16,-2 1-10 0,-4 2-7 0,-3 2-9 0,-1 2-12 15,-3 3-13-15,-1 4-7 0,-4 2-15 0,0 4-15 0,-3 4-28 0,0 2-47 16,-3 4-70-16,-2 5-140 0,-4 4-255 0</inkml:trace>
  <inkml:trace contextRef="#ctx0" brushRef="#br0" timeOffset="-67917.25">25305 8328 324 0,'-2'-3'276'0,"-1"-1"-163"0,-1 1 13 0,1 0 27 0,2 1 14 0,0 1-10 16,0-1-15-16,1 1-20 0,0 0-15 0,1 1 0 0,1 0-2 0,1-1-4 16,0 1 2-16,2 0-6 0,0 1-6 0,1-1-7 0,1 1-9 15,3-1-11-15,-1 0-9 0,3-1-7 0,2 0-9 0,0-1-5 0,3-1-8 16,-1-1-4-16,2 0 0 0,1-1-6 0,-1 0-1 0,2 0-18 15,1-1-4-15,-1 2 4 0,1-2 0 0,1-1 21 0,0 0-7 0,1-1 4 16,2 1-2-16,-2 0 7 0,1 1-3 0,-2 0 3 0,2 1-1 0,-2-1-12 16,-1 1-1-16,-1-1-6 0,-1 1 0 0,-3 0-1 0,-1 1 1 15,-1 0-4-15,-1 2-3 0,-2 0-11 0,-3 0-17 0,-1 1-25 0,-2 0-20 16,-2 1-20-16,-1 0-21 0,-2 1-16 0,-1 1-28 0,0 0-20 16,-3 1-15-16,0 0-23 0,-2 2-22 0,-2 0-44 0,0 1-57 0,-2 1-199 15</inkml:trace>
  <inkml:trace contextRef="#ctx0" brushRef="#br0" timeOffset="-67511.25">25548 8372 739 0,'3'-1'201'0,"1"0"-20"16,2-1-1-16,1 0-1 0,1-1-20 0,-1 0-31 0,4-1-23 0,0 0-23 16,1-1-14-16,0 0-10 0,0-2-12 0,-1 1-11 0,1-1-9 15,0-1-10-15,1 1-1 0,0-2-6 0,-2 1-6 0,1-2 0 0,-2 1-23 16,1-2 1-16,-2 0-8 0,1-1-14 0,-1 0 5 0,2 1-21 15,0-1-22-15,0-2-17 0,0-2-16 0,-1 0-6 0,1 1-1 0,1-1-3 16,0 1 0-16,1 0 6 0,-1 2 15 0,-2 0 19 0,0 0 25 0,-2 1 21 16,0 2 17-16,-2 1 14 0,-2 1 5 0,0 0 5 0,-3 2 6 15,0 0 6-15,-1 2 8 0,-2-1 6 0,1 1 9 0,-3 1 8 0,1 0 10 16,-2 2 10-16,1-1 5 0,-1 1 1 0,0-1-1 0,1 1-5 0,-1 0-3 16,1-1 0-16,1 2-4 0,0-1-2 0,0 1-1 0,2-1-4 15,1 0-2-15,-1 0 1 0,1 1-5 0,0-1-3 0,0 1-3 0,0 0 1 16,1-1-2-16,1 1 1 0,1-1-7 0,1 1 1 0,1-1-4 0,1 1 0 15,0-1 1-15,2 0-6 0,-1 0 0 0,2-1-4 0,0 2-3 16,1 0 0-16,1 0-1 0,1 1-2 0,0 0-1 0,0 1 1 0,0 0-3 16,2 0 2-16,1 0 0 0,-1 1-4 0,0-1 4 0,0 1-4 15,-1 1-4-15,-1 1 1 0,0 1-4 0,-2 0 3 0,1 1-2 0,-2 0-4 16,0 1 4-16,-3 1-6 0,0-1 2 0,-2 2 0 0,-2 1-4 16,-2 0 5-16,0 1 0 0,-3 0 2 0,-1-1-3 0,-2 2-9 0,-1-1-1 15,-4 1-3-15,-1 0-8 0,0 0-13 0,-3 0-22 0,1 0-38 0,-1-1-39 16,0-2-59-16,-1 0-57 0,1 1-68 0,1-1-81 0,2-2-300 15</inkml:trace>
  <inkml:trace contextRef="#ctx0" brushRef="#br0" timeOffset="-61251.08">25781 9158 592 0,'-3'2'107'16,"2"1"-19"-16,1 0 0 0,0-1 10 0,2-1 4 0,2 1 2 0,1 0-8 15,1-1-8-15,2 1-2 0,0-1-1 0,3 1 2 0,-1 0 0 16,2 1 1-16,1-1-4 0,-1 1-7 0,-1-1-9 0,0 2-11 0,1-1-13 16,1 0-8-16,0 1-11 0,1-1-4 0,-2 0-8 0,2 1-3 0,1-2 0 15,-1 0-2-15,0 0-2 0,1 0 0 0,-1 0-5 0,1-1-1 16,-1 0 2-16,1-1-2 0,0-2-3 0,0 1 6 0,0-1-5 0,-1-1 7 16,2 1-5-16,0-1-2 0,0-1-5 0,-1 0-4 0,1 0-6 0,0-1-11 15,0 0-6-15,-2 2-15 0,2-3-21 0,-2 0-24 0,-1 0-20 16,-2 0-27-16,0-1-34 0,-1 0-59 0,-3 0-86 0,-1-1-142 0,-1 1 29 15</inkml:trace>
  <inkml:trace contextRef="#ctx0" brushRef="#br0" timeOffset="-61062.08">25958 9114 387 0,'-3'5'275'0,"0"1"-169"0,0 0-18 0,1 0-16 16,1-3-8-16,1 0-18 0,0 0-15 0,1-1-6 0,1 0-12 0,-2-1 2 16,2 0-4-16,0 0-6 0,0-1-4 0,0 0-6 0,0 0-10 0,0-1-13 15,-1 1-26-15,1 0-36 0,1-2-37 0,-1 1-41 0,1-1-35 16,-1 0-115-16</inkml:trace>
  <inkml:trace contextRef="#ctx0" brushRef="#br0" timeOffset="-60828.08">25986 9256 420 0,'0'3'148'0,"1"2"-30"0,1 0-4 15,0 0 4-15,0-2-6 0,2 1-8 0,-1 0-10 0,2-1-12 16,0-1-7-16,0 0-11 0,1 1-6 0,0-1-4 0,0-1-4 0,1 0-4 16,0-1 0-16,2-1-3 0,1 0-5 0,-1-1-6 0,1-2-6 15,0 2-6-15,1-2-3 0,0-1 2 0,1 1-3 0,-1-1-5 0,2 0 4 16,1-1-8-16,-1 0 0 0,-1 1 3 0,0-2-5 0,0 0 3 0,0 0-2 15,1-1-2-15,0 0 0 0,-1-1 1 0,1 1-3 0,0 0 0 16,-1 0-8-16,0 0 1 0,0 0-8 0,-1-1-5 0,1 1-15 0,-1-1-28 16,0 0-27-16,-1 0-25 0,0-1-19 0,0 0-31 0,0 0-25 0,0 0-46 15,-1 0-57-15,-1 0-213 0</inkml:trace>
  <inkml:trace contextRef="#ctx0" brushRef="#br0" timeOffset="-60399.08">26137 9210 451 0,'2'5'268'16,"1"0"-114"-16,1 1 4 0,1-2 0 0,1-1 6 0,1 0-14 0,1 0-13 15,1-1-17-15,1 0-15 0,-2 0-5 0,2-3-12 0,1 1-6 16,0-1-8-16,0 0-13 0,1 0-12 0,-1-1-5 0,1 0-11 0,0 0 0 16,1-1-10-16,-2 0-11 0,0 0-4 0,1 0-3 0,-2 0-1 0,0-1 4 15,0 0-2-15,-1 0-6 0,0-1 0 0,1 0 0 0,-1-1-1 16,0 2-1-16,-1 0-2 0,-2-1-10 0,0 0-17 0,-1 1-19 0,-1-2-27 16,0 1-36-16,0-1-41 0,-1 0-46 0,-1-2-64 0,0 0-90 0,0-1-119 15,-1 0-123-15</inkml:trace>
  <inkml:trace contextRef="#ctx0" brushRef="#br0" timeOffset="-60146.08">26337 8764 566 0,'-7'3'224'16,"0"0"-115"-16,-1 2 19 0,2 0 7 0,2-1-8 0,1 1-19 0,3-1-14 15,0 1-11-15,3 0-11 0,0-1-2 0,2 0-1 0,0 0-2 16,1 0-6-16,1 0-6 0,-1 1-12 0,2 0-6 0,1 0-5 0,2 1-9 15,0-1-1-15,0 0-2 0,1 1 0 0,1-2-7 0,-1 1 2 0,1-1 5 16,-2 0-3-16,3 1 14 0,-1-1-3 0,1 2-2 0,-2 0-4 16,0 0-8-16,0 2 16 0,0-1-8 0,0 1-4 0,-1 1 4 0,1 0-21 15,-2 0 2-15,1 2 3 0,-2 0-1 0,-2 1 0 0,0 0 3 16,-3 0-5-16,-1 3 3 0,-1-1 0 0,-2 0-3 0,-1-1 3 0,-2 2-4 16,0-1 0-16,-4 1-4 0,0 0-7 0,-2-2-16 0,-2 2-38 0,-1 0-61 15,-1-1-72-15,-2-1-99 0,1-1-118 0,-2-3-182 0,1-1-28 16</inkml:trace>
  <inkml:trace contextRef="#ctx0" brushRef="#br0" timeOffset="-57607.11">26892 10041 431 0,'0'0'111'0,"1"-1"-6"16,1-1 3-16,0 0 9 0,0 0 1 0,-1 0-2 0,1-1-2 0,0 1-6 15,0-1-12-15,0 1-9 0,-1 1-14 0,1-1-9 0,0 1-8 16,0 0-7-16,0-1-1 0,-1 2-9 0,1 0 4 0,0-1-5 0,0 1 0 15,-1-1 3-15,1 1-6 0,0 1-4 0,1 0 0 0,0-1-5 0,2 0-4 16,-1-1 0-16,2 0-6 0,0-1-6 0,0 1 2 0,0 0-4 16,0-1-2-16,2 0-4 0,-1-1-2 0,2 0 1 0,0 0-1 0,1 0 5 15,-1 1-7-15,2-1 1 0,-2 1 1 0,1-1-2 0,-1 2 4 16,1-1-4-16,0 0-1 0,1 1 6 0,1 1-6 0,-1-1-4 0,1 2-5 16,-2-1-16-16,-1 2-2 0,0 0-13 0,0 0-13 0,-1-1-18 0,1 1-22 15,0 1-24-15,-1-1-24 0,0 1-12 0,-1 1-1 0,0-1 6 16,-1 1 12-16,-1 0 14 0,-1-1 7 0,0 0 7 0,0 0-1 0,-2 0-12 15,-1 0-96-15</inkml:trace>
  <inkml:trace contextRef="#ctx0" brushRef="#br0" timeOffset="-57446.11">27074 10122 458 0,'0'2'179'0,"1"-1"-57"0,1 1-5 15,1-1 4-15,-1 0 5 0,1 0-11 0,1 0 3 0,1 0-21 16,0-1-7-16,2 0-13 0,-2 0-15 0,1 1-11 0,1-1-17 0,0 0-1 15,-1 0-17-15,0 0 0 0,-1-1-8 0,1 1 4 0,0 0-6 0,0-1 4 16,-1 1-3-16,1-1-9 0,1-1-5 0,0-1-15 0,0 0-28 16,0-1-40-16,-1 0-43 0,0-1-39 0,-1 0-23 0,1-1-20 0,-1-1-3 15,1-1 3-15,0-1-8 0,1-2-66 0</inkml:trace>
  <inkml:trace contextRef="#ctx0" brushRef="#br0" timeOffset="-57244.97">27308 9867 272 0,'6'1'140'0,"0"1"-49"0,2 1-15 16,0 0-8-16,-3 1-13 0,1 0-12 0,-1 1-14 15,0 0-12-15,0 1-14 0,-2 0-19 0,-1 0-23 0,-1 1-38 0,-1-1-47 0,-2 2-51 16,-1-1-131-16</inkml:trace>
  <inkml:trace contextRef="#ctx0" brushRef="#br0" timeOffset="-41589.73">28084 13643 1877 0,'-13'27'107'0,"-1"4"-80"0,-2 7-21 0,6-2-19 16,5-3 3-16,3 1 0 0,3 1 2 0,3-3 1 0,2 1-5 15,2-1-2-15,2 0-7 0,4 2-1 0,2 0-7 0,2-2 0 0,4 0-5 16,1 0-1-16,3-3 4 0,3 1 1 0,0-3 8 0,2-4-2 0,0-2 6 16,1-3 5-16,1-4 4 0,0-1 14 0,1-2 5 0,0-2 7 15,1-2 3-15,0-2 5 0,1-3 11 0,-1 0 1 0,-1-3 11 0,0 0-7 16,-1-3 5-16,0-2 5 0,-1-3-3 0,0-1 9 0,-2-3 1 15,-1-1 4-15,-1-2 7 0,1-2 6 0,-4-3 12 0,1 0-2 0,-1-3 4 16,-4-2-6-16,1 1-13 0,-2-1-6 0,-3-2-12 0,0-1-10 0,-1-1-12 16,-3-2-8-16,-2-1 4 0,-1-2-14 0,-3-1-9 0,-2 0-1 15,-2-3-11-15,-4 0 6 0,-3-1 5 0,-3-1-6 0,-4-1-3 0,-3-1 2 16,-5-3 3-16,-4 2-3 0,-1 0 5 0,-4-1 0 0,-3 2-5 0,-4-1-3 16,-1 2 13-16,-4 0-5 0,0 2 3 0,-1 3 16 0,-2 1-12 15,-1 5 5-15,1 4 3 0,1 4-6 0,-1 6-6 0,3 3 4 0,1 4-5 16,3 5 3-16,5 4 0 0,1 6-10 0,3 3-5 0,1 5-7 0,2 3-9 15,3 2-7-15,0 5-7 0,2 4-4 0,3 5 1 0,0 4-4 16,3 6-8-16,2 2-25 0,1 5-44 0,1 3-44 0,-1 3-71 0,3 3-62 16,0 3-86-16,1 0-122 0,3 2-186 0</inkml:trace>
  <inkml:trace contextRef="#ctx0" brushRef="#br0" timeOffset="-41220.01">29398 13213 1955 0,'-14'14'637'0,"2"2"-588"0,-1 4-20 0,3-3-16 0,5-2 5 16,2 2-2-16,2 3-1 0,3 1 0 0,2 3-14 0,1 2-4 15,3 3-5-15,-1 0 4 0,2 1-4 0,2 2-3 0,1-1 0 0,1 1 4 16,1 1-3-16,1-3 7 0,2-1 3 0,2-3-6 0,-1-3 12 16,2-2 12-16,1-3 5 0,0-4 13 0,0-3 0 0,-2-2-1 0,0-4-4 15,0-2-5-15,-1-4-11 0,-1-3-10 0,0-4-4 0,0-3-6 0,2-5 4 16,-2-2-8-16,2-6-4 0,2-2-7 0,-1-6-10 0,4-5-8 0,1-6-18 15,0-2-12-15,2-5-16 0,1-3-13 0,3-4-17 0,0-3-13 16,3-4-10-16,-1-1-7 0,1-3 2 0,-1-4-16 0,1-2-41 0,1-3-82 16,0-4-111-16,3 2-219 0</inkml:trace>
  <inkml:trace contextRef="#ctx0" brushRef="#br0" timeOffset="-39901.56">30684 13055 1639 0,'-7'-5'155'0,"-1"1"-31"0,-2-2-52 0,1 2-23 0,3 0-9 0,0-1 6 15,-1 1-6-15,3 1-11 0,-1 0-10 0,0 2-17 0,2 0-11 0,-2 0-8 16,0 1-11-16,0 1-4 0,0 3 0 0,0 0 1 0,-1 2 5 15,0 2 7-15,1 1 2 0,-1 3 2 0,2 1 9 0,-1 3 3 0,0 1 5 16,2 6-1-16,-1 3-4 0,2 1 0 0,1 4-5 0,2 1 5 0,3 3 2 16,1 0 2-16,2 2 5 0,2 2 1 0,2-2 0 0,2 0 1 15,4-1 2-15,3-2 7 0,2-1 1 0,3-4 6 0,3-3-1 0,1-2-2 16,4-5 4-16,2-1 1 0,2-2 6 0,2-4-3 0,0 0 4 16,-1-1 6-16,-1-3 15 0,-1-3 22 0,-1-2 5 0,1-3 2 0,-1-2-8 15,-3-3-15-15,-1-3-1 0,-2-1-1 0,0-4-6 0,0 0 1 0,-2-3-2 16,-1-2-7-16,-1-1-6 0,0-4-10 0,0-3-2 0,-1-1-6 15,-1-3-5-15,-3-1-4 0,-1-1-8 0,-3 1-1 0,-4-4 0 0,-2 0 9 16,-5-2-20-16,-4-3 10 0,-2-2-1 0,-4-1-3 0,-2-3 14 0,-6 1-13 16,-4-1 0-16,-1 1 2 0,-6-4-11 0,0-1-1 0,-4-1 0 15,-1-2-6-15,-3 2 4 0,-1 2-26 0,-3 3-1 0,-1 8-7 0,-5 5-3 16,-4 8 12-16,-4 6-2 0,-3 7 6 0,-2 8 6 0,1 6 4 16,-1 7 2-16,2 5-3 0,2 3-7 0,3 4-1 0,3 4 2 0,2 3-47 15,1 5-69-15,2 3-82 0,1 6-102 0,0 2-51 0,2 6-57 0,1 5-118 16</inkml:trace>
  <inkml:trace contextRef="#ctx0" brushRef="#br0" timeOffset="-39386.7">28116 13272 2480 0,'-23'-23'86'0,"4"1"20"0,-6-4-28 0,7 2-34 0,8 4-12 16,2-3-9-16,5-2-8 0,3 1-5 0,5-1 4 0,2 0-8 0,6-3-4 16,5-1 0-16,5-2-7 0,5-2 3 0,8-3-1 0,5 0-2 15,6-2-4-15,4 1-1 0,6-2-8 0,3-2-1 0,5 1 11 0,5 0-2 16,3-1 9-16,6 3 4 0,2 0-8 0,6 3 0 0,5 2-2 15,4 1-6-15,2 3 3 0,3 0 4 0,2 2 1 0,3 3 1 0,2 2 0 16,5 4-5-16,1 3 1 0,1 4 2 0,-1 3 1 0,3 3 5 0,-3 2 0 16,2 3-7-16,0 3 2 0,-2 2-11 0,1 3 10 0,-3 2-1 15,-3 2 1-15,-2 2 2 0,-1 5-9 0,-1 4 10 0,-2 3 0 0,-4 5-2 16,-3 2-4-16,-3 5-7 0,-2 4-5 0,-2 6-5 0,-3 7-10 0,-45-25 23 16,9 10-12-16,-1 4-9 0,7 10 5 0,-4 4-33 0,6 12 5 15,-3 3-5-15,5 10 3 0,-7 3-6 0,-7 1 3 0,-4 1 6 0,-6-2-6 16,-6 1 14-16,-6-2 6 0,-6-2 1 0,-5-2 10 0,-7-4 2 15,-4-1 7-15,-7-6 22 0,-4-2 13 0,-6-4 22 0,-4-5 23 0,-5-3 9 16,-5-5 11-16,-1-2 1 0,-5-3 0 0,-1-4-5 0,-4-5-19 0,-4-1 7 16,-1-4-8-16,-46 22-29 0,1-12 12 0,7-13-18 0,9-7-7 15,-1-6 21-15,-5 1-13 0,-6-1 6 0,-10 1 1 0,-7-3-6 0,-9 1 1 16,-12-1 7-16,-8 0-2 0,-9-1 11 0,-8 0 0 0,-6-3-14 0,-4-3-9 16,-3-5-2-16,3-5-3 0,6-4-5 0,5-4-3 0,6-4-10 15,7-6-4-15,6-4-18 0,2-3-40 0,4-4-59 0,2 0-107 0,0-2-165 16,3 0-137-16,-1-2-456 0</inkml:trace>
  <inkml:trace contextRef="#ctx0" brushRef="#br0" timeOffset="-35239.01">25305 10912 9 0,'-3'1'12'0,"1"2"4"0,-1 0-2 0,1 0-10 16,-1-1-1-16,1 0-3 0,0 1 1 0,0-1 2 0,0 0-1 0,1 0-1 15,0 1-4-15,0-1-12 0,1-1-11 0</inkml:trace>
  <inkml:trace contextRef="#ctx0" brushRef="#br0" timeOffset="-34403.5">22732 15261 11 0,'-3'0'13'0,"-1"3"7"16,1-1 4-16,-1 1 0 0,2 1 1 0,-1-1-8 0,-1 2 0 16,-1 0-3-16,1 0-1 0,0-1 1 0,-1 3-3 0,1-1-2 0,0 0 1 15,0 1-3-15,1 0-1 0,-1 0 1 0,1 0-2 0,0 0 2 0,-2-1-1 16,1 0-4-16,0 0 1 0,1-1-1 0,0 0-1 0,1-1 0 16,0-1 0-16,-1 0-1 0,2-1 1 0,0 0 0 0,0-1 0 0,-1 0 0 15,1 1 0-15,0-1 1 0,-1 1 2 0,0-1 2 0,0-1 1 0,1 0 2 16,-1 0-1-16,2 0 2 0,-1 1-1 0,0-2-1 0,1 1 0 15,-1 0-1-15,1-1-2 0,0 1 0 0,0 0-1 0,0-1-2 16,1 1 0-16,-1 0 0 0,1 0-1 0,-1 0 2 0,2 0-2 0,-1 0 0 0,0 0-2 16,1 0 0-16,0 0 3 0,0-1 0 0,-1 1-2 0,1-1 1 15,1 1-1-15,-1-2-2 0,2 1 1 0,-2-2-1 0,3 1 2 16,0-1-1-16,0-1-1 0,1 1 0 0,-2 0 0 0,1 0 0 0,0 0 0 16,0 0 0-16,-1 0-1 0,0 0 1 0,0 1 2 0,-1 1-1 0,-1 0 1 15,1 0 1-15,-1 0-1 0,1 1-1 0,-1 1 1 0,0-1 0 0,-1 1 1 16,0 0 1-16,0 0-2 0,0 0-2 0,0 1-1 0,-1 1 2 15,1-1-1-15,0 1-2 0,0-1-1 0,0 1-1 0,-1-1-3 0,1 0 0 16,0 0-1-16,0-1-1 0,-1 1 0 0,1 0 3 0,-1-1-1 16,0 0 0-16,1-1 1 0,0 1 0 0,0-1 3 0,0 1 2 0,0-1 1 15,-1 1 0-15,0-1 0 0,1 0 0 0,0 1 0 0,-1-1 1 0,1 0 1 16,-1 0-2-16,1-1 2 0,0 0-3 0,0 1 1 0,0-2-4 16,-1 1-5-16,2 0-1 0,-1 1-4 0,-1-1-3 0,1 0-2 0,-1 1-11 15,1-1 3-15,0 0-2 0,0 1 5 0,0-2 12 0</inkml:trace>
  <inkml:trace contextRef="#ctx0" brushRef="#br0" timeOffset="13482.12">29201 7085 272 0,'28'-46'68'0,"0"-4"-1"0,10-12-15 0,-5 8-16 0,0 8-6 15,2 1-10-15,0 1-4 0,3 0-1 0,-1 0-5 0,1 0-2 0,1 1-3 16,0 1-4-16,3 3-3 0,0 1-2 0,1 1-3 0,4 1-3 0,3 0 2 15,1 0-2-15,2 1-1 0,3 1 2 0,3-1-1 0,5 0-2 16,4 2 2-16,5-1-2 0,1 3 1 0,6-2 2 0,1 0 3 0,2-1 2 16,3 1 6-16,-2 2 2 0,1 3 2 0,0 1 3 0,-1 2-4 0,4-1 1 15,0 2 6-15,1 1-13 0,3 1-1 0,-2 3 0 0,3 1-5 16,0 2 19-16,1 2 3 0,-1 2 3 0,-47 6-4 0,11-1-6 0,-2 1-3 16,10 0-2-16,-2 2 0 0,8 0-5 0,-3 3-1 0,9 1-2 15,-5 2 0-15,-38 1 3 0,2 1 0 0,-1 1-1 0,1 2-2 0,-3 1 0 16,2 2-3-16,-4 3 1 0,1 2 1 0,-3 2-3 0,0 2 3 0,-4 3 2 15,0 4 0-15,-3 1 2 0,0 5 1 0,-6 1 0 0,1 5 1 16,-4 2-2-16,-5 3 8 0,-4 2 1 0,-4 4 2 0,-4 1 2 0,-3 3-5 16,-4 2 0-16,-6 5-15 0,-19 54 1 0,-8-4-1 0,-6-4-1 0,-4-7 21 15,-4-7 0-15,-1-9 2 0,0-10 3 0,5-14-7 0,-2-1 2 16,-3-3-2-16,0-2-8 0,-60 42 0 0,14-21-3 0,9-14 0 0,16-17 6 16,3-8-1-16,-1-3-8 0,-2-3 0 0,-2-3 1 0,-1-6 2 15,-2 0 5-15,-2-5-4 0,-6-2-7 0,0-3-14 0,-4-6-33 0,-6-1-72 16,2-2-163-16</inkml:trace>
  <inkml:trace contextRef="#ctx0" brushRef="#br0" timeOffset="16404.19">25455 10839 766 0,'-3'-5'120'0,"-1"0"-7"0,0 0-48 16,1 1-18-16,3 1-17 0,0 1-8 0,2 0-7 0,-1 2-9 15,0-1-2-15,1 1-5 0,-2 0 0 0,0 1-4 0,1 1-1 0,-1 1 2 16,0 1-3-16,1 0 3 0,-2 2 3 0,0-1 1 0,0 0 6 0,-2 0-6 16,0 0 8-16,-1 0-4 0,0 0 2 0,1-1 5 0,-1 1-6 15,-1 0-3-15,1 0-1 0,-1 1-3 0,0-1-4 0,-1 0 0 0,2-1-12 16,-1 2-11-16,-1-1-16 0,1 2-40 0,-2 0-50 0,-1 1-51 0,-1 3-65 15,0 1-113-15</inkml:trace>
  <inkml:trace contextRef="#ctx0" brushRef="#br0" timeOffset="16953.79">22797 15429 1025 0,'-5'2'105'0,"1"1"-40"0,-2 0-25 0,2 1-16 0,1-1-8 15,0 0-19-15,2 0-16 0,0 1-6 0,1 0-5 0,1 0 0 0,-1 0-3 16,1 1-13-16,0 0-11 0,0 1-16 0,0 1-9 0,0 0-1 0,-1-1 7 15,1-1 14-15,0 1 5 0,-1 0 10 0,1-1 2 0,0 1 0 16,0 0 2-16,0-2 4 0,0 1 5 0,0 1 5 0,-1-1 3 0,0 0 0 16,0 0-4-16,-1 0-13 0,1-1-9 0,0 2-11 0,-1-2-5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1:10:16.6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16562 7650 323 0,'14'-16'85'15,"4"0"-32"-15,6-4-1 0,3 2-12 0,0 3-10 0,1 0-8 0,1 0-7 16,1 0-3-16,2 0-4 0,0 1-3 0,1 2-1 0,-3 1-2 0,2 0 0 16,-1 2-1-16,-1 1 0 0,-1 0 2 0,1 2 2 0,-1 0 0 15,0 3 3-15,-2-1 0 0,1 1 2 0,-1 1 1 0,3-1 5 0,0 1 1 16,2 1 2-16,-3 0 2 0,1 1-1 0,0 1 5 0,1 0 5 0,0 0 3 16,2 1 4-16,0 0 5 0,0 0 2 0,1 0 3 0,1 1 3 15,-1 0 3-15,2 1 0 0,2 0 2 0,-1 1 1 0,3-1-1 0,0 1-1 16,2 0-1-16,2-1-6 0,1 1-3 0,1 0 0 0,0 1-7 15,1-1-2-15,2 0-4 0,1 0-3 0,1 1-3 0,2 0-3 0,0-1 4 16,-1 0-4-16,3 1 0 0,-1 0 1 0,0 1-7 0,1 0 1 0,0 0-2 16,1-1-1-16,1-1-6 0,1 1-1 0,2-1-3 0,0 1-3 15,-1-1 5-15,1 1-2 0,-2-1-5 0,0-1 2 0,0 1 0 0,-1-1 4 16,2 1 2-16,0 0 0 0,1-1 4 0,1 1 0 0,-1-1 9 0,0 0 2 16,1 0 1-16,0-2 17 0,1 1-16 0,0 0 8 0,1-2 1 15,0 0-24-15,0 0 16 0,1-1-11 0,0 0-1 0,3-1-5 0,0-1-2 16,-1-1 0-16,1 0 0 0,-1-1 6 0,0 0-2 0,0-1 1 15,0-1-2-15,-2 2 1 0,0 0 1 0,-1-1 0 0,1 1-1 0,-1 1 1 16,0 1 1-16,0 1 2 0,0 0 6 0,0 0-9 0,1 0 12 0,-2 0-10 16,-1 0-1-16,0 0-2 0,0 1-4 0,-1-2 2 0,1 2-2 15,-2 0 15-15,-1-1-13 0,1 0 9 0,-2 0-9 0,-1 0-3 0,0-1 0 16,-2 0-1-16,1 0 1 0,-2-1 0 0,0 1 0 0,-2-2 1 0,-4 1-1 16,1-1 0-16,-2 0-2 0,-2 0-6 0,-2 1-7 0,0-1-4 15,-5 1-13-15,-1 0-13 0,-5 0-21 0,-1 1-38 0,-6 1-60 0,-1 0-93 16,-4 1-119-16,-3 0-117 0,0 0-322 0</inkml:trace>
  <inkml:trace contextRef="#ctx0" brushRef="#br0" timeOffset="37475.6">18439 1752 1161 0,'-4'1'1017'15,"-1"1"-794"-15,-2-1 14 0,-1 1-19 0,-1 1-6 0,-1 0 7 0,1 0-25 16,0-1-35-16,1 1-32 0,0-1-20 0,1 0-15 0,0 0-5 16,1-1-45-16,0 0-42 0,0 0 0 0,2-1 0 0,-1 1 0 0,0-1 0 15,1 0 0-15,0 0 0 0,1-1 0 0,1 1 0 0,0-1 0 16,1 0 0-16,0-1 0 0,1 1 0 0,0 0 0 0,0-1 0 0,1 0 0 16,1 0 0-16,0 0 0 0,0 0 0 0,2 1 0 0,0-1 0 0,2 0 0 15,0 0 0-15,0 0 0 0,1 1 0 0,2-1 0 0,0 0 0 16,1 1 0-16,2-1 0 0,0 0 0 0,2 0 0 0,2 0 0 0,1 0 0 15,1-1 0-15,2 0 0 0,2 0 0 0,-1-1 0 0,2 0 0 0,1 0 0 16,0 0 0-16,0 0 0 0,1-1 0 0,1 1 0 0,0-2 0 16,0 1 0-16,1-1 0 0,0 0 0 0,1 0 0 0,-1 1 0 0,0-1 0 15,-2 0 0-15,1 2 0 0,-2 0 0 0,-3 1 0 0,0 1-22 0,-2 0-105 16,-3 2-11-16,-1 0-21 0,-2 1-20 0,-3 0-24 0,-2 2-40 16,-1 0-28-16,-4 0-25 0,-1 2-45 0,-3 0-44 0,-2 0-34 0,-2 1 2 15,-2 0-204-15</inkml:trace>
  <inkml:trace contextRef="#ctx0" brushRef="#br0" timeOffset="37707.6">18299 2078 1806 0,'-7'9'403'0,"1"2"-44"0,-1 2-61 0,4-2-52 16,2-2-28-16,3-1-32 0,1-2-34 0,1 0-14 0,2-1-20 0,1 0-17 15,3-1-31-15,1-1-70 0,1 0 0 0,2 0 0 0,-1 0 0 0,1 0 0 16,0-1 0-16,0-1 0 0,2-1 0 0,0 0 0 0,1 0 0 15,0-1 0-15,1 0 0 0,1-2 0 0,-1 0 0 0,1-1 0 0,0 0 0 16,0 0 0-16,1-1 0 0,0 0 0 0,0-1 0 0,2 0 0 0,0 0 0 16,-1-1 0-16,2 2 0 0,0-2 0 0,-1 1 0 0,2 0 0 15,-1-2 0-15,0 0 0 0,1 1 0 0,-2-1 0 0,1 0 0 0,-2-1-159 16,0 1-131-16,1 0-107 0,0-3-156 0,-1-1-219 0,2-1-457 16</inkml:trace>
  <inkml:trace contextRef="#ctx0" brushRef="#br0" timeOffset="38080.6">19423 1210 1937 0,'-15'4'432'0,"1"0"-71"0,-3 2-52 15,-2 1-54-15,-3 2-25 0,-3 2-42 0,2-1-36 0,1 1-35 0,3 1-23 16,2 1-74-16,0-1-20 0,4-1 0 0,1 1 0 0,3 0 0 15,2 0 0-15,1 0 0 0,4-2 0 0,2 1 0 0,2 0 0 0,4 1 0 16,2-1 0-16,3 0 0 0,4-1 0 0,4 1 0 0,2 0 0 0,5-1 0 16,4 1 0-16,3-2 0 0,3-1 0 0,5 1 0 0,1 0 0 15,4-1 0-15,1 0 0 0,5 1 0 0,-1-1 0 0,2 0 0 0,0 1 0 16,1 0 0-16,0 1 0 0,0 0 0 0,0 1 0 0,-2-1 0 16,-1 2 0-16,0 0 0 0,-1 1 0 0,-1 0 0 0,0-1 0 0,-3 2 0 15,-2 0 0-15,-1 0 0 0,-1 0 0 0,-4 2 0 0,-1 1 0 0,0 2 0 16,22 16 0-16,-15-1 0 0,-10-4 0 15,-17-7 0-15,0-1 0 0,-5 0 0 0,-4 3 0 0,-2-1 0 0,-4 2 0 0,-3 2 0 0,-4 2 0 16,-2 0 0-16,-4 4 0 0,-4-1 0 0,-2 0 0 0,-4-1 0 16,-4-1 0-16,-2-1 0 0,-5 3 0 0,-1-2 0 0,-3 2 0 0,0 0 0 15,-1 0 0-15,-3 0-14 0,1-2-133 0,-1-1-60 0,2-3-40 0,2-1-48 16,1 0-61-16,3-2-98 0,-1 0-173 0,4-3-38 0,0 1-132 16</inkml:trace>
  <inkml:trace contextRef="#ctx0" brushRef="#br0" timeOffset="38656.61">22316 1025 1548 0,'-1'0'316'0,"-1"0"-2"0,0 1-11 0,0 0-34 0,-1 0-31 15,-1 1-28-15,0 2-33 0,0 1-32 0,0 1-23 0,0 3-8 0,-1 1-14 16,-1 1-2-16,-5 19-53 0,0 5-1 0,3 7-14 0,0 4-12 0,2 3-14 16,3 2-4-16,0 2 0 0,1 0 0 0,1-2 0 0,1 2 0 15,0 1 0-15,1 1 0 0,0 1 0 0,1 0 0 0,-2 5 0 0,2 42 0 16,-1-15-72-16,-1-16-50 0,-1-24-19 0,0-3-22 0,1-2-26 15,-1-5-19-15,1-5-30 0,0-5-36 0,0-4-37 0,0-5-55 0,-1-2-68 16,0-5-62-16,-1-3-264 0</inkml:trace>
  <inkml:trace contextRef="#ctx0" brushRef="#br0" timeOffset="39123.61">22078 1228 1368 0,'-2'-1'266'16,"0"1"24"-16,0-1 4 0,1 0-40 0,-1 0-30 0,1-1-31 0,0 1-33 16,2-2-38-16,0 0-10 0,1 0-16 0,2-2-5 0,2 1-9 0,1-2-11 15,3 1-5-15,1 0-14 0,4-1-5 0,2 0-18 0,2-1-2 16,2 1-5-16,2 1-18 0,2 0 3 0,2 1-5 0,1 1 4 0,0 1 6 16,2 2-10-16,0 1-4 0,0 3-18 0,0 1-30 0,1 3-31 15,25 10-10-15,-6 4 1 0,-7 5 16 0,-4 0 22 0,-9 4-1 0,-5-2 1 16,-7 1-8-16,-7-4 2 0,-1 0 5 0,-4 1 5 0,-2 0 3 0,-3 1 5 15,-2 0 3-15,-3 0 1 0,-2 1 14 0,-3 0 7 0,-2 0 6 16,-1 1 6-16,-3-1 3 0,-1 1 3 0,-1-1 31 0,1-1 5 0,-3 1-6 16,0-3-1-16,1 1-18 0,-3-2-21 0,-11 18 14 0,7-13 7 15,7-7 2-15,8-11 26 0,4-6 0 0,1-2 2 0,4-3 2 0,3-3-1 16,2-2-4-16,2-1-8 0,4-4-7 0,-4 4 7 0,3-2-6 0,1-1 3 16,3-1-1-16,3 0-51 0,3-1 17 0,2 1-5 0,1-1 1 15,4 0 31-15,-1 2-11 0,2 1 2 0,-1 2-3 0,0 1 8 0,0 1-3 16,-1 1 11-16,1 3 1 0,-2 0-7 0,0 1 9 0,-1 2-25 0,-2 0 3 15,0 1-3-15,-1 2-4 0,-4-1 13 0,0 2-5 0,-3 0 0 16,-2 1-20-16,4 8 4 0,-8-1 3 0,-6-2 5 0,-5-2 7 0,-2 1-1 16,-4 2-4-16,-3 1-2 0,-2 1-4 0,-3 0-5 0,-2 2-5 15,-4 0-3-15,0-1-3 0,-3 2 1 0,0 0-6 0,1-1-3 0,1 1-4 16,0-1-8-16,-1-2-3 0,1 0-8 0,0-1-5 0,1-3-11 0,2-1-4 16,3-2 9-16,3-1-8 0,4-1-19 0,4-2-21 0,1-3-49 0,3-2-45 15,3-2-49-15,3-2-52 0,2-2-63 0,3-3-37 0,0-3-6 16,5-2-170-16</inkml:trace>
  <inkml:trace contextRef="#ctx0" brushRef="#br0" timeOffset="39273.61">23240 1818 1296 0,'6'0'344'0,"-1"0"-54"0,1 1-9 16,0 1-29-16,-1 1-55 0,3 1-40 0,-3 3-29 0,0 1-22 0,-1 2 2 16,0 1-32-16,-2 1-12 0,0 3-22 0,-1 15-30 0,-2-3 12 0,-2-1-17 15,0-4-1-15,-1-1-1 0,-2-1-7 0,1 0-3 0,0-1-31 16,-1-1-26-16,2-2-23 0,-2 1-39 0,0-2-46 0,0-2-66 0,0-4-120 15,2-3-163-15,1-3-126 0,0-2-200 0</inkml:trace>
  <inkml:trace contextRef="#ctx0" brushRef="#br0" timeOffset="39424.61">23200 1494 1476 0,'-1'-7'452'15,"0"2"-175"-15,0-1 38 0,-1 0-27 0,1 0-67 0,-1 0-49 0,0 3-47 16,1 2-34-16,-1 2-17 0,0 1-11 0,1 2-13 0,0 1-8 15,-1 1-14 1,1 1-7-16,0 0-4 0,-1 1-8 0,1-2-9 0,0 2-7 0,0-1-16 0,1-1-30 0,0-1-39 0,0 1-61 0,2-2-70 0,0 0-73 16,1 1-104-16,1-2-121 0,1 1-153 0,0 0-234 0</inkml:trace>
  <inkml:trace contextRef="#ctx0" brushRef="#br0" timeOffset="40289.61">23496 1720 1864 0,'0'0'322'0,"0"0"-48"16,1 1-28-16,0-1-27 0,1 1-30 0,0 1-47 0,2-1-30 0,0 2-15 16,1 0-21-16,1 1-3 0,0 1-4 0,0 0-10 0,1 2-7 0,0 2-13 15,-1 0-4-15,-1 2-6 0,0 1-2 0,0 0-3 0,-1 2-4 16,0 1-5-16,0 0-19 0,-1 0-4 0,1 2-1 0,0 1-5 0,3 13 14 16,0-4 2-16,-1-4-2 0,-1-9 2 0,1 0-2 0,0-2 4 0,0 1-6 15,0-2 2-15,1 0 2 0,-1-1 0 0,1-2-2 0,0-2 2 16,0-1-6-16,1-3 4 0,1-2 2 0,-1-2-4 0,1 0 8 0,0-3-8 15,0 0 4-15,0-2 2 0,0-2-2 0,1-1 1 0,1 0-3 16,-1-1 2-16,1-2-2 0,0 1 4 0,-1-1 0 0,-1 0 4 0,-4 7 4 16,1-2 6-16,0 1-16 0,0-1-6 0,0 1-6 0,1-1-4 0,-1 2 16 15,1 1-2-15,0 2 4 0,-3 0 6 0,1 3-2 0,0 2 2 16,-1 1-8-16,-1 2-2 0,3 6 2 0,-2 4 0 0,0-1 4 0,0-2-6 16,-1-2-2-16,0 1 2 0,1 0 2 0,1 0-2 0,-1-2 0 0,1 0 2 15,0-2-2-15,1-2-4 0,1 0 2 0,2-1-8 0,-1-1-10 16,1-2-4-16,1-1-3 0,-2-1-5 0,2-2-1 0,1-1 2 0,-1-1-2 15,0-1-5-15,0-2 9 0,0 0 4 0,0-1 8 0,0-2 13 16,1 0-4-16,0 0 4 0,-1-1 4 0,-5 6-1 0,0-1 2 0,1-1 7 16,0-1-10-16,1 1 21 0,0-2 8 0,0 1-2 0,1-2 13 15,0 1-16-15,-1 1-7 0,-1 1-1 0,0 2-3 0,0 1 5 0,-1 2 0 16,1 2-1-16,-2 2-1 0,0 1-8 0,0 2 6 0,0 1-18 0,-1 2-4 16,0 0 0-16,0 2 2 0,0 0 8 0,1 3 2 0,0 7-4 0,2-1-4 15,-1-3 5-15,-2-3-1 0,2-5-4 0,0 2 4 0,1-2 2 16,1-2 0-16,0 0 0 0,1-1-2 0,0 0-2 0,0-2-4 0,2-1 2 15,0 0-2-15,-1-1 5 0,1 0-1 0,-1-1 4 0,0-2 0 16,1-2-2-16,0 0 6 0,0-1-2 0,0-1-6 0,0 0 6 0,0 0 0 16,-1-1-4-16,0 0 7 0,-1 0-1 0,-1 0-4 15,-4 4 2-15,1-2 2 0,0 1-14 0,-1-1 9 0,0-1 2 0,1 1 17 0,-2-1 7 16,1-1 3-16,-2-1-5 0,0 2-25 0,-1-1 12 0,0 1-6 0,-1 0 12 16,0 2 2-16,-3 0-6 0,1 0-2 0,-2 1-14 0,-1 0 6 0,-1 1-4 15,0 0-6-15,-2 2-2 0,-1 0-8 0,0 1-6 0,0 1-5 16,-1 0-6-16,-1 2-4 0,-1 1-2 0,0 0-11 0,1 2 0 0,0 0-1 15,-1-1 0-15,2 2-9 0,1-1-1 0,2 0-7 0,1 0-4 16,2-1-9-16,2 0-15 0,0-1-8 0,4-1-14 0,0 0-4 0,2 0 6 16,1 0 2-16,2-1-2 0,1-1 6 0,3 0-2 0,1 0 9 0,1-2 7 15,2 0 9-15,0-1 11 0,2-1 18 0,1 0 20 0,0 0 20 16,0 0 9-16,1 0 4 0,0 0 6 0,0 2 3 0,-1 0 22 0,1 1 21 16,-1 1 30-16,-2 1 31 0,1 1 20 0,-1 2 14 0,11 7-11 0,-4 1-7 15,-5 1-17-15,-5 0-27 0,-3 0-11 0,1 0-7 0,-1 2-4 16,0 0-2-16,0-1-10 0,0-2-18 0,-1 0-11 0,-1-2-8 0,0-2 2 15,0 0-4-15,-1-2-2 0,-1-1-1 0,-1-1-2 0,-1 0-2 16,0-1 2-16,-2-2 2 0,-2-1 1 0,-1 0 6 0,-1-1 5 0,-1-1 3 16,-2 0 4-16,0-2 9 0,-3-1-1 0,0-1-1 0,-3 0-1 0,-1-3-4 15,0 0 2-15,1-1 5 0,0-1 8 0,1-1 11 0,0-1 9 16,2 0 7-16,0-2 0 0,2 0-3 0,0-1-9 0,3 0-4 0,-1 0-9 16,4 8-3-16,-1-1-6 0,2 1-12 0,0-2-3 0,2 3 9 0,-1 0-17 15,2-1 17-15,0 1-1 0,1-1-20 0,1 3 9 0,1-1-9 16,1 2-8-16,0 0 2 0,1 0 2 0,0 0-23 0,1 1-10 0,-1-1-24 15,1 0-24-15,2-1-26 0,-1 1-30 0,1-2-31 0,2 0-43 16,-1-1-48-16,2-1-77 0,1-1-104 0,1 0-123 0,-1 0-59 0,2 0-93 16</inkml:trace>
  <inkml:trace contextRef="#ctx0" brushRef="#br0" timeOffset="40640.61">25022 1735 1814 0,'0'3'322'0,"0"-1"-46"0,-1 3-48 0,1 1-39 0,0 2-56 0,1 1-47 15,0 2-19-15,0 0-18 0,1 0-3 0,0 1-10 0,0 0-8 16,2 0-8-16,-1 0-7 0,1-1-3 0,2-2-2 0,0 1-5 0,2-2-3 16,0-1-21-16,1-1 1 0,0-1 4 0,1-2 1 0,1-1 1 0,1-3-12 15,0 0-20-15,1-1-9 0,0-2 5 0,1-1 7 0,0-1 7 16,1-2 9-16,0-2 5 0,-2 0 8 0,1-1 6 0,0-1 6 0,0-1 0 16,-2 0 0-16,0 0 6 0,0 2-4 0,-1-1 5 0,0 1-3 0,-2 1 1 15,-1 2 14-15,0 1 5 0,0 3 16 0,-2 2-1 0,-1 0 8 16,-1 4 1-16,1 1-11 0,-1 2 0 0,0 3-9 0,0 2-6 0,1 1 0 15,-2 2-12-15,3 2 3 0,0 1-5 0,0 1-1 0,0 2-14 16,1-1-4-16,0 5 1 0,8 17-2 0,-2-3 14 0,0-5-6 0,-2-7 3 16,1 1-2-16,-1 1-1 0,-1-1-3 0,-1 1 0 0,-1-3-14 0,-1-2-5 15,-1 0 0-15,-2-1 6 0,-1-1 13 0,-3 0 12 0,-2 0 6 16,-2-1 2-16,-1 0 1 0,-3 1-3 0,-2-3-2 0,-2 0 0 0,-2-1 0 16,-1-1 1-16,-1-1 3 0,-1 0-8 0,-1-2-1 0,-2-2-5 0,0-2-4 15,1-2-9-15,0-3-9 0,2-2-8 0,2-2-17 0,1-3-15 16,2-2-14-16,2-1-9 0,3-3-22 0,2-1-13 0,3-2-30 0,2-1-61 15,3-2-98-15,3-1-146 0,4 0-111 0,2 0-112 0</inkml:trace>
  <inkml:trace contextRef="#ctx0" brushRef="#br0" timeOffset="48590.16">12950 2883 384 0,'-6'-2'124'0,"0"2"-7"0,-1-1 3 16,2 0-1-16,0 0-3 0,1 0-3 0,1 1-2 0,-1 0 0 15,0 0 6-15,1 0 6 0,0 0 4 0,1 0 4 0,0 0-1 0,-1 1-4 16,0-1 2-16,1 0-6 0,-1 1-3 0,1-1-8 0,0 1-4 0,-1 0-5 16,1 0-9-16,1 0-2 0,-1 1-9 0,1-1-3 0,-1 2-2 15,0-1-8-15,0 0 3 0,1 1-9 0,-1 0-1 0,1-1-1 0,-1 0-7 16,0 0 0-16,0 0-3 0,0 0-9 0,0 1-4 0,0-1-3 0,0 0-3 15,1-1-1-15,-1 0-1 0,1 0-5 0,0-1-8 0,1-1 5 16,-1 1-6-16,1-1-4 0,1 0 3 0,0-1-1 0,1-1-2 0,0 0-2 16,1 0-6-16,1 0 2 0,1 1-2 0,0-1 2 0,1-1-2 15,1 1 2-15,1 0 2 0,1-1 0 0,0 1 2 0,1-1-2 0,2 1-2 16,2-1 0-16,0 1-4 0,0 0-2 0,1 0 0 0,0 0 0 0,1 0 0 16,0 0 0-16,1 0 0 0,1 1 0 0,-2 1 0 0,0-1 0 15,1 1 0-15,-1 1 0 0,0 0 0 0,1 1 0 0,0 0 0 0,-1 1 0 16,-1 1 0-16,0 1 0 0,-1 1 0 0,-1 1 0 0,-2 0 0 15,-2 1 0-15,-2 2 0 0,-1 0 0 0,0 1 0 0,-3 1 0 0,-1 2 0 16,-2-1 0-16,-1 1 0 0,-2-1 0 0,-1 0 0 0,-1 1 0 0,0-1 0 16,-1 1 0-16,-1-2 0 0,0 1 0 0,-1 0 0 0,0 1 0 15,-1-1 0-15,1-2 0 0,0 0 0 0,0-1 0 0,1 0 0 0,2-1 0 16,-1-2 0-16,1 0 0 0,1-2 0 0,0-1 0 0,1 0 0 0,1-2 0 16,1-1 0-16,0 0 0 0,1-1 0 0,0 0 0 0,1-2 0 15,1 0 0-15,0-1 0 0,1 0 0 0,2-1 0 0,0 0 0 0,1 0 0 16,0 0 0-16,1 0 0 0,1 1 0 0,1-2 0 0,1 2 0 15,0-1 0-15,1 2 0 0,-1-1 0 0,1 1 0 0,1 0 0 0,0 2 0 16,2 0 0-16,0 1 0 0,2 1 0 0,0 1 0 0,1 1 0 0,-1 0 0 16,2 1 0-16,0 2 0 0,-2 0 0 0,0 2 0 0,0 1 0 15,-1 0 0-15,-1-1 0 0,1 2 0 0,-1-1 0 0,-1 1 0 0,0 1 0 16,-3 0 0-16,1-1 0 0,-1 0 0 0,-2-2 0 0,-1 1 0 16,-1 0 0-16,-2-1 0 0,-1 1 0 0,-2 0 0 0,-2 0 0 0,-2-1 0 15,-1 1 0-15,-2 0 0 0,-2 0 0 0,-2-1 0 0,-2-1 0 0,1 1 0 16,-3-1 0-16,-1-2 0 0,1 1 0 0,-2-1 0 0,0-1 0 0,-1-1 0 15,-1-1 0-15,2 1 0 0,-3-2 0 0,1 0 0 0,1 0 0 16,2-1 0-16,0-2 0 0,2 1 0 0,1-1 0 0,2 0 0 0,0 2 0 16,2-1 0-16,1 0 0 0,1 0 0 0,1 1 0 0,0 0 0 15,1 1 0-15,1 0 0 0,0 0 0 0,0 1 0 0,0 0 0 0,1 1 0 16,0-1 0-16,-1 1-44 0,2 0-75 0,-1 0-55 0,1-1-93 16,0-1-157-16,0-1-283 0,1-1-286 0,1-1-22 0</inkml:trace>
  <inkml:trace contextRef="#ctx0" brushRef="#br0" timeOffset="49252.16">16662 3264 1059 0,'-1'3'754'0,"0"-2"-467"0,-1 2 26 0,0-1-66 16,1 1-18-16,1-1-18 0,0 1-35 0,1-1-28 0,1 0-30 0,0 0-22 15,1 0-18-15,1 0-11 0,2 0-9 0,0-1-8 0,2 1-7 16,1-1-13-16,3 0-7 0,0 0-7 0,3 0-2 0,0 0-2 0,2 0-2 15,1-1-6-15,1 0 0 0,3-1 0 0,0 0 2 0,2-1 6 16,2-1-6-16,0 0-2 0,4-2-8 0,-1-2 4 0,1 1-4 0,1-1 8 16,-2 1 10-16,1-1-8 0,0 0-6 0,1 2 0 0,-1 0 0 0,1 0 0 15,-3 1 0-15,-1 0 0 0,-2 1 0 0,1 0 0 0,-3 1 0 16,0 0 0-16,0 0-2 0,-3 2 4 0,-1-1-20 0,0 1-10 0,-4 1-6 16,0-1-33-16,-2 2-2 0,-2-1-18 0,-2 2-37 0,-1-1-37 15,-3 1-47-15,0 0-50 0,-2 0-54 0,-2 1-65 0,0 1-55 0,-3-1-94 16,-1 2-57-16,0 1-41 0</inkml:trace>
  <inkml:trace contextRef="#ctx0" brushRef="#br0" timeOffset="49470.16">16858 3547 1477 0,'-14'9'252'0,"0"1"3"0,-3 1-20 0,5-2-5 0,5-2-10 0,1 0-28 15,2-2-36-15,2-1-30 0,3-1-23 0,1-1-10 0,2-1-8 16,3 0-4-16,1-1 3 0,4 0-9 0,2-1-4 0,1 0-6 0,0 0-9 15,1-1-3-15,1 0-12 0,2-1-8 0,-1 0-7 0,2 0 0 16,-1 0-8-16,-1-1-2 0,1 0 0 0,0 0-8 0,-1 0-6 0,-1 0-2 16,0-1 0-16,0 1 0 0,-1-1 0 0,1-1 0 0,1 1 0 0,-1-1 0 15,-1 0 0-15,1 0 0 0,-1 0 0 0,1 0 0 0,-2-1-16 16,0 1-36-16,0-2-29 0,-1-1-30 0,-1 1-41 0,2 0-40 0,0-1-53 16,1 0-63-16,-1 1-91 0,2-2-118 0,-1-1-137 0,1-2-297 15</inkml:trace>
  <inkml:trace contextRef="#ctx0" brushRef="#br0" timeOffset="49767.16">17745 2955 1034 0,'-8'4'534'0,"1"0"-262"0,-2 3-13 0,3-1-30 0,3 0-18 0,1 0-21 16,1 1-33-16,1-1-31 0,2 1-19 0,1-1-26 0,1 1-12 0,3-1-8 15,1 2-10-15,3 2-8 0,1-1-10 0,2 2-3 0,1-1-6 16,3 0-4-16,2 0 1 0,-1-1-6 0,3 1-4 0,-1-1 2 0,-1 0 0 16,2 0 6-16,-2-2 7 0,0 1 1 0,0 0 3 0,-1-1 3 0,-2 0 5 15,-1 0 6-15,0 0 3 0,-2-1-14 0,-2 0-4 0,-2-2-7 16,-1 2-3-16,-1 0 7 0,-3 0-8 0,-1 1 0 0,-3 1-8 0,-1 1-8 16,-2 0-2-16,-3-1 0 0,-1 1 4 0,-3 1 2 0,-2-1-2 0,-2 2-4 15,-2-1-2-15,-1 1-6 0,-1-2-14 0,0 2-14 0,-1-1-21 16,-1 0-23-16,2 0-26 0,-1-1-40 0,0-1-44 0,0 2-63 0,1 0-80 15,0-1-110-15,1 1-150 0,3-1-174 0,1-1-7 0</inkml:trace>
  <inkml:trace contextRef="#ctx0" brushRef="#br0" timeOffset="50556.63">21932 2941 1606 0,'-7'0'200'0,"0"0"8"0,-3 0 3 0,1 1 19 0,2-1-10 0,0 0-29 16,1 1-40-16,0-2-35 0,1 0-28 0,0-1-10 0,1 0-7 16,0-1 2-16,-1 1 0 0,1-1-5 0,-1 0-5 0,0 0-6 0,1 0-7 15,0-1-4-15,1 0 2 0,0-1-3 0,0 0 0 0,1 1-4 16,1-1-3-16,0 0-4 0,0-1 0 0,1 0-24 0,1 0-10 0,0 0 0 16,2 0 0-16,1 0 0 0,0-1 0 0,2 1 0 0,1 2 0 0,0-2 0 15,1 1 0-15,0 1 0 0,1 0 0 0,2 2 0 0,0 0 0 16,1 2 0-16,1 0 0 0,-1 1 0 0,2 1 0 0,0 1 0 0,1 0 0 15,-1 0 0-15,3 2 0 0,0-1 0 0,1 2 0 0,0-2 0 0,1 1 0 16,1 0 0-16,-1 0 0 0,0-1 0 0,1 1 0 0,-2 0 0 16,0 1 0-16,1-1 0 0,-1 0 0 0,-3 0 0 0,1 0 0 0,-2 1 0 15,-2 0 0-15,-2 0 0 0,-1 2 0 0,-3-2 0 0,-1 2 0 16,-2 1 0-16,-3 0 0 0,-3 1 0 0,-1 1 0 0,-3 2 0 0,-3 0 0 16,-1 0 0-16,-4 0 0 0,-1 3 0 0,-4 0 0 0,0 2 0 0,-1-2 0 15,-1 2 0-15,0 1 0 0,-2-2 0 0,-1 3 0 0,-1 0 0 16,0-2 0-16,0 2 0 0,1 0 0 0,2 0 0 0,0-1 0 0,1 2 0 15,2-1 0-15,1-1 0 0,1 0 0 0,4-1 0 0,1-3 0 16,2 1 0-16,3-1 0 0,1-1 0 0,3-3 0 0,2 0 0 0,4 0 0 16,1-2 0-16,3 1 0 0,4 0 0 0,1-3 0 0,5 1 0 0,1-2 0 15,5-1 0-15,2 0 0 0,2-1 0 0,2-2 0 0,2 0 0 16,3-2 0-16,1 0 0 0,1 0 0 0,2-1 0 0,-1-1 0 0,3 0 0 16,-1 0 0-16,0 0 0 0,1-1 0 0,-3 1 0 0,1-1 0 0,0 0 0 15,1 0 0-15,-1-1 0 0,0 0 0 0,0 1 0 0,-1-1 0 16,1 0 0-16,-2-1 0 0,-2 1 0 0,0 1 0 0,-3-1 0 0,0 0 0 15,-1 1 0-15,-2 0 0 0,-3 0 0 0,-1 0 0 0,-3 0 0 16,-3 0 0-16,-2-1 0 0,-4-1 0 0,-2 1 0 0,-4-1 0 0,-2-1 0 16,-2-1 0-16,-3 0-52 0,-2-2-231 0,-2 0-174 0,-3-1-471 0,-1-1-191 15,-4-3 134-15</inkml:trace>
  <inkml:trace contextRef="#ctx0" brushRef="#br0" timeOffset="111518.41">2287 8454 107 0,'0'0'103'0,"0"1"-10"0,0 0-2 0,0-1-3 0,0 0-3 0,0 1 0 16,0-1-2-16,-1 0 4 0,0 1 7 0,0-2 7 0,0 2 5 15,0-2-1-15,1 1-7 0,-2 0-5 0,1 0-8 0,-1 0 0 0,-1-1-1 16,1 1-2-16,-1-1 1 0,1-1-6 0,-2 1-6 0,0-1-7 15,0-1-5-15,0 0-10 0,0 0-2 0,-1 0-6 0,0-1-5 0,-1-1-3 16,1 1-6-16,1-1-1 0,-1-1-5 0,-1-1 0 0,-1-1 1 0,1 0-7 16,0-2 2-16,0-1-3 0,-1 1-1 0,0-2 1 0,0 0-2 15,0 0 2-15,0-1-1 0,1-2 1 0,-1 0 2 0,1 0 2 0,0-3 6 16,1 0 0-16,-1 0 1 0,1-1-2 0,0-1-5 0,0-1-2 16,1 2-5-16,1-2 3 0,-2-1-1 0,3 1-2 0,-2-1 4 0,3 1-5 15,0-1-3-15,0-1-1 0,3 0 1 0,-1-2-1 0,1 0 1 0,2 0 3 16,0 0-5-16,0 1 3 0,1 0-3 0,-2 0 0 0,1 1 2 0,1-1-4 15,1 1 4-15,-1 0-10 0,0 0-2 0,0 2 17 0,1 0-1 16,1-1 10-16,-1 2-1 0,1-1-17 0,0-1-3 0,1 2 5 0,1-2-5 16,0 1-1-16,0 0 4 0,1-1-3 0,0 2 2 0,-1 0 1 15,1 1-1-15,1-1 3 0,1 1-2 0,0-2 1 0,0-1-4 0,3 2 0 16,-1-1 3-16,1 2-3 0,1 1 2 0,-1 0-1 0,2 2-1 0,-1 1-1 16,1-1 2-16,0 1 1 0,2-1 0 0,1 1-2 0,-2 1 2 15,2-1-1-15,2 2-6 0,-2 0 2 0,2 1-1 0,-2 0-1 0,0-1 4 16,0 2 2-16,0 1 8 0,1 2 3 0,2 0 0 0,-2 0 0 0,1 0-11 15,0 1-1-15,-2 0 0 0,1 0 6 0,-2 1 6 0,0 1-6 16,0 0 3-16,0 0-2 0,1 0-4 0,-2 0 3 0,2-1-1 0,-2 2-4 16,0 0 5-16,0 0-5 0,-1 2 5 0,-1 0 1 0,1 0-6 15,0 1 6-15,-1 0-5 0,0-1-4 0,-1 2 0 0,0 0 4 0,-1 0-4 16,-1 0 4-16,1 1-2 0,0-1 0 0,0 1 4 0,-2 0-4 0,0 0 1 16,-1 1-1-16,0-1 0 0,-2 0 0 0,-1 0-1 0,0 0-3 15,-2 1-1-15,1-1-9 0,-1 0-1 0,-1 0-15 0,-1 0-23 0,-1 0-30 16,-1 0-50-16,1-1-55 0,-2 0-76 0,0 1-140 0,-2-1-100 0,-1 0-29 15,0 0-134-15</inkml:trace>
  <inkml:trace contextRef="#ctx0" brushRef="#br0" timeOffset="111835.41">3221 6780 308 0,'14'-10'71'0,"2"-1"3"0,4-1 9 16,-1 1 0-16,0 1-7 0,1 0-3 0,2 0-8 0,2 1-8 15,-1 0-7-15,0 1-2 0,0-1-2 0,-3 1-5 0,1 1 2 0,-1 0-3 16,-2 2 1-16,2 1-3 0,-2 2-3 0,-1 1 0 0,1 1-2 0,-2 2 0 16,-1 0 4-16,-2 3-3 0,0 0 4 0,0 2 2 0,-2 1 1 15,-1 0 8-15,-3 1 6 0,-1-2 5 0,0 2 5 0,-2-1 1 0,0 1 8 16,-2 0 4-16,0 0 2 0,-2 1 0 0,-1 0-4 0,-1 1-4 0,0 0-1 15,-3 1-7-15,0 0-9 0,-3 0-11 0,0 2-8 0,-3 1-10 16,-2 2-4-16,-1-1-7 0,-2 2-9 0,1 0 1 0,-3 1-2 0,-1-2-5 16,1 0-12-16,-1 0-5 0,0-3-11 0,1 1-4 0,1-1 2 0,-1-1-9 15,0-1-19-15,2-4-18 0,1 0-25 0,2-2-45 0,2-2-58 16,1-1-68-16,1-3-52 0,2 0-2 0,1-2 31 0,1 0 40 0,2-1-112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1:16:17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24016 7632 1251 0,'19'1'12'0,"9"2"15"0,11-1 17 0,10 1 23 0,-10-3 8 0,5-1 2 0,2-2-6 0,3 0-6 0,6-2-12 16,4 0-6-16,3-3-2 0,3-1-11 0,1-1-6 0,2 0-7 0,1 0-8 15,0 0-4-15,0 1-4 0,-3 1-3 0,1 0-4 0,0 1 8 16,0 0-8-16,-2 0 5 0,1 1 1 0,1-2-5 0,-2 1 1 0,3 0 0 16,-2-1-1-16,0 1 2 0,0-2 2 0,0 0-2 0,-1-1 5 15,0 0 3-15,1-1 0 0,-1 0 3 0,1-3-2 0,0 0-7 0,-1 0 5 16,1-1-1-16,-1 0 4 0,-1-2 1 0,-1-1-7 0,-2 1 4 0,-1-1-2 16,-1 1 2-16,-3 1 1 0,-2 0-2 0,-2 0 1 0,-2 0-4 15,-1 1 11-15,-2 1 0 0,-2 0 0 0,-2-1 4 0,-2 2-9 0,-1 0-1 16,-2 1 2-16,0-1-2 0,0 0 2 0,-2-1-5 0,0 2-3 0,-4-2-11 15,-1 1 6-15,-1 1 5 0,-1-3-4 0,-1 2 10 0,0-4-4 16,-3-2-3-16,0 1 3 0,-2-1 6 0,-3-1 2 0,0 0 7 0,-3-1 6 16,-2-1-3-16,-3 0 2 0,-2-1 4 0,-4-2-2 0,-2-1 3 15,-3-3-3-15,-3-1-6 0,-3-2-5 0,-4 0-9 0,-4-1-1 0,-3-1-6 16,-4-1-7-16,-4 0-2 0,-3-1-9 0,-5 1 10 0,-3 0 6 0,-5-1 4 16,-4 1 11-16,-4 0-8 0,-6 0-1 0,-4 3 2 0,-4-1 2 15,-4 4 1-15,-3-2 4 0,-4 1-1 0,-3 0-1 0,-4 1 1 0,-3 3-2 16,-1 2-6-16,-5 2-3 0,-1 2-5 0,-5 1-2 0,-1 3-2 0,-2 1 1 15,-1 3 4-15,-1 1 1 0,-2 3-1 0,1 3 4 0,1 0-1 16,-1 4 1-16,-2 2 0 0,-1 3-2 0,-3 3-2 0,0 3 5 0,1 4 5 16,-1 4 0-16,0 1 7 0,3 5-2 0,0 3-2 0,-1 2 3 0,1 7 1 15,1 2 0-15,1 3-2 0,-1 5-7 0,2 4 1 0,-1 5 4 16,1 4-9-16,5 4 6 0,3 1-1 0,4 2-9 0,7 0 9 16,5 0-9-16,9-2-3 0,9 0 7 0,6-3-2 0,9-1-3 0,8-1-17 15,7-2 3-15,10 1-7 0,5-2 0 0,8 0 7 0,7 0-15 0,5 0 0 16,6-1 3-16,4-1 1 0,5-1 6 0,5-2-2 0,3-1-5 0,4-3-10 15,5-2 8-15,3-3-1 0,4-2 5 0,4-3 6 0,3-3-21 16,3-5-22-16,3-4-42 0,5-5-81 0,2-5-92 0,5-5-63 0,4-7-50 16,5-8-36-16,6-7 13 0</inkml:trace>
  <inkml:trace contextRef="#ctx0" brushRef="#br0" timeOffset="1333.04">3443 8561 291 0,'-25'-14'-3'0,"-4"-2"35"0,-6-1 7 0,5 1-3 0,3 1 0 0,1 0 5 15,2 0 0-15,-1 0 5 0,1 0-3 0,1 1-1 0,1 0-7 0,3 0-5 16,0-1-5-16,3 0-5 0,1 0 1 0,3 2-2 0,1-2-2 16,0 0-2-16,3-1-2 0,1 0-4 0,1-1 5 0,3-1-1 0,2 0 2 15,2-2 0-15,3-2-4 0,1 1-2 0,4-3-1 0,4 0 0 0,3 1 3 16,3-2-1-16,3 1 2 0,5-1 1 0,2-2 2 0,4 0 5 16,5-1 0-16,3 0 4 0,4 0 4 0,6 2 5 0,1-1 1 0,4 1 0 15,3 0-1-15,3 0-10 0,4 2-6 0,3 2-4 0,1 1-5 16,1 2 1-16,3 0 0 0,0 3 4 0,4 2-2 0,-1-1-4 0,3 2 0 15,3 0-6-15,0 0 0 0,4 4 0 0,-1-1-2 0,3 2 2 16,2 2-2-16,-3 1 1 0,2 1-1 0,-4 1-1 0,1 2-3 0,-1 1 2 16,-1 2 4-16,-2 1-1 0,-4 1-1 15,-3 1-1-15,-2 2 0 0,-5 1 4 0,-4 2 13 0,-1 0 9 0,-4 3 9 0,-2 1 4 0,-3 1-11 0,-5 1 0 16,-2 2-4-16,-3 1 8 0,-1 3 5 0,-3 1-1 0,-4 4-7 16,-1 0-10-16,-5 4-4 0,-4 0-4 0,-3 5 0 0,-6 2-2 0,-5 4 0 15,-4 2 2-15,-6 1-2 0,-4-1 1 0,-7 3-4 0,-3 2-6 16,-7 1-4-16,-5 1 4 0,-7 3 1 0,-7 0-1 0,-6 3-1 0,-8 2-13 15,-6 1-5-15,-4 0-1 0,-6-1 3 0,-3-2 4 0,-5 0 8 0,-2-1 0 16,-1-4 14-16,1-3-3 0,-2-4 11 0,1-4 8 0,2-2-10 16,2-5 9-16,0 0-11 0,5-3 5 0,2-3 1 0,6-4-5 0,3-3 3 15,3-3-4-15,2-3-2 0,4-2-2 0,2-3-5 0,5-2 0 16,3-2-2-16,1-2-4 0,3-1-3 0,1-1-7 0,3-1-9 0,4-1-9 16,5-2-18-16,3-1-24 0,3-1-23 0,2 0-18 0,3-1-16 0,2 0-17 15,5-1-19-15,5-1-24 0,4-2-10 0,6-1-19 0,6-3-60 16</inkml:trace>
  <inkml:trace contextRef="#ctx0" brushRef="#br0" timeOffset="2650.49">17661 9919 684 0,'-23'-14'25'0,"-3"-2"-25"0,-4-3-15 0,3 5-15 0,5 3-15 16,4 1-18-16,1-1-9 0,2 2 0 0,4-3 2 0,2 0 11 15,1-1 3-15,0-1-41 0,1 0 2 0</inkml:trace>
  <inkml:trace contextRef="#ctx0" brushRef="#br0" timeOffset="3523.18">20956 8762 198 0,'4'-5'33'0,"1"0"-11"0,2-1-16 16,-1 2-12-16,0 2-4 0,1 1-11 0,0 1-5 0,1 1-1 0,-1 1-1 16,2 1 1-16,-1 0 6 0,1 1 6 0,-3-1 5 0,0 1 6 15,-1-1 5-15,0 1 5 0,0 0 3 0,-1-1 4 0,-1 0 2 0,0 0 5 16,0-1 5-16,0 0 8 0,0 0 6 0,1 1 1 0,0-1 3 16,1 0-2-16,1 0 0 0,1-1-4 0,0 0 1 0,0 0-1 0,-1 0-2 15,2 0 0-15,1-1-1 0,0 1 1 0,2-1 1 0,2 0 4 0,-1-1-1 16,4 0-1-16,0-1-2 0,0 0-3 0,2 0-8 0,2-1-6 15,2 1-3-15,0-1-1 0,3 0 1 0,2 1 2 0,-1-1 1 0,3 0 3 16,0 1 2-16,3-1 6 0,0 1 10 0,2 0 6 0,0 1 6 0,0 0 5 16,3 0 1-16,-2-1 2 0,1 0-3 0,0 1-3 0,0 0-5 15,1 0-4-15,1 0-2 0,2 0-4 0,-1 0-2 0,1 1-7 0,1 0-8 16,1 1-4-16,-1-1-6 0,1 2-4 0,0-1 0 0,1 0-4 0,1 2-2 16,2-1 2-16,0 0-3 0,0 1-4 0,1 1 3 0,2 0-4 15,-2 0-5-15,1 0-4 0,0 0-3 0,0 0-2 0,2-1 4 0,-2 0 3 16,3-2 3-16,1-1 5 0,-1-1 9 0,2-1 1 0,0-1 2 15,-1-1 6-15,1-1-5 0,-1 1 5 0,-1-2 9 0,1 0 4 0,-1-1 12 16,0-2 10-16,1 0 4 0,0 0-1 0,1-1-2 0,0-1-10 0,0 1-12 16,2-2-10-16,2 2-19 0,1 0-6 0,2 1 2 0,1 1-5 0,1 1 9 15,2 2 5-15,-1 1-2 0,1 0 1 0,1 1 3 0,-1 1-5 16,0 0-5-16,-1 1 3 0,-2 1-6 0,-1 0 0 0,-2 0 9 0,2 0-6 16,-1 2 2-16,0-1-1 0,1 1-2 0,-1 0 2 0,0 0 1 15,2 1 1-15,-1-1-1 0,1 1-1 0,0 0 1 0,0 1 4 0,2 1 2 16,0 0 4-16,3 0 3 0,0 1 2 0,-1 0-5 0,3 1 1 0,-1 0-1 15,2 1-5-15,0 0 7 0,2 1-2 0,0 1 1 0,1 1-1 16,1 0 4-16,-2 2 2 0,1-2-3 0,-2 1 0 0,-2 1-1 0,-2-1-7 16,1 0-7-16,-2-3-4 0,-3 1-4 0,3 0 7 0,-2 0 7 0,0 0 4 15,1-1-2-15,0-1-10 0,-2 0 1 0,-2-2-1 0,2 0 8 16,-2-2 2-16,-1-1-2 0,3-2 3 0,-2 0-3 0,2-1 9 0,2 0 4 16,0-1 2-16,-1 0 4 0,0 0 1 0,2 0-6 0,0-1 0 15,2 1-4-15,0-1-3 0,2 0-1 0,1 1-4 0,1 1 3 0,-2 0-5 16,-1 0 1-16,-1 1 4 0,0 1-6 0,-3 0 2 0,1-1-1 0,-2 1-3 15,-3 1 4-15,-1 0-4 0,-1 0-2 0,-1 0 0 0,-4 0-2 16,-2 0-1-16,-2 0-9 0,-2 0-3 0,-1 1-8 0,-1-1-6 0,-2 0-2 16,-4-2-10-16,-1 1-12 0,-4-1-18 0,-3 0-21 0,-5-1-41 0,-5 0-32 15,-5-2-40-15,-6 0-58 0,-6-1-54 0,-5-3-51 0,-4-3-148 16</inkml:trace>
  <inkml:trace contextRef="#ctx0" brushRef="#br0" timeOffset="6317.85">22780 7891 848 0,'-2'-4'137'0,"2"0"13"15,-1 0 16-15,-1 2 27 0,2 1-1 0,-1 1-25 0,0 1-19 0,0 0-32 0,0 1-11 0,1 1-3 16,-1 0-10-16,0 0 1 0,1 1-7 0,0 1-9 0,2 1-2 0,-1 0-3 15,2 1-7-15,-1 0 1 0,0 2-4 0,2 0-4 0,-1 0-4 0,2 1-3 16,0-1-5-16,0 3-9 0,1 0-6 0,1 3-6 0,0 1-7 16,1 1-4-16,0 4 3 0,0 4-8 0,1 1-2 0,0 4 0 0,0 2-5 15,0 2-15-15,0 1 19 0,0 3-1 0,-1 2-5 0,2 1 17 16,0 0-25-16,1 2-1 0,1 0-7 0,-1 0-10 0,0 2-8 0,1-2-12 16,0-2 3-16,1-2 0 0,1-1 7 0,0-2-6 0,0 1 0 0,0-4-6 15,-1 1 27-15,-1-3 20 0,0-1 6 0,-1-2 7 0,0 0-17 16,-1-2 5-16,0-1-2 0,-2-2 5 0,0-1-3 0,-1-1-3 0,-1-3-1 15,2-1 3-15,-2-2 2 0,0-2 6 0,0-1 4 0,0-4-1 16,-1 0-3-16,2-3 5 0,0-3 2 0,0-1-1 0,1-1 3 0,1-2 1 16,0-2 4-16,0-1 4 0,1-2-4 0,1 0-4 0,1-1 5 0,2-1-3 15,0 0 1-15,-1 0 1 0,2-1-1 16,1 0-4-16,0 0 6 0,1-1-1 0,1 1-3 0,3-1-1 0,0 2-1 0,2-2 2 0,0 2-3 16,1-1 0-16,1-1 1 0,-1 0-9 0,3 1 1 0,0 0 5 0,2 0-10 15,1 0 10-15,3 0-2 0,0-1-16 0,3 1-1 0,1-1 1 16,2 1-4-16,0-2-4 0,2 2-2 0,1 0 2 0,-1 1 8 0,1 0 21 15,2 1-1-15,2-1 0 0,-1-2-8 0,0 0-1 0,1 1 5 0,2 1-2 16,0 2 0-16,0-1-1 0,-2 0-8 0,2 2 1 0,-1 0-1 16,0 1 6-16,3 1 2 0,-3 2-7 0,3 0 1 0,-4 0 4 0,-1 1-6 15,0 0 7-15,0 0-3 0,0 2-6 0,-3 0 0 0,1 3 2 0,-3 0 0 16,-2 1 6-16,0 1 0 0,-4 1 1 0,0 2-1 0,0 0 1 16,-2 0 1-16,0 1-1 0,-2 1-3 0,-1-1 2 0,-3 1-18 0,-1-1 1 15,-1-1 2-15,-1 1 18 0,0 0 14 0,0 0-5 0,-3-1 5 16,0 0-23-16,1-2 4 0,-2 0 2 0,1-1-5 0,-1-1 3 0,-3-1-4 15,1-1 4-15,1-1 2 0,-2-2-4 0,0 0 3 0,0-2 5 0,-2-1-2 16,0-3-1-16,-2-1 7 0,1-1-5 0,-1-1 3 0,-2-3 5 16,0-1-25-16,-3-1 12 0,0-1 4 0,-1-1-1 0,-1-3 22 0,-1-3-17 15,-2 0-4-15,-1-4-4 0,-2-1 5 0,-1-2-5 0,-1-1-2 0,-2-3 4 16,-1-1-4-16,-1-4 4 0,0-1 1 0,-3-2-3 0,-2-1 0 16,-3 0-2-16,0-1 2 0,0-2-23 0,-1 0 15 0,-1 0 2 0,0 0 0 15,2-1 17-15,-2 1-15 0,0 1-2 0,2 1 2 0,-2-1 4 0,0 3 2 16,1 2-2-16,0 2 2 0,0 5-8 0,1 2 0 0,2 2 8 15,1 3-6-15,-1 1 4 0,1 4 0 0,1 2-28 0,0 2-1 0,2 2 2 16,1 2-1-16,0 3 42 0,0 2-1 0,0 1-1 0,1 3-1 16,-1-1-11-16,1 3-6 0,0 0-2 0,1 1-1 0,-1 2-3 0,1 1-2 15,0 0-9-15,0 1-1 0,2 0-5 0,-1 1-2 0,2 0 12 0,-1 2-13 16,1-1-18-16,0 1-16 0,0-2-9 0,1 1-27 0,-2 0-26 16,2-2-27-16,-2 1-52 0,-1-1-29 0,-1-2-30 0,-1 0-66 0,-1-1-35 15,-1-1-37-15,-1-1-27 0,-1 0 21 0,-1-1-49 0</inkml:trace>
  <inkml:trace contextRef="#ctx0" brushRef="#br0" timeOffset="6629.85">23311 7754 918 0,'-21'5'129'0,"0"1"15"0,-3 1 44 15,5-1 35-15,5-1 1 0,6-3-25 0,1 1-37 0,4-2-27 0,3 0-16 16,4-2-13-16,3 0-1 0,3 0-7 0,5-1-4 0,4-1-3 16,2-1 3-16,7-1-4 0,3-2-2 0,4 0-1 0,4-2-11 0,4 1-9 15,2-1-6-15,2 0-15 0,3 0-10 0,0 0-10 0,4-1-7 0,2 1-12 16,1 0-25-16,3 1-5 0,-1 1-1 0,2 0 9 0,2 0 19 16,0 1-1-16,1 1 3 0,1-1-1 0,-1 1-1 0,3-1-4 0,1 1 11 15,1 0 1-15,-1 0 6 0,1 0 13 0,0-2-22 0,-3 0 0 0,1 2-3 16,-2 2 0-16,-4 0-4 0,0 0-4 0,-4 1 2 0,-4 0-6 15,-2 1 4-15,-3 0-2 0,-3 1-1 0,-1 0-25 0,-6 2-30 0,-3 0-50 16,-2 0-73-16,-7 2-76 0,-3-1-110 0,-4 2-159 0,-4 1-147 0,-5-1-356 16</inkml:trace>
  <inkml:trace contextRef="#ctx0" brushRef="#br0" timeOffset="47960.15">18153 9837 2107 0,'3'-3'3'0,"1"0"0"0,2 1 1 0,1 0-1 0,-1 4-1 0,0 4 1 0,0 2 2 16,1 5 1-16,-1 2 3 0,-2 5 1 0,1 5-4 0,-1 3 7 0,0 6-1 16,-1 5-2-16,0 4-10 0,-1 5 9 0,-1 7-5 0,1 4 9 0,-1 7 12 15,-1 6-7-15,0 4 8 0,-2 6 1 0,1 3-8 0,-2 2 4 16,1 2-2-16,0 2-6 0,0 3 7 0,2 4-8 0,0 1-5 0,2 0-4 15,0-3-8-15,2-3 0 0,-1-1 3 0,1-3 1 0,0-5 13 0,0-2 6 16,0-7 13-16,0-5 36 0,1-5 23 0,-1-6 15 0,1-6 11 16,0-8-24-16,-1-4-7 0,0-4-15 0,0-4-19 0,-1-3-7 0,0-1-25 15,0-3 1-15,-1-5-10 0,-1 0-5 0,-1-4-1 0,-1-3-10 16,0 0-5-16,-2-3-12 0,-1-2-24 0,-2-3-27 0,-3-3-40 0,0-3-40 16,-3-4-33-16,-3-4-44 0,-1-4-54 0,-1-6 2 0,-2-4-35 0,0-8-14 15,0-6 19-15,3-10-26 0,1-9-140 0</inkml:trace>
  <inkml:trace contextRef="#ctx0" brushRef="#br0" timeOffset="48279.22">18138 10945 459 0,'-1'-55'271'0,"0"-4"-130"16,0-14-25-16,2 9-38 0,0 9-30 0,2 2-21 0,0 2-14 0,0 3-6 15,2 3-3-15,0 2-2 0,-1 0 3 0,1 5-6 0,0 2 5 16,0 1 7-16,1 3 4 0,-2 1 12 0,1 4 5 0,0 2 19 0,1 4 22 16,0 4 21-16,2 3 21 0,1 2 4 0,0 4-9 0,1 3-3 0,2 2-7 15,1 4-3-15,2 2-1 0,2 4-8 0,1 5-13 0,3 3-24 16,1 5-14-16,1 7 4 0,2 4-8 0,2 9 6 0,1 6-2 0,2 8-10 15,0 8-1-15,2 8-2 0,-1 10 2 0,0 6-13 0,1 10 1 0,1 7-5 16,1 7 0-16,1 5 0 0,0 6-7 0,1 1 0 0,1-1-4 16,-2 0 5-16,1-6-1 0,-3-9 3 0,-1-8 0 0,-1-10-3 0,0-11 8 15,0-6-2-15,0-12 18 0,0-8 43 0,-2-11 30 0,-1-9 31 16,-1-6 4-16,-1-6-11 0,1-5-18 0,-1-4-10 0,-1-5-9 0,-1-5-19 16,0-5-2-16,0-5-6 0,-2-5-11 0,3-8-4 0,1-7-3 0,-1-9-11 15,3-8 8-15,0-10-28 0,0-12 0 0,-3-11-10 0,1-9 0 16,-2-14 0-16,1-9 0 0,2-12 0 0,-1-10 0 0,2-12 0 0,1-11 0 15,2-11 0-15,2-9 0 0,5-5 0 0,4-2-20 0,4 4-2 0,4 8-12 16,4 11 8-16,4 14-17 0,3 16 17 0,-1 16 7 0,-1 17 3 16,-3 12 20-16,-5 8-18 0,-3 9-22 0,-4 4-45 0,-3 5-58 0,-3 5-105 15,-3 6-110-15,-2 5-200 0,-5 5-281 0,-3 6-317 0</inkml:trace>
  <inkml:trace contextRef="#ctx0" brushRef="#br0" timeOffset="49929.6">18532 14135 2680 0,'-13'16'111'0,"1"5"-14"0,-4 10-26 0,4 4-30 0,4 1-21 0,5 6-16 16,4 3-18-16,4 7-12 0,4 6-13 0,3 7 2 0,2 3 13 15,-1 3 1-15,1 3 4 0,-1 4-6 0,0 2-14 0,-2 2-9 0,0-2-18 16,0 2 0-16,-1 1 1 0,-1-3 7 0,-1 2 19 0,0-3 4 16,0-5 18-16,1 0 8 0,0-3 8 0,0-5 1 0,-1-2-11 0,-1-7 8 15,0-5-2-15,-2-4 5 0,1-6 5 0,1-4-8 0,0-3 3 0,1-4-9 16,-1-5-6-16,2-5-3 0,-1-6-15 0,-1-4 0 0,-2-4-4 0,0-5-11 15,-3-3-7-15,0-4-22 0,-2-5-15 0,-2-5 4 0,-1-9 7 16,-3-5 15-16,-3-9 11 0,-3-8 5 0,-1-5 6 0,-2-9 6 0,0-5 12 16,-3-8 5-16,-1-2 5 0,-1-4 4 0,-1-3 3 0,-1 0 8 15,2-2 2-15,-1 0-3 0,-1 3 16 0,2-2 3 16,-1 5 3-16,1 2 20 0,3 1-13 0,3 4 15 0,2 3 4 0,2 5 8 0,2 4 13 0,1 6 6 16,1 4 13-16,1 2 1 0,0 5-2 0,0 2-5 0,0 3-11 15,1 6-10-15,1 1 0 0,0 4-3 0,1 2 11 0,2 2 0 0,0 4-6 16,0 1 0-16,1 3-10 0,0 4-1 0,2 2 2 0,-1 1-8 0,1 3-6 15,1 2-7-15,0 1-6 0,1 2 4 0,1 2 0 0,2 4 1 16,3 4-6-16,3 4-12 0,2 6 2 0,3 5 0 0,3 5-5 0,2 4 3 16,2 8-9-16,3 4 3 0,0 5-6 0,4 6-7 0,1 4-4 15,4 4 1-15,4 4-4 0,0 4 1 0,3 2 1 0,2-1-8 0,1-1 1 16,-2-3-9-16,-1-4 4 0,0-7 5 0,-3-6 6 0,-2-7 13 0,-2-8 8 16,-4-5 2-16,-2-6 8 0,-3-7 14 0,-1-2 4 0,-3-5 16 15,-1-3 11-15,-4-2 6 0,-2-3 7 0,-3-2 1 0,-3-4-5 0,-3-4-8 16,-3-1-9-16,0-5-7 0,-1 0-17 0,0-6-9 0,-2-5 3 0,0-4-15 15,1-9-5-15,-2-6-3 0,-1-10 2 0,-1-9 7 0,-1-8-5 16,-1-6 0-16,0-4-12 0,-1-5-7 0,0-5-8 0,1-2-6 0,3 0 1 16,2 2-5-16,4 6-4 0,4 6-3 0,2 8-10 0,0 7 11 15,2 9 11-15,-1 6 4 0,-1 8 2 0,0 8 2 0,-4 3-13 0,2 5-12 16,0 4-27-16,-1 2-30 0,0 5-30 0,-1 3-35 0,-2 5-41 0,1 5-83 16,-1 4-135-16,0 4-93 0,-2 7-67 0,0 6-76 0</inkml:trace>
  <inkml:trace contextRef="#ctx0" brushRef="#br0" timeOffset="50230.6">20035 13570 3478 0,'-2'7'122'0,"-1"3"-25"0,0 5-55 0,1 3-12 15,2 2-20-15,2 3-12 0,4 7-29 0,2 6-22 0,5 6-6 16,1 7 9-16,2 3 14 0,-2 3 10 0,1 3 11 0,0 2-3 0,-1 5-6 16,-1 3-4-16,1 2-6 0,1 2-1 0,1 1 4 0,0-2-3 15,-1-1 9-15,2-2 0 0,1-2 0 0,-1-3 13 0,3-1 1 0,-1-4 4 16,1-2 7-16,2-5 2 0,0-5-2 0,-1-4-2 0,0-5 7 0,-1-4-3 16,-2-4-2-16,0-4 0 0,0-3-4 0,-1-4 6 0,-3-3 3 15,1-4-6-15,-1-3-17 0,-2-1-17 0,-3-5-18 0,-1-2-30 0,-3-3-37 16,-3-4-43-16,-2-2-50 0,-3-4-45 0,-3-4-23 0,-2-4-40 0,-6-6-49 15,-6-8-81-15,-6-8-192 0</inkml:trace>
  <inkml:trace contextRef="#ctx0" brushRef="#br0" timeOffset="50661.22">19844 14577 1703 0,'-2'0'462'0,"0"0"-206"0,-1 0-55 16,1 0-29-16,1-1-46 0,1-1-55 0,2 0-44 0,2-1-21 15,2-1-8-15,2 0 7 0,5-2 5 0,5-2-15 0,3 0 0 0,3-1 3 16,4-1-6-16,1-1 1 0,4 2-10 0,2-2-7 0,2 1-5 0,0 0-5 15,2 1-10-15,1 2-14 0,-2 0-13 0,-1 1-16 0,1 1-18 16,-3-1-20-16,0 1-29 0,-3 1-16 0,-1 1-12 0,-4 0-6 0,-1 1 10 16,-2 1 21-16,0 1 30 0,-2 1 42 0,-2 0 36 0,-1 2 31 15,0-1 29-15,-3 1 35 0,1-1 50 0,-1 2 56 0,-1-1 49 0,-1 1 18 16,1 0-21-16,2 0-32 0,-1 1-36 0,-1 1-34 0,0 1-24 0,0 0-18 16,0 1-13-16,-2 0-11 0,1 0-7 0,0 1-6 0,-2-2-10 15,1 0-1-15,-2 0-6 0,1-2-4 0,-1-1-6 0,0-1-11 0,0-2-11 16,-2-2-9-16,2-1-10 0,0-2 4 0,-1-2 10 0,0-2 20 0,0-2 17 15,-2 0 17-15,1-3 20 0,-2-1 5 0,0-1 15 0,-1-1 1 16,-1-3-4-16,0 0-10 0,-1 0-10 0,-2-2-7 0,0 0-9 0,-2 0 2 16,-1-3-10-16,-2-1-5 0,-2 0-17 0,-2-1-8 0,-2 1-8 15,-4 1-8-15,0 1-10 0,-3 3-10 0,-3 1-6 0,-1 1-3 0,0 3 9 16,-3 3 7-16,0 3 11 0,-2 2 12 0,-2 4 26 0,2 3 29 0,1 3 29 16,3 2 19-16,2 2 9 0,3 2-3 0,1 1-2 0,4 2-8 15,2 2-11-15,1 0-13 0,3 2-15 0,0 0-10 0,3 4 2 0,2 2 1 16,2 2 3-16,3 4 6 0,2 0 4 0,3 1 6 0,2-2 6 0,3 0 1 15,5-1-8-15,1-2-3 0,3 1 0 0,3-2-18 0,1-1-4 16,2 0-10-16,3-3-10 0,2 1-2 0,1-3-6 0,2-2-1 0,0 0-6 16,-2-1 1-16,0-1-19 0,-2-1-9 0,-1-4-34 0,2 0-29 15,-4-2-29-15,-1-3-36 0,-1-2-40 0,-1-4-50 0,-2-4-64 0,1-4-40 16,0-5-38-16,3-7-57 0,3-8-197 0</inkml:trace>
  <inkml:trace contextRef="#ctx0" brushRef="#br0" timeOffset="50928.33">22397 12820 1936 0,'4'2'488'0,"0"1"-271"0,2 2-64 0,-1 1-27 16,4 3-14-16,2 2-15 0,1 5-28 0,2 5-30 0,0 4-11 0,1 7-4 16,1 3-8-16,0 4 5 0,0 3-1 0,1 4-9 0,1 5 7 15,0 4-5-15,0 4 0 0,1 4-6 0,2 1-3 0,-2 4 1 0,3 2-3 16,0 1 9-16,2 0 2 0,0 0-4 0,0-4-9 0,2-1 11 0,-1-3-11 15,-1-3 5-15,2-2 10 0,-2-4-17 0,0-1 1 0,0-4-1 16,-4-3 4-16,1-2-1 0,-3-6 1 0,-2-3-5 0,0-4-12 0,-1-3-7 16,-1-4-18-16,-2-3-15 0,1-5-12 0,-3-2-20 0,0-6-18 0,-2-3-73 15,-3-4 5-15,-3-4-2 0,-2-4-17 0,-1-3 36 0,0-3-28 16,0-4-1-16,-3-5 25 0,-2-5 23 0,-2-4 11 0,-3-3-21 0,-2-3-37 16,-4-2-37-16,-4-3-20 0,-3-3-2 0,-3 3-85 0</inkml:trace>
  <inkml:trace contextRef="#ctx0" brushRef="#br0" timeOffset="51293.33">22691 13963 287 0,'-21'-1'318'0,"-2"-1"-87"15,-7 0 6-15,4 2 23 0,3 0 27 0,1 0 13 0,3 1-8 16,1 0-49-16,3 0-54 0,1 0-45 0,4-1-41 0,0 0-35 0,0-1-26 16,2 0-14-16,0-2-15 0,2 0-7 0,1 0-12 0,1-1-16 0,2 1 2 15,1-1 9-15,2 1 22 0,1 0 16 0,2 1 6 0,0-1 1 16,1 0-4-16,1-1 0 0,2-2 1 0,2 0-8 0,2-2-5 0,1-1-7 16,2 2-2-16,4-2-4 0,0 0-5 0,2 0-3 0,2-1-5 0,-2 1-6 15,1 0-5-15,0 2-17 0,0-1-20 0,1 1-20 0,-1-1-21 16,0 1-13-16,0 0-23 0,-1 1-22 15,1 1-37-15,0 1-31 0,1 2-19 0,2 1-14 0,2 3 10 0,1 3 11 0,1 3 17 0,0 2 24 16,0 3 27-16,-1 0 37 0,1 2 44 0,-2 3 34 0,-2 1 32 0,-2 0 28 16,-3-2 25-16,-2 1 30 0,-1-2 31 0,-4-1 31 0,-1 0 26 0,-1 0 27 15,-3-2 23-15,0-2 8 0,-2-3-5 0,0 0-42 0,-1-1-39 16,-2-1-36-16,0-1-21 0,-1-1-4 0,0-1-5 0,-2-1 2 16,-2-2-11-16,-1-2 4 0,-1-1-4 0,1 0-7 0,-1-2 5 0,-1 1-3 0,0 0 5 15,-2-1 8-15,0-1-3 0,-1-3-4 0,-1 1-4 0,-1-4-9 16,1 0-5-16,-2-1-3 0,-1-1-6 0,1 0-1 0,-1-2-7 0,1 1-3 15,1-2-4-15,1 2-2 0,2-1 2 0,2 1-7 0,1 1-2 16,1 2-5-16,1 0-4 0,2 0-3 0,1 0-4 0,2 1-2 0,1 1-21 16,0 0-10-16,2 1-17 0,1-1-24 0,1 1-22 0,1-1-33 0,0 2-21 15,2-1-22-15,2 0-9 0,1 1-20 0,0 0-18 0,2 1-17 16,1 1-35-16,3 1-35 0,1 2-30 0</inkml:trace>
  <inkml:trace contextRef="#ctx0" brushRef="#br0" timeOffset="51744.09">23632 13731 1066 0,'10'6'383'0,"1"2"-132"15,4 2-53-15,-1 1-37 0,-1-2-33 0,2 4-38 0,-1 1-31 16,1 0-23-16,-1 0-10 0,-1 2-8 0,2-1-2 0,-1 0-5 0,0 0-7 16,-2-2 2-16,2 0-9 0,-1-2 13 0,1 0 1 0,-1-2 1 0,1-1 13 15,2 1 2-15,-1-2 11 0,1-2 9 0,-2 0 13 0,1-2-2 16,0 0-2-16,0-2 2 0,-1 0-2 0,0-3 3 0,0 0-2 0,-2-1-9 16,-1-2-6-16,1 0-14 0,-2-1-4 0,1 0 1 0,-1-2-22 15,-1 1 11-15,-2-1-5 0,0-1-5 0,-1 0 8 0,-3-1-24 0,-1-2-4 16,-1 1-7-16,-2-2-3 0,-2 0 6 0,-3 0-2 0,-2-1 9 0,-2 0 6 15,-4-2-5-15,-1-1 2 0,-4 1-1 0,-1 1 1 0,-2 0 1 16,-2 0 1-16,-2 1-6 0,-1 1 0 0,0 1 2 0,-2 0-5 0,1 3 4 16,0 0 2-16,1 2 1 0,2 3 7 0,2 0-7 0,2 2 1 0,1 1-1 15,2 2-13-15,3 0-13 0,0 2-25 0,2-1-27 0,1 3-22 16,2 1-25-16,-1 2-13 0,1 0-6 0,2 1-9 0,2 1-21 0,2 1-16 16,1 0-6-16,3 2 1 0,3 1 16 0,3 0 13 0,3 1 17 0,3 1 15 15,3 0 26-15,4-1 27 0,4-2 25 0,1-2 23 0,3-1 18 16,0-2 20-16,3-1 20 0,-1-2 28 0,1 0 37 0,-1-2 33 0,-1-1 32 15,1-1 21-15,-1-1 10 0,2 1 16 0,-3-1 6 0,1 0-5 16,-2 1-23-16,0-1-25 0,-2 0-28 0,0 0-20 0,0 1-13 0,-2 0-13 16,0 1-9-16,-1 0-11 0,-3-1 1 0,-1 2-4 0,-1 1 4 0,0 0-2 15,-3 1-3-15,1 2-4 0,-1 0-7 0,0 0-2 0,-2 1-11 16,0 1-7-16,1-1 0 0,-1 3-9 0,0 1 4 0,-1 0-8 0,0 0-6 16,0 0 5-16,1-2-4 0,0 1 4 0,0-1 1 0,-1-1-5 15,-1 0 1-15,2-1-1 0,0-2-3 0,1 1-3 0,-1-1-5 0,0 0-3 16,-1-2-5-16,0 1-3 0,-1-2-8 0,-1-1-8 0,-1-1-12 0,0-1-15 15,-2-2-13-15,0 0-17 0,-3-2-25 0,0-1-24 0,0 0-16 16,0-2-24-16,-2-3-25 0,0-3-36 0,-2-5-53 0,-3-6-61 0,-2-3-85 16</inkml:trace>
  <inkml:trace contextRef="#ctx0" brushRef="#br0" timeOffset="51904.09">24478 13377 1763 0,'6'6'517'0,"-1"1"-248"0,4 3-89 15,-1-1-55-15,1 1-34 0,1 1-36 0,1 1-19 0,-1 1-26 0,-1-2-7 16,1 0-10-16,-1 0-8 0,0-1-9 0,-1-1-27 0,-1 0-27 16,0-1-44-16,-3-2-37 0,1 0-34 0,-2 0-45 0,0-2-37 0,-1-1-30 15,0 0-12-15,-2-1-7 0,0-1-1 0,-1-1-154 0</inkml:trace>
  <inkml:trace contextRef="#ctx0" brushRef="#br0" timeOffset="52197.46">24990 13441 1420 0,'11'10'646'0,"0"1"-397"0,4 2-95 0,-1 2-43 0,1-1-10 0,0 2-9 15,0-1-28-15,-1 1-25 0,-1 1-19 0,0 0-15 0,-1-1-3 0,-2 0-2 16,-1-2-12-16,1 0-7 0,-1-2-12 0,-1 0-11 0,0-1-1 16,-1-1 4-16,1-1 12 0,-1-1 12 0,-1 1 12 0,1-1 4 0,-2-1 1 15,1-1 4-15,-1 0 3 0,0-1 0 0,0 0 9 0,0-1 0 16,-1-1-3-16,1-1 5 0,-1-1-4 0,0-2 1 0,0 0-3 0,2-2-4 15,1-1 2-15,0 0-4 0,1 0 1 0,1 1 2 0,0-2-2 0,0 0 3 16,0-1 1-16,1 0-5 0,1 1 1 0,0 0 1 0,0 2 2 16,0 1 5-16,-1 2 2 0,1 1 3 0,0 2-10 0,1 2 0 0,-1 0-9 15,-1 2-1-15,0 0-9 0,-1 1-12 0,0 3 2 0,-1 2-17 16,-1 1-3-16,0 2-5 0,-1 2-20 0,-2-2-7 0,0 2-23 0,-1-1-25 16,-2-1-39-16,-1-3-61 0,-1-1-57 0,-1-2-42 0,0-4-28 0,0-1-11 15,1-4-67-15,-2-2 35 0</inkml:trace>
  <inkml:trace contextRef="#ctx0" brushRef="#br0" timeOffset="70383.99">8823 13797 719 0,'-4'1'201'0,"1"2"-158"0,-1 1-17 0,4 2-21 0,0-2-5 0,0 0-2 15,2 0-4-15,1 0 0 0,0-1-1 0,1 0 1 0,0 0-4 16,1 0-6-16,1 0-2 0,1-1-5 0,0-1-5 0,1 0-2 0,0-2 5 16,-2 1 8-16,3-1 5 0,-1-2 8 0,1 1 5 0,1-1 0 15,1 0 5-15,0 2 8 0,0-1 1 0,2 2 7 0,0-1 7 0,2 1 1 16,0 0 3-16,2 1 2 0,0-1 4 0,1 1-3 0,-2 1-3 0,3 0-3 15,1 0-3-15,0-1-5 0,3 0-5 0,1 1-5 0,2 0-7 16,3-1-1-16,0 0 2 0,2-1 0 0,1 0 0 0,1 0 1 0,0 1 0 16,2 0 1-16,-1 0 7 0,0 0 8 0,3 1 9 0,-1 0 11 15,2 0 3-15,0 0 0 0,1 0 1 0,0 2-11 0,0 0-1 0,1 1-3 16,2 1-6-16,1-1-2 0,0 1 0 0,2-1-6 0,0 1-4 0,1 1-5 16,0-1-3-16,1 0-6 0,0-1 0 0,1 0 3 0,0 0 1 15,1 0 7-15,2 2 7 0,-1-1 0 0,1 0 3 0,1 1-5 0,-1-1-6 16,1 1 0-16,-1 0 0 0,2-1 4 0,-2 1 5 0,2 0-3 0,1-1 2 15,-1-1 0-15,2 2-5 0,-2-1 3 0,2 0-5 0,-1 0 0 16,-2-1 4-16,0-1 9 0,-1 0 14 0,1-1 6 0,-1 0-5 0,3 1-8 16,-2 0-4-16,-1 1 5 0,-1-3 9 0,0-2 0 0,0-1-7 0,1-1-8 15,2-3-8-15,-1 0 0 0,0-2-5 0,1-3-10 0,0 0-3 16,3-2-2-16,0 0 2 0,0-3 3 0,1 0-1 0,0 0-8 0,-2 1 12 16,1 0 2-16,-2-1-2 0,0 3 6 0,-2-1-10 0,-1 2-7 15,1 0 8-15,0 0 0 0,0 0-4 0,-2 1 2 0,-1 1-1 0,0 1 2 16,0 0 2-16,2 1-2 0,-2 0-2 0,0 0-2 0,-1 0 4 0,0-1-2 15,1 1 0-15,0-1-2 0,0 3-2 0,0-2 4 0,-2 1-3 16,1 1 1-16,-2 0 1 0,0 0 1 0,0 0 4 0,1-2 2 0,-3 1 1 16,-2-2 2-16,1 3-1 0,-2-2-1 0,-1 0 3 0,1-1-1 15,0 0-3-15,-2 1 5 0,1 1-6 0,-4 1 0 0,-1-1-2 0,1 2-5 16,-2-2 4-16,1-3-4 0,-2 0 5 0,0-2 1 0,-2 0-1 0,-1-1 1 16,-3 1-4-16,0-1 2 0,-3 0 1 0,-1-1 0 0,0 1-11 15,-4 3 4-15,-1-2 2 0,-1 1-3 0,-2-3 12 0,0-1-1 0,-2 0-3 16,0-3 8-16,-3 1-4 0,-1 0 2 0,-1 2 7 0,-2-1 2 0,-1-1 2 15,-3-2 0-15,-2 1-14 0,-2 0 9 0,-2 0 1 0,-2 0 5 16,-2-1 3-16,-1-3-9 0,-3 2-2 0,-2-2-11 0,-2-1-2 0,1 1-4 16,-4-1 1-16,-1-1 3 0,-4 1-5 0,-3-2-3 0,-2-1-5 15,-3-1 0-15,-1-2 5 0,-3 0 1 0,-3 0 1 0,-2 0-2 0,0 1 0 16,-1 0 1-16,-2-1 6 0,-3 1-3 0,-1-1-2 0,-3 1-2 16,-2 0 1-16,-3 0-1 0,-1 2-1 0,0-1 4 0,-3 2-3 0,-1-1 2 15,-1 0 2-15,-2 1-2 0,-3 1-7 0,-1 1 2 0,-3 3-6 0,0-1 1 16,1 2 2-16,-1 1 0 0,-2 1 3 0,-1 2-2 0,-2-1 1 0,-2 2 7 15,2-1 2-15,0 1 5 0,0 0 4 0,0 0-8 0,2 3-1 16,-2-2-5-16,-2 2-6 0,-1 1-1 0,0 0-10 0,-3 2-4 0,-2 2-1 16,0 1 3-16,-2 1 10 0,0 1 11 0,0 1 11 0,1 1 13 0,4 0 4 15,0 1 3-15,3-1 7 0,1 1-6 0,0 1 5 0,3-1-3 16,1 2-10-16,2-1-2 0,1 1-2 0,-1 1-4 0,1 1-4 0,2 0 3 16,-3 1-4-16,2 0 3 0,1 1-2 0,-1 0-1 0,-2 2 0 15,2-1 0-15,-3 1-4 0,-1 2 3 0,2-1-4 0,-2 1-2 0,0 0 4 16,0-1-2-16,-3 0 0 0,2 0-2 0,-2 1-1 0,0 0 0 0,-1 0-2 15,0-2 2-15,-1 2 3 0,0 0 0 0,2 1 3 0,2-1 5 16,1 0 1-16,1-1 6 0,1 1-4 0,4-1-5 0,1 1-2 0,3-2-6 16,2 1 7-16,2-1 4 0,3 0-1 0,-1 1 1 0,1 1-6 15,1 0 0-15,0 2 3 0,2 0-2 0,-1 3 1 0,1 1-10 0,1 0 5 16,1 3 8-16,2 1 5 0,1 2 3 0,1 2-1 0,-1 2-12 0,1 0-1 16,0 2 1-16,2 1-3 0,1 2 0 0,2-1 0 15,0 2 2-15,1-1-4 0,4 2-5 0,1-3 4 0,1 0-2 0,2-2 12 0,2 0-2 16,4-1-2-16,2 0 5 0,3-2-3 0,3 1-10 0,0-1 7 0,2-1 11 15,3 0 0-15,0 0 9 0,0 0-3 0,2 0-12 0,1 0 1 16,3-1 4-16,4-2 1 0,1 0 6 0,3-2 3 0,2 2-4 0,1 0 1 16,4-1 1-16,3 1-1 0,2-1 3 0,2-3 2 0,1-1-3 0,2 0-4 15,3-2 2-15,0-1 7 0,1 0 4 0,3-2-4 0,1-1 4 16,4-1-8-16,1-2-3 0,0 0 4 0,3-2 2 0,0-1-7 0,3-1-2 16,0-2 1-16,2-1-5 0,1-1 3 0,-2-1-1 0,2 0-3 15,0-2 0-15,-1 0 4 0,-1 0-3 0,1-1 7 0,-2-1-6 0,2 1-6 16,-2 0 4-16,1-1 0 0,1-1-2 0,-2 0 4 0,0-1 6 0,-1 1-4 15,-1-1 1-15,1 0-1 0,0 0-9 0,-1-2 5 0,0 1-3 16,-1-2-1-16,0 0-3 0,0 0 7 0,-2 0-5 0,-1 0-2 0,-3 2 9 16,-1-2-9-16,-1 0 9 0,-2 1-4 0,0 1-3 0,-2 0 3 15,-1 2-3-15,-1 0 9 0,-4 2-5 0,2-1 1 0,-3 1 5 0,-1 1-5 16,-1 0 0-16,-2 1-3 0,1 0-2 0,-2 1-6 0,-2 0-2 0,0 1 6 16,-3 1-8-16,0-1 0 0,0 2 6 0,-1 0-2 0,-1-1-2 0,-1 1 4 15,0 0-2-15,-1 0-6 0,-1 0 6 0,0 2-2 0,-1-1 0 16,0 1 2-16,-1 1-5 0,1 0-1 0,-2 0-5 0,-1 1-7 0,0-1-10 15,-1 1-16-15,-1-1-3 0,0 0-16 0,0 0-19 0,1-1-11 16,-1 0-18-16,1-1-15 0,-1 0-19 0,0-1-35 0,-1 1-48 0,1 0-63 16,0 0-64-16,0 0-80 0,1 0-75 0,0 1-225 0</inkml:trace>
  <inkml:trace contextRef="#ctx0" brushRef="#br0" timeOffset="73735.14">23477 8423 685 0,'-4'2'83'0,"-1"2"-61"0,1 4-41 15,1 4-10-15,2 1-4 0,2 4-8 0,1 2-9 0,-1 1-15 16,1 1-12-16,-2 2-9 0,-1-3 8 0,-1 2 12 0,-1-1 18 0,0-2 19 15,0-1 12-15,0-2 10 0,0-1 6 0,2-4 5 0,0 0 1 16,-1-2 2-16,2-1 4 0,-1-1 2 0,0-1 8 0,1 0 8 0,-1-1 13 16,1-1 14-16,-1-1 13 0,-1 0 8 0,1-1 6 0,0-1 1 0,0 1 1 15,0-1-3-15,1 0-2 0,-1 0-2 16,1-1-9-16,0 0-7 0,1 0-6 0,0 0-3 0,1 0 0 0,1-1 1 0,2 1-4 0,0 0-2 16,3-1-4-16,1 1 2 0,2-1-2 0,2 1 2 0,1 0-3 15,3 0-5-15,3 2-1 0,1-1-10 0,2 1 4 0,2-1-5 0,1 1-5 16,6-1 1-16,1 0-1 0,4 0-2 0,2 0 5 0,2-2-6 0,3 0 3 15,3-1 5-15,3 0 6 0,1-1 10 0,2 0 7 0,2 0-3 16,0 0-6-16,1 0 1 0,1 1-5 0,1 0 0 0,1 0-6 0,4 1 3 16,1 1-7-16,0 0-6 0,0 2 3 0,-1 0-11 0,-2 1 2 0,0 1 1 15,-1 0 2-15,-2 0 1 0,0 0 3 0,0 0-6 0,1 0-1 16,-2 0 3-16,-2-1-6 0,-1 0 8 0,0 0 1 0,-1-1-1 0,1 0-3 16,-1 0 2-16,-2-1-7 0,-3 0 0 0,-1 0-1 0,-1-1-4 0,-1 0 1 15,-3 0 3-15,-1-1-2 0,-1 1 3 0,-5 0-2 0,-1 1-6 16,-4-1 2-16,-2 1 0 0,-2 0-2 0,-2 1 4 0,-4 0-6 0,-1-1-2 15,-5 1 1-15,-2 0 0 0,-3-1-5 0,-3 1-2 0,0-1 4 16,-3-1-4-16,-1 2-1 0,-1-1-2 0,-1-1-3 0,-1 1-2 0,-2-1 2 16,-2 1 4-16,-1 0-1 0,-3 1 4 0,-5 0-7 0,-4 0 9 0,-4-1-8 15,-5 1 5-15,-4-1 6 0,0 1-11 0,-4-1 12 0,-3 0-4 16,-2 0 2-16,-3 0-1 0,-3 0 1 0,-1 0 2 0,-1 0 0 0,-1-1 0 16,-2 1-1-16,0-2 1 0,-3 1-4 0,1-1 4 0,0 0-1 15,0 0 1-15,1 0-2 0,-2 0 1 0,-1 1 2 0,0-1-1 0,-1 1-1 16,1-1 9-16,-2 0-15 0,1 0 12 0,2 0 1 0,1-1-10 0,3 0 15 15,2-1-14-15,3 0-2 0,1 0 2 0,3 1-9 0,0-1 6 16,4 0-5-16,1 0 3 0,1 0 2 0,2 0-1 0,1 1 6 0,2-1-4 16,2 0 3-16,2 0 1 0,4 1 1 0,0-1-3 0,2 1-2 0,4-1-6 15,0 1-3-15,4 0-2 0,1 1-7 0,4 0-2 0,1 0 0 16,3 1-2-16,1 0-2 0,3 0-6 0,0 0 5 0,2 1 4 0,1 0 13 16,1 1 10-16,4 0 6 0,2 0 4 0,5 1 4 0,3-1 2 0,2 1 2 15,3 0-1-15,2 0 2 0,3 0-1 0,4 1-1 0,3 0-2 16,3 0 4-16,4 1-7 0,3 0 0 0,3 1-4 0,3 0-4 0,2 1 7 15,3 0-5-15,2 3 9 0,1 0 8 0,2 0-4 0,1 0 6 16,1 0-3-16,3 0-12 0,2 0 3 0,0 1-2 0,1-1 4 0,1-1 1 16,1 2 3-16,2 1 5 0,1 0 0 0,1 0 1 0,0-1-1 0,4 0 0 15,1 0-3-15,1 0 0 0,3-1 0 0,3 1 2 0,-1-2-4 16,1 0-3-16,-2 0-4 0,-2-1-4 0,0 0-1 0,-1 0 3 0,1-2 0 16,0 0-2-16,1-2 1 0,-1 2 3 0,0-2-3 0,0 1-2 0,-2 0-1 15,-2-1-1-15,-1 1-2 0,0-1 0 0,-4 0 0 0,0 0 1 16,-2 0-1-16,-1 0 4 0,-2 1-4 0,-2-1-2 0,-4 1 2 0,-2 0 0 15,-2 0-2-15,-1 0-1 0,-4 0-2 0,-1 0-3 0,-5 0 4 16,-2-1 1-16,-3 1 1 0,-4-1 1 0,-3-1-6 0,-4 0-5 0,-3 0 1 16,-1 0-4-16,-6-2-3 0,-2 1-8 0,-5-1-10 0,-5-1-7 0,-4 0-8 15,-3 0-6-15,-3-1-6 0,-3 0-6 0,-2 0-7 0,-3-1-2 16,-5-3-1-16,-7 0-4 0,-8-1 12 0,-8 0 1 0,-5-1 11 0,-8 0 10 16,-6 0 5-16,-4 0 16 0,-8 1 4 0,-2 1 4 0,-2 1 15 0,-2-1 1 15,-1 2 1-15,2 2 3 0,-3 0-4 0,0 2-3 0,0 2 3 16,-2 0-7-16,1 1 2 0,2 0 4 0,-2 1-4 0,3 1 7 0,1 1-2 15,3-1 0-15,1 2 6 0,3 0 0 0,3 0-1 0,1 1 2 16,3-3-5-16,4 1 5 0,3 0-3 0,2 0 1 0,3-1 3 0,3-1 0 16,4 0 0-16,2-1 4 0,4-1 4 0,3 0 12 0,4-1 6 0,2 0 9 15,3-2-1-15,4 0 4 0,2-1 5 0,3-1 3 0,2 0 6 16,3-1 10-16,3 0-1 0,1-2-4 0,3 0-11 0,2-1-25 0,2-1-7 16,4-2-16-16,4 0 4 0,4 0 0 0,3-2 0 0,5-1 6 0,5 1-7 15,4 0 2-15,4 2-2 0,6-1-1 0,5 0 5 0,6 0-1 16,5 1-2-16,3 1 2 0,5 1-2 0,3 1-6 0,3 4 6 0,3-2-1 15,3 1 3-15,0 0 1 0,2 1-3 0,2-1 0 0,-1 1 2 16,4-2 6-16,0 1 2 0,1-1 4 0,2 2 0 0,1 0 3 0,0 0-1 16,0 1-5-16,1 0 1 0,-4 0-5 0,1 2 0 0,-1-1 1 0,0 1-1 15,0 1 3-15,-2 1 2 0,-2 0-2 0,-3 0 4 0,-3 1-4 16,-1 1-1-16,-2 0 0 0,-5 0-3 0,1 1-1 0,-3-1-1 0,-3 1 3 16,-1 1-8-16,-5 0-5 0,-2 0 0 0,-3 0 0 0,-3-1 0 15,-3 0 2-15,-4 0-2 0,-5-1 0 0,-2 1 2 0,-6-2-2 0,-4 1-4 16,-4-1 1-16,-2-1-2 0,-5-1 3 0,-4 0 1 0,-2 0-1 0,-3-1-3 15,-1 0-3-15,-2-1-5 0,-2 0-2 0,-1 1-3 0,-2-1 3 16,0 0-3-16,-1 0-8 0,0 0 1 0,-1 0-1 0,-1 0 4 0,-3 0 8 16,-2 0 4-16,-2-1 2 0,-4 1 0 0,-2-1 2 0,-3 0 1 0,-2 0 2 15,-3-1-2-15,-2-1 3 0,-5 0-1 0,-1 0-2 0,-4 1 4 0,0-1-2 16,-2 0-1-16,-3 0-3 0,-2-1-1 0,-4 1-5 0,-2 0 0 16,-3-1 1-16,-2 0-2 0,-1 0 1 0,-1 0 1 0,-2 1 0 0,-1-1 2 15,-2 1 4-15,-1-1 1 0,1 1 2 0,-1-1 0 0,1 1-3 16,2 1 3-16,1 1 0 0,2 0 3 0,0 1-2 0,2 0 4 0,2 2 0 15,2 0-1-15,3 0 2 0,2 2-3 0,2-1 0 0,2 1 2 0,1 1 1 16,2 0-2-16,3 0 2 0,0 2-1 0,3 0-1 0,2 0 1 16,3 2-2-16,1 0 0 0,4 1-5 0,0 0 2 0,1 1 0 0,3 0-3 15,-1 1 3-15,2 0-2 0,2 0 1 0,3 0 1 0,1-1 3 0,1 1-2 16,1-1 4-16,1-1-2 0,2 0 0 0,2-1 4 0,0-1 1 16,1-2 4-16,2 0 0 0,0 0 5 0,1-1-1 0,1 0 4 0,0-1 0 15,0 0-2-15,1-1 1 0,1 0 0 0,0 0-2 0,0 0-1 0,1-1-2 16,1 1-3-16,-1-1-2 0,1 1 1 0,0-1 1 0,0-1-2 15,1 1-1-15,0 0 0 0,-1 0-4 0,1 0 2 0,0 0-3 0,0 0 4 16,0 0-3-16,0 0 1 0,-1 0-4 0,0 0 1 0,-1 0-1 16,1 0 0-16,0 0 6 0,-1 0-3 0,0 0-10 0,0 0 12 0,0 0-13 15,0-1 1-15,0 1 10 0,0 0-14 0,0 0 13 0,1 0-3 0,-2 0-2 16,3 0 7-16,-2 0-5 0,0 0 0 0,0 1 3 0,0-1-7 16,0 1 6-16,-1-1 10 0,-1 0-1 0,0 1-3 0,0-1 5 0,0 1-15 15,0 0 2-15,0-1 1 0,0 1-1 0,-1 0 1 0,1-1 1 0,-1 0-1 16,1 0 2-16,-1 0-2 0,0 1 1 0,-1 0-1 0,0-1-3 15,0 0 2-15,0 0 2 0,-2 0-2 0,2 0 1 0,0 0 2 0,-1 0-5 16,1 1 7-16,-2-1-2 0,0 0 0 0,0 0 5 0,-1 0-5 16,2 0 1-16,0-1-2 0,0 1 1 0,0 0 3 0,0-1-2 0,0 1-1 15,1-2 0-15,-1 1-3 0,1 0 2 0,-1 0 4 0,1 0 0 0,0-1-2 16,0 1 4-16,0-1-3 0,0 1-2 0,1-1 3 0,-1 1-3 16,1-1 3-16,1 0 0 0,-2 0-1 0,1 1 3 0,0-1-2 0,-1 0 0 15,1 0 0-15,0 0 2 0,-1 0 0 0,1 0 1 0,0 0 1 0,0 0-4 16,0 0 0-16,0 0 4 0,0 0-3 0,-1 0 3 0,1 0-6 15,1 0 4-15,-2 0-3 0,1 0 0 0,0 0 4 16,0-1-3-16,0 1-1 0,0 1 1 0,-1-1-3 0,1-1 0 0,-1 1 0 0,1 0 2 16,0 0-4-16,0 1 4 0,0-1-2 0,0 0-2 0,-1 0 0 0,0 0-1 15,0 1-2-15,-1-1 7 0,2 1-4 0,-2 0-2 0,1-1 0 0,0 1-1 16,0-1 2-16,1 1-2 0,-2 0 2 0,1-1-3 0,0 1-1 16,-1 0 4-16,2 0-2 0,-2 0 1 0,1 0 2 0,-1 0-1 15,1-1 1-15,-1 1 2 0,0 1-3 0,-1-1 3 0,2 1-2 0,-1-1 4 0,1 0 0 16,-1 0-1-16,1 0 1 0,-1 0-1 0,0 0 1 0,0 1-4 15,0-1 6-15,1-1-3 0,0 1 1 0,-1 1 1 0,1-1-1 0,0 1-6 16,1 0 6-16,-1-1-5 0,1 0 3 0,-1 0 1 0,0 0-5 0,1 0 5 16,0 0-6-16,0 0 2 0,-1 0 5 0,0 1-2 0,0-2 3 15,0 1-3-15,0 1 0 0,1-1-2 0,0 0 2 0,-2 0 0 0,2 0 2 16,0 0-2-16,-1 0-3 0,1 0 1 0,-1 0-1 0,1 0-2 0,-1 0 2 16,1 0 1-16,-1 1 2 0,1-1 2 0,-1-1-5 0,0 1-2 15,1-1-1-15,-1 1 2 0,0-1-2 0,1 1-3 0,0 0-4 0,0 0-8 16,-1-1-7-16,1 1-8 0,1-1-19 0,-2 0-29 0,1 0-28 15,0 1-35-15,0-1-34 0,0 0-40 0,1-1-61 0,-1 1-76 0,0-1-83 16,1-1-52-16</inkml:trace>
  <inkml:trace contextRef="#ctx0" brushRef="#br0" timeOffset="75371.63">8617 14869 313 0,'10'0'64'0,"0"1"7"0,6-1-3 16,1 2-4-16,-1 0-8 0,1 0-5 0,2 0-7 0,2 0-4 15,0 0-8-15,2 0-10 0,2-1-6 0,1 0-5 0,2 0-5 0,-1 0-2 16,2 1-3-16,2-1 0 0,3 0-1 0,-1 0-2 0,1-1 4 0,-2 1-4 16,0 0-1-16,2 0-1 0,0-1-1 0,2 1 1 0,-1-2 3 15,2 1-1-15,-2 0-1 0,1 0 2 0,1 1-1 0,-1-1-1 16,0 0 2-16,-1 1-3 0,0 0 1 0,0 0 3 0,-1 1-1 0,2-1 4 0,-1 2-2 16,-2 0 0-16,0 0 0 0,1 1 0 0,0-1 3 0,0 2-3 15,2-1 3-15,-1-2-4 0,1 2 2 0,-1-1 2 0,2 0 3 0,0-1 6 16,0 0 2-16,1 0 3 0,0-1 0 0,1 1 5 0,3-1 1 15,-1 0 3-15,0 0 4 0,1-1-1 0,-1-1 0 0,2 1 1 0,2-1-7 16,0-1 1-16,1 0-4 0,0 0-2 0,2 0 0 0,-1 0-4 0,1-1-2 16,1 0-3-16,1 0 5 0,0 1-2 0,-1 1 0 0,-1-2 1 15,1 1-1-15,2 0 0 0,-1 1 3 0,2-1-3 0,1 0 0 0,1 1-2 16,0 0 0-16,3 0 1 0,0 0-5 16,1 1 2-16,3-1 2 0,0 0 0 0,2-1-1 0,1 0-4 0,1 0 0 0,0-1-1 0,0 0 1 15,1-1 0-15,-1-1-3 0,-2-1 4 0,-1-2 7 0,-2 0 15 0,0-2 14 16,-2-1 10-16,-2 1 12 0,0-1 4 0,-2 0 3 0,-1 2 0 15,0-2-7-15,-1 0-15 0,1 0-3 0,-2 0-13 0,0 0 0 0,0 2-4 16,2-2-11-16,0 1-6 0,1-2-5 0,1 0-5 0,-2 1-2 0,1 0-4 16,2-1 2-16,0 1-1 0,0-2-1 0,1 2-1 0,-2 0-5 15,-1-1-5-15,-1 2-1 0,-1 0 0 0,-3 1 8 0,0 0 1 0,-2 3-2 16,-2-2 0-16,1 0-5 0,-3 0 3 0,-1-1 6 0,-1 0 1 0,-2 0-2 16,-2 0-5-16,0-2 2 0,-3 1 4 0,1-2 0 0,-2 0 4 15,0-1-3-15,-3-1 3 0,-1 0 0 0,-3 0 4 0,-1-1-2 0,-1 2 2 16,0-2 2-16,-2-1-1 0,-1 0 4 0,-3 1-6 0,0-1-2 15,-3 0 2-15,-1-1 0 0,0 1 0 0,-1-1 4 0,-2 2-4 0,-2 0 4 16,-1 2 0-16,-3 0 3 0,-1 0 5 0,-3 0-2 0,-2 2 3 0,-2-1 6 16,-2-1 2-16,-3 1-1 0,-2-2-3 0,-4 0-11 0,-1-1-9 15,-3 0-9-15,-1-1-5 0,-3 1-7 0,-4-2-4 0,-3-2-4 0,-5 2 3 16,-5 0 0-16,-5-1-2 0,-5 0 3 0,-4 0-1 0,-4-1 1 0,-4 2 6 16,-5 0 3-16,-5 1 2 0,-4 0 7 0,-3 0 5 0,-1 1 15 15,-2 2 6-15,-2 0 2 0,-1 1 10 0,-3-1 5 0,2 0 14 0,1 1 1 16,-2-1-5-16,3 0-9 0,-4 1-8 0,1 1 1 0,1-2-5 15,0 0-5-15,1 0-9 0,-3 2-10 0,-3 1-4 0,-2 2-4 0,-3 1-15 16,-5 0 0-16,1 3 2 0,-1 0 10 0,1 0 8 0,3 1 8 0,-3 0-15 16,-2 1-13-16,-2 2-2 0,-4 2-4 0,0 3 14 0,4 0 13 15,1 1-2-15,2 0-4 0,1 1-8 0,-3 2 0 0,2-1 4 0,0 2-4 16,1 1 1-16,2-1 1 0,1 1 1 0,3-1 11 0,3-2 5 0,5 0 6 16,2 0-4-16,2-1-9 0,1 0-8 0,3 1-14 0,0 1 2 15,5 1-1-15,0-1 5 0,1 1 3 0,3 0-1 0,1 0 3 0,1 1 5 16,1 1 0-16,2 2 7 0,0 1-4 0,2 1 3 0,1-1 2 15,-1 0 0-15,3 3 3 0,1-1 0 0,1-1-2 0,3 1-2 0,2-1 4 16,3-1 12-16,1 0-3 0,3 1 10 0,3 0-2 0,0-1-6 0,3-2-1 16,2 0 0-16,3-1-1 0,2 1-2 0,1-1 4 0,2-1-2 15,0 1 0-15,4 0 2 0,-1-1 0 0,3 0 5 0,2-1-2 0,0-1 1 16,2 1-1-16,2 0 3 0,-1 0-1 0,2 0 1 0,0 0-1 0,3-1-3 16,1 1 3-16,0 0-6 0,1 1 0 0,0-1 2 0,1 0-7 15,1-2 1-15,2 1-8 0,1-1-3 0,1 0 6 0,1 0-3 0,0-1 1 16,3 0-5-16,0 0-5 0,2-2 0 0,1 2-3 0,1-1-3 15,0 0-8-15,1-1-5 0,1 1-6 0,2 0-9 0,1-1-15 0,2 0-26 16,0-1-44-16,2 0-38 0,0-1-39 0,4-1-42 0,2 0-36 0,0 0-74 16,2-3-154-16</inkml:trace>
  <inkml:trace contextRef="#ctx0" brushRef="#br0" timeOffset="76460.59">8665 16375 874 0,'-9'-2'134'0,"2"-1"-16"0,-1-1-18 16,4 0-30-16,2 0-22 0,2 0-16 0,1 0-14 0,2-1-9 0,2-1-8 16,1 0 2-16,2 1-2 0,0-2 1 0,2 2-4 0,2-2-3 0,1 0 3 15,3 0 6-15,1-1 3 0,0 2-1 0,2 0-5 0,2 2 3 16,0-1 1-16,3 1-1 0,0 1 0 0,1 0-8 0,0 0 4 0,1 1-2 15,3 0 2-15,0 1 10 0,0 1-1 0,1 0 1 0,0-1 4 16,1 1-4-16,1 1 1 0,1 0-4 0,3 0-1 0,0 0-1 0,1 0-3 16,0 1 4-16,-1 0-3 0,3 2-3 0,0-1 9 0,2 1 2 15,-1 1 6-15,2-1 8 0,1 3-10 0,0-2 6 0,-1 2-3 0,0 2 3 16,1-1 13-16,1 0-11 0,1 0 4 0,1-1-12 0,0 2-5 0,0-1 13 16,1 0-3-16,1 1 4 0,2-1 2 0,1 1-5 0,0-1 9 15,1 0 0-15,1-1-11 0,-1 0-1 0,1-1 0 0,3 1-2 0,1 0 5 16,0-1-10-16,1 0-2 0,0-1 3 0,3 0-2 0,0 1 8 0,-1-1-10 15,2 1-1-15,0-2-4 0,0 1 1 0,2-1 4 0,2 0-4 16,0 1 8-16,1-1-2 0,3 0 0 0,0-1 12 0,0 0-5 0,0 0-1 16,-1-1 2-16,2 0-8 0,-1 0 10 0,2 0 4 0,1-1-3 0,0 0 1 15,0-1-8-15,-1 0-2 0,1-1 3 0,-2 0-9 0,0-1 2 16,2-1-1-16,-1 1-4 0,0-2 8 0,0 1-9 0,0-1 2 0,0-1 3 16,1 0-6-16,-2-1 5 0,1-1 3 0,1-1-1 0,-1 0-2 15,0-1 2-15,1 0 1 0,-3-3 4 0,1-2 6 0,-1-1-2 0,-1-1-8 16,-1-2 13-16,-1 0 2 0,-2-1 0 0,-2 0 5 0,1-2-7 0,-3 0 7 15,-1 0 5-15,-2 0-3 0,-1 0-6 0,-2-2-1 0,-1-1-2 16,-3 1 1-16,-2-2-5 0,0 1-9 0,-3 1 4 0,-1-1-13 0,-1 2 7 16,0-1-2-16,-2-2-8 0,-3 2 8 0,-1-2-9 0,-3 1-1 15,-1-2 9-15,1 0-3 0,-2 0 4 0,-2-2 5 0,-2 2-18 0,0-2 0 16,-3 1-4-16,-1 0-8 0,-2 0 1 0,-2 2-2 0,-1-1-6 0,0 0 1 16,-4 1-3-16,0 0 1 0,-3 0 5 15,0 1 4-15,-2 2 6 0,-2 1 2 0,-1 0 8 0,-2 3 3 0,-1-1 0 0,0 0-2 0,-2 1-1 16,-1-1 0-16,0 1 4 0,-2 0 2 0,-1 0 1 0,-1 0-4 0,-1 0 0 15,-2 1-4-15,0-1 9 0,-2 2 6 0,-1 0-4 0,-1-1 4 16,-3 0-13-16,0-1-1 0,-3 2 6 0,-1-1-3 0,-1 0 4 0,-3 0-4 16,-2 1-8-16,-2-1 1 0,-3 1 1 0,-1 2-1 0,-4-1-1 15,-2-1 2-15,-5 0 0 0,-3 2-7 0,-4-1 8 0,-3 0-5 0,-5 1 1 16,-5 0 3-16,-4 2-1 0,-5 0 2 0,-5 0-2 0,-4 3-1 0,-5 0 0 16,-1 1 5-16,-4 1 3 0,0-1 0 0,-5 2-5 0,-1-1-1 0,-1 2 1 15,-2-1 3-15,0 2 5 0,-3 0-1 0,-1 1 4 0,-4 1-6 16,-1 1 2-16,0 0-2 0,-3 2-6 0,-4 1-1 0,-2 2-1 0,-3 2-2 15,-4 1 3-15,1 2 3 0,-3 2-3 0,-1 0 1 0,0 3 2 16,-5 2-6-16,3-1 7 0,0 2 12 0,1 1 2 0,4 0 3 0,0 2 3 16,2-2 1-16,1 0 4 0,4 0 13 0,2-3 0 0,3 1 5 15,2 0 0-15,2 0-7 0,3-1 0 0,5 1-9 0,1 0-5 0,2 1 2 16,1 0-3-16,1 2-13 0,-1 2-11 0,0 1-4 0,2 3-2 0,1 1 1 16,1 2 2-16,6 2-9 0,0 0-5 0,5 0-13 0,4 2-13 15,1 0-18-15,4-1-27 0,3 3-25 0,4 0-27 0,7-2-43 0,3 0-42 16,5-5-79-16,6 2-115 0,4-4-295 0</inkml:trace>
  <inkml:trace contextRef="#ctx0" brushRef="#br0" timeOffset="120853.61">4059 13192 1047 0,'-13'17'199'0,"-2"1"-97"0,-3 7-70 0,0-3-33 0,5-2-1 0,0 2 0 16,0 0 0-16,3 1-8 0,-1 2-25 0,3-2-28 0,-1 3-17 15,0 1-3-15,1 1 9 0,1 4 13 0,0 2 17 0,2 2 16 0,-1 2 12 16,2 0 13-16,-1 1 7 0,0 0 9 0,0 1 11 0,0 4 3 15,1-2-2-15,0 3 0 0,1 0-8 0,0 4-5 0,0 0 2 0,0 0-4 16,0 2 0-16,2-1 5 0,0 2 1 0,0-1 1 0,2-1 12 0,0-3 0 16,1 1 0-16,1-2-5 0,1 1-3 0,1-2 1 0,1 0 0 15,1 0 5-15,1 0-2 0,2-1-4 0,0 0 1 0,2 3 3 0,1-2 0 16,1 1 5-16,1 0 1 0,1 2-3 0,3 2 4 0,0-2-10 0,-1 0-2 16,3 1 2-16,-1-1-11 0,1 1 1 0,0 0-3 0,2 1-6 15,0 0 5-15,2 1-4 0,1 0-7 0,2-3 0 0,0 1-8 0,1-3 0 16,0 0 0-16,3 1-3 0,-1-2 0 0,3-1-3 0,1 0-2 15,2-3 0-15,0 0 5 0,4 0 1 0,2-1 5 0,1-1 4 0,0-1-8 16,1-4 8-16,3 1-1 0,1-2 3 0,2 0 2 0,1 0 2 0,1-3-2 16,2 1-3-16,1-2 0 0,0 0-4 0,2-2 8 0,0-1-3 15,2 0-3-15,1-3 5 0,1-1-5 0,1 0 15 0,2-4-4 0,3 2-1 16,0-2-1-16,3-3-8 0,2 0-2 0,-1-1 0 0,4-1-2 0,-3-2 14 16,4 0 9-16,1-1-3 0,1-2 2 0,1 1-8 0,2-2 3 15,1-1 4-15,-1 0-3 0,1-2-1 0,1-2 0 0,3 0-2 0,3-1 7 16,2-1-1-16,3-1 1 0,1 0 3 0,0-2-9 0,1 2 2 0,1-3 0 15,2 0 4-15,-1-1 9 0,2 0-2 0,2 0 5 0,-3 1-4 16,3 0-3-16,0-1 0 0,1-1-3 0,1-1 0 0,1 0-3 0,0 1-1 16,0-3-1-16,2 1-1 0,1-2 0 0,2-1 3 0,2 0-4 15,-1 0-1-15,0-2 6 0,1 0-3 0,-1-2 4 0,1 1-2 0,1 0-16 16,-1-3 8-16,1 0-10 0,-2-1 3 0,3 0 5 0,-1-1-3 0,1-2 7 16,0 2-10-16,2-4 6 0,-2 1 3 0,0-2 1 0,1-1 1 15,-1 0-2-15,1-2-2 0,-2 0 4 0,0-2 2 0,1 1-6 0,-2-2-1 16,0 1 0-16,2-2 2 0,-2-1 4 0,-1-1-3 0,1-1-5 0,-2-1 5 15,0 3-1-15,-4-2 2 0,1 1-7 0,-3-2 0 0,1 1 5 16,-1 0-1-16,0-3 9 0,0 1-3 0,-3-2-3 0,-1 0-1 0,-2 1-1 16,-3-2 0-16,-3 1 2 0,0-1-4 0,-2 1-5 0,-2-1 1 15,0-1 2-15,-6 2 2 0,-1 0-1 0,-3 0-1 0,-4-1-2 0,-1 0 8 16,-2-1 3-16,-4 0 2 0,-2-1-2 0,-5-1-6 0,-2 0-2 0,-3 0 5 16,-4-2 2-16,-2 0-2 0,-4-1 3 0,-4-1-4 0,-2 2 2 15,-4 0 6-15,-2 0-3 0,-4-2 1 0,-3 2 7 0,-4 1-4 0,-4 0 9 16,-3-2-1-16,-4 2-10 0,-2-1-2 0,-3 1 1 0,-4-1 0 0,-2 0 1 15,-3-1 2-15,-4 1-3 0,-1 2 1 0,-4 0 1 0,-3-1-2 16,-2 1 5-16,-4 0 0 0,-3 0-3 0,-3 0 4 0,-4 0-7 0,-2 0-6 16,-4 0-1-16,-2 2-1 0,-3 0-3 0,-3-1 2 0,-4 2 1 0,-3-1-4 15,-5 3-3-15,-2 1 3 0,-3 0-5 0,-5 1-1 0,-3-1-7 16,-4 4 8-16,-2 0-1 0,-1 2 4 0,-4 1 5 0,-3 1-10 0,0 1 0 16,-4 1 0-16,-1 1 4 0,-1 2 5 0,-4-1-5 0,-1 1 2 15,-3 2-1-15,-2-2 0 0,-2 1 1 0,0 1 4 0,-5 0-5 0,-2 1 4 16,0 3 2-16,-4 0-4 0,-1 1-1 0,0 2 1 0,-4 2-7 0,-2 0 3 15,-1 1 4-15,-3-2-4 0,-1 1 4 0,-1 1-1 0,-2-1-1 16,1 0 4-16,-1 0 6 0,0-1-7 0,0 1 1 0,-1-1 2 0,0 0-10 16,-2 1 5-16,-1 0-4 0,-1 2 4 0,-1 0 5 0,0 1 0 15,-3 1 1-15,0 1-11 0,-1 2 0 0,3 0 2 0,-2 3 3 0,2 0 4 16,1 1 0-16,-2 1-6 0,4 1 4 0,-3 0-3 0,1 2 0 0,0 0-3 16,-1 2-5-16,2 2-2 0,1 0-1 0,0 1-3 0,-1 2-6 15,1 1-11-15,0 3 2 0,0 4-7 0,1 1-5 0,-1 0-15 0,2 4-26 16,0 0-10-16,1 1-14 0,1 1-1 0,0 0-9 0,3 1-13 0,3 2-12 15,1 1-15-15,3 2-20 0,1-1-25 0,3 0-34 0,4 0-202 16</inkml:trace>
  <inkml:trace contextRef="#ctx0" brushRef="#br0" timeOffset="177498.55">5200 14541 30 0,'20'3'0'0,"4"1"1"16,3-1 0-16,1 0-2 0,-17-3 1 0,-1 0-1 0,0 1 0 16,1 1 1-16,0-1-1 0,0 0-4 0,0 0 6 0,-1 0-1 0,1-1 1 15,-2 0-1-15,1-1-2 0,-1 0 2 0,0 1-2 0,0 0 6 0,-2 1-5 16,0-1 0-16,-1-1 1 0,0 1 0 0,0 0 1 0,0 2-2 16,0-2 0-16,0-1 0 0,-2 1 1 0,1-1 0 0,-1 0-1 0,-1 1 3 15,0-1-3-15,-1 0 2 0,0 0 0 0,-1-2-2 0,1 1 2 16,-2-1-1-16,0 1 1 0,0-1 0 0,-2-2-3 0,2 0-6 0,0-2-3 15</inkml:trace>
  <inkml:trace contextRef="#ctx0" brushRef="#br0" timeOffset="177953.55">5050 15682 19 0,'20'-9'0'0,"0"1"0"0,0 0-1 0,0-1 0 16,-20 7-1-16,0-1 3 0,1 0-1 0,-1 0-1 0,0-1 2 0,0 1-2 16,0-1 1-16,0 0 0 0,0 2-1 0,0-3 1 0,0 2-1 15,1 1 2-15,-1-1 0 0,1 0-1 0,-1-1 0 0,1 2 0 0,-1 0-1 16,0-1 2-16,0 2-1 0,0 0 0 0,0 0 0 0,0 1-1 0,1-1 3 16,1 0-3-16,-2 2 0 0,1 0 1 0,0 1 0 0,-1 0 1 15,2-2 0-15,-1 3 0 0,0 0 0 0,1-1-2 0,0 1-1 0,1-3-3 16,0-1-3-16</inkml:trace>
  <inkml:trace contextRef="#ctx0" brushRef="#br0" timeOffset="-129458.39">7416 9731 1326 0,'-8'3'37'16,"0"1"-27"-16,-1 0-18 0,6 3 0 0,3-1-2 0,1 0 3 0,2 1 0 16,1 0 2-16,2-1-2 0,1 2-2 0,0 0-2 0,2-2 0 0,1 2 1 15,1-1 2-15,-1-1 6 0,1 0 5 0,0-1 5 0,0-1 2 16,1 0 5-16,0-1 3 0,1 1-1 0,0-1 4 0,2 1 3 0,1-1 1 16,2 0 4-16,2 2 1 0,2 0-1 0,2 1-1 0,1 0 1 0,2 1-4 15,2 0 1-15,3 0-3 0,0 0-7 0,2 0 6 0,1-1-7 16,1 0 5-16,3 1-5 0,1-1-3 0,3 1 2 0,3 0-2 0,2 0 5 15,3 0-2-15,1 2-9 0,2-2 0 0,2 2-6 0,2 2-3 16,0 0 4-16,1 1-6 0,1 0 2 0,1 0 3 0,0 0 0 0,1-1 7 16,1-2 4-16,-2-2 3 0,0-3 13 0,-1-2 19 0,-2-4 18 0,-2-1 25 15,-1-3 1-15,-3-2-3 0,0-1-11 0,1-2-11 0,1-2-8 16,0 0-8-16,-2-3-5 0,2-2-16 0,-2 0-9 0,-1 0-3 0,0-1-5 16,-3 0-3-16,-1 0 2 0,-3-1-6 0,-2-1 3 0,-1 0-2 0,-2-2-1 15,-1 0 3-15,-2 1-4 0,-2-2 3 0,-2 0 4 0,-3 0 0 16,-1-1-1-16,-3 0 1 0,-1-2-3 0,-3-1 1 0,0-1 1 0,-1-1-10 15,-4-2 9-15,0 1 2 0,-4-3 3 0,-3 1 20 0,-2-2-2 16,-5 0 5-16,-3-1-2 0,-4-2-2 0,-5 0 0 0,-5-4-8 0,-3 0 1 16,-6-1-11-16,-3 0-7 0,-5-1-9 0,-5 2-12 0,-7-1-23 0,-5 1-2 15,-6 2 0-15,-4 1-1 0,-6 1 19 0,-5 1-3 0,-6 2 5 16,-2 0 4-16,-6 2 5 0,-4 1-2 0,1 1 4 0,-4 0 2 0,2 2-1 16,-3 2 4-16,1 1 1 0,-1 4 2 0,-1 1-4 0,2 1 2 0,0 0 0 15,3 1-1-15,0 3 5 0,-1 3-6 0,0 1-5 0,-4 4-1 16,1 2-3-16,-2 4 2 0,1 4 4 0,-2 3 6 0,0 2 2 0,0 3-4 15,0 2 0-15,2 4 1 0,1 3 1 0,3 2 2 0,-1 1-1 16,1 4-1-16,0 2-1 0,-1 5-1 0,2 3-2 0,1 3 2 0,3 1 5 16,-1 2 4-16,2 3 4 0,3 2 2 0,-1 2-10 0,5 1 19 0,4 2 5 15,4 2-3-15,5 0 13 0,5 3-21 0,2 0-2 0,6-1 2 16,4 0-4-16,4-1 1 0,5 0-1 0,5 1-9 0,4 1 15 0,4 0-1 16,3 2-2-16,5-3 6 0,4-1-18 0,5 1-4 0,2-3 4 0,4-3 6 15,2-2-3-15,3-3-1 0,3-1-1 0,2-4-1 0,4-2 6 16,2-1-8-16,3-3 14 0,0-1 1 0,3-4-6 0,2 0 16 0,0-2-18 15,3-1-10-15,0-2 6 0,4 0-5 0,1-1 8 0,0-1-5 16,2 0-4-16,-1 0-1 0,0-2-2 0,5 0-1 0,-1-2 0 0,5-3-9 16,0 1-12-16,3-1-21 0,3 0-30 0,1-2-36 0,4 1-42 0,0 0-43 15,5 1-47-15,1-1-59 0,3 3-94 0,3 1-83 0,1 1-207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1:20:44.7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15371 8083 32 0,'-3'1'31'15,"-1"0"-11"-15,0 0 2 0,0 0-1 0,1 1-7 0,0 0-2 0,1 0-5 16,-1 1-1-16,1 1-1 0,-1-1 2 0,1 1-1 0,1 0 1 0,0-1 1 16,0 0-2-16,0 0 2 0,1 0 0 0,0-1-1 0,1 0 1 15,0 0-1-15,-1 0 1 0,1 0 1 0,0-1 1 0,-1 0 3 0,1 1 4 16,0-1 1-16,-1 0 6 0,1-1 2 0,-1 1-1 0,0 0 1 15,1 1-2-15,0-1 0 0,0 1 0 0,0 0 2 0,0 0-3 0,0-1-2 16,1 2 1-16,-1 0-4 0,1 0 1 0,1 2 1 0,-1 0-1 16,1 1-1-16,1 0-1 0,0 0-1 0,0-1-6 0,1-1 0 0,-1 1-2 15,-1 1-1-15,2-1 3 0,-1 2 1 0,2 0 0 0,-2 0-2 0,2-1 1 16,1 0-2-16,0 0 2 0,2 0 0 0,1-1 0 0,1 0 6 0,0-2-1 16,2 0 0-16,2 0 4 0,2 0-5 0,-1-1 4 0,4-1 1 15,1 1 1-15,0-2 2 0,3 1-2 0,1-2-1 0,0 1 0 0,2-1-3 16,1 1-1-16,1 0-4 0,0 0-3 0,1 1 0 0,0 1 0 0,1 0-3 15,-1 0-2-15,1 1-4 0,1-1 1 0,2 0 1 0,-1 0 2 16,1 1 0-16,-3 1-2 0,2-1 2 0,0 0-5 0,1 0 5 0,0-1 0 16,-1 0-1-16,1 0 3 0,-2-1-2 0,1 0 5 0,-1-2-2 15,1 0 6-15,-1-1 6 0,1 0 2 0,-2 0 7 0,-1-2 5 0,0-1 2 16,2 0 1-16,-2-1-3 0,0-1-4 0,-1-1 0 0,-3 0-9 0,0-1-1 16,-1-1-5-16,0-1-2 0,-2-2 6 0,1 1 3 0,-2 0 0 15,-1-1 0-15,-1 0-4 0,-3-3-7 0,1 1 0 0,-2-2-3 0,-1 0 1 16,0-2 0-16,-2 1-2 15,0-2 2-15,-2 0 1 0,-3 1-2 0,0-1 1 0,-3 0-2 0,-1-1 0 0,-1 0 1 0,-2-3 2 0,-2 1-1 16,-2-3 0-16,-2 0-1 0,-1-1 1 0,-3 1-5 0,-3-1 1 0,-2 1 1 16,-3 0 1-16,-1-1 1 0,-2 2-6 0,-4 0 0 0,1 1 3 15,-4 1-2-15,0 1 11 0,-2 1 1 0,0-2-5 0,-2 1 3 0,1 1-8 16,-2 1 4-16,-1 2 2 0,0 1 2 0,0 3-2 0,-2 0 1 0,0 2-2 16,-2 1-2-16,-4 2 1 0,-1 2-4 0,-2 1 1 0,-2 0-3 15,0 2 2-15,-2 1 1 0,1 2-2 0,-2 1 2 0,-1 1 0 0,0 2 1 16,0 1-1-16,1 0-3 0,1 1-1 0,1 1 0 0,2-1 1 0,-1 2 1 15,2 1-1-15,0 1 0 0,2-1-1 0,0 2 2 0,2 1-4 16,1-2 2-16,2 3-1 0,-2 0 1 0,2-1 0 0,0 2 0 0,2-2-1 16,2 1 1-16,3 1 0 0,1-1-3 0,2 0 3 0,0 0 0 15,2 0-3-15,-1 1 2 0,2-1-7 0,1 1 1 0,0-1 3 0,3 1 1 16,1 2 6-16,1-2 9 0,3 0 2 0,1-1-2 0,2 1-1 0,2 1-14 16,1 2 0-16,2 1-1 0,1 0 3 0,4 2 1 0,-1-1-2 15,2-1 1-15,2 2 0 0,1 1-1 0,-1 0 1 0,3 1 0 0,1-1-2 16,1-2 0-16,2 1 2 0,1-1 0 0,1-2-2 0,0 2 2 0,-1-1-4 15,1-1 4-15,1 0 0 0,0 0 2 0,-1 0-2 0,1-1-2 16,-2-2 0-16,1-1-2 0,-1 0 4 0,0-2-1 0,0 0-2 0,-2-2 6 16,1-2-4-16,0 0 2 0,-2-1 3 0,2 0-2 0,-1-1 1 15,0-2-1-15,1 1 0 0,0-1-1 0,-1-1 4 0,0 1-8 0,-2 0 6 16,1 0 2-16,1 0-4 0,0 1 2 0,0-1-3 0,0 0-6 0,0 0 5 16,-1 0-4-16,1 0 1 0,-1 1 5 0,-1 0 0 0,1 0 0 15,-2 1 1-15,0 0 3 0,-1 0-5 0,1-1 2 0,-1-1 1 0,0 0-2 16,-1 0 1-16,0 1-1 0,0-2 1 0,-1 1 2 0,1-1 0 15,-1 0 2-15,0-1-1 0,0 2-1 0,-1-1 0 0,1-1 2 0,0 1 2 16,0-1-1-16,0 0-1 0,-1 0 1 0,0 0-3 0,0 1-2 0,0-1 1 16,0 0-1-16,0 0 5 0,0 0-1 0,0 0 1 0,0 0-1 15,0 1-1-15,-1-1 2 0,1 0-2 0,-1-1 3 0,0 1 0 0,-1 0-2 16,0-1 5-16,0 0-5 0,-1 0 1 0,0 0 0 0,0 1-4 0,0-1 3 16,-1 1-4-16,0 0 2 0,0 0-3 0,0-1 1 0,0 1 1 15,-1-1 0-15,2 2 1 0,-2-1 0 0,1 0-2 0,-1 1 1 0,1-1-5 16,0 1 4-16,0-1 2 0,0 1 0 0,1 0 0 0,-1 1-5 15,0-1-3-15,0 1 5 0,0 0-3 0,1 0 7 0,0 2-1 0,0-1-6 16,0 0 5-16,0 1-7 0,1-1 5 0,-2 0 12 0,2 0-4 0,-1 1-1 16,0-1 2-16,1 0-8 0,0 1 0 0,1-1-1 0,0 0 0 15,0 0-1-15,0-1-3 0,0 0 5 16,0 0 2-16,1 0-2 0,-1 0 2 0,1 0-3 0,0 1-1 0,0-1-1 0,0 1 2 0,1-2 2 0,-1 1-2 16,1 0 0-16,-1 0 0 0,1-1-2 0,-1 1 1 0,1-1 1 15,-1 1 0-15,0-2-1 0,0 1 1 0,1-1-5 0,-1 0 0 0,0 0-8 16,1-1-9-16,1 0-23 0,0-1-25 0,2-2-36 0,1-1-40 15,2-1-32-15,-1-1-17 0,5-2-21 0,2-1-28 0,3-1-76 0,1-2-72 16</inkml:trace>
  <inkml:trace contextRef="#ctx0" brushRef="#br0" timeOffset="1119.46">10597 11575 328 0,'-8'-4'69'0,"0"1"16"0,0-1-11 0,1 1-14 0,2 0-14 15,0 1-6-15,0-1-2 0,1 1-2 0,0 0-4 0,0-1 7 0,1 2-5 16,1-1-6-16,0 1 1 0,0 1-9 0,0 0-3 0,2-1-4 15,-1 2-4-15,1-1-5 0,1 1-2 0,1 1 4 0,0 1-3 0,0-1 2 16,0 2 1-16,2-1 0 0,0 1-1 0,1 1 4 0,1-1-3 0,0 2 2 16,1 0 3-16,1 0-2 0,0 0 3 0,0 1-3 0,2 0 0 15,-1-1 3-15,2 1-1 0,0-1 3 0,1 0 0 0,1 0 0 0,0 0 2 16,2 0 1-16,-1 0 4 0,1 0 2 0,2-1 0 0,-1-1 1 0,1 0-2 16,0-2 1-16,0 1-1 0,2-1-3 0,-1-1-2 0,2 0-3 15,1-2-2-15,-1 0 1 0,2-1-2 0,-1 0-4 0,0-1 4 0,-1 0-2 16,1-2 1-16,-2 0 1 0,0-1-2 0,0-1 2 0,-1 1 3 0,1-1 2 15,0 0 1-15,-1 0 3 0,-1-1 6 0,0 0 3 0,-1 0 1 16,-2-1 4-16,1-1-4 0,0 1 2 0,-1 0 0 0,-2-2 0 0,1 0 1 16,0-1-1-16,-1-1-1 0,0 1-6 0,-2-1 0 0,-1 0-3 15,0 0-2-15,0 0-11 0,-1 1-4 0,0-1-1 0,-1 0 0 0,0-1 6 16,-2 2 10-16,0 0 0 0,0 0-3 0,-2-1 3 0,0-1-10 16,-1 2 0-16,-1-2 0 0,0 0 2 0,-1 0 3 0,-2-1-2 0,0 1 0 15,-2-1-3-15,0-1-2 0,0 1 2 0,-1 0-1 0,-2 0 1 0,-2 0 4 16,1 0-7-16,-2 0-1 0,0-1-3 0,0 0-3 0,1 0 3 15,-2 0 0-15,0-1-1 0,-1-1 2 0,1 2-1 0,0 0-1 0,1 0 4 16,-1 2-6-16,-1 0 3 0,-1 0-2 0,0 0-1 0,0-1 0 0,-1 1 3 16,1 0-3-16,-2 0 3 0,2 0 0 0,-2 1-4 0,0 1 2 15,0 0-10-15,0 2 6 0,-1-1 0 0,0 2 0 0,-1 0 11 0,0 2-13 16,-2 0 8-16,-1 1 0 0,0 1 0 0,-1 2 11 0,-1-1-17 0,2 2 4 16,-3 1 1-16,1 0-5 0,1 1 10 0,-1 1-5 0,0 0-1 15,1 1-1-15,-1 1 2 0,0-1-2 0,1 0-2 0,-1 1 2 0,2 1 0 16,-2 1 2-16,1-1-1 0,3 1 1 0,-2 1 1 0,2-1-5 0,-1 1 2 15,2 1-4-15,-1 0 8 0,0 1 2 0,2 0 0 0,0 0 2 16,0 0-11-16,1 1 6 0,2 0-3 0,-1 2 0 0,0 0-3 0,2 1 3 16,-1 0-3-16,3 1 3 0,0-1 0 0,0 1-2 0,-1 0 4 15,1-1-2-15,0 2 0 0,1 0 0 0,0 0-2 0,0 0 2 0,0 1 3 16,0 1-1-16,0-1-5 0,0-1 0 0,1 0 1 0,-2 1-4 16,1-1 11-16,1 0-5 0,-1 0 1 0,1-1-2 0,0 1-5 0,2-2-2 15,-1 0 1-15,1 0 1 0,2 0-5 0,0 0-11 0,2-1-28 0,1 0-16 16,2-2-19-16,1 1-14 0,2-1-7 0,2-1-18 0,1-2-26 15,2-1-29-15,3-2-21 0,3-1-16 0,3-2-8 0,4-3-13 0,8-2-190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1:26:11.1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7610 6984 1105 0,'-14'-17'50'16,"3"-2"-11"-16,0-3-6 0,8 2-11 0,5 2-5 0,5-1-10 0,2 2-5 15,1-2-1-15,4 2-2 0,2 3-3 0,2-1-2 0,1 2-2 0,3 0-2 16,3 0 3-16,-1 1 4 0,3 0 3 0,-1 1-1 0,2-1-1 16,-1 0 3-16,3-1-1 0,0 0 3 0,3-1 4 0,2 0-4 0,4 1 6 15,1-1-3-15,2 0 3 0,4 0 0 0,1-1-2 0,2 1-1 16,4-1-2-16,3-1 1 0,2-1 2 0,1 2-1 0,2 0-1 0,0 1-1 15,2 0 3-15,2 2-2 0,2-2 0 0,0 0 0 0,4 0 3 0,1 1 4 16,-1-2 3-16,4 0 2 0,1-1-3 0,3-1 4 0,2-1-2 16,1 1-1-16,1 1-4 0,-1 3-8 0,-1 0-2 0,2 1 1 0,-3 2-1 15,1 2 0-15,-1 2 1 0,-2 1 1 0,0 3 2 0,0 1 1 16,-1 1-3-16,-1 2 4 0,0-1-2 0,0 1 1 0,0 0 1 0,0 0-1 16,2 0 0-16,0 1-1 0,0 0 1 0,1 1-4 0,-2 0 3 0,2 2 1 15,0 0-3-15,4 1-2 0,3 1-1 0,-2 1-4 0,0 0 4 16,-2 2 2-16,-3 0-2 0,-1 2 2 0,-2 0 2 0,-1 0 4 0,0 0 2 15,0 1 4-15,-1-1 6 0,1 2 0 0,-2 0 11 0,0 1 0 0,0 1-5 16,-3 0-5-16,0 1-11 0,-1 2-5 0,1 0 1 0,-1 2 3 16,-1-1 3-16,0 0 1 0,-2 0 2 0,0 1-1 0,0 0 5 15,-2 2 1-15,-1-1-2 0,0-2 2 0,-2 0 2 0,2 0 0 0,-2-2 3 16,-1 1 3-16,-2 0-10 0,-2-2-1 0,-3 1-4 0,-1 1-9 0,-3-1 2 16,-2 2 1-16,1 1 0 0,-5-1 2 0,-1 0-1 0,-1 0-3 0,-5-2 12 15,-2 3 0-15,-2 0 6 0,-2-1 4 0,-1 2-20 0,-4-1 5 16,-3-1-8-16,-3 0 3 0,-3-1 1 0,-4 0-2 0,-2-1 3 0,-3 1-2 15,-3-2 2-15,-3 2-3 0,-2-1 0 0,-2-2 0 0,-3 1 1 16,-4 0 1-16,-1-3-2 0,-4 2-3 0,-4 0 0 0,-4 0 0 0,-3 0-5 16,-5 1 1-16,-4 1-4 0,-3 0-1 0,-5 1 3 0,-2-1-1 0,-3 1-1 15,-2-1-1-15,-3 0 5 0,-2 0-5 0,-3-1-8 0,-5 1 19 16,-2 0-5-16,-3 0 4 0,-4 1 4 0,-3-1-11 0,-1-1-6 0,-2 1 3 16,-4-1 4-16,1-1-5 0,-2-3 1 0,0-1 2 0,1-2-1 0,1-1 5 15,0-1 3-15,-1-2-3 0,1 0 0 0,-1-1 0 0,0-1 2 16,2-2 1-16,-2 0 3 0,2-1-1 0,1-2-3 0,-2-1 2 0,2-2-1 15,-1-2 0-15,3-1 3 0,0-2 5 0,2 1 10 0,1-3 3 0,3 0 1 16,1-1 7-16,2-1-3 0,3-1 2 0,0 0-3 0,3-3-3 16,2 0-2-16,3 0 2 0,2 0 0 0,1-1 2 0,2 1-15 0,2 0-4 15,3 0 1-15,3 1 7 0,2 1 13 0,0 0 0 0,5 2 0 16,1-2-11-16,5 1-1 0,2 1-4 0,3 1-3 0,2 1 0 0,3 0-5 16,2 2 0-16,1 1-2 0,4 1-1 0,2 2-2 0,0 1-2 0,2 0 0 15,2 2 2-15,2 0-3 0,0 2 1 0,2 0-3 0,-1 1-3 16,3 2 5-16,-1-1 0 0,1 1-1 0,1 0 1 0,1 0 0 0,-1 0 1 15,2 0-1-15,0 0 1 0,0-1-4 0,0 0 2 0,2 0 3 0,0 0 1 16,1 0 0-16,0-1-2 0,1 0 0 0,0 0-1 0,0 2 0 16,2-1-2-16,0 1 2 0,1 0-6 0,2 0-2 0,-1 2-12 0,2 0-19 15,2-1-15-15,1 2-21 0,0 0-18 0,0 0-23 0,2-2-37 0,0 2-39 16,2-1-32-16,-1 0-26 0,4-1-7 0,3-1-5 0,2-2-13 16,6-4-159-16</inkml:trace>
  <inkml:trace contextRef="#ctx0" brushRef="#br0" timeOffset="1132.55">20434 7664 438 0,'5'-10'44'0,"2"0"-38"0,2-3-12 15,-1 2-3-15,-1 3-2 0,1 0 4 0,-2 2-2 0,-1 1-2 16,-2 2-2-16,-1 1-4 0,-2 1 2 0,-2 0-4 0,-2 0 4 0,-2 0 3 16,-3 0 0-16,-1-1 6 0,-2 0 5 0,-1 1 6 0,-2-3 4 0,-2 1 8 15,1-3 1-15,-2 1 6 0,-1-2 2 0,2-1 1 0,-2 0-1 16,-1-1-1-16,1-2-1 0,1 0 8 0,-3 1 2 0,0-2 3 0,-1 1 6 16,-1-1 5-16,2-1 5 0,-2 0 13 0,1 0 7 0,1 1 6 0,0-1 8 15,2 0 4-15,2 0-3 0,0-1-5 0,3 1-13 0,1-1-10 16,2 0-10-16,3 0-10 0,0 0 1 0,1-2-4 15,1-1 5-15,2 0 4 0,1 1 2 0,2-1 7 0,1-2-1 16,1 1-4-16,3-2 3 0,1 0-6 0,2-1-3 0,2-2-2 0,2-2-7 0,3 2-18 0,3-1-8 16,3 0 5-16,2-1-3 0,4-2 8 0,2 1 1 0,3-2-8 0,2 1-3 15,3-1 2-15,1 2-2 0,2-1 0 0,4 1 0 0,1 1-2 16,3-2-2-16,1 0-4 0,2 0 1 0,1 0-1 0,2 1 2 0,4 1-1 16,0 1-5-16,1 2 1 0,-1 2-1 0,1 0 3 0,0 1 0 0,0 2 2 15,-1 1-2-15,1 1 3 0,-1 1 1 0,2 2-10 0,1 3 0 16,1 1-3-16,2 2 3 0,0 1 6 0,-1 1 2 0,1 4-1 0,-2 0 1 15,1 4 1-15,0 1-2 0,-1 2 7 0,-1 1-4 0,0 2 2 0,0 3 0 16,-2 2-9-16,0 1 3 0,-1 1-1 0,-4 2 1 0,-2 2-2 16,-2-1 2-16,-3 3 0 0,-1 1-1 0,-2 1-2 0,-3 2 0 15,-3 0 0-15,-5 2 3 0,-4-2-2 0,-4 1 2 0,-4 0-3 0,-3 0-4 16,-3 2 2-16,-5 2-5 0,-2 2 4 0,-5 1-12 0,-6 1 9 0,-4 3-5 16,-6 1 1-16,-7 2 6 0,-7 0-5 0,-3-1 3 0,-6-1 0 0,-3 1 8 15,-2-3 1-15,-3-2 1 0,-3-1-5 0,-2-4 1 0,-3 0-7 16,-4-1 3-16,-4 1 4 0,-5-2 0 0,0-1 6 0,-1-3-8 0,5-4 2 15,5-3 1-15,7-3 0 0,7-2 6 0,4-2 12 0,5 0-2 16,4-2-6-16,3 0-3 0,2-1-15 0,5 0-7 0,2-1-7 0,3-1-7 16,2 1 0-16,5-2-3 0,1-1-3 0,4 0-6 0,1 0-12 0,3-1-8 15,2 0 1-15,2 1 1 0,2-1-4 0,6 0-16 0,5 0-18 16,6-2-24-16,6 1-17 0,5-1-22 0,6 0-22 0,6 0-15 0,5 1-27 16,9-1-141-16</inkml:trace>
  <inkml:trace contextRef="#ctx0" brushRef="#br0" timeOffset="1763.81">25499 7579 2274 0,'11'-2'184'15,"1"0"-195"-15,7 2-46 0,4 1 0 0,1 1 13 0,7 2 34 0,3 0 1 16,1 1 10-16,1-1-2 0,2 1 11 0,-1 0-2 0,1 0 2 16,1-1 2-16,0 0-6 0,-2-1 5 0,2-1 2 0,0-1 1 0,2-1-2 15,0-1 2-15,0-2-1 0,-1 0 1 0,1 0-1 0,-2-2-13 16,1 0-5-16,-1 0-4 0,-1-1-1 0,1 0 12 0,-2 0 9 0,1-1 6 16,-1 0 0-16,-1 0 0 0,1-2-10 0,-1 0-2 0,1 0 0 0,2-1-1 15,-2-2 3-15,1 0-3 0,-2 0 1 0,-1 0-3 0,1-1-1 16,0-1 1-16,-1 1 4 0,-1-2 3 0,0 2-2 0,-1-2-3 0,-2 0 1 15,1-1 1-15,-2 0 2 0,0-1 2 0,-1-2-4 0,-2 1 0 0,2-3-1 16,-3-1-2-16,0 0-1 0,-3-1-5 0,-1 1 1 0,-3 1-6 16,-3-3-4-16,-2-1-1 0,-3-2-3 0,-4-3 0 0,-2 0-2 0,-2-3-16 15,-4-1-3-15,-2-4-3 0,-5-3 2 0,-6-3 17 0,-4 0-5 16,-5 0 5-16,-5-1 3 0,-3 2 5 0,-5 1 3 0,-3 1 2 0,-4 3-4 16,-6 3-1-16,-9 0 2 0,-5 3-1 0,-6 1 6 0,-5 3 2 0,-2 2 7 15,-3 3 8-15,1 4 4 0,-1 2 2 0,2 2 0 0,4 3-4 16,3 3 2-16,3 2-3 0,3 1-2 0,1 4-5 0,1 2-8 0,0 5-3 15,0 3-3-15,0 4 1 0,0 4 4 0,0 3-1 0,2 3 4 0,0 4 5 16,5 3 8-16,4 2 8 0,3 3 1 0,4 2 0 0,4 2 3 16,2 3-1-16,4 3-1 0,3 2-3 0,4 1-4 0,2 3-5 0,5-1-4 15,1 0 0-15,5-1-15 0,2-1 19 0,3-2 1 0,6-3 3 16,1-3 13-16,4-4-10 0,2-3 3 0,2-3 4 0,3-4 5 0,2-1 4 16,2-3 6-16,2-2 1 0,-1-2 3 0,3-1-5 0,0-2-4 15,1-3-5-15,0 0-2 0,2-1-2 0,0-1-5 0,-1-2 2 0,2 0-8 16,-1-1-4-16,-1-2 2 0,0 1-4 0,-1-1-1 0,-1-1 0 0,0 0-2 15,-1-1 0-15,0 0 0 0,-2-1 2 0,1 0-3 0,-1 0-1 16,-1-1 1-16,-4 0-3 0,1-1 4 0,-1 1-3 0,-1-1 2 0,-1 0-6 16,0 0-3-16,-2 0 3 0,0-1-3 15,-2 1 1-15,-1-1-6 0,-1 0-9 0,-1 0-10 0,-1 0-15 0,0 0-12 0,-2 0-10 0,0 0-11 16,-2-1-11-16,1 2-22 0,-1-3-21 0,0 1-33 0,0-1-30 0,0 1-28 16,2-1-37-16,2-1-25 0,2 0-3 0,4-2 3 0,5-1-39 15,9-3-8-15</inkml:trace>
  <inkml:trace contextRef="#ctx0" brushRef="#br0" timeOffset="2380.96">29031 7721 1276 0,'4'-7'393'0,"-1"0"-375"0,0 0-41 0,0 1 0 16,0 1 32-16,1 1 32 0,2 0 14 0,-2-1-4 0,1 2-20 0,1 0-22 15,-1 1-6-15,1 2-2 0,1 0 11 0,0 1 14 0,2 1 6 16,1 1 15-16,0 1 6 0,3 2-2 0,1 0 2 0,2 2-4 0,1 0-4 15,3 1 8-15,3 1 1 0,1 2 4 0,3 1 0 0,1 1-2 0,3 0-5 16,1-1-6-16,2 1-10 0,2 1-3 0,2 2-2 0,2-2-5 16,1 2-1-16,2 0-2 0,1 0-6 0,1-1 2 0,-1 0 0 0,3-1 4 15,1-2 3-15,1-2 3 0,2 1 4 0,-1-1 5 0,2-1 1 16,-2-1 3-16,2-1-1 0,1-2-2 0,0 1-1 0,1-1-1 0,-1 0 2 16,1-2 1-16,2 0-2 0,-1-1-1 0,-1 0-9 0,0 0 4 0,-1-1-7 15,0 1 3-15,0-1 4 0,0-1-3 0,-1 1 2 0,-1 0-6 16,-2 0-5-16,0 1-4 0,1 0-2 0,-1-1 2 0,0 0 2 0,-1-1-4 15,-5 2 0-15,0-1-4 0,-1 1-5 0,-4 0 9 0,0-1-3 16,-4 1 3-16,-2 0-3 0,0 0-14 0,-5-1 2 0,-3 1-6 0,-3-1-1 16,-5-1-12-16,1 1-5 0,-6 0-21 0,0 0 4 0,-3-1-4 0,-4 0-14 15,0-1-10-15,-4-1-37 0,-2-1-28 0,-3 0-21 0,-7-1-21 16,-7-2-83-16,-9 0 29 0,-12-3-52 0,-7-3-71 0,-10-4-62 0,-8-7-172 16,-13-8 42-16</inkml:trace>
  <inkml:trace contextRef="#ctx0" brushRef="#br0" timeOffset="3814.16">10531 8644 876 0,'-17'-11'55'0,"-4"-2"-43"0,-5-4-23 0,2 2-6 0,3 0 0 0,0-1 0 16,1 0 7-16,0 0 3 0,-1 1 8 0,2 1 4 0,-1-1 4 15,1 2 1-15,3 1 3 0,0 0 2 0,3 0 4 0,2 0 4 0,0 0 6 16,2 0 2-16,0 1 3 0,0-1-2 0,2 0-1 0,0 0 0 0,1 1 1 16,0 1 0-16,1-2 2 0,2 0 2 0,-2-1-2 0,1 0 5 15,0 1 4-15,2 0 6 0,0-1 10 0,1 0-4 0,1 0 2 0,0-2-10 16,1-2-7-16,0 0 2 0,2 0-11 0,1-1-4 0,1-1 3 15,1 0-3-15,1 1 3 0,2-2 3 0,2 0-2 0,2-1 4 0,1 0 1 16,1-2-3-16,3 1 0 0,2-1 0 0,1 0-3 0,3 0 1 0,1 0-4 16,0 3-4-16,1-1-4 0,0 1-3 0,5 2-4 0,0-2-7 15,4 1-2-15,0 1-6 0,2 0 9 0,2 0 0 0,0 1-14 0,3 1 1 16,1 0 4-16,1 1-3 0,2 0 15 0,3 0 3 0,0-1-14 0,1-1 5 16,-1 1 0-16,-1 1-1 0,2 0 1 0,1-1 1 0,1 1-1 15,2-1 2-15,2 1 1 0,-1 0-3 0,0 2 3 0,1 1 0 0,-2 0-2 16,1 2 1-16,-1 0-2 0,-2 2-2 0,0 1-1 0,0 2 3 15,1 0 0-15,-2 2 0 0,3 1 0 0,-2 1-4 0,-1 2-1 0,1 2 2 16,-2 0-1-16,-1 3-2 0,1 2 1 0,-2 4-2 0,-1 2 2 0,2 4 4 16,-1 2-4-16,2 6 1 0,-2 2-5 0,-3 5-3 0,-1 1 0 15,-2 2-8-15,-4 0 14 0,1 3-1 0,0 0 5 0,-4 2 7 0,1 1-16 16,-4-2-2-16,0 2-5 0,0 1 0 0,-2 0 0 0,0-1 2 0,-2-1-4 16,-4 0 1-16,0-2 0 0,-5 1-1 0,-2-1-4 0,-2-1 13 15,-3 2 6-15,-4 0 8 0,-4 1 8 0,-4 1-3 0,-4 1-3 0,-4 0 0 16,-4 3-4-16,-4 2 2 0,-4 1-2 0,-6 1-4 0,-5 1-3 15,-3 3-5-15,-5 1-6 0,-5 1 4 0,-2 1-1 0,-4 0-1 0,-2-3 1 16,0 0-1-16,-1-2 5 0,-1-2 3 0,2-3 5 0,-2-2-1 0,1-5 3 16,0-2 0-16,1-3 4 0,2-4 10 0,-1-3-2 0,2-5 20 15,0-2-2-15,0-1 12 0,0-4 6 0,1-1-9 0,2-4 14 0,2-2-2 16,1-4 1-16,1-1-1 0,3-3-11 0,0-2-8 0,-1-1-6 0,3-2-5 16,-1-2-7-16,2-1-6 0,0-2-6 0,0-2-10 0,2 1-6 15,0-3-6-15,2 0-15 0,3 0-2 0,2 0-3 0,3 2-15 0,1 0 2 16,1-2-16-16,2 0-13 0,1 1-19 0,1 1-23 0,3 0-34 0,1-1-35 15,3 2-44-15,3-1-37 0,3-1-37 0,1 0-50 0,3-5-137 16</inkml:trace>
  <inkml:trace contextRef="#ctx0" brushRef="#br0" timeOffset="4614.16">14424 8487 709 0,'-26'-19'273'0,"-4"-1"-230"0,-7-6-22 0,4 3-22 0,3 5-13 16,4-1-4-16,2 3-5 0,2 2-2 0,4 0-6 0,2 1 0 0,2 1-2 15,2 0 6-15,1 1 14 0,4 0 10 0,-1 1 14 0,1-1 5 0,1 1 6 16,1-3 5-16,0 1 6 0,2-2 4 0,1 0 4 0,1 0-2 15,1 1-3-15,1-1-5 0,1 0-4 0,2-1-5 0,1 0-1 0,2 0-1 16,1-1-2-16,1 0 1 0,1 1-4 0,2-3 2 0,1 1-2 16,2-1-1-16,0 0 2 0,5-2 0 0,1-1 2 0,2 0 3 0,3-1 4 15,2 1 4-15,2 1 5 0,3-1-1 0,5-1 0 0,2-1-5 0,5 0 0 16,4 0-6-16,4-1-4 0,5 1-13 0,2 0 5 0,4 0-2 16,3 0-1-16,2 3 5 0,2 0-3 0,2 1-3 0,2 3 0 0,0 1 2 15,2 2-8-15,-1 3 3 0,2 2 1 0,-1 3-4 0,-3 2 0 0,1 2 0 16,-3 3 1-16,-2 2 2 0,-1 3-2 0,0 2-1 0,-2 2-1 15,-1 2-2-15,-1 3 2 0,-3 1-3 0,0 1 0 0,-2 0-4 0,-2-1 0 16,0 2 10-16,0 1 3 0,-1 0 6 0,-3 1 2 0,-1 0-4 16,-4 0 1-16,-4 0 4 0,-3 0 4 0,-4-1 6 0,-4 2 1 0,-2 1-3 15,-5 0 0-15,-1 3-4 0,-4 1 1 0,-5 1 0 0,-4 1-5 0,-5-2-3 16,-3 1-2-16,-6 0-3 0,-5 3-2 0,-5 0 0 0,-5 3 0 16,-7 0 5-16,-5-2-7 0,-5 3 11 0,-4-1 0 0,-8 0-5 0,-4 3 7 15,-6-1-8-15,-8 1-2 0,-4 1-1 0,-7 1-3 0,-5 0-2 0,-3-2 2 16,-3-1 5-16,0-5 8 0,-1-2 8 0,2-3 6 0,1-5 5 15,2-3-1-15,3-3 1 0,2-3-4 0,4-3-8 0,5-2-2 0,6-2-10 16,5-1-1-16,3-1-8 0,4-1-2 0,3-1-10 0,6 0-16 0,5-1-9 16,5-1-16-16,5 0-9 0,5-1-20 0,5 0-19 0,5-1-27 15,4 0-30-15,4 0-33 0,3-2-33 0,3 1-40 0,4-2-4 16,7-1-2-16,7-3-80 0</inkml:trace>
  <inkml:trace contextRef="#ctx0" brushRef="#br0" timeOffset="6047.47">18794 8933 1341 0,'-9'-5'344'0,"-1"1"-255"0,-2-2-96 0,2 3-51 0,1 1-27 16,2 0-22-16,1 2-2 0,1 0 18 0,1 0 32 0,0 0 36 0,-1 0 33 16,1 1 23-16,-1-1 14 0,0-1 6 0,0 1 2 0,1-1 1 0,1 1-2 15,0-1-3-15,0 0-4 0,2-1-2 0,0 1-4 0,1-1-4 16,0 1-7-16,0 1 0 0,1-1-4 0,0 1 9 0,1-1 1 0,-1 1 8 16,1-1 1-16,1 0-5 0,0 0 2 0,1 0-9 0,1 0-2 15,2 0 3-15,2 1-3 0,1-1 3 0,3 0-4 0,1 0-6 0,4 0 1 16,4 0-20-16,1 0-4 0,3 0-1 0,3 0 0 0,0-1 15 0,3 2 5 15,0-2 8-15,1 0 9 0,1 1 3 0,0-1 5 0,2 0 1 16,0 1-5-16,0 1-2 0,-2 0-7 0,-1 1-6 0,1 0-6 0,0 2-7 16,1 0-7-16,0-1 16 0,1 2-11 0,-1 0 1 0,0 1 4 15,1 1-17-15,-1 0 2 0,1 0 3 0,-3 1-1 0,2 1-2 0,-3-1 4 16,2 0-3-16,-2-1 0 0,0 1-1 0,-1-1-2 0,-2 1 2 0,0-1-1 16,0 0 5-16,0 0-1 0,1 0 2 0,0 0 3 0,0 0-3 15,-1-1 9-15,-1 0 2 0,0 0 3 0,0-1 8 0,-2 0-5 0,3-1 1 16,-3 0-2-16,1-1-8 0,0 0-2 0,-1-1 4 0,1-1-8 0,1 0 6 15,0-1-5-15,-2 0-2 0,1 0 0 0,-3-2-2 0,0 1 4 16,1-2-4-16,0 0-2 0,1-1 1 0,-1-1 1 0,1 1 2 0,0-1 0 16,0 0-9-16,0 0-1 0,-1 0-1 0,1 1 1 0,-1-1 8 15,1 1-1-15,0 1-1 0,0 0 4 0,0 2-3 0,-1 0 6 0,1 1-1 16,-1 1 1-16,-1 1 1 0,2 1 0 0,-1 1 5 0,1 1 0 0,-1 0 0 16,-1 1-6-16,0 0-3 0,-1 1-1 0,1 0-3 0,0 1 3 15,-1 0-3-15,1 0 1 0,-1 0-6 0,0-1 4 0,0 0 5 0,-2 0-2 16,0-1 4-16,0-1-5 0,-1-1-4 0,0 0 2 0,-1-1 1 0,-2-1 1 15,1 0-4-15,0-1 2 0,-2-1 3 0,1 0 1 0,-1-1-1 16,-1 0 2-16,0-2-5 0,0 0-2 0,1-1 2 0,1-1 1 0,0-2-3 16,1 0 6-16,1 0-6 0,0 1 0 0,0-1 4 0,0 1-3 0,0 0 3 15,-2 0-4-15,2 1-4 0,0 1 6 0,-1 0-5 0,1 2 1 16,1 0 4-16,-2 1-6 0,2 2 2 0,0 1 4 0,0 0 0 0,1 1 0 16,0 2 1-16,-1-1-1 0,2 3-2 0,0 0 2 0,0 1-2 15,2 2 0-15,0-1-2 0,-1 0-2 0,1-1 4 0,0 1 0 0,2-1 4 16,1 0-4-16,0 0 2 0,2-2-4 0,-1 0 2 0,1-1 4 0,-2 0-6 15,2-1 2-15,-2 0 2 0,3 0-1 0,-1-1 7 0,3-2-7 16,-1 1-4-16,0 1 3 0,0-2-7 0,1 1 5 0,-1 0 5 0,2-1 1 16,-3 1-2-16,2 0 0 0,-1 1-1 0,2 0 3 0,0-1-2 0,1 1 0 15,0 1-2-15,-1-1 2 0,-1 1 1 0,1-1 1 0,1 0 1 16,2-1 1-16,3 0-1 0,0-1-7 0,1 1-1 0,2-1 3 0,-1 0-4 16,1-1 10-16,-1 0 1 0,0 0-2 0,1 0 3 0,1 0 1 0,0 0 2 15,1 1-4-15,0-1 4 0,1 1-1 0,0 0 1 0,0 0 0 16,1 1-19-16,3-1 3 0,-1 2-3 0,2-1 1 0,0 1 18 0,-1 0-5 15,2 0-3-15,0 1 3 0,-2 0-4 0,1 1 1 0,-3 0-1 16,1-1 2-16,1 1-6 0,-1-1 0 0,2 1 8 0,0-2-10 0,0 1 8 16,1-1-1-16,0 0-1 0,0-1 8 0,0 0-1 0,1 0 2 0,1-1 2 15,0-1-4-15,1-1 1 0,1 0-1 0,0-1-3 0,0 0-1 16,-1-1 7-16,0-1 1 0,0 1-2 0,0-1-3 0,2-1-3 0,2 0 3 16,-1 0 1-16,1 0 1 0,-2-1 1 0,1-1 4 0,1 2-5 0,0-2-6 15,0 0 1-15,1 0-5 0,-1-1 2 0,1-1 12 0,1 1-10 16,-1-1-1-16,1 0 1 0,1 1-6 0,0-1 6 0,0 1-4 0,-1 0 6 15,-1 1 1-15,3 0-3 0,0 0 6 0,2-1-6 0,1 1 0 16,0 1 5-16,1 0-3 0,0 1 0 0,1 0 1 0,0 1-22 0,-1 1-4 16,1-1 3-16,0 1 1 0,1 1 17 0,-1 0 0 0,0 0 17 0,2 1-15 15,-2 1 15-15,-2 0 2 0,0-1-19 0,-1 0 14 0,0 0-16 16,2 0 2-16,0 1 0 0,0-1 2 0,1 0-4 0,0 1-4 0,1-1 6 16,-2 2-4-16,0-1 2 0,0 0 6 0,-1 1-1 0,0-1 1 15,-1 2 4-15,-2-1-2 0,1 1-4 0,-1 1 3 0,-1 0-1 0,-2 1-2 16,1 0 2-16,1 1-18 0,-1-1-1 0,1 2-1 0,0 1 6 0,-2 0 30 15,0 0-1-15,-2-1-1 0,0 2-1 0,-3 0-15 0,-1 1-4 16,-1 0 4-16,0 0-6 0,0 0 0 0,2-1 6 0,-2-1 0 0,-1-1 4 16,1 0-6-16,-1-1-2 0,0 0-2 0,-1 0-4 0,-1-2 2 15,-1 0 6-15,-2 0 2 0,2-1 0 0,-1-1 4 0,-2 0-6 0,0 0-4 16,-4-1 4-16,-1 0-2 0,-2 0 5 0,0-1 3 0,-1 1-4 0,-2-2 2 16,0 1-6-16,-3-1-2 0,-1 0-4 0,0 0 2 0,-3-1-19 0,-5 0-1 15,-2 0-11-15,-4-1-21 0,-3-1-12 0,-4 1-35 0,-4-1-71 16,-5 0-81-16,-8-3-79 0,-9-6-97 0,-17-6-104 0,-21-13-207 0,-21-12-151 15</inkml:trace>
  <inkml:trace contextRef="#ctx0" brushRef="#br0" timeOffset="27266.31">4746 13696 441 0,'-4'-4'349'0,"0"-1"-253"0,-1 0-42 0,2 0-22 16,1 1 2-16,0 1 7 0,2 0 0 0,-1-1-4 0,1 1-13 0,-1 1-8 15,0-1-8-15,1 2-5 0,0 0-1 0,0 0-4 0,0 0-1 0,1 0 1 16,-1 0 2-16,1 0 1 0,0 0 0 0,-1 0-2 0,1 0 0 15,1 0 2-15,0-1-1 0,1 0 2 0,0 0 1 0,1 0 1 0,1-1 1 16,0 0 2-16,2 0 5 0,0 1 0 0,1-2 8 0,1 2 2 0,-1-1 7 16,2 0 6-16,1 2 5 0,2 0 1 0,2 1-1 0,-1 1 1 15,5 0-1-15,0 2 4 0,0 1-4 0,4 0-4 0,0 2-9 0,0 0-5 16,2 0-4-16,2 1-1 0,0 0-2 0,3 1 1 0,-1 1-5 16,2 0-2-16,2 1 0 0,0-1-8 0,1-1 2 0,0 0-2 0,-1-1-1 15,1 0 2-15,2-2-6 0,-1 1 4 0,3 0 1 0,-1-1 10 0,0 2 2 16,3 0-1-16,-3-1 0 0,3 1-4 0,-1 0 4 0,-1 0 6 15,1 1-1-15,2-1 2 0,-1 2-1 0,0 0-1 0,0-1 1 0,-4 2-3 16,3 0 0-16,-1 0 2 0,1 1 0 0,1 0 3 0,-3-1-2 16,1 1-5-16,-2-1-4 0,-2-2-15 0,1 1 2 0,-4 0 11 0,3-1 4 15,-5 3 6-15,2 1-2 0,-2 0-6 0,0 0-4 0,-1 0 5 0,-1-1 1 16,-3 0-6-16,0 1 0 0,-1 0-2 0,-1 0-3 0,0 0-3 16,1 0-3-16,-2 0-13 0,2 1-13 0,-2-2-38 0,-1 0-78 0,1 0-110 15,-1 0-166-15,-1 1-426 0</inkml:trace>
  <inkml:trace contextRef="#ctx0" brushRef="#br0" timeOffset="30766.72">8197 14886 688 0,'1'-2'90'0,"0"0"-23"0,1-1-23 0,1 0-13 0,2-1-11 16,3 0-7-16,0-1-9 0,1-1-3 0,1 0-3 0,0-1-2 16,0 0-2-16,1-1-6 0,1 0-5 0,0 1-7 0,0 0-2 0,1 1 1 15,0 1 1-15,2 2 3 0,0 0 4 0,1 2 5 0,-3 1 5 0,2 1 5 16,-1 2 5-16,0 1 4 0,-1 1 2 0,1-1 7 0,1 4 6 16,-1-1 2-16,1 1 6 0,2 1 1 0,1 0 1 0,2 0 3 0,-1 1 1 15,2-1 2-15,2 1 2 0,0-1 0 0,4-1 3 0,-1-1 7 16,3 0 4-16,0 0 5 0,1-2-3 0,2 0-2 0,1-1-4 0,1 1-5 15,3 1 1-15,0-1-8 0,2 0 2 0,2 1-6 0,0-1-9 0,1 0-1 16,2 0-9-16,0 0-2 0,2 1-3 0,1-1 2 0,1 2 3 16,1-1 8-16,2 0 3 0,-1 1 1 0,3 0 9 0,0 1-13 0,0-1 8 15,2-1-6-15,-1 0-7 0,-1 0 4 0,1-1-10 0,2 1 2 0,0-1-4 16,0-2-3-16,1 0 4 0,-1 0-5 0,3-1 4 0,0-1-1 16,1-1-5-16,0 0 3 0,0-1-3 0,1 0 1 0,1-1 1 0,1-1-1 15,-2 0 7-15,2 0 4 0,-1 0 13 0,-1 0 7 0,0 0 11 16,0 0 9-16,0 0-8 0,-2 0 8 0,2 1 0 0,-2-1-3 0,0 1 0 15,0 0-5-15,-1-2-3 0,2 0-4 0,-2 0-8 0,1 0-5 0,0 0-5 16,-1-1-7-16,1 0-1 0,0-1-3 0,-1 0-3 0,-1-1 1 16,-2-1-2-16,-1 2 2 0,-1-3 0 0,0 1-1 0,-1-1 1 0,-1 0 0 15,-3 1-2-15,1 0 6 0,-1 2 7 0,1-1-6 0,-3 0 2 16,-1 1 0-16,-1 0 1 0,-1 0 1 0,-1 2-4 0,0-1 1 0,-1 1-4 16,-2 1 4-16,-2-1 5 0,-2 1-5 0,-1 1-1 0,-1-1 3 0,-1 2 0 15,0 0 5-15,-3-1-3 0,0 0-4 0,-4 0 0 0,1 0 2 16,-2 0 0-16,-1-1-4 0,-1 1-5 0,-2-1 0 0,0 0-5 0,-2 0 5 15,-2 0 2-15,-1 1-7 0,-2 0-1 0,-1 0 1 0,-1 0 1 0,-3 1 8 16,1-1-6-16,-1 1-3 0,0 0 0 0,-2 1-1 0,0-1-1 16,-2 1 9-16,0 0-5 0,-1 1-3 0,-1-1 7 0,1 0-7 0,-2 1 7 15,0-1-9-15,1 1-1 0,-2 0-1 0,0-1-7 0,0 1 1 0,0-1-6 16,-1 1-11-16,0 0-25 0,0 0-14 0,-1 0-30 0,-1 0-43 16,0-1-52-16,-2 0-86 0,-1-1-92 0,-2-3-117 0,-2 0-197 0,-2-3-142 15</inkml:trace>
  <inkml:trace contextRef="#ctx0" brushRef="#br0" timeOffset="32571.28">7930 15961 1323 0,'-5'4'135'0,"1"-1"-33"0,0 1-40 16,1-1-22-16,3-2-16 0,1 1-12 0,1-1-10 16,2 3-4-16,2 0-7 0,2 1 3 0,0 2 1 0,3-2 5 0,0 2-6 0,2 0-8 0,3 0 0 15,1-1-1-15,1 1-2 0,2 0 6 0,1-1-6 0,1 1 4 16,2-1 5-16,1-1 1 0,3 1 7 0,1-2-2 0,1 0 0 0,2 0-1 16,0-2 3-16,3 0 4 0,1 1 1 0,1-1-2 0,2 1 2 15,0-1 8-15,1-1 0 0,2 1 5 0,2-1 3 0,0-1 2 0,3 1 6 16,3 0 14-16,0 0-1 0,3 0 3 0,3-1 6 0,3 0-4 0,1 0 7 15,3-1 2-15,1-2-14 0,2 0-2 0,2-1-13 0,2 0-6 16,0-1 3-16,2 0-6 0,3-2 1 0,0-2-6 0,1-1-4 0,2-1 1 16,0-1-2-16,2 1-5 0,-1-1-5 0,2-1 11 0,0 0 0 15,-1-1 2-15,3 1-5 0,2-1-14 0,0 2 13 0,4-1-1 0,-2 2 8 16,2 1 5-16,0-1-4 0,-2 3-1 0,2 0 2 0,-3 1-7 0,2 1-10 16,-2-1 5-16,1 1-4 0,0 2 9 0,-3 0 5 0,1 0-11 15,-3 1 4-15,0 2 2 0,-1 1-4 0,-2 0 14 0,1 2-1 0,-2 0-9 16,-2 1 3-16,-2 2-6 0,-2-2 7 0,0 2 5 0,-2 1-16 0,-2-1 4 15,-1 1-8-15,-2 1 2 0,-1-2 12 0,-2 1-24 0,-1-1-24 16,-1 0-27-16,1 1-87 0,0-2-95 0,1-1-148 0,0-1-145 0,2-3-233 16</inkml:trace>
  <inkml:trace contextRef="#ctx0" brushRef="#br0" timeOffset="39465.56">17424 11002 1828 0,'-7'9'515'0,"0"4"-415"0,-1 7-13 0,3 3-33 0,3-2-37 15,4 1-10-15,2 2-12 0,0-1 10 0,2 4-4 0,-2 1 1 0,1 2 7 16,-1 1-12-16,-2 3 0 0,-2 0-3 0,0 4 6 0,-1 1 8 15,-2 2 3-15,0 3 10 0,0-1-7 0,-1 1 2 0,1 3 2 0,-2 0 6 16,-1 1 4-16,0 1 5 0,0-1 5 0,0 1 4 0,-1 3-7 0,1-2 14 16,0 2-6-16,0-1-6 0,1 0 1 0,-1 1-20 0,1-1-3 15,1-2-3-15,0-1 1 0,1-2-5 0,0-2-6 0,0-2 5 0,1-2 2 16,0-1 3-16,0-2-5 0,0-4 11 0,0-1 3 0,1-4 0 0,-1-1 9 16,1-2-12-16,0-4-7 0,0-2-4 0,0-2 0 0,1-5-7 15,-1-3 6-15,1-3-8 0,0-3-5 0,-1-2-9 0,1-3-15 0,-2-1-10 16,0-3-29-16,-2-2 2 0,-1-2-8 0,1-6 5 0,-1-5 17 15,0-6-6-15,1-6-2 0,0-4 11 0,1-5 17 0,1-2 10 0,-1-3 14 16,2-2-9-16,0-3-5 0,1-4 0 0,0-2 2 0,1-1 3 16,0 0 2-16,2 1 6 0,-1 1 2 0,1 0 7 0,-1 1 4 0,0 1-4 15,0 2 9-15,0 1-3 0,0 0 4 0,0 1 6 0,-1 3-3 0,1 1 6 16,0 3 4-16,0 1 0 0,0 3 4 0,-1 3-1 0,2 0 0 0,1 2 2 16,-1 2-2-16,1 2 2 0,0 1 2 0,0 4-5 0,1 1 1 15,1 4-3-15,-1 1 1 0,1 2-2 0,0 2 0 0,1 3-2 0,-1 1 4 16,2 2 0-16,0 1 2 0,2 2 4 0,1 2-6 0,2 1 0 15,0 2 1-15,2 2-6 0,1 2-6 0,2 1-3 0,1 2-1 0,1 3-1 16,2 1 2-16,0 2 1 0,2 3-5 0,0 1-3 0,2 2-1 16,0 3 0-16,-1 2 9 0,1 3-5 0,-1 5-4 0,1 2 1 0,0 4-11 15,-1 7 13-15,3 2 3 0,-1 5-5 0,0 3 10 0,-1 2-6 16,-1 3 2-16,-1 3-5 0,1 1-2 0,0 1-4 0,0-2 1 0,0-3-4 0,0-1 16 16,0-7 1-16,-1-6 10 0,-2-4 24 0,0-4 12 0,0-6 9 15,-2-2 2-15,2-4-1 0,-1-2-12 0,-3 0-7 0,1-3-2 0,-1-1 1 16,-3-3-1-16,0-2 1 0,-1-6 1 0,-3-1-5 0,1-2-4 15,-3-3-1-15,2-1-8 0,-1-3-3 0,0-1-2 0,0-2-4 0,-1-3-2 16,0-5-2-16,2-3-6 0,0-3-10 0,1-4 0 0,0-3 0 0,-1-1 0 16,-1-5 0-16,1-3 0 0,-1-3 0 0,0-5 0 0,0-1 0 15,1-3 0-15,-1-2 0 0,1-2 0 0,0 0 0 0,1 1 0 0,0-3 0 16,0 1 0-16,3 1 0 0,0 1 0 0,0 3 0 0,-1 3 0 16,0 4 0-16,0 3 0 0,-1 4 0 0,-1 2 0 0,-2 2 0 0,-1 3 0 15,0 3 0-15,-2 2 0 0,-1 3 0 0,-1 3 0 0,0 1 0 0,-2 3 0 16,0 2 0-16,-2 2 0 0,0 3 0 0,0 0 0 0,-1 1 0 15,0 2-34-15,1 0-44 0,-2 1-12 0,1 1-32 0,-1 0-30 0,1 0-37 16,-1 1-38-16,1-1-36 0,0 1-55 0,1 1-45 0,-1 1-31 0,2 1-25 16,0 3 1-16,1-1-8 0,3 1-62 0</inkml:trace>
  <inkml:trace contextRef="#ctx0" brushRef="#br0" timeOffset="40384.51">19582 10883 981 0,'-6'-12'270'0,"2"-2"-144"0,-1-4 11 0,3 3-5 15,0 0-21-15,1-1-20 0,1 1-15 0,-1 1-6 0,1 0-2 16,0 2 5-16,-1-1 3 0,0 3-1 16,-1 0 7-16,0 0-10 0,-1 3-7 0,1 1-4 0,-1 1-7 0,2 2 6 0,-2 2-2 0,1 1-2 15,1 1-1-15,-1 1-5 0,0 1-11 0,0 1-7 0,0 3-2 0,0 3-10 16,0 2 9-16,1 3-6 0,-1 5-14 0,0 5 8 0,0 4-12 0,0 6 7 15,1 4 9-15,-1 4-14 0,0 3 6 0,1 6-8 0,0 2 0 16,1 3 6-16,0 3-3 0,1 2 3 0,0 2-18 0,1 2 5 0,1 1 4 16,0-2-2-16,1 0 12 0,1-2-12 0,1-4 0 0,1-5-3 15,0-6-1-15,1-7 1 0,1-4 1 0,0-2 2 0,1-4 4 0,1-2-13 16,-2-4 2-16,1-1 5 0,-1-3-2 0,0-3 22 0,0-2-7 0,-1-2-10 16,-1-4 3-16,-1-3-8 0,-2-2-1 0,1-3-7 0,-2-1-15 15,-1-2-25-15,0-2-17 0,-1-1-17 0,-1-3-23 0,-2-2-26 0,-2-4-35 16,-2-3-39-16,-1 0-13 0,-5-3-7 0,-1-2-8 0,-2-2 3 0,-2-2-8 15,-2-2 14-15,-2-3 36 0,-2-1 54 0,0-1 62 0,1 1 56 16,2 0 58-16,0 3 51 0,3-2 42 0,0 2 24 0,2-1 0 0,0 1-16 16,0 4-17-16,0 0-16 0,2 2-14 0,-1 0-9 0,0 0-3 0,1 3 10 15,2 2 13-15,-2 2 13 0,1 2 4 0,1 3-15 0,-1 2-11 16,2 1-18-16,2 2-8 0,-1 3-8 0,3 0-6 0,0 2-11 0,2 0-15 16,1 1-11-16,0 1 0 0,2 0-9 0,1 0-8 0,1 2 0 15,1-1-7-15,3 2 1 0,0-1-1 0,2 0-4 0,2 0 0 0,1 0-5 16,1-1 0-16,4 1-4 0,0-2-16 0,2 1-12 0,0-2-23 0,2 0-23 15,2-1-21-15,1 0-16 0,2-2-12 0,-1 0-6 0,3 0-1 16,1-1 5-16,0 0 9 0,1 1 15 0,0 0 24 0,1 1 20 0,-1 1 32 16,0-1 22-16,-1-1 15 0,1 0 12 0,-1 1 11 0,-2-1 12 0,-1 1 17 15,-3-1 11-15,-1 1 4 0,-2 1 9 0,-3 0-3 0,1 2 2 16,-1 0-1-16,-1 0-4 0,0 2-3 0,-4 1-3 0,2 0-9 0,-2 2-6 16,-1 0-7-16,1 1-5 0,-2 1 0 0,0 1 4 0,2 0-2 0,-1 2 9 15,1-1-2-15,0 3 0 0,2-1 7 0,-2-1-12 0,2 2 0 16,0-1-2-16,1 2-15 0,0-1 10 0,1 0-4 0,1 0-1 0,1 0 4 15,0 1 1-15,-1-3 13 0,1 0 9 0,1-1 15 0,-1-1 4 16,-1-2 3-16,0-1-3 0,-1-2-5 0,0-2-3 0,-1 0-10 0,0-2 5 16,0 0 1-16,-1-1 0 0,-1-2-1 0,0-1-7 0,0-1-5 0,1-1-7 15,-1-2 0-15,-1-2-4 0,-1-1-10 0,-1-2-3 0,-1-2-8 16,0 0 3-16,-2-1-4 0,0-2-2 0,-2 0 0 0,-2 1-3 0,-1-2 0 16,-1 1 5-16,-3 1-6 0,-2-1-1 0,-2 0-4 0,-2 1 2 0,-2 3 2 15,-3 0 2-15,-2 2-1 0,-1 1-3 0,-1 2 7 0,0 2-1 16,0 2 5-16,1 2-6 0,0 2 2 0,1 2 1 0,0 4-6 0,-1 1 9 15,2 2-6-15,2 2-3 0,2 1 7 0,2 2-7 0,1 1 3 16,2 2 3-16,2 1-7 0,3-1 1 0,2 3-2 0,2 1 0 0,3 1 0 16,2 1-2-16,2 1 1 0,2-2-1 0,4 1 0 0,2-3-2 0,2-2 1 15,2-1-10-15,1-1 0 0,3-3-2 16,-1 0-8-16,4-2-19 0,1-1-20 0,2-1-36 0,0-2-32 0,1-2-35 0,-1-2-62 0,2-1-80 16,0-1-212-16,0 2-131 0,-1 4-211 0</inkml:trace>
  <inkml:trace contextRef="#ctx0" brushRef="#br0" timeOffset="40767.24">22823 11198 2489 0,'0'-6'135'0,"2"1"-35"0,2-2-43 16,-1 0-21-16,2 0-2 0,-2 0-7 0,-1 0-11 0,-1 1 1 0,-3 0-5 16,-1 0-4-16,-4-1 9 0,-4 1 4 0,-4 1-2 0,-3 0-4 0,-2 0 2 15,-4 1-7-15,-2 2-4 0,-1 1 2 0,-3 1-4 0,2 1 9 16,-3 2 5-16,0 1-3 0,-1 2 1 0,-1 2-9 0,1 2 2 0,-1 1 1 16,0 3-1-16,0 2 5 0,1 3 5 0,-1 2-8 0,1 4 7 0,0 3-1 15,3 4 1-15,2 1-9 0,4 4 5 0,3 1-7 0,3 1 4 16,2 1 7-16,5-1-3 0,3 0-1 0,3-3-7 0,5 0 4 0,3 1 2 15,4-3-4-15,3-3 5 0,3-3-1 0,3-4 2 0,2-1 1 16,2-3 2-16,5 0 6 0,2-2 0 0,4-2-11 0,1-2 6 0,1 0-10 16,-1-2-5-16,0-1 9 0,-1-1-9 0,-1 0-1 0,0 0 5 0,-2-2-5 15,-1-1-1-15,0-2 0 0,-5 0-4 0,-1-2-5 0,-1-2-4 16,-5 0-25-16,1-2-23 0,-3 0-21 0,-3-1-27 0,-1 0-16 0,-1-2-25 16,0-2-36-16,-1 0-43 0,-1-3-60 0,-1-2-41 0,-1-3-28 0,0-1-25 15,2-5-20-15,0-5-229 0</inkml:trace>
  <inkml:trace contextRef="#ctx0" brushRef="#br0" timeOffset="41884.5">23287 10777 1714 0,'-1'-3'771'0,"0"-2"-592"0,0 1-32 0,1 3-52 16,1 2-22-16,-1 0-18 0,2 2-17 0,0 2-14 0,1 1 2 0,1 4-5 15,0 5 7-15,-1 3 8 0,0 4-8 0,-1 6-3 0,-1 3-2 16,-2 5-5-16,0 4-3 0,0 5-5 0,-2 4-2 0,1 2-8 0,0 3 1 15,-2 1 5-15,1 1-4 0,-1 2 1 0,0 0-3 0,1-3-3 0,1-3 4 16,1-2-2-16,2-5-5 0,-1-3-3 0,3-2-9 0,0-5-2 16,2-4-12-16,2-4-10 0,0-4-4 0,1-3-3 0,0-4-4 15,-1-2-85-15,1 1-73 0,-1-1 16 0,-1-1 13 0,0-2 65 0,0-5 30 16,1-3-44-16,1-3-23 0,-1-3 24 0,-1-1 47 0,1-3 38 0,-2-3 35 16,1-2 11-16,-1 0-3 0,0-3 7 0,0-2-3 0,0 0-3 0,1 0 3 15,-1-1-2-15,1 0 0 0,-1 2 3 0,0-1-4 0,1 0-4 16,0-1-8-16,1 3-9 0,-1-1-9 0,1 3-6 0,0 2-8 0,1 0 5 15,0 2 10-15,-1 0 9 0,2 0 15 0,0 2 4 0,0 1 7 16,0 2 10-16,0 0 9 0,0 1 15 0,-2 1 12 0,2 1 13 0,0 0 17 16,1 1 12-16,0 1 5 0,0 0-3 0,-1 2-8 0,1-1-14 0,1 1 1 15,0 1-7-15,2 0-8 0,0 1-11 0,1 1-14 0,1-1-11 16,0 0-5-16,1 1-7 0,-1-2 1 0,1-1-4 0,1 1-3 0,-1-2 9 16,0-1-5-16,-1-2 14 0,-1-1 21 0,0 0 9 0,0 0 11 0,0-2 6 15,-2-1-8-15,0-2-3 0,-2-1 3 0,0 0-6 0,-1 0-4 16,-1 0-2-16,0-1-13 0,-2 0-3 0,-2-1-6 0,0 0 2 0,-2 0 0 15,-2-2-5-15,-2 1-7 0,-1 0-15 0,-3-1-1 0,0 2-11 16,-2 0-1-16,-2 1-3 0,-2 0-5 0,0 3 8 0,-2 1 3 0,-1 1 7 16,-1 1 9-16,2 2 8 0,-3 2 5 0,0 1 1 0,-1 1-7 0,1 3-6 15,0 0-4-15,0 3-8 0,1 1 0 0,1 1 2 0,0 1-7 16,1 1 2-16,3 0-6 0,2 2-7 0,1 0-5 0,2-1 0 0,2-1-2 16,1 0 4-16,1 1 6 0,2 1 2 0,1-1 5 0,2-2 1 0,1 0 1 15,1-2 10-15,2 2 3 0,2-2 0 0,1-1-2 0,3 0 0 16,1-2 1-16,2-2 1 0,1 0 0 0,2-1-4 0,1-1-6 0,-1 0-3 15,0 0 6-15,2-1-3 0,-1-1 10 0,3-2 0 0,0-1 0 16,0-1 0-16,1-1 5 0,-1 0 1 0,-1-1 4 0,0-1-1 0,1-2 2 16,-1-2-7-16,1 0 1 0,-1 0 1 0,1-1-8 0,0 1 4 0,-2 0 0 15,0-2-5-15,-1 2-4 0,-3-2 3 0,1 0 1 0,-2 1 1 16,-1-1 4-16,0 1-2 0,-1-2 1 0,-1 0 4 0,-1-1-1 0,-2 0 5 16,-1 0-3-16,-2-1-2 0,-1 0 4 0,-1 1-4 0,-2 0 0 0,-1 0-2 15,-1 1-18-15,-2 0 12 0,-2 2-1 0,0 2 4 0,-2 1 21 16,-1 0-16-16,-2 1 1 0,-1 0-20 0,0 1-5 0,-1 1 8 0,0 0 3 15,0 1 15-15,1 2 2 0,1 0-8 0,1 1 4 0,3 0-9 0,0 1-8 16,1 1-5-16,0 1-4 0,1-1 1 0,0 3-3 0,2 1-3 16,0 1 3-16,2 1 6 0,-1 2 2 0,2 2-9 0,1 0-2 0,0 1 13 15,0 2 1-15,3 2 17 0,2 0 6 0,0-1-19 0,1 2 2 16,1-1-2-16,0 1-2 0,-2 0 4 0,2-1 0 0,-1 1-3 0,0-2-3 16,-1 0 5-16,-2 1 2 0,0 0 1 0,-4 0-2 0,0-1 0 0,-2 1 0 15,-1 0 0-15,-3-1 6 0,0 1-10 0,-3 0-5 0,-1-2-7 16,-2-2-11-16,0-1-4 0,-1 1-5 0,-2-2-6 0,1 0-1 0,-3-2-2 15,1-1-4-15,-1-1 1 0,1-3 2 0,2 0 0 0,-1 0 2 0,2-2 7 16,1-1-1-16,0 0 6 0,2-1-2 0,2-1-2 0,3 0-1 16,-1 0-3-16,3 0 0 0,1 0 2 0,1 0-3 0,2-1 0 0,0 0-8 15,0-1-14-15,1-1-5 0,2 0-8 0,1-1 2 0,3-2 2 0,0-1-2 16,2 0-7-16,1 0 6 0,3-2 2 0,-1 0 11 0,0-1 19 16,1-2 7-16,1 1 15 0,0-3 11 0,-1-1 9 0,2 1 4 0,1-1 7 15,-2-1 5-15,1 1 7 0,-1 0 11 0,0 0 10 0,0-1 5 16,0-1 9-16,0 1 6 0,-2 0 7 0,0 0 4 0,-2 2-4 0,-1-1-11 15,-3 2-15-15,0 1 6 0,-2 1-5 0,-1 3-2 0,0-1 4 0,-3 1-17 16,-1 1-1-16,-1 1 10 0,-2 1-2 0,-1 1 12 0,-1 2 9 16,-1 2 0-16,0 1 7 0,-1 1-3 0,1 1-8 0,-1-1-14 0,1 1-20 15,1 0-9-15,0 1-8 0,2-1-6 0,0 2-2 0,1 0-1 0,0 1 0 16,0 2 1-16,1 1 3 0,3 2-1 0,0-1-11 0,2 2 2 16,0 1 19-16,0-1 0 0,1 3 11 0,1 0 3 0,2 1-13 0,-1-2 7 15,3 2 4-15,0-1 0 0,-1 0 3 0,2 0-1 0,-1 0 0 0,-1 2 3 16,-2-1-3-16,-1 0-5 0,0 0-2 0,-1 0 0 0,-2 1 3 15,-2 0 1-15,0-1-1 0,-3-1-2 0,-1 1-5 0,-3-1 5 16,-3 0-3-16,-2 0-10 0,-3 0 0 0,-2 1-6 0,-1-1-5 0,-3-1 4 16,-2-1-6-16,-1 1 8 0,0 0-1 0,-1-1 6 0,2-2 0 0,0-2-4 15,0-2-7-15,3 0-4 0,-1-2-4 0,3-1-20 0,1-2-10 16,2-1-26-16,4-2-23 0,0-2-26 0,3 0-37 0,2-3-51 0,2-2-56 16,2-2-62-16,3-4-94 0,4-4-135 0,5-7-117 0</inkml:trace>
  <inkml:trace contextRef="#ctx0" brushRef="#br0" timeOffset="42121.09">25416 11373 2652 0,'2'4'336'0,"2"3"-223"0,3 0-72 0,2 3-43 16,2 0 9-16,2 2-12 0,2 1 12 0,0 0 0 0,1 2-9 0,-2-1 7 15,0 1-5-15,0-1 4 0,0-1-4 0,2 1 1 0,0 0 1 0,2 0-4 16,1-1 2-16,0-1-3 0,2 0 6 0,2-1 4 0,-2-2 15 15,2-1 1-15,-1-1 0 0,1 0 2 0,3-1-13 0,-2-1 10 0,1-2-8 16,1-1-5-16,-3 0 0 0,1 0-7 0,-1-2 0 0,-1 0-1 16,0-1-6-16,-1 0 3 0,0-1-5 0,0-1-13 0,-3 0-7 0,1-1-26 15,-2-1-11-15,-2 0-25 0,-2 0-15 0,0 0-26 0,-2-1-50 16,-1 0-47-16,-1 0-68 0,-4 1-40 0,-1 0-35 0,-1 1-31 0,-2 0-79 16,-2 1 19-16</inkml:trace>
  <inkml:trace contextRef="#ctx0" brushRef="#br0" timeOffset="42304.09">25700 11878 2010 0,'-1'3'649'0,"2"3"-466"0,2 1-68 15,0 1-62-15,2-1-21 0,3 0-11 0,0 0-7 0,2 0-4 0,1 0 1 16,0-1-4-16,1 1 0 0,2-1-4 0,1 0-1 0,0 0-2 16,0-2-5-16,2 1-6 0,0-2-1 0,1-1-7 0,-1-1-12 0,0-1-14 15,0-2-14-15,-1-1-19 0,-1-3-6 0,1 0-11 0,-1-3-22 0,0-1-20 16,1 0-34-16,1-3-36 0,0-3-19 0,0-1-31 0,0-2-24 15,0-2-33-15,1-3-100 0,-1-3-42 0</inkml:trace>
  <inkml:trace contextRef="#ctx0" brushRef="#br0" timeOffset="42553.09">26438 11060 1713 0,'-1'0'291'0,"1"1"-96"0,0 1-46 0,0 1-40 0,0 1-9 0,3 1-8 16,0 2-11-16,3 0-15 0,1 2-5 0,0 1-9 0,2 0-9 15,1 2-11-15,1-1-13 0,0 1-9 0,4 1-3 0,0 1-5 0,2 1 6 16,-1-1-2-16,2 1-6 0,0 2 6 0,0 2 1 0,2-1 7 0,0 3 5 16,0 1 2-16,0 0 4 0,0 2-4 0,-1-2 1 0,-1 2 7 15,0 1-3-15,-1 1 8 0,-2 1-5 0,-1 1-11 0,-1 1-2 0,0-1-11 16,-4 1 1-16,-2 0-3 0,-2 1-1 0,-4-1 7 0,-4 1-9 16,-1 0-2-16,-6-4-3 0,-3-1-6 0,-2-2 4 0,-2 0-6 0,-2 0-1 15,-2-1-15-15,-3 0-14 0,-2-2-20 0,-2-2-31 0,-1-2-35 0,-1-2-46 16,2-2-47-16,-2-4-36 0,1-3-28 0,-1-1-7 0,3-3-11 15,3-3-19-15,6-2-25 0,9-4-214 0</inkml:trace>
  <inkml:trace contextRef="#ctx0" brushRef="#br0" timeOffset="43119.95">27991 10763 2745 0,'-7'-1'86'0,"0"2"-21"15,-1 0-38-15,1 2-13 0,2 2-8 0,1 2 1 0,-1 5-5 0,1 4-7 16,-1 4 3-16,0 4-5 0,-1 7 9 0,0 3-4 0,-1 6 4 16,0 3-2-16,0 5 2 0,1 3 1 0,0 3-1 0,0 3-1 0,0 0-4 15,1 2-9-15,1 1 14 0,1-2 0 0,1-2-2 0,1-2 11 16,0-2-12-16,1-2 1 0,1-3 1 0,0-3-2 0,0-5-3 0,1-5-4 15,0-5-2-15,0-5 3 0,0-6 4 0,0-4 9 0,-1-4 3 0,1-3-2 16,-1-3 4-16,0-3 0 0,-2-4-10 0,-1-2-1 0,-1-4-29 16,-2-1-9-16,-1-3 2 0,-1 0-4 0,-2-3-2 0,-1-2-1 0,-3-2 9 15,-1-1-2-15,0-5 14 0,0-4-7 0,3-3-5 0,-1-3 7 0,1-1 13 16,0 1 9-16,1-1 7 0,1-1 4 0,0 0 4 0,1 0 1 16,0-1 3-16,2 1-1 0,2-1 1 0,1 1 1 0,1 1-1 0,2 2 5 15,1 2 1-15,2 2 5 0,2 3 5 0,-1 3 1 0,2 3 3 0,0 5 4 16,1 2 6-16,0 5-6 0,0 4-4 0,2 2 2 0,1 3-15 15,0 2-1-15,2 3-3 0,1 4-15 0,2 3 3 0,3 5-3 0,2 3-7 16,0 4 13-16,1 3-4 0,2 0 1 0,-1 1 9 0,3-1-16 16,-1 2 6-16,1 0 1 0,1 0-7 0,-3-1 11 0,1 0-9 0,-1-1-12 15,0-3 12-15,1 0-7 0,-1-2 7 0,-1 0 12 0,-2-2-12 0,-2-3-2 16,-1-3 4-16,-2-2 3 0,-1-3 5 0,-3-2 10 0,0-2 8 0,-1-2 12 16,-2-2 6-16,0-1 7 0,0-2-2 0,-1-1-15 0,-1-2 0 15,0-1-5-15,1-1-7 0,-1-2 4 0,1-1-11 0,-2-3 1 0,1-3-3 16,1-3-2-16,-1 0 2 0,1-5-8 0,-1 0-1 0,1-3-6 15,1-2-4-15,1-2 8 0,-1 0-2 0,1-1 2 0,0 3-3 0,-1 1-6 16,0 4-1-16,0 0 6 0,0 4-9 0,-1 4 1 0,0 2-5 0,-1 4-5 16,-2 2-4-16,0 5-15 0,-1 1-13 0,-3 3-15 0,0 2-20 15,-2 1-26-15,-1 2-35 0,0 3-33 0,-1 3-44 0,0 4-51 0,0 2-35 16,-1 3-40-16,1 2-28 0,1-2 1 0,3 2-8 0,2 0-64 0</inkml:trace>
  <inkml:trace contextRef="#ctx0" brushRef="#br0" timeOffset="43733.95">29009 10871 2933 0,'4'-11'216'0,"1"0"-116"0,2-3-32 0,0-1-35 16,1 0-17-16,1 0 8 0,1 1-4 0,-1 2-6 0,1 2-4 0,-2 2-10 16,-2 2-2-16,-1 3-7 0,-2 3-1 0,0 3-8 0,-2 1 2 15,0 2 1-15,1 2-8 0,-1 3 5 0,-1 3 14 0,0 6 2 0,0 5 15 16,-2 4-2-16,1 5-17 0,-2 3 1 0,0 3-4 0,0 2 5 15,0 2 3-15,-1 2-1 0,1-1-5 0,0-1-10 0,1-2-11 0,0-2-18 16,1-1-23-16,0-3-34 0,2-2-6 0,0-3-15 0,1-1-4 0,1-2 8 16,0-2 3-16,2-4 10 0,1-2 18 0,2-3 29 0,0-4 25 15,1-5 25-15,2-1 21 0,0-4-5 0,0-2-3 0,0-3-22 0,-2-1-92 16,-4-1-14-16,-3-1 5 0,-4-1 16 0,-1-2 71 0,0-3-10 0,-2-2-24 16,-1-3-23-16,-1 0-7 0,-3-1 26 0,-2 0 26 0,-2 0 29 15,0 3 19-15,-1 0 4 0,-3 3 10 0,0 2 8 0,-4 2 11 0,-1 0 16 16,2 4 11-16,-1-1 14 0,1 1-1 0,3 2-2 0,-1 0-7 0,4 1-10 15,0 0-3-15,3 1-6 0,2 0-7 0,0-1 6 0,3 1 2 16,1-1 0-16,3 0 2 0,2 0-10 0,2-1-5 0,2 1-12 0,1-2-8 16,1 0-9-16,1-2-7 0,2 1 2 0,2-1-1 0,1 0 7 15,5 0 10-15,1 0 6 0,2 0 13 0,0 1 16 0,2 0 7 0,2 1 7 16,-1 0-4-16,2 2-15 0,0 0-13 0,0 0-9 0,0 1-10 0,0 1-1 16,1 0-9-16,1 2 3 0,0 0-8 0,0 1-1 0,-3 1 2 15,1 0-2-15,-3 0 0 0,0 2 1 0,0-3-12 0,-2 0 1 0,2 0 5 16,-1-1-6-16,-2 1 22 0,0-1-4 0,0 0-4 0,0-1 7 0,-2 0-13 15,1-1 6-15,0-1-3 0,-1-1-3 0,1 0 4 0,-2-2-1 16,-1 0-3-16,-2-2-12 0,-2-1-6 0,1-1 8 0,-2 0 5 0,-1-1 3 16,-2-1 5-16,-1-2-8 0,-1-1-6 0,-2 0 9 0,-2-2-6 15,-2 1 3-15,-2-2-2 0,-1 0-7 0,-1-1 3 0,-3 0 2 0,-1 1 6 16,-1-1 6-16,-2 1 5 0,-1 1-5 0,0 3 3 0,-2-1 2 16,1 3-2-16,-3 1 5 0,0 2 6 0,-1 2 7 0,1 2 8 0,0 2 5 15,1 2-2-15,2 2-3 0,2 1-6 0,1 1-6 0,2 3-2 0,1-1-4 16,2 4-4-16,4 0-2 0,0 2-5 0,3 1 1 0,3 0 3 0,1 3-3 15,4-1 4-15,3 0-5 0,2 2 5 0,2-2-13 0,2-1 8 16,4 0 0-16,2-1-3 0,1 0 8 0,3-2-12 0,0 0-6 0,3-2-5 16,0-1-10-16,3-3-16 0,-2-1-20 0,2-4-47 0,0-1-44 15,2-3-77-15,1-2-81 0,1-5-77 0,2-5-62 0,0-6-287 0</inkml:trace>
  <inkml:trace contextRef="#ctx0" brushRef="#br0" timeOffset="44352.97">30657 10615 2535 0,'2'1'192'15,"0"3"-95"-15,0 1-33 0,2 2-17 0,0 1-12 0,1 1 7 0,2 0-13 16,-1 4-14-16,2 0-1 0,0 3-7 0,-2 1-5 0,2 2 0 0,-2 2-11 16,0 1 5-16,-1 4-1 0,0 2-3 0,0 2 6 0,-2 3 4 15,1 1-2-15,-1 1 0 0,-1 2-4 0,1 1 1 0,0 2 4 0,0-2-2 16,-1 0-1-16,2-1-3 0,0 0-7 0,1-2 1 0,1 2 6 0,0-1 0 15,0-3 0-15,1-1-4 0,2 0-6 0,-1-4-5 0,1 1 3 16,1-3 5-16,2-1 0 0,1-3-3 0,0-4 5 0,0 0-5 0,1-3-7 16,0-2-3-16,1-3-12 0,-2-1-7 0,-2-2-7 0,0-1-5 15,-1-2-11-15,-1-2-18 0,-2-2-22 0,-2-1-19 0,-2-3-23 0,-4-1-12 16,-1-2-6-16,-1-1-8 0,-2-3-1 0,-1-2-8 0,-3-3 10 0,-1-2 14 16,-2-2 29-16,-2-1 35 0,-2-2 32 0,-2 1 27 0,0 0 21 15,2 1 21-15,-2 1 27 0,1 3 42 0,3-1 39 0,-1 2 31 0,2-1 15 16,1 0-9-16,-2-1-10 0,3 2-14 0,-1 0-9 0,1-1-18 0,0 2-12 15,2 0-10-15,0 1-15 0,2 0-4 0,1 2-13 0,0 3 1 16,1-1 3-16,1 2 2 0,2 1 9 0,0 0 5 0,2 2 9 0,1 1 0 16,1 0-3-16,1 2-6 0,3 1-17 0,1 1-8 0,1 0-4 15,-1-1-8-15,2 0-2 0,2 1-4 0,1-1-7 0,3 1 3 0,-1 0-1 16,3 0-4-16,0 1-1 0,2-1-7 0,0 1-3 0,0-1 3 0,1 1-4 16,-1 0 1-16,0 0-10 0,0 2-9 0,-2 0 2 0,0 0-7 15,0 1-4-15,-2 0-6 0,-1 1-19 0,0 0-10 0,0 0-7 0,-2 1-16 16,-1 1-13-16,-1-1-19 0,2 1-21 0,0 2-9 0,0 1-7 15,0 1-3-15,-3 1 3 0,2-1 19 0,1 2 29 0,-1-1 36 0,2-1 36 16,-1 0 27-16,1-1 13 0,-1-2 16 0,-1 0 20 0,0-1 9 0,-1 0 14 16,-1-2 7-16,-3 1-6 0,-1-2 4 0,-4 1 6 0,-3-2-4 15,1 0 0-15,-1-2-7 0,1-2-21 0,0-1-9 0,-1-1-8 0,-1 0-18 16,-1 0 0-16,-2-1 1 0,-1-2 6 0,-1-1 2 0,-1-2 5 0,1-2 3 16,-2 0 1-16,0 0 8 0,0-1 4 0,-2 0 3 0,2-1 4 15,0 0-5-15,0 0 1 0,0-1-16 0,2 0-3 0,0 0-7 0,0 2-5 16,0-2 1-16,1 1 1 0,1 1 6 0,3 0-4 0,1 3 1 0,1 0-2 15,2 0-6-15,-1 1 2 0,3 2 1 0,1 0-6 0,1 0-6 16,2 1-6-16,0 1-9 0,0 1-12 0,1 1-17 0,-1-1-15 0,-1 1-31 16,1 1-27-16,-2-2-27 0,2 0-25 0,-1 1-10 0,2 0-8 15,1 1-6-15,-1-1-6 0,2 0-22 0,1 1-18 0,1-2-29 0,2 2-117 16</inkml:trace>
  <inkml:trace contextRef="#ctx0" brushRef="#br0" timeOffset="44835.17">31478 11107 814 0,'1'5'143'0,"-2"1"-49"0,1 2-23 15,-1 0-12-15,0-1 3 0,1 0 8 0,0 1 6 16,-2 1-4-16,1 1-2 0,0 1-10 0,-1 0-11 0,2-1-12 0,-1 1-14 0,0 1-10 0,2 1-4 16,-1 0 4-16,3-1 3 0,0 2 7 0,0-2 9 0,2 1 7 15,0-1 12-15,2-2 11 0,0 2 8 0,0-1 5 0,3-1 6 0,1-1-3 16,0 0-7-16,2-1-11 0,-1 0-7 0,0-1-10 0,2-2-12 0,1-2 4 16,-2-1-16-16,3-1-1 0,-1 0 15 0,2-2-25 0,-2-1 16 15,-1 0-9-15,0-3-9 0,-1 0 7 0,2-3-13 0,-3 1 2 0,2-1-2 16,-1-2-2-16,-3 0 2 0,2 0-3 0,-3 0 1 0,-1 0 2 0,-1 1 4 15,-1-1-1-15,-3 0-3 0,1 0 1 0,-2 0-5 0,-3-1-3 16,-1 1-1-16,-1-2 0 0,0 0-7 0,-1 1 1 0,-2-1-5 0,-3 1-5 16,-3-2-3-16,-1 1-5 0,0 1-1 0,-2 1 2 0,1 1 0 0,-2 2 3 15,-2-1 1-15,-1 1-1 0,1 2 10 0,-3 1 5 0,1 1 1 16,0 2 6-16,0 1 0 0,2 0-3 0,2 2-6 0,1 0-11 0,2 1-18 16,1 0-10-16,2 1-15 0,1 0-14 0,2 0-2 0,0 2-11 15,2 0-3-15,2 1 7 0,4 0 0 0,0 2 10 0,2 0 11 0,3-1 9 16,2 1 16-16,2 0 17 0,4-1 14 0,2 2 13 0,2-1 5 15,1 1 0-15,3 0 2 0,1 0 4 0,0-1 9 0,0-2 10 0,0 1 12 16,0-1 8-16,3-1 5 0,1-1-4 0,0 0-5 0,-1-1-13 0,-1 0-12 16,-3-1-1-16,-1 1-3 0,-1-1 6 0,1 0 10 0,-1-1 1 0,0-1 8 15,1 1 9-15,-3 1 11 0,1-2 6 0,-1 2 4 0,-3 1 1 16,1-1-1-16,-10-1 2 0,3 1-2 0,-1 1 11 0,0 0-13 16,-1 1-10-16,2 2-7 0,0-1-30 0,0 2-6 0,-1-1-15 0,0 1 4 15,-2 1-1-15,1-1-3 0,-2 1 6 0,0 0-12 0,1 0-4 0,-1-1-1 16,0 1 0-16,-1 0 2 0,1-1-1 0,-1 0-5 0,1-1-1 0,0-1-4 15,-1-1-3-15,1 0-8 0,0-3-10 0,-1 1-14 0,1-2-11 16,-1-1-30-16,0-1-16 0,0 0 2 0,-2-1-13 0,-1-1-4 0,0-2-23 16,0-3-51-16,-3-2-59 0,-1-2-69 0,-2-5-236 0</inkml:trace>
  <inkml:trace contextRef="#ctx0" brushRef="#br0" timeOffset="44984.17">32054 10896 2138 0,'3'5'136'0,"-2"2"-55"0,4 2-65 16,-1 0-23-16,0-1-2 0,2 1-19 0,-2-1-17 0,1-1-46 16,-1-1-40-16,-2 0-38 0,1-1-28 0,-1 1-20 0,0-2-12 0,1 1-10 15,-3 0-15-15,1-3-2 0,0 0-144 0</inkml:trace>
  <inkml:trace contextRef="#ctx0" brushRef="#br0" timeOffset="45271.17">32354 11021 682 0,'5'1'224'0,"-2"1"-138"0,2 1-40 0,0 1-22 0,2 0 1 16,0 2 7-16,-1 1 8 0,0 1 0 0,1 0-12 0,-1 1-12 0,-2 0-12 15,1 2-9-15,1 0-3 0,-2 1-4 0,1 0 1 0,-1 1 1 16,0-2 4-16,1 2 3 0,0-1 0 0,1 0 2 0,-2 0 1 0,2-1 0 16,-1 0 5-16,0 1 2 0,-1-2-1 0,1 0 3 0,1-1-6 15,-2-2-2-15,0 0 3 0,0-1 0 0,0-1 9 0,1-2 8 0,-2-1 12 16,0-1 11-16,1 0 4 0,0-2 7 0,-1-1-1 0,1 0-1 0,1-1 1 15,0 0-2-15,1-2-6 0,0 1-8 0,0-2-12 0,1 1-4 16,0-1-7-16,0 0 2 0,-1 0 11 0,0 0 2 0,1 1 1 0,-1 0-2 16,2 2-11-16,-1-1-10 0,1 1 3 0,1 1 3 0,0 0 2 0,0 1 3 15,0 1-3-15,2 1-8 0,-2 1-8 0,0 1-13 0,1 1-8 16,0 2-8-16,-2 0-7 0,1 1-4 0,1 2-11 0,-1 0 37 0,0 1-16 16,0 1-29-16,-1 1-26 0,1-1-71 0,-4-6-23 0,-1 1-23 15,1-1-15-15,1 0-16 0,1-1-47 0,0 1-58 0</inkml:trace>
  <inkml:trace contextRef="#ctx0" brushRef="#br0" timeOffset="45933.45">32953 10388 1155 0,'-8'-5'189'0,"-5"-1"-101"0,-13-7-53 0,-8-2-25 0,-9-5-17 0,-10-4-5 16,-11-3 29-16,-10-4 1 0,-6-1-6 0,0 2-5 0,-79-27-4 15,12 8-8-15,19 8 0 0,16 8 0 0,11 5 17 0,-2-1 2 0,-5 3-2 0,2-2 3 16,-3 0 1-16,-3 1 4 0,1 0 5 0,-1 1 0 0,-3 2-6 16,1 2-5-16,-1 3-5 0,-2 1-7 0,-3 2 5 0,-2 3-3 0,-7 2-2 15,-3 3-2-15,-4 5-2 0,-3 3-2 0,0 2 4 0,4 5 2 16,5 1 5-16,4 1 1 0,0 4-4 0,-1 0 5 0,2 4-4 0,-1 1-7 15,2 5 4-15,1 7-13 0,-1 4 0 0,3 4-2 0,2 5-2 0,3 3 3 16,4 4 6-16,1 4 8 0,3 4 8 0,6 4 3 0,3 4 0 16,4 2-1-16,4 6 3 0,2 3 2 0,4 0 8 0,7 3-3 0,7-1-2 15,8 1 0-15,8 2-16 0,8 1-5 0,9 3-6 0,8 0-7 0,8 1-4 16,7-2-1-16,9 3 0 0,9-1 3 0,7-1 2 0,10 0 8 16,6-2-2-16,9-3 0 0,8-3-6 0,8-1 3 0,10-3-9 0,8-2 8 15,8-5 5-15,7-3 1 0,6-3 6 0,4-6 9 0,6-3 18 16,5-4 20-16,5-5 11 0,7-1 5 0,3-2-6 0,6-1-8 0,4-1 0 15,6-2-13-15,8 0-9 0,3-2-9 0,4-2-12 0,1-3-5 0,3-3 5 16,-2-4-4-16,1-1-1 0,0-3 5 0,-1-3-2 0,-3-1 3 16,-4-2 12-16,-4-3 7 0,-4-3 7 0,0-2 8 0,-1-4 1 0,-3-2-6 15,1-4 3-15,0-1-10 0,0-4-4 0,0-3-12 0,-1-3-1 16,-1-4-7-16,1-5-7 0,-5-1 1 0,-5-5-13 0,-64 16 28 0,15-6-4 16,-4 0-2-16,13-5-3 0,-3-3-27 0,13-4-4 0,-3-3 58 0,-39 16-7 15,4-4-11-15,-1 0-19 0,5-6-70 0,-2 0-13 0,5-5-13 16,-2-1 59-16,4-5-20 0,-3 0-9 0,4-5-19 0,-3-1-53 0,4-4 21 15,-4-2 24-15,4-4 38 0,-3 1 15 0,3-5 18 0,-4 0 4 0,-3 1 23 16,-3-1 48-16,-3 1-5 0,-5 0 11 0,-4 0-3 0,-3 0-28 16,0 0 7-16,-32 1-1 0,-10 0-10 0,0 1 188 0,0 1-32 0,0 2 36 15,0-2 15-15,0 1-247 0,0 0 37 0,0 0-21 0,0-1-2 16,0 1 7-16,0 0 12 0,0 1 4 0,0 1 4 0,0 0 19 0,0 2 7 16,0 0-175-16,0 1 18 0,-31 2-82 0,-26 0 16 0,-5 2 162 0,-8 0-10 15,-5 3 82-15,-14-1-61 0,-85-34-13 0,-8 11-11 0,-1 10-15 16,2 10 39-16,-20 10-20 0,-127-12-11 0,81 33-6 0,35 12-10 0,53 11-12 15,-4 6-17-15,-1 6-35 0,-3 9-49 0,-3 5-109 0,-4 7-181 0,0 7-77 16</inkml:trace>
  <inkml:trace contextRef="#ctx0" brushRef="#br0" timeOffset="59788.35">18798 14183 2541 0,'-8'6'33'0,"-3"1"20"0,-2 3 3 0,0 4 3 0,5-1-45 0,3 4-18 0,1 3-8 0,3 6 2 0,1 4 4 0,2 6-1 0,1 3 1 16,-1 4-4-16,2 4-8 0,-1 3-9 0,0 4-9 0,-1 2-5 15,1 3 9-15,1 3-1 0,-1 3-3 0,1 1-2 0,-1 2-13 0,0 1 8 16,0-2-2-16,-1 0 11 0,1 0 11 0,-2-4 7 0,0 0 15 15,-2-2-1-15,0-3-1 0,0-1 5 0,-1-2-2 0,0-6 0 0,-1-3 3 16,0-3-2-16,0-2-4 0,0-5-3 0,1-3 3 0,-1-2 3 0,1-4 11 16,0-5 3-1,-1-3 3-15,1-2 8 0,-2-5 13 0,1-2 12 0,-1-3 8 0,1-4 2 0,0-1 1 0,-1-2 3 0,-1-4-6 0,-1-1-16 16,-3-4-14-16,0-3-12 0,-2-3-11 0,-2-5 7 0,0-3-11 16,-2-5-6-16,1-5 7 0,-1-4-9 0,-1-3 4 0,0-6 0 0,-2-2-10 15,0-4 3-15,-1-4-7 0,0 0 1 0,2-2-2 0,-2-2-3 0,1 2 2 16,2 0-3-16,1 2 6 0,3 1-2 0,2 0-1 0,2 2 0 15,2 0-11-15,3 1 3 0,3 0 1 0,2 0 6 0,2 3 3 0,3 2 8 16,2 4 9-16,1 3 0 0,1 1 4 0,3 4 7 0,0 1 6 0,2 4 0 16,1 2 5-16,-1 2-5 0,2 4-8 0,1 3 1 0,2 4-5 15,1 2-5-15,2 5-2 0,0 3 0 0,4 4 2 0,0 4 0 0,3 5 0 16,-1 3-6-16,2 5-3 0,1 3-4 0,2 6-7 0,2 4 4 0,2 6-4 16,1 5-1-16,2 5-5 0,3 4 1 0,-1 0 7 0,-1-1 3 15,-2-1 15-15,-1-2 1 0,-2-4 10 0,0-6 13 0,-4-5 11 0,-2-5 16 16,-1-3 18-16,-2-2 12 0,-3-2 12 0,-1-2 11 0,-3-2 3 0,-2-2 0 15,-1-2 1-15,-4-4-6 0,-1-1-5 0,-2-2-3 0,-2-3-2 16,-1-1-11-16,-3-2-14 0,1-1-19 16,-1 0-14-16,1-4-5 0,-1-1-12 0,0-3-3 0,1-3-10 0,0-1-1 0,-1-5 1 0,-1-3-2 15,-1-4-6-15,-1-4 0 0,-1-4-3 0,0-5-3 0,-2-3 1 0,0-3-13 16,0-1-8-16,0-2-16 0,1-1-3 0,1 0-13 16,2 1-9-16,2 1-10 0,2 0-17 0,2 2-2 0,3 4 0 0,1 1-8 0,1 2 8 15,1 1-1-15,0 4-6 0,0 4-5 0,0 5-27 0,1 2-43 0,-1 2-61 16,0 3-62-16,3 0-82 0,1 1-75 0,1 3-204 0</inkml:trace>
  <inkml:trace contextRef="#ctx0" brushRef="#br0" timeOffset="61105.07">20538 13211 2241 0,'-2'-1'139'0,"-2"2"-31"16,0 0-41-16,1 2-16 0,0 1-41 0,2 4-25 0,1 5-15 15,1 5-3-15,2 4 15 0,1 7 12 0,2 3 6 0,0 7 3 0,0 3-1 16,1 5 1-16,0 7-6 0,0 4 1 0,1 4 2 0,-1 3-6 16,1 4-3-16,1 4-4 0,1 5 1 0,0 5 1 0,1 2 0 0,0 4 3 15,-1-2 1-15,1 2-1 0,0-3-12 0,-1-2-2 0,0-2-5 0,0-5 4 16,2-4 11-16,0-7 3 0,0-7 5 0,1-10-1 0,-1-7 2 0,1-8 5 16,0-4-4-16,2-6-1 0,0-3 5 0,-2-2-4 0,2-5 1 15,-1-1 4-15,-1-3 0 0,-2-3 1 0,0-3-1 0,-2-2-4 0,-1-2-7 16,-3-1-14-16,-1-2-8 0,-2-2-23 0,-4-3-7 0,-2-4-10 0,-3-1-9 15,-3-2 3-15,-1-3-3 0,-2-4 2 0,-4-2-1 0,-4-4-5 16,-2-3-13-16,-5-4-32 0,-2-3-40 0,-5-6-22 0,-3-1 2 0,-4-1 31 16,-1 1 54-16,1 5 49 0,3 4 45 0,4 6 41 0,6 5 31 15,3 3 32-15,0 4 16 0,3-1 2 0,-1 2-10 0,3 1-25 0,2-1-22 16,1 3-19-16,3 2-4 0,2 2-8 0,1 2 0 0,3 1-8 0,3 3 8 16,0 3-6-16,1 0 2 0,2 2 1 0,0-1-14 0,3 1-1 15,1 2-1-15,2 1-2 0,2 0-3 0,1 2 3 0,3 1-4 0,4 1 7 16,1 2 0-16,4 0-1 0,3 1 5 0,2-1-1 0,5 2 2 0,1 1-1 15,0-1 2-15,2-1 8 0,0 0 1 0,2-2 12 0,1 0 7 16,1 0 2-16,1-2 1 0,1-1-4 0,2-1-10 0,-3-1-5 0,3-1 2 16,-1-1-2-16,-2 1 3 0,1-1-1 0,-1 0 2 0,-1-1 1 15,1 0 4-15,-4 0-1 0,-2 0 2 0,-3-1-2 0,0 0 5 0,-1 0-7 16,-1-2 0-16,-1 1 0 0,-2-1-8 0,0 0 1 0,-1-1-4 0,-3-1-1 16,0 0 5-16,-2 0 2 0,-2-1 1 0,-1-1-2 0,0 1-2 15,0-1-3-15,-2-1 0 0,-1 1-9 0,0-1 6 0,0-1 0 0,-1 0 4 16,-1 0 2-16,0-2-11 0,0 0 3 0,-1-1-10 0,0 0 0 0,-1 0-2 15,0-1-6-15,0 0 1 0,-1 0 1 0,0 2-2 0,-2-2-2 16,-2-1-2-16,-2 0-4 0,-1-1 2 0,-1 2-5 0,-1-2-2 0,-1 1-3 16,-3-1-7-16,0 0-4 0,-2 1-2 0,1-1-4 0,-3 1-5 15,-2-1-8-15,-2 2-2 0,-1-1-6 0,-2 2 7 0,-2 2 10 0,0 3 1 16,-3 2 12-16,-1 3 6 0,-1 2 2 0,-1 3 6 0,-1 2 5 0,-2 4 4 16,2 1 9-16,-1 3 5 0,4 0 12 0,0 2 16 0,2 3 14 15,3-2 12-15,1 1 8 0,2 1-5 0,4-2-11 0,4 0-12 0,1 0-9 16,4-1-7-16,2-2 3 0,4-1 2 0,3 0 3 0,2-2 9 0,2 0 3 15,5-1 9-15,5-2-5 0,3 0-1 0,3-1-3 0,4-1-2 16,2-1 6-16,4-1-6 0,1-1 3 0,3-1-6 0,4 0-1 0,0-2 5 16,1-1-6-16,3 1 5 0,-2-2-10 0,0 0-2 0,0 1-1 0,3-1 0 15,-2 0-4-15,0-1-1 0,0 1-4 0,-2-1-11 0,-1 0 7 16,0 1-3-16,-2 0 3 0,-2 1 6 0,-1 0 2 0,-1 0 1 0,-2 1-1 16,-1 0-1-16,0 2-10 0,-4-1 4 0,0 1 0 0,-2 1 2 15,0 1 0-15,0 1-4 0,-2 0 1 0,-1 0-9 0,-1 0-9 0,-2 0-4 16,-1 0 4-16,-2 0 6 0,0 2 15 0,-2 0 1 0,-3 0-20 0,0 0 5 15,-1 0-7-15,-2-1-2 0,-1 1 8 0,-1 0-2 0,-2-1-8 16,0-1 4-16,-2 0-2 0,-2 0-8 0,0-1 2 0,-1 0 4 0,-1 0-4 16,0-1 1-16,-1 0 7 0,0 0-6 0,0 0 9 0,0-1-6 0,0 0-1 15,-1 1 7-15,0-1-3 0,1-1 4 0,0 1-2 0,-1-2-6 16,0 0 0-16,0 1 2 0,-1 0 2 0,2 0 6 0,-1-1-6 0,1 0 2 16,-1 0-2-16,0 0 0 0,0 0 8 0,1 0-4 0,0 0 0 15,-1 0-5-15,0 0-2 0,0 0 4 0,0 0-1 0,0 0-2 0,0-1-7 16,0 1 3-16,0 0-2 0,1 0 0 0,-1 1 2 0,-1-1-8 0,1 0 4 15,0 1 4-15,1-1-7 0,-1 1 1 0,1-1-4 0,-1 1 3 16,1-1 3-16,0 1 4 0,0 0-4 0,0 0-4 0,0 0 5 0,1-1-1 16,0 2 6-16,-1-1 0 0,0 1-4 0,1-1 0 0,0 1 5 0,1 0 1 15,0 1 0-15,0 0-4 0,-1 0-6 0,1-1 6 0,1 2 2 16,-1-1 6-16,0 1 2 0,0-1 0 0,0-1-6 0,1 0 4 0,0 1-3 16,-1-1-1-16,1 1 8 0,-1-1-6 0,0-1-2 0,0 1 4 15,0-1-2-15,1 1 0 0,-1 0 8 0,0-1-3 0,0 1-3 0,0-2 2 16,-1 1-2-16,1-1 0 0,-1 0 4 0,0 1-5 0,0 0-3 0,-1-1-5 15,1 1 3-15,-1-1 6 0,1 0 5 0,0 1 5 0,0-1-16 16,-1 1-2-16,-1 0 4 0,1-1-4 0,0 1 14 0,0 0-12 0,0-1-6 16,0 1 12-16,0-1-2 0,0 0 0 0,-1 1-4 0,1 0 2 0,0-1-6 15,-1 0 6-15,1 1 8 0,0-1-8 0,0 0 2 0,0 0 4 16,-1 1-8-16,1-1-2 0,-1 0 10 0,1 1-8 0,0-1 0 0,1 1 2 16,-2-1-4-16,1 1 2 0,0 0-2 0,-1 0 2 0,1 0 0 15,0 1 4-15,0-1-6 0,-1 1-2 0,1 0-3 0,0-1 3 0,-1 1 10 16,1 1 0-16,0-1 0 0,-1 1-8 0,1-1 2 0,0 0-4 0,0 0 4 15,0 1 4-15,-1 0-4 0,1 0 2 0,0-1 0 0,-1 1-4 0,1-1 2 16,0 0 6-16,1 0-6 0,0 0 4 0,-1 0-2 0,0 1 2 16,0-1 6-16,0 0-10 0,-1 0 0 0,1 0-4 0,0 0 2 0,0 0 4 15,-1 0 4-15,1-1-6 0,-1 2 0 0,-1-1 2 0,2-1 4 16,-1 2-2-16,1-2 2 0,0 0 0 0,0 0-4 0,-1 0 0 0,0 0-4 16,0-1 4-16,1 0 0 0,-1 0-2 0,1 0 6 0,1 0-8 15,-2 1 6-15,1-1 2 0,0 0-4 0,-1 0 4 0,0 1-10 0,0 0 0 16,1-1 8-16,-1 0-14 0,1 0 10 0,0 0 4 0,-2 0-11 0,1 1 1 15,-1 0 2-15,1 0 0 0,0-1-2 0,0 1-1 0,-1 1-5 16,0-1-1-16,0 0 0 0,0 1-4 0,0 0-8 0,0-1-21 0,-1 1-4 16,1 0-18-16,-2-1-17 0,1 0-15 0,0 0-34 0,-1 0-28 0,0-1-50 15,1 0-86-15,-2-2-99 0,-2-3-117 0,-3-3-148 0,-6-6-79 16</inkml:trace>
  <inkml:trace contextRef="#ctx0" brushRef="#br0" timeOffset="63004.28">3838 13595 730 0,'-12'-8'73'0,"-2"-1"-21"0,0-3-23 16,4 0-12-16,4 0-3 0,4 0-5 0,2-1 2 0,0-1-6 0,2 0-5 16,2-2-2-16,3 0-4 0,2-2 1 0,1-1 3 0,0 1-3 0,2-1-1 15,0 0-5-15,1 0-3 0,1 3 3 0,-2 0-1 0,1-1 6 16,-1 1 0-16,1-1 2 0,-2-2 1 0,2 1 2 0,0 1 1 0,-1 0-1 16,0 1 3-16,-2 0 0 0,1 3 2 0,0-1-1 0,1 2 5 15,0 0 0-15,1 2 2 0,-2 0 4 0,3-2-3 0,2 2 4 0,2-2 2 16,1 1 5-16,3 0 5 0,2-2 4 0,1-1 0 0,4-2 0 15,0 1 0-15,5-1-1 0,1-3 2 0,4 0-5 0,3-1-4 0,3-2-2 16,4-1-4-16,2-1-1 0,4-2-4 0,4-2-2 0,1-1-9 0,4 1 3 16,0 1-2-16,2 0 0 0,3 1 4 0,-1 1-4 0,2 1-7 15,1 3-4-15,-3 2-2 0,-1 3-1 0,1 2 2 0,-1 2 1 0,-1 3-1 16,0 3-1-16,-2 2 3 0,0 2 7 0,3 3 0 0,-3 1 3 0,0 5 0 16,0 2-5-16,-2 3 0 0,0 4 5 0,0 2 3 0,0 3-3 15,-3 2-2-15,0 2-7 0,1 2-4 0,-3 2 8 0,0 3 7 0,0 0 4 16,-2 5 1-16,-1-1-5 0,-1 2-5 0,-2 1-2 0,-1 0 2 0,-2 4-3 15,-2-2 1-15,-2 2 4 0,1 0-4 0,-3 1 2 0,-1 2-2 16,-2 1-7-16,-4 1 3 0,-1 3 2 0,-4 1 2 0,0 2 2 0,-3 2-4 16,-2 3 0-16,-4 1-3 0,-1 2 3 0,-2 1 5 0,-3 0-2 15,-2-1 6-15,-1 2 1 0,-3 0-2 0,-2 0-1 0,-2 2-3 0,-2 2 2 16,-2 0-1-16,-1 2 1 0,-4 4 3 0,-1 2-2 0,-5 4 0 0,-2 5-3 16,-3 2-6-16,-2 1-5 0,-3-1-3 0,-3-1 3 0,-1 1-1 15,-4-1 9-15,-1-1 7 0,-2-1 2 0,1 1 10 0,-2-2-6 0,-1-3 5 16,-3-3 8-16,0-6-5 0,-1-2 15 0,0-2 3 0,-1-4 0 0,-2 0 7 15,-1-1-13-15,-3-2-8 0,-1-2-5 0,-2-4 1 0,-1-2 1 16,-2-4-3-16,0-3-2 0,-5-4-2 0,0-3-2 0,-1-4 11 0,-3-5 4 16,1-2-1-16,0-3 1 0,-3-5-18 0,1-2 2 0,-3-4 3 0,0-4-8 15,-1-4 10-15,-3-4-4 0,0-3-10 0,-2-3 14 0,-1-3-7 16,1-3-1-16,-1-4 8 0,-1-2 0 0,1-3 10 0,-2-3 16 0,-2-2-6 16,1-5 3-16,-2-3 0 0,0-5-3 0,-1-5-3 0,0-5-11 15,1-4-10-15,2-6 0 0,0-4 11 0,3-2 4 0,2-2 5 0,3 0 5 16,4 0 2-16,2 1 0 0,1-2-3 0,2 1-3 0,1-2-7 0,4 0 7 15,1 2-6-15,3-1 0 0,2-1-2 0,1-2-7 0,3 0 3 16,6 0-4-16,1 4 3 0,5 3 0 0,2 1-2 0,3 1-2 0,5 1-9 16,2 0 5-16,4 0-4 0,3 1-3 0,3-1-5 0,3 1-8 0,5 2-3 15,3 4-5-15,3 3-2 0,2 2-14 0,3 1-9 0,2 2-16 16,3 3-16-16,3 3-24 0,1 4-24 0,3 1-35 0,1 3-38 0,3 1-39 16,1 3-71-16,4 2-110 0,2 4-92 0</inkml:trace>
  <inkml:trace contextRef="#ctx0" brushRef="#br0" timeOffset="64050.87">24612 13920 1711 0,'-6'-5'246'0,"-1"-2"-74"0,-1 0-99 0,2 2-23 15,4 2-17-15,0 1-8 0,1 1-11 0,1-1-8 0,1 0-6 16,0 2-6-16,1-1-2 0,1 1-1 0,1 0 0 0,2 1 3 0,1 1 2 15,1 0-8-15,5 0 1 0,2 1 2 0,0 1 2 0,0 1 10 16,1 0-5-16,2 1 5 0,2 0 2 0,-1 0 4 0,5 0 4 0,-1 1-2 16,3-2 1-16,1 2-8 0,-2-3 4 0,1 0 4 0,1 1 0 0,1-2-3 15,1-1-2-15,2 1-1 0,-1-2 2 0,2 1-3 0,-1-2-2 16,3 0 0-16,-4-2 0 0,2 1 4 0,0-2-1 0,-2 0-4 0,-1-1-2 16,1-1-3-16,-2 0 4 0,0 0-2 0,-2-1-5 0,0 0-11 0,-2 0-9 15,-3-1-2-15,-1 1-13 0,-3 0-17 0,-2-1-25 0,0 2-21 16,-3 0-26-16,0 2-16 0,0-2-16 0,-4-1-35 0,-1 1-26 0,-2 0-36 15,-2 2-19-15,-3 1-54 0,-3 1 55 0</inkml:trace>
  <inkml:trace contextRef="#ctx0" brushRef="#br0" timeOffset="64243.87">25010 14716 1377 0,'1'-1'234'0,"1"0"-64"0,2 0-76 0,2 0-36 15,2-1-19-15,3 0-11 0,5 0-17 0,4 0-7 0,3-1-5 16,5 0 2-16,1-2-2 0,3 1-3 0,1-1 4 0,1 1-3 0,0-1-3 16,1 0-2-16,-2 0-6 0,2-1-3 0,-2 0-1 0,-1 0-5 0,-2-1-10 15,-2 1-13-15,-1 0-23 0,1-1-29 0,-2 0-25 0,2-3-29 16,-2 0-23-16,2-2-21 0,0-1-19 0,3-3-2 0,1-2-12 0,3-6-82 16</inkml:trace>
  <inkml:trace contextRef="#ctx0" brushRef="#br0" timeOffset="64484.47">26361 13668 739 0,'0'-13'288'0,"-1"0"-124"0,0-4-66 0,1 2-37 16,1 3-22-16,0 0-17 0,1 3-12 0,2-1-8 0,-1 2-7 0,3 3-3 15,1 1-1-15,3 2 7 0,3 1 4 0,4 4 7 0,3 0-1 16,4 4 0-16,4 2 9 0,2 3 4 0,4 2 15 0,1 2 12 0,1 2 3 16,5 0 4-16,0 2 2 0,1 2-7 0,0 2-3 0,-1 2-9 15,0 2-12-15,1 2-6 0,-2 3-9 0,0-2-10 0,1 4 9 0,-1 1-4 16,1 2 4-16,1 5 3 0,-2 0-12 0,-2 1-2 0,-1-1-1 0,-4 1 1 15,-2-2 1-15,-4-3-1 0,-3-1-1 0,-4-3 4 0,-2-2-2 0,-3-2 1 16,-1-1 2-16,-3-3-2 0,-2-2-6 0,-1-3-2 0,-3 1-1 16,-3-1-6-16,-2 1-1 0,-4 0-11 0,-2 0-15 0,-4 2-27 0,-4 2-25 15,-5 0-48-15,-6 3-51 0,-8 2-50 0,-12 6-52 0,-16 3-268 16</inkml:trace>
  <inkml:trace contextRef="#ctx0" brushRef="#br0" timeOffset="174575.51">21625 16221 1190 0,'-4'0'149'0,"-1"3"-33"0,-4 0-17 0,2 0-19 0,0 1-27 0,0-2-20 15,2-1-17-15,0 1-1 0,1-1-2 0,1 0 9 0,-1 0 8 16,0 0-4-16,1 1-4 0,-1-1-10 0,-1 1 3 0,1 0-2 0,0-2 9 15,0 1 2-15,0-2-1 0,1 1 5 0,0-2 2 0,0 0-2 0,1 0-1 16,0-1-10-16,1-1 3 0,-1 0-5 0,2-1 5 0,0 0 6 16,1 1-4-16,1-2 12 0,2 1-3 0,1-2 14 0,2 0 11 0,1 0-2 15,1 0-2-15,1-1-10 0,5 1 1 0,1-1 2 0,3 1-12 16,0 2-10-16,1-2-4 0,1 2-8 0,0 0 2 0,1 2-1 0,2 0-7 16,-2 2 1-16,2 1-4 0,-1 0-1 0,1 2 8 0,-1-1-14 0,0 2 20 15,-2 1-9-15,0 1-3 0,-4 1 15 0,1 1-16 0,-1-2 0 16,-3 1-1-16,-1 2-10 0,-1 0 9 0,-1 0 4 0,-3 2-2 0,-2 0 5 15,0 1-11-15,-4 1 1 0,-1 0-5 0,-1 2-7 0,-3 0-3 0,-2 2 5 16,-2 2 3-16,-2 2 2 0,-2-1-3 0,-1 2 1 0,0 1 3 16,-2 1 4-16,-2-1 10 0,0 1-14 0,1-3 4 0,0 1 3 0,1 1-2 15,-1-3 12-15,2 0 5 0,1-1 4 0,1-4 6 0,1 1 4 16,3-3 11-16,0-1 5 0,2-2-2 0,2-3 1 0,1-2-10 0,1-1 1 16,2-1-11-16,0-1-7 0,2-2-12 0,1 0-2 0,2 0 3 0,1-1-1 15,4 0-2-15,1 0-6 0,0-1 8 0,4-1-7 0,0 0 9 0,2-1 0 16,1 0-12-16,2 0 15 0,0 0-13 0,0 0-2 0,2 1 6 15,0 0-7-15,2 1 4 0,-1 0-2 0,0 1 3 0,-1 0-5 0,-1 2 6 16,0 1 0-16,2 1-5 0,-3 1 10 0,0 1 1 0,-4 1-10 16,-3 0 9-16,-3 2-12 0,-2 1 13 0,-2 0 7 0,-2 2-6 0,-2 0-1 15,-3 3-1-15,-3 1-2 0,-2 2 6 0,-3 1-2 0,-2 4-12 0,-2 1 7 16,-4 0-9-16,-2 1 8 0,0 1 5 0,-3-2-6 0,1 0 10 16,0 0-10-16,-1-1 0 0,1-1 4 0,0 1-6 0,0-1 7 0,1-1-8 15,-1-1-3-15,4-2 15 0,-1 0-11 0,0-1 4 0,2-1 2 16,6-9-17-16,-1 2 13 0,1 0-8 0,-3 1-24 0,2 0-1 0,-2 0-20 15,1 0-7-15,-2 0-21 0,1-2-28 0,1 0-27 0,1-1-31 0,0-2-33 16,2-1-50-16,0-2-47 0,2 0-39 0,1-2-14 0,2-2 2 16,1-2-174-16</inkml:trace>
  <inkml:trace contextRef="#ctx0" brushRef="#br0" timeOffset="174993.78">23035 15865 1291 0,'0'-4'249'0,"-1"0"-80"0,2-3-22 0,-2 1-10 0,-1 2-21 16,0-1-31-16,-1 0-12 0,0-1-24 0,-1 1-1 0,0-1 6 0,-3 2-3 15,-2 0-3-15,0 2-8 0,-3 1-15 0,0 1-9 0,0 2-3 0,-2 1 0 16,-1 2 3-16,0 1 4 0,-2 2-7 0,-1 0 10 0,-1 2 5 15,1 3-2-15,0 3 8 0,-1 2-2 0,3 2 1 0,2 4-1 0,-1 2 3 16,3 2-8-16,-1 2-6 0,2 2 3 0,1 4-9 0,2 3 7 0,1 1 2 16,3 3-8-16,1-1 1 0,3-1 1 0,1 1 8 0,2-1 5 15,3-3-1-15,1 0 0 0,2-4-1 0,2 0-3 0,1-1 7 0,3-3-8 16,2 0-3-16,1-4-2 0,4 1 1 0,2-3 7 0,1-1-12 16,2-1 4-16,2 0 3 0,0-2-12 0,-1-2 3 0,2-2-1 0,-1-3-9 15,1-3 13-15,-2 1-14 0,-1-2 7 0,0-1-6 0,-2 0-3 0,1-2 5 16,-2-2-12-16,0 0 19 0,-1-1-9 0,-1 0 0 15,0 0 5-15,-2-2-12 0,0 0 10 0,0 0 6 0,-2 0-13 0,-2 0 2 16,2-1 0-16,-1 0-4 0,-2-1 13 0,2 1-7 0,0-1-10 0,-1 0 12 0,-2-1-13 16,1 1 5-16,-3 0-6 0,-1 0-24 0,0 0 2 0,-2-1-21 15,0-1-16-15,-1 2-16 0,-1-1-35 0,-3-1-40 0,0 0-53 0,-3-1-63 16,-1-2-72-16,-1-1-66 0,-2-3-55 0,-2-3-88 0,-3-5-75 0</inkml:trace>
  <inkml:trace contextRef="#ctx0" brushRef="#br0" timeOffset="175992.36">23361 15740 1987 0,'-3'0'151'0,"0"2"8"16,0-1-24-16,2-1-40 0,0 1-14 0,1-1-24 0,0 0-28 0,1 0-20 16,0 0-6-16,0 1 0 0,1-1 0 0,0 1 1 0,1 1-8 0,1 0-2 15,1 0-1-15,1 0 2 0,2 1 1 0,1 0 0 0,1 1 1 16,4 1-3-16,0 1-1 0,2-1-1 0,0 1-6 0,5 2-4 0,0 1-8 16,-1 0-9-16,0 1 5 0,0 1-1 0,-3 0 6 0,0 0 3 15,-2 1 11-15,-1 2 1 0,-3-1-3 0,1-1 7 0,-3 1-6 0,0-1 10 16,-2 1 5-16,-1-1-1 0,-1-2-7 0,-1 2-2 0,-2-1-4 0,0-1 8 15,-1 0-3-15,-2 0 1 0,-1-1 2 0,0 0-1 0,-2 0 10 16,0 1 4-16,-1-1-4 0,-1 0 10 0,1 0-4 0,-1-3 3 0,1 1 13 16,-1-2-1-16,2 0 1 0,1-2-5 0,0 0-1 0,2-1 4 0,-1-2-2 15,0 0 1-15,2 0-5 0,0-1-6 0,2 0 7 0,-1 0-5 16,0 0-4-16,0 0-1 0,1 1-1 0,0 1 2 0,1-1 1 0,1 1-7 16,1 0-1-16,1 0 2 0,1 2 1 0,2 0 5 0,0 1-9 0,1 1 2 15,0 0-4-15,1 2 3 0,1 1 1 0,0-1-9 0,0 1 3 16,1 1-7-16,-1 2-2 0,0-1 15 0,0 2-7 0,-2-1-4 0,-1 2 3 15,0 0-11-15,0 0 11 0,0 1 0 0,-1 0-4 0,0 3-4 0,-1 0-5 16,-1 1 0-16,-2 2 2 0,1 0-11 0,-2-1-5 0,-2 2-2 16,0-2-4-16,-3 1 1 0,1-2-7 0,-3 1-10 0,1-1-10 0,-1-2-11 15,1-1-16-15,-1-2-24 0,-1-1-33 0,1-3-49 0,-1-2-66 16,0-1-74-16,0-2-61 0,0-3-232 0</inkml:trace>
  <inkml:trace contextRef="#ctx0" brushRef="#br0" timeOffset="176174.38">23942 16145 1619 0,'4'0'306'0,"2"-1"-56"0,2 0-44 0,1 1-32 16,0 1-28-16,1 0-38 0,1 1-45 0,2-1-9 0,2 0-16 0,2 0-18 15,-1-1-3-15,1 0-8 0,2 2-2 0,1-1 1 0,0 0-16 0,3-1-6 16,-2 0-7-16,1 1-11 0,0-1-2 0,-3 1-15 0,2 0-4 16,0-1-8-16,-2 1-15 0,1-1-11 0,-1 0-23 0,-1-1-15 0,-3 0-17 15,1 0-12-15,-1-1 2 0,0 0-4 0,0-1-13 0,0-1-21 16,-2-2-13-16,1-1 0 0,-3-1 5 0,1-1 15 0,0-1-15 0,1-2-133 15</inkml:trace>
  <inkml:trace contextRef="#ctx0" brushRef="#br0" timeOffset="176424.38">24704 15601 1272 0,'-1'5'444'0,"1"0"-207"0,-1 1-52 16,3 0-49-16,0-1-10 0,-1 2-26 0,2-1-35 0,0 2-13 0,0 0-13 15,2 0-2-15,-1 2 0 0,0 2-4 0,1 0-7 0,0 1-6 0,0 1-8 16,1 1-11-16,-1 1-1 0,2 2 0 0,-1 0 0 0,1 1-14 16,1 0-1-16,0 0-2 0,0 3 2 0,0 1 9 0,0 1-4 0,-1 0-6 15,1 0 1-15,0 1 4 0,-2 0-6 0,1-2-4 0,-1 1-9 0,1 0-1 16,0-1 1-16,-1 1 0 0,0-3-6 0,0-1-9 0,-1-1-8 16,1-3-11-16,0-1-2 0,0-1-9 0,-1-3-15 0,1-2-7 0,1-1 1 15,0-4 6-15,-1-3 2 0,-2-2-16 0,-1-1-21 0,0-2-20 16,-2-4-3-16,0-2 0 0,-1-4-1 0,-2-6-5 0,-3-3-7 0,-4-8-25 15,-3-5-157-15</inkml:trace>
  <inkml:trace contextRef="#ctx0" brushRef="#br0" timeOffset="176724.38">24600 15289 1709 0,'1'5'230'0,"0"1"-72"0,2 3-46 0,0 1-35 0,3 0-3 0,1 1-16 15,3 0-21-15,3 0-12 0,2 3-5 0,3 0 4 0,1 1 6 0,3 0 3 16,1 1 0-16,4 2-4 0,0 0-6 0,4 2-9 0,-1 1-1 16,3 0 2-16,-1 0 1 0,2 0 2 0,1 2-1 0,1-2-4 0,-1 2-2 15,0 1-1-15,1 1 2 0,0 1-2 0,0-1 5 0,-1 2 1 0,0-3-9 16,-3 1 6-16,0 0 3 0,-2-1-11 0,0 1 5 0,-2-2-5 16,0 0 5-16,-4-1 2 0,-2-1-7 0,-2 0-5 0,-3 0-7 0,-1 0 4 15,-1 0-1-15,-3 1-9 0,-1 1-16 0,-2 0-21 0,-3-1 0 16,-2 1 4-16,-3-1-1 0,-2-1 10 0,-3 0-9 0,-1 0-3 0,-2-2 9 15,-2-1 4-15,0 0 2 0,-3-2 10 0,0 0-12 0,-1-1 0 0,0-1-9 16,0-2-15-16,-3-3-8 0,-1-2-18 0,1-2-14 0,0-4-25 16,0-3-39-16,-1-4-36 0,2-3-50 0,-1-5-43 0,-2-6-74 0,-1-8-107 15</inkml:trace>
  <inkml:trace contextRef="#ctx0" brushRef="#br0" timeOffset="176980.92">26037 15534 3271 0,'0'3'148'0,"2"-1"-34"0,0 2-58 0,2-1-22 16,0 0-8-16,1-1 8 0,1 0-18 0,1 0-11 0,-1 0-9 0,2 1-3 16,-1 0 1-16,-1 0-9 0,0 0-8 0,-1 0-24 0,1 0-13 0,1 0-14 15,-2 1-2-15,3-2 5 0,-1 0 10 0,2 1 6 0,1-2-1 16,0 0-2-16,1-1-9 0,0-1-2 0,0-1 5 0,2 1 15 0,1-2 20 15,1-1 10-15,-1 0 9 0,2-1-1 0,1 1 4 0,0-2 2 0,0 0 4 16,2 0-1-16,-1-2-11 0,-1 1 3 0,2-1-5 0,1-2-6 0,1 1-11 16,-1-1-26-16,2 0-18 0,-2 1-19 0,1 0-22 0,-1 1-50 15,-1 0-48-15,-2 2-20 0,-2 0-22 0,0-2-4 0,-1 0-29 16,-1 0-71-16,0-1-79 0</inkml:trace>
  <inkml:trace contextRef="#ctx0" brushRef="#br0" timeOffset="177126.92">26371 15747 1365 0,'-1'13'342'0,"0"1"-150"0,1 4-73 16,1-2-58-16,-1-4-17 0,3 0-22 0,-1-1-15 0,-1-2-7 15,3 0-20-15,0-2-23 0,1 0-20 0,0-3-20 0,1 0-20 0,0-2-30 16,2-1-38-16,0-1-36 0,0-2-23 0,1-1-2 0,2-3 1 0,3-2-30 16,2-2-60-16</inkml:trace>
  <inkml:trace contextRef="#ctx0" brushRef="#br0" timeOffset="177611.81">27480 14954 1188 0,'0'1'301'15,"-2"1"-174"-15,1 0-35 0,-2-1-28 0,2-1-2 0,-1 1 2 0,0-1-5 16,-1 1-13-16,-1 1-16 0,-1 1-4 0,-2 1-6 0,-1 1 6 16,-1-1 5-16,-2 2-8 0,0 0 1 0,-2 1-7 0,-1 3 2 0,0 0 5 15,-2 2 1-15,1 2 5 0,-2-1 5 0,1 2 1 0,0 0 1 0,1 1-5 16,1-1-6-16,0 3-1 0,1 1 3 0,1 0-6 0,0 1 13 16,0 1 2-16,1 1 1 0,0 3 7 0,1 1-2 0,1 1-1 0,-1 1 0 15,3 0-1-15,0 2-10 0,1-1-3 0,4 2 1 0,-1 0-7 0,2 0 0 16,2-2-13-16,1 1 0 0,2-4-4 0,1 0 2 0,2 0 1 15,1-4-3-15,1 1-1 0,2-3-1 0,-2 0 1 0,2-1 3 0,0-3 3 16,1-1-1-16,1-1-6 0,-1-2 1 0,3 0-4 0,1-2 1 0,-1-2 10 16,1 1-4-16,2-2 3 0,-1-2 1 0,0-1 1 0,-2-2-9 15,1-1-4-15,-2-1 8 0,0-2-4 0,-2-1 1 0,1-2-3 0,-2-1-4 16,0 0 5-16,0-2-1 0,0 1-2 0,0-1 6 0,1-2 2 16,-1 0-9-16,-1-2 13 0,0 0-18 0,-1 0-2 0,0-3 11 0,0 0-2 15,-1 0-2-15,0 0 0 0,-2 0-1 0,-1 0 3 0,-1 1 3 0,-2 2-1 16,0 1 0-16,-3 1 1 0,-1 0-6 0,-1 2 1 0,-1 1 5 15,-2-1-4-15,-1 2-1 0,-2 1-3 0,0 0-11 0,-3-1 2 0,-1 1 0 16,-2 2-7-16,-4-1 9 0,1 2-2 0,1 0 4 0,-1 1 3 0,0 0-14 16,1 1-5-16,-2 2-18 0,-1 0-18 0,-1 1-25 0,-3 2-29 15,-2-1-28-15,1 2-37 0,-3 1-25 0,2-1-31 0,-3 2-40 0,-1-1-47 16,-4-1-59-16,-3 1-113 0,-2-2 110 0</inkml:trace>
  <inkml:trace contextRef="#ctx0" brushRef="#br0" timeOffset="178062.81">26699 15375 2427 0,'0'0'224'0,"-1"0"-72"0,0 0-66 16,0 1-23-16,0-2 2 0,1-1-5 0,1-2-22 0,2-1-18 0,-1 1-22 15,1-1-9-15,0 0 4 0,0-1-7 0,2 0 0 0,1-1-6 16,1-1-10-16,2-1 5 0,1 0 2 0,3-2 6 0,3-1-2 0,3-2 3 16,1-1 2-16,4-1 6 0,3 1-4 0,4-1 13 0,3 0-2 15,3 0-3-15,3 2 13 0,2-1-8 0,4 1 8 0,-1 1 4 0,2 2-1 16,0 0 0-16,2 1-2 0,-1 2 2 0,-1 2 4 0,0 1-6 0,0 2 0 16,0 1-1-16,0 3 1 0,0 1 0 0,2 3-4 0,1 1-17 15,-1 3-1-15,0 3-7 0,-1 2-5 0,0 3-6 0,1 4-11 16,-2 2 1-16,-1 3-10 0,-3 3-1 0,-1 1-3 0,-1 4 0 0,-3 1 12 15,0 0 10-15,-4 3 13 0,-3 1 0 0,-4 2 5 0,-1 4-5 0,-5-1 2 16,-2 1 6-16,-3-2-1 0,-3 0 7 0,-5-1-1 0,-5 1-2 0,-2-1 8 16,-3-1 3-16,-3-1 7 0,-4-2-4 0,-2-1-5 0,-3-1 9 15,-4-2-9-15,-3 2 1 0,-6-1-2 0,-3-2-3 0,-6 0 3 0,-4-4 6 16,-3-1-5-16,-6-2 4 0,-4-2 8 0,-4 1 7 0,-4-3 7 0,-1 1-7 16,-1-2 3-16,1-3 7 0,-2 1 9 0,-4-3 11 0,-3 0-6 15,-1-1-1-15,4-2 0 0,6-2-6 0,9-3 16 0,5-3-23 0,2-2-11 16,5-3-14-16,-1-2-12 0,-2-3-13 0,-3-3-31 0,-5-4-40 15,-5-4-40-15,-5-5-21 0,-4-7-23 0,-5-4-30 0,-2-9-64 0,-7-6-81 16,-6-14-101-16,-4-13-339 0</inkml:trace>
  <inkml:trace contextRef="#ctx0" brushRef="#br0" timeOffset="188930.1">6871 9918 1 0,'-27'16'10'0,"5"-7"244"0,-3-1 332 0,10-13-518 0,3-1-21 16,2 0-26-16,2 0-9 0,0 0 0 0,3-1 10 0,0 1 5 0,0 0 6 15,3 1-1-15,-1 1-8 0,2 2-4 0,1 2-11 0,-1 0-2 16,2 1-2-16,0 1 5 0,-1 0 13 0,1 2 4 0,-1 2 8 0,1 0 1 15,1 2-1-15,-1 0 0 0,2 1-5 0,1 3-1 0,0 0-4 0,3 2 0 16,1 1 8-16,3 2-2 0,1 0 0 0,3 1 4 0,2-1-3 0,5 0-3 16,3 1 1-16,6-2-9 0,3-1-8 0,6 0-1 0,4-3-1 15,7-2-1-15,4-2 10 0,5-1 1 0,4-2 3 0,4-1 2 0,4-3-1 16,3-1 0-16,3-1-13 0,-1-1 0 0,3 0-3 0,0 0 0 16,0 2 6-16,-1 0-1 0,0 2 17 0,-1 2-2 0,1 1 1 0,0 2 2 15,-2 1-24-15,-1 2-3 0,0 0-4 0,0 0-2 0,0 0 7 0,0 1-4 16,2 2 0-16,1 0-14 0,2 0-35 0,0 2-53 0,0 1-64 15,0 1-58-15,0 0-64 0,3 4-59 0,0 3-60 0,4 2-59 0</inkml:trace>
  <inkml:trace contextRef="#ctx0" brushRef="#br0" timeOffset="189399.07">8104 16531 1325 0,'4'13'94'16,"5"0"-28"-16,6 4-20 0,5-2-30 0,7-1-5 0,5 1-3 0,7-1-5 15,5-2-2-15,6 0 0 0,3-3 1 0,6-3 10 0,0-5 4 0,4-2-1 16,3-5 5-16,3-2-3 0,3-3-3 0,3-2 6 0,4-3 2 0,4-3 5 15,3-2 1-15,3-1 1 0,2-2-4 16,2 0-3-16,5-2-9 0,0 0 3 0,2 0 6 0,4-2 1 0,-2 1 3 0,1-2-11 16,3 1 5-16,0-1 8 0,1 0 15 0,1-1 1 0,2-1 2 0,2-4 8 15,2 2-4-15,-2-4 10 0,2 2-5 0,0 1-23 0,-2-4 11 0,2 1-4 16,2-4-2-16,-1-1 20 0,2-3-19 0,3-1-1 0,0-3-10 0,3 0-15 16,3 0-4-16,1-3-8 0,1-1-8 0,-1-1-37 0,0 0-92 15,2-2-145-15,2-1-213 0,7-2-184 0,6-5-119 0</inkml:trace>
  <inkml:trace contextRef="#ctx0" brushRef="#br0" timeOffset="202346.42">7927 13604 36 0,'2'0'35'0,"1"1"-1"0,0 0-5 0,1 0-15 0,0 0-7 0,1 1 0 16,-1 1-1-16,1-1-3 0,0 1 1 0,0 0-2 0,1 2-2 0,-1 0-4 15,1 1-3-15,-1 0-7 0,0-1-9 0,-1 1 1 0,0 0-3 16,2 1 6-16,-2-1 7 0,1 0 3 0,-2 0 4 0,1-1 0 0,0 0 0 16,0 1-1-16,0-1-1 0,-1-2-1 0,1 1 4 0</inkml:trace>
  <inkml:trace contextRef="#ctx0" brushRef="#br0" timeOffset="203009.44">8048 13720 4 0,'7'7'15'0,"-3"-4"19"16,-1 0 17-16,0-2 22 0,-2 0 7 0,1-1 7 0,0-1 13 0,-1 1-4 16,1-1-14-16,-1 0-2 0,1 1-11 0,-1 0-7 0,0-1-1 15,0 0-10-15,0 0-6 0,0 0-13 0,1 1-10 0,1-1-9 0,-1 1-4 16,0 0-4-16,1 0 0 0,1 0 2 0,0 1-4 0,1-1-2 0,1 1 1 15,-1 0-3-15,2 1 1 0,0 0 0 0,2 0 0 0,-1 0-3 16,3 0-1-16,0 0-2 0,3 0 0 0,0 0 0 0,1 0 0 0,1-1 0 16,0 0 0-16,2 0 3 0,0-1 1 0,2 1 2 0,2-2-3 0,1 1-1 15,2-1 5-15,-1 0 0 0,1 1 9 0,0-1 2 0,-1 0 4 16,2-1 6-16,1 1 0 0,2 0 5 0,-1 0-2 0,3 0-1 0,-1 1 3 16,2-1-6-16,1 1-1 0,1 1-6 0,0-1-7 0,3 0-3 15,-1 1-5-15,2 1 2 0,2-1-6 0,0 2 4 0,1-1-1 0,2 0-1 16,-1-1 0-16,0 0-1 0,2 1-4 0,-1 0-3 0,1 1 0 0,0 1 2 15,-1 0 2-15,0 1 3 0,0-1 2 0,0-1 0 0,-1 1 3 16,1 0 1-16,0-1 5 0,0 1 3 0,-3-1 5 0,-1-1 9 0,1-1 13 16,-3 1 8-16,3-2 3 0,-1-1 4 0,-3 0-9 0,2-2-1 0,-2 1-2 15,0 0-6-15,0-1-3 0,-2-2-5 0,1 0-6 0,-2-1 1 16,1 0-6-16,0 1-6 0,0-2 2 0,-2 0-6 0,-1-2 0 0,-3 1 7 16,2-2-5-16,-2 0 3 0,-1 1 0 0,0-1-4 0,-2 0 4 0,-2 0-6 15,0 1 0-15,-1-1 1 0,-3 2-5 0,0 0 4 0,-1 0 3 16,-1-1-3-16,-1 0 5 0,0 1 0 0,-2 0-2 0,0 1 1 0,-3 0 0 15,0 0-2-15,0 0 5 0,-2-1 2 0,-1-1 5 0,-2-1-1 16,0 0 1-16,-2-1-3 0,1-1 0 0,-1-1 1 0,-1-1-2 0,-1-1-3 16,-1-1 2-16,-1-3-2 0,-1-1 3 0,-1-1 3 0,-2 0 6 0,-1-1-19 15,0 2 14-15,-4-2 5 0,0 0-7 0,-3 0 19 0,-1-1-11 16,-2 1-4-16,-1-1 10 0,-2 0-7 0,-2 2 1 0,0-1-5 0,-3 0-8 16,-1 1 10-16,0 0-2 0,-4-1-3 0,1 1 0 0,-3-2-7 15,-1 0-1-15,-1 1-5 0,0 0-2 0,-3 1-8 0,0 0-4 0,-2 0 0 16,-4 0-9-16,0 0-1 0,-2 0-5 0,-1 1-3 0,-1 0 8 0,-1 0 6 15,-3 2-9-15,-2 0 5 0,-2 1 7 0,-1 0-4 0,0 3 13 16,-3 0 1-16,0 0-8 0,1 2 1 0,-2 2 5 0,3 1-2 0,-1 1 5 16,0 1-1-16,-2 1-2 0,2 1 2 0,0 1-4 0,1 0 2 0,1 2 0 15,-1 0-5-15,1 2 3 0,1 1-4 0,-1 1 0 0,2 2-3 16,-2 2-8-16,0 1 2 0,0 2-1 0,0 1 3 0,0 0 10 0,1 3-7 16,-1 3-3-16,-1 3-13 0,0 4 6 0,-3 5 2 0,2 2 0 0,0 7 7 15,-1 1-12-15,1 4 4 0,1 5 13 0,-1 2 3 0,3 4 12 16,1 1 10-16,1 4 9 0,2 0 13 0,3-1-3 0,5 1 12 0,4-2-11 15,5-2-2-15,4 0 6 0,5-3-21 0,5-1-3 0,3-2-8 16,5-1-6-16,5-2-1 0,2-4-5 0,3-1-3 0,2-1-6 0,2-1-7 16,3-4-11-16,4-1 6 0,1-2-1 0,0-2-6 0,2 0-3 0,-2-2-15 15,3-2-6-15,2-2-13 0,-1-2-2 0,0-1-14 0,1-4-7 16,1 0-12-16,0 0-26 0,1-3-27 0,2-3-35 0,-1-2-29 0,2-2-51 16,0-2-74-16</inkml:trace>
  <inkml:trace contextRef="#ctx0" brushRef="#br0" timeOffset="-209702.4">28205 16635 1743 0,'-2'3'292'0,"-1"2"-156"0,1 0-76 0,1 0-42 0,2-2-9 16,0 1 0-16,2 0-2 0,0 1-1 0,2 1-7 0,1 1 2 0,1 1-1 0,0 1-1 15,2 0-2-15,0 0-5 0,2 0-4 0,-1 0 2 0,3 0-5 16,0-2 0-16,2-1 12 0,2-3 3 0,1-2 14 0,3-2 2 0,2-3-3 15,4-3 8-15,2-5-1 0,4-3 7 0,3-3-2 0,5-2 0 0,1-3-6 16,2-2-11-16,4-4 11 0,2-1-3 0,3-2 3 0,4-1 7 16,3-2-4-16,3 0 14 0,4-2 20 0,4 0 5 0,3-2 12 0,7-2 6 15,5 0 1-15,3-3 9 0,6-3-6 0,4-2-17 0,4-3 9 0,5 0-18 16,3-3 2-16,5-2 1 0,2-3-22 0,5-1 3 0,0 1-17 16,2-1-10-16,1 0-1 0,-2-2-9 0,3 3 1 0,-1 1-5 0,-3 2-7 15,-1 2 5-15,-5-1-3 0,1 2-19 0,-5 1-35 0,-4 0-57 0,-3 1-79 16,-55 26-87-16,12-8-160 0,-2-2-289 0,15-11-423 0</inkml:trace>
  <inkml:trace contextRef="#ctx0" brushRef="#br0" timeOffset="-175917.32">8046 13787 1703 0,'-14'7'106'0,"1"0"-32"15,-2 1-43-15,5-2-10 0,5-2-9 0,2-1-9 0,3-1-9 0,2 0-8 16,4 1 2-16,3-1-2 0,4 1 9 0,2 0 6 0,4 0 1 16,4 1-1-16,1 0-1 0,4 0-7 0,1-1-4 0,3 0 3 0,0-1-7 15,2 0 6-15,-1 0-3 0,3-2 1 0,1 1-1 0,1 0 3 0,1-1 0 16,-2 2-1-16,1 0 1 0,1 0 1 0,-1 0 0 0,2 0 7 16,-2 1 2-16,2 1-1 0,0 0-1 0,-1 0-2 0,0-2-1 0,1 3 6 15,-2-1-1-15,2 1-5 0,1 0 3 0,0-1-1 0,-1 0 5 16,1 0 0-16,-1-2-10 0,1 0 7 0,3-1-6 0,-1 0 7 0,0-2 3 15,0-1-4-15,-1-1-1 0,1-2-14 0,0-2-2 0,1-3-26 0,1-2-58 16,-1-3-62-16,1-2-75 0,-2-2-67 0,-1-2-99 0,0-4 7 16</inkml:trace>
  <inkml:trace contextRef="#ctx0" brushRef="#br0" timeOffset="-175234.94">9655 15369 1630 0,'-2'9'147'16,"3"1"-37"-16,1 3-33 0,4-1-31 0,2-2 0 0,4 1-13 0,4 0-19 15,4-1-2-15,4 0-11 0,5-1 2 0,1-2-2 0,5 1 2 16,2-1 2-16,1-1-10 0,4 0-3 0,0-3-5 0,2-1 1 0,3-2 9 16,-1-1-5-16,2-1 1 0,0-1-3 0,1-1-6 0,1-2 1 0,-2-1-16 15,-1-2-26-15,1-1-29 0,1-3-40 0,-2-1-29 0,-1-1-22 16,-1-2-17-16,0-1-8 0,-2-3-14 0,-1 0-1 0,1-4-58 0,0-1 8 16</inkml:trace>
  <inkml:trace contextRef="#ctx0" brushRef="#br0" timeOffset="-186771.65">21091 15758 743 0,'-13'-1'222'0,"0"2"-94"15,-4 0-27-15,2 0-22 0,3 1-14 0,1 0-24 0,3 2-24 16,1 0-13-16,2 1-8 0,1 1 6 0,1-2 6 0,1 2-1 0,1 1 0 16,1-1-8-16,2 1-5 0,0 2 1 0,2 0 4 0,0 1 7 0,0 0 6 15,1 1 2-15,1 2 0 0,1 0-3 0,1 2 1 0,1 0 3 16,1 2-2-16,0 2 8 0,0 0-3 0,0 2 9 0,1 1-1 0,0 1-3 16,1 3 6-16,0 2-9 0,0 3-5 0,-1 0-4 0,1 2-2 0,-1-1 1 15,0 2-5-15,1 1 0 0,-2 3-8 0,1 1-6 0,0 1 2 16,0 2-1-16,1 3 3 0,-1 1 0 0,-2 2 10 0,0 2 2 15,-1-2-1-15,1 2-1 0,0-1-9 0,-1-3 0 0,0-1-2 0,-2-3 3 16,0-1 3-16,2 1-3 0,-2-3-4 0,-3-20-2 0,2 4 3 0,-2-1 2 16,2 3 9-16,0 0 2 0,-1 4-10 0,1-3 11 0,1 4-1 0,-2-3 6 15,1-1 18-15,0-2 2 0,-1-2 16 0,0 0 6 0,1-3-5 16,-1 0 3-16,-1-2-16 0,1-1-2 0,0-2 4 0,-1 0-12 16,1-1-6-16,-1-1 1 0,1-2-18 0,-1-1 10 0,0 1-9 0,1-1-6 15,-1-1 11-15,1 0-19 0,0 0 9 0,0 0-3 0,0-2 1 0,1 2 6 16,0-2-8-16,1 1 2 0,0 0-2 0,1 0 1 0,0-2 4 0,0 0-4 15,1 0 2-15,0-1-1 0,2 0 0 0,0 0 0 0,0 0 1 16,0-1 4-16,1 0 4 0,0 0 2 0,1-1-8 0,1 1 2 0,-1-1 1 16,0-1 5-16,1 0 4 0,0 0-7 0,0-1 0 0,1 0-2 15,0-1 2-15,2-1 5 0,0 0 0 0,0-1-2 0,1 0-3 0,1-1-1 16,1 1-1-16,-1-1 7 0,2 0 10 0,0 1-2 0,0-1-4 0,1 0 6 16,0-1-5-16,0 1-3 0,1-3 4 0,1 1-8 0,-1-2 7 15,1 1 1-15,-1-1-3 0,3 0 1 0,0-1-2 0,2-2-1 0,1 2 10 16,0-2-13-16,2 0 4 0,1-1-2 0,1-1-8 0,1-1 11 0,1-1-9 15,1 0-2-15,0 1 0 0,2-2-6 0,0 1 6 0,2-1 5 16,-1 2 2-16,2 0-4 0,1 0-9 0,-1 1 3 0,0 2 0 0,2 0 13 16,-1 0-8-16,1 0-15 0,0 1 10 0,-1 1-1 0,0 1 4 0,1 0 3 15,-1 0-17-15,1 0 11 0,0 0 3 0,0 1 4 0,0 1-1 16,-1 0-6-16,0 0 0 0,-1 0 5 0,1 0-2 0,0-1-3 0,-1 1 6 16,0-1-4-16,0 0 9 0,0 0-4 0,1 0-7 0,33-7 0 15,-8 3-7-15,-8 1 1 0,-11 2 17 0,-3 2 2 0,-3-2-5 0,0 2 2 16,0 0-17-16,-1-1 10 0,3 1 6 0,-2-1 0 0,0 1-4 0,-1 0 2 15,0-1 4-15,-1 2-1 0,0 1-4 0,1 0 1 0,0 0 0 16,0 0 7-16,0 0 4 0,-2 1-9 0,0 1 2 0,-2-2-6 0,1 2 5 16,1 0-3-16,-1 0-6 0,1-1 9 0,-1 0-3 0,-2 1 3 0,1-1 2 15,-1-2-2-15,2 0 7 0,1 0-6 0,3-1 1 0,2 2-2 16,-1-2 1-16,-2 1 5 0,-1-2-4 0,-2 0-8 0,-2 0 4 0,3 0-3 16,-3 0 1-16,1 0 2 0,-1 0-6 0,-1 0 5 0,0 0 5 15,0 0-7-15,2-1 0 0,-1 0 0 0,1 0-3 0,0 0 5 0,1 0-2 16,1 0 2-16,-1 1 5 0,2 0 0 0,-1-1 0 0,0 1-3 0,2 0 5 15,0-2 2-15,1 2-9 0,2-2 3 0,-3 1 4 0,2 0 0 16,0-1-7-16,0 1 2 0,-1 0-5 0,2-2 10 0,-3 1-2 0,0-1 1 16,3 0-6-16,-3 0 7 0,0-2 7 0,1 2-6 0,-2-2 3 15,2 1-17-15,0 0 10 0,-2-2 4 0,0 2-5 0,0 1-1 0,0 0 6 16,-1 0-10-16,1-1 10 0,-1 1 0 0,-1 0-6 0,1-1 5 0,1 3-6 16,0-2-1-16,-1 0 15 0,-2 0-17 0,3 0-5 0,-2 1 6 15,1 0-15-15,1 1 18 0,-3 0 8 0,1-2-14 0,-1-1 1 0,0 1-2 16,0 0 3-16,-1 1 1 0,0-2-6 0,-2 1 5 0,1-1 3 0,-1 0 1 15,3-1 4-15,0-1-13 0,-1 0 2 0,1 0 7 0,-4 1 3 16,0 1 1-16,-3 0-4 0,0 0-3 0,-3-1 3 0,0 0 0 0,0 0 5 16,0 1-14-16,0-2 7 0,-2 0 1 0,0 0-5 0,-1-1 13 0,-1 1-15 15,0-2 9-15,-2 0-6 0,0 1-2 0,-1 1 17 0,-1-3-8 16,0 2-1-16,-1-2-9 0,-2 1-4 0,-2-1 6 0,1-2 13 0,-1 1-9 16,-2 0-7-16,-1-3 4 0,-2 1-4 0,-3 0 4 0,0-3-15 0,-1 1 7 15,-2 1-6-15,0-1 6 0,0 1 10 0,-1 2-14 0,-1-1-1 16,0 2 1-16,0 4 1 0,0 1-1 15,-1 0-3-15,0 2-4 0,-1 0-2 0,0 2-12 0,-2 2-16 0,0 3-12 0,-1-1-21 0,2 1-24 16,0-2-23-16,-2 1-41 0,-1-1-47 0,-3 0-61 0,-1-1-74 0,-4-1-101 16,-1-2-97-16,-5-3 51 0,-7-3 70 0,-5-4 147 0</inkml:trace>
  <inkml:trace contextRef="#ctx0" brushRef="#br0" timeOffset="-185588.62">22457 15862 1723 0,'-24'-4'148'0,"-1"0"-33"0,-6-1-49 0,6 1-25 0,7 1-18 15,3-1-23-15,2 0-19 0,4 1-3 0,4 0-4 0,2 1 3 16,1 0 5-16,-1 0-6 0,2 0-12 0,0 2-12 0,3 0-6 0,0 0 4 15,2 1 10-15,0-1 14 0,2 0 10 0,3 1 7 0,2 0 5 0,2 0 2 16,1 0 3-16,1-1 3 0,4-2 1 0,1 1 3 0,1-1 2 16,2 0 7-16,2 1-2 0,0-1 12 0,2-1 3 15,0-2-1-15,2 0 6 0,0-1-1 0,1-1 0 0,1 0 1 16,3-1 3-16,0-1-6 0,4 1 4 0,0-2 5 0,1-1 1 0,1 0-1 0,-1 0 1 0,1-1-6 16,3 1 1-16,0 0 3 0,1 0-2 0,1 1-3 0,1-2 1 0,-1 2-2 15,1 0-3-15,0 0-2 0,1 1-7 0,0 1 5 0,1-2-7 16,3 2-1-16,0-1-1 0,3 0-9 0,2 1 1 0,-1 1-5 0,3 1 3 15,1 2-1-15,1-2-3 0,1 2 0 0,3-1-6 0,1 1 4 0,-1 0 3 16,1 0 1-16,-2-1-1 0,-1 0 0 0,1 0-2 0,-2 0 2 16,0 0 2-16,-1 1-4 0,0-1 0 0,0 0 4 0,-1 0-1 0,-1-1 3 15,0-1 1-15,-3-2 0 0,1 0-1 0,-2 0 5 0,-1-1 2 16,1 1 3-16,0-2 9 0,-1 0-4 0,1 0 3 0,-3-1 4 0,1-1-7 16,0 0 6-16,-2-2 3 0,1 0-3 0,1 2-4 0,-2-2 4 0,1 0-6 15,0-1-1-15,-1 1-3 0,1-2-4 0,2 1 5 0,-2 0-3 16,0 0 14-16,-1 0-3 0,1-2-8 0,-1-1 3 0,1 3-11 0,-1-3 7 15,-1 0-7-15,1 2 1 0,-1-2 3 0,0 1-6 0,-1 0 2 0,1-1 0 16,0 1-4-16,-1-1 6 0,1 0-2 0,-4-1-4 0,0 0-4 16,0 0-3-16,0 0-4 0,-1 1 8 0,0 0-4 0,-2 0 0 15,1 1 0-15,-2 1-4 0,-3 0 7 0,0 0-3 0,-1 0 0 0,1 1 0 0,-1 0-4 16,-2 1 4-16,2-1 5 0,-2 2-8 0,0-1-12 0,-1 0 5 16,2 1 6-16,-1 3 12 0,0-2 3 0,2 0-4 0,-1-1-7 0,1 1-4 15,-2 1 0-15,-1 0 2 0,-1 2-6 0,-1-1 3 0,1 1 6 16,0 1-1-16,1 1 2 0,-2-1-2 0,1 1-6 0,-1 0 2 0,0 0 6 15,1 1-2-15,0 0 2 0,-2 1-8 0,1 2 6 0,-1 0-4 0,-1 1 8 16,-1 0-5-16,0 1-4 0,-1 0-1 0,0 1-4 0,-2 1 10 16,1 1-9-16,-2 1 9 0,0-1-2 0,0 2-6 0,-2 0 12 0,1 1-10 15,-2-1 4-15,0 3 4 0,-2 0-8 0,-1 1-2 0,1 1 3 0,-1 1-1 16,-1 1-4-16,0 1 3 0,-1-1-6 0,0 3-4 0,-2 2 8 16,0 2-5-16,0-1 7 0,-1 2-1 0,-2 0-10 0,1 0 14 0,-1 2-2 15,-1 0 1-15,-1 1 4 0,1 0-6 0,-3 3-2 0,1 0-1 16,0 1 12-16,-1 0-6 0,-1 1 0 0,0 0 0 0,0 2-1 0,-2 2-1 15,-1-1 10-15,2 1-1 0,-2-1-3 0,1-2 2 0,-1 1-6 0,0 0 4 16,-1 0-1-16,1-1 1 0,-1 1 0 0,0 1-2 0,0 1-15 16,-1 1 15-16,0 0-7 0,0-1-4 0,0 1 18 0,-2-1-7 0,0 0-1 15,0-2 4-15,-2 2-10 0,0-3-2 0,0 2 3 0,0-1-1 16,0 0 9-16,-1-2-9 0,-1 0 1 0,0-2 4 0,-1-2-3 0,-1 0 3 16,0-1-2-16,-1-1 1 0,1 1 1 0,-1 0 0 0,0-2 2 0,-1 0 2 15,0 0-2-15,0-3-7 0,-1 2-8 0,0-2 8 0,2 0 11 16,0-1 5-16,-1 1 0 0,0-1-13 0,0 0 8 0,1-2 3 0,-1-1-7 15,0 1 11-15,2-2-22 0,-1 0 11 0,-1-1 5 0,1-1-6 0,0 1-1 16,0-2 5-16,0 0-1 0,0-1 4 0,0 1-1 0,1-2-12 16,-1 1 10-16,1 0-4 0,1 0 4 0,-1 0 6 0,1-1-14 0,0 1 12 15,-1-1-9-15,1 1-1 0,-1-1 8 0,1 0-10 0,2 1 8 16,-1-1-6-16,0 1-5 0,-1 1 7 0,1 0-1 0,-1 1-5 0,0-2 7 16,1 0-4-16,-1 2 2 0,1-1 4 0,-1 1-13 0,0-1 2 0,1 1 9 15,0-1-2-15,-1-1 8 0,0 1-14 0,0 0-4 0,-1 0 5 16,1 0 1-16,-2 1 6 0,0-1-12 0,-1 1 1 0,-1 1 0 0,-2 0-2 15,-2 0 15-15,0 1-11 0,-2-1-1 0,0 0 4 0,-2-1 5 0,-2 1 1 16,-3 0 1-16,-1-1-2 0,-6 1-8 0,-3 0-4 0,-6-3 3 16,-3 2 4-16,-3-2-3 0,-5-2 4 0,-4 1 0 0,-5-2 7 0,-4 1 5 15,-5-1-11-15,0-1-19 0,-1 0-1 0,2 0 1 0,0 2 12 16,-3 0 10-16,0 2 1 0,-1 0 0 0,3 2 0 0,4 0-6 0,4 1-21 16,5 1-22-16,5-1-38 0,2 3-50 0,2 1-49 0,-3 1-73 0,0 3-72 15,-4 3-94-15,-4 4-88 0,-7 2 59 0,-10 6-73 0</inkml:trace>
  <inkml:trace contextRef="#ctx0" brushRef="#br0" timeOffset="-184685.69">21266 16479 708 0,'-17'-3'87'0,"-3"-1"3"0,-4-2-10 0,4 1-10 15,3 0-17-15,1 0-17 0,2-1-14 0,1-2-11 0,0 0 3 0,0-2 0 16,1 1 1-16,1-1-2 0,1 2-9 0,0-2 1 0,1 1 0 0,1 0 0 16,0 0 2-16,0 0 2 0,0-1-7 0,1 2 6 0,0-2-1 15,0 0-5-15,1 0 11 0,1 0-3 0,0 0 4 0,1 2 7 0,1-1-5 16,0 0 5-16,0 0-4 0,2 1-3 0,0-2 3 0,1 1-6 0,1 1 2 15,1-2-4-15,0 1-5 0,3-1 6 0,0-1-5 0,2 0-3 16,1-1 2-16,1-1-3 0,0-2 7 0,2 1 4 0,0 0-7 0,-1-3 2 16,1 1 3-16,-1 0 7 0,1 1 3 0,0-1 0 0,1-1-7 15,0 1-2-15,0 1 3 0,-1-1 0 0,0 1 0 0,-1 0-3 0,1 1-3 16,-1 1 1-16,0 1 2 0,-1-1-2 0,1 3 5 0,0 0-3 0,2 1 2 16,-1 2 3-16,1-1-1 0,-1 1-1 0,1 0-6 0,2 1-1 15,1 1 3-15,2 1-4 0,1 0-1 0,2 1-4 0,1 0 2 0,4 1-2 16,1 0 5-16,1 1-4 0,4 0-4 0,0 0 2 0,5 2-7 15,2-1 7-15,3 1-1 0,2 1-3 0,2 1 1 0,1 0-4 0,2-1 9 16,0 1-2-16,0-2 1 0,-3-2 2 0,-1-1-6 0,0-1 7 0,-3 0 1 16,-1-1 2-16,0-1 4 0,-2 0-5 0,-1 0 8 0,0-1 7 15,-3 0 6-15,2 0 7 0,-1 0 2 0,1 0-4 0,3 0 3 0,-1 1 6 16,2-1-2-16,1-1 4 0,0 1-14 0,1 0-6 0,3 1-4 0,1-1-8 16,3 2-2-16,1 0-4 0,2 2-3 0,5 1 4 0,-1 1-3 15,3 1-2-15,1 2 1 0,0 1-11 0,2 2 1 0,-1 1-6 0,-1 2-10 16,1 0-7-16,0 2-21 0,1 1-28 0,3 1-49 0,0 2-57 0,0-2-80 15,3 0-80-15,1 0-14 0,4-2 74 0,5-1-94 0</inkml:trace>
  <inkml:trace contextRef="#ctx0" brushRef="#br0" timeOffset="-169998.71">7060 12527 1 0,'-2'2'1'16,"-1"1"0"-16,0 0-1 0,1 0 1 0,0 0-1 0,0 0 0 0,1-1-1 15,0 0-1-15</inkml:trace>
  <inkml:trace contextRef="#ctx0" brushRef="#br0" timeOffset="-167085.48">7020 12566 37 0,'-3'0'23'0,"1"1"-1"0,0-1-7 0,0 0-5 0,1-1 0 16,-1 1 2-16,1-1-1 0,1 1-1 0,-1 0-2 0,0 0-1 0,1 0 1 15,0 0 0-15,0 1-2 0,0-1-1 16,0 1-1-16,0 0 0 0,0 0 0 0,1 0 0 0,-1 1 0 0,0 0 0 0,0 0 1 0,1-1-1 16,-1 1 1-16,2 0 0 0,0 1-2 0,0-1 3 0,1 0 0 0,0-1 1 15,0 0 1-15,1 1-1 0,0-1 0 0,0 0 0 0,2 0 1 16,-1 0 0-16,1-1 0 0,1 0 1 0,0-1 0 0,0 0 1 0,1 0 2 16,1-1-1-16,1 1 1 0,-1-2 1 0,2 1 1 0,0-1 2 0,1 0 3 15,-1 1-1-15,0-1 1 0,-1 0 2 0,2 0-2 0,-1 0 3 16,1 0-2-16,0 0-2 0,-1 0-2 0,1 2-3 0,0-1 1 0,1 1-1 15,1 1 3-15,-2 0-3 0,1 0 1 0,-1 1 0 0,0 0-4 0,0 0 1 16,-2 0 0-16,1 0 0 0,1 0 0 0,0 0-3 0,1 0-2 16,-1-1-2-16,0 0 4 0,0 0 1 0,1-1 2 0,-1 0 0 0,0 0-5 15,1 0 1-15,0-1 2 0,0 1 0 0,1-2 2 0,-3 1-1 16,2 0-2-16,0-1 2 0,1 1 1 0,0-1 1 0,-1 0 1 0,1 1 1 16,-2 0-1-16,0 0 1 0,-2 0-3 0,2 0-2 0,0 0-1 0,-1 0 1 15,1 0 0-15,-1 0 0 0,-1 0-4 0,1 1 1 0,1-1 2 16,-1 0-4-16,0 1 5 0,-1 0-4 0,1-1-1 0,-1-1 4 0,0 1-2 15,0-1 3-15,1 0 1 0,-2 0 3 0,2-1 3 0,-1 0 5 0,1-1 2 16,0 0 5-16,1-1-2 0,0-1 3 0,1 0 1 0,2 0-6 16,0-2 0-16,-1 1-8 0,1-1-1 0,0-1 0 0,1 0-4 0,-2 0 2 15,3 0-7-15,-2 0 1 0,1 1 3 0,-2-2-3 0,1 1 2 0,1-1-1 16,-1 0-6-16,-2 1 1 0,1 2 1 0,-1-1 4 0,0 0 1 16,0-1 0-16,-1 1-3 0,0 0 1 0,1 0 7 0,-1 1-2 0,-2-2 6 15,0 0-4-15,1-1 1 0,0 0 1 0,0-2 3 0,0 2-2 0,0-3 2 16,0 0-6-16,1-1-2 0,0 1 0 0,1-2-4 0,1 0-1 15,-2-2-5-15,1 1 4 0,0 0 4 0,-1-2 0 16,0 2 7-16,-2-2-7 0,0 0-3 0,0 0 3 0,-1 1 2 0,0-1 2 0,-2 0 4 16,0 1-1-16,-2 0-2 0,1 0-2 0,-1 1 2 0,0-2-4 0,-1 0 5 15,-2 1 1-15,1 0 0 0,-1-1-1 0,0-1-2 0,0 0-4 0,-1-1-1 16,0 1 3-16,-1 1-2 0,-1-2-1 0,-1 1-4 0,0 0 0 16,0-2 3-16,-1 1 1 0,-1 0 2 15,0-2-3-15,0 1-11 0,0 0-3 16,-1 0 6-16,-1 1 2 0,1-2 7 0,-1 0 4 0,-1 0-7 15,-1-3-1-15,0 1 3 0,-2-1-2 0,0 1 2 0,0 0-2 0,-2 0-2 0,-2-1 6 0,-1-2-8 0,-1 1 2 0,0-2 0 0,-3 1 2 0,0 1-5 16,1 0-1-16,-3 0-1 0,0 0-2 0,-1 0 4 0,-3-1-3 0,2 2-8 16,-2-1 0-16,0 1 7 0,1 2-1 0,-4 0 0 0,1 0 1 15,-1-2-9-15,0 1 5 0,-1 2 5 0,-1 0-3 0,1 1 2 0,-1 0 1 16,1-1-1-16,-2 3 0 0,0-2-4 0,-1 2-3 0,-3 0-2 16,2-1 0-16,-2 1 4 0,1 2-2 0,-2 0 2 0,1 2 2 0,-1 1-2 15,0 1 5-15,1 1 1 0,-2-1-4 0,3 0 4 0,0 1-1 0,0 0 3 16,1-1-4-16,-1 1-7 0,-1 1-2 0,0 1 0 0,-2 0 0 15,0 1-3-15,1 1 0 0,2 0 4 0,0 0 1 0,2 1 11 0,1 1 0 16,-1-1-3-16,1 1 2 0,2 2 0 0,-3 0-6 0,2 1 5 0,-2 1 2 16,1-1-7-16,-1 1 10 0,1 1-9 0,0 0-1 0,1 1 6 15,0 1-2-15,1 2 0 0,-3-1 3 0,2 2-3 0,-1 0-4 16,-1 0 1-16,2 0-2 0,-1 1 0 0,0 1 5 0,1 0 2 16,0 1 2-16,2 0 1 0,-1 0 0 0,2 0-1 0,0 1 1 0,1-1-1 0,2-1 0 15,-1 0 9-15,2 0 0 0,-1 2-4 0,1-1 3 0,1 2-9 0,-1-1-1 16,2 0 0-16,0 2 2 0,0 0-3 0,0 1 1 0,-2 1 3 15,-1 0-1-15,2 0 1 0,-1 3 1 0,1-1-2 0,1 1-2 0,-2 0 2 16,1 1-5-16,-1 2 4 0,0 0 2 0,2-1-2 0,0 1 1 0,-1 2 0 16,3-1 0-16,-1-1-1 0,0 0 1 0,3 0-2 0,-2 0 4 15,1 1-5-15,0 1 3 0,1 0 0 0,-1 0 0 0,0 3 4 0,1-1-8 16,-1 3 4-16,1 1-2 0,1-2-4 0,0 3 3 0,-1-1-1 16,1 1 5-16,0 2 5 0,2-2 5 0,-2 2-4 0,1-2-4 0,1 3-1 15,1-2-2-15,1 1 4 0,-1 0-1 0,1 3-2 0,1-2 3 0,1 3 0 16,0-2-3-16,1 0-1 0,0-1 3 0,2 1-2 0,-1 0 3 15,2 1-4-15,0 0 1 0,0-1-6 0,0-1 1 0,1-1 8 0,1 1-4 16,-1 1 9-16,0 0-1 0,0 0-8 0,-1 0 7 0,1 0-3 0,1 1-4 16,0-1 3-16,1 1-3 0,1-2 2 0,1-1 0 0,1-2 2 15,0-2-2-15,1-1 0 0,0-1 3 0,0 1-3 0,2 0 1 0,0 1 0 16,0 0-1-16,3 0 2 0,0-1-1 0,1-1-2 0,0 0-1 16,0 0-1-16,2-2 10 0,-1 1 7 0,0-2 1 0,0 0-2 0,1 0-9 15,1 0 0-15,1-1-1 0,0-2 4 0,0 1-3 0,1-1-2 0,0-1 0 16,1 2-2-16,1 0 5 0,-1 1 0 0,2-1-3 0,0 2-1 15,0-2 1-15,-2 0-3 0,1 0 4 0,1-1-1 0,-1 1-4 0,0-2 2 16,-1 0 1-16,1 1 2 0,1-2-2 0,1 0-3 0,0-1 0 0,0 0-3 16,2-1 8-16,-1-1 1 0,1-2-1 0,3-1 5 0,-1 0-6 15,1-2 2-15,1 0 2 0,-1-1-3 0,3 0 4 0,-2 0-5 0,0-2 1 16,0 2 0-16,0-2 0 0,-1 1 2 0,0 0-7 0,0 1 3 16,-3 1 5-16,2 0-2 0,-1 1 5 0,0 0-1 0,2-2-13 0,-2 1 3 15,-1 0 0-15,1-1-1 0,-2 1 8 0,-1-1-2 0,1 0-1 0,1 1 1 16,0-1-3-16,0 0 13 0,1-2 0 0,1 0-2 0,-1-1 3 15,0 1-10-15,1-2 2 0,-2 0 2 0,2-1-1 0,0-1 7 0,-2 0 0 16,2 0-3-16,1-1 0 0,-2 0-3 0,0 0-10 0,0 0 0 0,0-1-1 16,0 0-2-16,0-2 9 0,0 1 0 0,-2 0-2 0,2 0-1 15,-1 1-2-15,0-1 2 0,2 0 3 0,-1 0-1 0,0 1 8 0,-1 1-7 16,0-1 4-16,0 0 4 0,-3-1-11 0,1 2 6 0,0 0-8 16,-1 1 2-16,1-1 2 0,-1 1 5 0,1 1-8 0,0-1 1 0,-2 1-2 15,3 1-1-15,-2-1 5 0,0 0 1 0,0 0-3 0,1 0-3 0,0 0 3 16,1 0 0-16,-3 0 7 0,3-1-1 0,0 0-1 0,0-1-2 15,1 1 2-15,0-1-1 0,-1-1 2 0,0 1-3 0,1-1 1 0,1-1-3 16,-3 1 4-16,1-1 0 0,1 2-1 0,-1-2-2 0,-1 1 1 0,2 0 2 16,0-1-2-16,-1 2 2 0,2-1-1 0,-1 0-2 0,-1-1 4 15,-1 1 1-15,0 0-2 0,0-1-1 0,-2 2-4 0,0-1 7 0,0 0 1 16,0 0-5-16,1 0 4 0,-2 0-6 0,2 0 3 0,0 0 2 16,-2 1-4-16,1-1 0 0,0 1 1 0,-1 0-3 0,2 0 4 0,-2 0 1 15,-1 1-8-15,1-1 11 0,-1 1-2 0,0 0-1 0,-1 0 4 0,1 1-9 16,0 0 0-16,-1 1 0 0,0-1-1 0,0 1 3 0,-2 1-5 15,0-1 0-15,0 1 3 0,0 0-3 0,0-1 3 0,0 1-1 0,0 0-2 16,0-1 3-16,0 0-1 0,0 0 1 0,-2 0 0 0,0-1-5 0,0 1 4 16,-1 0 6-16,2 0-3 0,-2-2 1 0,1 1-2 0,0-1-4 15,0 0 5-15,1 1 1 0,-2 0 1 0,2-1-6 0,-2-1-1 0,2 1 2 16,-1 0 3-16,1 0 0 0,0-1 1 0,0 0 2 0,-1 0-6 16,1 0 1-16,-1 0 1 0,0 1 0 0,-2-1 1 0,1 1 0 0,0 0-3 15,-1-1 3-15,0 1 0 0,1 0-5 0,0 0 5 0,-1 1-5 0,0-1 5 16,1 0 0-16,-2 1-5 0,1-1 1 0,-2 0 1 0,2 0 1 15,0 1 1-15,-1-1-3 0,0 1 1 0,0-1 0 0,-1 0-1 0,1 0 1 16,-1 1 1-16,0-1 0 0,1 1 1 0,0-1-1 0,-1 0 0 0,0 0 4 16,-1 0-2-16,0 0 3 0,0 0-6 0,0 0 1 0,0 0 2 15,-1-1-1-15,1 1 1 0,0-1 0 0,1 1 2 0,-1 0 1 0,0-1-1 16,1 0 3-16,-2 1-9 0,1 0 10 0,0-1-5 0,0 0-1 16,1 1 2-16,0-1-2 0,1 0-3 0,-1 0 1 0,1 0-1 0,-1 0-2 15,1 0 7-15,1 0-7 0,0 0 0 0,-1 0 7 0,0 0-4 0,0-1 2 16,-1 0 0-16,2-1-5 0,0 1 2 0,0 0-2 0,0-1 3 15,0 0 2-15,0-1 2 0,0 0-3 0,-1 0-1 0,1 0-1 0,0 0-2 16,-1-2 2-16,1 1 3 0,-1-1 0 0,1 0-3 0,-1-1 3 0,1 1-5 16,0-1 5-16,-1 0 3 0,0-2-6 0,-1-1 8 0,2 0-10 15,-1-2 6-15,-1 2 4 0,2-2-8 0,-2 0 1 0,2 0 1 0,0-1-1 16,0 1 2-16,0-2 2 0,1 0-2 0,-2-3-6 0,0 2 2 16,1-3-1-16,-1 0 4 0,1 1-6 0,-1-2 2 0,0 1-12 0,0 0 2 15,-2-1 11-15,2 1-2 0,-2-1 6 0,0 2 9 0,-1-2-9 0,-1 0 0 16,0 2-1-16,-1-2-10 0,-1 2 5 0,0 0 2 0,-1-1 6 15,1 1-1-15,-1 0-3 0,-1-1 2 0,0-1-5 0,-1 1 6 0,1-1-6 16,0 0 0-16,0-1-4 0,0 1 2 0,-1-1 8 0,0 0-3 0,0 2 2 16,1-1-1-16,-1 0-6 0,0 1 7 0,1-2-8 0,-2 1-6 15,1 0 6-15,-1 0-6 0,1 0-5 0,-1 1 3 0,1 2 10 0,-2 0-1 16,1 2 12-16,0-1 1 0,-1 0-11 0,0 1 5 0,-1 1-5 0,-1 0 4 16,1 0-3-16,-1 0-1 0,0 1 0 0,0 1 0 0,0-1 2 15,-1 0-2-15,0 0 2 0,-1 2-2 0,0 0-4 0,1 0 4 0,-1-1 2 16,0-1-4-16,0 1 2 0,1 0-3 0,-1-1 1 0,2 0-1 15,-1-2 4-15,0 1 1 0,0-2 0 0,1 0 1 0,-1 0-3 0,1 1 2 16,0 0 2-16,-1-1-3 0,0 0-2 0,-1 1-5 0,1-1 8 0,0 0-2 16,2 0 4-16,-1 0-4 0,0 0-2 0,-1 0 2 0,0 0-2 15,0 1-12-15,1-1 4 0,-1 0-2 0,0 1 8 0,0 1 14 0,-1 0 1 16,1-1-1-16,-1 1-8 0,-2 0-5 0,2 0 1 0,-1 0 0 16,2-1 4-16,-1 2 1 0,1-1-6 0,-1-1 3 0,0 0 3 0,-1 0-1 15,0 2-2-15,1-1-3 0,-1 0-6 0,0 0 4 0,1 1 6 0,0-2-6 16,1 0 5-16,-1 1-2 0,-1 0 1 0,2-2 2 0,-1 1 1 0,1 0-2 15,0 2-2-15,0-1 1 0,0 0 1 0,-1 1 0 0,1 0-4 16,1 2 4-16,-1-1-1 0,1 1-1 0,-1-1 0 0,0 1 7 0,0 0-10 16,0 2 2-16,0-1 6 0,-2 0-6 0,0 1 1 0,1 1 2 15,0-1-4-15,-1 2 4 0,2 0 2 0,-1-1-2 0,-3 1-19 0,0 0 0 16,0 0 0-16,0 0 6 0,0 0 11 0,-1-1 0 0,0 3 4 16,1-2-9-16,-1 1 4 0,0 0 9 0,0 1 1 0,-1-1 7 0,0 1-7 15,-3 0-7-15,1-1 0 0,-1 2-2 0,-2-1 4 0,2 2-7 0,-1 1-7 16,-2-1 1-16,1 1 3 0,-2 0 1 0,-1 1 5 0,1 0 1 0,-2 0 2 15,1 0 4-15,0 0-3 0,2 0-2 0,2-1-2 0,1 1-3 16,-2 1 7-16,3-1-4 0,0 2 6 0,-3-1-3 0,2 1-6 16,-1 0 7-16,1 0 0 0,2 0-4 0,0 1 4 0,0 1-4 0,0 1-3 15,1 0 0-15,-2 0 1 0,-1 3 1 0,0 0-12 0,0 0 6 0,-1 1 1 16,0 1-4-16,-1 2 12 0,0 0-5 0,-3 1 18 0,1 1 3 16,-1 0-3-16,0 0-1 0,0-2-17 0,0 1 3 0,1 0 1 0,0 0-1 15,1 0 4-15,-1-1-8 0,1 1 6 0,1-1 6 0,-1-1-6 0,2-2 1 16,0 1-2-16,0-2 1 0,2-1 3 0,1 0-3 0,2-1 5 0,0 1-7 15,2 0 1-15,-1 0 1 0,3 0 0 0,-1 0 3 0,-1 0-3 16,1 0 2-16,-1 1-6 0,0 1 6 0,0 0-2 0,0 2 0 0,-1 0 0 16,2 0-3-16,-2 1 3 0,0-1-4 0,-1 1 8 0,0 1-9 15,1 0 3-15,0 1 4 0,-1-1-4 0,1 2 2 0,-1 0 3 16,-1 1-6-16,1-1 3 0,-1 1 3 0,2 1-8 0,-1-1 7 0,0-2-2 0,1 0 2 16,3 0 3-16,0 0-5 0,0-1 1 0,2-2 1 0,-1 1-4 0,2-1 6 15,0 0-3-15,0-1-12 0,-1-1 2 0,1 1 2 0,0-1-3 16,1 1 10-16,-1 1-2 0,0 0 1 0,0-2 11 0,1 1 3 0,-1 0 1 15,0-2-5-15,0 2-3 0,-1 0-6 0,0-1 2 0,1 1 2 16,1 0-8-16,-1 1 4 0,0-1 5 0,0 1-3 0,0 1 3 0,0 0-7 16,-1 1-1-16,2 0 0 0,-2 0 1 0,0 2 4 0,0 0-2 15,0 0 0-15,0 1-2 0,-1 0 0 0,2 1 2 0,-2 0 4 0,2-2-4 16,0 1 0-16,-1-2 0 0,2 1-2 0,0-2 2 16,1 1 3-16,2 0-6 15,-1 0 3-15,1 0 0 0,0-1-2 0,1 1 4 0,-1 0-2 0,1 1 2 0,-1 0-2 0,1 0 0 0,-1 0 1 0,1 1-4 0,0 0 6 16,-1-1-8-16,2 1 2 0,-2 0 4 0,0-2-11 0,1 0 5 0,0 1-5 15,0 1 3-15,-1 0 14 0,0 0 3 0,0 0 2 0,0-1-5 16,0 1-9-16,1-1 2 0,0-2-2 0,1 1 1 0,-1 0-3 0,0 0 4 16,1-2 5-16,0 0-3 0,0 0 0 0,1 0-2 0,0 0-5 0,-1-1 8 15,2-1 1-15,-1 2-8 0,0-1 6 0,0 1-2 0,0 0-5 16,1 0 6-16,-2-1-1 0,0 2-3 0,1-2 6 0,-1 1-1 0,2-1-2 16,-1-2 0-16,-1 0 0 0,2 1-3 0,-1-1 1 0,1 0 2 0,1 0 0 15,-1-1 0-15,0 0-2 0,0-1 6 0,0 0-4 0,2 0 1 16,-1-1-2-16,0 1 1 0,0-1 3 0,0 0 1 0,1-1-1 15,-1 2-5-15,1-1-3 0,-1 1 0 0,0-1 10 0,1 1-3 0,1-2-2 16,-1 2 2-16,1 0-8 0,0 0 6 0,0 0-1 0,0 1 2 0,0-1 1 16,0 1-4-16,-1-1 1 0,1 1 4 0,1-1-6 0,-1 0 1 0,1 1 4 15,-1 0-6-15,1 0 6 0,-1-1 3 0,1 0-1 16,0 0-4-16,-1-1-4 0,0 0 2 0,1-1-1 0,-1 1 0 0,0 0 1 0,1-1-8 16,-1 0-2-16,0 0 3 0,0-1 4 0,0 1 5 0,-1 0 5 15,1 0-5-15,-1 1 0 0,1 0-1 0,-1 1-1 0,2-1 0 0,-2 1-1 16,0 0 18-16,1 0 0 0,0 1 1 0,0 1 3 0,0 0-21 0,0 0 0 15,1 0 0-15,0-1-1 0,0 2 5 0,-1 0-7 0,0 0 6 16,0-1 4-16,1-1-3 0,-1 0 0 0,1-1-2 0,-1-1-7 0,1 0 5 16,1-1-3-16,-2 0 0 0,1-1 3 0,0 0-3 0,0 0 9 0,1-1-4 15,-1 0-7-15,1 1 3 0,1-1-11 0,0 0 0 0,1 0-2 16,2 0-13-16,-1 1-19 0,3 0-27 0,0-1-23 0,1 1-23 0,2 0-16 16,1 1-25-1,2 0-39-15,1-1-48 0,1 2-66 0,0 2-48 0,1 0 8 0,2-1 81 0,0 1-115 0</inkml:trace>
  <inkml:trace contextRef="#ctx0" brushRef="#br0" timeOffset="-102699.87">21340 15986 705 0,'-7'-3'56'0,"0"-1"16"0,0 1-2 0,2 0-15 0,3 1-14 16,0-1-13-16,1 1-10 0,1 0-3 0,1-2 2 0,1 0-4 0,0 0 2 16,1-2 3-16,1 1-14 0,1-1 7 0,1 0-7 0,-1 0 2 0,2 0 9 15,-1-1-3-15,0 1 10 0,0-1-2 0,1 0 0 0,-1-1 4 16,1-1-7-16,1 0 2 0,0 0-4 0,-1 1-4 0,1 1 8 0,1-1-1 15,0 0-2-15,-1 1-1 0,3-1-5 0,0 2-1 0,2-1 0 0,0 3 2 16,0 0 3-16,2 1 1 0,1 1 6 0,1 1-1 0,1-1-4 16,2 1 0-16,1 2-4 0,0 0 4 0,1 1 1 0,0-1 0 0,0 1-6 15,0 1 0-15,1 0-3 0,0-1-2 0,1 2 8 0,-1-2 2 16,2 2 4-16,-1 0 0 0,-1-1 0 0,1-1-1 0,-1 0 1 0,1-1-2 16,1 1-1-16,-1-1-2 0,1-1-2 0,-2 0 1 0,2 0 0 0,-1-1-4 15,0-1-1-15,0 0 6 0,-2 1-4 0,2-1-3 0,0 1 2 16,0-1-2-16,0 0 4 0,-1 0-2 0,-1 0 5 0,1 1-1 0,-2 0-2 15,1 1 7-15,-1-1 0 0,0 0-5 0,0 2 0 0,2-1-1 0,-1 2 1 16,2-1-1-16,1 0 0 0,-1 1-1 0,1 0-1 0,-1 0-1 16,0-1 6-16,0 0-9 0,-1 0 1 0,3 0-3 0,-2 1-3 0,2-2 10 15,-1 0-2-15,-1-1 5 0,0-1 2 0,-1 1 1 0,2-1 3 16,-1-1 6-16,-1 0 1 0,-1-1 5 0,-1-1-5 0,1 1-2 0,0-1-6 16,-1-1-2-16,1 0 7 0,0 0-8 0,-2 0-1 0,2 1 3 0,-1-1-8 15,1 1 0-15,0-1 3 0,0 1-6 0,-1 0 1 0,2-1 2 16,-1 2-7-16,3-2 2 0,2 0-4 0,-3 1 1 0,4-2 2 0,-2 1-2 15,1-1 3-15,2-1-1 0,2 1 3 0,-1 1 0 0,2-2-3 0,-1 0-2 16,-1 0 2-16,-2 0-4 0,3 0 6 0,-1 0-4 0,3 0-1 16,0 2 3-16,1-2-5 0,-1 1 4 0,1-1 1 0,-2 0-3 0,1-1-2 15,0 2 3-15,0 0-3 0,0 0 2 0,-1 0-1 0,0 0-2 0,1-1 2 16,0 1 3-16,0-2-1 0,-1 1-2 0,-1-1 1 0,1 0 0 16,-1 1 4-16,1-1 4 0,0 1-5 0,2 1 3 0,-2-1-2 0,2 1 1 15,-1 0 3-15,0 0-7 0,2-1 0 0,-3 1 2 0,3 0-6 16,-1 1 2-16,-1-1-2 0,2 0 2 0,-2 1 4 0,1 0-1 0,0 2-1 15,-2-1 2-15,1 0-2 0,0 1-3 0,-1 0 2 0,2 2-1 0,-3-2 1 16,1 1 0-16,0 0 1 0,-1 0-3 0,0 1 3 0,1 0 6 16,-2 0-4-16,1-1-2 0,-1 0 0 0,0 1-3 0,0 0 3 0,1-2 1 15,0 1-3-15,-1 0 6 0,-2 0-2 0,1 1 2 0,-2-1-4 0,2 0-3 16,-2 0 8-16,2 0-1 0,-1 0 1 0,-2 0 1 0,1-1-11 16,-1 1 0-16,1-1 1 0,-1 2-4 0,0-1 6 0,-1 0 8 0,1 1-4 15,1-2 2-15,-3 1 1 0,3 1-6 0,-3-1 3 0,2 1-5 16,2 0 0-16,-1 0 8 0,1 2-4 0,-1-2 4 0,-1 1-6 0,-1 0-2 15,0 0 3-15,1 0-1 0,0 0 3 0,1-1-7 0,-1 0 4 16,2 0-2-16,-2 1 2 0,1-1-4 0,-1 0 2 0,1 0 0 0,-1-1 8 16,0 1 1-16,-1-1-2 0,0 0 1 0,1 1-13 0,-1-2 2 0,-2 0-3 15,2 0 6-15,-1-1 4 0,1 1 6 0,-2 0-5 0,-3 1-1 0,-1-1 6 16,1 0 5-16,0 1-4 0,1-1 2 0,1 1 1 0,-2-2-7 16,1 0 2-16,-1 0-6 0,-3 0-1 0,2 1-2 0,-1-1 7 0,0 1-4 15,-1 0-3-15,-1 1-5 0,0 0 3 0,-2 1-5 0,0 0 6 16,1 0 4-16,-1-1-5 0,-1 1 6 0,1 0-4 0,-2 1-4 0,1 0 4 15,0-1-1-15,-2 0 2 0,2 0-2 0,-2 0-1 0,1-1 7 0,0 1-3 16,-3 0 1-16,2-1-3 0,0 0-5 0,0 0 3 0,0 0 7 16,0 0-1-16,0-1-4 0,0 1 0 0,0-1 0 0,1 1-2 0,0 1 4 15,-1-2 0-15,2 1-4 0,0 0 5 0,-1-1-3 0,0 1-3 16,-1 0 6-16,2-1-3 0,0 1 4 0,0-1-2 0,1 1-2 0,-2-1-4 16,2 1 2-16,1 0-1 0,0-1 5 0,-1 0-1 0,1 1 3 0,1-2-6 15,1 2 4-15,1-2 0 0,0 0-2 0,0 0 3 0,-2 0-5 16,2 0 1-16,0-1 9 0,-1 0-3 0,1 0 1 0,0-1-5 0,1 0-4 15,-1 1 6-15,2-1-3 0,0 0 6 0,-2 0-1 0,1 0-3 0,-2 0 3 16,1 1-7-16,-1-2 7 0,0 1-3 0,0 0-2 0,1-2 5 16,0 1 1-16,1 0-8 0,-1-1 7 0,-2 2-5 0,2-1 2 0,-1 1 8 15,0 0-3-15,1-1-1 0,-1 1-6 0,1-1 5 0,-1 1 2 0,2 0 7 16,-1 0 0-16,-1 1-9 0,1 0 6 0,-1 0-6 0,1-1 4 16,-1 0 0-16,0 1-4 0,0-1-5 0,-2 0 4 0,2 0 0 0,0 0-3 15,-2 1 6-15,-1-1-3 0,1 0-6 0,0 1 0 0,-1 0 2 16,-1-1 4-16,0 1-2 0,0 0-2 0,0 0 3 0,-1 1-1 0,-1 0 5 15,1-1-1-15,1-1-6 0,-1 1 5 0,0-1-5 0,-1 1 2 0,1 1 3 16,0-1-3-16,0 1-9 0,0-1 3 0,-2 1-3 0,0 1 2 0,-1-1 14 16,1 1-11-16,-1 0 4 0,0 0-4 0,0 1-4 0,-1 0 8 15,1 1 2-15,-2 1 10 0,1-1-16 16,-1 1 19-16,-1 0-7 0,0 0-24 0,0 0 27 0,-1 1-30 0,-1 0 16 0,0 0 8 0,1 1-13 16,-1-1-1-16,-1 1 5 0,1-1-12 0,-1 1 5 0,1 0 7 0,0-1-8 15,0 1 10-15,-1-1-2 0,0 0 5 0,0 1-3 0,1-1 2 0,-2 1 4 16,1 1-6-16,0-1-2 0,0 1 0 0,-1 0 0 0,1 1-5 15,-1 0 4-15,1 1-5 0,0 1 0 0,0 1 20 0,0 0-5 0,0 2 4 16,-1 1-6-16,2 1-7 0,-1 1-3 0,0 2 0 0,1 1 8 0,-2 2-5 16,2 0-3-16,-2 3 2 0,1-1-6 0,0 1 0 0,-1 1 11 15,2-1-8-15,0 4-3 0,-1 0 0 0,1 3-1 0,-1 1 5 0,1-2-6 16,0 3 2-16,-1-2-8 0,0 2-4 0,0 0 7 0,0 0-2 0,0 1 2 16,0-2 7-16,-1 0 0 0,1-2-10 0,-1-1 3 0,1-3 9 15,-1 1-4-15,0-1 14 0,1 0 4 0,-1-2-19 0,0 0 8 16,0-1-2-16,1 1-6 0,-1 0 10 0,1-1-3 0,-1-2-2 0,0 0-4 15,0 0-6-15,0-1 1 0,0 0 4 0,0 0-1 0,-1 1-2 0,0 0 1 16,-1-1-5-16,1-1 5 0,-1 0 2 0,1-1-3 0,-1-1 6 16,1 1-1-16,0 1 4 0,0-1 3 0,-1-1-3 0,1 0 3 0,-1 0-3 15,0 1-1-15,1 0-1 0,-1-1 4 0,1-1-1 0,0 1-1 0,-1-1-4 16,0-1-10-16,0 0-4 0,0-2-7 0,0-1-4 0,-1 0-9 0,1-1-16 16,-1-1-7-16,-1 1-20 0,0-1-18 0,-1-2-24 0,0 2-34 15,-2-2-30-15,-1 1-27 0,1 0-10 0,-1-1 3 0,-2 1 11 0,-1-2 2 16,-2 1 14-16,-2-1 3 0,-1-1-53 0</inkml:trace>
  <inkml:trace contextRef="#ctx0" brushRef="#br0" timeOffset="-101415.82">28799 16080 337 0,'5'-1'108'0,"1"0"-30"0,0 0-23 16,-1 1-14-16,0 0-7 0,0 0-6 15,-1 0-5-15,1 0-8 0,-1 0-4 0,1 1 0 0,-1 1-3 0,-1-1 0 0,0 1-4 0,-1-1 0 16,1 1-1-16,-1-1 0 0,0 0 7 0,0 0-11 0,-1-1 7 15,1 0-2-15,-1 1-2 0,1-1 9 0,-1 0-1 0,0 1 5 0,-1-1 4 16,1 1 5-16,-1 0 7 0,1-1 0 0,-1 1 1 0,1-1-3 0,-1 0-1 16,0 1-1-16,-1-1-5 0,1 0-8 0,-1 1-8 0,1 0 0 15,-1 0-1-15,-1 1 1 0,1 1-5 0,-2-1-5 0,0 1 1 0,0 1 1 16,-2 0 3-16,0 1 0 0,-1 0-3 0,-2-1 1 0,1 2-2 0,-1-1 1 16,0 0 3-16,0-1-1 0,-1 0 3 0,0 0 3 0,0 1 5 15,0-1 0-15,1 1 5 0,-1-1 1 0,3-1-1 0,-1 2 0 0,0-2-2 16,2 1-2-16,0 0-4 0,-1-1-1 0,1 1-1 0,-1-1-3 15,0 0 3-15,0-1-5 0,1 0 1 0,1 1 1 0,-2 0 0 0,2 0-1 16,-1-1-3-16,1 1 2 0,0-1 1 0,-1 0-2 0,1 0 5 0,1 0-5 16,0-1-2-16,0 1 1 0,1-1-1 0,-1 1 0 0,0-1-3 15,1-1 1-15,0 0 0 0,0 0-1 0,1-1 5 0,-1 1 3 0,2 0-4 16,-1-1 2-16,1 2 2 0,0 0-2 0,-1-1 1 0,0 1 0 16,1-1-1-16,0 1 5 0,1-1 5 0,-1 1 3 0,1 0 3 0,-1-1 5 15,1 1 3-15,-1-1 4 0,1 1 5 0,0 0-6 0,0 0 2 16,0 1-4-16,0 0-6 0,1 0 4 0,1-1-4 0,-1 1-7 0,0 0-2 15,0 1-3-15,-1 0-2 0,0 0 0 0,1 0-1 0,-1-2-6 0,0 3 0 16,0-1 2-16,-1 0-1 0,1 0-4 0,-1 0-4 0,0 0-6 0,-1 0-2 16,-1 0-1-16,0 1-7 0,-1-1 0 0,1 0-4 0,-2 1 3 15,1-1 11-15,-1 0-5 0,0 0 5 0,0 0 2 0,-1 0-2 0,0 0 13 16,0-1-2-16,-1-1 1 0,0 0 4 0,2 1-7 0,-1-1 5 16,1 0-1-16,0-1 5 0,1 0 2 0,1 0-6 0,0 0 6 0,1-1-2 15,0 1-4-15,0-1 2 0,1 0-8 0,-1 1 3 0,1-2 4 16,0 2-1-16,0-1 2 0,1 0 2 0,0-1-1 0,0 0 3 0,1 0 1 0,0 0-2 15,1-1 1-15,0 1-4 0,0-1-4 0,1 0-1 0,-1 1-8 16,1-2 4-16,1 1-7 0,0 0 2 0,1-1 3 0,-1 1-11 0,0-1 7 16,-1 1-10-16,0-1 1 0,1 1 4 0,0 0-1 0,-1 1-1 0,-1 0-1 15,0-1-4-15,-1 1-1 0,1-1 3 0,-1 1 0 0,0 0 3 16,1 0 6-16,-2 1 5 0,1 0 6 0,-2 0-1 0,1 0 0 0,-1 0 3 16,0 0 3-16,1 0 8 0,-1 1-1 0,1-1 5 0,-1 0-1 15,1 1 0-15,0 0 5 0,-1 0 0 0,1 0 2 0,-1-1-3 0,1 1 0 16,0-1 1-16,1 1-5 0,-1-1 0 0,0 1-3 0,1-1-1 0,0 0 2 15,0 1-3-15,-1-1-1 0,0 1-5 0,1-1-2 0,-1 0-1 16,0 0 2-16,0 0-8 0,-1-1-1 0,1 0-2 0,0 0-5 0,1 1 4 16,0-1-8-16,-1 0-2 0,0-1 4 0,0 0-5 0,1-1 1 0,-1 0-1 15,1 1-10-15,0-2 3 0,-1 0-4 0,0 0 1 0,1 0-2 16,0 0-6-16,-1 0 1 0,0 1-4 0,1 0 2 0,-1 0 2 0,1 1-1 16,0 2 2-16,0 0-1 0,-1 1 9 0,2 1 4 0,-2 1-1 15,1 1 3-15,0 0-4 0,0 3 3 0,0 1 5 0,0 3 4 0,0 2 5 16,1 1 4-16,0 1 4 0,0 2 3 0,-1 0 2 0,2 0-3 15,-1 0 5-15,-1 0-2 0,0-2 4 0,0-1 3 0,0-1-2 0,0-1 4 16,0-1-1-16,1-1 3 0,-1-1 1 0,1-2 2 0,-1 0 8 0,1-1 5 16,0-2 12-16,0-1 8 0,-1 0 5 0,1-1 6 0,-2-1 0 0,1-1 1 15,0 0-1-15,-1-1-5 0,1 0-9 0,0-1-9 0,0 0-9 16,0-1-2-16,0-2-8 0,-1 1-8 0,0-2-2 0,0 0-3 0,0-2 3 16,0 1-2-16,1-1-4 0,-1-2-2 0,0 3-5 0,0-2 2 15,-1 0 1-15,0-1-4 0,0 1 3 0,-1-1-6 0,-1 1-8 0,0 0-7 16,0 1-20-16,0 1-15 0,-1 1-15 0,1 1-13 0,-2 2-1 0,1 1-5 15,-1 1 0-15,-1 2 5 0,1 0 7 0,-2 2 11 0,0 1 6 16,-1 2 5-16,1 2 3 0,-2 1 5 0,2 3-14 0,-1 1 10 0</inkml:trace>
  <inkml:trace contextRef="#ctx0" brushRef="#br0" timeOffset="-101144.6">28679 16415 27 0,'-1'-1'27'0,"0"0"1"0,-1-1-1 15,1 0-8-15,-1-1-6 0,0-1-5 0,0 0-5 0,0 0-3 0,1-2 0 16,-2 1 0-16,1-1 0 0,0-1 3 0,-1 1 0 0,2-1 4 0,-2 0 3 15,1 0 2-15,1 0 5 0,-1 1-1 0,2 0 1 0,0 1-3 16,0 0-1-16,0 1 3 0,0 1 0 0,0 2 4 0,1 1 2 0,0 0 1 16,1 0 4-16,0 1-2 0,-1-1-3 0,1 2-6 0,-1-1-3 0,1 1-2 15,-1 0 0-15,0 1-8 0,-1 0-4 0,1 1-2 0,-1 0 0 16,0 0 0-16,0 0-1 0,-1 1 0 0,0 0 2 0,0 0 2 16,0-1 1-16,-1 0 1 0,1 0 0 0,0 0-1 0,0 0 3 0,0-1 2 0,0 0 0 15,0-2 3-15,0 1 0 0,0-1 2 0,1-1 5 0,-1 1-2 16,2-2-1-16,-1 0-6 0,0 0-3 0,0 0 1 0,0-1-5 0,0 0 0 15,1-1-8-15,-1 0-2 0,-1 0-1 0,1 1-2 0,0 0-4 16,0-1-8-16,0 1-5 0,-1-2-4 0,0 1-2 0,0 1-9 0,0-1-6 16,0 1-8-16,-1 1-1 0,0-1-2 0,-1 2 5 0,0 0 5 0</inkml:trace>
  <inkml:trace contextRef="#ctx0" brushRef="#br0" timeOffset="-100553.09">28523 16512 98 0,'3'-4'25'0,"-1"-1"-9"16,2-2-13-16,-2 1-5 0,0 2-11 0,-1-1-5 0,1 1-1 0,-1-1-3 15,0 0-4-15,0 0-5 0</inkml:trace>
  <inkml:trace contextRef="#ctx0" brushRef="#br0" timeOffset="-100439.54">28621 16440 1 0,'-1'3'0'0,"0"-2"0"15,0 1 0-15</inkml:trace>
  <inkml:trace contextRef="#ctx0" brushRef="#br0" timeOffset="-100329.54">28537 16434 40 0,'-2'-2'30'0,"0"-1"3"0,0 0 5 0,2 0-4 0,0 0-6 15,0-1-6-15,0 1-3 0,1 0-5 0,0-1 1 0,1 0-2 16,0 0-3-16,0 1-3 0,1 0-3 0,-1-1 0 0,1 1-3 0,0-1 1 16,-1 1-6-16,1-1-3 0,1 1-4 0,0 0-5 0,1 0-11 0,-1 1-2 15,0-2 1-15,0 2-4 0,-1 0 3 0,0 1-6 0,0-1-2 16,1 1 7-16,-1 0 6 0</inkml:trace>
  <inkml:trace contextRef="#ctx0" brushRef="#br0" timeOffset="-98981.37">28784 16302 46 0,'2'-1'30'0,"1"-1"-1"0,1 0-3 0,0 0-1 0,-2 0-1 16,1-1-3-16,-2 1-5 0,1 1-6 0,-1 0-4 0,1 0-2 0,-1 0-1 16,1 0 0-16,-2 0 1 0,1 1 1 0,-1 0 1 0,0 0 1 15,0 0 1-15,-1 0 0 0,1 0 4 0,0 0 7 0,0 0 6 0,1 1 6 16,-1-2 6-16,0 1 5 0,0-1 4 0,0 0-3 0,0 0-6 16,0-1-5-16,0 0-3 0,1 0-1 0,0 0 0 0,-1-1-4 0,1-1-3 15,-1 0-6-15,0 1-3 0,1-1-3 0,0-1-2 0,-1-1 0 16,1-1-4-16,0 1 1 0,-1-2-2 0,1 0-3 0,0 0 2 0,0-1 0 15,-1 0-1-15,0-1 5 0,0 1 2 0,1-2-4 0,-1 1 6 0,1-1 1 16,0-2 9-16,0-2 4 0,1 1-2 0,0 0-3 0,0-2-11 0,0 1-3 16,0 0-1-16,-1 1-1 0,1 0 2 0,-1 0 4 0,0 0-3 15,0 2 7-15,1-2 5 0,-1 1-6 0,0 0 13 0,1 2-6 0,0 0-1 16,0 1 7-16,0 0-13 0,0 0 7 0,0 3-10 0,0-1-3 16,-1 2 2-16,0 0-9 0,0 1 4 0,0 1-9 0,-1 1-1 0,1 0-2 15,0 1-3-15,-1 2-7 0,0 0-4 0,-1 1-4 0,1 0-5 16,-1 1 5-16,0 1 0 0,-1 1 1 0,-2 0 6 0,1 3 7 0,-2-1 5 15,0 3-3-15,-1-1 5 0,1 2 0 0,-1 0 0 0,1 0 8 0,-1 1-5 16,1 0 4-16,-1 1 0 0,-1 0 0 0,1 1 6 0,0-1-4 0,-1 2 3 16,0 1-2-16,1 0 1 0,-1 2 2 0,1 1 1 0,-1 2 0 15,1 0-4-15,0 2-1 0,1 1-2 0,1 0 0 0,0 1-5 0,1 1-7 16,1 1-1-16,1 2-2 0,0 0 1 0,1 1-4 0,0-1-4 16,1 0 3-16,0-3-2 0,1-1 5 0,-1-1 2 0,1-4 1 0,1 0 6 15,-1-1 6-15,1-4 5 0,0-1 3 0,1-1 0 0,-1-2 5 16,0-2 0-16,-1-2 6 0,0-1 4 0,-1-2-3 0,-1-1 2 0,0 0-4 15,0-1 0-15,0 0 0 0,0-1-4 0,-1 0-2 0,-1-1-6 0,0 0 2 16,-1-1 3-16,-1 1-2 0,1-1 0 0,-2-1 1 0,1 1-4 16,-2-1 2-16,-1 0 0 0,-1-1-5 0,-1 0 5 0,0-1-3 0,-2 0 1 15,-3 1 0-15,-1-1-6 0,-2 2 4 0,-5-1-6 0,-1 0 2 0,-1 1 1 16,-2 1-5-16,0 0 7 0,-6 2-7 0,0 0 5 0,-3 0 4 16,-3 2-2-16,-1-1 3 0,-3 2-3 0,-3 0 5 0,-3 0-2 0,-3 2-1 15,-4 1-1-15,-4 2-2 0,-1 0 2 0,-5 2 6 0,-1 1 1 0,-4 2 3 16,-4 2 5-16,-2 0-1 0,-2 0 6 0,0 1-3 0,-3 1-4 15,1 0-1-15,0 0-4 0,0 2 4 0,0 2-9 0,-1-1-1 0,-3 3-2 16,-1-1-6-16,0-1-1 0,-1 1 6 0,0-1-6 0,-1 0-1 0,-2 3-3 16,0-1-3-16,0 1 2 0,0 2 0 0,-1-2 2 0,1 1-7 15,44-13-5-15,-14 3 5 0,1 0-4 0,-12 3-7 0,-3 0-8 0,-14 3-12 16,-2 2-22-16,-17 2-2 0,-4 2-8 0,-4 1-19 0,-2-1-5 16,-2 2-2-16,-5 1 2 0,-1 2 11 0,-2 0-3 0,0 4-36 0</inkml:trace>
  <inkml:trace contextRef="#ctx0" brushRef="#br0" timeOffset="-98900.37">22863 18080 169 0,'-8'5'31'0,"-1"1"-23"0,-1 1-15 0,-4 0-19 16,-3 3-17-16,-3 1-16 0,-1 1 9 0</inkml:trace>
  <inkml:trace contextRef="#ctx0" brushRef="#br0" timeOffset="-98851.37">22361 18283 96 0,'-5'-2'55'15,"1"1"-15"-15,-1-2-26 0,-2 0-20 0,-1 0-27 0,-2-2-20 0,0 0-56 16</inkml:trace>
  <inkml:trace contextRef="#ctx0" brushRef="#br0" timeOffset="-97516.14">20927 15790 466 0,'-16'-3'29'0,"-1"1"12"0,-1 0-2 16,4 2-4-16,6 0-16 0,4 2-19 0,3 4-5 0,4 2-3 15,4 2 0-15,3 2 8 0,3 3-2 0,3 1 0 0,2 4 4 0,4 1-6 16,-1 1 1-16,3 3 0 0,2 0 1 0,-2 2 4 0,2 3-3 15,1 0 0-15,1 3 0 0,1 0-1 0,1-1-1 0,-1-2-1 0,0-3-5 16,-3-3-1-16,-1 0-1 0,-2-3-1 0,-3-1 0 0,0-1-6 0,-3-1-1 16,-4 0-1-16,-2-2 2 0,0 1 7 0,-3-3 1 0,0 1 7 15,-1-1 1-15,-2-1 4 0,-1-1 5 0,-2-1 7 0,-1 1 5 0,0 0 6 16,-2-1 4-16,-1-1-1 0,0-2 4 0,-1 0 0 0,0-2-1 0,1-1 0 16,1-1-1-16,-1-1-7 0,1-1-2 0,0-1-4 0,0-1-4 15,1-1 0-15,-1 0-9 0,1-1-4 0,0-1-8 0,0-3-6 0,0-1-9 16,0-2 0-16,1-3-4 0,-1-2-1 0,1-2 3 0,0 0 3 15,0-2 2-15,0-1 2 0,-1-1 0 0,0-1 0 0,-1 0 1 0,0-2 8 16,-2 0 5-16,-1-1 4 0,-1 1 0 0,-1-1 3 0,-2-1-2 0,0 1 5 16,-1-1 0-16,-1 0-3 0,-1 0 1 0,-1 0-1 0,-1 1 1 15,0 0 1-15,0 2-4 0,-1-1-2 0,1 0-1 0,-1 3 4 0,2 0 1 16,-2 1 5-16,3 3 7 0,0 1 4 0,2 0 10 0,1 1 5 0,2 1-1 16,-1 2 1-16,2 0-3 0,0 2-2 0,2-1 3 0,0 2 0 15,1 0-6-15,1 1-4 0,1 1-6 0,0 2-3 0,2 0-5 0,0 0-4 16,0 2 0-16,2 0-5 0,0 1 5 0,2 1 1 0,1-1 0 15,0 0 5-15,1 1-2 0,1 0 5 0,1 0 0 0,1-1 1 0,1-1 3 16,1 1-1-16,2-1-2 0,1 1-1 0,1-1-4 0,2 1-4 0,1-2 0 16,1 0-2-16,1 1 5 0,2-1-2 0,0 0 3 0,1 0 3 15,1 0-3-15,-2-1 4 0,3 1-1 0,-1-1-3 0,1 0 5 0,0-1 1 16,1 0-2-16,-2-1 4 0,0 0-2 0,1-1 3 0,0-1 3 0,2-1 4 16,-2 1 3-16,2-2-3 0,-1 0 0 0,3 0-2 0,-1-1-5 15,1 1 5-15,0 1-2 0,1-2 0 0,0 1 4 0,0 1-3 0,1-2-1 16,-1 2 0-16,3 0-4 0,2 0 0 0,1 1-3 0,0-2 1 15,1 1 0-15,-1 1-3 0,1 0-2 0,1 1-1 0,-1 2 3 0,1-1 2 16,1 0-4-16,-2 1-2 0,3 0 0 0,-1 1 0 0,-1-1 5 0,1 1 0 16,-1-2 1-16,1 0 2 0,0 1 2 0,0 0 2 0,1 1 5 15,-1-1-2-15,2 0-4 0,-1 1-1 0,-1-1-3 0,1 1 2 0,-1-1-1 16,0 1 1-16,0 0-6 0,-1 1 2 0,-1 1 3 0,2-1-4 0,-1 2 4 16,1-1-5-16,1 0 2 0,-3 1 4 0,2-1-2 0,0 1-1 15,1 1-2-15,0 0-11 0,1 1 10 0,-2 0-7 0,0 0 0 0,1-1 2 16,-3 1-4-16,1 0 3 0,2 0-3 0,0-1 1 0,0 1 1 15,1-1-2-15,-2 1 2 0,-2-1-2 0,1-1-1 0,-2 0 3 0,1 0 1 16,-1-1 5-16,-3 0-2 0,0-2 2 0,-1 2-1 0,-1-3-2 0,1 1 1 16,-3 1 5-16,0-1-1 0,-3 0 0 0,2 0 5 0,1-1-7 15,0 1 7-15,0 0-4 0,3-1-5 0,-4 1 4 0,5 1-3 0,0-1 2 16,2 1 1-16,1 0-5 0,-2 1-4 0,3-1 3 0,-2 0-6 0,1 1 1 16,0-1-2-16,-2 1-4 0,2 0 7 0,-1 1-4 0,1-2 2 15,0 0 0-15,0 0-4 0,0-1 4 0,-2 1-3 0,0-1 3 0,1 0 3 16,-1-1-2-16,-1-1 1 0,-2 0-4 0,0 1-6 0,-2-1 5 15,1-2 3-15,-1 1 5 0,-1 0 4 0,1-1 13 0,0 1-2 0,-1-1 0 16,0 0 2-16,2 1-11 0,0-2-2 0,1 0-2 0,-1 0-1 0,0 0-3 16,-1-1 7-16,2 1-6 0,-1 0 0 0,1-1 2 0,1-1-11 15,0 1 10-15,0-2-5 16,1 2 3-16,-1-1 5 0,1 0-5 0,1 0 4 0,-1 1-4 0,1 0 3 0,0 1-1 0,1-1 1 0,1 1 1 0,-2 1-1 16,1-1 4-16,-2 1 1 0,0 0 5 0,3 1-5 0,-2-1 7 15,1 1-3-15,1-1-5 0,0 0 4 0,2 0-9 0,0 0 5 0,-3-1 0 16,2 2-5-16,-2-2 1 0,2 1 1 0,-1 0-4 0,0 1 0 15,2 0-1-15,-1-1 0 0,-1 1-2 0,0 1 1 0,-1-2 3 0,0 1 2 16,0 0-2-16,-1 0 1 0,0 0-7 0,-1 1 2 0,1-1 3 0,-3 1 2 16,1 1 2-16,-1-1-7 0,-2 0 1 0,2-1 4 0,-1 1 0 15,2 0 5-15,-3 0 2 0,-1 0 0 0,0 0 1 0,0-1 2 0,-1 2-1 16,2-1-11-16,-2 0 9 0,0 1-7 0,-2 0 3 0,0 0-1 0,0 0 0 16,-2 0 0-16,0 1-7 0,-2 0 3 0,1 1 2 0,-1 0-1 15,-2 0-1-15,1 1 0 0,-1 0 1 0,0 1-1 0,-1 0-1 0,2 0-2 16,-3 1-3-16,1 1-1 0,0 1 1 0,-3 0 1 0,0 0 0 15,-1 0-4-15,-2 1-1 0,-1 0 0 0,-1 1-12 0,0-1-3 0,-2 0-13 16,1 1-12-16,-3-2-12 0,0 2-21 0,-2 0-29 0,-1-1-42 0,-1 1-51 16,-3 0-62-16,-1 0-57 0,-2 0-34 0,-2 1-16 0,-3 4-7 15,-4 5-61-15</inkml:trace>
  <inkml:trace contextRef="#ctx0" brushRef="#br0" timeOffset="-69498.4">12667 3482 568 0,'-1'0'251'0,"1"0"-21"15,-1 0 1-15,0 1 7 0,0 1 0 0,1-1-21 0,-1 0-25 16,0 1-14-16,0 0-24 0,-1 1-13 0,1 0-14 0,0 0-18 0,-1 0-6 15,0 0-10-15,0 1-16 0,0-2-17 0,0 1-12 16,1 0-14-16,0 1 0 0,0-1 0 0,0 0 1 0,0 1-6 0,0 0-2 0,0 1-5 0,1 0 0 16,0 0 1-16,-1 0-3 0,1 1 2 0,0 1-3 0,-1-2-4 15,2 2 4-15,-1 1-6 0,1 0-4 0,-1 1 5 0,1 0-5 16,0 1 0-16,0-1 1 0,0 3-1 0,0 0-3 0,0 0 5 0,0 2-3 16,-1-1-4-16,2 2 0 0,-1 1-2 0,0 0 1 0,1-1-1 15,0 2 2-15,-2 0-6 0,2 0-11 0,-1-2 3 0,1 1-1 0,-1 1 0 0,1-1 14 16,0 0-6-16,0-1 1 0,0 1 2 0,1 0-2 0,-1-1 4 15,1 1-4-15,0 0-2 0,-1-1 2 0,2-1-7 0,-2 0-6 0,1-1-16 16,-1 0-12-16,0-3-5 0,0 1-6 0,0-1 5 0,-1-1-8 16,0 0-6-16,0-3-3 0,0 0-6 0,-1-1-4 0,1-3-5 0,-1 0-7 15,0-2-4-15,0 0-17 0,0-2-8 0,0 0-26 0,-1-3-35 16,0-2-53-16,-2-1-62 0,1-3-79 0,-2-1-91 0,1-1-216 0</inkml:trace>
  <inkml:trace contextRef="#ctx0" brushRef="#br0" timeOffset="-68915.4">12652 3416 668 0,'0'-2'199'0,"1"0"-8"0,0 0 8 0,-1 2 7 16,1 0-5-16,-1 0-12 0,1 0-23 0,-1 1-21 0,1-1-15 15,0 1-14-15,0 0-9 0,1 0-7 0,-1 0-18 0,1 0-10 0,0 0-11 16,0-1-5-16,-1 1-4 0,0-1-3 0,1 0-6 0,0 1-7 15,1 1-6-15,1 0-6 0,-1 1-3 0,1-1 0 0,1 1 0 0,0 1-1 16,1 0 1-16,0 2-3 0,0-1-2 0,2 1-2 0,0 1-3 0,0 2-2 16,1 2-4-16,0 1-1 0,1 2 3 0,1 0-1 0,1 2-5 15,1 1 1-15,-1-1 0 0,0 2-2 0,-2-1 0 0,1 0 0 16,0-1-2-16,-1 0 0 0,1 0 2 0,-1-1 2 0,-2-2-5 0,1 1 4 16,-1-1-2-16,0-1-1 0,-1-1 5 0,0-1-3 0,0 0 0 0,0-1 4 15,0-1-6-15,-1-1 4 0,0-1 0 0,0-1-9 0,0 0 5 16,-1-2 4-16,0-1 8 0,-1-1 19 0,0-1 11 0,-1 0 4 0,0-2 9 15,1-1 5-15,-1-3-11 0,-1 0-2 0,2-3-11 0,-3 0-6 0,2-3-1 16,0-1 0-16,-1 0-4 0,0-3 0 0,0-1-2 0,-1-1-5 16,1-3-1-16,-1 0 6 0,0-2-1 0,0-1 3 0,0-2 1 0,0 0-6 15,-1-3-1-15,1 1 3 0,1 0-6 0,0 1-2 0,0 2 4 0,1 2-6 16,0 1 2-16,0 1 0 0,0 2-4 0,1 2 2 0,-1 1-8 0,0 1-2 16,-1 2 0-16,0 2 0 0,0 1 0 0,0 0 0 0,0 1 0 15,-1 1 0-15,-1 1 0 0,1 2 0 0,-1 2 0 0,0-1 0 0,0 1 0 16,0 1 0-16,-1 1 0 0,1 0 0 0,0 1 0 0,0 0 0 15,0 0 0-15,-1 0 0 0,0 0 0 0,-1 0 0 0,1 0 0 0,0 0 0 16,0 0 0-16,1 0 0 0,-1 0 0 0,1 0 0 0,-1 0 0 16,1 0 0-16,-1 0 0 0,1 0 0 0,0 0 0 0,-1 0 0 0,2 0 0 15,-1 0 0-15,-1 0 0 0,1 0 0 0,-1 0 0 0,2 0 0 0,-1 1 0 16,0-1 0 0,1 1 0-16,-2 0 0 0,2 1 0 0,-1 0 0 0,0-1 0 0,0 1 0 0,0 0 0 0,0-1 0 0,0 0 0 0,0 0 0 15,0 1 0-15,0 0 0 0,-1 0 0 0,1-1 0 0,1 1 0 16,-1 0 0-16,1 0 0 0,0 0 0 0,-1-1 0 0,0 0 0 0,-1-1-86 15,1 1-46-15,-1 0-45 0,0-1-56 0,0 1-89 0,1 1-133 0,0-1-196 16,-1-1-326-16,0 1 152 0</inkml:trace>
  <inkml:trace contextRef="#ctx0" brushRef="#br0" timeOffset="-68392.39">13951 2974 1372 0,'-7'14'269'0,"-1"1"-19"0,-2 4-46 0,2 1-25 0,0 0-12 0,1 1-26 16,1 3-27-16,0 2-17 0,1 1-23 0,0 0-15 0,2 2-6 15,1 3-7-15,0 1 4 0,2 3 6 0,1 1-3 0,1 0-2 0,1 3-14 16,2 0-6-16,1 2-13 0,1 3-7 0,1-1-6 0,0 0-3 0,1 1 0 16,1-1 0-16,0-1-13 0,3-1-7 0,0 1-6 0,2-4 5 15,-2 0 10-15,2-2 9 0,2-4 0 0,-1 0-2 0,-1-4 0 0,0-1-5 16,-1-1 7-16,-1-1 0 0,1-3-7 0,-3-2-2 0,1-2-10 15,0-3-12-15,-1-2-4 0,0 0-12 0,-2-3-12 0,1-1-18 0,0-2-28 16,-1-1-37-16,-1-2-67 0,0-2-75 0,-1-1-98 0,-1-3-129 0,-2 0-297 16</inkml:trace>
  <inkml:trace contextRef="#ctx0" brushRef="#br0" timeOffset="-67613.86">14410 3407 1493 0,'-2'0'276'0,"-1"0"-9"0,-1 0-57 0,0 0-21 0,1 0-24 0,0 0-40 16,1 0-21-16,0 0-17 0,1 0-14 0,-1 0-9 0,1 0-9 0,0 0-7 15,1 0-11-15,0 1 2 0,-1 1-9 0,1 1 0 0,1 0-3 16,-1 3-3-16,1 0-1 0,0 1-5 0,1 1 1 0,0 0-1 0,0 3-2 16,0 2-3-16,0 1-6 0,1 2-1 0,0-2-4 0,0 2 1 15,-1 1-1-15,1 1 0 0,-1-1 0 0,1 2-2 0,0 1 0 0,0-1 0 16,-1 1-2-16,0 0 2 0,-1-1-2 0,1 0 0 0,-1 0-5 0,1-2-6 15,0 0-9-15,0-2-1 0,-1-1-19 0,0-2-3 0,1-1 1 16,0-1-2-16,0-1 13 0,0-1-8 0,0-2-15 0,0-1-1 16,-1-1-5-16,0-3 3 0,0 0 12 0,0-1 2 0,-1-2 8 0,0 0 21 15,0-2 6-15,0-3 13 0,-1 0 6 0,-1-2-9 0,1-1 6 0,-2-1 2 16,0 1 2-16,0-2 0 0,-1-2-2 0,-1 1-3 0,0-2 7 0,0 1 8 16,-1-2 5-16,-1 0 12 0,0-1 7 0,0-1 6 0,0-1 1 15,0 0 3-15,1 1-1 0,0-2-4 0,1-1 3 0,-2 1-4 0,1-2 3 16,-1 0 0-16,2 0-7 0,-1 1-5 0,1 0-8 0,1 3-3 15,0 1 0-15,1 1 4 0,0 2 0 0,1-1-2 0,0 2 3 0,0 0-5 16,0 1 3-16,0 2-4 0,1 1-8 0,-1 0 4 0,0 1-3 0,1 1 1 16,0 1 1-16,0 0-1 0,0 1 5 0,0 1-5 0,1 1-5 15,0 1-6-15,0 0-4 0,1 1 0 0,0 0 4 0,1 2-2 0,0-1-8 16,1 2 2-16,-1 0-4 0,3 1 0 0,1 1 2 0,0 2 2 16,1 2-2-16,1 0-2 0,0 1 2 0,2 1-2 0,-1 0 6 0,1 0-2 15,0 2 4-15,0 1-8 0,1 1 2 0,0 0 0 0,-1-1-4 0,2 1 2 16,-1 1 0-16,0 0-6 0,-1-1 2 0,0 1 8 0,-1 0-4 0,2-1 4 15,-2-2-2-15,1 1-2 0,-1-1 4 0,0-2-6 0,0 0 6 16,-2-1 0-16,1-1-4 0,-1-1 2 0,0 0 0 0,0-1 0 0,-1-2 2 16,0 0 2-16,-1-2 0 0,0 0 4 0,-2-2 4 0,-1 0 2 0,2-1 2 15,-1-1-2-15,-1-2-8 0,1-1-6 0,-2-1 0 0,0-1 0 16,0-2 0-16,0-1 0 0,-1-3 0 0,0-1 0 0,-1-2 0 0,1-2 0 16,0-2 0-16,0-1 0 0,-1 1 0 0,0-3 0 0,0 1 0 15,0-1 0-15,0 0 0 0,-1 1 0 0,2-1 0 0,-1 1 0 0,1 2 0 16,0 1 0-16,1 1 0 0,0 2 0 0,0 3 0 0,0 2 0 0,0 1 0 15,-1 2 0-15,0 1 0 0,0 2 0 0,0 1 0 0,0 1 0 16,0 1 0-16,0 0 0 0,0 2 0 0,0 0 0 0,-1 0 0 0,0 0 0 16,1 0 0-16,-1 0 0 0,0 0 0 0,1 0 0 0,-1 0 0 0,1 0 0 15,0 0 0-15,0-1 0 0,0 1-129 0,-1-1-70 0,1 1-63 16,0 0-66-16,1 0-83 0,1 0-121 0,1 1-170 0,0 0-342 0</inkml:trace>
  <inkml:trace contextRef="#ctx0" brushRef="#br0" timeOffset="-67186.82">15030 3451 1515 0,'-3'0'333'0,"-1"0"-16"0,-1 0-58 0,0-1-43 0,1 1-34 0,0-1-30 16,1 0-19-16,1-1-21 0,0 0-14 0,0 1-7 0,1-1-8 0,0 0-7 16,1 0-9-16,-1-1-2 0,1 1-6 0,0 0-11 0,1-1-6 0,0 0-3 15,1 1-6-15,1-1 3 0,0 1-1 0,1-1-3 0,0 0 0 16,2 0-4-16,-1-1-16 0,0 1-12 0,1-1 0 0,1 0 0 0,1 0 0 16,0 1 0-16,1-1 0 0,0-1 0 0,0 1 0 0,1-1 0 15,-2 1 0-15,2-1 0 0,0 1 0 0,0 0 0 0,1 0 0 0,1 1 0 16,-2-1 0-16,1 1 0 0,0 1 0 0,-2-1 0 0,1 1 0 15,-1 0 0-15,-1 1 0 0,2 0 0 0,-1-1 0 0,1 1 0 0,-2 0 0 0,0-1 0 16,1 2 0-16,-1-2 0 0,0 1 0 0,2 0 0 0,-1 0 0 16,0 0 0-16,1-1 0 0,-1 1 0 0,1-1 0 0,-2 1 0 0,0 0 0 15,-1 0 0-15,1-1 0 0,-1 1 0 0,0 0 0 0,-1 0 0 16,0 0 0-16,0 0 0 0,0 0 0 0,0 0 0 0,-1 1 0 0,0-1 0 16,-1 1 0-16,0-1 0 0,-1 0 0 0,0 0 0 0,0 0 0 0,-1 1 0 15,0-1 0-15,-2 1 0 0,1 0 0 0,0-1 0 0,-1 0-62 16,0-1-41-16,0 1-27 0,0-1-36 0,-1-1-44 0,1-1-44 0,0 0-59 15,-1-1-89-15,1 1-98 0,1-2-133 0,0 0-293 0</inkml:trace>
  <inkml:trace contextRef="#ctx0" brushRef="#br0" timeOffset="-66700.83">15662 2953 844 0,'-2'0'427'0,"0"1"-130"0,-1 0 0 0,1 0-13 16,0 0-35-16,1 0-43 0,0 0-35 0,0 1-31 0,0 0-19 0,1 0-10 15,0 1-14-15,0 0-7 0,0 0-7 0,0 0-4 0,0 0-6 0,0 0-2 16,0 1-7-16,0 0-5 0,1 2-9 0,0-1-11 0,0 1-6 16,0 1-2-16,2 0-5 0,-1-1 0 0,2 3-1 0,-1 1-5 0,1 0-2 15,0 2-4-15,0 0-2 0,1-1-8 0,0 3 10 0,0-1-8 16,1 1 0-16,-1-1 2 0,0 1-8 0,2 0 0 0,-1 0-2 0,1 0-10 16,0-1-2-16,0 0-2 0,0 2 18 0,0 0-10 0,1-1 4 15,-2 1 4-15,2 0-4 0,-1 0 6 0,0-2 0 0,1 2 2 0,-1-2 4 16,1 0 2-16,-1-1-2 0,-1-1 4 0,-2 0-2 0,1 0-8 0,-2 0-2 15,1-1 0-15,0-1 0 0,-2-1 0 0,1 1 0 0,-2-2 0 0,1 0 0 16,-1-1 0-16,-1 0 0 0,0 0 0 0,-1-1 0 0,1-1 0 16,1-1 0-16,-1 0 0 0,0-2 0 0,0 1 0 0,0-1 0 0,0 0 0 15,0-1 0-15,0 0 0 0,0 1 0 0,-1-1 0 0,1-1 0 16,-1 0 0-16,0 0 0 0,-1-1 0 0,0 1 0 0,0-1 0 0,0-1 0 16,0-1 0-16,0-1 0 0,0 0 0 0,0 0-48 0,0-1-47 0,-1 0-30 15,1-1-43-15,-1-1-34 0,1-1-45 0,0 0-70 0,0-1-104 16,0-1-125-16,1-1-98 0,0-1-267 0</inkml:trace>
  <inkml:trace contextRef="#ctx0" brushRef="#br0" timeOffset="-66316.83">15547 2698 749 0,'-1'0'531'16,"0"2"-263"-16,-1 0 9 0,1 0-29 0,2 0-21 0,0-1-30 0,2 1-25 16,1 0-30-16,1 0-18 0,1 0-8 0,1 0-13 0,3 0 3 0,-1 2-2 15,3-1-9-15,2 1 0 0,0 0-9 0,0 0-5 0,1 1-8 16,2 0-13-16,0 0-7 0,0 1-10 0,1 1-2 0,0 0-5 0,1 0-4 15,0 0 2-15,0 1-32 0,1 0-2 0,-2 1 0 0,0 1 0 0,2 0 0 16,-2 1 0-16,3 3 0 0,0 0 0 0,-1 3 0 0,2 0 0 16,-1 2 0-16,0 1 0 0,0 0 0 0,0 2 0 0,-1 3 0 15,2 1 0-15,-1 3 0 0,-1 2 0 0,-1 2 0 0,1 1 0 0,-3 2 0 16,0 0 0-16,-1 1 0 0,-3 4 0 0,-1-2 0 0,0 0 0 0,-2 3 0 16,0 0 0-16,-2 1 0 0,-2 1 0 0,-1-2 0 0,-3-1 0 15,-2 2 0-15,0-3 0 0,-4 1 0 0,-2-1-12 0,-4 0-113 0,-2-2-45 16,-2 1-34-16,-1-3-75 0,-1 0-115 0,-2-2-220 0,-2-3-198 0,0-1-254 15</inkml:trace>
  <inkml:trace contextRef="#ctx0" brushRef="#br0" timeOffset="-56309.7">13518 3767 495 0,'-3'0'119'0,"0"1"-7"0,-1 0 1 0,2 0-3 0,0-1-4 15,0-1-8-15,0 1-6 0,0-1-8 0,0 0-3 0,1-1-10 16,0 1-7-16,0-1-2 0,-1 0-5 0,2 1 2 0,-1-1-1 0,0 1-2 16,1 0-4-16,0-1-1 0,-1 1 0 0,1-1 1 0,0 0 1 0,0 1-3 15,1-1 3-15,-1 0 1 0,1 1-1 0,0-1-1 0,1 1-1 16,-1 0-3-16,0-1-2 0,1 0-2 0,-1 0-1 0,1 0-6 0,1 1-4 16,-1-1 0-16,0 0-7 0,-1-1 0 0,1 1 0 0,1 1-8 0,-1-1 6 15,1 0-11-15,-1 1-2 0,1-1-1 0,-1 1-5 0,1 0 0 16,0 1 0-16,-1 0 4 0,1 0-9 0,0 1 3 0,0 0-3 0,0 1-3 15,-1-1 10-15,1 1-7 0,-1 1 0 0,1 0 3 0,-1 1-3 16,1 0 2-16,0-1-2 0,-1 1-4 0,0 0 4 0,0 0 2 0,-2 1 0 16,1-1-1-16,0-1 1 0,-1 1-4 0,0 0 1 0,0 1-3 15,0-1 1-15,-1 1 6 0,0-1 1 0,-2 0 1 0,0-1 0 0,0 1-2 16,-1-1 4-16,1 1-4 0,-1-1 4 0,0 0 1 0,-1 0-1 0,1 0 0 16,-1-1 0-16,0-1 3 15,0 0 5-15,0 0 2 0,1 1 0 0,0-2 4 0,2 0-2 0,-2 0 5 0,0-1-3 0,1 0 3 0,0 0-1 16,0-1 0-16,1 1 3 0,-1-1-1 0,1-1 0 0,-1 0-2 15,1-1 0-15,1 0-2 0,-1-1-3 0,0 0 2 0,1-1 6 0,-1 0-8 16,1 0 2-16,1-1 0 0,-1 0-4 0,1 0 4 0,1 1-3 0,0 0-2 16,0-1 0-16,1 2-10 0,-1-1 6 0,1 1-5 0,0 0-1 0,0 1 5 15,1-1-5-15,-1 1-1 0,0 1-2 0,0 0-2 0,0 0 4 16,1 1-3-16,-1 1 3 0,0-1-2 0,0 1 2 0,1 0-4 0,-1 1 0 16,1-1-4-16,-1 1 4 0,0 0 0 0,0 1 0 0,1 0-2 15,-1 0 4-15,0 0 0 0,1 1 0 0,0-1-6 0,0 0 2 0,0 1 0 16,-1-1 0-16,-1 2 4 0,2-2-5 0,-1 1 3 0,0 0 0 0,0 0-2 15,-2 0 4-15,0-1-2 0,0 0 0 0,0 1 1 0,-1 0 1 16,0 0-4-16,-1 0 4 0,0 0 0 0,-1-1-2 0,1 0 0 16,0 0 0-16,0 0-2 0,-1 0 2 0,1-1 2 15,-1 0 0-15,0 0 2 0,0-1 1 0,-1 0 1 0,1 0-8 0,1-1 4 0,-1 0 0 0,0-1 2 16,1 1-3-16,0-1 3 0,0 0 0 0,0 0-2 0,-1-1 3 0,1 1-1 16,0-2 4-16,0 1 1 0,1-1 2 0,-1 1 1 0,1-1 1 15,1 0 2-15,0-1-2 0,0 2-3 0,0-1-3 0,0 2-1 0,1 0 0 16,0 1 0-16,0 1-5 0,1 1-1 0,-1 1-3 0,0 0 6 0,1 1 3 15,-1 1-8-15,1-1 8 0,-1 1-8 0,1 1-2 0,-1-1 8 16,0 1-2-16,0 0-4 0,0-1 8 0,1 0-8 0,-1-1-2 0,1 0 8 16,-1 0-8-16,1-1 8 0,-1 1 2 0,0-1-6 0,0-1 0 0,-1 0 0 15,1 1-2-15,-1-1 0 0,1 0 2 0,-1 0 6 0,0 0-6 16,0 0 9-16,-1 0-1 0,1-1-6 0,0 1 5 0,0 0-9 0,0 0 4 16,-1 0-2-16,0 0 0 0,1 0 6 0,0-1-6 0,0 1 4 0,-1 0-4 15,0 0 0-15,0 1 0 0,-1-1 0 0,0 0-2 0,0 1-4 16,1-1-5-16,-1 1-18 0,0 0-32 0,-1 0-42 0,0-1-54 0,0 0-66 15,0-1-86-15,-1-1-127 0,2-1-275 0,0 0-443 0</inkml:trace>
  <inkml:trace contextRef="#ctx0" brushRef="#br0" timeOffset="-26746.26">13242 4358 216 0,'-11'6'156'0,"0"1"-144"0,-2 2-12 0,4 1-12 16,2-1-8-16,0-2-9 0,1-1-8 0,0 0-5 0,0-1-9 0,-2-1 1 16,0 0 7-16,-1-1 15 0,-1 0 20 0,-1-2 16 0,1 1 20 15,-2-2 15-15,0 1 8 0,1 0 5 0,-2-1-12 0,1 1-5 0,-1 0-5 16,1 1-7-16,0 0-1 0,-1 1-3 0,-1 0-3 0,0 2-4 0,-1 1-2 16,0 1 0-16,-1 1-5 0,1 1-2 0,1 1-3 0,-2 0-3 15,0 2-5-15,1-1-2 0,1 1-3 0,-2-2-2 0,1 1-2 0,0-1-1 16,1 0 3-16,3-1 1 0,0-2 7 0,2 0 3 0,1-3 2 0,1-1 2 15,1 0 4-15,1-1 4 0,1-2 2 0,1-1 4 0,1 0 3 16,0-1 3-16,1 0 10 0,0 0 4 0,1 0 6 0,1 0 8 0,0-1 3 16,1 1 9-16,0-1 3 0,1 0 5 0,0 1 4 0,1-1 5 15,0 1-2-15,1-1-8 0,0 1-8 0,0-1-13 0,1 2-12 0,1-1-7 16,1-1-4-16,1 2-4 0,0-1-5 0,2 0 3 0,1 1-5 0,0 0-5 16,1 0 3-16,-1-1-3 0,1 1 5 0,3-1 6 0,-1 0 0 15,2-1 3-15,1 0 0 0,2 0-1 0,1 0 1 0,2 0 0 0,2-1 3 16,-1-1-1-16,2 0 5 0,0 0 0 0,4 0 0 0,-2-1-1 0,2 2 2 15,1-2 0-15,-1 1-5 0,1 0 1 0,2-1-5 0,-1 2 2 16,3-2 3-16,0-1-6 0,2 1-1 0,0 1 6 0,-1-1-1 0,1-1-3 16,1 1 0-16,1-1-9 0,0 1 2 0,1 1 1 0,0-2 2 15,0 0 1-15,-1 0 1 0,3 0-4 0,-2 0 0 0,0-1-3 0,2 0-2 16,0 1-1-16,0 0 4 0,2-1 1 0,-1 0 0 0,-1-1-1 0,0 0 2 16,3-1-1-16,0 0 4 0,0 1 2 0,2-2-1 0,-1 0 1 15,0-1 0-15,1 0 3 0,0 2-3 0,3-2 0 0,0 0 2 0,-1 0-5 16,0-1 3-16,0 3-3 0,3-2-3 0,0-1 5 0,0 0-2 0,2-1 2 15,-1 0-1-15,0 0-6 0,1 0 1 0,1 1-1 0,1-1-3 16,-3 2 2-16,1-2-2 0,-1 1 2 0,-1 0 3 0,2 1-1 0,0-2 0 16,0 0 7-16,0 0-6 0,-2-1 4 0,0 1-3 0,0 1-4 15,0 0 2-15,0 0 2 0,0 1-2 0,0-1 15 0,0 1-3 0,-1-1-4 16,1 0 1-16,0 2-6 0,-2-1-3 0,0 1 2 0,-2 0 2 0,-1 0-9 16,0 0-1-16,-2 1-1 0,0 0 2 0,-2 0-2 0,-1 1-1 15,0 0 3-15,-2 0-2 0,-2 3 2 0,1-1 4 0,-2 1-4 0,-1 0-5 16,-1-1 1-16,-2 1-1 0,0 1 0 0,-3 0-1 0,0 2 1 15,-1-1-2-15,-1 1-2 0,-1 1 1 0,-2 0-3 0,-1 0 0 0,-2 0 8 16,-1 1-12-16,0 1 6 0,-2-1-4 0,-1 0-5 0,-1 1 7 0,-2 0-4 16,-2 0-4-16,-1 0-5 0,-2 0-6 0,0 1-12 0,-3-1-27 15,-1 1-28-15,-3-1-53 0,-1 0-59 0,-2 0-47 0,-2-1-66 0,-1 0-76 16,-2 0-53-16,-2-1-59 0,-3-1 12 0,-2-1-52 0</inkml:trace>
  <inkml:trace contextRef="#ctx0" brushRef="#br0" timeOffset="-26126.74">15399 4761 2070 0,'-4'-6'130'0,"1"2"-75"0,3-1-34 0,5 3-21 15,2 0-3-15,5 0 0 0,0 2 3 0,2-1 0 0,-2 0 3 0,-1 2-3 16,1 0 1-16,-1 1-1 0,0-1 0 0,0 1 6 0,0 0 5 0,1-2 1 16,2 1-2-16,0-1 2 0,3-1 0 0,0 1-3 0,1-1 2 15,2 1 3-15,0-1-5 0,1-1 0 0,0 0-2 0,-1 0 4 0,0 0-3 16,-1 1-2-16,0 0 2 0,0 0-2 0,0 1 3 0,-2 0 5 0,-1 0-3 15,1 2-5-15,0-1 0 0,-2 1 2 0,1 0-2 0,0 0 1 16,1 1-6-16,-1 1 2 0,0 0 0 0,0 1 5 0,-1 1-1 0,-3 0-3 16,0 1 3-16,-2 0-6 0,-1 1 5 0,-2-2 2 0,-1 1-4 15,-1-1 3-15,-2 1 3 0,-2 1-2 0,-1 1 5 0,-1 0-1 0,-1 1 0 16,-3 2-1-16,-3 0-2 0,-1 2-1 0,-4 1 0 0,-1 0-3 0,-1 2 3 16,-3 1-1-16,-4 0 1 0,0 3 0 0,-1 1 2 0,-2 0 3 15,1 1-15-15,-1 0 4 0,1-1 4 0,0 1-1 0,0 1 13 0,1 0-2 16,-1 1-6-16,2-2 0 0,1 1 3 0,0-1 4 0,2-1 1 0,0 0 4 15,2 0-2-15,1-2 0 0,2 2 0 0,0-1-5 0,2-2 7 16,1 0-3-16,3-3-2 0,2-2 5 0,2 0-1 0,1-2 6 0,1 0 5 16,2-1-12-16,1-3 10 15,2 0-7-15,1 0-6 0,2-2 10 0,3 0-1 0,1 0-4 0,2-1 1 0,1-1-2 0,1-1-3 0,2-1 9 16,3 0 2-16,0-3-3 0,2 0 1 0,3 0-3 0,0-3 5 0,3 1-8 16,1-2 3-16,2 0-4 0,0-2-3 0,2 1 1 0,2-2 1 15,3 0-4-15,0 0 6 0,2-3 0 0,-1-1-4 0,0-1-2 0,2 0-6 16,-1 1 3-16,2-1 3 0,0-1-2 0,0-2 8 0,-1 1-4 0,1 0-5 15,-2 0 3-15,-1 1-7 0,2-1 2 0,-2 2 3 0,1 0-1 16,-1-1-6-16,-1 3-1 0,-2-1-3 0,-1 2 4 0,0-1-2 0,-3 1-6 16,1 0-2-16,-4 2-4 0,-1 1 5 0,-4 1-3 0,-2 1-12 0,-3 1-14 15,-5 1-41-15,0 0-54 0,-5 1-79 0,-4 1-101 0,-3 0-178 16,-4 0-309-16,-5-1-424 0</inkml:trace>
  <inkml:trace contextRef="#ctx0" brushRef="#br0" timeOffset="-19742.97">17260 3309 1286 0,'-3'7'267'0,"-1"1"1"0,-1 1 7 0,2 0-28 16,1-2-19-16,2 0-29 0,0 0-31 0,0 0-34 0,0-1-15 0,1 1-9 16,0-1-5-16,0-1-7 0,1 1-13 0,0 0-10 0,0-1-18 15,1 0-11-15,-1-1-3 0,1 0-10 0,-1-2 1 0,1 1 4 0,2-2-9 16,-1-1-4-16,2 0-3 0,1-1-2 0,0-1-6 0,2-1 2 16,1 0-6-16,1-1-2 0,1-2 0 0,1 0-2 0,-1-1 4 0,2-1-8 15,0 1 2-15,1 0-2 0,-1-1 0 0,2 2-4 0,0-1 4 0,-1 0 0 16,-1 0-4-16,1 1 4 0,0-1-2 0,2 2-4 0,-1 0-2 15,1 0-12-15,0 0-10 0,1 2-8 0,-1-1-13 0,2 1 2 0,-1 1-10 16,-2 0-5-16,0 1-6 0,0 1-18 0,0 0-4 0,-3 0-9 0,1 0-12 16,-1 1-6-16,-1 0-9 0,-1 2-15 0,-3 0-23 0,-1 0-27 15,-2 1-24-15,-3 1-40 0,-2 2-29 0,-2 1-25 0,-2 0-20 0,-2 2-10 16,-2 0-25-16,-1 0-39 0</inkml:trace>
  <inkml:trace contextRef="#ctx0" brushRef="#br0" timeOffset="-19565.97">17530 3643 735 0,'-11'15'235'0,"-1"1"-11"0,-2 4 20 15,4-4 3-15,2-2-2 0,3 0-13 0,-1-2-34 0,1-1-20 0,1-2-20 16,2 0-15-16,2-2-13 0,0 0-12 0,3-1 2 0,0-1-6 0,2 0-7 16,1-2-6-16,0 1-9 0,2-3-11 0,2 1-25 0,2 0 7 15,1-1-16-15,0-1-8 0,0 1 10 0,1-2-14 0,1 0 15 0,1 0-6 16,-1-1-34-16,2 0-10 0,0 1 0 0,-2-2 0 0,-1-1 0 16,1 1 0-16,0 0 0 0,0-1 0 0,-1-1 0 0,0 1 0 0,0-2 0 15,0 1 0-15,-1 0 0 0,0-1 0 0,-1 1 0 0,-2-1 0 16,-2 3 0-16,-1-2 0 0,-2 0-54 0,-1 1-94 0,-1-1-64 0,-1 1-96 15,1 0-156-15,-3-1-312 0,0-2-598 0</inkml:trace>
  <inkml:trace contextRef="#ctx0" brushRef="#br0" timeOffset="-17611.27">17786 2495 1231 0,'-2'0'257'0,"-2"0"-73"16,0 1-7-16,-1-1 9 0,0 1-5 0,0-1-29 0,0-1-40 0,1 1-27 16,-1-1-10-16,1 0-6 0,-1 1 0 0,1-1 0 0,1 2 4 15,-1-1-7-15,1 0-1 0,0 1-2 0,-1 0-4 0,1 0 5 0,0 0 0 16,-1 0 5-16,0 1-2 0,0-1-2 0,1 0-4 0,0 0-5 0,1 0 1 16,1-1-6-16,-1 0 3 0,2-1 0 0,-1 1-4 0,1-1-3 15,0 0-10-15,1-1-5 0,1-1-4 0,0-1-4 0,1 0-2 0,1 0-4 16,0-1-16-16,1 1-2 0,1-1 0 0,0 0 0 0,2-1 0 0,0 0 0 15,1 1 0-15,0-2 0 0,2 1 0 0,-1 1 0 0,0 0 0 16,3 0 0-16,0 0 0 0,1 1 0 0,-1 1 0 0,0 0 0 0,0 0 0 16,0 0 0-16,0 0 0 0,-1 0 0 0,1 2 0 0,-1 1 0 15,0 0 0-15,-1 2 0 0,-1 0 0 0,-1 1 0 0,1 2 0 0,-2 0 0 16,0 0 0-16,-3 2 0 0,0 2 0 0,-2 1 0 0,-1 2 0 0,-1 0 0 16,-1 1 0-16,-2 1 0 0,-1 0 0 0,-2 0 0 0,-1 0 0 15,-1 2 0-15,-1 1 0 0,-2-1 0 0,1 0 0 0,0-1 0 0,0-2 0 16,-1 1 0-16,1-2 0 0,0-2 0 0,0 0 0 0,2-2-28 0,1 0 4 15,0-1-8-15,2-1 34 0,1-2 0 0,0 0-4 0,1-2 6 16,1-1 0-16,1 0-4 0,0 0 0 0,1-1 2 0,1-1-4 0,1 1 2 16,1-1 0-16,1 0-2 0,0 0 8 0,1-1-6 0,2 0 0 15,0-1-4-15,1 1 0 0,0-1 4 0,0 1-2 0,2 0 4 0,0 0-6 16,1 1 4-16,1-1 2 0,-1 1-6 0,1 1 4 0,-2 0-2 0,2 0 0 16,0 1 4-16,-1 1 0 0,-1-1-2 0,-1 1 0 0,-1 1 0 15,0 0-4-15,-1 0 8 0,-1 1-2 0,-2 1-8 0,-2-1 8 0,0 2-8 16,-2 0 2-16,-1 0 6 0,-1 1 0 0,0 1 0 0,-2 0 2 0,-2 0-2 15,-1 1 0-15,-1-2 6 0,-1 1-6 0,-1 0 4 0,1 0-4 16,-2 0-4-16,0 0 0 0,0-1-2 0,-1 1 4 0,1-1 2 0,0 1-2 16,1 0 0-16,0-1 0 0,1 0-4 0,0 0-2 0,1 1-4 15,1-1-8-15,1-2-15 0,2 0-14 0,0 0-19 0,1-1-27 0,2 0-26 16,0-2-45-16,0-1-52 0,3-2-56 0,0-1-72 0,0-2-117 0,3-3-141 16,0-1-104-16,2-4 35 0</inkml:trace>
  <inkml:trace contextRef="#ctx0" brushRef="#br0" timeOffset="-17421.27">18410 2657 2286 0,'-4'8'358'0,"0"2"-76"0,-2 2-52 0,2-1-33 0,1-2-6 16,1-2-46-16,-1-1-42 0,0 0-29 0,1-1-20 0,0 0-18 0,0-2-15 15,-1-1-9-15,1-1-2 0,0 0-2 0,-1-2-4 0,0-1 2 16,0-1-16-16,1-2-20 0,0 0-27 0,1-2-38 0,1 1-62 0,0-2-65 15,1-1-75-15,0 0-99 0,0-1-182 0,1-1-187 0,0 0-204 16</inkml:trace>
  <inkml:trace contextRef="#ctx0" brushRef="#br0" timeOffset="-17086.27">18640 2157 1929 0,'5'-5'413'0,"0"-2"-74"0,1-1-68 0,1-2-46 0,0 0-41 0,1-1-41 16,2-1-37-16,1-3-31 0,1 1-14 0,0 0-17 0,0 2-9 0,1-1-10 15,-2-1-11-15,1 2-8 0,0 1 0 0,-1 3-1 0,1 0 1 16,-2 2 0-16,0 2-4 0,0 3 2 0,-2 1-6 0,-1 0 2 0,0 3-4 16,-2 2 0-16,-1 2 4 0,-1 4-4 0,-1 2-2 0,-2 2-1 15,-1 3-1-15,-2 0 0 0,-1 3 2 0,-2 2 4 0,0 0-3 0,-2 5 1 16,-2 1-2-16,-1 2 0 0,0 2 4 0,-2 0 4 0,0-3 0 15,2 0 12-15,-1-4-7 0,3 0 5 0,3-1 0 0,0-4-5 0,3 0 1 16,4-1 4-16,1-4 3 0,3-2-3 0,2-2-4 0,3-3-2 0,2-1-2 16,3-4-2-16,1-2 4 0,1 0 0 0,2-3-4 0,1-2-2 15,0 1 2-15,2-1 0 0,0-1-2 0,0 0 0 0,1-1 0 0,-1-1-4 16,1-1-6-16,1 1 0 0,-1-1-12 0,1 0-5 0,-1 0-8 0,-2 1-11 16,-1-1-12-16,-2 0-18 0,-1 1-24 0,-1 0-24 0,-1 0-36 15,-2 1-43-15,-1 1-49 0,-1-1-76 0,-1 2-121 0,-2 0-88 0,-1 0-133 16,-3 1 21-16</inkml:trace>
  <inkml:trace contextRef="#ctx0" brushRef="#br0" timeOffset="-16792.04">18236 3320 1667 0,'7'2'388'0,"2"0"-66"0,2 0-64 0,1-3-26 0,0 0-29 0,3-2-38 16,1-1-30-16,0-2-27 0,4-2-21 0,1 0-10 0,2-1-13 0,2-1-10 15,0-1-2-15,1-1-4 0,1-1-11 0,-2-1-6 0,1 1 5 16,0 0-13-16,1 0 3 0,-1 0 0 0,3 0-18 0,-1-1 0 0,0 2-6 16,0-2-4-16,-1 1 2 0,0-1-2 0,-1 2 4 0,0 0 0 15,-1-1-2-15,0 2 2 0,-2 1 0 0,-1 0 0 0,0 2 0 0,-2 0-6 16,-1 0-2-16,1 1-12 0,-1 1-14 0,-2 0-19 0,1 2-24 0,-3 0-19 15,-2 1-25-15,-2 2-36 0,-1 2-37 0,-2 0-45 0,-1 1-44 0,-2 1-62 16,-1 1-86-16,-2 1-42 0,-3 2-30 0,-1 1-224 0</inkml:trace>
  <inkml:trace contextRef="#ctx0" brushRef="#br0" timeOffset="-16512">18738 3588 1166 0,'2'6'482'0,"2"-1"-176"0,1 1-32 15,2-4-27-15,2-3-15 0,1-1-33 0,2-1-31 0,2-2-41 0,1-2-27 16,2-2-13-16,2 0-12 0,0-2 1 0,0-1-9 0,1 1-7 16,0-1-12-16,-3 0-6 0,3 2-6 0,-2 0-7 0,-3 0-2 0,1 3-9 15,-3 0-5-15,-2 3-5 0,-1 0-4 0,-3 3 0 0,-3 1-2 16,0 1-6-16,-2 2 4 0,-3 2-6 0,-1 2 4 0,-2 3 0 0,-1 2-5 16,-1 2 1-16,-3 2 0 0,-2 0-8 0,0 3 7 0,-2-1-1 0,1 2 0 15,-1 1 4-15,-1 0 2 0,3 0-2 0,2 1 2 0,1-2 4 16,4 1-2-16,0-2 0 0,3-2 6 0,2 0-6 0,3-3 0 0,0-1-8 15,4-4-9-15,2 0 9 0,3-4-1 0,2-2 9 0,1-2 2 0,4-3 2 16,3-2 7-16,1-3 1 0,2-2-1 0,0-3-11 0,1-4-23 16,0-2-15-16,-1-1-27 0,2-4-22 0,0-1-30 0,1-2-31 0,0-3-38 15,0-1-70-15,0-3-80 0,-1-3-146 0,-1-1-163 0,-1-3-276 0</inkml:trace>
  <inkml:trace contextRef="#ctx0" brushRef="#br0" timeOffset="-16287.47">19242 1614 1377 0,'-14'4'220'0,"1"2"-16"16,-5 3 34-16,-2 3-6 0,-5 3-20 0,-4 4-46 0,2 2-32 16,-2 4-41-16,3 4-26 0,-5 12-46 0,-19 30-18 0,11 1 0 0,6-1-4 15,10-14 23-15,1 4-1 0,1 5-4 0,3-1-7 0,0 1 2 16,1-1 0-16,2 3-7 0,3 0-10 0,1 2-40 0,2-2-13 0,2 1-21 15,2 3-37-15,1 2-32 0,3 3-71 0,2 3-64 0,3 2-86 16,2 2-43-16,3-1-17 0,1 1-98 0</inkml:trace>
  <inkml:trace contextRef="#ctx0" brushRef="#br0" timeOffset="-16033.47">19575 2913 1101 0,'-8'3'387'0,"0"-1"-108"0,-2 1 4 0,3 0-20 0,1-2-8 0,3 1-47 16,1-1-51-16,1-1-32 0,3 0-20 0,1-2-20 0,1-1-17 0,3 0-16 15,1-1-16-15,2 0-8 0,2-1-12 0,1 0-7 0,0 1-3 16,0 0-2-16,1 1 1 0,1-1-3 0,-1 1-2 0,1 0-7 0,1 1-17 15,0 0-31-15,1 1-32 0,-2 0-37 0,0 2-38 0,0 1-37 16,-3 1-40-16,-1 1-38 0,-2 1-40 0,-1 2-36 0,-1-1-15 0,-2 2-9 16,-3 1-43-16,-1 0 38 0</inkml:trace>
  <inkml:trace contextRef="#ctx0" brushRef="#br0" timeOffset="-15948.47">19570 3280 167 0,'-9'12'94'0,"1"0"-29"15,1 2-20-15,2-6-19 0,4-6-22 0,2-3-42 0,2-3-77 16,2-4-94-16</inkml:trace>
  <inkml:trace contextRef="#ctx0" brushRef="#br0" timeOffset="-15581.47">20192 2517 1521 0,'-4'4'300'15,"0"1"2"-15,-2 2-19 0,0 0-14 0,2 0-46 0,0 0-39 0,2 0-29 16,1-1-22-16,0-1-18 0,1-2-18 0,1 1-15 0,1-2-17 15,2 0-7-15,1-1-10 0,0-1-11 0,2-1-6 0,1-1-10 0,1-1-7 16,1 0 2-16,0-1-6 0,1 1-1 0,0-2-5 0,1 1-2 16,0 2-2-16,-1 0 0 0,1 3 0 0,-1 2-2 0,-1 1-4 0,1 2-1 15,-1 2 1-15,-1 0-12 0,0 0-6 0,-1-1-3 0,-2 0 4 0,-1 0 7 16,0 1 7-16,-2 0 5 0,1 1-25 0,-1-1-4 0,-1 0 4 16,-1-2 3-16,1 2 24 0,-1-1 0 0,1 0 2 0,-1-1-4 0,2 0 4 15,0 0 6-15,0-1-1 0,1 0 7 0,2 0-1 0,1-1 1 16,0 0-5-16,1 1 7 0,1 0-3 0,0 1-3 0,-1 2-2 0,2 0 2 15,0 1-3-15,1 0 5 0,0 1 2 0,-1 2-8 0,-1 4 3 0,-1 1 3 16,-1 2-2-16,-2 3 15 0,-2 0 2 0,-2 0 3 0,-2 1 1 16,-1-2-7-16,-3 0 0 0,-2 1-6 0,-2-1-2 0,-1 2 2 0,-3 0-4 15,-1 0-2-15,-2 1-2 0,0 0-6 0,-2-1-2 0,-2 0-4 0,0-2-28 16,-1 0-8-16,0-1-27 0,0-1-19 0,-1-3-36 0,0 0-70 16,2-2-88-16,1 0-116 0,0-3-186 0,2 0-132 0,0-1-371 0</inkml:trace>
  <inkml:trace contextRef="#ctx0" brushRef="#br0" timeOffset="-15142.87">19597 3252 1888 0,'1'3'312'0,"0"0"-4"15,2 1-64-15,1-1-20 0,1-1-22 0,3 0-28 0,1 0-35 0,1-1-31 16,2-1-22-16,2 0-15 0,2-1-17 0,1-1-8 0,1 0-15 15,-1 0-9-15,0-2-5 0,0 0-7 0,-1-1 10 0,-1 0-3 0,0-2-5 16,-1 0-2-16,0-1-24 0,-2 0-25 0,0-2-37 0,0 2-72 16,-1-3-85-16,-1-1-93 0,0-2-143 0,-1-1-217 0,1 0-201 0,0-4 41 15</inkml:trace>
  <inkml:trace contextRef="#ctx0" brushRef="#br0" timeOffset="-12511.99">18124 4856 109 0,'-8'0'124'0,"-1"1"-23"15,-1 1 6-15,2-1-3 0,1-1-9 0,2 0-5 0,0 0-3 16,0 0 6-16,0 0 13 0,1 0 8 0,0-1 9 0,0 1 0 0,1 0 0 15,-1 0 3-15,1 0 9 0,-1 0 7 0,0-1-5 0,0 1-5 16,0 0-14-16,1 0-7 0,-2 0-2 0,1 0-9 0,-1 0 2 0,1 0-12 16,0 0-3-16,0 0-5 0,1 0-4 0,0 0-7 0,0 1-3 0,1-1-6 15,0 1-4-15,0 0-4 0,1 1-7 0,-1 0-1 0,2 1-9 16,-1 1-2-16,1 2-5 0,0 1-6 0,1 1 2 0,1 2-3 0,0 0-6 16,0 2-4-16,1 1-2 0,0 2-3 0,0 1-1 0,2-1-3 15,0 1-2-15,1 0 0 0,-1 1 2 0,1-2 1 0,0 0-16 0,1-2 0 16,1 0-3-16,1-3-3 0,-1 1 12 0,1-1 12 0,0-3-1 0,0-1 0 15,2-3-1-15,0-2-22 0,2 0-2 0,-1-3 4 0,0 0-11 16,-1 0 2-16,1-2-2 0,-1-1-8 0,0-1 16 0,0-2 1 0,-1-1 10 16,-1 1 18-16,0-3-2 0,0-2 6 0,-1-1-2 0,0-1-17 15,1 0 4-15,-2-2-2 0,1 0 2 0,-1 0 4 0,1 0-2 0,0 1-4 16,-1-1 7-16,-1 2-6 0,0 0 2 0,-1 2 5 0,-2 0-6 0,1 2 4 16,0 2-1-16,-1 1 1 0,-1 0 4 0,1 3-1 0,-1 2 4 15,-1 1-1-15,0 2-1 0,0 1 4 0,-1 3-2 0,1 1 1 0,-1 2 6 16,1 3-4-16,0 0-5 0,-1 3 4 0,0 1-3 0,0 2-5 0,0 0 3 15,0 3-4-15,0 3-4 0,-1-1 2 0,2 3-2 0,-1 3 0 16,1-2-14-16,-1 3-3 0,1-2 10 0,0 0-5 0,1-2 16 0,0-3-6 16,0-2-26-16,0-3-17 0,1-3-42 0,-1-2-38 0,1-3-46 0,-1-2-67 15,1-3-71-15,1-1-121 0,0-4-160 0,0-2-191 0,-1-3 95 16</inkml:trace>
  <inkml:trace contextRef="#ctx0" brushRef="#br0" timeOffset="-12338.99">18711 4701 1325 0,'-2'10'820'0,"-1"1"-610"16,-1 3 19-16,0 0-15 0,-1-1-12 0,1 1-41 0,0 0-33 0,-1-3-35 15,1 0-21-15,0 0-19 0,0-2-12 0,0 0-11 0,0-2-19 16,-1-2 0-16,1-1-7 0,0-2-2 0,0-1-11 0,0-1-19 0,1-2-32 16,0 0-37-16,2-1-44 0,0-3-56 0,2 0-60 0,2-2-75 0,0 0-124 15,1-1-162-15,1 0-362 0</inkml:trace>
  <inkml:trace contextRef="#ctx0" brushRef="#br0" timeOffset="-11938.99">18900 4535 1810 0,'0'-1'214'0,"2"0"9"0,0-1-23 15,1-1-12-15,2-1-22 0,0-1-37 0,2-1-18 0,0-1-26 0,-1 0-17 16,2-2-14-16,0 2-21 0,0-2-11 0,0 1-2 0,0 1 0 16,0 0-8-16,0 1 5 0,-1 1-3 0,1-1-14 0,0 2 4 0,-1 0-8 15,1 3 2-15,-1 0 2 0,0 2-9 0,0 0-5 0,-1 1-8 16,-1 3-3-16,1 1-13 0,-1 1-6 0,0 1 3 0,-1 1 7 0,0 1 8 16,0-1-2-16,-1-1-1 0,1 2-1 0,0 0 3 0,-1 0 15 0,2-1 1 15,-1 0 3-15,1-1-1 0,-1-1 4 0,1 0 7 0,0 1-4 16,0-1 6-16,2 0-4 0,0 0 0 0,1-1 5 0,0-1-2 0,0-1 2 15,-1 0 7-15,2-2 0 0,-1 1 4 0,1-1 6 0,-1 0-3 0,1 0 4 16,0 0 1-16,-2 0-1 0,2 1 1 0,-1-1-1 0,-1 1 0 16,-1-1-1-16,0 1-1 0,0 1-2 0,-1 0-1 0,-1 1-5 0,0 0 0 15,-1 1-6-15,-1 0-4 0,0-1 5 0,0 1-3 0,0 1-3 16,-1 0 5-16,0 0-5 0,-1 1-2 0,-1-1-2 0,0 1-3 0,0 0 1 16,-1 1-7-16,0 0-9 0,0 2-16 0,-2 1-20 0,0-1-24 0,-1 0-27 15,-1-1-41-15,0-1-37 0,-2 1-54 31,1 0-67-31,-1-1-93 0,0 1-52 0,1-2-26 0,-2 0-157 0</inkml:trace>
  <inkml:trace contextRef="#ctx0" brushRef="#br0" timeOffset="-11674.99">18353 5565 1625 0,'6'1'235'0,"1"-1"-18"0,3 0-11 0,1-3 5 0,3-1-14 16,3-3-32-16,3-2-28 0,3-2-39 0,1-1-21 0,2-2-13 0,1-3-18 15,0-1 2-15,2-1-10 0,2-2-7 0,1-1-5 0,2-1-12 16,1 0 5-16,-1 1-8 0,2 0-2 0,-1 1 0 0,1 2-7 0,-1-1 0 16,-1 1 2-16,-1-1-6 0,-1 2 7 0,0-1-1 0,0 1-4 15,0 0 0-15,-2 0-24 0,0 1-13 0,-4 2 1 0,0-1-17 0,0 1-10 16,-2 1-19-16,1 0-32 0,-2 2-23 0,-1 0-37 0,0 2-50 0,-2 2-32 15,-2 2-42-15,-1 2-50 0,-4 3-68 0,-3 1-63 0,-2 2-114 0</inkml:trace>
  <inkml:trace contextRef="#ctx0" brushRef="#br0" timeOffset="-11394.47">19100 5561 595 0,'-10'20'301'0,"0"0"-129"0,-1 5 27 0,4-6 15 15,4-7 16-15,2-1-12 0,1-3-34 0,3-4-36 0,2-2-29 0,2-3-19 16,1-2-4-16,3-3-13 0,1-1-10 0,1-1-6 0,0-1-5 15,1-2-7-15,2 0-2 0,0 0-5 0,-1-1-4 0,0 1-4 0,0 2-5 16,-1 0-7-16,-1 1-8 0,0 2-4 0,-2 0-4 0,-2 2-5 16,-1 2 2-16,-2 0-2 0,-1 1-3 0,-3 2-4 0,0-1 1 0,-1 2-2 15,0 1 4-15,0-1 1 0,0 3-1 0,0-1-3 0,-1 3 0 16,0-1 0-16,-1 2-1 0,1-1 1 0,1 2-2 0,0 1 4 0,0-1-2 16,1 1 1-16,1-1-1 0,1-1 0 0,0-1 0 0,1 0 0 0,2-1 0 15,1 1-1-15,0-2-3 0,1 0 4 0,0 0 2 0,1-1-4 16,1 0-2-16,1-1-1 0,-1 0-7 0,0-1 1 0,2-2-7 0,1 0-6 15,2-2-11-15,-1-1-9 0,0-1-6 0,0 0-7 0,-1-2-7 16,1-1-5-16,0-3-11 0,0 0-11 0,-1-2-16 0,0-2-28 0,-2-2-33 16,2-3-50-16,-1-1-65 0,0-2-68 0,0-2-48 0,-2-1-33 0,1-2-50 15</inkml:trace>
  <inkml:trace contextRef="#ctx0" brushRef="#br0" timeOffset="-11204.48">19810 4650 1475 0,'-5'5'374'0,"0"-1"-133"0,-1 2-3 16,2 0-27-16,2-3-20 0,0 2-33 0,1-1-29 0,2 0-31 0,0-1-20 15,2-2-20-15,1-1-8 0,1-1-12 0,2-1-9 0,0-1-5 0,1-2-10 16,1 0-3-16,1 0-4 0,0-1-1 0,1-1-2 0,0-1-4 16,1 1-4-16,1-1-11 0,-1-1-16 0,1 1-21 0,0 1-27 0,-1-1-29 15,1 1-37-15,-2 1-52 0,-1 0-71 0,0 2-77 0,-1 1-115 16,-1 3-124-16,-1 1-249 0</inkml:trace>
  <inkml:trace contextRef="#ctx0" brushRef="#br0" timeOffset="-11088.48">19866 4914 1201 0,'-6'20'551'0,"1"2"-364"0,0 4-9 0,4-4-37 0,2-5-13 0,0-1-23 16,2-4-35-16,2-2-30 0,2-3-21 0,2-3-19 0,1-3-20 16,1-3-36-16,1-3-61 0,2-2-74 0,2-2-99 0,0-2-142 0,2-2-132 15,0-2-156-15</inkml:trace>
  <inkml:trace contextRef="#ctx0" brushRef="#br0" timeOffset="-10340.22">20393 4203 441 0,'2'0'126'0,"0"2"-26"0,0 1 6 0,0 1 16 0,0-1 20 16,0 2 10-16,1-1-3 0,-1 0-13 0,0 1-11 0,0-1-10 0,-2-1 4 15,1 1 2-15,0-3-5 0,-1 2-3 0,0-1-5 0,0-1-9 16,-1 0-1-16,0 0-7 0,-1-1-10 0,0 0-3 0,-1 0-8 0,0-1-6 15,0-1-8-15,-1 0-5 0,-1-1-6 0,-1 1-8 0,0-1 0 0,-2 0-4 16,1 0-3-16,-2 1-4 0,-1 1-5 0,1 1-6 0,-1 2 1 16,-1 2-7-16,1 1 3 0,-1 2-1 0,0 2-6 0,1 2 6 0,0 3-2 15,-2 2 0-15,0 2 0 0,2 3-6 0,0 4 1 0,2 2-2 0,0 3-11 16,0 0-6-16,1 3 5 0,2 0-5 0,2 1 15 0,1 2 6 16,1-2-5-16,1 0 3 0,2-1-2 0,1 0-4 0,1 0 0 0,2-1 2 15,2-2 0-15,0-1 4 0,1-4 1 0,1-2-7 0,2-2 6 16,2-3-4-16,1-2 2 0,0 0 1 0,1-3-3 0,1-2 2 0,1-2 0 15,0-2 0-15,2-2 3 0,-1-2 2 0,-2-3 2 0,2-2 18 0,-2-3 8 16,-2-1 9-16,0-2 13 0,-1-2-7 0,0-1 0 0,-3-2-1 0,-1-1-11 16,-2 0-2-16,-1 1-4 0,-2-1-1 0,-4 0-10 0,-1 0-2 15,-4 0-3-15,-2 0-8 0,-3-1 3 0,-3 1-9 0,-2 1 2 0,-1-1-4 16,-3 0 2-16,2 1-8 0,-3 1-5 0,1 2-3 0,1 3-11 16,-1 3-6-16,0 1-15 0,0 1-30 0,2 1-27 0,-2 1-33 0,1 2-53 15,1 1-72-15,-1 1-138 0,1 1-208 0,0 1-167 0,0 3-115 0</inkml:trace>
  <inkml:trace contextRef="#ctx0" brushRef="#br0" timeOffset="-8390.87">5857 3587 817 0,'-5'6'353'16,"0"0"-167"-16,0 3 24 0,2-1 0 0,1-1-7 0,2 0-28 0,0-1-35 16,3 1-13-16,2 0-10 0,2 0-7 0,2 1-5 0,-1-1-9 15,2 1-7-15,-2-1-9 0,2 0-14 0,0-1-3 0,0 1-12 0,1 1-5 16,0 0-10-16,1 1-11 0,0 2 2 0,1 0-7 0,-2 1 7 15,1 0-2-15,1 1-3 0,-1 0-2 0,2-1-7 0,-1 0-13 0,-1 1-2 16,2 0 1-16,1 1-1 0,2-2 22 0,-1 2-3 0,-1-2-1 16,0 0-1-16,-1 0-15 0,0-2 6 0,0 1-3 0,0 0-1 0,0-1-2 15,0 0 2-15,-2 0-2 0,1-2 4 0,-1 0-2 0,-2 0-6 0,-1-2 4 16,-1 0 2-16,-1-1 0 0,-2 0 7 0,1-1-9 0,-2 1 2 16,-2-2 5-16,0 0-3 0,-2 1 5 0,-2-1 1 0,1-1 1 0,-3 1-2 15,0 0-1-15,-1-1-1 0,-2 0-5 0,-2 0 0 0,-3 0 6 0,-1 0-7 16,-2 0 1-16,1-1 0 0,-3 0 0 0,-1 0 0 0,1 0 4 15,-1 0-4-15,-1 0 1 0,1 0-3 0,0 0-3 0,2-1-7 0,0 0-5 16,0 0 0-16,3-1-13 0,-1-1-8 0,0-1-15 0,2-2-23 16,0-1-20-16,0-2-31 0,2-1-36 0,0-2-34 0,2 0-39 0,0-3-67 15,1-2-110-15,3-1-137 0,0-4-53 0,2-1-7 0</inkml:trace>
  <inkml:trace contextRef="#ctx0" brushRef="#br0" timeOffset="-8216.87">5988 3503 1432 0,'2'2'325'0,"0"0"-79"0,1 1-9 0,0-2-37 0,1-1-21 0,1-1-32 16,4 0-30-16,1-1-21 0,0-1-17 0,1 0-18 0,0-1-3 0,0-1-11 15,2-1-7-15,0 0-14 0,0 0-13 0,0-2 1 0,-1 0-12 16,3 0 2-16,-2-1-2 0,-1-1-10 0,1 1-10 0,-3 0-19 0,2 0-29 16,-2 1-44-16,1 1-34 0,0 1-46 0,-1-1-57 0,1 0-58 15,0 0-89-15,-1 1-127 0,3 1-381 0</inkml:trace>
  <inkml:trace contextRef="#ctx0" brushRef="#br0" timeOffset="-8063.87">6591 3553 1922 0,'-1'11'296'0,"0"0"-90"0,-1 4 11 0,0-1-27 0,1-4-35 0,1 1-43 16,-1-3-30-16,1 0-22 0,-1-2-13 0,0 0-15 0,0-1-14 15,0-1-3-15,-1-2-12 0,1 0-8 0,-2-2-28 0,0-1-44 0,2-1-65 16,-1-2-77-16,0 0-84 0,1-2-143 0,0-1-166 0,1-2-236 0</inkml:trace>
  <inkml:trace contextRef="#ctx0" brushRef="#br0" timeOffset="-7691.31">6774 3134 1644 0,'-4'7'374'0,"-1"1"-139"0,0 3 25 0,0 0-41 15,3 1-25-15,1 0-52 0,1 1-35 0,0 2-18 0,1 0-12 16,2 3-3-16,0-1-15 0,1 0-7 0,0 1-21 0,1 0-8 0,1-1-6 16,1 2-10-16,1-2 3 0,0-2-1 0,0 0-2 0,0-2-3 15,2 0 4-15,-1-2-8 0,2-3 0 0,0 1-4 0,-1-2-4 0,2-1-16 16,1-2-19-16,0-1-5 0,1-1-24 0,-2-2-1 16,1-2-3-16,1-1-4 0,0-2 4 0,0-2 10 0,-2-1 19 0,1-2 18 0,-2 1 15 15,0-3 11-15,-1-1 5 0,-2 0-1 0,1 0 3 0,-1 1 3 0,-1-1 1 16,1 1 11-16,-2 0 12 0,-1 1 12 0,0 2 19 0,-1 1 6 15,-2 0 7-15,0 3-2 0,0 0-8 0,-2 2-6 0,0 0-13 0,1 2-10 16,-1 2-4-16,1 1-4 0,-1 2-7 0,1 2 3 0,1 1-7 16,-1 3 1-16,1 1-1 0,0 2-2 0,0 2-3 0,1 1-1 0,1 0-3 15,-1 1-2-15,1 2-1 0,-1 1-9 0,2 2 4 0,-1 2 0 0,1 0-3 16,0 3 3-16,1-1-8 0,-1-1-9 0,2 0-16 0,0-2-28 0,1 1-38 16,1 1-60-16,-1-2-49 0,0 1-67 0,-1-1-93 0,-2 0-157 15,2-1-125-15,-2-4-107 0,-1 0 211 0</inkml:trace>
  <inkml:trace contextRef="#ctx0" brushRef="#br0" timeOffset="-7441.31">6257 4732 1391 0,'-3'13'385'16,"1"1"-188"-16,1 2 2 0,1-5-34 0,2-4 9 0,4 0-21 0,1-4-19 15,3-1-12-15,2-3-13 0,2-2-5 0,4-4-11 0,2-2-14 16,3-4-11-16,3-2-9 0,3-2-13 0,5-2-4 0,4-3-14 0,-1-1-2 16,3 0 4-16,0-2-7 0,1 0 3 0,1-2 6 0,1 0-24 15,0 0 5-15,0-1 12 0,0 1-12 16,2 0 16-16,-3 0-8 0,0 0-13 0,1 1 0 0,-1 0-5 0,0 2 1 0,-2 3-2 16,-2-1-6-16,-2 3 8 0,-1 1-4 0,-2 1-4 0,0 2 4 0,-4 2-5 0,1 1-7 15,-5 0-7-15,0 2-12 0,-3 2-26 0,-4 1-17 0,0 3-30 0,-4 1-36 16,-1 2-37-16,-3 3-57 0,-3 1-71 0,-2 2-111 0,-3 3-175 0,-2 2-110 15,-3 3-47-15</inkml:trace>
  <inkml:trace contextRef="#ctx0" brushRef="#br0" timeOffset="-7124.31">7125 4892 1369 0,'15'-7'300'0,"0"-1"-127"0,4-3 7 0,-1-1-12 15,-2 2-6-15,2-1-28 0,0 1-28 0,1 1-12 0,1-1-5 16,-1 0-8-16,-1 3-9 0,0-1-4 0,-2 2-15 0,-1 1-4 0,0 2-14 16,-1 1-11-16,-2 2-8 0,-3 2-4 0,-1 3-1 0,-1 1 0 15,-1 3-2-15,-2 0-2 0,-2 3 0 0,0 0-5 0,-1 2 3 0,-1 0-3 16,-1 1-1-16,0 1 3 0,-1 0 1 0,0 0 1 0,0 0 1 0,-1 1 3 16,0 1 16-16,1-1 2 0,0 0 16 0,1 0 3 0,1-1-3 15,1 0 0-15,1-1-7 0,2-1-7 0,1-1-20 0,2-2-1 0,1-4-11 16,1 1 6-16,1-1 7 0,2-2-3 0,1-1 1 0,0-3-9 0,1 0 6 15,0-2-3-15,1-2-3 0,1-1 4 0,1-2-6 0,0-2 12 16,0-1-14-16,0-2-13 0,-2-3-20 0,3-2-45 0,0-2-27 0,0-1-36 16,-1-3-48-16,1-1-64 0,-1-2-80 0,0-2-112 0,-2 0-135 15,1-4-76-15,0 0 29 0</inkml:trace>
  <inkml:trace contextRef="#ctx0" brushRef="#br0" timeOffset="-6952.31">8141 3866 1973 0,'-2'-1'254'0,"-2"1"-17"0,-1 0-36 0,2 0-37 16,0 1-28-16,3 0-29 0,0 0-23 0,0 0-8 0,2 0-14 0,0 0-6 15,1 0-13-15,0 0-6 0,2-2-11 0,-2 0-10 0,4-1-5 16,-1 0-5-16,1-1-3 0,1 1-1 0,0-1 0 0,1 0-9 0,0 0-1 16,-2-2-17-16,3 1-5 0,1 1-10 0,0-2-23 0,1 1-18 15,-1 1-42-15,-2-1-39 0,1 1-50 0,-1 1-66 0,1 1-83 0,-1 1-112 16,0 2-109-16,0 1-202 0</inkml:trace>
  <inkml:trace contextRef="#ctx0" brushRef="#br0" timeOffset="-6823.31">8272 4059 1917 0,'-5'15'305'0,"1"4"-36"0,0 4-54 0,1-2-40 0,1-2-39 16,2-1-45-16,1-3-22 0,2-2-18 0,0-2-10 0,0-3-11 0,2-1-8 16,1-3-8-16,1-1-6 0,1-3-7 0,1-2-10 0,1-2-16 0,0-2-27 15,0-3-45-15,1-1-39 0,2-3-42 0,0-1-57 0,1-3-56 16,-1-3-97-16,1 0-117 0,1-3-65 0,0 1-103 0</inkml:trace>
  <inkml:trace contextRef="#ctx0" brushRef="#br0" timeOffset="-6552.8">7173 3158 1150 0,'-6'-1'156'16,"1"-1"35"-16,-2 2 2 0,2 1-25 0,0 1-29 0,1 3-37 0,1 1-31 15,0 3-16-15,1 1-18 0,-1 3-11 0,2 2-7 0,0 4-10 16,1 3 5-16,1 1-7 0,0 3-7 0,2 2-3 0,0 2-10 0,1 2-25 15,1 2-32-15,0 3-53 0,1 4-57 0,2 2-84 0,-1 2-65 0,3 3-54 16,0 3-134-16</inkml:trace>
  <inkml:trace contextRef="#ctx0" brushRef="#br0" timeOffset="-4826.05">8810 3477 915 0,'-4'0'205'0,"1"1"31"0,-1 1 28 16,2-1-18-16,0 1-16 0,1-1-26 0,0 1-29 0,1-1-12 15,1 2-15-15,0-1-14 0,1 1-10 0,0 1-12 0,1 1-10 0,1 0-12 16,0 1-15-16,1 2-11 0,1 3-14 0,2 0-5 0,0 2-8 0,2 1-5 16,0 0-2-16,0 2-7 0,0 2-2 0,-1 0-5 0,1 2-9 15,0 0 3-15,-1 0-6 0,0 3-3 0,0 0 7 0,-1 1-6 0,0 0-2 16,0 0 0-16,-1-3-15 0,1 0-12 0,-1-3 4 0,-1-2-19 16,1-1-20-16,-2-2-18 0,1-1-49 0,0-3-31 0,-1-2-46 0,-1-2-53 15,0-1-58-15,-2-2-100 0,1-2-110 0,-2-1-113 0,0-2-47 0</inkml:trace>
  <inkml:trace contextRef="#ctx0" brushRef="#br0" timeOffset="-4538.05">9194 3459 1115 0,'3'1'444'16,"0"2"-217"-16,0 1 35 0,-1 4-27 0,0 2-51 0,0 3-32 16,0 1-28-16,1 3-25 0,1 2-11 0,-1 0-12 0,1 0-14 0,0 2-6 15,0-1-12-15,0 0-11 0,0 0-4 0,2 1-6 0,0-2-5 0,2 0-6 16,-1 0 3-16,0-3-8 0,1 0 4 0,0-1-8 0,0-1-1 15,-1-3 0-15,1-1 1 0,-1-2-8 0,1-3 3 0,1-1-1 0,0-3-6 16,1-1 19-16,-1-3 3 0,1-1 1 0,-1-2 5 0,1-3-10 0,-1-1 1 16,-1-3 3-16,0-3 0 0,-3-2 2 0,1-1-4 0,0-2 1 15,-1 0 1-15,1 0 0 0,-2-1 4 0,-1 0 3 0,-1 2 4 0,-1-2 8 16,-3 0 9-16,-2 1-1 0,-4-1 5 0,-3 1 3 0,-1 1-4 16,-5 2 0-16,-2 1-7 0,-3 2-8 0,0 1-4 0,-2 1-3 0,-2 2-4 15,-2 2-5-15,-1 2 1 0,-4 2-8 0,1 2 0 0,-3 4-2 0,1 3-6 16,-2 2 2-16,-1 5-8 0,-1 3-8 0,-1 4-9 0,2 2-20 15,0 6-21-15,2 4-23 0,1 2-36 0,1 2-50 0,4 2-88 0,2 0-135 16,3 2-291-16,2 1-214 0,2 1-18 0</inkml:trace>
  <inkml:trace contextRef="#ctx0" brushRef="#br0" timeOffset="33263.54">20329 3743 131 0,'-14'0'58'0,"0"2"1"0,-5 1-3 16,5 4-24-16,0 0-6 0,0 5-6 0,0 3-7 0,0 2-6 0,0 1-2 15,0 4-1-15,0 3-8 0,0 2-2 0,0 3 0 0,0 2-2 0,0 1 5 16,-1 0-4-16,3 1-2 0,-1 1 2 0,0 0-2 0,1 0 3 16,-1-2 1-16,1 0 0 0,1-5 3 0,-1 0 8 0,1-2 3 0,0-1 7 15,1 1 2-15,0-2-3 0,0 2 0 0,2-1-3 0,0 0-2 16,1 0-3-16,-1 1-1 0,1 2-3 0,0 1 1 0,-1 2 4 0,1 0-3 15,-1 1 2-15,-1 1-3 0,0 0-1 0,0 4 3 0,0 0 0 16,-2 2 2-16,1-1-1 0,-1-1 4 0,1 0 3 0,1-1 6 0,1 1 5 16,0-2 3-16,1-2-6 0,3 0-2 0,2-2-3 0,2 1-7 0,2-2 4 15,2-1-7-15,2-1-5 0,3-4 3 0,2-1-4 0,2-3 2 16,3 0 0-16,1-1 1 0,1-3-1 0,4-3 0 0,0 0 0 0,0-2-3 16,3-1 0-16,-1-3 3 0,3-2 0 0,-1-2-1 0,0-3 3 0,2-2-2 15,-1 0-3-15,3-4 6 0,-3 0-5 0,1-1 3 0,-2-1 1 16,1 0-5-16,1 0 3 0,-1-1-1 0,1 2-1 0,-2-2 2 0,-1 0-3 15,-2 1 2-15,0-1 2 0,1-1-1 0,-2 1 1 0,2 0-2 16,-1-2 0-16,-2 0 2 0,0-2 0 0,-2-1 0 0,2-1 0 0,-2-2 0 16,0-1 0-16,-2-2 0 0,0 0-1 0,0-1 0 0,-3 0 0 15,2-1 7-15,0-2 2 0,-1-2 3 0,0-3 5 0,0 1-5 0,-1-3 3 16,-1 1-4-16,-1-3 0 0,-2 0 0 0,-1-3-4 0,0-1-2 0,-2 0 3 16,-1-1-7-16,-1 1 2 0,-2 0 0 0,-1 0-3 0,-2 0 2 15,-2-3 3-15,-1 4 3 0,-2-1 1 0,-1 1-2 0,-1 0-3 0,-1-2-2 16,-2 2-1-16,0 1 2 0,-2 2-3 0,-2 0-1 0,-2 3 2 0,-1 0-3 15,0 2-1-15,-2 0 4 0,-1 3-7 0,1 1 3 0,-2 3 0 16,-1 0 2-16,0 2 0 0,-1 1-4 0,0 1-1 0,-2 1-6 0,-1 1 2 16,0 2-2-16,-2 3-2 0,0 2 2 0,-2 1-5 0,1 3-3 0,-3 2-2 15,-1 1-4-15,-3 1-5 0,0 2 1 0,1 1-1 0,-1 1-2 16,0 1-6-16,0 1-9 0,1 2-15 16,-1-1-4-16,2 1-7 0,0 1-4 0,2 0-3 0,2-1-7 0,3-1-51 0,2-3-35 0</inkml:trace>
  <inkml:trace contextRef="#ctx0" brushRef="#br0" timeOffset="33941.66">20098 2342 289 0,'-7'1'112'16,"-1"0"-43"-16,0 1 4 0,3 0-24 0,3-2-5 0,1 0-11 15,1 0-8-15,1-1-4 0,1 0-2 0,1 0 0 0,3 0 2 0,2-2-3 16,-1 1-1-16,4-1-2 0,1-1-1 0,2 0 0 0,1 0-3 0,2 0 2 15,1 0 0-15,2 0-1 0,-1 0 3 0,3 1-6 0,1-1 2 16,1 2 2-16,3 1-3 0,-2 0 2 0,2 1 0 0,-1 0-2 0,-1 1 0 16,1 0 3-16,0 1-1 0,1 1 1 0,-1-1 4 0,1 3-1 0,0-1 2 15,-1 1-5-15,1 1 2 0,-1-1 2 0,-1 2 0 0,0 0 4 16,0-1-1-16,0 2-1 0,-1 1 2 0,1 1-1 0,-1 0 0 0,0 1 0 16,1 1-1-16,-1 0 0 0,2 2-2 0,-2 2 2 0,0 0-1 0,-2 1 0 15,-1 3 2-15,-2 1-4 0,-1-1-1 0,-5 3-1 0,0 1 1 16,-3-3-1-16,-1 4 4 0,-3-2-15 0,-3 2 0 0,-4 3 11 0,-5-1-3 15,-2 3 23-15,-4-1-4 0,-2 3-7 0,-2-1-1 0,-4 2-8 16,-4-1-3-16,-2-1-2 0,-3-2 0 0,-1 0-1 0,-3-5 0 0,2 0 1 16,0-2-4-16,-2-1 1 0,1 0-2 0,-1-3 3 0,0 0-3 0,-1-3 8 15,1-1-1-15,-2-4-1 0,2 0 3 0,-3-1-16 0,3-4-2 16,-1-1 4-16,1-2-9 0,3-2 16 0,-2-2-1 0,1-3 2 0,0-1-1 16,1-3-3-16,-1-1 0 0,3-3-5 0,-1-2 4 0,1-1-4 0,1-1 1 15,1-3 1-15,1-1-3 0,0-1-2 0,3-3 0 0,1-2-6 16,1 0-5-16,3-4-6 0,2-1-18 0,2-4-22 0,3 1-45 0,1-3-41 15,3-3-24-15,2-2 6 0,3-3 3 0,4-7-29 0,5-8-267 0</inkml:trace>
  <inkml:trace contextRef="#ctx0" brushRef="#br0" timeOffset="48841.78">11969 3555 500 0,'0'-2'-1'0,"1"-1"0"0,0 1-2 0,1-1-1 0,-1 2-1 15,0 0-1-15,0 0 1 0,0 1 1 0,0 0 4 0,0 0 0 0,0 0 4 0,0 0-1 16,-1 0 1-16,1-1 0 0,-1 1 2 0,0-2-2 0,0 1 2 0,1-2-1 15,-1 0 1-15,0-1 1 0,0-1-1 0,0 1 4 0,1-1-1 16,-1 2 0-16,0-2 1 0,-1-1-1 0,1 1 0 0,0-2 1 0,0 1-1 16,0-2-1-16,0-1-1 0,-1 0-1 0,1 0-3 0,-1-1 1 0,1 0-1 15,0 0 3-15,1-1 0 0,0-1 4 0,1 0 3 0,2-1 3 16,0-1 6-16,3 0 5 0,2 0 4 0,2-3 2 0,3-1-1 0,2 0 1 16,3 0-2-16,4-1-1 0,4 0 0 0,6 0-3 0,3 1 2 15,3-1-2-15,2 1-3 0,3 2 0 0,1-2-8 0,4 0-2 0,2 2-2 16,1-1 0-16,1 0-5 0,2 1-1 0,1 2-2 0,1-1-1 15,1 1 1-15,-2 0-1 0,0 1 3 0,1-2-1 0,-1 2 0 0,0-1 6 16,2 0-1-16,0 1 5 0,3-3 7 0,1 0 6 0,3 1 5 0,2 2 7 16,0-1 1-16,2 2-1 0,3-1-3 0,6 1 3 0,6 1-9 0,1-1-4 15,4 2-5-15,-2 1-7 0,-2 1-6 0,-1 3-1 0,-4 1-1 16,0 2-7-16,0 1 4 0,-2 1-4 0,2 2 4 0,-1-1-3 16,-1 2 2-16,0 2 4 0,0 1 2 0,-1 1 6 0,-2 0 3 0,0 1-1 15,0 2 1-15,0 1-1 0,-3 0 0 0,2 1 0 0,-3 0-4 0,-1 1 1 16,0 1-4-16,-1 0-5 0,0 1 4 0,1 1-2 0,2-1 1 0,0-2-1 15,0 0-3-15,-7 0 0 0,-8-2 4 0,-6-2 1 0,-6-1-4 16,-2 2 2-16,0 0-5 0,-2 2 0 0,2 2 6 0,1 1 2 0,-1 3 5 16,2 2-1-16,-2 1-6 0,-1 3-3 0,-4 0-10 0,0 3-9 0,-1 4 0 15,-1 4 4-15,3 5 7 0,0 3 7 0,-1 1 3 0,0 3-2 16,-3 4-6-16,-3-1-1 0,-4 1-3 0,-4 1-2 0,-2 0 4 16,-3 1-7-16,-1 1-16 0,-3 1 1 0,-1 0-2 0,-5-1 6 0,0-1 18 0,-2 3 0 15,-2 0 5-15,-2 1 0 0,-2 0 2 0,-1 0 3 0,-2 1 4 16,-2 0-3-16,0 2-6 0,-3-1 1 0,-1 0-4 0,0 0-1 0,-3 1 5 15,0-1-2-15,-1 0-3 0,-1-3 2 0,1-2-3 0,-3-1 2 16,0 0-6-16,0-1 4 0,0 0 3 0,-2-2-4 0,-2 1 11 0,0-2-8 16,-1 2-2-16,-2-1 6 0,-1 0-9 0,-2 1 5 0,-2-2-6 0,-3 0-1 15,0-1 6-15,-2 0-11 0,-2 0 9 0,-1-2-4 0,-2-2 4 16,-2 0 7-16,0-2-10 0,-2-2 6 0,-2-1-2 0,2 0 3 0,-2-2 4 16,-1-2 5-16,0-5 2 0,-2 0-6 0,0-5 4 0,-3 1-5 0,-2-5 4 15,-1 0 7-15,-3-3-6 0,-4-4 4 0,-2-3-5 0,-4-2-2 16,-4-4 2-16,-3-4-7 0,-5-3 4 0,-6-3-1 0,-4-4 0 0,-6-2 3 15,-3-3-5-15,0-2-4 0,-3-1-3 0,0-1 2 0,-2 0-1 16,-4-2 7-16,2 1 1 0,2 0-4 0,3 0 4 0,3-1 1 0,3 0 2 16,3-3 5-16,5 0 2 0,3-3 6 0,4-1 2 0,3 1 3 0,3-2 3 15,3-1-4-15,1-2-3 0,2 0-7 0,4-2-5 0,3 2 4 16,1-4 2-16,2 1 1 0,1-1 6 0,2-4-6 0,2-1 4 0,3-1 5 16,1-5-2-16,1-3 5 0,4-5-1 0,2-2-1 0,3-3-1 15,5-2-8-15,3-1-2 0,4-4 0 0,1 1-4 0,3-1 1 0,1-1-12 16,1-2-9-16,3-1-9 0,-1 0-2 0,3-2-1 0,1 3 1 0,1 0 7 15,2 1-10-15,1 1-2 0,1 3-13 0,2-1-21 0,1 3-25 16,1 2-38-16,2 1-49 0,0 4-63 0,1 0-55 0,-1 4-72 0,-2 1-278 16</inkml:trace>
  <inkml:trace contextRef="#ctx0" brushRef="#br0" timeOffset="122751.17">4519 5100 1251 0,'-14'-16'317'0,"-1"-2"-289"0,-2-5-13 0,1 5-9 0,2 1-4 0,1 1-2 16,1 2-24-16,-3 3-27 0,-1-1-26 0,0 3-22 0,-1 1 12 0,-2 1 22 16,0 1 21-16,-2 0 24 0,-1 2 11 0,-1-1 10 0,0 0 8 15,-2 0 6-15,0 0 4 0,0-1 5 0,-1 2-3 0,-2-1 3 0,-3 1-2 16,0-1 0-16,-3 1 3 0,1-1-3 0,-1 1-2 0,-1 1-4 16,1 0-8-16,-2 1-1 0,0 1-4 0,0 0-6 0,-2 3-2 0,0 0 3 15,-2 0-5-15,0 1 6 0,0 2 1 0,0 1-4 0,1 2 1 0,1 1 0 16,0 2 1-1,1 0 0-15,0 0 3 0,3 2 0 0,0 2 5 0,3 0-1 0,0 1 2 0,2 1 3 0,-1 1-2 0,2 2 2 0,0-2-9 16,3 2 7-16,1-1 5 0,2 0-3 0,1 3 6 0,0 0-8 0,4-1-4 16,0 2 1-16,-1 1 0 0,2-2-1 0,2 2-3 0,1-2 1 15,3 2 4-15,1 0 0 0,3 0 3 16,1 1 1-16,1-1 1 0,1 0 3 0,1 1 1 0,1-1 0 0,2 2-1 16,0 0-3-16,1 3-2 0,1 0-1 0,3 1 1 0,1-1-6 0,0 2 1 0,1-1 1 0,1 2-4 15,1 0 9-15,1 2-2 0,2-2-4 0,2 0 3 0,0 0-3 0,-1 1 5 16,4 0 0-16,2 0-3 0,1-1 0 0,2 0-9 0,1-3 2 15,0 1 3-15,2-3 5 0,2 1 10 0,2-1 0 16,-1-2 8-16,3-1 5 0,1-3 1 0,1-1 5 0,3-2-1 0,2-1 2 0,1-1 0 0,2 1-3 16,-1-3 1-16,0-1-8 0,2 0 0 0,3-2-2 0,2 0-2 15,0-1 0-15,-1-2-3 0,1 1-3 0,0-1-1 0,-1 0-4 16,2-1 1-16,-1 0 5 0,-1-1-3 0,0-2 1 0,-1-2 1 0,-2-1-2 0,1-1-2 16,1-2 2-16,-2 0 1 0,1-1-3 0,-1-2 1 0,0-1-2 15,-2-1 2-15,-2-1 0 0,1-2-3 0,-2 0 0 0,1 0 0 0,-1-2 1 16,-3-1 5-16,0-1-3 0,-2-1-1 0,-1-1-2 0,1-2 8 15,-3-1 1-15,-1-2-7 0,-1 0 2 0,-1-3-6 0,0 1-2 0,-3-2 10 16,0 1 2-16,-1-2-6 0,-1 0 4 0,-2 0-3 0,-4 0 1 0,0 0-1 16,-2-2 3-16,-1 1-6 0,-3-2 4 0,1 1-3 0,-2 0-6 15,-1-1 1-15,-2 2-4 0,-3-2 4 0,-1 1-2 0,-2-1-4 0,-3 0-1 16,-2 0 7-16,-4 1 1 0,-1-2 2 0,-1 1 4 0,-4-2-6 0,0 0-1 16,-1 0-4-16,-3 1-1 0,-1 0-2 0,-1 0 2 0,-2-2-1 15,-2 1 4-15,-1-2-5 0,-2 0-3 0,0 2 1 0,-1 0 16 0,-1 0-1 16,-2 2 1-16,0-2-1 0,-4 1-20 0,1 0 1 0,-1 2 9 15,-4-1-1-15,-1 3 3 0,-2 0-2 0,-1 1-10 0,0 4 1 0,-1 0 2 16,-2 2-1-16,0 2-2 0,-2 2 6 0,0 3-1 0,-1 3-3 16,-1 2 2-16,1 3-11 0,1 2-8 0,-1 4-3 0,-1 1-8 0,-2 3-14 15,2 2-9-15,1 3-24 0,2 4-31 0,1 2-39 0,0 4-63 0,0 6-67 16,1 2-75-16,1 4-67 0,-1 3-71 0,5 5 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1:52:05.1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7464 7455 167 0,'-21'2'5'15,"0"1"7"-15,-3 2-6 0,4 2 0 0,3 1-3 0,4 0 0 16,0 3-2-16,0 1 0 0,1 2-1 0,-1 2-1 0,0-1-2 0,-1 2 1 16,0 0 0-16,0-1 0 0,0 2 4 0,1 0-2 0,-3-1 0 0,2 0 0 15,-1 1-6-15,1 1-2 0,0-1-2 0,-1 1-1 0,1 0-4 16,1-1-115-16</inkml:trace>
  <inkml:trace contextRef="#ctx0" brushRef="#br0" timeOffset="685.66">7403 7958 377 0,'-15'-17'-3'0,"-1"-1"62"0,-3-2-1 0,5 3 4 0,3 2-12 0,1 2-3 15,2 1-12-15,1 2-7 0,2 1-11 0,-1 2-10 0,2 2-4 0,0 1-5 16,-1 1-4-16,1 1-2 0,-1 1 1 0,1 0-1 0,0 1 0 16,-2 0 1-16,1 1 1 0,-2 0-2 0,1 0-1 0,0-1-2 0,1 0-4 15,1 0-1-15,1-2 1 0,0 0-1 0,1-1 2 0,0-1 3 0,1 0 2 16,0-2 6-16,1 0-1 0,1-2 3 0,1-2 1 0,2-2-2 16,1-1 6-16,1-1-2 0,1-4 2 0,2 1 8 0,1-2 5 0,2 0 8 15,1-1 5-15,0-1 6 0,2 1 5 0,2-2 6 0,2 0 5 16,0 1 1-16,1-3-4 0,3 3-1 0,-1-1-5 0,2 2-4 0,1 1-3 15,2 2-6-15,1 2-5 0,3 0-7 0,1 2-6 0,3 1-3 0,0 0-3 16,6 2-1-16,1-1-2 0,3 2 1 0,4 1-4 0,0-1 0 16,-1 2 0-16,0 0-2 0,1 2 3 0,0 0-3 0,1 1-1 0,-2 1 0 15,-1 1 0-15,-2 1 2 0,0 3 0 0,-1 1-1 0,-2 2 1 0,0 1-5 16,-2 2 3-16,-3 2 0 0,2 0 0 0,-4 3 2 0,-1 0-2 16,1 2-1-16,-2 2 6 0,-1-1 1 0,-1 3 0 0,0 0-1 0,-2 1-2 15,0 3-2-15,-3 2-2 0,-1 0-1 0,-2 2-2 0,-5 0-4 0,-2 2 1 16,-4-1 8-16,-2 2 2 0,-4 2 5 0,-3 2 0 0,-5-2-3 15,-4 3-1-15,-4-1 1 0,-4 1 2 0,-6 1-1 0,-5 0 0 0,-7 1 0 16,-7-2 0-16,-6 2-4 0,-5 0-2 0,-7 1 0 0,-3 0 1 0,-2-3-1 16,-2-2-2-16,-2-3 13 0,1-3 0 0,0-1 8 0,2-2 3 15,0-2-12-15,0-1 2 0,1-1-3 0,1-2 2 0,2-4 4 0,1 0-3 16,3-3 2-16,2-2 0 0,2-1 1 0,3-3 2 0,3-1 2 16,0-1 0-16,1-1 1 0,2-1 4 0,1-1-1 0,1-1 4 0,0 0-2 15,2-2 0-15,0-1-1 0,1 0-3 0,2-2-2 0,1-1-3 0,2-1-2 16,1-1-5-16,3 1 1 0,3 0-5 0,3-1-2 0,4 2 3 15,2-1-3-15,3-1-2 0,1 0 2 0,2 0-5 0,4 0-2 0,1 1-14 16,3 0-19-16,3 0-24 0,4 0-32 0,1 1-29 0,6 1-24 16,3-1-22-16,5 2-8 0,2-1 8 0,8 0 23 0,3 2 43 0,6 1-121 15</inkml:trace>
  <inkml:trace contextRef="#ctx0" brushRef="#br0" timeOffset="1718.71">10002 7762 136 0,'-2'-18'19'0,"-1"-1"20"0,1-4 9 0,1 3 8 0,0 2-1 0,3 3-5 16,0-2 1-16,0-1-3 0,1 3 0 0,0 0 3 0,0 1-4 16,1 2-5-16,0 0-2 0,0 0-11 0,1 0-2 0,-1 1-4 0,0 2-6 15,1 0-2-15,1 1-6 0,0 2-4 0,1-1-2 0,0 1-4 0,1 0-1 16,0 2 0-16,1 0 1 0,0 1 0 0,1 0 0 0,2 0-1 16,0 2 1-16,1-1-1 0,0 2 0 0,1-1 0 0,1 1-2 0,1 0 2 15,-2 0 1-15,1 2 0 0,2 1-2 0,0 0 1 0,0 2-4 16,1 0 2-16,3 2 0 0,-2 0-1 0,3 2 1 0,1-1 0 0,-3 3-1 15,1 1 1-15,1 1-1 0,0 2-4 0,1 0 3 0,1 2 1 16,0 2 2-16,-1 1 11 0,-2 2 5 0,1 2-4 0,-1-1 3 0,-1 3-6 16,-1-1-2-16,-2 0 0 0,0 0 0 0,-2-1-3 0,-1 1 0 0,0 1 2 15,-3 1-5-15,-2-2 2 0,-2 1-1 0,0-2-1 0,-3-1 2 0,-1 1 0 16,-1 0 0-16,-3-2 0 0,0 0-2 0,-3-2 1 0,-1 0 1 16,-1-2 3-16,-1 1 3 0,-3-2-3 0,-2 0 2 0,-1-1 2 0,-3-3 2 15,0 2 9-15,-3-1 2 0,-1-2 1 0,0 0 0 0,-3-3-5 16,0 1-4-16,0-1-2 0,-2-1-1 0,-1-1 3 0,-2 0-1 0,-2 0-2 15,-1 0 2-15,-2-2-4 0,-4-1 4 0,0-1 0 0,-2-2 1 0,1-1 7 16,0-3 1-16,-1-1 6 0,0-1 5 0,0-2-2 0,-1-1-2 16,2-2 1-16,1 2-4 0,3-2-1 0,-1 0 2 0,2 2-12 0,2-2-3 15,2 1 0-15,4-1-3 0,0 1 12 0,2 0 1 0,3 1-2 0,0 2 4 16,3 0-3-16,3 2 2 0,4 1 0 0,2-1-3 0,1 1 0 16,1 0-4-16,2 0-7 0,1 2 3 0,1 0-5 0,1 1-3 0,0-1 2 15,1 1-3-15,0 0 0 0,0 0-2 0,1 0 0 0,0 0 0 0,1 1 3 16,0-1 1-16,1 0 2 0,0-2 3 0,1 1 0 0,2-1 1 15,-1-1-3-15,2 0-4 0,-1-2 1 0,1 1 1 0,1-1 2 0,0 1-1 16,-1-1-1-16,2-1-5 0,0 1-1 0,-1-1-4 0,-1 0-3 16,1-1-11-16,-1-1-21 0,1 0-14 0,-2 0-23 0,1 1-12 0,0-2-8 15,-2 0-10-15,0-1-3 0,0 0 0 0,-3 0 2 0,2 1-1 0,-1-1 2 16,-1 1 8-16,0-1 7 0,-1 1 18 0,0-1 18 0,-2 1 17 16,2 0 14-16,0 0 9 0,1 1-4 0,0-1-115 0</inkml:trace>
  <inkml:trace contextRef="#ctx0" brushRef="#br0" timeOffset="3853.14">11083 8382 297 0,'-11'-15'145'0,"2"1"-118"16,-3-3 8-16,4 7 0 0,4 2-3 0,1 1-8 0,2 1-8 16,0 1-6-16,1 1-9 0,0 1-5 0,0 1-1 0,1 2-3 0,-1-1-3 15,0 2-4-15,0-1 0 0,-1 1-1 0,1 0 2 0,-1 0 1 16,-1 0 1-16,0 0-4 0,0 0 3 0,0 0 1 0,-1 0 2 0,0-1 7 16,0 0 3-16,-1 1 2 0,0-2 2 0,0 1 0 0,-2 0 3 0,1-1 3 15,-1 1 2-15,-1 1 7 0,-1-1 4 0,0 1 3 0,1 1 4 16,1-1 0-16,2 1 3 0,0 0 1 0,-1 0 0 0,2 0-4 0,1 1 0 15,0 0-2-15,2 1 1 0,-1 0 0 0,2 1 2 0,0-1 2 16,1 2 0-16,1-1 4 0,0 0 0 0,1 1 0 0,1-1 4 0,2 1 2 16,1-1 4-16,1-1 7 0,1 0 5 0,1 1 0 0,-1-1 4 0,2 1-8 15,2-1-6-15,1 0 0 0,2 1-6 0,-1 0-4 0,4-1-4 16,1 0-8-16,1 1-7 0,3 0-3 0,0 0-2 0,2 0-2 0,1 0 8 16,1-1-3-16,1-1-2 0,0 0-3 0,3-1 1 0,0 1-3 15,2-2 2-15,1 1 0 0,0 0-4 0,0-1 2 0,-1 0 2 0,1 1 3 16,-2-1-3-16,-1 1 4 0,1 0-1 0,-3 0-2 0,2 1 3 0,-3-1 2 15,2 1 2-15,-2-1 6 0,0 0-2 0,0 0-2 0,0-1-2 16,-1 0-5-16,1 0-5 0,-1 0 0 0,0-2-4 0,0 0 1 16,0-1 2-16,-2-1-3 0,1-1 2 0,0-1 5 0,-2-1-5 0,2 0 6 0,-3-1-3 15,-1 0 3-15,0-1 9 0,-2 0 2 0,0-2 3 0,-3 1 2 16,0-1-4-16,-2 0-3 0,-2 3-1 0,-3-2-9 0,1 1-1 0,-2 0-4 16,-1 1-2-1,0-2-4-15,-3 2 2 0,-1 0 4 0,-1 0-3 0,0 1-1 0,-1-1 2 0,0 2-7 0,-2 0 1 0,1 1-1 0,-1 0-1 16,0 1-1-16,-1 0-1 0,-1 0 0 0,0 1-1 0,0 0-2 0,0 1 1 15,-1 0 2-15,1 0-3 0,0 0 0 0,-1 1 2 0,1 0-4 0,-1 1 5 16,0-1-3-16,0 1 1 0,0-1 4 0,0 1-1 0,0 0 2 16,1 0-6-16,-1 0 1 0,0-1 4 0,-1 1-4 0,1 0 8 0,-1 0-6 15,0 0 4-15,1 0-1 0,-1-1 2 0,1 0 1 0,0 0 0 16,0 1 0-16,0-1-3 0,1 0 0 0,-1 0-3 0,0 1 2 0,1-1 1 16,0 1-2-16,0-1 2 0,0-1-1 0,0 1 1 0,-1 0 1 0,1 0 2 15,0 1-1-15,-1-1-4 0,1 0-1 0,-1 1 5 0,1-1-5 16,0 0 4-16,0 0 1 0,0 1-2 0,-1-1 1 0,1 0-1 0,-1-1 0 15,0 0 2-15,1 0-2 0,-1 1 3 0,1-1-1 0,-1 0-4 0,1 0 4 16,-1 0-2-16,1 0 3 0,0 0 0 0,1 1-3 0,-1-1 0 16,0 1-2-16,-1 0 2 0,1 0 0 0,1 0-1 0,-1 0 1 0,0 0-2 15,0 0 2-15,0 1-5 0,0 0 4 0,0 0-1 0,0 1-4 0,0 0 4 16,-1-1-1-16,1 0-1 0,0 1 5 0,0-1 1 0,1 0-4 16,-1-1 2-16,0 1 0 0,1-1 0 0,-1 0 2 0,0-1-1 0,1 0-2 15,-2 0 4-15,2-1-6 0,-1 0 0 0,0 1 1 0,1-1 1 16,-1 0 1-16,0 0 1 0,0 0 1 0,-1 1-4 0,1-1 4 0,-1 1 1 15,0-1-3-15,1 0 1 0,0 1 2 0,-1 0-7 0,1 0 2 0,0 1-6 16,0 0 8-16,-1 0-1 0,1 0-2 0,-1-1 9 0,0 2-9 16,1-2 0-16,0 2 1 0,0-1-2 0,1 0-1 0,-1 0 2 0,-1 0 0 15,1 1 1-15,0 0 1 0,0 0-3 0,0 0-2 0,0 1-2 16,0-1 1-16,0 0-4 0,1-1-6 0,-1 0 0 0,0 0 0 0,1 0-1 16,0 0 7-16,-1 1-2 0,1-1 2 0,0 0 7 0,0 0-2 0,0 0 1 15,-1 0 2-15,1-1 2 0,-1 1-1 0,1 0 4 0,0 0-2 16,-1 1-5-16,1-1 2 0,0 0-3 0,-1 1-1 0,0-1 5 0,1 1-2 15,-1 0 1-15,1 0 3 0,-2 0-5 0,1 1 2 0,-1-1 3 0,1 1-3 16,0-1 3-16,-1 0 3 0,0 1-4 0,0-1-1 0,0 0 1 16,0 0 4-16,-1 0-6 0,1 0 3 0,-1 0 0 0,0 0-3 0,1 0-2 15,-2 0 2-15,1 1 0 0,0 0 0 0,-1 0 3 0,1 0-1 0,-1 0 1 16,0 1-5-16,1-1 5 0,-2 0-3 0,1 0 2 0,0 1 1 16,0-1 0-16,0 0 0 0,0 0-2 0,0-1 5 0,1 1-3 0,0-1-1 15,0 1 2-15,1-1-4 0,0 0 3 0,0 0 0 0,0 0-1 16,0-1 4-16,1 0-6 0,0 0 3 0,0 0-1 0,0 0-1 0,1 0-2 15,-2 0-10-15,2-1-2 0,-1 2-7 0,2-1-2 0,-1 0 2 0,0 0-2 16,0 0-2-16,0 0 2 0,1 0-2 0,-1 0 3 0,1 0 0 16,0 0-3-16,-1 0-6 0,1 1 0 0,-1 0-4 0,1 0 1 0,0 0-5 15,-1 0-6-15,0-1-3 0,1 0-9 0,0 0-8 0,-1 1-13 16,1-1-20-16,1 0-24 0,-1 0-27 0,2 0-24 0,-1 1-15 0,1-1 1 16,0 0 28-16,0 1 47 0,0-1-115 0</inkml:trace>
  <inkml:trace contextRef="#ctx0" brushRef="#br0" timeOffset="4727.68">7280 9029 59 0,'-9'-14'0'0,"-1"-1"27"0,-2-6-1 0,2 1-3 0,2 3-1 16,2-1-4-16,1 1-1 0,0-1-4 0,0 1-2 0,2-1 6 15,1 0 0-15,0 1 2 0,0-1-1 0,1-2-4 0,1 1-1 0,1 1-2 16,1-2-1-16,0 0 1 0,0 1 1 0,2 0-2 0,2-1-1 0,0 2 1 16,1-1-2-16,2 0 0 0,1 1 2 15,1-1 2-15,2 0 2 0,2 0 3 0,1-2 1 0,3 1 1 0,2 1 1 0,2 0-1 0,3 1-3 16,2 0-1-16,3 2 0 0,2 0-1 0,3 0 1 0,1 0 0 16,3 3-1-16,1 0 2 0,2 2-8 0,3 1 0 0,2 2-3 0,0 2-4 15,1 3 6-15,-1 0-4 0,0 4 0 0,1 1 0 0,-1 2 3 0,1 2 7 16,0 1-3-16,1 2 0 0,-1 0-2 0,1 2-10 0,-1 1 2 15,0-1-2-15,-1 3-1 0,-1 1 4 0,-3 1-2 0,-1-1 1 0,-2 1 0 16,0 2 0-16,-1 1 0 0,-3 1 5 0,1 1-1 0,-4 1-2 0,-1-1 0 16,-3 0-4-16,-3 0 1 0,-3 0 0 0,-2 1-1 0,-2 0 0 15,-3 2 1-15,-2 0-2 0,-4 0 2 0,-2 0 1 0,-4 0 0 0,-3 1 0 16,-4-2-2-16,-3 0 1 0,-4 0 1 0,-3 0 8 0,-4 0 5 0,-1 1 2 16,-5-2 1-16,-2 3-3 0,-3-2-4 0,-5-1 5 0,-1 0 0 15,-3 0 0-15,-2-1 2 0,-1 2-2 0,-1-1 4 0,-3 0 0 0,1-1 6 16,0-3 1-16,-3-2 0 0,1 0 1 0,-1-2-2 0,-1-1-3 15,-1 0-4-15,2-1-1 0,0 0-6 0,-1 1 2 0,1-3-2 0,1 0-5 16,2-1 1-16,1-1-5 0,4-1 2 0,2 0 3 0,1-1-2 16,4 0 1-16,1-1-1 0,3-1-3 0,1 0-2 0,4 0 0 15,3 0-1-15,3 0 2 0,3-2-3 0,2 1-2 0,2-1-1 0,1 0-10 0,4 0-9 16,0-1-14-16,2 1-15 0,1 0-26 0,1 0-10 0,2 0-5 0,3 0-1 16,4 0 10-16,3-1 12 0,5-1 6 0,4-1 4 0,4-1 11 15,5 0 9-15,3-1 10 0,1 0-90 0</inkml:trace>
  <inkml:trace contextRef="#ctx0" brushRef="#br0" timeOffset="5556.69">10905 8885 344 0,'-12'-31'-15'0,"0"-2"76"0,-2-8-11 16,3 8-9-16,5 6-13 0,1 4-4 0,3 1-7 0,2 3-6 0,2 3-5 15,1 1-6-15,2 2-3 0,3 1-4 0,3 1-1 0,3 1-1 0,3 2 0 16,6 0 1-16,2 0 2 0,3 1 1 0,1 1 2 0,1 0 1 16,0 1-2-16,1 1 1 0,1 1 0 0,3 1 1 0,0 2-1 0,2 0 2 15,0 1 0-15,2 1-1 0,2-1 2 0,1 2-4 0,1 0 2 16,2 0 0-16,1 2-1 0,1-1 2 0,1 2 0 0,1 0 1 0,-1 0 1 16,0 1 2-16,0 0 1 0,1 0 6 0,1 1 6 0,-2-1 1 15,1 1 2-15,-2 0-1 0,-1 0 3 0,2 1 3 0,-1 0 1 0,-1 2 1 16,-2 1-4-16,-3 0-2 0,-2 2-2 0,-2-1-2 0,-2 2-3 0,-2 1 0 15,-1 0-3-15,-3 0-1 0,-2 1-1 0,-1-1-6 0,-4 1-1 16,-2-1-2-16,-1 1-1 0,-5 2 8 0,-2 0-1 0,-2 1 0 0,-5 1 2 16,-3 0-4-16,-5 3 3 0,-3 0-2 0,-6 1 2 0,-5 1-1 0,-5 1-3 15,-6 3 2-15,-2 0-6 0,-7 0 1 0,-3 0-1 0,-2-1 1 16,-4-2 0-16,-1 2 2 0,-2-1-2 0,-2-2 0 0,0 0 2 0,1-3-1 16,-1 0 3-16,3-1-6 0,0-3 4 0,0 1-1 0,1-3-2 0,1-1 12 15,1-1 0-15,0-1-1 0,0-3 2 0,3-2-4 0,-1-1-1 16,0-3 2-16,0 0 1 0,2-2 2 0,4-2 0 0,0 0 2 0,3-2 1 15,0-1-1-15,3 0 0 0,1 0 2 0,3-1-5 0,3 0 3 16,1 1-2-16,4 0-2 0,1-1 1 0,2 1-1 0,3-1 0 0,0 1-3 16,2-1 5-16,1 1-4 0,1-1 2 0,2 0 1 0,0 0-2 0,1 0-1 15,1 1-8-15,1-2 0 0,0 1-1 0,2 0 2 0,0 0 5 16,0-1-1-16,2 0 2 0,0 0-2 0,1-1-2 0,0 0-1 0,1-1 4 16,0 0-4-16,2 1 2 0,-1-1 1 0,1 1-5 0,-1 2 3 0,1-2-2 15,-1 2 3-15,1-1 0 0,-1-1-2 0,2 2 3 0,-1 0-7 16,0 0-1-16,0 1 2 0,0 0 1 0,0-1 0 0,0 0 2 15,0 1-3-15,0 0 1 0,0 0 2 0,0 0-2 0,-1 0 2 0,0 1-1 16,-1-1-1-16,0 1-1 0,1 1 1 0,-1-1-1 0,0 1-1 0,0 0-2 16,-1 0 1-16,1 0 2 0,0 1-2 0,0 0 1 0,1 1-1 0,0-1-2 15,0 1 4-15,0 0-3 0,1 1 5 0,0-1-1 0,1 1-2 16,-1 0 2-16,1-1-4 0,-1 0 4 0,0-1 0 0,0 0 2 0,1 0 1 16,-1 0-1-16,0-1 1 0,1 0 0 0,-2 1 4 0,1-1-5 0,0-1 3 15,0 0-3-15,0 0 0 0,1 0 0 0,-2 1-2 0,1-1 1 16,-1-1 1-16,1 1 1 0,-2-1-1 0,1-1 1 0,0 1-1 0,-1-1-1 15,0 1-1-15,0-1-3 0,0 1-10 0,0-1-7 0,-1 1-9 0,-1-1-8 16,1 1-8-16,-1 0-2 0,-1 0-9 0,1 0-9 0,-1 1-9 16,0 0-8-16,0-1-5 0,0 1-3 0,0 0 2 0,0 0 6 0,0 0 16 15,2 0 6-15,0 0-86 0</inkml:trace>
  <inkml:trace contextRef="#ctx0" brushRef="#br0" timeOffset="6440.85">14006 9074 90 0,'19'-6'12'0,"4"2"3"16,6-2 6-16,0 3 0 0,-3 2 4 0,3 1-1 0,-2 1 1 0,1 1 2 15,0-1 4-15,0 2 7 0,1 1 8 0,0 0 1 0,0 2 0 0,-1 0 0 16,3 2-1-16,-1 2 2 0,2 0 0 0,2 2-2 16,0 0-5-16,3 1-1 0,1-1-1 0,2 1 1 0,2-1-1 0,3-2-1 15,1 2 1-15,4-1-2 0,0 1-4 0,3 1-1 0,2-2-5 0,0 1-1 16,2 0-3-16,0 0 2 0,0 0-3 0,2-1 1 0,-1-1-2 16,1 0-1-16,0-1-3 0,-2-1-2 0,0 0 2 0,-2-1 1 0,0-1 3 0,1-3 2 15,-2 0 4-15,1-1-2 0,-1-2 5 0,0-1 3 0,0-2-2 16,-1 0-1-16,-2-3-1 0,-1-1-2 0,-3-3 2 0,0-1 5 0,-2-1-1 15,-2-2-1-15,-1-2 0 0,-1-1-4 0,-4 0 0 0,0 0-3 16,-2-3 2-16,-2 1-1 0,0 0-6 0,-3-1 1 0,0-2-7 0,-3 1 0 16,-2-2-5-16,-2-1 0 0,-2 2-2 0,0-1-3 0,-2 0 2 0,-2 0-1 15,-1-2-1-15,-3 0-1 0,-2-1-13 0,-2 2-2 0,-1-3 2 16,-2 3 7-16,-2 0 13 0,-2-1-2 0,-2 2 4 0,-2-3-12 0,-4 0 0 16,-2 1 1-16,-3-1-4 0,-3 2 5 0,-4-2-4 0,-5 0 2 15,-3 1 0-15,-5-4-1 0,-5 1 2 0,-7-2-4 0,-7 1 3 0,-4 0-1 16,-9 1-3-16,-7-1 2 0,-7 1 0 0,-9-2-14 0,-3 1 11 0,-4 0-6 15,1 3 6-15,4 4 15 0,2 2-4 0,5 3-1 0,2 3-6 16,3 2 1-16,3 3-2 0,0 3 2 0,1 2 0 0,3 3 0 0,2 1-1 16,4 1-2-16,1 1 2 0,1 2-1 0,1 1 4 0,0 2-4 0,0 1 2 15,0-1-1-15,0 2-2 0,-1-1 3 0,-1 2 0 0,0 1-4 16,-2 0-1-16,-2 2-2 0,-1 0 0 0,0 3 7 0,-2 0 8 0,0 1 2 16,-1-1-5-16,3 2 1 0,1 1-10 0,5 1 2 0,6-1 0 0,5 1-4 15,5-1-1-15,4 3-4 0,6 1 3 0,3 2-1 0,5 2 3 16,3 0 2-16,3 3-1 0,4-2-1 0,2 0-1 0,2 2 1 0,3 0 1 15,4 3-1-15,2-1 2 0,4 1 0 0,1 0-1 0,2-1-1 16,0 1 15-16,2-3-5 0,0 2 2 0,2-3 5 0,1-1-12 0,1-3 1 16,1-1 3-16,1-2 1 0,-1-2-2 0,1 1 3 0,0-2-5 0,1-2 0 15,-1-2 2-15,-1-1 0 0,1-3 0 0,0 0 1 0,0-3-1 0,-1 1 4 16,-1-2 0-16,-1 0-3 0,0-1 1 0,-1-2-3 0,-1 0 2 16,0-1-2-16,-1-1 3 0,-1 0-2 0,1-1 2 0,-2 0-1 0,1-1-3 15,-1 1 1-15,1-1 2 0,-1 0 1 0,0 0 0 0,0 0-1 16,0 0-4-16,1 0 5 0,0 0-2 0,1 1 3 0,0 0-3 0,-1 0-3 15,0 1 1-15,0 0-1 0,0 0 2 0,1 1-1 0,-1-1 0 16,0 1-3-16,0 1-1 0,-2-1 1 0,0 1-4 0,0 0 3 0,-1-1-4 16,0 1-13-16,-1 0-35 0,-1 0-44 0,-1 1-48 0,0 0-53 15,-4 0-37-15,-1 0-21 0,-2 0-8 0,-3-1 43 0,-4 0 31 0,-2-1-30 16</inkml:trace>
  <inkml:trace contextRef="#ctx0" brushRef="#br0" timeOffset="7124.93">7346 10213 392 0,'-23'-35'-34'0,"-1"1"95"0,-2-9 24 0,5 6-4 16,5 5 1-16,5-1-14 0,2 2-17 0,2-1-12 0,4 3-11 0,3-1-10 15,3 2-6-15,1-1-2 0,3 1-4 0,2 0-3 0,2 1-3 16,2 1-2-16,2 3 1 0,0 3-1 0,0 0 2 0,2 1 0 0,1 2-1 16,1 0-1-16,0 1-3 0,1 1-1 0,-1 3-1 0,0-1-2 0,2 3 2 15,-2-1 2-15,1 2 2 0,3 3-3 0,-1 1 1 0,4 2-2 16,3 2 1-16,1 0 2 0,4 2 2 0,1 0-2 0,6 3 2 0,5 1-1 16,2 1 0-16,3 3 1 0,2 2-2 0,1 1 7 0,3 2 0 0,2 3 0 15,-1 3 3-15,1 3-7 0,-1-1-1 0,-1 2 3 0,0-1-1 16,0 0 3-16,-3 0 1 0,-1-3-1 0,-3 0 3 0,-2-3-1 0,-3-3 5 15,-3-3 1-15,-4-2-1 0,-5-1 0 0,-5-1-4 0,-4 0-1 0,-6 1 5 16,-4 0 2-16,-5-1 6 0,-3 0 6 0,-4 1 4 0,-3 0 8 16,-2 0-3-16,-4 0 3 0,-3 1-4 0,-3-1-4 0,-3 2-5 0,-5 2-6 15,-1 0-5-15,-3 0-4 0,-2 1-4 0,-1-1-3 0,-4 1 1 16,2-1-4-16,-3 0 5 0,3 0-1 0,-1-2 0 0,2 2-2 0,2-1-1 16,2 0-7-16,0 0-8 0,1-3-15 0,3 2-30 0,0-1-21 0,2 2-18 15,4 1-2-15,2-2-5 0,3 0 3 0,3-1 3 16,3-1 3-16,5 0 17 0,3-1 21 0,4-1 17 0,4-2-17 0,6 0-86 0</inkml:trace>
  <inkml:trace contextRef="#ctx0" brushRef="#br0" timeOffset="7555.92">10544 9838 495 0,'-18'-10'39'0,"1"1"63"0,-4-2-31 0,5 4-6 15,6 2-19-15,2 0-11 0,2 0-8 0,1 1-9 0,1-1-3 0,2 1-7 16,2 1-6-16,2-1-5 0,2 0-3 0,3 0-1 0,2 0 1 16,3-1 4-16,4-1 0 0,3 2 1 0,2-3 0 0,4 1 1 0,1 0 0 15,2 1 0-15,3 0 3 0,0-1-3 0,3 0-1 0,3 0 1 16,1 0-2-16,4 0 2 0,0 1 2 0,3-1-2 0,2 1 1 0,1 0-3 15,0 1-2-15,-1 0 2 0,0 2 1 0,1 1-2 0,0 1 2 0,-2 1-2 16,0 2 1-16,0 1 2 0,-1 2-2 0,-2 0 0 0,0-1 1 16,1 1-1-16,-2 1 1 0,-2 0 0 0,-1 1-1 0,-5-1 0 0,-3 1-1 15,-5 1 0-15,-3 0-1 0,-5 0-1 0,-4 2 5 0,-3 1 2 16,-5 1 8-16,-4 1 8 0,-4-1 5 0,-5 3 7 0,-6 2 0 0,-4 0-3 16,-7 2-3-16,-4 1-7 0,-4 2-5 0,-4 1-1 0,-3 1-6 0,-2-2 0 15,-3 3-3-15,-3-2-6 0,0 0 3 0,-2 1-2 0,1-4 8 16,-1 2 5-16,2-2 0 0,2-1-1 0,3 1-9 0,1-1 1 0,5-1 0 15,1 0-2-15,4-1-1 0,1-2-6 0,2 1-3 0,2-1-7 0,3 0-8 16,3-2-7-16,3 0-13 0,4 0-10 0,2-1-10 16,3-1-4-16,3-3-5 0,1-1-1 0,2-1-3 0,2-1-2 0,2-2 1 0,2-1 8 15,1-1 16-15,4 1 8 0,4-2-119 0</inkml:trace>
  <inkml:trace contextRef="#ctx0" brushRef="#br0" timeOffset="8402.56">13115 10710 1646 0,'18'-28'44'0,"4"0"13"0,8-4-22 0,0 8-19 0,3 7-13 16,5 3-12-16,4 3-5 0,7 3 0 0,4 3-3 0,3 3 3 16,1 2-10-16,1 2-8 0,-1 2-15 0,1 1-20 0,2 1-20 0,2 0-7 15,2 2 0-15,3-1 9 0,2-1 15 0,1 0 15 0,0-4 19 16,-1 1 18-16,-2-1 12 0,0-2 6 0,-3-2 7 0,0-1 5 0,-1-1 11 15,-1-3 13-15,0-1 12 0,-1-2 20 0,-2-1 7 0,-2-1 6 0,-2 0 0 16,-4-1-14-16,-1 0-7 0,-2 0-11 0,-3-1-5 0,-2 1-1 16,-1-2-5-16,-2 0 2 0,-1-1 2 0,0-1-3 15,-2-3 7-15,0 1 6 0,-2 0 4 0,-3-1 9 0,0 1-6 0,-4 1-3 0,1-2-11 0,-2 0-6 16,-3 1 0-16,-1-1-6 0,-2 0 2 0,-2 0-2 0,-1 1-21 16,-3-2-3-16,-2 1 5 0,-2 1-1 0,-3-2 12 0,-2 0 0 0,-3 0-16 15,-4-3 1-15,-3 2-4 0,-4-4-8 0,-4 0 2 0,-4 0-3 16,-7-2-2-16,-5 1 5 0,-4-2-1 0,-6-1-2 0,-6 1-2 0,-3 0 3 15,-3-1 2-15,-3 3 2 0,-1 0 4 0,-2 0-1 0,-4 2-5 16,-2 1 0-16,-5 2-5 0,-7 2-7 0,-4 2-2 0,-5 4-2 0,-3 5-1 16,-4 2 12-16,-3 3 1 0,-5 2 2 0,-2 3 0 0,-4 2-1 0,-4 2-3 15,-3 3 1-15,-2 1 10 0,-2 2 1 0,-1 2 5 0,0 2-5 16,2 2-6-16,3 0-4 0,5 3-1 0,9 1 0 0,5 1 4 0,10 1-2 16,8 1 1-16,9 2-1 0,10 2-8 0,7 0 0 0,5 4 2 0,6 0 0 15,4 1 4-15,2 2 1 0,4 0 1 0,2 2-3 0,5 0-4 16,5 0-5-16,3-1-3 0,4-1 12 0,1-1 0 0,2 0 9 0,2-1-6 15,3-2-14-15,2-1 2 0,1-3-10 0,1 0-2 0,1-1 3 0,1 0-16 16,1-2 7-16,1-3-5 0,0-1-3 0,2-3 11 0,1-3-3 16,0-1 9-16,1-2 6 0,0-1 4 0,-1-1 6 0,2-2 4 0,-1-1 1 15,-1-3 0-15,1 1 3 0,-2 0 0 0,1-1 2 0,0 0-2 0,-1-2-3 16,-2 1 0-16,0-1 2 0,-3 0 4 0,0 0-1 0,-1 0 0 16,-1-1-2-16,-1 1-7 0,0-1-3 0,-2 0-5 0,2 0 0 0,-3 0-3 15,1 0 1-15,1 0 9 0,-1 0 1 0,1 0 4 0,0 0 6 0,0 0-7 16,0 0 0-16,0 1 1 0,1 0 1 0,0 0-2 0,1 1 0 15,0 0-2-15,1 0-4 0,-1 0 6 0,2 1-6 0,-1 0 1 0,1 1-4 16,0 0-21-16,-1 0-13 0,1 0-27 0,0-1-15 0,0 1-4 16,0 0-3-16,-1 0 14 0,0 0 4 0,0-1 6 0,-1 0 4 0,0 0 4 15,0-1 5-15,-1 0 9 0,0 0 6 0,-1-1 7 0,1-1 7 16,-2 1 7-16,1-2 7 0,-1 1 5 0,0-2 2 0,1 1-1 0,0-1 5 16,-1 0-1-16,1 0 0 0,-1-1 5 0,1 1 0 0,-1 0 2 0,0 1 2 15,0-1 0-15,0 0-1 0,-1 0-1 0,1 0-1 0,0 1 0 0,-1-1-2 16,1 2-7-16,-2 0-16 15,1-1-22-15,-2 2-23 0,1 0-17 0,-1 0 2 0,-1 1 10 0,0 1 22 0,0 1 15 0,0 1-6 0,-1-1-92 16</inkml:trace>
  <inkml:trace contextRef="#ctx0" brushRef="#br0" timeOffset="10283.1">15807 8686 546 0,'-8'-15'11'0,"-1"0"-11"0,-2 1 31 0,3 8-24 0,2 3-15 15,3 5-12-15,0 2-11 0,0 3-11 0,-1 5-15 0,0 5-10 16,0 5-3-16,-1 6 7 0,-1 6 4 0,-1 4-99 0</inkml:trace>
  <inkml:trace contextRef="#ctx0" brushRef="#br0" timeOffset="12011.81">14853 10841 147 0,'1'-6'34'0,"1"0"-3"0,1-1-6 0,1 2-2 16,0 2-9-16,0-1-4 0,1 1-3 0,1 0-1 0,1 0-3 16,-1 1-2-16,1 0-1 0,-1 0-1 0,-1 0 2 0,2 1 0 0,0-1-1 15,0 1 1-15,-1 0-2 0,0 0 1 0,0-1 1 0,0 0 1 0,1 0 0 16,-1 0 1-16,-1 0 1 0,0 0 4 0,1 0 10 0,-1 0 8 16,-1-1 11-16,1-1 5 0,0 0 8 0,0 1 8 0,0-1 4 0,0-1 2 15,0 1-3-15,0 0-2 0,0-1-3 0,0 1-1 0,1 0-3 0,1-1-11 16,1 0 0-16,1-1-4 0,0-1 2 0,1 0 3 0,0-2 3 15,2 0 3-15,1-1-4 0,0 0 6 0,1-1-2 0,2-1-5 0,2-1 3 16,1-1-7-16,1-2 0 0,2 0 3 0,1-1-4 0,1-2-5 16,5 1-3-16,1-2-1 0,3-2 4 0,1 1 4 0,1-4 1 0,2-1-2 15,3-2 1-15,3 0-1 0,1 0-2 0,2 0-4 0,1-1-4 0,3-1-6 16,0 0-3-16,2-1-8 0,1 0-3 0,0-2 12 0,0 2 1 16,1-2 16-16,-1-1 6 0,4 0-8 0,0-1 6 0,2 0-4 0,2-1-5 15,1-1-3-15,2-2-6 0,3-1-2 0,1 1-1 16,2-1-2-16,2 1-4 0,-1-1 5 0,0-1-12 0,2 2 6 0,-5 2 0 0,0-1 7 15,0 2 8-15,-2-2-1 0,0 2 10 0,0 1-11 0,-1 0 6 0,0 1-2 16,-1-2-7-16,-1 2 5 0,-3 0-1 0,-1 1-4 0,-1 2-3 16,0 0-1-16,0 2-2 0,-1 0-2 0,-3 2 5 0,-1 1-18 0,-2 1 0 15,-1 2 0-15,-2 3 7 0,-3 0 10 0,-3 4 0 0,-2 0 1 16,-3 1-13-16,-3 1 0 0,-1 3-5 0,-2 1 0 0,-1 1-1 0,-3 1 4 16,-4 1-5-16,0 1 1 0,-3 1 1 0,-1 0-5 0,-1 1 0 0,-2 0 1 15,-3 1-6-15,-2 2-7 0,-2 0-6 0,-2 0-24 0,-2 1-24 0,-2 0-29 16,-1 0-31-16,-2 1-26 0,-2 1-32 0,-2 2-52 0,-6 4-60 15,-8 2-70-15,-8 2-56 0,-12 3 89 0,-10 1-76 0</inkml:trace>
  <inkml:trace contextRef="#ctx0" brushRef="#br0" timeOffset="23073.5">10995 11441 554 0,'-2'-9'64'0,"-1"1"8"0,1-2-21 0,1 4-7 16,2 0-19-16,1 1 1 0,2 1-6 0,2-1 0 0,0 2 2 0,2-1-1 15,0 1-1-15,1 0-5 0,2 2-2 0,1 1-2 0,1 0 1 16,1 2 3-16,2 0 0 0,2 1-3 0,-1 0 3 0,3 0 0 0,1 1 1 16,1 0 4-16,2 0 3 0,2 1 1 0,1-1 5 0,3-1 1 0,0 1 1 15,3-1-5-15,-1 0-5 0,2 0-4 0,0 1-4 0,0-1 6 16,2-1-2-16,0 1 6 0,-1-1 3 0,-2-1 1 0,1 1 6 0,0-2 2 15,1 0 2-15,1-2 5 0,1 0-1 0,-1-2 4 0,0-1-1 16,-1 0-7-16,1-2-6 0,0-1-4 0,0-1-6 0,-1-2 3 0,1 2 6 16,-1-2-3-16,-1-1-1 0,0 1-6 0,-2-3-2 0,-3 2-5 0,-3-2 2 15,-1 0 0-15,-1-1 1 0,-2 2 5 0,-1-2-1 0,-1 0 3 16,-3 0-1-16,0 0 1 0,-1 0 2 0,-2 0-2 0,-1 0-1 0,-1 0 3 16,-1 0-3-16,-1-2-4 0,-1 0 3 0,0 0-3 0,-3-3 2 15,0-1 1-15,-1 0-5 0,-2-2-2 0,-2-1 4 0,-2 1-5 0,-3-3-1 16,-4-1-3-16,-2-2-7 0,-4 0-8 0,-4-3-17 0,-4 3 6 15,-2-1-6-15,-6 0 9 0,-3-1 13 0,-3 2-7 0,-3-1-1 0,-2 3 3 0,-4 1-1 16,-3 2 2-16,-1 1 4 0,-4 0-5 0,-2 1 3 0,-2 0-2 16,-3-1 5-16,0 0 2 0,-2 2 1 0,3 1 0 0,3 4 3 0,0 4 1 15,2 1 4-15,4 3 1 0,0 3-8 0,2 2-4 0,1 5 2 0,-1 3-2 16,1 3 3-16,-1 3-2 0,2 2-1 0,-1 5 0 0,-1 4-1 16,3 2 2-16,-1 3 1 0,1 0-2 0,1 1 0 0,4 0 3 0,3 2-3 15,2 1 3-15,2 3-2 0,-2 3-7 0,2 1 5 0,-1 2-2 16,2 1 4-16,1 2 2 0,2-1-3 0,2-2-1 0,2 0-2 0,3-3-2 15,1 1 5-15,5-3-3 0,1-1 0 0,2 0 2 0,3-5-1 0,2 1-2 16,2-1 1-16,1 0 0 0,1-2-2 0,2-1 4 0,2-1-4 16,1-4-7-16,2 0-4 0,0-2 1 0,1-3 3 0,0-1 10 0,0-2 11 15,1-1-4-15,0-2 1 0,1-2-2 0,-1-1-7 0,1 0 5 16,1-1-4-16,0-1-1 0,1 0 5 0,-1-2-4 0,1 1 4 0,1 0-1 16,-1 0-2-16,2-1 2 0,-2-1 2 0,1 1-4 0,-2-1 1 0,1 0 3 15,0-1-3-15,0 0 1 0,-1 1 1 0,-1 0-4 0,1 0 1 16,0 0 2-16,0 0-4 0,-2 0-3 0,2 1 2 0,-1 1-8 0,-1 0-5 15,1-2 3-15,-2 2-11 0,0-1 3 0,1 0 0 0,-2 0-4 0,1 0 10 16,0-1-1-16,0 1-2 0,-1-1 8 0,0 0-8 0,0 0-2 16,-1 0-8-16,1 1-21 0,1-1-17 0,-1 0-19 0,1 0-22 0,0 1-23 15,0 0-31-15,1 1-34 0,1 0-40 0,1 0-24 0,0 2 31 0,1 1 59 16,-1 1-93-16</inkml:trace>
  <inkml:trace contextRef="#ctx0" brushRef="#br0" timeOffset="43562.37">12461 12773 207 0,'-6'-12'118'0,"0"2"-43"0,0-3 10 0,3 3 0 0,1-1-21 0,2 1-14 16,1-1-14-16,1 0-9 0,-1 0 1 0,1 0-3 0,0 1 1 16,-1 1 2-16,0 1-6 0,1 0-9 0,0 0-1 0,0 0-6 0,0 1-1 15,0-1 2-15,1 1 0 0,-1-1-2 0,1 2 0 0,0 0 2 0,-1 0 2 16,1 1 1-16,2 1 0 0,0 1 6 0,0 0 7 0,2 2 8 15,1 0 10-15,2 1 3 0,0 0 3 0,1 0 2 0,2 2-3 0,1 2-7 16,2 0-5-16,0 1-11 0,4 1-3 0,2-1-5 0,0 2-5 16,2-1-3-16,1 0-4 0,0 1 0 0,2-1 1 0,0 0-1 0,2 2-1 15,-2-2-4-15,1 0 3 0,-2 0 4 0,-1-2 3 0,1 1 9 0,-1 0 2 16,2-2 7-16,-1 0 6 0,1-1 3 0,0-2 2 0,-1 1-1 16,-1-2 1-16,-1 0 1 0,0 0-7 0,-1 0-1 0,-2 0-6 0,1-1-1 15,-1 0 1-15,-1 0-5 0,1 0-3 0,-2 0-1 0,1-1-4 0,0 0-3 16,1 0 9-16,1 0-9 0,0 0 2 0,-1-1 4 0,0 0-9 15,0 0 8-15,-3 0-5 0,2 2-4 0,0 0-4 0,0 1 0 0,2 2 4 16,-1 1-1-16,-1 0 0 0,0 2-2 0,1 2 4 0,-2-1-4 16,1 0 3-16,1 0 2 0,-1 0-6 0,1 1 5 0,0 0-2 0,0 0 1 15,0 0-1-15,2-1 6 0,-3 1-1 0,2 0 1 0,-1-1 1 0,-2 1-3 16,2 1 6-16,-2-1 10 0,1 1 11 0,1-1 9 0,1-1 2 16,0-2-3-16,0 1-13 0,1 0-7 0,-3 0-5 0,2-1-3 0,0 0-4 15,-2-1-2-15,2 1-1 0,-2 0 1 0,2-1 0 0,-1 0-2 0,0 0-1 16,1 0-2-16,0-1 3 0,-1 1 1 0,2 0 3 0,-1-1-4 15,-1 0 6-15,0-1-7 0,0 0 6 0,0 1 0 0,1-2-2 16,0 1 7-16,-1 0-5 0,0 0 4 0,0-1 6 0,-1 1 4 0,0 0 3 16,1-1-3-16,-3 0-2 0,2 0-2 0,-1 0-2 0,-2 1 1 0,1 0-9 15,1 0 2-15,-1-1-6 0,-1 1-4 0,3-1 5 0,-2 1-6 0,2-1 6 16,0-1-3-16,1 1 0 0,-1 0-3 0,0 0 1 0,1 0-1 16,-3 0-2-16,2 0 0 0,0 0 0 0,-1-1 0 0,2 1 3 0,-1 0 0 15,-1 0 4-15,1-1-5 0,0 0-1 0,0 0 6 0,0 0-4 16,-1 0 9-16,0-1 3 0,1 1-12 0,0 0 7 0,1 1-5 0,1 0 3 15,-1 0 11-15,0-1-7 0,-1 1 5 0,0 0 0 0,-1 0-4 0,1 0 6 16,-1 0-6-16,0 1-1 0,2-1 4 0,-1 0-9 0,0 1 8 16,0 0-6-16,1 0-1 0,-2 0 3 0,0 0-4 0,0-1 5 0,-3 0 0 15,1 1 2-15,-1-1 0 0,1 1-2 0,-3-2 2 0,2 0 2 0,0 0 0 16,0 0-2-16,-1 1-5 0,2 0 7 0,0-1-2 0,-1 0-2 16,-1 1 1-16,0 0-8 0,0 1 7 0,1 1 5 0,0-2-7 0,1 1 5 15,1 0-12-15,-2 0 1 0,1 0 9 0,-1 0 1 0,0 0-10 16,-1 1-1-16,1-1-8 0,0 0-1 0,-1 1 12 0,0-2 5 0,0 1-2 15,2 0-7-15,-1 0-1 0,0 0-4 0,0-1 5 0,0 1-1 0,1-1 3 16,0 1 1-16,1-1-1 0,0 1-2 0,-1 0 0 0,0 0-2 16,1 0 5-16,0-1 4 0,0 1 6 0,0-1-4 0,1 1 0 0,-1-1 4 15,1 1-6-15,0-1 6 0,0 0-8 0,0 0-3 0,0 0 3 0,0 0 0 16,1 0 6-16,1-1 0 0,1 1-5 0,0-1 3 0,1 0 0 16,-1 0-2-16,1-1-14 0,0-1-1 0,0 0-11 0,2 0 4 0,-1-1 21 15,1 0-3-15,0 0 3 0,0 0-6 0,1 1 0 0,-3 0 1 16,2 0 14-16,-2 0-4 0,0-1-1 0,-1-1 1 0,0 1-10 0,0-1 7 15,1 1-3-15,-2-2-5 0,1 0 2 0,0 0 0 0,-2-2 0 0,2 0 3 16,1 0-7-16,0 0 2 0,1-2 2 0,-1 0 3 0,2 0 1 16,-2-1 3-16,-2 0-9 0,1 1-4 0,-1-2 4 0,-1 0-2 0,0 0 4 15,0 1 2-15,-3 1-3 0,2-2 3 0,-1 0 6 0,-2 0-1 0,1 0 1 16,-1 1-5-16,-2-2 1 0,0 0-1 0,-1 0 11 0,0 0-7 16,-1 1 3-16,0-1-10 0,-2 0-1 0,-1 1 5 0,-1-1-2 0,0 0 0 15,-1 0-6-15,-2-1 2 0,-1 0-6 0,-1-2 0 0,-2-1-6 16,-1 0-7-16,-1-1 7 0,-2-2-15 0,-2 0 10 0,-2-2 11 0,-3-2-1 15,-2-1 18-15,-2-1-5 0,-3-1-5 0,-3-2-6 0,-3 2-3 0,-4-1 6 16,-2 0-10-16,-6 0 5 0,-2 0-9 0,-5-2-3 0,-3 0 6 16,-5-2-1-16,-3 3 3 0,-3 0-3 0,-2 1-5 0,-1 0 6 0,-2 0 9 15,-3 2 2-15,2-1-15 0,-1 1 8 0,0 1 3 0,0 1 8 0,0 1 14 16,2-1-10-16,0 2-6 0,1 0-8 0,0 2 6 0,-2 0 8 16,0 1-14-16,-3 3 0 0,-2 0-5 0,-2 2-2 0,-1 2 11 0,-1 1-4 15,3 3 3-15,-1 0-3 0,0 2-5 0,0 1 9 0,-1 2-4 16,1 1-5-16,-3 2-2 0,1 3-6 0,-3 1 6 0,-1 2 4 0,1 2 2 15,-1 2-2-15,0 0-2 0,-1 2 1 0,0 0-1 0,-2 1 2 0,4 1-4 16,-1 1 4-16,-1-1 2 0,3 2-4 0,-2 0 7 0,1 1 1 16,3-1-3-16,-1 1-1 0,2 2-2 0,-1-1 3 0,1 0-8 0,2 1 3 15,1-2 0-15,4-1-2 0,2 1 15 0,4-2 14 0,2 1-5 0,0-3 4 16,1 2-3-16,1 0-13 0,2 0 6 0,3 1-5 0,1-1 2 16,0 2 0-16,-1 1-2 0,2-1 2 0,1 2-8 0,1-1 10 0,1 2-4 15,2-1 0-15,0 3 5 0,0 1-7 0,-1 0 2 0,2-1 0 16,-1 1-3-16,2-2 5 0,1 1-1 0,1 1-1 0,2-1-5 15,0 0 7-15,3 0-8 0,0 0-1 0,1 0 3 0,1 0-3 0,1 1 5 0,-1 0-10 16,3-1 3-16,0 0-6 0,2 0 15 0,1 0 13 0,0 1 1 16,1-1 3-16,-2 0-17 0,2 0 0 0,0 0-4 0,1-1 6 0,2 1-4 15,1 0 0-15,2-1 2 0,2 2-5 0,2 0 5 0,2-1 2 0,1 0-1 16,1 0-2-16,3-3-3 0,2 2 2 0,2-2-2 0,3 0 4 16,1-1-1-16,4 1-3 0,2-2-3 0,1 2 3 0,3 0 6 0,1 1 0 15,1-1 0-15,4 1 1 0,2 0-8 0,1-3-4 0,4 2-4 16,0 0-1-16,4-1 8 0,0-2 17 0,-1 1 2 0,2-2 1 0,1-1-7 15,2-2-14-15,0 0 4 0,2 0-3 0,1-2 3 0,1-1-6 0,1-1-24 16,-2-1-20-16,-2-2-25 0,0-1-23 0,-3 0-7 0,1-1-18 0,-2-2-22 16,3-1-13-16,-1-3-22 0,1-1-33 0,-1-2-47 0,-2-2-67 15,-1-2-87-15,2-2 12 0,-1-2 109 0,2-4-50 0</inkml:trace>
  <inkml:trace contextRef="#ctx0" brushRef="#br0" timeOffset="48763.65">21607 12226 948 0,'0'-22'231'0,"2"-1"-149"0,1-7-42 0,2 5-13 0,1 5-8 16,1 0-12-16,2 2-13 0,2 4-6 0,0 0-11 0,0 1 6 15,-1 1 10-15,-2 1 1 0,0 1 8 0,-3 1-5 0,0 1 1 0,-2 3 10 16,-1-1-4-16,-1 2 13 0,-1 0 2 0,-1-2-2 0,-1 2 10 0,-1-1-1 16,-1-1 4-16,1 1 4 0,-2-1 1 0,0-1 2 0,-1 1 3 15,1-1 1-15,-1 0 4 0,-1 0 0 0,2 1-2 0,0-2 3 0,0 1 0 16,1-2-6-16,1-1 5 0,0 0-8 0,2-2-3 0,1 0-1 16,2 0 0-16,2-1 0 0,1-1 4 0,3 0 3 0,1 0 1 0,2-2 7 15,3-1-2-15,1-1-1 0,1-2 4 0,1-1-4 0,3-2 1 0,2 0-7 16,3 0-1-16,2 0-6 0,1 1 0 0,3-2-1 0,1 1-7 15,3-1-13-15,1-1-3 0,3 2-9 0,2-1-4 0,1 2 5 16,2 0 8-16,1 0 2 0,1 2 6 0,1 1-1 0,2-2-10 0,-1 4 0 0,-1 0-7 16,0 2 4-16,1 2-7 0,3 2-3 0,-1 1 3 0,2 2-2 15,-1 1 7-15,1 2 2 0,1 1 1 0,1 2-3 0,1 2-2 0,0 2 9 16,-1 1-5-16,1 1 3 0,-1 3-12 0,1 1-5 0,-1 1 8 16,-1 1-6-16,-2 2 8 0,-1 2 2 0,-2 0-3 0,-1 1 3 0,-1 1-2 15,-1 1 4-15,-2 2-12 0,0 0 5 0,0 2-4 0,0 2 7 0,-3 1 10 16,-1 2-3-16,-2 1 1 0,-2 2-9 0,-2 2 0 0,-3 3 3 15,-1 1 0-15,-3 5 2 0,-1 0-1 0,-1 2-1 0,-4 2-1 0,-1-1-1 16,-3 2 0-16,-3 2-3 0,-1 0-4 0,-3-1 10 0,-3-1 4 0,-4-2 3 16,-2 0 7-16,-3-1-9 0,-4 0-2 0,-4 2-3 0,-1-2 6 15,-6 1-9-15,-3-2 10 0,-2-1-4 0,-5-1-1 0,-3-2-1 0,-3-2 1 16,-3-2-6-16,-5-1-6 0,-3-3 23 0,-2-1-6 0,-6-3 10 16,-2 0 5-16,-3-1-20 0,-6-2 7 0,-1-1-3 0,-3-1 4 0,-2-3-4 15,-2-1 0-15,-3-2 4 0,-2 0 1 0,-2-2 3 0,0-3 0 0,-1 0-3 16,2-2 0-16,-3-2 0 0,2 0 5 0,3-3 5 0,-1-1 5 15,4-3 2-15,2-3 1 0,2-2-1 0,3-1-1 0,3-2 4 0,2-1-4 16,3-3 0-16,3-3 0 0,1-2-6 0,3-2-3 0,1-2-1 0,4-2 4 16,2-3 3-16,4 1-11 0,4-2 1 0,1-2 7 0,4 1 1 15,1-2 16-15,4-4 3 0,3 1-16 0,3-2-7 0,3 1-10 0,3-3-1 16,2 0-7-16,3-3 7 0,3 0-6 0,2-1-4 0,3 1 0 16,1 1-2-16,3-2-3 0,2 1-6 0,2 1 5 0,1-1-1 0,2 1 9 15,0 1-4-15,1 1-16 0,1 1-22 0,2 3-26 0,2-1-21 0,1 2-26 16,0 0-25-16,2 2-33 0,1 3-49 0,-1 4-56 0,2 5-81 15,0 2-110-15,1 2-93 0,3 3 117 0,2 0-14 0</inkml:trace>
  <inkml:trace contextRef="#ctx0" brushRef="#br0" timeOffset="50392.12">26310 12919 2053 0,'-4'-16'140'0,"0"2"-14"15,2-4-50-15,5 6-47 0,4 4-13 0,3-2-3 0,5-1-9 16,4 1-1-16,3-2-3 0,3 2 1 0,4 0 2 0,1 1-6 0,2-1-3 16,1 2-2-16,1 1-4 0,0 1 4 0,0 0-3 0,3 0 2 0,0 0 6 15,2 0 2-15,-1-1-1 0,1-2-1 0,2 0 0 0,2-1-2 16,3 0 5-16,3 0-10 0,4 0-2 0,5-1 2 0,2 0 3 0,3 0 10 15,1 0 6-15,4 0-1 0,5-1-2 0,3-2 1 0,4 0-2 16,4-1 6-16,4 1-1 0,3-2 6 0,2 0-1 0,0 0 4 0,3 0 4 16,-1-1 8-16,2 1 9 0,2 2 4 0,-1-2 12 0,1 1 4 0,-3-1 12 15,-1 2-4-15,1-1-2 0,-3 0-9 0,2 1-14 0,-1-2 2 16,-1 2-7-16,-3-2-5 16,-1 1-5-16,-2 1-8 0,-1 2-4 0,1-1 1 0,-3 1 5 0,-1 0-1 0,-1 1-5 0,-2 2-5 0,0-1-4 15,0 1 0-15,-4 0 0 0,0 1-5 0,-1-1 2 0,-4 2-6 0,-2 1 4 16,-5 0-4-16,-1 2 2 0,-2 0-4 0,-2 2-10 0,-1 1-15 0,-4 1-43 15,-2 1-44-15,-1 1-70 0,-2 3-117 0,-2 2-196 0,-1 1-302 16,-3 1-146-16</inkml:trace>
  <inkml:trace contextRef="#ctx0" brushRef="#br0" timeOffset="52307.78">6430 13020 1781 0,'-20'-6'199'0,"-4"-2"-154"0,-4-1-56 0,4-1-16 16,3 2 19-16,5 3 18 0,-1 1-2 0,1 0-7 0,1 0 5 0,0 1-13 16,1-1 0-16,0 1-1 0,1 0-10 0,1 0 0 0,0-1-3 0,0 2 7 15,2 1 7-15,0-1 5 0,1 0 3 0,0 0 0 0,-1 0 2 16,1 0 3-16,-1 0-2 0,2-1-1 0,0 2-1 0,2-1 4 15,0 0-4-15,0 0 8 0,4 1 3 0,0-1-2 0,2 0-4 0,1-1-3 16,0-1-4-16,2 0-2 0,-1 1 9 0,2-1-5 0,1 0 0 0,1-1-6 16,4-2-4-16,1 0 4 0,4 0-9 0,4-2 1 0,4 1 1 15,5-1 0-15,3-2 11 0,3 2 1 0,0 1-2 0,2 0 4 0,1 1-5 16,1 1 2-16,2-2 3 0,3 2 2 0,2-1 2 0,2 1-1 0,2 0 1 16,0 1-6-16,0 1-1 0,2 1 2 0,1 2-1 0,2-1 3 15,2 2-1-15,1 1 1 0,0-1-1 0,-2 2-7 0,-1 1-2 0,-1 0-1 16,0 1-1-16,-1 2-2 0,-1-1 6 0,2 2 5 0,0 0-1 0,-1 1 0 15,0 0 0-15,-1 2 0 0,0 1-1 0,0-1 2 0,1 3-3 16,-2 0 3-16,-1 1 0 0,0 3-1 0,-1 1 6 16,0 2-5-16,-2 1 9 0,-2 1 2 0,-1 1-2 0,-2 1 1 0,-1 0-2 0,-4 0 0 15,-2 2 15-15,-2-1 4 0,-4 2 1 0,-3 1 1 0,-1 1-6 0,-4-1-6 16,-3 3 5-16,-3-2-3 0,-3 2-5 0,-4 0 1 0,-4 2-10 16,-3-2 3-16,-5 2-2 0,-2 0 4 0,-6 1-1 0,-3 0-1 0,-7 2 5 15,-3-1 1-15,-4 0 1 0,-3 0-2 0,-3 0-7 0,-4 2 5 0,-5 0-4 16,-4 2-2-16,-4-2-12 0,-2 0 7 0,-2 0 1 15,-2-3 3-15,1 3 8 0,-3-3-17 0,0 0-4 0,-2-1-10 16,-3 0-12-16,0 0-32 0,-1-1-25 0,2-1-31 0,-1-3-47 0,2-2-44 0,1-3-38 16,0-1-71-16,3-1-50 0,1-3 53 0,1-2-58 0</inkml:trace>
  <inkml:trace contextRef="#ctx0" brushRef="#br0" timeOffset="58093.91">19597 3867 461 0,'0'2'243'0,"0"1"-91"0,0 0 2 15,0-1 15-15,0 1 25 0,2-1 10 0,0 1 0 0,1-1-13 0,-1-1-11 16,1-1-11-16,1 0-18 0,1-1-19 0,0-1-17 0,2-1-8 0,-1-1-10 16,0 1 7-16,1-2-10 0,1 0-8 0,-1-1-6 0,1-3-23 15,0 1 2-15,0-1-12 0,0-2-5 0,-1 2 3 0,1-1-10 0,-3-1-1 16,-1 0-2-16,-2 0-7 0,-3 0-3 0,-2 1-1 0,-4 0-4 0,-2 0-3 15,-3 1-5-15,-4 1-1 0,-3 3-2 0,-3 2-1 0,-5 3 1 16,-2 2 0-16,-3 3-4 0,-3 3-2 16,1 1 6-16,-3 3-1 0,0 1 5 0,-1 1-2 0,2 2-16 0,1 1-4 0,0 1-1 0,3 3 0 15,0 1-3-15,2 0 3 0,1 2-6 0,3 1 4 0,3-1 5 0,5 0 6 16,5-2 6-16,4 0-8 0,5-1 5 0,3 0-3 0,5 0 0 16,2 0 6-16,2-1-4 0,5 0 2 0,4-2-4 0,2-1 0 0,1-1 1 0,4 0 1 15,1-1 2-15,0-1-8 0,3-1 6 0,-2 0-5 0,2 0 3 16,-1 1 0-16,0-2 4 0,-3 2-5 0,-2 1 5 0,-3 0-2 15,-4 0-6-15,-4 1 8 0,-2 1-5 0,-4-1 5 0,-2-2-6 0,-3 1-2 16,-2-1-1-16,-4 0-2 0,-1 0 15 0,-1-1-6 0,-3 1 0 0,-2-2 6 16,-2-2-12-16,-3 0 8 0,1-3 2 0,-4 2-8 0,-1-1 4 15,-1 0-1-15,-2-1-7 0,0-1-8 0,-1 0-14 0,-1 0-19 0,1 0-23 16,-2 0-25-16,1 0-37 0,0 1-51 0,3 0-56 0,0 0-76 0,3 1-102 16,1-1-103-16,0-1-30 0,3-1-132 0</inkml:trace>
  <inkml:trace contextRef="#ctx0" brushRef="#br0" timeOffset="58798.8">19908 4114 1385 0,'10'-14'529'16,"1"-1"-301"-16,0-2 23 0,-5 5-25 0,-2 1-37 0,-3 3-44 0,-1 0-37 16,-2 1-36-16,-2 3-20 0,-2 0-9 0,-2 1-15 0,-1 1-4 15,-2 2-10-15,0 1-1 0,-4 2-3 0,0 3-6 0,-2 2 3 0,2 3-10 16,-4 2 4-16,1 2 1 0,1 4 0 0,-3 2 2 0,1 1-3 0,-1 2-2 15,1 1-3-15,0-1 2 0,2 1-3 0,4-2 3 0,0 1 0 16,2-1 2-16,2-4-2 0,3-1-3 0,3-2 3 0,2-1-7 16,3-4-5-16,2 0-11 0,2-2-14 0,1-1-2 0,4-1-6 0,1 0 3 0,1-3 2 15,3 0-1-15,1-2-3 0,3 0 12 0,-2-2 11 0,1-2 14 16,0 0 14-16,-1-4 4 0,2-2-2 0,0 0-1 0,-3-3 13 16,1 1 6-16,-1 0 13 0,0 1 12 0,-1 0 2 0,-1 0 2 0,1 3-3 15,-2 0-5-15,-1 1-3 0,1 2-3 0,-1 1-6 0,0 1-3 0,-1 2-9 16,-1 1-9-16,-1 1-2 0,1 1-5 0,-1 1 5 0,0 1-6 0,-1 2 1 15,-1 0-1-15,1 1-5 0,-1 1-2 0,1-1 2 0,-1-2-1 16,2-1 1-16,0 0 1 0,0-2 1 0,2-2-5 0,1-1 3 0,1-3 1 16,-1-1 3-16,1-3 2 0,0 0 3 0,1-2-2 0,0-2 2 0,0-1 6 15,0 0 6-15,0-2 11 0,1 0 11 0,-2-1 6 0,1 1-2 16,-2-1 3-16,-1 0-11 0,-2-1-5 0,-2 1-1 0,-2 0-9 0,-1-1 1 16,-2-1-1-16,-2-1-5 0,-2 0-1 0,0-3-4 0,-3-1-2 0,-2 1-2 15,0-2-4-15,-1 1 4 0,-2 4-6 0,1 2-6 0,-3 3 4 16,1 3-6-16,-2 4 6 0,0 3 4 0,0 2-4 0,-1 3-4 0,-1 3-4 15,-1 3-2-15,1 2-6 0,0 3 0 0,-1 1-10 0,1 2-9 16,2 1-12-16,-1 1-12 0,2-2-12 0,2 0-13 0,3-2-16 0,3 0-18 16,3-3-24-16,2-1-28 0,5-1-28 0,2-2-22 0,3-2-26 0,3 0-32 15,1-3-50-15,4-2-53 0,1-2-29 0,3-1 45 0,4-1 107 16,0-2 105-16,2-1 84 0,0-2 48 0,1-1 21 0,-1 0 19 0,1-1 33 16,-1 1 41-16,1 1 46 0,-2 1 43 0,1 1 13 0,-1 1-9 0,0 1-16 15,-2 2-17-15,1 2-20 0,-1 1-9 0,-1 2-19 0,-1 1-13 16,-3 0-15-16,-1 1-16 0,-2 2-7 0,-3 0-13 0,0 2-14 0,-2 0 1 15,-2 2 3-15,-4-1 10 0,-2 1 12 0,0-2 0 0,-2 0-10 16,0-2-11-16,-2 0 2 0,-2 0-3 0,-3-1 7 0,-2 0 0 0,-2 0-4 16,0-1-4-16,-2-1-7 0,-2 1-14 0,-2-2 4 0,-2-2-7 0,1-1 2 15,-3-2 0-15,-1-2-1 0,-1-2-1 0,0-1-2 0,0-1 4 16,0-2-8-16,2-1-2 0,3 0 15 0,1-1 14 0,3-2 28 0,2 0 30 16,3-3 5-16,2-1 3 0,2-3-6 0,2-2-10 0,2-2-4 0,1-3-8 15,2 3-17-15,3 0-9 0,3 4-10 0,2 2-9 0,1 3-12 16,1 3-3-16,2 3-3 0,0 1 0 0,-1 1 0 0,0 2-1 15,0 0 1-15,1 2-4 0,-1 1 2 0,1 1-4 0,1 1-2 0,-1 1-15 16,1 1-24-16,0 1-26 0,-1 0-30 0,0 1-34 0,-1-1-38 0,0 1-40 16,-1 0-51-16,1 0-73 0,-1 1-113 0,1 0-137 0,0 1 65 0,1 0-110 15</inkml:trace>
  <inkml:trace contextRef="#ctx0" brushRef="#br0" timeOffset="59063.7">21344 4071 899 0,'-1'1'576'0,"2"-1"-267"0,-1 1-17 0,2-1-10 0,0-2-26 15,1-1-44-15,1-2-57 0,1 0-38 0,2-3-30 0,1 0-19 0,1-2 0 16,2-1-14-16,1 0-6 0,0 0-14 0,0-1-6 0,-1-1-6 16,1-1-7-16,1 0 2 0,0 0-6 0,1-2 0 0,-2 0-7 0,1-1 1 15,-2 2 1-15,0-2 5 0,-2 1 2 0,-1 0-3 0,-3 2 9 16,-1 0-8-16,-1 1 6 0,-3 1 4 0,-1 1-12 0,-2 2-3 0,-2 2 1 16,-1 1-3-16,-2 3 0 0,-2 1 4 0,0 3-4 0,-2 2 5 0,-1 3-3 15,0 1 3-15,-2 3-3 0,1 3-15 0,0 2 7 0,1 1-8 16,0 2 1-16,1 2 7 0,0 2-2 0,1 2 2 0,2 0 6 0,2 1-2 15,2 0-4-15,2-1 2 0,2 0-4 0,3-1 0 0,3 0 4 0,2-2-4 16,1-1 4-16,6-2-4 0,1-3-16 0,3-3-14 0,1-1-28 16,2-2-26-16,2-1-24 0,1-1-30 0,2-2-35 0,1-1-47 0,1-3-71 15,1 1-174-15,2-1-94 0,-2-2-17 0,1-1 151 0,-2-1 5 16</inkml:trace>
  <inkml:trace contextRef="#ctx0" brushRef="#br0" timeOffset="60142.68">17341 4360 632 0,'-8'-1'233'16,"-1"0"-42"-16,-2 0 14 0,0 2 3 0,2 1-9 0,2 1-5 0,-2 0-21 15,1-1-19-15,0 0-12 0,-1 2-20 0,0-2-14 0,0 1-12 0,1-1-16 16,-1-1 2-16,1 0-8 0,-1 0-7 0,0-1-3 0,0 0-14 16,-1 0 2-16,-1 0-8 0,-1 0-7 0,-3-1 2 0,-1 2-14 0,0 0-7 15,-3 1-8-15,-2 1-2 0,0 1-1 0,-1 3 4 0,-2 1 1 16,1 4-3-16,-1 1-9 0,-1 4-3 0,-1 4-3 0,1 1 1 0,-1 4 5 16,0 3 0-16,1 4 0 0,0 1-2 0,1 3 0 0,1 2 2 0,2 2-5 15,1 2 3-15,3-2 2 0,2-2-4 0,2-1 3 0,3-3-3 16,4-1-1-16,3-4 3 0,4-1-2 0,3-6-10 0,5-2 1 0,3-5 1 15,4-4-2-15,2-4 10 0,3-2 4 0,4-2-9 0,1-4 6 0,3-3-5 16,-1-1 0-16,3-1-1 0,-1-2 16 0,1-1-2 0,-1-1 2 16,0-2 0-16,-4 2-8 0,0-2 1 0,-3 1-4 0,-3 1 4 0,0-1 0 15,-3 0 0-15,-2 1 4 0,-2 0-3 0,-2 2 1 0,1 0 3 0,-1 1-1 16,-1 1 3-16,0 1 2 0,1 1 0 0,-2 3 0 0,1 1-4 16,-1 1 2-16,1 3-3 0,0 0 1 0,1 2-1 0,0 1-2 0,0 2-2 15,0 2 0-15,0 1 3 0,0 0-1 0,1 0 2 0,1 1-4 16,0-1-15-16,0-1 6 0,-1-1-5 0,1-2 2 0,1-1 10 0,0-1 0 15,0-2-2-15,1-1 3 0,0-3-5 0,-1-1-1 0,-1-1 7 0,1-3-2 16,-1-1 4-16,0-2 2 0,-2-1-2 0,0 1-1 0,-1-2 8 16,-1-2 2-16,-1 0 1 0,0-1 6 0,1-1-12 0,-1 1-4 0,-1-2 3 15,-2 0-3-15,0 0 1 0,-1 1 6 0,-2-1-3 0,-1 0-1 16,-3 0-1-16,0 0 3 0,-3 0 0 0,-2 0-1 0,0 0-3 0,-2-1-1 16,-2 1 2-16,-1-1 10 0,-1 2-5 0,1 1 2 0,-3 2-2 0,1 4-12 15,-1 2 3-15,1 4-4 0,1 2 1 0,-1 2-1 0,-1 3-5 0,0 1-8 16,0 3-24-16,-1 0-31 0,0 2-41 0,-1-1-48 0,3 2-52 15,0-1-51-15,1 0-65 0,3-2-88 0,2-1-65 0,4 0 9 0,2-1-144 16</inkml:trace>
  <inkml:trace contextRef="#ctx0" brushRef="#br0" timeOffset="60453.68">17744 4773 760 0,'4'0'354'0,"0"2"-139"0,1 0-17 16,-2 2-14-16,1 2-20 0,-1 1-32 0,-1 1-34 0,1 2-29 15,-1 1-27-15,0 2-12 0,0 0-8 0,1 0-7 0,-2-1-6 0,1 1 2 16,-2-1-4-16,0-1-4 0,1-1 6 0,0 0-4 0,0-2-1 0,1-1-2 16,0-1-5-16,1-1 0 0,0-1 3 0,1-1 3 0,-1-1 1 15,1-1-2-15,0-1 1 0,1 0-2 0,-2 0 1 0,1 0-2 0,-1-1 6 16,0 1-3-16,2-2 4 0,-2-1 3 0,2-1-4 0,2-2 3 16,-1 1-5-16,0 0 9 0,0-1-3 0,0 1 7 0,0-1 9 0,-1-1 10 15,1 2 11-15,-1-1 7 0,-1 0 5 0,2-1-1 0,0 1 5 0,0 1-9 16,0 0-4-16,1 1-3 0,0 1-6 0,0 1 0 15,0 1-8-15,-1 1-4 0,0 1-3 0,0 0-9 0,-1 2-4 0,1 0-6 0,-1 1-6 16,0 1 1-16,1 1-4 0,-2 1 1 0,1 0 2 0,0 1-2 0,0 0-3 16,0 1-5-16,-1-1-17 0,0 1-27 0,0-1-2 0,0 1-15 15,-1 0-17-15,2-4-7 0,-1 0-30 0,2-2-24 0,-1-1-24 16,0-2-37-16,0 0-66 0,-1 0-93 0,0-1-74 0,0 1 58 0,-3-1-106 16</inkml:trace>
  <inkml:trace contextRef="#ctx0" brushRef="#br0" timeOffset="60607.19">18217 5024 1228 0,'8'0'282'0,"1"-1"-50"0,3-1-38 0,1 1-48 0,-3-3-50 16,3-1-43-16,0-1-28 0,2-2-13 0,1-1-24 0,-2-1-42 0,2 0-79 15,-1 0-126-15,0-1-151 0,0-1-91 0,4-1-175 0</inkml:trace>
  <inkml:trace contextRef="#ctx0" brushRef="#br0" timeOffset="61283.19">21964 3999 570 0,'3'0'185'0,"1"0"-54"0,0 0 7 0,0 0 14 0,0 0 1 16,0 0-20-16,3 0-31 0,2-1-22 0,0 0-19 0,0-1-11 15,2 1-8-15,0-1-7 0,0-1-7 0,2 0-8 0,0 0-5 0,1 0-4 16,-1 0-7-16,1 0 0 0,1-1-4 0,-1 1-7 0,1 0-4 0,-3-1-16 15,-1 1-37-15,0-1-63 0,0 1-88 0,-2 0-89 0,0 0-56 16,-3 1 63-16,-1 1-111 0</inkml:trace>
  <inkml:trace contextRef="#ctx0" brushRef="#br0" timeOffset="61429.19">21990 4196 834 0,'2'3'557'0,"2"1"-334"16,2 1-9-16,1-2-4 0,1 0-9 0,2-2-33 0,0-1-44 0,3-2-33 15,1-2-35-15,2-1-18 0,3-1-12 0,0-3-12 0,3 1-4 16,0-3 0-16,-1 0-10 0,0-1-11 0,1 0-25 0,-1 0-39 0,2-2-43 16,-1 0-58-16,0-2-67 0,1 0-85 0,-1 3-99 0,1-1-49 15,0-1-179-15</inkml:trace>
  <inkml:trace contextRef="#ctx0" brushRef="#br0" timeOffset="61715.19">24059 2768 1456 0,'-4'-8'177'0,"-2"1"22"0,-1-1 45 0,0 4-8 0,1 2-49 0,0 2-40 15,0 2-40-15,0 2-14 0,1 1-11 0,0 2-10 0,1 1-2 16,-2 4-11-16,0 1-13 0,1 4-16 0,0 3-16 0,-1 1-5 0,2 2-4 16,-1 2 4-16,0 0-2 0,1 3 0 0,-1 0-5 0,1 4-4 0,1 0 1 15,0 3-5-15,0-2-11 0,1 2-1 0,0-2-5 0,2-1-21 16,0 1-17-16,1-1-37 0,2 0-43 0,0-2-34 0,1 0-44 0,1-3-98 16,2 4-169-16,-1-3-98 0,0 1-41 0</inkml:trace>
  <inkml:trace contextRef="#ctx0" brushRef="#br0" timeOffset="62092.11">22998 4129 983 0,'-13'9'272'0,"3"-1"-151"0,-1 2 43 15,8-3 48-15,4-3 47 0,6 0 10 0,5-3-33 0,5-2-49 16,5-1-34-16,6-2-21 0,7-2-17 0,8-1-13 0,4 0-13 0,7-1-24 15,6 0-9-15,5 0-4 0,4-2-12 0,5 0 5 0,1-2-8 16,3 0 1-16,4 0-8 0,0 0-6 0,3-1-1 0,1 0-4 0,2 1 4 16,2-1 4-16,-2 2-4 0,2-1 2 0,-2 1-9 0,2 1-5 0,-1-1 1 15,1 2-4-15,0 1 1 0,-3 1 5 16,0 1-4-16,-4 0-10 0,0 1 4 0,-3 1 0 0,-4 0 0 0,0 1 7 0,-4 1 1 16,-5 0-2-16,-2 1-2 0,-5 1 0 0,-3 2-1 0,-3 0-10 0,-3 0 6 15,-5 1-3-15,-2 1 0 0,-6 1 8 0,-3 1-6 0,-5-1-2 0,-3 0-2 16,-4 1-2-16,-2 0 2 0,-2-1 4 0,-3 1-4 0,-3 0 0 0,-1 0-5 15,-5 0-3-15,-1 0-4 0,-1-1-2 0,-3 1-1 0,0 0-1 16,-2 0-1-16,-1 0 1 0,-1 0 3 0,-2 0-1 0,1 1-1 16,-2-1 0-16,-1-1-8 0,1 1 0 0,-1-1-10 0,0-1-10 0,-1 0-4 0,-1 0-9 15,2 0-3-15,0-1-9 0,1-1-13 0,-1 1-18 0,0-1-29 16,0 1-30-16,-1-1-50 16,0 0-71-16,-3 0-86 0,0 0-134 0,-2 0-110 0,-1 1-113 0</inkml:trace>
  <inkml:trace contextRef="#ctx0" brushRef="#br0" timeOffset="63293.14">23523 4476 1733 0,'-2'5'135'16,"1"0"23"-16,0 2 46 0,2 1 24 0,2 3 2 0,2 1-32 0,0 2-36 16,3 1-39-16,1 4-27 0,0 3-17 0,2 0-13 0,-2 4-11 0,2 2-9 15,-1 2-5-15,1 3-10 0,0 2-6 0,-2 0-3 0,0 2-10 16,-1-2-3-16,-1 2-5 0,1-2 0 0,-1 1-6 0,1 0-2 0,-2-2-9 15,1 0 5-15,-2-1-1 0,0-3-14 0,-1-1-7 0,0-2-33 16,-1-5-23-16,0 0-32 0,-1-3-40 0,1-4-49 0,1-1-55 0,-1-2-85 16,1-2-140-16,-1-1-185 0,1-3-108 0</inkml:trace>
  <inkml:trace contextRef="#ctx0" brushRef="#br0" timeOffset="63490.14">23775 5036 1885 0,'1'0'293'0,"2"-1"-96"0,3-1 2 0,1 0 5 0,2 1-3 0,2-2-40 16,0 1-48-16,4 0-29 0,2-1-29 0,1 0-10 0,2-1-2 0,2 0-14 15,-1-1-3-15,3-1-5 0,0 0-5 0,-1 0-4 0,0 0-5 16,0 1-3-16,-2-1 0 0,1 0-4 0,-1 0-2 0,-2 0-15 0,-1-1-15 16,0 1-16-16,-3 0-22 0,0 0-26 0,-1-1-26 0,-1 2-41 0,-1-1-49 15,-1-1-56-15,1 1-104 0,0 0-173 0,-1-1-105 0,0 1-119 16</inkml:trace>
  <inkml:trace contextRef="#ctx0" brushRef="#br0" timeOffset="63663.14">24199 4691 1175 0,'-7'0'749'0,"0"-1"-547"0,-2 2 26 16,1 0-3-16,2 3-13 0,0 1-46 0,1 3-23 0,1 3-27 0,0 1-25 0,2 4-12 15,3 2-13-15,-1 1-13 0,3 0-6 0,1 2-6 0,1 2-7 16,0 1-8-16,1 3 1 0,2-1-7 0,-1 2-8 0,-1 0-4 0,2 0-5 15,-2-1-12-15,2-3 1 0,0 0 6 0,0-3-19 0,0-1-13 16,-1-2-33-16,-1-3-59 0,2-3-45 0,1-2-72 0,0 0-100 0,0-2-197 16,1-2-287-16,2 0-28 0</inkml:trace>
  <inkml:trace contextRef="#ctx0" brushRef="#br0" timeOffset="64066.14">25001 5015 1906 0,'-6'4'337'16,"0"1"-208"-16,0 1 15 0,0-3 20 0,2-1 15 0,3-2-32 0,0 0-34 16,1-1-32-16,2-2-23 0,0 0-18 0,1-3-4 0,2-1-15 0,1-1-4 15,1-2-3-15,1-2-5 0,2 0-1 0,1-1-1 0,0-2-5 16,2-1 3-16,0 1-1 0,2-3-4 0,-1 1 5 0,-1-1-10 0,0 1 1 15,0-2 0-15,-1 1-1 0,0 0 9 0,-2-1-1 0,0-1-1 16,-1 2 2-16,-2-1-4 0,-2 1 3 0,-2 2-4 0,-2 1 2 0,-1 0 7 16,-3 3-8-16,-1 1 2 0,-2 2-2 0,-2 2-4 0,-2 3 6 0,-1 1 3 15,-1 3-5-15,-2 2 11 0,0 3 0 0,-2 1 2 0,2 4 2 16,-3 2-8-16,0 4 4 0,0 1 2 0,3 2 8 0,-1 4-3 0,1 0 3 16,2 3 1-16,1 3 1 0,1-2-2 0,4 3-4 0,1 0 0 0,4 1 0 15,2 1 2-15,3 0-2 0,2-1 8 0,3 1-25 0,2-3 2 16,3-1 5-16,3-2-9 0,2-2 18 0,2-3-1 0,3 0-13 0,0-3 2 15,3-1 0-15,2-3-8 0,0 0 2 0,1-2-2 0,-1-2 0 16,-1-1 1-16,-2-2-11 0,0 0-13 0,-3-2-15 0,0-1-13 0,1-3-5 16,-2-2-5-16,0-2-9 0,-2-2-12 0,-4-1-16 0,0-1-17 0,-3-2-14 15,0-1-23-15,-2-1-50 0,-1-1-79 0,0-2-124 0,-1 0-188 16,0-3 19-16,-1 1-58 0</inkml:trace>
  <inkml:trace contextRef="#ctx0" brushRef="#br0" timeOffset="64391.14">25349 4276 2021 0,'-1'-1'267'0,"1"1"-8"15,1 0-23-15,1 1-23 0,1 1-27 0,2 0-42 0,2 2-31 0,2-1-10 16,1 0-15-16,2 0-8 0,1-1-15 0,2 0-13 0,3 0-9 16,0 0-8-16,-1 0-2 0,1-1-2 0,1-1-5 0,-1 1-12 0,1-2-4 15,-1 1-6-15,0-1 2 0,0 0 2 0,0 0-4 0,-1-1 2 16,-2 0-6-16,1 0 0 0,-2 0 0 0,0 0 0 0,-1 1 4 0,-2-1-2 16,-1 1-4-16,0-1-6 0,-2 1-4 0,0-1-8 0,-2 1-4 0,0 0-11 15,0 0-12-15,0 0-19 0,-3 1-21 0,0-1-16 0,-1 1-22 16,-1 0-27-16,0 0-42 0,0 0-49 0,-1 1-78 0,0 0-123 15,-1 1-183-15,0 0-16 0,0 2-71 0</inkml:trace>
  <inkml:trace contextRef="#ctx0" brushRef="#br0" timeOffset="64815.16">26071 4009 1313 0,'2'-5'342'0,"1"0"-152"0,1-1 20 0,0 1 3 0,1 1-9 0,1 1-38 15,0 0-36-15,0 0-19 0,2 1-16 0,0 0-13 0,0 0-10 0,0 2-18 16,2 0-8-16,-1 0-16 0,1 2-3 0,1 1-4 0,0 0-5 16,-1 2-1-16,3 0-3 0,-1 1-5 0,1 0-2 0,0 1-3 0,-2 1-2 15,1 1 0-15,0 2 1 0,-1 0-3 0,-1 2 0 0,0-1 2 16,-1 2-4-16,-1 2 2 0,-1 1-3 0,-2 0-5 0,-1 1-2 0,-1 0-10 15,-1-1-4-15,-1 1-3 0,-1 0 2 0,-2 0 2 0,0 0 3 0,-2 0 1 16,-1 0 3-16,-1 0 9 0,-1 0 0 0,-1 1 5 0,0-2 0 16,-2 2 2-16,1-1-10 0,0-1 3 0,1-1 3 0,2 0 1 0,0-1 22 15,2-1 4-15,2-2 7 0,1 1 9 0,2-2-5 0,1 0-1 0,3-3-1 16,0 0 3-16,2-1-1 0,1-1 5 0,1 1-4 0,2-3-6 16,1 0-1-16,2-1-5 0,1-1-4 0,0-1 1 0,1-1-5 0,1 0-2 15,-1 0-1-15,3-1-5 0,-2-1-1 0,2 1-2 0,-1-1 1 16,-1 1-1-16,1-1-4 0,-1 1 4 0,0 0-8 0,-3 0 12 0,1 0-6 15,0-1 0-15,0 1 1 0,-1 0-6 0,-1 1 3 0,0-1 2 16,0-1-1-16,0 0-6 0,-2 0-9 0,0 0-8 0,0 0-8 0,-3 0-6 16,1 0-15-16,-2-1-19 0,-2 1-27 0,-1-2-29 0,0 1-42 0,-1 0-62 15,-1-2-88-15,-2 0-140 0,0-1-233 0,-2-1 85 0,-1-1-34 16</inkml:trace>
  <inkml:trace contextRef="#ctx0" brushRef="#br0" timeOffset="65007.16">26071 4295 1721 0,'0'4'312'0,"2"0"-35"0,2-1-5 0,3 2-22 0,3-1-29 16,4 2-53-16,2-1-37 0,2 0-24 0,3-1-22 0,3-1-14 0,2-1-18 16,3 0-17-16,1-1-11 0,0-1-13 0,1 0-5 0,1-2-3 0,-2 1-6 15,1-2-2-15,-3 0-15 0,0 0-27 0,-3 0-29 0,1 0-50 16,-2 0-55-16,-1 0-84 0,1 1-135 0,-1 0-273 0,2 2-146 0,2-1-67 15</inkml:trace>
  <inkml:trace contextRef="#ctx0" brushRef="#br0" timeOffset="67836.81">27869 3119 286 0,'-2'-5'171'0,"-2"1"-17"0,-1 0 35 0,0 1 11 15,1 1-5-15,-1 1-17 0,0 1-14 0,1 2-5 0,0 1-5 0,-1 1 1 16,1 3 2-16,-1 1-10 0,1 4-15 0,-1 1-27 0,1 5-24 15,0 3-15-15,1 4-9 0,1 5 1 0,0 3 0 0,0 3-3 0,0 4-2 16,-1 2-7-16,-1 5-8 0,0 1-10 0,-1 0-9 0,2 1-9 16,1-2-1-16,3-1-7 0,2-2 0 0,3-3-11 0,1-2 4 0,5-3-1 15,1-2-9-15,3-2-8 0,2 0-27 0,4-4-30 0,1 0-23 0,3-3-27 16,4-1-27-16,0-3-35 0,3 0-54 0,-2-3-57 0,2-1-105 16,-1-4-92-16,0-1 101 0,0-2-34 0</inkml:trace>
  <inkml:trace contextRef="#ctx0" brushRef="#br0" timeOffset="68777.62">28506 3550 1134 0,'-1'1'182'0,"1"1"-10"0,-1 0-6 16,-1 0 4-16,1-1-8 0,1-1-18 0,1 1-24 0,0-2-24 15,0 1-16-15,1-1-14 0,1-1-8 0,-1 0-13 0,2-1-8 0,0-1-10 16,2-1-1-16,1 0 3 0,2-1-1 0,0-1 1 0,2-1-2 0,-1-1-4 16,3-2-3-16,0-1-5 0,1-2-9 0,-1 0 1 0,0 0-4 15,1-1-1-15,0 0 3 0,-1-1 2 0,-1 2-5 0,-2-2-1 0,-1-1-1 16,0 0-3-16,0 0 8 0,-3 0 5 0,-1 0-7 0,-1 3 4 15,-2 0 0-15,-2 2-5 0,-2 3 6 0,-2 1 2 0,-1 2 0 0,-1 2 1 16,-2 1-3-16,0 3 4 0,-2 2-5 0,0 1 5 0,-3 2 0 16,-1 0-5-16,-2 2 6 0,1 1-2 0,0 1-3 0,-2 1 3 0,1 1-6 15,0 1 2-15,0 2 2 0,1 1-4 0,1 1 2 0,1 1-2 0,2 2-7 16,0 2 2-16,1 0-3 0,1 4-1 0,1 1 4 0,2 2-2 16,2-1-1-16,2 1 0 0,1-3 1 0,3-2-2 0,2 0 3 0,2-1-1 15,3-3-2-15,3 0 4 0,3-2-1 0,0-3 2 0,4-1 3 0,3-2-2 16,0-2-6-16,2-1 1 0,0-3-6 0,-1-1-13 0,1-2-14 15,-1-1-26-15,-1-2-24 0,0-1-31 0,-2-1-33 0,0-2-46 0,-3-1-67 16,-2-2-90-16,-2 0-116 0,-1-2-37 0,0 0-116 0</inkml:trace>
  <inkml:trace contextRef="#ctx0" brushRef="#br0" timeOffset="68970.62">29056 3474 990 0,'0'2'516'16,"1"0"-308"-16,1 0 13 0,0-1-1 0,3 0-17 0,1-1-39 0,1-1-40 16,1 0-30-16,2-2-18 0,2-1-14 0,0-1-20 0,1-1-15 15,0-1-10-15,1 1-12 0,1-2-5 0,0-2-19 0,1 1-28 0,-2-1-32 16,-2 0-46-16,-1 1-36 0,0 2-56 0,0-1-79 0,-1 1-95 16,-1 1-98-16,-1 1 37 0,-1 2-97 0</inkml:trace>
  <inkml:trace contextRef="#ctx0" brushRef="#br0" timeOffset="69092.62">29198 3649 899 0,'3'8'230'0,"1"1"-54"0,1 0 4 0,2-3-16 15,0-1-37-15,1-2-39 0,2-1-34 0,-1-2-13 0,2-2-6 0,0-1-8 16,1-1-16-16,0-2-22 0,0-1-71 0,2-2-104 0,-2 1-133 0,0-2-115 16,0 1 41-16,-4-1-97 0</inkml:trace>
  <inkml:trace contextRef="#ctx0" brushRef="#br0" timeOffset="69417.62">29650 3268 963 0,'-1'-6'766'0,"2"-2"-498"0,0-2 21 0,3 0-33 0,1 0-45 0,1 0-41 0,0 1-47 0,3-1-19 0,1 2-1 15,2 0-12-15,2 2-7 0,-1 0-10 0,3 0-20 0,1 2-6 0,2-1-10 16,-2 1-8-16,2 2-5 0,-2 0-8 0,-1 2 2 0,-2 0-4 15,0 2-3-15,-1 0-3 0,-1 3-5 0,-3 0-2 0,0 2-2 0,-1 0-12 16,-1 1 1-16,-2 1-2 0,-1 2-3 0,-2 1 11 0,-1 2-11 0,-1 3-1 16,-1-1-7-16,-2 2-8 0,-2 0-4 0,0 1 0 0,-1-1 3 15,1 0 5-15,-1 1 10 0,1-2 3 0,0-1 8 0,0 0 1 0,0 0 10 16,0-1-6-16,0-1 4 0,0 1 0 0,2 0-2 0,1-2 3 16,2-2-3-16,1-1 4 0,0-1-4 0,2-2 4 0,2-1-3 0,2-1 9 15,2-1-3-15,0-1-3 0,0-2 1 0,3 0-1 0,1-2 2 0,2 0-1 16,0 0 1-16,3-1-6 0,0-1-4 0,1-1 4 0,-1 0-17 15,1-1-7-15,1 1-34 0,-2 0-24 0,0 0-13 0,0-1-16 0,-2 1-8 16,0 1-30-16,-1-1-29 0,0 1-33 16,-3 1-50-16,-2-1-76 0,0 1-95 0,-1 0-62 0,-2 0 101 0,0 1-63 0</inkml:trace>
  <inkml:trace contextRef="#ctx0" brushRef="#br0" timeOffset="69582.62">30359 3535 829 0,'0'2'217'0,"-1"0"-3"0,1 0-9 0,0 0-13 0,0 0-24 0,2 0-27 16,-1 1-24-16,2 0-7 0,-1 0-14 0,0 0-17 0,1 1-17 0,1-1-21 16,0 0-15-16,0 0-9 0,1-1-11 0,-1 1 1 0,-1 1-3 15,1-1-10-15,-1 0-14 0,1 0-33 0,-1-2-50 0,-1 0-62 0,1-1-91 16,0-1-83-16,0 0-96 0,0-2-20 0,-1-1-89 0</inkml:trace>
  <inkml:trace contextRef="#ctx0" brushRef="#br0" timeOffset="69882.33">30512 3010 1166 0,'0'-1'198'0,"0"-1"4"0,2 1-4 0,-1 0-15 0,1 0-14 0,2 1-35 0,-2 0-13 15,3 1-7-15,1-1-7 0,-1 1-5 0,1-1-17 0,0 0-12 16,1 1-22-16,1-1-9 0,-2 1-10 0,1-1-4 0,0 1-1 0,-1 0-10 15,2 2-3-15,-1-1-5 0,1 2-9 0,0-1 3 0,-1 0-3 16,1 1 0-16,-1 0 2 0,1 0 0 0,1 2 0 0,-1-1-2 16,1 1 1-16,-1 1-1 0,0 1-1 0,-1 0-1 0,-3 0 0 0,1 1 0 15,1 0 1-15,-1 2-3 0,-1 1-3 0,0 0-10 0,-2 0-2 0,1 1-2 16,-2 2 3-16,0 0 9 0,-1 0 0 0,0 1 3 0,1-1-5 0,-1 1-7 16,-1-1-6-16,0 0-3 0,0-1-8 0,0 0-1 0,0-1-11 15,1-2-5-15,0 1-11 0,0-1-14 0,1-1-14 0,-1 0-23 0,1-1-22 16,1-2-21-16,-1 1-32 0,0-1-46 0,0 0-32 0,0-1-36 0,0 0-28 15,-1-2 53-15,-1-1-48 0</inkml:trace>
  <inkml:trace contextRef="#ctx0" brushRef="#br0" timeOffset="70062.14">30595 3270 1072 0,'1'0'305'15,"0"2"-106"-15,1 0 15 0,0 0 0 0,0 0-24 0,2 1-42 16,1 0-29-16,-1 1-17 0,2-1-11 0,0-2-10 0,1-1-22 0,3 0-11 15,-2-2-16-15,4-1-8 0,-1 0-11 0,2-2-9 0,1-1-6 16,-2 0-22-16,2 1-23 0,1-2-35 0,-1 0-46 0,0 0-40 0,1 0-40 16,0-1-50-16,0 0-44 0,-2 1-33 0,2 1 17 0,0-1 30 15,2 2 28-15,-1-2 58 0,0 1-54 0</inkml:trace>
  <inkml:trace contextRef="#ctx0" brushRef="#br0" timeOffset="70242.14">31115 3133 1017 0,'-2'-2'297'0,"0"0"-11"0,-1-1-9 0,2 2-32 16,-1 1-33-16,1-1-37 0,1 2-28 0,-1 1-20 0,0 1-12 0,0 2-7 0,-2 1-18 16,2-1-13-16,-1 2-17 0,0 2-10 0,0 1-7 0,1 2-5 0,0 1-7 15,0 0-5-15,0 2-4 0,1 1-8 0,-1 1-3 0,1 0-7 16,0 1-4-16,1-1 2 0,-1 0 0 0,0-2-6 0,1 0 2 0,0 0-9 16,2-2-13-16,0-1-18 0,1-1-23 0,0 0-35 0,2-2-39 0,0-1-41 15,0 0-59-15,1-2-77 0,-2 1-113 0,1-2-138 0,0 0 1 16,-1-1-62-16</inkml:trace>
  <inkml:trace contextRef="#ctx0" brushRef="#br0" timeOffset="70847.14">28963 3500 1055 0,'-3'-3'269'0,"-1"0"-76"0,-2-1 26 0,2-1-23 16,1 0-18-16,0 0-32 0,2-1-24 0,2 0-19 0,1-2-13 0,2 0-10 15,1-1-12-15,1-1-4 0,0-1-11 0,2 0-11 0,1-1-5 16,0 1-9-16,0-1-2 0,2 0-2 0,1 0-7 0,1 1 2 0,0 2-4 16,-1 0-1-16,0 2-4 0,-1 1 1 0,0 2-8 0,-2 1-3 0,0 4 2 15,-1 2-4-15,-1 3-1 0,1 3 1 0,-1 2-7 0,1 1 8 16,0 3-5-16,-1-1-6 0,2 1 0 0,-1-2-10 0,0 0-5 0,3-1-9 16,0-2-10-16,0 0-1 0,0-2 2 0,-1-1 7 0,1 0 7 0,1-2 10 15,1-2 4-15,-1-1 14 0,0-1 3 0,-3-3 3 0,0-1 6 16,0-1-5-16,-1-1 3 0,0-1 1 0,-2 0-6 0,1-1 3 0,-2 0-2 15,0-1-5-15,0 1 6 0,-1-1-3 0,0 0 3 0,-1 0 4 16,0 1-5-16,-1 0 2 0,-1 1 0 0,0-1 1 0,0 1 3 0,-1 0-1 16,0-1-1-16,0 0-4 0,1 0-1 0,-1 0-1 0,-1 3-1 0,1-1-1 15,-1 0-4-15,0 2-7 0,-1 1-3 0,0 1-3 0,-1 1-11 16,0 2-22-16,0 1-26 0,-2 0-24 0,-1 2-30 0,0 1-13 0,-2 0-22 16,0 2-29-16,0 1-33 0,-1 1-29 0,0 0-29 0,0 0-31 15,1 0 48-15,-3 3-136 0</inkml:trace>
  <inkml:trace contextRef="#ctx0" brushRef="#br0" timeOffset="71116.13">29082 3809 529 0,'0'3'357'0,"1"-1"-144"16,1 0 29-16,0-1 21 0,2-1-19 0,0-1-13 0,1 0-40 0,2-1-18 16,1-3-24-16,0-1-14 0,3-2-21 0,0-1-15 0,2-1-19 0,0-2-13 15,1 1-11-15,0-2-6 0,-1 1-4 0,1-1-5 0,-2 1 2 16,-2 2-5-16,2-1-7 0,-2 2-2 0,0 1-7 0,-1 3-4 0,0 1-7 15,-3 2-3-15,0 3-8 0,-1 2 0 0,1 1-2 0,-1 2-2 16,2 2 4-16,-1 1-2 0,1 0 2 0,1 0-5 0,0 1-1 0,0-1-5 16,1 0-7-16,1-1-8 0,1-1-8 0,0-1-13 0,1-2-7 0,-1-1-10 15,3-1-5-15,-1-1-1 0,1-1 0 0,0 0 7 0,1-2 7 16,1-1 6-16,-1 0 14 0,-2-2-9 0,1 0-4 0,-2-2-7 0,1 0-13 16,-1 0-5-16,0 0-2 0,2-1-20 0,-1 0-35 0,0 1-48 0,-1-3-67 15,-1 0-57-15,2-1-43 0,0 0-18 0,1 0 79 0,0 0-99 16</inkml:trace>
  <inkml:trace contextRef="#ctx0" brushRef="#br0" timeOffset="71456.75">31666 2766 1195 0,'-19'-8'188'0,"-1"0"-178"16,-4-2 38-16,0 1 16 0,4 3 11 0,-2 1 11 0,2 2-6 16,1 0 6-16,2 1 7 0,1 2 6 0,1 0-6 0,3 0-4 0,2 0 0 15,3 1-13-15,1 1-7 0,4 1-9 0,1 1-13 0,1 1 2 16,3 2-12-16,2 2-1 0,4 2 1 0,1 4-6 0,5 1 16 0,3 5 6 15,3 4-6-15,2 2 6 0,5 5 6 0,1 2-6 0,1 4-8 0,1 4-6 16,3 2-18-16,2 3-23 0,1 2 4 0,-1 2-11 0,-5 1-1 16,-2 1 11-16,-2 1-4 0,-3 3-2 0,-2-1-2 0,-6 0 1 0,-3 1-4 15,-3-2-2-15,-3-1-7 0,-4-1-23 0,-6-4-30 0,-4-2-44 0,-3-2-72 16,-4-2-94-16,-1-4-178 0,-4-1-187 0,-3-3 44 0,-3-1 40 16</inkml:trace>
  <inkml:trace contextRef="#ctx0" brushRef="#br0" timeOffset="72253.75">20217 7998 801 0,'-6'3'308'0,"-3"0"-200"0,-1 0 31 0,2 0 21 0,3-2 16 0,1 1 11 16,2-1-10-16,2-1-11 0,2 0-17 0,2-1-18 0,0 0-22 0,3-1-16 15,0 0-11-15,3 0-14 0,0-1-6 0,2 0-14 0,1 0-2 0,2 0-5 16,0 1-5-16,1 1 3 0,2 0-9 0,1 1-6 0,-2 1-4 16,3 0-6-16,0 1-5 0,-1 2-2 0,0 1-2 0,-2 0 0 0,1 3-1 15,-3 0 0-15,0 1-3 0,-1 2-1 0,-2 2 2 0,-1 1 2 16,0 1-8-16,-1 0 4 0,-1 3 0 0,-1 0-3 0,-2 1-5 0,-1 2 3 16,-2 0-16-16,-2 0-2 0,-1 2 23 0,-1 1-4 0,-2-1 15 0,-1 2 3 15,-1-1-18-15,0 1 3 0,-2 1-1 0,0-2-2 0,-1 2 3 16,-1-2-1-16,3 3 5 0,-2-1 3 0,1-1-5 0,1 0 5 0,1-2-4 15,0-1 6-15,2-1 1 0,1-3 6 0,1 0-1 0,2-1 4 16,1-1 1-16,2-3 5 0,2-1-3 0,0-1 1 0,2-3-2 0,2-2-7 16,1-1-4-16,2-2 0 0,1-2 2 0,1-1-5 0,-1-2-3 0,3-1 1 15,1-1-4-15,0-2 2 0,0-1-2 0,1 0-6 0,-1-1 1 16,-1-1-1-16,1-1-5 0,1 0 2 0,-3-1-5 0,1-1-12 0,-2-1-5 16,-1 1-5-16,-1-1-12 0,-2 0 2 0,1 0-12 0,-2-1-17 0,-1 1-21 15,-3 0-28-15,-1 0-43 0,-2-1-54 0,-3-1-68 0,-3 2-106 16,-2 0-102-16,-4 1-6 0,-3 2 156 0,-3 1-31 0</inkml:trace>
  <inkml:trace contextRef="#ctx0" brushRef="#br0" timeOffset="72434.75">20168 8556 851 0,'-11'8'340'0,"1"0"-158"0,-2-1 27 16,4-1 19-16,5-3 5 0,1 0-11 0,3 0-29 0,3-1-29 0,0-1-34 15,3-1-21-15,1-1-11 0,1-2-16 0,2 0-4 0,3-2-13 16,2 0-10-16,3 0-13 0,0-3-4 0,2 0-9 0,1-3-7 15,2-1-2-15,1-2-7 0,1 1-1 0,0-2-6 0,-1 1 1 0,1-1-3 0,-3 3-4 16,-2-2-9-16,0 1-17 0,-1 1-19 0,-1 0-29 0,0 2-22 16,1-1-19-16,-2 0-31 0,2 1-27 0,0 0-37 0,-1 2-61 15,0 1-105-15,1 1-138 0,-1 2-38 0,1 1-100 0</inkml:trace>
  <inkml:trace contextRef="#ctx0" brushRef="#br0" timeOffset="72636.78">21120 8383 1049 0,'2'0'331'0,"1"1"-76"0,0 0-6 0,0-1-4 16,1-1-22-16,0 0-29 0,1 0-46 0,0-1-31 0,2 0-20 16,-1-1-14-16,1 0-9 0,0 0-8 0,0-1-15 0,0 1-10 0,-1-1-9 15,1 0-7-15,0 0-4 0,-1 0-6 0,0-1-5 0,1 1-4 16,-1 0-4-16,0 0-1 0,0 1 3 0,0 0-6 0,0 0 4 0,0 0-7 16,0 0-15-16,1 1-7 0,-1 0-21 0,1 0-18 0,-1 0-14 0,0 1-19 15,-2 0-17-15,1 0-32 0,-1 1-28 0,-1 1-45 0,1 1-73 16,-1-1-87-16,0 1-77 0,0 1-20 0,0 0 124 0,-2 1 23 0</inkml:trace>
  <inkml:trace contextRef="#ctx0" brushRef="#br0" timeOffset="72754.78">21171 8546 562 0,'-1'11'434'0,"2"-1"-203"0,0 2-41 16,1-4 2-16,2-1 4 0,2-1-12 0,1 0-31 0,0-1-39 16,3-1-28-16,2 0-18 0,1 0-11 0,2-1-10 0,0-1-6 0,2-3-19 15,0 1-3-15,0-2-6 0,0-2-13 0,0 1-17 0,1-3-48 16,-2-1-62-16,0-1-102 0,-1-1-153 0,0 0-170 0,-2-3 19 0,2-2-48 15</inkml:trace>
  <inkml:trace contextRef="#ctx0" brushRef="#br0" timeOffset="77264.89">21493 8204 870 0,'-4'-3'424'0,"1"0"-229"0,-1 0 6 0,2 0 20 0,1 1 16 15,0 0-10-15,2 0-31 0,-1 0-55 0,1 2-36 0,0-1-26 0,1 2-15 16,1 1 1-16,1 0-6 0,0 2-3 0,0 2-7 0,2 1-3 16,1 2-3-16,1 1-2 0,1 2-16 0,0 1-6 0,1 1-5 0,0 0-1 15,1 3 34-15,1 0-1 0,2 1 0 0,-1 0-8 0,-1 1-27 0,2-1-5 16,-1 0-6-16,1-1 1 0,-1-1-2 0,-2-2 8 0,2-3-1 15,-2-1 3-15,1-2 0 0,-1 0-5 0,-1-3 4 0,0-1 3 0,0-1-2 16,-1-2 5-16,0-2-5 0,0-1 4 0,-2-2 4 0,0-1 3 16,-2-2-1-16,0-2-6 0,1 0-3 0,-1-1 3 0,0-2-1 0,-1-1-1 15,0-1-5-15,1-1-6 0,-1-1-4 0,0-1-2 0,1-2 6 16,0 1-23-16,-1-2 4 0,2-1 0 0,-2 1 13 0,1-2 20 0,0-1-3 16,0 2 0-16,-1-2-18 0,0 2 3 0,0 1-7 0,1 1-1 0,-1 2-3 15,1 3-19-15,-1 2-14 0,-1 1-17 0,-1 3-22 0,-1 1-16 16,1 2-34-16,-2 1-42 0,-1 2-66 0,0 0-86 0,0 1-112 0,-1 2-185 15,-1-1 34-15,-1 1-65 0</inkml:trace>
  <inkml:trace contextRef="#ctx0" brushRef="#br0" timeOffset="77495.89">21702 8066 1266 0,'-2'5'426'0,"-1"1"-186"0,0 1 11 0,1-1-2 15,3 1-8-15,2 1-31 0,1-1-45 0,2 1-36 0,2 1-19 0,0 1-11 16,1 1-7-16,1 0-18 0,0 2-12 0,1 1-15 0,3 1-11 16,-2-2-8-16,1 1-20 0,0-1-6 0,0 0 2 0,3 0-10 0,0-1 36 15,-1 1-3-15,2-1-9 0,-1-1 3 0,0 0-23 0,0-2 0 0,-1-1 2 16,0-1-6-16,0-1-1 0,-2-2-5 0,1 0-13 0,-2-1-9 16,0-1-18-16,-2-2-10 0,0 0-15 0,-1-1-21 0,-1-1-17 0,0 0-21 15,0-2-35-15,-1-1-63 0,0 0-105 0,-2-1-167 0,0 0-174 16,1 0 105-16,-1-1-9 0</inkml:trace>
  <inkml:trace contextRef="#ctx0" brushRef="#br0" timeOffset="77690.67">22297 8176 2012 0,'-2'2'298'0,"1"1"-84"0,0 2-19 0,1 0 14 0,0 2-4 0,2 1-28 15,1-1-46-15,0 2-43 0,1 1-32 0,0 2-14 0,3 1 18 0,0 2-6 16,0 1-7-16,1 2-4 0,0 0-30 0,-1-2-5 0,1 1-6 16,1-1-2-16,-1-1-10 0,1-3-7 0,-1-2-27 0,0 0-56 0,0-2-78 15,0-1-178-15,1 1-217 0,0-1-326 0,0-1 90 0,-1-3 85 0</inkml:trace>
  <inkml:trace contextRef="#ctx0" brushRef="#br0" timeOffset="78590.17">22843 7839 424 0,'3'-1'234'0,"-1"0"-37"0,1-1 11 0,-1 0 10 16,-1 0-1-16,-1 0-25 0,1-1-26 0,-2 0-28 0,1-1-23 16,-1 0-18-16,0 0-12 0,0-1-15 0,-1 1-10 0,-2 0-9 0,0-1-10 15,0 1-12-15,-3 0-6 0,-1-1-4 0,-1 1-5 16,-1-1 4-16,-1 2-10 0,-1 1-2 0,0 0 2 0,-1 2-3 0,-1 2 1 0,1 1-1 15,1 1 0-15,-1 2-5 0,0 1 5 0,1 1-4 0,0 3 3 0,2 0 0 16,-1 3 0-16,0 1 0 0,0 2 1 0,1 2 0 0,2 3 2 0,2 1 2 16,2 2 3-16,2-1 2 0,1 0 9 0,3 1 0 0,-1-1 6 15,2 0 2-15,3-2-3 0,0-1-1 0,3-2-10 0,0-2-2 0,2-4-8 16,0 0-2-16,1-3 0 0,2-2 0 0,2-2 7 0,0-1-8 16,-1-2 1-16,2-2-2 0,2-1-5 0,-1-2 4 0,1-2-2 0,0-1 2 15,0-2-2-15,0-1 3 0,-1-1 1 0,-1-1 1 0,-2-1 0 0,-1 0 2 16,-1-1 7-16,-1 0-4 0,-1 1 2 0,-2 0 0 0,0 2-7 15,-1 0 5-15,-1 2 1 0,-1 1-2 0,1 2 6 0,-2 1-6 0,-1 1-6 16,1 3 8-16,0 0-4 0,0 2-2 0,1 1 4 0,1 3-2 0,-1 0-5 16,1 1 5-16,1 0-4 0,1 2 2 0,0-1-3 0,0 0 2 15,0-1-4-15,0 0-2 0,1-2 2 0,0-2-2 0,0-1 0 16,1-1-1-16,-2-2-2 0,1 0 3 0,0-4-10 0,0 0 1 0,-1-3 2 16,0-1 1-16,-2-1 9 0,1-1 6 0,0-1 0 0,-2-1 6 0,1 1-5 15,-2-1 3-15,0 0-2 0,0 0-2 0,-2 0 7 0,1 1-2 0,-2-1 4 16,-2 0 0-16,0 0-2 0,-3 1 1 0,0 1-3 0,-3-2-1 15,-1 1-2-15,0-1-2 0,-3-1 0 0,-3 2-3 0,1-1 1 0,-4 0 2 16,-1 2-1-16,0 0-1 0,1 2-5 0,-2 2-3 0,1 3-5 0,2 1-1 16,-2 2-1-16,1 4-3 0,-1 1-1 0,3 3-2 0,-2 2-4 15,2 3 2-15,1 2-1 0,1 1-4 0,3 2-4 0,-1 0-9 0,1 0-15 16,3-3-21-16,0 0-28 0,3-1-46 0,2-2-59 0,2-2-86 16,2-2-119-16,1-1-146 0,3-2 19 0,2-3-74 0</inkml:trace>
  <inkml:trace contextRef="#ctx0" brushRef="#br0" timeOffset="78796.71">23304 7365 1760 0,'-5'-6'504'0,"-2"3"-387"0,0-1 32 0,1 4 17 16,2 4 9-16,-1 1-14 0,0 5-29 0,-1 2-36 0,1 3-24 0,0 3-18 15,0 2-5-15,1 5-4 0,1 1-3 0,0 5-3 0,1 1-5 0,1 2-23 16,-1 2 12-16,2 2-8 0,0 1 0 0,2 1 7 0,2 0-20 15,1-2-2-15,1-1-3 0,1-2-3 0,1-4 2 0,-1-3-7 0,2-6-23 16,2-3-30-16,-1-3-43 0,1-4-51 0,1-1-47 0,0-4-70 0,1-1-106 16,1-3-158-16,0-1-159 0,-1-2 146 0,0-1 2 0</inkml:trace>
  <inkml:trace contextRef="#ctx0" brushRef="#br0" timeOffset="79094.71">23576 7868 1084 0,'0'-1'377'0,"2"1"-197"0,-1 2-21 0,0 2 12 0,1 1 20 16,-2 4 2-16,1 1-24 0,-1 1-34 0,1 3-31 0,0 1-26 15,0 0-16-15,1-1-10 0,0-1-14 0,0 0-7 0,1-1-13 0,0-1-5 16,1-1-5-16,-1-3-3 0,2 0 1 0,0-2-3 0,0-1-5 0,1 0 1 16,0-2-5-16,0-2 3 0,0 0 1 0,2-2 0 0,0-1 2 15,1-1-1-15,0-2 1 0,0 0 5 0,-1-1-7 0,1-1 4 0,-1-2 3 16,-1 0 0-16,0-1 6 0,1-1 1 0,-2 0-3 0,2-3 1 0,-1-1 1 16,0-1 6-16,0 1 1 0,-1 0 4 0,0 1 5 0,-2 0 3 15,-1 2-1-15,-2 0-1 0,-1 0 7 0,-3 2-3 0,-1-1 3 0,-2 2 7 16,-1-1-9-16,-2 0-5 0,-1 1-1 0,-2 0-10 0,-1 1-2 15,-1 3 0-15,0 0-4 0,0 2 0 0,0 2-1 0,-1 2-10 0,2 2 2 16,1 3-4-16,-1 1 0 0,2 4 2 0,0 1-6 0,1 2 1 0,0 2 3 16,3 0-2-16,-1 1-2 0,1 0-5 0,2 1-4 0,1-2-5 15,2 0-4-15,1 0-6 0,2-2-9 0,2-2-17 0,1 0-15 0,2-3-20 16,1-2-29-16,2-3-26 0,0-2-48 0,3-2-60 0,0-3-79 16,3-2-88-16,0-2-82 0,2-2 18 0,1 0 144 0,1-2 118 0,0-2 27 15</inkml:trace>
  <inkml:trace contextRef="#ctx0" brushRef="#br0" timeOffset="79305.71">23894 7764 270 0,'12'2'239'0,"0"1"-13"0,3 2 1 0,-4 1 19 0,-1 0 5 16,0 1-23-16,0 2-24 0,-2 0-29 0,0 0-17 0,-1 1-24 0,-2 0-12 16,0-1-15-16,-1 0-11 0,-1-1-9 0,-1 0-13 0,-1-1-7 15,-1-1-11-15,-1 0-5 0,-2 0-6 0,-1-2-10 0,-1-1-2 0,-2-2-5 16,1-1-10-16,-1-1 3 0,-1-2-5 0,-1-2-6 0,0-1-1 0,1-1-5 16,-1-2-4-16,3-2 0 0,-2 0 5 0,0 0-5 0,2-1 2 15,0-1 0-15,1 0 0 0,1-1 1 0,1 0 1 0,1-2 1 0,1-2 0 16,1-1 2-16,1 1 1 0,1-3-1 0,1 0-20 0,2 1-3 15,1 1 9-15,2 1-7 0,1 3 16 0,0 0-4 0,1 1-19 0,2 3-2 16,0 1-16-16,0 3-8 0,1 0-18 0,-3 2-15 0,2 0-18 0,-2 2-28 16,1 1-43-16,-1 0-73 0,0 1-110 0,0 0-156 0,0 1-73 15,0 1 143-15,0-1 36 0</inkml:trace>
  <inkml:trace contextRef="#ctx0" brushRef="#br0" timeOffset="79516.88">24430 7677 1411 0,'4'1'341'0,"1"0"-165"0,1 0-5 0,0 1 21 0,-1-1 16 0,1-1-32 16,0 1-43-16,0-1-48 0,0-1-31 0,-1 0-24 0,1-1-2 0,0-1-4 16,-1 0-7-16,1-1-2 0,-1 0-9 0,0 0-3 0,0-1-1 15,0-1-7-15,0 0-14 0,0 0-12 0,0-1-14 0,-2 0-16 0,2-1-14 16,0 0-31-16,0 1-31 0,0 1-60 0,-1-2-69 0,-1 0-114 0,1-1-151 15,1 0 15-15,-2 0-29 0</inkml:trace>
  <inkml:trace contextRef="#ctx0" brushRef="#br0" timeOffset="79680.41">24511 7421 1358 0,'-6'2'295'0,"0"1"-72"0,-1 2 0 0,1 2-3 0,1 0-9 15,0 3-27-15,0 0-27 0,-1 2-28 0,1 2-24 0,0 1-25 0,2 2-9 16,1 1-10-16,-1 2-8 0,2 2-19 0,1 1 14 0,0 2-9 15,3 1-6-15,1 1 8 0,1 0-22 0,2-1-8 0,-1 0-15 0,1-3 0 16,0-2-3-16,1-3-3 0,1-2 7 0,0-4-16 0,0-1-33 0,0-3-38 16,1-3-56-16,-1-3-72 0,2-2-102 0,1-3-172 0,2-2-255 15,0-3 67-15,2-3 11 0</inkml:trace>
  <inkml:trace contextRef="#ctx0" brushRef="#br0" timeOffset="79988.41">24863 7332 1263 0,'-3'3'235'0,"0"1"-47"0,-1 2 35 16,0 1 20-16,1 1 6 0,-1 2-25 0,-1 2-43 0,1 1-42 15,0 2-29-15,0 1-16 0,0 0-6 0,2 1-8 0,1 1-4 0,1-1-4 16,2 2-6-16,1 0-6 0,2-1-21 0,1 0-6 0,1-2-7 0,0-1 1 16,0-2 26-16,1 1-5 0,2-2-5 0,-1-3-6 0,2 0-16 15,0-3-5-15,-1-3 0 0,2-1-10 0,0-1 2 0,0-2-10 0,0-1 4 16,0-1 3-16,-1-3-6 0,0-1 8 0,0-3-14 0,-1-2-21 0,0-1-3 15,-1 0 5-15,0-2 1 0,-1-1 21 0,0-1-4 0,-1 1-9 16,0-2 1-16,-1 0 1 0,-1 1 4 0,-1 1-3 0,0-1 3 0,-2 1 7 16,1 1-2-16,0 0 4 0,-1 1 4 0,0-1-4 0,0 0 2 15,-1 1 2-15,0-2-2 0,0 0-2 0,-1 0 6 0,2 3-10 0,-1-1-7 16,1 2 3-16,1 2-13 0,-1 2-1 0,1 2-10 0,0 4-15 0,-2-1-24 16,1 2-25-16,-1 2-27 0,1-1-25 0,0 2-25 0,0-1-33 15,1 1-44-15,1 0-71 0,0 1-76 0,1 1-104 0,1 0-20 0,0 0 167 16,1 1-11-16</inkml:trace>
  <inkml:trace contextRef="#ctx0" brushRef="#br0" timeOffset="80484.41">25096 7304 1157 0,'-1'-2'288'0,"-1"0"-92"0,0 0 28 0,0 0-6 15,0 2 2-15,2 0-23 0,0 2-25 0,1 0-23 0,0 1-27 0,0 1-12 16,1 3-14-16,0 1-12 0,1 3-7 0,0 1-10 0,3 1-7 0,0 2-3 15,1 2-1-15,1 0-7 0,1 0-4 0,2 1-6 0,-1-1-6 16,3 0-3-16,1-3-9 0,0 0 0 0,0 0-9 0,1-3-2 0,1-1-3 16,1-2-5-16,-1-1 6 0,-1-1-4 0,0-1 0 0,-1-2-2 0,1-1-10 15,-2 0-6-15,0-2-7 0,0 0-15 0,-1-2-6 0,-1-1-15 16,-1-1-9-16,1-2-3 0,-1 0-10 0,-1-2-14 0,0 0-22 0,-1-1-24 16,-1 0-38-16,-1-1-48 0,-1 1-70 0,0 0-89 0,-1 1-141 15,-1 1-54-15,0-2 154 0,0 0-4 0</inkml:trace>
  <inkml:trace contextRef="#ctx0" brushRef="#br0" timeOffset="80757.41">25519 7458 1048 0,'0'-1'335'0,"0"0"-103"0,0-1-7 0,1 0 0 0,0 0-14 16,0-2-30-16,2 0-26 0,1-1-22 0,1-1-16 0,0-1-7 0,1 0-17 15,1-1-8-15,1-1-11 0,1 0-8 0,0-1-3 0,0 1-10 16,0 0-5-16,0 2-13 0,-1-1-8 0,-1 1-2 0,0 1-7 0,-1 1-7 15,0 1 1-15,-1 2-10 0,-2 2-1 0,-1 0 1 0,1 2-2 16,-1 2 4-16,-1 2-10 0,0 3 1 0,-1 1-5 0,-1 1 1 0,0 3-2 16,0 1-2-16,0 1-4 0,-1 1-1 0,1 1 1 0,0 0-3 0,1-1 7 15,0 0 0-15,3-2 9 0,1-2 1 0,1 0 3 0,2-3 0 16,2-1 2-16,0-1-6 0,3-1 4 0,0-2-4 0,1-2-1 0,2-1-13 16,1-2 1-16,-1-2-8 0,3-2-19 0,0-1-6 0,1-2-30 15,-1-1-20-15,1-1-23 0,2 0-25 0,-2-2-52 0,0 0-76 0,0 1-124 16,-3-1-191-16,2 2 12 0,0 1 39 0</inkml:trace>
  <inkml:trace contextRef="#ctx0" brushRef="#br0" timeOffset="83417.74">26118 6811 880 0,'-5'-11'253'0,"-1"-2"-71"0,-2-3 30 0,1 3-16 0,0 3-19 16,-1 2-12-16,2 1-11 0,-2 2-15 0,1 2-14 0,0 1-26 0,1 2-16 16,0 0-6-16,0 3-8 0,2 1-4 0,-1 1-6 0,2 3-10 15,0 0-9-15,-1 3-8 0,2 3-4 0,0 2-5 0,1 3-6 0,1 3 1 16,1 3-3-16,1 0-4 0,0 3 1 0,2-1-15 0,0 2-3 16,2 0 17-16,0-1 0 0,2 0 13 0,-1-1-2 0,1-1-13 0,-1-3-4 15,0 0-2-15,-1 0 5 0,1-4-7 0,0 0 5 0,1-2-5 0,-1-2-1 16,0-1 0-16,0-1-3 0,0-3 1 15,-1-3 0-15,-1-2-3 0,1-2 1 0,-1-3-3 0,0 0-3 0,-1-1-3 0,0-3-1 0,0-1 0 16,1-4 0-16,0-1 1 0,-1-2 5 0,1-1 6 0,1 0 2 0,-2-1 0 16,2-1 3-16,1-1-1 0,0 2 5 0,-1-1 4 0,0-1 1 15,0 1 4-15,0 1-4 0,-1-1 8 0,0 2 0 0,-1 2-1 0,-1 2-1 16,1 3-2-16,0 2 2 0,-1 3-3 0,0 0 3 0,0 2 2 16,-1 1-4-16,0 1 6 0,1 3 0 0,-1 1-5 0,0 3 1 0,-1 0-5 15,1 2-5-15,-1 0 1 0,1-1-2 0,-1 1-1 0,-1 0-3 0,2-1-1 16,-1 0-4-16,0-1 6 0,1 1-2 0,-1-1-2 0,1-1 2 15,-1-1-6-15,2 1 2 0,0-1 2 0,0-2 0 0,1 2 2 0,-1-2-2 16,2 0-2-16,-1 0-1 0,1 0-1 0,1 0 0 0,0-2 2 0,1-1-3 16,-1-1 5-16,1 0-4 0,-1-1-1 0,2 0 5 0,-1 0-4 15,1-1 8-15,0 0-3 0,0-1-2 0,0 0 1 0,1-2-2 0,-1 0 0 16,0 0 4-16,0-2 0 0,1-1-2 0,0-1-2 0,0-1 2 16,1-1-2-16,-1 1 7 0,-1-1-3 0,1-1-2 0,0 0 2 0,-1 0 2 15,-1-1-2-15,1-1 1 0,-2 1-1 0,0-1-2 0,-1 0 2 0,0 0-4 16,-1-1 6-16,0 0 0 0,0 0-3 0,-2 0 11 0,0 0-7 15,-2 2 1-15,-1 1 5 0,0-1-9 0,-2 1 0 0,0 1 1 0,0 1-17 16,-2 1 0-16,1 1 1 0,0 3 0 0,-1 0 17 0,-1 2 2 16,-1 1-6-16,0 2 3 0,0 1-4 0,-1 2 17 0,0 2 7 0,-1 0-5 15,1 2 5-15,0 0-21 0,1 1-2 0,0 0 0 0,2-1 2 0,0 2-4 16,2 1 2-16,1-1 5 0,0 0-6 0,2 0 1 0,1-2 0 16,1 1-6-16,0-1 8 0,2-1-4 0,1-1 2 0,1 0-2 0,1 0-2 15,1-1 1-15,1 0 3 0,0 0-2 0,1 0-2 0,0-1 0 0,1-1-7 16,0 0 0-16,-1 0 0 0,-1-1 1 0,2 0-1 0,0-1-8 15,1 0-3-15,-1-1-4 0,-1-1-1 0,1 0 5 0,0-1 2 0,-2 0 2 16,1-1 3-16,0-1 2 0,-2 0 4 0,0 0 6 0,-1 0-1 0,-1-1 2 16,0-1 4-16,-2 1 0 0,1 0 0 0,-1 0-2 0,0 0 3 15,0 0 3-15,0 0-3 0,-1 1 5 0,1-1-3 0,-1 1-1 0,0 0-1 16,0 1 3-16,-1 1-6 0,1 0 5 0,-1 1 1 0,0 2-3 16,-1-1 3-16,1 2-1 0,0 0 1 0,0 1-3 0,1 0 1 0,-1-1 0 15,1 2-4-15,0 0 0 0,0 0 3 0,1 1-4 0,-1-1-1 0,0 1 2 16,1-1-2-16,-1-1-4 0,1 0 5 0,-1 0-8 0,0-1-4 15,0 0 0-15,1-1-7 0,-1-2-16 0,0 0-23 0,0-1-30 0,-1-1-28 16,1-1-23-16,0 0-43 0,1-2-56 0,-1 0-66 0,-1-1-104 0,1-1-102 16,0-1-3-16,0-1 158 0,-1-1-3 0</inkml:trace>
  <inkml:trace contextRef="#ctx0" brushRef="#br0" timeOffset="83561.74">26845 6968 893 0,'-2'-7'355'0,"1"1"-166"0,-1-1 4 0,1 4-7 0,0 3-19 16,0 1-24-16,-1 2-16 0,0 0-9 0,0 2-8 0,0 0-22 15,-1 0-14-15,1 1-19 0,0-1-26 0,1 1 4 0,0-1-18 0,-1-1-7 16,2 1 2-16,0-1-10 0,0 0-2 0,1-2-14 0,0-1-3 0,1 0-34 16,1-2-46-16,1 0-59 0,0-1-91 0,1-1-72 0,2 0-85 15,0-2-55-15,1 1 44 0,1-2 141 0,1 0-12 0</inkml:trace>
  <inkml:trace contextRef="#ctx0" brushRef="#br0" timeOffset="84199.37">27080 7016 803 0,'4'5'262'0,"0"1"-23"0,2 1 5 15,0-1-15-15,0-1-16 0,-1-1-31 0,1-1-18 0,1-1-25 16,1-1-22-16,1-1-18 0,0-2-20 0,-1 1-15 0,0-2-12 0,-1-1-7 16,0 0-7-16,0-2-4 0,1-1-7 0,-2 0-8 0,1-1-12 15,-1 0-7-15,-1-2-5 0,1 3 2 0,-1-3 8 0,-1 2 7 0,-1 0 0 16,0-1-2-16,-3 1 1 0,0-1-11 0,-2 2-11 0,-2 0 8 16,0 0-7-16,-1 2-4 0,-1 0 2 0,-2 1-12 0,0 2 3 0,-1 1-5 15,1 3 8-15,0 0 2 0,0 2 6 0,0 1 5 0,-2 2-3 0,0 0 4 16,1 0-1-16,-1 2 0 0,2 1-10 0,0 0 2 0,2 0-1 0,2 0 7 15,2 0 26-15,3 1-7 0,3 1 3 0,2 0-3 0,1 0-16 16,3-1 8-16,1-1-8 0,2 1-1 0,1 1 3 0,-2 0 1 0,3 1 2 16,-1-2-2-16,1 2 1 0,0-1-4 0,0 1-1 0,-1-1 2 15,0-1-4-15,-1 1 2 0,-2 0 2 0,1 0-4 0,-1 1 0 0,-2-1 4 16,-2 0 0-16,-1 0-1 0,-2 0 3 0,-2 0 1 0,-1-3 1 0,-2 1-1 16,-1-1-3-16,-3-1-2 0,-2 0-2 0,-1-1-6 0,-3-1-10 15,-2 0-5-15,-1-1-13 0,0-2-1 0,-1 0-4 0,-1-1 0 0,1-2-3 16,-1-2 0-16,2-2 4 0,1 0 2 0,1-4 6 0,2 0 1 0,-1-3-6 15,3-1-11-15,0-3-4 0,3-1-5 0,2-3 3 0,2-1 10 16,2 0 12-16,4-3 7 0,1-1 4 0,3-1-4 0,2-3-8 0,0 1-10 16,2-3-4-16,2-1-14 0,0 1-3 0,1-1 2 0,2-1-1 15,0 2 22-15,0-1 11 0,-2 1 17 0,2 1 17 0,-3 3 16 0,1 1 20 16,-3 2 18-16,-1 3 22 0,0 2 21 0,-2 2 21 0,-1 5 20 16,-3 1 12-16,0 3-4 0,-1 2 4 0,0 3-11 0,-2 1-9 0,-1 2-3 15,0 1-19-15,-1 2-9 0,1 3-11 0,0 1-8 0,0 1-7 0,0 4-3 16,-1 1-5-16,1 2 0 0,-1-1-9 0,-1 3-6 0,1 0-8 0,1 1-4 15,-1 1-3-15,0 1-13 0,0 0 1 0,-1 0-7 0,1 1-3 16,-1-1 1-16,0-1-17 0,2-2-3 0,-1-1 16 0,2-3-3 0,0 0 13 16,2-2-2-16,0-2-21 0,1 0 6 0,0-3-2 0,1-3-6 15,0 1 1-15,0-3-9 0,0 0-7 0,0-2 4 0,1-1-7 0,-1-1-1 16,1-1 5-16,1-3 3 0,0 1 2 0,1-4 9 0,0 0 1 0,1-1 3 16,-2 0-17-16,2-1 1 0,-2 1 5 0,1 0 13 0,0 0 18 15,0-1 3-15,-1 1 1 0,0-1-16 0,0 1 1 0,-1 0 1 0,0 2-6 16,0 0 7-16,0 3 2 0,-1 2-3 0,-2 1 5 0,1 3-4 0,-1 1-5 15,-1 2 5-15,-1 3-3 0,0 1 0 0,-1 3-1 0,0 0-1 16,-1 2-8-16,0 1-11 0,0 1-2 0,-1 1 17 0,0 2-7 0,0 2 16 16,0-1-1-16,0 0-23 0,0 0 0 0,1 0-19 0,0-2-35 15,1-1-34-15,2-2-13 0,-1-2-22 0,1-4-33 0,1-1-75 0,0-2-147 16,1-1-197-16,3-3-118 0,0-1 190 0,1-3 50 0</inkml:trace>
  <inkml:trace contextRef="#ctx0" brushRef="#br0" timeOffset="84439.42">28238 6851 1360 0,'-7'8'313'0,"1"1"-75"0,-3 3 12 0,2-1-11 0,1-2-30 0,1 1-35 16,0-2-36-16,1 0-13 0,1-3-24 0,2 0-22 0,1-1-11 15,1-1-19-15,2-1-10 0,0-1 0 0,2-1-10 0,1-1-5 0,0-1-6 16,3-1-6-16,1-1-5 0,1-2 4 0,0 0-5 0,1 0 3 0,0-2-2 15,1-1-9-15,0 0-3 0,1-1-6 0,0 0-10 0,2 1 3 16,-1-1-12-16,1-1-12 0,-2-1-12 0,1 0-17 0,1 2-11 0,-1-2-11 16,0 1-17-16,-1 1-21 0,0 0-32 0,0-1-48 0,0 2-86 15,-1-2-120-15,-1 0-145 0,0 1 30 0,0 0 27 0</inkml:trace>
  <inkml:trace contextRef="#ctx0" brushRef="#br0" timeOffset="84601.42">28484 6570 1164 0,'-3'2'662'0,"0"1"-533"0,-1 2 35 0,1 1 14 0,-1 2-9 16,1 1-18-16,-1 2-18 0,0 1-24 0,0 4-28 0,1 1-23 0,1 1-19 15,1 0-11-15,1 2-6 0,1 1-8 0,1 0-5 0,-1 1-4 16,3 1-6-16,0-2 2 0,1 2-8 0,1-2-7 0,0-3-31 0,1-1-52 16,1-3-94-16,0-4-143 0,2-3-208 0,0-1-193 0,2-4 151 15,1-4 82-15</inkml:trace>
  <inkml:trace contextRef="#ctx0" brushRef="#br0" timeOffset="84925.18">28920 6403 1099 0,'-2'0'279'0,"-2"1"-135"16,0 1 37-16,1 1 19 0,0 1-7 0,2 1-4 0,-1 0-14 0,1 2-27 15,-1 2-13-15,0 1-17 0,1 4-12 0,0 1-13 0,-1 1-8 16,1 0-11-16,0 2 1 0,0 0-8 0,0 0 0 0,0 3-8 0,1-1-5 16,0 0-2-16,0 0-9 0,2-1 2 0,-1-1-5 0,2-4-5 0,0 0 3 15,0-1-1-15,1-3-8 0,1-2-2 0,1-2-11 0,1-3-4 16,-1-3-11-16,1-1 7 0,0-2 0 0,1-3-12 0,3-4 6 0,0-4-6 16,0-2 2-16,1-3-4 0,0-3-5 0,2-2-3 0,1 1-2 15,0-1 1-15,-1 1-6 0,-1 2-1 0,0 0-5 0,-1 0 0 0,1 0 10 16,-2-2-4-16,2 2 4 0,0-1 7 0,0 0-12 0,1 0 3 0,-1 0 7 15,3 1-14-15,-1 4 2 0,-1 2-12 0,-2 3-27 0,0 3-3 16,-2 2-14-16,-1 2-7 0,0 2-10 0,-2 2-23 0,-1 1-20 0,-1 1-38 16,-1 2-60-16,0 0-83 0,-2 0-117 0,-1 1-125 0,0 1 65 15,0-1 30-15</inkml:trace>
  <inkml:trace contextRef="#ctx0" brushRef="#br0" timeOffset="85193.22">29059 6224 1682 0,'-1'-1'247'0,"0"0"-41"0,-1 1 19 0,1 0-25 16,1 0-20-16,0 2-17 0,1 0-17 0,1 1-8 0,0 2-20 0,0 2-15 16,2 2-22-16,0 1-20 0,0 2-1 0,1 3-9 0,0 1-4 0,0 0-18 15,0 1-3-15,1 2-6 0,0 1 5 0,1 0 8 0,1 1-8 16,1-1-6-16,2-1-7 0,0 0-4 15,3-1-4-15,0-3 3 0,1-1-7 0,1-1 2 0,0-2 6 0,0 0-12 0,-3-2-2 0,3 0-1 16,0-3-11-16,0-2-3 0,-1-1-10 0,1-2-14 0,0-1-16 0,-1-1-9 16,1-1-2-16,0-1-4 0,-1-2-9 0,-1-2-15 0,2 0-18 0,-2-2-29 15,1 0-34-15,-1 0-57 0,-3 0-110 0,1 1-145 0,-2-1-137 16,0 2 102-16,0-2 14 0</inkml:trace>
  <inkml:trace contextRef="#ctx0" brushRef="#br0" timeOffset="85588.14">29652 6539 1426 0,'-1'-1'350'0,"1"2"-104"0,0-1 8 0,0 0-33 0,0 1-43 0,1-1-29 15,0 0-30-15,1 0-13 0,0 0-10 0,1-1-17 0,0-1-16 16,0 1-16-16,0-1-8 0,-1 1-9 0,1 0-14 0,1 1 0 0,-1-1-10 15,0 1-1-15,-1 1-3 0,0 0 2 0,1 2-6 0,-1 1-2 0,0 1 3 16,-2 1-5-16,1 2 2 0,0-1-7 0,-1 2 8 0,0 0-6 16,-1 0-6-16,2 1 2 0,-1-1-8 0,0 0-7 0,1 0 5 0,1 0-4 15,1-1-7-15,0-1-3 0,0-1-11 0,0-2-6 0,3 0-3 16,0-2 2-16,1 0-2 0,1-1 3 0,1-1 4 0,1-1 4 0,1 0 3 16,0-1 9-16,-1 0 3 0,0 0 11 0,2-1 7 0,1 1 4 15,1 0 4-15,-2 0 5 0,-1 0 2 0,0 1 1 0,-2 0-2 0,0 2 4 16,-1 0 3-16,0 1 2 0,-2 1 6 0,-1 1 0 0,0 1 7 0,-1 0 0 15,0 1 2-15,-2 0 3 0,0 1 3 0,0 1 2 0,-1 1 4 16,0 0-5-16,-1 2-1 0,-1-1-2 0,1-1-2 0,-1 2-6 0,0 0-5 16,0 0-1-16,0 0-6 0,0-1 1 0,-1 0-3 0,-1-1-5 0,1 0-2 15,1-1-5-15,-1-2-4 0,0 0-5 0,1-1-14 0,-1-2-20 16,2 0-28-16,-1-1-46 0,0-2-68 0,1 0-95 16,0-1-122-16,1-2-138 0,2 0-11 0,-1-1 168 0,2-1 9 0</inkml:trace>
  <inkml:trace contextRef="#ctx0" brushRef="#br0" timeOffset="88609.05">29951 6502 1211 0,'-1'-1'197'0,"-2"-1"-65"0,0 1 4 0,-1-1-23 0,1 1-6 15,0 0-10-15,-1 0-24 0,2 1-22 0,-1-1-13 0,0 0-22 16,1-1-10-16,-2 1-5 0,1 0-15 0,2-1-11 0,-2 1-18 0,0 0-38 16,-1-1-68-16,2 2-86 0,-1 0-105 0,1-1-82 0,0 1 65 15,0 0-74-15</inkml:trace>
  <inkml:trace contextRef="#ctx0" brushRef="#br0" timeOffset="88997.05">30216 6096 1253 0,'-6'-4'205'0,"-1"-1"-34"0,-2 0 26 0,-1 0-13 0,1 2-14 0,0 2-7 16,0 0-17-16,-1 1-13 0,-1 2-15 0,1-1-19 0,0 2-15 0,-1 0-23 15,1 2-4-15,-1 0-12 0,0 0-9 0,2 0 3 0,-1 1-4 16,2 1-8-16,2-1 6 0,2 1-6 0,2 1-7 0,2-1-2 0,0 2-7 16,1 1 1-16,3 1-8 0,2 0 0 0,2 1-1 0,3-1-3 15,-1 1 4-15,3-1-2 0,-2 1-4 0,3-1 6 0,2-2-3 0,-1 1-1 16,1 0 2-16,1-1 0 0,0 0-11 0,1 0-9 0,-2-2-2 0,1 0-3 15,-2 0 8-15,0 0 3 0,-1 0 3 0,0 1 5 0,-1-1 2 0,-2-1-1 16,-3 0 6-16,-2 0-8 0,-2-1 3 0,-2 2 6 0,-1 0-6 16,-3 0 2-16,-1 0-3 0,-2 0 1 0,-3 0-5 0,-1 1 0 0,-4-1-2 15,0 0-11-15,-1 0-1 0,-1 0-16 0,-2-1-10 0,-1 0-5 16,-1-2-8-16,-1 0 0 0,1-1-7 0,-1-2-4 0,2 0-13 16,1-2-11-16,2-1-15 0,3-1-26 0,0-1-27 0,3-2-25 0,1-1-28 0,2-2-40 15,3 0-36-15,2-2-22 0,4-2 10 0,1-2 69 0,2-2 89 16,2-3 53-16,3-1-52 0</inkml:trace>
  <inkml:trace contextRef="#ctx0" brushRef="#br0" timeOffset="89709.27">30437 5816 910 0,'2'-6'315'0,"0"1"-77"0,-1-1 11 0,-1 4-36 0,0 2-16 16,-1 1-12-16,1 2-26 0,-2 2-21 0,1 2-18 0,1 2-20 0,-1 2-4 16,1 2-13-16,-1 2-4 0,2 1-5 0,0 2-6 0,0 2-7 0,-1 3-3 15,0 2-8-15,0 2-6 0,1 0 2 0,-1 1-13 0,1-1-1 16,0-1-4-16,0 2-9 0,1-3-2 0,1 0-6 0,0-2-4 0,1-1 1 15,1-1 1-15,0-3-3 0,3 0-12 0,1-3-3 0,1-3 3 16,0 0-1-16,0-3 11 0,0 0-3 0,-2-2-10 0,2-1-2 0,-2-3-8 16,3-1 0-16,-1-3 4 0,2-1-5 0,-2-3 5 0,0-2-7 0,2-2 0 15,0-1 9-15,1 0 5 0,-1-2 5 0,1-1 8 0,-2 0-1 16,2 0-6-16,-3-1 2 0,-1 1 0 0,1 0 4 0,-1 0 3 0,0 2-1 16,-1-1 1-16,-1-1-1 0,-1 2-5 0,0-1 7 0,-2 2-3 0,0 1-1 15,0 2 2-15,-1 1-1 0,-1 3-3 0,0 2-2 0,0 0 4 16,0 2-1-16,0 2 3 0,-1 0 1 0,0 2-1 0,0 0-2 0,0 2-4 15,-2-1 0-15,1 3-2 0,1 0 2 0,0-1 4 0,1 1 1 0,-1-1-3 16,1 0-2-16,1-1 2 0,1-1-6 0,1 0 6 0,0-1 9 16,0-1-7-16,2-1-2 0,-1 0-6 0,2-1-9 0,0 0 8 0,1 0 1 15,0-2-6-15,-1 0 1 0,2-2 0 0,-2 0 1 0,2-1 5 16,0 0 3-16,-1-1-4 0,0-1 2 0,2 1-1 0,-1-1-1 0,-1 0 2 16,1 2 4-16,-1-2 5 0,2-1-7 0,-1 1 4 0,-1 0 0 0,0 0-4 15,0-1-4-15,1 0-2 0,0-1 3 0,0 0 1 0,1 1 6 16,-2-1 1-16,1 0-1 0,-1 1-1 0,0 0-3 0,-1-1-3 0,-1 1-1 15,-1-1 0-15,-2 1 4 0,-2-1 2 0,-1 2 2 0,-3-2 0 0,-1 0 1 16,-2 0-5-16,-2 0-7 0,-1 0 5 0,-2 1-4 0,-1 1 1 16,-1-1 5-16,0 2-8 0,-1 1 3 0,-2 1 3 0,1 1-3 0,1 1 5 15,-2 2-4-15,0 1 4 0,1 2 4 0,0 2-6 0,0 1 9 16,1 2-7-16,2 1 6 0,2 0 7 0,0 0-8 0,2 2 10 0,1-1-8 16,2 2-1-16,3 1 1 0,2 0-7 0,2 0 4 0,2-1 2 0,1 0 1 15,4-4-1-15,1 0-3 0,1-1-4 0,2-2 1 0,0-1 5 16,3 0-7-16,-1-2 4 0,1-1-11 0,0-2-4 0,1-1 3 0,1-1-16 15,-1-2 1-15,0-2-18 0,1-1-15 0,1-2-6 0,-2-1-14 16,0 0-13-16,-2 1-10 0,-2-2-20 0,1-1-20 0,0 0-25 0,-1 0-22 16,0-1-25-16,-3 2-18 0,2 1 3 0,-1-1 21 0,0 1 42 0,-2 0 57 15,-2 0 48-15,0 1 44 0,-2 1 38 0,0-1 33 0,-1 0 36 16,-3 1 36-16,0 0 28 0,-2 1 11 0,0 1-3 0,-2 0-9 16,0 1-20-16,-1 1-21 0,1 2-14 0,-1 2-6 0,0 1-2 0,-2 2-3 15,1 1-9-15,0 2 0 0,-1 1-14 0,2 2-2 0,-1 1-4 0,-1 0-10 16,1 1 1-16,0 2-11 0,0 1-5 0,0 2-7 0,1 0-6 0,0 1 1 15,0 0-6-15,1 0-1 0,1 1-1 0,0 1-1 0,1-1-9 16,1 0-1-16,2 1-6 0,0-2-10 0,0 1 17 0,2-1-14 0,1-1 14 16,0-3-2-16,0-1-4 0,0-2 4 0,-3-3-13 0,1 0-5 0,0-2-26 15,-2 0-28-15,0-3-36 0,-1 0-52 0,0-2-47 0,0 0-81 16,-1-3-109-16,0-1-135 0,0-1-74 0,1-3 152 0,-1-2 48 0</inkml:trace>
  <inkml:trace contextRef="#ctx0" brushRef="#br0" timeOffset="89935.27">31291 5990 815 0,'1'-17'241'0,"2"0"-72"0,1-2 25 0,2 5-21 0,0 4-35 0,-1 3-32 16,1 3-22-16,0 0-1 0,1 3 3 0,2 1 6 0,-2 1 10 0,2 0 1 15,0 1-6-15,0 0-17 0,1 2-11 0,-1 1-18 0,1 1-7 16,-1 1-16-16,1 0-5 0,1 0 0 0,-3 2 0 0,0-2 17 0,1 2-5 16,-1 0 3-16,-1 0-11 0,1 0-5 0,-3-1 2 0,-1 0-9 15,0-1 6-15,-3 0-12 0,0 1-1 0,-1 0-3 0,-2 0-6 0,0 0 2 16,-3 0-6-16,-1 0-9 0,-1 0-6 0,-4 1-23 0,1-1-22 0,-2 0-29 15,0 0-16-15,0 0-30 0,-3 0-25 0,2 0-19 0,-1-1-25 16,2 1 0-16,-1-1-2 0,1-1 1 0,2 0-1 0,1-2 2 0,2 0-1 16,0-2 18-16,2-1 38 0,2-1 40 0,3-1 41 0,2-1 33 0,2-1 17 15,2-1 9-15,1-1 4 0,2 0-25 0,3-1-64 0</inkml:trace>
  <inkml:trace contextRef="#ctx0" brushRef="#br0" timeOffset="90284.27">31664 6067 588 0,'4'2'324'0,"-1"0"-46"0,2 1-1 0,0-1-41 0,-4 0-35 16,3 1-15-16,-2 0-17 0,1 1-8 0,0-1-13 0,-2 0-23 16,2-1-5-16,-1-1-22 0,1 0-18 0,0-1-13 0,0 0-22 0,0-1-1 15,2-1-9-15,0-1-9 0,-1-1-1 0,3-1-7 0,-2-1-5 16,2-1-5-16,2-2-4 0,0 0-2 0,-1-1-2 0,0 0-2 0,0 0-5 16,-1 0 0-16,2-2 3 0,-1 1-1 0,-1-2-4 0,1 0-3 0,-4 1-4 15,1-1-6-15,-1 0 5 0,-2 0-8 0,1 0-3 0,-3 1-2 16,0-2-3-16,-1 2 8 0,-2 1 2 0,1-1 10 0,-1 2 4 0,0 0 4 15,0 0 3-15,-2 1-1 0,-1 2 1 0,0 2-5 0,-1 2 2 16,-1 1 5-16,0 2 0 0,-1 2 2 0,0 2 6 0,0 2-1 0,-1 2 9 16,1 2 6-16,2 2 4 0,2 0 0 0,-3 1 0 0,2 2 0 0,-1 1-7 15,-1 1 0-15,3 2-1 0,2 1 3 0,1-1-1 0,2 1-3 16,-1 0-2-16,2-1-5 0,2-2 1 0,2 1-4 0,1-2 2 0,2 0-3 16,2-1 1-16,1-1-2 0,2 0 1 0,1-2-3 0,0-2 1 0,0 0-6 15,0-2 4-15,1-2-4 0,0 1-3 0,-2-1 1 0,-1-1-3 16,0-1-8-16,1-2 3 0,-2-1-11 0,2-1-11 0,-3-1-7 0,-2 0-20 15,1-1-17-15,-1-1-30 0,0 0-34 0,0-2-48 0,-2 0-42 0,1 0-50 16,-1-1-75-16,1 0-69 0,-3-1-31 0,0 0 90 0,2 0 139 16,-2 2-4-16</inkml:trace>
  <inkml:trace contextRef="#ctx0" brushRef="#br0" timeOffset="90509.27">32137 5941 682 0,'3'0'254'0,"-1"1"-59"0,2-1 13 0,1 1-24 0,1-1-17 16,0 1-17-16,0 1-14 0,0-1-5 0,1 1-7 0,1-1-18 15,-2 0-14-15,0 0-22 0,1-1-23 0,-1 0-14 0,0-1-19 16,-1-1-4-16,0-1-5 0,0 0-4 0,0-1-4 0,1-1-11 0,-2 0-17 16,0-1-11-16,1 1-34 0,-2-1-42 0,-1 0-45 0,1 0-58 0,0 0-65 15,-1 1-70-15,-1-1-47 0,0 0 39 0,1 0 117 0,0 1-4 0</inkml:trace>
  <inkml:trace contextRef="#ctx0" brushRef="#br0" timeOffset="90631.76">32420 5862 401 0,'6'1'213'0,"-1"-1"-33"15,1 1 4-15,2 0-17 0,2 0-24 0,1 0-32 0,-2 0-25 0,2-1-17 16,1 0-6-16,-1 0-3 0,1 0-8 0,0-2-14 0,-2 0-12 16,2-1-15-16,1-1-9 0,-1-1-4 0,0-1-12 0,0 0-9 0,1-2-15 15,-1 0-34-15,1-1-49 0,-1-1-54 0,-1 0-55 0,1-1-17 0,-2 1 13 16,0 1 31-16,1-1 43 0,-1 0 54 0,-1 1 1 0,0 0 30 15</inkml:trace>
  <inkml:trace contextRef="#ctx0" brushRef="#br0" timeOffset="90778.76">32909 5661 307 0,'3'0'76'0,"-1"0"-8"0,0 1 9 0,2-1 12 16,0 0 9-16,1 0 7 0,0 1-2 0,0-1-2 0,1 1-8 16,0-1-16-16,0 0-15 0,0 1-23 0,2-1-14 0,0 0-15 0,-1 0-9 15,-1 0-6-15,1 0-5 0,1 0-6 0,-2 0-3 0,0 0-6 0,-1-1-8 16,1 0-12-16,0 1-25 0,-1-1-36 0,1-1-42 0,-1 1-34 15,0 1-15-15,0-1 15 0,-1 0 52 0,1 0 41 0,1 1 16 0</inkml:trace>
  <inkml:trace contextRef="#ctx0" brushRef="#br0" timeOffset="91097.03">31503 6777 559 0,'2'-5'192'0,"0"0"-8"0,1-1 42 0,0 0 4 16,1 2-22-16,1 0-30 0,0 1-20 0,1 0-17 0,1 1-9 15,1 0-12-15,1 0-13 0,0 1-15 0,2-1-23 0,1 1-9 0,0-1-12 16,1 0-15-16,-1 1-4 0,2 0-7 0,0 0-11 0,2 1 4 16,-2-2 0-16,0 1-13 0,1 0 6 0,-2-1-8 0,2 1-7 0,-2-1 7 15,0-1-8-15,0 1-3 0,-1-1-8 0,-1 0-7 0,-2 0-17 0,-1-2-41 16,1 1-60-16,-1 0-77 0,0 0-97 0,-2-1-130 0,-2 0-111 16,1 0 118-16,-2-2-3 0</inkml:trace>
  <inkml:trace contextRef="#ctx0" brushRef="#br0" timeOffset="91307.03">31765 6510 1150 0,'-4'0'183'0,"1"1"-27"0,-2 1 38 0,2 2 2 0,0 0 1 0,-2 2-3 16,1 0-20-16,-1 2-22 0,0 1-19 0,2 3-18 0,-1 2-24 16,-1 3-11-16,0 2-23 0,0 0-7 0,2 3-6 0,0 1-5 0,2 2 0 15,-2 1-14-15,0-1 0 0,2 1-11 0,1-2-3 0,-1-2 0 16,1-2-6-16,0-3-5 0,-2-3-9 0,4-1-9 0,-1-1-19 0,3-3-34 15,2-3-24-15,0-1-34 0,5-2-41 0,1-1-48 0,2-2-87 0,2 0-114 16,0-2-154-16,0 0 17 0,-3-2 82 0</inkml:trace>
  <inkml:trace contextRef="#ctx0" brushRef="#br0" timeOffset="91678.03">32176 6425 657 0,'-1'-7'220'0,"0"2"-43"0,0 0 38 0,-1-2-7 15,0 1-17-15,-1-1-19 0,-2 2-8 0,0 2-3 0,-1 3-2 16,-1-1-8-16,-2 2-14 0,0 2-19 0,-8 6-22 0,0 2-11 0,3 2-15 16,2 1-10-16,1 0-3 0,2 3-5 0,-1 1 3 0,2 1 0 15,1 0 2-15,-2 2-2 0,2 1-12 0,1 0-6 0,-2 1-4 0,5-3-9 16,0 0-4-16,-1-2-3 0,3-2-7 0,-2-2-1 0,5-2 0 16,-2-1-1-16,1-2-1 0,3-1-9 0,-1-1 6 0,1-2-2 0,1-2-4 15,0 1 6-15,2 0-10 0,1-1-1 0,1-1 1 0,0-1 0 0,-1-1 6 16,0-1-5-16,4-2-3 0,-7 2-1 0,3-1 0 0,0-1 1 15,3-1 3-15,-1 0-3 0,2-1 5 0,2 0-3 0,3-2-1 0,0 1 1 16,-2 0 2-16,2 0 3 0,2 0 1 0,-3 2-2 0,1 0 2 16,0 1-2-16,0 1 0 0,-1 1 2 0,1 1 2 0,-2 1-2 0,0 2 4 15,-1 1-4-15,0 1 1 0,-2 2 1 0,-1 0 0 0,-1 2 2 0,-2 0 1 16,0 2-3-16,-2-1 4 0,-2 2 3 0,-1 0-3 0,0-1 3 0,-4 1-2 16,-1-2-1-16,-1 1 0 0,-2 0-1 0,-2-1 1 0,-2 0-3 15,-2-1 1-15,-1 0 0 0,-2 0-6 0,-2-1 2 0,0 0-6 0,-1-1-7 16,-2 0-22-16,1-2-17 0,-3-1-10 0,0 0-21 0,1-3-2 15,0 0-1-15,-2-2-12 0,2-1-5 0,1-1-1 0,-12-5-20 0,10-2-24 16,10 0-34-16,6 0-59 0,5 6-63 0,1-1-55 0,0 1-44 0,1-2 10 16,2 0 99-16,1 0 115 0,1-1-27 0</inkml:trace>
  <inkml:trace contextRef="#ctx0" brushRef="#br0" timeOffset="95392.58">21040 6400 239 0,'-4'-5'116'0,"-1"0"-2"0,-4-1-23 0,0 3-23 0,-1 2-22 0,-3 0-19 0,-1 2-13 16,-4 0-8-16,0 4-3 0,-3 0-5 0,-2 3 1 0,-1 1-1 0,-3 1-1 15,-1 1 1-15,-2 1 0 0,-1-2 3 0,-2 0 1 0,-2 0 2 0,-2-2 1 16,-1-1-3-16,-3-1 4 0,-2-2 7 0,-2-1 7 0,-3-1 11 15,-2-2 8-15,-1-2 7 0,-5-1 2 0,2-3-1 0,-2-1-3 0,-2-2-7 16,-1-1-1-16,-2-1-7 0,-2-1-5 0,-3-1-5 0,-3-1-6 16,1-1 0-16,-5 1-10 0,0 1 1 0,0-2-2 0,-2-1 0 0,0 2 9 15,-2-1-1-15,-3-1-2 0,-2 1-2 0,-4-2-1 0,-3 1-2 0,0-1 2 16,-5 0 2-16,0 0-5 0,-4 0 4 0,-3-1-3 0,-1 0 2 16,-3 2 8-16,0-2-1 0,-3 1 2 0,-4-1 0 0,-4 2-6 0,-5-2 2 15,-4 0-2-15,1 1-3 0,-3-2 3 0,-1 1 2 0,-2 2-5 16,-5 0 4-16,2 2-1 0,-5 0-1 0,-1 2-1 0,-1 2 1 0,2 1 0 15,0 1-1-15,-1 2 0 0,1 2 2 0,-2 1 0 0,0 1 3 16,1 1 1-16,3 1 4 0,-1 1-6 0,2 3 4 0,-2 0-1 0,1 2-4 16,-1 1 7-16,0 1-3 0,3 1 0 0,0 2 5 0,1 2 6 0,-1 1 4 15,0 2 5-15,3 1 5 0,3 1 1 0,3 0-4 0,2-1-3 0,2 1-5 16,3 0-8-16,3 0-4 0,2 1-2 0,2 2-7 0,4 2-3 16,2 1-2-16,4 3-2 0,2 2-2 0,1 0-3 0,5-1-5 0,3 1-2 15,8-1 1-15,2-1 4 0,8 0-6 0,4-1-10 0,4-1-23 0,5-4-42 16,4-1-30-16,3-3-36 0,6-4-28 0,3-3-16 0,7-2-5 15,3-4-4-15,7-4 22 0,3-4 52 0,5-4-117 0</inkml:trace>
  <inkml:trace contextRef="#ctx0" brushRef="#br0" timeOffset="95580.58">11618 5132 280 0,'13'-51'61'0,"2"-2"11"0,5-11 7 0,-3 15-10 0,-1 12-11 0,0 9-9 15,-3 5-9-15,-1 7-13 0,-3 7-9 0,-2 6-8 0,-2 6-3 0,-2 7 0 16,-3 5 1-16,-3 6 3 0,-4 6 2 0,-4 9 1 0,-5 6-2 15,-5 6-3-15,-6 7 0 0,-6 7 3 0,-5 5 4 0,-7 8 5 0,-4 6-1 16,-4 1-2-16,-5 7-4 0,-5 1 3 0,-3 6-1 0,-5 2 0 16,-1 4-3-16,-1 1-4 0,-2-1-2 0,2-2-9 0,1-4 4 15,5-5-4-15,7-8-1 0,8-4 1 0,8-7-14 0,10-8-19 0,8-5-36 16,8-7-61-16,10-8-51 0,8-5 4 0,9-9 38 0,10-8 3 0,9-8 12 16</inkml:trace>
  <inkml:trace contextRef="#ctx0" brushRef="#br0" timeOffset="99441.92">23054 8558 362 0,'0'-4'98'0,"1"0"-91"0,0 1-15 15,2 0-6-15,0 1 0 0,1 1 2 0,0-2 0 0,1 1 6 0,-1 1 3 16,0 0 3-16,-2-1 2 0,2 1-1 0,1 0 0 0,-1 1 2 16,1 0 0-16,-1 1 2 0,1 0 6 0,1 0 2 0,-2 0 2 0,2 0 2 15,-1-1 0-15,0 1-1 0,0-1-2 0,0 0-2 0,0 1-3 0,1-1 1 16,0 0 0-16,1 1 3 0,-1-2 2 0,1 1 4 0,0-1 0 0,1 1 4 16,-1 0 1-16,3-1 0 0,0-1 1 0,1 1 4 0,2-2 7 15,0 0 7-15,1-2 11 0,1 1 8 0,1-1 3 0,2-1 4 16,-1-1-2-16,2 1 3 0,1 0-5 0,0-1-4 0,0 1-4 0,1 0-11 15,-1 1-7-15,1 0-10 0,1 2-7 0,-1 0-8 0,0 0-8 0,0 1-4 16,-2 0-2-16,0 1-7 0,-1 0-4 0,-2 1-15 0,0-1-26 0,-1 2-42 16,-2 1-82-16,-1 0-99 0,0 1-45 0,-2-1 54 0,0 1-30 15</inkml:trace>
  <inkml:trace contextRef="#ctx0" brushRef="#br0" timeOffset="100356.47">26988 7609 159 0,'3'-2'38'0,"2"0"-49"0,1 1-6 0,-1 2 5 15,0 0 5-15,0 1 2 0,0-1 1 0,-1 0 0 0,0 0-1 0,0 0-1 16,-1 1 1-16,1 0-1 0,-2 1 1 0,1 0 2 0,-2 0 1 0,1 1 2 16,0 0 2-16,1 0 0 0,0 0 2 0,0 0 0 0,1 0 1 15,0 1 1-15,0 0 1 0,1-1 2 0,0 1 2 0,0 0 4 0,1 0 7 16,1 0 3-16,0 0 7 0,0-1 3 0,2 0-2 0,0 0 2 0,2-1 0 16,0-1-3-16,1-2 1 0,0-1-2 0,1-1-2 0,1-1-1 15,0 0 1-15,0-1-1 0,3-1 4 0,0-2 4 0,1 1 6 0,0-2 7 16,2 1 6-16,1-1 5 0,-1-1 1 0,0-1-3 0,0 1-7 0,-1-1-1 15,2 1-4-15,-1 0 1 0,0 0-2 0,1 0 1 0,0 1-13 16,0 1-2-16,0 1-8 0,0-2-10 0,-2 2 1 0,1 0-10 0,-2 0 2 16,0 1-5-16,-1 1 2 0,0 0-6 0,-1 0 3 0,-2 1-1 15,-1 1-7-15,0 0 3 0,-1 0-4 0,-2 1-5 0,-1 0 3 16,1 1-4-16,-2 0-2 0,1-1-2 0,-2 0-6 0,0 1-3 0,-1 0-15 0,-1 0-15 16,0 0-22-16,0 0-30 0,-1 0-31 0,1 0-31 0,-1-1-8 15,-1-1 23-15,1 1 49 0,0-1-75 0</inkml:trace>
  <inkml:trace contextRef="#ctx0" brushRef="#br0" timeOffset="122948.56">17112 4363 30 0,'-14'0'30'16,"-2"1"14"-16,-3-1-5 0,1 2-9 0,4-1-6 0,-1 1-9 0,0 0-2 16,-1 1-3-16,0 1-3 0,1 1-2 0,-1 0 0 0,1 0-1 15,0 1 1-15,-1-1-1 0,1 0-2 0,0-1 0 0,2 0-2 0,1-2 2 16,-1 0-1-16,2-2 1 0,0 0 0 0,0-2-2 0,0 0 4 16,1-2-2-16,0 0-1 0,1-2 2 0,0-1-3 0,1-1 1 0,0-2 0 15,-1 1 0-15,1-1 1 0,-1-2 1 0,1-1 4 0,1 0 4 0,0-1 8 16,1 1 0-16,0-3 1 0,0-1 1 0,1 0-4 0,0-2 1 15,1-2-1-15,2-1-3 0,1 0-2 0,0-2 1 0,2 0-4 0,1-1 2 16,2-1 0-16,1 2-2 0,1-3 0 0,1 2-3 0,1-1 7 16,1-1 0-16,3-2-2 0,1 1 1 0,2-1-4 0,1-1 0 0,1 1 3 15,4-1 0-15,1-1-6 0,1 0-2 0,4 2 1 0,-1-1-3 16,3 1 2-16,3-1-1 0,1-1 0 0,1-1 0 0,5 1-1 0,-1 0-1 16,2 2-1-16,3 0-1 0,1 0-1 0,0 0 1 0,2 0 7 0,1 0 0 15,0 1 5-15,2 1 1 0,1 0-5 0,0 0-1 0,-1 1-3 0,2-2-1 16,-1 1-1-16,2 2 1 0,3-2 0 0,-1 1-1 0,3 0 0 15,1 0-1-15,0-2 1 0,3 2 0 0,1 1-1 0,-1 0-1 0,1 4-1 16,0-2 0-16,2 1 1 0,2 2-1 0,0 0 0 0,1 1 16 0,-1 3-2 16,1-2 1-16,0 2 0 0,1 0-16 0,-2 4 5 0,-1 1 2 15,2-1 0-15,0 1 2 0,0-1-3 0,0 2-2 0,-2 0 0 16,0 2 1-16,1 1 0 0,0 3 1 0,-1 0-2 0,1 3 0 0,0 0 0 16,-1 0-2-16,-1 3 2 0,-1 0-2 0,-2 2 1 0,-2 2-1 0,1 0 0 15,-1 2 2-15,-1 0-2 0,-1 1 0 0,-1-1-1 0,1 1 1 0,-1 0 0 16,-2 3 4-16,-1 2-1 0,-2 0 1 0,-1 1-17 0,0 0-5 15,-2 1 0-15,-3 2 1 0,0 1 17 0,-1 0 5 0,-1 1 1 0,-1 1-2 16,0 1 1-16,-2 0-1 0,0 2 1 0,-2 1 1 0,-2 1 0 0,-2 0-3 16,-1-1-1-16,-2 2 0 0,-1 0-1 0,-2 2-2 0,-1 1 2 15,0 2 0-15,-3 0 0 0,-2 0 0 0,0-2 3 0,-2 2-9 0,-1-1 3 16,-1 2 3-16,-2-1-2 0,0 0 7 0,-2 0 0 0,-1 1-1 0,-2 0 1 16,0 2-1-16,0 1-1 0,-1-1 0 0,0-1 0 0,-2-2 1 15,-1 2 0-15,0-1-1 0,-1 1-1 0,-2 1 1 0,0-3-3 16,-2 2 2-16,0-1-4 0,-1 0 1 0,-1 0 5 0,-1 0 0 0,-1-1 7 15,-2 1 2-15,-1 0 0 0,-1 3-1 0,-1 0 1 0,0-1 2 0,-2 1-3 16,-1-4-1-16,-1 1 2 0,-1 0-4 0,-1 0 0 0,2 1 0 0,-4 1-1 16,-1-1-3-16,-4 0-1 0,0 0-1 0,-2-1-1 0,-1 3 4 15,-2-2-1-15,-3 1 0 0,0-2 1 0,-3 1-2 0,0 3 1 0,-2-1 0 16,-1 1-1-16,1-1 3 0,-3-2-1 0,1-1 2 0,-3 1-1 0,-1 0 1 16,-2 1-1-16,0-1-5 0,0 0 4 0,-1 0 2 0,-2-1 1 15,-1 2 8-15,-2 0-2 0,0-1 0 0,-3 0-2 0,-2 1-2 0,1 3-2 16,-1-1 0-16,-3 0 0 0,0 0-3 0,-2-2 3 0,0 1-5 15,-1 0 3-15,0-1-2 0,-1 2-3 0,-1-3-2 0,0 0 0 0,1-2 2 16,-1 0-1-16,-2 0 4 0,-1-1-2 0,-1-1 1 0,0-1 2 0,1-2 1 16,-2 0 0-16,0-2 0 0,1 1 0 0,-2-1 0 0,0-3 0 15,-1-2-1-15,-1-2-1 0,-1-3-2 0,1 0 0 0,2-2 4 16,-3-2 0-16,0-1 2 0,0-3-3 0,-1-1-1 16,-1-1-1-16,0-1-1 0,-1-1 3 0,0-1 2 0,0-1 0 0,-2-2 3 0,2-2-1 0,0-1-1 15,-1-1-2-15,0 0 0 0,0-2 1 0,1 2-2 0,1-3 3 0,2-2-1 16,-1-2-1-16,2-2 2 0,2-1-5 0,0-2 5 0,1-3-1 15,2-1-2-15,0-3 3 0,4-1 0 0,1-1-1 0,1 0 0 0,0-1-4 16,2-3-4-16,3 1-3 0,1-4-5 0,0 0 7 0,4-2 4 0,2 0 5 16,2-3 2-16,4-1-5 0,3-2-4 0,3-4-13 0,5-1-13 15,2-5-43-15,5-3-84 0,3-4-57 0,3-3-9 0,4-2 53 0,4-2 44 16,4-4-124-16</inkml:trace>
  <inkml:trace contextRef="#ctx0" brushRef="#br0" timeOffset="126703.82">25702 3495 1714 0,'-1'4'184'0,"0"1"-34"16,1 1 15-16,0-3 29 0,1 1-3 0,1-1-37 0,0 0-37 15,2-1-27-15,1-2-10 0,1-2-11 0,2 0-13 0,1-2-13 0,3-1-15 16,0-1-8-16,2-1-8 0,1-1 1 0,2 0-6 0,1-2-2 15,0 0-1-15,1-1 1 0,0 1-1 0,1-1-1 0,1 0-3 0,1 0-3 16,0-1-1-16,2 1 2 0,-1-2-3 0,2 1-4 0,-2 0-9 0,-3 1-12 16,1 1-16-16,-2 1-21 0,-2 0-21 0,0 1-32 0,-1 1-26 15,-2 1-40-15,-3 2-53 0,-1 0-82 0,-2 1-107 0,-2 2-91 16,-1 1 78-16,-3 2-80 0</inkml:trace>
  <inkml:trace contextRef="#ctx0" brushRef="#br0" timeOffset="126856.82">26011 3584 889 0,'-12'25'476'0,"-2"2"-232"0,-3 7-1 15,5-5 0-15,3-2-22 0,1 0-40 0,2-3-50 0,1-1-30 0,1-4-22 16,1-1-20-16,2-2-8 0,1-2 0 0,2-2-5 0,3-2-1 16,0-1-11-16,2-3-14 0,2-2 1 0,-1-2-9 0,4-3 4 0,1-3-4 15,4-2-5-15,-1-3-5 0,3-2-4 0,-1-2-3 0,1-2-8 0,-1-2-15 16,0-1-31-16,1-3-46 0,-3-3-53 0,3 0-76 0,-1-4-103 16,0 0-176-16,1-3-155 0,0 0-137 0</inkml:trace>
  <inkml:trace contextRef="#ctx0" brushRef="#br0" timeOffset="127263.82">27352 630 459 0,'0'-1'265'15,"-1"0"-47"-15,0-1 27 0,0 0 5 0,0-1-12 0,0 0-29 0,-1 0-18 16,0-1-17-16,0 0-16 0,0 0-19 0,0-1-15 0,0 0-15 0,0 0-24 16,-1 0-12-16,1 2-17 0,0-1-12 0,1 0 0 0,-1 1-4 0,1 1 5 15,0 1-1-15,0 2 2 0,1 0-3 0,1 2-16 0,0 1 6 16,1 2-6-16,0 2-47 0,1 3 7 0,1 1-8 0,0 3-8 0,1 1 43 16,1 3-6-16,-1 2-1 0,2 1 0 0,0 2 4 0,1 2-6 15,0 0-3-15,1 2-7 0,0 0-17 0,0 1-23 0,-1 1-32 16,1 0-35-16,0 0-36 0,0 1-34 0,-1-2-37 0,0 0-66 0,-1-2-66 15,5 25-108-15,-2-6-56 0,-3-4 112 0,-3-5-47 0</inkml:trace>
  <inkml:trace contextRef="#ctx0" brushRef="#br0" timeOffset="127483.82">26822 1883 987 0,'8'-5'244'0,"0"-1"10"0,3-3-3 0,3 0-1 0,4-4-23 0,6-3-36 16,3-1-18-16,4-1-26 0,3-2-22 0,5-1-21 0,2 0-23 0,3-1-19 16,4-1-18-16,1 1-11 0,1-3-13 0,0 3-1 0,2-2-12 0,0 0 0 15,0 2 7-15,0-1-5 0,-2 0 0 0,-1 2 0 0,-1 0-9 16,-2 0 0-16,-1 2-3 0,-3-1-3 0,-2 1-10 0,-2 2-14 0,-3 0-12 16,-3 0-30-16,-3 3-21 0,-15 8-26 0,0-2-53 0,-1 2-65 15,-1-1-97-15,-1 2-129 0,1 0-106 0,-3 1 97 0,0 0-55 0</inkml:trace>
  <inkml:trace contextRef="#ctx0" brushRef="#br0" timeOffset="127729.96">27374 1864 856 0,'0'3'501'0,"0"0"-298"0,0 0 21 0,1 1 2 0,-1 1-8 0,1 0-31 15,1 1-34-15,0 0-25 0,2 0-15 0,0 0-18 0,1 1-17 16,1 0-16-16,0 1-15 0,1 1-16 0,5 7-11 0,-2-1-10 0,-2-4-3 16,-3-1 0-16,-2 0-2 0,-1-1-1 0,1 1-2 0,-2-1-2 15,-1 1 0-15,0-2-7 0,0 1-13 0,-1 0-11 0,0-1-25 0,-1-1-18 16,0 0-26-16,0 0-24 0,0-2-19 0,1-1-24 0,-1 0-36 0,0-2-69 16,0 0-74-16,1-2-83 0,0-1-25 0,-1-2 29 0,1 0 124 15</inkml:trace>
  <inkml:trace contextRef="#ctx0" brushRef="#br0" timeOffset="127918.96">27526 1787 715 0,'3'2'468'0,"0"-1"-255"0,0 0 2 16,2 1 0-16,0 0-2 0,2 1-30 0,0-1-33 0,2-1-20 0,0 1-13 16,1 0-22-16,0-1-8 0,3 0-22 0,1-2-23 0,0-1-7 0,1-1-13 15,0 0-5-15,1-2-6 0,1 0-8 0,0-2-1 0,-1 0-2 16,1-1-2-16,-1 0-5 0,-1-2-15 0,0 2-27 0,-1-1-25 0,-1 0-23 15,-1-1-34-15,-3 1-25 0,1 1-45 0,-1-1-54 0,-1 2-73 16,-1-1-85-16,-2 0-34 0,0-1 98 0,0 1-46 0</inkml:trace>
  <inkml:trace contextRef="#ctx0" brushRef="#br0" timeOffset="128097.26">27769 1552 864 0,'-4'5'367'0,"1"1"-154"0,-2 1 23 0,0 2 5 16,0 2-10-16,-1 2-40 0,1 0-28 0,0 0-20 0,1 2-19 0,1 0-18 15,2 2-26-15,0-1-27 0,1 2-14 0,2 0-15 0,1 0-6 16,2 1 1-16,1 1-7 0,2-2-3 0,0 1-4 0,2 0-12 0,0-2 0 16,0-2 2-16,2 0-2 0,0-2-9 0,0-2-25 0,0-1-42 0,-1-3-55 15,1 0-74-15,0-3-113 0,1-1-199 0,-1-3-155 0,0-1-140 16</inkml:trace>
  <inkml:trace contextRef="#ctx0" brushRef="#br0" timeOffset="129310.77">28134 1259 700 0,'-1'0'185'0,"0"0"11"16,-1 0 12-16,1 1-9 0,-3 1-19 0,1 1-11 0,-1 0-16 16,1 1-5-16,-1 0-13 0,1 1-19 0,0 0-14 0,2-1-22 0,1 0-11 15,-1 1-10-15,1 0-5 0,1 0-8 0,-1-1-6 0,2 1-7 0,0 0-6 16,0 0-6-16,1 1-6 0,0-1-7 0,1-1 2 0,0 1-1 15,1-1-4-15,0 0 2 0,1 1-7 0,-1-1-2 0,2 1 2 0,-1 0-10 16,2 1-14-16,-1 2-11 0,1 0-29 0,0 1-25 0,0 1-23 16,0 1-35-16,-1 0-37 0,2 1-54 0,0 0-70 0,-1 1-96 0,1 1-81 15,0-1 16-15,-1 3 109 0</inkml:trace>
  <inkml:trace contextRef="#ctx0" brushRef="#br0" timeOffset="129626.26">28153 1869 1070 0,'2'0'307'0,"-1"0"-75"0,1-1-16 16,0 1-6-16,2 0-12 0,0-1-31 0,2 0-42 0,0-1-15 16,2 1-25-16,0-1-17 0,1-1-15 0,2 0-10 0,0-1-11 0,2 0-1 15,0 0-6-15,0-1-9 0,1 0-3 0,0-1-14 0,2 1-1 16,-1-1 0-16,-1 0 2 0,2-1 2 0,0 2-2 0,0-2-2 0,-1 0-8 16,1 0-7-16,0 0-7 0,-1 0-17 0,0 1-12 0,1 0-14 0,-2 1-16 15,0 0-14-15,-1 0-22 0,1 1-26 0,-1 0-34 0,0 0-56 16,-1 1-72-16,-1 0-85 0,1 1-31 0,-1 1 99 0,-1 0-76 0</inkml:trace>
  <inkml:trace contextRef="#ctx0" brushRef="#br0" timeOffset="130333.93">28470 2109 836 0,'0'2'230'0,"1"1"-44"15,1 0-13-15,0-2 2 0,0 0-18 0,0-2-25 0,2 0-13 0,-1-1-10 16,2 0-4-16,-1 0-17 0,0-1-17 0,-1 1-14 0,0-2-12 16,0 0-1-16,-1 0 3 0,-1-1-9 0,2 1 6 0,-1 1-4 0,0-2-7 15,-1 2 1-15,-1-1-4 0,1 0-4 0,-1 0-3 0,1 1-1 0,0-1 0 16,0 0 1-16,1 0-4 0,-1 1 0 0,2-2-6 0,-1 1 3 16,2-1-4-16,-1 1-2 0,1-2 2 0,0 1-5 0,0 0-2 0,1-1 2 15,-1 2-4-15,1-1 1 0,1 1 2 0,-2 0-2 0,2 1-2 0,-1-1-1 16,0 1-1-16,-3 2 0 0,0-1 0 0,0 1-1 0,1-1 1 15,-1 1-2-15,0 0 0 0,0 0 2 0,0 0-7 0,-1 0 0 0,1 1 6 16,-1 0-8-16,-1 0 1 0,0 1 1 0,-1 0-2 0,0 0 6 0,1 0 1 16,-2 0-3-16,1 1-5 0,0 0-6 0,-1 0-4 0,1 0-5 15,0-1-7-15,0-1-10 0,1 1 0 0,0-1-4 0,0 1-4 0,1 0-4 16,0 0-7-16,1-1-5 0,-1 1-3 0,0 0 2 0,0 0 0 16,0 0 4-16,0 0 0 0,0-1-4 0,0 2-3 0,-1-1 0 0,0 0 1 15,0 1 6-15,-1-1 2 0,0 0 2 0,-1 0 3 0,0 1 4 0,0-1 8 16,0 0 9-16,-1 0 8 0,-1-1 10 0,1 0 7 0,0 0 9 15,0 0 2-15,-1 0 1 0,0 0 1 0,-1-1 0 0,1 0 5 0,-1 1 1 16,0-1 7-16,0 1 5 0,1 0 11 0,-2 0 10 0,1 0 12 16,-1 0 7-16,0 0 7 0,0 0 8 0,0-1-3 0,2 1 4 0,-1-1 1 15,-1 0-3-15,0 0 2 0,0-1-5 0,1 1 1 0,1-1 2 0,0 0 3 16,1 0 5-16,0-1-2 0,1 1-3 0,1 1-2 0,1-1-5 16,0 0-8-16,0-1-2 0,2 1-12 0,-1-1-6 0,2 0 2 0,0-1-1 15,1 0-1-15,1 0-3 0,0 1-4 0,1 0-9 0,0 0 4 0,2 0-9 16,-2 1-7-16,2 0 0 0,0 0-10 0,0 1 5 0,0 1 1 15,1 0-8-15,-1 0 3 0,0 1-6 0,-1 1 2 0,0 0 3 0,1 1-5 16,-1 0 0-16,-1 1-2 0,0 0-3 0,5 5 3 0,-3 1-2 0,-2-1 1 16,-2 0-7-16,0 0 1 0,-2 2-6 0,0 0-1 0,0 2-3 15,-1-1-1-15,0 1 4 0,-1 2-1 0,0 0-1 0,0-1 2 0,0 0-2 16,-1 2 9-16,1 0 0 0,-1 0 5 0,0 1 2 0,0 0-3 16,-1 1 5-16,1 0 0 0,-1 1 0 0,1-1 0 0,0-1 2 0,1 0-4 15,1-1 6-15,0-1-3 0,1-2-2 0,0 0 2 0,1-1 3 16,1-2 3-16,1-1 2 0,1-2-7 0,1-1 0 0,0-1-2 0,1-1 0 15,-1-1 0-15,2-1-4 0,1-1 1 0,1-1-5 0,0-2-4 0,0 1 1 16,0-2-3-16,1 1-4 0,0-1-4 0,1-1-10 0,-1 0-3 16,0-1-5-16,0 1-6 0,0-1-6 0,-1 1-10 0,-1-1-12 0,-1 0 5 15,-3-1-9-15,1 0-13 0,-1 1-13 0,0-1-27 0,-1 1-13 0,0-1-28 16,0 0-49-16,-1-1-75 0,0 0-111 0,-1 0-26 0,-1 0 114 16,0 0-57-16</inkml:trace>
  <inkml:trace contextRef="#ctx0" brushRef="#br0" timeOffset="130875.08">28590 2267 368 0,'-1'-1'152'0,"2"1"-46"0,-1 1-22 15,-2-1-10-15,2 0-15 0,-1 0-21 0,0-1-21 0,0 1-26 0,0-1-34 16,-1 0-54-16,1 0-61 0,0 0-21 0,1 0 5 0,-1-1-40 0</inkml:trace>
  <inkml:trace contextRef="#ctx0" brushRef="#br0" timeOffset="131668.42">28632 2384 952 0,'-5'7'463'0,"-2"1"-250"0,-2 2-11 0,0-2-6 0,0-1 2 15,1 1-30-15,1-1-25 0,0-1-18 0,4-1-9 0,0 0-13 16,1-2-12-16,2-1-15 0,1-1-10 0,1 0-10 0,3-2-7 0,2 0-4 16,2-2-8-16,2-1-2 0,1-2-5 0,1-1-4 0,0-3-4 15,3 0-6-15,1-1-3 0,1-3-4 0,-1-1-3 0,2 0-1 0,1 0 1 16,-1-2 3-16,2-1-4 0,-1-1 1 0,-1 1-4 0,0-2-2 0,-1 0 3 16,-1 0 20-16,0-1-7 0,-2 0 3 0,-1 1 0 0,0 1-25 15,-3 0 2-15,0 2-5 0,-2-1-2 0,-2-1-4 0,-2 1-4 0,-3 1 3 16,-2 0-5-16,-2 1-6 0,0 8-2 0,-2 0-10 0,-2-1 3 0,-2-1 7 15,-1 0 4 1,-4 0 7-16,0 1 8 0,-5 0 1 0,-1 2 16 0,-1 1 11 0,-2 3-6 0,-2 3 12 0,2 2-14 0,-3 3 7 0,2 2 1 16,-6 6 5-16,-16 14-3 0,6 3 4 0,6 2 2 0,8-6-1 15,4 3 14-15,1 0 0 0,3 3-7 0,5-1-6 0,4 5-7 0,3 0-6 16,3 1-2-16,3-1 1 0,2-1-5 0,3-2-5 0,2-2 0 0,4 1 0 16,3-3 2-16,2-1-2 0,2-4-14 0,4-3-5 0,2-1 10 15,1-2-7-15,3-3 13 0,1-1-13 0,4-3-12 0,0-2-13 0,3-2-6 16,-1-3 12-16,0-2-7 0,1-1 0 0,0-1 0 0,0-1-16 0,-2-1-3 15,-2 0-1-15,0-2-17 0,-4 0-11 0,-1-1-21 0,-2-2-21 16,-4-1-21-16,-3-1-41 0,-4-2-33 0,-4-1-70 0,0-1-84 0,-2-3-89 16,-2 0 49-16,0-2-93 0</inkml:trace>
  <inkml:trace contextRef="#ctx0" brushRef="#br0" timeOffset="131970.93">29009 1699 1558 0,'5'-1'203'0,"0"0"39"0,1-2 13 15,3 1 3-15,1-1-39 0,3 0-51 0,0-1-39 0,2 1-19 16,1 0-15-16,2-1-15 0,-2 0-9 0,2 0-14 0,0 0-11 0,-2 1-8 16,1 0-8-16,-1 0-2 0,0 1-3 0,-3 0-5 0,0 1-1 15,-1 0-6-15,-1 2-5 0,-1 0-2 0,-2 1-4 0,0 1 3 0,-1 1-3 16,-1 0-2-16,-1 2 2 0,0 1-4 0,-2-1 0 0,0 3 2 0,-1 2-2 15,-2 0 2-15,0 3-7 0,-1 0 3 0,0 1 2 0,-2 3-2 16,0 0 8-16,0 1-6 0,0 1-2 0,0 1-11 0,0-1-5 16,0 1 1-16,-3 15-2 0,3-4 6 0,2-8-9 0,1-7-8 0,2-3-6 15,1-3-3-15,3 0-5 0,0-3-6 0,3-1-15 0,1-1-11 0,0-1-11 16,0-1-6-16,2-1-6 0,0 0-17 0,0-3-32 0,0 0-46 0,0-2-65 16,-1 0-101-16,-1-2-116 0,-2-1-33 0,0-2 134 0,-2 0-16 15</inkml:trace>
  <inkml:trace contextRef="#ctx0" brushRef="#br0" timeOffset="132145.93">29140 1887 1333 0,'3'3'303'0,"1"0"-55"0,1 1-17 0,2 0-28 16,2 1-35-16,1 0-51 0,1-1-37 0,2 0 2 0,2-1-1 0,1-2-6 16,0 0-8-16,3-1-14 0,0 0-19 0,2 0-13 0,0-1-3 15,2 0-1-15,-2-2 2 0,1 0-10 0,-1 0-19 0,-2 0-57 0,0-1-63 16,-1-1-92-16,-4 0-113 0,1 0-172 0,-2-1-173 0,-2 1 37 0,0 0 152 15</inkml:trace>
  <inkml:trace contextRef="#ctx0" brushRef="#br0" timeOffset="132920.93">28890 869 889 0,'0'2'186'0,"1"0"35"0,0 0 6 0,0 0 2 16,0 1-24-16,1 0-34 0,0 0-26 0,1 0-8 0,1 1-16 0,0 0-17 15,1-1-14-15,0 1-12 0,2-1-25 0,0 0-10 16,1 0-11-16,1-2-11 0,1 0 1 0,1-2-3 0,1 0-9 0,1-1-5 0,0-1-1 15,1-1-8-15,2-1 4 0,0-1-8 0,0 0-1 0,1 0-15 0,1-1-27 16,-2-1-23-16,2 1-51 0,0 0-43 0,0 0-66 0,-1 0-91 16,0 1-107-16,0 1-104 0,-1 2 101 0,0 0-46 0</inkml:trace>
  <inkml:trace contextRef="#ctx0" brushRef="#br0" timeOffset="133065.49">29118 1200 1008 0,'0'3'116'0,"0"0"26"15,0 0 20-15,1 1 11 0,0 0-18 0,0 1-31 0,2-1-32 0,0 1-19 16,2 0-13-16,1-1-22 0,1 1-14 0,2-1-5 0,1-1-11 0,2 0-2 16,1 0-7-16,2-2-33 0,3 0-58 0,0-1-117 0,1-1-134 15,2 0-144-15,1 0 53 0,0-1-52 0</inkml:trace>
  <inkml:trace contextRef="#ctx0" brushRef="#br0" timeOffset="134419.91">29688 589 561 0,'0'0'402'0,"-1"1"-202"15,1 0 12-15,-1-1-5 0,1 1-5 0,0 0-38 0,0 1-32 0,1-1-21 16,0 0-20-16,1 0-16 0,1 1-19 0,0-1-29 0,2 0-4 0,0 0-15 16,2 0 4-16,1 0-3 0,1-1-6 0,1-1 7 0,1 0-6 0,2 0 3 15,0-1-3-15,1 0-4 0,0-1 8 0,1-1-11 0,1-1 5 16,0 0 7-16,-2 1-14 0,2-3 9 0,-1 1 0 0,1-1-4 0,-3-1 5 15,1 1 1-15,-1-1-6 0,-1 0-1 0,-2 1 2 0,-1-1-1 16,0 0 0-16,-1 1 2 0,-2-1 7 0,-1 1-2 0,-2 0 1 0,-1 0 3 16,-1 1-8-16,-3 1 2 0,0-1 1 0,-3 1 4 0,-1 0 1 15,-1 1 3-15,-2 1 9 0,0 0-10 0,-1 1 13 0,-1 1-7 0,-1 1 6 16,0 0-1-16,-1 2-4 0,0 1 8 0,0 1 0 0,0 2 9 16,0 1 5-16,1 1-3 0,1 0-10 0,0 2 0 0,1 2-8 15,1 0 3-15,1 2 4 0,2-1-7 0,0 2-26 0,3 1-2 0,1 1-4 0,1-2-1 16,1 2 26-16,2 0-5 0,0-1-6 0,3-1 8 0,1 0-11 0,1 0 5 15,1-1 2-15,2-2-11 0,1 0-8 0,1-1-28 0,0-2-13 16,1 0-22-16,2-2-26 0,0-2-34 0,0-1-60 0,1-1-61 16,1-2-112-16,0-1-116 0,0-1-63 0,0-1 118 0,1-1 53 0</inkml:trace>
  <inkml:trace contextRef="#ctx0" brushRef="#br0" timeOffset="134744.67">30209 251 615 0,'1'0'237'0,"-1"0"-8"0,1 0 18 0,1 1-2 0,1-1-22 0,-1 1-46 15,2-1-28-15,1 0-27 0,1 1-11 0,0-1-13 0,1 0-29 16,2 0-14-16,0 0-12 0,1 0-19 0,-1-1 4 0,2 1-15 0,1 0-2 16,0 0-4-16,0 0-4 0,-1 1 2 0,1-1 0 0,0 1-2 15,-1 0 2-15,-1 0 0 0,0 1-4 0,-2 0 2 0,0 1-4 0,-1 1-7 16,0-1 6-16,-2 1-6 0,0 1 5 0,-2 1 8 0,-1 0-1 0,-1 1-2 15,-1 1 8-15,-1 0-7 0,-2 1-6 0,0 0 14 0,-1 0-9 16,-1 1 5-16,-1 1 6 0,0 0-10 0,0 0 12 0,-1 1-35 0,2-2-5 16,-2 2 4-16,2 0-6 0,0 0 28 0,1-1 2 0,0-2-1 15,2 2 1-15,1-1 1 0,1-1-13 0,3-1-4 0,0 0-12 0,2-1-7 16,2-2 3-16,1 0-11 0,1-1-6 0,1-1-6 0,2 0-18 0,2-1-2 16,0-1-7-16,-1 0-21 0,1-1-5 0,2-1-22 0,-1 0-29 15,-1-1-18-15,1 0-44 0,-1 0-39 0,0 0-38 0,-1-1 5 0,-2 0 78 16,-1 0-50-16</inkml:trace>
  <inkml:trace contextRef="#ctx0" brushRef="#br0" timeOffset="134926.87">30153 426 1027 0,'-1'0'286'0,"-1"0"-45"0,1-1-14 16,0 1-31-16,0-1-31 0,1 1-24 0,0 0-58 0,1 0-2 0,0 0-8 15,2 0-17-15,1-1 20 0,1 1-8 0,2 0-18 0,1-1-17 16,3 1-4-16,3-1-19 0,1 1-3 0,1 0 3 0,4 0-5 0,1 0-2 15,1 0 1-15,2 0-4 0,1 0-2 0,1 0-3 0,0 0-25 0,0 0-34 16,0 0-60-16,-2 1-62 0,1 0-75 0,-1 1-94 0,-3 1-100 16,0 0-70-16,-1 1 105 0,-4 1 37 0</inkml:trace>
  <inkml:trace contextRef="#ctx0" brushRef="#br0" timeOffset="135145.87">30095 1134 1625 0,'2'-1'180'0,"2"1"4"16,0-1 10-16,3 0 6 0,2 0-14 0,1-1-56 0,4-2-23 0,1 1-12 15,4-2-2-15,2 0-13 0,3-1-5 0,4-1-17 0,2 0-12 0,3-1 6 16,1 0-20-16,4 0 1 0,0-1 1 0,3-1-14 0,1 1 6 16,0-1-2-16,1 0-6 0,0 0-3 0,0 2-11 0,-2-2 7 0,2 2-7 15,-3-1-2-15,-2 1 1 0,1 0-14 16,-3 1-13-16,-1 0-16 0,0 0-30 0,-2 0-22 0,-1 1-29 0,-4 0-37 0,0 1-35 0,-2 0-52 15,-3 1-62-15,0 1-105 0,-3 0-134 0,-1 1 19 0,-2 1-84 0</inkml:trace>
  <inkml:trace contextRef="#ctx0" brushRef="#br0" timeOffset="135552.81">30113 1779 1130 0,'1'4'176'0,"1"-1"-72"16,0 0 28-16,1 1 18 0,1-1 20 0,1 1-18 0,1-3-36 16,2-1-13-16,1-1-17 0,1-2-1 0,3-2-4 0,1-2-20 0,1-2-14 15,0-3-13-15,2-1-17 0,1 0 3 0,0-2-4 0,-2-1-3 16,2-1 1-16,-1 0-4 0,-1 0 0 0,-2-1-2 0,-1 0-3 0,-1 0-5 15,-2 0-2-15,-1 0-3 0,-3 1-3 0,-2 0-3 0,-2 1-9 0,-1 0-9 16,-3 2-14-16,-3 1-10 0,-1 0-8 0,-3 2 2 0,-2 1 11 16,-3 2 10-16,-2 1 8 0,-1 2 12 0,-2 1 0 0,-2 3 4 0,0 2 10 15,-1 3 2-15,0 0 14 0,2 4-1 0,-2 0 1 0,0 3 3 16,3 2-9-16,0 2 10 0,0 1 7 0,3 1 0 0,1 2 12 0,1 0 4 16,3 1-8-16,1 1 4 0,2 1-5 0,2-2-10 0,2 1 3 0,2 0-9 15,2 0-4-15,1 0 2 0,2 0 0 0,2-2 1 0,1 0 1 16,0 0 7-16,4-3-3 0,1 0 0 0,1-2-13 0,2-2-5 0,1-2-2 15,2-2-1-15,3-1 13 0,0-1-8 0,4-3 1 0,0 0 3 16,-1-1-11-16,3-1-8 0,-2-1-24 0,1-1-37 0,-2-1-39 0,-2 0-40 16,-1-2-48-16,-1 1-62 0,-3-3-80 0,-1 0-82 0,-1-1 1 0,-2-2 110 15,-2-3-25-15</inkml:trace>
  <inkml:trace contextRef="#ctx0" brushRef="#br0" timeOffset="135829.81">30354 1391 481 0,'-1'1'380'0,"1"0"-203"0,-1 0 41 0,1 0 23 0,0 0-2 16,1-1-38-16,2 1-26 0,1-1-19 0,2-1-8 0,2-1-17 0,1 0-21 15,2-1-24-15,1 0-25 0,1 0-8 0,1-1-12 0,2 0-6 0,0 2-6 16,-1-1-5-16,1 0 2 0,-1 1-9 0,-1 0-5 0,0 1-2 16,-1 1-3-16,-3 0-7 0,0 2 2 0,-2 0-4 0,-2 1-3 0,-1 0 0 15,-1 0-4-15,-2 2 2 0,0 0 0 0,-2 1 0 0,-1 0 6 0,0 1-4 16,-2 1-2-16,1 0-7 0,-2 1-1 0,0 0-2 0,1 1 0 15,-2 0 6-15,0 1 1 0,0 0 2 0,0 0 3 0,1-1 0 16,-1 1-4-16,2-1 1 0,1 0-6 0,2-2-1 0,1 0-6 0,1-1-11 16,1-3-2-16,2 0-4 0,1-1-1 0,1-1-2 0,0-1-8 0,0-1-5 15,3-1-7-15,0 0-15 0,0-2-9 0,0 0-17 0,1 0-18 16,-1 0-31-16,1-2-48 0,-1 1-74 0,0-1-66 0,-1-1-38 0,0 1 83 16,-2-1-91-16</inkml:trace>
  <inkml:trace contextRef="#ctx0" brushRef="#br0" timeOffset="136048.81">30494 1472 757 0,'0'3'239'0,"0"-1"-25"0,1 1 2 0,0 1-2 0,0-1-6 0,0 2-25 16,3-1-23-16,0-1-2 0,1 0-10 0,1 0-12 0,0-1-21 16,1-1-24-16,2 0-26 0,1-2-17 0,-1 0-12 0,1-1-7 0,1 0-2 15,0-2-8-15,1 1-3 0,0-1-6 0,0-1-3 0,-1 1-3 0,0-2-4 16,0 1-2-16,0-1 0 0,0 1-10 0,0-1-19 0,-1-1-22 15,0 1-26-15,1-1-23 0,0 1-29 0,0-1-29 0,-1 0-40 0,1 0-55 16,0 0-74-16,1 1-44 0,-1 0-27 0,1 0 47 0,-1 0 122 16,0 1-90-16</inkml:trace>
  <inkml:trace contextRef="#ctx0" brushRef="#br0" timeOffset="136187.81">30978 1409 152 0,'0'2'49'15,"0"-1"-7"-15,1 0 1 0,-1 0 2 0,2-1 0 0,0 1-8 0,0-1-5 16,1-1-9-16,1 0-5 0,-1-1-9 0,2 1-4 0,-1-2-8 16,1 0-10-16,-1 1-17 0,1-1-19 0,0-1-14 0,0 0-3 0,0 0 14 15,-1 1 6-15,0-3-107 0</inkml:trace>
  <inkml:trace contextRef="#ctx0" brushRef="#br0" timeOffset="136379.69">31057 1291 292 0,'-1'1'165'0,"-1"0"6"0,0 0 18 0,-1 0 6 0,0 1-4 16,-1 1-15-16,0-1-17 0,1 2-7 0,-1 0-2 0,0 0-15 0,0 1-7 15,1 0-12-15,1 1-14 0,-1 0-17 0,0 2-17 0,2-1-15 0,0 1-14 16,1 0-5-16,0 0-10 0,0 1-5 0,1 1-5 0,1 0-6 16,1-1-1-16,0 0-6 0,2 1 1 0,0-1-5 0,0 1-5 0,0 0-16 15,1 0-26-15,0 0-21 0,0 0-39 0,-1-1-55 0,0 1-65 16,0 0-120-16,0-1-104 0,1 1-3 0,-1-1 29 0,0-1 133 0</inkml:trace>
  <inkml:trace contextRef="#ctx0" brushRef="#br0" timeOffset="136815.2">31051 1500 662 0,'0'1'227'0,"0"0"7"0,1 0-8 16,-1 0-2-16,1 0-20 0,0 0-28 0,0 0-19 0,0-1-3 0,0 0-18 15,1 0-14-15,0-1-24 0,0-1-22 0,1 0-20 0,0-1-15 0,0 0-12 16,0 0-12-16,0-1-2 0,1-1-8 0,1 0 3 0,-1 0-5 15,0-1-3-15,1 1-1 0,0-1-8 0,0 0-4 0,0 0-14 0,0 0-20 16,1 1-16-16,-1 0-25 0,0 0-23 0,0 0-28 0,1 1-33 16,-1 0-50-16,0 0-72 0,0 1-70 0,1-1-64 0,0-1 66 0,0 2-94 15</inkml:trace>
  <inkml:trace contextRef="#ctx0" brushRef="#br0" timeOffset="137066.74">31371 1160 1330 0,'-1'0'300'0,"1"0"5"0,-1 1-47 15,-1-1-42-15,1 1-24 0,0 0-32 0,-1 1-20 0,1 0 3 0,0 0-19 16,-1 2-9-16,1-1-14 0,0 2-26 0,0-1-16 0,0 2-18 15,1 0-9-15,0 2-41 0,1 10 14 0,3 2-1 0,1 0-11 0,1 4 33 16,-1 1-17-16,2 0 1 0,1 2-9 0,0-2-1 0,0 0 0 16,0 1-9-16,1 0-2 0,0 1-17 0,0-1-56 0,1 1-46 0,0-1-67 15,1 0-93-15,0-1-110 0,0-1-237 0,-1-1-120 0,1-3-68 0</inkml:trace>
  <inkml:trace contextRef="#ctx0" brushRef="#br0" timeOffset="141036.94">29548 482 60 0,'-3'1'10'16,"-1"0"1"-16,-1 0 3 0,0 0-6 0,-1 1 1 0,-1-1-4 0,0 1 0 15,-2-1 0-15,1 1-2 0,0-1 4 0,-2 1 6 0,0 0-2 16,0-1 8-16,-1 1-3 0,1-1-1 0,1 0 5 0,2-1-4 0,-2 0 2 15,2 1-4-15,0-1-1 0,0 0-5 0,1-1-2 0,1 1-1 0,0-1-2 16,2 0-2-16,-1 0-1 0,2-1 0 0,1 0-3 0,0 0 2 16,1-1 1-16,1 0-3 0,0 0 2 0,1-1-5 0,1-1-2 0,2 0 0 15,0 0 1-15,2-1 2 0,0 0-1 0,1-1 4 0,1 0-4 0,1-1 2 16,-1 0 1-16,3-1-2 0,0 1 1 0,1-1 0 0,1 1 12 16,0-1 0-16,0-1 1 0,2 1 0 0,0 0-12 0,-1 0 2 0,1 1 0 15,1 0-2-15,0 0 0 0,0 0-1 0,0 1 1 0,1 0 1 0,-1 0 2 16,1 1 1-16,0 0-3 0,1 1 2 0,-2-1 0 0,2 1-1 15,1 0 2-15,0-1 0 0,0 1-2 0,2-1-14 0,0 1 1 0,1-1-1 16,-1 0-1-16,3 0 17 0,1 1 0 0,-1-1-2 0,2 0 4 16,0-1-3-16,2 0-2 0,-1 0 5 0,2 1 0 0,-1 0-4 0,2 0 6 15,-2 0-5-15,2 2 4 0,-3 1-1 0,2-1-2 0,-1 1 2 0,-2 1 1 16,1 1 1-16,-2 1 0 0,1 1 4 0,-2 2-2 16,1 0 1-16,-2 2 3 0,-2 0-7 0,0 2-6 0,-2 1 1 0,0 1 1 0,-1 1 3 15,-1 2 9-15,-2-1-1 0,-1 2-2 0,-1 0 2 0,-1 1 3 16,-3 0-2-16,0 0 1 0,-2 1 1 0,-3 0-1 0,0 0 3 0,-2 0 3 15,-2 0-6-15,-2 0 12 0,-1 0 0 0,-3-1-12 0,-1 1 1 0,-2 0-11 16,-2-1 0-16,-1 0 10 0,-2 1 2 0,-2 1-2 0,-2 0-1 16,0-1 3-16,-2 1-3 0,-2 0 4 0,0-1-2 0,-3-1-3 0,-1 2 2 15,0-1-3-15,-2 1 1 0,1-1 0 0,-2 1-5 0,1-1 1 0,-2 1-4 16,1-2-3-16,-1 1 6 0,1-1 0 0,1 0 0 0,-1 0 7 16,1-2-1-16,1 1-1 0,1 0-2 0,0 0-9 0,1-2-2 0,2 0-2 15,1-1-1-15,1 0 1 0,1-2-4 0,1 1-3 0,1-1-8 16,3-3-8-16,0 1-13 0,0-1-15 0,3-1-6 0,1-1-1 0,2 0 8 15,0-1 14-15,1 0 10 0,2-1 7 0,1 0 4 0,1 0 5 0,1 0 3 16,1 0-1-16,2 0-15 0,1 0-142 0</inkml:trace>
  <inkml:trace contextRef="#ctx0" brushRef="#br0" timeOffset="141448">29813 1708 258 0,'-8'2'15'0,"1"0"-4"0,-1 0 3 16,-2 1-6-16,-1 1-2 0,-2-1-2 0,2 1-2 0,1-1 0 16,1 0 0-16,1-1 0 0,0-1-2 0,-1 0 1 0,1-1 0 0,1-1 2 15,-1-1 3-15,1-1 1 0,1-2 3 0,-1 0-1 0,1-2 1 16,1-1-2-16,0-2-1 0,1 0-1 0,1 0-2 0,1-2-1 0,2-2-2 15,0 1 0-15,2-2 1 0,1 1 0 0,2-1 0 0,0 0 1 0,2 0-2 16,1 1 1-16,0 0-2 0,3 0 0 0,0 0 1 0,2 2-1 16,0 1-1-16,0-1 0 0,2 1 0 0,2 1 0 0,-1 1 2 0,0 1-2 15,1 1 0-15,1-1-1 0,0 2 1 0,0 0 0 0,1-1 1 16,0 1 0-16,0 1-1 0,2-1 2 0,0 1-2 0,0 0-2 0,0 0 1 16,2 0-2-16,-1 0 2 0,2 1 3 0,-1-1-2 0,2 1 1 0,0 0-1 15,-1 1 2-15,2-1-1 0,-1 2 1 0,1 1-1 0,0 0-2 16,0 1 3-16,0 2-1 0,-1 0 2 0,1 2-1 0,-2 1-1 0,1 2 2 15,-2 1 0-15,-2 2 2 0,0 0-1 0,-2 2-1 0,-2 1 0 0,0 1 0 16,-1 0-2-16,-1 0-1 0,-3 0-2 0,0 1-5 0,-1 1-1 16,0-2-5-16,-3 2-4 0,-2 0 1 0,0 1-1 0,-3-1 3 0,1 1 3 15,-2 1 0-15,-1-3 2 0,0 2 0 0,0-1-13 0,-1-1-68 0,0-2-41 16</inkml:trace>
  <inkml:trace contextRef="#ctx0" brushRef="#br0" timeOffset="153811.87">30308 1643 194 0,'-4'5'53'0,"1"-1"-30"0,-1 1-11 0,0-1-3 0,-1 0 2 0,-1 1 1 15,2-2-11-15,-1-2-22 0,1 0-70 0,0-2-55 0</inkml:trace>
  <inkml:trace contextRef="#ctx0" brushRef="#br0" timeOffset="154746.87">30216 421 166 0,'-1'3'53'16,"0"-1"-42"-16,0-1 2 0,-1 1-4 0,0 0-2 0,0 0 0 0,0 1 0 16,-1-1-2-16,1 1-2 0,-1-1-3 0,0 1 0 0,1 0-1 0,-1 1-8 15,0-1-21-15,1-1-10 0,0 1-8 0,0-1-28 0,1 0 6 16</inkml:trace>
  <inkml:trace contextRef="#ctx0" brushRef="#br0" timeOffset="155079.39">30282 2069 437 0,'-4'10'29'0,"0"-2"-20"16,-2 0-3-16,1-3-1 0,2-4-1 0,0 0 0 0,0-1 2 15,0-1-2-15,1 0-3 0,0 0-4 0,0 0-2 0,2-1-1 0,1 0-12 16,0-1-23-16,1-1-106 0,0 0-53 0</inkml:trace>
  <inkml:trace contextRef="#ctx0" brushRef="#br0" timeOffset="155838.66">31101 1412 2 0,'2'-1'0'0,"0"1"-1"0</inkml:trace>
  <inkml:trace contextRef="#ctx0" brushRef="#br0" timeOffset="157968.68">23080 6033 1628 0,'-14'0'202'0,"-1"1"-176"0,-1 2-11 0,3 2-11 0,6 0-6 0,0 0 6 15,1 0 7-15,1 1 15 0,1-2 18 0,-1 1 24 0,-1-1 16 16,0 1 6-16,-2 1 1 0,1 1-11 0,-3 1-8 0,0 1-6 0,-1 1-1 16,1 0-9-16,1-1-6 0,1 3-10 0,2 1-12 15,1 1-8-15,1 3-2 0,3 1-1 0,2 3-3 0,2 2 1 0,3 2-5 0,2 1-1 16,4 1-3-16,3 1-4 0,2-2-4 0,2 0 2 0,4-1-5 0,2-3 4 15,3-2-1-15,1-2-3 0,0-3 2 0,3-1-12 0,1-1 0 0,2-3 0 16,1-1-8-16,1-2 11 0,1 0-16 0,-1 0-4 0,1 0 3 16,0 0-10-16,1-3 1 0,-2-1-11 0,-2-2-22 0,-3-2-23 0,-2-1-28 15,-2-1-22-15,-1-2-28 0,-1 0-44 0,-3-2-31 0,-2-1-14 16,-3-1-4-16,-2 0 20 0,-1-3 21 0,-2-2 50 0,-1-3-74 0</inkml:trace>
  <inkml:trace contextRef="#ctx0" brushRef="#br0" timeOffset="158321.25">23609 5971 1858 0,'-9'9'634'0,"3"5"-591"16,0 4-40-16,7 2-25 0,6 1 0 0,5 0 8 0,2-3 9 15,1-2 13-15,2 0 0 0,0-2 0 0,1 1 1 0,-2-1-1 0,3-1-4 16,0-2 3-16,-1-1-7 0,2-1-3 0,0 0-2 0,0-3 5 0,3 0-2 15,1-3 5-15,-1-2 1 0,1-1-8 0,1-3 4 0,0-1 0 16,0-2 0-16,-1-3 5 0,-2-1-6 0,0 0 1 0,-1-3 0 16,-1 0-2-16,0-1 4 0,-4 0-2 0,0-1 1 0,-3-1-1 0,0 0 2 0,-3-1-2 15,0-2 0-15,-1 0 0 0,-2 1 0 0,-1 2 9 0,-3 0-1 16,-1 0 0-16,-2 0 5 0,-1 2-2 0,-3 0-2 0,-1 0 6 0,-3 1-3 16,-2 0-2-16,-3 1 4 0,0 2-4 0,-2 0-4 0,-3 2 2 15,0 2-1-15,-4 1-5 0,-1 1 4 0,0 3-4 0,-2-1-1 0,0 2-4 16,-1 1 0-16,-1 1-2 0,0 1-2 0,-2 0 1 0,2 1 1 0,0 0 7 15,1 1-4 1,0 0 4-16,0 0-7 0,4-1-5 0,0 0-4 0,2-1-7 0,5 1-12 0,2 1-13 0,4-1-7 0,3 2-21 0,3-2-30 16,3 3-32-16,3 1-35 0,3 1-28 0,3 2-18 0,3 1-31 0,1 0-13 15,3 3-2-15,2-1 9 0,2 1 63 0,2-1 58 0,2-2-66 16</inkml:trace>
  <inkml:trace contextRef="#ctx0" brushRef="#br0" timeOffset="158505.25">24601 5958 2322 0,'-2'4'62'0,"0"2"-122"0,1 4-27 0,4 2-1 0,3 0 34 15,0 0 38-15,2-1 26 0,0 3 6 0,-1 1 2 0,0 2 0 16,0-1-7-16,-2 2 1 0,0-2-6 0,0-1-2 0,0-1-6 0,-1 0 0 16,2-2-9-16,-1 0-6 0,1-2-29 0,-1 0-54 0,2 0-50 15,0 0-42-15,0-1-45 0,0 0-32 0,0-2-26 0,-1-1-13 0,1 0 80 16,-1 0-55-16</inkml:trace>
  <inkml:trace contextRef="#ctx0" brushRef="#br0" timeOffset="158756.25">24849 5765 2087 0,'-3'1'119'0,"1"2"-182"15,1 0-27-15,2 3-1 0,3 2 44 0,1 0 49 0,3 1 25 16,-1 2 18-16,-1 2 1 0,0-1-2 0,0 3-10 0,0 2-1 0,0 0 1 15,1-1-3-15,0 3-2 0,1-1-11 0,1 0-5 0,0 2-7 16,1-1-1-16,0 1-8 0,1 1-6 0,1 1-8 0,0-2-14 0,0 0-17 16,1-2-36-16,0-2-66 0,-1-2-77 0,0-1-72 0,0-1-44 0,0-2-9 15,0-2 60-15,-2-2 92 0,1-1-13 0</inkml:trace>
  <inkml:trace contextRef="#ctx0" brushRef="#br0" timeOffset="159781.34">24823 5635 1249 0,'-8'-1'99'0,"0"0"-93"0,-1-1-23 0,4 1-5 0,2-1 20 16,3 0 28-16,1 1 25 0,0 0 23 0,0 0 5 0,0 0-1 15,0 0-12-15,1 0-11 0,0 0-7 0,2-1-6 0,-1-1-2 0,1 0-3 16,2 0 0-16,-1 1-7 0,2-1-8 0,2 1-5 0,0 0-4 16,0 0-2-16,3 1-1 0,-1 1 0 0,2-1-3 0,1 3 2 0,0 1 2 15,4 2-2-15,2 3-1 0,0 1-1 0,3 3-1 0,4 1-5 0,0 2-2 16,4 3 1-16,1 3-3 0,1 0-7 0,1 3 7 0,0 0-4 16,1 4 3-16,0 1 11 0,1 1 0 0,0 3-4 0,1-1 3 0,-3 0-1 15,-2 3 4-15,-2 0 0 0,-2 3 4 0,-1-1-2 0,-1 0-3 0,-3 1 2 16,-2-1-4-16,-2 3-6 0,-4 1 3 0,-2 0-6 0,-3 1 3 15,-3-2 6-15,-4 0-5 0,-5 2-11 0,-3 0-40 0,-4 1-47 16,-5 2-64-16,-3 2-61 0,-6 1-106 0,-5 0-128 0,-5 2 29 0,-7 2 31 16</inkml:trace>
  <inkml:trace contextRef="#ctx0" brushRef="#br0" timeOffset="180762.57">13894 10518 1231 0,'10'-14'123'0,"2"-1"4"0,4-2-29 16,2 4-28-16,2 2-18 0,4 0-9 0,4 1-2 0,7-2-12 15,4 1-7-15,7-3-6 0,3-1-3 0,6-1-5 0,5 0-1 0,6-3-6 16,6 1-3-16,5-1-9 0,7-3-20 0,5-2-55 0,6-2-136 15,5-4-162-15,7-4-279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1:55:38.7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17403 8547 1752 0,'1'5'325'16,"-1"1"-237"-16,0 2 14 0,0 1 15 0,0 1 13 0,2 2-9 0,2 3-16 15,0 0-13-15,1 0-13 0,1 3-6 0,0 2-1 0,0 1-7 0,0 2-9 16,0 3-5-16,0 0-8 0,0 3-20 0,0 2 0 0,0 1 12 15,0 0-6-15,0 2 9 0,-1-1-7 0,0-1-18 0,0 0-4 0,-1-1 0 16,0-1-9-16,-1 0 0 0,0-2-3 0,0-1-5 0,-1-4 1 16,0-1-19-16,-1-4-29 0,0-2-44 0,-1-2-69 0,-1-1-88 0,0-3-111 15,-1-2-163-15,2-2-186 0,-1-2-195 0</inkml:trace>
  <inkml:trace contextRef="#ctx0" brushRef="#br0" timeOffset="319.51">17671 8735 1853 0,'-1'12'210'0,"2"2"-34"0,1 3 11 0,0 1 7 0,2-2-25 0,1 0-37 15,0 0-28-15,0 2-15 0,1-1 7 0,0 0 2 0,0 1-7 16,-2 0-18-16,1-1-32 0,-1 0-10 0,1 1-6 0,0-1-9 0,1-2-4 16,1 1-1-16,1-2-7 0,1-2-2 0,0-2 1 0,1-2 1 15,2-1 2-15,0-3-4 0,2-1-2 0,2-3-2 0,0-2-2 16,2-2 2-16,-1-1-9 0,0-3-4 0,0 1-6 0,1-2-3 0,0-2 9 15,-2-1 0-15,0-1 8 0,0-1 1 0,-2-3 4 0,0 0 1 0,-1-1 2 16,-2-1 1-16,0 0-20 0,0-2 5 0,-2 2 9 0,0-2-3 0,-1-1 25 16,-1 2-5-16,-1-2-11 0,-1 0 5 0,-3 3-5 0,0-1 4 15,-2-1-4-15,-2 3 1 0,-2-1 1 0,-2 2 5 0,-2 2-3 0,-2 0 3 16,-3 1-3-16,-1 2-4 0,-3 2 7 0,-1 2-7 0,1 2 2 0,-3 2-6 16,0 1 0-16,1 2 2 0,-1 3-4 0,-1 3 4 0,0 1-2 15,-2 1-7-15,0 4-6 0,0 1-7 0,-1 1-21 0,2 3-17 0,2 0-29 16,0 3-36-16,1 1-47 0,2 0-77 0,0 2-99 0,1 0-132 15,3 0-131-15,3 0-336 0</inkml:trace>
  <inkml:trace contextRef="#ctx0" brushRef="#br0" timeOffset="470.51">18460 8920 2158 0,'-1'0'208'0,"-1"1"-108"0,-1 1-14 15,-1 0-5-15,0-1-10 0,-1 0-32 0,-1-1-42 0,0-1-54 0,-1-2-69 16,0-1-103-16,-1 0-122 0,0-1-198 0,0-1-367 0</inkml:trace>
  <inkml:trace contextRef="#ctx0" brushRef="#br0" timeOffset="747.8">18825 7771 2199 0,'-11'6'201'0,"-3"0"-16"0,-3 3 6 0,1 4-7 0,3 2-20 0,0 4-23 15,1 2-34-15,1 6-25 0,0 1-20 0,1 4-9 0,1 1-7 0,1 3-6 16,1 2-2-16,2 5-8 0,2 4 1 0,0 2-23 0,3 3 22 15,0 2-9-15,3 2-3 0,3 1 13 0,2 1-31 0,3 0 0 0,1-3-4 16,4-2-4-16,2-6 2 0,1-4-3 0,4-3-11 0,1-4-28 0,1-6-28 16,3-4-33-16,1-4-16 0,2-4-27 0,-1-2-57 0,1-3-68 15,0-2-110-15,0-4-136 0,0-4-105 0,1-1-298 0</inkml:trace>
  <inkml:trace contextRef="#ctx0" brushRef="#br0" timeOffset="1006.81">19196 8181 1866 0,'0'6'231'0,"-2"2"0"0,-1 2-10 0,2-1-12 0,-1 0-24 15,2 1-37-15,0 1-25 0,0 1 2 0,0 0-18 0,2 0-12 0,0 2-15 16,0 0-29-16,2 1-7 0,0 0-19 0,1 3-8 0,1 2-4 0,1 0-7 15,0 3 5-15,2 0-3 0,-1 1-8 0,2 4 0 0,1-2-6 16,1 2 1-16,1 0-3 0,-1-2 2 0,1 0-2 0,0-2-7 16,0 0-12-16,0-1-18 0,-1-2-31 0,0-2-26 0,0-1-39 0,0-3-46 15,-1 0-67-15,-1-2-91 0,-2-1-123 0,1-1-140 0,-2-4-71 0,0-1 15 16</inkml:trace>
  <inkml:trace contextRef="#ctx0" brushRef="#br0" timeOffset="1319.89">19631 8292 1296 0,'1'11'526'0,"0"3"-326"15,1 3-7-15,-1 0 5 0,0 1 8 0,1 1-27 0,2-2-40 16,0 2-30-16,2-1-24 0,1-1-8 0,1 1-11 0,-1-1-5 0,3-1-12 16,-1-1-10-16,1-1-6 0,0-1-13 0,0-3-2 0,1-2-5 15,1-1 2-15,0-4-2 0,0 1-4 0,-1-2 1 0,-1-2-3 0,2-1-1 16,0-2-1-16,0-1 1 0,0-2-2 0,-1-2-1 0,1-2 3 0,-2-2 0 15,0-2-3-15,-1-1 5 0,0-1-4 0,-1-2 1 0,-1 0 3 16,-1 1-3-16,0-1 1 0,-1-1 0 0,-2 1-4 0,0-1 1 0,-3-1-1 16,-1 2 4-16,-1-1 0 0,-3 0 1 0,-3-1-20 0,-2 1-2 15,-1-1 19-15,-2 1-6 0,-2 2 21 0,1 1-4 0,0 1-15 0,-2 2 2 16,1 6-4-16,1 1 0 0,2 5-4 0,-1 2-3 0,0 3 1 0,-1 2-3 16,1 4 3-16,-1 2-3 0,1 3-6 0,-1 0-26 0,0 0-18 15,2 1-18-15,1 1-10 0,0 0-1 0,3-3-30 0,1 0-35 0,4-1-59 16,1-2-50-16,3-1-51 0,3-1-49 0,2 0-35 0,2 0-15 0,4-2 4 15,0-1-68-15</inkml:trace>
  <inkml:trace contextRef="#ctx0" brushRef="#br0" timeOffset="1455.4">20160 8327 1361 0,'25'-3'339'0,"2"0"-41"16,4 0-16-16,-2-1-18 0,-6 2-47 0,0-1-40 0,0 1-40 0,0-1-35 16,-1 1-21-16,-2-1-27 0,-1-1-16 0,-2-1-13 0,-2 1-12 15,-2-2-2-15,0 0-7 0,-2 0-4 0,0-1-37 0,0-1-19 0,-2 0-40 16,1-1-58-16,-2 0-55 0,1 0-90 0,-2 1-111 0,1-1-137 0,-1 0-81 15,1 0-120-15</inkml:trace>
  <inkml:trace contextRef="#ctx0" brushRef="#br0" timeOffset="1638.4">20700 7938 1907 0,'-2'-3'292'0,"-1"1"-91"0,0 2 23 16,0 2-7-16,0 2-31 0,1 2-35 0,-2 1-39 0,1 1-32 0,1 1-9 15,0 2-8-15,1 0-10 0,1 1 0 0,1 1-14 0,1 1-7 16,1 1-9-16,1 1-9 0,0 1-3 0,2 0-3 0,0-1-6 0,0 0-8 16,1-1 0-16,1-3-5 0,1-1-10 0,-1-2-27 0,1-3-60 15,0-1-70-15,0-2-109 0,1-2-171 0,2-2-249 0,1-2-131 0,0-2-7 16</inkml:trace>
  <inkml:trace contextRef="#ctx0" brushRef="#br0" timeOffset="1846.46">21006 7298 1475 0,'-8'3'737'0,"-1"2"-551"0,-2 3 33 0,1 3-4 0,2 0-10 16,1 3-28-16,2 0-28 0,1 1-31 0,3 3-19 0,2 1-16 0,2 0-11 16,2 3-7-16,4 1-7 0,3 1-1 0,3 2-6 0,3-2-26 15,3 4-7-15,2-2 12 0,1 3-8 0,2 1 10 0,2 3-30 0,1 0-2 16,2 4 0-16,1 1 0 0,0 3 0 0,-2 2 0 0,0 1 0 15,-4 0-12-15,1 0-24 0,-5-2-24 0,-1 2-24 0,-3-1-63 0,-3 1-33 16,-2-2-73-16,-4-1-111 0,-2 0-100 0,-4-4-129 0,-4-1-62 0,-2-3-227 16</inkml:trace>
  <inkml:trace contextRef="#ctx0" brushRef="#br0" timeOffset="2123.46">18331 10037 2155 0,'5'2'277'0,"3"-3"-138"0,3-1 20 0,4-4 14 0,2-2 3 0,6-3-16 16,7-3-31-16,4-3-27 0,6-4-13 0,5-3-8 0,4-3-9 0,4-4-11 15,5-3-21-15,4-3-9 0,5 0-19 0,2-1-2 0,4 0 1 16,2 1 1-16,1 0 2 0,3 1-30 0,1 1 1 0,-1-1 7 0,2 3-4 15,-1 0 18-15,-2 2-2 0,1 0-12 0,-2 1-2 0,0 1-3 16,-2 2-18-16,-1-1-15 0,-2 3-9 0,-2-1-21 0,-4 0-14 0,-2 2-13 16,-3 0-24-16,-2 2-22 0,-4 2-43 0,-2 2-50 0,-4 2-51 0,-3 4-71 15,-1 1-93-15,-3 2-64 0,-4 3-280 0</inkml:trace>
  <inkml:trace contextRef="#ctx0" brushRef="#br0" timeOffset="2436.46">20563 9816 2003 0,'9'-1'208'0,"1"0"-30"0,2-1 1 15,1-2 5-15,0-1-1 0,1-1-27 0,0-2-31 0,3-1-24 0,-1-1-30 16,0 1-9-16,-2 0-14 0,-1 1-11 0,-2 3-7 0,-1-1-4 16,-2 2-9-16,-3 2-6 0,-2 1 0 0,-3 1-7 0,-1 2-6 0,-3 2-7 15,-1 2-6-15,-2 1-13 0,-1 3-2 0,-2 4-5 0,0 0 3 16,-1 1-1-16,1-1-2 0,-1 0 1 0,-1 1-4 0,0 1 5 0,1-1 8 15,2 1 11-15,0-1 8 0,1 2 6 0,3-1 6 0,2 2 3 0,3-1 10 16,3 0 10-16,2 0 2 0,2 0 5 0,3 0 4 16,1-2-5-16,2 0 2 0,2-1-22 0,1 0-11 0,0-2 18 0,2-1-5 0,2-1 20 15,0-2-7-15,1 0-13 0,2-3 2 0,0-1-19 0,1-2 8 16,1-2-8-16,-1-2 9 0,1-2-1 0,-1-1-6 0,2-4-27 0,-1-1-13 16,0-1 5-16,-2-3-14 0,-2-3-14 0,1-2-37 0,-1-3-46 0,-1-3-42 15,1-3-56-15,0 0-76 0,-1-3-88 0,2-1-127 0,-1-3-90 16,-1-4-106-16</inkml:trace>
  <inkml:trace contextRef="#ctx0" brushRef="#br0" timeOffset="2628.5">21750 8715 1085 0,'5'-8'392'16,"1"0"-142"-16,0-2-15 0,1 2-6 0,-2 2-5 0,1 3-28 0,0 0-29 15,1 0-30-15,0 1-27 0,1-1-14 0,1 0-16 0,0 0-14 0,1 0-14 16,0-1-14-16,0 0-14 0,0 0-10 0,1-1-1 0,0-1-6 15,0 0 1-15,1-1-5 0,-2 1-1 0,0-1-9 0,0 0-10 0,-1 1-19 16,0 0-42-16,-2 1-46 0,0 2-63 0,0 0-80 0,-3 2-76 16,2 1-101-16,-1 1-112 0,-1 3-45 0,-1 0-22 0</inkml:trace>
  <inkml:trace contextRef="#ctx0" brushRef="#br0" timeOffset="2729.5">22042 8739 1531 0,'4'11'242'0,"0"1"-35"0,3 3-16 0,-1-3-13 0,1 0-19 0,0-3-50 0,0-1-49 16,2-3-23-16,0-3-18 0,-1-1-10 0,3-3-13 0,0-2-22 15,2-3-34-15,0-3-37 0,0-2-51 0,2-2-60 0,1-2-70 0,1-2-89 16,0-2-78-16,3-2-203 0</inkml:trace>
  <inkml:trace contextRef="#ctx0" brushRef="#br0" timeOffset="2960.14">22644 7451 747 0,'-5'0'347'0,"1"1"-140"0,0 0 18 0,0 1-5 0,1 1-5 0,1 2-20 0,0 2-23 16,1 1-19-16,0 1-25 0,1 2-18 0,0 3-20 0,1 1-11 16,0 1-7-16,2 3-20 0,0 2-6 0,1 1-4 0,0 3-2 0,0 2 9 15,1-1-8-15,0 3-9 0,0-3-22 0,-1-1-4 0,1-3-1 16,1-2-10-16,0-3-8 0,-1-2-22 0,2-4-43 0,-1-2-59 0,3-2-89 15,-1-2-114-15,1-3-163 0,4-1-151 0,1-2-284 0</inkml:trace>
  <inkml:trace contextRef="#ctx0" brushRef="#br0" timeOffset="3221.14">23138 7521 1205 0,'3'9'439'15,"-1"1"-218"-15,1 2-4 0,-1-1-5 0,0 1-11 0,1-1-44 16,0 0-46-16,2 0-23 0,0-3-9 0,2-1-3 0,0-3-3 0,1-1-9 15,1-1-18-15,-1-2-11 0,1-1-4 0,1-2-31 0,0-2-2 0,-1-1-3 16,-1-2-11-16,0 0 26 0,-1-2-4 0,-3 0 11 0,0-2 1 16,-1 0 0-16,-1-1-2 0,0-1-12 0,-1 0 0 0,0 0-3 0,-1 0 5 15,-1 1-4-15,0 0 3 0,-3 0-1 0,0 0-1 0,-2 1-5 16,-1 1 6-16,-1-1 0 0,-1 1 3 0,-2 1 6 0,0-1-3 0,-1 1 0 16,-1 1-7-16,-1 0 3 0,0 0-4 0,0 0 1 0,1 1-1 15,-1 1-2-15,0 1 0 0,-1 1-5 0,0 3-3 0,1 0-1 0,-1 2-4 16,1 2-5-16,0 0-16 0,1 2-22 0,-2 2-22 0,2 2-27 0,1 1-25 15,1 1-24-15,3 1-19 0,1 1-22 0,4-1-27 0,2 0-53 0,3-1-72 16,4 1-61-16,1 0-51 0,2 0-111 0</inkml:trace>
  <inkml:trace contextRef="#ctx0" brushRef="#br0" timeOffset="3361.14">23601 7468 1168 0,'14'-1'321'0,"1"-1"-139"0,2-1-29 0,-4 0-13 0,-3 0-19 0,-1 0-34 16,-1-1-37-16,-1-1-22 0,0-1-10 0,0 0-10 0,0-1-7 15,0 0-14-15,-1-2-18 0,-1 1-16 0,1-1-26 0,-2 2-21 0,2-1-23 16,-1 1-24-16,-2-1-15 0,2 3-17 0,-1-2-11 0,0 1-9 16,1-1-4-16,-1 1 2 0,0 0-1 0,-1 0-105 0</inkml:trace>
  <inkml:trace contextRef="#ctx0" brushRef="#br0" timeOffset="3642.14">23858 7162 514 0,'0'-9'229'0,"0"0"-49"0,1-2 1 0,-1 1 6 0,-2 1-2 0,1 2-18 15,-2-2-22-15,0 0-19 0,-1 1-18 0,-1 1-13 0,-1 1-6 0,0 0-13 16,-2 2-9-16,0 1-4 0,-1 1-14 0,-2 1-5 0,0 1-2 0,-2 1-4 16,-1 1 4-16,0 1 4 0,-3 2 0 0,2 0-2 0,-1 1-1 15,2 1-5-15,0 1-1 0,0 0-2 0,2 0-1 0,2 0-2 0,1 1-1 16,1-1-2-16,2 0-6 0,3 1-2 0,1-1-2 0,3 0-3 16,2 0-4-16,2-1 2 0,2 2-4 0,2-1-3 0,1 1-3 0,2 0-1 15,2 0-3-15,2 0 2 0,1 0-2 0,2 1 0 0,0 0-5 0,2 0-4 16,-1-1-7-16,1 0-5 0,0-1-8 0,1 1-16 0,1 0-15 15,-2-1-3-15,0 1 4 0,1 1 15 0,-3-1 16 0,1 0 10 0,-3 1 3 16,-1 0-1-16,-2-1 3 0,-1 2-3 0,-3 0 3 0,-1-1 1 16,-3 3-2-16,-3-1 4 0,-2 1-5 0,-3 1-15 0,-2-1 0 15,-3 2-18-15,-4 1-19 0,-2-1-23 0,-3-2-44 0,-1 1-33 0,-3 0-34 0,-2 0-41 16,0 0-52-16,-1-1-56 0,0 1-63 0,-1 1-68 0</inkml:trace>
  <inkml:trace contextRef="#ctx0" brushRef="#br0" timeOffset="3836.26">23317 8236 1480 0,'14'3'452'0,"5"0"-269"0,5-1-1 0,0-3 2 0,1-2 21 0,1-1-20 0,3-3-39 16,3 0-48-16,4-2-15 0,-1 0-23 0,1-3-8 0,-2 0-3 15,0-1-27-15,-1-1-6 0,0 2-5 0,-2-1-9 0,1 0 3 16,-4 1-16-16,0 1 0 0,-2 2-7 0,-2 0-16 0,-2 1-9 0,-1 0-39 15,-2 1-40-15,-4 1-49 0,0 2-69 0,-2 0-89 0,-2 1-122 0,-2 2-122 16,-2 1-302-16</inkml:trace>
  <inkml:trace contextRef="#ctx0" brushRef="#br0" timeOffset="4089.16">23804 8620 1512 0,'5'6'209'0,"0"0"-31"0,2 1 6 0,1-3 30 15,-1 0 2-15,1-1-25 0,0 0-46 0,0-1-41 0,1-1-16 0,-2 0-14 16,1 0 7-16,-1-1-12 0,-1 1-9 0,-1 0-15 0,-2 0-12 0,-1 0-10 16,-1 1-3-16,0 0-5 0,-1 0 0 0,0 0-2 0,0 0-4 15,-1 1-2-15,1-1-1 0,0 0 1 0,1 0-5 0,0-1 0 0,1 0 2 16,1-2-1-16,1 1 3 0,1-2 0 0,2-1-3 0,0 0-1 16,1-1-6-16,2-1-1 0,0-1-10 0,1-1-7 0,1-1-6 0,1 1-9 15,1-3-10-15,2 0-11 0,0-1-23 0,-1-2-12 0,3-1-31 0,0-1-27 16,1-3-24-16,-1-1-40 0,2 0-36 0,1-3-45 0,-2 0-75 15,2-1-79-15,-2-2-78 0,0-1 26 0</inkml:trace>
  <inkml:trace contextRef="#ctx0" brushRef="#br0" timeOffset="4260.14">24381 7922 1200 0,'-2'0'368'0,"0"1"-162"0,0 0-3 15,1 0 9-15,1 1 0 0,0-1-36 0,1 0-42 0,0 0-37 0,1-1-17 16,0-1-16-16,1 0 2 0,1 0-5 0,1-2-11 0,2 0-6 15,0-1-10-15,1-2-9 0,1 1-8 0,-1-3-4 0,1 0-8 0,0-2-3 16,1 1-6-16,-1 0-10 0,-1 0-18 0,-1 1-26 0,-1 1-36 0,-1 0-30 16,1 1-26-16,-1 1-27 0,0 1-30 0,0 1-35 0,-1 1-38 15,1 1-39-15,-1 0-23 0,0 2-7 0,-1 1 3 0,1 1-90 0</inkml:trace>
  <inkml:trace contextRef="#ctx0" brushRef="#br0" timeOffset="4647.14">24856 7578 1018 0,'-1'-5'492'0,"0"1"-237"0,0-2-13 16,-1 3-13-16,-1 1-18 0,1 2-36 0,0 2-27 0,-1 1-32 0,0 1-28 15,1 1-9-15,-1 1-11 0,0 2-7 0,1 3 3 0,0 0 9 0,1 2-13 16,2 1-9-16,1 0-1 0,1 0-28 0,2 1-6 0,0 0-3 15,1 0-5-15,-1-2-5 0,2 0 3 0,0-2-8 0,0-1 0 0,0-2-9 16,1-1-15-16,0-2-20 0,1-2-23 0,-1-1-27 0,1-1-18 0,1-3-12 16,1 0-9-16,3-2-2 0,0-1-3 0,1-2 5 0,1-2 16 15,1-1 26-15,-1-1 27 0,0 0 28 0,1-1 22 0,0 0 13 0,-2 1 9 16,1 0 10-16,-2 2 16 0,-1 0 19 0,0-1 24 0,-2 0 12 0,1 1-1 16,-1 0-2-16,-2 2-2 0,-1 1-7 0,-2 2 6 0,-2 0-2 15,-2 1-7-15,1 2-9 0,-3 1-4 0,1 0-8 0,-1 2-8 0,-1 1-6 16,0 0-5-16,-1 0-3 0,2 2 1 0,0 0-6 0,0 0 12 15,1 0-3-15,0 1-3 0,0 0-3 0,1 1-21 0,1 2-2 0,0 0-6 16,1 0 4-16,0 1-2 0,0 1-4 0,1 1 4 0,1 0 0 0,0-1-8 16,0 1-1-16,1-2-11 0,-1 0-11 0,0-1-9 0,0-1-8 15,1-1-15-15,-1-1-15 0,0-1-22 0,1-1-31 0,-1 0-22 0,1-2-33 16,0 0-32-16,0-1-39 0,0-1-45 0,1-1-54 0,-2-1-60 16,0-2-47-16,0 0-49 0</inkml:trace>
  <inkml:trace contextRef="#ctx0" brushRef="#br0" timeOffset="4865.14">25492 7468 1390 0,'0'1'217'0,"0"0"-23"0,0 1 3 0,0 0 8 0,0 1-8 0,-1 0-32 16,1-1-31-16,0 2-24 0,1 0-20 0,0 1-10 0,1 1-8 0,1 0-11 16,1 0-7-16,0 0-6 0,2 1-13 0,0-1-1 0,1 2-12 15,1-2-2-15,1 3-8 0,-1 0-21 0,1 0-2 0,0 1 1 0,1 0-5 16,-1 0 37-16,1 1-2 0,0-1-6 0,-1 0-3 0,0 0-17 15,0 0-1-15,-1-2-5 0,-3-2-10 0,1 0-21 0,0 0-21 0,-3 0-20 16,0-1-22-16,-3 0-18 0,-1-2-32 0,-1-1-46 0,-2 0-54 0,-1-2-70 16,-1-2-88-16,-2 0-91 0,-2-2-235 0</inkml:trace>
  <inkml:trace contextRef="#ctx0" brushRef="#br0" timeOffset="5000.14">25441 7366 1069 0,'6'-5'478'0,"1"1"-309"16,1-2 29-16,2 2 17 0,0 1 2 0,0 1-32 0,1 1-44 15,2 1-40-15,-2-1-25 0,3 1-17 0,0-1-7 0,1-1-11 0,1-1-13 16,2 0-9-16,0-1-11 0,1-1 1 0,-2 0-6 0,1-2-6 0,0 0-20 16,-2 0-33-16,0-1-42 0,-1-1-57 0,-2-1-61 0,-1 0-74 15,-2 0-80-15,2 0-87 0,-2 2-66 0,0-2-156 0</inkml:trace>
  <inkml:trace contextRef="#ctx0" brushRef="#br0" timeOffset="7142.17">9964 10208 62 0,'-13'-7'66'0,"-1"-2"-2"15,-3-2-3-15,5 0-3 0,0 2-13 0,2-2-8 0,1 1-2 0,2 0-6 16,0 2 3-16,1-1-6 0,2 1 1 0,1-1-2 0,2-3-7 0,1 1 4 16,2-2-7-16,2 0-3 0,3-1-2 0,3 0 0 0,1-2-2 15,3 0 1-15,0 1 1 0,3-1-1 0,3 1 0 0,0 0 4 0,1 2-3 16,3-2 3-16,-1 0 1 0,5 0 0 0,1 2 2 0,1-1-2 15,1 0 1-15,2 1 1 0,2-1-2 0,5 0 3 0,1 0 4 0,-1 0-3 16,3 2 4-16,-3 1-1 0,2 0-2 0,2 1 2 0,-1 1 1 0,0 2-2 16,1 0 0-16,2 1 0 0,-1 0-4 0,0 2-1 0,2 0-4 15,2 0-3-15,1 1 0 0,0 0 1 0,2 0 0 0,-2 1-1 0,2 1-4 16,-1 1 1-16,1 1 0 0,-1 1 0 0,1 1 6 0,-1 0-6 0,-1 2 3 16,4 0 0-16,-4 2-3 0,0 1 6 0,-1 3-5 0,-3 0 6 15,1 1-2-15,-2 1 1 0,0 1 6 0,0 2-4 0,-1 2 3 0,-1-1-2 16,-1 2-3-16,1-1-2 0,-2 0 0 0,0 0-3 0,1 1-3 0,-1 0 0 15,-1 1-3-15,-1-1 2 0,-1 2 1 0,0-1-1 0,0 2 3 16,0 0-2-16,-3-1 3 0,-2 1-8 0,-2-2 0 0,-2 1 3 0,-2 1-5 16,-3 2 18-16,0-1-1 0,-3 2 0 0,-1 1 0 0,-3 1-11 15,-3 0 4-15,-3 1-3 0,-1 0 0 0,-2 5-2 0,-2-1 0 0,-2 1 2 16,-3 0 0-16,-2-2 1 0,-3-1-4 0,-1 2 0 0,-3-2-2 0,-2 1 0 16,-1 0 2-16,-3 0-5 0,-1-1 5 0,-5 1 2 0,-1-2 3 15,-4 2 9-15,-1-1-2 0,-4 1-2 16,-2-1-2-16,-3 1-2 0,-1-3 0 0,-2 2-2 0,-1 0 4 0,-1 1 1 0,-2-1 0 0,-2 1 0 15,-2-2-1-15,-3 1-4 0,-2 0-2 0,1 1 3 0,0-1-1 0,0 1 0 16,0-3-8-16,-1 1-5 0,-2-1 1 0,1-1 6 0,1 0 6 0,0 0-1 16,-1 0-6-16,0-1-9 0,1-1 3 0,-1-1-4 0,3-3 3 15,-1-1 3-15,-1-2 0 0,0-1 6 0,0-2-4 0,0 0 2 0,1-2 3 16,1-3 0-16,0-2 2 0,1-2 2 0,-3-3-5 0,3-3 5 0,0-3-1 16,-1-2-1-16,1-3 1 0,-1-2-2 0,0-3 3 0,0-3 1 15,0-1-2-15,-2 0 0 0,0-3-2 0,-1-2 2 0,-1 0-2 0,2-3 0 16,1-3 3-16,1-1-7 0,0-2-3 0,1 0 4 0,2-2 2 15,1-3 3-15,2 0 7 0,2-4-6 0,2 1-1 0,3-1 1 0,2 0 0 16,2 0 3-16,3-2-2 0,0-1 0 0,5 2-3 0,2 0-2 0,4-1 2 16,6 2-10-16,2-1-2 0,5 0 3 0,5 1-8 0,4-2 3 15,5-1-3-15,6 2-21 0,8 0-32 0,7-1-39 0,5 1-44 0,6-2-60 16,7 0-48-16,8 1-232 0</inkml:trace>
  <inkml:trace contextRef="#ctx0" brushRef="#br0" timeOffset="12861.3">9268 12261 853 0,'-7'-1'73'0,"1"1"-10"0,1-1-15 15,3 1 0-15,3-1-11 0,2 0-14 0,3-1-3 0,3 1 1 16,3-1 3-16,2-1-2 0,2 0 1 0,3-1-1 0,2-1-9 0,2 0 0 16,3-1-2-16,2 1-4 0,4 0 5 0,-1 1 12 0,4 0 6 15,-1 0 14-15,5 0 6 0,0 2 5 0,1 2-2 0,3 1-1 0,-2 2 5 16,1 3-3-16,2 1 0 0,0 3-3 0,1 1-13 0,1 1-8 0,1 2-7 15,0 1-5-15,-1 1-4 0,0 1-5 16,2 1-4-16,-1 0-5 0,1 0 0 0,0-1 3 0,-1 1-4 0,2-1 2 0,1-2-8 16,-1 1-12-16,3-2-16 0,2-1-36 0,0-2-99 0,4-2-205 0,4-2-517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1:57:05.3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9838 6852 311 0,'-15'-12'23'0,"-3"1"9"0,-2-2 14 0,2 4-5 0,3 2-8 0,1-1-5 16,1 1-2-16,-1 1-5 0,0 0-6 0,0 2-6 0,1-1-4 16,3 1-3-16,1 0-2 0,1 1 0 0,1-1-3 0,0 1 0 0,1-1-2 15,0-2 0-15,0-1-4 0,1-1 2 0,2-1 0 0,-1-1 1 0,0-2 3 16,1 1 1-16,-1-1 1 0,2-1 3 0,-1-1 2 0,1-1 3 15,0 1 7-15,-1-1 5 0,1 1 6 0,-2 0 9 0,2 2 5 0,-1-1 7 16,2-1 4-16,1 0-2 0,2 1-4 0,1-2-3 0,3 0-9 16,1-2-3-16,4 2-6 0,2-2-7 0,5 0-6 0,5-1-3 0,3-1-1 15,5-1 0-15,2-1 6 0,3 0-3 0,1-2 0 0,4 1 1 0,4 0-6 16,1 1-1-16,3 1 0 0,0 1-3 0,4 1 2 0,1 2-1 16,1 4 1-16,3 1 1 0,-1 2-2 0,-1 2 2 0,0 2-2 0,0 1 0 15,2 2-1-15,3 1 2 0,1 3-2 0,3-1 5 0,2 2 3 0,3 1 0 16,3 0 3-16,-1 1 1 0,4 2-3 0,-1 2 2 0,3 0 3 15,2 5 0-15,4 0 1 0,4 4 5 0,0 1-4 0,1 2 1 0,-2 3-4 16,-2 1-1-16,-4 2-10 0,-2 2-1 0,-6 2 5 0,-2 0-2 16,-4 3 2-16,-6-1 2 0,-4 1-8 0,-6 0 1 0,-5 1 1 0,-3-1-1 15,-5 1 3-15,-6 1-4 0,-4 0 1 0,-5 0 1 0,-8-1 5 0,-3 1 4 16,-6 2 7-16,-5 0-1 0,-5 0-2 0,-6 0 13 0,-5-2-3 16,-5 2-1-16,-5 0-3 0,-5-1-14 0,-5-1-1 0,-3 1-7 0,-6 0 2 15,-6 1-6-15,-5-1-3 0,-7 0-3 0,-6-3-5 0,-5 1 2 0,-6-3-2 16,-5-1 6-16,-6-1 0 0,-5-1 6 0,-7-4-3 0,-5 0 4 15,-2-2 7-15,-2-4 13 0,2 1 13 0,1-2 3 0,-2-1 2 0,-1 1-9 16,-1 0-2-16,3-1 4 0,4-1-6 0,5 0 2 0,3-1 2 0,6-2-2 16,3-2 2-16,6-1 0 0,6-1-5 0,1-2-5 0,5-2-3 15,5-2 1 1,1-3-2-16,5-1 0 0,2-1-3 0,2-2-8 0,2-2-1 0,4-1-1 0,1-1-7 0,2-1 0 0,5 0-3 0,1-3-1 16,4-2 0-16,3-2-1 0,3-1-5 0,3-3-7 0,2-1-5 0,4-1-16 15,2-3-6-15,3 1-1 0,3-2-11 0,4-2-13 0,5 0-18 16,5-4-29-16,5-1-29 0,7-1-12 0,5-1-12 0,5-2-25 0,7 0-190 15</inkml:trace>
  <inkml:trace contextRef="#ctx0" brushRef="#br0" timeOffset="507">19864 6442 1582 0,'-26'-7'5'0,"-12"-3"-5"0,-11 0-11 0,-10 2-18 0,16 11-45 16,4 5-32-16,5 4-25 0,3 1-24 0,3 3-1 0,2 1-8 0,4 2-4 15,-1 0 0-15,1 2-162 0</inkml:trace>
  <inkml:trace contextRef="#ctx0" brushRef="#br0" timeOffset="803">18895 6916 782 0,'-8'-5'87'0,"-1"2"-50"0,0-1-10 0,2 5-19 15,1 1-8-15,2 1-5 0,1 3 1 0,0 1-1 0,2 1-2 0,1 2-3 16,2 0-2-16,1 2 2 0,2 1-2 0,0 2 12 0,1 0 2 16,2 1-3-16,-1 0 3 0,2-1-6 0,1-1-2 0,1 1 7 15,1-2-1-15,1 1 2 0,5-2 4 0,2-1 5 0,1 1 8 0,2-2 13 0,2 1 7 16,2-1 7-16,5 1 3 0,1 0 0 0,4 0 3 0,0 1 3 16,3 0 0-16,4-1 6 0,1 2 5 0,4-1-3 0,2 0 11 0,3-2 1 15,3-3-1-15,4 0 4 0,2-1-5 0,4-1 4 0,0-1 2 16,4 0-1-16,2-1 6 0,2 0-11 0,2 0-3 0,1-2 0 0,1 0-7 15,1-1 0-15,1-2-4 0,1 1-8 0,-1-3-8 0,2 0-9 0,0 0-2 16,-1-2-12-16,4 1-5 0,-1 1-7 0,0 0-13 0,2 2 3 16,-1 1-6-16,2 0-10 0,0 1-26 0,4 0-65 0,2 1-87 0,3 4-118 15,2 2-132-15,5 3-113 0,6 3-234 0</inkml:trace>
  <inkml:trace contextRef="#ctx0" brushRef="#br0" timeOffset="2690.59">5481 9039 1581 0,'11'-14'36'0,"8"0"-25"0,6-2-6 0,10 3 1 0,3 4-1 15,5 1-1-15,6-1-4 0,3 1 5 0,6-1-4 0,5 0-10 16,6 0-1-16,5 1-8 0,6 0 6 0,4 0 4 0,5 1 5 0,6 1 1 16,2-1-1-16,3-1 1 0,4-1 1 0,0 0-1 0,2-2-5 15,3 0-1-15,2 2-3 0,2-3 5 0,3 2 1 0,0 0 6 0,2 1-2 16,1 0-2-16,1 1 2 0,2 0-3 0,0 0 4 0,1-1 0 0,3-1 1 15,-1 1 3-15,4-1 8 0,2 1 1 0,-1 0 3 0,1 1 3 16,0 1-6-16,0 1 11 0,3 0 3 0,1 2 6 0,1 0 0 0,-1 0-6 16,-1 3-2-16,-1 0-9 0,0 1-2 0,0 2-6 0,1 2-4 0,0 2-4 15,-3 3-6-15,3 2-4 0,-2 3-46 0,0 3-81 0,-1 5-132 16,-1 3-163-16,-1 2-253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1:59:23.4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7520 4099 588 0,'-19'-18'17'0,"1"0"38"0,-2-4-5 0,7 5-7 0,5 2-7 0,2 2-13 16,3-2-4-16,0 1-6 0,2-1-4 0,1 1 1 0,0 2-5 0,2 0 2 15,0 1-5-15,1 2 2 0,1 0 1 0,-1 0-2 0,2 0 2 16,0 1 2-16,1-2-1 0,0 1 4 0,0 0 1 0,1 0-1 16,1 2 4-16,2-2 1 0,2-1-4 0,2 0 3 0,1-2-5 0,2 1 1 0,1-1 1 15,3-1 3-15,4-2 0 0,2 0 1 0,2 0 1 0,2-1 0 16,3-1 1-16,3 1 0 0,4 1 2 0,0 1-1 0,0 1 3 15,5 1-2-15,0 1 3 0,3 1-2 0,1 1 3 0,2 1-4 0,3 2 1 16,1 2-4-16,2 1-8 0,1 1 0 0,2 2-4 0,2 0-2 0,1 1 3 16,3 1-2-16,1 1 1 0,2 0 2 0,2 0-3 0,-1-1-2 0,3-2 2 15,-2 0-8-15,-2-1 3 0,-1-1-1 0,-1-1 1 0,-1 1 2 16,-2-2-1-16,-2 2 2 0,-4 0 0 0,-4 1 2 0,0 1-3 0,-4 1 2 16,0 1-1-16,-3 2 0 0,-2 1-1 0,-1 0 0 0,-1 2-1 0,-3 1 0 15,-2 0 3-15,0 4-3 0,-4 1 2 0,-1 2 0 0,-1 2-2 16,-4 2 2-16,-2 3-1 0,-2 1-2 0,-3 3 3 0,-2 3 1 0,-1-2-5 15,-4 3 0-15,-1 0 0 0,-3 0 0 0,-2 2 6 0,-4 2-2 16,-5-2 1-16,-1 2 1 0,-4-1 3 0,-4 1 0 0,-2 1-2 0,-5-3 2 16,-1 0 0-16,-5-3 1 0,-4-2 3 0,-3-2-1 0,-6 0-2 0,-5-1 0 15,-6-4-4-15,-4 0 1 0,-5-2 0 0,-6-2 0 0,-4-1 0 16,-5-1-2-16,-4-2 6 0,-4-2-10 0,-2-3 5 0,-3 0-3 0,-1 0 1 16,0-1 7-16,0 0 7 0,1-2 10 0,5-1 6 0,0-1 1 0,5 0 3 15,4-2-7-15,2 0-3 0,5 1-3 0,3 0-7 0,4 2 0 16,3 0-8-16,1 1 4 0,2 1-9 0,3 0 1 0,3 1 1 0,3 1-4 15,2 1 3-15,0 1-1 0,2 1-2 0,1 2-16 0,1 0-9 16,1 3-17-16,2 1-13 0,0-1-17 0,-1 0-26 0,3 1-25 0,0 0-33 16,0 1-26-16,2 2-15 0,0 2-6 0,-1 2-51 0,-2 1-27 0</inkml:trace>
  <inkml:trace contextRef="#ctx0" brushRef="#br0" timeOffset="9746.49">13545 8276 720 0,'-28'-28'-15'0,"1"-3"64"0,-8-5-13 0,7 5-5 0,5 4-3 0,2 0-5 15,2 1-3-15,2 1-6 0,1 2-3 0,3-1-3 0,-2 1-3 0,1 0 1 16,1 0-1-16,-1 0-3 0,0-1 4 0,1 1-2 0,-1 2 1 16,2 0 2-16,0-1-2 0,0 2 2 0,0-2-2 0,-1 0 3 0,1 0 4 15,1-1-7-15,-1 0 2 0,1-1 0 0,1 1 5 0,0 0 11 0,1-2 6 16,1 1 1-16,0-1-6 0,1-1-2 0,1 0-4 0,0-2-3 16,1 0-2-16,2-2 0 0,1 0-1 0,1-4 1 0,2-1-1 0,0-4 1 15,3 2 3-15,0-2 1 0,4-1 1 0,2 1-6 0,1-1-1 16,1-1 5-16,2 2 2 0,2 1 9 0,2-1-1 0,0 0-7 0,4 1-4 15,3 0-1-15,1 1-4 0,3-2 1 0,0 1-6 0,4 0 1 0,0-1-1 16,2 3 0-16,5-1-3 0,-1 3 0 0,2-1-9 0,1 2 1 16,2 2 4-16,0 2 1 0,4-1 4 0,-1 4 0 0,0 1-4 0,1 2-3 15,-2 3 1-15,1 1 2 0,-2 3-1 0,0 2 3 0,0 2-3 0,-1 2 0 16,-1 3 1-16,0-1 0 0,1 4 1 0,0-1-1 0,2 1-2 16,1 3 3-16,1 0-3 0,-1 3 0 0,0 1 2 0,1 1-1 0,1 1 3 15,0 3 0-15,1 2-2 0,-3 3-3 0,-1 3 3 0,-1 2-2 16,-1 3-1-16,-1 3 0 0,1 2 2 0,0 2-8 0,-2 1 6 0,-1 3-1 15,0 0 1-15,-1 5 8 0,-2 0-1 0,1 3-1 0,0 4-5 0,-1 2 1 16,-2 2-4-16,-1 2 1 0,-1 0-2 0,-2 2 1 0,-1-1 1 16,-3-1-4-16,0 2 1 0,-3-1 12 0,0 2-1 0,-3 1 6 0,-1 0 3 15,-2 3-11-15,-1-1-1 0,-1 0 1 0,-2 1-2 0,-1-1 0 0,-2 2-1 16,-1 2-3-16,-3 1 8 0,-1 2 1 0,-2 0 0 0,-2 1 4 16,-2 1-8-16,-1-1 0 0,-3 0-1 0,-1-1-1 0,-3 1-6 0,-2 0 2 15,-4 0 10-15,-3 1-2 0,-3 0 10 0,-4 3-2 0,-4 1-8 0,-3 0-1 16,-5 0 2-16,-2 0-5 0,-4-3-4 0,-4 1 8 0,-2-2 4 15,-2-4-3-15,-1-1 12 0,-3-1-7 0,-2-3-4 0,-1-2 4 0,-2-2-4 16,-1-2 3-16,-1 1-2 0,-2-1-4 0,0-1 0 0,-1 1 9 0,-4-3-1 16,1 1 8-16,-1-1 3 0,-2-1-8 0,2-1 10 0,-3-2 2 15,1-1 5-15,0-6 10 0,0-2-4 0,1-4 2 0,1-2-6 0,2-5-5 16,0-1-2-16,1-3-4 0,1-5-1 0,-1 0-3 0,0-2-2 16,0-3-5-16,0-2 0 0,-1-2 0 0,1-4 4 0,1-4 6 0,1-3 8 15,3-4 4-15,3-4 1 0,0-3-6 0,3-2-2 0,2-4-5 16,1-2-7-16,4-1-1 0,2-2-2 0,2-2-5 0,0-1 4 0,4-4-7 15,3-1-4-15,3-3 0 0,3-1-4 0,2 1-2 0,3-1-12 0,5 2-30 16,2-2-18-16,5 2-23 0,4 2-32 0,3-1-29 0,6 4-47 16,5-1-54-16,6 3-49 0,5 2-142 0,6 1 64 0</inkml:trace>
  <inkml:trace contextRef="#ctx0" brushRef="#br0" timeOffset="10563.48">15859 11817 80 0,'-2'1'50'16,"0"0"-19"-16,1 2-12 0,0-1-5 0,0 1-6 0,1 1 0 0,0-2 1 15,-1 1 3-15,1 0 1 0,-1-2 1 0,1 1 1 0,-1 0-2 0,1-1-1 16,0 1-2-16,-1-1-3 0,0 0-2 0,0 1 0 0,0-1 0 16,0 1-2-16,-1-1-2 0,1 1 0 0,-1 0-2 0,1 0-1 0,0 1-5 15,-1 0-8-15,1-1-16 0,1 1-29 0,-1 0-112 0</inkml:trace>
  <inkml:trace contextRef="#ctx0" brushRef="#br0" timeOffset="10931.48">15717 9874 264 0,'-6'-2'-7'15,"0"0"26"-15,1 1-15 0,3 1-4 0,0 2 0 0,2 1-2 0,0 2 0 16,0 0 0-16,1 0 0 0,1 1 1 0,-1 0-1 0,1-1-1 0,0 1 0 16,-1 0-1-16,1-1 1 0,1 1 0 0,-1 0-1 0,0 0 2 15,1 1-1-15,-1-1 0 0,0 0 2 0,0 0-1 0,1 0 0 0,-2-2 1 16,1 2-2-16,0-3-2 0,0 1 2 0,0 1-5 0,-1-2-8 16,1 0-1-16,-1-1-7 0,1 0-12 0,-1 0-65 0</inkml:trace>
  <inkml:trace contextRef="#ctx0" brushRef="#br0" timeOffset="11390.48">15809 7885 385 0,'-12'-10'-28'0,"0"0"67"0,-1-1 3 0,3 3-7 0,3 2-4 0,1 0-4 15,0 0-6-15,1 1-3 0,0 1-3 0,1-1-3 0,0 1-1 0,0 1-4 16,1 0-1-16,1 0-2 0,0 1-1 0,1 0 0 0,0 1-2 0,1 0 0 16,-1 0-2-16,2 0-3 0,-1 0-4 0,0 0-11 0,1 0-21 15,1-1-35-15,0 0-29 0,2 0-189 0</inkml:trace>
  <inkml:trace contextRef="#ctx0" brushRef="#br0" timeOffset="16737.46">18040 9943 1 0,'2'-10'0'16</inkml:trace>
  <inkml:trace contextRef="#ctx0" brushRef="#br0" timeOffset="17110.47">18574 11328 47 0,'-2'-10'23'0,"0"-1"-12"15,-2-4-4-15,1 1-3 0,0 0-1 0,0-1-2 0,-1 0 1 0,0-2-2 16,0 1 0-16,0-2-1 0,-1-1-12 0,-1 0-6 0,0 1-16 0</inkml:trace>
  <inkml:trace contextRef="#ctx0" brushRef="#br0" timeOffset="18102.46">18296 9947 108 0,'-6'-12'76'0,"0"0"-43"0,-1-2-4 0,1 3-7 0,1 2-7 15,2 1-4-15,0 1-6 0,-1 1-1 0,2-1-2 0,-1 2-3 0,1 0 1 16,0 0-1-16,0 0-1 0,1-1 1 0,0-1 1 0,0 1-1 0,2-1 0 16,-1-1 0-16,0 1 0 0,1-1 0 0,-1-2 0 0,0 0 1 15,1 0 0-15,0-1 0 0,1 0 0 0,0 1 0 0,0 0 1 0,1-1 0 16,0 1 2-16,1-1-1 0,-1 1 1 0,0 2-2 0,1 0 0 16,-1 0 1-16,1 2-1 0,-1 0-1 0,1 1 0 0,0 1-3 0,0-1 2 15,0 1 1-15,1 0-1 0,0 1-1 0,1-1-1 0,1 1 2 16,-1-2-1-16,1 1 2 0,0 0-1 0,0-1-1 0,-1 0 2 0,1 0 0 15,-1 0 0-15,1 1 0 0,-1 0-2 0,-1 1 1 0,-2 0-1 0,1 0 2 16,0 1-2-16,0 1 0 0,0 0 1 0,-1 1-3 0,-1 0 1 0,1-1-2 16,-1 1 1-16,1 0 2 0,-1 0 1 0,1 1 2 0,-2-1-2 15,1 1 1-15,-1 1-2 0,-1 1 1 0,2 0 1 0,-2 1-1 0,1 0 1 16,0 1 0-16,-1 0 0 0,1 1 1 0,0 0-1 0,1 0 0 16,-1 1 1-16,1-1 0 0,0-1 2 0,-1 2-3 0,1-1 0 0,0-1 2 15,0 0-1-15,-1-2 1 0,0 0 2 0,-1-1 0 0,1-1 3 0,-1 0 5 16,0-1 7-16,0 0 5 0,-1 0 0 0,1-1 0 0,-1 0-5 15,0 0-1-15,-1 0-5 0,0 0-1 0,1 0-2 0,0 0-4 0,-1 0 0 16,1 0-1-16,-1 1-1 0,1-1-2 0,0 1 1 0,1 0-4 16,-1 0-1-16,1 0 2 0,0 1-1 0,0-1 2 0,1 0-1 0,-1 1 0 15,0-1 0-15,1 1 0 0,-1-1 1 0,0 0 0 0,1-1 4 0,-1 1-2 16,0-2-1-16,1 1 2 0,-1-1-3 0,0 0 2 0,1 0 3 16,-1 0-1-16,0-1 2 0,-1 1 0 0,0-2 2 0,0 1 1 0,0 0-2 15,0 1 0-15,0 0-2 0,0 0-1 0,0 0-1 0,0 0-1 0,1-1 1 16,-1 2-3-16,1 0 0 0,0 0 3 0,0 0-4 0,0 0 2 15,0 1-2-15,0 0-2 0,1 1 0 0,0 0 0 0,0 0 0 0,0 1 1 16,1 0 1-16,0 2 0 0,0-1 0 0,1 0 2 0,1 0-1 16,0 1 1-16,-1 0-1 0,2 0 0 0,1 1-1 0,-1 0 0 0,2-1 0 15,0 2 1-15,1 1-1 0,1 0-1 0,1 1 1 0,1-1 0 0,0 1 0 16,0 1 0-16,0 0 1 0,0 1-2 0,-1-1 3 0,1 1-3 16,-1-2 0-16,-1 0 2 0,0 0-2 0,-2-1 3 0,-1 0-1 0,-2-2-1 15,-2-1 2-15,0-1 0 0,-1 0 1 0,-1-1 3 0,-1 0 0 0,-1-1 2 16,0-2 0-16,-1 1 2 0,-2 0 2 0,0 0 2 0,0-1 1 15,0 0 3-15,-1 0-1 0,1 0-4 0,-1-1-2 0,1 1-4 0,0 0 2 16,0-1 2-16,1 1-3 0,1-1 0 0,-1 0-1 0,0 1-2 0,2 0 1 16,-1 0-4-16,1 0 0 0,1 0 0 0,0-1 1 0,0 1 0 15,1-1-1-15,1-1 2 0,0 1-3 0,1-2 4 0,1-1-3 0,2 0 1 16,1-1 1-16,0 1 0 0,3-3 4 0,1 1-1 0,2-1 5 16,0-1 2-16,1 1-1 0,-2-1 2 0,3 1-2 0,-1 1 0 0,1 0-2 15,-1 0 2-15,0 1-2 0,0 1-1 0,0 1-3 0,-1 0-1 16,0 1 0-16,0 0-1 0,-1 1-1 0,-1 1-3 0,-2 1-1 0,0 0-2 15,-1 1 2-15,-2 0-1 0,1 2-1 0,-2 0-1 0,0 0-2 0,-1 0 4 16,-3 2 4-16,0-1 8 0,-2 0 4 0,-1 1 5 0,-1-1 5 0,-2 0 0 16,-2 1 4-16,-2-1 0 0,-1 1-2 0,-2 0 2 0,0-2-4 15,-1 1 1-15,0-2-4 0,0-1 4 0,0 0-2 0,1-2-1 0,1 1 0 16,0-2-6-16,1 2-5 0,0-1-4 0,1-1-1 0,1 2-3 16,0-2 0-16,-1 2 0 0,1-1-3 0,0 0 3 0,1 1-3 0,0 0 0 15,2 0-2-15,3 0-4 0,-1 0 4 0,1 0-9 0,2 1-6 0,1 1-12 16,1 1-26-16,1 0-38 0,2 0-36 0,1 1-32 0,3 0-21 15,2 0-4-15,3 0-29 0,3 0-88 0</inkml:trace>
  <inkml:trace contextRef="#ctx0" brushRef="#br0" timeOffset="18941.5">26222 9843 141 0,'2'-12'46'0,"2"0"4"0,-1-2-6 16,0 4-11-16,0 1-7 0,-1 1-5 0,1 1-5 0,0 0-4 0,-1 1-3 16,1 0-5-16,-1 1-1 0,0 1 0 0,0 0-1 0,0 2-2 15,0 0-2-15,1 0 1 0,-1 1-3 0,0 1 1 0,-1-1-1 0,0 0-2 16,1 1 0-16,-1 1 2 0,0 0 1 0,1 1 2 0,0-1-2 16,0 1 0-16,0-1 0 0,1 0 1 0,-1 1 3 0,1 1-1 0,-1-1 1 15,1 1-1-15,0 0 2 0,0 0 1 0,1 0 1 0,-1 0 2 0,2-1-1 16,-1 1 0-16,1 0 1 0,1-1 3 0,-1 1 4 0,0-1 3 15,1 0 5-15,-1-1 2 0,0-1 4 0,1 0 0 0,-2-1 0 0,0 0-1 16,0 0-1-16,-1-2-1 0,0 1-3 0,0-1-1 0,0 0-1 0,0 0-1 16,-1 1 1-16,-1-1-4 0,0 0 2 0,0 0-6 0,1 0-2 15,-1 0-2-15,0 1-2 0,-1 0-1 0,0 1-5 0,-1 0-1 0,0 0-4 16,-1 1 3-16,1-1-1 0,-1 1 0 0,0 0 0 0,0 1-2 0,-1-1 4 16,-2 1-3-16,1 1-2 0,-1 0-3 0,-1 1-2 0,-1 0-14 15,0 1-19-15,0 0-27 0,-1-1-24 0,0 1-18 0,1-1-49 0,1 0-35 16</inkml:trace>
  <inkml:trace contextRef="#ctx0" brushRef="#br0" timeOffset="19310.5">28170 8886 81 0,'0'-1'40'0,"1"2"-19"15,0 1-4-15,-1 1 2 0,2-1-4 0,-1 1 0 0,1 1-2 0,0 0-7 16,0 0-2-16,1 1-1 0,0 0 0 0,0 1-2 0,0 0 0 0,-1-1 0 16,0 2-2-16,0-3-3 0,1 2-1 0,-1 0-7 0,-1-2-14 15,1-1-16-15,-1-1-90 0</inkml:trace>
  <inkml:trace contextRef="#ctx0" brushRef="#br0" timeOffset="20794">23233 10515 19 0,'26'-7'19'0,"3"-1"0"0,8-3-7 16,-5 2-2-16,-1 0-1 0,-3 0-1 0,1 0 2 0,0 0 3 0,1-1 2 15,1 0 3-15,3 0-1 0,-2 0-1 0,2-1-1 0,-1 1-1 16,-1-1-3-16,2 1-1 0,-2 1-3 0,2 1-2 0,-1-2-3 0,-1 1-1 16,1-1 0-16,-1 1 2 0,1-1-1 0,0 1 0 0,0 1 2 0,-2 0-1 15,1-1 0-15,-1 1 1 0,1 0-2 0,1-1 0 0,1-1-2 16,0 0 1-16,2-1 1 0,-2 1-1 0,3-1-1 0,0-1 2 0,2 2-1 15,1-2-3-15,0 0 1 0,1 0-3 0,1-1 1 0,1 1 2 16,-1-1 4-16,1 0 0 0,1 0 0 0,0 0 0 0,0-1-2 0,0 0 0 16,-2-1 2-16,2 1-2 0,-1-1 0 0,3-1 1 0,-1-1-2 0,1-1 1 15,1 1-2-15,1-1 0 0,0 0 1 0,0 1-1 0,1-2 0 16,2-1-1-16,2 1-1 0,-1-1-2 0,0-1-2 0,-1 1-3 0,1-2-6 16,0 1-6-16,1 3-7 0,1-1-6 0,-1 0-76 0</inkml:trace>
  <inkml:trace contextRef="#ctx0" brushRef="#br0" timeOffset="21149.01">31328 6234 41 0,'31'-29'36'0,"3"-1"-1"0,10-7-8 0,-5 7-12 0,-6 4 3 16,0 2-2-16,-4 0-5 0,1 2-2 0,-2 0-3 0,0 1-1 0,-1 2-1 16,2 1-3-16,-1 0-1 0,-1 3-1 0,-1 1-2 0,-3 1 0 15,-1 3-2-15,-1 1-3 0,-3 1-6 0,0 1-2 0,-5 2-11 0,0 0-19 16,-4 0-15-16</inkml:trace>
  <inkml:trace contextRef="#ctx0" brushRef="#br0" timeOffset="22265.01">18371 11611 138 0,'-6'-3'51'0,"0"1"-11"0,0-1-20 0,1 1-11 16,2 0-6-16,-1 2-4 0,2 0-2 0,0 1-4 0,0 0-3 16,1 1-4-16,-1 1-4 0,1 0-5 0,0 0-3 0,-1 1-3 0,2 1-11 15,-1-1-10-15</inkml:trace>
  <inkml:trace contextRef="#ctx0" brushRef="#br0" timeOffset="22559.01">18347 11600 79 0,'-2'-3'41'0,"1"-1"-13"0,-1-2-1 15,0 1-1-15,-1 1-1 0,0 0 0 0,-1 0-4 0,0 0-2 0,1-1-1 16,-2 0-7-16,1 2-1 0,-1-1-2 0,-1 0-2 0,0 0-1 16,0 1-2-16,-1 0 1 0,0 0-3 0,-1 0-2 0,1 1 3 0,-2 0-5 15,-1 0 3-15,0-1-2 0,-2 0 0 0,0 1 0 0,0-1-1 16,-2 1 1-16,-2 0 1 0,-1 0 0 0,0 0 2 0,-1 0 0 0,-2 1-1 16,-1 0 1-16,-1-1 0 0,-3 0 1 0,0 1 2 0,-2-1-1 0,-3-1 0 15,-2 1-1-15,-2-1 1 0,-3 1 2 0,2 0 3 0,-2-2 2 16,-2 1 2-16,0-1 1 0,-1-2 6 0,-2 1 6 0,1-1 4 0,-1 0 9 15,-1-2-1-15,0-1-6 0,0 1-7 0,-3 1-7 0,0 1-6 0,-2 1 5 16,1 0 3-16,0 2 2 0,2 1 4 0,1 1-4 0,0 2-5 16,-1 0-1-16,1 2-4 0,-1 1-2 0,1 1-1 0,2 2-2 0,3 0 1 15,4 2-3-15,2 0 0 0,1 0-4 0,-1 2 0 0,2 1 0 16,2 1 1-16,3-1 0 0,3 1-2 0,3-2 0 0,3 1-4 0,1 1-1 16,2 0-4-16,2 0-9 0,3 1-12 0,2 2-25 0,1 0-19 0,2 0-16 15,1 1-15-15,2 0-11 0,0 1-137 0</inkml:trace>
  <inkml:trace contextRef="#ctx0" brushRef="#br0" timeOffset="23431.01">16678 11220 153 0,'3'-6'83'0,"2"0"-32"16,1-1-8-16,2-1-12 0,-1 2-12 0,0-1-7 0,1 1-6 15,1 1-3-15,0-1-1 0,-1 1-1 0,0-1-2 0,2 1-2 0,-1 1-2 16,0 0-6-16,0 0-9 0,-1-1-15 0,1-1-23 0,-1 1-6 16,-1-1-9-16,-1 2 1 0,-2-1 14 0</inkml:trace>
  <inkml:trace contextRef="#ctx0" brushRef="#br0" timeOffset="24409.53">16812 11051 75 0,'-5'-2'54'15,"-1"-1"-5"-15,0-2-14 0,-1 2-7 0,0 1-7 0,-1 0-6 0,0 0-1 16,0 1-2-16,0 1-4 0,-1-1 0 0,2 1-1 0,-1 1-2 0,-2 0 0 16,1 0-1-16,0 0 2 0,-1 1 1 0,2 0 1 0,1 0 1 15,-1 0-3-15,0-1 5 0,0 1-3 0,0-1-2 0,1 0 1 0,-1 0-2 16,1 0 1-16,-1 0-1 0,0 0 2 0,1 0-3 0,-1 1 1 16,1-1 1-16,-1 1-1 0,1 0 1 0,0-1 0 0,2 1-2 0,-1 0 1 15,0 0 0-15,1 0 2 0,-1-1 2 0,2 1 0 0,-1-1 3 0,1 1-3 16,1-1 2-16,1 0-4 0,0 0 2 0,0 0-2 0,2 0-1 15,-1 0 0-15,1-1-1 0,0 1 3 0,1-1 2 0,0 0 3 0,0 0 5 16,2 0 3-16,0-1-1 0,1 0 1 0,3 0-2 0,0-1-1 0,2 1-1 16,2-1-3-16,-2 0-2 0,3 0-2 0,1 0 0 0,2-1 0 15,0 1-2-15,0 0-3 0,2-1 0 0,-1-1-2 0,0 0 1 0,2 1 0 16,0-1-3-16,-1 0-2 0,1-2 1 0,2 1 0 0,1 0 3 16,0 2-1-16,1-1-1 0,0 1 0 0,0-1-1 0,0 1-1 0,-1 0 0 15,3 0 0-15,-1 1-2 0,-2-1 4 0,2 1 1 0,0 1-3 0,-1-1 4 16,1 1 0-16,0 0-1 0,-1-1 3 0,0 2-4 0,0 0 1 15,1-1-2-15,1 2 1 0,-1-1 4 0,0 2-3 0,0-1 0 0,-2 1 2 16,0-1-2-16,-1 1 2 0,1 0-1 0,0 0 1 0,0 1 1 0,3 0 1 16,0-1-1-16,0 0-2 0,1-2 5 0,0 2-6 0,2-1 2 15,0 1-2-15,0-1-1 0,1 0 4 0,2-1-5 0,1 1 3 0,-1-1-1 16,2 0-1-16,-3 0 1 0,2-1-3 0,-1 0 3 0,2-1-2 16,-1-1 0-16,0 0 2 0,-1-1-2 0,1 0 2 0,-2 0-1 0,1 0 2 15,0-1 2-15,1 0-4 0,-1 1 1 0,1-2 0 0,-1 1 0 0,0 1 3 16,-2 0 0-16,1 1-1 0,-1 0-1 0,0 0 3 0,-2 2-1 15,1-1-3-15,0 2 1 0,0-1-3 0,2 1 1 0,-2 0 0 0,1 0 0 16,-2 1 0-16,0 0 1 0,-2 1-1 0,2 0-1 0,1 0 0 0,-1 1 0 16,0 0 1-16,0-1 3 0,-1 1-3 0,0 1 0 0,1-1-2 15,-1 1 3-15,0 0-1 0,1 0 0 0,0 0 1 0,1-1 0 0,-1 1 1 16,-1 0-2-16,-1 1 0 0,1 1 0 0,0-1 0 0,0 1 1 16,1-1-1-16,-2 1 0 0,-1 0 0 0,0-1 2 0,0 1-1 0,-2 0-4 15,1 0 1-15,-1 0-1 0,0 0 3 0,1 0 1 0,-2 0 0 0,2-1-2 16,-1 2-2-16,-1 0 1 0,0 0 2 0,1 1-1 0,-1 0 2 15,1 1-1-15,0-1-2 0,-1-1 1 0,2 2 0 0,0-1 2 0,-2 0-1 16,0 0 0-16,-1 0 1 0,0 0-1 0,1-1-2 0,0 1 1 0,-1 0 0 16,2-1-1-16,0 1 3 0,-1-2 0 0,0 1 0 0,-1-1-2 15,-1 0 2-15,-1-1-2 0,0-1 0 0,0 0 2 0,-1 1-2 0,1-1 0 16,0 0 2-16,0-1-1 0,-1 0 2 0,1 0 2 0,1 0-2 16,-1-1 2-16,1 0-2 0,-1-1-5 0,0 1 1 0,-1-2 1 0,0 1 2 15,0-1 2-15,0 0 1 0,-2 0-1 0,1 0 1 0,-1 0 2 0,0 0-1 16,-1 0 4-16,1 1-1 0,-1-1 0 0,-2 1 3 0,1 0 0 15,-3 0-2-15,1 1-1 0,1 0-1 0,-2 0-3 0,0 0 1 0,0 1-3 16,-1 0 0-16,-1-1 0 0,0 0 1 0,-1 1 3 0,0-1 0 0,-1 0-3 16,1-1-1-16,-1 1 0 0,-1-1-2 0,2 0 7 0,0 0-4 15,-3 0 1-15,3-1 0 0,-2 1-1 0,0-1 6 0,0 0-3 0,0 0-4 16,-1 0 3-16,1 0 1 0,-1 0 1 0,0 0 4 0,-1 0-5 16,1 0 1-16,-1 0-3 0,-1 0-2 0,1 1 2 0,0 0-4 0,-1 0 1 15,0-1 0-15,0 1 0 0,0-1 1 0,0 0 0 0,0 0 0 0,-1 0 1 16,0 0 0-16,1 0 0 0,-1 0 1 0,1 1 1 0,-1-2-3 15,0 1-1-15,1 0 4 0,-1-1-4 0,0 1 3 0,1 0-2 0,-1 0-1 16,2 0 0-16,-2-1 1 0,2 1-1 0,-2-1 2 0,2 1-4 0,-1 1 3 16,0-1-1-16,0 0-4 0,1-1 3 0,-1 1-1 0,1 1 1 15,0-1-1-15,0 1-1 0,-1-1 3 0,0 1-3 0,0-1 3 0,0 1-2 16,0 0-9-16,0 1 8 0,-1-1-2 0,1 0 5 0,-1 1 1 16,1-2-6-16,-1 1 0 0,1-1 0 0,-1 1 4 0,0 0 4 0,1-1-2 15,-1 1-2-15,0-1 0 0,1 0-1 0,-1 0 3 0,0 0 1 0,0 0-2 16,0 1 1-16,0-1 1 0,0 0-3 0,0 1 3 15,1-1 0-15,-1 0 1 0,0 0-1 0,0 1-2 0,0-1 0 0,0 0-2 0,0 1 1 16,-1-1 1-16,1 0 0 0,0 1-1 0,-1-1-1 0,0 1 1 0,0 0 0 16,0-1 3-16,0 1-2 0,-1 0-2 0,0 1 1 0,0-1-4 15,-2-1 3-15,1 1 1 0,0-1-2 0,0 0-4 0,1 0-8 0,-2 0-14 16,-1 1-39-16,-1-1-30 0,0 0-32 0,-2 0-33 0,0 0-21 0,-1 0-19 16,-2-1-158-16</inkml:trace>
  <inkml:trace contextRef="#ctx0" brushRef="#br0" timeOffset="27048.04">18167 11065 131 0,'-83'-3'24'0,"-10"1"8"0,-22-1 3 0,11 3-1 0,14 0-6 0,4 1-2 16,6 0 1-16,6-2-3 0,4-1-4 0,3 1-5 0,2 0-6 16,1 0-2-16,3 2-4 0,4-1 1 0,4 0-1 0,4-1-3 0,3 0 2 15,4 0-4-15,4-1-4 0,4 0-5 0,3-1-12 0,3 1-9 16,2 0-7-16,2-1-7 0,3-1 0 0,1 1-6 0,2-2-8 0,2 2 9 16,1-1 18-16,2-2 14 0</inkml:trace>
  <inkml:trace contextRef="#ctx0" brushRef="#br0" timeOffset="27903.04">16569 11000 4 0,'-7'-9'15'0,"-1"-1"20"0,1 1 19 0,2 2 5 0,1 2-7 16,0-2-11-16,0 0-4 0,0-1-2 0,1 1-4 0,0 0-4 15,0 1-5-15,0-2-5 0,1 2-3 0,-1 0-3 0,1-1-2 0,0 0-1 16,1 0-3-16,-1 1 1 0,2-1-4 0,0 1 0 0,1-1-2 16,1 1 0-16,1 0 1 0,-1 1-1 0,1 0 1 0,0 0-1 0,1-1-2 15,0 2 4-15,0 0 1 0,0 1-3 0,1-1 1 0,0 1-1 0,0-2-1 16,0 0 3-16,0-1-1 0,0 1-1 0,0 2 2 0,0-1 0 16,-1 0 4-16,-1-1 2 0,0 2 1 0,-1-1 3 0,-1 1-1 0,0-1 6 15,0 1 2-15,-2-1 0 0,-1 0 0 0,-1 0-3 0,-2 1-1 16,0 0-2-16,-1 1-4 0,0-1-4 0,2 1 1 0,-3-1-1 0,2 1 1 15,-1 1-2-15,-1-1-2 0,2 1 2 0,0-2-2 0,1 2 6 0,0-1-4 16,0 0 3-16,1 2 1 0,0-2-3 0,1 1 6 0,0 0-3 0,0-1-1 16,1 0 4-16,-1 1 0 0,0-1 0 0,1 1 5 0,0 0-2 15,0-1 3-15,0 0 4 0,0 0 3 0,0 0 7 0,-1-1 0 0,0 0 1 16,0 0 3-16,-1 0-6 0,0 1-3 0,0 0-2 16,1 1-4-16,0-1-3 0,0 1-5 0,1 1-1 0,0-1-5 0,0 2-3 0,1 0 0 15,0 0-5-15,0 1 5 0,2 1-2 0,0 0-2 0,1 1 3 0,1 0-7 16,1 0 4-16,1 0 2 0,1 0-4 0,-1-1 5 0,3 1-4 15,1-2-3-15,1 1 7 0,1-1-6 0,3-1 1 0,0 0 2 16,3 0-5-16,1-1 8 0,1 0 2 0,2 1-1 0,0-1-3 0,-1 0 0 0,1-1 0 16,-1 1 2-16,0-2 1 0,2 0 2 0,1 1 0 0,-1-2-2 15,1 1 3-15,1-1-5 0,0 0 2 0,0 1-2 0,2 0-1 0,-1-2 1 16,0 2 0-16,1-2 2 0,1 1-1 0,2 0 0 0,-1 1-2 16,2 0 2-16,1 0 1 0,1 0-1 0,2 1-1 0,2-1 2 0,-1 2 0 15,1-1 2-15,3 0-2 0,-1 0 0 0,2 1-1 0,0-1 2 16,-2 1-2-16,1-1-3 0,0 1 1 0,0 0 1 0,0 0-1 0,1 1 2 15,-1-1-2-15,0 0 1 0,-1 1 1 0,-1-1-1 0,0 1 2 0,-3-1-1 16,1 0 0-16,0-1-3 0,-2 1 3 0,1 1 1 0,-2-1 1 0,0 0 0 16,0-1 1-16,2 1-1 0,1-1 2 0,1 1 1 0,2-2 1 15,-2 1-3-15,1 0 3 0,1 0-3 0,-1 1 2 0,2-1-1 16,-1 1-1-16,1 0-1 0,0-1 0 0,0 1 1 0,2 0-3 0,0 0 3 16,-1 0-2-16,1 0-1 0,0 0 1 0,-1 0-4 0,0 1 1 0,0 0 0 15,1 0-2-15,-2 1 4 0,0 0-4 0,0 0 4 0,-4 0-1 16,1 1 0-16,-2 0-1 0,0 0 0 0,1 0 0 0,-2 0-2 0,1-1 0 15,-1 1 4-15,2-1-2 0,0 0 1 0,-1 0 4 0,1 1-2 0,-2 0-1 16,0 1 5-16,-1-1-12 0,3 1 4 0,-1 0 5 0,1 0-4 16,2 0 10-16,-1 1-4 0,1 1-5 0,-1 0 1 0,-1 1 1 0,0 0-1 15,1 1 1-15,1 1-1 0,0-2 0 0,1 2 3 0,-1 0-2 0,-2-1 2 16,-1 1-5-16,-1-1 0 0,1 0 1 0,2 1-1 0,-1-2 3 0,-1 0-1 16,0 1 0-16,-1-1 3 0,3 0-1 0,-2 0-2 0,0-1-2 15,-1 0-2-15,1-2 1 0,-2 1 2 0,2-3 2 0,-1 1 1 0,-1-1-1 16,1-1 0-16,-1 0 0 0,2 0 3 0,1-1 0 0,0 0-2 15,-1-1 2-15,-1 0-2 0,2 0 1 0,-2 0 0 0,1-1 2 0,-2 1-1 16,0 0-3-16,-1 0 2 0,1 0-2 0,0-1 1 0,0 0 2 0,3-1-2 16,-2 0 0-16,1 0-3 0,-2-2 4 0,0 2-1 0,1-1-2 15,0 1 2-15,0 0 1 0,-2-1-1 0,1 1 1 0,-3-1 0 0,-1 1-5 16,-2-1 3-16,-2 1 0 0,0-1-1 0,-1 1 4 0,0 0-6 0,0-1 0 16,-3 0 1-16,-1 0 0 0,0 1 3 0,-1 0 1 0,1-1 0 15,-1 1-3-15,-1 0-2 0,0 0 3 0,-1 1-1 0,-2-1 2 0,-1 1 1 16,-1 1-5-16,-1-1-1 0,1 2-2 0,-2-1 3 0,0 1 3 0,0 1-1 15,-1-1 1-15,0 1-3 0,0 0-3 0,0 0 3 0,1 1 3 16,-1-1-2-16,1 0 0 0,-2 1 1 0,1-1-4 0,-3 1 1 16,1-1 0-16,-1 1-2 0,0 0 2 0,-2 0-1 0,-1-1-5 0,0 1-3 15,-2-2-13-15,-1 2-27 0,0-2-30 0,-1 1-31 0,-1 1-25 0,-1-1-11 16,-1 0-25-16,-3 1-18 0,-2 0-15 0,-3 0-166 0</inkml:trace>
  <inkml:trace contextRef="#ctx0" brushRef="#br0" timeOffset="28377.04">17223 9928 5 0,'-7'-8'3'0,"1"-2"0"0,-3-1-1 0,1 2-1 16,-1 4 0-16,-2 0-2 0,2 2-9 0</inkml:trace>
  <inkml:trace contextRef="#ctx0" brushRef="#br0" timeOffset="29283.18">20153 9661 26 0,'60'-2'36'0,"6"1"11"0,19-1-7 0,-9-1-4 0,-8 0-3 0,-1 0-2 15,1 1-3-15,-1-1 4 0,1 1-3 0,0 0-4 0,-1 0-1 16,1 0-4-16,1-1-3 0,2 1-1 0,1 0-1 0,-1 1-5 0,2 0 0 16,-1 1-1-16,1 1-3 0,0 1-3 0,0 1-2 0,2 1-1 0,2 1-1 15,1 0 0-15,-1-1 2 0,4 0 1 0,0 1 0 0,1 1 2 16,5-1 1-16,-1 1-2 0,4-2 0 0,-2 0-1 0,-2 1-3 0,0-1 2 16,-2 0-1-16,0-1 3 0,1-1 1 0,0 0-2 0,1-1-2 15,-1-1-1-15,2 0 0 0,-2-1 0 0,-2-2 3 0,-2 0 2 0,-2 0-1 16,-1-2 0-16,-2 1-3 0,-1-2 0 0,-1 0 3 0,-2-1-1 0,3 1 2 15,1-1-2-15,0 1 0 0,2 0-1 0,0 0 0 0,-2 0-1 16,0 0 1-16,-3 1 1 0,-1 2 0 0,1-2 0 0,-2 2 0 0,1 1 1 16,1 1 0-16,-3 1-2 0,2 1 0 0,-1 0-1 0,-2 2 0 0,-2-1 1 15,-1 1-1-15,-2-1 1 0,-2-1 0 0,1 2-1 0,-4-1 3 16,-1 2-4-16,1 0 0 0,-4 0 2 0,0-1-1 0,-3 1 3 0,-2-1 0 16,-1-1 0-16,0 1 2 0,-1-1-1 0,-1 1 3 0,-2-1 1 15,-2 0 1-15,-2 1 2 0,-3-3 0 0,-1 1-1 0,-3-1 3 16,-1 1-5-16,-2-1 3 0,0 0-1 0,-2 0-4 0,0 0 0 0,-2 0-2 15,0 0 1-15,-2-1 0 0,0 0 0 0,-1-2 1 0,0 1-1 0,1 1 0 16,-1-1 0-16,0 0 0 0,-2 0 0 0,-2-1 1 0,0 1-2 0,-1-1 2 16,-2 1 1-16,0-2 1 0,-1 1 1 0,0-2-1 0,-3 1 0 0,2 0-1 15,-3 2 1-15,-1-2 0 0,-1 0 0 0,-2 1-2 0,0 0-1 16,-1 0-1-16,0 0 0 0,-1 1-1 0,-1-1 2 0,1 0-2 0,-2 2 0 16,0-1 0-16,1 0-1 0,-1 1-2 0,0-2 4 0,1 0-3 15,0 1 1-15,-1 0-1 0,0 1-3 0,0 0 3 0,-1 1 1 0,-1-1-1 16,1 1 0-16,-1 0-3 0,0 0 1 0,0 1-1 0,-2 0 0 0,1 0 0 15,-1 1 0-15,0 0-2 0,0 1 3 0,0 0-1 0,-1-1 1 16,0 2-2-16,0-1-3 0,-1 1-1 0,0-1-2 0,-1 1-3 0,-1 0-6 16,0-1-2-16,-1 1-4 0,-2-1-1 0,0 0-3 0,1 0-4 15,-3 1-5-15,0-1-7 0,-2 0-7 0,-2 0-6 0,0 0-5 0,-2 0-8 16,-3 0-16-16,0 1-69 0</inkml:trace>
  <inkml:trace contextRef="#ctx0" brushRef="#br0" timeOffset="30376.17">16452 7883 361 0,'-2'-10'3'0,"0"1"23"0,2-1 13 0,4 5-33 0,3 3-2 16,3 1-2-16,4 1 0 0,3 0 0 0,5 1-1 0,4 2 1 0,3 0-1 16,4 1-1-16,0 2 0 0,3 1 0 0,-2 0 0 0,2 1 0 15,4-1 1-15,2 0-1 0,3 0 1 0,3-2 1 0,5-1-1 0,-1 0 0 16,2-2 1-16,1 1 2 0,3-2 1 0,1-1 2 0,1-1-2 0,3 0-1 15,0-2 2-15,2 0-1 0,2-2 4 0,2 0 3 0,0-2 2 16,1-2 3-16,3 1 2 0,1-2-2 0,4 0 1 0,2-1 0 0,4 0-4 16,4-1-2-16,1 0-3 0,4 0-1 0,-1 0 0 0,4 1 3 0,2-1-3 15,2-1 2-15,6-2-2 0,2 1-2 0,3 2 1 0,1-1-1 16,1 2-6-16,-2-1 0 0,2 0-1 0,-1 2-1 0,2-2 8 0,2 0 1 16,4 2-1-16,-1 1 5 0,2 1 1 0,0 2 0 0,-1 0-3 15,1 0-7-15,-3 0-2 0,2 1 0 0,-1 3 3 0,2 2 0 0,1 1-1 16,-1 2-1-16,-1 0 0 0,-1 0 1 0,1-1-3 0,0 2 0 0,1 1 1 15,-2 1 1-15,-1 3 2 0,0 0 2 0,-1 1-2 0,0 0 1 16,-2 0 0-16,1-1 4 0,-2-2 1 0,1 2 0 0,2-1-6 0,-2 1-4 16,-3-2 3-16,0-1-1 0,-2 0 4 0,1-1-5 0,0 1 0 0,-2-1 0 15,1 1 0-15,1 1 3 0,0-2 0 0,2 1-6 0,-2 0 0 16,-2-1 1-16,0 0-1 0,1-1 4 0,-1 0 2 0,3 0-5 0,0 0 2 16,-2-2-1-16,0 2 0 0,-1-2 2 0,-1 0 1 0,0-1 1 15,-5 0 0-15,-3 0 3 0,1 1 0 0,-1 0 1 0,-1 0-1 0,2 1 0 16,-4 0 1-16,2 1 2 0,-1 0-2 0,1 1 2 0,1 0-4 0,-2 0-3 15,-3 0 2-15,-4 0-1 0,-2-1-2 0,-3-2 2 0,-1 1-2 16,-4-1 1-16,-1-1-1 0,-4 0 0 0,-2-2 0 0,-2 1-1 0,-6-2 0 16,-2-1 1-16,-2 0 0 0,-2-1 2 0,-1 0 1 0,1-1-3 0,-1 1 3 15,-1 0-1-15,-2 1 0 0,-3 1 0 0,-1 0 0 0,-3 0-1 16,-2 1 0-16,-1 0 1 0,1-1 0 0,0 2-2 0,1-1 2 0,0 1-1 16,1 1 0-16,0-1 2 0,-1 1 1 0,-2 0 2 0,-1-1-2 15,-4 0 0-15,-1 0-1 0,-1 0-2 0,-1-1 3 0,-2 1-2 0,-1-1 0 16,-1 0 1-16,-1-1-1 0,-2 0 2 0,0-1-1 0,-2-1 0 0,0-1 2 15,-2 0-3-15,1 0 1 0,-2 1-1 0,1-2-1 0,-3-1 2 16,-2 1-2-16,0 0 2 0,-2-1 0 0,0 1-4 0,0 0 1 0,-1-1-1 16,-1 2 1-16,0 1-2 0,1-1 1 0,-2 2 0 0,2 0-1 0,-2 1 1 15,0 0 1-15,1 2-4 0,-1 1 3 0,1 0 1 0,-1 0-4 16,0 0 6-16,1 0-3 0,-1 0-1 0,-1 0 2 0,1 1-1 0,-1 1-1 16,-2-1 2-16,1 0 0 0,-1 0-2 0,-1 0 0 0,-1 0 2 15,-2 1-2-15,0-1-1 0,-2 0 4 0,-1-1-7 0,-1 1-3 0,-2 0-10 16,-1-1-15-16,-1 1-10 0,-1 0-11 0,0 0-3 0,0 0-2 0,-1 0-4 15,0 0 2-15,-2 1 3 0,1 0 5 0,-1 0 6 0,0-1 8 16,-1 0 0-16,-1 0 4 0,0-1 3 0,-1 1 4 0,0-1 0 0,-1 0-1 16,-2-1 2-16,1 0-1 0,-1 0 4 0,-3-1-4 0,-1 0-23 0,-2 0-69 15</inkml:trace>
  <inkml:trace contextRef="#ctx0" brushRef="#br0" timeOffset="31801.36">16747 8650 39 0,'5'-3'30'0,"0"0"-3"0,2-1-1 0,-1 1-9 0,0 0-4 16,-1 0-5-16,1 1-1 0,-1 1-4 0,-1 0 0 0,1 0-1 16,-1 0-1-16,0 1 0 0,0-1 1 0,-2 1 0 0,1 1 0 0,0-1-1 15,-1 0 0-15,1 0 2 0,-2 0-1 0,1 0 2 0,-1 1-2 0,0-1 0 16,0 1 2-16,-1-1-1 0,0 1 4 0,1-1 4 0,-2 1 1 15,1-1 0-15,0 0 3 0,0 0-5 0,0 0 1 0,1 0-2 0,-1 0-1 16,1-1-2-16,-1 1 1 0,2 0-3 0,-1 1 0 0,1-1-1 16,1 1 0-16,-1 0-2 0,2 0 1 0,-1 0-2 0,1 1 2 0,-1-1-1 15,0 1 0-15,-1-1 0 0,1 0 0 0,0-1 1 0,-1 0 0 0,0 1 2 16,0-1 2-16,-1-1 2 0,0 1 4 0,0-1 3 0,-1-1 1 16,0 1-2-16,0-1-2 0,0 1 0 0,0-1-2 0,-1 1-2 15,1-1 0-15,-1 1-2 0,1 0-2 0,-1 0 1 0,0 0-3 0,1 1 0 0,0 0-2 16,0 0-1-16,0 1 0 0,0-1-1 0,0 1 2 0,1 0 0 15,-1 1 0-15,1-1 1 0,-1 1-1 0,1 0 1 0,0-1-1 0,-1 1-1 16,1 0 2-16,-1-1-1 0,0-1 0 0,0 1 0 0,0 0 1 0,0 1-2 16,-1-1 1-16,1 1 0 0,0-1 0 0,-1 0 0 0,0 1 2 15,1-1-2-15,-1 0 0 0,0 1 0 0,1 0-2 0,-1 0 3 0,0 0 0 16,0-1-1-16,-1 1 1 0,1 0 0 0,0-1-1 0,0 0 2 16,1 0-1-16,-1 0 1 0,0 0 1 0,0-1-1 0,1-1 0 0,-1 0 2 15,1 0-4-15,0 1 3 0,0-1 0 0,-1 0 0 0,0-1 0 0,0 1-2 16,0 0 0-16,1-1-1 0,-1 1-1 0,1-1 2 0,0 1-1 15,0 0-1-15,0 1 1 0,0 0-1 0,0-1 1 0,-1 2-2 0,1-1 1 16,-1 1 0-16,0 0 1 0,1 0 0 0,-1 0 0 0,0 1-1 0,0-1 0 16,0 0 0-16,0 1-1 0,0-2-1 0,0 1 1 0,0 1-3 15,0-2 2-15,-1 1-1 0,1 1 2 0,0-2-2 0,-2 2-3 0,1-1 2 16,0 0-4-16,-1 0-1 0,1 0-7 0,0 0-7 0,-1 1-9 16,0 0-12-16,1 1-18 0,-1 0-124 0</inkml:trace>
  <inkml:trace contextRef="#ctx0" brushRef="#br0" timeOffset="33622.93">16594 8840 44 0,'1'-6'56'0,"0"0"-6"0,0-1-15 0,0 1-7 0,0 1-9 0,0 1-2 16,0 0-7-16,0 2-2 0,0-1-2 0,1 2-3 0,0 0-3 15,-1 0 2-15,1 0-1 0,0 1 0 0,1-2 1 0,0 2 1 16,0-1-2-16,2 0 2 0,0-1 0 0,1 0 0 0,0-1 2 0,1-1-2 16,0 1 0-16,1-1 1 0,1-1-2 0,-1 1 5 0,2-2 0 0,2 0 3 15,0-1 3-15,0-1 0 0,1-1 4 0,1 0 2 0,2 0-5 0,1 1-1 16,-1-2-2-16,2 1-1 0,1 0 1 0,0 0-1 0,0 0-2 15,2 1 0-15,1 1 2 0,1-2 1 0,2 0 4 0,1-1-2 0,2 0 1 16,2 0-1-16,2 1-3 0,1 1 1 0,2 0 1 0,1-2-1 16,2 1 1-16,2-2-1 0,0 1-1 0,2 0 0 0,1 1 0 0,0-1-2 15,2 2-1-15,1-1-1 0,-1 2-2 0,1 1 2 0,-2 0-3 0,0 2-1 16,-1 1 4-16,0-2-3 0,2 1 2 0,1 0-2 0,1 0 2 16,0 0-2-16,0 1 1 0,1-1-1 0,-1 1-1 0,0-1 2 0,0 1 0 15,3-1-1-15,-1 1 2 0,0 0-1 0,0 0-1 0,2 0 2 0,1-1-3 16,1 2 1-16,0-2 1 0,0 0 1 0,2-1 0 0,2 1-2 15,0 0-3-15,2 1 2 0,-2-1 0 0,2 0 3 0,1 1-1 0,1 0-1 16,-1 0-2-16,1 1 2 0,-2-1 0 0,1 0-2 0,-1 0-2 0,-1 0 1 16,1 0-1-16,-1 1 3 0,0-1 1 0,1-1-2 0,0 0 1 15,0 0 1-15,1 1 2 0,-1-1 1 0,0 0 2 0,1 0 1 0,-1 0 3 16,-1 0 3-16,-1 2 4 0,-2 0 2 0,1 0 5 0,-2 1-3 0,0 2-4 16,-2 1-2-16,1 1-4 0,1 0 1 0,1 2-4 0,3-2 3 15,2 1-3-15,0 0-4 0,1 1 1 0,0 2-3 0,0 0 1 0,0 0 1 16,1 0 0-16,-1 1-4 0,0 1-1 0,0-2-1 0,-1 1-2 0,-4-1 4 15,0 0-4-15,-1-3 0 0,0 1 3 0,2-1-3 0,2 0 3 16,-2-1-1-16,1-1 1 0,-1 0 1 0,0-1 1 0,1 0 1 0,-1 1-1 16,0-1 1-16,1 1-1 0,0 0 1 0,2 0 2 0,0 0 0 15,1-1 1-15,-1-1 2 0,-1 0-6 0,1-1-2 0,0-1 2 0,-2-1 0 16,0 0 2-16,2-2 2 0,1 1-1 0,3-1 2 0,1-1-1 16,-2 0 2-16,0-1-1 0,0-2 1 0,1 0 4 0,0 0 0 0,0 0 1 15,0 0 2-15,-3 0 0 0,1 0-2 0,-1 1 0 0,-1-1-1 0,1 1-7 16,0 1-8-16,-2-1-4 0,1 2-1 0,-1 0 3 0,3 1 7 0,3 1 1 15,1 2-2-15,2 0 0 0,-1 2 1 0,-2 0-5 0,-1 1-1 16,1 1 0-16,-2 0-2 0,1 0 4 0,2 0 3 0,-2 0-1 0,1-1-1 16,-2 0 2-16,-2 0-3 0,0 0 0 0,0 0-1 0,1 0 1 0,-1 1 1 15,0-1-2-15,1 1 5 0,1 0-4 0,-1-1 11 0,2 1-1 16,-1 1 2-16,-1-1 0 0,1 1-11 0,-2-1 3 0,-2 0-2 0,-4 0 1 16,-1 0 2-16,0-1-2 0,0-1-1 0,2 2 2 0,1 0 2 15,-1 0-3-15,-2 2 1 0,1-1-2 0,-3 0 0 0,0 0 2 0,-1 0-1 16,-1 1-1-16,0-1 0 0,0 1-1 0,2 1 1 0,1 1 2 0,-1 1-3 15,0 0 1-15,0 1 0 0,-2 0 0 0,1 1 0 0,-3-2-1 16,-2 1 2-16,0 1-2 0,-2-1 0 0,0 2 1 0,0 0-2 0,2 0 3 16,2-1-2-16,-2 2 0 0,-1 0 1 0,-1-1-3 0,-2-1 3 0,-4-1 0 15,-3-1-2-15,-1-1 1 0,-1-1 0 0,1 0-1 0,-3 0 4 16,0 0-2-16,-1 0 1 0,-1 0 0 0,-2 0-3 0,2-2 1 0,-3 1-1 16,1-2-1-16,-1 1 2 0,-4 0 0 0,0-1 2 0,-2 1-4 15,0-1 2-15,-1 0-1 0,1 1 0 0,-1 0 1 0,0 1-1 0,2 0 2 16,-2 0-3-16,0 1-1 0,0 0 3 0,-4-1-5 0,1 1 3 0,-2-1 1 15,1 0 0-15,-2 0 0 0,1 0 1 0,0 0-2 0,-1-1 0 16,-1 1 0-16,-2 0 0 0,0-1 1 0,0 1 0 0,-1-1-2 0,-1 0 2 16,1 0-2-16,-2 1-1 0,0-1 3 0,0 0-5 0,-1 1 2 0,-2-1-1 15,1 0-3-15,-1 1 0 0,-1-1-1 0,0 1-6 0,-1-1 5 16,0 0-1-16,0 0 0 0,-1 0 4 0,0 1-3 0,0 0 6 0,-1 0 0 16,0 0 1-16,1 0 0 0,0 0 1 0,1 0-2 0,-1 0 2 15,0 0 1-15,0 0-1 0,1-1 0 0,-1 0-2 0,0 0 0 0,1-1 0 16,-1 0-2-16,1 0-1 0,0-1-1 0,-1 0-4 0,1 1-1 0,0-1 2 15,0-1-2-15,-1 1-2 0,0-1-5 0,0 0-6 0,0 0-9 16,-1 0-15-16,1-1-10 0,-2 0-7 0,0-1-7 0,-3 0-7 0,-1 0-10 16,-1-2-11-16,-4-1-11 0,-2 0-66 0,-3-1-25 0</inkml:trace>
  <inkml:trace contextRef="#ctx0" brushRef="#br0" timeOffset="34944.44">16735 6042 45 0,'24'-4'50'0,"6"0"1"16,8-3-9-16,1-1-9 0,-1 1-7 0,3-1-5 0,2 0-4 0,5-1-2 15,1 0-4-15,1 1-1 0,6-1-2 0,1 1-1 0,2 1-3 0,1-1 0 16,1 0 1-16,0 1-1 0,2-1-1 0,1 1-1 0,0-1-1 16,1 0-1-16,3 0 0 0,0-3 0 0,0 1-1 0,2-1 1 0,-2 0-1 15,1 1-2-15,1 0 1 0,0-1 2 0,0 2 1 0,2 0 4 16,0-1 3-16,2 1 0 0,2 1 1 0,0-1-1 0,2 2 1 0,3 1-2 16,3 1 0-16,2 2 0 0,3 1-2 0,3 3 1 0,4 1-3 0,2 4 1 15,2 3-4-15,2 2 1 0,1 2 3 0,1 1-2 0,1 3-1 16,-2 0-4-16,-2 1 1 0,3 2-3 0,0-2 7 0,1-2-1 0,5 1-2 15,-2-2 2-15,1 0-4 0,1-2 1 0,0 0 2 0,1-3-1 0,0-1 4 16,1-2 1-16,1-2-2 0,2-1 0 0,1-1-3 0,0-3-2 16,3 0 2-16,0-2-1 0,4-1 0 0,-1-1 0 0,2 0 1 0,-1-1-2 15,-3 1 2-15,1 0-2 0,-1 0 2 0,3 1 0 0,1 1-3 0,-1 0 2 16,4 0 0-16,-1 0 2 0,4 1 3 0,1 0-2 0,0 0 2 16,4 0 2-16,1 2 0 0,5 1 1 0,2 1-1 0,2 1-2 15,1 0-2-15,3 1 0 0,3-1 1 0,0 0 2 0,2-1-2 0,1-2 2 16,2 0-2-16,-1-1 0 0,2-1 1 0,-1-1 0 0,1-2 2 0,-3 0-3 15,-1-2 3-15,1 1-2 0,-2-1 0 0,-1-1 1 0,-2 2-2 0,-1-2 0 16,0 0 1-16,-1 0-1 0,0 0 0 0,-2 0 1 0,0 0 1 16,0 0 1-16,-5 1-1 0,-1 1-3 0,-2 0-6 0,-5-1 4 0,-3 0-2 15,-2 1 0-15,-6 0-2 0,-3 1-6 0,-2 1 0 0,-3 0-1 16,-5 1-1-16,0 0 0 0,-3 1-1 0,0 1-1 0,1 0 5 0,-5 2 2 16,-5-1 1-16,-2 0 3 0,-6-1-2 0,-5-2-1 0,-3-1-1 15,-6-1-3-15,-7-1 1 0,-6 0-1 0,-4 0-3 0,-7 1-8 0,-6-1-13 16,-5 0-19-16,-4-2-119 0</inkml:trace>
  <inkml:trace contextRef="#ctx0" brushRef="#br0" timeOffset="86437.48">9966 7435 832 0,'-13'-15'56'0,"0"0"3"15,-2-5-17-15,6 4-5 0,3 4-11 0,3-1-7 0,1 0-1 0,0 1-8 16,2 0-5-16,1 1-4 0,1 2 0 0,0-3 0 0,1 1 0 15,1-2 0-15,2 1-1 0,2-1 3 0,3-1-1 0,2 0 3 0,3-2 2 16,2 0 3-16,2-2 6 0,3-1 3 0,2-2 4 0,4-2 6 0,4-1 0 16,4 1 1-16,1-2-4 0,3 2-1 0,4-1-2 0,3 0 0 15,2 2-3-15,2-1-5 0,1-1-3 0,1 3-5 0,1 0-3 0,2 2-1 16,0 3-2-16,0 1 2 0,0 3 0 0,-1 1 0 0,-1 2 0 0,0 4-1 16,-3 2-1-16,-1 3-1 0,-2 3-4 0,-2 1 3 0,-3 5 0 15,-2 4 0-15,-1 3 2 0,-5 5-2 0,-3 3 1 0,-3 5 0 0,-6 2-6 16,-5 6 0-16,-4 3 8 0,-4 5-1 0,-4 4 5 0,-3 1-2 15,-3 1-10-15,-3-1 0 0,-3 0 0 0,-1-1-1 0,-2-3 2 0,-3-1 0 16,-3-2 0-16,-1-3 0 0,-4 0-7 0,-3-3 2 0,-2-1 9 0,-5-2 1 16,-3-1 5-16,-4 1 5 0,-4-3-8 0,-5-1-1 0,-5-3 7 15,-2 0-1-15,-5 0 1 0,-3-2 1 0,-2 1-3 0,-4-2-1 0,-1 0-3 16,-2-2-2-16,-2-1-2 0,-2 0-1 0,1 0 2 0,-3-1-5 16,1-1-1-16,0-1-9 0,2-4-8 0,3-1-29 0,4-4-35 0,3-3-45 15,3-3-61-15,4-3-34 0,1-3 1 0,0-3-148 0</inkml:trace>
  <inkml:trace contextRef="#ctx0" brushRef="#br0" timeOffset="147719.73">3935 12919 337 0,'-24'4'272'0,"1"1"-259"0,-3 1 6 0,9-2-4 0,6 0-8 0,2 0 2 16,2-1-1-16,2-1 0 0,2-2-3 0,0 0-8 0,2-1-6 0,1 0-5 16,2-2 2-16,1 0 1 0,-1-1 4 0,1 0-1 0,1-1-2 0,0 1 1 15,0-2-6-15,1 0-2 0,-2 1-7 0,1-2-4 0,0 1-4 16,0-1-1-16,0 0 0 0,0-1 0 0,1 0 0 0,-1-1-1 0,1 1 0 15,-2-1 0-15,1-2-17 0,1 1-123 0</inkml:trace>
  <inkml:trace contextRef="#ctx0" brushRef="#br0" timeOffset="148843.73">4517 11137 316 0,'-19'-6'73'0,"0"-1"-55"0,-6-1 11 15,5 3 15-15,5 2 8 0,0 1 4 0,3 0-8 0,0 1-10 0,2 1-9 16,1-1-11-16,2 1-4 0,1 1-4 0,1-1-3 0,1 1-3 0,1 0 0 16,1 0-3-16,-1-1-1 0,2 1 1 0,0 1-1 0,1-1 1 15,0 0-1-15,0 0-2 0,0 0 1 0,1 0 3 0,0 0 2 0,1 0 3 16,1-1 2-16,1 0 2 0,1-2 6 0,2 0 5 0,1-1 5 0,1 0 2 16,3-2 0-16,1-1 1 0,3-2 0 0,2-1 3 0,2-2-3 15,3-1-3-15,1-1 1 0,2 0 0 0,3 1-2 0,3-2-2 0,1 1-6 16,3-1-3-16,-1 0 1 0,2 2 1 0,2-2 3 0,0 1-2 15,4 0 1-15,-1 1-2 0,-1 0 3 0,2 1 2 0,0 0 0 0,-1 1 2 16,2 1-2-16,0 1 0 0,0-1-2 0,0 1-8 0,0 0 2 0,0-1-5 16,-2 1 1-16,1-1 8 0,2 0-3 0,1 1 1 0,-1 0-1 15,2-2-5-15,2 1 0 0,-1-1 0 0,2-2-3 0,1 2-4 0,0-1-2 16,-1 0 0-16,1 1 0 0,-4 0-1 0,1 2-2 0,-1 1 3 0,0-1 0 16,-3 2 3-16,-2 1 0 0,-2 1 0 0,-1 3-2 0,-3 1 1 15,-2 2 2-15,-3 1-8 0,-2 2 3 0,-2 2 3 0,0 1-1 0,-4 2 6 16,0 2-4-16,-2 2 5 0,-3 2 2 0,0 0 5 0,-1 3 3 15,-2 2-1-15,-2 0 6 0,2 5-5 0,-1 1 6 0,0 2-2 0,-2 2-7 16,-1 0 1-16,-1 2-5 0,-1-2-1 0,-1 3 0 0,-1 0-3 16,-1-2-1-16,-1 2 0 0,-1-4 4 0,0 1-4 0,-2-2 6 0,0 1-2 15,-1-1-4-15,-3 2 2 0,0-1-2 0,-2-1-5 0,-1 0 15 0,-2 2-3 16,-3-2-3-16,0 2 5 0,-3-2-11 0,-1 0 1 0,-1-3 2 0,-4-1 1 16,-1-1 5-16,0-2 5 0,-3 1 1 0,-1 0-4 0,-2-2-3 15,-4-1-3-15,-1-2 0 0,-4-2 6 0,0 0-3 0,-1-1 2 16,-5-2-1-16,-1-1 3 0,-4-1-9 0,-3-1 4 0,-2-1-3 0,-1 0-1 15,0-1 5-15,-1-2-1 0,-3 0-4 0,1-2-4 0,-3 0 4 0,-2 1 1 16,1-2-5-16,0-1 4 0,0-1-7 0,0-1 4 0,1-1-4 0,0-3 2 16,3 1 6-16,-1-2-3 0,3 0 5 0,1-3 3 0,1-1-2 15,3-2 7-15,2-3-1 0,1 0 1 0,4-1-2 0,-1-3-3 0,4-2-5 16,3 0 2-16,-1-3-3 0,4-3-7 0,2 1 4 0,3-1-2 0,2 0 0 16,3 0-6-16,1 0 0 0,2 0-2 0,1 0 2 0,2 1 5 15,2 0-18-15,2 1-6 0,3 0 2 0,4 1-22 0,1 3-19 0,2 1-42 16,2 0-77-16,3 3-90 0,4 0-98 0,3 0-57 0,5 0 24 15,3 1-87-15</inkml:trace>
  <inkml:trace contextRef="#ctx0" brushRef="#br0" timeOffset="157653.17">3999 12416 1223 0,'-6'-3'152'0,"0"0"-87"0,-1 0-53 0,3-1-19 0,3 0-1 0,1-1-1 15,2-2 1-15,0-2 3 0,3-1-5 0,1-1-9 0,0-2-5 0,3 1-22 16,1 0-18-16,2 0-13 0,0 2 0 0,0 0 18 0,1 0 20 15,0 1 22-15,0 0 10 0,0 1 8 0,0 1 2 0,0 2 3 0,1-1-5 16,0 1 1-16,1 1 0 0,-2 1 3 0,2-1 4 0,0 0 3 0,2 0 1 16,-1-1 4-16,2 1 3 0,0 0 3 0,0-1-4 0,1 1-2 15,3-1-4-15,-2 3-7 0,2-1 1 0,0 1-2 0,1 1-2 0,2 0 1 16,0 1-2-16,0 1-2 0,2 1 5 0,2 0-4 0,2 0 2 16,-1 1 1-16,2 0 2 0,-2 1-1 0,4 1-2 0,-1-1 1 0,3 1-4 15,0-1-2-15,1 0 6 0,1 1-4 0,-2-1 3 0,0 2 1 0,3-1-7 16,-2 1 4-16,0 0-1 0,-2 2-4 0,0 1 6 0,-1 1-2 15,-1 1 3-15,0 1 7 0,-4-1 2 0,-1 3 4 0,-2 1 4 0,1 1 5 16,-2 0 3-16,-3 1 2 0,0 0-3 0,-2 1-4 0,-3 0-8 16,0 2-3-16,-2 1-1 0,-3 0-6 0,-2 2 2 0,-2 2-2 0,-3-1-4 15,-2 3 2-15,-4-2-8 0,-2 3-1 0,-2-2 6 0,-3 1 1 0,-1 0 9 16,-4 1 6-16,-1 0 2 0,-3-3 7 0,-1-1 8 0,-3-3 1 0,-2 0 1 16,0-1 3-16,-3-2-6 0,-2-1 2 0,-2-1 3 0,-2-1-6 15,-4-2 2-15,-2-1-1 0,-1-3-4 0,-2-1 4 0,0-2-6 0,-1 0-3 16,-4-3-6-16,2 0-5 0,-1-1 0 0,-2 0-5 0,1-1-3 15,0 0 3-15,1 0-4 0,-1-1-1 0,2 1 0 0,-1-2-5 16,1 1-4-16,-1 0-6 0,2-2-8 0,0 1-20 0,1 0-29 0,0-2-47 16,2 0-52-16,1-1-63 0,2 0-68 0,2 1-27 0,1 0 61 0,4-1-116 15</inkml:trace>
  <inkml:trace contextRef="#ctx0" brushRef="#br0" timeOffset="163141.16">17325 12967 587 0,'-5'-11'148'0,"1"-1"-15"16,0-2-5-16,1 2-28 0,2 1-33 0,0 0-31 0,0 0-24 0,2 1-7 16,0 0-5-16,0 0-1 0,1 2 0 0,0-2 0 0,-1 2 1 15,1 0 2-15,-1 1 2 0,1 0 3 0,-1 0 5 0,-1 2 13 0,0 2 12 16,0-1 19-16,-1 0 20 0,0 1 13 0,-1 1 12 0,0 0 11 0,0 1-4 16,0 0-3-16,0 1-10 0,0 0-14 0,0 1-8 0,0 1-11 15,0 2-13-15,-1 0-5 0,0 3-6 0,1 3-1 0,-1 4 6 0,1 5-9 16,0 3 9-16,0 5-1 0,1 4 2 0,1 6 1 0,0 2-2 15,1 4-5-15,0 2-3 0,0 2-4 0,1 5-1 0,0 2-3 0,0 5 10 16,0 3 7-16,0 1-6 0,1 2 4 0,-1 1-12 0,-1 0-11 0,1 1 2 16,-1-1-9-16,1 0-3 0,-1 0-6 0,-1 1-3 0,1 1 0 15,-2-1-7-15,1 3 7 0,-1-2 0 0,-1-1-3 0,-1-1 3 0,-1-2 0 16,0-1-9-16,0 1 4 0,-2 0-4 0,-2 0 0 0,0 1 11 0,-1 1-2 16,0-1 2-16,-1-2 1 0,0 0-3 0,-1-1 6 0,-1 0-13 15,0 1 0-15,-1 0 1 0,0-1 0 0,2 0 9 0,-2 1 4 0,1-1-5 16,0 0 8-16,-1-1-5 0,2-2 2 0,0-1-10 0,-2 0-6 15,1 0 11-15,-1-2-9 0,3-1 7 0,0-3-5 0,0-1-1 0,1-1 12 16,0-2 1-16,2-1-4 0,0-4-8 0,1-2 1 0,0 0-1 16,0-1 12-16,0-3-5 0,0-2-6 0,0-3 8 0,1-2-4 0,0-3 2 15,1 0-1-15,2-5-4 0,-1-1 5 0,2-1-4 0,1-4 11 0,1-1-4 16,2-2-3-16,0-1 1 0,1-1-10 0,0-1 7 0,2 1-2 0,1-1-1 16,0-1-4-16,1-1 0 0,1 0 3 0,0-1 3 0,3 0 4 15,3 0-8-15,2-1 5 0,1 0 7 0,2 0-4 0,1-1 3 0,0-1-5 16,3-1-2-16,1-2 2 0,1 1 1 0,2-1 3 0,1 0-8 15,2-1 13-15,0-1-6 0,2-1-8 0,0 0 10 0,2 0-3 0,0-1-5 16,2-1 4-16,2-1-5 0,-1 0 1 0,2-1 5 0,1 1 1 16,-1-1-1-16,1 2-4 0,2-1 1 0,-1 1 5 0,3 0 0 0,0 0-1 15,0 0 3-15,1 1-4 0,0 0-3 0,3 0-3 0,0-1 3 0,2 1 3 16,1-1 8-16,2-1 1 0,0 2-5 0,2-2 2 0,1 1-4 0,0 0 2 16,3 0 6-16,1-1-6 0,1 0 3 0,3 1-3 0,-1-2-1 15,1 0-1-15,0 1 2 0,2 0 4 0,2 1-6 0,2-1 4 0,2 1 0 16,0-1 0-16,3 0-5 0,1-1-1 0,0 0 1 0,0-1 5 15,2 0 9-15,0 1-14 0,0-1 1 0,2-1-1 0,2 0-3 0,0 1 14 16,1-1-10-16,1 1-6 0,-2-1 1 0,3 0 0 0,3 0 9 0,0 1 2 16,2-1 0-16,0 0-6 0,2 0-10 0,3 0 5 0,0-1-6 0,3 1 8 15,-2-1 7-15,2 1-14 0,0 3-3 0,1 0-1 0,2 1-5 16,3 1 24-16,0 0-24 0,0 0 23 0,3 1 11 0,-2-1-14 0,2 0 15 16,0 1-8-16,-1-1 7 0,0 2 4 0,3 1-1 0,2-1-5 15,3 2-11-15,1 1 5 0,0 0 3 0,-5 0-2 0,1 0-2 0,-3 0 9 16,2 0-6-16,4 0 8 0,-1 0 5 0,4 0-16 0,-3-1 10 0,-2 0-16 15,-2-1-6-15,-4-1 14 0,-1 0-5 0,0 1-10 0,0-1 9 16,0 2-9-16,2-1 18 0,-4 1 8 0,-1 0-14 0,1-1 9 0,0-1-3 16,-1 1 9-16,1-1-6 0,-1 0-15 0,-1-1 6 0,3 0 3 0,0 1 13 15,-1-1 7-15,-2 1-19 0,-3-1 3 0,-2-1 5 0,-1-1-14 16,0 1 12-16,-1-2-20 0,1 1-10 0,-1 0 14 0,-1 1-14 0,-2-2 16 16,0 1 4-16,-5-1-6 0,0-1-2 0,2 1-8 0,-1-1 4 15,0-1 6-15,0 0-2 0,-1 0-2 0,-3 0-4 0,-1 1 6 0,-5 0 2 16,-3 0-12-16,-3 0 2 0,-2-1-4 0,-2 0 14 0,-3 0 0 0,-4 1-6 15,-2 0-10-15,-4 1 0 0,-4 0-5 0,-2 1 1 0,-5-1-14 16,-1 0-14-16,-4-1-13 0,-3 0-23 0,-5-1-17 0,-3 0-34 0,-5-2-34 16,-3-2-43-16,-3 0-56 0,-6-2-75 0,-2-4-110 0,-4-4-130 15,-3-5-21-15,-4-11 136 0,-6-10 67 0</inkml:trace>
  <inkml:trace contextRef="#ctx0" brushRef="#br0" timeOffset="163434.16">27912 15651 2292 0,'4'3'306'0,"1"-1"-175"16,2 1-95-16,3-1-40 0,3 0-15 0,3 0-1 0,5 0 1 0,3 0-1 16,1 0 4-16,3-1 3 0,0 0 3 0,4 1 4 0,0-1-2 15,2 0-3-15,1 0-4 0,3 0 3 0,0 0 4 0,2-1 4 0,2 0 6 16,-1 0 0-16,0 0 7 0,2 0 4 0,0 0 1 0,1 0 1 0,0 1-1 15,2 0 6-15,-2 1 2 0,1 0 11 0,1 1 3 0,-1 0 7 16,-1 0 10-16,-1 2 9 0,-1 2 8 0,-3 0 3 0,-2 1 1 0,0 2-11 16,-5 1-12-16,0 3-2 0,-3 0-12 0,-1 0-2 0,-3 3-21 0,-3 1-10 15,-3 3 11-15,-3 1-3 0,-2 4 10 0,-4 1-5 0,-3 4-30 16,-3-1-5-16,-4-1-8 0,-4-1-3 0,-3-2-7 0,-3 0-4 0,-3 0-13 16,-4-1-11-16,-5 0-22 0,-8 0-41 0,-7-1-44 0,-10 2-70 15,-13 2-97-15,-16 3-228 0,-22 5-98 0,-28 3-101 0</inkml:trace>
  <inkml:trace contextRef="#ctx0" brushRef="#br0" timeOffset="166971.68">17861 16436 311 0,'-12'8'65'0,"0"-1"-1"0,-6 1 15 0,3 2 1 0,2-2-11 0,2 1-27 16,2 0-15-16,1-1-9 0,1 0-3 0,1-1 2 0,1 0-2 16,0-1 0-16,1-1-4 0,-1-1-6 0,1-1 3 0,-1 0 2 0,1-1 3 15,1 0-1-15,-1 0 1 0,-1-1 7 0,0-1 6 0,0 0 7 0,-1 0 3 16,0-1 7-16,0 0 0 0,0-1 6 0,-2 0 1 0,0-1-8 16,1-1 4-16,-2 0-10 0,1-2-2 0,-1-1-2 0,1 0-8 0,-1-1-4 15,1-1 2-15,1-1-3 0,-1-2 12 0,1 0 3 0,-1-1-2 16,0-3 4-16,1-2-7 0,0-2 7 0,1 0 3 0,0-3-4 0,2 0 5 15,0-3-7-15,0-1-1 0,1-1-1 0,3-3-7 0,2-3-2 0,2-4-1 16,1-2 1-16,1-2-1 0,3-1-7 0,3-4-3 0,2-1-1 16,2-2-3-16,1-3 5 0,3 0-2 0,2-2-4 0,-1 0-2 0,4 1-4 15,-1-3 1-15,1 1 4 0,2-1-1 0,0 1-3 0,3 2 2 0,-1 1 9 16,1 2-2-16,-1-1 3 0,2 1-2 0,1 0-11 0,2 0 6 16,3-2-3-16,0 0 0 0,2 1-5 0,-1 0 1 0,0 3-1 0,2 1 2 15,-1 0 5-15,2 1-1 0,0-2 5 0,2 2 2 0,0 1-5 16,0 0-3-16,0 3-3 0,-2 1-3 0,2 2 4 0,-1 0 1 0,-1 1-5 15,1 3-3-15,-1 2 5 0,0 3-4 0,0 2 11 0,-1 3-3 0,0 0 0 16,0 3-2-16,0 4-1 0,0 0 3 0,0 3 0 0,-1 3 10 16,-2 3-2-16,1 2 0 0,-1 2 2 0,2 1-7 0,-1 3-4 0,0 1-2 15,0 3 1-15,-2 2-4 0,3 1-1 0,-2 3 0 0,2 1-7 0,0 2 11 16,0 3 5-16,3 3 3 0,1 2 1 0,0 0-7 0,1 4 2 16,-1 1-7-16,3 3 2 0,1 3-4 0,-2 0-1 0,2 3 2 0,1 3 3 15,-2 2 1-15,-1 1 0 0,0 1 3 0,1 1-2 0,-1 2-2 0,0 2 3 16,-1 0-10-16,-1 1-1 0,-1 1 0 0,-3-2 0 0,2-1 12 15,-2-2 2-15,-2-2 0 0,0-1 1 0,-3-2 0 0,2-2-1 0,-2-3 0 16,0-2 4-16,-2-3-1 0,0-4 5 0,-1-2 3 0,1-3-1 16,-2-3 5-16,1-2-1 0,-3-3 2 0,2-3 2 0,-1-3 3 0,3-3 4 15,-2-3 1-15,3-2 6 0,0-4 7 0,-1-4 2 0,1-3 5 0,-1-2 0 16,1-4-5-16,0-1-5 0,1-3-8 0,-1-4-4 0,4-3 0 16,-1-4-9-16,3 0-3 0,1-1 1 0,-1-1-6 0,1-1-2 0,3-2 0 15,1 0-11-15,2-1 4 0,2 0 9 0,1-1-4 0,1 2 8 16,1 0-11-16,0 1-5 0,1 3-4 0,1 0 4 0,1 1 0 0,0 1-3 15,-1 0-1-15,0 2 1 0,0 2 1 0,2 3 4 0,1-1-2 0,1 2 0 16,-1-2-3-16,3 1-2 0,3-1-2 0,2 0 0 0,1 0 0 16,1-1-1-16,0 1-2 0,1 0 6 0,-1 1-4 0,-1 1-1 0,-3 0 4 15,-3 0 2-15,-2 2 3 0,-2-1 8 0,-3 0-8 0,-1 2 5 0,-1 0-1 16,-2 1-4-16,2 2 10 0,-3 1-8 0,0 2 4 0,1 0-2 16,-1 1-4-16,-1 1-4 0,1 1 1 0,1 1 0 0,0 1-2 0,0 2-1 15,2 2 1-15,0 2 0 0,0 1-6 0,-1 2 2 0,-2 3-9 0,-1 2 4 16,0 3-2-16,-2 3-2 0,-2 1 1 0,-3 4 2 0,0 4 10 15,-2 3-5-15,1 1 5 0,-4 4-1 0,0 1-7 0,-2 4 4 0,-2 2 3 16,3 3-4-16,-3 1 7 0,3 2 1 0,-1-1 1 0,0 3 1 16,0-2 0-16,0 3-4 0,0 0-4 0,-1-1 7 0,-1 1 7 0,0 0 7 15,-2-1 7-15,1 0-9 0,-1 1-3 0,3-2-1 0,0 1 3 0,0 0 0 16,1-1-5-16,-2-2 0 0,-2-4 0 0,1 0 1 0,-2-3 7 16,1 1-1-16,-1-1 0 0,0-1 11 0,2-2-9 0,-1-2-9 0,3-1 5 15,-2-3-5-15,2 0 3 0,-1 0 12 0,3-3-6 0,-2 1-6 0,2-3-1 16,0-3 3-16,2-1 1 0,2-2 1 0,0-2 6 0,2-3 3 15,0-3 1-15,2-3 11 0,4-5 2 0,2-3 5 0,3-3-6 0,4-6-4 16,4-5-2-16,5-4-8 0,5-6 10 0,6-5-4 0,3-3-7 16,4-6 1-16,4-2-16 0,2-3 0 0,2-2-4 0,1-1 1 0,3-4 8 15,-2 0-7-15,3-2 7 0,-1 0-5 0,1 1 0 0,-2-1-4 0,3 3-4 16,-2 0 6-16,1 0-2 0,1 1 0 0,0 1-2 0,0 0-3 16,-1 3 8-16,0 1-5 0,-2 3-5 0,1 2 5 0,0 2-7 0,-1 2 6 15,-3 4 3-15,-1 3-6 0,-3 1-12 0,-2 4-11 0,0 1-26 0,-1 3-45 16,-2 2-64-16,0 3-91 0,-1 0-148 0,1 3-250 0,9 1-51 15,12-1-73-15</inkml:trace>
  <inkml:trace contextRef="#ctx0" brushRef="#br0" timeOffset="171249.53">29592 12657 50 0,'1'-2'55'0,"1"1"-6"0,2 0-1 0,-1 0 7 0,0 0 2 0,0 0 0 15,-2 1-2-15,1-1 1 0,1 0 6 0,0 0 5 0,-1 0-2 16,2 0-2-16,-1 0-8 0,0 0-11 0,0 0-6 0,0-1-7 0,-1 1-7 15,-1-1-5-15,2 0-5 0,-2 0-4 0,2 0 3 0,-1 0-3 16,0 0-2-16,0-1 5 0,-1 1-5 0,1-1 11 0,0 1 8 0,-1 0 5 16,1 0 7-16,-1 1 4 0,0-1 6 15,0 0 3-15,-1 2 9 0,1-1-1 0,0 0 3 0,-1 1-1 0,0 0-6 0,0 0-5 0,0-1-9 16,0 1-8-16,0 0-7 0,0-1-6 0,0 1-7 0,-1 0-4 16,1 0-2-16,0 0-8 0,1-1-3 0,-1 0 7 0,0 1-9 0,0-1 6 0,0 1 2 15,1-1-5-15,-1 0 6 0,1 0-2 0,1 1-1 0,-1-1 3 16,-1 1 4-16,2-1 5 0,-1 1 5 0,0-1 6 0,0 1 8 0,0 0 4 15,0-1 10-15,-1 0 3 0,0 1-1 0,0-1 2 0,0 2 1 16,-1-1-3-16,1-1 0 0,-1 0-8 0,0 0-2 0,0 0 0 0,0 1-3 16,0-1 5-16,0 1-10 0,1-1 0 0,-2 0-3 0,1 0-5 0,1 1 2 15,-1-1-4-15,1 0 3 0,-1 0-2 0,0 1-2 0,1-1 4 16,-2 0-7-16,2 0 0 0,-1 1-1 0,0-1 0 0,1 0 3 0,0 1 5 16,-1 0 0-16,1 1-1 0,-2-1 2 0,1 0-6 0,-1 0 4 0,1 0-2 15,-2 1-6-15,1-1 1 0,0 1-1 0,0-1-1 0,0 1-2 16,-1 0-3-16,1-1 1 0,0 2-4 0,-1-1 9 0,0 0-6 0,-1 0-4 15,1 0-1-15,-1 0-6 0,-1 1 8 0,1-1 0 0,0 1-3 16,1 0-4-16,-2 0-3 0,0 1 2 0,0-1-1 0,-1 1 8 0,1-1-4 16,-1 1-7-16,0 1 0 0,-1 1-5 0,0-1 1 0,-1 0 8 0,-1 2-2 15,1-1-2-15,0 0-5 0,0 1 0 0,0 0-10 0,0-1-2 16,1 0 7-16,1-2-15 0,0 1 14 0,0 1-1 0,2-1-4 0,-1 1 23 16,1-1-5-16,1-1 5 0,-1 0-2 0,2 0-16 0,0 0-2 0,0 0-3 15,0-1-1-15,1 0 1 0,-1 0-9 0,1 0-7 0,-1 0-11 16,1 0-11-16,-1 0-23 0,0-1-26 0,0 0-33 0,1-1-39 0,-1 1-49 15,1-1-73-15,0 0-64 0,-1-1 6 0,2-1 76 0,-1-1-94 0</inkml:trace>
  <inkml:trace contextRef="#ctx0" brushRef="#br0" timeOffset="171707.54">29387 12562 344 0,'-1'-1'208'0,"-1"1"-34"0,0-1 21 0,1 1 5 0,0-1-5 16,-1 1-18-16,1 1-31 0,-1 0-21 0,0 0-13 0,1 0-13 0,0 0 1 15,-2 1-7-15,2 0-8 0,-1 0-8 0,0 1-11 0,1-1-9 16,-1 1-8-16,-1-1-12 0,0 1-7 0,0 0 1 0,0 0-12 0,0 1 0 15,0-1-6-15,-2 1-10 0,1 0 7 0,-2 0-5 0,2-2-1 0,-1 2-7 16,0 1 0-16,1-1 0 0,-1 1 1 0,1-1 0 0,-1 1-6 16,0 0 2-16,0 1-4 0,1-1 2 0,-1 1 4 0,-1-1-12 0,0 0-2 15,1 0-1-15,0 0 5 0,1 1 7 0,0 0 12 0,0 1 5 16,1-1-6-16,-1 1 3 0,0-1-10 0,0-1-1 0,1 1 6 0,1-1-2 16,-1 1 0-16,1 0-2 0,0 0 2 0,1-1 0 0,-1 0 0 15,1 0 0-15,0 0-1 0,1 1-1 0,0-2 2 0,0 1 0 0,0 0-3 16,1-2 3-16,0 2-2 0,0-2 4 0,1 1-4 0,0-1 2 0,0 0 0 15,1-1 0-15,0 1 5 0,0-1 0 0,1-1-3 0,0 1 4 0,0-1 3 16,0 1 3-16,2-1 5 0,-1 1-1 0,1-1 2 0,0 0 3 16,0-1 0-16,1 0 5 0,-1 1 0 0,2-1 0 0,-1 0 2 0,-1 0-3 15,2 0-3-15,-1 0-6 0,0 0 1 0,-1 0-7 0,0 0 0 16,0 0 2-16,0 2-3 0,-1-1-4 0,0 0 0 0,-2 1 0 0,2-1-3 16,-2 1 3-16,1 0-4 0,-1 0-6 0,-1 1 0 0,0-1-2 0,0 0-4 15,0 0-11-15,-1-1-14 0,1 1-12 0,-2 0-24 16,1 1-30-16,-1-1-55 0,0-1-93 0,0 1-153 0,-1-1-174 0,0-1 20 0,0 1-14 15</inkml:trace>
  <inkml:trace contextRef="#ctx0" brushRef="#br0" timeOffset="178475.03">28083 13607 33 0,'-3'-3'22'0,"1"-1"-9"0,-2 0-5 15,1 0-3-15,0 1-2 0,-1 1 0 0,0 0-2 0,0 2-1 0,-1-1 0 16,-1-1 0-16,0 1 2 0,-1 0 0 0,1 1-3 0,-1 0 0 15,-1 0-1-15,0 0-2 0,0-2-13 0,-1 2-37 0</inkml:trace>
  <inkml:trace contextRef="#ctx0" brushRef="#br0" timeOffset="180678.01">27626 13917 107 0,'-1'-1'53'0,"0"0"-23"0,-1-1-11 15,2 1-8-15,0 0-6 0,0 1 0 0,-1 0-6 0,1 1 0 0,-1-1-1 16,1 0-1-16,-1 1 2 0,1-1 1 0,-1 0 0 0,-1 0-1 0,1 0 1 15,0 0 3-15,0 0 1 0,1 0 2 0,-1-1 0 0,0 0 1 16,0 0 5-16,0 0 3 0,0-1 4 0,0 2 2 0,0-1 2 16,-1 0-1-16,1 1-1 0,-1-1-5 0,0 0-2 0,0 1-3 0,0-1-2 15,0 1-2-15,0-1 0 0,-1 1-2 0,1 1-1 0,-2-1-2 0,1 1 0 16,0-1 2-16,-1 1-1 0,1 1 1 0,-1-1-2 0,0 0-1 16,1 0 1-16,0 1 0 0,0-1 3 0,0 0-1 0,0 0 0 0,0 0 2 15,1-1 2-15,-1 0 4 0,2 0 4 0,0-1 6 0,-1 1 2 0,2-1 3 16,0 0 2-16,0 0 7 0,0-1 1 0,1-1 3 0,1 0-2 15,0 0-5-15,0 1-2 0,1-1-6 0,1 0-1 0,0 1 0 0,1-1-4 16,1 0-1-16,0-1-3 0,1 0 0 0,0 0 2 0,0 1 0 16,-1 0 2-16,1 1-1 0,0 0 1 0,0-1 0 0,0 2-1 0,0 0-3 15,-1 0-2-15,1 2-6 0,1 0 1 0,-1 0-3 0,1 1 2 0,0 0 3 16,0 0-3-16,0-1-1 0,0 1 0 0,0 1-4 0,-1-1 0 0,0 0-1 16,1 0-2-16,-1 0 3 0,0 1-2 0,0-1 0 0,-1 1 1 15,-1-1-4-15,1 0 2 0,-1 0 5 0,-1 0-3 0,-1 0 2 0,0 1 4 16,-1-1 0-16,0 2 2 0,-1-1-2 0,-2 1-5 0,0 0 2 15,0 0-1-15,0 2 2 0,-1-2-3 0,-1 2-3 0,2-1-3 0,-3 0-1 16,1-1 2-16,0-1 0 0,0 0-4 0,0-1-2 0,-1 0 1 0,1-1-2 16,-1 0-3-16,0-2-1 0,1-1-3 0,-1 0 2 0,1-1 6 15,-1 0 3-15,0-3 6 0,0 0 4 0,0-1 3 0,2 0 5 0,-2-1 6 16,1-1-3-16,0 0 8 0,0 1-1 0,1 1-3 0,0-2 6 0,0 0-5 16,1 0 1-16,0 0 2 0,0 1-1 0,-1 1 0 0,1 0 0 15,0 1-5-15,0 0-4 0,0 1-1 0,0 0-2 0,1 0-2 0,-1 2 1 16,1 0 0-16,-1 1-4 0,0 0 2 0,0 1-3 0,0 0-4 15,1 1-4-15,-1 0-2 0,0 1-2 0,1 0 0 0,-1 1-1 0,0 1 0 16,1 0 0-16,-2 1 3 0,1 1 2 0,0 0 0 0,-1 0 4 0,1 0-1 16,0 0 7-16,-1-1 0 0,0 1-1 0,1 1 3 0,-1 0-3 15,0-1 4-15,-2 0-2 0,1-1 5 0,-1 0-1 0,-1 1-3 0,1-1 4 16,-1 1-4-16,0-1-2 0,0-1-4 0,0 1-5 0,1-3 9 0,-2 1 0 16,0 0 15-16,0 0 1 0,0 0-1 0,0 0 2 0,0-1-6 15,1-1 6-15,-1-1 5 0,1 0-5 0,1 0 1 0,0 0-2 0,2 0 4 16,0 0 3-16,-1 0 1 0,1-1 1 0,0 1 0 0,2 0-1 0,2-1-2 15,0 0-7-15,0-2-12 0,0 1-9 0,1-1 2 0,1 0-6 16,0-1 3-16,2 0-3 0,0 1-1 0,0-1 7 0,2 1-3 0,-2-1 3 16,2 1-2-16,-2 1-4 0,0 0 0 0,1 1 2 0,0 0 1 0,1 1 1 15,-1 0 4-15,0 1-1 0,-1 0-4 0,1 1 0 0,-1-1-3 16,0 1 5-16,-1 1 0 0,-1-1 6 0,0 0-4 0,0 2-1 0,-1-1 3 16,0 1-2-16,-2-1 8 0,1 0 5 0,-1 1-6 0,-2-1 6 15,2 1-1-15,-2 0-1 0,0 0 8 0,-2 0 1 0,-1 1-5 0,0 0-7 16,-2 0 0-16,0-1-3 0,0 1 5 0,-2-1-6 0,0 1 5 15,0-3-7-15,-2 1 2 0,-1 0 6 0,1 0-5 0,-1-1 8 0,0 1-3 16,1-1 2-16,-1 0 1 0,0 0 0 0,1-1 0 0,-1-1 2 0,2 1-3 16,1-2-2-16,0 1 7 0,0 0-8 0,2-1 1 0,1 1 15 0,0-1-13 15,2 0 5-15,-1 0-3 0,2-1-13 0,0-1 1 0,1 1 1 16,1-1-2-16,-1 0-1 0,2-1 1 0,0 1-1 0,0-1-1 0,2 0 0 16,1-1-1-16,2 1-2 0,-1 0-3 0,0-1 3 0,1 2-2 15,0-1 4-15,1 0-4 0,1 0 0 0,1 1-4 0,0 0 4 0,1 1-1 16,-1 1-2-16,1 0 5 0,-1 2-5 0,0-1 2 0,-1 1 0 0,1 0-1 15,-1 1 3-15,0 1-1 0,1 0-1 0,0 1 1 0,-1 0-3 16,1 0-1-16,0 1-4 0,0 1 2 0,0 0 5 0,0 0 0 16,-2-1 3-16,-1 0-4 0,0 1-1 0,0-1 5 0,0 1 5 0,-2-1-1 0,0 0-4 15,-2 0 1-15,0-1 4 0,-2 1 3 0,1-1 5 0,0 1-8 16,-2 0 3-16,1 0-3 0,-1 0-7 0,0-1 1 0,-1 0-1 0,-1 0 2 16,0 1 10-16,0 0 3 0,-1-1 0 0,-1 1 0 0,1-1-1 15,0 0-3-15,1-1 8 0,-2 0 1 0,0 0 10 0,0-1 2 0,-1 0-4 16,0 0 1-16,0-1-9 0,0-1-13 0,0 0 2 0,0 0-3 0,1-1-1 15,0-1 11-15,1 1-1 0,-1-2-2 0,0 0-5 0,0-1 0 16,1 1 9-16,1-1 2 0,-1 1-3 0,2 0 0 0,0-2-7 0,0 1-4 16,2 0 6-16,-1 0-4 0,1-1 4 0,0 1-2 0,0 0-4 0,0 1 3 15,0 1-5-15,1 0-2 0,0 0 6 0,0 0-3 0,0 1-4 16,0 0 4-16,0 2-6 0,1-1-1 0,2 0 0 0,-1 1 1 0,2-1 1 16,-1 2 1-16,0-1 4 0,0 1-4 0,1 0-2 0,-1 0 8 0,1 0-6 15,0 1 2-15,0 0 0 0,0-1 0 0,-1 2 2 0,0-1 0 16,0 1 1-16,0 0-3 0,0-1 4 0,-1 1-3 0,1 1 1 0,-2-1-2 15,0 0-2-15,-1 0 4 0,-1 1 0 0,0-1 1 0,0 1 6 16,-2-1-4-16,0 0 4 0,0 1-12 0,-1-1-4 0,-1-1 3 0,0 1-5 16,-1 0 22-16,0-1-5 0,-1 0 1 0,-1 0 5 0,1 0-7 0,-2-1 7 15,2 0-8-15,-3-1 2 0,1 0 3 0,1 0-4 0,-1-1 4 16,0 1-6-16,1-1 2 0,-1-1 0 0,1 0 0 0,0 0 2 0,0 0-2 16,-1 1 8-16,1-1-4 0,0 0 1 0,0 1 6 0,1 0-12 15,0-1 12-15,3 0-6 0,-1-1-8 0,1 1 0 0,0 0-8 0,1 0 2 16,0 1 4-16,1-1-2 0,0 0 5 0,0 0-1 0,1 0-6 0,0 0 6 15,1-1-8-15,0 1-7 0,1-2 13 0,1 1-11 0,1 0 7 16,0 0 2-16,0-1 0 0,3 0 0 0,-1 0 4 0,1 1-6 0,1 0 0 16,0 0 4-16,0 0-6 0,1 1 6 0,0-1-5 0,-1 2 3 0,1-1 0 15,0 1 0-15,-1 0 1 0,1 1-4 0,-1 0 1 0,1 1-2 16,-2 0 3-16,1 0 1 0,1 1 0 0,0 0 1 0,-1 0-1 0,1 0-7 16,-2 1 4-16,-1-1 1 0,2 1 5 0,-1 1 6 0,-1-1-5 15,0 0 0-15,-1 1-8 0,-1-1 0 0,-1 0 4 0,-1 1-5 0,0-1 7 16,-1 1 0-16,-1 0-2 0,0 0 1 0,-1 0 1 0,-1 0 4 0,0 0-8 15,-2 0-11-15,1-1 4 0,-1 2-9 0,-1-1 15 0,0 0 6 16,-1 0 1-16,1-1 7 0,-1 0-2 0,1-1-2 0,-1 0-4 0,0-1-1 16,-1 0 2-16,1-1 5 0,-1 1-5 0,0-1-1 0,0 0 1 15,0 0 1-15,1-1-1 0,-2-1 1 0,0 0-3 0,1 0-2 0,0 0 7 16,0 0-5-16,2 0 6 0,-1 0-1 0,0-1-2 0,1 0-1 0,2 1 0 16,-1 0-4-16,0 0 0 0,0 0 16 0,0 1-5 0,1 0 2 0,0-1 7 15,0 0-22-15,1 1 12 0,-1-1-5 0,0 1-1 0,1 0 3 16,0 1-1-16,1-1-1 0,-1 1-3 0,0-1 2 0,1 1 0 0,1 0-6 15,-1 0 5-15,1 0 1 0,-1 0 0 0,1-1 0 0,0 2-1 16,0-1-1-16,0 0-6 0,0 0 8 0,0-1-6 0,0 1 10 0,0 0-6 16,0 0-4-16,0 1 6 0,0-1-8 0,0 0 4 0,0 0 2 0,0 0 0 15,-1 0-2-15,1 1-4 0,0-1-4 0,0 0-3 0,0 0-6 16,-1 1-3-16,1 0-9 0,-1 0-25 0,1 0-24 0,0 0-40 0,0-1-43 16,0 1-59-16,1 0-92 0,1-1-102 0,0 1-199 0,2-2 4 15,2-3-91-15</inkml:trace>
  <inkml:trace contextRef="#ctx0" brushRef="#br0" timeOffset="185468.74">29628 12881 31 0,'4'-6'31'0,"-2"0"2"0,2-2-2 0,-2 2-7 0,-1 2-2 0,0-1 3 16,-1 0 2-16,0 0 5 0,-1 1 2 0,1 0 2 0,-2 0 1 0,0 1 1 15,0 0-2-15,-1 1 1 0,1 0 4 0,-1 1 3 0,0 0 3 16,0 1 5-16,0 0 0 0,-1 0 2 0,-1 1-4 0,1 1-5 16,-2 0-1-16,0 1-4 0,0 0 1 0,-1 1-2 0,0 1-6 0,-1 1-1 15,-1-1-4-15,0 1 0 0,1-1-3 0,-3 1-1 0,0 1-5 0,-1 1-4 16,-1 0-5-16,0 0-7 0,-3 1 4 0,0 1-5 0,0 0 4 0,0 0-4 16,-4 1-1-16,0-1 2 0,0-1 1 0,-1 1-1 0,-1 0-2 15,1 0-1-15,-1 2-1 0,-2-1 1 0,1 1 2 0,-1-1 0 0,1 0 2 16,-2 1-3-16,1 0 0 0,1 1 0 0,-1 0-2 0,0-1 3 15,-2 2-3-15,0-2 1 0,1 2 0 0,0-1-3 0,0 1 2 0,0 0-3 16,-1 0 3-16,1-1 0 0,-1-2-3 0,1 2-3 0,-1-1-2 0,0 0 7 16,0 1 3-16,0-1-1 0,1 1 4 0,-1 0-7 0,-1 0 3 15,-2-1 1-15,3-1 0 0,-1 2-3 0,1-1 2 0,3 1 1 0,-2-1-1 16,2 0 5-16,-1 0-4 0,0 0 1 0,1 1-2 0,0-1 0 0,1 1 5 16,-2 0-3-16,2 1 1 0,0-1 0 0,-1 1 1 0,0 2-2 15,1-1 1-15,-1 0-2 0,0-3-2 0,-1 2 2 0,0 0 0 0,1-1-2 16,0 0 1-16,-1-1-2 0,1 2-1 0,-2-2 0 0,1 1 3 15,0-1-1-15,0-1 5 0,3 2-2 0,1-1-1 0,1-1 1 0,1 1 0 16,0-1-2-16,0 1 2 0,2 0-1 0,-2-1 2 0,3-1 3 0,0 0 2 16,3-2 2-16,0 0 2 0,0 0 4 0,1 0-2 0,1-2 4 15,0 1 1-15,2-1 3 0,0 0 8 0,0-1 6 0,1 1 1 0,0 0-6 16,0 0 1-16,0-1-13 0,1 0 4 0,1-1 7 0,0-1-6 0,0-1 4 16,1 0-1-16,0 0 5 0,0-1 3 0,1 0 4 0,0-1-3 15,1 0-5-15,0 0-5 0,0 0-3 0,-1 0-4 0,0-1 3 0,1 0-4 16,0-1-2-16,0 0-1 0,1 1-3 0,-1-1-4 0,2 1 1 0,-1-1 2 15,0 0 5-15,1 1 4 0,-1-1 3 0,0 1-7 0,0 0 1 16,1-1 4-16,0 2-2 0,0-1 9 0,1 1-4 0,-1 0 0 16,1-1-2-16,-1 1-5 0,1 0-5 0,0 0-6 0,0 0-3 0,0 0-3 15,1-1-2-15,0 1-1 0,0-1 0 0,2 0 2 0,-1 0 2 0,1-1 1 16,1 1-1-16,0-1-7 0,0-1-4 0,-1 1 4 0,2-1-3 16,0 1 10-16,-1-1 5 0,1 0-6 0,-1-1 5 0,0 1 1 0,0 0-2 15,0 0 5-15,-1 0-6 0,0 0 3 0,-1 0-1 0,0 0-4 16,0 1 9-16,0 0-10 0,-1 0 6 0,0 0 0 0,0 1 0 0,-1 0 0 15,0 1-1-15,0 0-2 0,-1 0 1 0,0 0 4 0,0 0 0 0,0 0-2 16,0 0 0-16,0 0-3 0,0 0 2 0,1 1 4 0,-1 0-1 16,1 0-4-16,-1 0-2 0,1 0 4 0,-1-1-4 0,0 1 9 0,1 0-2 15,-1-1-1-15,0 0 4 0,1 0-4 0,1 0 5 0,-1 0-1 0,0 0 4 16,-1-1 1-16,0 1-4 0,1-1 2 0,-1 0-4 0,2 0-3 0,-1 0 1 16,0 0-4-16,0 1-2 0,-1 0 2 0,0 0-3 0,1-1-4 15,-1 1 1-15,1 0-4 0,-1 1-3 0,0 0-3 0,1-1-7 0,-1 1-3 16,0 1-7-16,0-1-16 0,0 1-26 0,0-1-40 0,-1 1-52 15,0 0-81-15,-1-1-106 0,0 2-97 0,-2-1-2 0,-1 0-101 0</inkml:trace>
  <inkml:trace contextRef="#ctx0" brushRef="#br0" timeOffset="186350.74">25627 14222 674 0,'-6'-2'279'16,"1"0"-121"-16,-3 1-63 0,0 1-55 0,2 1-24 0,0 1-19 0,1 1-9 16,0 0-7-16,0 0 4 0,-1 2 8 0,0 0 6 0,0 0 2 15,0-1 5-15,0 0-1 0,0 0 2 0,0-2 1 0,0 1 0 0,1 1 2 16,0-2 3-16,0 1 5 0,0-1-2 0,0 0 2 0,0 1-1 15,0-2-4-15,1 1 4 0,-1-1-2 0,0 0 0 0,-1 0-2 0,1 0-1 16,1 1-1-16,1-1 1 0,-1 0 3 0,0 0-5 0,0 0 6 16,1 0 1-16,0-1 7 0,-1 0 13 0,1 1-1 0,0-1 8 0,0 1 0 15,1-1 3-15,0 0 3 0,0-1-1 0,0 1 1 0,-1-1-4 0,1 1 0 16,0 1 2-16,0-1-5 0,-1-1 1 0,1 0-2 0,1 1-3 0,-1-1 5 16,2 0-7-16,-1 0 1 0,1 0-5 0,0 0-1 0,0 0 4 15,0 0 1-15,1 0-4 0,-1-1-2 0,1 1-1 0,-1-2-7 16,1 2 3-16,1-2-15 0,0 1-3 0,1-1-2 0,1 0-2 0,1 1 5 0,1-2-6 15,2 1-3-15,0 0 5 0,1 0-8 0,-1 1 0 0,0 0 4 16,1-1-2-16,-1 1 2 0,0 0 1 0,1 1-2 0,-1-1 2 0,1 1-4 16,-1 0 4-16,0 1-1 0,-1 1-1 0,0 0 0 0,-1 0-5 15,-1 0 1-15,0 0 2 0,-2 1 7 0,1 0 0 0,-2 0-4 0,0 1-2 16,-1 0-6-16,0 0 2 0,-2 1-1 0,0-2 6 0,-1 2-2 0,0 0 7 16,-2 1 2-16,-1 1-1 0,-1-1 4 0,0 0-2 0,0-1-4 15,-2 1 4-15,0 0 1 0,0 0 7 0,-2-1-5 0,1 0 2 0,-1-1-2 16,0-2 1-16,0 1 8 0,0-1-6 0,0 1 3 0,0-1-6 15,0-1 11-15,0 0 3 0,2-1 3 0,0-1 4 0,3 0-2 0,-1-1 4 16,1-1-3-16,1-1 2 0,0 0-13 0,2-1 3 0,-1-1-4 0,1 0-3 16,1-1-2-16,0 0-7 0,1 0 1 0,0 1 1 0,-1-1 2 15,2 1 3-15,0 0-4 0,1-1-1 0,0 1 2 0,0 0-3 0,0 1 1 16,-1 0-2-16,2 1-1 0,0 1-6 0,0 0-2 0,0 1 4 0,0 1 0 16,0 0-2-16,-1 2 1 0,1-1-4 0,0 1-3 0,0 0 5 15,0 1-6-15,0 1 7 0,-1-1-4 0,-1 1 0 0,0 0 6 0,0 0-7 16,-1 0 7-16,0 1 8 0,0-1-4 0,-1 1 3 0,-1-1-1 0,0 2 0 15,-1 0 2-15,0 0 8 0,-2 0-2 0,0 0-1 0,0 0 3 16,-1 0-2-16,-1 0 2 0,1 0 2 0,-1 0-6 0,0-1 1 0,0 0-2 16,0 0 3-16,1-1 1 0,1 0-8 0,0-1 0 0,0 0-9 15,1-1 2-15,0 0 5 0,0 0-1 0,0-1-1 0,2 1-8 0,-1-1-1 16,0 0 4-16,1 0-4 0,0-1 3 0,2 1-7 0,0 0-10 16,0-1-1-16,1 0-4 0,-1 1-19 46,2-1-20-46,0 0-32 0,1 0-55 0,2-1-52 0,2 0-67 0,2 0-87 0,2-1-122 0,3 1-87 0,3-2 72 0,3-1-80 0</inkml:trace>
  <inkml:trace contextRef="#ctx0" brushRef="#br0" timeOffset="187202.78">25596 14157 329 0,'-2'0'217'0,"-1"0"-107"16,1 0-36-16,0 1-30 0,2 0-21 0,-1 1-11 0,0 0-13 16,-1 0-7-16,1 1-1 0,0 2 3 0,0 0 5 0,-1 0 3 0,0 1 2 15,0 0-4-15,-1-2 2 0,1 3-4 0,0-1 0 0,0-1 3 0,1 1 0 16,-1-2 1-16,2 0 0 0,-2 1 2 0,0-2 1 0,1 1-1 16,0-1-1-16,-1 1-1 0,1-1-2 0,-1 1-4 0,0 0-4 0,0 1-7 15,0 0-12-15,0 1-20 0,0 0-16 0,0 0-20 0,0 0-15 16,0-1-6-16,0 1 11 0,0-1-135 0</inkml:trace>
  <inkml:trace contextRef="#ctx0" brushRef="#br0" timeOffset="189138.78">23498 13578 746 0,'-2'-1'135'0,"1"-1"-6"16,0 0-52-16,2 1-28 0,0 0-21 0,0 1-19 0,1-1-6 16,0 0 0-16,1 1 7 0,-1-1 12 0,1 0 7 0,-2 0 10 0,1 0 10 15,1 0 0-15,-1 1 8 0,0 1 0 0,-2-2-4 0,0 1-5 0,1 0-10 16,-1 0-5-16,2 1-9 0,0 2 1 0,0 0-1 0,0 2 4 16,-1 2 6-16,1 0 4 0,-2 1-2 0,-1 2-4 0,1 0 5 0,-1 0-7 15,0 0 2-15,0-2 1 0,-1 1 3 0,-1 0 2 0,0-2 7 16,-1 0 5-16,0-2 9 0,1 0-1 0,0 0 7 0,-1-1-3 0,1 0-6 15,-1-1 7-15,0-1-6 0,-1-1-5 0,0 1-9 0,0-1 0 0,0 1-10 16,0-2 2-16,0 0-10 0,-1 1 2 0,2-2-6 0,0 1 0 16,-1-1 4-16,0 0-16 0,0 0 2 0,0-1 1 0,0 1 0 0,1-1 4 15,-1 0-1-15,2-1-1 0,-1 0-2 0,2 1 5 16,-1 0-3-16,1-1 2 0,1 1-6 0,0-1-3 0,1 1 2 0,0 0-7 0,1 0 8 16,0 0-1-16,1 0-4 0,0 0 2 0,1 0-1 0,2 0-3 0,0 0-3 15,1 1 2-15,1-2-6 0,2 1 6 0,2 0 3 0,-1 0-1 16,3 0-1-16,0 0 1 0,2-1-1 0,-1 1 3 0,0 0-3 0,-1 0-1 15,-1 0 3-15,-2 0 1 0,-1 0 1 0,0 0 2 0,-2 0-2 0,1 0 0 16,-3 1-2-16,1-1 1 0,-2 1 1 0,0 1 2 0,-2 0 1 16,-1 0-4-16,0 0 1 0,-1 0 0 0,0 1 0 0,0-1 4 0,-1 1-2 15,0-1 7-15,0 1-1 0,-1-1 3 0,-1 1 4 0,0 0-8 0,-1 1 1 16,-1 0 3 0,0 0 0-16,0 0 5 0,-1 0-3 0,1 1-5 0,1-2-1 0,0 1 5 0,1 0-4 0,0 0 6 0,0 0-8 0,0 1-6 15,0 0 10-15,0 0-8 0,0-1 5 0,1 1-1 0,0-1-7 16,0 1-1-16,1-1-1 0,0 1-6 0,1 0 4 0,-1-1 4 0,0 0-6 15,1 1 3-15,-1-1-6 0,1 0 3 16,0-1 0-16,2 0 2 0,-2 0-1 0,2 0-10 0,0-1 0 0,0 1-8 0,2-1-12 0,1 0-8 16,1-1-30-16,0-1-29 0,3 0-29 0,4-1-46 0,3-1-47 0,3-1-66 15,1-1-86-15,5 0-133 0,1-2-82 0,6 0 106 0,2 0-77 0</inkml:trace>
  <inkml:trace contextRef="#ctx0" brushRef="#br0" timeOffset="202001.97">26905 14433 385 0,'-4'-2'95'0,"-2"0"-49"0,-1 0-19 16,1-1-14-16,1 0-6 0,1 1-2 0,-1 0-3 0,1-1-6 0,-1 1-5 15,-1 1 0-15,0-1-7 0,0 2-2 0,0-1 0 0,0 1-2 16,-1-1 4-16,1 1 9 0,0-1 7 0,0 0 11 0,2 0 10 0,-2 0 11 15,1-1 9-15,1 0 9 0,0-1 10 0,1 1 7 0,0 0 4 16,1 0-3-16,-1 0-2 0,1 0-2 0,-1-1-3 0,1 1 0 0,1 0-6 16,1 0-5-16,1 0-9 0,0-1-7 0,1-1-10 0,-1 2-8 0,1-1-1 15,0 0-7-15,0 0-3 0,2 1-4 0,-1 0-8 0,1 0 1 16,0 1-2-16,-1 1 1 0,2 0 2 0,-1 1-3 0,-1 0 1 0,0 1-2 16,2 1 3-16,-1-1-1 0,0 1 2 0,0 2 2 0,0-1-3 0,0 0 5 15,1 1 4-15,-1-1-3 0,-1 2 1 0,2-1-1 16,-3-1 1-16,1 1 6 0,0-1 2 0,-2 0-4 0,1-1 3 0,-1 1-2 0,-2 0-5 15,0 1 0-15,-2 0-4 0,0 1-4 0,-1-1-2 0,-2 1 1 16,0 0 0-16,-2 0 5 0,1 0-1 16,0 0 4-16,-1-1 5 0,3 0 4 0,-2-1 10 0,2-1 5 0,0 0 9 0,0-1 4 0,1 0 7 0,1-1 7 15,0 0-2-15,0-1 8 0,2 0-4 0,0-1 5 0,0 0 4 16,0 0-6-16,1 0-2 0,0-2-8 0,2 1-12 0,-1-2-10 0,1 1-10 16,1-1-3-16,-1 0 1 0,2 1-4 0,0-1-1 0,1 1-1 0,0-1-4 15,0 1 0-15,1 0 0 0,-1 0-2 0,0 1-2 0,1-1-5 16,-1 1 3-16,1 1 0 0,1-1-3 0,1 2 1 0,0 0 0 0,-1 0 2 15,-1 1 1-15,1 0 5 0,0 0 2 0,0 1 2 0,-1-1-4 16,0 0 7-16,-2 0 1 0,1 0 6 0,-1-1 5 0,-1 0-1 0,0 0 3 16,-1 0 2-16,0 0 3 0,0 0 1 0,-3 0-4 0,1 0 1 0,-1 0-1 15,0 0 1-15,1 0 4 0,-2 0 5 0,1 0-3 0,-1-1 1 16,0-1-5-16,0 0 0 0,0 0-3 0,0-1-1 0,0 1 4 0,0 1 1 16,0-2 3-16,-1 1 1 0,0-1-6 0,1 1-1 0,0 0-3 0,1 0 2 15,-1 0-2-15,0 1-6 0,1 0-7 0,0 0 0 0,-1 0-4 16,1 0-1-16,0 1-1 0,0 1-8 0,1-1-4 0,0 0-4 15,-1 1 4-15,1 0-2 0,-2 1-6 0,2 0 1 0,-2 1-3 0,0 1-1 16,0-1 5-16,-1 2-8 0,1-2 0 0,1 2-14 0,-1-1-14 0,-1 0-29 16,0-1-45-16,-1 1-74 0,0-1-111 0,-1-1-153 0,-1 0-86 0,-2 0-140 15</inkml:trace>
  <inkml:trace contextRef="#ctx0" brushRef="#br0" timeOffset="209825.99">29125 13921 1686 0,'0'1'232'16,"-1"1"-152"-16,1 0-61 0,0-2-21 0,1-1 2 0,0 0 0 0,0 0 10 15,1-1 0-15,-1 1-9 0,0 0-12 0,0-1-18 0,0 1-24 16,0-2-14-16,0 1-13 0,1-1-3 0,0 0 11 0,1-1 12 0,0-1 18 16,0 0 21-16,0-1 9 0,0-1 13 0,1-2 3 0,0-1-4 0,0 0 6 15,0-1 4-15,0 1 2 0,1-1 5 0,-2-1 4 0,1 0 8 16,0 1 5-16,1-1 8 0,-2 3 1 0,1-1 1 0,-1 0 1 0,0 1-5 15,0 0-2-15,-1-1-6 0,-1 2-6 0,1 0 0 0,-1 0 2 0,0 0-3 16,0 0 8-16,-1 1 0 0,1 0-2 0,-1 2 4 0,0-1-3 16,0 3 3-16,-1 0 2 0,0-1-4 0,0 2 2 0,0 0-11 0,0 0-4 15,1 2-1-15,-1-2-6 0,0 2 7 0,0 1-2 0,0-1-2 0,1 2-1 16,-1 0-8-16,1-1-3 0,-1 2 6 0,0 1-1 0,1-1 3 16,-1 2 3-16,1 1-8 0,0 1 8 0,-1 0-1 0,1 2 0 0,0-1 2 15,0 1-3-15,0 1-5 0,0 0 5 0,1 1-2 0,-1 0 0 16,1 1 5-16,0 0-3 0,0-1-1 0,1 3-1 0,0-1-4 0,0 1 1 15,1 1-2-15,-1-2-3 0,1 3 2 0,-1-1-5 0,1 0 0 0,0 1 4 16,2-1-11-16,-1 0 7 0,-1 1 0 0,1-2-2 0,-1 2 12 16,2 0-8-16,0 0-2 0,0-1-3 0,1 0-1 0,-1 1 1 0,2-1 1 15,-1-1 7-15,0 0-5 0,0-1 0 0,-1-1-3 0,2-1 3 0,1 0 5 16,0 1 5-16,0-1 1 0,1-1-2 0,0 0 5 0,-1-2 3 16,0 1 6-16,0 0-5 0,0 0 2 0,0-1 1 0,0 0-6 15,-1 0 7-15,1-1-11 0,-2 1 0 0,0-1-3 0,0 1-1 0,-1-2 5 0,0 1 1 16,-1-1-2-16,-1 0 6 0,-1 1-12 0,-1-1 5 0,-1 0 1 15,0 1-5-15,-1-1 1 0,-2 0-7 0,-1 0 9 0,-2 0-7 0,-1 1 3 16,-1-1-2-16,0 0-1 0,-1 0 7 0,-1 0-4 0,-1 0 7 16,0 1-1-16,0 0-1 0,2-1 8 0,0-1-3 0,2-1 6 0,-1 0-1 15,3-1 3-15,2-1-4 0,1-2 1 0,2 0-8 16,2-3-10-16,2 0-9 0,0 0-5 0,2 0-3 0,1-2 6 0,2-1 9 0,2-1-1 16,1-1-6-16,2-1-1 0,1 1-9 0,1-3-8 0,-1 0-5 0,3 0-24 15,-1-2-20-15,-1 1-19 0,1-1-38 0,0-1-33 0,-1-1-73 0,-2-1-97 16,2-1-177-16,-2-2-77 0,0-1-101 0</inkml:trace>
  <inkml:trace contextRef="#ctx0" brushRef="#br0" timeOffset="-168825.22">5397 13596 274 0,'-14'-1'126'0,"-2"-1"1"0,-2 0-32 0,3 1-19 0,2 0-19 0,1 1-8 16,-1 0-2-16,0-1-8 0,1 0-6 0,0 1-6 0,-1 1-6 0,-1-1-7 16,1 0 1-16,0 1-2 0,-1-1-7 0,0 0-2 0,-1 1 0 15,1-1-3-15,0-1 3 0,-1 1 1 0,1 0-2 0,-1 0 0 0,1 0 0 16,-2-1-1-16,0 1 3 0,0-1-4 0,-3 0 1 0,1 1-1 15,-2 0 0-15,1 0 3 0,-2 1 1 0,0 0-3 0,0-1 0 0,-3 2-1 16,0 0-4-16,-1 0 5 0,-2 1 1 0,3 0-1 0,-3 0 3 0,1 2-4 16,-2 0 1-16,0 0 1 0,-1 2-2 0,0-1 3 0,-2-1 3 15,0 2 2-15,0-2 6 0,1 1 0 0,0-1 0 0,0 0 3 0,0 0-2 16,1-1 1-16,-2 1-1 0,3 0-2 0,-2 0-6 0,0 1 6 0,2-1-4 16,-2 1 1-16,2-1 6 0,0 2 1 0,2 0 2 0,-1 0 3 15,2 1-7-15,0 0-3 0,-1 1-5 0,1 1-2 0,-1 0 3 0,0 1 1 16,0 1-1-16,2 0-3 0,0 1 0 0,0-1-3 0,2 2 1 0,-1 1 0 15,0 0 2-15,1-1 0 0,0 1-6 0,3 1-2 16,-2 0 1-16,1 0-1 0,1 2 4 0,1 1 5 0,0-1-7 0,0-1 4 0,1 2-2 16,2-1-2-16,0 0 2 0,2 0-2 0,2 0 1 0,0 0 0 15,0 1 4-15,0 2-3 0,2-1-2 0,0 0 1 0,2 2-3 0,2-2 2 16,2 0 0-16,0 1 4 0,2-2-2 0,1 0-6 0,0 0 3 0,3-2-2 16,0-1 1-16,2 0 5 0,1 0-4 0,2-1-4 0,3-1 4 15,2-1-3-15,1 1 3 0,1-1 0 0,1 0-5 0,2 0 4 0,2 0 0 16,0 0-2-16,2-1 3 0,1-1-5 0,1 3 5 0,1 1 5 15,2 1 0-15,1-1-2 0,1 2 0 0,2-1-3 0,-1 0-2 0,3-1 3 16,2 2-3-16,3-2 0 0,-1 0 2 0,1-1-1 0,1 1 2 0,-1 0 0 16,3 2-1-16,2-3-1 0,2 1 6 0,0-1 1 0,1 0 1 15,3-2-1-15,-1 0-8 0,2-1 2 0,2-1 1 0,1-1 0 0,2 0-1 16,0-2-5-16,-1-1 3 0,2-1 2 0,2 0 7 0,0 0 0 0,2-1-3 16,-1 1 0-16,2 0-5 0,2 0 2 0,0 0 1 0,1 0-5 15,0 1 1-15,0-1 0 0,1 0 2 0,-1 1 4 0,1-1-2 0,1 0 1 16,1 0-3-16,1-1-3 0,-1 1 6 0,0-1-6 0,0-1 0 15,1-1 9-15,0-1-4 0,-1-1 2 0,0 0 3 0,1-1-9 0,1-2 5 16,-1 0 1-16,0-1 0 0,-1-1-3 0,-2 0-2 0,0-1 5 0,0-1 3 16,0 0 1-16,-2 0 0 0,0-1-2 0,0-1-4 0,-3 1 3 0,1-2-2 15,-4 1-1-15,0 0 2 0,-2 0 2 0,-1-1 2 0,-1-1 3 16,-1-2 3-16,-1-1-3 0,-2 0 0 0,1-1-5 0,-3-1-3 0,-1 0 5 16,-2 1 1-16,-2-2 1 0,-2 1-3 0,-1-1-2 0,-1 0 1 15,-2-1 4-15,-1-2-2 0,-3 0 1 0,-1-2-4 0,-3-2-1 0,0 0 2 16,-2-1 2-16,-1-1 3 0,-2-2 0 0,-2-1 2 0,-1-3 0 15,-2 1-1-15,-3-1 2 0,0 0-4 0,-2-2 1 0,-2 2-1 0,-2-3-1 16,0 1 7-16,-3 0-1 0,-2 2-1 0,-2 1 9 0,-2 1-1 0,-1 1 3 16,-3 1 3-16,-2-2 0 0,-2 1-9 0,-2 2 6 0,-1 1 1 15,-1-1-9-15,-2 2 11 0,-2-2-7 0,1 1-6 0,-4 2 3 0,-1 0-8 16,-1 1-4-16,-4 1 4 0,0 0-5 0,-3 2 2 0,-1-1-2 0,0 1-1 16,-4 0-3-16,0-1-1 0,-2 1 3 0,-4 2-2 0,1 1 5 15,-2 0-2-15,-2 1 2 0,-2 2-3 0,-2 0 1 0,-2 0 0 0,-2 1-2 16,1 1 5-16,-3-1 1 0,-2 2-4 0,0 1 3 0,-1 1 1 0,-2 2 2 15,-1 0 4-15,-2 3 5 0,-2 0-4 0,-1 2-3 0,-2 0 5 16,0 1 3-16,-1 1-4 0,0 1 0 0,-2 0-3 0,1 2-9 0,-1 1 5 16,-1-1 4-16,0 1-3 0,0 2 1 0,0 0-2 0,1 1-11 0,-2 2 1 15,1 1-2-15,1 1-5 0,1 0 1 0,1 1 1 0,1 0-5 16,1 1 3-16,-1 0-11 0,2 1-7 0,1 3-17 0,1 0-20 0,1 3-27 16,2 0-66-16,0 2-75 0,3-1-108 0,-1 2-115 0,0 0-189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1T12:08:48.4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2881 5526 831 0,'-10'-6'31'0,"1"0"-12"16,-1-2-6-16,4 3 1 0,3 0 1 0,-1-1 0 0,1 1-5 0,0 0-2 15,0-1-6-15,0 1 0 0,1 1 0 0,-1 0-3 0,1 0 2 16,0 0-4-16,0 1 0 0,1 0 2 0,-1-1 0 0,-1 0 4 0,0-2-2 16,1 1 1-16,-1-2 0 0,1-1-2 0,-1-1 2 0,1 0-4 15,0-2 2-15,2-2 0 0,1 1-2 0,0-2 4 0,2 0-3 0,0 0 1 16,1-2 3-16,0 0 0 0,2 1 1 0,0-2 3 0,2-2-2 0,0 0 2 15,3-2 6-15,3-2 1 0,2 1 3 0,2-2 6 0,1-1 5 16,5 1 2-16,1-2 2 0,5-1-2 0,3-1-6 0,2 3-1 0,3-1-4 16,2 2-2-16,0 2 1 0,2 1-7 0,1 1 0 0,2 2-2 15,1 1 0-15,0 1 1 0,-1 3-4 0,2-1-2 0,-3 3-4 0,2 2 0 16,0 3 6-16,1 2-2 0,-2 1 2 0,0 2-3 0,0 3-5 0,-2 2 2 16,0 2-2-16,-1 3 1 0,2 2-2 0,-3 1-1 0,0 1 1 15,-2 1 0-15,-1 2 2 0,-1 2 0 0,2 0 5 0,1 2 1 0,-1 0-2 16,-1-1 5-16,0 2-2 0,1 0-1 0,-1 0 4 0,0 1-3 0,-1 0 3 15,-1 0-8-15,1 2 5 0,-2-1-2 0,-1 2-4 0,-2 1 8 16,-1 1-8-16,-1 1 3 0,-3 1 2 0,0 3-3 0,-3-1 7 0,-2 4-2 16,-1 3 6-16,-2 0-8 0,-3 3 1 0,0-2 1 0,-2 0 2 15,-1 1 14-15,-3 1 0 0,0 0-4 0,-1 0-2 0,0-2 5 0,-2 0-8 16,-2 1 8-16,-2-2 4 0,-2 1-10 0,-3 0 3 0,-4 0-2 0,-1 2-4 16,-3 0 2-16,-3-3-2 0,-2 0-3 0,-4-3 7 0,-3 1-2 15,-2-2 3-15,-2-2-1 0,-4 0-10 0,-1-5-7 0,-2 0 2 0,-3-2 2 16,0-5 3-16,-4 1 5 0,-1-4 1 0,-1-3 2 0,-1-2 4 0,-1-3 2 15,-1-1-4-15,0-2 4 0,-2-2-3 0,-3-2 0 0,1-2-2 16,-1-1-1-16,-2-2-4 0,2-2 2 0,-3-2 2 0,-1-1 0 0,2-4 3 16,-1 0-1-16,2-4-5 0,2-2 1 0,-1-4-7 0,1 0 4 15,2-4-3-15,1-2-4 0,2-1-2 0,1-4-2 0,4-1-2 0,3-2 0 16,0-1-6-16,2-1-4 0,0 1-8 0,4-2-11 0,2 1-10 0,3 3-13 16,2 2-8-16,1 4-17 0,3 1-35 0,0 2-58 0,-1 1-101 15,2-1-477-15</inkml:trace>
  <inkml:trace contextRef="#ctx0" brushRef="#br0" timeOffset="30401.38">11067 7289 534 0,'-11'-8'0'0,"2"2"38"0,0-2 1 0,5 5-6 0,4 1-19 0,1 0-9 16,2 1-1-16,1 1-2 0,2-1 2 0,2 1 2 0,1 2-3 0,2 0 5 16,2 2-2-16,1 1 5 0,1 3 1 0,0 0-1 0,2 1-1 0,1 1-2 15,0 1 0-15,0 0 0 0,2 1-2 0,1 1-4 0,0 0 1 16,3 1-4-16,-1 0 2 0,2 0-1 0,2 0-1 0,-1 0 2 0,2-1-1 15,-1 0 0-15,3-1-1 0,2-3 2 0,2 0-1 0,-1 0 0 0,3-2 2 16,-1 0-1-16,3-2 5 0,3 0 4 0,1-1 7 0,2-1 7 16,2-1 6-16,0 0-1 0,1-1-3 0,0-1-2 0,0 0 2 0,1-1-1 15,0 0 0-15,-1-1 2 0,1-1-5 0,-1 0 3 0,-1 1 0 16,0-1 1-16,0 1 4 0,3 1-1 0,-2 0-4 0,1 1 1 0,2 0-5 16,0 2-7-16,2 1 2 0,2 1-8 0,0 1-4 0,1-1 2 0,1 1-4 15,1 0 2-15,0 1 2 16,1 0-6-16,0 1 3 0,2 0-2 0,0 2-3 0,1-1 0 0,1 0-5 0,-1-1 0 0,1 1 1 0,0 1 6 15,0 0 1-15,0 0 7 0,-2-1 3 0,-2 0-3 0,-3 0 2 0,-2 0-9 16,0 1-1-16,-1 0 1 0,-2 0 4 16,0 0-1-16,-2-1 6 0,-2 1 9 0,0-1 14 0,-2 1 15 0,-2 0 4 0,1 1 3 0,-2 0-4 15,0-1-11-15,0-1-5 0,-1 2-7 0,0-1-7 0,3 2-1 16,-1 0-5-16,1 1-5 0,-1-2-2 0,2 2 2 0,-1-1-4 0,2 1-3 16,1-1 2-16,-2 0-1 0,2 0-4 0,2 0 6 0,1 0-1 0,1-1-1 15,0 0 4-15,0-2-1 16,-1 1 2-16,0 0 3 0,0 0 3 0,-1 0 9 0,0 0 6 0,1-1 8 0,1 0-1 0,-1-2 3 0,-1 1-7 15,-2 0-1-15,-1-2-3 0,1 1-2 0,0-2 4 0,1 1-3 0,0-2 5 16,1-1-1-16,-2-1-4 0,1-2 1 0,1 0-4 0,0-1-4 16,0-2 1-16,0 0 2 0,-1-1 8 0,-1-1-7 0,2 0-2 0,-2-1-2 15,0 0-12-15,-1 1 6 0,2-1-4 0,-2 2-6 0,1-1 3 0,1 0-8 16,1 2-5-16,2-1 3 0,0 0-1 0,-2 0 3 0,0 1-5 16,-1 0-1-16,2 1-5 0,-1 0-15 0,0 2-15 0,-1 1-21 0,-1-1-27 15,0 1-33-15,-1 1-39 0,1-1-51 0,0 2-48 0,-1 1-38 0,0 0-33 16,1 1 7-16,3 0 18 0,3-1-2 0</inkml:trace>
  <inkml:trace contextRef="#ctx0" brushRef="#br0" timeOffset="49339.42">5239 9006 107 0,'15'-14'34'0,"1"-2"-12"0,4-3-4 0,-2 4-6 0,-2 1-1 16,-2 1 0-16,2-1-3 0,-1 1 1 0,1 1-1 0,-1 2 0 0,1 1 2 15,0 0 1-15,0 1 2 0,-2-1-1 0,2 1 1 0,0 0-2 16,1 0 1-16,-1-1 3 0,2 0 1 0,1 0 2 0,0 0 0 0,1 0 1 16,2 2 1-16,-1-1 4 0,2 0 1 0,2 1 0 0,-1 0-3 15,1 2-6-15,-3 0-3 0,0 1-4 0,1 2-3 0,-1 0 0 0,2 0-2 16,-1 1 2-16,0 0 0 0,0-1 3 0,-2-1 1 0,2-1 2 0,1 1 4 16,-1-1 3-16,2 0 1 0,1 0 1 0,-1 0-1 0,0 0-2 15,0 1 1-15,2 0 0 0,-1 0 1 0,1 0-1 0,1 0 0 16,0 1-3-16,2-1-3 0,-1 0-1 0,2 1-2 0,0-1-1 0,1 0-3 15,3 2 0-15,-1-1-1 0,2 1-1 0,-2 0-2 0,-1 1-1 0,0 1 1 16,0-1 1-16,1 2 1 0,0 0 0 0,0 0 0 0,-1 2-2 16,1 0 0-16,0-1 4 0,2 1 0 0,-1-1 3 0,1 1 2 0,0-1 6 0,0 1 1 15,2 0 5-15,0 0-1 0,0 1-4 0,-1 2 4 0,0 0 0 16,1 1 2-16,0 1 0 0,0 0-1 0,3 1-2 0,-1 0-2 16,0-1-1-16,2 0-5 0,0-1 2 0,-1 0-4 0,2-1 0 0,0 0 0 0,1-1-3 15,2-1-3-15,-2 0-2 0,-1-1-1 0,0-1-2 0,1-1 5 16,0 0-3-16,1-2 4 0,0 1 0 0,0-2-4 0,-2-1 3 0,0 1-4 15,1-1-1-15,-2-1 3 0,2 1 3 0,0-1-3 0,1-1 1 16,-1 1-2-16,-1-1 2 0,2 0-2 0,-2 0 1 0,2-1 3 0,-1 1-3 16,0 0-2-16,-1 0 2 0,-1 1-7 0,0 1-8 0,-2 0-18 0,1 1-41 15,1 1-43-15,0 0-44 0,1-1-43 0,0 0-29 0,3-1-140 16</inkml:trace>
  <inkml:trace contextRef="#ctx0" brushRef="#br0" timeOffset="53798.41">11959 9607 904 0,'-1'-13'41'0,"1"-1"10"16,3-2-12-16,5 3-6 0,3 2-17 0,4 0-16 0,6-2-8 0,3 0 3 15,2 1-5-15,3 1 13 0,0 0-2 0,4 1 0 0,0 2 2 16,2 0-7-16,-1 2 2 0,-3 2 0 0,2 0-1 0,0 1 3 0,1 1 0 16,0 0 0-16,2 0 0 0,-1 0 3 0,2-1 1 0,0 1-2 15,1-1 2-15,2 0-3 0,0 0-2 0,1 0 3 0,2 0 0 0,-1 0 3 16,2 1 2-16,-1 0 1 0,1 0-1 0,-2 0 0 0,0-1-2 0,1 0-3 16,-2 0 4-16,-2 1-2 0,-1-2 4 0,-2 2-1 0,1-2-2 15,-3 0-2-15,0-1 2 0,0 0-1 0,-4 0-2 0,2 1 1 31,-1 0-2-31,-1 0-5 0,-1 1 0 0,-1 0-12 0,-3 0-29 0,3 1-58 0,-1 0-54 0,-1 2-42 0,2 0-9 0,-2 0-138 16</inkml:trace>
  <inkml:trace contextRef="#ctx0" brushRef="#br0" timeOffset="54263.41">15132 9579 779 0,'-4'-1'76'16,"1"0"-4"-16,1 0-15 0,3 3-25 0,2 1-17 0,3 1-7 0,3 0-1 15,3 1 0-15,4 0 3 0,4-2 1 0,3 0 0 0,1-2 0 0,2 0 0 16,-1-1 1-16,4-2-2 0,0 1 2 0,2-1-3 0,-1-1 1 15,-1 0 4-15,-2 0-1 0,1-1 5 0,0 0 7 0,-2 0 5 0,1 0 8 16,-1-1 8-16,1-1 1 0,-2 0 3 0,1 1 0 0,0-2-1 16,-2 0 1-16,3 0-5 0,-1 0 0 0,2 0-14 0,-3 0-6 0,2-1-1 15,-2 0-8-15,-1 0 2 0,2 0 0 0,-1 0-2 0,2 0-6 0,-2 1 2 16,0 0-8-16,-1 0-2 0,-3 0 4 0,1 0-6 0,0-1 0 16,1 0-6-16,0 1-8 0,0 0-14 0,2 1-40 0,-1 0-79 0,0 1-98 15,0 0-72-15,0 2-33 0,2 0-124 0</inkml:trace>
  <inkml:trace contextRef="#ctx0" brushRef="#br0" timeOffset="54689.32">16965 9284 1417 0,'-10'-10'-2'0,"0"2"54"0,-1 0-40 0,5 5-44 15,4 4-18-15,2 2-8 0,4 2 7 0,3 3 14 0,1 2 8 0,4 2-5 16,2 1 0-16,1 0-1 0,2 1 2 0,2-1 7 0,1 0 8 0,0-1 9 16,3 0 4-16,0 0 4 0,2-2 2 0,1 0 4 0,1-3 5 15,3 1 2-15,2-3 8 0,1 0 4 0,0-1 8 0,0 0 9 16,-2-2 3-16,2-1 3 0,-1 0 2 0,-1-1-6 0,1 0 0 0,-1 1-2 16,0-1-5-16,-1 0 7 0,0 0-5 0,-3 1 0 0,0 0-2 0,-1-1-4 15,-3 0-4-15,1 0-4 0,-2 0 1 0,-2 0 0 0,-1-1-4 0,-1 1 3 16,-2-1-3-16,0 0-5 0,-2 1 3 0,0-2-9 0,-3 2 2 15,0-2-8-15,-2 1-4 0,-2 1 0 0,-2-1-12 0,0 1-10 0,-1-1-37 16,-1 0-62-16,1 0-75 0,0 0-73 0,-1-1-36 0,3 0 9 0,1-1 41 16,3 0-50-16</inkml:trace>
  <inkml:trace contextRef="#ctx0" brushRef="#br0" timeOffset="54961.32">19262 9448 1563 0,'2'-12'90'16,"2"2"62"-16,2-3-37 0,3 5-53 0,4 3-39 0,3 1-16 0,6 0-11 15,7 2 1-15,5 1 3 0,3-1 0 0,3 0 2 0,-1 0-2 0,0 2-3 16,0-1 6-16,-1 0 2 0,0-1 0 0,-4 0-4 0,1 1 0 15,-1-2 1-15,-3 2 2 0,1-1-1 0,-4-1 0 0,0 1-2 0,0 0-1 16,-1 0 0-16,0 1-6 0,-3-1-2 0,1 1-13 0,-2-1-15 0,1 2-27 16,-1-1-54-16,-1 0-63 0,1 1-81 0,-1 0-78 0,1 2 4 15,-1 2 74-15,-1 4-84 0</inkml:trace>
  <inkml:trace contextRef="#ctx0" brushRef="#br0" timeOffset="55374.69">21713 9016 746 0,'-2'-12'259'0,"0"1"-209"0,0-1 10 0,0 6-13 16,2 3-24-16,0 2-34 0,2 2-20 0,0 0-12 0,2 3 0 15,3 1 8-15,3 1 9 0,1 3 9 0,4 0 8 0,3 1 6 0,0 0-1 16,2 0 2-16,3 0-1 0,0-1 4 0,0-1 7 0,1-1 4 0,-1 2 7 16,3-2 8-16,0 1-2 0,0-1-1 0,1 0-3 0,2-1-7 15,1 1-4-15,0-1-3 0,2 0-6 0,-1 0-2 0,0 0 3 0,2-1-2 16,2 1 0-16,-2 0-2 0,1-1-10 0,-1 1-17 0,-1 0-34 0,1-1-66 16,-1 1-60-16,2 1-22 0,-1 1 21 0,4 1-76 0</inkml:trace>
  <inkml:trace contextRef="#ctx0" brushRef="#br0" timeOffset="56680.38">23476 9319 653 0,'-7'0'69'0,"-1"-1"-46"0,-1 1-21 0,4 0-8 0,1 1-10 0,1 0-9 15,0 0-4-15,2 0-2 0,-1 1 2 0,1 0 2 0,0 1-1 0,0-1 0 16,1 1 1-16,0 1 3 0,1-1 6 0,0 1 7 0,1 0 8 16,0-1 4-16,1 1 6 0,0 0 3 0,1 0 1 0,0 0 8 0,2 0 4 15,1-1 8-15,0 1 7 0,2 0 2 0,1 0 3 0,2 1 3 16,1 0 5-16,1-1 2 0,2 1 5 0,0 0 0 0,0 0 4 0,2 0 2 15,1 0 0-15,1 0-1 0,3-2-4 0,3 1-4 0,0-1 0 16,3 0 0-16,0-1-5 0,2-1-2 0,-2 0-9 0,2 0-5 0,0-1 4 16,-1 1 1-16,-1-2 7 0,2 0 4 0,-4 1-3 0,1-1 4 0,-2 0-1 15,-2 1-5-15,1-1 1 0,-2 1-8 0,0 0-1 0,-2-1-1 0,-2 2-5 16,-1-1 0-16,-2 1-2 0,-2 1-6 0,0 0-1 0,-2 1 1 16,-1-1-8-16,-1 0-2 0,0 0-5 0,-2 0-1 0,0 0-1 0,0 0-6 15,-1 0 6-15,-1 1-12 0,0 0 3 0,-2-1-3 0,0 1-6 0,-1-1 6 16,1 0-12-16,-1-1 6 0,-1 1-11 0,-1-1-1 0,2 0-7 15,-1-1-17-15,1 1-7 0,-1-1-41 0,0 1-51 0,0-1-68 0,-1 0-78 16,0 1-50-16,-1-1-9 0,1-1-139 0</inkml:trace>
  <inkml:trace contextRef="#ctx0" brushRef="#br0" timeOffset="57325.87">26353 9264 1474 0,'-3'-2'279'0,"0"1"-244"0,1 0-21 0,2 1-27 0,-1 0-3 16,3 0-5-16,-1 1 0 0,1 0-2 0,1 1 0 0,1 0-9 15,0 0-16-15,1 1-17 0,1 1-30 0,-1 0-21 0,3 0-6 16,0 0 12-16,1 0 29 0,-1 0 27 0,1-1 26 0,1 0 15 0,-1 0 8 16,2 0 5-16,2-1-1 0,1 0 2 0,2 0 3 0,1 0 6 0,4 1 10 15,2 0 13-15,2-1 19 0,2 1 16 0,2-1 17 0,4 1 8 16,0 0 4-16,3 0-4 0,-1-1-5 0,1 1-6 0,0 0-5 0,0-1-2 16,2 0-2-16,-2 0 0 0,1 0-2 0,1 0 1 0,-3 1 2 0,1 0-2 15,-1 0 4-15,-3-1-2 0,0 1-9 0,-2-1-6 0,-2 0-9 16,0 0-10-16,-2 0 1 0,0 0-12 0,-3 1-5 0,0-1-4 0,-2 0-7 15,-2 0-3-15,0-1-4 0,-1 0-3 0,0 0-6 0,-1-1-2 0,-1 0-11 16,0-1-7-16,-5-1-19 0,3-1-25 0,-2-1-43 0,-2-1-58 16,0 0-77-16,-2-3-114 0,-2-2-79 0,0-3-55 0,-4-6-119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BF2B6-B943-DAAE-63C6-5CEE0B7E7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DC3FE-F386-04D8-D6BF-BBE75B66A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D472A-AE52-DB7E-FD11-ECAB90A5F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A57F-D752-4E9C-99FD-DF55BF03768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C41FA-6239-DC42-D2F4-DF2194B25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CD93A-CED1-2698-8CA8-D82AB47E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648D-068B-49D6-B67D-4B039AB2A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0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1BA2-8C78-3D12-4E9C-34D6D1D8C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9176B-435B-9485-42D9-4B494735F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275D3-5B0F-5405-51CF-90850C8DF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A57F-D752-4E9C-99FD-DF55BF03768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FDA00-D504-F03D-C853-52FB401A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9D538-FCFA-E99B-84B8-541C127B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648D-068B-49D6-B67D-4B039AB2A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7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F395-7620-3EB0-C215-6D533F71A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799B1-736B-7E3F-DD23-F6619F1D0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AC109-6D65-5C90-BCBE-309DEEFC3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A57F-D752-4E9C-99FD-DF55BF03768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31C1B-D234-5EA5-C4C9-4041B3CCF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90569-461E-F1AE-854A-53E1518A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648D-068B-49D6-B67D-4B039AB2A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5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96193-6A1C-DC39-980E-4AB7322D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E8600-920B-8981-43C6-2A9464624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E489D-4207-B863-73D0-CA6FDA3D9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2B127-92A3-0C4D-FBDD-3F39D613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A57F-D752-4E9C-99FD-DF55BF03768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7689D-52DE-C3A3-CD66-CAC10B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022DE-6C1F-8832-C212-F9108C73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648D-068B-49D6-B67D-4B039AB2A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6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4D660-F225-E529-E4C3-EE881C4E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1325D-BD2F-260D-AC5E-14EC62B42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E1D0B-3555-871C-7A30-857E88B76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1BDF8-7055-8701-7192-12AEF35F2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280206-3F02-6451-DB1E-58A2AD068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AD1B21-A8F8-4729-2077-EAB085C6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A57F-D752-4E9C-99FD-DF55BF03768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B7A72A-626B-E823-C003-49730B2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91106-03BD-6013-3CBC-7619349D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648D-068B-49D6-B67D-4B039AB2A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4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2E57-E97F-7825-4A84-1A4DA4587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C0951-BEE2-5B3E-EC63-33452F121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A57F-D752-4E9C-99FD-DF55BF03768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B6BAE-91D6-FEB4-D0AE-F41546F96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F30A4B-6A94-1106-0A5A-9EEAF8BC3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648D-068B-49D6-B67D-4B039AB2A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95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FDCA0D-06BC-8C3D-7970-5C22E29F7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A57F-D752-4E9C-99FD-DF55BF03768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E174D-5894-344E-4D4E-C79B928C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CFB00-68B7-81A4-2F77-77F5282E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648D-068B-49D6-B67D-4B039AB2A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10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D0D2B-5378-3C25-DFD5-09A86109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313F0-FDF1-6A45-B00B-D0E29D35B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85B9B-0238-6FD9-3D2F-6C3AD933B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B3B20-B564-E45E-C9BC-9D4AA767E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A57F-D752-4E9C-99FD-DF55BF03768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24A8E-418F-A318-6EA2-B3EA89AA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06D27-2797-A687-CCBA-64FE36EC5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648D-068B-49D6-B67D-4B039AB2A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0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20AAE-D5DC-58A8-A0CA-2BD29BF8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F84F1-A150-3527-03A1-6294A233F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D3167-9587-BA9D-5D7C-1FEF79090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DDD68-4429-E990-56B1-3C76D37C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A57F-D752-4E9C-99FD-DF55BF03768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39647-AD18-C606-0459-DF4224B2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8399E-C3CE-42DD-8BC5-B1B7F4625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648D-068B-49D6-B67D-4B039AB2A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11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1BDF-41CE-1DD1-528D-6773EE0B5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0A24E-5424-89A7-B7AF-B35E01B58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16746-6D98-AEB7-4E8F-6EAF5D77A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A57F-D752-4E9C-99FD-DF55BF03768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04224-65DF-89CE-E1FD-CA526190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024CF-FE81-DA66-7AF1-DEDA07287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648D-068B-49D6-B67D-4B039AB2A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62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83F33D-8491-E0D3-1FCE-5A4176EDB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35D2D-A78A-5233-2D03-44EAE51C6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FD31D-27B2-9328-2775-90A0DF559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A57F-D752-4E9C-99FD-DF55BF03768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C1707-63EE-C3D4-F02F-68922F0AF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01AE4-C115-0073-2586-D6C8D502B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648D-068B-49D6-B67D-4B039AB2A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05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40866D-79A1-D73F-A061-F42849DCA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BFC89-0CB4-2398-EF79-CE5C97CAD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C3703-8043-BEFC-506D-30715E85B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BA57F-D752-4E9C-99FD-DF55BF03768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C6E4E-8F8E-5C9E-F009-2E300E60F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41C7F-F9EB-FDD5-0510-D1277107C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1648D-068B-49D6-B67D-4B039AB2A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7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A648-D830-3D12-2E82-1D1129E46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1-dars(2-oy)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8DADF8-0E9B-544F-0045-43677F683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84450"/>
            <a:ext cx="9144000" cy="773349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47221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298C-8455-10A7-A130-F1858356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B111D-94C6-EDF4-EF03-6E0E250F4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1-oy </a:t>
            </a:r>
            <a:r>
              <a:rPr lang="en-US" dirty="0" err="1"/>
              <a:t>taxlili</a:t>
            </a:r>
            <a:endParaRPr lang="en-US" dirty="0"/>
          </a:p>
          <a:p>
            <a:r>
              <a:rPr lang="en-US" dirty="0"/>
              <a:t>2-oy plan</a:t>
            </a:r>
          </a:p>
          <a:p>
            <a:r>
              <a:rPr lang="en-US" dirty="0" err="1"/>
              <a:t>Talablar</a:t>
            </a:r>
            <a:endParaRPr lang="en-US" dirty="0"/>
          </a:p>
          <a:p>
            <a:r>
              <a:rPr lang="en-US" dirty="0"/>
              <a:t>Multi-class classification</a:t>
            </a:r>
          </a:p>
          <a:p>
            <a:pPr lvl="1"/>
            <a:r>
              <a:rPr lang="en-US" dirty="0" err="1"/>
              <a:t>OvR</a:t>
            </a:r>
            <a:endParaRPr lang="en-US" dirty="0"/>
          </a:p>
          <a:p>
            <a:pPr lvl="1"/>
            <a:r>
              <a:rPr lang="en-US" dirty="0" err="1"/>
              <a:t>OvO</a:t>
            </a:r>
            <a:endParaRPr lang="en-US" dirty="0"/>
          </a:p>
          <a:p>
            <a:r>
              <a:rPr lang="en-US" dirty="0"/>
              <a:t>Max-iterations(</a:t>
            </a:r>
            <a:r>
              <a:rPr lang="en-US" dirty="0" err="1"/>
              <a:t>parametr</a:t>
            </a:r>
            <a:r>
              <a:rPr lang="en-US" dirty="0"/>
              <a:t>)</a:t>
            </a:r>
          </a:p>
          <a:p>
            <a:r>
              <a:rPr lang="en-US" dirty="0"/>
              <a:t>Multi-class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/>
              <a:t>Project 5</a:t>
            </a:r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51B1A67-4AF4-6786-A08F-1CB7D61ACF9F}"/>
                  </a:ext>
                </a:extLst>
              </p14:cNvPr>
              <p14:cNvContentPartPr/>
              <p14:nvPr/>
            </p14:nvContentPartPr>
            <p14:xfrm>
              <a:off x="538200" y="1583640"/>
              <a:ext cx="4292280" cy="4556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51B1A67-4AF4-6786-A08F-1CB7D61ACF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8840" y="1574280"/>
                <a:ext cx="4311000" cy="45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74E67A8-FB88-80F7-977E-0670C2E57710}"/>
                  </a:ext>
                </a:extLst>
              </p14:cNvPr>
              <p14:cNvContentPartPr/>
              <p14:nvPr/>
            </p14:nvContentPartPr>
            <p14:xfrm>
              <a:off x="2462400" y="1293120"/>
              <a:ext cx="2805480" cy="4445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74E67A8-FB88-80F7-977E-0670C2E577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53040" y="1283760"/>
                <a:ext cx="2824200" cy="446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2513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1-oy </a:t>
            </a:r>
            <a:r>
              <a:rPr lang="en-US" b="1" dirty="0" err="1"/>
              <a:t>taxlili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65CB-D3CD-36FE-7E04-C916BE38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1-oy </a:t>
            </a:r>
            <a:r>
              <a:rPr lang="en-US" dirty="0" err="1"/>
              <a:t>taxlili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304EB-4BE3-A0B4-D298-C0AD8871F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Projectlar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Ulgurmaslik</a:t>
            </a:r>
            <a:endParaRPr lang="en-US" dirty="0"/>
          </a:p>
          <a:p>
            <a:pPr lvl="1"/>
            <a:r>
              <a:rPr lang="en-US" dirty="0" err="1"/>
              <a:t>Yangilik</a:t>
            </a:r>
            <a:r>
              <a:rPr lang="en-US" dirty="0"/>
              <a:t> </a:t>
            </a:r>
            <a:r>
              <a:rPr lang="en-US" dirty="0" err="1"/>
              <a:t>intilish</a:t>
            </a:r>
            <a:r>
              <a:rPr lang="en-US" dirty="0"/>
              <a:t> </a:t>
            </a:r>
            <a:r>
              <a:rPr lang="en-US" dirty="0" err="1"/>
              <a:t>kamligi</a:t>
            </a:r>
            <a:endParaRPr lang="en-US" dirty="0"/>
          </a:p>
          <a:p>
            <a:pPr lvl="1"/>
            <a:r>
              <a:rPr lang="en-US" dirty="0"/>
              <a:t>Rang </a:t>
            </a:r>
            <a:r>
              <a:rPr lang="en-US" dirty="0" err="1"/>
              <a:t>baranglikning</a:t>
            </a:r>
            <a:r>
              <a:rPr lang="en-US" dirty="0"/>
              <a:t> </a:t>
            </a:r>
            <a:r>
              <a:rPr lang="en-US" dirty="0" err="1"/>
              <a:t>kamligi</a:t>
            </a:r>
            <a:endParaRPr lang="en-US" dirty="0"/>
          </a:p>
          <a:p>
            <a:r>
              <a:rPr lang="en-US" dirty="0"/>
              <a:t>Final:</a:t>
            </a:r>
          </a:p>
          <a:p>
            <a:pPr lvl="1"/>
            <a:r>
              <a:rPr lang="en-US" dirty="0"/>
              <a:t>Project </a:t>
            </a:r>
            <a:r>
              <a:rPr lang="en-US" dirty="0" err="1"/>
              <a:t>kam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xilda</a:t>
            </a:r>
            <a:r>
              <a:rPr lang="en-US" dirty="0"/>
              <a:t> </a:t>
            </a:r>
            <a:r>
              <a:rPr lang="en-US" dirty="0" err="1"/>
              <a:t>qilganlik</a:t>
            </a:r>
            <a:endParaRPr lang="en-US" dirty="0"/>
          </a:p>
          <a:p>
            <a:pPr lvl="1"/>
            <a:r>
              <a:rPr lang="en-US" dirty="0"/>
              <a:t>Problem solving</a:t>
            </a:r>
          </a:p>
          <a:p>
            <a:pPr lvl="1"/>
            <a:r>
              <a:rPr lang="en-US" dirty="0" err="1"/>
              <a:t>Shoshqoloqlik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B58FA5-8769-B0B5-6B9D-59E434456695}"/>
                  </a:ext>
                </a:extLst>
              </p14:cNvPr>
              <p14:cNvContentPartPr/>
              <p14:nvPr/>
            </p14:nvContentPartPr>
            <p14:xfrm>
              <a:off x="2366280" y="1834200"/>
              <a:ext cx="3325320" cy="3178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2B58FA5-8769-B0B5-6B9D-59E4344566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6920" y="1824840"/>
                <a:ext cx="3344040" cy="319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047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9865F-E6A8-D564-B385-0EB6197B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9B6C-D11B-D685-42E8-B6634D7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2-oy plan</a:t>
            </a:r>
          </a:p>
        </p:txBody>
      </p:sp>
    </p:spTree>
    <p:extLst>
      <p:ext uri="{BB962C8B-B14F-4D97-AF65-F5344CB8AC3E}">
        <p14:creationId xmlns:p14="http://schemas.microsoft.com/office/powerpoint/2010/main" val="257707381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96A16-FF7E-92FB-FEE1-61295B679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2-oy plan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4098D-A459-2DE9-05BF-BB6B40953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ta Project(data extraction </a:t>
            </a:r>
            <a:r>
              <a:rPr lang="en-US" dirty="0" err="1"/>
              <a:t>orqali</a:t>
            </a:r>
            <a:r>
              <a:rPr lang="en-US" dirty="0"/>
              <a:t>+ Deployment)</a:t>
            </a:r>
          </a:p>
          <a:p>
            <a:r>
              <a:rPr lang="en-US" dirty="0" err="1"/>
              <a:t>Modelni</a:t>
            </a:r>
            <a:r>
              <a:rPr lang="en-US" dirty="0"/>
              <a:t> </a:t>
            </a:r>
            <a:r>
              <a:rPr lang="en-US" dirty="0" err="1"/>
              <a:t>rivojlantirish</a:t>
            </a:r>
            <a:endParaRPr lang="en-US" dirty="0"/>
          </a:p>
          <a:p>
            <a:r>
              <a:rPr lang="en-US" dirty="0"/>
              <a:t>Modular </a:t>
            </a:r>
            <a:r>
              <a:rPr lang="en-US" dirty="0" err="1"/>
              <a:t>Programmingni</a:t>
            </a:r>
            <a:r>
              <a:rPr lang="en-US" dirty="0"/>
              <a:t> </a:t>
            </a:r>
            <a:r>
              <a:rPr lang="en-US" dirty="0" err="1"/>
              <a:t>rivojlantirish</a:t>
            </a:r>
            <a:endParaRPr lang="en-US" dirty="0"/>
          </a:p>
          <a:p>
            <a:r>
              <a:rPr lang="en-US" dirty="0"/>
              <a:t>Git bash commands</a:t>
            </a:r>
          </a:p>
          <a:p>
            <a:r>
              <a:rPr lang="en-US" dirty="0"/>
              <a:t>Multi-class classification</a:t>
            </a:r>
          </a:p>
          <a:p>
            <a:r>
              <a:rPr lang="en-US" dirty="0"/>
              <a:t>Multi-output models</a:t>
            </a:r>
          </a:p>
          <a:p>
            <a:r>
              <a:rPr lang="en-US" dirty="0"/>
              <a:t>Deployment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4F8EB7-50BE-A6CE-1F93-5FA16DDE0D26}"/>
                  </a:ext>
                </a:extLst>
              </p14:cNvPr>
              <p14:cNvContentPartPr/>
              <p14:nvPr/>
            </p14:nvContentPartPr>
            <p14:xfrm>
              <a:off x="1132920" y="1605600"/>
              <a:ext cx="7139160" cy="3844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4F8EB7-50BE-A6CE-1F93-5FA16DDE0D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3560" y="1596240"/>
                <a:ext cx="7157880" cy="386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6254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27306-7AC0-33C1-1487-908F043E3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362A-8429-190B-A536-297D3B795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Talablar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619728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1A959-29BE-3D36-46D5-739106FE3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E94D-5A83-8989-EDEB-74C8CF0D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Talablar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687E-8487-B302-92C8-38442C9B5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Darsga</a:t>
            </a:r>
            <a:r>
              <a:rPr lang="en-US" dirty="0"/>
              <a:t> </a:t>
            </a:r>
            <a:r>
              <a:rPr lang="en-US" dirty="0" err="1"/>
              <a:t>o’z</a:t>
            </a:r>
            <a:r>
              <a:rPr lang="en-US" dirty="0"/>
              <a:t> </a:t>
            </a:r>
            <a:r>
              <a:rPr lang="en-US" dirty="0" err="1"/>
              <a:t>vaqtida</a:t>
            </a:r>
            <a:r>
              <a:rPr lang="en-US" dirty="0"/>
              <a:t> </a:t>
            </a:r>
            <a:r>
              <a:rPr lang="en-US" dirty="0" err="1"/>
              <a:t>kiring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qismlarga</a:t>
            </a:r>
            <a:r>
              <a:rPr lang="en-US" dirty="0"/>
              <a:t> </a:t>
            </a:r>
            <a:r>
              <a:rPr lang="en-US" dirty="0" err="1"/>
              <a:t>qatnashing</a:t>
            </a:r>
            <a:endParaRPr lang="en-US" dirty="0"/>
          </a:p>
          <a:p>
            <a:r>
              <a:rPr lang="en-US" dirty="0"/>
              <a:t>Deep </a:t>
            </a:r>
            <a:r>
              <a:rPr lang="en-US" dirty="0" err="1"/>
              <a:t>learning?SML</a:t>
            </a:r>
            <a:r>
              <a:rPr lang="en-US" dirty="0"/>
              <a:t> …..</a:t>
            </a:r>
          </a:p>
          <a:p>
            <a:r>
              <a:rPr lang="en-US" dirty="0" err="1"/>
              <a:t>Vazifalarni</a:t>
            </a:r>
            <a:r>
              <a:rPr lang="en-US" dirty="0"/>
              <a:t> </a:t>
            </a:r>
            <a:r>
              <a:rPr lang="en-US" dirty="0" err="1"/>
              <a:t>vaqtida</a:t>
            </a:r>
            <a:r>
              <a:rPr lang="en-US" dirty="0"/>
              <a:t> </a:t>
            </a:r>
            <a:r>
              <a:rPr lang="en-US" dirty="0" err="1"/>
              <a:t>topshiring</a:t>
            </a:r>
            <a:r>
              <a:rPr lang="en-US" dirty="0"/>
              <a:t>(17:00 </a:t>
            </a:r>
            <a:r>
              <a:rPr lang="en-US" dirty="0" err="1"/>
              <a:t>gacha</a:t>
            </a:r>
            <a:r>
              <a:rPr lang="en-US" dirty="0"/>
              <a:t>)</a:t>
            </a:r>
          </a:p>
          <a:p>
            <a:r>
              <a:rPr lang="en-US" dirty="0" err="1"/>
              <a:t>Repositoryga</a:t>
            </a:r>
            <a:r>
              <a:rPr lang="en-US" dirty="0"/>
              <a:t> 2-oy 1-dars </a:t>
            </a:r>
            <a:r>
              <a:rPr lang="en-US" dirty="0" err="1"/>
              <a:t>tarzda</a:t>
            </a:r>
            <a:r>
              <a:rPr lang="en-US" dirty="0"/>
              <a:t> </a:t>
            </a:r>
            <a:r>
              <a:rPr lang="en-US" dirty="0" err="1"/>
              <a:t>darslarni</a:t>
            </a:r>
            <a:r>
              <a:rPr lang="en-US" dirty="0"/>
              <a:t> </a:t>
            </a:r>
            <a:r>
              <a:rPr lang="en-US" dirty="0" err="1"/>
              <a:t>yuklang</a:t>
            </a:r>
            <a:endParaRPr lang="en-US" dirty="0"/>
          </a:p>
          <a:p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qobiliyatlarni</a:t>
            </a:r>
            <a:r>
              <a:rPr lang="en-US" dirty="0"/>
              <a:t> </a:t>
            </a:r>
            <a:r>
              <a:rPr lang="en-US" dirty="0" err="1"/>
              <a:t>shakllantiring+rivojlantiring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Problem solving(</a:t>
            </a:r>
            <a:r>
              <a:rPr lang="en-US" dirty="0" err="1"/>
              <a:t>codewars</a:t>
            </a:r>
            <a:r>
              <a:rPr lang="en-US" dirty="0"/>
              <a:t>, </a:t>
            </a:r>
            <a:r>
              <a:rPr lang="en-US" dirty="0" err="1"/>
              <a:t>leetcode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To’g’ri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tez</a:t>
            </a:r>
            <a:r>
              <a:rPr lang="en-US" dirty="0"/>
              <a:t> </a:t>
            </a:r>
            <a:r>
              <a:rPr lang="en-US" dirty="0" err="1"/>
              <a:t>yozish</a:t>
            </a:r>
            <a:r>
              <a:rPr lang="en-US" dirty="0"/>
              <a:t>(</a:t>
            </a:r>
            <a:r>
              <a:rPr lang="en-US" dirty="0" err="1"/>
              <a:t>monkeytype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Logical thinking(</a:t>
            </a:r>
            <a:r>
              <a:rPr lang="en-US" dirty="0" err="1"/>
              <a:t>kitob</a:t>
            </a:r>
            <a:r>
              <a:rPr lang="en-US" dirty="0"/>
              <a:t> </a:t>
            </a:r>
            <a:r>
              <a:rPr lang="en-US" dirty="0" err="1"/>
              <a:t>o’qish</a:t>
            </a:r>
            <a:r>
              <a:rPr lang="en-US" dirty="0"/>
              <a:t>)</a:t>
            </a:r>
          </a:p>
          <a:p>
            <a:r>
              <a:rPr lang="en-US" b="1" dirty="0" err="1"/>
              <a:t>Darslarga</a:t>
            </a:r>
            <a:r>
              <a:rPr lang="en-US" b="1" dirty="0"/>
              <a:t> </a:t>
            </a:r>
            <a:r>
              <a:rPr lang="en-US" b="1" dirty="0" err="1"/>
              <a:t>vijdonan</a:t>
            </a:r>
            <a:r>
              <a:rPr lang="en-US" b="1" dirty="0"/>
              <a:t> </a:t>
            </a:r>
            <a:r>
              <a:rPr lang="en-US" b="1" dirty="0" err="1"/>
              <a:t>yondashing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CA94BAC-724F-2E4B-AD87-9ECD0D42FAC2}"/>
                  </a:ext>
                </a:extLst>
              </p14:cNvPr>
              <p14:cNvContentPartPr/>
              <p14:nvPr/>
            </p14:nvContentPartPr>
            <p14:xfrm>
              <a:off x="125280" y="2533680"/>
              <a:ext cx="8897400" cy="3162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CA94BAC-724F-2E4B-AD87-9ECD0D42FA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920" y="2524320"/>
                <a:ext cx="8916120" cy="31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923889-37E0-601C-95EF-B61D1DD4894C}"/>
                  </a:ext>
                </a:extLst>
              </p14:cNvPr>
              <p14:cNvContentPartPr/>
              <p14:nvPr/>
            </p14:nvContentPartPr>
            <p14:xfrm>
              <a:off x="811800" y="5457960"/>
              <a:ext cx="5322960" cy="883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923889-37E0-601C-95EF-B61D1DD489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2440" y="5448600"/>
                <a:ext cx="5341680" cy="90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580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4C71-098B-D454-9709-AB37239F9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F1D27-7994-EAE2-91B7-805DAF921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Multi-class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23462225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547A-E2BB-C5F5-0AFD-C716857E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17195-C023-CED0-327F-CF2F4CF27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Classification(Any idea?)</a:t>
            </a:r>
          </a:p>
          <a:p>
            <a:pPr lvl="1"/>
            <a:r>
              <a:rPr lang="en-US" dirty="0"/>
              <a:t>2 ta class li target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/>
              <a:t>mavjud</a:t>
            </a:r>
            <a:r>
              <a:rPr lang="en-US" dirty="0"/>
              <a:t> </a:t>
            </a:r>
            <a:r>
              <a:rPr lang="en-US" dirty="0" err="1"/>
              <a:t>bolgan</a:t>
            </a:r>
            <a:r>
              <a:rPr lang="en-US" dirty="0"/>
              <a:t> dataset kk </a:t>
            </a:r>
            <a:r>
              <a:rPr lang="en-US" dirty="0" err="1"/>
              <a:t>bdi</a:t>
            </a:r>
            <a:endParaRPr lang="en-US" dirty="0"/>
          </a:p>
          <a:p>
            <a:pPr lvl="1"/>
            <a:r>
              <a:rPr lang="en-US" dirty="0"/>
              <a:t>Confusion </a:t>
            </a:r>
            <a:r>
              <a:rPr lang="en-US" dirty="0" err="1"/>
              <a:t>matrixni</a:t>
            </a:r>
            <a:r>
              <a:rPr lang="en-US" dirty="0"/>
              <a:t> </a:t>
            </a:r>
            <a:r>
              <a:rPr lang="en-US" dirty="0" err="1"/>
              <a:t>tushunish</a:t>
            </a:r>
            <a:r>
              <a:rPr lang="en-US" dirty="0"/>
              <a:t> </a:t>
            </a:r>
            <a:r>
              <a:rPr lang="en-US" dirty="0" err="1"/>
              <a:t>oson</a:t>
            </a:r>
            <a:r>
              <a:rPr lang="en-US" dirty="0"/>
              <a:t>(0/1)</a:t>
            </a:r>
          </a:p>
          <a:p>
            <a:pPr lvl="1"/>
            <a:r>
              <a:rPr lang="en-US" dirty="0"/>
              <a:t>0/1 </a:t>
            </a:r>
            <a:r>
              <a:rPr lang="en-US" dirty="0" err="1"/>
              <a:t>ligi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modelni</a:t>
            </a:r>
            <a:r>
              <a:rPr lang="en-US" dirty="0"/>
              <a:t> </a:t>
            </a:r>
            <a:r>
              <a:rPr lang="en-US" dirty="0" err="1"/>
              <a:t>tushunish</a:t>
            </a:r>
            <a:r>
              <a:rPr lang="en-US" dirty="0"/>
              <a:t> </a:t>
            </a:r>
            <a:r>
              <a:rPr lang="en-US" dirty="0" err="1"/>
              <a:t>oson</a:t>
            </a:r>
            <a:endParaRPr lang="en-US" dirty="0"/>
          </a:p>
          <a:p>
            <a:pPr lvl="1"/>
            <a:r>
              <a:rPr lang="en-US" dirty="0" err="1"/>
              <a:t>Faqat</a:t>
            </a:r>
            <a:r>
              <a:rPr lang="en-US" dirty="0"/>
              <a:t> </a:t>
            </a:r>
            <a:r>
              <a:rPr lang="en-US" dirty="0" err="1"/>
              <a:t>bitta</a:t>
            </a:r>
            <a:r>
              <a:rPr lang="en-US" dirty="0"/>
              <a:t> classifier </a:t>
            </a:r>
            <a:r>
              <a:rPr lang="en-US" dirty="0" err="1"/>
              <a:t>modelni</a:t>
            </a:r>
            <a:r>
              <a:rPr lang="en-US" dirty="0"/>
              <a:t> talab </a:t>
            </a:r>
            <a:r>
              <a:rPr lang="en-US" dirty="0" err="1"/>
              <a:t>qiladi</a:t>
            </a:r>
            <a:endParaRPr lang="en-US" dirty="0"/>
          </a:p>
          <a:p>
            <a:pPr lvl="1"/>
            <a:r>
              <a:rPr lang="en-US" dirty="0"/>
              <a:t>One vs another(0/1, yes/no)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D3D8AA-6908-BA7A-6789-A7ACE98CEE2D}"/>
                  </a:ext>
                </a:extLst>
              </p14:cNvPr>
              <p14:cNvContentPartPr/>
              <p14:nvPr/>
            </p14:nvContentPartPr>
            <p14:xfrm>
              <a:off x="506520" y="1027080"/>
              <a:ext cx="8129160" cy="4637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D3D8AA-6908-BA7A-6789-A7ACE98CEE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7160" y="1017720"/>
                <a:ext cx="8147880" cy="465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318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D8587-9DE1-397F-CC29-EE239264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45EE-61BE-F709-EA0C-CD97A3E5A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A9636-071E-3F7D-335E-8D5E3AF35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Multi-class classification(Any idea?)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57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9CE75-802F-CC30-26B6-2A70C57F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5D81E-73FE-118F-93F7-A7D52AD2B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5EE6E-89FD-970A-DE7E-577332F94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Multi-class classification(Any idea?)</a:t>
            </a:r>
          </a:p>
          <a:p>
            <a:r>
              <a:rPr lang="en-US" dirty="0"/>
              <a:t>Logistic </a:t>
            </a:r>
            <a:r>
              <a:rPr lang="en-US" dirty="0" err="1"/>
              <a:t>Regression,SVM</a:t>
            </a:r>
            <a:r>
              <a:rPr lang="en-US" dirty="0">
                <a:sym typeface="Wingdings" panose="05000000000000000000" pitchFamily="2" charset="2"/>
              </a:rPr>
              <a:t> Binary Classification(DT, RF -&gt; Binary and Multi class)</a:t>
            </a:r>
          </a:p>
          <a:p>
            <a:r>
              <a:rPr lang="en-US" dirty="0" err="1">
                <a:sym typeface="Wingdings" panose="05000000000000000000" pitchFamily="2" charset="2"/>
              </a:rPr>
              <a:t>Xaqiqiy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xayotda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ko’plab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xolatlar</a:t>
            </a:r>
            <a:r>
              <a:rPr lang="en-US" dirty="0">
                <a:sym typeface="Wingdings" panose="05000000000000000000" pitchFamily="2" charset="2"/>
              </a:rPr>
              <a:t> multiclass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AF959E-50BC-AFB1-D9FB-B8B3AC9A9870}"/>
                  </a:ext>
                </a:extLst>
              </p14:cNvPr>
              <p14:cNvContentPartPr/>
              <p14:nvPr/>
            </p14:nvContentPartPr>
            <p14:xfrm>
              <a:off x="4068000" y="2237040"/>
              <a:ext cx="5002920" cy="1099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AF959E-50BC-AFB1-D9FB-B8B3AC9A98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8640" y="2227680"/>
                <a:ext cx="5021640" cy="111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674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B927C-0DD4-017B-7BAA-5D6E769E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F6C64-64B0-A62E-365D-00F083C99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Classification vs Multi-class classification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249643-3DE5-FA84-FD30-F2B9882B2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952" y="1825625"/>
            <a:ext cx="9198095" cy="43513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A88BEA6-8954-FF91-D323-7B64E4B3EC4D}"/>
                  </a:ext>
                </a:extLst>
              </p14:cNvPr>
              <p14:cNvContentPartPr/>
              <p14:nvPr/>
            </p14:nvContentPartPr>
            <p14:xfrm>
              <a:off x="2173680" y="913320"/>
              <a:ext cx="9949680" cy="4697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A88BEA6-8954-FF91-D323-7B64E4B3EC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4320" y="903960"/>
                <a:ext cx="9968400" cy="471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2478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5997-0D48-E7BD-C6CC-CEDDEE7B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8C3D2-AB74-4C95-F962-4D861F2A2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C77C6-5784-6D38-2F8E-3D9369342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Yechim</a:t>
            </a:r>
            <a:r>
              <a:rPr lang="en-US" dirty="0"/>
              <a:t>(any idea?):</a:t>
            </a:r>
          </a:p>
          <a:p>
            <a:pPr lvl="1"/>
            <a:r>
              <a:rPr lang="en-US" dirty="0"/>
              <a:t>Multi-</a:t>
            </a:r>
            <a:r>
              <a:rPr lang="en-US" dirty="0" err="1"/>
              <a:t>classlarni</a:t>
            </a:r>
            <a:r>
              <a:rPr lang="en-US" dirty="0"/>
              <a:t> </a:t>
            </a:r>
            <a:r>
              <a:rPr lang="en-US" dirty="0" err="1"/>
              <a:t>koplab</a:t>
            </a:r>
            <a:r>
              <a:rPr lang="en-US" dirty="0"/>
              <a:t> binary </a:t>
            </a:r>
            <a:r>
              <a:rPr lang="en-US" dirty="0" err="1"/>
              <a:t>xolatlarga</a:t>
            </a:r>
            <a:r>
              <a:rPr lang="en-US" dirty="0"/>
              <a:t> </a:t>
            </a:r>
            <a:r>
              <a:rPr lang="en-US" dirty="0" err="1"/>
              <a:t>bo’lib</a:t>
            </a:r>
            <a:r>
              <a:rPr lang="en-US" dirty="0"/>
              <a:t> </a:t>
            </a:r>
            <a:r>
              <a:rPr lang="en-US" dirty="0" err="1"/>
              <a:t>olish</a:t>
            </a:r>
            <a:endParaRPr lang="en-US" dirty="0"/>
          </a:p>
          <a:p>
            <a:r>
              <a:rPr lang="en-US" dirty="0"/>
              <a:t>2 ta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strategiya</a:t>
            </a:r>
            <a:r>
              <a:rPr lang="en-US" dirty="0"/>
              <a:t> </a:t>
            </a:r>
            <a:r>
              <a:rPr lang="en-US" dirty="0" err="1"/>
              <a:t>mavjud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One-vs-Rest(</a:t>
            </a:r>
            <a:r>
              <a:rPr lang="en-US" dirty="0" err="1"/>
              <a:t>OvR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One-vs-One(</a:t>
            </a:r>
            <a:r>
              <a:rPr lang="en-US" dirty="0" err="1"/>
              <a:t>OvO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861604D-6009-0747-D582-7577664B93CD}"/>
                  </a:ext>
                </a:extLst>
              </p14:cNvPr>
              <p14:cNvContentPartPr/>
              <p14:nvPr/>
            </p14:nvContentPartPr>
            <p14:xfrm>
              <a:off x="748440" y="369000"/>
              <a:ext cx="8454240" cy="2676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861604D-6009-0747-D582-7577664B93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080" y="359640"/>
                <a:ext cx="8472960" cy="269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61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A188-6C82-DD9B-2130-8300A67C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81426-4FC2-0556-FD53-CE2F0C25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9B126-D42D-C515-9427-CDF21FDF8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OvR</a:t>
            </a:r>
            <a:endParaRPr lang="en-US" dirty="0"/>
          </a:p>
          <a:p>
            <a:r>
              <a:rPr lang="en-US" dirty="0"/>
              <a:t>Biz </a:t>
            </a:r>
            <a:r>
              <a:rPr lang="en-US" dirty="0" err="1"/>
              <a:t>bir</a:t>
            </a:r>
            <a:r>
              <a:rPr lang="en-US" dirty="0"/>
              <a:t> classification </a:t>
            </a:r>
            <a:r>
              <a:rPr lang="en-US" dirty="0" err="1"/>
              <a:t>modelni</a:t>
            </a:r>
            <a:r>
              <a:rPr lang="en-US" dirty="0"/>
              <a:t>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class </a:t>
            </a:r>
            <a:r>
              <a:rPr lang="en-US" dirty="0" err="1"/>
              <a:t>uchun</a:t>
            </a:r>
            <a:r>
              <a:rPr lang="en-US" dirty="0"/>
              <a:t> train </a:t>
            </a:r>
            <a:r>
              <a:rPr lang="en-US" dirty="0" err="1"/>
              <a:t>qilamiz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yerda</a:t>
            </a:r>
            <a:r>
              <a:rPr lang="en-US" dirty="0"/>
              <a:t> 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classni</a:t>
            </a:r>
            <a:r>
              <a:rPr lang="en-US" dirty="0"/>
              <a:t> </a:t>
            </a:r>
            <a:r>
              <a:rPr lang="en-US" dirty="0" err="1"/>
              <a:t>qolganlarini</a:t>
            </a:r>
            <a:r>
              <a:rPr lang="en-US" dirty="0"/>
              <a:t> </a:t>
            </a:r>
            <a:r>
              <a:rPr lang="en-US" dirty="0" err="1"/>
              <a:t>yig’ilganidan</a:t>
            </a:r>
            <a:r>
              <a:rPr lang="en-US" dirty="0"/>
              <a:t>(rest) </a:t>
            </a:r>
            <a:r>
              <a:rPr lang="en-US" dirty="0" err="1"/>
              <a:t>farqini</a:t>
            </a:r>
            <a:r>
              <a:rPr lang="en-US" dirty="0"/>
              <a:t> </a:t>
            </a:r>
            <a:r>
              <a:rPr lang="en-US" dirty="0" err="1"/>
              <a:t>o’rganadi</a:t>
            </a:r>
            <a:endParaRPr lang="en-US" dirty="0"/>
          </a:p>
          <a:p>
            <a:pPr lvl="1"/>
            <a:r>
              <a:rPr lang="en-US" dirty="0" err="1"/>
              <a:t>Misol</a:t>
            </a:r>
            <a:r>
              <a:rPr lang="en-US" dirty="0"/>
              <a:t>: 3 ta class</a:t>
            </a:r>
          </a:p>
          <a:p>
            <a:pPr lvl="2"/>
            <a:r>
              <a:rPr lang="en-US" dirty="0"/>
              <a:t>Ilon</a:t>
            </a:r>
          </a:p>
          <a:p>
            <a:pPr lvl="2"/>
            <a:r>
              <a:rPr lang="en-US" dirty="0"/>
              <a:t>It</a:t>
            </a:r>
          </a:p>
          <a:p>
            <a:pPr lvl="2"/>
            <a:r>
              <a:rPr lang="en-US" dirty="0" err="1"/>
              <a:t>Mushuk</a:t>
            </a:r>
            <a:endParaRPr lang="en-US" dirty="0"/>
          </a:p>
          <a:p>
            <a:pPr lvl="1"/>
            <a:r>
              <a:rPr lang="en-US" dirty="0"/>
              <a:t>Model1: Ilon vs (It +</a:t>
            </a:r>
            <a:r>
              <a:rPr lang="en-US" dirty="0" err="1"/>
              <a:t>Mushuk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Model2: It vs(Ilon + </a:t>
            </a:r>
            <a:r>
              <a:rPr lang="en-US" dirty="0" err="1"/>
              <a:t>Mushuk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Model3: </a:t>
            </a:r>
            <a:r>
              <a:rPr lang="en-US" dirty="0" err="1"/>
              <a:t>Mushuk</a:t>
            </a:r>
            <a:r>
              <a:rPr lang="en-US" dirty="0"/>
              <a:t> vs ( It+ Ilon)</a:t>
            </a:r>
          </a:p>
          <a:p>
            <a:pPr lvl="1"/>
            <a:r>
              <a:rPr lang="en-US" dirty="0"/>
              <a:t>Bu </a:t>
            </a:r>
            <a:r>
              <a:rPr lang="en-US" dirty="0" err="1"/>
              <a:t>yerda</a:t>
            </a:r>
            <a:r>
              <a:rPr lang="en-US" dirty="0"/>
              <a:t> biz 3 ta </a:t>
            </a:r>
            <a:r>
              <a:rPr lang="en-US" dirty="0" err="1"/>
              <a:t>modellarni</a:t>
            </a:r>
            <a:r>
              <a:rPr lang="en-US" dirty="0"/>
              <a:t> train </a:t>
            </a:r>
            <a:r>
              <a:rPr lang="en-US" dirty="0" err="1"/>
              <a:t>qilamiz</a:t>
            </a:r>
            <a:r>
              <a:rPr lang="en-US" dirty="0"/>
              <a:t>(1 ta algorithm)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D52197-888E-E40C-025A-8386CD801C5E}"/>
                  </a:ext>
                </a:extLst>
              </p14:cNvPr>
              <p14:cNvContentPartPr/>
              <p14:nvPr/>
            </p14:nvContentPartPr>
            <p14:xfrm>
              <a:off x="1089000" y="2096280"/>
              <a:ext cx="9735480" cy="3961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D52197-888E-E40C-025A-8386CD801C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9640" y="2086920"/>
                <a:ext cx="9754200" cy="398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866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F36A-FE54-E4F8-1A96-AFA5A95DA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15EB-9057-8ABC-A8F5-510A03A0A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A2BF8-57FD-552E-9B2D-2A8CBDFFA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OvR</a:t>
            </a:r>
            <a:endParaRPr lang="en-US" dirty="0"/>
          </a:p>
          <a:p>
            <a:pPr lvl="1"/>
            <a:r>
              <a:rPr lang="en-US" dirty="0"/>
              <a:t>Prediction</a:t>
            </a:r>
          </a:p>
          <a:p>
            <a:pPr lvl="1"/>
            <a:r>
              <a:rPr lang="en-US" dirty="0"/>
              <a:t>Model1: Ilon vs (It +</a:t>
            </a:r>
            <a:r>
              <a:rPr lang="en-US" dirty="0" err="1"/>
              <a:t>Mushuk</a:t>
            </a:r>
            <a:r>
              <a:rPr lang="en-US" dirty="0"/>
              <a:t>)-&gt;0.65</a:t>
            </a:r>
          </a:p>
          <a:p>
            <a:pPr lvl="1"/>
            <a:r>
              <a:rPr lang="en-US" dirty="0"/>
              <a:t>Model2: It vs(Ilon + </a:t>
            </a:r>
            <a:r>
              <a:rPr lang="en-US" dirty="0" err="1"/>
              <a:t>Mushuk</a:t>
            </a:r>
            <a:r>
              <a:rPr lang="en-US" dirty="0"/>
              <a:t>)-&gt;0.18</a:t>
            </a:r>
          </a:p>
          <a:p>
            <a:pPr lvl="1"/>
            <a:r>
              <a:rPr lang="en-US" dirty="0"/>
              <a:t>Model3: </a:t>
            </a:r>
            <a:r>
              <a:rPr lang="en-US" dirty="0" err="1"/>
              <a:t>Mushuk</a:t>
            </a:r>
            <a:r>
              <a:rPr lang="en-US" dirty="0"/>
              <a:t> vs ( It+ Ilon)-&gt;0.25</a:t>
            </a:r>
          </a:p>
          <a:p>
            <a:pPr lvl="2"/>
            <a:r>
              <a:rPr lang="en-US" dirty="0"/>
              <a:t>Predicted </a:t>
            </a:r>
            <a:r>
              <a:rPr lang="en-US" dirty="0" err="1"/>
              <a:t>class:Ilon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F5A598-FD16-DCF3-8F22-0874FC91E739}"/>
                  </a:ext>
                </a:extLst>
              </p14:cNvPr>
              <p14:cNvContentPartPr/>
              <p14:nvPr/>
            </p14:nvContentPartPr>
            <p14:xfrm>
              <a:off x="3646080" y="2639160"/>
              <a:ext cx="2494800" cy="156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F5A598-FD16-DCF3-8F22-0874FC91E7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36720" y="2629800"/>
                <a:ext cx="2513520" cy="158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099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0F1E-91DB-6E45-9245-177F9B68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323A9-2FD9-B3D2-9BA2-789917F6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ED97A-5605-00A4-6BC9-F8E04E17F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OvR</a:t>
            </a:r>
            <a:r>
              <a:rPr lang="en-US" dirty="0"/>
              <a:t> +</a:t>
            </a:r>
          </a:p>
          <a:p>
            <a:pPr lvl="1"/>
            <a:r>
              <a:rPr lang="en-US" dirty="0" err="1"/>
              <a:t>Sodda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oson</a:t>
            </a:r>
            <a:r>
              <a:rPr lang="en-US" dirty="0"/>
              <a:t> </a:t>
            </a:r>
            <a:r>
              <a:rPr lang="en-US" dirty="0" err="1"/>
              <a:t>ishlatish</a:t>
            </a:r>
            <a:endParaRPr lang="en-US" dirty="0"/>
          </a:p>
          <a:p>
            <a:pPr lvl="1"/>
            <a:r>
              <a:rPr lang="en-US" dirty="0"/>
              <a:t>Agar </a:t>
            </a:r>
            <a:r>
              <a:rPr lang="en-US" dirty="0" err="1"/>
              <a:t>classlar</a:t>
            </a:r>
            <a:r>
              <a:rPr lang="en-US" dirty="0"/>
              <a:t> </a:t>
            </a:r>
            <a:r>
              <a:rPr lang="en-US" dirty="0" err="1"/>
              <a:t>ozroq</a:t>
            </a:r>
            <a:r>
              <a:rPr lang="en-US" dirty="0"/>
              <a:t> </a:t>
            </a:r>
            <a:r>
              <a:rPr lang="en-US" dirty="0" err="1"/>
              <a:t>bolsa</a:t>
            </a:r>
            <a:r>
              <a:rPr lang="en-US" dirty="0"/>
              <a:t> </a:t>
            </a:r>
            <a:r>
              <a:rPr lang="en-US" dirty="0" err="1"/>
              <a:t>tez</a:t>
            </a:r>
            <a:r>
              <a:rPr lang="en-US" dirty="0"/>
              <a:t> </a:t>
            </a:r>
            <a:r>
              <a:rPr lang="en-US" dirty="0" err="1"/>
              <a:t>ishlaydi</a:t>
            </a:r>
            <a:endParaRPr lang="en-US" dirty="0"/>
          </a:p>
          <a:p>
            <a:r>
              <a:rPr lang="en-US" dirty="0" err="1"/>
              <a:t>OvR</a:t>
            </a:r>
            <a:r>
              <a:rPr lang="en-US" dirty="0"/>
              <a:t> –</a:t>
            </a:r>
          </a:p>
          <a:p>
            <a:pPr lvl="1"/>
            <a:r>
              <a:rPr lang="en-US" dirty="0"/>
              <a:t>Imbalanced </a:t>
            </a:r>
            <a:r>
              <a:rPr lang="en-US" dirty="0" err="1"/>
              <a:t>datasetlar</a:t>
            </a:r>
            <a:r>
              <a:rPr lang="en-US" dirty="0"/>
              <a:t> bn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ishlamaydi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07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4C13-C6AA-3191-D002-9C230A921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F20A2-1D25-A550-3DB1-12DC4F79B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9B0D6-A304-5CAB-028E-473F11BA9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OvO</a:t>
            </a:r>
            <a:endParaRPr lang="en-US" dirty="0"/>
          </a:p>
          <a:p>
            <a:r>
              <a:rPr lang="en-US" dirty="0"/>
              <a:t>Biz </a:t>
            </a:r>
            <a:r>
              <a:rPr lang="en-US" dirty="0" err="1"/>
              <a:t>bir</a:t>
            </a:r>
            <a:r>
              <a:rPr lang="en-US" dirty="0"/>
              <a:t> classification </a:t>
            </a:r>
            <a:r>
              <a:rPr lang="en-US" dirty="0" err="1"/>
              <a:t>modelni</a:t>
            </a:r>
            <a:r>
              <a:rPr lang="en-US" dirty="0"/>
              <a:t>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class </a:t>
            </a:r>
            <a:r>
              <a:rPr lang="en-US" dirty="0" err="1"/>
              <a:t>uchun</a:t>
            </a:r>
            <a:r>
              <a:rPr lang="en-US" dirty="0"/>
              <a:t> train </a:t>
            </a:r>
            <a:r>
              <a:rPr lang="en-US" dirty="0" err="1"/>
              <a:t>qilamiz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yerda</a:t>
            </a:r>
            <a:r>
              <a:rPr lang="en-US" dirty="0"/>
              <a:t> u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classlarni</a:t>
            </a:r>
            <a:r>
              <a:rPr lang="en-US" dirty="0"/>
              <a:t> </a:t>
            </a:r>
            <a:r>
              <a:rPr lang="en-US" dirty="0" err="1"/>
              <a:t>qolganlari</a:t>
            </a:r>
            <a:r>
              <a:rPr lang="en-US" dirty="0"/>
              <a:t> bn </a:t>
            </a:r>
            <a:r>
              <a:rPr lang="en-US" dirty="0" err="1"/>
              <a:t>yakka</a:t>
            </a:r>
            <a:r>
              <a:rPr lang="en-US" dirty="0"/>
              <a:t> </a:t>
            </a:r>
            <a:r>
              <a:rPr lang="en-US" dirty="0" err="1"/>
              <a:t>yakka</a:t>
            </a:r>
            <a:r>
              <a:rPr lang="en-US" dirty="0"/>
              <a:t> </a:t>
            </a:r>
            <a:r>
              <a:rPr lang="en-US" dirty="0" err="1"/>
              <a:t>farqini</a:t>
            </a:r>
            <a:r>
              <a:rPr lang="en-US" dirty="0"/>
              <a:t> </a:t>
            </a:r>
            <a:r>
              <a:rPr lang="en-US" dirty="0" err="1"/>
              <a:t>o’rganadi</a:t>
            </a:r>
            <a:endParaRPr lang="en-US" dirty="0"/>
          </a:p>
          <a:p>
            <a:pPr lvl="1"/>
            <a:r>
              <a:rPr lang="en-US" dirty="0" err="1"/>
              <a:t>Misol</a:t>
            </a:r>
            <a:r>
              <a:rPr lang="en-US" dirty="0"/>
              <a:t>: 3 ta class</a:t>
            </a:r>
          </a:p>
          <a:p>
            <a:pPr lvl="2"/>
            <a:r>
              <a:rPr lang="en-US" dirty="0"/>
              <a:t>Ilon</a:t>
            </a:r>
          </a:p>
          <a:p>
            <a:pPr lvl="2"/>
            <a:r>
              <a:rPr lang="en-US" dirty="0"/>
              <a:t>It</a:t>
            </a:r>
          </a:p>
          <a:p>
            <a:pPr lvl="2"/>
            <a:r>
              <a:rPr lang="en-US" dirty="0" err="1"/>
              <a:t>Mushuk</a:t>
            </a:r>
            <a:endParaRPr lang="en-US" dirty="0"/>
          </a:p>
          <a:p>
            <a:pPr lvl="1"/>
            <a:r>
              <a:rPr lang="en-US" dirty="0"/>
              <a:t>Model1: Ilon vs it</a:t>
            </a:r>
          </a:p>
          <a:p>
            <a:pPr lvl="1"/>
            <a:r>
              <a:rPr lang="en-US" dirty="0"/>
              <a:t>Model2: Ilon  vs </a:t>
            </a:r>
            <a:r>
              <a:rPr lang="en-US" dirty="0" err="1"/>
              <a:t>mushuk</a:t>
            </a:r>
            <a:endParaRPr lang="en-US" dirty="0"/>
          </a:p>
          <a:p>
            <a:pPr lvl="1"/>
            <a:r>
              <a:rPr lang="en-US" dirty="0"/>
              <a:t>Model3:  It vs </a:t>
            </a:r>
            <a:r>
              <a:rPr lang="en-US" dirty="0" err="1"/>
              <a:t>mushuk</a:t>
            </a:r>
            <a:endParaRPr lang="en-US" dirty="0"/>
          </a:p>
          <a:p>
            <a:pPr lvl="1"/>
            <a:r>
              <a:rPr lang="en-US" dirty="0"/>
              <a:t>Bu </a:t>
            </a:r>
            <a:r>
              <a:rPr lang="en-US" dirty="0" err="1"/>
              <a:t>yerda</a:t>
            </a:r>
            <a:r>
              <a:rPr lang="en-US" dirty="0"/>
              <a:t> biz 3 ta </a:t>
            </a:r>
            <a:r>
              <a:rPr lang="en-US" dirty="0" err="1"/>
              <a:t>modellarni</a:t>
            </a:r>
            <a:r>
              <a:rPr lang="en-US" dirty="0"/>
              <a:t> train </a:t>
            </a:r>
            <a:r>
              <a:rPr lang="en-US" dirty="0" err="1"/>
              <a:t>qilamiz</a:t>
            </a:r>
            <a:r>
              <a:rPr lang="en-US" dirty="0"/>
              <a:t>(1 ta algorithm)-&gt; n(n-1)/2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8EE8784-A6E2-FC09-38E3-6EF239E72AB2}"/>
                  </a:ext>
                </a:extLst>
              </p14:cNvPr>
              <p14:cNvContentPartPr/>
              <p14:nvPr/>
            </p14:nvContentPartPr>
            <p14:xfrm>
              <a:off x="1022400" y="581040"/>
              <a:ext cx="11170800" cy="6001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8EE8784-A6E2-FC09-38E3-6EF239E72A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3040" y="571680"/>
                <a:ext cx="11189520" cy="601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728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23513-3EEA-62D4-6320-0389A10F4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58867-C199-AEBF-6635-1839D5139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5C55-FE4B-C2EB-96A5-E307A21DE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OvO</a:t>
            </a:r>
            <a:endParaRPr lang="en-US" dirty="0"/>
          </a:p>
          <a:p>
            <a:pPr lvl="1"/>
            <a:r>
              <a:rPr lang="en-US" dirty="0"/>
              <a:t>Prediction</a:t>
            </a:r>
          </a:p>
          <a:p>
            <a:pPr lvl="1"/>
            <a:r>
              <a:rPr lang="en-US" dirty="0"/>
              <a:t>Model1: Ilon vs it(</a:t>
            </a:r>
            <a:r>
              <a:rPr lang="en-US" dirty="0" err="1"/>
              <a:t>ilon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Model2: Ilon  vs </a:t>
            </a:r>
            <a:r>
              <a:rPr lang="en-US" dirty="0" err="1"/>
              <a:t>mushuk</a:t>
            </a:r>
            <a:r>
              <a:rPr lang="en-US" dirty="0"/>
              <a:t>(</a:t>
            </a:r>
            <a:r>
              <a:rPr lang="en-US" dirty="0" err="1"/>
              <a:t>mushuk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Model3:  It vs </a:t>
            </a:r>
            <a:r>
              <a:rPr lang="en-US" dirty="0" err="1"/>
              <a:t>mushuk</a:t>
            </a:r>
            <a:r>
              <a:rPr lang="en-US" dirty="0"/>
              <a:t>(</a:t>
            </a:r>
            <a:r>
              <a:rPr lang="en-US" dirty="0" err="1"/>
              <a:t>mushuk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Predicted </a:t>
            </a:r>
            <a:r>
              <a:rPr lang="en-US" dirty="0" err="1"/>
              <a:t>class:Mushuk</a:t>
            </a:r>
            <a:endParaRPr lang="en-US" dirty="0"/>
          </a:p>
          <a:p>
            <a:pPr lvl="2"/>
            <a:r>
              <a:rPr lang="en-US" dirty="0"/>
              <a:t>Agar </a:t>
            </a:r>
            <a:r>
              <a:rPr lang="en-US" dirty="0" err="1"/>
              <a:t>teng</a:t>
            </a:r>
            <a:r>
              <a:rPr lang="en-US" dirty="0"/>
              <a:t> </a:t>
            </a:r>
            <a:r>
              <a:rPr lang="en-US" dirty="0" err="1"/>
              <a:t>bolib</a:t>
            </a:r>
            <a:r>
              <a:rPr lang="en-US" dirty="0"/>
              <a:t> </a:t>
            </a:r>
            <a:r>
              <a:rPr lang="en-US" dirty="0" err="1"/>
              <a:t>qolsa</a:t>
            </a:r>
            <a:r>
              <a:rPr lang="en-US" dirty="0"/>
              <a:t> confidence </a:t>
            </a:r>
            <a:r>
              <a:rPr lang="en-US" dirty="0" err="1"/>
              <a:t>scorega</a:t>
            </a:r>
            <a:r>
              <a:rPr lang="en-US" dirty="0"/>
              <a:t> kora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yuqori</a:t>
            </a:r>
            <a:r>
              <a:rPr lang="en-US" dirty="0"/>
              <a:t> score </a:t>
            </a:r>
            <a:r>
              <a:rPr lang="en-US" dirty="0" err="1"/>
              <a:t>olgani</a:t>
            </a:r>
            <a:r>
              <a:rPr lang="en-US" dirty="0"/>
              <a:t> predict </a:t>
            </a:r>
            <a:r>
              <a:rPr lang="en-US" dirty="0" err="1"/>
              <a:t>qilinadi</a:t>
            </a:r>
            <a:endParaRPr lang="en-US" dirty="0"/>
          </a:p>
          <a:p>
            <a:pPr lvl="2"/>
            <a:r>
              <a:rPr lang="en-US" dirty="0"/>
              <a:t>Confidence-</a:t>
            </a:r>
            <a:r>
              <a:rPr lang="en-US" dirty="0" err="1"/>
              <a:t>Ehtimollar</a:t>
            </a:r>
            <a:r>
              <a:rPr lang="en-US" dirty="0"/>
              <a:t> </a:t>
            </a:r>
            <a:r>
              <a:rPr lang="en-US" dirty="0" err="1"/>
              <a:t>nazariyasi</a:t>
            </a:r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7A32D6-C8C3-C29F-A323-E68B12681117}"/>
                  </a:ext>
                </a:extLst>
              </p14:cNvPr>
              <p14:cNvContentPartPr/>
              <p14:nvPr/>
            </p14:nvContentPartPr>
            <p14:xfrm>
              <a:off x="2178720" y="50400"/>
              <a:ext cx="9729360" cy="5132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7A32D6-C8C3-C29F-A323-E68B126811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9360" y="41040"/>
                <a:ext cx="9748080" cy="515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916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8695-1567-A03D-173A-2BC1DE638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F1BF-D503-8D72-2559-14D6684A8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A2900-2E7D-16C5-96D5-B8F96C28D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OvO</a:t>
            </a:r>
            <a:r>
              <a:rPr lang="en-US" dirty="0"/>
              <a:t> +</a:t>
            </a:r>
          </a:p>
          <a:p>
            <a:pPr lvl="1"/>
            <a:r>
              <a:rPr lang="en-US" dirty="0"/>
              <a:t>Imbalanced </a:t>
            </a:r>
            <a:r>
              <a:rPr lang="en-US" dirty="0" err="1"/>
              <a:t>datasetlarda</a:t>
            </a:r>
            <a:r>
              <a:rPr lang="en-US" dirty="0"/>
              <a:t> </a:t>
            </a:r>
            <a:r>
              <a:rPr lang="en-US" dirty="0" err="1"/>
              <a:t>ishlatish</a:t>
            </a:r>
            <a:r>
              <a:rPr lang="en-US" dirty="0"/>
              <a:t> </a:t>
            </a:r>
            <a:r>
              <a:rPr lang="en-US" dirty="0" err="1"/>
              <a:t>yaxshi</a:t>
            </a:r>
            <a:endParaRPr lang="en-US" dirty="0"/>
          </a:p>
          <a:p>
            <a:pPr lvl="1"/>
            <a:r>
              <a:rPr lang="en-US" dirty="0" err="1"/>
              <a:t>Meduim</a:t>
            </a:r>
            <a:r>
              <a:rPr lang="en-US" dirty="0"/>
              <a:t> </a:t>
            </a:r>
            <a:r>
              <a:rPr lang="en-US" dirty="0" err="1"/>
              <a:t>classlarda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</a:t>
            </a:r>
            <a:r>
              <a:rPr lang="en-US" dirty="0" err="1"/>
              <a:t>yaxshi</a:t>
            </a:r>
            <a:endParaRPr lang="en-US" dirty="0"/>
          </a:p>
          <a:p>
            <a:r>
              <a:rPr lang="en-US" dirty="0" err="1"/>
              <a:t>OvO</a:t>
            </a:r>
            <a:r>
              <a:rPr lang="en-US" dirty="0"/>
              <a:t>–</a:t>
            </a:r>
          </a:p>
          <a:p>
            <a:pPr lvl="1"/>
            <a:r>
              <a:rPr lang="en-US" dirty="0"/>
              <a:t>10 ta class-&gt;45models</a:t>
            </a:r>
          </a:p>
          <a:p>
            <a:pPr lvl="1"/>
            <a:r>
              <a:rPr lang="en-US" dirty="0"/>
              <a:t>100 classes-&gt;4950 models</a:t>
            </a:r>
          </a:p>
          <a:p>
            <a:pPr lvl="1"/>
            <a:r>
              <a:rPr lang="en-US" dirty="0"/>
              <a:t>Nimaga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keladi</a:t>
            </a:r>
            <a:r>
              <a:rPr lang="en-US" dirty="0"/>
              <a:t>(any idea?)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41C4CD-2E92-CEEE-64E6-68D1D2E889A2}"/>
                  </a:ext>
                </a:extLst>
              </p14:cNvPr>
              <p14:cNvContentPartPr/>
              <p14:nvPr/>
            </p14:nvContentPartPr>
            <p14:xfrm>
              <a:off x="3329280" y="2538720"/>
              <a:ext cx="5961960" cy="1962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41C4CD-2E92-CEEE-64E6-68D1D2E889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19920" y="2529360"/>
                <a:ext cx="5980680" cy="198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252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989BC-9F3D-3707-FCE4-531337EA5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7509-CBBC-FE00-372D-57F3B8FEA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51A5C-048A-02F8-738B-FEB2ECF3B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Multi-class classification(Any idea?)</a:t>
            </a:r>
          </a:p>
          <a:p>
            <a:pPr lvl="1"/>
            <a:r>
              <a:rPr lang="en-US" dirty="0" err="1"/>
              <a:t>Ko’plab</a:t>
            </a:r>
            <a:r>
              <a:rPr lang="en-US" dirty="0"/>
              <a:t> class </a:t>
            </a:r>
            <a:r>
              <a:rPr lang="en-US" dirty="0" err="1"/>
              <a:t>outputga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 </a:t>
            </a:r>
            <a:r>
              <a:rPr lang="en-US" dirty="0" err="1"/>
              <a:t>bolgan</a:t>
            </a:r>
            <a:r>
              <a:rPr lang="en-US" dirty="0"/>
              <a:t> dataset kk </a:t>
            </a:r>
            <a:r>
              <a:rPr lang="en-US" dirty="0" err="1"/>
              <a:t>bdi</a:t>
            </a:r>
            <a:endParaRPr lang="en-US" dirty="0"/>
          </a:p>
          <a:p>
            <a:pPr lvl="1"/>
            <a:r>
              <a:rPr lang="en-US" dirty="0"/>
              <a:t>Multi – class model:</a:t>
            </a:r>
          </a:p>
          <a:p>
            <a:pPr lvl="2"/>
            <a:r>
              <a:rPr lang="en-US" dirty="0"/>
              <a:t>One-vs-Rest(</a:t>
            </a:r>
            <a:r>
              <a:rPr lang="en-US" dirty="0" err="1"/>
              <a:t>OvR</a:t>
            </a:r>
            <a:r>
              <a:rPr lang="en-US" dirty="0"/>
              <a:t>)</a:t>
            </a:r>
          </a:p>
          <a:p>
            <a:pPr lvl="3"/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model </a:t>
            </a:r>
            <a:r>
              <a:rPr lang="en-US" dirty="0" err="1"/>
              <a:t>bitta</a:t>
            </a:r>
            <a:r>
              <a:rPr lang="en-US" dirty="0"/>
              <a:t> </a:t>
            </a:r>
            <a:r>
              <a:rPr lang="en-US" dirty="0" err="1"/>
              <a:t>classni</a:t>
            </a:r>
            <a:r>
              <a:rPr lang="en-US" dirty="0"/>
              <a:t> </a:t>
            </a:r>
            <a:r>
              <a:rPr lang="en-US" dirty="0" err="1"/>
              <a:t>boshqalaridan</a:t>
            </a:r>
            <a:r>
              <a:rPr lang="en-US" dirty="0"/>
              <a:t> </a:t>
            </a:r>
            <a:r>
              <a:rPr lang="en-US" dirty="0" err="1"/>
              <a:t>ajratib</a:t>
            </a:r>
            <a:r>
              <a:rPr lang="en-US" dirty="0"/>
              <a:t> </a:t>
            </a:r>
            <a:r>
              <a:rPr lang="en-US" dirty="0" err="1"/>
              <a:t>olishga</a:t>
            </a:r>
            <a:r>
              <a:rPr lang="en-US" dirty="0"/>
              <a:t> </a:t>
            </a:r>
            <a:r>
              <a:rPr lang="en-US" dirty="0" err="1"/>
              <a:t>xarakat</a:t>
            </a:r>
            <a:r>
              <a:rPr lang="en-US" dirty="0"/>
              <a:t> </a:t>
            </a:r>
            <a:r>
              <a:rPr lang="en-US" dirty="0" err="1"/>
              <a:t>qiladi</a:t>
            </a:r>
            <a:r>
              <a:rPr lang="en-US" dirty="0"/>
              <a:t>(yes </a:t>
            </a:r>
            <a:r>
              <a:rPr lang="en-US" dirty="0" err="1"/>
              <a:t>yoki</a:t>
            </a:r>
            <a:r>
              <a:rPr lang="en-US" dirty="0"/>
              <a:t> no)</a:t>
            </a:r>
          </a:p>
          <a:p>
            <a:pPr lvl="3"/>
            <a:r>
              <a:rPr lang="en-US" dirty="0"/>
              <a:t>Example: </a:t>
            </a:r>
            <a:r>
              <a:rPr lang="en-US" dirty="0" err="1"/>
              <a:t>Nechta</a:t>
            </a:r>
            <a:r>
              <a:rPr lang="en-US" dirty="0"/>
              <a:t> class </a:t>
            </a:r>
            <a:r>
              <a:rPr lang="en-US" dirty="0" err="1"/>
              <a:t>bolsa</a:t>
            </a:r>
            <a:r>
              <a:rPr lang="en-US" dirty="0"/>
              <a:t> </a:t>
            </a:r>
            <a:r>
              <a:rPr lang="en-US" dirty="0" err="1"/>
              <a:t>shuncha</a:t>
            </a:r>
            <a:r>
              <a:rPr lang="en-US" dirty="0"/>
              <a:t> </a:t>
            </a:r>
            <a:r>
              <a:rPr lang="en-US" dirty="0" err="1"/>
              <a:t>modellarni</a:t>
            </a:r>
            <a:r>
              <a:rPr lang="en-US" dirty="0"/>
              <a:t> train </a:t>
            </a:r>
            <a:r>
              <a:rPr lang="en-US" dirty="0" err="1"/>
              <a:t>qilamiz</a:t>
            </a:r>
            <a:endParaRPr lang="en-US" dirty="0"/>
          </a:p>
          <a:p>
            <a:pPr lvl="2"/>
            <a:r>
              <a:rPr lang="en-US" dirty="0"/>
              <a:t>One-vs-One(</a:t>
            </a:r>
            <a:r>
              <a:rPr lang="en-US" dirty="0" err="1"/>
              <a:t>OvO</a:t>
            </a:r>
            <a:r>
              <a:rPr lang="en-US" dirty="0"/>
              <a:t>)</a:t>
            </a:r>
          </a:p>
          <a:p>
            <a:pPr lvl="3"/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model </a:t>
            </a:r>
            <a:r>
              <a:rPr lang="en-US" dirty="0" err="1"/>
              <a:t>bitta</a:t>
            </a:r>
            <a:r>
              <a:rPr lang="en-US" dirty="0"/>
              <a:t> </a:t>
            </a:r>
            <a:r>
              <a:rPr lang="en-US" dirty="0" err="1"/>
              <a:t>classni</a:t>
            </a:r>
            <a:r>
              <a:rPr lang="en-US" dirty="0"/>
              <a:t> keying class bn </a:t>
            </a:r>
            <a:r>
              <a:rPr lang="en-US" dirty="0" err="1"/>
              <a:t>taqqoslab</a:t>
            </a:r>
            <a:r>
              <a:rPr lang="en-US" dirty="0"/>
              <a:t> </a:t>
            </a:r>
            <a:r>
              <a:rPr lang="en-US" dirty="0" err="1"/>
              <a:t>o’rganadi</a:t>
            </a:r>
            <a:endParaRPr lang="en-US" dirty="0"/>
          </a:p>
          <a:p>
            <a:pPr lvl="3"/>
            <a:r>
              <a:rPr lang="en-US" dirty="0"/>
              <a:t>Example: n(n-1)/2=&gt; 4(4-1)/2=6ta </a:t>
            </a:r>
            <a:r>
              <a:rPr lang="en-US" dirty="0" err="1"/>
              <a:t>modellar</a:t>
            </a:r>
            <a:r>
              <a:rPr lang="en-US" dirty="0"/>
              <a:t> train </a:t>
            </a:r>
            <a:r>
              <a:rPr lang="en-US" dirty="0" err="1"/>
              <a:t>qilinadi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496EFE-4C1E-CB0F-B1CB-A83AEF99E1EE}"/>
                  </a:ext>
                </a:extLst>
              </p14:cNvPr>
              <p14:cNvContentPartPr/>
              <p14:nvPr/>
            </p14:nvContentPartPr>
            <p14:xfrm>
              <a:off x="1973160" y="2194200"/>
              <a:ext cx="5959080" cy="1060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496EFE-4C1E-CB0F-B1CB-A83AEF99E1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3800" y="2184840"/>
                <a:ext cx="5977800" cy="107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255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C59D6-155B-C0FD-B9BF-1E5096C82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C405-1216-D58E-0081-0CFDCB7DF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Max-iterations(</a:t>
            </a:r>
            <a:r>
              <a:rPr lang="en-US" b="1" dirty="0" err="1"/>
              <a:t>parametr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6733438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7B41-7337-FD15-825F-C45E39D2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Max-iterations(</a:t>
            </a:r>
            <a:r>
              <a:rPr lang="en-US" dirty="0" err="1"/>
              <a:t>parametr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3EFE7-4406-F620-7287-F8608A833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19" y="1332689"/>
            <a:ext cx="3735421" cy="4844274"/>
          </a:xfrm>
        </p:spPr>
        <p:txBody>
          <a:bodyPr/>
          <a:lstStyle/>
          <a:p>
            <a:r>
              <a:rPr lang="en-US" dirty="0" err="1"/>
              <a:t>Manzilga</a:t>
            </a:r>
            <a:r>
              <a:rPr lang="en-US" dirty="0"/>
              <a:t> </a:t>
            </a:r>
            <a:r>
              <a:rPr lang="en-US" dirty="0" err="1"/>
              <a:t>qadamma</a:t>
            </a:r>
            <a:r>
              <a:rPr lang="en-US" dirty="0"/>
              <a:t> </a:t>
            </a:r>
            <a:r>
              <a:rPr lang="en-US" dirty="0" err="1"/>
              <a:t>qadam</a:t>
            </a:r>
            <a:r>
              <a:rPr lang="en-US" dirty="0"/>
              <a:t> boorish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qadam</a:t>
            </a:r>
            <a:r>
              <a:rPr lang="en-US" dirty="0"/>
              <a:t>-&gt; best solution</a:t>
            </a:r>
          </a:p>
          <a:p>
            <a:r>
              <a:rPr lang="en-US" dirty="0" err="1"/>
              <a:t>Bazida</a:t>
            </a:r>
            <a:r>
              <a:rPr lang="en-US" dirty="0"/>
              <a:t> oz </a:t>
            </a:r>
            <a:r>
              <a:rPr lang="en-US" dirty="0" err="1"/>
              <a:t>bazida</a:t>
            </a:r>
            <a:r>
              <a:rPr lang="en-US" dirty="0"/>
              <a:t> kop </a:t>
            </a:r>
            <a:r>
              <a:rPr lang="en-US" dirty="0" err="1"/>
              <a:t>qadam</a:t>
            </a:r>
            <a:r>
              <a:rPr lang="en-US" dirty="0"/>
              <a:t> kk </a:t>
            </a:r>
            <a:r>
              <a:rPr lang="en-US" dirty="0" err="1"/>
              <a:t>boladi</a:t>
            </a:r>
            <a:endParaRPr lang="en-US" dirty="0"/>
          </a:p>
          <a:p>
            <a:r>
              <a:rPr lang="en-US" dirty="0"/>
              <a:t>Algorithms:</a:t>
            </a:r>
          </a:p>
          <a:p>
            <a:pPr lvl="1"/>
            <a:r>
              <a:rPr lang="en-US" dirty="0"/>
              <a:t>Linear</a:t>
            </a:r>
          </a:p>
          <a:p>
            <a:pPr lvl="1"/>
            <a:r>
              <a:rPr lang="en-US" dirty="0"/>
              <a:t>DL</a:t>
            </a:r>
          </a:p>
          <a:p>
            <a:pPr lvl="1"/>
            <a:r>
              <a:rPr lang="en-US" dirty="0"/>
              <a:t>Clustering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2" name="Picture 4" descr="Average and maximum number of iterations used by the iterative... |  Download Scientific Diagram">
            <a:extLst>
              <a:ext uri="{FF2B5EF4-FFF2-40B4-BE49-F238E27FC236}">
                <a16:creationId xmlns:a16="http://schemas.microsoft.com/office/drawing/2014/main" id="{0B967272-2F7A-E9BC-028B-7B48D64E0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816" y="1408586"/>
            <a:ext cx="6590287" cy="322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2EA6CE1-CE3B-41F8-9BAE-B69906290433}"/>
                  </a:ext>
                </a:extLst>
              </p14:cNvPr>
              <p14:cNvContentPartPr/>
              <p14:nvPr/>
            </p14:nvContentPartPr>
            <p14:xfrm>
              <a:off x="1236240" y="1272240"/>
              <a:ext cx="10259280" cy="477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2EA6CE1-CE3B-41F8-9BAE-B699062904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6880" y="1262880"/>
                <a:ext cx="10278000" cy="479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235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872FA-E7E5-5132-A6A6-D16D7942F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BDA2-E88F-0D41-0102-66577A1CD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Multi-class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1976966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72BF5-AFF7-3BAA-E211-7DDAD1416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2BF2-5286-A356-988D-67697D9C5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Project 5</a:t>
            </a:r>
          </a:p>
        </p:txBody>
      </p:sp>
    </p:spTree>
    <p:extLst>
      <p:ext uri="{BB962C8B-B14F-4D97-AF65-F5344CB8AC3E}">
        <p14:creationId xmlns:p14="http://schemas.microsoft.com/office/powerpoint/2010/main" val="696157823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496A5-180B-1C89-8A90-5046EEE6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53133-57D3-727E-37DE-ECDCAB1C1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talablar</a:t>
            </a:r>
            <a:r>
              <a:rPr lang="en-US" dirty="0"/>
              <a:t>:</a:t>
            </a:r>
          </a:p>
          <a:p>
            <a:r>
              <a:rPr lang="en-US" dirty="0"/>
              <a:t>Modular Programming</a:t>
            </a:r>
          </a:p>
          <a:p>
            <a:r>
              <a:rPr lang="en-US" dirty="0"/>
              <a:t>Data Extraction(</a:t>
            </a:r>
            <a:r>
              <a:rPr lang="en-US" dirty="0" err="1"/>
              <a:t>kamida</a:t>
            </a:r>
            <a:r>
              <a:rPr lang="en-US" dirty="0"/>
              <a:t> 2mingta </a:t>
            </a:r>
            <a:r>
              <a:rPr lang="en-US" dirty="0" err="1"/>
              <a:t>datarow</a:t>
            </a:r>
            <a:r>
              <a:rPr lang="en-US" dirty="0"/>
              <a:t>)</a:t>
            </a:r>
          </a:p>
          <a:p>
            <a:r>
              <a:rPr lang="en-US" dirty="0"/>
              <a:t>Multi-class classification(</a:t>
            </a:r>
            <a:r>
              <a:rPr lang="en-US" dirty="0" err="1"/>
              <a:t>OvR</a:t>
            </a:r>
            <a:r>
              <a:rPr lang="en-US" dirty="0"/>
              <a:t> vs </a:t>
            </a:r>
            <a:r>
              <a:rPr lang="en-US" dirty="0" err="1"/>
              <a:t>OvO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091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697C8-9CA1-6AB8-A18A-B0A4CE73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C8F4-6516-82BD-E423-E71C91662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06530942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AD62-68B7-861D-15D9-2A95BBD21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17835-B835-2D5D-2FBA-38FEDDB63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1-dars </a:t>
            </a:r>
            <a:r>
              <a:rPr lang="en-US" dirty="0" err="1"/>
              <a:t>uchun</a:t>
            </a:r>
            <a:r>
              <a:rPr lang="en-US" dirty="0"/>
              <a:t> report </a:t>
            </a:r>
            <a:r>
              <a:rPr lang="en-US" dirty="0" err="1"/>
              <a:t>yozing</a:t>
            </a:r>
            <a:endParaRPr lang="en-US" dirty="0"/>
          </a:p>
          <a:p>
            <a:r>
              <a:rPr lang="en-US" dirty="0"/>
              <a:t>Project 5  </a:t>
            </a:r>
            <a:r>
              <a:rPr lang="en-US" dirty="0" err="1"/>
              <a:t>uchun</a:t>
            </a:r>
            <a:r>
              <a:rPr lang="en-US" dirty="0"/>
              <a:t> Data Extraction </a:t>
            </a:r>
            <a:r>
              <a:rPr lang="en-US" dirty="0" err="1"/>
              <a:t>qiling</a:t>
            </a:r>
            <a:r>
              <a:rPr lang="en-US" dirty="0"/>
              <a:t>(2000mingta)</a:t>
            </a:r>
          </a:p>
          <a:p>
            <a:r>
              <a:rPr lang="en-US" dirty="0"/>
              <a:t>Modular Structure(git bash, </a:t>
            </a:r>
            <a:r>
              <a:rPr lang="en-US" dirty="0" err="1"/>
              <a:t>local,vis</a:t>
            </a:r>
            <a:r>
              <a:rPr lang="en-US" dirty="0"/>
              <a:t> code, </a:t>
            </a:r>
            <a:r>
              <a:rPr lang="en-US" dirty="0" err="1"/>
              <a:t>github,venv</a:t>
            </a:r>
            <a:r>
              <a:rPr lang="en-US" dirty="0"/>
              <a:t>, folders) </a:t>
            </a:r>
            <a:r>
              <a:rPr lang="en-US" dirty="0" err="1"/>
              <a:t>tayyorlang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1E5CA9-CA30-1B28-EEF4-238D2DAEB5F0}"/>
                  </a:ext>
                </a:extLst>
              </p14:cNvPr>
              <p14:cNvContentPartPr/>
              <p14:nvPr/>
            </p14:nvContentPartPr>
            <p14:xfrm>
              <a:off x="1005480" y="1708200"/>
              <a:ext cx="8932320" cy="1750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1E5CA9-CA30-1B28-EEF4-238D2DAEB5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6120" y="1698840"/>
                <a:ext cx="8951040" cy="176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1077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2816</TotalTime>
  <Words>709</Words>
  <Application>Microsoft Office PowerPoint</Application>
  <PresentationFormat>Widescreen</PresentationFormat>
  <Paragraphs>162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Wingdings</vt:lpstr>
      <vt:lpstr>Office Theme</vt:lpstr>
      <vt:lpstr>1-dars(2-oy)</vt:lpstr>
      <vt:lpstr>Bugun</vt:lpstr>
      <vt:lpstr>1-oy taxlili</vt:lpstr>
      <vt:lpstr>1-oy taxlili </vt:lpstr>
      <vt:lpstr>2-oy plan</vt:lpstr>
      <vt:lpstr>2-oy plan</vt:lpstr>
      <vt:lpstr>Talablar</vt:lpstr>
      <vt:lpstr>Talablar</vt:lpstr>
      <vt:lpstr>Multi-class classification</vt:lpstr>
      <vt:lpstr>Multi-class classification </vt:lpstr>
      <vt:lpstr>Multi-class classification </vt:lpstr>
      <vt:lpstr>Multi-class classification </vt:lpstr>
      <vt:lpstr>Binary Classification vs Multi-class classification  </vt:lpstr>
      <vt:lpstr>Multi-class classification </vt:lpstr>
      <vt:lpstr>Multi-class classification </vt:lpstr>
      <vt:lpstr>Multi-class classification </vt:lpstr>
      <vt:lpstr>Multi-class classification </vt:lpstr>
      <vt:lpstr>Multi-class classification </vt:lpstr>
      <vt:lpstr>Multi-class classification </vt:lpstr>
      <vt:lpstr>Multi-class classification </vt:lpstr>
      <vt:lpstr>Multi-class classification </vt:lpstr>
      <vt:lpstr>Max-iterations(parametr)</vt:lpstr>
      <vt:lpstr>Max-iterations(parametr) </vt:lpstr>
      <vt:lpstr>Multi-class amaliy</vt:lpstr>
      <vt:lpstr>Project 5</vt:lpstr>
      <vt:lpstr>Project 5</vt:lpstr>
      <vt:lpstr>Vazifa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6</cp:revision>
  <dcterms:created xsi:type="dcterms:W3CDTF">2025-10-14T08:20:55Z</dcterms:created>
  <dcterms:modified xsi:type="dcterms:W3CDTF">2025-10-21T12:20:28Z</dcterms:modified>
</cp:coreProperties>
</file>