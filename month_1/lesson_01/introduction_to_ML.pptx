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LESSON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Machine Learning is, the four types of ML, and a deep dive into Supervised Learning — with regression, classification, and a runnable example.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Full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AI where a system learns patterns from data and improves at a task — without being explicitly programmed with fixed rules for every case.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D9E8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404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Data  → 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the exact logic the program should follow for every case.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377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2404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Output  → 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discovers the underlying logic itself by finding patterns in examples.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83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computer program is said to </a:t>
            </a:r>
            <a:pPr indent="0" marL="0">
              <a:lnSpc>
                <a:spcPct val="130000"/>
              </a:lnSpc>
              <a:buNone/>
            </a:pPr>
            <a:r>
              <a:rPr lang="en-US" sz="13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experience E, with respect to task T and performance measure P, if its performance on T improves with experience E.”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Tom Mitchell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Machine Learning?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earns its place when the alternative — hand-written rules — breaks down.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too complex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Handwriting, speech, spam — no fixed rule set captures the pattern.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keep changing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154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tactics, market prices, and spam techniques shift constantly.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7880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subtle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across thousands of data points humans wouldn't notice.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17880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beats manual review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5166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or decisions made far faster than any human could evaluate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Machine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mainly by whether — and how much — labeled data is available.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78608" cy="3977640"/>
          </a:xfrm>
          <a:prstGeom prst="roundRect">
            <a:avLst>
              <a:gd name="adj" fmla="val 2837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54864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341071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 (input + correct output)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41655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output for new inputs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537667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prediction, spam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46704" y="1874520"/>
            <a:ext cx="2578608" cy="3977640"/>
          </a:xfrm>
          <a:prstGeom prst="roundRect">
            <a:avLst>
              <a:gd name="adj" fmla="val 2837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529584" y="24231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529584" y="3017520"/>
            <a:ext cx="54864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320040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9584" y="341071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 (inputs only)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9584" y="420624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9584" y="441655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hidden structure / groups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9584" y="516636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9584" y="537667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segmentation, anomaly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1874520"/>
            <a:ext cx="2578608" cy="3977640"/>
          </a:xfrm>
          <a:prstGeom prst="roundRect">
            <a:avLst>
              <a:gd name="adj" fmla="val 283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24231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Semi-Supervised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327648" y="3017520"/>
            <a:ext cx="54864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20040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27648" y="341071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labeled + a lot unlabeled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420624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27648" y="441655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efficiently when labels are costly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27648" y="516636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27648" y="537667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with few labeled scans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42832" y="1874520"/>
            <a:ext cx="2578608" cy="3977640"/>
          </a:xfrm>
          <a:prstGeom prst="roundRect">
            <a:avLst>
              <a:gd name="adj" fmla="val 2837"/>
            </a:avLst>
          </a:prstGeom>
          <a:solidFill>
            <a:srgbClr val="3F7CAC"/>
          </a:solidFill>
          <a:ln/>
        </p:spPr>
      </p:sp>
      <p:sp>
        <p:nvSpPr>
          <p:cNvPr id="34" name="Text 32"/>
          <p:cNvSpPr/>
          <p:nvPr/>
        </p:nvSpPr>
        <p:spPr>
          <a:xfrm>
            <a:off x="9125712" y="24231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125712" y="3017520"/>
            <a:ext cx="54864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5712" y="320040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25712" y="341071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acting in an environment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25712" y="420624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25712" y="441655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policy that maximizes reward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125712" y="5166360"/>
            <a:ext cx="2212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25712" y="537667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agents, robotics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— The Core Idea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example pairs input features (X) with a known correct output (y). The model learns a function f so that f(X) ≈ y, then predicts y for brand-new inputs.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789920" cy="50292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mileage_km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965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motor_power_kw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(label)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0789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468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$24,288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0789920" cy="502920"/>
          </a:xfrm>
          <a:prstGeom prst="rect">
            <a:avLst/>
          </a:prstGeom>
          <a:solidFill>
            <a:srgbClr val="D9E8E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971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2971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$8,787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10789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74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3474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3474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3474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$2,914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80360" y="4663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291840" y="46634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23560" y="4663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035040" y="46634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f(X)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66760" y="4663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778240" y="46634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0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Data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Flavors of Supervised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what kind of thing you're predicting.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continuous numeric value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used car's price — $2,914, $8,787, $24,288 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Decision Tree · Random Forest · Gradient Boosting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5212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MSE · RMSE · R²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17804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category or discrete label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34290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car is electric (0 / 1) — binary classification.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4343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Decision Tree · Random Forest · KNN · SVM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5212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 · ROC-AUC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Supervised Learning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steps, from raw labeled data to a deployed prediction.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labeled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98548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189988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89988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48456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3739896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9896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8364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289804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89804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(fit)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39712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98180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620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89620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 iterate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48088" y="196596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939528" y="20756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939528" y="24688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(X) paired with correct outputs (y).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98548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to learn from, test set to check on — e.g. 80/20.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48456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or classification, matched to the data.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8364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adjusts parameters to minimize error.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48272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on the unseen test set.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98180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hyperparameters, features, or the algorithm.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48088" y="3657600"/>
            <a:ext cx="1417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trained model on new, real-world data.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D9E8ED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559552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 matters: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only on training data lets a model appear great by simply memorizing it (</a:t>
            </a:r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 held-out test set gives an honest read on real-world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in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for both flavors: labeled data in → fit() → predict() → measure.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789920" cy="2788920"/>
          </a:xfrm>
          <a:prstGeom prst="roundRect">
            <a:avLst>
              <a:gd name="adj" fmla="val 2623"/>
            </a:avLst>
          </a:prstGeom>
          <a:solidFill>
            <a:srgbClr val="1016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05740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057400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y, test_size=0.2)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RandomForestRegressor(n_estimators=200, random_state=42)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        # learn from labeled examples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model.predict(X_test)  # predict on unseen data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print("MAE:", mean_absolute_error(y_test, predictions))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print("R2 :", r2_score(y_test, predictions))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price — a number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→ continuous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8920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53492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is_electric — a category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5760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→ class label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Cheat Sheet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7589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Feature(s) / X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14600" y="160020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variables used to make a prediction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257800" cy="758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Target / 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14600" y="246888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output the model is trying to predict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257800" cy="7589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14600" y="333756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to teach the model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257800" cy="758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14600" y="420624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to evaluate the model, unseen during training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5257800" cy="7589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0" y="160020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function that maps inputs to outputs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468880"/>
            <a:ext cx="5257800" cy="758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46888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0" y="246888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data but fails to generalize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3337560"/>
            <a:ext cx="5257800" cy="7589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33756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0" y="333756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 to capture the real pattern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4206240"/>
            <a:ext cx="5257800" cy="758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206240"/>
            <a:ext cx="1737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46720" y="4206240"/>
            <a:ext cx="3108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where the target is a continuous number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3949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clustering and dimensionality reduction, working without labeled data.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2026-08-09T17:20:36Z</dcterms:created>
  <dcterms:modified xsi:type="dcterms:W3CDTF">2026-08-09T17:20:36Z</dcterms:modified>
</cp:coreProperties>
</file>