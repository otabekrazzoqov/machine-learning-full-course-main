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5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5T10:13:00.7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7894 10115 163 0,'-5'-10'78'0,"2"-2"-39"0,1-4-3 15,4 1-12-15,1 2-6 0,3 0 0 0,-2-2-1 0,3 1 1 0,0 0-1 16,1 2-3-16,1 0-3 0,-1 2-2 0,1 1-2 0,-1 2 3 16,-2 1 1-16,0 1 1 0,1 1 2 0,-1 0 2 0,0 2 2 0,1-2 2 15,0 1 2-15,2 0 0 0,0-1-3 0,1 1-3 0,1-1-2 0,2 1-5 16,1-1-3-16,0 0 1 0,4-1-1 0,3 0 3 0,1-1 5 0,3-1 2 15,5 0 2-15,-1-2 4 0,4 0 0 0,2-1 2 0,-1 0-4 16,5-1 0-16,-1 0 0 0,2-1 4 0,0 1 1 0,0 0 7 0,2 2 6 16,-1 1 6-16,0 1 10 0,1 1-3 0,1 0 0 0,-1 1 0 15,2 0-5-15,2 2 0 0,0 0-1 0,3 0-10 0,-1 1-2 0,2 0-2 16,1 1-8-16,0 1 4 0,0 1-7 0,0 0-2 0,2 0-6 0,0 1-7 16,1 0-1-16,-1 1-5 0,-2 1 3 0,2 0 0 0,-3 1 1 15,0-1 1-15,0 2-3 0,-1-1-2 0,-2 1 0 0,-1 2-2 0,0 1 0 16,-2 1 3-16,-3 3-3 0,-1 0 2 0,0 3 2 0,-4 1-2 15,0 1 2-15,-4 0-1 0,-2 4 3 0,0 1 0 0,-2 2 0 0,-5 2 2 16,0 1 0-16,-5 4-1 0,-1-2-1 0,-4 1-3 0,-1-1-2 0,-1 1 8 16,-4-3 4-16,2 1 3 0,-3-1 1 0,0 0-9 0,-1-2 1 15,-2 2 1-15,-1 0-2 0,-3 1 6 0,-1 4-5 0,-3-1-1 0,-2 1-1 16,-1 1 0-16,-2-3-2 0,-3 2-2 0,-2 0 1 0,-4 1-7 16,-3 0-3-16,-5-1-7 0,-3-2-3 0,-4 1 1 0,-1-2 5 0,-6 0 8 15,-2-2-2-15,-4 1 1 0,-5-3 0 0,-2 0-1 0,-4-3 4 0,-1 0 1 16,-4-2 1-16,-2-3-3 0,-2 0 3 0,-1-3-3 0,-1-1-2 0,-1-3 2 15,0-3 3-15,0-2 6 0,2-2 6 0,2-4 9 0,1-1 9 16,3-2 8-16,1-2 1 0,3-2 3 0,2-3-5 0,3-1-1 0,2-1-3 16,2-1-9-16,1 0-3 0,1 0-3 0,0-2-2 0,3-1 0 15,2-2 0-15,0-1-9 0,0-3-5 0,2-1 0 0,2-3-2 0,4-1-2 16,2-3 0-16,1 0-1 0,4-1-11 0,1-4-3 0,4 0-5 0,5-3-14 16,0-2-12-16,4 1-27 0,1-2-74 0,3-6-65 0,2-2-35 15,2-3-15-15,2-2 28 0,1 3 40 0,3 1 46 0,0 2-91 0</inkml:trace>
  <inkml:trace contextRef="#ctx0" brushRef="#br0" timeOffset="16500.3">10866 7257 126 0,'-8'-1'28'0,"0"0"-2"0,-3-1 0 0,3 2-2 15,1 0-2-15,0 1-3 0,1 0 3 0,0-1-6 0,1 1-2 16,2 0-3-16,0-1-4 0,1 1-4 0,1 0-2 0,1-1-1 0,1 1-1 15,0 1 1-15,2-2 1 0,2 1-1 0,0-1 0 0,1 0 0 16,1-1 0-16,0 0 0 0,2-1 0 0,0 0 1 0,1-1-3 0,0 0 3 16,1 0-1-16,-1 0 0 0,0 1 3 0,1 0-2 0,-1-1 2 0,-1 2 1 15,0 0 1-15,-1 0 3 0,-2 1 6 0,1 0 4 0,1 0 6 16,-1 0 4-16,-1 0 4 0,2 2 2 0,0-1 3 0,0 1 1 0,0 0-3 16,1 1 1-16,1-1-2 0,2 2-2 0,0-1 0 0,2 1-3 15,1-1-3-15,3 0-1 0,0 0 0 0,2 0-4 0,1 0-2 0,2-1-1 16,2 0-4-16,2-1-3 0,0 0-1 0,2 0-5 0,2 1 1 0,0 0 3 15,0 0-4-15,2 1 2 0,-1 0-3 0,3 0-3 0,1 0 3 16,1 0-1-16,-1 1 1 0,-2 1 0 0,1 0-3 0,-1 0-1 0,1 0 3 16,-1 0 0-16,2 0 0 0,-1-1 0 0,1-1-3 0,0 1 2 0,-1-2 1 15,2 0 4-15,-1-1 1 0,0-2-4 0,1-1 4 0,0-1 1 16,1-2 1-16,-1 0 6 0,0-2-3 0,-2 0 2 0,0 0-1 0,1-1-4 16,-3-2 4-16,2 0-2 0,-2-4-2 0,-1 1 2 0,1-1 0 0,-2-1 0 15,1 0 0-15,-1-1-2 0,0-1 1 0,-2 0-3 0,0-3 2 16,-3-1 1-16,1-1-4 0,1 0 1 0,-3 0-8 0,-1 0-2 0,-3-1 6 15,-1 1 4-15,-1 0 6 0,-2 0 2 0,-2 0-2 0,0-3-4 0,-2 0 0 16,1 0-5-16,-4-1 5 0,2 1-1 0,-1-1-1 0,-2 0 2 16,0-2-5-16,-1-2 1 0,-2 0 1 0,-2-3-1 0,0 0-2 0,-2 2-1 15,0-1 0-15,-3 0 2 0,0 0-1 0,-3 0-6 0,-1-1-2 0,-3 3 2 16,-3 0 0-16,-3 0 3 0,-3 0 2 0,-1 1-3 0,-5 0-3 16,-2 3-1-16,-2 0 4 0,-6 2-4 0,-2 3 1 0,-5-1 2 15,-3 3-6-15,-2 2 5 0,-3-1 2 0,-1 1-3 0,-4 1 4 0,-2 2-1 16,-1 1 2-16,-2 3-1 0,-2 1-5 0,-3 3-2 0,-4 1 0 0,0 2-3 15,-4 2 3-15,-2 1-1 0,-1 3 5 0,-3 1 4 0,2 0-1 0,-3 2 6 16,1 2 0-16,0 2 2 0,1 3 4 0,-1 1-2 0,1 5 2 16,0 2 4-16,2 2-2 0,1 3 0 0,0 2-2 0,1 3-3 0,5 2 1 15,1 4-5-15,4 2 0 0,6 2-3 0,1 1 3 0,5 2 0 16,5 2-5-16,2 4 1 0,6-1-8 0,4 2 1 0,4-1-4 0,3 0-7 16,6-1-7-16,3-5-12 0,2-1-28 0,6-2-58 0,3-1-75 0,5-4-60 15,4 0-13-15,3-5 60 0,5 0-88 0</inkml:trace>
  <inkml:trace contextRef="#ctx0" brushRef="#br0" timeOffset="23716.77">7376 8194 170 0,'-1'-6'126'0,"1"1"-106"0,3 1 14 0,2 3-8 0,1 2-4 15,2 1 2-15,2 1-5 0,1 1-1 0,2 0-3 0,1 1-3 0,0 1-7 16,1 0-3-16,0 1-2 0,1 2 2 0,0 1 1 0,0 2 1 16,0 0 0-16,1 0-1 0,1 0-1 0,0-1 1 0,1 1-1 0,0 1-1 15,-1-1 3-15,1 0-4 0,-1 1 1 0,0-1-1 0,2 1 3 16,2-1 3-16,1-1 5 0,2 1 4 0,-1-1 4 0,0 0 2 0,0-1-3 16,0-1 3-16,3 0-1 0,1-1-2 0,0 0 2 0,3-1 0 15,0 0 0-15,1-1 2 0,2-2 0 0,1-3 5 0,3-2 3 0,3-3 2 16,1-3 0-16,5-2-4 0,1-2-2 0,2 0-4 0,1-2 0 0,0-1-6 15,0-2-1-15,2 0-4 0,-2 0 1 0,0-2-3 0,-3-1-3 0,0-1 0 16,0-1-2-16,-5 1 1 0,0 0-2 0,-1 0 0 0,-3 1 7 16,-2-1 2-16,0 2 3 0,-3-2-3 0,-1-1-3 0,-2 2-2 0,0-2 0 15,-1 1 2-15,0-1-3 0,-3 0 0 0,-1-1 1 0,-2 2-1 16,-2 0 0-16,0-1 0 0,-4 0 0 0,-1-1-3 0,-2 0 1 0,-3-3-3 16,-2 1 2-16,-1 1-1 0,-3 0 0 0,-3 0-1 0,-4-1 2 0,-4-1-4 15,-4 1 0-15,-2-3-4 0,-6 1-7 0,-4 0 3 0,-5 0 2 16,-6 3 3-16,-5-3 5 0,-5 3-1 0,-3-2-3 0,-3 1 3 0,-3 3 3 15,-4-2-1-15,-2 0 2 0,-4 4-1 0,-2-1 2 0,1 2 5 16,0 2 1-16,-2-1 4 0,2 2 2 0,2 2-1 0,0 2 3 0,3 0-4 16,0 2-2-16,0 3-2 0,2 2-2 0,2 3-5 0,0 2 2 0,0 4-2 15,-2 2 0-15,-1 2 1 0,-2 3-2 0,-2 1 0 0,0 3-3 16,-3 2 2-16,-1 0 1 0,-3 3-2 0,0 2-1 0,1 1 6 0,1 1-2 16,2 2 2-16,1 0 0 0,2 2-2 0,2-2-7 0,3 3 3 15,3-2 6-15,4 2-2 0,2 1 5 0,6 2-2 0,3-1-3 0,3 1-2 16,5-2-1-16,6 2 3 0,3 0-1 0,6-1-2 0,5 1 1 0,2-2-5 15,5-2 1-15,5-1-3 0,4-3-2 0,4 0 0 0,4-3-2 16,4-1-2-16,5-3 4 0,1-2-1 0,4 1 2 0,1-2 0 0,4-3-6 16,0-1-6-16,2-3-6 0,1 0-15 0,2 1-25 0,2-1-32 0,-2 0-33 15,0-1-38-15,1-1-24 0,0-1-1 0,3-1 28 0,1 1-77 16</inkml:trace>
  <inkml:trace contextRef="#ctx0" brushRef="#br0" timeOffset="27217.1">10733 8259 392 0,'-3'-5'29'0,"1"-1"-10"16,2 0-6-16,4 3 2 0,1 0-1 0,2 1 5 0,3 0-2 16,0 0-1-16,0 0 0 0,3 0-3 0,0 0 0 0,1 1-1 0,1 1 3 15,1 1 0-15,2 2-1 0,1 0-2 0,0 3-4 0,2-1 2 0,-1 4 0 16,-2 0 0-16,1 2-2 0,-1 0 0 0,0 2-1 0,-1 1-1 15,1 0 1-15,1 1-3 0,-1 1-2 0,2 1 3 0,0 0-3 0,-1-3 1 16,2 1 1-16,1-1 0 0,0 0 2 0,2-1 3 0,-1 1 5 16,2-1 1-16,1 0 5 0,0 0 5 0,2-1 2 0,-1 0 7 0,2-1 3 15,-1-2 6-15,2-2 6 0,1-1 1 0,1-3 5 0,1 0 0 0,1-1 1 16,-2-1-5-16,2-1-8 0,-1-2-9 0,1 0-8 0,2-2-9 16,-2-1-6-16,2-1-5 0,-2-2-4 0,0-1-1 0,-2 1 1 0,1-2-2 15,-3 3-3-15,-1-2 1 0,-2 1-2 0,0 0 4 0,-2 0-2 0,2-1 0 16,-2 0 3-16,0-1-2 0,-1-2 3 0,-1 0-2 0,0-1 1 15,-1 0 0-15,-1 1 3 0,1-2-1 0,-2-1 0 0,1-1-2 0,0 1-2 16,-2-2 1-16,-1 0 1 0,1-1 1 0,-3-1-2 0,-1 0 10 0,0-1-3 16,-2 0 1-16,-2-1 4 0,-1-2-6 0,-2 1 0 0,-2-1-1 15,0 0-1-15,-3 1-1 0,-1-2-3 0,-2 1 5 0,-2 0-7 0,-4-1-2 16,-2 2-1-16,-4-3-4 0,-4 3 5 0,-3-1-2 0,-3 1 4 16,-5 3 3-16,-3-1-1 0,-3 1 5 0,-2 1 3 0,-4-1 4 0,-1 1 4 15,-3-1-3-15,-3 3 0 0,-1 0-5 0,-2 0-8 0,0 2-1 0,-2-1-4 16,0 1 6-16,0 0 4 0,0 1 6 0,-2 3 3 0,0 0-8 15,-2 1 1-15,0-1-3 0,0 1 1 0,-1 0 4 0,0 0-2 0,3 3 2 16,-2-1-4-16,0 2-2 0,0 2 3 0,0 1-1 0,-1 3-1 0,2 2-2 16,1 1 0-16,-2 3-4 0,0 0 1 0,2 4-1 0,0 2-11 15,2 1-16-15,3 0-29 0,1-1-61 0,3 3-40 0,2 2-49 0,2 0-42 16,2-1-4-16,4 1 42 0,2 2-78 0</inkml:trace>
  <inkml:trace contextRef="#ctx0" brushRef="#br0" timeOffset="33933.31">13256 7993 292 0,'8'-2'91'0,"2"1"-35"16,3 1-23-16,-2 3-2 0,-1 1 1 0,0 1-3 0,0 1-6 15,1 2-4-15,1 2-8 0,-1 0-5 0,0 2 1 0,-2 1-4 0,0 3 0 16,2 0-1-16,-1 1-4 0,2 1 2 0,1 0 1 0,0-2-1 16,2 1 3-16,0 0-2 0,3-2-2 0,-1-1-2 0,2 0 3 0,2 0 2 15,0 0 1-15,3-2 3 0,1 2 1 0,0-2 0 0,2 1 4 0,-1-1 1 16,1-1 2-16,0 1 6 0,1-1 7 0,0 0 6 0,1-1 8 16,1 0 4-16,-2-3 7 0,2 0 6 0,0-1 7 0,0-1 3 0,2-1 3 15,1-1-2-15,-1 1-5 0,0-2-6 0,0 1-4 0,-1-1-8 0,2 0-4 16,-1 0-4-16,2-2-4 0,0 0-3 0,2-1-1 0,0-1-6 15,1-1-2-15,2 0-1 0,0-1-6 0,1 0-2 0,0-1-5 0,1 0-1 16,1-1-1-16,1-1 1 0,-2 0 1 0,1-2-2 0,1-1 0 16,-1-1-1-16,0 0 0 0,1-1-5 0,-1 0 0 0,0-1 2 0,0-2-2 15,-1 0 2-15,-2-1-2 0,-1 0 7 0,-2-1 5 0,-2-1-1 0,-1 1 3 16,-1-3-6-16,-1-1 0 0,-3 0 1 0,-4-2-3 0,-1-1 1 16,-2 1 0-16,-1-2 2 0,-2 0-3 0,-2-1 1 0,-2-1 1 0,-2-3-1 15,-2-1 2-15,-2 0 4 0,-1-1-9 0,-3 0 1 0,-3 1-2 0,-2-2-1 16,-4 2 3-16,-3-1 1 0,-3 1-2 0,-3 0 6 0,-3 2-1 15,-3-2 1-15,-3 2 0 0,-1-2-6 0,-4 1 0 0,-1 0-1 0,-3 2 3 16,-3-1-3-16,-1 2-5 0,-2 1 4 0,-1-2-2 0,-1 2-5 16,-2 0 0-16,-3 1 5 0,-1 3-9 0,-2 2 2 0,-1 2 5 0,-2 0-10 15,-2 1 8-15,-1 2 0 0,-5 1-2 0,1 0 1 0,-3 1 1 0,-1 1 1 16,1 1-1-16,-3 0-3 0,1 1-1 0,-2 1-2 0,-1 0 0 16,0 2 5-16,-1 1 3 0,1 3-3 0,-3 1 5 0,0 3 4 0,1 3-1 15,0 2 8-15,1 3 7 0,2 1 2 0,1 4 4 0,2 1 4 0,3 4 3 16,3 2 5-16,1 3 4 0,7 3-4 0,4 1-8 0,2 4-4 15,4 2-11-15,5 3-7 0,3 2-3 0,4 1-6 0,2 3-4 0,5 2-8 16,3 3-16-16,3 1-29 0,5 1-46 0,3-1-100 0,5 0-145 16,6-2-165-16,6-2-69 0</inkml:trace>
  <inkml:trace contextRef="#ctx0" brushRef="#br0" timeOffset="53252.29">12036 9430 158 0,'-21'-4'96'16,"-2"0"-65"-16,-2 0 8 0,6 2-1 0,6 1-3 0,3 0-9 0,3 0-5 15,0-1-6-15,2 1-4 0,1-1-4 0,1 0-7 0,0 2-4 0,2-1-8 16,0 2-4-16,0-1-1 0,2 2 6 0,0 0 4 0,1 1 4 0,1 0 3 16,0 1 0-16,0 0 1 0,2 1 2 0,-1-1 0 0,2 2 5 15,-1 1 1-15,2 0 5 0,1 1 4 0,1 0 3 0,2 0 4 0,2 0 3 16,2 0 5-16,2-1 8 0,4 0 8 0,0 0 9 0,4 1 3 16,5 0-3-16,3-1-6 0,5-1-7 0,4-1-6 0,3-1-1 0,2-2-3 15,4-1 2-15,4-1-4 0,2-1 1 0,1-1 4 0,1-3 0 0,0 0-1 16,3-2 0-16,0 1-5 0,-1-3 0 0,1 3-2 0,-3-1 1 15,1-1-1-15,-1 1-6 0,0-1-5 0,0-1-6 0,-2-1 1 0,1 1-1 16,0-1-4-16,-1 1-3 0,0 1-5 0,-1-1-1 0,-2 0 1 16,0 0 0-16,0-1-1 0,1 0 0 0,0-1 3 0,-1-2-3 0,0 0 5 15,-2 1 1-15,-2 0-2 0,0 0 3 0,-1-1-2 0,-4 0 0 0,-3-1 3 16,-2 1-1-16,0 0 3 0,-4-2 3 0,-1 1-2 0,-4-2 3 16,-1 1 1-16,-4-1 2 0,-2 0 4 0,-1 1 5 0,-2 0 4 0,-1 0 1 15,-2 0-1-15,-3-1-1 0,-2 2 2 0,-1-3-1 0,-3 0 0 0,-2 0-5 16,-2 1-4-16,-4-1-3 0,-1 1-4 0,-1 0-7 0,-4-2-5 15,-2-1-9-15,-3 0 1 0,-3 1-4 0,-4-2-7 0,-3 0-2 0,-7-1-18 16,-3-2-6-16,-5 0 1 0,-3 0-3 0,-4 0 12 0,-6 2 7 16,-2-3 11-16,-2 0 13 0,-2 2 3 0,-4-3 11 0,0 2 6 0,0-2 0 15,0 1 9-15,2 2 5 0,1 1 2 0,2 1 2 0,2 3-2 0,1 0-7 16,2 0-8-16,2 2-10 0,1 3-7 0,2-1-2 0,-1 3-2 16,-2 2-4-16,1 2 2 0,-2 3-5 0,0 1 1 0,-2 3 1 0,-4 2-2 15,-1 1 0-15,-1 3 4 0,-2 1-2 0,0 2 1 0,-1 2 4 0,0 0-4 16,1 2 5-16,-1 2-2 0,2 1 4 0,3 0-3 0,0 3 3 15,4 0 3-15,2 2-2 0,1 2-1 0,3 0-2 0,3 0-4 0,2 1 3 16,3 0 2-16,2 2 0 0,2-1-3 0,4 3-1 0,2-1 2 16,6 2 0-16,1 1 3 0,5-3-4 0,2 1-2 0,5-1 6 0,2 0 1 15,5 1 2-15,2 0 4 0,4-1-8 0,3 0 4 0,3-1-1 0,4 0-3 16,4-2 0-16,5 3-3 0,2-2 0 0,4-2-1 0,-1 0 4 16,3-5-7-16,2 1-13 0,2-2-34 0,1 0-59 0,2-3-69 0,1 1-81 15,0-1-61-15,0 0-19 0,2-4 84 0,1 1-47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246A2-52E6-0DC9-7FA2-C2CBCFFEF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1B98A-5DCB-7CEC-B4B3-95EF408EA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FD498-E4D5-EF00-8F68-5DC84D079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324-30BF-4A05-8C10-C16C70629E3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7A56C-AF1F-9F7A-CB80-A3A70DCD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E1FB9-257F-69A2-44C2-6E044726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7B11-7F51-45BC-B1B2-DA610366C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15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B1799-1609-0BCC-2B85-958B9E493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9465D-3417-11F7-E732-49A62BE52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E35DA-9CCE-DA87-F088-925F8CA58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324-30BF-4A05-8C10-C16C70629E3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EB642-5763-4E19-127A-4F8659DEC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701AB-021F-E649-8B8B-DC506664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7B11-7F51-45BC-B1B2-DA610366C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1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030DC-A9F6-C9ED-00D7-543A5D078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31D2D-B22A-BEF0-4DED-AA52709C5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4FB6C-C532-C40C-6123-8B6A3669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324-30BF-4A05-8C10-C16C70629E3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6A52A-8F37-0B64-D860-4E2B18760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2A1D1-BD4E-A831-0554-D2914491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7B11-7F51-45BC-B1B2-DA610366C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6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1CFB-C5DD-5667-FC3E-90351F7C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5E73F-9D25-A960-91E3-4CA91638FB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F73D8-A889-23F6-AB22-D164D983C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EBD0E-126C-7330-0D62-DDDC1C12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324-30BF-4A05-8C10-C16C70629E3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75C8D-8261-1537-64CC-13C854532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A1CA2-8C62-66EB-5A13-4F83B303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7B11-7F51-45BC-B1B2-DA610366C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90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0DC8B-DF26-860C-23A4-95FCF519F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E34F1-C68A-98FA-83EF-6F120F07C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A24BB-4BF0-E6BA-8795-D76842369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E60D5D-8780-071E-4EBE-46E5FFE34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4D5D4A-C69F-2CDA-F14C-F2A647D52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E14DCD-F797-4F70-8B53-35548B893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324-30BF-4A05-8C10-C16C70629E3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C40312-B50E-D427-203D-5C3F8491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31249-AC7A-9084-F1B0-31D00DCF1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7B11-7F51-45BC-B1B2-DA610366C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5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AC28-E0E3-6E5C-410A-140D4BF91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CD932B-BA1F-597A-0107-A9840B37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324-30BF-4A05-8C10-C16C70629E3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BDD76-1D46-A7C1-F8CD-338D5273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65145-51BC-1061-7DDF-17EA71664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7B11-7F51-45BC-B1B2-DA610366C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9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C6793E-129A-2545-27E9-78BDD072C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324-30BF-4A05-8C10-C16C70629E3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FCE068-1E17-C2C6-2F2B-E169331C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98BD5-E606-C59D-C905-30578E8F1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7B11-7F51-45BC-B1B2-DA610366C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84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D51F4-40B9-5CDF-1801-14EB5FAB3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490F-9C7B-D406-12AD-A489A3816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C8BBB-3DEB-475F-EF43-1DF44DB24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2610F-9D5D-D33A-DDDF-844B997FF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324-30BF-4A05-8C10-C16C70629E3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4233F-0281-CA91-150C-37BEF3DEF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E33F-CD3A-6B5B-1CA4-CD27850C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7B11-7F51-45BC-B1B2-DA610366C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79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2AEC-4FC1-71A5-C92E-D2D5F274B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83AF7-6798-3988-0E76-08B28F6734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E1D3B-82E9-C402-7AFF-2D8B6D126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4C065-3A52-5663-E4EE-CA0E6FCCC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324-30BF-4A05-8C10-C16C70629E3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4FF58-CC34-562A-E53B-08B9C6717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C9908-0D10-C03E-5ADA-1EDB79B35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7B11-7F51-45BC-B1B2-DA610366C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03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E7F5B-5269-67AC-65AB-5A151EE55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88451C-6AD8-CD20-6E82-BC7F747C5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16F11-B23E-4409-C758-663E7E553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324-30BF-4A05-8C10-C16C70629E3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84382-C082-ADF6-8480-4AD2C324A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CF92E-9DA5-9F7A-25E5-3CFDA250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7B11-7F51-45BC-B1B2-DA610366C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59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BAE16-2075-1A84-789E-18CECF4B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87269-3967-1E89-BA14-2D6E4F94A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27510-7799-E9DA-05E5-ABB0A201B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324-30BF-4A05-8C10-C16C70629E3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45CE5-4D3B-E7FD-2FF0-2CA18730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DA460-67F2-0728-BED6-A992909E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37B11-7F51-45BC-B1B2-DA610366C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5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4546F1-83B7-A3F9-500C-3474B0D70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58398-5937-E2CF-2915-9395287E5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17DBA-CDDF-434D-4201-615BFB29F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01324-30BF-4A05-8C10-C16C70629E3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FD8A4-222B-1ED2-6DDA-02F00C81BE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99DDC-1CE6-7DF1-2192-FA8614B42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37B11-7F51-45BC-B1B2-DA610366C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6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137FC-413E-AC2B-0617-181E209B9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843" y="447472"/>
            <a:ext cx="10055157" cy="3062491"/>
          </a:xfrm>
        </p:spPr>
        <p:txBody>
          <a:bodyPr/>
          <a:lstStyle/>
          <a:p>
            <a:r>
              <a:rPr lang="en-US" dirty="0" err="1"/>
              <a:t>Oraliq</a:t>
            </a:r>
            <a:r>
              <a:rPr lang="en-US" dirty="0"/>
              <a:t> </a:t>
            </a:r>
            <a:r>
              <a:rPr lang="en-US" dirty="0" err="1"/>
              <a:t>imtixon</a:t>
            </a:r>
            <a:r>
              <a:rPr lang="en-US" dirty="0"/>
              <a:t>(Fundamentals)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6D6C27-6F72-2618-C378-B6DDF26C7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0860" y="4727642"/>
            <a:ext cx="9627140" cy="530157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290607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7B58-CB76-E7F0-56D2-C7FE5F12B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Oraliq</a:t>
            </a:r>
            <a:r>
              <a:rPr lang="en-US" dirty="0"/>
              <a:t> </a:t>
            </a:r>
            <a:r>
              <a:rPr lang="en-US" dirty="0" err="1"/>
              <a:t>imtixon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A0C24-DDCD-F1D7-079F-A7CA6545B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Yo’nalishlar</a:t>
            </a:r>
            <a:endParaRPr lang="en-US" dirty="0"/>
          </a:p>
          <a:p>
            <a:pPr lvl="1"/>
            <a:r>
              <a:rPr lang="en-US" dirty="0" err="1"/>
              <a:t>Og’zaki</a:t>
            </a:r>
            <a:r>
              <a:rPr lang="en-US" dirty="0"/>
              <a:t>(1 </a:t>
            </a:r>
            <a:r>
              <a:rPr lang="en-US" dirty="0" err="1"/>
              <a:t>minut</a:t>
            </a:r>
            <a:r>
              <a:rPr lang="en-US" dirty="0"/>
              <a:t>)-15ball</a:t>
            </a:r>
          </a:p>
          <a:p>
            <a:pPr lvl="1"/>
            <a:r>
              <a:rPr lang="en-US" dirty="0"/>
              <a:t>Python Coding( 4minut)-15ball</a:t>
            </a:r>
          </a:p>
          <a:p>
            <a:pPr lvl="1"/>
            <a:r>
              <a:rPr lang="en-US" dirty="0"/>
              <a:t>ML Coding(4 </a:t>
            </a:r>
            <a:r>
              <a:rPr lang="en-US" dirty="0" err="1"/>
              <a:t>minut</a:t>
            </a:r>
            <a:r>
              <a:rPr lang="en-US" dirty="0"/>
              <a:t>)—20ball</a:t>
            </a:r>
          </a:p>
          <a:p>
            <a:pPr lvl="1"/>
            <a:r>
              <a:rPr lang="en-US" dirty="0"/>
              <a:t>Jami ball: 50 ball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34BA49-14A8-B17D-2790-37DF7D031F35}"/>
                  </a:ext>
                </a:extLst>
              </p14:cNvPr>
              <p14:cNvContentPartPr/>
              <p14:nvPr/>
            </p14:nvContentPartPr>
            <p14:xfrm>
              <a:off x="2459520" y="2144160"/>
              <a:ext cx="3148560" cy="1851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34BA49-14A8-B17D-2790-37DF7D031F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50160" y="2134800"/>
                <a:ext cx="3167280" cy="187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0841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9F7F6-8DB7-E791-062C-5B52E7BE3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 err="1"/>
              <a:t>Og’zaki</a:t>
            </a:r>
            <a:r>
              <a:rPr lang="en-US" dirty="0"/>
              <a:t> </a:t>
            </a:r>
            <a:r>
              <a:rPr lang="en-US" dirty="0" err="1"/>
              <a:t>savollar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80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24521-8609-A8A8-4439-BB501CB0F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CC4A-B76B-1BF6-85EC-BCFA3E28F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1. Supervised ML </a:t>
            </a:r>
            <a:r>
              <a:rPr lang="en-US" dirty="0" err="1"/>
              <a:t>nima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turlarga</a:t>
            </a:r>
            <a:r>
              <a:rPr lang="en-US" dirty="0"/>
              <a:t> </a:t>
            </a:r>
            <a:r>
              <a:rPr lang="en-US" dirty="0" err="1"/>
              <a:t>bo’linadi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94702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7CE5B-51F9-3A8F-62A4-F075A1FB0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C585-3A85-A933-ED39-678687222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2. Data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bo’lishi</a:t>
            </a:r>
            <a:r>
              <a:rPr lang="en-US" dirty="0"/>
              <a:t> </a:t>
            </a:r>
            <a:r>
              <a:rPr lang="en-US" dirty="0" err="1"/>
              <a:t>kerak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20469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C605A-2AE6-CACC-4049-ACEEF2C2D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FA00-2C3F-01DF-0D0B-9536A80A6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3. Data Preprocessing </a:t>
            </a:r>
            <a:r>
              <a:rPr lang="en-US" dirty="0" err="1"/>
              <a:t>nima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49486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56F21-1AFF-0C4F-1A8D-E0DFACE2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AD59-898C-A07C-0588-1F14AF765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4. Mean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Modeni</a:t>
            </a:r>
            <a:r>
              <a:rPr lang="en-US" dirty="0"/>
              <a:t> </a:t>
            </a:r>
            <a:r>
              <a:rPr lang="en-US" dirty="0" err="1"/>
              <a:t>farqi</a:t>
            </a:r>
            <a:r>
              <a:rPr lang="en-US" dirty="0"/>
              <a:t> </a:t>
            </a:r>
            <a:r>
              <a:rPr lang="en-US" dirty="0" err="1"/>
              <a:t>nimada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02512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F3711-AD1B-681B-4332-8E372B282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2B8F-A86C-2C3F-11DD-0EB9D31FC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5. Regression </a:t>
            </a:r>
            <a:r>
              <a:rPr lang="en-US" dirty="0" err="1"/>
              <a:t>va</a:t>
            </a:r>
            <a:r>
              <a:rPr lang="en-US" dirty="0"/>
              <a:t> Classification </a:t>
            </a:r>
            <a:r>
              <a:rPr lang="en-US" dirty="0" err="1"/>
              <a:t>nima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ularga</a:t>
            </a:r>
            <a:r>
              <a:rPr lang="en-US" dirty="0"/>
              <a:t>  idea </a:t>
            </a:r>
            <a:r>
              <a:rPr lang="en-US" dirty="0" err="1"/>
              <a:t>ayting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41789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BE098-46FF-CF38-1FB0-B1A00BCAF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186C-A366-AA2D-A16F-A8D5274C3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6. </a:t>
            </a:r>
            <a:r>
              <a:rPr lang="en-US" dirty="0" err="1"/>
              <a:t>Tushurib</a:t>
            </a:r>
            <a:r>
              <a:rPr lang="en-US" dirty="0"/>
              <a:t> </a:t>
            </a:r>
            <a:r>
              <a:rPr lang="en-US" dirty="0" err="1"/>
              <a:t>qoldilgan</a:t>
            </a:r>
            <a:r>
              <a:rPr lang="en-US" dirty="0"/>
              <a:t> </a:t>
            </a:r>
            <a:r>
              <a:rPr lang="en-US" dirty="0" err="1"/>
              <a:t>qiymatlarni</a:t>
            </a:r>
            <a:r>
              <a:rPr lang="en-US" dirty="0"/>
              <a:t> </a:t>
            </a:r>
            <a:r>
              <a:rPr lang="en-US" dirty="0" err="1"/>
              <a:t>to’ldirish</a:t>
            </a:r>
            <a:r>
              <a:rPr lang="en-US" dirty="0"/>
              <a:t> </a:t>
            </a:r>
            <a:r>
              <a:rPr lang="en-US" dirty="0" err="1"/>
              <a:t>usullari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ular</a:t>
            </a:r>
            <a:r>
              <a:rPr lang="en-US" dirty="0"/>
              <a:t>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ishlaydi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18677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14C49-823B-E146-16AC-C8624AAC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8014-3E7F-52BB-8D26-196EC5CBB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7. ML </a:t>
            </a:r>
            <a:r>
              <a:rPr lang="en-US" dirty="0" err="1"/>
              <a:t>va</a:t>
            </a:r>
            <a:r>
              <a:rPr lang="en-US" dirty="0"/>
              <a:t> AI da </a:t>
            </a: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muhim</a:t>
            </a:r>
            <a:r>
              <a:rPr lang="en-US" dirty="0"/>
              <a:t> element?</a:t>
            </a:r>
          </a:p>
        </p:txBody>
      </p:sp>
    </p:spTree>
    <p:extLst>
      <p:ext uri="{BB962C8B-B14F-4D97-AF65-F5344CB8AC3E}">
        <p14:creationId xmlns:p14="http://schemas.microsoft.com/office/powerpoint/2010/main" val="4277889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1F52C-5489-F598-BAD0-400010656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72E11-6322-425F-7566-6A8F38171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8. Median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ishlaydi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516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998DA-4A02-A2ED-DFE5-13F3B3FDF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4FA8C-86B0-C608-9079-848CF2E8A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Python coding(2-minut)</a:t>
            </a:r>
          </a:p>
        </p:txBody>
      </p:sp>
    </p:spTree>
    <p:extLst>
      <p:ext uri="{BB962C8B-B14F-4D97-AF65-F5344CB8AC3E}">
        <p14:creationId xmlns:p14="http://schemas.microsoft.com/office/powerpoint/2010/main" val="3980452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C9A5C-0A83-66AD-9E33-D9129BEC7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64091-65FF-09B2-9C2B-FC78E663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1. Agar </a:t>
            </a:r>
            <a:r>
              <a:rPr lang="en-US" dirty="0" err="1"/>
              <a:t>berilgan</a:t>
            </a:r>
            <a:r>
              <a:rPr lang="en-US" dirty="0"/>
              <a:t> son 2 ga </a:t>
            </a:r>
            <a:r>
              <a:rPr lang="en-US" dirty="0" err="1"/>
              <a:t>bo’linsa</a:t>
            </a:r>
            <a:r>
              <a:rPr lang="en-US" dirty="0"/>
              <a:t>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aks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 </a:t>
            </a:r>
            <a:r>
              <a:rPr lang="en-US" dirty="0" err="1"/>
              <a:t>yomon</a:t>
            </a:r>
            <a:r>
              <a:rPr lang="en-US" dirty="0"/>
              <a:t> </a:t>
            </a:r>
            <a:r>
              <a:rPr lang="en-US" dirty="0" err="1"/>
              <a:t>degan</a:t>
            </a:r>
            <a:r>
              <a:rPr lang="en-US" dirty="0"/>
              <a:t> </a:t>
            </a:r>
            <a:r>
              <a:rPr lang="en-US" dirty="0" err="1"/>
              <a:t>sozni</a:t>
            </a:r>
            <a:r>
              <a:rPr lang="en-US" dirty="0"/>
              <a:t> </a:t>
            </a:r>
            <a:r>
              <a:rPr lang="en-US" dirty="0" err="1"/>
              <a:t>ekrang</a:t>
            </a:r>
            <a:r>
              <a:rPr lang="en-US" dirty="0"/>
              <a:t> </a:t>
            </a:r>
            <a:r>
              <a:rPr lang="en-US" dirty="0" err="1"/>
              <a:t>chiqaring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71796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A3D81-8226-9E4E-C82C-B749CF372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8A78-F797-BB07-28AC-068211F6A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2. Agar </a:t>
            </a:r>
            <a:r>
              <a:rPr lang="en-US" dirty="0" err="1"/>
              <a:t>berilgan</a:t>
            </a:r>
            <a:r>
              <a:rPr lang="en-US" dirty="0"/>
              <a:t> son </a:t>
            </a:r>
            <a:r>
              <a:rPr lang="en-US" dirty="0" err="1"/>
              <a:t>musbat</a:t>
            </a:r>
            <a:r>
              <a:rPr lang="en-US" dirty="0"/>
              <a:t> </a:t>
            </a:r>
            <a:r>
              <a:rPr lang="en-US" dirty="0" err="1"/>
              <a:t>bo’lsa</a:t>
            </a:r>
            <a:r>
              <a:rPr lang="en-US" dirty="0"/>
              <a:t>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aks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 </a:t>
            </a:r>
            <a:r>
              <a:rPr lang="en-US" dirty="0" err="1"/>
              <a:t>yomon</a:t>
            </a:r>
            <a:r>
              <a:rPr lang="en-US" dirty="0"/>
              <a:t> </a:t>
            </a:r>
            <a:r>
              <a:rPr lang="en-US" dirty="0" err="1"/>
              <a:t>degan</a:t>
            </a:r>
            <a:r>
              <a:rPr lang="en-US" dirty="0"/>
              <a:t> </a:t>
            </a:r>
            <a:r>
              <a:rPr lang="en-US" dirty="0" err="1"/>
              <a:t>sozni</a:t>
            </a:r>
            <a:r>
              <a:rPr lang="en-US" dirty="0"/>
              <a:t> </a:t>
            </a:r>
            <a:r>
              <a:rPr lang="en-US" dirty="0" err="1"/>
              <a:t>ekrang</a:t>
            </a:r>
            <a:r>
              <a:rPr lang="en-US" dirty="0"/>
              <a:t> </a:t>
            </a:r>
            <a:r>
              <a:rPr lang="en-US" dirty="0" err="1"/>
              <a:t>chiqaring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7461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7D035-DCBF-0639-2E85-1D05E06C4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D6AA-BB82-F7D0-B637-D7878D5D7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3. Agar </a:t>
            </a:r>
            <a:r>
              <a:rPr lang="en-US" dirty="0" err="1"/>
              <a:t>berilgan</a:t>
            </a:r>
            <a:r>
              <a:rPr lang="en-US" dirty="0"/>
              <a:t> 5 ga </a:t>
            </a:r>
            <a:r>
              <a:rPr lang="en-US" dirty="0" err="1"/>
              <a:t>va</a:t>
            </a:r>
            <a:r>
              <a:rPr lang="en-US" dirty="0"/>
              <a:t> 3 ga </a:t>
            </a:r>
            <a:r>
              <a:rPr lang="en-US" dirty="0" err="1"/>
              <a:t>bolinsa</a:t>
            </a:r>
            <a:r>
              <a:rPr lang="en-US" dirty="0"/>
              <a:t>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aks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 </a:t>
            </a:r>
            <a:r>
              <a:rPr lang="en-US" dirty="0" err="1"/>
              <a:t>yomon</a:t>
            </a:r>
            <a:r>
              <a:rPr lang="en-US" dirty="0"/>
              <a:t> </a:t>
            </a:r>
            <a:r>
              <a:rPr lang="en-US" dirty="0" err="1"/>
              <a:t>degan</a:t>
            </a:r>
            <a:r>
              <a:rPr lang="en-US" dirty="0"/>
              <a:t> </a:t>
            </a:r>
            <a:r>
              <a:rPr lang="en-US" dirty="0" err="1"/>
              <a:t>sozni</a:t>
            </a:r>
            <a:r>
              <a:rPr lang="en-US" dirty="0"/>
              <a:t> </a:t>
            </a:r>
            <a:r>
              <a:rPr lang="en-US" dirty="0" err="1"/>
              <a:t>ekrang</a:t>
            </a:r>
            <a:r>
              <a:rPr lang="en-US" dirty="0"/>
              <a:t> </a:t>
            </a:r>
            <a:r>
              <a:rPr lang="en-US" dirty="0" err="1"/>
              <a:t>chiqaring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55712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0E5ED-DD6A-9CE2-41E4-8A2C4F582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A0650-9A45-43E2-74C1-1684EB72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4. Agar </a:t>
            </a:r>
            <a:r>
              <a:rPr lang="en-US" dirty="0" err="1"/>
              <a:t>berilgan</a:t>
            </a:r>
            <a:r>
              <a:rPr lang="en-US" dirty="0"/>
              <a:t> </a:t>
            </a:r>
            <a:r>
              <a:rPr lang="en-US" dirty="0" err="1"/>
              <a:t>so’zning</a:t>
            </a:r>
            <a:r>
              <a:rPr lang="en-US" dirty="0"/>
              <a:t> bosh </a:t>
            </a:r>
            <a:r>
              <a:rPr lang="en-US" dirty="0" err="1"/>
              <a:t>xarfi</a:t>
            </a:r>
            <a:r>
              <a:rPr lang="en-US" dirty="0"/>
              <a:t> ‘a’ </a:t>
            </a:r>
            <a:r>
              <a:rPr lang="en-US" dirty="0" err="1"/>
              <a:t>bolsa</a:t>
            </a:r>
            <a:r>
              <a:rPr lang="en-US" dirty="0"/>
              <a:t>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aks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 </a:t>
            </a:r>
            <a:r>
              <a:rPr lang="en-US" dirty="0" err="1"/>
              <a:t>yomon</a:t>
            </a:r>
            <a:r>
              <a:rPr lang="en-US" dirty="0"/>
              <a:t> </a:t>
            </a:r>
            <a:r>
              <a:rPr lang="en-US" dirty="0" err="1"/>
              <a:t>degan</a:t>
            </a:r>
            <a:r>
              <a:rPr lang="en-US" dirty="0"/>
              <a:t> </a:t>
            </a:r>
            <a:r>
              <a:rPr lang="en-US" dirty="0" err="1"/>
              <a:t>sozni</a:t>
            </a:r>
            <a:r>
              <a:rPr lang="en-US" dirty="0"/>
              <a:t> </a:t>
            </a:r>
            <a:r>
              <a:rPr lang="en-US" dirty="0" err="1"/>
              <a:t>ekrang</a:t>
            </a:r>
            <a:r>
              <a:rPr lang="en-US" dirty="0"/>
              <a:t> </a:t>
            </a:r>
            <a:r>
              <a:rPr lang="en-US" dirty="0" err="1"/>
              <a:t>chiqaring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4864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C33D1-1DF9-93A3-F7CC-9AF57F10D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346E-5320-352B-B3F1-3CD74814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5. Agar </a:t>
            </a:r>
            <a:r>
              <a:rPr lang="en-US" dirty="0" err="1"/>
              <a:t>berilgan</a:t>
            </a:r>
            <a:r>
              <a:rPr lang="en-US" dirty="0"/>
              <a:t> </a:t>
            </a:r>
            <a:r>
              <a:rPr lang="en-US" dirty="0" err="1"/>
              <a:t>so’zning</a:t>
            </a:r>
            <a:r>
              <a:rPr lang="en-US" dirty="0"/>
              <a:t> </a:t>
            </a:r>
            <a:r>
              <a:rPr lang="en-US" dirty="0" err="1"/>
              <a:t>oxirgi</a:t>
            </a:r>
            <a:r>
              <a:rPr lang="en-US" dirty="0"/>
              <a:t> </a:t>
            </a:r>
            <a:r>
              <a:rPr lang="en-US" dirty="0" err="1"/>
              <a:t>xarfi</a:t>
            </a:r>
            <a:r>
              <a:rPr lang="en-US" dirty="0"/>
              <a:t> ‘a’ </a:t>
            </a:r>
            <a:r>
              <a:rPr lang="en-US" dirty="0" err="1"/>
              <a:t>bolsa</a:t>
            </a:r>
            <a:r>
              <a:rPr lang="en-US" dirty="0"/>
              <a:t>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aks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 </a:t>
            </a:r>
            <a:r>
              <a:rPr lang="en-US" dirty="0" err="1"/>
              <a:t>yomon</a:t>
            </a:r>
            <a:r>
              <a:rPr lang="en-US" dirty="0"/>
              <a:t> </a:t>
            </a:r>
            <a:r>
              <a:rPr lang="en-US" dirty="0" err="1"/>
              <a:t>degan</a:t>
            </a:r>
            <a:r>
              <a:rPr lang="en-US" dirty="0"/>
              <a:t> </a:t>
            </a:r>
            <a:r>
              <a:rPr lang="en-US" dirty="0" err="1"/>
              <a:t>sozni</a:t>
            </a:r>
            <a:r>
              <a:rPr lang="en-US" dirty="0"/>
              <a:t> </a:t>
            </a:r>
            <a:r>
              <a:rPr lang="en-US" dirty="0" err="1"/>
              <a:t>ekrang</a:t>
            </a:r>
            <a:r>
              <a:rPr lang="en-US" dirty="0"/>
              <a:t> </a:t>
            </a:r>
            <a:r>
              <a:rPr lang="en-US" dirty="0" err="1"/>
              <a:t>chiqaring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3775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28BC3-FDF5-7875-7B7D-AEDEA0C82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9959-7DF3-7CF1-DC6D-44DA7A3E5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6. Agar </a:t>
            </a:r>
            <a:r>
              <a:rPr lang="en-US" dirty="0" err="1"/>
              <a:t>berilgan</a:t>
            </a:r>
            <a:r>
              <a:rPr lang="en-US" dirty="0"/>
              <a:t> </a:t>
            </a:r>
            <a:r>
              <a:rPr lang="en-US" dirty="0" err="1"/>
              <a:t>so’zning</a:t>
            </a:r>
            <a:r>
              <a:rPr lang="en-US" dirty="0"/>
              <a:t> bosh </a:t>
            </a:r>
            <a:r>
              <a:rPr lang="en-US" dirty="0" err="1"/>
              <a:t>xarfi</a:t>
            </a:r>
            <a:r>
              <a:rPr lang="en-US" dirty="0"/>
              <a:t> ‘b’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oxirgi</a:t>
            </a:r>
            <a:r>
              <a:rPr lang="en-US" dirty="0"/>
              <a:t> </a:t>
            </a:r>
            <a:r>
              <a:rPr lang="en-US" dirty="0" err="1"/>
              <a:t>xarfi</a:t>
            </a:r>
            <a:r>
              <a:rPr lang="en-US" dirty="0"/>
              <a:t> ‘a’ </a:t>
            </a:r>
            <a:r>
              <a:rPr lang="en-US" dirty="0" err="1"/>
              <a:t>bolsa</a:t>
            </a:r>
            <a:r>
              <a:rPr lang="en-US" dirty="0"/>
              <a:t>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aks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 </a:t>
            </a:r>
            <a:r>
              <a:rPr lang="en-US" dirty="0" err="1"/>
              <a:t>yomon</a:t>
            </a:r>
            <a:r>
              <a:rPr lang="en-US" dirty="0"/>
              <a:t> </a:t>
            </a:r>
            <a:r>
              <a:rPr lang="en-US" dirty="0" err="1"/>
              <a:t>degan</a:t>
            </a:r>
            <a:r>
              <a:rPr lang="en-US" dirty="0"/>
              <a:t> </a:t>
            </a:r>
            <a:r>
              <a:rPr lang="en-US" dirty="0" err="1"/>
              <a:t>sozni</a:t>
            </a:r>
            <a:r>
              <a:rPr lang="en-US" dirty="0"/>
              <a:t> </a:t>
            </a:r>
            <a:r>
              <a:rPr lang="en-US" dirty="0" err="1"/>
              <a:t>ekrang</a:t>
            </a:r>
            <a:r>
              <a:rPr lang="en-US" dirty="0"/>
              <a:t> </a:t>
            </a:r>
            <a:r>
              <a:rPr lang="en-US" dirty="0" err="1"/>
              <a:t>chiqaring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5771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801A5-6C5E-4FDC-8994-DFACFC4FA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95E3-3FFD-62BC-D4F7-177ACB84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7. </a:t>
            </a:r>
            <a:r>
              <a:rPr lang="en-US" dirty="0" err="1"/>
              <a:t>Berilgan</a:t>
            </a:r>
            <a:r>
              <a:rPr lang="en-US" dirty="0"/>
              <a:t> </a:t>
            </a:r>
            <a:r>
              <a:rPr lang="en-US" dirty="0" err="1"/>
              <a:t>sonning</a:t>
            </a:r>
            <a:r>
              <a:rPr lang="en-US" dirty="0"/>
              <a:t> </a:t>
            </a:r>
            <a:r>
              <a:rPr lang="en-US" dirty="0" err="1"/>
              <a:t>musbat</a:t>
            </a:r>
            <a:r>
              <a:rPr lang="en-US" dirty="0"/>
              <a:t> </a:t>
            </a:r>
            <a:r>
              <a:rPr lang="en-US" dirty="0" err="1"/>
              <a:t>ekanligini</a:t>
            </a:r>
            <a:r>
              <a:rPr lang="en-US" dirty="0"/>
              <a:t> </a:t>
            </a:r>
            <a:r>
              <a:rPr lang="en-US" dirty="0" err="1"/>
              <a:t>isbotlang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520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C3189-2363-074A-3227-4C5CDF3B4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7855F-3501-F5DE-FAEF-CFE99FC19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8. </a:t>
            </a:r>
            <a:r>
              <a:rPr lang="en-US" dirty="0" err="1"/>
              <a:t>Berilgan</a:t>
            </a:r>
            <a:r>
              <a:rPr lang="en-US" dirty="0"/>
              <a:t> </a:t>
            </a:r>
            <a:r>
              <a:rPr lang="en-US" dirty="0" err="1"/>
              <a:t>sonning</a:t>
            </a:r>
            <a:r>
              <a:rPr lang="en-US" dirty="0"/>
              <a:t> </a:t>
            </a:r>
            <a:r>
              <a:rPr lang="en-US" dirty="0" err="1"/>
              <a:t>manfiy</a:t>
            </a:r>
            <a:r>
              <a:rPr lang="en-US" dirty="0"/>
              <a:t> </a:t>
            </a:r>
            <a:r>
              <a:rPr lang="en-US" dirty="0" err="1"/>
              <a:t>ekanligini</a:t>
            </a:r>
            <a:r>
              <a:rPr lang="en-US" dirty="0"/>
              <a:t> </a:t>
            </a:r>
            <a:r>
              <a:rPr lang="en-US" dirty="0" err="1"/>
              <a:t>isbotlang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822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F9F2A-46C8-0342-9C96-EBD573D40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73E57-4954-27FB-A968-0EA340A9D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9. </a:t>
            </a:r>
            <a:r>
              <a:rPr lang="en-US" dirty="0" err="1"/>
              <a:t>Berilgan</a:t>
            </a:r>
            <a:r>
              <a:rPr lang="en-US" dirty="0"/>
              <a:t> </a:t>
            </a:r>
            <a:r>
              <a:rPr lang="en-US" dirty="0" err="1"/>
              <a:t>sonning</a:t>
            </a:r>
            <a:r>
              <a:rPr lang="en-US" dirty="0"/>
              <a:t> </a:t>
            </a:r>
            <a:r>
              <a:rPr lang="en-US" dirty="0" err="1"/>
              <a:t>nol</a:t>
            </a:r>
            <a:r>
              <a:rPr lang="en-US" dirty="0"/>
              <a:t> </a:t>
            </a:r>
            <a:r>
              <a:rPr lang="en-US" dirty="0" err="1"/>
              <a:t>ekanligini</a:t>
            </a:r>
            <a:r>
              <a:rPr lang="en-US" dirty="0"/>
              <a:t> </a:t>
            </a:r>
            <a:r>
              <a:rPr lang="en-US" dirty="0" err="1"/>
              <a:t>isbotlang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368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C31BD-6549-3BF7-20A1-F480A2097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3984-9589-D9C6-BC85-63C0136D7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10. </a:t>
            </a:r>
            <a:r>
              <a:rPr lang="en-US" dirty="0" err="1"/>
              <a:t>Berilgan</a:t>
            </a:r>
            <a:r>
              <a:rPr lang="en-US" dirty="0"/>
              <a:t> </a:t>
            </a:r>
            <a:r>
              <a:rPr lang="en-US" dirty="0" err="1"/>
              <a:t>sonning</a:t>
            </a:r>
            <a:r>
              <a:rPr lang="en-US" dirty="0"/>
              <a:t> 2 ga </a:t>
            </a:r>
            <a:r>
              <a:rPr lang="en-US" dirty="0" err="1"/>
              <a:t>bolinishini</a:t>
            </a:r>
            <a:r>
              <a:rPr lang="en-US" dirty="0"/>
              <a:t> </a:t>
            </a:r>
            <a:r>
              <a:rPr lang="en-US" dirty="0" err="1"/>
              <a:t>isbotlang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886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7D0A4-5C10-3BD9-C3FC-6DB0D5CB0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E42EA-5A76-07F3-DF7A-BEA789CA3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ML coding(4-minut)</a:t>
            </a:r>
          </a:p>
        </p:txBody>
      </p:sp>
    </p:spTree>
    <p:extLst>
      <p:ext uri="{BB962C8B-B14F-4D97-AF65-F5344CB8AC3E}">
        <p14:creationId xmlns:p14="http://schemas.microsoft.com/office/powerpoint/2010/main" val="3287025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169E0-1B46-740C-6AC3-1F3B14BA0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2599-8AEE-6DC8-337E-F61656C29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1. Mean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to’ldiring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198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CF5B6-4B51-7783-CDE1-FB75107A8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5D573-14A3-A298-46D1-5098768AF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2. Mode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to’ldiring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997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9A406-FB07-DF58-9098-AE3D0DE9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40F43-940C-3BF1-4A15-67A65AC1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3. Median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to’ldiring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5331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F21C2-046C-2CA6-DD0A-B2F378474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FB9EF-7ACB-7CBC-FF2A-0DB822B56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4. Fixed </a:t>
            </a:r>
            <a:r>
              <a:rPr lang="en-US" dirty="0" err="1"/>
              <a:t>qiymat</a:t>
            </a:r>
            <a:r>
              <a:rPr lang="en-US" dirty="0"/>
              <a:t> bn </a:t>
            </a:r>
            <a:r>
              <a:rPr lang="en-US" dirty="0" err="1"/>
              <a:t>to’ldiring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8371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6590F-3FE3-BDEC-D56D-C3608E9F2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62EF9-9D76-5168-40F5-C5EA007A4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5. </a:t>
            </a:r>
            <a:r>
              <a:rPr lang="en-US" dirty="0" err="1"/>
              <a:t>Istalgan</a:t>
            </a:r>
            <a:r>
              <a:rPr lang="en-US" dirty="0"/>
              <a:t> </a:t>
            </a:r>
            <a:r>
              <a:rPr lang="en-US" dirty="0" err="1"/>
              <a:t>ustunni</a:t>
            </a:r>
            <a:r>
              <a:rPr lang="en-US" dirty="0"/>
              <a:t> </a:t>
            </a:r>
            <a:r>
              <a:rPr lang="en-US" dirty="0" err="1"/>
              <a:t>tashlab</a:t>
            </a:r>
            <a:r>
              <a:rPr lang="en-US" dirty="0"/>
              <a:t> </a:t>
            </a:r>
            <a:r>
              <a:rPr lang="en-US" dirty="0" err="1"/>
              <a:t>yuboring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33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878FE-216E-AEB2-3C3F-240AEF3CA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1A853-F04C-DCDA-078F-4607523B0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6. </a:t>
            </a:r>
            <a:r>
              <a:rPr lang="en-US" dirty="0" err="1"/>
              <a:t>Qatorlar</a:t>
            </a:r>
            <a:r>
              <a:rPr lang="en-US" dirty="0"/>
              <a:t> </a:t>
            </a:r>
            <a:r>
              <a:rPr lang="en-US" dirty="0" err="1"/>
              <a:t>bo’yicha</a:t>
            </a:r>
            <a:r>
              <a:rPr lang="en-US" dirty="0"/>
              <a:t> </a:t>
            </a:r>
            <a:r>
              <a:rPr lang="en-US" dirty="0" err="1"/>
              <a:t>to’ldiring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518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328F7-EC95-F198-09F1-C4CAF32E1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99C72-05B5-E8E9-D73C-FEBA653C2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7. Mode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to’ldiring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8476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B5CE4-7ED0-A090-B732-5F957C00C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0912E-1E93-D931-574A-F84AC44E1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8. Median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to’ldiring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6194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A3050-54A9-5EE7-BCEC-B4F040E97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E8455-BD6C-3738-0A64-329FDFCFA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9. Mean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to’ldiring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3573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30EA2-9ED2-CC77-9AAB-064F970E6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706E-8931-A616-D435-E722E8653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960"/>
          </a:xfrm>
        </p:spPr>
        <p:txBody>
          <a:bodyPr/>
          <a:lstStyle/>
          <a:p>
            <a:pPr algn="ctr"/>
            <a:r>
              <a:rPr lang="en-US" dirty="0"/>
              <a:t>10. Mode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to’ldiring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831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1492</TotalTime>
  <Words>312</Words>
  <Application>Microsoft Office PowerPoint</Application>
  <PresentationFormat>Widescreen</PresentationFormat>
  <Paragraphs>39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Oraliq imtixon(Fundamentals)</vt:lpstr>
      <vt:lpstr>Oraliq imtixon</vt:lpstr>
      <vt:lpstr>Og’zaki savollar</vt:lpstr>
      <vt:lpstr>1. Supervised ML nima va  qanday turlarga bo’linadi?</vt:lpstr>
      <vt:lpstr>2. Data qanday bo’lishi kerak?</vt:lpstr>
      <vt:lpstr>3. Data Preprocessing nima?</vt:lpstr>
      <vt:lpstr>4. Mean va Modeni farqi nimada?</vt:lpstr>
      <vt:lpstr>5. Regression va Classification nima va ularga  idea ayting?</vt:lpstr>
      <vt:lpstr>6. Tushurib qoldilgan qiymatlarni to’ldirish usullari va ular qanday ishlaydi?</vt:lpstr>
      <vt:lpstr>7. ML va AI da eng muhim element?</vt:lpstr>
      <vt:lpstr>8. Median qanday ishlaydi?</vt:lpstr>
      <vt:lpstr>Python coding(2-minut)</vt:lpstr>
      <vt:lpstr>1. Agar berilgan son 2 ga bo’linsa yaxshi aks xolda yomon degan sozni ekrang chiqaring?</vt:lpstr>
      <vt:lpstr>2. Agar berilgan son musbat bo’lsa yaxshi aks xolda yomon degan sozni ekrang chiqaring?</vt:lpstr>
      <vt:lpstr>3. Agar berilgan 5 ga va 3 ga bolinsa yaxshi aks xolda yomon degan sozni ekrang chiqaring?</vt:lpstr>
      <vt:lpstr>4. Agar berilgan so’zning bosh xarfi ‘a’ bolsa yaxshi aks xolda yomon degan sozni ekrang chiqaring </vt:lpstr>
      <vt:lpstr>5. Agar berilgan so’zning oxirgi xarfi ‘a’ bolsa yaxshi aks xolda yomon degan sozni ekrang chiqaring </vt:lpstr>
      <vt:lpstr>6. Agar berilgan so’zning bosh xarfi ‘b’ va oxirgi xarfi ‘a’ bolsa yaxshi aks xolda yomon degan sozni ekrang chiqaring </vt:lpstr>
      <vt:lpstr>7. Berilgan sonning musbat ekanligini isbotlang</vt:lpstr>
      <vt:lpstr>8. Berilgan sonning manfiy ekanligini isbotlang</vt:lpstr>
      <vt:lpstr>9. Berilgan sonning nol ekanligini isbotlang</vt:lpstr>
      <vt:lpstr>10. Berilgan sonning 2 ga bolinishini isbotlang</vt:lpstr>
      <vt:lpstr>ML coding(4-minut)</vt:lpstr>
      <vt:lpstr>1. Mean orqali to’ldiring</vt:lpstr>
      <vt:lpstr>2. Mode orqali to’ldiring</vt:lpstr>
      <vt:lpstr>3. Median orqali to’ldiring</vt:lpstr>
      <vt:lpstr>4. Fixed qiymat bn to’ldiring</vt:lpstr>
      <vt:lpstr>5. Istalgan ustunni tashlab yuboring</vt:lpstr>
      <vt:lpstr>6. Qatorlar bo’yicha to’ldiring</vt:lpstr>
      <vt:lpstr>7. Mode orqali to’ldiring</vt:lpstr>
      <vt:lpstr>8. Median orqali to’ldiring</vt:lpstr>
      <vt:lpstr>9. Mean orqali to’ldiring</vt:lpstr>
      <vt:lpstr>10. Mode orqali to’ldiring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5</cp:revision>
  <dcterms:created xsi:type="dcterms:W3CDTF">2025-06-26T06:15:12Z</dcterms:created>
  <dcterms:modified xsi:type="dcterms:W3CDTF">2025-10-15T14:22:08Z</dcterms:modified>
</cp:coreProperties>
</file>