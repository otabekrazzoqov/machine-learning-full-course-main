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57" r:id="rId4"/>
    <p:sldId id="258" r:id="rId5"/>
    <p:sldId id="260" r:id="rId6"/>
    <p:sldId id="259" r:id="rId7"/>
    <p:sldId id="275" r:id="rId8"/>
    <p:sldId id="276" r:id="rId9"/>
    <p:sldId id="277" r:id="rId10"/>
    <p:sldId id="278" r:id="rId11"/>
    <p:sldId id="27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9D2799-8981-4A66-BD92-D6BF8B3B9296}" v="1" dt="2025-09-04T11:55:59.5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ronbek Malikov" userId="8ee0eb9faaf3663e" providerId="LiveId" clId="{E168BBCB-B3F2-46CC-B5CA-AAD8B95135CA}"/>
    <pc:docChg chg="modSld">
      <pc:chgData name="Davronbek Malikov" userId="8ee0eb9faaf3663e" providerId="LiveId" clId="{E168BBCB-B3F2-46CC-B5CA-AAD8B95135CA}" dt="2025-09-04T11:55:59.541" v="0"/>
      <pc:docMkLst>
        <pc:docMk/>
      </pc:docMkLst>
      <pc:sldChg chg="addSp">
        <pc:chgData name="Davronbek Malikov" userId="8ee0eb9faaf3663e" providerId="LiveId" clId="{E168BBCB-B3F2-46CC-B5CA-AAD8B95135CA}" dt="2025-09-04T11:55:59.541" v="0"/>
        <pc:sldMkLst>
          <pc:docMk/>
          <pc:sldMk cId="3649532880" sldId="256"/>
        </pc:sldMkLst>
        <pc:inkChg chg="add">
          <ac:chgData name="Davronbek Malikov" userId="8ee0eb9faaf3663e" providerId="LiveId" clId="{E168BBCB-B3F2-46CC-B5CA-AAD8B95135CA}" dt="2025-09-04T11:55:59.541" v="0"/>
          <ac:inkMkLst>
            <pc:docMk/>
            <pc:sldMk cId="3649532880" sldId="256"/>
            <ac:inkMk id="4" creationId="{8D795D4B-BFB8-C02D-EACB-061827FCC522}"/>
          </ac:inkMkLst>
        </pc:inkChg>
      </pc:sldChg>
      <pc:sldChg chg="addSp">
        <pc:chgData name="Davronbek Malikov" userId="8ee0eb9faaf3663e" providerId="LiveId" clId="{E168BBCB-B3F2-46CC-B5CA-AAD8B95135CA}" dt="2025-09-04T11:55:59.541" v="0"/>
        <pc:sldMkLst>
          <pc:docMk/>
          <pc:sldMk cId="3217753223" sldId="257"/>
        </pc:sldMkLst>
        <pc:inkChg chg="add">
          <ac:chgData name="Davronbek Malikov" userId="8ee0eb9faaf3663e" providerId="LiveId" clId="{E168BBCB-B3F2-46CC-B5CA-AAD8B95135CA}" dt="2025-09-04T11:55:59.541" v="0"/>
          <ac:inkMkLst>
            <pc:docMk/>
            <pc:sldMk cId="3217753223" sldId="257"/>
            <ac:inkMk id="5" creationId="{B3EDB76D-350F-33A9-3E46-5B613CEBC2E2}"/>
          </ac:inkMkLst>
        </pc:inkChg>
      </pc:sldChg>
      <pc:sldChg chg="addSp">
        <pc:chgData name="Davronbek Malikov" userId="8ee0eb9faaf3663e" providerId="LiveId" clId="{E168BBCB-B3F2-46CC-B5CA-AAD8B95135CA}" dt="2025-09-04T11:55:59.541" v="0"/>
        <pc:sldMkLst>
          <pc:docMk/>
          <pc:sldMk cId="561554829" sldId="274"/>
        </pc:sldMkLst>
        <pc:inkChg chg="add">
          <ac:chgData name="Davronbek Malikov" userId="8ee0eb9faaf3663e" providerId="LiveId" clId="{E168BBCB-B3F2-46CC-B5CA-AAD8B95135CA}" dt="2025-09-04T11:55:59.541" v="0"/>
          <ac:inkMkLst>
            <pc:docMk/>
            <pc:sldMk cId="561554829" sldId="274"/>
            <ac:inkMk id="4" creationId="{D9BC1849-E48B-D785-0932-2F4B93866859}"/>
          </ac:inkMkLst>
        </pc:inkChg>
      </pc:sldChg>
      <pc:sldChg chg="addSp">
        <pc:chgData name="Davronbek Malikov" userId="8ee0eb9faaf3663e" providerId="LiveId" clId="{E168BBCB-B3F2-46CC-B5CA-AAD8B95135CA}" dt="2025-09-04T11:55:59.541" v="0"/>
        <pc:sldMkLst>
          <pc:docMk/>
          <pc:sldMk cId="2767216197" sldId="275"/>
        </pc:sldMkLst>
        <pc:inkChg chg="add">
          <ac:chgData name="Davronbek Malikov" userId="8ee0eb9faaf3663e" providerId="LiveId" clId="{E168BBCB-B3F2-46CC-B5CA-AAD8B95135CA}" dt="2025-09-04T11:55:59.541" v="0"/>
          <ac:inkMkLst>
            <pc:docMk/>
            <pc:sldMk cId="2767216197" sldId="275"/>
            <ac:inkMk id="4" creationId="{DF0F9166-3EEE-6B76-973D-EA41969EEA3C}"/>
          </ac:inkMkLst>
        </pc:inkChg>
      </pc:sldChg>
      <pc:sldChg chg="addSp">
        <pc:chgData name="Davronbek Malikov" userId="8ee0eb9faaf3663e" providerId="LiveId" clId="{E168BBCB-B3F2-46CC-B5CA-AAD8B95135CA}" dt="2025-09-04T11:55:59.541" v="0"/>
        <pc:sldMkLst>
          <pc:docMk/>
          <pc:sldMk cId="427473049" sldId="276"/>
        </pc:sldMkLst>
        <pc:inkChg chg="add">
          <ac:chgData name="Davronbek Malikov" userId="8ee0eb9faaf3663e" providerId="LiveId" clId="{E168BBCB-B3F2-46CC-B5CA-AAD8B95135CA}" dt="2025-09-04T11:55:59.541" v="0"/>
          <ac:inkMkLst>
            <pc:docMk/>
            <pc:sldMk cId="427473049" sldId="276"/>
            <ac:inkMk id="3" creationId="{8D7D9FED-4194-5BE2-F1B1-66CA04633552}"/>
          </ac:inkMkLst>
        </pc:inkChg>
      </pc:sldChg>
      <pc:sldChg chg="addSp">
        <pc:chgData name="Davronbek Malikov" userId="8ee0eb9faaf3663e" providerId="LiveId" clId="{E168BBCB-B3F2-46CC-B5CA-AAD8B95135CA}" dt="2025-09-04T11:55:59.541" v="0"/>
        <pc:sldMkLst>
          <pc:docMk/>
          <pc:sldMk cId="2063684133" sldId="277"/>
        </pc:sldMkLst>
        <pc:inkChg chg="add">
          <ac:chgData name="Davronbek Malikov" userId="8ee0eb9faaf3663e" providerId="LiveId" clId="{E168BBCB-B3F2-46CC-B5CA-AAD8B95135CA}" dt="2025-09-04T11:55:59.541" v="0"/>
          <ac:inkMkLst>
            <pc:docMk/>
            <pc:sldMk cId="2063684133" sldId="277"/>
            <ac:inkMk id="4" creationId="{CAF4EE78-D7EA-9710-C9B8-16B65ACB1A89}"/>
          </ac:inkMkLst>
        </pc:inkChg>
      </pc:sldChg>
      <pc:sldChg chg="addSp">
        <pc:chgData name="Davronbek Malikov" userId="8ee0eb9faaf3663e" providerId="LiveId" clId="{E168BBCB-B3F2-46CC-B5CA-AAD8B95135CA}" dt="2025-09-04T11:55:59.541" v="0"/>
        <pc:sldMkLst>
          <pc:docMk/>
          <pc:sldMk cId="1049565497" sldId="279"/>
        </pc:sldMkLst>
        <pc:inkChg chg="add">
          <ac:chgData name="Davronbek Malikov" userId="8ee0eb9faaf3663e" providerId="LiveId" clId="{E168BBCB-B3F2-46CC-B5CA-AAD8B95135CA}" dt="2025-09-04T11:55:59.541" v="0"/>
          <ac:inkMkLst>
            <pc:docMk/>
            <pc:sldMk cId="1049565497" sldId="279"/>
            <ac:inkMk id="4" creationId="{3269DAE8-7974-1DA2-5760-BC148CF24383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04T11:43:26.5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12519 16108 1958 0,'-5'16'-4'0,"0"7"-6"0,1 6 9 0,-1 9-6 16,7-6 1-16,2 1-4 0,3 4-19 0,0 1 2 0,2 1-7 0,-2-2 24 0,0 1 10 0,-1 0 1 16,-2 0 6-16,0-1-33 0,1-1-41 0,0-2-35 0,0-1-22 0,0-1 0 15,0 0 25-15,0-2 32 0,-1-2 29 0,0-3 18 0,0-2 13 0,0-3 5 16,0-2 5-16,0 1-1 0,-1-3 4 0,-1-1-3 0,1 0-4 15,0-2 5-15,0-1-2 0,0 0-9 0,-1-3-4 0,1-2-7 0,0 2-18 16,0-2-7-16,1 0-12 0,-1-1-13 0,0-1 2 0,-1-1-6 0,1-2-9 16,-2 0-13-16,1-2-15 0,0 0-7 0,-1-2-4 0,2 0-30 15</inkml:trace>
  <inkml:trace contextRef="#ctx0" brushRef="#br0" timeOffset="599.99">12621 16650 334 0,'0'-1'271'0,"1"0"-230"0,1-1 10 0,2-1 12 15,0 1-2-15,0-1-18 0,2 1-23 0,1-3-10 0,-1 1-1 0,1 0-6 16,1 0 0-16,0 1-5 0,1 0 3 0,-1 1-1 0,1-1-3 15,0 0 1-15,-2 0-2 0,2 0 3 0,1 1 1 0,-1 1-1 0,1 1-2 16,-1 0 3-16,0 0 0 0,0 0 1 0,1 1 2 0,-1-1-3 0,1 1 1 16,0-1 2-16,1 1 7 0,-1 0 4 0,2 0 10 0,0 1 6 15,1 0-3-15,1-1 4 0,0 1-3 0,3-1-5 0,0 1 0 0,0-1-5 16,1 1 5-16,1-2-1 0,1 1 4 0,0 1 1 0,0-1 3 16,0 1 7-16,-1-1 1 0,0 0 5 0,1-1-2 0,-2 0 6 0,0 0-1 15,0 0 2-15,0-1-2 0,-1 1-12 0,1-2 3 0,-1-1-16 0,-2 1-3 16,1-1-1-16,-1-1-8 0,0 1-1 0,-1-1-3 0,2 0-2 15,-1 0-3-15,1-1 5 0,-1 0-5 0,0 0 0 0,0 1 3 0,1-1 0 16,-2 0 1-16,1 0-10 0,0 1 2 0,-1 0 2 0,0 1-2 0,1-1 10 16,0 0-3-16,1 1-4 0,-3 0 5 0,1 1-3 0,0 0 4 15,-1 0-4-15,0 0-1 0,-1 1 3 0,1 0-4 0,0 0 5 0,0 1-3 16,-1-1 3-16,-2 2-11 0,0-1 3 0,1 1 4 0,-2-1-3 16,1 0 6-16,-1 0-1 0,0 0-5 0,0 0 10 0,0-1-7 0,0 0 0 15,-1-1-3-15,1 0-3 0,-1 1 2 0,-1-3-4 0,1 1-3 0,-1-1-10 16,0 1 1-16,-1-1-7 0,1 0-10 0,-2 1-4 0,-1-1-12 15,0 0-8-15,-1 0-8 0,0 0-10 0,-1 0-23 0,-1-1-20 0,1-1-14 16,-1 1-27-16,0-1-26 0,0-1-34 0,-1-1-115 0</inkml:trace>
  <inkml:trace contextRef="#ctx0" brushRef="#br0" timeOffset="832.99">13984 15951 1225 0,'-3'0'122'0,"0"1"17"16,-1 0 8-16,2 0-15 0,0 0-49 0,0 0-37 16,1 1 3-16,0 2 12 0,-1-1 8 0,0 1 3 0,-1 2-12 0,1 1-12 0,0 1-3 15,0 1-15-15,-1 2-6 0,1 1-2 0,-1 2-9 0,1 1 12 0,1 4-5 16,0 1-5-16,0 4 10 0,-1 4-2 0,2 0 2 0,-1 4-3 0,0 0-17 16,1 2 2-16,0 2-11 0,0 1 8 0,1 3-1 0,-1-2 0 15,1 0 2-15,0 1-9 0,1-2 8 0,1 2-15 0,-1-3-19 0,1 0-47 16,-1-1-69-16,0-3-55 0,-1 1-89 0,0-1-81 0,1-1-84 0,-1-3-276 15</inkml:trace>
  <inkml:trace contextRef="#ctx0" brushRef="#br0" timeOffset="2916.99">13877 16498 428 0,'-8'-2'170'0,"0"-1"-60"0,-2-2 6 0,4 2-21 0,2-2-21 15,1 1-22-15,0 0-21 0,2 1-9 0,1 0-9 0,0-1-1 0,1 1-6 16,1 0-4-16,0 1-3 0,0-1-2 0,1 1 2 0,1-1 8 15,0 2-2-15,1-1 0 0,1 0-6 0,-1 0 3 0,1-1 2 0,0 1 2 16,2-1 5-16,-1 1 4 0,1 1 4 0,0-1 13 0,0 0 4 16,3 0 0-16,-1 1 7 0,3 0-3 0,1-1 2 0,2 1 0 0,1-1-8 15,3 1-1-15,1 0-10 0,0 0-2 0,2 1-1 0,1-1-2 0,-1 0-1 16,3 1-5-16,0-1 2 0,2 0-4 0,0 0 4 0,1 1 3 16,1-1-2-16,0-1 6 0,1 0 3 0,0-1-2 0,0 1-2 0,-2-1-1 15,3 1 2-15,-3-2-1 0,1 0 7 0,-2 0-4 0,1-1-2 0,0 0 7 16,2 0-5-16,-2-2 0 0,0 2-8 0,-4-1-8 0,2 0-3 15,-1 0-2-15,1-1 5 0,-1 0-2 0,-1-1-6 0,1 1 1 0,-3 0-1 16,1 0 1-16,-2 1 4 0,-2 1-4 0,-1-1-3 0,-1 3-3 0,-2-1 3 16,-2 1 5-16,-2 0-5 0,-1 0-5 0,-3 1 1 0,0 0-10 15,-1-1 0-15,-1 2-16 0,0 0-18 0,-1 0-19 0,-2 1-33 0,0-1-28 16,-1-1-28-16,-1 1-25 0,0-1-16 0,-1 0-6 0,0-1-19 16,0 0-25-16,0-3-77 0</inkml:trace>
  <inkml:trace contextRef="#ctx0" brushRef="#br0" timeOffset="3183">15137 15786 680 0,'-10'-4'175'0,"1"0"-56"0,-2-1 13 16,3 1-25-16,3 1-28 0,1 1-26 0,-1 0-20 0,1 1-10 0,0 1-5 15,-1 1-6-15,1 1 0 0,-1 0-6 0,0 2-6 0,-1 1 3 0,1 2-3 16,-1 1-5-16,0 0 7 0,1 2-5 0,0 1 2 0,0 2 9 15,0 0 6-15,0 1-4 0,1 1 0 0,1 0 0 0,-1 0-1 0,2 0 12 16,0 1 6-16,1 2 4 0,0-1 4 0,1 1 7 0,0 2 3 0,2 0 0 16,0 2-1-16,1 1-3 0,1 2-3 0,0 1-9 0,0 2 7 15,1 1-10-15,-1-1-1 0,2 1 3 0,0 2-15 0,-2 1 5 0,3 4-2 16,0 2-15-16,0-2-2 0,1 4-9 0,-1 1 3 0,0 0-4 16,-1 3-20-16,0 0-46 0,-2-1-61 0,2 2-57 0,-1 3-69 15,-1 2-79-15,-1 1-97 0,-2 1-27 0</inkml:trace>
  <inkml:trace contextRef="#ctx0" brushRef="#br0" timeOffset="4416.99">14951 16287 390 0,'-5'-2'128'0,"1"1"-4"0,-1-1-7 0,2 1-15 0,1-2-31 0,0 1-16 16,1 1-20-16,1-1-10 0,0 2-2 0,0-1-5 0,1 1 0 0,0-1-6 15,1-1-2-15,1 0 0 0,0 0 0 0,2 0 3 0,1-1 1 0,2 0 4 16,1-1 2-16,1-1 5 0,1 2-1 0,1 0 2 0,2-1 4 16,0 1 5-16,0-1-1 0,3 1 5 0,0 1 0 0,1 0 1 0,-1 1 5 15,4 1 0-15,1-1-5 0,-1 1-4 0,2 1-9 0,1 0-3 16,2 0 4-16,3 1-11 0,1 0-2 0,2 1-5 0,1 0-6 0,1 1 8 16,3-1-6-16,1 0 4 0,3 0-5 0,3-1 3 0,0-1 1 0,3 0 7 15,1-2-3-15,1 1-3 0,0-1 3 0,1 0-1 0,0-1 6 16,1-1-5-16,0 0 4 0,-2-1 2 0,-1 1 4 0,-1-1 6 0,-1 0 1 15,-1-1-3-15,-2 0-1 0,-4 0-10 0,-1 1-2 0,-2-2 2 0,-1 2-3 16,-2-1 2-16,-1 0-4 0,-4 1 1 0,1 0-3 0,-3 0-8 16,-2 2 1-16,-4-1-10 0,-1 2 8 0,-2-1 0 0,-1 1-16 0,-3 0-14 15,-1-1-25-15,-1 0-32 0,-1 1-17 0,-1-1-25 0,-1 0-30 16,-2 1-9-16,0-2-11 0,-1 1-1 0,0 0 12 0,-1-2 1 0,2-1 10 16,0-3-7-16,1-2-18 0,2-2-59 0</inkml:trace>
  <inkml:trace contextRef="#ctx0" brushRef="#br0" timeOffset="4815.99">17062 15506 859 0,'-8'-14'186'15,"-1"0"15"-15,0-5-1 0,0 4-29 0,2 4-40 0,1 0-39 0,0 4-33 0,1 0-10 0,0 2-7 16,1 0-14-16,0 2-10 0,0 1-9 0,1 2-5 0,-2 1-3 16,0 2-2-16,-1 0-5 0,-1 4 1 0,0 2-2 0,0 2 1 0,0 3 7 15,-2 2-5-15,2 2 3 0,1 1-5 0,-1 4 1 0,0 0 6 16,2 2 0-16,-1 2 1 0,1 2-6 0,0 3 5 0,1 0 3 0,2 4 2 15,0 0-5-15,1 0-1 0,1 4 2 0,1 0 3 0,2 3 4 0,1 3-9 16,2 2 1-16,1 2-4 0,2 1 5 0,1 0-2 0,2-1-6 16,2-1 2-16,2-1-2 0,0-1-1 0,-1-1 13 0,1-2-10 0,0-3 12 15,0-3-2-15,1-2-6 0,1-4 12 0,-1-1-10 0,-1-2 15 0,-4-2 1 16,2 0 8-16,-3-2 9 0,1-3 2 0,-1-3 3 0,-3-2 0 16,1-2 5-16,-1-2 1 0,-1-2-6 0,0-2-5 0,-1-1-9 0,-1-2-2 15,0-1 2-15,-2 0-6 0,0 0-4 0,0-1-8 0,-2-1-5 16,0-1 4-16,-1-1 0 0,0 0 5 0,0 1-6 0,0 0-3 0,-1-1-8 15,-1-1 8-15,1 1-3 0,-1 0 8 0,-1 0-1 0,1 0-15 0,-1 1 17 16,0-2-7-16,-1 1-2 0,2 0 8 0,-1 0-11 0,1 0 4 16,1 0 1-16,-1-1-8 0,1 1-1 0,0 1-4 0,-1-1 6 0,1 2-1 15,0-2-2-15,0 0-3 0,0 0-5 0,0 1-3 0,0 0-4 16,-1 0-13-16,1 0-12 0,0 1-11 0,-1 0-21 0,1 0 2 0,0 0-12 16,-1 1-15-16,0 0-9 0,-1 0-15 0,0 0 2 0,1-2 0 0,-2 0-1 15,1 0 2-15,-2 0-12 0,1-1-3 0,-1 1-4 0,0 0-16 0,0 0-13 16,-2-1-30-16,0-2-52 0</inkml:trace>
  <inkml:trace contextRef="#ctx0" brushRef="#br0" timeOffset="6582.99">16695 15638 660 0,'-11'-12'554'0,"1"-1"-382"0,-5-4 11 16,1 1-19-16,2-1-25 0,-3 0-49 0,0-1-47 0,-3-1-19 16,0-1-14-16,0 0-6 0,-3-1-2 0,-1 1-16 0,-3 0-10 0,-3-1-8 15,-3 1-14-15,-4 1 4 0,-3-1 1 0,-2-1 7 0,-5 1 10 0,-1 0 4 16,-3-1 11-16,-2 1-3 0,-3-1 5 0,-4 1 6 0,-2 2-2 15,-5-2 7-15,-4 1-4 0,-6 1-13 0,-5 0 0 0,-6 0 2 0,-6 2 3 16,-2 1 12-16,-4 0 8 0,-2 2-2 0,-3 1 0 0,-5 1 2 0,-2 1-2 16,-2 0 6-16,0-1 8 0,-1 0-1 0,1 1 1 0,1 1-2 15,0 2 5-15,1-1 1 0,0 3-2 0,-2 1 4 0,-2 2-5 0,1 3 5 16,0 3-1-16,3 1 0 0,5 2-2 0,0 2 2 0,3 3-4 16,4 3-1-16,-1 3 6 0,5 2-15 0,1 5-2 0,2 5 3 0,2 3-8 15,2 2 1-15,3 4 7 0,3 2-16 0,2 1 3 0,3 4 3 0,3 0-6 16,3 2 3-16,4 3 3 0,2 3-3 0,3 1-3 0,3 3 2 15,2 0-10-15,4 1-7 0,3 2 8 0,4 0-2 0,4-2-2 0,4 2 10 16,5 0-2-16,3 0-9 0,5-1-3 0,3 0-1 0,5-3 0 0,4-1 8 16,5-1-3-16,3 0 5 0,3-1-7 0,2 0 7 0,5 0 7 15,2 0-1-15,3 0 3 0,4-1-1 0,3-1 3 0,1-1 4 0,6-1-6 16,0-1-4-16,4 0 2 0,-12-26-5 0,4 8 7 0,3-2-3 16,4 6-2-16,4-1 4 0,5 5-2 0,4 1 4 0,6 5-5 0,2-3 3 15,4-1 6-15,2-1-7 0,3-3 12 0,3 1-1 0,3-4-3 0,2 0 9 16,3-3-5-16,1-1 16 0,3-1 11 0,3-2-6 0,0-3-10 15,-36-12-10-15,4 1-8 0,2 0 17 0,4 0-6 0,2-2-8 0,6 2 2 16,1-2-6-16,5 1-1 0,2-1 10 0,5-1-4 0,2-1-2 0,7 0 3 16,-1-1-11-16,8 0-2 0,1-3 13 0,6 1-6 0,1-3 7 15,2 0 3-15,0-3-11 0,2-1 9 0,0-1-7 0,1-2-7 0,1 0-4 16,-1-3 3-16,96-8 12 0,-11-2 1 0,-13-1 8 0,-14-1-1 16,-13-1-13-16,-12 2-12 0,-15-1-5 0,-15 1 0 0,-7 2 0 0,-2-2 24 15,-3 0-2-15,-4 1 1 0,-3 1 5 0,-2-4 0 0,-5 1 2 0,-1 1 2 16,-4 0-3-16,-2 0 1 0,-1 0-6 0,-3-1-7 0,-1-2 0 15,-1 2-2-15,0-1 9 0,-1-3-1 0,-1 1-3 0,-1-2 1 0,0-1 2 16,-4 1 1-16,0-1-4 0,-4 0 2 0,-1-1 8 0,-4-1 6 0,35-21-1 16,-17 4 10-16,-15 9 21 0,-14 3 6 0,-7 3 8 0,-1-1-3 15,-3-2-26-15,-3 0 4 0,-1 1-2 0,-2-4-5 0,-2 1-11 0,-1-4-3 16,-2-1 4-16,-3 0-1 0,-3 0 5 0,-2 2-10 0,-3 0-1 16,-3 1-14-16,-3-1 3 0,-2-1-14 0,-4 1-5 0,-1-2 4 0,-6 0-12 15,-3-1-1-15,-4-1-6 0,-2 0 4 0,-2 1-2 0,-2-3 4 0,-3 1 4 16,-1 1 0-16,-3 2 3 0,-1-2 8 0,-2 2-4 0,-3-3-4 15,-2 0 2-15,-2 2 15 0,0 0 0 0,0 1 6 0,2 1 3 0,-2-3-13 16,-3 3 2-16,0-1-4 0,-2 0-2 0,1 2 3 0,0-2 2 0,-1 2 3 16,0 1 0-16,-2 0 1 0,-3 4-9 0,-3-1 1 0,-4 3 1 15,-4 1-9-15,-4 1 4 0,-6 3 2 0,-2 5-3 0,-3 1 10 0,-2 5 4 16,-2 3-8-16,-5 3 2 0,-4 5-15 0,-7 4-1 0,-2 6 0 16,-2 4-1-16,0 2 8 0,2 4 2 0,1 3 7 0,1 5-9 0,-1 3 5 15,2 6-5-15,3 2-17 0,3 5 3 0,5 1-15 0,7 3-21 0,7 2-25 16,6 3-41-16,6 2-49 0,5 3-68 0,4 4-78 0,4 5-94 15,3 4-112-15,2 6-316 0</inkml:trace>
  <inkml:trace contextRef="#ctx0" brushRef="#br0" timeOffset="9535">13139 16118 929 0,'-10'-7'228'0,"1"0"-41"0,-3-1 3 0,4 3-42 16,3 2-40-16,1 0-27 0,1 0-30 0,2 0-16 0,0 3-10 0,1-1-2 16,0 0-2-16,1 0-11 0,-1 1-4 0,0 0 1 0,0 2-4 15,1 0 5-15,1 1-6 0,2 2-1 0,0 0-2 0,-1 4-2 0,1 2 11 16,-1 1-3-16,0 3 0 0,1 0 5 0,-1 5-2 0,-1 2 6 16,-1 2 2-16,-2 2-2 0,0 0-4 0,-2 1-1 0,1 1 7 0,-2-3 1 15,1-2 0-15,0-3-10 0,1-4-1 0,0-2 4 0,2-3 12 0,-1-2 11 16,1-1-1-16,1-4 4 0,-1-1-6 0,2-1 4 0,-1-2 8 15,0 0-7-15,2-2 1 0,0-1-6 0,3 0-6 0,1-6 11 0,3 0-3 16,0-3 2-16,2-3-14 0,2-1-4 0,2-2-8 0,0-2-1 16,0 0 1-16,3 1-5 0,-1-1-1 0,-1 0 0 0,2 2-6 0,-2 0-6 15,0-1 5-15,-1 4-12 0,1-1-3 0,-1 0-17 0,1 1-27 16,0 2-14-16,0 1-29 0,0 0-30 0,-3 1-41 0,3 0-73 0,0 0-48 16,1 4-18-16,-2 0 8 0,2 2 12 0,0 3-58 0</inkml:trace>
  <inkml:trace contextRef="#ctx0" brushRef="#br0" timeOffset="10017">14558 16041 559 0,'-6'-6'142'16,"0"0"-24"-16,-2 0 18 0,1-1-10 0,1 1-19 0,-1 1-26 16,3 1-26-16,-1 1-11 0,1 0-9 0,-1 1-6 0,0 0 1 0,1 1-4 15,-1 1-3-15,2 0-6 0,-2 1-11 0,1 0-4 0,1 2-2 0,0 1 2 16,0 0 2-16,0 2-4 0,0 1 1 0,-1 2 0 0,1 0 2 15,0 3 5-15,1 3 3 0,-1 1-1 0,0 1 6 0,1 2 4 0,-1 0 2 16,1 0 4-16,0 1 3 0,1-1-5 0,0 0 3 0,3-1 1 0,0 0 0 16,1 0-7-16,1-2 0 0,1-1 2 0,1-2 5 0,1-1 9 15,1-1 3-15,0-3 8 0,1-1 5 0,-1-1 10 0,2-1 12 0,0-2 3 16,1-1-4-16,1-2-4 0,0-2-11 0,0-2-7 0,1-2-3 16,0-1-4-16,1-2-5 0,1-2-8 0,1-3-3 0,2-1-4 0,1 0-7 15,-2-1 0-15,1-2-4 0,-2 1 0 0,-1-1 1 0,1 0-5 0,0-2-5 16,-2 0 7-16,0 0-5 0,-1-1 6 0,0 0 4 0,0-1-22 15,-1 1 17-15,-1 1-11 0,0-1-2 0,-1 2 9 0,0-1-15 0,-2 2 14 16,1 0-8-16,-1 1 1 0,-2 3 0 0,1 0-11 0,0 2 1 16,-1 0-15-16,0 2-12 0,1 2-29 0,-1 0-44 0,1 2-54 0,1-1-72 15,-1 2-84-15,1 1-56 0,1 0-15 0,1 2-6 0,1 1-133 0</inkml:trace>
  <inkml:trace contextRef="#ctx0" brushRef="#br0" timeOffset="10384">15688 15887 1171 0,'-4'-5'435'0,"0"-1"-285"16,0-1-3-16,1 1-19 0,3 0-43 0,0-1-37 0,0 1-22 15,1 1-27-15,1-1-4 0,1 0-1 0,1 1 2 0,-1 1 8 0,-1 0-1 16,-1 2-6-16,0 0 2 0,0 2-1 0,-1 0-1 0,0 1 2 0,1 0 2 16,-1 2 5-16,1 2-3 0,0 1 5 0,0 3-3 0,0 0 7 15,-1 4 7-15,1 1 5 0,-2 1 4 0,2 0 2 0,-1-1 0 0,0 2-3 16,2-1 12-16,1-2-1 0,0-2 6 0,2-1-7 0,1-2-2 16,1 0 8-16,0-3 5 0,2-1 3 0,0 0 6 0,1-3 0 0,0 0 4 15,2-3 12-15,0-1-7 0,0 0-4 0,1-3-2 0,-3-1-11 0,3-1-3 16,0-1-7-16,2-1-19 0,2-1-1 0,-1-3-10 0,3 1-1 15,2-1 6-15,-2 1-10 0,2 0 5 0,-1-1-11 0,-3 0-2 0,1 1-5 16,0-2 4-16,-3 0-4 0,0 2-4 0,1 0 4 0,-2 2-12 0,0-2-27 16,-2 1-35-16,-1-1-39 0,0 2-34 0,0 1-29 0,-1 0-55 15,-2 1-80-15,0-1-83 0,-1 1-60 0,-1 1-62 0,-2-1-75 0</inkml:trace>
  <inkml:trace contextRef="#ctx0" brushRef="#br0" timeOffset="11250.53">16139 15717 543 0,'-8'-23'340'15,"2"-4"-240"-15,-4-5 9 0,0 0 1 0,0 4-24 0,-1-1-22 0,-1 0-25 16,0-2-12-16,-4 0-7 0,-2-2 6 0,-2 2 10 0,-5-1 7 0,-2 2 0 16,-2-1-8-16,-3 1-12 0,0 0-14 0,-5 2-7 0,-3 0-3 15,-2 3 1-15,-6-1-5 0,-2 5-4 0,-4 0-1 0,-4 2-3 0,-3 2 6 16,-4 5 2-16,-3 1 4 0,-4 3 1 0,-3 2 2 0,0 2 1 0,-2 2-2 16,-2 1 1-16,-3 1 2 0,-2 2 2 0,1 2 0 0,1 3-4 15,-1 4 2-15,2 3 0 0,0 2-2 0,0 4 1 0,2 2 4 0,-1 0 0 16,2 2 11-16,2 0 15 0,2 2 6 0,4 0 11 0,4 1 1 15,3 4-8-15,4-1-1 0,4 4-10 0,3-1-4 0,1 2-7 0,2 3-9 16,3 0 4-16,1 1-6 0,3-3-5 0,4 1-2 0,2 1 0 0,2-1 0 16,4 2 1-16,0-2-7 0,3 0 1 0,0 1 4 0,3-2-3 15,1 2 11-15,2-2-4 0,3-1-11 0,0 1 8 0,1-1 0 0,2 0 0 16,4-1 3-16,1-1-1 0,2-4 3 0,2 1 0 0,2-3 12 16,1-1 2-16,2-2 3 0,2 1 4 0,1-2-2 0,3 0-2 0,0-1 9 15,3-3-19-15,1 1 0 0,2-1-6 0,0 0 12 0,3-2 8 0,1 1-4 16,2-1 6-16,0 0-21 0,2 1 6 0,3 0 6 0,1 1-10 15,2 0 1-15,1 0-2 0,2 0-5 0,0 0 6 0,3 2 0 0,0 0-3 16,3 1-1-16,-1 0-6 0,3-1 1 0,1 2-2 0,3-1 2 0,0 1 2 16,2 0-6-16,1 0 2 0,3-3 1 0,1 3-2 0,3-1-3 15,1-1-1-15,2 2 4 0,3-4 0 0,1 1 4 0,3-3-15 0,1 0-2 16,-31-10 14-16,10 2 6 0,2 0 5 0,8 1 0 0,0-1-6 16,11 1 2-16,1-2 2 0,10 1 7 0,1-1-4 0,1-1-7 0,0-2 6 15,2-1-7-15,1-1 7 0,0 0 5 0,1-3-3 0,2-1-2 0,1-1-12 16,0-2 8-16,2-1-5 0,0-2-3 15,-1 0 2-15,2-2-10 0,70-11 3 0,-21 0 0 0,-22 1 5 0,-23 0 3 0,-13 0 4 0,-3-2 9 16,-3 0-3-16,-2-3-5 0,-2 2-1 0,-3-3 4 0,-1 0 8 0,-3 1 5 16,-3-3 5-16,-1 2 3 0,-3-4 1 0,-2 1 1 0,-2-2 2 15,-3 1-5-15,0 0-4 0,-3 1-1 0,-4 2-3 0,-1-2 8 0,-4 0-3 16,-1-1 2-16,-4 1-16 0,-1-2-7 0,-4 1 17 0,-1-2-3 0,-1 0 22 16,-4-1-13-16,-2-1-4 0,-4-1-6 0,-4 1 3 0,-2-3 3 15,-4 0-19-15,-3-2 13 0,-3-4-14 0,-4 0 3 0,-3 0-2 16,-2-1-9-16,-4 2 17 0,-2 0-20 0,-2-1 14 0,-3 4-5 0,-3 0-12 15,-5 0 12-15,-2 2-11 0,-7 2 3 0,-2 0-2 0,-5 2 8 0,-2 2-4 16,-2 2 4-16,-3 0-2 0,-4 2 2 0,-3 0-2 0,-1 1-4 0,-5 2-1 16,0 1 1-16,-2 2 2 0,-2 3-1 0,0 1 1 0,-1 1-2 15,-2 1 0-15,0 4 3 0,-2 0 4 0,-2 2-6 0,2 1-3 0,-1 2 8 16,0 4-8-16,2 1 5 0,1 1 6 0,1 4-5 0,1 1 9 0,1 4-7 16,2 3-6-16,1 3 8 0,-1 3-13 0,3 2 5 0,0 3 2 15,1 5 2-15,1 3 2 0,0 4-4 0,0 2 1 0,3 3-5 0,-2 4 4 16,1 6 2-16,2 2-14 0,3 6 23 0,3 2-11 0,2 4-4 15,0 5 23-15,4 3-26 0,2 3-6 0,5 0 1 0,2 3-25 0,4-2-11 16,5 5-5-16,1 2-43 0,5 3-25 0,2 5-42 0,3-2-35 0,7 4-42 16,9-48-59-16,0 11-53 0,4 0-24 0,3 12 36 0,4-1 18 15,3 10 9-15,6-5-35 0</inkml:trace>
  <inkml:trace contextRef="#ctx0" brushRef="#br0" timeOffset="11650.53">15324 16635 242 0,'8'0'94'0,"4"0"-102"0,8 0 1 16,9 2 5-16,6-1-3 0,9 3-6 0,10-1-7 0,9 0-2 0,9-3-6 15,6-1-8-15,9-3-28 0,6-1-74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04T10:22:27.0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9183 6237 80 0,'6'-5'46'0,"2"1"-39"0,4-1 49 0,1 2-10 0,1 0-5 16,1 1 0-16,1 0 1 0,0 0-11 0,1 2-4 0,3-1-2 0,2 1-6 15,1-1-4-15,2 1 1 0,2-1-4 0,0 2-2 0,2 0-3 16,0 1 1-16,2 0 3 0,-1 1 2 0,2 1 4 0,1 0 4 0,3 0 3 15,0 0 2-15,1 0 1 0,1 0-1 0,-1 0-3 0,2-1-3 16,2 1 0-16,1-1-2 0,1 0-1 0,2-1-3 0,-1 1-1 0,0 0-3 16,0-1 1-16,2 0-3 0,-2 0-1 0,1 0-1 0,1 0-1 0,-3-1 3 15,-1 0 0-15,0 0-1 0,2-2 2 0,0-1-3 0,0-2-4 16,2 0-1-16,0-1 2 0,0 0-1 0,0-3 4 0,1-1-2 0,1-2 0 16,-1-2 0-16,1-2-2 0,-2-1 2 0,0-2 0 0,-4-2-1 0,-1 0-2 15,-1-1 4-15,-5-1-2 0,-1 2-1 0,-5-3 4 0,-1-1-3 16,-3-1 3-16,-1-2 5 0,-2 0 6 0,-1 0 5 0,0 1 4 0,-4-1 0 15,0-1-2-15,-3 1-10 0,-1-1 0 0,-1 2-4 0,-2 0 4 16,-1 2 2-16,-2-1-2 0,-2 2-1 0,-1 0-8 0,-3 0 6 0,-1 2-1 16,-2 0 3-16,-1 0-5 0,-3 3-4 0,-1-1-2 0,-3 1-8 0,-1 2-3 15,-3 0-2-15,-2 1-9 0,-3-1-3 0,-2 2-3 0,-3 0-3 16,-3-2 3-16,-3 1-1 0,-1 0 7 0,-5 2-1 0,-2 0 0 0,-4 0 7 16,-2 0-3-16,-2 2 8 0,-2 1 2 0,-4-1 2 0,-3 1 3 15,-2 1-1-15,-2-1 4 0,-1 1-1 0,-1 0 5 0,-2-2 2 0,1 0 2 16,-2 1 2-16,1-1-6 0,0 3 3 0,-2 1-1 0,2 1 1 0,-1 2 1 15,2 1-4-15,1 0 5 0,-1 3-4 0,1 0 2 0,0 2-2 16,0 1-6-16,1 0 3 0,-1 2-2 0,1-1 1 0,-2 2-1 0,1 2-3 16,-1 2 0-16,-3 2-1 0,1 1-1 0,-1 0-3 0,0 3-5 0,-1 0-7 15,-1 1-3-15,-1 1 0 0,0 2 2 0,-1 1 7 0,3 1 4 16,-1 1 5-16,2 0 1 0,4-2 2 0,1 2-3 0,2-1 3 0,2 1-1 16,1 1-2-16,4-1 2 0,2 2-3 0,3 1-1 0,2-1 3 0,3 2-4 15,4-2-1-15,2 1-2 0,5 1 2 0,0 1 6 0,5 0 1 16,1 1 2-16,3-1-2 0,3 1-3 0,2 0 3 0,5-1 3 0,2 1 0 15,5 2 2-15,2 0 4 0,2-1 0 0,4 0 6 0,2-4 0 0,4 1 3 16,4 0 2-16,4 1-2 0,2-1 1 0,4 2 0 0,4-2-3 16,1 1-5-16,4-1-3 0,2 0-2 0,2-1 2 0,3 0 0 0,1 2 2 15,0-3-1-15,2 1-1 0,0-1 1 0,0-2-4 0,1-2 5 16,1-1-5-16,-3-1 3 0,2-1 1 0,-1 0-3 0,0-3 1 0,0 0-1 16,1-2-1-16,-2-3 1 0,1-1 0 0,0-2 1 0,1-3-3 0,0 0 0 15,0 0 0-15,2-2-3 0,0-1 4 0,-3 0-3 0,-1-1 2 16,1-1-2-16,-1 0 1 0,1-1-1 0,0 0 0 0,-2 0-4 0,1-1-4 15,1 0-11-15,0 0-16 0,0-2-17 0,-1 1-24 0,2-2-23 0,1 0-31 16,-1-2-36-16,0 0-46 0,1-1-95 0</inkml:trace>
  <inkml:trace contextRef="#ctx0" brushRef="#br0" timeOffset="1464.99">9771 6904 68 0,'-12'-18'-9'0,"-1"0"32"16,-2-4 2-16,5 3-3 0,2 4-8 0,0 2 0 0,1-1 2 0,2 2 4 15,-1 2-2-15,0 0 4 0,1 3-1 0,0-1-4 0,0 1 1 0,2 1-7 16,-1 0-2-16,0 1-3 0,1 0-1 0,0 0-1 0,1 0-2 15,-1 0 1-15,1 0 0 0,-1 1 2 0,0 0 0 0,0 0-1 0,1 0 2 16,-2 0-2-16,2 0 0 0,-1 0 1 0,0 0 1 0,1-1-1 0,-1 1 3 16,2-2-2-16,0 0 1 0,2-1-2 0,0 0-2 0,1 0-2 15,2-1-2-15,1-1 0 0,4 0 0 0,1 0 1 0,5-1 0 0,2 1 2 16,1-2 2-16,3 1 0 0,0 0 2 0,1 0 1 0,2 1 1 0,1 1 3 16,2-1 1-16,2 0-2 0,3 0-1 0,1 0 1 0,3 2-3 15,1 0 2-15,3 0 0 0,3 2-2 0,1 0 4 0,2-1 2 0,2 2-1 16,5 0 2-16,1 0-3 0,1 0-3 0,2 0-1 0,2 0 1 15,1 1-4-15,3-1 1 0,2 1-2 0,3 1-4 0,3-1 3 0,3 1-2 16,1-1 2-16,1 2 1 0,-1 2-2 0,-2 1-4 0,2 1 5 16,0 1-1-16,-2 1 0 0,0 0 1 0,0 2-2 0,-2-1 1 0,2 2-1 15,-3 1 3-15,0 0-2 0,-1 2-1 0,-2 1-2 0,-3 1-1 0,0 1 1 16,-3 0 3-16,-2 1 1 0,-2 1 0 0,-2 0-2 0,-5 1-2 0,-2 2 0 16,-3 1 1-16,-4 1-1 0,-2 1 0 0,-4-1 1 0,-2-1-2 15,-4 1-1-15,-3 0 3 0,-4 0 0 0,-1 2 1 0,-2-1-1 0,-1 0-2 16,-2 0 1-16,-1 1 1 0,-1 0-2 0,-1 0 0 0,-4-1-2 15,0 2 3-15,-1 1 5 0,-2-1 1 0,-2 3 2 0,-1 0 0 0,-2 2-2 16,-1-1 0-16,-3 2 3 0,-1-2 0 0,-3 3 0 0,-2 1 1 0,-4 2 1 16,-2-1 1-16,-5 1-1 0,-3-2 1 0,-2 2-2 0,-3 0 1 15,-5 1 1-15,-5 1-1 0,-3-2-6 0,-5 0-6 0,-3 0-2 0,-3-1-6 16,-5-1 2-16,-2 1 2 0,-2-4-1 0,-2 1 0 0,-1-4 5 0,-3 0 0 16,0-2 3-16,1 0 4 0,0-1 0 0,1-4 1 0,0-1 1 15,3-3 1-15,0-1 3 0,4-3 4 0,1-1 1 0,3-2 1 0,3-2 0 16,1-1 1-16,2-3 5 0,3-1 1 0,4-2 1 0,1-2 1 15,4-1-3-15,1-2 0 0,2-1-4 0,3-1-3 0,0-1 0 0,3-2-2 16,0-1 0-16,0 0 0 0,2-1-4 0,1-2-2 0,1-2 0 0,1-1 0 16,1-1-1-16,3 2-1 0,1 0-4 0,0-1-4 0,0 2-1 15,2-2 1-15,0 0-2 0,2-1 2 0,3 1 3 0,0 1-4 0,3-1 1 16,0 4-1-16,1-1-6 0,3 0-2 0,1 1-2 0,1 1-3 0,3 2 2 16,1 1-3-16,4 0-6 0,1-1-19 0,3 0-26 0,4 0-16 15,5-1-9-15,3 0-4 0,4-1 5 0,3 0-10 0,4 1-4 0,5-3-81 16</inkml:trace>
  <inkml:trace contextRef="#ctx0" brushRef="#br0" timeOffset="2298.98">15319 6516 395 0,'-16'-13'3'0,"-1"2"2"0,-2-3 25 0,4 5-9 0,4 3-6 0,2 1-6 15,2 1-4-15,3 1-4 0,1 2-5 0,2 0-5 0,0 2-1 16,2 1-2-16,1 0 5 0,0 1 3 0,2 0 1 0,1-1 3 0,1 1 0 16,0-1 2-16,1 0 0 0,1 0 1 0,1-1 1 0,1 0 0 15,0-1 2-15,2-1 1 0,1 0 2 0,1-2 4 0,1 1 2 0,3-2 4 16,2-1 3-16,0 1 1 0,-1-2 3 0,2 1-2 0,1-2 2 0,0-1 0 15,4-1-3-15,1 2 2 0,2-1 5 0,1 1 2 0,3 0 3 16,-1 0 1-16,2 0-2 0,1 0-2 0,1 0-3 0,4 0-1 0,0 0-8 16,1 0-2-16,3 0-1 0,1 1-4 0,1 0 2 0,0 1-3 0,-1 1-2 15,-1 1-2-15,0 1-2 0,2 0 0 0,0 1 3 0,-1 0 1 16,1 1-3-16,1 1-1 0,-1 0-3 0,-1 0 2 0,0 1 0 0,1 1-3 16,-1 0-1-16,-1 1-1 0,0-1-1 0,-1 2 1 0,-2 1-1 0,0 0-1 15,-1 1-3-15,-1 0 0 0,-1 0-1 0,-3 1 2 0,0 0 3 16,-2-1-4-16,-3 1-1 0,-1 1-3 0,-3 1-1 0,-2 1-1 0,0 1 1 15,-1 0 3-15,0 1-3 0,-2 0 1 0,-1 1 0 0,-2-1 0 16,-1-1-1-16,-3 2 1 0,0 0 2 0,-1 1-3 0,0-1 3 0,-1 2 1 16,-2 1 1-16,0 0 1 0,-1-1 1 0,0 2-3 0,-2-1 1 0,-2 2 1 15,-2-2 0-15,-1 2 2 0,-2 0 2 0,0-1 2 0,-2 1-2 16,0 0 3-16,-2-1-3 0,0 2 2 0,-2 0 0 0,-2 0 1 0,0 2-4 16,0-1-4-16,-2 0 2 0,1 1 1 0,-1 1 4 0,-2 1 2 0,0 1-1 15,-1 0 0-15,-1 1-2 0,-1 1-1 0,-2-2 3 0,-2 2 1 16,0 0 1-16,-3 2-1 0,-1-1-2 0,-2 1-1 0,-1-1-2 0,-1 0 0 15,-3 0-3-15,-2 2 0 0,-4-1 1 0,-3 2-1 0,-2 0 1 16,-5 1-3-16,-1-2 2 0,-3 1 3 0,0-2-3 0,-3 0 7 0,-1 1 0 16,-1-2 2-16,0-1 4 0,2-2-3 0,2-3-2 0,2-1 1 0,1-1-1 15,4-1 0-15,2-1-1 0,1-2 3 0,0 1 0 0,3-2 1 16,1-1 1-16,1-4-5 0,1 2 1 0,-1-2-1 0,1 0 2 0,0-2 1 16,0-2 3-16,0-3 0 0,0-1 1 0,0-3-1 0,-1-2 3 0,2-2-4 15,-2-2 0-15,0-2-1 0,0-1 1 0,-2-2 0 0,0-2-3 16,1-3 3-16,-2-1 1 0,2-1 2 0,-1 0 1 0,1-1 1 0,1 0-1 15,2 1 2-15,3-3-1 0,-1-1 0 0,4 0 1 0,0-1-7 16,3 2-6-16,3-1-2 0,2-1-4 0,3 3 0 0,3-1-5 0,1 0-10 16,3 2-13-16,3 0-19 0,1 1-10 0,4 3-20 0,3 0-10 0,2 2-7 15,3-1-8-15,2 2-5 0,2-1-14 0,4-1-17 0,2 1-116 16</inkml:trace>
  <inkml:trace contextRef="#ctx0" brushRef="#br0" timeOffset="18516.28">19122 10028 303 0,'-12'5'29'0,"-2"1"15"0,-3 1 2 0,4-2-7 0,5-1-12 16,1 0-5-16,3-3-3 0,3 0-10 0,1 0-5 0,2-1-4 15,2 1 0-15,2 1 2 0,3 0 1 0,2-1 0 0,1 0 2 0,0 1-2 16,1-2 0-16,0 1-2 0,3-2 2 0,0 0-3 0,2-1 2 16,0 0 1-16,2 0-2 0,2-1 5 0,0-1 0 0,3 0 3 0,-2-1 0 15,4 1 2-15,0-1 1 0,1-1-2 0,1 0 0 0,-1-1 2 0,2 0-4 16,0 0 0-16,1-1-2 0,-1 0-3 0,1 1 3 0,0-2-1 15,3-1 1-15,-2 0 0 0,1-1 3 0,0 0 0 0,-4 0 3 0,1-2 4 16,0 0-1-16,0 0 5 0,1-1 1 0,-1 0 0 0,0-1 1 0,1-2 1 16,-1 0 2-16,-1 0-1 0,0-1 1 0,-2-1-3 0,2 1 0 15,-1-1-1-15,0-2 0 0,-2 0 2 0,1-2-4 0,-1-2 0 0,1 2-4 16,0-2-3-16,-2 0 3 0,0 0-3 0,-3-3-4 0,0 1 2 16,1-3-3-16,-1 1-4 0,1-2 7 0,-2 1-6 0,-1-2-4 0,0 1 2 15,-2-2-6-15,-1 1 3 0,-1-1-5 0,-1-1-3 0,-2 2 1 0,-3-2-6 16,-2 1 1-16,-1-1 1 0,-2 2-3 0,-2-3 4 0,-2 5 3 15,-2-2 1-15,-3 1-1 0,-1-1 0 0,-2-1-8 0,-3 0-3 0,-1 2-4 16,-4-1-3-16,-2 3-3 0,-2 0-4 0,-1 1 1 0,-3 0 1 0,-3 3 7 16,-3 0 3-16,-1 3 3 0,-4 2 1 0,0 1 4 0,-5 3 5 15,-1 2 3-15,-2 2 1 0,-2 1 3 0,0 2 5 0,-1 0 3 0,-1 2 5 16,-1 3 5-16,1 1 7 0,1 1 2 0,-1 2 5 0,1 2 0 16,2 1-1-16,0 1 0 0,-1 2-3 0,0 1-2 0,2 2-4 0,0 1 2 15,0 2-7-15,2 1-1 0,-1 0-5 0,0 4-3 0,2 2 3 0,-1 2-4 16,-1 3-1-16,0 2 0 0,1 0 0 0,-1 2 1 0,3-2 7 15,0 1-1-15,-1 0 7 0,3 2-2 0,-1 1-2 0,4 2 1 0,-1 1 1 16,4 0-8-16,0 0 5 0,2 1 1 0,3 0-4 0,1 2 3 0,2-1-5 16,1 0-1-16,2 1-1 0,1-1-1 0,1 2-2 0,3-2-1 15,1 0-2-15,3-2 3 0,1-1 0 0,1-1-4 0,2 0 0 0,0 1 0 16,2-2-3-16,2 1 2 0,1-3-4 0,2 1 8 0,2-2-1 16,0-2 0-16,3 1 5 0,1-2-7 0,1 1 2 0,2-2 2 0,0 0-3 15,1 2 2-15,0-2 1 0,2 2-4 0,1 0 0 0,0 1-2 0,0 1-3 16,2-2 2-16,-1 0 0 0,2-4 0 0,-1 0-3 0,1-3 4 15,2 1-4-15,1-3 0 0,2 0-1 0,1-1-3 0,0-2 0 0,1-2-1 16,2-1-12-16,1-1-9 0,3-3-17 0,0-1-21 0,2-2-17 0,-2-2-23 16,2-1-32-16,1-2-30 0,1-3-35 0,3-4-140 0</inkml:trace>
  <inkml:trace contextRef="#ctx0" brushRef="#br0" timeOffset="53501.44">19012 10103 14 0,'-10'1'15'0,"2"0"1"0,-4 0-3 16,1 2-4-16,2-2 1 0,0 1 0 0,-2-1-1 0,2 1 2 0,0-1-1 16,0 0-1-16,1 0 0 0,2-1-2 0,0 0-2 0,1 1 3 0,1-1 1 15,1 1 0-15,0-1 4 0,1 1-4 0,0-1 0 0,1 1 1 16,1-1-3-16,0 1 1 0,0 0-3 0,1 0 0 0,0 2 3 0,1-1 0 15,1 1 1-15,1 1 2 0,1 0 0 0,3 1 1 0,1 0 2 0,3 0 2 16,2 0 0-16,0 0 1 0,2-1-2 0,2 1 0 0,1 0 2 16,2 0 6-16,2-1 1 0,2 0 3 0,2-2 0 0,1 0 2 0,1-1 3 15,0 0 2-15,2-2-1 0,1-2-1 0,3-1 2 0,2-2-2 16,3 0-4-16,0-2-6 0,3 0-7 0,1-1-5 0,4-1-4 0,0 0 2 16,1 1 1-16,2 2 1 0,1 0-3 0,0 1 0 0,-2-1-5 0,-2 0 1 15,-2 2 0-15,-2 0 0 0,-1 1 0 0,-3 0-3 0,-2 1 0 16,-2 1 0-16,0 0 0 0,-1 1 1 0,-2 0-1 0,-1 1 1 0,-3 1-1 15,2 1-8-15,0 1-4 0,0 2-17 0,-2 1-16 0,0 1-19 0,-2 3-25 16,2-1-33-16,-1 3-34 0,2 3-77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04T10:23:53.1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4745 5910 731 0,'1'-11'26'0,"2"3"-3"0,1-1 1 15,1 2 4-15,1 3 2 0,0-1-2 0,0 1-6 0,1 0-8 0,1 0-11 16,2 1-5-16,2 1-1 0,1 1-5 0,0 1 3 0,1 0-2 0,2 2 1 15,1 0-1-15,1 0 1 0,0 2-1 0,2-2 1 0,1 1 1 16,-1-1 2-16,2 1 0 0,0 0 5 0,0-1-1 0,3 1 3 0,1 0 1 16,2-2-2-16,1 1 3 0,3 0 1 0,2-1 2 0,3 0 0 0,3 0 0 15,2-1-1-15,2-1 5 0,2-1 1 0,2 0 4 0,4-2 0 16,2 1-2-16,3-2 3 0,1-1 0 0,1 0 3 0,3-1 1 0,1 0-4 16,1 0-2-16,1 1-2 0,1-1-3 0,0 1 1 0,3 0-4 15,0 1-2-15,-1 0-4 0,0 1-3 0,0 1 0 0,-1 1-2 0,0 0-2 16,-1 1 0-16,0 0-5 0,0 1 0 0,-1-1 2 0,0 0-1 0,-1-2 3 15,0 1-4-15,1-3 3 0,-2 0 3 0,1 0-1 0,-2-4 0 16,-1 0-1-16,-1-3 2 0,-4-2 0 0,0-1 9 0,-3-4 1 0,-2-1 4 16,0-1 2-16,-3-4-2 0,-1 0 2 0,-2-2 3 0,-1-1-2 0,-1-1 1 15,-2-3 0-15,-1 1 0 0,0-5 3 0,-3-1 0 0,-1 0 0 16,-2-2 0-16,-1 1-1 0,-2-1 2 0,-4 0 1 0,0 0 0 0,-4 0 1 16,-1 0 2-16,-2 0-4 0,-2-1 0 0,-4 0-1 0,-2 3-3 15,-2 1 2-15,-5 2-4 0,-3 1-5 0,-5 0-7 0,-4 0-7 0,-4 2-10 16,-4 0-3-16,-5 4-3 0,-6-1-6 0,-4 2 3 0,-7-1 0 0,-4 2 0 15,-6 2 5-15,-4 1 4 0,-3 2 6 0,-5 0 10 0,-2 0 7 16,-1 2 4-16,-3-2 2 0,0 0-4 0,-1 0 1 0,-1 2 1 0,2 0-4 16,-2 0 0-16,0 1-1 0,-1-1-3 0,0 1 3 0,-1 1-1 15,0 1-3-15,-1-1 3 0,0 0-3 0,1 1-1 0,-2 2-1 0,-2 0-2 16,1 2-2-16,-3-1 1 0,-2 3-1 0,0 2 1 0,-2 0-1 0,-3 2 1 16,1 3-1-16,0 2 0 0,-2 3 1 0,0 1 3 0,-1 3 0 15,-1 1 4-15,0 3 0 0,0 2 5 0,0 1 2 0,0 3 1 0,1 1 0 16,-2 2-5-16,4 2 2 0,0-1-7 0,2 3 2 0,4-1 2 0,0 3-6 15,2 0 2-15,3 1-3 0,1 0-8 0,2 2 0 0,1 1 10 16,1 0-2-16,3 3 4 0,2-1 1 0,1 2-9 0,2 0 0 0,2 1-3 16,2 1 3-16,0 1-1 0,2 2 2 0,1 0 1 0,0-2-3 0,2 3 2 15,2 0-1-15,2 1-2 0,1 1-4 0,3 0 2 0,1-1 6 16,2 3 1-16,2-1 6 0,3-3-2 0,3 1-3 0,2-3 2 0,4 0-1 16,4 1-1-16,2-3-4 0,3 0 0 0,4-5-1 0,3-1 2 15,2-1 4-15,4-2 0 0,1-2 0 0,3-1 7 0,4-2-2 0,2-1-6 16,2 0 4-16,4-2 0 0,1 0 5 0,3 3 6 0,1-2 1 0,3 1-6 15,1 1-6-15,2-1 2 0,1 1-3 0,0 1 4 0,1-2 1 16,0 1-3-16,2 1 2 0,0 1-6 0,2 1 2 0,-1-2 0 0,3 2 0 16,0-2 4-16,2-2-3 0,1 1 7 0,2-1-3 0,1-1 5 0,0 0 5 15,2-2 1-15,1 0 2 0,0-2 1 0,3-2 0 0,0-1-6 16,0-3 1-16,-1-2-3 0,2-1 0 0,-1-2 3 0,-1-1 1 0,1 0-2 16,0-1 1-16,-1-1-3 0,-1-1 2 0,-1 0-2 0,0 1 1 15,-1-1 1-15,-2 0-2 0,2-1 1 0,-4 0-8 0,1 0-2 0,-1 1-4 16,-2 0-1-16,1 0 5 0,-2 0-3 0,-1 2 2 0,-2-1 0 0,-1 2-6 15,1-1 2-15,-2 1-15 0,-1-2-4 0,-2 2-16 0,-3 1-16 16,0 2-45-16,-2 1-85 0,-1 0-71 0,-2 2-77 0,0-1-126 0,-3 1 109 16</inkml:trace>
  <inkml:trace contextRef="#ctx0" brushRef="#br0" timeOffset="1533.8">6237 7776 21 0,'24'3'18'0,"4"1"0"0,7-1-1 0,-3 2 0 0,-4 0-2 16,2-1-2-16,-1 0-2 0,2 0-1 0,1 1 0 0,2 0 0 0,0 0 0 16,1 0 0-16,-1-3-2 0,1 1 0 0,0-1 2 0,1 0 1 0,3-1 3 15,0 1 1-15,0-1 5 0,3 0 2 0,-1 0 3 0,-1-1 3 16,2 0 1-16,-1 0 1 0,1 0-1 0,1-1 0 0,0 1-3 0,-1-1-1 15,0 1-2-15,0-1 2 0,-1-1 3 0,2 1 2 0,2-1 1 16,0-1 3-16,2-1 2 0,1-1 6 0,2-1 0 0,1 0-5 0,1-1-2 16,1-1-4-16,2 0 1 0,1 2 0 0,2-2-2 0,1 0-7 0,2 0-5 15,-1 0-6-15,1 1-3 0,-1 1-1 0,0 1-2 0,1 0 1 16,-1 2-4-16,1-1 0 0,1 1-2 0,1 1 2 0,0 0 0 0,2 0-3 16,1 2 2-16,1-1-2 0,2 1-2 0,1 1 3 0,1-1-3 0,-1 1 0 15,1 0 0-15,-1-2 1 0,0 2 0 0,3-1 1 0,-2 0 2 16,2 0-1-16,-1-1 2 0,-2 0 0 0,0-1-3 0,-2 0 0 0,0 0 0 15,0-1 3-15,0 0 0 0,-2 0 2 0,3-1 1 0,-2-1-3 16,-3 1 1-16,-1 0-2 0,-3-1 0 0,-1 1 0 0,1-2 4 0,-2 1 5 16,1-1 5-16,-1-1 2 0,-1-1 0 0,2 1 4 0,-1-2-1 0,1 0 0 15,-1-1-1-15,-1 3-1 0,0-2 0 0,2 1-5 0,-2-1-2 16,1-1-6-16,-1-1 1 0,0 1 2 0,2-2 2 0,-3 1-3 0,-2 0-1 16,-1 0-4-16,-2 0 3 0,-1 0 0 0,-1-2-1 0,-2 0-1 0,-3-1 2 15,1 0-2-15,-4 0 4 0,-3 0 0 0,0-2-2 0,-3 0 1 16,0 0 3-16,-2-2 1 0,-1 0-2 0,-3-1 7 0,-2-2-1 0,-3-1-1 15,-2 1 3-15,-2-1-1 0,-3 0-3 0,0 1 0 0,-3-1 0 0,-2-1-2 16,-3 0 3-16,-2-2-4 0,-2 1 0 0,-2-1-9 0,-2 0 2 16,-2 2 2-16,-3-1 1 0,-2 0 2 0,-2-1 0 0,-2 0-3 0,-4 0-5 15,-3 0 1-15,-2 1-3 0,-1-1-1 0,-4 1 2 0,-2 1-2 16,-4-1-2-16,-3 0-4 0,-4-1-2 0,-2-1-7 0,-5 2 5 0,-3 0-3 16,-4 2-3-16,-3 0 7 0,-3 0-2 0,-3 1 3 0,-1-1 4 0,-2 1-4 15,-5 1 0-15,-1 0-1 0,-5 1-1 0,0 0 1 0,-3 1 4 16,-2 2 2-16,-2 0 3 0,-3 2 0 0,-3-1-3 0,-1-1 4 0,-3 1-3 15,0 2 5-15,-2 0 3 0,-1 0 0 0,1 0 3 0,0 2-3 0,2-2-1 16,1 0-3-16,-1 1 3 0,1 1-1 0,-2 2 2 0,1 1 0 16,-3 0-3-16,1 1 2 0,-3 1-4 0,0 2-2 0,-2 0 1 0,0 1 0 15,-1 1 0-15,0 1 1 0,-4 1-4 0,-1 1 0 0,-2 2 2 16,-3 0 0-16,2 2 0 0,0-1-1 0,0 1-1 0,-1 1 6 0,2-1-3 16,0 2 2-16,1-2 4 0,1 0-5 0,2 2 3 0,2-2-3 0,0 1-2 15,1 0 1-15,-3 0-3 0,1 1 1 0,-1 0-2 0,1-1 5 16,0-1 2-16,2 1 2 0,1-2 3 0,-1 0-3 0,5-1 4 0,-1-2-3 15,4 1 0-15,1 0 3 0,2 0-4 0,-2 1 2 0,2-1 0 0,0 1-4 16,1 0 3-16,3 1-1 0,-1 1 2 0,2 1 0 0,1 1 3 16,0 0-2-16,1 3 5 0,1 0-4 0,2 2-5 0,5-1 5 0,1 1-8 15,0 1 2-15,0 3 1 0,2 2 6 0,0 0 3 0,3 3-2 16,-1 2 2-16,2 0-13 0,4 1 3 0,3 2 0 0,4-2-1 0,2 2 0 16,4 1-2-16,2 4 0 0,3 0-2 0,1 2 0 0,2-1-3 0,2 0 1 15,1 2 1-15,3 2-4 0,1 0 5 0,2 3-3 0,0 0-4 16,4 0 3-16,0 1 1 0,3 2 3 0,1 1 6 0,0 1-2 0,3 2-3 15,1 1 2-15,1-1-4 0,4 0 0 0,0-1 1 0,3-2-2 0,3-2 4 16,2 0-4-16,4-1-8 0,4-2 1 0,3 0 3 0,4-2-1 16,4 0 3-16,3 1-9 0,5-2-14 0,4 0-11 0,4-2-17 0,4 1-13 15,4-1-22-15,5-1-13 0,5 1-6 0,4-4-12 0,9 0-14 16,5 0-19-16,5-2-123 0</inkml:trace>
  <inkml:trace contextRef="#ctx0" brushRef="#br0" timeOffset="32218.26">3701 8220 41 0,'-5'17'29'0,"2"3"3"0,0 6 6 16,2 1-1-16,2-3-5 0,0 1-4 0,2 2-3 0,2-2-6 0,1 3-3 15,3 0-3-15,0 2-4 0,3-1-2 0,1 2-3 0,0-1 1 16,2-1 1-16,3-1 1 0,0 0-2 0,3 0 1 0,3-2-1 0,0 1 0 16,2-3 5-16,1 1-2 0,5-4 4 0,0 0 2 0,3-1 7 0,2-1 8 15,2-1 1-15,2-1 2 0,2-1-4 0,2-2 0 0,5-1-2 16,1-2 1-16,4 0 0 0,1-1-6 0,3-3 2 0,2-1 0 0,2-1 1 15,3-1 3-15,2 1-5 0,1 0-2 0,1-1-4 0,0 1 1 16,4 0 4-16,1 0-1 0,2 0 0 0,0 0 0 0,3 0-5 0,2 1-1 16,1-3-7-16,3 2-2 0,2 1-2 0,3-1-2 0,3 1 3 0,0 0-2 15,2 1-1-15,1 0-5 0,2 0 0 0,5 1 1 0,1-2 2 16,3 1 2-16,1 0-3 0,0 1-3 0,3-1-2 0,1 1 3 0,1-2 3 16,3 0 2-16,1 0-3 0,-2 0-3 0,1 0 2 0,0 1-1 0,0 1 2 15,0-1 0-15,1 0 0 0,0 0-1 0,2-1 3 0,-2-1-1 16,0 0 4-16,-2 1 6 0,1-1 4 0,2-1 7 0,0 0 5 0,3 0-5 15,-2 2-2-15,-2 0-2 0,3 0-3 0,0 0-1 0,2 0 4 16,2 0-2-16,1-1-1 0,2 0 0 0,0 0-6 0,1 1 6 0,4-2-1 16,1 0 2-16,5-1-1 0,-1-2-5 0,-2 0-8 0,-3-1-1 15,-1 0-2-15,3 0 3 0,1-1 3 0,0 0-4 0,-2 0-1 0,-3-1-5 16,-1 0 5-16,0 1 0 0,-3-2 2 0,0 1 2 0,-1-2-2 0,-1 0 2 16,0 0 0-16,-1-1-2 0,-1 2 0 0,-4-2 2 0,-1 0-2 0,0 0 4 15,-2 0-2-15,0-1-2 0,-3-1 1 0,-1 1-1 0,-5-1 2 16,-1 0 3-16,-4 0-4 0,-4-1 1 0,1-1-1 0,-5-1 4 0,0 1 0 15,-3-2 0-15,-1 0 1 0,-4 0 1 0,-2-2-2 0,-4 0 2 0,-6-1-2 16,-3 1-1-16,-3-1-2 0,-3-1 0 0,-2 1 4 0,-4-2-2 16,-4 2 5-16,-4-3 2 0,-2 1 2 0,-7 0-1 0,-6-2 0 0,-4-1-2 15,-4 1 1-15,-3-1 2 0,-3-1 1 0,-4 0 1 0,-3 0 3 16,-4-1 4-16,-3-1 2 0,-2 0-5 0,-3-1-4 0,-3-1-18 0,-3-1-3 16,-2-1-7-16,-4 0-6 0,-2-1-1 0,-5 1-4 0,-3-1-2 0,-5-1 2 15,-5-3-1-15,-2 1-1 0,-4-2 4 0,-7 2 1 0,-2 1 3 16,-5 0 4-16,-4-1-4 0,-5 0 2 0,-5 1 1 0,-3 0 0 0,-5 3 7 15,-3-1-1-15,-3 1 2 0,-3-1 0 0,-4 1-5 0,-3 0 3 0,-4 0 0 16,-4 2-1-16,-5 0 1 0,-3 2-1 0,-3 0 0 0,-4 1 5 16,2 2 1-16,-1 0 4 0,-1-1 2 0,-1 0-1 0,-5 0 0 0,-2 2-3 15,-5 1-4-15,-3 4 2 0,-1-1 1 0,-2 2 0 0,-1-1 2 16,-1 3 0-16,2 0 2 0,-1 1-1 0,1 1-2 0,-4 1-1 0,-3 1-4 16,-1 1 4-16,-3 0 0 0,1 1 4 0,1-1 2 0,0 1-1 0,0-1 4 15,4 0-5-15,-3 1 1 0,2-1 2 0,0 0 2 0,0 1 4 16,3-1-3-16,-3 2 1 0,-4 0-7 0,-2 1 2 0,2 2 2 0,-1-1 0 15,2 0 5-15,4-1-1 0,1 0 0 0,3 0 2 0,-1 0-1 16,0 0 3-16,1 1 0 0,-3 1-4 0,4 2 6 0,0 0 1 0,1-1 2 16,2 1 9-16,-1 0-3 0,1 2-3 0,-1 0 1 0,-1 2-6 0,2 1 0 15,-1 2 5-15,3 0-3 0,-3 0 1 0,1 3-1 0,0 1-4 16,1 0 3-16,5 0-8 0,1-1 0 0,2 3-1 0,2 0-2 0,0 2 2 16,3 1-4-16,-1 4-2 0,1 2-4 0,0 2-2 0,0 3 4 0,1-1 0 15,-2 5-6-15,0 1-3 0,0 3-12 0,2 1-10 0,3 0 0 16,5 1-15-16,5-1-33 0,5-1-31 0,5 3-47 0,5-2-35 0,4 4-32 15,3 1-107-15</inkml:trace>
  <inkml:trace contextRef="#ctx0" brushRef="#br0" timeOffset="37718.62">3495 11099 623 0,'-12'-8'103'0,"1"-1"-17"0,-3-2-24 0,2 1-21 0,4 2-11 15,-1-1-2-15,2 1-2 0,0 0-5 0,0 1-4 0,1 0-8 0,-1 0-5 16,2 1-1-16,0-1-6 0,0 1-5 0,0 1 2 0,0-1-3 16,1 1 0-16,-1 0 8 0,1-1-3 0,0 2 0 0,1-2 0 0,0-1-2 15,2 0 6-15,-1-1-1 0,1-2 4 0,2-1 5 0,1 1-3 0,1-3 6 16,2-1-1-16,1 0 0 0,2-1 3 0,0 0-1 0,1-3 3 16,2-1 1-16,1 2 5 0,1-3 5 0,2 0 0 0,0 0 0 0,3-3-2 15,1 1-1-15,0 1 0 0,4-2 1 0,0 2 0 0,0 0 0 16,2 1-1-16,1 1-3 0,0 1-6 0,2 1-3 0,0 1-1 0,1 2-2 15,0 2 1-15,4-1-3 0,-2 2-3 0,1 1 4 0,0 2 2 0,0 0-3 16,2 3-3-16,-1 0-3 0,2 1-1 0,-1 0 2 0,0 1 3 16,1 0-2-16,2 2 1 0,0-1-6 0,0 2-1 0,0 1 5 0,0 0-4 15,0 1 5-15,-2 0-2 0,3 2-4 0,-1 0 8 0,0 3-3 0,-1 0 1 16,-1 2 1-16,1 1-2 0,-1 1 1 0,-2 1 4 0,0 0-1 16,-3 0 1-16,2 2-4 0,-2 1 0 0,1 0 4 0,-2 1-1 0,0 1-1 15,-3 2 1-15,1 0-2 0,-1 2-1 0,-2 2 6 0,0 0 0 0,-2 1 1 16,1 1-4-16,-2 0 0 0,-2 0 3 0,0 0 3 0,-3 2 3 15,-1-1 2-15,-2 2 2 0,1-1 0 0,-2-1 3 0,-1 2 0 0,-2-1 0 16,-2 2-1-16,0 1-3 0,-2 2-2 0,-1-1-4 0,-1 1-1 0,-3-3 2 16,-2 1 0-16,-2 1 0 0,-2 1-2 0,-1-2-2 0,0 2-4 15,-4-4-5-15,0 0 0 0,-2-1 6 0,-1 0-1 0,0-2 5 16,-2 1 1-16,-2-3-3 0,-2-1 1 0,0-1-2 0,-3 0 1 0,1-4 1 16,-2-1 3-16,-2 1 3 0,0-2-2 0,-2 0-2 0,-1 2-2 0,-3-1 2 15,0-1-3-15,-2 0 6 0,-1 0-5 0,0-2-1 0,0 0 3 16,-1-2-3-16,-1 0 0 0,0 1 3 0,1-2 0 0,1-1-6 0,1 0 4 15,-2-2-3-15,1 0-3 0,-1-1 3 0,2-1 2 0,0-1-1 0,1 0 4 16,1-2 4-16,1 0-4 0,0-1 9 0,2-2 2 0,1 1-2 16,3-2 2-16,0 0-5 0,3-2-3 0,-2 0 2 0,0-1-3 0,2-1-2 15,-2-1-2-15,4 1 2 0,0-1-7 0,1-2 3 0,1 0 0 0,1-1-9 16,-1-1 3-16,0 1-1 0,2 1-5 0,0-2 6 0,0 1-6 16,2-3-2-16,1 0-2 0,1 1-10 0,0-1 0 0,1 1-18 0,1 1-13 15,1 0-11-15,2 2-17 0,1-2-20 0,1 2-24 0,1-1-35 16,1 1-45-16,1 0-40 0,1 0-51 0,3 1-30 0,2-1-119 0</inkml:trace>
  <inkml:trace contextRef="#ctx0" brushRef="#br0" timeOffset="38385.25">7371 12031 337 0,'3'-1'100'0,"2"0"-39"0,2 1-25 0,1 0-11 0,0 1-5 0,-1 0-1 15,0 0 0-15,0 1-5 0,1 0-1 0,-1 1-2 0,1 0-1 16,-1 0 0-16,0 1 2 0,1 0 3 0,-2 0 4 0,3-1 9 0,0 0 6 15,0 0 10-15,1 0 5 0,0-1 4 0,1 0 6 0,-1 0-3 16,3-1 2-16,0 0 1 0,2 0-4 0,0-1-2 0,3 1-6 0,0-1-11 16,1 1-4-16,-1-1-4 0,2 2-1 0,0-2 2 0,2 2 1 0,2-3-2 15,1 0 2-15,2 0-4 0,0-1 2 0,2 0-2 0,1 1-3 16,0-2 1-16,3 1 0 0,2 0-1 0,1-1 7 0,2-1-2 0,1 1 0 16,2 0-2-16,3-1-4 0,1 0-6 0,2-1-4 0,2 1-6 0,3-1 0 15,1-1 3-15,3 1-1 0,1-1 1 0,2 0 0 0,3 1-2 16,1-1 5-16,3 1-1 0,0-1-7 0,2-1 3 0,1 1-7 0,2 0-1 15,3 1 5-15,0 0-1 0,1 1 0 0,1 0 6 0,2 1-2 16,1 0 5-16,2 1-1 0,1-1-1 0,1 2 2 0,-1 0 0 0,1 0-5 16,3 1 0-16,-1 1 3 0,4 1-6 0,0-1 6 0,0 1 3 15,2 1 2-15,0 0-10 0,0 0-5 0,1 1-1 0,0 0-3 0,0 0 8 16,-1 1-1-16,3 0-10 0,-2 1-1 0,2 0 5 0,-1 0 3 0,1-1 9 16,-2-2-7-16,0 1-1 0,0 0-2 0,1 0 1 0,-1 0 8 15,0 1 1-15,1 0 5 0,-1 0-2 0,-1 0-5 0,2-1 6 0,-3 0-7 16,0 0 2-16,-3 1-1 0,0-1-6 0,-2 0 5 0,1 1-4 0,-1 0-2 15,-3 0-5-15,-1 0 1 0,-3 1 3 0,-3 0-4 0,0-1 1 16,-2 0-11-16,-1 1-24 0,-1-1-42 0,-5 0-51 0,0 2-65 0,-3-1-76 16,-1 0-79-16,-2 2-76 0,0-1-134 0</inkml:trace>
  <inkml:trace contextRef="#ctx0" brushRef="#br0" timeOffset="64620.93">4218 11962 588 0,'-22'-9'301'15,"-1"2"-228"-15,-6-1 1 0,3 5-20 0,5 0-17 0,-1 1-5 0,1 1-6 16,-2 0-8-16,-1 1-2 0,0 2-4 0,-3 0-7 0,2 1-4 16,-2 2-4-16,-1 1-3 0,0 3 3 0,-2 2-4 0,0 1 4 0,-2 1 1 15,2-2-1-15,0 2 4 0,2-1 1 0,-2 1 4 0,2 1 6 16,-1-1 4-16,0 4-2 0,-1-1 3 0,2 2-4 0,-1-1 9 0,2 2 6 15,-2 1 4-15,1 0 3 0,-1 1-3 0,0 1 1 0,2-2-6 0,1 3-2 16,3 0-5-16,0 0-1 0,1 1-6 0,0-1 4 0,1 1-4 16,1-1 1-16,2-1-5 0,1 2-1 0,-1 0-6 0,3 1-3 0,-1 1 6 15,2 0-5-15,0 2 0 0,2-1-4 0,0 2 2 0,1-1 2 0,2 2-2 16,0 1 1-16,1 2-8 0,1-2-3 0,2 1 2 0,0 0-2 16,2 1-4-16,0 0-2 0,1 1-9 0,2-1-4 0,1 1-1 0,1-2-8 15,1 1-2-15,2 1-4 0,0 0-4 0,0 2-2 0,3-3-3 16,0 2 1-16,3-2 7 0,-1-1 3 0,2 1 8 0,1-1-5 0,2-1-3 15,3-1-7-15,0 0-3 0,1-1 2 0,2 1 6 0,2-1 8 0,0-2 11 16,2 1 9-16,0-4 6 0,2 0 5 0,1-1 3 0,1-2 3 16,3 1 2-16,2-1 3 0,0 0 2 0,2-2 3 0,-1 0 6 0,3-2-2 15,1 0 0-15,1-1-9 0,2-4-6 0,-1 1 0 0,1-1 3 0,1 1 9 16,2-2 6-16,-1 0 3 0,2-1 3 0,3-2 1 0,2 0 7 16,0-1 4-16,0-2 0 0,1 0-3 0,1-2-6 0,0-1-2 0,1-2-4 15,1 0 0-15,0-1 0 0,0-1-2 0,1-1-2 0,-1-1 1 0,2-1-1 16,-1 0 1-16,0-1 1 0,0-1-3 0,-2-1 2 0,3 1 4 15,-1-1 1-15,0-1 0 0,-1-1 3 0,-2 0 2 0,3 0 2 0,-3-1 5 16,0 0-1-16,0-3-7 0,-3 0 2 0,1-2 1 0,-1 1 1 0,-2-2 5 16,-1-1 3-16,0-1-1 0,0-1 0 0,-3-1-1 0,0-1-5 15,1 0-4-15,-4-2-3 0,0 0-4 0,0-2-1 0,-4 0 1 0,-1-2-2 16,0 0-3-16,-2 2-2 0,-1-2-3 0,-3 2 3 0,0-3 0 16,-3 2-2-16,-1-2 3 0,-2 0-6 0,-3 1 6 0,-1 0 6 0,-2-2-3 15,-2 1 17-15,1 0-5 0,-4-2 0 0,-1 2 1 0,-3-2-8 0,0 0 0 16,-1-2-5-16,-2-2-7 0,-1-2-7 0,0-1-2 0,-2 0-2 15,1 2-1-15,-1-2-6 0,-2 1-4 0,0-2-7 0,-2 0-1 0,-1 0-1 16,-1-1 1-16,-1 1 0 0,-1 0 3 0,0 0 3 0,-1 2 2 0,-2 0 11 16,-1 2 2-16,-2-1 2 0,-1 0-1 0,-3 1 0 0,-1-1 5 15,-1 2 3-15,-1 0-2 0,-2 0-3 0,-3 1-4 0,0-2-5 0,-2 3 3 16,-2-1-4-16,-2 2-4 0,-1 0 3 0,-5 1-4 0,2 0 0 16,-4 3-5-16,-2 1-5 0,-4 2-7 0,-5 3 0 0,-2 0 5 0,-4 2 1 15,0 3 5-15,-3 0 1 0,-3 2 5 0,-2 1 0 0,-1 4 9 0,-2 0 1 16,-1 3-3-16,-2 3 1 0,1 3-4 0,-1 3 0 0,-2 2-2 15,2 4 0-15,-3 2-2 0,0 3-7 0,1 4-8 0,-2 1-9 0,2 2-14 16,0 3-24-16,-2 2-49 0,1 5-82 0,0 1-143 0,-1 6-232 0</inkml:trace>
  <inkml:trace contextRef="#ctx0" brushRef="#br0" timeOffset="-119312.06">3732 11121 512 0,'-24'-16'-70'0,"3"-1"93"0,-4-2 6 0,7 2 12 0,4 3-6 16,2-1-17-16,0 2-6 0,2-1-2 0,2 0-3 0,2 2 0 16,2 1-7-16,1 0-2 0,4 0-4 0,2 0-2 0,2-1 1 0,4 0-2 15,2-1 2-15,5-3 0 0,2-1 3 0,4-2 0 0,3-2-1 0,1 0 4 16,5 0-1-16,3-2 4 0,2-1 1 0,1 0-2 0,3-2 1 16,3 2 1-16,2-2 0 0,1 1-2 0,1 3 1 0,-1 1 0 0,1 1-1 15,2 3 1-15,1 1-2 0,1 1 2 0,0 1-2 0,1 3 1 16,1-1 1-16,3 2 0 0,0 1 3 0,2 1 0 0,2 0 2 0,-1 0 0 15,2 2-4-15,-1 1-2 0,0 1-1 0,0 2 1 0,-4 3 3 0,0 2 2 16,0 3 2-16,-3 0-2 0,-1 4 1 0,-3 2-2 0,-4 2-1 16,-3 3 2-16,-1 0 0 0,-4 3-4 0,-4 0-4 0,-1 1 2 0,-4 1-1 15,-4 2 5-15,-2 0 1 0,-4 2-3 0,-3 2 0 0,-2 1 2 0,-3 0 1 16,-3 1-4-16,-3 0 4 0,-4 2-2 0,-2-1 2 0,-4 4 1 16,-2 0 0-16,-3 0-1 0,-3 0-1 0,-2 0-1 0,-3 1-3 0,-4 0 4 15,-1 1-2-15,-6-2 2 0,-3 1-4 0,-4 0-2 0,-3 1-6 16,-3 2 0-16,-3-2-2 0,-2 0 1 0,-1-1 4 0,-1-4 5 0,0-1 7 15,0-3 0-15,3-2-1 0,3-4-1 0,2-3 3 0,1-2 3 0,2-3-1 16,2 0 0-16,1-3-3 0,2 1-3 0,2-1 1 0,1-1 0 16,3 0-1-16,2-2 0 0,-1 0-1 0,2 0 0 0,3 0-1 0,2-1 1 15,4-1-4-15,4-1-1 0,3-1-3 0,4 0-7 0,2 1-11 0,3-1-12 16,2 1-16-16,2 0-13 0,3 2-2 0,4 1-6 0,3 0 5 16,5 1-1-16,5-2-7 0,2 1-5 0,5-1-41 0</inkml:trace>
  <inkml:trace contextRef="#ctx0" brushRef="#br0" timeOffset="-118345.06">8597 12148 541 0,'5'-8'-29'15,"4"-1"46"-15,3-2-1 0,3 2 6 0,3 0-7 0,1-1-6 0,3 0 1 16,4 0-3-16,2 0-6 0,4 0-2 0,3 1 0 0,5 0 1 0,1 1 1 16,3-1 2-16,3 1-2 0,0-1 0 0,2 1 2 0,0 0-2 15,1 0-1-15,2 0 0 0,0 1-2 0,-1 2 3 0,-1-1 0 0,1 1 2 16,0-1-2-16,1 1-1 0,0 0 3 0,0 0-2 0,-1 1 1 16,-1 0-1-16,-1-1-3 0,1 1 3 0,0 0-3 0,0-1 0 0,0 1 1 15,2-1 0-15,-1-1 5 0,1 0 1 0,1 0 5 0,-1-1-3 0,0 0 0 16,0-1-1-16,-1 1 0 0,1 0 3 0,1 0-3 0,0-2-3 15,1 2-1-15,0-2 0 0,-1 0 2 0,0 0 2 0,1 1-4 0,-1 1 1 16,2-1-1-16,3 1-2 0,-3 2 2 0,0-1-3 0,-1 0-3 16,-1 1 0-16,-2-2-1 0,-1 1 4 0,0 0 4 0,-2-1 1 0,1 1 2 15,0 0-1-15,-1 0 3 0,3 0-6 0,-3 2 0 0,0 0 0 0,1 1-2 16,2 0-1-16,0 0-1 0,4 1 2 0,-1 0-4 0,1 0 3 16,3 2-1-16,-1 1-2 0,1 0 0 0,1 2 0 0,1-1 0 0,1 1-3 15,0 0-2-15,1 1-1 0,0 0-5 0,-2 1-2 0,0 1-1 0,-1 1-3 16,-1 1-4-16,-1 0-4 0,0 1 1 0,-2-1 2 0,-1 0 3 15,2 1 6-15,0-2-1 0,-1 0-1 0,-1 0-2 0,-2 0 2 0,1-1 4 16,-2 0 2-16,0-1 2 0,0-1 2 0,-3 0-1 0,-1-1 3 0,-2-1 3 16,-1-1 0-16,-3-1 3 0,-3 0 2 0,-1-3 2 0,-4 0 6 15,0-1 0-15,-3-1 5 0,-1-1 1 0,-2-1 4 0,1-1 1 0,-1-1 0 16,1 1-3-16,-1-1-5 0,0-1-1 0,-3-1-4 0,1 0-3 0,0-1 2 16,-3 1-4-16,2-1 4 0,-2 0-1 0,-2 0-1 15,1-1 0-15,-1 2-3 0,-3-1 1 0,0 0 1 0,-2-1 3 0,-2 0-1 0,-1 0 1 16,-1 0 1-16,-1-2-1 0,0 0 1 0,-3 0-3 0,0 0-1 15,-2-1 2-15,-2 0-1 0,0 0-2 0,-2-2-1 0,-1 0 0 0,-2-1-1 16,-2 0 0-16,0-1 6 0,-4-3-5 0,-1 2 0 0,-2-2 0 0,-2-1 0 16,-1 0 0-16,-1 1 2 0,-3 0-3 0,-3-1-2 0,-2 0 1 15,-3 0-3-15,-2-1 3 0,-4-1 0 0,-1-1 0 0,-2 2 0 0,-3-1 1 16,-3 1 0-16,-2 0 3 0,-1 0-2 0,-3 1 1 0,-1-1-1 16,-5 0-2-16,-2 2 6 0,-1-1 3 0,-1 1 1 0,0-1-1 0,0 1-1 15,-4 0-1-15,-1-2-5 0,0 2 0 0,-3 0-3 0,0 1-2 0,0 3 4 16,-3 0-1-16,0 2-1 0,0 0 0 0,-2 1 2 0,1 1 2 15,0 1 2-15,-1 0 1 0,2 1-1 0,0-2 2 0,-1 0 2 0,0 2-1 16,0 2-1-16,-2 3-2 0,-1 1-4 0,3 1 2 0,-2 2-1 0,5 1-1 16,1 2 3-16,-2 0-2 0,0 1-1 0,0 2 3 0,-1 0-3 15,0 3-3-15,1 0 2 0,1 1 0 0,1 2 2 0,5-1 3 0,1 2 0 16,3 1 0-16,0 1-1 0,1 2-2 0,2 0-2 0,1 3-2 0,-2 1-1 16,2 3 0-16,-1 1 3 0,2 2 2 0,2 1-2 0,1 1 2 15,0 3 1-15,1 2 3 0,1 1 0 0,0-1-2 0,1 2-3 0,1-1-2 16,3 2 1-16,1 1 5 0,0-1 0 0,3 0-4 0,2-1 2 15,4 1 0-15,2-1-2 0,2 2 4 0,0-3-3 0,4 3-1 0,-1-4-1 16,3 0 1-16,2 0-1 0,1-1 0 0,1 0-1 0,3 2 3 0,0-2-2 16,1 1-1-16,1-1 0 0,1 2-3 0,2 0 0 0,1 3-5 15,0 1-7-15,2 2-17 0,2 1-20 0,2 2-26 0,1 4-33 0,2 2-32 16,2 0-49-16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04T10:56:23.6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8223 7139 180 0,'1'-8'6'0,"1"0"3"0,2-1 0 15,1 4 3-15,2 0 0 0,0 1-4 0,0 1 0 0,0 2-4 0,0 1-4 16,1 1 1-16,-1 2-2 0,2 1-1 0,0 1 1 0,-1 2-2 16,2 1 0-16,-1 0 1 0,1 0 0 0,0 1 0 0,0-1 0 0,0 1 1 15,0-1 1-15,0 0 1 0,0 0 0 0,2 0 1 0,0-1 1 16,-2 0 0-16,2 0 1 0,-3-1 2 0,2 1 0 0,1-2 3 0,0 2 5 16,0 1 5-16,-1-1 5 0,0 1 5 0,0 0 4 0,0-1 0 0,0 1 1 15,0-2 0-15,2 0-2 0,0 1 1 0,2 0-1 0,-1 0 0 16,1 0-2-16,2-1-2 0,0 1-4 0,1 0-1 0,0-1-5 0,3-1 1 15,1 0-4-15,2 0-1 0,1 0-4 0,1-1-2 0,2-1-2 0,-1 0-2 16,3-1 0-16,-1 0-1 0,1-1 1 0,2 1-3 0,2-1-1 16,0-1 2-16,0 1 0 0,-1-1-1 0,1 0 0 0,-1 1 0 0,2-2 0 15,0 1-1-15,-1-1 4 0,2 0-3 0,0 0 1 0,-1-1 5 16,0-1-1-16,1 0 1 0,-1-2 1 0,0 1 1 0,0-2 3 0,1-1 2 16,2 0 2-16,-1-3-1 0,0-1-2 0,0-1-4 0,-1 0-3 0,1-1-3 15,1 0 1-15,0-3-2 0,0 0 1 0,-1-1 2 0,-1 1-2 16,0 0 3-16,-1-2-1 0,-1 1 1 0,-1-2 0 0,0 0-1 0,-3 1 1 15,1-2 2-15,-2 0 1 0,0 1 0 0,-2 1 2 0,-2-1-2 0,-2-1 0 16,-1 1 7-16,1-1 0 0,-2 0 2 0,0 1 1 0,0-2-3 16,-4 1-1-16,-1 1 2 0,-1 1-2 0,-2 0-2 0,-2 1 6 0,-3-1-3 15,1-1 8-15,-3 2 0 0,-1 0-1 0,-1-1 1 0,-2 0-1 16,-2 1-3-16,-1-2-2 0,-2 0-2 0,-2 1-7 0,-2-2 4 0,-1 2-8 16,-2 0-8-16,0 1-4 0,-4-1-2 0,-2-1-1 0,-2 2 0 0,-1-1 0 15,-4-2 0-15,0 1 2 0,-3-1 4 0,-3 1 5 0,1 0-1 16,-5 1 6-16,-1 1 4 0,-1-1 1 0,-2 1 3 0,1 0-3 0,-2-1-7 15,-1 0 0-15,-1 2 3 0,-1 0-1 0,1 0 5 0,-1 1-2 0,-3-1-6 16,-1 1 1-16,0 1-2 0,-1 0-2 0,-3 3 5 0,1-2-4 16,-2 0-2-16,-3 1 1 0,1 0-4 0,-2 1 3 0,0 1-4 0,-2 0-3 15,-1 1-2-15,-1 1-4 0,-3-1 5 0,-2 2-2 0,-1 0 5 16,-1 1 6-16,0 0-4 0,-1 2 3 0,-1 0-5 0,-4 1-3 0,0 1 4 16,-2 0-4-16,-2 1 4 0,0-1 4 0,0 1 0 0,-3-1 3 0,2 1 1 15,3-1 1-15,-2 1-1 0,2 0 1 0,2-1-1 0,-1 2-3 16,2-1-4-16,-1 0 7 0,1 0-6 0,1 1 2 0,-1 0 2 0,0 1-9 15,-1 1 3-15,0 2 1 0,-3 0 1 0,2 1 7 0,-1 1-1 0,0 0-3 16,2 3 2-16,-1 1-1 0,-1 1-2 0,2 1-3 0,-2 1-4 16,-1 1-4-16,0 0 3 0,-1 1 0 0,-1 2 0 0,2 0 6 0,0 1-2 15,-2 1-5-15,1 3-3 0,-4 0 0 0,1 2 2 0,-1 0 8 16,1-3 7-16,4 1-2 0,3 0-3 0,1-2 0 0,3 2 6 0,3-1 1 16,2 0 4-16,4-1-1 0,3-1-8 0,2-1-1 0,4 1 0 0,2-1 0 15,2-1 4-15,2 1-2 0,1 0-1 0,2-1 1 0,2 1-4 16,2 1-3-16,3 0 4 0,0 0-2 0,5 2-3 0,1-1 4 0,1-1-2 15,2 0-2-15,2-1 3 0,4 0-3 0,2 0 2 0,2 1-3 0,4 0 0 16,2 1 5-16,3 0-4 0,2 0 4 0,3 1-1 0,3-1-2 16,2-1-3-16,2 1 0 0,3 0-1 0,4-1 7 0,1-1 4 0,4 2-1 15,4-1 3-15,2-2-7 0,3 1 5 0,1-1-1 0,3-2-2 16,4-1 2-16,4-2-2 0,5-2 1 0,4-2-3 0,4 1 0 0,3-3 0 16,3-1 0-16,3 0 0 0,4-2 4 0,1 0-1 0,3-2-2 0,4-1 2 15,1-1-3-15,2-1-1 0,2-2 0 0,3 0-3 0,2-1 5 16,3-1 2-16,3-1-1 0,3-1-5 0,3-1-1 0,3-2-1 0,3-1-3 15,4-1 2-15,3-1 0 0,3 0-5 0,2 0-2 0,3 1-4 0,3 2-10 16,3-1-9-16,1 1-34 0,4 2-46 0,2 2-54 0,3 0-43 16,3 3 1-16,5 2 7 0</inkml:trace>
  <inkml:trace contextRef="#ctx0" brushRef="#br0" timeOffset="1533.8">9827 7142 1 0,'0'-7'1'0,"1"0"10"0,2-3-6 0,2 1-2 0,3 1 2 0,-1-1-2 15,3 1 1-15,1 0-2 0,1 1-2 0,2 0-8 0,0 3-16 0</inkml:trace>
  <inkml:trace contextRef="#ctx0" brushRef="#br0" timeOffset="6500.62">5610 9636 8 0,'27'-8'15'0,"1"1"5"0,7-1 7 0,-3 1-3 0,-1 0-2 0,3 0 0 16,0 1-4-16,3-1-3 0,-2 1 0 0,0 0-1 0,1 2-1 15,1 1 1-15,3 0-1 0,0 2-3 0,1 0-3 0,1 1 2 0,-1 0-1 16,2 1 2-16,1-1 2 0,0 2-3 0,2 1 2 0,1 0 1 15,2 0 0-15,0 1 2 0,-1 0 1 0,0 1 4 0,0-1 0 0,1 1-4 16,0-1-1-16,-2 1-3 0,1 0 2 0,0-1 5 0,-2 1 1 0,2 0 1 16,0-2 2-16,1 1-2 0,2-2 2 0,0 1-1 0,-1-1 2 15,1-1-2-15,2 0-3 0,0-1 2 0,0 0 0 0,1-1 3 0,-1 0 3 16,0 0 2-16,3-1-2 0,-1-1-4 0,0 0 1 0,0-1-4 0,0 2 0 16,0-1 3-16,1-2 0 0,0 1-1 0,1-1-1 0,-1-1-2 15,0 0-9-15,2 0 1 0,-1 0 1 0,0 0-3 0,1 0 6 0,-2 0 2 16,1 2-4-16,0-2 3 0,-2 1 1 0,2-1-8 0,-1 0 0 15,1-2-2-15,0 2-3 0,-1-1-1 0,-1 1-2 0,2 0 0 0,-2 2 0 16,0-1 3-16,0 0-1 0,-2 1 0 0,-1 0-2 0,0 0 0 0,-2 1 3 16,-2-1-3-16,1 2 2 0,-2-1 0 0,0 1-5 0,-3 0 3 15,-1 0 1-15,0 0-1 0,0 0 1 0,-1-1 0 0,-1 0-1 0,1-2-1 16,-1 0 2-16,0 1 0 0,1-2 0 0,-1-1 1 0,1 0-2 0,2-2 1 16,-1 0 3-16,2-2-1 0,-1 3 3 0,0-2 1 0,0-1-2 15,1 0 3-15,0 0-5 0,-2-1 1 0,-1 1 1 0,-1 0-2 0,1 1 0 16,-1-1-2-16,-2 1-1 0,3-1-1 0,-2 1 2 0,0 0 0 15,2-1 0-15,-3 1-1 0,0 0 1 0,1 0-1 0,0 2 2 0,1-2-2 16,-1 0-2-16,-2 0-1 0,1 0 0 0,0-1 5 0,0 1 1 0,2-1 0 16,-1-1 3-16,2-1-6 0,1-1 1 0,-1 1 0 0,1-2-4 15,-1 1 4-15,1-1-1 0,0 0 2 0,2-3 3 0,1-1-7 0,-1 0 12 16,1 0-4-16,0-1-2 0,2-1 8 0,0 0-11 0,2-1 5 16,0 0-2-16,1-1-3 0,2-1 5 0,-2 1-6 0,-1-1 1 0,1 0-2 15,-2 2-2-15,-2-3 5 0,1 0-2 0,-3-2 2 0,-2 1 1 0,-1 0-2 16,0 1 2-16,-3 2 1 0,-1-2-1 0,0 0 2 0,-3-2 1 15,-1-2-2-15,-2 2 3 0,-1-2 0 0,-2 3 5 0,1-2 4 0,-3 0-1 16,0-1-1-16,-2-2 1 0,-1 0-5 0,-1 1 4 0,-4-2-1 0,0 2 0 16,-2-1 3-16,-3 1 3 0,-1-1 1 0,-1 1-2 0,-2-1 2 15,-3 2 1-15,-2-1-3 0,-3 3 1 0,-2-1-2 0,-4 2 0 0,-2-1 3 16,-2 1-5-16,-4 2-1 0,-1 0 3 0,-3 3-6 0,-4-2-2 16,-3 2-3-16,-2 1-13 0,-6-1-2 0,-3 1-1 0,-4 1 1 0,-5 1-1 15,0 0 3-15,-3 1 6 0,-4 2 1 0,-1-1 1 0,-2 0-1 0,-2 1-4 16,0 1 2-16,0-1-2 0,-3 1-2 0,-2 0 1 0,-3 1 1 15,0-2 3-15,-3 0 4 0,-3 0 1 0,-1 4-1 0,-2-1-2 0,-1 1 0 16,-2 2 0-16,-3 1 2 0,-2 1 2 0,0 1-2 0,-5 1-3 0,1 2 0 16,-3 1-4-16,-3 1 3 0,0 0-1 0,-4 3-2 0,-1 0-3 15,-5 0-4-15,-1 3 0 0,-1 0 1 0,-2 1 12 0,-1 1-2 0,-1-1 0 16,-2 2 1-16,0 0-4 0,0 1 5 0,-1 0-4 0,1 1 1 0,-2 2-3 16,0 1 3-16,1 0 4 0,0-1-3 0,1 2-2 0,-2 0 1 15,-2 2-3-15,-1 0-2 0,1 3-3 0,-1 2 2 0,-1-1 1 0,-1 3 1 16,-1 0 0-16,0 1-2 0,0 2 4 0,0 0 3 0,0 1-5 15,0 0 1-15,1-1 6 0,1 2-6 0,1 1 11 0,0 2-5 0,0-2-4 16,0 2 4-16,0-3-2 0,4 2 6 0,0-1-1 0,2 2-3 0,1 0 1 16,-1 1-8-16,3-2 3 0,1 1 1 0,1-1 1 0,3 2-2 15,0 0-4-15,2 1-2 0,2 1 1 0,1 0-3 0,2 0 9 0,1 0-3 16,1 2-1-16,0 3 5 0,1 1-7 0,1 0 3 0,4 0 2 0,2 1 4 16,3-1 3-16,2-1 0 0,4-1 1 0,0-1-3 0,4 2-5 15,2 0 2-15,3 1-1 0,3-1-5 0,4-1 9 0,3 0-5 0,4 2 5 16,2-1 4-16,5 0-6 0,3 1-1 0,3-2-5 0,6 2 2 15,3 0-7-15,7-1-1 0,5-1-6 0,4-2-1 0,5 0 2 0,5 0-6 16,6 0-6-16,6 0-8 0,5-1-16 0,6-2-14 0,7 1-29 0,5-3-30 16,8 3-16-16,5-1-17 0,6 0-12 0,7-1-6 0,5 0-85 15</inkml:trace>
  <inkml:trace contextRef="#ctx0" brushRef="#br0" timeOffset="55103.1">4723 6197 1 0,'34'-1'0'0,"1"0"0"0,11-2 0 0,-3 0 0 0,-4-1 0 0</inkml:trace>
  <inkml:trace contextRef="#ctx0" brushRef="#br0" timeOffset="63003.94">3566 10350 237 0,'-18'-8'34'0,"0"-1"3"0,-4-2 9 15,7 1 5-15,2 1 0 0,1 1-5 0,0 1-3 0,0 0-6 16,1 0-5-16,-2 0-6 0,2 1-3 0,-1 1-4 0,0 0-4 0,2 1-2 16,-3 1-2-16,0 1-2 0,1 0-2 0,0 0-3 0,1 1 1 0,-2 0-1 15,0 1-1-15,1-1 0 0,-1 0 0 0,2 0 0 0,-2 0-1 16,0-2-1-16,-1 1-1 0,2-1 0 0,0-1 0 0,0-1 1 0,1 1 4 16,2-2-3-16,-1 0 0 0,2 0 0 0,-1-1-1 0,1 0 4 0,1-1 2 15,0 2 3-15,1-2 6 0,1 1 4 0,0-1 10 0,1 0 8 16,1 0 5-16,0 1 10 0,2-1-3 0,-1 1 0 0,2 0-1 0,0-2-6 15,2 0-1-15,-1 1-7 0,2-2-7 0,2 1-2 0,1 0-4 0,2-1-5 16,1-1-2-16,1 1-6 0,2-1 2 0,1 0-3 0,2 0-2 16,2-2 0-16,1 0-3 0,2 0 1 0,2 0 0 0,0 2-1 0,0-1 0 15,1 1 1-15,2 0-4 0,3-1 6 0,-1 1-7 0,3-1 2 16,0 0 1-16,-1 0-4 0,3 0 7 0,0 1-3 0,2 0-2 0,2-1 4 16,0 0-4-16,2 0 1 0,1 1 2 0,1 0-1 0,4 0-1 0,-1-1-1 15,2 0-3-15,1 0 2 0,3 1 0 0,-1-2 3 0,2 1 1 16,-2-1 2-16,2 0-2 0,1 2 1 0,-1 0-2 0,0 0 2 0,0 2 3 15,0 1 3-15,1 0 3 0,0 1 2 0,-1 3-3 0,-1-2 0 16,0 3 0-16,-1 0 1 0,0 1-2 0,-1 1 1 0,1-1 2 0,0 2 4 16,2-1 3-16,2 2-4 0,-1 1-1 0,-1 0-5 0,0 2-4 0,0 1 3 15,0 0 1-15,0 2-2 0,-2 0-1 0,-2 0-3 0,0 2-2 16,0 0-7-16,-2 2 7 0,1 1-5 0,-2 0 5 0,1 2 10 0,-2 0-4 16,-2 2 2-16,1-1-3 0,-3 3-2 0,-1 1 0 0,-1 1 3 0,-3 2 2 15,-1 3-2-15,-3-3 2 0,0 2-5 0,-2 0 1 0,1-3 1 16,-1 3 2-16,-4-2-1 0,1 2-9 0,-3 1 3 0,0-2-5 0,-2 1 6 15,-2-2 6-15,0 1-2 0,-2-1-7 0,-1-3-1 0,-2 2 13 0,-2-2-1 16,0 1 10-16,0 0 2 0,-2 0-16 0,0-1 6 0,-1 1-4 16,-2 0-2-16,-2-1 5 0,0 1-3 0,-2 0-2 0,-1 1 1 0,-1-1-2 15,0 3-3-15,-1-2 5 0,-1 2-4 0,-1 1 1 0,-2-2 0 16,0 1-5-16,1 0 1 0,-3-1 2 0,1 2-6 0,0-2 4 0,0 2 1 16,1 0-5-16,0-2 5 0,-1 0-4 0,1 0-9 0,0-4 1 0,0 2-1 15,-1-1 3-15,-2-1 8 0,0 2-1 0,0 0 8 0,-2-2-10 16,-1 2 1-16,-2-1 6 0,-1-2-5 0,0 0 10 0,-3-1-4 0,0-1-4 15,0 0 3-15,-3 0 0 0,-2 0 2 0,1-1-2 0,-3-1 6 16,-1 1-4-16,-1 0 0 0,-3-1 5 0,-2-1-5 0,-3-3 4 0,0-1 6 16,-2 1-1-16,-1 0-5 0,0-1 1 0,0-1 0 0,-4 0 0 0,2-1 10 15,-2 0-2-15,-1-2 1 0,1 0-6 0,-1 0-5 0,-2-1-4 16,3 0-1-16,-2-1-1 0,0 0-1 0,-1 0 2 0,0-1-2 0,1 0 0 16,0-2 3-16,-1 0 2 0,1-1 4 0,2-1 5 0,-3 0-6 0,2-2 6 15,-2 0-10-15,0-1-1 0,2-2 5 0,0-1-8 0,0-2 4 16,-4-1 0-16,2 1 1 0,-1-1 3 0,2-2-2 0,0-1-1 0,-1-2 2 15,2 2-1-15,-2-1 4 0,1 0-4 0,0 1-2 0,1-1 2 0,-1 0-1 16,2-1 2-16,0 1 1 0,0 1 0 0,0-3 0 0,2 1-1 16,-1 0-5-16,3 1-1 0,0-1-7 0,-1 1 2 0,3 0 1 0,-2 1 1 15,1 1 9-15,2 1-2 0,-1 0 3 0,4 2-9 0,0-2-1 16,1 2 6-16,1 0-6 0,1 0 1 0,-1 3-2 0,2-1-2 0,0 0 2 16,2 1 2-16,0 0 0 0,3 1-2 0,0 0 1 0,0 0-1 0,2 2 0 15,1-1 2-15,1-1-2 0,2 1-2 0,0 0-3 0,1 0 4 16,3 1-2-16,1-1-2 0,4 1 3 0,1 0-6 0,2 0-3 0,1 1-4 15,1 1-7-15,2-1-8 0,1-1-15 0,2 1-6 0,2-1-4 0,4-2-9 16,3 0-10-16,5-2-31 0,5-1-63 0,4 0-87 0,7-2-86 16,5-3-52-16,8-3 18 0,8-3 60 0,4-4 11 0</inkml:trace>
  <inkml:trace contextRef="#ctx0" brushRef="#br0" timeOffset="63529.94">9313 11041 38 0,'9'4'7'0,"4"3"-8"0,6 0-1 0,4 0 1 15,3 0-2-15,1 0 1 0,5 0-2 0,-1 1-2 0,4 1-5 0,-1 0-3 16</inkml:trace>
  <inkml:trace contextRef="#ctx0" brushRef="#br0" timeOffset="64187.93">9597 10349 1033 0,'-22'-16'84'0,"1"-1"-46"0,-4-4-39 0,6 4-17 0,6 0-16 15,2 0-9-15,4 1-12 0,2 2-10 0,2-3-12 0,2 1-18 0,1 0 0 16,3-1 4-16,2 2 11 0,3 0 14 0,3 2 11 0,3 0 15 0,2-2 11 16,2 0 14-16,1 1 8 0,2 1 4 0,1 0 4 0,3 0 2 15,2-2-1-15,1 2 3 0,3-2 2 0,1 1-1 0,3 0 0 0,3 0-1 16,4 1-2-16,4-1-2 0,5 0-1 0,2 0 1 0,5 1-2 15,2 0 0-15,3 1 1 0,4 0-2 0,0 0 2 0,2 4-1 0,0-1 1 16,0 3-2-16,0 2 0 0,-1 2 1 0,-2 3 0 0,-1 2 1 0,0 2 2 16,-2 3-1-16,-2 1 1 0,-2 4-1 0,-3 3 0 0,-2 0 4 15,-1 4-2-15,-3 1 3 0,-1 2 3 0,-1 1 0 0,-4 2 5 16,-3 0 2-16,0 3-4 0,-4 1-1 0,-1 2-5 0,-2 1 0 0,-5 3-1 0,-3 1-1 16,-3 4 3-16,-4 3-1 0,-3 1-1 0,-3 3 2 0,-5 2-3 15,-3 2 1-15,-7 0 2 0,-3 0 1 0,-5 1 3 0,-5-2 5 0,-2-1 9 16,-4 1 7-16,-4-2 15 0,-3-1 9 0,-5-4 4 0,-2 0 7 0,-4-1-4 15,-1-3-1-15,-3 1-9 0,-5 0-10 0,-3-4-5 0,-4 1-6 16,-2-3-3-16,-4 0-3 0,-2 2 0 0,-4-4-9 0,-2 1 13 0,2-4 7 16,-1-1 6-16,4-4 24 0,2-2 1 0,2-3-6 0,5-5-4 15,1-1-17-15,6-3-17 0,5-3-6 0,3-3-16 0,1-4-3 0,5-2-12 16,1-5-13-16,4-2-21 0,3-5-35 0,5-3-37 0,1-2-37 0,3-5-24 16,3-4-1-16,3-5 10 0,4-7 14 0,6-7 19 0,7-7 17 15,8-9 11-15,10-8-16 0</inkml:trace>
  <inkml:trace contextRef="#ctx0" brushRef="#br0" timeOffset="75805.22">10338 6617 189 0,'-5'0'46'0,"0"2"-45"0,-3 1-16 0,2 0-3 0,1 1 2 0,1 1 2 16,0 2 1-16,1 0 0 0,0 1-6 0,1 0-5 0,0 0-3 0,0 0-18 15</inkml:trace>
  <inkml:trace contextRef="#ctx0" brushRef="#br0" timeOffset="76238.22">10270 6765 55 0,'-2'9'23'0,"0"0"-5"16,0 3-7-16,1-1-5 0,0-1-2 0,-1 2 0 0,1 2-2 0,0 0 0 15,1-1-1-15,0 2-1 0,0-1 1 0,0 0-1 0,1 0-1 0,1-2 1 16,0 1-1-16,2-1 0 0,0-1 0 0,0 0 0 0,1-4 0 16,0 0 0-16,0 0 0 0,1-2 0 0,-1 1 1 0,1 0 0 0,0-2 0 15,-1 1 2-15,0-1-2 0,-1 0 2 0,0 1 1 0,0-2-1 16,0 1 1-16,0-2-1 0,1 1 0 0,-1 0 0 0,1 0 0 0,-2 0-1 15,1 0 1-15,0 0-1 0,0-1-1 0,0 0 2 0,-1 0 0 0,0 0 1 16,0 0 0-16,-1 0 0 0,2 0 0 0,-1 0 0 0,0 0 1 16,0-1-1-16,1 0 0 0,0-1 1 0,1 0 1 0,1 0 0 0,0-2 0 15,0 1 0-15,1-2-1 0,1 0 1 0,0 0 1 0,-1-1 1 0,1-1-1 16,0-1 2-16,0 0 2 0,0-1 0 0,0 2 1 0,0-1-2 16,0 0-1-16,-1 0 0 0,0 0 4 0,1 0 1 0,0 2 1 0,0 0 2 15,0 1 0-15,0 0 0 0,0 1 0 0,-1 1-2 0,2-1-4 0,1-1-2 16,1 1-2-16,1 0-3 0,1-1 1 0,0 0-4 0,1-1 2 15,2 1-1-15,1-1 2 0,1 0 0 0,2-1 0 0,1 0 0 0,-1-1 0 16,3 1 2-16,0-2 4 0,1 1 1 0,4 0 4 0,-1-1 0 0,1 1 2 16,0-1 0-16,0 0 0 0,0 1 1 0,2 0 0 0,0 0 0 15,2 1-4-15,-1 0-1 0,2 1-5 0,-1 1-2 0,1-1 0 0,-1 1-2 16,2-1 0-16,0 1-1 0,2-1-1 0,0 0 0 0,0 0-1 16,4 0 0-16,-1-1 0 0,1 0 0 0,2 0 3 0,-1-1-4 0,0 0 2 15,2 0 1-15,-1-1-1 0,0-1 4 0,1 0-2 0,-3-1 1 0,0 0 3 16,1-1-2-16,-3 3-1 0,-1-1 3 0,-1 0-5 0,-1 1-2 15,0 0 1-15,-1 1-1 0,-2-1-1 0,-3 0 2 0,0 2-4 0,-2-1-4 16,-1 3-5-16,-1 0-10 0,-1-1-12 0,-1 2-18 0,-4-1-41 0,1 1-50 16,-4 0-91-16</inkml:trace>
  <inkml:trace contextRef="#ctx0" brushRef="#br0" timeOffset="77988.37">12654 6431 642 0,'-11'-10'99'0,"1"0"-31"0,-2-1-46 0,3 2-20 16,4 4-9-16,1 0-5 0,1 4 0 0,1-1-1 0,1 0-1 0,-1 1-1 15,1 0-1-15,0 0-1 0,0 0-1 0,-1 2-1 0,-1 0 1 16,0 2 4-16,0 0 2 0,-1-1 8 0,-1 2 2 0,1 0 2 0,-1 1 4 16,0 1 0-16,-1 1 2 0,1 1 4 0,-1 0-1 0,1 1 4 15,1 0 0-15,-1 0 1 0,1 1-4 0,1 0-1 0,-1-1 0 0,2 0-2 16,1-1 2-16,0-1-2 0,2 0 1 0,0-1 1 0,1 0 2 0,1-1 1 16,1 0 0-16,1 0-1 0,-1 0 0 0,4 0 3 0,-1 0-2 15,2-1 3-15,1 1 2 0,1-1 0 0,0 1 0 0,-1 0-3 0,2 0 1 16,1 0-4-16,0 0-1 0,0 0-1 0,0-1 1 0,0 0 0 0,-1 1 3 15,-1 0 0-15,0 1-1 0,-2-1 0 0,1 0-2 0,-1 2 1 16,0 0 0-16,-1 1-3 0,0-1 0 0,-1 1-1 0,0 0-3 0,-2 1 1 16,1-1 0-16,-2 2 2 0,0-1-1 0,0 1-2 0,-2-1 3 15,0 1-3-15,-1 0 5 0,-1-1 0 0,-1 1 0 0,-1-1 1 0,0 0-1 16,0 0 3-16,-1 0-3 0,0-2 2 0,0 1 1 0,-1-1-5 0,0 0 5 16,0-1-2-16,1 0 2 0,-1-2 2 0,0 0 5 0,0 0-2 15,-1-1-1-15,-1 0 2 0,1 0-3 0,0-1-1 0,0-1-3 0,-1 1-1 16,0-1-5-16,0 1 0 0,0-1-4 0,-1 0-2 0,0-1 2 0,0 0-6 15,0 0-2-15,-2-1-10 0,0 0-13 0,0-2-11 0,1 0-15 16,-1-1-23-16,0-2-28 0,0-1-27 0,0-3-30 0,1-3-28 0,-1-2 0 16,2-2 19-16,-1-5-44 0</inkml:trace>
  <inkml:trace contextRef="#ctx0" brushRef="#br0" timeOffset="78238.37">12380 6085 188 0,'-2'5'31'0,"-1"0"-21"0,1 4-11 0,2 1-1 0,3 1 0 0,1 0 3 16,2 3-1-16,0-1 0 0,3 2 0 0,0 0-1 0,0-2 1 15,2 2 0-15,1 0 0 0,1-1 0 0,1-1 1 0,-1 0-1 0,1 0 1 16,0-1 2-16,0 0 0 0,-1-3 3 0,2-1 6 0,-1-1 3 0,1 0 6 16,-2-2 0-16,2 1 1 0,-1-1-1 0,1-1-4 0,-1-1-4 0,0-1-6 15,0-1-4-15,0-1-3 0,-1 0 2 0,-1-2-4 0,2 0-2 16,-2-2-5-16,1 0-4 0,-2-1-2 0,-1 0 4 0,1 0 1 0,-1-1-1 15,0-1-3-15,0-1-7 0,-1-1-4 0,0-2-4 0,-1 1-2 16,1-1-1-16,0 1-2 0,0 0 2 0,-1 2-1 0,0-1-32 0</inkml:trace>
  <inkml:trace contextRef="#ctx0" brushRef="#br0" timeOffset="78655.37">13138 6718 2082 0,'-2'-4'151'0,"-1"1"-99"0,1-1-90 0,1 2-39 0,3 1-21 0,1 0 1 16,3 1 21-16,3-1 21 0,3 0 17 0,3 1 13 0,0-2 7 0,-1 1-3 15,1-2-4-15,-1 1-7 0,-1-1-3 0,0 1 5 0,0 0 4 16,0 1 13-16,0-2 7 0,-1 0 12 0,-3-1 8 0,0-1-2 0,-1-1 6 16,0-1 0-16,-1 0 1 0,0-3 2 0,0 0 0 0,-1 1 0 0,0-2-3 15,-1 0-4-15,-2 0 5 0,1 0-5 0,-1-1 4 0,-1 1-1 16,-2-1-6-16,0 0-3 0,-3 1-6 0,0 0 2 0,-1 1 0 0,-3-1-5 16,-1 0 2-16,-2 0 1 0,-1 0 2 0,0 1 1 0,-2 2 1 0,0 0 0 15,-2 0-3-15,-2 2 1 0,0 0-4 0,1 2-1 0,-1 1-5 16,-1 1 2-16,0 1 2 0,-2 3-3 0,1 1 3 0,-2 2-6 0,1 1 2 15,-1 3-4-15,1-1-6 0,0 2 0 0,-1 1-3 0,1 1-2 16,0 2-4-16,1 1-5 0,2-2-5 0,0 1-5 0,2 0-24 0,0-2-25 16,3-1-29-16,0-2-21 0,1 0-3 0,0-1 8 0,1-2 9 0,-1-3 6 15,0-1 5-15,-1-3-4 0,-1-2 8 0,0-2 24 0,0-3 14 16,0-4 10-16,-1 0 9 0,-2-4-37 0</inkml:trace>
  <inkml:trace contextRef="#ctx0" brushRef="#br0" timeOffset="79088.38">12205 6181 27 0,'-25'-3'21'0,"1"1"-15"0,-7 0-4 16,7 2-3-16,4 1-2 0,1 2-2 0,2 0 2 0,3 0 1 0,0 1 1 16,3 1 1-16,1-1 0 0,3 1 0 0,1-1-1 0,4 0 1 0,0 0 0 15,1 0 2-15,1 0 2 0,2-1 3 0,1 0 2 0,2-1 4 16,1-1 4-16,1 0 5 0,3 0 6 0,1 0 7 0,1-1 3 0,0-1 3 16,2-1 2-16,3 0 2 0,2-1-1 0,1 0-1 0,4-1-3 0,3-1-2 15,2 0-4-15,2 0-1 0,0-1-4 0,-1 2-6 0,3-2-5 16,1 0-4-16,3 1-2 0,-1 0 1 0,1 0 3 0,0 1 2 0,1-1 4 15,2 0 2-15,0 1-3 0,0-1 0 0,0 0-1 0,2 2 1 0,1-1 0 16,2 0-1-16,-2 1 0 0,1 0-4 0,-1 1-1 0,2 1 0 16,0-1-4-16,-2 2-4 0,2 0 3 0,-1 0-4 0,0 2-3 0,0 2 1 15,-1 1-3-15,-2 2 1 0,1 0-2 0,-1 2 0 0,-1 2 0 16,-2 3 0-16,-2 2-1 0,-1 2 2 0,-1 3-2 0,-2 1 3 0,-1 2 2 16,-4 2-3-16,-1-1 3 0,-3 3-2 0,0-1-1 0,-3 2 2 0,-2 1-2 15,-3-1 1-15,-3 1 5 0,-2-2-3 0,-3 1 4 0,-2-1 0 16,-3 3-1-16,-2-1 3 0,-3 2-4 0,-3-1 1 0,-4 0 4 0,-3 0 1 15,-4 1 9-15,-4-1 4 0,-4 2 7 0,-2-2 4 0,-5 1-2 0,-1-1 3 16,-4 0 4-16,-1 1-2 0,-2-3 5 0,-1 1-5 0,-2-2-4 16,0-3 2-16,-3-2-7 0,0-2-3 0,0-1-2 0,-1-2-1 0,-1-2 0 15,-1 0 3-15,0-4 3 0,1-2 7 0,1-3 7 0,-1-1 7 16,3-3 0-16,-1-3 0 0,0-2-7 0,-1-2-12 0,2-1-1 0,0-2-10 16,1-2-5-16,-1-2-3 0,1-1-7 0,0-2-5 0,-1-2-5 0,2-1-3 15,-1 0-9-15,3 0-8 0,0-2-13 0,3-1-20 0,0 0-24 16,1-2-48-16,1-1-80 0,-1 1-59 0,2-2-75 0,-3-1-53 0,0-4-49 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04T11:12:32.4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8638 9201 670 0,'-18'-12'42'16,"0"-1"15"-16,-2-1-2 0,8 5-10 0,7 4-16 0,1 1-14 15,1 1-8-15,2 1-2 0,0-1-8 0,2 1-1 0,1-1-7 0,1 0 3 16,2 2-1-16,-1-1 2 0,2 0 5 0,0 1-1 0,1-1 4 16,-1 1-1-16,3-1-1 0,1-1 3 0,2 0 3 0,1-2 4 0,4-1 8 15,2-2 3-15,1 0 1 0,4-1 0 0,1 1-3 0,2-2 0 0,4-1-3 16,2-1-2-16,2-1-2 0,1-1-3 0,1 1 1 0,4-2-2 15,2 0-2-15,1 1 2 0,2 0-6 0,1 0-5 0,0 0-1 0,2 0 2 16,0 2-1-16,2-2 11 0,1 0 3 0,1 1-2 0,1-2 2 0,1 2-6 16,-1-1 2-16,1 1-1 0,-1 1 5 0,-1 1 3 0,2 1 1 15,-1 1 4-15,0 0 0 0,0 3 0 0,0 1-1 0,0 1 1 0,0 3-3 16,1 1 1-16,-1 3-3 0,2 1-3 0,0 2-3 0,-3 2-4 0,1 0 4 16,0 4-6-16,0 0-1 0,0 4-4 0,-1 2-5 0,-2 0 4 15,1 3-3-15,-1 2 2 0,-1 2 6 0,0 2 0 0,-1 3 2 0,-1 4-1 16,-3-1-9-16,-1 3 1 0,-2 1 0 0,-1 2-4 0,-3 3 6 15,0 1-3-15,-3-1 3 0,-3 2 5 0,0 0-7 0,-4 0 6 0,-1 1-2 16,-2 2 5-16,0 0 2 0,-2 0-4 0,-2 1 4 0,-3 0-8 0,-4 1 9 16,-2 2-5-16,-3 0-3 0,-4 0 0 0,-2-1-8 0,-6 0 8 15,-1-1 1-15,-4-1-2 0,-4 0 7 0,-2-1 5 0,-3-1 7 0,-2-1 6 16,-3-1-3-16,-3 1 4 0,0-1-2 0,-3 0 4 0,-1-2 4 16,-4 0 0-16,0-3 0 0,-3-1 3 0,-1 1 10 0,0-2-1 0,-4 0-1 15,-1-2 1-15,-2 1-4 0,0-2 0 0,-3 0 4 0,0 1-1 0,0-5-2 16,0 0 2-16,0-3-2 0,2-2 7 0,1-2 0 0,1-1 2 0,-1-2 1 15,2-1-4-15,-1-4-2 0,0-1-1 0,1-2-1 0,1-2-8 16,-2-2-1-16,2-1-3 0,-2-3 0 0,-1-1-3 0,0-2 1 0,0-2-4 16,0-1 1-16,-2-3 3 0,0-3-4 0,0-2 9 0,-1-3-3 15,-1-1-4-15,1-3 1 0,-1-3-13 0,0-4 4 0,1 0-4 0,-2-3 5 16,0 0-10-16,2-4 5 0,-1 0-17 0,2-4-2 0,-1 0-2 0,1-1 2 16,1 1 8-16,2-2-4 0,0 2 8 0,2-1-12 0,3 0 7 15,0 3 2-15,4 0-7 0,-1 3 3 0,3-1-5 0,0 3 1 0,3 0 9 16,2 2 0-16,4 1-4 0,1 1-4 0,-1 4-5 0,2 0-8 0,1 1 0 15,2 4-5-15,3-1-2 0,0 3-9 0,2 2-15 0,1 1-35 16,2 3-55-16,1 1-59 0,0 0-78 0,1 2-84 0,1 1-46 0,2 1 23 16,1 2 29-16</inkml:trace>
  <inkml:trace contextRef="#ctx0" brushRef="#br0" timeOffset="867.45">13294 11000 653 0,'2'-10'406'0,"0"1"-275"0,1-2-14 0,3 5-28 0,-1 2-36 16,2-1-25-16,2 1-13 0,3-1-8 0,4 2-6 0,3 0-1 15,2 1-3-15,5 1-2 0,1 0-1 0,3 1-4 0,2 1-2 0,0 1 0 16,0 1 0-16,3 0-4 0,0 1 2 0,2 0-3 0,1 0 2 16,-1 0-1-16,3 2 3 0,-1-1 1 0,0 2 3 0,3-2 7 0,-2 0-2 15,3 0 3-15,2 0-3 0,0 0 2 0,1-2 5 0,4 0 0 0,0-1-1 16,2 0 1-16,2-1 0 0,1 0-1 0,2-1 1 0,1 1 0 16,2 0 0-16,2-1 2 0,2 0 6 0,0 2-3 0,1-1 4 0,0 0 1 15,2 1 6-15,0 0 14 0,2 2 9 0,2-2 6 0,1 1-2 0,1 1-3 16,0-2 3-16,3 2 0 0,0-1-5 0,2 1-2 0,1 0-10 15,-1-1-1-15,1 2-4 0,2 0 1 0,-1 0-3 0,3 0 1 0,-1-1-8 16,0 1 9-16,2 0-6 0,1 1 4 0,3 1 5 0,2-1-13 16,-1 1 2-16,0-1-8 0,-4 1-8 0,2 0 8 0,-2 0-3 0,2 1-6 15,2 1 5-15,1 0 0 0,3 0 1 0,-1 0 6 0,2-1 1 16,-1 1-2-16,3 1-3 0,-1 0-3 0,0 1 1 0,2 0 1 0,-3 1-3 16,3-1-2-16,0 0-2 0,2 2-2 0,0 1 4 0,1 0 3 0,0-1 7 15,1 0-8-15,-2-1-3 0,3 1 1 0,0-2-1 0,2 1 12 0,3 0 11 16,-2 0 5-16,2 0 5 0,2 0-7 0,0-3-2 0,5 2 0 15,0-1-6-15,-2 0 0 0,1 0-1 0,-3-1-1 0,1 0 4 0,1 0-5 16,0 1 2-16,-1 0 5 0,1-1 2 0,1 0-1 0,0 0 4 16,2-1 0-16,2 2-3 0,-2 0 5 0,3-1-5 0,1 0-6 0,2 0-2 15,2-2-3-15,-1 1 0 0,-1 1 5 0,-2 0-1 0,-1 0-6 0,2 1-2 16,-2-1-3-16,2 0 3 0,0 0 5 0,0-1-2 0,3 0-4 16,-1 0 1-16,0 0-3 0,-1 1 3 0,-2 0 3 0,-1-1-14 0,-1 2 0 15,0 0 0-15,0 0 1 0,0 1 2 0,0 0-1 0,-2 0 4 0,-4 2-6 16,-2 1-1-16,-7 1-4 0,-1-1-10 0,-2 4-8 0,-1 0-21 15,-3 2-31-15,-4-1-34 0,-5 1-54 0,-5 1-55 0,-3 1-65 0,-2 2-107 16,-2 3-68-16,0 3 3 0,0 2 32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04T11:48:55.4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4157 5385 778 0,'-33'-10'-97'15,"-3"4"156"-15,-6 2-21 0,5 5-1 0,11 3-8 0,3-1-4 0,5 1-7 16,4 0-9-16,3 0-6 0,2 0-3 0,1 1 0 0,1 0-2 16,0 0-1-16,1 1 0 0,1 1 1 0,1 0-1 0,0 0 0 0,1 0 1 15,0-2-1-15,1-1 3 0,1 0 0 0,0-2 0 0,1-1 3 16,1 0 1-16,0-2 1 0,-1 1 2 0,2-1 0 0,-1-1 0 0,2-1 1 15,2-2-2-15,-1-1-1 0,4-1 4 0,0-1-6 0,1-1 1 0,2-1 3 16,2-1-4-16,1-2 3 0,4-1 1 0,3-2 3 0,3-1 3 16,2 0 3-16,3-1 2 0,1 2 1 0,1-2 0 0,1 1 2 0,1-2-4 15,2 1 1-15,1-1-3 0,3 0-1 0,-1 0-2 0,0 0-5 0,2 1 1 16,0 1 0-16,2 0 0 0,1 1 6 0,1 1 0 0,2 0 1 16,2-1 0-16,2 0-5 0,1-1-3 0,0 3-2 0,3-2-1 0,3 1-4 15,1 0 0-15,4 1-1 0,0-2-2 0,2 1 7 0,3-1-2 16,-1 2 0-16,3-2 0 0,0 0 1 0,0 0-3 0,3 0 1 0,1 0 0 15,1-2-1-15,-1 0 1 0,1 1-1 0,-1-2-1 0,0 2 2 0,0 0 1 16,-1 0-2-16,1 1 0 0,-2 0-2 0,2 1 2 0,2-1 2 16,0 0 4-16,-1-1 1 0,0 2-5 0,-1 1 7 0,2 0 1 0,2 0-1 15,0 2 6-15,2-2-5 0,1 0 1 0,-1 0 0 0,3 2 7 0,-1 1-2 16,0 0 3-16,2 0-1 0,-1-1-8 0,1 2 0 0,0 1-1 16,0 0-1-16,-1 0-2 0,-1 1 0 0,2 0-2 0,-2 0 3 0,2 1-1 15,2 1 0-15,-1 0-2 0,1 0-3 0,-2 1-1 0,1 0-2 0,0 0 4 16,-2 1 2-16,4 0-3 0,0 1 4 0,0 0-3 0,1 0 1 15,-3 1 1-15,2 0-6 0,-2-1 4 0,2 2-5 0,0-2 3 0,-4 2 1 16,1 0-1-16,-3-1-6 0,1 2 3 0,2-1 0 0,1-1 3 16,1 0 7-16,-1 0 2 0,1 0 5 0,5 0 4 0,5-1 2 0,7-1 3 15,2-1-3-15,-2 1-6 0,-5 1 1 0,-6 1-3 0,-4 0-6 0,-4 0-2 16,1 1 1-16,-3 1-2 0,-3 0 2 0,-2 1 1 0,-2 1 0 16,-2 1 1-16,-2 1 2 0,-1 0-5 0,-3 2-1 0,0 2 0 0,-2-1-2 15,-1 3 2-15,0 2-1 0,-2 1-2 0,-1 2 3 0,-1-1-1 16,-3 3 1-16,-1 1 2 0,1 1 1 0,-3 1-5 0,-1 1 0 0,-2 0-1 15,-2 1-2-15,-2 1 7 0,0 0-3 0,-3 2 4 0,-1 2-1 0,-3-1-6 16,-3 1-2-16,-1-1-2 0,-4 1 1 0,0-1 1 0,-4 4 6 16,-1-3-2-16,-2 1 0 0,-1-1-1 0,-1-2-1 0,-3 1-3 0,-1-1 3 15,-1 0-3-15,-4 0 3 0,0 1-2 0,-2-1-1 0,-1-1 1 0,-2 0-7 16,-2-1-1-16,-2 1 4 0,-2-2 4 0,-1 1 3 0,-2 2 5 16,-1-1-6-16,-3 2-3 0,-1-2-4 0,-2 0-1 0,-1 1 7 0,-2-2-5 15,-2 3 3-15,1 1 2 0,-3-1-6 0,-2 2 5 0,-1-1 1 0,-1 0-6 16,-3-1 6-16,-2 2-2 0,-1 0 3 0,-3 0 4 0,0 3-1 15,-2-1-2-15,-1-1-4 0,-2 1-1 0,0-1 7 0,-3-1 0 0,-1 1-2 16,-1-1 2-16,-1 1-8 0,1-2-3 0,-2 0 0 0,-1-4 3 16,-2 1-2-16,-1-1-2 0,-2 1 6 0,-2 1-2 0,-1-2 2 0,-1-1 3 15,-1-2-3-15,-2-1 3 0,-2 0 0 0,-2 0 2 0,-2 0 0 0,1 0-6 16,-1 0 0-16,-3 1 0 0,1-2-4 0,-2 1 2 0,-1-1 3 16,-1-2-3-16,1 1 6 0,0-3-7 0,3-1 3 0,1-1 5 0,3-2-5 15,-2 1 12-15,3-1 1 0,-1 1 1 0,0-1 0 0,0 0-3 0,-1-2-4 16,1 1-1-16,0-1 3 0,-1-1-1 0,3 0 0 0,-1-1 0 15,-1 0-1-15,-1 1 5 0,-3-1-6 0,0-1 1 0,0 2-2 0,-2-1-2 16,1-1 2-16,-2 1 0 0,-1-2 1 0,0 0 2 0,-1-1-1 16,0 0 1-16,-1 0-3 0,0 0 0 0,-2-2 1 0,0 0-5 0,0-1 8 15,-1 0-3-15,-1-2 0 0,0 0 4 0,-1-1-2 0,1 0 0 0,1-1 0 16,-1-1 2-16,-1 1-2 0,1-1-1 0,-3 0-2 0,1 1-3 16,-2-1 1-16,-1 0 1 0,1 1 5 0,0-2 1 0,0 2-1 0,-1-1-2 15,-2 2-7-15,-2 0 4 0,-1 0 1 0,-3 1 4 0,3-1 2 0,-1 1-3 16,-1 1-5-16,1-1 1 0,-2 1-1 0,0 0 4 0,2 0 2 15,-3-1-8-15,3 1 8 0,-4-1-7 0,1 0 3 0,0-1-1 0,-1 2 1 16,1-1-1-16,-2 1 1 0,1 0 6 0,2 1-2 0,1-1-1 0,1 1-3 16,0 1 1-16,0-1 4 0,1 1-2 0,0 0 3 0,-1 2-6 15,-3 0-5-15,0 0 0 0,0 1 5 0,1 0-2 0,4 0 8 0,3 0-1 16,1 0-5-16,2 0 2 0,-3 2-2 0,2-1 4 0,2-1 0 16,4 0 1-16,3-2-1 0,1 1 0 0,1 0 5 0,1 0-5 0,2 0 0 15,1 0-3-15,0-1-2 0,2 0 2 0,1-1 0 0,1 0 4 0,1-2-3 16,4-1 0-16,0 0 2 0,2-1-3 0,1-1 2 0,1 0 1 15,2-1 4-15,3 0-6 0,1-2 5 0,-1-1-3 0,2 0 1 0,0 0 2 16,1 0 1-16,3-2-3 0,0 0 0 0,4 1-3 0,-1-2-2 0,2-1 1 16,2-2-5-16,2 2 8 0,0 0 1 0,2-2 3 0,0 0 6 15,3-2-1-15,-1 2 2 0,2-2 2 0,2 0-2 0,0 0 0 0,2 1 0 16,1-1 1-16,3 0 1 0,-1 0 5 0,2 2-4 0,1-1-4 16,1 0 2-16,1 0-12 0,1 1 1 0,0-1 2 0,0 1 0 0,1-1 3 15,1 1-1-15,1-2-8 0,1 1-2 0,1-1 2 0,1 1-4 0,0 0 9 16,0 1-6-16,1 1 2 0,0 0-1 0,0 2-2 0,1-2 2 15,1 0-1-15,0-1 0 0,0 1-3 0,2-2 2 0,0 1 1 0,1 1 0 16,1 0 0-16,-1 1-2 0,1 1-2 0,-1-1-3 0,0 2 6 0,0-1-2 16,-1 2 0-16,1 1 3 0,-1-1-2 0,0 1 8 0,0 2-6 15,0 0 3-15,-1 1 3 0,1 0-6 0,-2 0 8 0,2-1-12 0,-2 3 8 16,1-1-5-16,-1 0-2 0,0 2 3 0,-1-1-3 0,1 1 2 16,-1 0-2-16,1 0 4 0,0 1-2 0,-1 0-2 0,0 0 2 0,0 0-4 15,1 1 2-15,-1-1 2 0,0 0 2 0,1 0 1 0,-1 0-4 0,0 0 1 16,0 1-3-16,0-1 0 0,0 0 2 0,1 1 1 0,-1-1-1 15,-1 1 2-15,2-2 0 0,-1 2-2 0,1-1 3 0,-1 1 0 0,1 0-5 16,-1-1 6-16,1 0-4 0,0 1-1 0,-1 0 1 0,0 0-3 0,0 0 1 16,1-1 0-16,0 2 0 0,0-1 1 0,0 0 4 0,1 0-1 15,0 0 0-15,0 0 0 0,1 1-2 0,-1-1-4 0,0 0 6 0,1 0-1 16,-1 0-1-16,0 0 5 0,1 0-2 0,-1-1-2 0,0 1 0 0,0-1 2 16,0 1-1-16,0 0 6 0,-1-1-6 0,1 1-2 0,-1-1 2 15,0 0 0-15,0 0 4 0,-1 1-5 0,1 0 0 0,0-1-1 0,-1 0-2 16,0 1 5-16,0 0 1 0,1 0 1 0,-1 0-3 0,-1 0 1 15,1 0 2-15,0 0-6 0,0 1 4 0,0-1-1 0,0-1-1 0,0 1 0 16,0 0-1-16,0 1 4 0,0-1-2 0,-1 1 1 0,0-1 0 0,0 0-1 16,1 1-1-16,-1 0 2 0,0-1-2 0,0 0 2 0,0-1 1 15,0 1-4-15,0 0 4 0,0 0-5 0,0 0 4 0,0-1-1 0,-1 2-1 16,1-1 2-16,0 0-3 0,0 1 2 0,-1-1 2 0,1 1 0 0,-1-1 1 16,0 1-3-16,1-1-3 0,-1 2 1 0,0-1 0 0,0 1 0 15,0-1 4-15,0 1-2 0,0 0 0 0,1 0 0 0,-1 0 0 16,1 0-5-16,0-1 5 0,0 1-1 0,1-1 2 0,-1 0 2 0,0 0-4 0,0 0 1 15,0-1-2-15,0 1 2 0,0-1 5 0,1 1-5 0,-1-1 0 16,0 1-2-16,0 0 1 0,0 0-1 0,0-1 2 0,0 0 3 0,0 1-3 16,1 0 2-16,-1 0-7 0,0 0 4 0,-1 1 1 0,1-1-1 15,0 1 2-15,1-2-1 0,-1 1-3 0,0 0 7 0,1 1-6 0,-1-1 0 16,1 0 4-16,0 1-1 0,-1-1 2 0,0 0-3 0,1 0 0 16,-1 0-6-16,1-1 6 0,0 0-1 0,0 1-1 0,0-1 7 0,0 0-5 15,-1 0 5-15,0 0-3 0,0 0-2 0,1 0 0 0,-2 0-2 0,2-1 4 16,-1 1-5-16,1-1 4 0,-1 1-1 0,0-1 0 0,-1 0 0 0,2 2 2 15,-1-1-4-15,1 0 4 0,-1 1-2 0,1-1 0 0,-1 0-2 16,-1 0-1-16,2 1 2 0,-1 1-2 0,0 0 3 0,1-1 0 0,-1 1-3 16,0-1-5-16,0 1 4 0,0-1-3 0,0 1 3 0,0-1 7 15,1 1-9-15,0-1 5 0,-1 2-3 0,0-1-1 0,1 0 8 0,-2 0-6 16,2 0 5-16,-1-1-2 0,1 1 0 0,0-2 0 0,0 0 3 0,1 1-1 16,-1-1-4-16,1 0 2 0,1 0 1 0,-1-1-4 0,1 0 5 15,0 0-2-15,1 0-6 0,1 0 3 0,-2 0 5 0,0 0-1 0,1 0 2 16,-1 0-2-16,0 0-2 0,-1 0-2 0,1 1 4 0,0-1-2 15,-1 0 1-15,0 1 1 0,1 0-2 0,-1-1 2 0,0 1-5 0,-1-1 3 16,1 1-2-16,0 0 3 0,-1 0 3 0,1 0-3 0,0 1 1 0,0-1-2 16,1 1-2-16,-2-1 3 0,1 1-3 0,0 0 1 0,0 0 0 15,1-1 1-15,-1 1 1 0,1 0 4 0,-1-1-3 0,0 1 5 0,1-1-8 16,-1 1 4-16,0 0-4 0,1 0-2 0,0-1 3 0,0 1 0 0,-1-1 5 16,0 0-6-16,1 2 4 0,-1-2-5 0,-1 1 2 0,1 0 2 15,0-1 0-15,0 0 2 0,0 0-4 0,-1 1 3 0,0-1-3 0,1 0-3 16,-1 0 5-16,0 0-2 0,1 0 1 0,-1 0 4 0,0-1-3 15,0 1 1-15,0 0-2 0,0 0-3 0,1-1 2 0,-1 1-1 0,1-1-2 16,0 0 4-16,0 0 0 0,-1 1-3 0,0-1 2 0,0 0 2 0,0 1-1 16,0-2 2-16,1 1 5 0,-1 0-10 0,0 0 3 0,0 0-1 0,0 0-4 15,1 0 0-15,0 0-6 0,-1 0-9 0,1 0-17 0,-1 0-12 16,0 1-13-16,1 0-7 0,0 0-8 0,0 0-12 0,1 0-21 0,-2 0-10 16,1 1-13-16,1 0-6 0,0 1 0 0,0 1-27 0,0 1-16 15,0 1 7-15,0 0-114 0</inkml:trace>
  <inkml:trace contextRef="#ctx0" brushRef="#br0" timeOffset="1064.99">3476 7168 1031 0,'-29'-19'-48'0,"1"1"88"0,-6-2-7 16,6 7-4-16,9 4-8 0,4 3-3 0,2 0-7 0,2 1-5 15,3 1-8-15,1 1-6 0,2 2-1 0,0 3-5 0,2 0 2 0,-1 3 0 16,0 0-1-16,1 0 5 0,-1 0 1 0,1 0 2 0,-1 0 1 0,1 0 4 15,0-1 1-15,0-2 2 0,1 0 5 0,0-1 0 0,0-2 1 16,0 1 7-16,0-2-3 0,-1-1 4 0,0-2 1 0,0 0 1 0,2-1 2 16,0-2 2-16,1-1 4 0,2-2 3 0,1 1-3 0,0-3 0 0,3 0-1 15,0-1-13-15,2-1 2 0,2 0 1 0,0-2 0 0,3 1 14 16,1-2-1-16,2 1 1 0,0-1-3 0,3-2-4 0,2 2 1 0,0-2-5 16,2 2 1-16,0 1-1 0,0-1-2 0,0 1-1 0,0 1-1 15,1 1-2-15,1 0-1 0,0 1-3 0,2 0-5 0,0 2 7 0,2 0-7 16,0 1 7-16,-1 1-1 0,2 0-5 0,-1 1-1 0,2 0-5 0,1 1 1 15,1-1-3-15,1 2 3 0,0 1-1 0,0 1 1 0,2 1 3 16,1 0-2-16,0 1 1 0,-1 0-3 0,1 1 0 0,-1 0-2 0,1 2 2 16,0 1 1-16,-2 0-1 0,2 1 3 0,0 1-6 0,-1 2 3 0,-1 0 0 15,0 2-2-15,-2 1 7 0,1 2-4 0,-1 0 0 0,0 0-1 16,2 2-1-16,-2 1 5 0,2 0-3 0,-1 1 1 0,-1-1-3 0,1 3-1 16,-1 1 2-16,0 0 1 0,0 0-2 0,0 1-3 0,0 2 0 15,1-1-3-15,-1 2 1 0,2 1 5 0,-3 0 1 0,1 1-8 0,-2-1 2 16,-1 1 4-16,-2 0 1 0,2 0 9 0,-2 3 0 0,0-1-1 0,-2 1-4 15,-2 1 2-15,-1-2-4 0,0 1-1 0,-2-1 1 0,-2 2-3 16,0 2 6-16,-1-2-3 0,-2 1 1 0,-3-2 3 0,0 1 2 0,-2 0 6 16,-2 1-5-16,-1-2 2 0,-2 3 0 0,-2-1-2 0,-2 1 4 0,-2-1-4 15,-2-1-3-15,-2 1 5 0,-2 0-3 0,-2 0 4 0,-2-1 4 16,-2 2-5-16,-2-2 3 0,-1 1 0 0,-4-2 0 0,-2 0-1 0,-1 0 4 16,-3 0 0-16,0 1 0 0,-3-3 0 0,-2 1-4 0,-1-2 7 15,-2-2 0-15,-1 1 6 0,1-2 6 0,1-2 0 0,2-1 4 0,0-2-1 16,2-1-1-16,1-3-6 0,2-1-5 0,3 0 2 0,-1-1-5 0,1-1 3 15,-3-2-3-15,1-1-7 0,-1-2-1 0,0-3-4 0,-1 0 3 16,-3-2 3-16,1-2-3 0,-2-2-4 0,2-4 3 0,-2-1-7 0,-1-3 5 16,1-1 2-16,-2-4 1 0,4-1 5 0,0-1-5 0,0-2 0 0,0 0-4 15,3 1 1-15,1 1 2 0,2-1-1 0,3 0 0 0,-1-1-6 16,0 1 5-16,2 1 2 0,0 1-2 0,1 0 1 0,1 3 0 0,1-1-10 16,0 0 3-16,1 2 0 0,3-1-6 0,0 1 5 0,0 3-3 15,1 1-5-15,1 2-3 0,1 0-4 0,0 0-10 0,2 3-15 0,0 1-12 16,0-1-15-16,1 1-13 0,0-1-1 0,1 0-14 0,1 0-18 0,0 0-6 15,0 1-8-15,0-1-14 0,2 0-7 0,0-2-3 0,1-1-24 16,1-2-23-16,1-1-18 0,3-2-47 0,3-2-26 0</inkml:trace>
  <inkml:trace contextRef="#ctx0" brushRef="#br0" timeOffset="1683">6196 6733 1846 0,'-5'-41'7'0,"3"1"65"0,0-7-10 16,3 12-10-16,2 11-14 0,6 2-15 0,3 1-10 0,4 1-13 0,4 1-10 15,4 1 2-15,5 2-8 0,4 2 3 0,3 2 4 0,2 3-5 16,4 2-3-16,4 1-2 0,2 3-8 0,3-2-5 0,-1 1 4 0,1 0 2 16,2-1 0-16,0 0 11 0,3-1 2 0,-1 0 2 0,3-1 4 0,1-1 2 15,2 1 5-15,1 3 5 0,-2-1 2 0,1-1-2 0,-1 1-2 16,2-3-6-16,3 0 5 0,3 0 2 0,0-1-2 0,4 1 4 0,2 0-4 16,2 0 0-16,3 1-2 0,2 0 1 0,3 1-4 0,1 0 5 15,3 1-4-15,1 0 0 0,1 0 8 0,1 1-2 0,3 1 3 0,0 0 1 16,4 0-2-16,-2 2 3 0,0 0-2 0,-5 1 1 0,-1 2 0 0,-3 0-1 15,0 2 5-15,1 2-1 0,1 1 1 0,0 2 1 0,2 1 0 16,-1 2-2-16,1 3 0 0,1 0-1 0,-1 2-11 0,-4 1-2 0,-5 0 0 16,-3 2 2-16,-2 2 9 0,-2 2 3 0,0 2-5 0,1 1-3 0,-1 1-5 15,-2 2 1-15,-4-1 1 0,-2 2 0 0,-2 2 3 0,-3 0-5 16,-3 3 6-16,-3-2-8 0,-3 0 4 0,-4 1-4 0,-3 1-3 0,-3 2 1 16,0 0-1-16,-3 2-1 0,-4 0 5 0,-1 1 2 0,-4 2-3 15,-1-1 6-15,-2 0-2 0,-1 2-1 0,-3 0 0 0,-2-1-2 0,-2 1 1 16,-4 0 1-16,-2-2-2 0,-3 0 3 0,-2 1-4 0,-3-2-3 0,-2 0 0 15,-4 1 4-15,-3-3 5 0,-4 2 6 0,-4-1 5 0,-4-1-2 16,-3-1 0-16,-8 1 4 0,-5 0-2 0,-6-2-3 0,-5 2 4 0,-5-4-4 16,-5 0 0-16,-7-2 4 0,-4 1-5 0,-2-1-2 0,-5 0 3 0,-3-3-9 15,-5-1 4-15,-2-1-1 0,-5 0 3 0,-3-1 11 0,-1 0-4 16,-5-3 5-16,-1-1-7 0,-3-1-8 0,-1-4 2 0,-1 1-1 0,-4-2 2 16,-1-3 2-16,-2 1-2 0,0-2-5 0,2 1 1 0,3-2-1 0,1-3 0 15,0 0 4-15,2-2-3 0,0-2-2 0,1-1 2 0,2-1-3 16,-1-1 0-16,1-1-1 0,-1 0 2 0,-1 0-2 0,1-1-4 0,2 0-5 15,5 0-22-15,4 0-30 0,7-2-34 0,5-1-48 0,7-3-55 16,4-1-87-16,4-2-97 0,2-1-278 0</inkml:trace>
  <inkml:trace contextRef="#ctx0" brushRef="#br0" timeOffset="41234.86">2739 4713 637 0,'-22'-5'11'16,"2"0"17"-16,-5 0-5 0,10 3-7 0,6 2-5 0,2 2-2 0,2 1-2 15,0 1-5-15,1 3-1 0,0 4-4 0,1 3 1 0,1 5-1 16,0 5 1-16,2 2 0 0,1 5-2 0,1 0-1 0,1 6 0 0,1 0 0 15,0 4-1-15,1 4-4 0,2 2 2 0,0 2 2 0,-1 5 3 0,2 1 4 16,-2 4 2-16,1 3-1 0,0 2-2 0,-1 4 0 0,1 2-2 16,-2 1-5-16,1 2 7 0,-1 2 2 0,-1 2 2 0,1 2 4 0,0 2-5 15,1-3-1-15,-1 3-4 0,3 0-2 0,-1-4 6 0,0 4 0 16,1-2 2-16,0 0 10 0,-2 3-6 0,3-2 4 0,-2-2-2 0,1-3-14 16,0-2 6-16,0-1 1 0,0-3 3 0,-1-1 3 0,2 1-5 0,-1-4-2 15,1 2 1-15,0-2-1 0,1-1-4 0,2-1-7 0,-1-1 7 16,0-1 2-16,2-2 2 0,0 0 5 0,1-1-5 0,-1-1-2 0,1-1 0 15,0-2-3-15,1-3 0 0,0-1 0 0,1-2-4 0,2 0 3 16,-2-1 0-16,0-2 1 0,2-1 3 0,1-2-1 0,-1 0-1 0,1-2 1 16,1-1 0-16,0 1-3 0,1-3-1 0,1-1-2 0,-1-3-1 0,2 0 3 15,4-3 2-15,2 0 2 0,2-3-1 0,1 0-1 0,1-3-4 16,-1 0 4-16,3-2 1 0,3-3 2 0,1 1 4 0,2-3-1 0,3-2-3 16,2-2 1-16,1-2-2 0,3-1 2 0,3-2 2 0,2-2-2 0,2-2 0 15,1-2-1-15,5-1 0 0,0-1 3 0,2-3 0 0,3 1 3 16,0-2-1-16,1-1 2 0,2 1 4 0,2-1 3 0,0 0 3 0,0 0 3 15,4 1 5-15,-1-1 1 0,1 2 10 0,0-1 3 0,1 0 16 0,6-1 10 16,2-2 3-16,4-2-2 0,1-1-18 0,0 1-21 0,1-1-9 16,3 0-6-16,0 1 3 0,2 0 12 0,1 1 1 0,1-1-3 0,-1 0-3 15,1-1-1-15,2-1-2 0,2 1 3 0,0-1 0 0,3 1-7 16,1 1 4-16,-2 0-1 0,4 0-1 0,1-1 4 0,3 1-2 0,0 0-5 16,1 1-3-16,2 1-6 0,0 0 0 0,3-1-3 0,0 2-2 0,0 0-2 15,0 1-3-15,0 0 1 0,1-1 4 0,1 2 1 0,0 0 1 16,-2-1-1-16,0 1 1 0,0 0-2 0,0 0 2 0,-1 0 0 0,-2 0-1 15,1-1 3-15,0 0 0 0,1 1-3 0,0 0 4 0,-1 0 2 0,1-1-1 16,-1 1 5-16,0-1-2 0,-1 0-10 0,1 0 4 0,-2 0-7 16,-1 0-1-16,-1 1 8 0,2 0-1 0,0-1-2 0,-1 0-2 0,-1 0 0 15,-1-1-3-15,-4 0 2 0,-2-1 6 0,-4 0-3 0,-2 2-5 16,-4-1 2-16,-1 0-1 0,-1 1 3 0,1 0 4 0,-1 1-2 0,-3-1-4 16,-1-1 3-16,-6 0-2 0,-2 0 2 0,-2 0 5 0,-1 0 3 0,-2-1-1 15,-3-1-2-15,-1-1 2 0,-2-1-2 0,-3 0-3 0,-2-2 6 16,-3-2-2-16,-3-2 5 0,-1 0 4 0,-2-3 3 0,-2-2 2 0,-1 0 1 15,-3-4-1-15,-2-1 8 0,-1-2 7 0,-4-3 7 0,-3-3 0 0,-2-1-4 16,-1-4-5-16,-3-1-6 0,-1-2 4 0,-2-5-1 0,-1-2-7 16,-3-2-1-16,-2-3-5 0,-2-1-4 0,-2-2-2 0,-1-5 5 0,-3-2-2 15,-2-3-6-15,-2-3-7 0,-3-6-14 0,-2-3-12 0,-3-6-4 16,-1-4-6-16,-4-2 15 0,-3-3 10 0,-3-1 3 0,-3-4 5 0,-4-2-10 16,-4-3-6-16,-3-1 7 0,-2-3-31 0,-5-3-5 0,0-4-44 0,-5-4-23 15,-3-4 20-15,-3-4 11 0,-2-2 36 0,-2 0 36 0,-4 0 17 16,-1 2 18-16,-2 1 11 0,-3-1-6 0,-2 2-2 0,-4-2-11 0,-2 1-11 15,-2 0-1-15,-2 0-1 0,-3 2-3 0,0 0 6 0,-2 2 4 0,-1 3 4 16,0 4 4-16,-2 1 1 0,0 5 0 0,1 3-8 0,-4 4-1 16,1 6 2-16,-1 3-1 0,1 8 5 0,2 2-7 0,2 6-2 0,2 5-1 15,2 6-4-15,3 7-2 0,3 5 2 0,4 5-11 0,4 4-4 0,2 6-10 16,5 4-24-16,2 5-30 0,1 2-101 0,1 3-91 0,3 5-130 16,-2 2-219-16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04T11:49:40.4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3549 5478 1029 0,'-10'-16'250'0,"3"-1"-258"0,0-3-7 0,6 4 5 0,3 3 9 0,2-1-1 16,0 0 7-16,1 0-5 0,1 2-7 0,3-1-3 0,1 1-6 0,1 1-1 15,2 0 5-15,4 1-1 0,1 1 3 0,2-1 6 0,2-1-1 16,3-2 3-16,3-1 3 0,2 1-1 0,2-1 2 0,2-2 4 0,2-1-2 16,4 1-4-16,4-2 0 0,1 0-1 0,4 0 7 0,1-1 4 0,1 1 2 15,3-1 1-15,2 2-6 0,2-1 4 0,0 1-4 0,0 2-1 16,2 1 4-16,0 0-6 0,3 1 4 0,-1 2-1 0,1 2-3 0,0 1 3 16,0 0-6-16,0 2 0 0,2 1 3 0,-1 1 2 0,0 1 3 15,1 2 3-15,0 2-5 0,-1 1-3 0,-1 4 1 0,-1 2 0 0,-1 3-2 16,-1 2 1-16,-1 5-5 0,-2 2 1 0,-2 2 2 0,-4 4-2 0,2 3 1 15,-4-1-8-15,-3 4 1 0,-2 0 4 0,-1 1 0 0,-4 5 5 16,-3-2-3-16,1 2 0 0,-6-1-1 0,-1 1 5 0,-2 2 0 0,-3-1 4 16,-3 1-2-16,-5 0 1 0,-3-1 1 0,-4 2-1 0,-3-2 4 15,-3 0-3-15,-5 2 6 0,-3-1 2 0,-4 1 1 0,-6 3 8 0,-3-1-5 16,-5 2-5-16,-5 3 3 0,-5 0-1 0,-4 2-2 0,-3-3 4 0,-4 0-3 16,-3-2-3-16,-2 1 4 0,-3-3-9 0,-1-1 13 0,-2-1-7 0,-4-1 2 15,0 0 6-15,-2-1-12 0,-3-1 3 0,-2-2-4 0,-2 0 0 16,-1-2-1-16,-3-3 4 0,2-3-3 0,0-3 4 0,2-4 4 0,3-4 10 15,3-3 10-15,4-4 1 0,1-2-1 0,5-4-4 0,3-2-4 16,3-2-5-16,2-3-1 0,2-2-12 0,1-2 2 0,2-2 0 0,4-1-1 16,2-2 4-16,1 0-3 0,3-3-1 0,1 0 3 0,3-3 4 0,2 1 0 15,1-3 0-15,2 0 0 0,3 0-8 0,1-2-1 0,2 2-4 16,2 1-9-16,2-2 3 0,2 0-7 0,2 1-1 0,0-1-7 0,3 1-11 16,0 1 0-16,2 0-18 0,2 0-3 0,0 1-9 0,3 1-15 15,0 0-27-15,1 1-35 0,1 2-63 0,2-2-47 0,0 2-31 0,2-1-49 16,2 0-190-16</inkml:trace>
  <inkml:trace contextRef="#ctx0" brushRef="#br0" timeOffset="800.58">12535 6095 1286 0,'4'-20'91'0,"2"-1"-63"16,3-3-30-16,2 7 3 0,1 3-6 0,2 2 6 0,0 0 2 0,1 3-9 15,2 1 3-15,-1 3-6 0,0 0-5 0,2 1 6 0,-1 2-1 0,0 1 3 16,0 1 2-16,2 2 1 0,1 0 0 0,2 0-1 0,1 2 3 0,1-2-1 16,1 2 1-16,0 0 0 0,0 0 1 0,1 1 0 0,1 0 0 15,3 0 4-15,-1 1-1 0,4-1-2 0,0 0 2 0,1 0-3 0,1-1 2 16,1 0-2-16,3-1 3 0,-1-1 0 0,2-1-1 0,1 1 3 15,0-2-2-15,2-1 4 0,1-1 3 0,0 0 0 0,1-2 4 0,1-2-3 16,-1-1 5-16,2-1-2 0,-1-3 5 0,3 1 2 0,-2-2-3 0,1 2 1 16,0-2-8-16,-1-1 1 0,2 0-3 0,-2-1 1 0,-1 0-3 15,-1-1 1-15,-2 1 0 0,-1-1 0 0,-2 1 1 0,1-1-2 0,-4 1 4 16,-1-1 0-16,-1 1-1 0,-3-1 1 0,0 0-3 0,-2-1 4 0,-1 2 5 16,-2 0 4-16,-1-2 1 0,-1 1 0 0,-3-1-1 0,0-2-5 15,-2 1 0-15,-2-2 1 0,-2 1 3 0,-4-3 3 0,-2 0-2 0,-3 1 1 16,-3-1 1-16,-2 0-5 0,-4-2-1 0,-3-2-5 0,-3-1-3 15,-4-3-5-15,-5 1-4 0,-3-1-3 0,-3 1-5 0,-5-1 0 0,-2-1-5 16,-7-1 2-16,-3 0 4 0,-6-1-5 0,-4 2 9 0,-5 0 2 0,-4 2-2 16,-4 0 6-16,-3-1-3 0,-7 2-3 0,-3 0 0 0,-5 3 3 15,-2 0 0-15,-3 3-5 0,-2 2 2 0,-1 0-4 0,-2 3 2 0,0 2 6 16,-1 1 0-16,-2 3-1 0,3 2 2 0,-3 2-4 0,4 2 8 0,0 2 2 16,0 2 3-16,3 3 0 0,-1 1-4 0,3 5 1 0,-1 1-1 15,5 4 4-15,0 1 2 0,1 4 2 0,2 3 2 0,2 2-2 0,2 4-4 16,2 2-3-16,3 4-7 0,4 2-10 0,4 3 1 0,4 1 2 15,4 2 2-15,4 2-1 0,5 0-7 0,4 1-18 0,7 1-15 0,4 3-16 16,5-1-43-16,4-2-41 0,4 0-60 0,6-1-69 0,5 1-77 0,5-3-244 16</inkml:trace>
  <inkml:trace contextRef="#ctx0" brushRef="#br0" timeOffset="3734.2">13735 7682 542 0,'-4'-7'-58'16,"2"2"83"-16,0 0-18 0,4 5-1 0,3 3-4 0,4 1 3 0,2 2 3 16,6 2 0-16,2 0 0 0,4 3-2 0,2 2-1 0,4-1 0 15,3 2-1-15,3 0-2 0,1 1 0 0,2 0 0 0,5 1-1 0,0 1 1 16,4 2 1-16,1-1-2 0,2 1-1 0,1 1 4 0,3-3-2 0,0 0-2 15,1-2 2-15,0 0-2 0,-1-1 1 0,0-1 3 0,0 0 0 16,1-1 1-16,-2-2 3 0,1-1-1 0,-3-1 3 0,0-1 3 0,0-1 1 16,0-2 2-16,-1-2 5 0,1-1 4 0,-1-2 3 0,-1-1 3 0,1-2 3 15,1-3-3-15,0-1-1 0,-1-1 2 0,1-1-1 0,-1-2-2 16,1-1-2-16,1-1 2 0,-1-2-2 0,0-2 4 0,0 0-5 0,0-3-3 16,-2 1-2-16,2-2-3 0,-3 0-3 0,-1-1-2 0,-3 1 2 15,0 2-2-15,-4-2 2 0,-1 0 0 0,0 1-4 0,-4-2 1 0,0 0-1 16,0 1 2-16,-3-1-2 0,0 3-1 0,-3-2 0 0,-1-1-4 0,-2 2-1 15,-1-4-3-15,-1 1-1 0,-3 1 0 0,-1-2 4 0,-3 1-3 16,-3 0-2-16,0 0 4 0,-4 0-3 0,-1-1 0 0,-4 0 2 0,-2-3-3 16,-2-1 0-16,-4 0-1 0,-1-1 0 0,-3 1-4 0,-3-1 1 15,-3 0-1-15,-1-2 0 0,-2 0 5 0,-2-1 2 0,-2 2 2 0,0-1 1 16,-2-3-3-16,-2 3 2 0,-3-3-3 0,-1 2 4 0,-1-1-1 0,-2 1 1 16,0 0-2-16,-2 0 1 0,-2-1-5 0,-1 1-1 0,-4 0 1 15,-1 2 0-15,-2 1 1 0,-4-2 1 0,-2 3 3 0,-2 0-3 0,-3 0-1 16,-3 3-2-16,-4 0 5 0,-3 0-4 0,-4 2 2 0,-4 2-2 0,-1-1-5 15,-5 2 5-15,-4 2 1 0,-4 2 1 0,-5 1-2 0,-2 3-5 16,-5 3 3-16,-3 4-1 0,-4 2-2 0,-4 4 5 0,-5 5-2 0,-5 1-3 16,-2 6 3-16,-3 5-2 0,-2 3 2 0,-1 4-2 0,0 3 2 15,4 1-5-15,1 4 1 0,5 2 3 0,6 4-1 0,5 4 0 0,7 1-4 16,10 2-3-16,10 3-5 0,9 0-9 0,11 1-16 0,8 3-30 0,10-1-56 16,9 3-49-16,7 1-42 0,8 2-43 0,7 3-31 0</inkml:trace>
  <inkml:trace contextRef="#ctx0" brushRef="#br0" timeOffset="15114.61">27439 8620 204 0,'-4'0'-48'0,"1"1"0"0,-2 1 13 0,0 2 18 0,0-1 14 0,0 1 2 15,0-1-19-15,0 0-11 0</inkml:trace>
  <inkml:trace contextRef="#ctx0" brushRef="#br0" timeOffset="31852.22">9714 8633 817 0,'-18'-22'225'0,"0"0"-165"0,-3-4 8 0,4 4-12 0,3 3-21 16,2 3-14-16,2-1-13 0,0 2-2 0,2 2-3 0,1 1-5 0,0 0 1 15,0 1-8-15,1-1-1 0,-1 2-2 0,-1 0-5 0,2-2-1 16,-3-1 1-16,0-1 2 0,0-2 3 0,0 0 2 0,0-1 7 0,0-2 0 16,2 2 1-16,-2-2 2 0,0-2 0 0,0 3 7 0,0-3 7 0,1 1 2 15,1 0 3-15,1-3-2 0,0 1 1 0,2-1 4 0,1-1 5 16,1 0 4-16,4 0 5 0,0-1 0 0,4 2-1 0,1-3-2 0,1 0-3 16,4-1-5-16,2-1-3 0,3 2-4 0,3-1-3 0,4 2-4 0,2-1-1 15,2 0 0-15,3 2-2 0,1-1-2 0,4 4-4 0,4 0 0 16,0 2-2-16,2 2-2 0,2 0 9 0,0 3-4 0,2 1 1 0,1 2 1 15,1 2-5-15,1 1-1 0,2 2 4 0,-1 1-2 0,0 3-2 16,3 1 1-16,-2 1-3 0,1 1 2 0,1 2-2 0,-1 1 1 0,2 0 0 16,0 1-4-16,2 2-1 0,1 0 2 0,1 1-9 0,0 2 6 0,1 0-3 15,1 1 0-15,-1 2 8 0,0 0-1 0,-1 2 3 0,-1 1-2 16,1 2-1-16,0 0-1 0,-1 4-1 0,-2 1-3 0,0 0 2 0,-2 3-1 16,0 0-3-16,0 3 5 0,-2 2 0 0,-3 1-4 0,-3 0 6 0,-2 0-2 15,-1-2 1-15,-4 1 1 0,-1 0-1 0,-1 1 1 0,-3 0 0 16,1 1 3-16,-3-2-3 0,0 1 1 0,-3 0-2 0,-2 0 0 0,0 1 5 15,-2 0 2-15,1 1 0 0,-3-1-2 0,-1 1 1 0,-2 1-2 16,-1 1 2-16,-2-1-2 0,-2 1-2 0,-2-3 2 0,-2 1 0 0,-3 2 1 16,1 0-1-16,-4 2 1 0,0-2-8 0,-3 1 4 0,-4 2 3 0,-1 0-3 15,-4 1 13-15,-1 1-4 0,-4-1-1 0,-4 0-1 0,-2-1-1 16,-2 0 4-16,-4 0 0 0,-1-2 4 0,-4-1-1 0,-2-1-3 0,0-1 5 16,-3 0-4-16,-2-2 1 0,-1-1-3 0,-4-2 1 0,-3-1 14 0,-1-4 0 15,-4 2 3-15,-2-4 2 0,-2-3-9 0,-2-1-1 0,-2-3 4 16,0-2 0-16,-3-6 2 0,1-1 3 0,-1-4 1 0,-1-3 7 0,1-3 1 15,-3-4-4-15,-1-1 0 0,-1-3-6 0,-1-3-5 0,0 0-1 0,1 0-4 16,1-3-10-16,2-2-1 0,0 0 1 0,2 0 5 0,0-2 2 16,1 0 1-16,2-4-2 0,0-1-5 0,1-1-1 0,1-2-6 0,0 0-4 15,2-4-9-15,0 0-4 0,0-1-11 0,2-5-24 0,1 1-51 16,1-2-35-16,4 0-52 0,2 3-31 0,3-2-14 0,2 3-17 0,1 2-42 16,3-3-61-16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7E82E-1552-7BF5-19F4-6AE84726DF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3E13A9-3968-375C-733C-F572231742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3DA424-3B35-82FD-3C77-C250426FA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7E0CA-A1C7-42B3-92D2-2B8F26D98B09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D7E36F-7C9D-E4F0-A6A4-A07B30425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7501FE-EC2E-F442-D9B9-4092956C1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8F579-3486-4A08-8D4B-3DC35398F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566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37AAF-3F13-0956-581C-5DBFFC3F7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B7E50-3E91-577A-A6B7-1FEEBDC11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88FBD-221E-9E9D-C3B9-91AA9A806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7E0CA-A1C7-42B3-92D2-2B8F26D98B09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58ECBC-614C-052C-615E-14A37B3FA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4C8B3-1E3C-8F44-D68A-5E737F85D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8F579-3486-4A08-8D4B-3DC35398F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506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72BBA-BDDF-A538-B32B-9566D2D1C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5713D7-9F83-FEFE-A0C8-9EBDFD57F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71913C-A960-5DF6-7466-D90916EC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7E0CA-A1C7-42B3-92D2-2B8F26D98B09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73078-B544-5BAC-8940-8B9B034AF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45EFA-C69F-0466-4929-BE0E6CB9F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8F579-3486-4A08-8D4B-3DC35398F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335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40DF1-9B76-98A1-E01D-F38B0100E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2D2E5-D2D1-08FB-CE42-D0C827AA29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D8EC81-A8F2-A7D9-A633-B5CBB68E1E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EB4799-0B40-C36B-6E24-5E050AAE5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7E0CA-A1C7-42B3-92D2-2B8F26D98B09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12E319-42E7-A754-8F75-BE18A0CD2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B7A783-77B3-E9FD-7549-C0981E6F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8F579-3486-4A08-8D4B-3DC35398F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187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86E34-0914-69D4-C973-B5DF9CCA6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0CDD05-A72B-BD01-13D1-6D1C473F0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B72A4F-3CD0-8383-BC59-E8CCE92460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081A5-7289-F86C-D3CC-C190966725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05D31F-A732-4620-856C-AE49550941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CCA86E-BA91-9186-1963-49FBF1D40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7E0CA-A1C7-42B3-92D2-2B8F26D98B09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C9C4E7-3FF7-32D8-330D-76ED192EB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D67640-59CD-B1A7-7321-336760A67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8F579-3486-4A08-8D4B-3DC35398F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664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A8E51-6528-2123-F69A-C92881AFD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AF8550-8F9A-0EEA-BC5A-54D5671C8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7E0CA-A1C7-42B3-92D2-2B8F26D98B09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63DA4C-58FE-C3A6-940A-7D6B2DAA0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8C92C8-7BEE-164A-EA59-3E4CF457D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8F579-3486-4A08-8D4B-3DC35398F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176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9E81CC-25EA-D440-89D2-F793A12FA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7E0CA-A1C7-42B3-92D2-2B8F26D98B09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733EB8-CFC3-9B63-1F2E-912E51836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ED5E33-4D47-9381-701D-238E9DD48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8F579-3486-4A08-8D4B-3DC35398F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575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C0115-48A9-BE49-BBFF-66C30DEDB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C153B-ECFA-882A-29E0-1BCB621C0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2D3476-F18F-96D9-7C4C-49D5ADD6FD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ADACD4-DFFD-E4AC-34FB-8297CF9EB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7E0CA-A1C7-42B3-92D2-2B8F26D98B09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5ADE8D-B06B-87C8-8BE6-59FC16B22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85B42A-9239-4DE2-8277-6BABB43E6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8F579-3486-4A08-8D4B-3DC35398F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939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DC38C-BB84-9AFC-ECC4-8EB7AC2BC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516450-F8F3-31D5-99B8-E5892B568F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974B43-6CFA-0E15-ECF8-85BFE72BF9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05A2CD-C57B-A869-6F47-D03EAF553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7E0CA-A1C7-42B3-92D2-2B8F26D98B09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98D9BF-D3D7-D55C-E4CE-1F1058B24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18059D-4428-9231-1C4C-70FCB7415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8F579-3486-4A08-8D4B-3DC35398F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215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274DC-7C53-58D6-F708-401F7575A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72579A-F215-E51D-4D61-5E56BDA76E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52646-2689-4223-9A88-93653C379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7E0CA-A1C7-42B3-92D2-2B8F26D98B09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8362C0-E354-CFFA-D78B-2E42A2C6A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A88F8-B862-5F06-0DA7-6E661FD93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8F579-3486-4A08-8D4B-3DC35398F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734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044A4F-C7C0-EF6F-B4C0-856089A185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E7E974-50BD-E742-7CB6-65B7C0610F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1F97EC-BB0B-07F3-BC08-D7B321C52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7E0CA-A1C7-42B3-92D2-2B8F26D98B09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08EC3-F9FC-E881-F26B-5BE1238F5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DF494-50F3-1960-CF3A-FAFB02E92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8F579-3486-4A08-8D4B-3DC35398F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399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036B7E-13F5-EC55-6F2E-DCEC59838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C61393-9F72-9CD5-4951-BA957DC004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E66FE-FB93-80C7-1E6B-D6811E14E7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77E0CA-A1C7-42B3-92D2-2B8F26D98B09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88201-DFC0-3878-A8C8-27A1E004E3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E6B17-5842-42B2-61A8-114B424137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B8F579-3486-4A08-8D4B-3DC35398F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410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747B0-DC4B-A176-1715-FAFD556CFE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Model Building (8-dars)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69AD2E-3244-15D7-E862-34D6AFBBB0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38536"/>
            <a:ext cx="9144000" cy="919264"/>
          </a:xfrm>
        </p:spPr>
        <p:txBody>
          <a:bodyPr/>
          <a:lstStyle/>
          <a:p>
            <a:r>
              <a:rPr lang="en-US" dirty="0"/>
              <a:t>Davronbek Malikov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D795D4B-BFB8-C02D-EACB-061827FCC522}"/>
                  </a:ext>
                </a:extLst>
              </p14:cNvPr>
              <p14:cNvContentPartPr/>
              <p14:nvPr/>
            </p14:nvContentPartPr>
            <p14:xfrm>
              <a:off x="4072320" y="5365800"/>
              <a:ext cx="2291400" cy="1060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D795D4B-BFB8-C02D-EACB-061827FCC52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62960" y="5356440"/>
                <a:ext cx="2310120" cy="107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49532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FF84C-5C03-C7CC-75BD-A8B0BF32D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Vazifa</a:t>
            </a:r>
            <a:r>
              <a:rPr lang="en-US" dirty="0"/>
              <a:t>(</a:t>
            </a:r>
            <a:r>
              <a:rPr lang="en-US" dirty="0" err="1"/>
              <a:t>o’tgan</a:t>
            </a:r>
            <a:r>
              <a:rPr lang="en-US" dirty="0"/>
              <a:t> </a:t>
            </a:r>
            <a:r>
              <a:rPr lang="en-US" dirty="0" err="1"/>
              <a:t>dars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2E37E-FCB1-841E-4C02-238415CCA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Githubdan</a:t>
            </a:r>
            <a:r>
              <a:rPr lang="en-US" dirty="0"/>
              <a:t> dataset toping </a:t>
            </a:r>
          </a:p>
          <a:p>
            <a:r>
              <a:rPr lang="en-US" dirty="0"/>
              <a:t>Feature </a:t>
            </a:r>
            <a:r>
              <a:rPr lang="en-US" dirty="0" err="1"/>
              <a:t>engineeringsiz</a:t>
            </a:r>
            <a:r>
              <a:rPr lang="en-US" dirty="0"/>
              <a:t>/engineering </a:t>
            </a:r>
            <a:r>
              <a:rPr lang="en-US" dirty="0" err="1"/>
              <a:t>orqali</a:t>
            </a:r>
            <a:r>
              <a:rPr lang="en-US" dirty="0"/>
              <a:t> </a:t>
            </a:r>
            <a:r>
              <a:rPr lang="en-US" dirty="0" err="1"/>
              <a:t>o’tilgan</a:t>
            </a:r>
            <a:r>
              <a:rPr lang="en-US" dirty="0"/>
              <a:t> </a:t>
            </a:r>
            <a:r>
              <a:rPr lang="en-US" dirty="0" err="1"/>
              <a:t>barcha</a:t>
            </a:r>
            <a:r>
              <a:rPr lang="en-US" dirty="0"/>
              <a:t> </a:t>
            </a:r>
            <a:r>
              <a:rPr lang="en-US" dirty="0" err="1"/>
              <a:t>algorithmlar</a:t>
            </a:r>
            <a:r>
              <a:rPr lang="en-US" dirty="0"/>
              <a:t> bn  model </a:t>
            </a:r>
            <a:r>
              <a:rPr lang="en-US" dirty="0" err="1"/>
              <a:t>yasang</a:t>
            </a:r>
            <a:r>
              <a:rPr lang="en-US" dirty="0"/>
              <a:t> </a:t>
            </a:r>
          </a:p>
          <a:p>
            <a:r>
              <a:rPr lang="en-US" dirty="0" err="1"/>
              <a:t>O’zingiz</a:t>
            </a:r>
            <a:r>
              <a:rPr lang="en-US" dirty="0"/>
              <a:t> </a:t>
            </a:r>
            <a:r>
              <a:rPr lang="en-US" dirty="0" err="1"/>
              <a:t>xaqingizda</a:t>
            </a:r>
            <a:r>
              <a:rPr lang="en-US" dirty="0"/>
              <a:t> </a:t>
            </a:r>
            <a:r>
              <a:rPr lang="en-US" dirty="0" err="1"/>
              <a:t>malumot</a:t>
            </a:r>
            <a:r>
              <a:rPr lang="en-US" dirty="0"/>
              <a:t> </a:t>
            </a:r>
            <a:r>
              <a:rPr lang="en-US" dirty="0" err="1"/>
              <a:t>beruvchi</a:t>
            </a:r>
            <a:r>
              <a:rPr lang="en-US" dirty="0"/>
              <a:t> class </a:t>
            </a:r>
            <a:r>
              <a:rPr lang="en-US" dirty="0" err="1"/>
              <a:t>yarating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9BC1849-E48B-D785-0932-2F4B93866859}"/>
                  </a:ext>
                </a:extLst>
              </p14:cNvPr>
              <p14:cNvContentPartPr/>
              <p14:nvPr/>
            </p14:nvContentPartPr>
            <p14:xfrm>
              <a:off x="2841480" y="1852560"/>
              <a:ext cx="4600800" cy="1819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9BC1849-E48B-D785-0932-2F4B9386685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32120" y="1843200"/>
                <a:ext cx="4619520" cy="1838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61554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6961E-36D0-8634-4718-5ADBEC80C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Bugun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CEE5C-6101-4751-767A-D7BA11CAB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Savol </a:t>
            </a:r>
            <a:r>
              <a:rPr lang="en-US" dirty="0" err="1"/>
              <a:t>javob</a:t>
            </a:r>
            <a:endParaRPr lang="en-US" dirty="0"/>
          </a:p>
          <a:p>
            <a:r>
              <a:rPr lang="en-US" dirty="0" err="1"/>
              <a:t>Qo’shimcha</a:t>
            </a:r>
            <a:r>
              <a:rPr lang="en-US" dirty="0"/>
              <a:t> </a:t>
            </a:r>
            <a:r>
              <a:rPr lang="en-US" dirty="0" err="1"/>
              <a:t>dars</a:t>
            </a:r>
            <a:r>
              <a:rPr lang="en-US" dirty="0"/>
              <a:t>(idea)</a:t>
            </a:r>
          </a:p>
          <a:p>
            <a:r>
              <a:rPr lang="en-US" dirty="0"/>
              <a:t>Feature Engineering Review</a:t>
            </a:r>
          </a:p>
          <a:p>
            <a:r>
              <a:rPr lang="en-US" dirty="0"/>
              <a:t>Feature </a:t>
            </a:r>
            <a:r>
              <a:rPr lang="en-US" dirty="0" err="1"/>
              <a:t>Engineering:Techniques</a:t>
            </a:r>
            <a:endParaRPr lang="en-US" dirty="0"/>
          </a:p>
          <a:p>
            <a:r>
              <a:rPr lang="en-US" dirty="0"/>
              <a:t>Class in Data Preprocessing</a:t>
            </a:r>
          </a:p>
          <a:p>
            <a:r>
              <a:rPr lang="en-US" dirty="0" err="1"/>
              <a:t>Vazifa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3EDB76D-350F-33A9-3E46-5B613CEBC2E2}"/>
                  </a:ext>
                </a:extLst>
              </p14:cNvPr>
              <p14:cNvContentPartPr/>
              <p14:nvPr/>
            </p14:nvContentPartPr>
            <p14:xfrm>
              <a:off x="1058760" y="1477080"/>
              <a:ext cx="4659840" cy="35632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3EDB76D-350F-33A9-3E46-5B613CEBC2E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49400" y="1467720"/>
                <a:ext cx="4678560" cy="358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7753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F24CB-404F-9FCD-F13C-55A3C0D18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 err="1"/>
              <a:t>Takrorlash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38157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2865F-6101-724B-BC25-01D81F43B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5D237-5CA7-56C8-E7FA-233D4B663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Takrorlash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1E231-84D8-6869-452C-939D617EFB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Imtixon</a:t>
            </a:r>
            <a:r>
              <a:rPr lang="en-US" dirty="0"/>
              <a:t> </a:t>
            </a:r>
            <a:r>
              <a:rPr lang="en-US" dirty="0" err="1"/>
              <a:t>taxlili</a:t>
            </a:r>
            <a:r>
              <a:rPr lang="en-US" dirty="0"/>
              <a:t> </a:t>
            </a:r>
          </a:p>
          <a:p>
            <a:r>
              <a:rPr lang="en-US" dirty="0"/>
              <a:t>Project 2</a:t>
            </a:r>
          </a:p>
          <a:p>
            <a:r>
              <a:rPr lang="en-US" dirty="0" err="1"/>
              <a:t>Qo’shimcha</a:t>
            </a:r>
            <a:r>
              <a:rPr lang="en-US" dirty="0"/>
              <a:t> </a:t>
            </a:r>
            <a:r>
              <a:rPr lang="en-US" dirty="0" err="1"/>
              <a:t>dars</a:t>
            </a:r>
            <a:endParaRPr lang="en-US" dirty="0"/>
          </a:p>
          <a:p>
            <a:r>
              <a:rPr lang="en-US" dirty="0"/>
              <a:t>Feature Engineering</a:t>
            </a:r>
          </a:p>
          <a:p>
            <a:r>
              <a:rPr lang="en-US" dirty="0"/>
              <a:t>Feature </a:t>
            </a:r>
            <a:r>
              <a:rPr lang="en-US" dirty="0" err="1"/>
              <a:t>Engineering:Techniques</a:t>
            </a:r>
            <a:endParaRPr lang="en-US" dirty="0"/>
          </a:p>
          <a:p>
            <a:r>
              <a:rPr lang="en-US" dirty="0"/>
              <a:t>Class</a:t>
            </a:r>
          </a:p>
          <a:p>
            <a:r>
              <a:rPr lang="en-US" dirty="0" err="1"/>
              <a:t>Vazifa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761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B2380-2E21-A99C-D6BC-37EC8235D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BC2A9-D97C-2573-4B0C-9194DCD21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 err="1"/>
              <a:t>Qo’shimcha</a:t>
            </a:r>
            <a:r>
              <a:rPr lang="en-US" b="1" dirty="0"/>
              <a:t> </a:t>
            </a:r>
            <a:r>
              <a:rPr lang="en-US" b="1" dirty="0" err="1"/>
              <a:t>dars</a:t>
            </a:r>
            <a:r>
              <a:rPr lang="en-US" b="1" dirty="0"/>
              <a:t>(idea)</a:t>
            </a:r>
          </a:p>
        </p:txBody>
      </p:sp>
    </p:spTree>
    <p:extLst>
      <p:ext uri="{BB962C8B-B14F-4D97-AF65-F5344CB8AC3E}">
        <p14:creationId xmlns:p14="http://schemas.microsoft.com/office/powerpoint/2010/main" val="65909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65F2A-205E-6A65-7BF3-910864D58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Qo’shimcha</a:t>
            </a:r>
            <a:r>
              <a:rPr lang="en-US" b="1" dirty="0"/>
              <a:t> </a:t>
            </a:r>
            <a:r>
              <a:rPr lang="en-US" b="1" dirty="0" err="1"/>
              <a:t>dars</a:t>
            </a:r>
            <a:r>
              <a:rPr lang="en-US" b="1" dirty="0"/>
              <a:t>(idea)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FF7B0-6FB2-A51D-3265-31F2CCE6D4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Ikki </a:t>
            </a:r>
            <a:r>
              <a:rPr lang="en-US" dirty="0" err="1"/>
              <a:t>gruppaga</a:t>
            </a:r>
            <a:r>
              <a:rPr lang="en-US" dirty="0"/>
              <a:t> </a:t>
            </a:r>
            <a:r>
              <a:rPr lang="en-US" dirty="0" err="1"/>
              <a:t>bo’lingan</a:t>
            </a:r>
            <a:r>
              <a:rPr lang="en-US" dirty="0"/>
              <a:t> </a:t>
            </a:r>
            <a:r>
              <a:rPr lang="en-US" dirty="0" err="1"/>
              <a:t>xolda</a:t>
            </a:r>
            <a:r>
              <a:rPr lang="en-US" dirty="0"/>
              <a:t> </a:t>
            </a:r>
            <a:r>
              <a:rPr lang="en-US" dirty="0" err="1"/>
              <a:t>oyni</a:t>
            </a:r>
            <a:r>
              <a:rPr lang="en-US" dirty="0"/>
              <a:t> </a:t>
            </a:r>
            <a:r>
              <a:rPr lang="en-US" dirty="0" err="1"/>
              <a:t>oxirigacha</a:t>
            </a:r>
            <a:r>
              <a:rPr lang="en-US" dirty="0"/>
              <a:t> :</a:t>
            </a:r>
          </a:p>
          <a:p>
            <a:pPr lvl="1"/>
            <a:r>
              <a:rPr lang="en-US" dirty="0"/>
              <a:t>Project </a:t>
            </a:r>
            <a:r>
              <a:rPr lang="en-US" dirty="0" err="1"/>
              <a:t>bo’yicha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Problem solving </a:t>
            </a:r>
            <a:r>
              <a:rPr lang="en-US" dirty="0" err="1"/>
              <a:t>boyicha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Theory </a:t>
            </a:r>
            <a:r>
              <a:rPr lang="en-US" dirty="0" err="1"/>
              <a:t>boyicha</a:t>
            </a:r>
            <a:r>
              <a:rPr lang="en-US" dirty="0"/>
              <a:t> </a:t>
            </a:r>
          </a:p>
          <a:p>
            <a:r>
              <a:rPr lang="en-US" dirty="0" err="1"/>
              <a:t>Rag’bat</a:t>
            </a:r>
            <a:r>
              <a:rPr lang="en-US" dirty="0"/>
              <a:t>: Eng </a:t>
            </a:r>
            <a:r>
              <a:rPr lang="en-US" dirty="0" err="1"/>
              <a:t>yuqori</a:t>
            </a:r>
            <a:r>
              <a:rPr lang="en-US" dirty="0"/>
              <a:t> ball </a:t>
            </a:r>
            <a:r>
              <a:rPr lang="en-US" dirty="0" err="1"/>
              <a:t>olgan</a:t>
            </a:r>
            <a:r>
              <a:rPr lang="en-US" dirty="0"/>
              <a:t> </a:t>
            </a:r>
            <a:r>
              <a:rPr lang="en-US" dirty="0" err="1"/>
              <a:t>gruppa</a:t>
            </a:r>
            <a:r>
              <a:rPr lang="en-US" dirty="0"/>
              <a:t> (</a:t>
            </a:r>
            <a:r>
              <a:rPr lang="en-US" dirty="0" err="1"/>
              <a:t>o’rtacha</a:t>
            </a:r>
            <a:r>
              <a:rPr lang="en-US" dirty="0"/>
              <a:t>) keying </a:t>
            </a:r>
            <a:r>
              <a:rPr lang="en-US" dirty="0" err="1"/>
              <a:t>oyda</a:t>
            </a:r>
            <a:r>
              <a:rPr lang="en-US" dirty="0"/>
              <a:t> </a:t>
            </a:r>
            <a:r>
              <a:rPr lang="en-US" dirty="0" err="1"/>
              <a:t>chegirma</a:t>
            </a:r>
            <a:r>
              <a:rPr lang="en-US" dirty="0"/>
              <a:t> </a:t>
            </a:r>
            <a:r>
              <a:rPr lang="en-US" dirty="0" err="1"/>
              <a:t>oladi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F0F9166-3EEE-6B76-973D-EA41969EEA3C}"/>
                  </a:ext>
                </a:extLst>
              </p14:cNvPr>
              <p14:cNvContentPartPr/>
              <p14:nvPr/>
            </p14:nvContentPartPr>
            <p14:xfrm>
              <a:off x="1099440" y="2146680"/>
              <a:ext cx="3894480" cy="2013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F0F9166-3EEE-6B76-973D-EA41969EEA3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90080" y="2137320"/>
                <a:ext cx="3913200" cy="2032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67216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23AB3-1916-1AAD-CCF6-2AF965EBB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02CF6-26FF-B8F4-8D5B-E0B40A41F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Class in Data Preprocessing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D7D9FED-4194-5BE2-F1B1-66CA04633552}"/>
                  </a:ext>
                </a:extLst>
              </p14:cNvPr>
              <p14:cNvContentPartPr/>
              <p14:nvPr/>
            </p14:nvContentPartPr>
            <p14:xfrm>
              <a:off x="3080160" y="3138840"/>
              <a:ext cx="6215040" cy="12290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D7D9FED-4194-5BE2-F1B1-66CA0463355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70800" y="3129480"/>
                <a:ext cx="6233760" cy="1247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7473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482CE-7D7F-133C-AA2E-A22AB8DF9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in Data Preprocessing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9A142-D5A3-FCDD-B83E-3A94C426AA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Modular Programming</a:t>
            </a:r>
          </a:p>
          <a:p>
            <a:r>
              <a:rPr lang="en-US" dirty="0" err="1"/>
              <a:t>Toza</a:t>
            </a:r>
            <a:r>
              <a:rPr lang="en-US" dirty="0"/>
              <a:t>, </a:t>
            </a:r>
            <a:r>
              <a:rPr lang="en-US" dirty="0" err="1"/>
              <a:t>tartibli</a:t>
            </a:r>
            <a:r>
              <a:rPr lang="en-US" dirty="0"/>
              <a:t> </a:t>
            </a:r>
            <a:r>
              <a:rPr lang="en-US" dirty="0" err="1"/>
              <a:t>koding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AF4EE78-D7EA-9710-C9B8-16B65ACB1A89}"/>
                  </a:ext>
                </a:extLst>
              </p14:cNvPr>
              <p14:cNvContentPartPr/>
              <p14:nvPr/>
            </p14:nvContentPartPr>
            <p14:xfrm>
              <a:off x="941760" y="834120"/>
              <a:ext cx="4209480" cy="2409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AF4EE78-D7EA-9710-C9B8-16B65ACB1A8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32400" y="824760"/>
                <a:ext cx="4228200" cy="2428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63684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0F209-6591-ECB1-6C7C-398236030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F383-BE83-15C7-B730-E3F4C6FC6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 err="1"/>
              <a:t>Vazifa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672726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23C5B-8D4E-FD40-68F4-051D162AD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Vazifa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8536C-70C4-FC21-2A63-55B8A93C4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Classga</a:t>
            </a:r>
            <a:r>
              <a:rPr lang="en-US" dirty="0"/>
              <a:t> </a:t>
            </a:r>
            <a:r>
              <a:rPr lang="en-US" dirty="0" err="1"/>
              <a:t>oid</a:t>
            </a:r>
            <a:r>
              <a:rPr lang="en-US" dirty="0"/>
              <a:t> </a:t>
            </a:r>
            <a:r>
              <a:rPr lang="en-US" dirty="0" err="1"/>
              <a:t>misollar</a:t>
            </a:r>
            <a:r>
              <a:rPr lang="en-US" dirty="0"/>
              <a:t> </a:t>
            </a:r>
            <a:r>
              <a:rPr lang="en-US" dirty="0" err="1"/>
              <a:t>ishlang</a:t>
            </a:r>
            <a:endParaRPr lang="en-US" dirty="0"/>
          </a:p>
          <a:p>
            <a:r>
              <a:rPr lang="en-US" dirty="0" err="1"/>
              <a:t>O’rganilgan</a:t>
            </a:r>
            <a:r>
              <a:rPr lang="en-US" dirty="0"/>
              <a:t> </a:t>
            </a:r>
            <a:r>
              <a:rPr lang="en-US" dirty="0" err="1"/>
              <a:t>tushunchalar</a:t>
            </a:r>
            <a:r>
              <a:rPr lang="en-US" dirty="0"/>
              <a:t> </a:t>
            </a:r>
            <a:r>
              <a:rPr lang="en-US" dirty="0" err="1"/>
              <a:t>ro’yhati</a:t>
            </a:r>
            <a:endParaRPr lang="en-US" dirty="0"/>
          </a:p>
          <a:p>
            <a:r>
              <a:rPr lang="en-US" dirty="0" err="1"/>
              <a:t>Tezkor</a:t>
            </a:r>
            <a:r>
              <a:rPr lang="en-US" dirty="0"/>
              <a:t> project(</a:t>
            </a:r>
            <a:r>
              <a:rPr lang="en-US" dirty="0" err="1"/>
              <a:t>Classdan</a:t>
            </a:r>
            <a:r>
              <a:rPr lang="en-US" dirty="0"/>
              <a:t> </a:t>
            </a:r>
            <a:r>
              <a:rPr lang="en-US" dirty="0" err="1"/>
              <a:t>foydalangan</a:t>
            </a:r>
            <a:r>
              <a:rPr lang="en-US" dirty="0"/>
              <a:t> </a:t>
            </a:r>
            <a:r>
              <a:rPr lang="en-US" dirty="0" err="1"/>
              <a:t>xolda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269DAE8-7974-1DA2-5760-BC148CF24383}"/>
                  </a:ext>
                </a:extLst>
              </p14:cNvPr>
              <p14:cNvContentPartPr/>
              <p14:nvPr/>
            </p14:nvContentPartPr>
            <p14:xfrm>
              <a:off x="1268640" y="1708200"/>
              <a:ext cx="8609760" cy="1759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269DAE8-7974-1DA2-5760-BC148CF2438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59280" y="1698840"/>
                <a:ext cx="8628480" cy="1778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49565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</TotalTime>
  <Words>140</Words>
  <Application>Microsoft Office PowerPoint</Application>
  <PresentationFormat>Widescreen</PresentationFormat>
  <Paragraphs>38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Model Building (8-dars)</vt:lpstr>
      <vt:lpstr>Vazifa(o’tgan dars uchun) </vt:lpstr>
      <vt:lpstr>Bugun</vt:lpstr>
      <vt:lpstr>Takrorlash</vt:lpstr>
      <vt:lpstr>Takrorlash</vt:lpstr>
      <vt:lpstr>Qo’shimcha dars(idea)</vt:lpstr>
      <vt:lpstr>Qo’shimcha dars(idea)</vt:lpstr>
      <vt:lpstr>Class in Data Preprocessing</vt:lpstr>
      <vt:lpstr>Class in Data Preprocessing </vt:lpstr>
      <vt:lpstr>Vazifa</vt:lpstr>
      <vt:lpstr>Vazifa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Davronbek Malikov</dc:creator>
  <cp:lastModifiedBy>Davronbek Malikov</cp:lastModifiedBy>
  <cp:revision>1</cp:revision>
  <dcterms:created xsi:type="dcterms:W3CDTF">2025-09-04T05:48:54Z</dcterms:created>
  <dcterms:modified xsi:type="dcterms:W3CDTF">2025-09-04T11:55:59Z</dcterms:modified>
</cp:coreProperties>
</file>