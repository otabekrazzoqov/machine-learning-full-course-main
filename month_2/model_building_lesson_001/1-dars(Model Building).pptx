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91" r:id="rId5"/>
    <p:sldId id="297" r:id="rId6"/>
    <p:sldId id="298" r:id="rId7"/>
    <p:sldId id="304" r:id="rId8"/>
    <p:sldId id="258" r:id="rId9"/>
    <p:sldId id="260" r:id="rId10"/>
    <p:sldId id="262" r:id="rId11"/>
    <p:sldId id="265" r:id="rId12"/>
    <p:sldId id="300" r:id="rId13"/>
    <p:sldId id="305" r:id="rId14"/>
    <p:sldId id="301" r:id="rId15"/>
    <p:sldId id="302" r:id="rId16"/>
    <p:sldId id="303" r:id="rId17"/>
    <p:sldId id="299" r:id="rId18"/>
    <p:sldId id="264" r:id="rId19"/>
    <p:sldId id="266" r:id="rId20"/>
    <p:sldId id="267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17T10:05:32.7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26189 16940 2711 0,'-3'-2'135'0,"1"-1"-83"0,-1-1-25 16,2 0-14-16,1-1-9 0,1-1-13 0,2 0-18 0,2 0-12 0,-1 0-4 16,3-1-5-16,-2 0-19 0,0 2-20 0,-1-1-38 0,-1 1-23 0,0 1-11 15,-1 0-5-15,-2 1 2 0,0 1-3 0,-1 1-3 0,-1 1-26 16,0-1-25-16,-1 1-37 0,0 0-188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03T10:57:18.2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3000 5424 1258 0,'2'11'378'0,"1"2"-186"0,0 3 29 0,1-2-11 0,1 1-20 0,0 0-31 16,3 0-40-16,-1 0-22 0,0 1-8 0,1 3-6 0,-2-2-4 15,1 2-9-15,0 1-5 0,-1-1-6 0,0 0 0 0,2 1-14 0,0-1-3 16,-1-1-1-16,0 0-6 0,-1 0 15 0,-1 0-9 0,1-1 0 15,-1-1 0-15,0 1-20 0,-1-2-2 0,-1 0-2 0,1-1-9 0,-1-1 2 16,0-2 3-16,-1 0-5 0,-1 0-3 0,0-1-3 0,0-1-2 0,-1 0 2 16,0-2-13-16,-1 1-16 0,1-2-32 0,-1 0-41 0,0-1-35 15,-1-1-37-15,0 0-52 0,-1-2-69 0,0-1-55 0,-1-1-137 0,2-2-358 16,-1-2 66-16</inkml:trace>
  <inkml:trace contextRef="#ctx0" brushRef="#br0" timeOffset="500.84">2790 5524 1721 0,'-6'-3'468'0,"1"0"-199"0,-1-2-15 0,0 0-19 0,2 1-19 15,1-1-36-15,1 0-43 0,1 0-30 0,0-2-11 0,0 0-12 0,1-1-3 16,1 1-14-16,0-2-13 0,1 0 0 0,1 0-14 0,1 0-8 15,1-1-32-15,0 0 0 0,2 2 0 0,1-2 0 0,1 0 0 0,1 1 0 16,2-1 0-16,-1 1 0 0,0 1 0 0,3-1 0 0,0 1 0 0,2 0 0 16,1 1 0-16,0 0 0 0,2 1 0 0,-1 0 0 0,4-1 0 15,1 2 0-15,-1 0 0 0,2 0 0 0,0 1 0 0,0 1 0 0,2 0 0 16,0 1 0-16,2 2 0 0,-1 0 0 0,1 1 0 0,0 1 0 0,0 1 0 16,2 1 0-16,1 1 0 0,-1 3 0 0,0-2 0 0,-1 3 0 15,-1 1 0-15,1 1 0 0,-1 3 0 0,-1 1 0 0,0 3 0 0,-1 2 0 16,-1 2 0-16,-3 1 0 0,-1 4 0 0,-3-1 0 0,-1 0 0 15,-1 0 0-15,-1 1 0 0,-2 1 0 0,-2 0 0 0,-1 2 0 0,-3 0 0 16,-1 0 0-16,-3-1 0 0,-1 0 0 0,-2-2 0 0,-3 1 0 0,-1-3 0 16,-1 2 0-16,-4-3 0 0,-1 0 0 0,-2 0 0 0,-4-3 0 15,-2 0 0-15,-2-1 0 0,-3-1 0 0,-4-1 0 0,-2-2 0 0,-3-3 0 16,-1-3 0-16,-1-2 0 0,-1-3 0 0,0-2 0 0,-2-4 0 0,0-2 0 16,0-3 0-16,1-2 0 0,1-2 0 0,3-4 0 0,-1-3 0 15,-1-2 0-15,2-2 0 0,-3-4 0 0,3 1 0 0,0-4 0 0,1 1 0 16,2-1 0-16,3 0 0 0,2 4 0 0,3 1 0 0,3 2 0 15,1 1 0-15,2 2 0 0,0 1 0 0,3 1 0 0,0 0 0 0,1 1 0 16,2 1 0-16,1 2 0 0,2 0 0 0,2 0 0 0,0 0 0 0,1 2 0 16,2 0 0-16,1-1 0 0,1 1 0 0,0 0 0 0,1 0 0 15,2 0 0-15,0 0 0 0,3 0-173 0,1-1-180 0,3 0-167 0,2 1-399 16,0-1-440-16</inkml:trace>
  <inkml:trace contextRef="#ctx0" brushRef="#br0" timeOffset="1951.44">4342 5452 2243 0,'-4'6'249'0,"0"1"-58"0,0 5 2 0,1 0-4 0,4-2-8 0,1 1-43 15,0 1-28-15,2 1-28 0,-1 3-12 0,1 2 0 0,1 0-19 16,0 2-3-16,0 2-11 0,0 0-8 0,1 3-11 0,0-1-8 0,1 2-6 16,1 1 9-16,1 2 13 0,-1 1-1 0,2 1-7 0,0 1-8 0,-1-1-2 15,2 2 6-15,0-2 4 0,-1 4-4 0,1-3 4 0,-3 0-6 16,1-2-8-16,0-1-2 0,1-1-2 0,-1 0 0 0,-1-1 0 0,1 0 0 16,-3-1 0-16,2 0 0 0,-1-1 0 0,-1-2-4 0,1 1-10 0,-2-3 14 15,0 1 10-15,0-3-2 0,-2-1-12 0,0-3-44 0,-1-1-14 16,-1-2-20-16,1-2-19 0,-2-2-12 0,2-4-24 0,-3-1-23 0,0-2-21 15,0-3-23-15,-1-2-23 0,-1-3-19 0,-1-4-28 0,0-3-42 16,-1-4-79-16,0-1-88 0,-1-3-253 0</inkml:trace>
  <inkml:trace contextRef="#ctx0" brushRef="#br0" timeOffset="2250.41">4328 5682 997 0,'-10'-22'382'15,"0"-1"-136"-15,-1-7-39 0,1 5-20 0,3 0-19 0,1 2-13 16,2 1-22-16,2 0-12 0,2 0-5 0,1 1-11 0,1 0 1 0,2-1-7 15,1 3-4-15,2-1-4 0,3 1-5 0,-1 4-8 0,2-1-7 0,2 3-5 16,0 1-5-16,1 3 1 0,1 2-5 0,1 2-5 0,1 1-3 16,0 3-6-16,2 1-8 0,1 2-2 0,0 3-6 0,-1 1-1 0,1 1-3 15,0 3-1-15,0 1-6 0,3 2-6 0,-1-1 4 0,1 1-8 16,0 1 2-16,-3 1-2 0,1 1-4 0,-1 0 0 0,-1-1 4 0,-2 0-6 16,0 1 4-16,-1-1 6 0,-3 1-10 0,1 1 6 0,-2 0-6 0,-1 1-2 15,-2 0 8-15,-2 2-6 0,-2-2 2 0,-1 2-4 0,-2 0-2 16,-2-1 8-16,-1 0-22 0,-2 0 2 0,-2-1 0 0,0-1 2 0,-4 1 22 15,0-1-2-15,-3 0-4 0,-1-2-10 0,-1 1-18 0,-2-2-2 0,0-1 3 16,-1-2-7-16,3-2 1 0,0-2 0 16,1-2-6-16,3-3-7 0,1-1-21 0,3-2-21 0,1-1-30 0,2-2-28 0,2-1-30 0,1-1-19 15,2-2-19-15,0-1-21 0,4-1-35 0,1-3-45 0,4-1-119 16,1-1-542-16</inkml:trace>
  <inkml:trace contextRef="#ctx0" brushRef="#br0" timeOffset="2550.61">5235 5378 1531 0,'5'16'433'0,"1"1"-227"0,2 7-18 0,-1-2-19 0,0-2-27 0,-2 0-28 15,0 2-26-15,0-1-16 0,0 1-5 0,0 0-3 0,-2-1-12 16,0 0-8-16,0 0-7 0,0-1-11 0,-2-1 6 0,1-1 2 0,-1-2 4 16,-1-1 18-16,0-1-4 0,-1-1 3 0,0-4-3 0,0 0-11 0,-1-2-2 15,0-2-7-15,-2-2-1 0,1-2-5 0,-2-2-5 0,1-2 4 16,-2-3-13-16,0-3-3 0,-2-2-10 0,-1-3-11 0,1-4 2 0,0-1 14 15,1-3 8-15,1-3-1 0,1-2 7 0,0-4-20 0,1 0 0 0,1-3 4 16,0 1-6-16,1-1 8 0,1 1 0 0,3-1-3 0,1 2-1 16,1 3 0-16,0 2 8 0,1 3-8 0,1 3 4 0,0 1 0 0,1 3-4 15,-1 0 4-15,2 3 0 0,-1 2-4 0,0 1 4 0,-1 2-1 16,0 0-4-16,0 2 1 0,-1 1 0 0,2 1-4 0,-1 0 4 0,1 1-2 16,-1 1-4-16,2 1-2 0,0 1-7 0,-1 0-24 0,3 1-37 0,0 1-47 15,0 0-52-15,1 1-56 0,0 0-44 0,0 1-51 0,1 1-76 16,1 0-138-16,0 0-500 0</inkml:trace>
  <inkml:trace contextRef="#ctx0" brushRef="#br0" timeOffset="2917.72">5612 5463 1881 0,'-4'1'381'0,"0"0"-186"0,-1 0 0 0,3-1-3 16,1 0-33-16,2-1-33 0,0 0-43 0,0-2-14 0,2 0-4 15,0-1-7-15,0-1 8 0,1 0-12 0,1-1-8 0,-1-1-10 0,2 1-4 16,0-2-4-16,0 0-7 0,1-1 2 0,1-2-10 0,-1-1 3 16,0-1-3-16,0 0 0 0,1 1-1 0,-1-1 1 0,-1-1-1 0,0 1-1 15,1-1-1-15,0 2-2 0,-2-1 0 0,0 0 1 0,-1 1-5 0,-2 0 0 16,0 3 0-16,-2-1-2 0,-2 1 0 0,0 0 2 0,-2 2-4 16,-1 2 0-16,-1 1 2 0,-3 2-2 0,-1 2-2 0,-1 1 0 0,-1 2 2 15,-1 3-2-15,-1 1 6 0,1 3-4 0,-2 1 4 0,0 1 3 0,1 1 5 16,1 3 8-16,1 0-1 0,0 2 7 0,1 0-7 0,2 2-5 15,2 2 4-15,1 1-8 0,2 1 2 0,1-2 4 0,2 1-4 0,3-2 0 16,1 0-2-16,1-1-6 0,3 0 4 0,2-2-4 0,1 0-4 16,1-2 0-16,1-1 0 0,2-3 0 0,2 0 0 0,0-3 0 0,2 1 0 15,-2-2 0-15,2-2 0 0,0-1 0 0,-1-1 0 0,1-3 0 0,0-1-4 16,-2-1-10-16,0-1-12 0,0-2-16 0,-1-2-23 0,1-1-23 16,-3-1-37-16,4-2-34 0,-1 0-25 0,0-2-31 0,-2 1-23 0,1-2-32 15,-2-2-43-15,0-1-59 0,-1 1-128 0,0-1-460 0</inkml:trace>
  <inkml:trace contextRef="#ctx0" brushRef="#br0" timeOffset="3334.56">6202 5393 1433 0,'0'3'496'0,"0"-1"-229"16,1 1-45-16,2-2-15 0,-1-1-21 0,2-2-37 0,-1 1-28 16,1-2-9-16,-1-1-4 0,-1 0-6 0,1-3-13 0,1 0-18 0,-1 0-13 15,0-1-15-15,-3 1-10 0,0-1-5 0,-1 2-7 0,-1-1-7 16,0 1-3-16,-1-1 1 0,-2 2-7 0,1-1 3 0,-2 1 2 0,1 2-3 15,-1 0 5-15,-1 1-2 0,0 1-6 0,-1 2-4 0,0 2 4 0,0 0-1 16,0 1 1-16,1 1 8 0,-1 1-6 0,2 2-2 0,-1 1 0 0,0 1-3 16,0 2-1-16,1 2 4 0,2 2 2 0,0 0 2 0,1-1-2 15,1 1 0-15,3 0 0 0,1 0-8 0,1-1 9 0,3 0-1 0,1-1-4 16,2-1 6-16,1-1-10 0,2 0 0 0,2-1 10 0,0 0-10 16,0-2 0-16,1-2-2 0,2-2-8 0,1 1 1 0,-2 0 7 0,1-1 2 15,0-1-4-15,-1-1 4 0,0-3 0 0,0-1-2 0,0-2 2 0,-1-2 2 16,-2 1-4-16,0-3 4 0,-1 1 4 0,-1-2 0 0,-1-1 4 15,-2 0-6-15,1-1-2 0,0-1 2 0,-2 2 0 0,-2 0 0 0,1-1 13 16,-2 1-7-16,1 0 6 0,-1 1 0 0,-1 1-2 0,0 0 9 16,-1 2-3-16,0 1 10 0,0 1-4 0,-2 1 8 0,1 1-28 0,0 0-4 15,0 3 0-15,0 0 0 0,0 1 0 0,1 0 0 0,-1 0 0 0,2 2 0 16,0 1 0-16,1 0 0 0,0 0 0 0,0 1 0 0,0 1 0 16,1-1 0-16,0 2 0 0,0-2 0 0,2 2 0 0,-2 1 0 0,0-2 0 15,2 1 0-15,0 0 0 0,1-1 0 0,0-1 0 0,-1 0 0 0,1 0 0 16,-2-1 0-16,0-1 0 0,-1 0 0 0,0-2 0 0,0 1 0 15,-1-1-78-15,-1-1-40 0,2 1-52 0,-2-1-41 0,0-2-42 0,-1 0-57 16,-1-1-76-16,2-3-148 0,0-1-301 0,-1-1-35 0</inkml:trace>
  <inkml:trace contextRef="#ctx0" brushRef="#br0" timeOffset="3484.56">6536 5204 2458 0,'-6'-3'253'16,"-1"1"-44"-16,0-1-10 0,1 2-31 0,0 0-36 0,2 1-44 15,-1 1-30-15,2 0-13 0,-1 1-4 0,-1 0-9 0,2-1-13 0,0 0-7 16,0 0-12-16,2 0-6 0,-1-1-2 0,1 0-26 0,1 0-33 0,-1-1-41 16,1 1-67-16,0 0-55 0,1-1-60 0,2 0-82 0,0 0-102 15,1 0-372-15,3-1 36 0</inkml:trace>
  <inkml:trace contextRef="#ctx0" brushRef="#br0" timeOffset="3934.4">6813 5210 2325 0,'-2'4'305'0,"-1"0"-122"15,1 1-8-15,-1 1-13 0,1 0-29 0,1 1-41 0,-1-1-24 0,0 2-15 16,1-1 1-16,0 0-5 0,1 1-8 0,-1-2-5 0,2 1-12 16,-1 1-4-16,1 0-1 0,0 1-8 0,1 0 2 0,0-1-1 0,0 1-8 15,1-2 5-15,1 1-5 0,1 0 0 0,1 0-2 0,0 1-2 0,2 0 8 16,0 1-6-16,1-1 0 0,-1 1 1 0,0 0-6 0,2-1 3 15,0 0 2-15,0-1-6 0,0 1 6 0,-2-1-2 0,-1 1-2 0,-1 1 2 16,1-1 0-16,-1 0-2 0,-1 1 2 0,-1 0-4 0,-2 1-8 0,-1 1 3 16,-1 1-9-16,-2-2-3 0,-1-1-3 0,0-1-9 0,0 0-8 15,-1-1-1-15,-1-2-4 0,0 1-6 0,-1-2 9 0,1-1-1 0,0 0 6 16,-2-2 11-16,0 0-4 0,1-1 11 0,-1-2 11 0,1-1-2 16,0-1 10-16,0-1 1 0,2-2-4 0,0-1 6 0,0-2 1 0,1 0 3 15,-2-2-3-15,2 0 8 0,1-2 0 0,0 0-4 0,3 0 6 0,0 0 1 16,2 2-3-16,0-2 7 0,3 0-3 0,0 1-4 0,0 1 3 15,3 1-1-15,0-1 2 0,2 2 3 0,-1 0-5 0,2 1 0 0,-2 1 2 16,2-1-1-16,1 4 1 0,0-1 4 0,1 2 3 0,-3 2-7 0,1 1 6 16,1 1 0-16,-1 1-8 0,1 1 8 0,-1 1-8 0,0 1 6 15,-1 1-4-15,0 1-4 0,0 0 1 0,0 0-6 0,1 1 1 0,-1 0-3 16,-1 0 2-16,0 0-2 0,-1 0 1 0,-2 2-1 0,1-1-4 16,0 0 4-16,0 1-8 0,-1-1 0 0,-1-2 1 0,0 1-3 0,0 0-4 15,-1-2-5-15,0 1-10 0,-2-1-20 0,2 0-31 0,-1-1-31 0,0-1-39 16,-1 0-55-16,0-2-37 0,0-1-52 0,-1 0-79 0,1-2-143 15,-1 0-566-15</inkml:trace>
  <inkml:trace contextRef="#ctx0" brushRef="#br0" timeOffset="4101.39">7205 5207 1781 0,'-7'0'514'0,"2"-1"-357"0,-3 1-14 0,1 0 2 0,2 0-14 16,-1 1-33-16,2-1-37 0,0 2-30 0,1-2-10 0,-1 1-7 15,1-1-9-15,0 0 1 0,2 1-6 0,0-1-11 0,1 0-8 0,1 1-14 16,1 0-15-16,1 0-27 0,1 1-25 0,0 0-33 0,0 0-36 0,1-1-32 16,1 2-54-16,2 0-55 0,1 0-89 0,0 0-139 0,2 1-72 15</inkml:trace>
  <inkml:trace contextRef="#ctx0" brushRef="#br0" timeOffset="4434.59">7453 5446 1638 0,'3'8'358'0,"2"2"-154"0,0 1-4 0,1 0 0 0,1-2-19 0,-1 0-27 16,2-2-31-16,-2 1-24 0,1-1-16 0,0-2-6 0,0 0-6 0,1 0-13 16,-2 0-4-16,2-2-8 0,1 1-8 0,-1-2 1 0,1 0-9 0,1-1 0 15,-1-1-5-15,0 0 0 0,1-1-6 0,0-1 0 0,-1 0 2 16,0-2-1-16,-1 0-5 0,1-1-3 0,-2 0 1 0,2-2 5 0,0 0-3 16,-1-1 3-16,-1-1-3 0,1-1-5 0,-1-1 6 0,-1-1 0 15,0 0-1-15,0-1 3 0,-1 0-4 0,0-1 0 0,-1-1 0 0,-1 0 0 16,-1 0 0-16,-1 1-4 0,-1 1 0 0,-2 3-4 0,-1-3 0 0,-1 1-6 15,-2 1 0-15,-1 1 0 0,-1 1 0 0,-1 2 0 0,-1 0 0 16,-1 1 0-16,-2 1 0 0,1 0 0 0,0 2 0 0,0 2 0 0,0-1 0 16,-1 3 0-16,1 0 0 0,0 0 0 0,-1 1 0 0,2 1 0 15,0 1 0-15,2 0 0 0,-1 0 0 0,3 1 0 0,-1 1 0 0,2 0 0 16,1 1 0-16,0 2-2 0,1 0-6 0,2 1-2 0,1 1 0 0,1-1 0 16,1 1-8-16,1 2-2 0,0 1-12 0,2 1-3 0,0-2-16 15,2 1-11-15,1-2-13 0,1-1-19 0,0 0-28 0,2-2-27 0,0-1-32 16,1 0-39-16,1-2-21 0,2 0-28 0,0-2-53 0,0 0-81 0,1-3-154 15,-1 0-279-15</inkml:trace>
  <inkml:trace contextRef="#ctx0" brushRef="#br0" timeOffset="4883.99">7915 5278 1241 0,'-1'-4'442'0,"1"0"-189"0,-1-1-48 0,1 1-15 0,1 0-18 16,-1 1-24-16,1 0-15 0,1 2-13 0,-2-1-7 0,1 1-8 0,1 0-11 15,-2 0-16-15,1 0-9 0,0 2-11 0,1 0-14 0,0 1-5 16,0 1-8-16,1 0 1 0,-1 2 1 0,0 1-1 0,1 1-5 0,0 1-3 16,0 0-8-16,-1 1 5 0,0 1 0 0,0 1-4 0,0-1-2 15,0 1-3-15,0-1-9 0,0 3 7 0,0-1-4 0,0 0 0 0,1 0 3 16,-1-3-7-16,1 1 0 0,0-2 4 0,0 1-10 0,1-2 8 0,-2 1 2 16,1-2 0-16,0 0-3 0,0-2 3 0,1 0 2 0,-1 0-2 15,1-1 4-15,0-2 3 0,0 0-3 0,0 0 8 0,1-2-1 0,-2 0-7 16,1-2 4-16,1-1-4 0,0 1-3 0,0-2 5 0,1-1-2 0,-1 0 0 15,1-2 0-15,0 0 4 0,0-1-6 0,0 0-2 0,-1 1 4 16,1 1-6-16,0-1 2 0,0 1 8 0,-1 0-4 0,0 1-2 0,0 1-8 16,-1 1 0-16,1 2 0 0,-1-1 0 0,0 2 0 0,0 0 0 15,-1 2 0-15,0 1 0 0,0 0 0 0,1 1 0 0,-1 1 0 0,1 2 0 16,-1 0 0-16,0 0 0 0,0 1 0 0,-1 0 0 16,1-1 0-16,0 1 0 0,0 1 0 0,0 1 0 0,0 0 0 0,0 0 0 0,0 0 0 15,0-1 0-15,0 2 0 0,0-1 0 0,0 1 0 0,-1-1 0 0,0 0 0 16,0 1 0-16,1-2 0 0,0 0 0 0,0 1 0 0,0-1 0 15,-1-2 0-15,1 1 0 0,0-1 0 0,-1-1 0 0,1 0 0 0,0-2 0 16,-1 0 0-16,0 1 0 0,0-2 0 0,0 0 0 0,1 0 0 0,-1 0 0 16,1-1 0-16,0 0 0 0,0 0-58 0,0-1-23 15,1 1-17-15,-1-1-23 0,1-1-40 0,0 0-36 0,1 0-39 0,1-2-50 0,-1 1-62 16,2-1-108-16,-1-1-212 0,1 0-286 0</inkml:trace>
  <inkml:trace contextRef="#ctx0" brushRef="#br0" timeOffset="5267">8649 5497 1621 0,'-1'-1'414'0,"0"0"-173"16,0 0-23-16,2 0-6 0,-1-1-7 0,2 1-22 0,0 0-28 0,0 0-16 15,1 0-16-15,0 1-17 0,0 0-5 0,2 0-15 0,0 1-9 16,1-1-6-16,0 1-6 0,0 0-3 0,2 0-46 0,0 1-16 0,0 0 0 16,0 0 0-16,0 0 0 0,0 1 0 0,-1 0 0 0,0 0 0 15,2 1 0-15,0-1 0 0,0 0 0 0,-1 1 0 0,2-1 0 0,-1 0 0 16,-1 1 0-16,1-1 0 0,0 0 0 0,-1 0 0 0,0 0 0 0,2 0 0 15,-1-1 0-15,0 0 0 0,0 1 0 0,1-1 0 0,0 0 0 16,0 0 0-16,-1 0 0 0,1 0 0 0,-2 0 0 0,0-1 0 0,1-1 0 16,-1 0 0-16,0 1 0 0,1-1 0 0,-1 0 0 0,-2 0 0 0,2 0-44 15,-1-1-55-15,0 1-18 0,-2-1-25 0,1 0-31 0,-1 0-28 16,0-1-32-16,1 1-24 0,-2 0-28 0,1 0-65 0,-3 1-124 0,1-1-248 16,-2 2-23-16</inkml:trace>
  <inkml:trace contextRef="#ctx0" brushRef="#br0" timeOffset="5567.03">8870 5738 1971 0,'-1'2'368'0,"1"0"-142"0,1 2-21 0,1-1-1 0,-1-1-10 16,2 0-36-16,0 0-23 0,1 0-20 0,0 0-15 0,0-1-7 0,1 1-4 15,0-1-15-15,1-1-13 0,0 0-9 0,1 0-14 0,1 0-26 16,-1 0-12-16,1 0 0 0,-1 0 0 0,-2 0 0 0,2 0 0 0,-2 1 0 15,3-1 0-15,-1 1 0 0,1 0 0 0,0-1 0 0,-1 1 0 16,0 0 0-16,-1-1 0 0,0 1 0 0,0-1 0 0,1 1 0 0,0 0 0 16,0-1 0-16,-1 1 0 0,1-1 0 0,0 1 0 0,-1 0 0 0,1 0 0 15,-1-1 0-15,1 1 0 0,0 0 0 0,-1 0 0 0,1 0 0 16,-2-1 0-16,3 1 0 0,-1 0 0 0,-1 0 0 0,0 0 0 0,-1-1 0 16,1 1 0-16,-2 0 0 0,1 0 0 0,0 0 0 0,-1 0 0 0,2 1 0 15,-2-2 0-15,0 1 0 0,0 1 0 0,0-2 0 0,-1 1 0 16,0-1 0-16,0 1 0 0,-1-1-151 0,0 0-94 0,0-1-108 0,0 1-139 15,0-1-333-15,0-2-499 0</inkml:trace>
  <inkml:trace contextRef="#ctx0" brushRef="#br0" timeOffset="10151.56">10563 4528 2060 0,'0'-1'273'15,"2"1"-93"-15,0-1-13 0,-1 2-8 0,2 0-5 0,-1 0-9 0,0 1-9 16,2 1-13-16,-2 0-13 0,1 1-11 0,0 1-8 0,0 0-17 16,1 1-6-16,-1 1-6 0,1 2-11 0,-1 0-14 0,1 2-7 0,-1 0-6 15,1-1-2-15,0 2 4 0,0 0-22 0,2 1-4 0,-1 1 0 0,0 0 0 16,0 1 0-16,0 1 0 0,1 0 0 0,-2 0 0 0,1 1 0 15,0 0 0-15,-1 0 0 0,0-2 0 0,0 2 0 0,0-1 0 0,0 0 0 16,-1 0 0-16,-1-1 0 0,0 0 0 0,-1-1 0 0,0-1 0 0,0 0 0 16,-1-2 0-16,1-1 0 0,-1-1 0 0,0-2 0 0,0-1 0 15,0-1 0-15,0 0 0 0,0-3 0 0,0 1 0 0,-1-2-40 0,1-1-65 16,0 0-32-16,-1-2-38 0,1-2-46 0,-2 0-70 0,1-2-59 0,-1-2-68 16,0 1-154-16,0-2-580 0</inkml:trace>
  <inkml:trace contextRef="#ctx0" brushRef="#br0" timeOffset="10401.56">10141 4482 1735 0,'-11'-3'398'0,"0"0"-157"0,-3-2-11 0,3 2-15 0,4 1-12 0,1 1-24 16,2 0-21-16,1 0-12 0,2 1-13 0,1-1-19 0,0 1-8 15,1-1-16-15,1 0-17 0,2 0-9 0,1-1-54 0,2 0-10 0,1 0 0 16,4 0 0-16,1 0 0 0,2 0 0 0,-1 0 0 0,2 0 0 15,1-1 0-15,0 0 0 0,0 0 0 0,3 0 0 0,0 0 0 0,-1 1 0 16,3-1 0-16,-1 0 0 0,-1-1 0 0,0 1 0 0,1-1 0 0,-2 0 0 16,1 0 0-16,1 0 0 0,-1-1 0 0,1 1 0 0,1 0 0 15,-3 0 0-15,2 1 0 0,-1-1 0 0,-2 0 0 0,0 1 0 0,0 0 0 16,-2-1 0-16,-2 2 0 0,1 0 0 0,-2 0 0 0,0 0-112 16,-2 1-77-16,-2 0-64 0,0 0-95 0,-1 2-113 0,1-1-132 0,1 1-700 15</inkml:trace>
  <inkml:trace contextRef="#ctx0" brushRef="#br0" timeOffset="10667.56">11218 4442 1467 0,'0'7'1016'0,"-1"1"-754"0,0 3-47 0,1-1-16 0,1-1-23 16,2 0-22-16,0 2-33 0,2 0-23 0,-1 0-12 0,2 1-10 0,-1 0-14 15,1 2-9-15,-1 2-3 0,3 1-18 0,0 0-4 0,2 2-28 16,0 1 0-16,1 0 0 0,1 2 0 0,-2 3 0 0,2-2 0 0,0 3 0 16,1 0 0-16,1-1 0 0,1-1 0 0,1 0 0 0,0 0 0 15,-2-1 0-15,1 0 0 0,-1 0 0 0,0-4 0 0,0 0 0 0,-2-1 0 16,0-1 0-16,1-1 0 0,-2-2 0 0,-1-1 0 0,-3-3 0 0,-1-2-38 16,-2 0-30-16,-1-2-18 0,-1-2-11 0,-1-2-45 0,-2-1-35 15,0-3-62-15,-1-2-57 0,-1-2-31 0,-1-3-58 0,0-1-133 0,0-3-91 16,-3-2-198-16</inkml:trace>
  <inkml:trace contextRef="#ctx0" brushRef="#br0" timeOffset="10967.56">11191 4530 1650 0,'-5'-8'330'0,"-2"0"-76"16,-1-2-30-16,3 2-15 0,0 2-19 0,4 1-23 0,0-2-16 0,2 1-16 15,2 0-8-15,1 0-10 0,2 0-14 0,0 0-8 0,3 0-3 0,1 1-16 16,3 0-5-16,1 0-5 0,2 0-28 0,1 0-38 0,3-1 0 0,0 2 0 15,1 0 0-15,1 0 0 0,1 2 0 0,-1 1 0 0,1 2 0 16,1 1 0-16,-3 2 0 0,2 1 0 0,-1 0 0 0,1 1 0 0,2 1 0 16,-2 0 0-16,1 2 0 0,-1 1 0 0,-2 2 0 0,-1-1 0 0,-1 0 0 15,-2-1 0-15,0 1 0 0,-2 0 0 0,-1 0 0 0,-2 0 0 16,-2-1 0-16,-2 2 0 0,-4-1 0 0,0 0 0 0,-4 1 0 0,-1-1 0 16,-4-1 0-16,-1 0 0 0,-3 1 0 0,-4-1 0 0,0 1 0 15,-4-1 0-15,-2-1 0 0,0 1 0 0,-3-2 0 0,0 1 0 0,-1-2-16 16,-2-1-16-16,-2-1-10 0,1-3-3 0,0-1-2 0,2 0-8 0,0-2-7 15,3-1-3-15,1-2-22 0,0 0-15 0,2-2-14 0,4 0-36 16,0 1-29-16,2-1-36 0,2 1-34 0,0 0-32 0,3 0-102 0,1 1-231 16,1 1-302-16</inkml:trace>
  <inkml:trace contextRef="#ctx0" brushRef="#br0" timeOffset="11384.72">10221 5339 1862 0,'0'1'283'0,"2"2"-91"0,0-2-23 0,2 2-3 16,2 0-4-16,2-1-14 0,4 0-18 0,2-1-7 0,2 0-6 0,4-1-13 16,1-1-3-16,1-1-16 0,4-1-13 0,1 0-5 0,5-1-11 0,2-1-10 15,4-1 3-15,2 1-6 0,2-1-13 0,3 0 6 0,1 0-10 16,2 0 0-16,2-1-24 0,1 1-2 0,5 0 0 0,0 0 0 0,1-1 0 16,3 1 0-16,0 0 0 0,0 1 0 0,2-1 0 0,1 0 0 0,-2 0 0 15,0 0 0-15,1 0 0 0,-1 2 0 0,0-3 0 0,-1 2 0 16,1-1 0-16,0 1 0 0,0 1 0 0,0-2 0 0,-1 2 0 0,0-1 0 15,-2 0 0-15,-2 1 0 0,-1 1 0 0,-3 0 0 0,-2 1 0 16,-3 0 0-16,-1 1 0 0,-3 1 0 0,-4 1 0 0,-3-1 0 0,-3 1 0 16,-4 1 0-16,-4 1 0 0,-4 0 0 0,-3 1 0 0,-5 1 0 0,-5 0-40 15,-2 1-89-15,-4 0-20 0,-3 0-41 0,-3 2-53 0,-2 1-69 16,-3-1-82-16,-4 1-134 0,-3 0-228 0,-4 1-199 0</inkml:trace>
  <inkml:trace contextRef="#ctx0" brushRef="#br0" timeOffset="11701.71">10809 6039 2129 0,'-3'8'426'0,"-1"0"-213"0,1 3-38 0,-1-2-11 16,2 1-6-16,1 0-26 0,0 0-27 0,1 0-20 0,1 1-8 15,0-1-10-15,-1-1-8 0,1 1-14 0,-1 1-12 0,1 0-10 0,0 1-3 16,0-1-5-16,1 2-3 0,0 0-2 0,0 0 2 0,1 0-3 0,1-1 1 16,-1 2-8-16,2 1-4 0,-1-1-11 0,0-1 3 0,2 1 0 15,-1-1 0-15,1-1 12 0,-1-1 12 0,0-1-2 0,0-3-8 0,-1 0-10 16,0-2-26-16,0 0-13 0,0-1-15 0,0-1-13 0,0-2-16 0,-2 0-28 15,0-2-21-15,-1-1-31 0,-1 0-48 0,0-2-40 0,0-2-41 16,-1-1-69-16,0-1-131 0,-2-1-259 0,1-3 93 0</inkml:trace>
  <inkml:trace contextRef="#ctx0" brushRef="#br0" timeOffset="11967.71">10548 6040 1261 0,'-11'1'679'0,"0"1"-426"0,-2 0-22 0,2 2-11 0,2-1-23 0,2 0-33 15,1 1-22-15,1-1-15 0,1 1-4 0,0 0 0 0,1-1-11 16,1-1-11-16,0 1-17 0,1 0-8 0,2 0-9 0,0-1 0 0,2 0 1 16,1-1-68-16,0 1 0 0,1-2 0 0,1 1 0 0,1-1 0 15,1 0 0-15,2-1 0 0,1-2 0 0,-1 1 0 0,3-1 0 0,-1-1 0 16,0 0 0-16,1 0 0 0,-1-1 0 0,0-1 0 0,1 0 0 0,-1 0 0 16,1 0 0-16,-1 0 0 0,0 0 0 0,1 0 0 0,-1 1 0 15,0 0 0-15,0 2 0 0,0-2 0 0,0 2 0 0,0 0 0 0,-1 0 0 16,-1 1 0-16,0 0 0 0,0 0 0 0,-1 0 0 0,1 0 0 0,0 1 0 15,0-1 0-15,0 1 0 0,0 0-52 0,0 0-78 0,0 0-39 16,1 0-46-16,-2-1-77 0,2 2-93 0,-1-1-104 0,-1 1-259 0,-1 1-348 16</inkml:trace>
  <inkml:trace contextRef="#ctx0" brushRef="#br0" timeOffset="12217.71">11024 6134 2202 0,'0'8'546'0,"1"3"-310"0,0 3-43 0,0 0-26 0,1-1-15 0,3 0-33 16,-1 2-30-16,2 0-16 0,0 1-11 0,-1 0-4 0,1 0-13 0,0 2-8 16,-2-2-23-16,2 1-10 0,1 1-4 0,-1 1 14 0,1-1 12 15,0 1-2-15,1-1 0 0,-1-1-26 0,1 0-4 0,-1 0 6 0,1-1 2 16,1-2-2-16,1-1 0 0,0-1-4 0,0-2-2 0,0 0-12 0,-1-2-24 15,0-1-9-15,0-1-12 0,-2-1-11 0,-2-2-20 0,1-1-34 16,-2-1-48-16,-1-2-53 0,0-1-66 0,-2-2-79 0,-2-2-168 0,0-1-324 16,-2-2 26-16</inkml:trace>
  <inkml:trace contextRef="#ctx0" brushRef="#br0" timeOffset="12485.71">10948 6147 1620 0,'-6'-4'515'0,"-1"0"-269"15,-1-1-35-15,3 1-5 0,1-1-18 0,1 1-31 0,2-1-17 16,1 0-19-16,3 1-3 0,1-1-6 0,2 0-7 0,1-1-9 0,1 1-13 16,2-1-14-16,2 1-9 0,1 1-12 0,1 0-48 0,2 0 0 0,-2 0 0 15,2 2 0-15,1 0 0 0,-2 2 0 0,2 1 0 0,-1 0 0 16,-1 1 0-16,0 1 0 0,0 1 0 0,2 0 0 0,-2 1 0 0,0 1 0 16,-1 0 0-16,0 1 0 0,0 0 0 0,-1 1 0 0,-2 0 0 0,0-1 0 15,-2 1 0-15,0-1 0 0,-1 1 0 0,-1 1 0 0,-2 0 0 16,-1 0 0-16,-3 0 0 0,-1 0 0 0,-1-1 0 0,-1 1 0 0,-3 1-10 15,-1-1-34-15,-2-1 2 0,0-1-1 0,0 1-2 0,-2-2 0 16,0-1-6-16,0 0 5 0,-1-2-3 0,-1 0-16 0,0 0-12 0,0-1-16 16,1-1-10-16,-1 0 1 0,2 0-7 0,1-1-9 0,3-1-19 0,1 0-39 15,3-2-37-15,2 0-49 0,2-1-77 0,1-1-134 0,2-1-490 16</inkml:trace>
  <inkml:trace contextRef="#ctx0" brushRef="#br0" timeOffset="12717.71">11460 6222 2093 0,'-1'4'340'0,"1"0"-121"0,-1 2-22 0,1-2-12 0,2 0-16 15,0-1-28-15,2 0-20 0,0 0-17 0,0-1-7 0,1 0-3 16,0-1-15-16,1-1-15 0,0-1-11 0,2 0-10 0,2-1-5 0,0 0-6 16,0 0-8-16,2-2-22 0,-2 1-2 0,1-1 0 0,0 0 0 0,-1 1 0 15,1-1 0-15,-1 0 0 0,-1 1 0 0,2 0 0 0,-1-1 0 16,-1 1 0-16,1-1 0 0,-1 1 0 0,0 1 0 0,-1 0 0 0,0 0 0 15,0 1 0-15,1-1 0 0,-1 0-24 0,0 1-16 0,1-1-12 16,-3 1-20-16,2-1-22 0,0 1-22 0,0 0-40 0,0-1-57 0,-1 1-81 16,-1-2-99-16,0 1-133 0,-1-1-272 0,-1 0-149 0</inkml:trace>
  <inkml:trace contextRef="#ctx0" brushRef="#br0" timeOffset="12952.71">11682 5928 1903 0,'-3'0'518'0,"1"0"-269"0,-2 1-31 0,1 0-20 16,1 1-19-16,0 1-29 0,1 1-23 0,-1 1-14 0,1 2-12 0,0-1-7 15,1 1-8-15,1 2-23 0,0 2-7 0,0 1-16 0,1 2-40 16,1-1 0-16,0 3 0 0,1-1 0 0,-1 2 0 0,2-1 0 0,0 2 0 16,0 1 0-16,1 0 0 0,0 1 0 0,1 1 0 0,1-1 0 0,0 1 0 15,0 1 0-15,-1-3 0 0,1 1 0 0,1-1 0 0,0-2 0 16,0-1 0-16,0-1 0 0,0-2 0 0,-2 0-28 0,1-4-56 0,1 0-47 15,-1-1-43-15,-1-1-78 0,0-2-74 0,0 0-114 0,-1-3-158 0,0-1-345 16,0-1 90-16</inkml:trace>
  <inkml:trace contextRef="#ctx0" brushRef="#br0" timeOffset="13251.71">12173 5978 2450 0,'-2'9'292'15,"0"2"-74"-15,1 2-24 0,1-1-5 0,0 0-28 0,2 0-31 16,0 1-23-16,0 0-17 0,1 0-10 0,-1 1-8 0,2 0-10 0,0 0-16 16,0 0-42-16,1 2-4 0,0 0 0 0,0 2 0 0,0 0 0 0,1 1 0 15,-1 2 0-15,1-1 0 0,1 3 0 0,0 0 0 0,1-2 0 0,0 2 0 16,1-1 0-16,0 0 0 0,1-1 0 0,-2-1 0 0,2-1 0 15,-2-1 0-15,-1-1 0 0,1-3 0 0,-1-1 0 0,1-1 0 0,-1-1 0 16,-1-2 0-16,0-2 0 0,0 0 0 0,-1-2 0 0,-2-1 0 16,1-2 0-16,-2-2-38 0,0-1-61 0,0-1-22 0,0-3-35 0,0-2-34 15,-1-2-30-15,-1-4-39 0,0-1-44 0,-1-2-52 0,1-3-78 0,-1-2-92 16,0-2-425-16</inkml:trace>
  <inkml:trace contextRef="#ctx0" brushRef="#br0" timeOffset="13468.71">12153 5981 1294 0,'-7'-3'546'0,"0"-2"-279"0,-2 0-2 16,3 1-7-16,2 0-24 0,1 1-33 0,1 1-33 0,2 0-22 0,0 2-10 15,2-1-9-15,0-1-11 0,2 0-16 0,1 0-18 0,1 0-19 0,2-1-7 16,1 1-20-16,2 0-36 0,0 0 0 0,2 1 0 0,0 0 0 16,0 0 0-16,0 0 0 0,-2 0 0 0,1 0 0 0,1 1 0 0,-1-1 0 15,1 1 0-15,-3 0 0 0,1 1 0 0,0-1 0 0,-1 1 0 16,1-1 0-16,-1 1 0 0,-1 0 0 0,1 0 0 0,0-1 0 0,-1 1 0 15,0 0 0-15,0 0 0 0,-1 0 0 0,0 0-94 0,1 1-24 0,-1 0-30 16,-1 1-45-16,-1 1-62 0,0 0-89 0,-2 0-86 0,-1 1-143 16,0 2-322-16,-3 0 98 0</inkml:trace>
  <inkml:trace contextRef="#ctx0" brushRef="#br0" timeOffset="13651.71">12224 6192 1611 0,'-1'5'654'0,"0"1"-395"0,0 1-38 15,3-3-16-15,2-1-12 0,0 0-26 0,2-1-29 0,2 0-23 0,1 0-10 16,2-1-6-16,1-1-10 0,0-1-13 0,1 0-15 0,1-1-17 16,0 0-14-16,2-1-4 0,-2 0-24 0,2-1-2 0,0 0 0 0,-1-1 0 15,-1 0 0-15,1 0 0 0,-2-1 0 0,1 0 0 0,-3 0 0 0,1 0 0 16,-2 0 0-16,-1-1 0 0,0 0-40 0,-1 0-40 0,0 1-39 16,0-2-42-16,1 0-66 0,0-1-110 0,1 0-104 0,-1 0-170 0,0-1-458 15</inkml:trace>
  <inkml:trace contextRef="#ctx0" brushRef="#br0" timeOffset="13901.71">12815 5975 2112 0,'-2'8'385'0,"1"2"-152"0,-1 3-45 0,2-3-13 0,1 1-20 0,1 1-39 16,2-2-24-16,-1 1-17 0,1 0-7 0,1 0-1 0,-1 2-4 15,0 2-9-15,1 0-6 0,1 0-5 0,1 3 1 0,0 2-2 0,0 2-3 16,2 3-3-16,-1 1-4 0,2 0-4 0,0 1-28 0,0 0 0 0,2 3 0 16,-1-3 0-16,1 2 0 0,0-2 0 0,1 1 0 0,0-1 0 15,-1-2 0-15,-1-1 0 0,-2-3 0 0,1 0 0 0,0-2 0 0,-1-2-12 16,0-1-32-16,-1 0-8 0,-1-3-9 0,-1-4-21 0,-3-2-23 16,1-1-32-16,-2-1-30 0,0-3-56 0,0-1-61 0,-1-2-41 0,0-3-39 15,-1-2-65-15,1-1-100 0,-2-3-361 0</inkml:trace>
  <inkml:trace contextRef="#ctx0" brushRef="#br0" timeOffset="14251.71">12867 6132 1825 0,'-8'-9'290'0,"1"-1"-48"0,-2-3 1 0,3 2-14 0,2 1-31 16,1 2-38-16,1 0-21 0,1 1-11 0,0-1-13 0,2 1-8 15,2-1-14-15,0 1-8 0,1-1-11 0,0 2-7 0,2-2-7 0,2 1-20 16,0 1-40-16,1 1 0 0,0 0 0 0,2 1 0 0,0 1 0 15,1 0 0-15,1 1 0 0,0 1 0 0,1 0 0 0,-1 1 0 0,3 1 0 16,-1 2 0-16,0 1 0 0,0 2 0 0,-1 0 0 0,1 2 0 0,0 1 0 16,-1 1 0-16,0 0 0 0,0 1 0 0,-1 0 0 0,0-1 0 15,-2 2 0-15,0-2 0 0,-1 1 0 0,0 1 0 0,-1-1 0 0,-1-1 0 16,-3 1 0-16,0-1 0 0,-1 1 0 0,-1 0 0 0,-1 0 0 16,-2 0 0-16,-2-1 0 0,-1-1 0 0,-2 1 0 0,-1-2 0 0,0 1 0 15,-3-2 0-15,0 0 0 0,-2 0 0 0,0-3 0 0,-1 1 0 0,1-1 0 16,-2-1 0-16,0-1 0 0,-1-1 0 0,1-2 0 0,-1 0 0 15,-1-1 0-15,0-1-6 0,1 0 2 0,1-2 12 0,0 2-10 0,1-2-4 16,1-1 2-16,1 1-8 0,3 0 4 0,-1 0-8 0,3 0-10 0,0 1-12 16,0 0-11-16,2 0-6 0,0 0-16 0,1-1-12 0,2 1-10 15,-1 1-24-15,1-2-39 0,1 0-52 0,0-1-77 0,1 0-80 0,1-1-144 16,0-1-240-16,1-1-147 0</inkml:trace>
  <inkml:trace contextRef="#ctx0" brushRef="#br0" timeOffset="14617.71">13255 4840 2724 0,'-6'4'253'0,"2"-1"-36"16,0 1-29-16,3-1-14 0,2-1-30 0,2 1-19 0,2-1-24 15,0 0-14-15,2 0-11 0,0 0-70 0,1-1-6 0,1 0 0 0,1 1 0 16,-1-1 0-16,2 0 0 0,-1 1 0 0,1-2 0 0,1 1 0 0,1-1 0 16,0 0 0-16,-1 0 0 0,1 0 0 0,2-1 0 0,0-1 0 15,1 0 0-15,-1 0 0 0,1-1 0 0,-1 0 0 0,0 0 0 0,-2-1 0 16,2 1 0-16,0 0 0 0,-1-1 0 0,-1 0 0 0,2 1 0 0,-1 1 0 15,1 0 0-15,-2 0 0 0,1 1 0 0,0 1 0 0,-1 0 0 16,0 0 0-16,-2 0 0 0,0 1 0 0,0-1 0 0,-1 1-26 0,-2-1-66 16,0 1-27-16,-2 1-27 0,0-1-35 0,-2 1-45 0,-1-1-62 15,0 1-73-15,-1 1-80 0,-2 0-188 0,0 1-423 0</inkml:trace>
  <inkml:trace contextRef="#ctx0" brushRef="#br0" timeOffset="14801.71">13472 5170 1781 0,'1'8'686'0,"0"2"-408"16,2 1-41-16,3-1-14 0,1-2-13 0,3-1-28 0,0 0-31 15,2-1-23-15,2-1-15 0,1-2-9 0,0 0-102 0,0-1-2 0,1-1 0 16,1-1 0-16,-1 0 0 0,1-1 0 0,-1 1 0 0,0-1 0 0,-3 1 0 16,2-1 0-16,-1 1 0 0,-1-2 0 0,0 0 0 0,-2-1 0 15,-1 0 0-15,0 0 0 0,-1-1 0 0,-1-1 0 0,1-1 0 0,0 2 0 16,-1-3-129-16,1 0-182 0,-1-1-199 0,0 0-332 0,0 0-642 0</inkml:trace>
  <inkml:trace contextRef="#ctx0" brushRef="#br0" timeOffset="20118.68">22241 3214 1040 0,'-5'-2'384'0,"0"1"-163"0,0-1-12 0,1 0 0 0,1 2 4 16,0 0-6-16,0 0-21 0,0 0-28 0,1 1-11 0,1 0-14 0,1 0-7 15,0 0-11-15,1 0-18 0,-1 1-5 0,2 0-12 0,0 0 0 16,2 1-12-16,1 0-12 0,2-1-3 0,0 1-9 0,2-1-4 0,2 0 1 16,0 0-5-16,3 0-10 0,0 0 4 0,2 0-26 0,1 0-4 0,1 0 0 15,1-1 0-15,1 0 0 0,2-1 0 0,-1 0 0 0,2 0 0 16,0-1 0-16,0-1 0 0,2 0 0 0,-1-1 0 0,1 0 0 0,-1 1 0 15,0-1 0-15,-1 0 0 0,0 1 0 0,-1-2 0 0,-2 0 0 16,-1-1 0-16,-2 0 0 0,0 2 0 0,0-3-62 0,-3 0-103 0,-1 0-69 16,-1-1-101-16,-1 0-130 0,-1-1-257 0,-1-1-604 0</inkml:trace>
  <inkml:trace contextRef="#ctx0" brushRef="#br0" timeOffset="23202.5">23413 2703 1161 0,'-8'3'120'0,"-2"1"-19"0,0 2 22 0,0-1 18 0,3 0 2 0,0 1-11 16,0 0-20-16,0 1-17 0,1 0-2 0,0 1 4 0,0-2 1 0,2 1-3 16,-2-2-13-16,1 0-6 0,1 1-8 0,0 0-4 0,2 0-4 0,0-2-1 15,0 0-7-15,1 0-9 0,0-1-9 0,1 1-2 0,0-1-8 16,0 0 2-16,0 0 2 0,0 0-5 0,1-1-7 0,0 0-4 0,-1 0-3 16,1-1 4-16,0 0 4 0,0 0 1 0,0 0 7 0,-1 0 2 0,1-1 2 15,-1 1 2-15,1-1 0 0,0 0 2 0,-1-1 4 0,0 1-1 16,1 0 0-16,-2-1-3 0,0 2 3 0,1-1-4 0,-1 0-2 0,0 0-3 15,0 0 2-15,-1 0-1 0,0 1-1 0,-1 1 4 0,1-1-6 16,0 1-5-16,-1 1 3 0,0-1-1 0,1 0-1 0,-1 1 3 0,0 0-7 16,2 0-5-16,-2 0 0 0,2 1-4 0,0 0 0 0,-1 1 2 0,1 1-6 15,1 1 0-15,-1 0-2 0,1 2-2 0,1 1 4 0,0 2 0 16,0 1-4-16,1 1 0 0,0 1-2 0,1 1-2 0,0 2 4 0,1-2-2 16,1 1 0-16,-1 1 2 0,1 0-2 0,-1-1 2 0,1 0 4 15,-1-2-8-15,0 0 8 0,0-3-4 0,-1 1 0 0,1-1 0 0,-2-1-4 16,0-1 4-16,-1-3-14 0,1-1 4 0,-1-1 0 0,0-1-4 0,0-1 18 15,-1-1 0-15,0 0 2 0,-1-1 2 0,0 0-2 0,0-1 0 16,-1-1 6-16,0 0-2 0,-1-2-4 0,0-1 12 0,0 0 2 0,-1-1-10 16,0-1-10-16,0-2 0 0,1-1 0 0,0-1 0 0,1-1 0 0,-1-1 0 15,1 0 0-15,-1 0 0 0,2-1 0 0,-1 0 0 0,0 1 0 16,0 0 0-16,0 0-14 0,1 0-24 0,-2 1-10 0,1 0-15 0,-1 1-13 16,1 1-5-16,-1-2-24 0,1 0-11 0,0 0-28 0,1 0-34 15,-1 1-24-15,1 1-30 0,0 0-17 0,0 0-11 0,0-1-11 0,1 0 3 16,0 0-1-16,0 0 19 0,0-1 41 0,0 2 53 0,0-1 62 0,-1 1 57 15,0 0 49-15,-1 0 46 0,0 2 40 0,0-2 44 0,0 0 32 16,0 0 15-16,0 1 0 0,1 0-15 0,-1 0-20 0,1 1-9 0,1 0-12 16,0 0 0-16,1 0-6 0,1 1-6 0,0 0-6 0,1 1-10 0,1-1-8 15,1 1-12-15,1 0-6 0,1 2-6 0,1-2-4 0,2 2-5 16,1-1-1-16,1 0-4 0,3 1-2 0,-2 0-5 0,2 0-8 0,0 0-6 16,1 0-8-16,0 1-4 0,0-1-5 0,1 0-8 0,-2 0-4 0,0 1-1 15,1-1 0-15,-2 0-5 0,0 1 1 0,-4-1-4 0,0 1-6 16,-2 1-1-16,0 0-22 0,-2 1-31 0,1 0-33 0,-1 1-39 0,0 1-39 15,-2 0-41-15,1 2-52 0,0 0-65 0,-1 0-144 0,1 1-488 16,-1-1 228-16</inkml:trace>
  <inkml:trace contextRef="#ctx0" brushRef="#br0" timeOffset="23503.03">23683 2865 1760 0,'2'7'240'16,"2"0"-43"-16,1 2 18 0,2-3-5 0,2-1-18 0,1-2-36 0,2 1-39 15,0-1-24-15,0-2-20 0,2 0-10 0,1-2-7 0,0-3-18 16,-1 0 2-16,1-1-12 0,1-2-4 0,0-2-2 0,0-3-7 0,-1 0 0 16,-1-2-8-16,-1 2 1 0,-1-2-3 0,-2-1-1 0,0 1 2 0,-2 0-5 15,-1 0-1-15,-2 0 0 0,-1 0-3 0,-2 0 1 0,-2 0 0 16,-1 0-2-16,-3 0 6 0,-1 1-4 0,-2 2 0 0,-2 1 0 0,-1 1-1 16,2 2-1-16,-3 2-2 0,0 3 5 0,-1 2-5 0,0 3 2 0,0 2 4 15,-1 3 2-15,1 1 0 0,-1 2-2 0,1 2 2 0,1 1 0 16,1 4-2-16,1 0 5 0,0 2-3 0,3 1-2 0,1-1 2 0,3 2 0 15,1 1 3-15,2-1-5 0,2 0 2 0,2 0-2 0,2-4 0 16,2 0 4-16,1-3-6 0,1-1 4 0,2-3 2 0,2 0 0 0,1-1-1 16,0-1-8-16,1 0-1 0,0-1-7 0,0-1-8 0,-1-4-14 0,1-1-29 15,1-2-26-15,-1-2-31 0,0-1-43 0,0-2-35 0,0-2-37 16,-1-1-36-16,2-3-37 0,1 0-68 0,-1-2-76 0,1 0-289 0</inkml:trace>
  <inkml:trace contextRef="#ctx0" brushRef="#br0" timeOffset="23652.03">24297 2795 1032 0,'6'-7'332'16,"1"1"-70"-16,1 0-30 0,-3 2-15 0,-1 4-6 0,-1 2 2 0,-1 2-13 15,-1 2-13-15,-1 2-29 0,-1 2-24 0,0 3-20 0,0 2-22 16,0 1-13-16,-1 3-5 0,2 2-12 0,-1-1-8 0,0 2-1 0,2 1-13 16,-1 0-3-16,0 1-5 0,3 1-6 0,-1 3-1 0,2 1-6 15,0 0-3-15,1 2-1 0,1 0-16 0,0 1 2 0,0 0 1 0,0 0-7 16,0 0 14-16,0-2-9 0,1-1-2 0,0-2-3 0,-1-4-17 0,1-2-21 16,-2-1-40-16,-1-2-46 0,0-1-57 0,-2 0-91 15,0-4-110-15,-2 0-185 0,0-2-548 0</inkml:trace>
  <inkml:trace contextRef="#ctx0" brushRef="#br0" timeOffset="23886.03">24422 2812 1951 0,'5'-8'182'0,"4"-1"27"0,2-1 18 16,2 2 0-16,1 0-32 0,1 1-46 0,3 1-34 0,-1 1-24 15,1 0-13-15,-2 2-10 0,2 1-10 0,1 0-13 0,-2 2-10 0,1 1-4 16,-1 1-7-16,1 1-1 0,-3 1-2 0,1 1-2 0,-1 0-4 0,-2 0-1 15,-3 1-12-15,0 0 6 0,-1 1-5 0,-2 0-1 0,-1 1 0 16,-3 1-9-16,-4 0-5 0,-2 2-11 0,-2 0-8 0,-1 0-10 0,-1 1-18 16,-2 0-12-16,0 1-16 0,-1-1-13 0,-2-1-5 0,-2 1-4 0,2-1-4 15,-1 0 5-15,-1-1-1 0,1-1 2 0,-1 1-4 0,0 1-9 16,1-1-19-16,-1 0-23 0,2 0-29 0,1-2-30 0,2-2-40 0,2 1-41 16,5-3-50-16,0 0-243 0</inkml:trace>
  <inkml:trace contextRef="#ctx0" brushRef="#br0" timeOffset="24168.55">24994 2869 1102 0,'15'-4'390'0,"1"1"-138"0,2 0-5 16,-2 1-2-16,-4 3-15 0,-1 1-26 0,0 1-22 0,-4 2-21 0,0 0-25 15,-1 2-21-15,0-1-24 0,-1 1-25 0,0 0-17 0,0-2-14 16,0 2-18-16,1-1-2 0,1 0-10 0,0-2 1 0,2 1 2 0,-1-2-8 16,2 0 5-16,-2 1-5 0,2-2 0 0,0 0 2 0,-1-1-8 0,2 0 1 15,-1-1 3-15,1-1-4 0,-2 0 6 0,1-2 2 0,-2-1 0 16,1-2 2-16,1 0 1 0,-1-2 8 0,1 0 1 0,-1-1 2 0,-1 0 1 15,-1-2 2-15,-1 0 2 0,0-1 0 0,-1 1 3 0,-1 0-3 16,-1 0 0-16,-1 0 0 0,-2 0-3 0,-1 0-5 0,-2-1-1 0,-1 1-8 16,-3-2 3-16,-1 1-1 0,0 0-6 0,-3-1 2 0,0 1-6 0,-2-1-2 15,1 1 2-15,0 2-3 0,0 2 3 0,-1 3-8 0,-1 2-7 16,-1 2 2-16,2 3-8 0,0 1 8 0,-1 4-6 0,1 1-2 0,1 2-9 16,1 2-5-16,1 0-17 0,2 0-11 0,2 1-17 0,3-1-35 0,1-1-29 15,2-1-43-15,2 0-47 0,3-1-52 0,2 1-82 0,2-3-154 16,3-1-444-16</inkml:trace>
  <inkml:trace contextRef="#ctx0" brushRef="#br0" timeOffset="24418.55">25573 2801 1256 0,'10'4'355'0,"0"3"-210"0,3 2-3 16,-2-1 0-16,-2 2-1 0,1-2-18 0,-2 2-29 0,1-1-15 0,-1 1-17 16,0-1-16-16,0 0-4 0,0-1-10 0,0-1-6 0,-1 1 11 0,-1-1-3 15,1 0 4-15,0 0-1 0,0-1-14 0,-2 0-3 0,-1-1-3 16,-1 1 0-16,-2-2 1 0,0-1-1 0,-2 0 4 0,-1-1-4 0,0-2 3 15,-3 1 3-15,0-1-10 0,-2-1 1 0,-2 0-14 0,1-2-5 16,-3-1 1-16,-1 0-1 0,-2-1 10 0,0-1 1 0,2-1-1 0,-1-1 0 16,2-1 0-16,1-1 6 0,1-1 1 0,2-1 2 0,1-2 1 0,2-2-2 15,0 0-5-15,1 1 6 0,2-2 0 0,1 2 4 0,3 0 0 16,2 2-8-16,-1 0-6 0,4 2-4 0,1 0-4 0,1 1-1 0,1 1 0 16,1 2-6-16,-1 0-5 0,3 0-10 0,2 1-20 0,-1 0-25 0,0 0-41 15,-1 0-46-15,2 0-55 0,1-2-57 0,0 1-68 0,1-2-124 16,0 0-469-16</inkml:trace>
  <inkml:trace contextRef="#ctx0" brushRef="#br0" timeOffset="24618.54">26260 2292 1480 0,'-1'-7'821'0,"1"-1"-561"0,0 0 6 0,-1 1-9 0,1 2-18 0,0 2-40 16,0 0-36-16,0 1-36 0,0 2-19 0,0 2-19 0,-2 0-17 0,1 2-58 15,0 3-14-15,1 1 0 0,-2 2 0 0,1 2 0 0,0 2 0 16,1 1 0-16,-1 3 0 0,1-1 0 0,1 3 0 0,0 2 0 0,2 2 0 15,-2 1 0-15,2 1 0 0,0 2 0 0,1 0 0 0,0 0 0 16,1 0 0-16,1-3 0 0,0 0 0 0,0-2 0 0,0 0 0 0,0-1 0 16,1-3 0-16,-3-1 0 0,1-3-64 0,-1 0-80 0,-1-3-58 0,-1 0-75 15,-1-1-102-15,-2-2-197 0,-2 1-433 0,-2-2-5 0</inkml:trace>
  <inkml:trace contextRef="#ctx0" brushRef="#br0" timeOffset="24751.54">26092 2699 2366 0,'-2'-6'216'0,"0"-1"6"0,1-1-14 0,3 3-13 0,3 0-29 0,2 2-24 16,3 0-36-16,1 1-17 0,0 0-11 0,3 1-16 0,1 0-15 16,2-1-16-16,1 0-9 0,2 0-8 0,2 1-3 0,0-1-3 0,1-1-8 15,1 0-2-15,-1 0-2 0,1-2-13 0,-2 0-36 0,2-2-52 16,1-1-91-16,-1-1-120 0,1-1-132 0,0-2-299 0,1-1-569 0</inkml:trace>
  <inkml:trace contextRef="#ctx0" brushRef="#br0" timeOffset="38252.55">14442 3905 1269 0,'-6'4'306'0,"-1"2"-134"15,0 1-9-15,0-1 10 0,1 0 6 0,1-2-6 0,1 1-31 0,0-1-18 16,0-1-17-16,1 0-12 0,0-1 0 0,0 0-7 0,1-1 6 0,2 0-9 16,-1-2-6-16,2 1-2 0,0-1-11 0,0 0-3 0,1-1-5 15,1 0 0-15,0-1 1 0,2 0-1 0,1 0-6 0,1-2-6 0,2 1-1 16,0-2-9-16,2 1 1 0,2 0-3 0,1 0-8 0,1 0 8 0,-1 0-32 16,3 0-2-16,0 2 0 0,1 0 0 0,0 0 0 0,0 1 0 15,0 1 0-15,-1 0 0 0,2 0 0 0,0 1 0 0,-1-1 0 0,2 1 0 16,-1 1 0-16,-1 1 0 0,0 0 0 0,-2 2 0 0,-1 0 0 0,-2 1 0 15,-1 0 0-15,-1 2 0 0,-2 2 0 0,-2 0 0 0,-1 1 0 16,-1 2 0-16,-3 1 0 0,-1 3 0 0,-2 0 0 0,-1 0 0 0,-2 3 0 16,-3 1 0-16,-1 1 0 0,-2 3 0 0,-1-1 0 0,-1 2 0 15,1-1 0-15,-1-2 0 0,0 2 0 0,1-2 0 0,1 0 0 0,2 1 0 16,0-1 0-16,1-2 0 0,1 0 0 0,1-1 0 0,3-2 0 0,1 0 0 16,3-1 0-16,2-2 0 0,2-1 0 0,2-2 0 0,2 0 0 15,1-2 0-15,3 0 0 0,2-2 0 0,2-2 0 0,1-1 0 0,2-1 0 16,2-1 0-16,1-1 0 0,3-1 0 0,0-1 0 0,3 0 0 0,-1-1 0 15,3 0 0-15,-1 1 0 0,1-2 0 0,-1 1 0 0,2 0 0 16,-1 1 0-16,0-1 0 0,-2 0 0 0,1 0 0 0,0 2 0 0,0-1 0 16,-3-1 0-16,0 2 0 0,-4-1 0 0,0 0 0 0,-2 1 0 15,-1-1 0-15,-1 1 0 0,-1 0-4 0,-2 0-131 0,-2 1-38 0,0 0-43 16,-3 0-71-16,-2 1-78 0,-1-1-73 0,-1 1-93 0,-2-1-325 0,-2 1 52 16</inkml:trace>
  <inkml:trace contextRef="#ctx0" brushRef="#br0" timeOffset="38619.55">14198 5206 1836 0,'-1'1'394'0,"1"0"-169"0,2 0-26 0,2-2 13 0,1 0 3 15,3-1-16-15,3-2-29 0,3 0-25 0,5-2-19 0,4-1-22 16,2-1-7-16,5-2-18 0,3 1-5 0,4-3-54 0,2-1-20 0,3 0 0 16,4-1 0-16,1 1 0 0,2-2 0 0,2 0 0 0,2 0 0 0,1 1 0 15,0-2 0-15,0 2 0 0,0 0 0 0,1 2 0 0,0 2 0 16,-3 1 0-16,-1 0 0 0,1 1 0 0,-3 0 0 0,0 1 0 0,1-1 0 16,-2 2 0-16,0-1 0 0,-1 0 0 0,-1 1 0 0,0 1 0 15,0 1 0-15,0 1 0 0,-1 1 0 0,-1 0 0 0,0 1 0 0,-3 1 0 16,-1 1 0-16,1 0 0 0,-2 2 0 0,-3 0 0 0,-1 0 0 0,-5 1 0 15,-1 1 0-15,-2 1 0 0,-2 1 0 0,-1 0 0 0,-5 1 0 16,-1 0 0-16,-3 1 0 0,-5-1 0 0,-1 1 0 0,-4-1 0 0,-3 2 0 16,-3-1-102-16,-2 2-56 0,-3 0-28 0,-2 1-51 0,-3 0-53 15,-3 0-57-15,-2 0-83 0,-3 0-162 0,-4-1-539 0</inkml:trace>
  <inkml:trace contextRef="#ctx0" brushRef="#br0" timeOffset="39052.54">14578 5744 1844 0,'2'-1'459'0,"1"0"-231"0,2-1-21 15,1-2-7-15,2-1 0 0,2-1-28 0,1 0-26 0,2 0-39 16,2 0-9-16,0-1-9 0,0 0-12 0,1-1-15 0,1-1-21 0,-2 0-11 16,1 0-11-16,-1 0 1 0,-1 2-2 0,0 0-6 0,-3 1 0 0,0 1-8 15,-1 2 2-15,-1 0 0 0,0 0 2 0,-2 2-4 0,-2 1-6 16,0 2 4-16,0 1-6 0,-2 2 4 0,-1 1-4 0,-1 3 0 0,-1 0-4 16,-2 3 2-16,-1 3 2 0,-2-1-22 0,-1 1 6 0,1 1-4 0,-3 1 5 15,0 2 11-15,-1-1 2 0,-1 2 4 0,1 0-4 0,1-1 4 16,2 2 2-16,-1-3-4 0,2 1 4 0,1-3-4 0,1 1 2 0,1 0 4 15,2-2-4-15,2 0 4 0,0-1-4 0,2-1 2 0,2 0 0 16,1-3-3-16,1 0 12 0,2-3-7 0,1-1 0 0,2-2 4 0,1-1-2 16,1-2 2-16,3-1 2 0,1-1-4 0,0-1-4 0,1-1 4 0,1-1 0 15,0-1 2-15,-1-1-1 0,2-1 1 0,-2-1-2 0,0 1 0 16,2-3-2-16,-3 1 0 0,1 0 2 0,-1 0 0 0,-2 1-6 0,-1 0 4 16,0 1-4-16,-2-2 2 0,0 1 4 0,-3 0-10 0,0 1-12 0,0 0-15 15,-1 0-22-15,-1 1-26 0,-2 1-30 0,-1-1-44 0,-1 1-57 16,1-2-70-16,-1 1-72 0,0 0-82 0,-1-1-155 0,0 0-507 0</inkml:trace>
  <inkml:trace contextRef="#ctx0" brushRef="#br0" timeOffset="39236.54">15320 5845 1229 0,'3'3'569'0,"0"-1"-346"0,3 0-38 0,1-1 13 15,1-1 9-15,2 0-17 0,0-2-38 0,1-1-38 0,2 0-24 16,-2-2-3-16,3 0-15 0,-1 0-13 0,1-2-13 0,0 0-11 0,-1-1-17 15,0 1-1-15,1-1-4 0,-1 1-8 0,-1-1 4 0,0-1-1 16,-1 1-10-16,-1-1-4 0,0-1-14 0,-2 1-22 0,1-1-17 0,-3 1-24 16,1 0-37-16,-1-1-50 0,0 0-63 0,-1-1-69 0,-1-1-75 0,1 0-170 15,-2 1-486-15</inkml:trace>
  <inkml:trace contextRef="#ctx0" brushRef="#br0" timeOffset="39404.54">15460 5531 1648 0,'-7'5'697'0,"-2"0"-454"0,0 2-27 0,1-1-15 0,3 1 1 16,1 1-17-16,0 1-18 0,1 0-22 0,2 0-26 0,0 2-14 0,1 0-16 16,1 2-11-16,2 1-78 0,1-1 0 0,0 2 0 0,2 1 0 0,0 1 0 15,1-1 0-15,0 2 0 0,0 1 0 0,0-3 0 0,-1 2 0 16,0-1 0-16,0-2 0 0,-1-2 0 0,0-1 0 0,0-2 0 0,1-2 0 16,-1-2 0-16,1-3 0 0,1-2-30 0,-1-1-130 0,3-2-71 0,1-2-100 15,1-1-134-15,1-1-186 0,1-2-762 0</inkml:trace>
  <inkml:trace contextRef="#ctx0" brushRef="#br0" timeOffset="39736.54">15822 5614 2271 0,'-5'11'281'0,"1"3"-55"16,-1 3-4-16,3 0 8 0,2-1-36 0,0 0-34 0,1-1-34 0,1 3-28 15,2 0-3-15,1-2-9 0,1 1-12 0,0-1-42 0,1 0-32 16,2-2 0-16,0 1 0 0,2-2 0 0,1-2 0 0,-1-1 0 0,3-2 0 15,1 0 0-15,0-1 0 0,1-1 0 0,2-2 0 0,-1-1 0 16,2-3 0-16,-2-3 0 0,2 0 0 0,1-3 0 0,-2 0 0 0,0-1 0 16,-1-1 0-16,1-3 0 0,-2-2 0 0,0-2 0 15,1-1 0-15,-3 1 0 0,1-2 0 0,-1-1 0 0,-1 1 0 0,-1-4 0 0,-2 2 0 16,0 0 0-16,-1 0 0 0,-2 0 0 0,-1 0 0 0,-3 1 0 0,-1 0 0 16,-2 0 0-16,-2 3 0 0,-2-1 0 0,-3 1 0 0,-2 0 0 0,-3 3 0 15,-2-1 0-15,-4 1 0 0,-1 0 0 0,-1 2 0 0,-3 1 0 16,-1 2 0-16,1 0 0 0,-2 1 0 0,0 2 0 0,0 1 0 0,-2 4 0 15,1 1 0-15,-1 3 0 0,1 1 0 0,0 1 0 0,4 0 0 16,4 1 0-16,3 1-42 0,3 0-38 0,2 0-25 0,4-1-32 0,2 0-42 16,2 0-56-16,2-3-94 0,3 1-85 0,1-2-121 0,5-2-291 0,3-3-55 15</inkml:trace>
  <inkml:trace contextRef="#ctx0" brushRef="#br0" timeOffset="39969.54">16769 4840 2611 0,'-7'5'275'0,"-1"-1"-46"0,-1 1-36 16,3-2-5-16,3 1-20 0,0-2-28 0,3 1-22 0,0-2-25 0,0 0-13 16,2-1-80-16,0 0 0 0,1-1 0 0,1 0 0 0,2-2 0 0,2 0 0 15,0-1 0-15,2 0 0 0,0-1 0 0,1-1 0 0,-1-2 0 16,1 0 0-16,1-1 0 0,0 0 0 0,0 1 0 0,0 0 0 0,0-1 0 15,0 0 0-15,-1 1 0 0,-1-1 0 0,0 0 0 0,-2 2 0 16,1 0 0-16,-2 2-112 0,0 1-88 0,-2 2-78 0,0 0-106 0,-1 3-97 16,-1 2-165-16,-2 2-629 0</inkml:trace>
  <inkml:trace contextRef="#ctx0" brushRef="#br0" timeOffset="40102.55">16851 4979 1333 0,'-3'14'839'0,"0"1"-596"0,0 3-46 0,3-5-18 0,1-3-22 16,2 0-23-16,1-3-43 0,2-2-29 0,0-1-16 0,1-1-10 0,2-2-10 15,2-2-6-15,1-2-6 0,0-1-10 0,0-1 7 0,3-2-4 16,-1-2-13-16,1-2-17 0,0-2-51 0,0 0-56 0,-1-2-69 0,0-1-88 16,-1 1-95-16,0-2-238 0,1-1-479 0</inkml:trace>
  <inkml:trace contextRef="#ctx0" brushRef="#br0" timeOffset="40486.54">17411 4025 2363 0,'-4'-2'443'0,"-1"1"-277"16,0-1 5-16,2 0-16 0,1 1-3 0,2 0-9 0,1 0-32 0,1-1-17 16,1 1-18-16,0-1-12 0,2 1-13 0,0-2-5 0,2 0-4 0,2 1-24 15,1-1-18-15,1-1 0 0,2 1 0 0,-1-1 0 0,1 1 0 16,1 0 0-16,0 0 0 0,1 1 0 0,-1 0 0 0,1 1 0 0,-1 1 0 15,1 1 0-15,-2 0 0 0,1 1 0 0,0 2 0 0,-2 0 0 16,1 2 0-16,-4 1 0 0,0 0 0 0,-1 3 0 0,-2 1-30 0,-1 1-24 16,-1 0 7-16,-1 0-2 0,-1 1 6 0,-2 2 14 0,-2 0-2 0,-1-1 17 15,-3 0 1-15,0 1 1 0,-4 0 8 0,0 1-7 0,-1-2 7 16,-1 1 4-16,0 0-2 0,1-1 4 0,1-1 9 0,1 0-1 0,4 1 3 16,0-2 14-16,2 0 2 0,1-3 4 0,2 0 8 0,2-2-11 0,3 0 3 15,0-1-1-15,3 0-6 0,2-2 2 0,1-1-8 0,3 0-12 16,1-2-8-16,-1-1 0 0,3-1 0 0,1 0 0 0,0-1 0 0,1 0 0 15,-1 0 0-15,0-1 0 0,-1-1 0 0,1 0 0 0,-1 0 0 16,0 0 0-16,1 0 0 0,0-1 0 0,-1 1 0 0,-3 0 0 0,0-1 0 16,-2 2 0-16,-1-1-46 0,-2 0-34 0,-2 2-33 0,0-1-50 0,-2 1-65 15,-1 0-85-15,-2 1-91 0,0 1-92 0,-2 1-242 0,0 1-290 16</inkml:trace>
  <inkml:trace contextRef="#ctx0" brushRef="#br0" timeOffset="40702.54">17561 4832 1950 0,'9'12'615'0,"2"-1"-433"0,4 3 11 15,3-2 0-15,1-4 27 0,3 0-8 0,2-1-36 0,2-3-40 16,0-2-28-16,3-2-18 0,0 0-70 0,2-2-20 0,3-1 0 0,1 0 0 16,1-2 0-16,-1-1 0 0,0 1 0 0,-1-1 0 0,0 0 0 0,-1 0 0 15,0 0 0-15,-2 1 0 0,0 0 0 0,-2 0 0 0,1 0 0 16,-3 0 0-16,0 1 0 0,-2-1 0 0,1 2 0 0,-3 0 0 0,-2 0 0 15,0 1 0-15,-2 1 0 0,-1 0 0 0,-1 1-20 0,-1 0-156 0,-2 1-64 16,-1 1-100-16,-2 1-138 0,-1 0-161 0,-2 1-590 0</inkml:trace>
  <inkml:trace contextRef="#ctx0" brushRef="#br0" timeOffset="41019.54">18250 5331 1994 0,'16'-7'277'0,"6"-1"-74"0,4-3 13 0,-1 0 14 16,-1 1-1-16,-1 2-43 0,-2-1-51 0,0 0-33 0,-1 0-21 0,-2 2-11 15,-1 1-8-15,-1 1-6 0,-2 0-14 0,-1 2-3 0,-3 1-9 16,-2 1-7-16,-3 1-5 0,-3 2-12 0,-2 0-2 0,-2 1-4 0,-1 2-6 16,-3 1 2-16,-1 1-8 0,-3 2-3 0,-1 2-3 0,-1 1-6 0,-1-1 3 15,0 3-5-15,-1 1 3 0,0 1 0 0,0 0 7 0,1 1 9 16,1 0 7-16,3-1 0 0,1-2 2 0,4 1 0 0,1 0-1 0,3-1 9 15,2-2 8-15,1 0 1 0,4-1 4 0,2 1 1 0,2-2-3 0,4-1 5 16,2-2-11-16,1 0 1 0,4-3-8 0,2 0-2 0,1-2 6 16,2-1-6-16,-1-1 0 0,1-2 0 0,0-1-8 0,2-2 2 0,-1 0 2 15,2-1 0-15,-1-1-6 0,1 0-10 0,-3-2-26 0,1-1-20 0,-2 0-18 16,-2-1-30-16,0 0-20 0,-2-2-43 0,1-2-59 0,-2-1-80 16,-2 1-103-16,-1-3-197 0,0-2-600 0</inkml:trace>
  <inkml:trace contextRef="#ctx0" brushRef="#br0" timeOffset="41236.21">19208 4650 2072 0,'0'5'606'15,"2"0"-375"-15,2 1-21 0,1-2-24 0,1-2 0 0,2 0-16 16,0-1-44-16,1-1-36 0,1-2-29 0,2 0-18 0,0-2-9 0,1-1-12 15,0-1-2-15,1-1-6 0,0 0-2 0,-1 0-2 0,-1-1-8 0,-1 0-2 16,1 0 0-16,-1 2 0 0,-1-2 0 0,0 0 0 0,-2 0-20 16,1 1-20-16,-1 1-22 0,-1-1-34 0,-1 1-27 0,-1 1-59 0,0 2-67 15,-1 0-105-15,-1 0-127 0,-1 2-226 0,-1 0-475 0</inkml:trace>
  <inkml:trace contextRef="#ctx0" brushRef="#br0" timeOffset="41403.21">19258 4871 1720 0,'0'14'737'16,"3"-1"-550"-16,1 3-2 0,2-4 4 0,2-2 10 0,0-2-15 16,2-1-50-16,1-2-37 0,1-2-25 0,2-2-18 0,1-2-8 0,0-2-7 15,2-1-6-15,0-1-4 0,1-2-10 0,-1-1-15 0,-1-1-6 0,1-1 2 16,-2-1-10-16,0-2-3 0,-1 0-24 0,0 1-48 0,-1-1-39 16,-1-1-53-16,0-1-79 0,0-2-87 0,0 2-97 0,1-3-208 0,0 0-526 15</inkml:trace>
  <inkml:trace contextRef="#ctx0" brushRef="#br0" timeOffset="41886.64">20087 4590 1708 0,'1'2'556'0,"0"-1"-317"0,1 0-23 16,0-2 3-16,0-1-5 0,2 0-27 0,0-2-35 0,0-1-52 15,1-2-27-15,0-2-19 0,0-1-9 0,1-1 2 0,0-2-13 0,0-1-1 16,1-1-5-16,0-1-18 0,-1-3-3 0,0 1 7 0,1-1 0 0,-2 1 7 16,0-2-3-16,0 0-6 0,-1 2-8 0,-1-1 8 0,-1 2 2 15,0 1-2-15,-1 1 6 0,-1 2 0 0,-1 1-2 0,-1 1-16 0,-1 3 0 16,-1 1 0-16,0 2 0 0,-1 1 0 0,0 1 0 0,0 2 0 0,0 0 0 16,1 2 0-16,0 1 0 0,1 1 0 0,-1 2 0 0,1 1 0 15,0 0 0-15,1 1 0 0,0 3 0 0,2 1 0 0,0 1 0 0,1 0 0 16,2 1 0-16,-1 1 0 0,2 1 0 0,0 1 0 0,1-1 0 15,2 1 0-15,-1 1 0 0,1-1 0 0,1-1 0 0,0 0 0 0,0 1 0 16,1 0 0-16,-1-2 0 0,2 2 0 0,0-2 0 0,0 1 0 0,-1-2 0 16,0 0 0-16,-1 0 0 0,2-1 0 0,-1-2 0 0,0 0 0 15,0-1 0-15,0 0 0 0,-2 0 0 0,0 0 0 0,-2-2 0 0,1 0 0 16,0 0 0-16,0-3 0 0,-2 2 0 0,-1-2 0 0,-1 0 0 16,-1 0 0-16,-1-1 0 0,-1-1 0 0,0 1 0 0,-1-1 0 0,-1-1 0 15,-1 0 0-15,-1 0 0 0,0 0 0 0,-2-1 0 0,0 0 0 0,-1 0 0 16,-2-1 0-16,0 1 0 0,0-1 0 0,0 0 0 0,0 1 0 15,1 0 0-15,0 0 0 0,-1 1 0 0,1 0 0 0,1 0 0 0,0 1 0 16,1 0 0-16,3 1 0 0,0 1 0 0,1-1 0 0,2 1 0 16,1-1 0-16,2 1 0 0,1-1 0 0,1 0 0 0,1 0 0 0,4 0 0 15,1-1 0-15,1-1 0 0,1-1 0 0,1-2 0 0,0-2 0 0,2-1 0 16,1-1 0-16,1-3 0 0,-1-1 0 0,4-2-122 0,-1-1-275 0,0-1-296 16,0-2-380-16,1 0-198 0</inkml:trace>
  <inkml:trace contextRef="#ctx0" brushRef="#br0" timeOffset="42852.64">20872 3939 953 0,'-3'2'748'0,"-1"1"-593"0,-1 1-13 0,1 0-2 16,0 2 20-16,0 1 19 0,1 0-15 0,-1 3-24 0,1-1-27 0,-1 2-14 15,2 1-13-15,-1 2-6 0,1 2 0 0,1 2-3 0,1 3-3 16,1 5 4-16,0 1-15 0,3 5-3 0,0 2-2 0,1 5-8 0,1 2-3 16,0 5 1-16,2 4-1 0,2 4-7 0,1 3 1 0,2 3-11 15,2-1-9-15,2 1-3 0,1-1-2 0,1-2-8 16,4-3-2-16,-1-4 0 0,1-4-6 0,0-4 6 0,0-2-4 0,3-5-20 0,1-3-10 0,0-4 7 15,2-2-7-15,1-4 10 0,1-3-23 0,0-4 3 0,1-2-7 16,-1-5-5-16,-1-2-5 0,0-4-53 0,1-2-45 0,-3-2-47 0,1-2-36 16,-2-4-41-16,0-1-33 0,-1-1-74 0,2-3-129 0,0-1-490 0</inkml:trace>
  <inkml:trace contextRef="#ctx0" brushRef="#br0" timeOffset="43236.34">21507 4291 2042 0,'-1'0'222'0,"1"1"11"16,0 0-19-16,-1 1-14 0,2 1 1 0,-1 1-19 0,2 0-26 0,0 4-22 15,1 1-23-15,1 2-19 0,1 2-13 0,2 2-11 0,0 2-13 16,0 4-9-16,1 2-28 0,-1 2-6 0,-1 3 4 0,2 0-6 0,-1 4-6 15,0 0-4-15,2 1 0 0,0-1 0 0,1 0 0 0,0-4 0 0,0-1 0 16,0-3 0-16,-1-2 0 0,0-3-8 0,0-5-62 0,0-3-27 16,-1-2-36-16,1-3-55 0,-1-3-85 0,0-3-125 0,0-3-161 0,1-2-463 15,0-4 40-15</inkml:trace>
  <inkml:trace contextRef="#ctx0" brushRef="#br0" timeOffset="43536.34">22022 4252 2122 0,'-5'7'314'16,"-1"3"-107"-16,-1 1-1 0,0 2-11 0,2 0-2 0,-1 1-20 16,3 3-41-16,0 0-30 0,1 0-21 0,0 2-4 0,2 0-11 0,1-1-19 15,1 1-12-15,1-1-12 0,1 0 9 0,1-2 10 0,1 0-6 16,2-1-24-16,0-1-12 0,1-4 0 0,1 1 0 0,1-2 0 0,0-1 0 16,2-2 0-16,2-2 0 0,1-3 0 0,-1-2 0 0,1-2 0 0,1-2 0 15,-1-1 0-15,0-2 0 0,0-2 0 0,-1 0 0 0,0-2 0 16,-2-1 0-16,0-1 0 0,-1-3 0 0,-1 1 0 0,-1-2 0 0,-3 0 0 15,0 1 0-15,-2-2 0 0,-1 0 0 0,-1-1 0 0,-3 2 0 0,-1-1 0 16,-2 0 0-16,-4 2 0 0,-1 0 0 0,-3 0 0 0,-3 2-2 16,-3 2-12-16,-1 1-4 0,0 1 2 0,-1 1-8 0,0 2 0 0,3 3 6 15,-2 2-7-15,-1 4-3 0,2 2 1 0,-2 4-16 0,2 2-3 16,0 2-1-16,2 2-12 0,1 1-7 0,1 0-15 0,3 1-22 0,2 1-17 16,2-1-20-16,4 0-30 0,2 0-32 0,2 0-36 0,4-1-43 0,3-3-53 15,3 1-98-15,3-2-446 0</inkml:trace>
  <inkml:trace contextRef="#ctx0" brushRef="#br0" timeOffset="43802.85">22931 4150 1802 0,'9'5'331'0,"0"2"-139"0,2 3-6 0,-3 0-6 16,0-1-17-16,0 2-40 0,0 0-47 0,0-2-28 0,-2 1-11 0,1 0-11 15,-1-2 1-15,-1 1-4 0,2-1-7 0,-1 0 3 0,-1 0-3 0,0 0 2 16,0-2-7-16,-1 0-4 0,2-2 4 0,-1 0 0 0,1-2 0 15,0 0-2-15,-1-2 5 0,1-1 6 0,-1-2 9 0,1-2 13 0,0 0-3 16,0-3 0-16,1-1-2 0,-1-1 4 0,-1 0-1 0,0-1-3 0,-1 0 0 16,-1 0-7-16,-2 0-1 0,-1 0-4 0,-1-1-2 0,-2 0-5 15,-1 1-5-15,-3-1-1 0,-1 0-4 0,-2 1-3 0,-3-1 1 0,0 2-10 16,-2-1 2-16,-1 0 2 0,-1 2-4 0,2 1 6 0,-2 1-5 16,-1 2 1-16,1 2-2 0,1 1-4 0,-1 3-8 0,0 3-3 0,1 2-2 15,1 3-2-15,1 2-8 0,2 3-9 0,2 1-21 0,0 1-20 0,3 0-24 16,1 1-35-16,2-1-59 0,3 0-83 0,1 0-91 0,4-1-148 15,2-3-568-15</inkml:trace>
  <inkml:trace contextRef="#ctx0" brushRef="#br0" timeOffset="44019.85">24023 4334 2228 0,'-7'14'300'0,"0"0"-124"0,-2 2 3 0,-1 1-2 16,0-3-18-16,-2 1-46 0,0-2-37 0,0 1-27 0,-1 0-6 0,-2 0 5 16,-1-2-11-16,0 2-8 0,0-1-20 0,-1 0-7 0,0 0 2 15,1-1-4-15,0 0 3 0,1 1-3 0,0-1-3 0,0-1-11 0,2-3-8 16,0-1-12-16,1-1-18 0,1-1-16 0,1-2-32 0,2-1-34 16,1-2-47-16,-1-4-52 0,2-1-69 0,-1-3-98 0,2-3-121 0,0-4-512 15</inkml:trace>
  <inkml:trace contextRef="#ctx0" brushRef="#br0" timeOffset="44153.85">23506 3890 1797 0,'-6'-4'146'0,"0"-1"-19"0,0 1 12 0,0 2-8 0,2 1-18 16,-1 3-25-16,1 0-39 0,0 3-25 0,0-1-11 0,1 1-8 16,0 0-5-16,1 0-23 0,1 1-55 0,0 0-95 0,1 3-112 0,2-1-184 15,0 0-562-15</inkml:trace>
  <inkml:trace contextRef="#ctx0" brushRef="#br0" timeOffset="44436.5">24057 4577 1095 0,'5'6'396'0,"2"0"-246"0,0 1-7 0,0-2 13 16,-1-2 6-16,0 0-34 0,1-1-31 0,-1-2-24 0,-1 0-10 15,1-1-7-15,-2-1-1 0,2-2-7 0,-1 0-3 0,0-2 8 0,0 0 3 16,-1-1 7-16,1-1 1 0,-1 0-5 0,0-1-3 0,-1 1-2 0,-1-2 2 16,1 0-9-16,-2 0-3 0,1 0-8 0,-1-1-4 15,-2 1-2-15,-1-1-10 0,-2 1 4 0,-1-1-3 0,-1 2 5 0,0 0-2 0,-3 1-11 16,0 1-2-16,-1-1-11 0,0 0-2 0,-2 1 2 0,0 1-6 0,0 1 3 16,0 1-5-16,1 2-1 0,0 2 0 0,0 1-4 0,0 2-3 15,0 1-8-15,0 1-21 0,2 1-30 0,-1 1-40 0,2 0-46 0,1 0-51 16,2-1-66-16,1-2-54 0,3 0-113 0,2-2-223 0,2-1-87 15</inkml:trace>
  <inkml:trace contextRef="#ctx0" brushRef="#br0" timeOffset="44670.49">24040 3561 2328 0,'-11'-1'334'0,"1"1"-160"0,-2 1 36 0,2 1 4 0,5 2-22 0,1 1-19 16,1 1-23-16,4 2-22 0,1 0-8 0,3 3-48 0,2 1-72 16,4 2 0-16,3 2 0 0,4 4 0 0,2 1 0 0,5 2 0 0,3 4 0 15,3 0 0-15,2 5 0 0,2 1 0 0,2 4 0 0,1 4 0 0,2 3 0 16,2 3 0-16,3 3 0 0,-2 2 0 0,-1 0 0 0,-1 3 0 16,-4-1 0-16,-5 0 0 0,-3 2 0 0,-5 0 0 0,-5 1 0 0,-4-2 0 15,-3-2 0-15,-2-3 0 0,-2 0 0 0,-2-4 0 0,-1-2-100 0,-3-4-195 16,-1-5-127-16,-3-2-194 0,-3-6-258 0,-2-1-345 0</inkml:trace>
  <inkml:trace contextRef="#ctx0" brushRef="#br0" timeOffset="49219.7">3202 9423 1734 0,'-4'2'190'0,"0"0"-34"15,-2 0 10-15,2 0 20 0,1 0 6 0,1 0-23 0,-1 1-29 0,0-1-24 16,0 1-2-16,0 0-10 0,1-1-3 0,1 0-4 0,0 0-8 0,1-1-13 16,1 1-13-16,0-2-4 0,1 1-7 0,0-1-2 0,1-1 7 15,1 1-10-15,1-2-6 0,1 0-3 0,1-1-6 0,0 0-8 0,0 0-22 16,1-2-2-16,0 1 0 0,2 0 0 0,0-2 0 0,1 1 0 0,-1 0 0 15,1-1 0-15,0 1 0 0,0 1 0 0,0 0 0 0,0 0 0 16,0 2 0-16,0 0 0 0,0 1 0 0,-2 1 0 0,-1 0 0 0,0 1 0 16,-1 1 0-16,-1 0 0 0,-1 1 0 0,1 1 0 0,-1 1 0 15,-1 0 0-15,0 1 0 0,-2 2 0 0,0 1 0 0,-1-1 0 0,-2 2 0 16,0 1 0-16,-1 1 0 0,-3 1 0 0,0 0 0 0,-3 2 0 0,-1 1 0 16,0 1 0-16,-2-1 0 0,-2 1 0 0,0 0 0 0,0 0 0 15,1-1 0-15,0 1 0 0,1 0 0 0,0-1 0 0,1-2 0 0,1 0 0 16,1 0 0-16,0 0 0 0,1-2 0 0,0 1 0 0,2-1 0 0,1 0 0 15,1-1 0-15,0-2 0 0,2-1 0 0,-1 0 0 0,3-1 0 16,-1-1 0-16,1-2 0 0,0 0 0 0,1-1 0 0,2 1 0 0,0-1 0 16,0 0 0-16,2-1 0 0,-1-1 0 0,2 0 0 0,1 0 0 15,-1 0 0-15,2-1 0 0,-1 0 0 0,1 1 0 0,2-2 0 0,-1 1 0 16,1-1 0-16,1 0 0 0,0 0 0 0,0 0 0 0,-2-1 0 0,1 1 0 16,-1 0 0-16,1-1 0 0,0 2 0 0,0-1 0 0,0 0 0 15,-1 1 0-15,1-1 0 0,-1 0 0 0,1 1 0 0,0-1 0 0,0 1 0 16,-1-1 0-16,1-1 0 0,-1 1 0 0,-1 0 0 0,0-1 0 0,0 0 0 15,-1-1 0-15,0-1 0 0,0 0 0 0,-1-1 0 0,0-2 0 16,-1 0-18-16,-1 0-180 0,0-2-56 0,-1-2-88 0,-1 0-104 0,-2-3-167 16,0 1-165-16,-1-1-232 0</inkml:trace>
  <inkml:trace contextRef="#ctx0" brushRef="#br0" timeOffset="49702.99">2886 9301 2280 0,'-6'-1'387'0,"-1"0"-166"0,1-1-13 0,1 0-6 15,2 1-6-15,2 0-22 0,0-1-29 0,0 1-30 0,1-1-18 0,0 0-27 16,1 0-70-16,0 0 0 0,1-1 0 0,2 0 0 0,0 0 0 0,2-2 0 16,2 1 0-16,0 0 0 0,0-1 0 0,1 1 0 0,1 2 0 15,3-1 0-15,-1 0 0 0,2 1 0 0,-1-1 0 0,3 1 0 0,1 0 0 16,0-1 0-16,0 2 0 0,2 0 0 0,0-1 0 0,1 2 0 0,0 0 0 15,0 0 0-15,2 2 0 0,1-1 0 0,0 1 0 0,1 0 0 16,0-1 0-16,2 2 0 0,1 0 0 0,1 0 0 0,1 0 0 0,-1 0 0 16,1 2 0-16,-1 1 0 0,1 0 0 0,1 1 0 0,0 1 0 15,1 1 0-15,0 2 0 0,-1-1 0 0,-1 3 0 0,0 1 0 0,-2 2 0 16,0 2 0-16,-2 1 0 0,1 3 0 0,-3 0 0 0,-3 1 0 0,0 2 0 16,-3-1 0-16,-1 2 0 0,-1 0 0 0,-1 2 0 0,-2 1 0 15,-4-1 0-15,1 2 0 0,-3-1 0 0,-1 0 0 0,-3 1 0 0,-2 2 0 16,-2-1 0-16,-1 0 0 0,-2-1 0 0,-3-1 0 0,0-1 0 0,-3 0 0 15,-3-1 0-15,-1 1 0 0,-1-2 0 0,-1 0 0 0,-3-1 0 16,-4-4 0-16,0 0 0 0,-2-1 0 0,-1-3 0 0,-1-1 0 0,-1-2 0 16,-2-4 0-16,1-3 0 0,-1-2 0 0,0-3 0 0,-1-2 0 15,3-2 0-15,-1-4 0 0,1-1 0 0,-1-4 0 0,-1-3 0 0,-1-3 0 16,1 0 0-16,-2-4 0 0,3-2 0 0,-1-3 0 0,0-3 0 0,1-2 0 16,0-2 0-16,1 3 0 0,4-1 0 0,1 4 0 0,3 2 0 0,3 2 0 15,2 1 0-15,1 1 0 0,2 1 0 0,2 2 0 0,0 1 0 16,0 2 0-16,3 2 0 0,-1-1 0 0,2 1 0 0,1 1 0 0,0 0 0 15,2 2 0-15,-1-1 0 0,1-1 0 0,1-1-112 0,1 1-329 0,1 0-259 16,3 0-353-16,0-3-186 0</inkml:trace>
  <inkml:trace contextRef="#ctx0" brushRef="#br0" timeOffset="52503.56">4946 8761 2378 0,'-2'5'182'0,"0"3"-51"0,-2 3 7 0,2 0 17 0,-1 0-1 16,3 1-21-16,0 0-22 0,0 3-19 0,0 0-16 0,0 2-5 15,1 0-1-15,0 4 4 0,1 1 4 0,0 1-8 0,1 2-8 0,0 1-16 16,3 2-8-16,0 1-2 0,0 1-36 0,1 1 0 0,-2 3 0 0,3-2 0 16,0 3 0-16,2-2 0 0,1 2 0 0,-1 1 0 0,2 1 0 15,-1-1 0-15,1-2 0 0,0-1 0 0,-1-2 0 0,0 1 0 0,-1-3 0 16,-1 0 0-16,0-3 0 0,-1-2 0 0,-1-2 0 0,-1-3 0 0,0-1 0 15,-3-1 0-15,0-2 0 0,-2-3 0 0,-1-1-16 0,0-2-50 16,0-2-27-16,-1-3-19 0,-1-1-24 0,-1-3-14 0,0-3-15 0,-2-3-10 16,0-2-2-16,0-4 1 0,-2-2 17 0,1-2 20 0,-1-3 20 15,0-2 20-15,-1-1 22 0,2-2 21 0,-2 0 24 0,-1-3 4 0,-1-1 11 16,-1 2 17-16,0-3 6 0,0 1 24 0,-1-1 17 0,-1 0 7 0,-1-2 19 16,0 2 15-16,2 1 3 0,-2 1 5 0,1-1-4 0,1 3 3 15,0 1-4-15,2-2 2 0,-1 5-3 0,0-1-4 0,1 2 3 0,1 5 1 16,0-2-1-16,3 2-7 0,0 0-10 0,0 1-4 0,1 1-6 0,2-1-7 15,2 1-3-15,1-1-7 0,1 2-1 0,1 0-3 0,2 0-3 16,2 0-3-16,2 0-5 0,0 3-16 0,2-1 0 0,0 1-8 0,1 2-2 16,3-1 12-16,-2 3-6 0,2 2-8 0,1 0 0 0,0 3-2 15,0 1 0-15,2 3 0 0,0 0 0 0,1 2 0 0,-1 2 0 0,1 0 0 16,1 1 0-16,-2 2 0 0,1-2 0 0,-1 2 0 0,0 2 0 0,-2 0 0 16,0 1 0-16,-1 0 0 0,0 0 0 0,-2 1 0 0,0 0 0 15,-2 0 0-15,-1 1 0 0,-2 0 0 0,-3 1 0 0,-1 0 0 0,-3 2 0 16,-1 0-6-16,-3 0-30 0,-2 1-4 0,-2-2-11 0,-2-1-6 0,-1-1-5 15,0 0-12-15,-2 0 5 0,0-1-4 0,0-1-10 0,0 0 6 16,0-2-17-16,-2-1 4 0,0-2 12 0,0-1 23 0,2 0 31 0,-3-3 15 16,2-1 13-16,0-1 3 0,3-3-2 0,1-1 11 0,-1-1-1 0,2-2 3 15,0-1 1-15,0 0 4 0,3 0 6 0,1-1-4 0,3 0 11 16,0 0 2-16,1 1 9 0,2-1 10 0,0 1 0 0,1 1-1 0,2 0 0 16,1 1 0-16,1 1-4 0,1-1 0 0,0 2-2 0,0 0 0 15,1 0-3-15,1 1 0 0,-1 1-9 0,3 0 0 0,-1 2-2 0,-1-1-32 16,2 0-4-16,0 1 0 0,-1 1 0 0,0-1 0 0,1 1 0 0,-2 0 0 15,2 1 0-15,1-1 0 0,-2 0 0 0,2 0 0 0,-2-1 0 16,1 1 0-16,1 0 0 0,0-1 0 0,-1 0 0 0,-1 0 0 0,1 0 0 16,-1 0 0-16,-1-1 0 0,-1 0 0 0,0-1 0 0,-1 0-24 0,2 0-93 15,-1 0-47-15,0 0-52 0,-1-1-73 0,-1 1-100 0,1-1-84 16,-2 1-156-16,1 0-482 0</inkml:trace>
  <inkml:trace contextRef="#ctx0" brushRef="#br0" timeOffset="52820.56">5458 9407 1492 0,'1'-3'614'0,"2"-1"-383"0,1 0-57 0,0 0-8 0,1-1-9 15,1 0-14-15,-1-1-24 0,1 2-19 0,1-1-13 0,-2-1-6 16,1 1-8-16,0-1-5 0,-2 0-10 0,1 0-13 0,1 0-17 0,1-1-9 16,-1 0-6-16,0 1 2 0,0 0-7 0,0 0 3 0,0-1-7 15,-1-1-4-15,1 0 4 0,-2-1-6 0,2 0 4 0,0 0 4 0,0 0-2 16,0-2-1-16,-2 1 3 0,-1 1-2 0,0 0 2 0,-1 0-6 0,0 2-2 15,-2-1 6-15,-1 0-3 0,-1 1 3 0,-1 0 6 0,-1 2-1 16,-2 2 5-16,0 1 1 0,-1 1-1 0,-1 2-1 0,2 2 9 0,-2 3 5 16,0 0-2-16,0 2-2 0,0 0 1 0,0 1-4 0,0-1 1 0,2 3 13 15,0 0-12-15,1 1 6 0,1 0-6 0,0 0-16 0,2 0-6 16,0 1 0-16,2 0 0 0,1 1 0 0,1-1 0 0,2 0 0 0,0 0 0 16,1-1 0-16,0-2 0 0,2 0 0 0,1-2 0 0,1 1 0 0,0-2 0 15,1-1 0-15,0-1 0 0,-1 0 0 0,2-2 0 0,1 0 0 16,-1-1 0-16,0 0-36 0,1-2-52 0,-2 0-31 0,0-2-50 0,0-1-73 15,0 0-96-15,0-1-96 0,0-2-106 0,0-1-190 0,0-1-249 16</inkml:trace>
  <inkml:trace contextRef="#ctx0" brushRef="#br0" timeOffset="53437.56">6022 9103 1566 0,'2'2'295'15,"1"1"-71"-15,0 1-35 0,0-1-13 0,1 0-18 0,-1 0-31 16,-1 0-10-16,0 0-14 0,0-2 5 0,-1 1-5 0,2-1-9 0,-2-1-2 15,0 0-18-15,0-1-9 0,-1-1-8 0,1 1-16 0,-1-3-5 16,-1 0-6-16,0-1-11 0,-2 0-2 0,0 0-9 0,-1 0-7 0,-1 0 1 16,-1 0-2-16,1 0 2 0,-1 0-4 0,-1 2 4 0,1 0-2 0,-2 2-2 15,0 2 2-15,0 1-7 0,-1 1 7 0,-1 2 5 0,1 1-6 16,0 2 4-16,2 2-3 0,0 1-2 0,0 1 6 0,2 3 0 0,3 1 0 16,1 0 5-16,2 0 9 0,1 3-1 0,0-1 4 0,3 2 8 15,0-1-4-15,2 0 0 0,1 1 0 0,1-2-7 0,1 0 1 0,1-1-9 16,2-3-4-16,0 1-4 0,0-2 0 0,0-1 2 0,0-2-6 0,3-2 2 15,-1-4-4-15,3 0-2 0,-1-3 4 0,1 0-6 0,0-2-3 16,-1-1 5-16,0-2 4 0,-3-1-8 0,1-2 2 0,0-2-1 0,-1 0-1 16,1-2 10-16,-1 0-2 0,-1-1 4 0,-1 2 2 0,-3-1 0 0,1-1 7 15,-2 1 1-15,0 0 4 0,-1 1 5 0,0-1 1 0,0 1-3 16,-1 1 3-16,0 0 2 0,0 3-4 0,-1 0 4 0,-1 2 6 0,1 2-28 16,0 1-2-16,-1 0 0 0,1 2 0 0,-1 0 0 0,1 1 0 0,0 2 0 15,1 0 0-15,1 0 0 0,-1 1 0 0,1-1 0 0,-1 1 0 16,3 0 0-16,0 0 0 0,0 0 0 0,0-1 0 0,0 0 0 0,2-1 0 15,-1 0 0-15,1 0 0 0,1-1 0 0,-2 1 0 0,0-1 0 16,-1-1 0-16,2-1 0 0,0-2 0 0,1 0 0 0,-1-1 0 0,1-1 0 16,-2 0 0-16,1-1 0 0,-1 0 0 0,0 0 0 0,-1-2 0 0,1 1 0 15,-2-2 0-15,0 0 0 0,1 0 0 0,-1-1 0 0,0 0 0 16,-1 0 0-16,-1-1 0 0,0 1 0 0,-2 1 0 0,-1 0 0 0,-1 0 0 16,0 1 0-16,-2 0 0 0,-1 0 0 0,-2 1 0 0,-1 0 0 0,-2 2 0 15,-2 0 0-15,0 0 0 0,-2 2 0 0,0 0 0 0,-2 2 0 16,1 2 0-16,-1 1 0 0,0 2 0 0,-1 2 0 0,0 1 0 0,0 2 0 15,1 1 0-15,-1 0 0 0,2 1 0 0,3 0 0 0,2 1 0 16,4-1 0-16,1-1 0 0,2 0 0 0,2 0 0 0,2-1 0 0,2 0 0 16,2-1 0-16,2 0 0 0,1-2 0 0,2 1 0 0,0-1 0 0,2-2 0 15,1 1 0-15,0-2 0 0,2-1 0 0,0 0 0 0,1 0 0 16,-2-2 0-16,3 0 0 0,-1-1 0 0,-3-1 0 0,3-1 0 0,-1 0 0 16,-2-1 0-16,2 0 0 0,-1-1 0 0,-2-2 0 0,0 1 0 0,-1-1 0 15,1 0-28-15,-3-1-22 0,2 1-23 0,-1 0-28 0,-3-1-40 16,0 0-56-16,-2 0-69 0,-2-1-90 0,1 0-98 0,-2 0-166 0,1-1-321 15,-1-2 238-15</inkml:trace>
  <inkml:trace contextRef="#ctx0" brushRef="#br0" timeOffset="53638.56">7142 8598 2230 0,'-2'2'418'0,"0"0"-209"0,1 2-11 15,1 2-5-15,2 1-2 0,1 2-18 0,0 3-35 0,0-1-20 16,3 3-22-16,1 0-7 0,-1 2-47 0,2 0-42 0,0 3 0 0,1 0 0 16,-1 0 0-16,1 2 0 0,-1 0 0 0,2 1 0 0,-2 1 0 0,2 1 0 15,0-2 0-15,-1 2 0 0,1-3 0 0,0 0 0 0,-2 0 0 16,1-3 0-16,0-1 0 0,-1-2-44 0,1-2-94 0,1 0-48 0,-2-4-80 16,0 1-102-16,-1-3-159 0,1 0-202 0,-1-1-501 0</inkml:trace>
  <inkml:trace contextRef="#ctx0" brushRef="#br0" timeOffset="53854.56">7495 8501 1740 0,'-3'-5'1144'0,"1"0"-925"0,-1 1-19 0,0 3-25 0,2 2-19 16,-1 2-25-16,1 2-28 0,0 3-15 0,-1 3-9 0,0 2-19 0,1 4-60 15,-1 0 0-15,2 1 0 0,0 2 0 0,2 1 0 0,0 0 0 16,1 3 0-16,1 1 0 0,0 0 0 0,1 3 0 0,2 0 0 0,0 2 0 15,2 1 0-15,0 2 0 0,2 0 0 0,1 1 0 0,1-1 0 16,2 0 0-16,-1-3 0 0,2 0 0 0,1-4 0 0,0-1 0 0,0-1 0 16,-1-3 0-16,0-1 0 0,0-3-60 0,0-2-144 0,3-2-77 0,0-1-127 15,0-2-161-15,3-3-215 0,-1-4-439 0</inkml:trace>
  <inkml:trace contextRef="#ctx0" brushRef="#br0" timeOffset="54087.55">8543 8885 2322 0,'0'7'334'0,"1"2"-116"15,0 2-25-15,2 0-7 0,0-2-5 0,0 1-33 0,1-2-20 0,-1 0-13 16,1 1-16-16,0-1-2 0,1-1-23 0,2-1-74 0,0-1 0 16,2-1 0-16,0-1 0 0,0 0 0 0,1-2 0 0,-1 0 0 0,2-1 0 15,1-1 0-15,0-1 0 0,1 0 0 0,-2 1 0 0,3-2 0 16,-1 0 0-16,0 0 0 0,0-1 0 0,0 0 0 0,0 0 0 0,1 0 0 15,-1 0 0-15,0-1-58 0,-1 1-49 0,1 1-23 0,-1 0-40 16,1 1-34-16,-2 0-58 0,2 1-83 0,0 0-67 0,-1 1-93 0,-1 1-159 16,-2 0-226-16</inkml:trace>
  <inkml:trace contextRef="#ctx0" brushRef="#br0" timeOffset="54287.55">8772 9391 2079 0,'6'10'682'0,"2"0"-500"0,4 1-50 0,0-4 3 16,-1-3 10-16,2 0-2 0,2-1-27 0,0-2-16 0,1 1-18 16,0-2-6-16,0 0-8 0,0-2-21 0,-1-1-1 0,1-2-14 0,1 1-2 15,-1-1-30-15,-1-1 0 0,2-1 0 0,0 0 0 0,-1 0 0 0,0 0 0 16,0 0 0-16,-1 0 0 0,-2 2 0 0,-1-2 0 0,0 1 0 16,-2-1 0-16,-1 1-28 0,0 0-77 0,-1 0-65 0,-2 0-96 0,0 0-150 15,0 1-223-15,-1 0-472 0,-2 0 85 0</inkml:trace>
  <inkml:trace contextRef="#ctx0" brushRef="#br0" timeOffset="56919.94">10305 7779 2004 0,'-3'9'248'0,"-1"4"-128"0,0 4-6 0,0 0 17 16,1-2 28-16,2 1 3 0,-1 2-28 0,2-1-28 0,2-1-19 0,-1-1-6 15,4-1-4-15,-1 0-8 0,2-2-11 0,1 1-11 0,-1 0-12 16,2-1-8-16,-1 0-1 0,1-1-9 0,1 1 1 0,1 1-1 0,0-1-6 16,0 1 3-16,0-2-5 0,0 0-3 0,0 0 2 0,-1 0-6 15,2-1 1-15,-1 0 1 0,-1-2-4 0,1 2 0 0,-1-1 4 0,0 0-2 16,0-1 0-16,-1 1-2 0,0-1-6 0,-1-2-11 0,-2 0-4 0,0 0-4 16,-1 0-17-16,-2 0-17 0,1 0-36 0,-3-1-41 0,1 0-60 15,-3-2-61-15,1 0-69 0,-2-2-93 0,0-1-184 0,-1-2-473 0</inkml:trace>
  <inkml:trace contextRef="#ctx0" brushRef="#br0" timeOffset="57120.94">9996 7933 1143 0,'-5'-3'728'0,"0"0"-454"0,-1 0-64 0,2 0-16 15,2 0-14-15,1 0-20 0,2 0-31 0,2 0-28 0,1-1-4 0,3 0-8 16,1-2-1-16,3 1-7 0,2-1-11 0,1 0-12 0,2 1-5 0,2 0-8 15,1-1-8-15,-1 1-9 0,3 0-5 0,1-1-9 0,-1 3-1 16,0-1-5-16,0 0-4 0,-2 1 0 0,1-1-6 0,0 0 4 0,0 0-2 16,0 1-6-16,-1 0-2 0,0 1-19 0,-2 0-17 0,0 1-30 0,-1 0-35 15,-1 0-39-15,-1 1-57 0,1 0-63 0,-2 1-74 0,0 1-75 16,1 0-118-16,-1 0-546 0</inkml:trace>
  <inkml:trace contextRef="#ctx0" brushRef="#br0" timeOffset="57420.77">10795 7788 1871 0,'0'3'465'0,"1"2"-247"0,0 2-42 0,1 0-15 15,1 2-6-15,0 0-14 0,0 1-29 0,2 0-10 0,0 2-12 0,0 1-9 16,0 2-4-16,1 1-10 0,0 0-16 0,1 3-6 0,2 0-16 16,0 2-4-16,2 2-2 0,0 3-5 0,1 0 5 0,0 3-3 0,3 0-8 15,0 2 1-15,0-1-20 0,2 1-3 0,-2-1 12 0,0 0-4 16,0-1 13-16,-1-1-1 0,0-3-10 0,-1-1 0 0,-3-2-6 0,0-3-5 16,-1-2-17-16,-1-1-19 0,-1-3-17 0,-1-1-22 0,-1-1-24 0,-2-3-30 15,-1-1-48-15,-2-3-50 0,-2-2-58 0,0-3-82 0,-1-2-156 16,-1-4-156-16,-2-3-167 0</inkml:trace>
  <inkml:trace contextRef="#ctx0" brushRef="#br0" timeOffset="57654.77">10904 7942 1246 0,'-5'-8'552'16,"0"-1"-328"-16,-1-2-22 0,2 3-6 0,1-1-4 0,1 1-10 0,1 1-29 16,2 1-32-16,0 0-19 0,2 1-23 0,0 0-5 0,4 0-11 0,0 1 1 15,3 0-3-15,0 2 0 0,4-1-8 0,-1 1-4 0,3 0-7 16,0 2-6-16,0 1-1 0,-1 1-14 0,1 2 0 0,1-2-6 0,0 3-5 15,-2 2 4-15,2 0-8 0,-1 1-3 0,0 2 1 0,-1 0-4 0,-1 1-2 16,0-1 2-16,-2 0 4 0,-2 2-6 0,-2 0 2 16,-1 1-2-16,-1-1-5 0,-3 2 5 0,-2 0-2 0,-2 0-4 0,-2 0 0 15,-2 2-11-15,-2 0 1 0,-2 0-12 0,-3-1 1 0,-2 1-5 0,-1-1-6 16,-2 0 4-16,0-1-11 0,-1-1 0 0,0-1-5 0,2-2-22 0,-1-2-16 16,1-1-20-16,1-3-28 0,2-1-25 0,0-1-46 0,2-2-62 0,0 0-107 15,1 0-212-15,1-1-414 0</inkml:trace>
  <inkml:trace contextRef="#ctx0" brushRef="#br0" timeOffset="57954.28">10126 9145 2171 0,'4'11'622'0,"0"-2"-477"0,4 1-34 0,2-5-6 0,1-2 21 16,5-2 9-16,4-2-21 0,3-1-14 0,5-3-21 0,4-2-10 0,3-2-9 15,2-2-12-15,3-1-11 0,0 0-13 0,3-3-8 0,2 1-5 0,3-2-9 16,2 2 12-16,1-1-6 0,1 0-6 0,0 0 8 0,1 0 2 16,3-2 0-16,-2-1 4 0,1 1-6 0,-1 2-6 0,-2-2-18 0,1 0-2 15,-2 0-8-15,-1 1 18 0,-1 1 18 0,-4 0 0 0,-2 2 6 16,-1 1-22-16,-3-1 6 0,-3 1-4 0,0 1-8 0,-4 1 0 0,-2 2-18 15,-5 2-9-15,-1 0-22 0,-4 2-30 0,-4 2-41 0,-3 1-65 0,-3 2-76 16,-4 1-102-16,-3 3-106 0,-4 0-242 0,-4 2-403 0</inkml:trace>
  <inkml:trace contextRef="#ctx0" brushRef="#br0" timeOffset="58221.28">10722 9595 2517 0,'2'4'213'15,"1"1"-55"-15,1 0-28 0,0 2 16 0,1-1 6 0,0 2-11 0,1 2-26 16,0 0-26-16,1 1-2 0,-2-1-6 0,0 1-9 0,0 1 0 16,0 3-16-16,0 0-10 0,0 0-26 0,0 2-20 0,-1 1 0 0,1 1 0 15,0 0 0-15,1 1 0 0,0 0 0 0,-2-1 0 0,3 2 0 16,-2-1 0-16,2-1 0 0,0 1 0 0,-1-3 0 0,1-1 0 0,-1-1 0 15,0-1 0-15,-1-1 0 0,-1-3 0 0,1-2 0 0,-1-2 0 0,-1-1 0 16,0-2-20-16,-1-3-60 0,-1-1-26 0,-1-1-44 0,0-3-56 16,-2-2-67-16,-1-4-72 0,-1-3-104 0,-1-2-152 0,-2-2-570 0</inkml:trace>
  <inkml:trace contextRef="#ctx0" brushRef="#br0" timeOffset="58420.28">10499 9559 1900 0,'-7'2'297'0,"1"1"-74"0,-3-1-29 0,5 1-12 0,1-1-11 0,1 0-21 16,3-1-28-16,2 0-15 0,1 0-8 0,1-1-3 0,3 0 1 16,1-2 0-16,2 0-13 0,2-2-10 0,3-1-15 0,0-1-20 0,2-1-1 15,-1-1-22-15,1 1-24 0,1-1-6 0,-2-1-6 0,1 1 10 0,0 0 14 16,-1 0 0-16,-2 2 0 0,1 0 0 0,0-1 0 0,-1 0-2 16,-1 1-18-16,0 0-27 0,-1 0-16 0,0 0-32 0,0 2-30 0,-1 0-33 15,1 1-54-15,1 1-62 0,0 1-80 0,-1 0-109 0,2 1-176 16,-2 2-460-16</inkml:trace>
  <inkml:trace contextRef="#ctx0" brushRef="#br0" timeOffset="58655.28">11037 9690 2172 0,'-4'9'532'0,"-1"1"-305"0,-2 2-64 0,2-1-22 15,1-1 3-15,2 1-16 0,0 1-21 0,2 2-15 0,0 0-11 0,0 1-10 16,0 1-3-16,1 1-11 0,2 1-9 0,0 0-8 0,1 1-16 16,1 2-24-16,1-1 0 0,1 1 0 0,0 1 0 0,1-1 0 0,0 0 0 15,1 0 0-15,-1-1 0 0,1 0 0 0,1-1 0 0,0-3 0 0,0 0 0 16,0-1 0-16,-1-3 0 0,2-2 0 0,-2-1 0 0,1-2-50 16,-2-1-31-16,0-2-15 0,0-1-35 0,-3-3-41 0,0-1-52 0,-2-1-71 15,-1-3-57-15,-1-1-93 0,-2-1-150 0,-1-3-503 0</inkml:trace>
  <inkml:trace contextRef="#ctx0" brushRef="#br0" timeOffset="58871.49">11024 9781 1848 0,'-6'-10'187'15,"-1"-1"-31"-15,-1-3-20 0,1 4 3 0,2 1 12 0,1 1-12 0,1-1 4 16,1 1-12-16,2 0-14 0,1-2-6 0,1 1-21 0,2-2-17 16,2 0-14-16,1-1-11 0,1 0 2 0,2 1 4 0,1 1-5 0,1 0 7 15,0 2-8-15,1 1-4 0,0 2-1 0,2 0-2 0,0 1-10 16,-1 2-7-16,0 0-1 0,0 2-9 0,0 2-2 0,0 0-6 0,-1 1 0 15,0 1-2-15,-1 1 2 0,-1 1-6 0,-2 1-8 0,0 2 0 0,-3 0-2 16,1 1 2-16,-1 1 0 0,-1 1-4 0,-2 1-13 0,-1 0-9 16,-1-1-7-16,-1 2-23 0,-3 0-18 0,0 1-17 0,-2-1-37 0,-2 1-13 15,1 0-12-15,-1 0-27 0,0-1-4 0,0-2-26 0,0-2-36 0,1-1-42 16,0-2-96-16,0-2-143 0,2 0-270 0</inkml:trace>
  <inkml:trace contextRef="#ctx0" brushRef="#br0" timeOffset="59070.92">11449 9684 1646 0,'5'1'794'15,"0"0"-554"-15,2 1-69 0,0-1-21 0,-1-1-2 0,1 0-19 0,0 0-23 16,-1 0-18-16,2-1-12 0,0 0 1 0,-1 0-17 0,1-1-10 16,0-1-18-16,0 0-16 0,1 0-1 0,-1 0-5 0,1-2-8 0,0 1 1 15,-1-1-4-15,1 0-5 0,-1 0-2 0,0 0-9 0,-2-1-16 0,2 0-22 16,0 0-34-16,0 0-32 0,0 0-48 0,-2-1-64 0,1-1-64 15,-1 0-74-15,-1 0-133 0,-2-1-214 0,1 0-156 0</inkml:trace>
  <inkml:trace contextRef="#ctx0" brushRef="#br0" timeOffset="59253.96">11557 9420 2199 0,'-6'4'279'0,"1"1"-88"0,-1 1-24 0,2 1 0 0,1 0 3 16,2 2-27-16,-1 0-20 0,2 1-18 0,1 1-11 0,0 0 24 15,2 2-16-15,0 3-16 0,2-2-5 0,1 0-31 0,2 1-30 0,1 0-20 16,0 1 0-16,2-1 0 0,-2 2 0 0,0-1 0 0,1 0 0 0,-2-2 0 16,2 1 0-16,0-2 0 0,-1 0 0 0,1-3 0 0,0-2 0 15,-3-1 0-15,2-1-26 0,0-2-64 0,-1-1-37 0,1-3-57 0,0-2-83 16,1-3-124-16,-1-1-138 0,2-1-235 0,0-1-420 0</inkml:trace>
  <inkml:trace contextRef="#ctx0" brushRef="#br0" timeOffset="59473.12">11962 9320 2288 0,'-2'6'283'0,"0"3"-79"0,0 1-26 0,0 1 0 0,1 0-6 0,1 0-32 16,-1 1-18-16,2 1-15 0,-1 0-10 0,2 1-2 0,0-1-15 16,1 1-23-16,0 0-15 0,2 1-12 0,-1-2-8 0,1 4-22 0,0 0 0 15,0-1 0-15,1 0 0 0,0 1 0 0,0 1 0 0,0-1 0 0,2-2 0 16,-1 1 0-16,1-1 0 0,1-2 0 0,-2-1 0 0,0 0 0 15,1-1 0-15,-1-2 0 0,-1 0 0 0,1-3 0 0,0-1 0 0,0 1 0 16,-1-3-74-16,-1 0-23 0,0-1-15 0,-1-2-39 0,0-1-43 16,-1-2-57-16,0-1-66 0,-2-2-73 0,0 0-130 0,-2-2-100 0,-1-1-352 15</inkml:trace>
  <inkml:trace contextRef="#ctx0" brushRef="#br0" timeOffset="59671.12">11915 9383 1624 0,'-6'-3'438'0,"1"-2"-227"15,-1 2-31-15,2-1 8 0,2 1-10 0,1 1-8 0,1-1-28 0,0 1-34 16,0 1-8-16,2-1-13 0,1 1-6 0,1-2-1 0,1 1-6 16,1-1-15-16,2 0-10 0,-1 0-8 0,4-1-5 0,-1 0-8 0,2 0-1 15,0-1 0-15,0 0-11 0,1 0-2 0,0 0-4 0,1 0-12 0,-1 0 7 16,0 0 1-16,-1 1-8 0,-1 0 4 0,0 0-6 0,-1 1-1 16,-1 1-5-16,-1 0-14 0,1 1-11 0,0 0-14 0,-2 0-13 0,1 1-20 15,0 0-29-15,-1 1-36 0,-1 1-53 0,0 0-60 0,-1 1-68 0,0 0-71 16,0 1-140-16,-1 0-461 0</inkml:trace>
  <inkml:trace contextRef="#ctx0" brushRef="#br0" timeOffset="59837.33">12038 9465 1387 0,'-1'6'829'0,"-1"0"-592"16,1 0-65-16,2 0-16 0,1-2 1 0,1-1-14 0,1 1-28 0,0-1-24 15,3 0 6-15,-1-1-3 0,2 0-2 0,0-1-9 0,0-1-26 0,1 0-19 16,2-1-28-16,-2-1-8 0,2-1-10 0,0-1 4 0,0 0 12 15,0 0-6-15,-2-1-2 0,1-1-10 0,0 0 3 0,-1 0-13 0,0 0-23 16,0-1-38-16,-1 0-46 0,-2-2-74 0,1 0-70 0,1-1-78 16,-1 0-103-16,1-1-181 0,0 0-440 0</inkml:trace>
  <inkml:trace contextRef="#ctx0" brushRef="#br0" timeOffset="60070.31">12505 9232 2073 0,'-1'2'278'0,"-1"1"-75"0,2 1-15 0,0 1 1 0,1-1-13 0,0 1-32 16,0 1-20-16,0 1-12 0,1 0-10 0,0 1-6 0,0 1-21 15,0 0-20-15,0 1-10 0,1 0-14 0,0 2-6 0,-1 0-3 0,0 1-16 16,1 0 4-16,-1-1 0 0,0 1-10 0,1 0 9 0,-1-1-5 0,1 0-8 16,0-3 4-16,-1 0-17 0,1-1-9 0,-1-1-3 0,0-2-16 15,0 0-3-15,-1-1-25 0,0-1-26 0,0-1-30 0,-1-1-41 0,0-1-27 16,0-1-40-16,0-2-22 0,0 0-21 0,-1-1-8 0,-1 0-29 15,0-1-73-15,-1-1-42 0,1 0-144 0</inkml:trace>
  <inkml:trace contextRef="#ctx0" brushRef="#br0" timeOffset="60337.58">12509 9350 723 0,'-3'-9'411'0,"0"-1"-168"15,-1-3-35-15,1 1-13 0,0 1-4 0,0-1-19 0,2 1-17 0,-1 2-17 16,3 0-16-16,-1 4 3 0,2 0-7 0,1 2-6 0,0 1-8 0,0 1-23 16,0 2-9-16,1 0-7 0,0 2-4 0,2 1-4 0,-1 0 5 15,1 3-10-15,0 1-4 0,1 1-4 0,2 1-8 0,-1 1 1 0,2 0-6 16,0 1 1-16,1 1-4 0,-2 1-5 0,1-1 6 0,0 0-8 15,-1 0-4-15,1 0-1 0,0 0-8 0,-1 0-6 0,1-3 5 0,0 1-3 16,0-1-17-16,-1-1 7 0,0 0-4 0,-1-3 2 0,-1 0 14 0,1-2 0 16,0-1-2-16,-2-1 0 0,0-2 4 0,-1-2-1 0,0-2 3 15,-1-1 6-15,0-1 13 0,0-3 4 0,-1-1-3 0,-1-1-5 0,0-3-13 16,-1 1 0-16,0-3-4 0,0-2 0 0,0 1-2 0,1-3 4 0,-1 0 0 16,0 0-2-16,0-1 4 0,-1 0-10 0,2-1 2 0,-1-2 6 15,0 0-8-15,0-1-2 0,0-1 0 0,1 2 0 0,0 1 0 0,0 3 0 16,1 3 0-16,0 2-6 0,1 2-8 0,-1 3-12 0,0 1-6 0,0 3-10 15,0 1-26-15,1 0-12 0,-1 2-26 0,0 0-46 0,-1 1-47 16,1 0-70-16,0 0-84 0,-2 1-88 0,2-1-218 0,0 1-465 0</inkml:trace>
  <inkml:trace contextRef="#ctx0" brushRef="#br0" timeOffset="60854.58">11618 8706 1606 0,'-2'-3'322'16,"1"1"-95"-16,-2-2-21 0,1 2-10 0,0 1-13 0,0 0-22 15,0 1-35-15,0 0-17 0,0 0-8 0,1 1-3 0,0 0 4 0,1-1-13 16,0 1-3-16,0 0-13 0,0 0-2 0,1 0-6 0,0 0-5 0,2 0-3 15,1 2-2-15,0-1-9 0,3 1 8 0,0-1-52 0,2 1-2 16,3-1 0-16,1-1 0 0,1 0 0 0,2-1 0 0,2-1 0 0,3-1 0 16,1 0 0-16,4-2 0 0,-1 0 0 0,4 0 0 0,0-3 0 0,0 1 0 15,2 0 0-15,-2-1 0 0,1 1 0 0,-1-1 0 0,0 2 0 16,-1-1 0-16,0 0 0 0,-1 1 0 0,0 1 0 0,-1-1 0 0,-1 0 0 16,-1-1 0-16,-2 1 0 0,-2 0 0 0,-1 0 0 0,-2 1 0 15,-2-1 0-15,0 1 0 0,-1 0 0 0,-2 0 0 0,1 1 0 0,-2 1 0 16,-1 0 0-16,-1 0 0 0,-2 1 0 0,-1-1 0 0,-1 2 0 15,-1 0 0-15,0 0 0 0,-2 0 0 0,-1 0 0 0,0 0 0 0,-1 0 0 16,0-1 0-16,-1 1 0 0,-1-1 0 0,0 0-42 0,-1 0-87 0,0 0-37 16,0-1-57-16,0-1-73 0,2 0-94 0,0-1-87 0,1-1-223 0,1-1-434 15</inkml:trace>
  <inkml:trace contextRef="#ctx0" brushRef="#br0" timeOffset="61154.58">12922 8395 1753 0,'2'0'463'0,"2"-1"-216"16,1-1-41-16,-1 0-19 0,1 0-16 0,0 1-23 0,0-1-24 0,0 1-13 15,0-1-14-15,0 1-4 0,1 0-10 0,1 0-8 0,0-1-18 16,-1 0-14-16,1 0-10 0,0 0-8 0,0 1-3 0,0-1-2 0,1 0-5 16,0 1-9-16,0-2 4 0,0 1-6 0,1 0-6 0,0-1 10 0,0 0-6 15,-1 0 0-15,2 0-2 0,-1 0-4 0,0 0 4 0,1-1-8 16,-1 1-2-16,-1-2-7 0,2 1-15 0,-1-1-7 0,1 1-23 0,0 0-21 16,0 0-36-16,0-1-36 0,-2 1-54 0,1 0-68 0,0 0-83 15,-1 0-94-15,-1 0-214 0,0 0-376 0</inkml:trace>
  <inkml:trace contextRef="#ctx0" brushRef="#br0" timeOffset="61338.01">13120 8624 1961 0,'3'9'399'0,"1"-2"-196"16,1 4-31-16,3-4-4 0,-1-1-10 0,4-1-18 0,1-1-20 15,2-1-15-15,0-1-7 0,0-2-8 0,1-2-13 0,1-1-12 0,0-1-21 16,-1-1-13-16,1-1-6 0,0 0-13 0,-1 0 3 0,-2 0-7 0,0 0-8 15,-1-1 4-15,-1 0-12 0,-1 1-11 0,-2-1-43 0,0 0-55 16,-1 0-104-16,-1-1-160 0,0 1-204 0,-1-2-511 0,0-1 45 0</inkml:trace>
  <inkml:trace contextRef="#ctx0" brushRef="#br0" timeOffset="63604.54">13923 7168 1266 0,'1'4'255'15,"1"0"-182"-15,1 2-9 0,0 0 13 0,0 0 30 0,0 0 23 0,1 0 5 16,1 0 1-16,-1 0-21 0,1-1-12 0,1 0-15 0,-1-1-15 0,2 0-9 16,1 0-3-16,1 0-2 0,0-1-9 0,2 0 0 0,2 1-6 0,2-1-3 15,1 1-3-15,2-2-7 0,1 0-9 0,2 0-4 0,-2 0-4 16,3 0 1-16,1 0-4 0,0 0 5 0,1 0 5 0,-1-1-7 0,2 2 2 15,-1 0-7-15,-1 1-6 0,1 0-3 0,0 0 2 0,0 0 5 16,0 2-7-16,-2 0 2 0,1 2-6 0,-1 0-1 0,-2 2 5 0,0 1-2 16,-2-1 0-16,-4 2-3 0,0 0-2 0,-3 0-2 0,-1 1 0 0,-2 1 2 15,-2 1-2-15,-2 2 2 0,-2 0-1 0,-4-1-5 0,-1 2 1 16,-3 0-5-16,-3 0 4 0,0 0 1 0,-1 1-7 0,-1-2 4 0,0-2-4 16,0 1 1-16,0-1 10 0,-1 0-1 0,1-2 4 0,1 0 3 15,1-3-1-15,3 0 1 0,1-2-1 0,1 0-1 0,1-2-2 0,2-2-11 16,0-1-5-16,3 0-17 0,0 0-8 0,2-2-5 0,0-1-2 0,2-1 5 15,0-1-1-15,4-1-4 0,1-1-14 0,1 0-12 0,2-1-15 16,-1-2-7-16,2 1 6 0,0-1 5 0,2 0 11 0,-2 0 2 0,1 0-3 16,2 1-19-16,0 0-22 0,0 2-74 0,2 0-57 0,0 0 26 0,-2 0 22 15,0-1 18-15,0-2-152 0</inkml:trace>
  <inkml:trace contextRef="#ctx0" brushRef="#br0" timeOffset="64371.53">13964 8315 1756 0,'0'-1'159'0,"0"-1"-28"0,1 0 0 0,1-2 19 0,0 0 17 0,2 0-4 16,0 0-12-16,2-1-21 0,1 1-19 0,0 0 1 0,2 1-17 0,1-1-12 15,2 2-5-15,3-2-8 0,2-2-9 0,4 0-3 0,2-1-5 16,0-1-10-16,3 0 3 0,0 1 8 0,2-2-6 0,2 1-3 0,2-3-2 16,1-2-19-16,2-2-9 0,2-1 1 0,2 1-12 0,0-2 0 0,3-1 4 15,2-1 0-15,0-1-2 0,4-2 2 0,0 2-2 0,2-2-4 16,1 2-2-16,-1 0 4 0,-1 0-4 0,0 0 2 0,-1 1 4 0,0-1-4 15,-4 1 2-15,-1 2-4 0,-2 3 4 0,-3 0 2 0,-3 1-12 16,-2 2 8-16,-2 2-2 0,0 1-2 0,-5 2 8 0,0 0-8 0,-5 2-2 16,-3 1-2-16,-3 2-8 0,-2 1-8 0,-4 1-18 0,-3 1-26 0,-2 1-20 15,-5 1-20-15,-1 2-22 0,-4 1-30 0,-4 1-38 0,-2 1-42 16,-4 2-54-16,-1 0-81 0,-4 1-199 0,-2 0-585 0</inkml:trace>
  <inkml:trace contextRef="#ctx0" brushRef="#br0" timeOffset="64739.01">14159 8706 2330 0,'5'-2'179'16,"3"0"-34"-16,1 1-16 0,3-2 14 0,0-1 1 0,1 0-6 0,2-1-25 15,-1-1-22-15,1 0-11 0,0 1-11 0,-1-2-11 0,0 1-11 16,0 0-14-16,0 1-11 0,-1 1-6 0,0 1-9 0,-2 0 3 0,0 0-6 16,-1 1 3-16,-1 2-1 0,-2 1-8 0,0 1 6 0,-1 1-4 0,-3 2-6 15,0 0 1-15,-1 4-9 0,-2 1 1 0,0 3-2 0,-2 2-1 0,-1 0-1 16,0 3-4-16,-3-1 1 0,0 1 1 0,0 0 0 0,-1 0 8 16,1 2-1-16,-1-3-8 0,2 1 7 0,0-1-4 0,1-1 17 0,1-1 9 15,1-1-3-15,2 0 0 0,2-2-5 0,0-2 3 0,2 0 0 0,2-2 3 16,0-1-7-16,1-2 6 0,1-1-4 0,2-1 2 0,1-2-1 15,0-2-5-15,2-1 6 0,0-1-4 0,2-2-2 0,-2-1 2 0,2 0 2 16,0-2-2-16,0 0 2 0,1 1-6 0,-2-3-1 0,0-1-10 0,0 1-21 16,-1-1-19-16,0 0-24 0,0 2-31 0,-2-2-18 0,1 1-25 15,-2 1-42-15,-1-1-48 0,1 0-58 0,0 0-101 0,-1-1-173 0,0 0-332 16</inkml:trace>
  <inkml:trace contextRef="#ctx0" brushRef="#br0" timeOffset="64957.01">14683 8710 1936 0,'7'-3'196'16,"1"0"-45"-16,5 0-5 0,0-1 10 0,-1 0-3 0,1 0-22 16,0-1-30-16,0 1-22 0,-1-1-11 0,0 1-10 0,0-1-12 0,0 1-7 15,-2-1-10-15,0 1-15 0,-1-1-3 0,2 1-6 0,-2 0-3 0,1 0-2 16,0-1-2-16,-2 0-7 0,0 0-2 0,-1 0-8 0,0 1-26 15,0-1-6-15,-1 0-25 0,-1-1-31 0,0 0-25 0,0-1-43 0,-1 1-31 16,0-1-23-16,1 1-53 0,-2 0-90 0,-2 0-147 0,-1 1-267 0</inkml:trace>
  <inkml:trace contextRef="#ctx0" brushRef="#br0" timeOffset="65104.01">14866 8507 864 0,'-7'1'588'0,"-1"0"-364"0,0 0-24 0,0 2-11 15,1 0-11-15,1 0-9 0,-1 2-8 0,1 1-9 0,1 1 4 0,0 0-13 16,2 1-11-16,0 0-12 0,1 0-23 0,2 2-11 0,0-1-21 15,1 3-11-15,2 0-11 0,0 0-13 0,1 2 0 0,2-1-12 0,0 1-5 16,2 2-4-16,-1-1-7 0,0-1-4 0,0 1-9 0,0-2-31 0,-2 0-63 16,1-2-90-16,0-1-136 0,1-1-220 0,1-1-478 0,1-1-40 15</inkml:trace>
  <inkml:trace contextRef="#ctx0" brushRef="#br0" timeOffset="69554.45">15055 8323 729 0,'-3'4'397'0,"-1"0"-288"0,0 0-59 0,0 0-14 15,1-2 7-15,1 0 25 0,0 0 28 0,2-1 17 0,0 0-4 0,0-1-25 16,-1 1-20-16,1-1-19 0,0 0-15 0,-1 0 1 0,1 0-2 16,1 0 1-16,-1 0 2 0,1 0-8 0,-1-1-4 0,1 1-5 0,1 0-7 15,0 0 0-15,0 0-7 0,-1 1 0 0,0 0 5 0,1 0-3 0,-1 0-1 16,0 0-1-16,0 1-1 0,0-1-1 0,0 1 2 0,0-1 1 16,0 0 2-16,0 0-3 0,-1 0 1 0,1 0-1 0,-1-1 1 0,1 1 1 15,-1-1 0-15,1 0 1 0,-1 1 1 0,0-1-3 0,0 1 0 0,-1-1 2 16,1 1 4-16,0-1 4 0,0 0 2 0,0 0 3 0,0 1 2 15,0-1-1-15,0 0 0 0,0 1-1 0,0-1 1 0,0 1 3 0,1-1-4 16,-1 0 1-16,0 1 4 0,1-1-7 0,0 0 7 0,0 0 2 0,0 0-9 16,1 0 7-16,0 0-1 0,1-1 6 0,0 0 0 0,2 1-2 15,-1-1 1-15,2 0-2 0,0 1 4 0,-1-1-2 0,2 1-3 0,1-1 3 16,0 1-6-16,2 0 3 0,2 0 1 0,-1 0-1 0,1 0 4 16,2 0-7-16,-1-1-1 0,2 1-2 0,-2 0-3 0,2 1 1 0,0 1-3 15,0 0-7-15,0 1 0 0,-1 1 0 0,0 0-1 0,-1 0 6 16,-2 0-3-16,-2 1-2 0,-2 0-1 0,0 1-1 0,-2 2 1 0,-3 0-3 15,0 1 4-15,-3 0-3 0,0 1 3 0,-2-1 4 0,-2 2-2 0,0 0 2 16,-1 1-8-16,0-1 3 0,-4 0-4 0,0 0 2 0,-1 1-4 0,0-1 2 16,1 0 2-16,2-1-1 0,-1-1 1 0,1-3 0 0,1 1-4 15,-1-1 6-15,2 0-4 0,0-2 3 0,2 0-3 0,1 0-5 0,1-2 10 16,1 1-5-16,0-1 0 0,2 0 0 0,0 0 0 0,1-1 2 16,2 0-2-16,0-1 5 0,3 1-3 0,0-1-2 0,2-1 3 0,2 1-3 15,0-1 6-15,1 1-5 0,3-1 1 0,0 0-4 0,2 1 2 0,-1 0-1 16,1 0 2-16,0 0 5 0,-1 0-5 0,2 0 1 0,-1 0 2 15,0 1-4-15,-1 2-2 0,0 1 0 0,0 2 2 0,-2-2 2 0,-1 2 3 16,0 0 0-16,-1 1 6 0,-1 0-4 0,-2 2 5 0,-1 1-3 0,-3 1-2 16,0-1 0-16,-3 1-5 0,0 1 5 0,-3 0-2 0,-1 0 4 15,-1-1 2-15,-3 1 0 0,1 1-10 0,-3 0 6 0,-2 1-8 0,0-1-1 16,-1 2 5-16,1-3-17 0,1-1 4 0,-1-1-3 0,0-4-1 16,1 1 12-16,1-1 0 0,1-3 1 0,1-1-3 0,1-3-10 0,2-1-18 15,0-2-22-15,3-2-29 0,-1-1-26 0,0-2-43 0,0-4-58 0,2-3-62 16,1-5-113-16,0-2-191 0,3-3-338 0</inkml:trace>
  <inkml:trace contextRef="#ctx0" brushRef="#br0" timeOffset="69754.45">15639 7815 2123 0,'-8'0'192'0,"0"0"-111"0,-2 0 14 0,3 1 20 16,3-1 12-16,1 1 9 0,1-2-11 0,1 1-14 0,2-1-18 0,1 0-20 15,2-2-18-15,1 0-11 0,1-1-8 0,3-1-5 0,1-1-5 16,1-2-8-16,3 1-3 0,0-1-7 0,1-1 1 0,0 0-4 0,-1 0-5 16,2-1 6-16,-1 1-6 0,1 2 2 0,-2-1-8 0,0 2-9 15,-1-1-18-15,-1 2-22 0,-2 0-28 0,0 1-43 0,0 2-45 0,0 1-58 16,-1 2-80-16,-1 1-93 0,-2 3-209 0,0 1-400 0</inkml:trace>
  <inkml:trace contextRef="#ctx0" brushRef="#br0" timeOffset="69871.45">15751 7892 1624 0,'1'4'177'0,"1"-1"-80"0,2 1-27 0,2-2-10 16,0-1-2-16,3-1-8 0,2-2-18 0,0 0-11 0,1-2-10 15,1-2-5-15,0 0-10 0,2-3-31 0,1 0-50 0,1 0-83 0,1-2-77 16,2 1-155-16,0-2-459 0</inkml:trace>
  <inkml:trace contextRef="#ctx0" brushRef="#br0" timeOffset="70221.95">16203 6806 450 0,'-3'0'93'0,"-1"0"-41"16,0 0-3-16,2 0 1 0,0-1 4 0,0 1-7 0,1 0-9 15,0-1-12-15,1 0-10 0,-1 0-10 0,1 0-9 0,1 0-12 0,-1 0-17 16,0 1-12-16,1 0-17 0,0 0-19 0,1 0-19 0,-1 1-36 0,1 0-55 16,-1 2-6-16</inkml:trace>
  <inkml:trace contextRef="#ctx0" brushRef="#br0" timeOffset="70454.95">16243 6838 162 0,'-1'0'184'0,"1"-1"-55"15,-1 1-19-15,1 0-14 0,0-1-7 0,0 1 3 0,1-1-1 0,-1 1-9 16,1-1-3-16,-1 1-13 0,1 0-16 0,0 0-8 0,0 0-7 0,1 0 0 16,-2 0 2-16,2 0-3 0,-2 1-3 0,1-1-1 0,0 0-5 15,-1 0-1-15,1 1-5 0,-1-1-7 0,0 1-2 0,-1-1-3 0,2 0 4 16,-2 1-2-16,1-1-6 0,0 1-3 0,0-1 0 0,-1 1-3 0,0-1 7 16,1 1-4-16,0 0-8 0,0-1-3 0,-1 1-9 0,1 0-2 15,0 0-3-15,0 0-9 0,0 1-2 0,0-1-7 0,1 1-1 0,-1 0 0 16,0-1-2-16,1 1 0 0,-1 0-6 0,0-1-6 0,1 1-4 15,-1 0-10-15,0-1-5 0,2 0-8 0,-1 0-5 0,-1 1-6 0,1-1-9 16,0-1-13-16,0 0-99 0</inkml:trace>
  <inkml:trace contextRef="#ctx0" brushRef="#br0" timeOffset="75921.59">15963 6791 1733 0,'-4'-2'242'0,"0"0"-108"16,-3 0-2-16,1 0 13 0,0 0 4 0,0 0 1 0,0 1-18 0,1-1-23 15,0 0-11-15,-1 1-21 0,1-1-5 0,-1 1-8 0,2-1-9 0,0 0-3 16,1 0-3-16,0-1-3 0,1 1-4 0,0-2-3 0,1 1 6 16,1-1-11-16,-1 0 1 0,2-2-1 0,0 0-5 0,1-1-5 0,1-1 1 15,1-1-4-15,1 0-3 0,2 0 3 0,1 0-8 0,2-1 1 0,1-1-3 16,1 0 5-16,0 0-2 0,1 1-3 0,0 3-3 0,1-1-4 15,1 1-2-15,-1 0-4 0,2 2-2 0,-1 0 4 0,1 2 0 0,-1 1 0 16,1 1 0-16,1 2-2 0,-1 0 2 0,1 1-2 0,-1 1 4 16,0 2-4-16,-1-1 4 0,1 2 0 0,-2 1-4 0,-1 0 2 0,-1 1-2 15,-2 2 4-15,0 3-2 0,-1 1-2 0,-2 1 0 0,-1 1 2 0,-2-1-2 16,-2 1-2-16,-2 1-5 0,-1 0 3 0,-1 1 0 0,-2 1-4 16,-1 1 4-16,-3 1-5 0,-1 1 1 0,-1-1-5 0,0 1-1 0,-2 0-1 15,0 0-6-15,-1 0 6 0,0 0 2 0,2 0 7 0,-1-1 8 16,1-1 8-16,1-1 1 0,1 0-11 0,1-2 4 0,1-1 0 0,4-2-4 15,0-2 6-15,1-1-2 0,3-3 0 0,0-2 0 0,2 0-2 16,2-2 3-16,1-1-1 0,2-2 4 0,1-2 2 0,3-1-3 0,1-2 3 16,1-1 0-16,3-1 1 0,1-2-3 0,0-2 2 0,1-1-4 0,1-2 0 15,2-1-2-15,0 2-1 0,0-2 1 0,0 1-4 0,1 0 1 0,0 1-11 16,-1 0 6-16,1 0 0 0,-1 1-1 0,0 1 7 0,1 1-4 16,-1 2 17-16,-1 0-3 0,0 0-6 0,-3 2-12 0,-2 0-36 0,-1 0-23 15,-1 2-33-15,-1 1-44 0,-4 0-49 0,1 1-83 0,-2 1-90 0,-2 1-112 16,-1 1-250-16,-2 2-251 0</inkml:trace>
  <inkml:trace contextRef="#ctx0" brushRef="#br0" timeOffset="76138.59">16304 7541 2241 0,'9'0'242'0,"2"-1"-160"0,7-3-17 0,0-2 14 16,4-2 25-16,4-2 23 0,1-1 5 0,4-3-22 0,-1 1-14 15,3-3-17-15,-1-1-10 0,2 0-12 0,-2 1-11 0,1 1-6 0,-2 1-10 16,0 1 0-16,-1 2-10 0,0 0-3 0,-3 0 2 0,1 1-4 16,-3 1-1-16,-2 1-7 0,-1 1-8 0,-3 1-1 0,1 1 0 0,-3 0-8 15,-1 1-9-15,-4 2-15 0,1 0-26 0,-2 1-35 0,-2 1-53 0,-1 1-74 16,-2 0-89-16,-2 3-96 0,-1 0-115 0,-1 2-415 0,-2 0 193 16</inkml:trace>
  <inkml:trace contextRef="#ctx0" brushRef="#br0" timeOffset="76388.59">16737 7763 2099 0,'6'5'379'16,"2"1"-277"-16,4 0-31 0,1-1 10 0,1 0 23 0,0-1 19 16,3 1 4-16,1-1-15 0,0-1-23 0,-1-1-17 0,-1 0-16 0,1 1-15 15,-2 0-8-15,0 2-6 0,-1 0-4 0,0 0 5 0,-1-1-4 0,-2 0-9 16,1 1-6-16,-2-1-9 0,-1 3 2 0,-1 2 0 0,-1 0 2 15,-2 0 0-15,0 0 1 0,-1 0-3 0,0-1-6 0,0 0 3 0,-1 0-1 16,-1 0 4-16,-1 0 1 0,-1 0-1 0,-1 1-2 0,-1 0-2 16,-1 0 2-16,-1 0 0 0,-1 0 0 0,0-1 0 0,-1 0-11 0,0-1-6 15,-1 0-7-15,-1 0-19 0,0 0-11 0,-1-1-21 0,0 0-25 0,0-1-23 16,-2-1-23-16,0-1-26 0,0-1-36 0,-1-1-47 0,-1-3-97 16,2-2-167-16,-1-2-263 0,-1-2 165 0</inkml:trace>
  <inkml:trace contextRef="#ctx0" brushRef="#br0" timeOffset="76538.58">16733 7615 1972 0,'1'-12'298'0,"1"-1"-170"0,1-4-15 0,1 1-2 15,2 0-4-15,1 2 0 0,1 0-1 0,1-1-14 0,1 2-18 0,-1 0-19 16,0 0-20-16,1 2-17 0,-1-1-10 0,0 2-8 0,0 2-19 16,-1 2-36-16,-1 0-42 0,1 1-63 0,-2 1-66 0,0 0-81 0,0 0-99 15,1 1-233-15,-1 1-282 0</inkml:trace>
  <inkml:trace contextRef="#ctx0" brushRef="#br0" timeOffset="76889.58">17183 7279 2374 0,'-3'-6'298'0,"0"0"-182"0,-1-1-10 0,0-1 3 15,2 1 7-15,2 0 0 0,-1 1-7 0,1-2-19 0,1-2-24 0,-1-1-14 16,2 0-9-16,1 0-13 0,2 1-6 0,0 1-7 0,1 1-3 0,1 1 3 16,0 1-6-16,1 0 2 0,-1 2-3 0,1 1-4 0,-3 1-6 15,2 1 4-15,-1 1-4 0,0 1-2 0,0 1 2 0,0 1-10 0,0 1 4 16,0 1 4-16,0-1-1 0,0 2 3 0,0-1-6 0,0 0-7 0,1 0-6 16,1 0-10-16,-1-1-7 0,1-2-3 0,-1 0 0 0,1 0-6 15,-1-1 5-15,0-2 1 0,0-1-2 0,0-1 6 0,1 0 8 0,-1-2 11 16,0-1 5-16,-1 0 0 0,0-1 8 0,0-2-6 0,-2 1 11 15,1-1 1-15,-1 0 1 0,1 2 3 0,-1-2-3 0,-1 1-1 0,0 0 1 16,0 0-1-16,-1 1 6 0,0 0-5 0,1 1 3 0,-1 1-1 16,0 0-8-16,0 0 5 0,0 1 6 0,0 1-9 0,1 1-1 0,-1 1 2 15,0 1-2-15,0 0 4 0,0 2-3 0,0 1-2 0,-1 0-3 0,1 1 1 16,0 1-1-16,0 0-27 0,0-1-36 0,-1 1-51 0,1 0-59 0,-1 0-54 16,-1 1-51-16,1 0-71 0,-1 0-137 0,0 1-537 0</inkml:trace>
  <inkml:trace contextRef="#ctx0" brushRef="#br0" timeOffset="77088.3">17411 7397 2001 0,'4'-2'205'0,"3"-2"-98"0,3 0 1 0,0-2 18 15,1 1 23-15,2-2-6 0,-2 1-29 0,1 0-30 0,-1-1-25 0,0-1-17 16,-1 0-12-16,0 0-11 0,-1 1-10 0,0 0-9 0,-1 2 0 15,-1 0-16-15,0 2-28 0,-2 1-32 0,-1 1-47 0,0 1-35 0,0-1-37 16,1 0-50-16,-2 0-58 0,2 0-112 0,0 0-167 0,0-1-177 0</inkml:trace>
  <inkml:trace contextRef="#ctx0" brushRef="#br0" timeOffset="77489.3">17932 7064 1813 0,'-2'3'263'0,"-1"1"-89"0,0 2-15 0,0 2-7 0,2 0 4 0,1 1-17 16,1 1-13-16,0 0-19 0,1 1-14 0,1 0-15 0,0 0-10 15,1 0-12-15,0 0-12 0,2 0-11 0,0 0-9 0,1-1-2 0,0-1-7 16,2-2 2-16,-1 0-10 0,1-2 3 0,1-1-5 0,1-1 1 0,0-1 1 16,2-2-5-16,0-1 4 0,0-2-1 0,0-1-1 0,0 0 0 15,1-3-2-15,-1 1 0 0,0-2-4 0,0 1 2 0,-3-2 0 0,-1 0-6 16,0-1 4-16,0 0-3 0,0-1-1 0,0 0 10 0,0-2 3 0,-4 1 3 16,1 0 6-16,-2-2 3 0,-2 1 2 0,-1 0 4 0,-2 0-1 15,-1 2 9-15,-2-2-3 0,-2 0-10 0,-2 0-3 0,-3 0-8 0,-3 2 1 16,-1-1 21-16,-3 3-2 0,-2 1-5 0,-2 2 3 0,0 2-19 15,-2 1-6-15,0 2 4 0,3 2-6 0,-1 2-4 0,0 2 0 0,3 2-10 16,0 2-1-16,0 2 7 0,2 1 8 0,1 1 15 0,1 1-1 0,2 0-6 16,3 1-2-16,1-2-28 0,2 1-23 0,3-1-28 0,3-1-38 15,1 0-44-15,4-2-57 0,2 0-70 0,5-2-91 0,1-2-106 0,6-2-218 16,3-1-337-16</inkml:trace>
  <inkml:trace contextRef="#ctx0" brushRef="#br0" timeOffset="77655.28">18367 7139 2360 0,'-3'10'272'0,"0"2"-133"0,1 2-16 0,0 1-9 15,1 0-19-15,1 1-2 0,0 0-22 0,0 2-24 0,-1-1-18 16,2-2-19-16,-1-1-4 0,2-1-2 0,0-2-4 0,0 1-2 0,1-2-6 16,0-2-17-16,0-2-39 0,1 0-53 0,0-3-77 0,1 0-86 15,-1-2-105-15,1-1-178 0,1-3-574 0</inkml:trace>
  <inkml:trace contextRef="#ctx0" brushRef="#br0" timeOffset="77955.28">18610 6643 1636 0,'-7'9'842'15,"1"2"-712"-15,-1 5-9 0,1-2 14 0,3 2 14 0,0 3 2 0,2 0-7 16,2 2-31-16,0 2-36 0,2-1-14 0,0 1-10 0,1 0-8 0,1-2-4 15,0 2-4-15,2-2-26 0,1-2-7 0,0 1 0 0,1-3 2 16,-1-2 9-16,1-1 0 0,2-3 1 0,0-2-12 0,1-2 3 0,0-3-5 16,1-2-4-16,1-3 4 0,2-3-8 0,-1-3 4 0,1-3-5 0,0-1-11 15,-1-3-8-15,0 0-1 0,0-2 19 0,0-1 12 0,0 0 11 16,-1 1 2-16,-1-2-13 0,-1 1 2 0,-2 1 6 0,-1 1 5 0,-1 1 4 16,-2 3-3-16,-1 3 1 0,-3 3 0 0,0 3-5 0,-2 2 6 15,0 3-5-15,-1 2 1 0,-1 3 2 0,0 4-1 0,-2 3-5 0,-1 3-6 16,-1 3-4-16,-1 2-16 0,-2 2-7 0,0 2 13 0,-1 1-26 15,0 3-20-15,-1-1-52 0,2 1-114 0,0-2-166 0,3-1-164 0,2-2-355 16,2-5-283-16</inkml:trace>
  <inkml:trace contextRef="#ctx0" brushRef="#br0" timeOffset="78522.28">17251 7117 891 0,'-8'-3'279'0,"0"1"-117"0,-3-3 6 0,-1 1 9 15,0 1 0-15,0 1-3 0,0 0-18 0,2 1-21 0,-2 1-13 16,1 0-16-16,0 0-5 0,1-1-11 0,1 1-6 0,1 0-5 0,1 0-6 16,0 0 4-16,2 0 3 0,2 0 1 0,1-1 1 0,1 0 3 0,1 0-7 15,1-1 6-15,3-1-11 0,1-1-4 0,3 0-2 0,1-2-4 16,4 2-2-16,3-2-11 0,1 0 1 0,2 0-9 0,4-1-12 0,0 1-14 15,1-1-10-15,0 1-6 0,-1-1 2 0,0 1 4 0,1-1-6 16,-2 0 6-16,1 1-8 0,-1 0 4 0,-1-1 4 0,-1 2 0 0,0 0-6 16,-3 1 0-16,0 0 0 0,-1 1 0 0,-1 0-10 0,-2 1-34 0,0 1-29 15,0 0-25-15,-2 0-28 0,0 2-36 0,-2 0-48 0,0 2-64 16,-2 1-77-16,0 1-86 0,-2 0-148 0,-2 2-545 0</inkml:trace>
  <inkml:trace contextRef="#ctx0" brushRef="#br0" timeOffset="78656.28">17330 7319 2200 0,'-2'7'255'16,"1"0"-106"-16,1 1-18 0,2 0 3 0,3-2 9 0,2-1 8 0,2 1-16 15,3-1-20-15,3-2-19 0,2-2-14 0,0 0-16 0,3-3-11 16,1 0-19-16,0-1-9 0,1-1-14 0,0 0-9 0,-2 0 0 0,0 1-4 16,-1-1-6-16,-1 0-17 0,-2-1-30 0,0-1-44 0,-2 1-59 0,1-2-89 15,-1 0-134-15,1-2-178 0,0 1-488 0,0-3 114 0</inkml:trace>
  <inkml:trace contextRef="#ctx0" brushRef="#br0" timeOffset="98572.65">3735 13177 1961 0,'-26'3'750'0,"1"0"-662"0,-3 2-65 0,8-2-16 16,8 0-5-16,2 0 11 0,2-2 5 0,2 0-2 0,2 0 0 0,1-1-9 15,2 0-5-15,1-1-6 0,1 1-2 0,1-2-3 0,0 1-1 16,3-1 7-16,1-1-1 0,1-1 1 0,3-1 0 0,-1-1 1 0,3 0 4 16,1-1-2-16,2 2 6 0,1-3-2 15,1 1-4-15,2 0 5 0,1-1-2 0,0 2 4 0,2 0 0 0,1 1-4 0,-2 1 0 0,1 1-3 16,-1 1 4-16,2 3-3 0,0 1 1 0,0 2 0 0,-1 3-6 0,0 1 6 15,-4 2 0-15,0 3-6 0,-3 1 3 0,-1 3-4 0,-4 1-2 16,-1 2 5-16,-2 1-3 0,-4 3 0 0,-2-1-7 0,-3 2 11 0,-1 1 2 16,-1-2-2-16,-4 4 6 0,-1-2-7 0,0 0 4 0,-4-2-1 0,-1-1 10 15,0-1-3-15,-1-2 4 0,-1 0 3 0,0-1 0 0,-1-2 7 16,2-2 7-16,0 0 0 0,2-2 7 0,2-2-3 0,1-2 0 0,4-2 4 16,0-2-4-16,3-2-2 0,1-1-10 0,3-2-3 0,1 0-11 15,1-2 3-15,3 1 1 0,2-1-4 0,3 0 10 0,4-1-7 0,3-2-2 16,1 1 4-16,3-1-5 0,2 0 1 0,-1 1 3 0,3 0-11 0,-1 1 5 15,2 1 0-15,-1 2 4 0,2 3-1 0,-1 0 3 0,-1 2-2 16,2 2-7-16,-3-1 7 0,2 3-11 0,-2 1 2 0,0 0-2 0,0 2-3 16,-2 1 8-16,0 0 1 0,-2 1 1 0,-1 0-1 0,-2 2-2 0,-3-1 9 15,-3 1-6-15,0 2 6 0,-2-2 0 0,-4 0-11 0,-1 0 15 16,-3 1 0-16,-3 0 2 0,0-2 1 0,-4 1-16 0,-1-1 11 0,-2 0 8 16,-2-2-5-16,1 2 13 0,-4-1-13 0,1 0-8 0,-2-2-2 15,-2 1 5-15,1-2-2 0,-2-2-9 0,0 0-5 0,1-2-5 0,0-1-10 16,1-2-5-16,-1 0-23 0,0-2-43 0,0-1-28 0,-1-2-38 0,1-1-36 15,-1-2-45-15,-2-2-84 0,0-4-128 0,-1-3-151 0,-2-2-353 16</inkml:trace>
  <inkml:trace contextRef="#ctx0" brushRef="#br0" timeOffset="99006.64">3021 13452 2688 0,'-31'-18'183'0,"1"0"-99"0,-5-3-36 0,9 1-9 0,8 1 5 15,3 1 13-15,1-1 3 0,3 0-7 0,4-1-13 0,2-2-19 16,3-2-15-16,2 1-1 0,2-2 2 0,2 0-3 0,2 2 5 16,3-1-4-16,3 1 1 0,2-1 3 0,3-1-4 0,2-1 3 0,4 0-7 0,3 0 3 15,3-2-8-15,2 2 4 0,0-1 0 0,3-1-3 0,3 1 6 16,2 0 8-16,1 1-1 0,2-1-1 0,3 3-13 0,2 0 8 0,3 4 5 16,0 3-4-16,0 2 12 0,2 1-17 0,2 2-2 0,0 2 6 15,1 2-4-15,-1 0 1 0,2 2-2 0,0 2-3 0,1 2 0 0,0 1 4 16,0 2 2-16,-1 3-2 0,2 3-2 0,-1 4-1 0,1 1 6 0,0 5-3 15,-3 3-7-15,0 3-4 0,-1 5-5 0,0 4 6 0,2 8 12 16,0 7 0-16,-1 4-13 0,-1 5 2 0,-4-2 0 0,-2-1-7 0,-2 0 16 16,-4-3-11-16,-1 1 7 0,-3 0-7 0,-5-1 6 0,-2 1 12 0,-7 1-16 15,-2-1 16-15,-4-1-3 0,-3 1-13 0,-4 1 7 0,-5 2 0 16,-4 1-7-16,-4 1 9 0,-6-1 0 0,-3-2 2 0,-4 0-2 0,-6 0-2 16,-5-1-3-16,-5 0 0 0,-6-1 1 0,-3 1 2 0,-6-4-1 15,-4-2 6-15,-5-2-3 0,-5-1 2 0,-2-4 5 0,-4-2 0 0,-4 0 8 16,-1-4-13-16,-2-2 19 0,-2-4 5 0,-2 0-3 0,-4-3 23 0,-2-3-6 15,-2-2 16-15,0-2 11 0,-1-3 10 0,3-2 7 0,1-2-10 16,3-2-6-16,0-4 2 0,4-2-8 0,1-2-6 0,5-3-56 0,5-3 0 16,3-3 0-16,4-3 0 0,5-4 0 0,4-1 0 0,3-5 0 0,3-2 0 15,5-3 0-15,6-3 0 0,3-2 0 0,4-3 0 0,7-9-64 16,3-3-51-16,7-7-47 0,6-8-68 0,5-6-91 0,8-7-116 0,6-7-234 16,9-8-653-16</inkml:trace>
  <inkml:trace contextRef="#ctx0" brushRef="#br0" timeOffset="101789.56">5932 12395 1644 0,'-4'0'280'0,"-1"1"-85"0,-1 1-17 0,1-1 3 0,2 0 10 15,0 1-13-15,1 0-8 0,-1 0-28 0,-1 0-12 0,1 1-11 16,0 0-9-16,-1 0 2 0,1 2-21 0,-2-1-14 0,1 0-7 0,0 2-16 16,1 0-5-16,0 2 5 0,0 0-14 0,2 2-10 0,0 0-30 0,0 1 0 15,2 3 0-15,0 1 0 0,2 2 0 0,0 1 0 0,2 2 0 16,-1 2 0-16,2-1 0 0,0 4 0 0,2 0 0 0,2 1 0 0,0 3 0 15,1-1 0-15,0 4 0 0,0-1 0 0,1 2 0 0,1-1 0 16,0 2 0-16,0 1 0 0,2-1 0 0,0 2 0 0,1-2 0 0,-1 0 0 16,-1-2 0-16,0 0 0 0,0-4 0 0,0 0 0 0,-1-3 0 0,0-2 0 15,0 0 0-15,0-5 0 0,-1 0 0 0,-1-2 0 0,-1-2 0 16,-3-2 0-16,0-2-38 0,-2-3-22 0,0-2-21 0,-1-3-22 0,-2-1-21 16,-3-2-36-16,1-3-44 0,-1-4-35 0,-3-2-58 0,-1-4-40 15,-2-2-86-15,-1-2-125 0,-1-3-394 0</inkml:trace>
  <inkml:trace contextRef="#ctx0" brushRef="#br0" timeOffset="101972.56">5936 12787 1118 0,'-13'-15'379'0,"0"-1"-163"16,-2-4-42-16,2 5-30 0,3 2-10 0,-1 1-7 0,1 1-9 0,1 2 11 15,0 2-16-15,2 3 8 0,1 0 5 0,2 1-12 0,0-1 8 16,1 1-15-16,1 1-8 0,2-1-14 0,0-1-11 0,2 1-11 0,1-1-16 16,3-1-2-16,1-1 4 0,3 1-11 0,2-2 1 0,2 2 1 0,1-2-15 15,-1 1-1-15,3 1-7 0,1 0-11 0,1-1 0 0,0 1-4 16,0 1 2-16,0-1-4 0,2 1 0 0,-1 0 0 0,2 0 0 0,-1 0-2 15,-1 1 6-15,2-2-8 0,-2 1-12 0,1 0-11 0,0 0-29 16,-3 1-17-16,1 0-29 0,-2 1-33 0,-1 0-40 0,1 1-50 0,-1 0-71 16,-1 2-73-16,-3 1-131 0,1 1-317 0,-3 1-3 0</inkml:trace>
  <inkml:trace contextRef="#ctx0" brushRef="#br0" timeOffset="102157.28">6102 12919 2339 0,'-7'10'286'15,"0"0"-100"-15,1 1-45 0,4-3-16 0,3-5-2 0,2 0-11 16,0-1-12-16,2-2-10 0,1 0-10 0,0-3-11 0,2 0-2 0,1-2-10 16,1-2-13-16,2 0-3 0,1-1-12 0,0-1-5 0,2-1-13 0,0 0-5 15,1-1 0-15,-1 2-6 0,0-1 4 0,0 1 0 0,1 0-8 16,0 2-2-16,-1-1 0 0,-1-1-15 0,1 1-20 0,-1 0-29 0,1 0-37 16,-1 0-23-16,0 1-32 0,2 0-46 0,1-1-48 0,-1-1-69 0,3 1-113 15,0-1-241-15,0-2-336 0</inkml:trace>
  <inkml:trace contextRef="#ctx0" brushRef="#br0" timeOffset="102356.25">6771 12309 2358 0,'-12'2'520'0,"-1"1"-319"16,0 2-6-16,1 1-10 0,4 1-10 0,2 2-15 0,0 1-30 0,0 3-21 15,2 0-47-15,1 0-62 0,0 2 0 0,0 1 0 0,3 0 0 16,0 2 0-16,2 1 0 0,2-1 0 0,0 3 0 0,2 1 0 0,-1-1 0 15,2 3 0-15,1-1 0 0,1-1 0 0,1 0 0 0,0-2 0 0,2-2 0 16,1-1 0-16,1-1 0 0,-1-2 0 0,2 0 0 0,0-2 0 16,2-1 0-16,0-2-102 0,1-1-104 0,2-2-87 0,1 0-112 0,-1-1-138 15,1-1-307-15,0-1-308 0</inkml:trace>
  <inkml:trace contextRef="#ctx0" brushRef="#br0" timeOffset="102823.25">7324 12743 1824 0,'-7'1'387'0,"-1"0"-171"16,-1-1-24-16,2 0-17 0,3-1 5 0,2-1-4 0,1 1-9 0,0-2-23 15,1 1-29-15,2-1-21 0,-1 0-12 16,1-1-5-16,1-1 1 0,1-1-10 0,2-1-12 0,1 0 6 0,1 0-60 0,1 0-2 0,2-1 0 16,0 0 0-16,-1 0 0 0,1 0 0 0,0-1 0 0,0 1 0 0,1 0 0 15,-1 1 0-15,0 0 0 0,0 0 0 0,0 1 0 0,-1 1 0 16,1-1 0-16,-2 1 0 0,0 1 0 0,1 0 0 0,-1 1 0 0,-1 0-62 15,1 1-56-15,-1 0-49 0,-1 1-57 0,2 0-95 0,0 1-97 0,1 0-145 16,0 1-338-16,0-1-59 0</inkml:trace>
  <inkml:trace contextRef="#ctx0" brushRef="#br0" timeOffset="103190.25">7835 12298 1212 0,'-9'-3'864'0,"-1"-2"-667"0,-3 0-57 0,1 0-17 16,0 2-3-16,1 0-3 0,-2 2-7 0,-1 1-17 0,1 0-6 0,-2 2-5 15,0 1-6-15,0 1-7 0,-1 1-4 0,1 1-1 0,0 0-16 0,0 1-2 16,1 1-3-16,1 1-4 0,0 2 2 0,0 0-3 0,2 0 0 16,1 0-4-16,2 0-5 0,1 0 4 0,3 0-6 0,0-1-6 0,3 1 0 15,1-1-5-15,3 0-6 0,1 0 3 0,1-1-7 0,5 0-4 16,3 0 4-16,1-1-8 0,4-1 2 0,0 0 2 0,2 1-6 0,3-2 8 15,0 0 2-15,2-2-8 0,1 0-4 0,0-1 6 0,0 0-2 0,-1-1 4 16,-1 0 0-16,-3 0 0 0,-1 0-4 0,-1 0-2 0,-2 1 6 16,-2 0-4-16,-1 0-2 0,-4 1 2 0,-3 1 0 0,-1-1-1 0,-4 1 6 15,0 1 1-15,-3 0-2 0,0 1 0 0,-3 0 0 0,-2 1 0 0,-1-1-4 16,-4 2 2-16,-2-1-6 0,-2 1-1 0,0-1 1 0,-3 0-22 16,0 0-3-16,0-1-4 0,-2-1-1 0,1 1 9 0,1-1 8 0,2-1-4 15,-1-1-7-15,3 0 9 0,2-1-13 0,3-1-13 0,1-1-20 16,2 1-36-16,2-2-31 0,1 1-26 0,3-1-28 0,0 0-37 0,2 0-24 15,2 0-45-15,3-1-72 0,2-1-168 0,2-1-333 0</inkml:trace>
  <inkml:trace contextRef="#ctx0" brushRef="#br0" timeOffset="103689.81">8242 12431 1729 0,'1'-4'566'15,"0"0"-342"-15,0-3-57 0,-1 1-11 0,-1 0-5 0,0 1-8 16,-2 1-21-16,0-1-28 0,-2 2-11 0,-2 0-13 0,-1-1-3 0,-1 1 1 15,0 1-9-15,-1 0 0 0,-1 0-15 0,1 2-3 0,-1 0-5 0,0 1-14 16,0 1 9-16,-1 0-11 0,0 2-12 0,-1-1 5 0,0 2-7 16,2 2 14-16,0 1 6 0,0 0-8 0,1 1-4 0,1 0 2 0,1 2 0 15,2 0-10-15,1 2-6 0,2-1 0 0,1 0 0 0,2 2 0 0,2 0 0 16,0 2 0-16,3-1 0 0,1-2 0 0,2 2 0 0,2-2 0 16,1-1 0-16,0-1 0 0,3-1 0 0,-2-1 0 0,3-1 0 0,1-2 0 15,-1 0 0-15,1-2 0 0,0-1 0 0,1 0 0 0,-1-1 0 0,0-1-20 16,0 0 14-16,-2-1-2 0,0-2 6 0,-2 0 6 0,1 0-10 15,0-1 12-15,-2 1 0 0,-1-2-4 0,-2 0 0 0,0 0 0 0,1-2-4 16,-1 1 2-16,0-1-2 0,-1 0 2 0,1 1 2 0,-1 0-2 0,-2 0 4 16,2 0-4-16,-1 1 0 0,0 0 8 0,0 2-8 0,0 0 6 15,-1 1-4-15,1 0 0 0,-1 1-2 0,1 0 0 0,-1 2 0 0,0-1 0 16,1 1 0-16,-1 0 0 0,1 0 0 0,-1-1 0 0,1 0 0 16,0 0 0-16,0 0 0 0,0-1 0 0,-1-1 0 0,0-1 0 0,0 0 0 15,-1-2 0-15,1 1 0 0,0-2 0 0,0 0 0 0,1-1 0 0,-2-1 0 16,-1-2 0-16,0 0 0 0,0-1 0 0,-1 0 0 0,-2 0 0 15,-1 0 0-15,-1 1 0 0,-1 0 0 0,-1 2 0 0,-1 0 0 0,-1 0 0 16,0 0 0-16,-2 0 0 0,-1 0 0 0,1 0 0 0,-2 1 0 0,-1 1 0 16,0 1 0-16,-1-1 0 0,2 1 0 0,-1 1 0 0,0 1 0 15,1 1 0-15,1 2 0 0,0 1 0 0,1 1 0 0,0 0 0 0,0 2 0 16,0 0 0-16,1 1 0 0,1 1 0 0,1 0 0 0,1 0 0 16,1-1 0-16,1 1 0 0,1-1 0 0,2-1 0 0,1 1-40 0,1-1-69 15,3 1-8-15,0 0-19 0,4 0-26 0,1-1-34 0,-1-1-29 0,4-1-28 16,1-1-17-16,1-1-20 0,0-2-39 0,3 0-73 0,0-1-67 15,1 0-306-15</inkml:trace>
  <inkml:trace contextRef="#ctx0" brushRef="#br0" timeOffset="103939.81">8739 12485 463 0,'9'1'347'0,"1"2"-38"0,2 1-52 15,-2 1-34-15,-3-1-21 0,0 2-24 0,-1 0-12 0,0 1-13 0,-1 0-19 16,-1-1-22-16,0 1-18 0,0-1-15 0,0 0-23 0,0 0-10 0,-1 1-9 16,2 0-15-16,-2-1-4 0,1 1-8 0,0-1-3 0,-1 0 0 15,0 0 1-15,-1-1 4 0,1 0-5 0,-2 1-4 0,1 0 0 0,-2-1-4 16,0-1 6-16,-1-1 3 0,-1 0-1 0,0 0 5 0,-2-1 2 15,-1-1 6-15,-1 0 15 0,0-2 12 0,-1 0 9 0,1-2 4 0,-1-2 11 16,1 0-1-16,-1-2 1 0,0 0-3 0,-1-2-10 0,2 0-2 0,-1-1-3 16,1-2-2-16,0 0 2 0,1-2-3 0,-1 1-7 0,2-2-4 15,0-1-8-15,0 1 5 0,2 0-11 0,0 1-9 0,1 0-2 0,1 1-4 16,1 0-4-16,1 3 6 0,0 1-6 0,1 0-8 0,1 2 2 16,-1 0-4-16,1 1-2 0,2 1 2 0,0 0 2 0,0 2-10 0,1-1-6 15,0 1-18-15,1 0-19 0,0 1-17 0,0 0-22 0,2 0-24 0,1 0-10 16,2 0-28-16,1 0-19 0,-1 0-26 0,0-1-28 0,1 1-22 15,2 0-19-15,-1 0-43 0,1 1-89 0,2 0-133 0,1-1-180 0</inkml:trace>
  <inkml:trace contextRef="#ctx0" brushRef="#br0" timeOffset="104605.87">9194 12438 1087 0,'-7'5'527'0,"1"-1"-285"15,-1 2-55-15,0-2-22 0,2-1-2 0,1 1-17 0,0-1-22 0,1-1-17 16,0 1-16-16,0 0 0 0,0 0-4 0,1 0-3 0,1-1 0 0,-1 0-14 16,2-1-11-16,1-1 2 0,-1 1-8 0,2 0 2 0,0 0-9 15,1 0-6-15,1-1-5 0,1-1-7 0,1 0 1 0,1-1-9 0,0 1-6 16,0-1-3-16,1-1 1 0,0-1-7 0,0 0 7 0,0-1-8 0,1 0-10 16,-2 0 10-16,2-2-2 0,-1 0 3 0,0-1 1 0,0-1-6 15,0 1 0-15,0-2-2 0,-1 1 6 0,0-1 2 0,-1 0-8 0,-2 0 0 16,1 1-2-16,-1-2 4 0,-1 0 8 0,-1 0-8 0,-1 1 0 15,0 0-6-15,-2 3 4 0,0-1 0 0,-2 1 2 0,0 0-4 0,-1 1-9 16,-1 1 2-16,-1 0-1 0,-1 2 4 0,-1 0 8 0,-1 2-3 0,-1 0 1 16,0 1-2-16,0 1 2 0,0 0 2 0,0 2 2 0,0 0-2 15,1 1 2-15,0 2 2 0,0 0-2 0,3 2 1 0,-2 0 1 0,1 1 4 16,1 1 1-16,-1 3 5 0,3 0-3 0,-1 2-1 0,2-2-5 0,2 1 7 16,0 1-2-16,3 0-1 0,0-1 7 0,1 1-5 0,2 1-3 15,1-1 7-15,1 0-9 0,1-2 0 0,1 0 8 0,0 0-12 0,2-2 5 16,1 0-9-16,0-2 1 0,2-2 1 0,0 0-2 0,1-2 4 15,1-2-6-15,0-1 0 0,-1-1-2 0,2-1-6 0,0-1-7 0,-1-1-12 16,0-2-17-16,0-1-17 0,0-1-25 0,-3-1-33 0,2 0-30 0,0-1-39 16,0-1-44-16,0-1-54 0,-1-1-83 0,1 0-141 0,-1-1-264 15,0 0 50-15</inkml:trace>
  <inkml:trace contextRef="#ctx0" brushRef="#br0" timeOffset="104823.87">9788 12344 2141 0,'-4'3'337'0,"1"0"-108"0,0 2-30 0,0-1-19 16,3-1-11-16,0-1-21 0,1 1-23 0,0 1-9 0,0-1-14 15,0 0-13-15,1 0-13 0,0-1-19 0,1 1-6 0,-1-1-3 0,3 0-20 16,0 0-28-16,1 0 0 0,0-1 0 0,0 1 0 0,1-1 0 0,0 0 0 16,0-2 0-16,0 0 0 0,-1 0 0 0,3-1 0 0,-1-1 0 15,1 1 0-15,1-1 0 0,-1 0 0 0,1 0 0 0,0 0 0 0,1-1 0 16,0 1-48-16,1 1-20 0,0-1-12 0,-1 1-9 0,1-1-13 15,0 1-24-15,1 0-24 0,-1 0-34 0,-1 1-35 0,0 1-35 0,-1 0-55 16,-1 0-92-16,-1 0-190 0,0 1-414 0</inkml:trace>
  <inkml:trace contextRef="#ctx0" brushRef="#br0" timeOffset="105072.99">9939 12615 2282 0,'-1'4'287'0,"2"0"-78"16,1 1-32-16,1-2-24 0,2-2-13 0,0 0-20 0,1-1-21 0,1 0-5 16,-1-1-6-16,2 0-12 0,-1-1-7 0,1 0-11 0,0-1-9 15,0 1-18-15,1-1-1 0,0 0-11 0,-2 1-1 0,1-1 0 0,0 0-2 16,-1 2-4-16,1-3-2 0,-1 1-8 0,1 0 2 0,0 0-2 16,-2 0 2-16,1 0-4 0,-1 0 0 0,0 0 4 0,0 0-8 0,-1 0 8 15,0 1-18-15,0-2 0 0,-1 1-12 0,1 0-22 0,-1-1-5 0,0 0-30 16,1 1-9-16,-1-1-32 0,0 1-43 0,0-1-44 0,0-1-66 15,-1 0-69-15,0 1-92 0,-1-1-187 0,0 1-429 0</inkml:trace>
  <inkml:trace contextRef="#ctx0" brushRef="#br0" timeOffset="115907.67">10467 11173 890 0,'-1'1'413'0,"-1"0"-200"0,1 1-52 0,-1 1-24 0,1 0-10 0,0 0-11 16,1-1-14-16,-1 1-12 0,0 0-12 0,0 1-7 0,-1-1-3 15,1 0-4-15,1 0-2 0,-1 0-8 0,1 1-4 0,0 0-13 0,-1 0-2 16,1 1-9-16,1-1-4 0,-2 0 4 0,1 1 1 0,0 0 3 0,-1 0 4 15,1 0 2-15,0 0 1 0,-1 0 10 0,1-2 1 0,-1 2 0 16,0 0-3-16,0-1-7 0,0 1 4 0,1-1-4 0,-2 0-2 0,2 0 0 16,-1 0-8-16,-2 0-3 0,2 0-3 0,0 0-3 0,-1 0-5 0,1 0 7 15,-1-1-5-15,1-1 3 0,-1 0 0 0,1 0-8 0,-1 0 6 16,1-1-4-16,0 0 4 0,0 0 5 0,0 0-1 0,-2 0-4 0,1 0-3 16,-1 0 5-16,-1 0-2 0,1 0 2 0,0-1 4 0,0 0-6 0,0 1 2 15,1-1 5-15,-1 1-1 0,0-2-2 0,-1 1 7 0,2-1-3 16,-1-1 3-16,1 0-5 0,0 0 1 0,-1-1-2 0,1 0-4 0,0 0-2 15,1 0 2-15,0 0-6 0,1-1-12 0,0 0 0 0,1 0 0 0,0 0 0 16,1-1 0-16,1 0 0 0,0 0 0 0,2-1 0 0,1 0 0 16,0-1 0-16,0 0 0 0,2 1 0 0,1-1 0 0,1 0 0 0,0 0 0 15,2 0 0-15,-2 0 0 0,2 1 0 0,1 0 0 0,0 0 0 16,1 3 0-16,-1-1 0 0,1 1 0 0,1 1 0 0,0 0 0 0,-2 2 0 16,2 1 0-16,-1 1 0 0,2 0 0 0,-1 2 0 0,0-1 0 0,0 1 0 15,-1 1 0-15,0 0 0 0,0 1 0 0,0 1 0 0,-2 1 0 16,-1 0 0-16,-1 1 0 0,-3 0 0 0,0-1 0 0,-1 2 0 0,-2 1 0 15,-1 0 0-15,-2 1 0 0,-1-1 0 0,-2 2 0 0,-2 0 0 0,-1 2-4 16,-1 0-16-16,-2 0-18 0,-2 0 10 0,-1 1 24 0,-3 1-2 16,-1-1 18-16,0 2 2 0,-1-1-14 0,0-2 8 0,-1 2-6 0,1 0 4 15,-1 0-8-15,1-2 10 0,1 0 12 0,2-3-8 0,2-1 6 16,2-1-16-16,2-3-2 0,3 0 0 0,1-2 0 0,2 0 0 0,1-1 0 16,3-1 0-16,1-1 0 0,2-1 0 0,2 0 0 0,2-1 0 15,1-1 0-15,1 0 0 0,2-1 0 0,2-2 0 0,2 0 0 0,0 0 0 16,2-1 0-16,1 0 0 0,-2 0 0 0,1 1 0 0,0 0 0 0,-1-1 0 15,1 1 0-15,0 0 0 0,-1-1 0 0,0 1 0 0,1 1 0 0,-1-1 0 16,0 1 0-16,-2 0 0 0,0 0 0 0,-3 1 0 0,1 0 0 16,-2-1 0-16,0 2 0 0,-3-1 0 0,1 1 0 0,-1 0 0 0,-1 0 0 15,0 1 0-15,-1-1 0 0,0 1 0 0,-2-1 0 0,0 1 0 16,0-1 0-16,-1 1 0 0,-1 0 0 0,-1-1 0 0,0 1 0 0,0-2 0 16,0 1-14-16,0-1-139 0,-1 0-48 0,1-1-46 0,0-1-81 0,0-1-95 15,1-1-107-15,2-1-194 0,0-2-306 0</inkml:trace>
  <inkml:trace contextRef="#ctx0" brushRef="#br0" timeOffset="119990.48">11485 11040 1405 0,'1'15'545'0,"1"4"-382"0,1 5-9 15,1 1-8-15,0-1 1 0,3 2-14 0,3 1-18 0,0 2-19 0,2 3-9 16,-1 0-3-16,-2 3-9 0,3 0-24 0,2 0-17 0,0-1-5 15,2-1-19-15,-2 0 8 0,1-1 0 0,1 1-14 0,1-3-1 0,-1 0-4 16,0-4-1-16,0 0-4 0,-2-2 1 0,-1-1 0 0,-1-3-6 0,0-2-2 16,-2-4-6-16,0-1-24 0,-3-3-31 0,0-1-30 0,-1-2-32 15,-2-2-25-15,-1-2-38 0,-1-1-57 0,-1-2-57 0,-1-3-120 0,-2-1-287 16,-1-1 74-16</inkml:trace>
  <inkml:trace contextRef="#ctx0" brushRef="#br0" timeOffset="120240.48">11536 11256 1399 0,'-8'-9'529'16,"0"0"-341"-16,-2-2-4 0,2 2-15 0,3 2-13 0,4 0-11 0,0 0-17 16,2 0-14-16,1 1-9 0,3-1-1 0,2 0-8 0,1 1-12 15,1-1-11-15,2 1-10 0,-1 1-9 0,1 2-1 0,1 0-2 0,2 1-13 16,0 1-2-16,0 1-3 0,0 1-4 0,0 1 2 0,1 1-12 0,-1-1-1 16,-1 3-2-16,1 0-5 0,0 1 5 0,-1 1-4 0,-1 2-14 15,-1-1 2-15,1 2-2 0,-1-1 0 0,-1 1 10 0,0 2-8 0,-2 0-6 16,-1 1 4-16,-1 1-2 0,-1-1-4 0,-2 2-6 0,-1 1-13 0,-2 0-14 15,-1-2-7-15,-2 1-8 0,-1 0-18 0,-2-1-17 0,0-2-27 16,0-1-15-16,-1-1-5 0,0-2-9 0,1-1 16 0,-1-2-4 0,0-1 0 16,2-2-8-16,0-3-11 0,2-2-8 0,1-2-15 0,2-2-2 15,1-1-9-15,3-3-24 0,1-1-33 0,2-2-44 0,2-4-87 0,1 0-51 16</inkml:trace>
  <inkml:trace contextRef="#ctx0" brushRef="#br0" timeOffset="120473.99">11972 11124 878 0,'8'-1'408'16,"1"2"-130"-16,3 1-42 0,-1 2-21 0,-3 1-19 0,1 1-26 15,-1 0-27-15,-1 3-19 0,1 0-9 0,0 1-14 0,-1 1-6 0,-1-1-13 16,0 0-16-16,-1 0-2 0,-1 1-9 0,0 0-7 0,-2 1-5 0,0-1-10 16,-1 0-6-16,-2-1 2 0,0 0 2 0,-2-2-5 0,0 0 0 0,-2-1-6 15,0-1-9-15,-1-1 2 0,-2-2-4 0,0-1-5 0,0-1 2 16,0-2-4-16,-1-1-2 0,0-2 7 0,0-2-1 0,1-2-1 0,0-2-3 16,1-2-2-16,0-2 4 0,3-1 0 0,0-2 5 0,0-1-5 15,2-3 3-15,0 1-3 0,1-2 2 0,1 0-3 0,1-2-3 0,1 0 4 16,3 2-6-16,1 1 8 0,0 3-2 0,3 4-6 0,0 0-4 15,1 3-5-15,1 1-8 0,0 0-7 0,0 3-11 0,2 2-17 0,-1 0-17 16,1 1-25-16,1 1-24 0,-2 1-29 0,2 0-41 0,1 2-39 0,0 1-40 16,-2 1-40-16,0 1-23 0,-1 0-79 0,0 1-98 0,-1 1-100 15</inkml:trace>
  <inkml:trace contextRef="#ctx0" brushRef="#br0" timeOffset="121090.99">12308 11121 1605 0,'-1'9'367'15,"2"-1"-69"-15,0 1-40 0,0-1-33 0,1-2-31 0,0-1-43 0,1-2-26 16,1-1-20-16,1-1-10 0,0-2-13 0,0-1-9 0,1-1-5 15,1-3-17-15,-1 0-4 0,1-3-6 0,0 1-7 0,1-4-7 0,-1-1-7 16,1-2-1-16,0 0-13 0,0-2 6 0,-3 1 0 0,1 0-5 0,-1 2-1 16,0-2 6-16,-1 1-8 0,-1 0 4 0,-2 1 2 0,0 0-8 15,-2 0-6-15,0 1 4 0,-2 1 2 0,-1 3-4 0,-1-1 11 0,0 2-12 16,-2 2-1-16,1 2 10 0,-2 2-5 0,0 2 3 0,-1 1-6 0,0 2-3 16,0 2-3-16,0 2 2 0,1 2 8 0,-1 2 0 0,1 2 0 15,2 2 2-15,1 1-6 0,2 0 8 0,1 0-1 0,2 1-1 0,2 1 2 16,1-1-12-16,1 3 8 0,2 0 2 0,2-1-8 0,1 0 6 15,0 0-8-15,3-3 2 0,1 0 3 0,2-1-7 0,0-1-2 0,1-1 2 16,1-4-2-16,-1 0-9 0,0-3-5 0,0-1-5 0,1-1-18 0,0-1-8 16,-1-2-18-16,0-1-17 0,-1-3 0 0,1-2-11 0,-2-1-9 15,2-1-13-15,-2-3-12 0,1-2-8 0,-3-2 3 0,2-3 15 0,0 0 28 16,0 0 32-16,0-3 31 0,-2-1 23 0,0 0 16 0,0 0 15 0,-1 0 20 16,0 1 13-16,-2 0 14 0,-1 1 4 0,-1 1-5 0,0 0 2 15,0 3-8-15,-1 1 2 0,0 5-1 0,-2 2-2 0,1 1 10 0,-1 3-9 16,-2 1 7-16,-1 2-13 0,0 2-5 0,0 1 2 0,-1 0-11 0,0 2-3 15,1 0-8-15,-1 0-9 0,0-1-1 0,1 0-6 0,0-1-4 16,0-1-1-16,0 0-8 0,1-1 7 0,-1 0 5 0,0-1-5 0,0-1 3 16,0 0-3-16,0 0-1 0,-1 0 1 0,-1-1-1 0,0 0-2 15,-1-1-8-15,-1 0 4 0,-1 0 4 0,0 2-4 0,-2-1 0 0,0 0-8 16,-1 1-3-16,-1 1 9 0,0 2-2 0,0 0 2 0,-1 1 0 0,0 3 1 16,1 1 1-16,-1 2 0 0,1 2 1 0,0 0-1 0,1 2-3 15,2-1 1-15,1 1 4 0,2 0 0 0,2 0-2 0,2 0 7 0,2-1-11 16,2 0 2-16,2 0 6 0,1-2-6 0,3-1 8 0,0-1-4 0,3-1-2 15,0 0 2-15,0-1-8 0,1-2 6 0,1 0-4 0,2-1-1 16,-1-2 8-16,0-1-8 0,1-1-1 0,-1-1-1 0,0-1 5 0,0 0-4 16,-1-1 4-16,-1-1 2 0,-1-1-5 0,-1 0 8 0,0 1-1 15,-1-1 0-15,-3 0-4 0,0-1-1 0,-1 1 1 0,-1-1-2 0,0 1 10 16,-1 1-1-16,0 0 1 0,-1 0-2 0,-1 1-6 0,0 1 7 0,0 0 5 16,0 1-5-16,0 0 7 0,-1 2-5 0,0 0 3 0,0 1 5 15,-1 0-4-15,0 2-7 0,1-1 5 0,0 2-3 0,-1 0 3 0,1 1-1 16,0 0-4-16,-1 1 0 0,2 0-2 0,-1 0 1 0,0 0-3 0,1 0-3 15,0 1-5-15,0-1 2 0,0 1-7 0,0-1-12 0,0 0-18 16,-1-2-38-16,0-2-44 0,0 0-62 0,0-2-95 0,-2-1-119 0,2 0-149 16,-2-3-219-16,1-2-145 0</inkml:trace>
  <inkml:trace contextRef="#ctx0" brushRef="#br0" timeOffset="121223.99">13254 10817 1959 0,'-3'0'374'0,"0"0"-150"0,-1 1-26 0,1 2-27 0,1-1-37 0,0 1-42 15,1 1-32-15,0-1-10 0,1 0-9 0,-1 0-9 0,0-1-8 16,1 0-11-16,0 0-19 0,2-1-16 0,-1-1-28 0,2 0-37 0,0-1-39 16,1-2-59-16,0 0-67 0,3 0-79 0,0-2-78 0,2 0-138 0,1-2-405 15</inkml:trace>
  <inkml:trace contextRef="#ctx0" brushRef="#br0" timeOffset="121624.56">13522 10660 1740 0,'-8'7'260'0,"0"0"-38"0,-3 3-6 0,2-1-14 0,1 0-36 16,2 0-35-16,1 0-19 0,1 1-9 0,1-1-13 0,1 0-9 0,2-1-20 15,2-2-28-15,1 1-2 0,2-1-14 0,0-1-6 0,2 1 9 16,2 1-3-16,0 0 12 0,0 0 1 0,1-1-5 0,1 0-7 0,1 1-8 16,-1 0-3-16,0-1 5 0,0 1-10 0,2 0 1 0,0 0-5 0,0 0 2 15,0-1 2-15,-2 1-2 0,1 0 0 0,-1-1 0 0,0 0 0 16,-2 0-3-16,-1 2-5 0,-3-1 0 0,0 0-5 0,-2 1-11 0,-2 0-8 15,-2-1-11-15,-2-1-12 0,-1 0-11 0,0 1-5 0,-3 0-6 16,0-1 1-16,-2 0 1 0,-2 0 4 0,1-2 14 0,0 0 20 0,1-1 17 16,0-2 11-16,0-2 9 0,1-1 12 0,1-2 17 0,0 0 10 0,2-1 18 15,1-1-2-15,0-2-1 0,3 0-6 0,0 0-14 0,2 0 1 16,1-1-8-16,1-1-7 0,2 0-4 0,1 0-11 0,1 1 8 0,1 0 0 16,1 0-6-16,0 0 4 0,0 1-4 0,1 1 0 0,0 0 4 0,1 0-3 15,1 2-7-15,0 0 3 0,-2 2-2 0,2 0 0 0,0 1 0 16,-1 1-2-16,0 1 0 0,0 1-2 0,-1 0 0 0,1 1 7 0,-1 1 3 15,1 0 8-15,0 1 4 0,-2 0 3 0,1 1-7 0,-1-1 3 16,0 0-3-16,0 0-4 0,-1-1-3 0,0 1 0 0,-1-1-5 0,1-1-2 16,-1 0 4-16,0 0-5 0,0-1-6 0,-2-1-12 0,0 0-11 0,-1-1-18 15,0-1-24-15,-1-1-28 0,-1 0-50 0,0 0-80 0,0-2-95 16,-2-1-127-16,0-1-200 0,-1-1-414 0</inkml:trace>
  <inkml:trace contextRef="#ctx0" brushRef="#br0" timeOffset="121774.56">13821 10537 2052 0,'-5'3'352'0,"1"1"-126"0,-2 2-34 0,0 0-25 16,1 0-39-16,1 1-26 0,0 1-22 0,2 0-15 0,-1 0 1 0,2-1-13 15,0 1-12-15,1-1-17 0,0-1-3 0,1-1-12 0,0-1-7 16,1-1-6-16,2 0-26 0,-1-1-20 0,2-1-38 0,1 0-33 0,0-2-40 16,0-1-62-16,2 0-60 0,0-1-73 0,2 0-71 0,1-1-106 15,2-1-385-15</inkml:trace>
  <inkml:trace contextRef="#ctx0" brushRef="#br0" timeOffset="122040.56">14192 10670 1840 0,'3'8'290'0,"1"-1"-65"0,2 3-23 0,1-2-24 0,0-3-46 16,1 1-25-16,2-2-13 0,-2 1-12 0,2-1 0 0,-1-2-7 0,1 0-14 16,0-1-5-16,1-1-8 0,-2-1-5 0,2 0-2 0,0-2-4 0,-1 0-3 15,0-2-8-15,-1 1 2 0,-1-2-5 0,0 0 2 0,-1-1-2 16,0-1 2-16,-2 0-10 0,0-1 5 0,-1 0-3 0,-1 1-5 0,0-2 9 15,-2 0-6-15,-1 0-5 0,-1 0 0 0,-2 0-2 0,0 2-8 16,-2 0 2-16,-1 2 2 0,-1-1-8 0,-1 2 4 0,-2 0 0 0,1 0-6 16,-3 0 0-16,0 2-2 0,-1-1 6 0,0 2 2 0,0 1 0 0,0 0-4 15,0 1-7-15,1 1-5 0,0 2-7 0,2 1 7 0,0 0 3 16,1 3-12-16,3 0-4 0,1 1-13 0,1 2-15 0,2 0-7 0,1 2-23 16,1 0-25-16,1-1-23 0,2 0-22 0,2-1-31 0,1-2-35 0,3 1-44 15,2-2-47-15,1-1-44 0,3-2-81 0,2-1-194 0,1-2 78 16</inkml:trace>
  <inkml:trace contextRef="#ctx0" brushRef="#br0" timeOffset="122325.55">14571 10553 1538 0,'0'-1'427'0,"2"1"-177"0,-1 0-49 16,1-1-24-16,-1 2-23 0,1 0-44 0,-1 0-20 0,1 2-19 0,-1 0-7 16,1 1-1-16,1 0-7 0,-1 0-4 0,1 0-16 0,0-1-9 0,0 1-13 15,1 0-5-15,-1 0-2 0,0-1-1 0,1 2-5 0,0 0 1 16,0-1-2-16,0 1-3 0,0 1 4 0,-1-1-6 0,0 1-2 0,0 0-2 15,-1-1-4-15,1 0-1 0,-1-1-4 0,1-1 0 0,0 0 0 16,0-1 7-16,0 0-1 0,0 0 1 0,0-1 1 0,0 0 8 0,-2-1-2 16,2-1 3-16,1-1 1 0,-1 0 0 0,2-1 5 0,-1 0 2 0,1-1 0 15,1-1-5-15,-1 1 3 0,1-1 2 0,-1-1-3 0,1 1-1 16,1-1 3-16,-3 0 1 0,2 1 4 0,1 1-3 0,-1 0 0 0,0 1 1 16,1 1 3-16,0 1 4 0,0 1-1 0,0 1 3 0,-1 1-2 0,1 1-5 15,0 1 2-15,0 1-6 0,0 0-5 0,-1 0 2 0,0 1 1 16,1 1-3-16,0-1 3 0,0 0-3 0,-1 0-6 0,1-1-8 0,-1-1-25 15,0 0-19-15,-2-1-36 0,1-1-52 0,-1-1-50 0,-1 0-78 16,0-1-79-16,-1-1-135 0,0-2-293 0,-2 0 8 0</inkml:trace>
  <inkml:trace contextRef="#ctx0" brushRef="#br0" timeOffset="122974.29">11240 11273 1565 0,'-3'-2'393'0,"-1"1"-121"0,-1 0-59 15,1 1-23-15,1-1-9 0,1 1-19 0,0-1-7 0,-1 1-21 0,1 0-7 16,-1 1-12-16,1 0-23 0,1 0-6 0,0 0-6 0,0 0-12 16,1 1-8-16,-2 0-3 0,1 1-8 0,1 0-5 0,-2 0 0 0,2 2-36 15,-2 0-8-15,2 0 0 0,0 1 0 0,-1 0 0 0,2-1 0 0,-2 0 0 16,0-1 0-16,1 1 0 0,-1 0 0 0,1 0 0 0,0-1 0 16,-1 1 0-16,1-2 0 0,0 1 0 0,0 0 0 0,0-1 0 0,0 0 0 15,0 0 0-15,-1 0 0 0,1-1 0 0,-1 0 0 0,2 0 0 16,-1-1 0-16,1 0 0 0,0 0 0 0,-1-1 0 0,1 0 0 0,-1 0 0 15,0-1 0-15,1 0-62 0,0-1-140 0,0 0-100 0,2-1-166 0,0-1-250 16,2 0-543-16</inkml:trace>
  <inkml:trace contextRef="#ctx0" brushRef="#br0" timeOffset="123507.3">15259 10367 2524 0,'0'4'407'0,"-1"0"-249"0,1 1-21 0,-1-2-11 0,2 0-11 16,1 0-10-16,2 2-24 0,0-1-24 0,1 2-7 0,-1-1-2 0,-2-2-8 15,1 0 1-15,0-1-14 0,-2 0-17 0,1-1 2 0,-1-1-6 0,0 1-2 16,1-2 2-16,-1 1-4 0,0 0 0 0,0-2 0 0,0 1-12 16,1-2 0-16,0 0-19 0,0 1-18 0,1-3-19 0,-1 0-22 0,0-1-22 15,1-1-38-15,0 0-46 0,-1-1-63 0,1 0-80 0,0 0-68 0,1 0-151 16,0 0-548-16</inkml:trace>
  <inkml:trace contextRef="#ctx0" brushRef="#br0" timeOffset="124157.29">15539 10081 1515 0,'-6'-5'379'0,"-1"0"-194"15,0-2-17-15,1 1-11 0,0 1-1 0,1 1-18 0,0 1-17 16,1 3-7-16,1 0-13 0,0 1-4 0,-1 1-5 0,1 1-8 0,0 2-7 15,0 0-18-15,0 2-4 0,2 3-11 0,1 1-8 0,1 4 7 0,2 0-15 16,0 2-5-16,3 3-2 0,0 1 13 0,1 3 8 0,1 1-3 16,1 0-3-16,0 2-22 0,1-2-8 0,1 2-4 0,1-2 0 0,-1 0-6 15,1-1 4-15,-2-2 2 0,2 0-6 0,0-2 4 0,-1-3-4 0,0-1 0 16,-2-3 0-16,2-1-2 0,-2-3 5 0,0 0-7 0,0-1-4 16,0-2-7-16,-2-1-14 0,0-2 10 0,-2 0-4 0,0-1 6 0,-1-1-5 15,-1-2-6-15,-1 1-10 0,-1-2-16 0,-2-1 3 0,0-2-19 16,-1-1 11-16,0-1 0 0,-1-3 0 0,-1 1 16 0,-1-3-2 0,-1-1 8 15,-1-1 10-15,-2-2 5 0,0-1 13 0,-1-2 9 0,0 0 4 16,-2-1 4-16,1 0 6 0,-2-1 5 0,-1 0 8 0,-1-1 1 0,1-1 6 16,-2 1 3-16,1-1-1 0,0 2 8 0,1-1-22 0,0 0-2 0,1 4 18 15,1-1-5-15,2 1 14 0,1 3 1 0,1 1-18 0,2 0 5 0,2 2 4 16,1 1-2-16,1 1-1 0,1 2 3 0,1 1-3 0,1 0 4 16,0 1 0-16,1 1-5 0,0 0 1 0,2 0-5 0,1 0-4 0,1 2 3 15,1-1-1-15,2 2-12 0,0 1 11 0,1 1-14 0,1 1 7 16,1 0 5-16,0 1-12 0,1 1 5 0,0 2-11 0,1 0-4 0,-1 1 4 15,0 0-4-15,0 1 6 0,-1 1 0 0,-1-1-2 0,-1 2 6 0,0 0-14 16,-1 0 0-16,-1 1 0 0,0 0-6 0,-2 2-2 0,-1-2-5 16,-1 3-13-16,-1 0-26 0,-2-1-10 0,-1 2-11 0,-1-2 10 0,-2 1 3 15,-1-1-12-15,-1 0-7 0,-2-1-3 0,-1-1 12 0,-1 0 21 0,-1-1 21 16,1 0 7-16,-2 0 15 0,0-1 10 0,0 0 1 0,0 1 3 16,0-1 8-16,0 1-7 0,1-1 4 0,0 0 11 0,1 0-10 0,1-1 21 15,3-2 3-15,2 1-4 0,3-2 14 0,1 0-10 0,2 0 6 16,2-1 3-16,2 0-8 0,2 0 11 0,1 0-3 0,2-1-3 0,0-1 1 15,3-1-8-15,0 1-9 0,2-2 3 0,-2 0-15 0,2-1 5 0,0 0-2 16,0 0-7-16,-1-1 10 0,0 0-9 0,0 1 11 0,-1 0 1 16,-1-1-9-16,0 1 3 0,-3-1-9 0,0 1-12 0,-2-1 3 0,-1 1 3 15,-1 0-10-15,0 1-8 0,-1-1-13 0,0 0-25 0,0-1-17 0,-1 1-20 16,1-1-21-16,-1 0-32 0,0 0-42 0,0-1-63 0,0 1-65 16,0 0-54-16,1 0-61 0,-1 0-77 0,0 0-315 15</inkml:trace>
  <inkml:trace contextRef="#ctx0" brushRef="#br0" timeOffset="124441.29">15982 10299 1364 0,'1'4'327'0,"1"0"-71"16,0 2-25-16,0-1-22 0,1 0-23 0,0-1-27 0,1-1-27 16,-1 0-17-16,2 0-15 0,-2 0-11 0,2-2-2 0,1 0-14 0,0-2-8 15,1 0-6-15,1-2-7 0,0-2 3 0,1 0-8 0,0-2-2 0,-2-1-1 16,2-1-18-16,-1-2-3 0,-1 0-5 0,1-3-7 0,-1 1-5 16,0-1 0-16,-1 0 7 0,-2 0-7 0,0-1 5 0,0-1-22 0,-2 2-12 15,-2 0-4-15,0 0 14 0,-3 1 16 0,0 0-5 0,-2 2 6 16,0-2-19-16,-2 1-4 0,-3 2 6 0,0 0-5 0,-1 2 1 0,0 3 6 15,1 1 0-15,-2 2 5 0,0 2 2 0,1 1 6 0,1 3 2 0,1 0 2 16,1 3-4-16,1 2 1 0,0 2-3 0,2 1 6 0,1 1 7 16,2 0-13-16,1 1 6 0,1 2 5 0,3 2-3 0,2 0 17 0,2 3-6 15,2-1-12-15,0 0 1 0,2 2-10 0,2-1 4 0,1-2 2 0,1 1 2 16,-1-2-5-16,2-2-1 0,0 0 2 0,1-1-5 0,-1-1 3 16,1-3-2-16,0-1 0 0,-1 0-6 0,1-3-9 0,0-1 0 0,-1-1-16 15,-2-4-8-15,1-1-19 0,-1-2-31 0,-1-2-18 0,1-3-33 16,-2-2-31-16,1-2-45 0,-1 0-46 0,-1-2-29 0,0-3-9 0,-3-1-25 15,2 1-20-15,1-2-28 0,-2-1-313 0</inkml:trace>
  <inkml:trace contextRef="#ctx0" brushRef="#br0" timeOffset="125007.29">16487 10097 1063 0,'5'-15'334'0,"1"1"-78"0,2-2-18 15,0 7-10-15,-3 3-16 0,0 3-26 0,-1 2-13 0,-2 1-26 0,0 2-10 16,-1 0-18-16,1 2-18 0,0-1-17 0,0 1-18 0,0 1-9 16,1 0-17-16,1-1-5 0,-1 1 4 0,1-1-10 0,-1-1 9 0,2 0 7 15,1-2-13-15,0 0 13 0,-1 0-10 0,0-2-14 0,0 1 6 16,-2-1-18-16,0-1 3 0,-2 2-5 0,-1-2-3 0,-1 1 2 0,-2-1-10 15,0 0 8-15,-3-1 0 0,-1 1-14 0,-2 0 6 0,-2 0-5 0,1 1-9 16,-2 0 15-16,0 1-5 0,-1 1 6 0,1 1-2 0,1 1 2 16,0 1 6-16,1 2-6 0,-1 0 2 0,1 2 4 0,0 2-6 0,2 0 8 15,-1 2 0-15,2 0-14 0,2 1-9 0,2 1 20 0,2-1 3 0,2 3 2 16,2 0 13-16,2 0-23 0,1-1-2 0,3 0 10 0,0-1-6 16,0 0 2-16,2-3 0 0,1 1-2 0,2-2-2 0,1-1 2 0,1-2 2 15,2-2-2-15,1 0-2 0,1-2 6 0,1-1-12 0,-1 0 4 0,-1-2-1 16,0-2-5-16,0 0 4 0,-1-2 6 0,-1-1 8 0,-1-1-6 15,0-1-4-15,-2-1-2 0,1-1 2 0,-1 0 0 0,-1 0 10 0,-2-1-6 16,0 1-6-16,0-1 12 0,-1 1-3 0,-1 1 7 0,-1-1-8 16,0 2 5-16,-1-1 1 0,-1 1 0 0,0 1 5 0,0 1-17 0,-1 1 12 15,0 0-4-15,-1 2-2 0,0 0 11 0,0 2-3 0,2 0-10 0,-1 1 0 16,1 0-4-16,0 1-4 0,2 1 14 0,-1 0-2 0,1 0-6 16,1 0 4-16,0 1-10 0,-1-1 12 0,1-1-2 0,1 1-4 0,-1-2 3 15,1 0-10-15,1 0 3 0,-1-1 2 0,0-1 0 0,0-1 4 0,-2 1 2 16,1-2-2-16,-2 1 0 0,1-1-2 0,-2-1 2 0,0 1-6 15,0 0 4-15,-3-1 4 0,0 0-2 0,-1-1 1 0,-2 1-3 0,0 0-23 16,0 0-2-16,-2 1-4 0,-2-2-4 0,0 1 13 0,-2-1-6 16,-2 1 20-16,-1 0-6 0,0 0 1 0,-1 0 5 0,-2-1-9 0,1 0-4 15,-1 1 6-15,0 1-1 0,1 1-1 0,0 1 6 0,1 2-4 0,-1 0 3 16,0 3 1-16,2 1 7 0,1 1-9 0,1 1-1 0,3 1 11 16,2 0-5-16,2 1 32 0,3-1-1 0,1 1 3 0,1 0 2 0,2 0-7 15,2 0 4-15,1-1-10 0,2 0 8 0,1-2-2 0,1 0-2 0,2 0-3 16,2-2-1-16,-2 1-1 0,2-2-7 0,0 0 9 0,0-1-14 15,0-1-6-15,1-1 12 0,-1-1 1 0,2-1 3 0,0 0 2 0,0-2-10 16,-3 1-4-16,0-2-6 0,0 0 4 0,-2-2 2 0,0 0-4 16,-1-2 2-16,-1-1-18 0,0 0-4 0,-2-1-38 0,1-1-21 0,0 1-5 15,-1-1-29-15,-1-1-5 0,0-1-44 0,1-2-72 0,-1 0-72 0,1-2-71 16,-1-1-95-16,-1 0-134 0,0-1-312 0</inkml:trace>
  <inkml:trace contextRef="#ctx0" brushRef="#br0" timeOffset="125191.29">17573 9559 2139 0,'-3'0'261'0,"-1"1"-34"0,-1 2-23 0,2 2-34 16,-1 3-24-16,0 2-21 0,0 3-13 0,0 2-13 0,1 3-10 0,0 2-12 15,1 1-18-15,1 1-9 0,1 2-12 0,2-1-11 0,1 6-6 0,1 0-3 16,2 0-6-16,0 1-1 0,0-2-1 0,1 1 0 0,0-1-10 0,-1 1 2 16,1-3-2-16,-1 0-4 0,-1-3 4 0,1-1-4 0,0-3-8 15,0-3-15-15,0-3-10 0,0-2-13 0,1-1 4 0,-1-2-9 0,0-2-28 16,1-2-32-16,-2-1-49 0,1-3-45 0,1-1-61 0,0-2-70 15,1-3-65-15,0-1-132 0,1-2-348 0</inkml:trace>
  <inkml:trace contextRef="#ctx0" brushRef="#br0" timeOffset="125376.29">17948 9221 1364 0,'-3'-3'966'0,"0"1"-733"0,-1 1-15 16,0 4-37-16,1 1-31 0,-1 4-18 0,0 3-23 0,0 2-12 15,-1 5-5-15,2 3-5 0,0 3-8 0,0 4-8 0,3 1-19 0,0 4-15 16,1 1-4-16,2 1-27 0,0 2 13 0,1 2-7 0,0 1-2 0,1 0 17 16,1 1-25-16,0-2 0 0,1-1 0 0,0 1-4 0,1-3-2 15,-1-3-3-15,2-3-17 0,0-4-19 0,-1-4-33 0,1 0-33 0,1-2-59 16,-1-3-70-16,0-1-107 0,1-2-146 0,-1-2-194 0,-1-1-528 0</inkml:trace>
  <inkml:trace contextRef="#ctx0" brushRef="#br0" timeOffset="127759.48">12159 12096 1832 0,'2'-3'203'0,"3"-1"-115"0,3-4-28 0,7-2-10 0,4-2-10 16,4-2-3-16,6-2-20 0,5-1-13 0,6 0 7 0,3-4-5 15,3 0-5-15,5-2 4 0,5-2 1 0,2-1-2 0,4-1 13 0,6-2 2 16,4 0 2-16,5-2-1 0,6-2-1 0,2-2 4 0,6 1-4 16,4 0 4-16,6 0-1 0,2 1 2 0,4-2 8 0,7 0 3 0,3-1-9 15,6 1 14-15,4-1 3 0,4 0-6 0,5 1 8 0,4-3-12 0,5 1-6 16,5-1-1-16,5-1-3 0,6 0-6 0,2 0-2 0,4-3-1 15,4 1-9-15,3 1 6 0,3-2 4 0,0 3 14 0,0-2-1 0,1 1 21 16,0 2 5-16,-1 0 3 0,1 3 14 0,-3 1-17 0,1 0-16 0,-1 4 1 16,2-1-8-16,-4 4-5 0,-1 0 5 0,-3 0-9 0,-3 4-7 15,-3-1-4-15,-5 3-3 0,-4 1-8 0,-6 1 0 0,-5 3-4 0,-7 3-20 16,-6 1-17-16,-7 1-34 0,-7 0-56 0,-11 1-86 0,-9 0-109 16,-6-1-178-16,-10-1-363 0,-6-3-150 0</inkml:trace>
  <inkml:trace contextRef="#ctx0" brushRef="#br0" timeOffset="128774.56">11498 12076 392 0,'-2'-2'209'0,"0"-1"-70"15,-2 1 10-15,0 0 9 0,-1 2-17 0,0 0-29 0,-1 1-19 16,-1 1-15-16,-2 1-5 0,0 0-5 0,-1 2-4 0,-1 0-4 0,0 0-6 16,-1 2-4-16,0-1-1 0,-1 1-1 0,1 0-3 0,-1-1-8 15,-1 1-10-15,0 0-8 0,1 1-1 0,0-1-2 0,1 0-8 0,-1 1 2 16,1-1-7-16,-1-1-1 0,-1 2 2 0,1-2 9 0,-1 1-3 0,0 0-3 15,3-1 4-15,-3 1-13 0,1-1-4 0,1 1 3 0,0 0-11 16,0 0-3-16,-1 2 1 0,0 0-1 0,1 1-2 0,1 1 2 0,-2 0 0 16,0 0 2-16,0 2 8 0,1-1 2 0,2 2 1 0,-2 0 6 0,2-3-5 15,0 1 0-15,2-2 6 0,1-1-2 0,1 0 1 0,0-2 3 16,3-1 12-16,0-1 4 0,1 0 15 0,1-1 4 0,1-1 6 0,1-1 9 16,0 0 6-16,2-1 11 0,1 0 8 0,2-1 8 0,2-1 9 15,3-1-1-15,2-2 1 0,2-1-7 0,3-2 2 0,4 0-9 0,3-4-6 16,3-1-3-16,4-2-4 0,1-3-13 0,5-1 2 0,3-3-10 0,2-3-12 15,4 1 4-15,2-3-15 0,6-1 0 0,1-1-1 0,3 0-1 16,3-2-18-16,1 0-14 0,2 1 8 0,2 1 2 0,1-1 11 0,1 1 1 16,2 0-16-16,1 0 2 0,0 2-4 0,1 0 0 0,2 1 6 0,0 1-9 15,0 0-5-15,1 2 3 0,-3-1-10 0,2 0-9 0,1 0-13 16,-1 0-30-16,-1 1-22 0,0 1-14 0,-2 1-19 0,0 2-25 0,-2 0-31 16,-2 0-34-16,-1 1-58 0,-2 2-64 0,-2 0-160 0,-2 2-516 15</inkml:trace>
  <inkml:trace contextRef="#ctx0" brushRef="#br0" timeOffset="129174.56">12570 12614 1337 0,'1'9'370'0,"-1"1"-179"15,0 2 21-15,-1-3-31 0,-1-2-32 0,0 1-20 0,1 4-13 0,-1 1 7 16,-1 3-3-16,0 0 5 0,-1-1-8 0,0 1-11 0,1 1-1 16,0 0-14-16,2 1-4 0,1 3-19 0,2 1 2 0,0 2-13 0,2 2-1 15,0 2-8-15,0 3-11 0,1-1-2 0,1 2-7 0,0-2-3 0,0 1-7 16,1 1-6-16,0 1 2 0,1 1-8 0,0 0 2 0,0-2-16 16,-1-1-12-16,0 0 22 0,0-3 4 0,0-4 8 0,-1-1-2 0,0-5-18 15,0-1-14-15,1-3-8 0,-1-3-19 0,0-3-23 0,0-3-48 16,-1-2-51-16,1-3-70 0,-1-3-120 0,0-2-126 0,-2-2-224 0,0-4-511 15</inkml:trace>
  <inkml:trace contextRef="#ctx0" brushRef="#br0" timeOffset="129408.27">12540 12608 2077 0,'-5'-9'196'0,"2"-2"3"0,-2-2-11 0,3 1-29 0,2 2-23 0,2 1-14 15,1 1-10-15,2-1-9 0,1 2-5 0,2 0-10 0,1 1-10 0,0 0-15 16,2 1-8-16,1 2-8 0,0 0-14 0,3 2-6 0,0 1 0 15,-1 2-10-15,-1 1-1 0,1 1-3 0,0 2-5 0,-2 1-2 16,-1 1-4-16,-2 2-2 0,-1 2-6 0,-1 1-2 0,-2 2-2 0,-1 3-13 16,-3 1-8-16,-1 1-17 0,-1 1-26 0,-3 1-3 0,0 0-24 0,-2 0-19 15,-2 0-10-15,1 0-28 0,-3 0-6 0,0-3 5 0,-1 2 17 0,2-3 20 16,1-2 11-16,1 0-1 0,2-3-7 0,0-1-19 0,1-2-27 16,2-3-28-16,3-3-19 0,2-2-36 0,2-2-38 0,1-3-57 0,4-2-114 15</inkml:trace>
  <inkml:trace contextRef="#ctx0" brushRef="#br0" timeOffset="129641.26">12999 12704 1202 0,'12'0'304'0,"1"3"-42"0,4 0-27 0,-4 2-36 16,-1 2-21-16,-1 1-27 0,-3 0-15 0,2 3-10 0,-3 0-21 0,-2 2-17 15,0 0-13-15,-1-1-14 0,-2 1-8 0,0 0-9 0,0-1-14 0,-2-1-7 16,0-1-6-16,-1 0-12 0,-3-1 2 0,0 0-7 0,-1-1 0 16,-1-1-3-16,0-2-17 0,-2-2-16 0,0-2-17 0,-3-2-14 0,-2-1-7 15,-2-3-7-15,-1-2 2 0,1-3 10 0,-1 0 20 0,1-3 27 16,2 0 24-16,2-2 18 0,1-3 18 0,2-1 11 0,2 0 14 0,1-2 13 15,1-1-14-15,1-1-1 0,1 1 5 0,2 1-11 0,1 1 1 0,1 2-13 16,4 1-23-16,1 4-6 0,1 1-3 0,3 3 4 0,-2 3-2 16,2 0 1-16,1 2 1 0,0 2-8 0,0-1 4 0,0 2 2 0,1 1-9 15,1 0 3-15,-1 1-7 0,0 0-9 0,0 2 9 0,0-1-6 0,0 2-8 16,0-1-10-16,0 1-25 0,0-1-31 0,0 1-30 0,0 0-56 16,-1 0-68-16,-2 1-102 0,1-1-105 0,1 0-196 0,2-1-341 0</inkml:trace>
  <inkml:trace contextRef="#ctx0" brushRef="#br0" timeOffset="130291.32">13500 12704 2120 0,'5'2'306'0,"-2"0"-62"0,4-1-33 0,-1-1-34 0,0-3-44 0,1 0-21 16,0-1-29-16,0-2-13 0,0 0-11 0,-1-2-9 0,1 0 17 16,-2 1-2-16,0-3-10 0,1 0-7 0,-2-2-25 0,0 0-3 0,-2 0 1 15,-1 1-13-15,0 0 1 0,-3-1-1 0,-1 2 2 0,-1-2-2 0,-1 3 0 16,-2-1-5-16,1 0-5 0,-3 2-5 0,0 1 3 0,-1 1 2 15,-1 2-14-15,-1 2 1 0,0 2-5 0,-1 1-5 0,-1 3 8 0,1 1 1 16,0 3 5-16,3 2 5 0,-1 0 2 0,1 2 0 0,1-1-2 16,1 2 1-16,2 2 1 0,2 1-2 0,3-1 0 0,2 2 6 0,1-2-21 15,3 1 8-15,2-2 7 0,2 1-11 0,2-2 21 0,2 0-17 0,1-2-17 16,2-2-4-16,2 0-4 0,0-2-3 0,0-2 0 0,2-1-16 16,0-1-23-16,-1-2-11 0,2 0-21 0,-1-1-11 0,0-2-13 0,0-1-17 15,0 0-18-15,-2-2-15 0,0 0-1 0,-1-2-1 0,-1 0 17 0,0 0 23 16,-1 2 22-16,0-2 31 0,-3 0 32 0,1-1 25 0,-1 0 27 15,0-1 23-15,-1 1 23 0,1 0 29 0,-2 0 28 0,0-1 27 0,-1-2 17 16,-1 1 7-16,-2 0 0 0,2 1-6 0,-1 2-5 0,-1 0-2 16,2 2 1-16,-1 1-6 0,0 2-11 0,0 2-13 0,-1 0-8 0,0 1-9 15,-2 1-7-15,0 0-9 0,0 0-8 0,0 1-17 0,-2-1-8 16,1 0 2-16,0-1-13 0,0 0-4 0,-1-1 2 0,0 0-16 0,-1 0 3 16,0-1 6-16,-1-1-8 0,0-1-1 0,0 0-8 0,0-1 0 0,-1 0-5 15,-1-1-4-15,-1 0-10 0,-1 1-12 0,-1-1-15 0,0 0-1 0,-2 1-2 16,0-1-5-16,-3 2 13 0,1 1 4 0,-1 0 7 0,0 3 14 15,2 2-3-15,-2 1 11 0,0 2-6 0,0 1 11 0,-1 2 1 0,1 2-1 16,2 1 10-16,1 1 2 0,4 3 4 0,1-1-8 0,2 0-1 16,3 0 5-16,2 0-2 0,2 2 8 0,1-1-1 0,3-1-12 0,-1-2 2 15,3-1-2-15,0-1 1 0,1-2 3 0,2-2-4 0,2-1 0 0,0-1-5 16,1-2-1-16,1-1-1 0,1-1 0 0,-2-2-1 0,0-1 2 16,0-1 5-16,-2-1 2 0,0-1 5 0,-1 0 2 0,0-2 3 0,-3 0 1 15,1-1 6-15,-2 0-1 0,-1-1 5 0,-2 1-4 0,-1-1 1 0,0 0-1 16,-1-1 4-16,-1 1-10 0,-1 0 3 0,-1 1-5 0,0 1 14 15,0 1 12-15,0 2 5 0,0 0-8 0,-1 1-4 0,0 0 5 0,0 0-8 16,-1 2 9-16,0 2-8 0,1 0-3 0,0 1-5 0,1 1-6 0,0 0-7 16,0 0-10-16,1-1 0 0,0 1-3 0,0 1 3 0,1 0 10 15,-1 1 7-15,1-1 6 0,-1 1-8 0,-1 0-11 0,1 1-1 0,1-1-13 16,0 0-1-16,-1 0-6 0,1 0-15 0,-2 0-7 0,0-1-7 16,0 1-24-16,-2-1-30 0,0 0-36 0,-1-1-54 0,0 1-56 0,-2-1-55 15,0-2-92-15,-1 0-154 0,-2-3-238 0,0-1 171 0</inkml:trace>
  <inkml:trace contextRef="#ctx0" brushRef="#br0" timeOffset="130411.32">14316 12451 2029 0,'0'-4'295'0,"0"0"-32"0,2-1-34 0,0 1-56 0,1 1-45 16,-1 0-29-16,0 2-21 0,0 1-13 0,-1 0-21 0,1 1-15 0,-2 0-16 16,1 0-10-16,0 1-1 0,0-1-24 0,0 1-27 0,0-1-38 15,0 0-55-15,2-1-65 0,-1 0-100 0,1 0-130 0,0-1-233 0,1-1-400 16</inkml:trace>
  <inkml:trace contextRef="#ctx0" brushRef="#br0" timeOffset="130774.32">14750 12351 1727 0,'-7'9'273'0,"0"1"-46"0,-1 4-28 0,-1-1-32 15,2-2-49-15,0 0-33 0,1-1-10 0,-1 0-18 0,2 0-3 0,1 1-7 16,1-1-13-16,2-1 1 0,1 0-2 0,3 0-5 0,1 0-5 0,0 0-2 16,2 0-5-16,1 0 7 0,0-1 4 0,1-2-9 0,1 1 0 15,-1-2-7-15,2 1-2 0,1 0 1 0,0-1-4 0,1 1-6 0,-1-1 0 16,0 0-2-16,0 0 6 0,-1 0-3 0,0 0-2 0,-1-2-5 0,-1 3-14 16,-3-1-1-16,-1 0-17 0,-1 1-17 0,-2-1-31 0,-1 1-26 15,-2-1-21-15,-2 0-19 0,-1 0 8 0,-1-1 6 0,-2 0 15 0,1-1 35 16,-1 0 25-16,1-1 34 0,0-3 36 0,0 0 34 0,1-2 44 15,0-1 39-15,2-1 39 0,0-1 19 0,1-2-10 0,3 0-26 0,0-3-35 16,1 2-22-16,2-1-18 0,1 1 2 0,0 0-13 0,2 1-12 0,0 1 1 16,1 0-16-16,1 2 3 0,0 1-8 0,0 0-5 0,2 1-6 15,-1 1 0-15,1 0-9 0,0 2-6 0,0 0 1 0,1 1-6 0,0 0 3 16,-1 0-12-16,0 1-3 0,0 1 0 0,0-1-16 0,0 0-8 0,-1-1-34 16,-1-1-52-16,-2-1-69 0,-1-2-111 0,0 0-129 0,-1-2-190 15,-1-1-616-15</inkml:trace>
  <inkml:trace contextRef="#ctx0" brushRef="#br0" timeOffset="130925.32">14988 12257 2632 0,'-3'4'261'15,"-1"0"-40"-15,-1 3-34 0,1 1-36 0,0 1-55 0,0 0-30 0,0-1-19 16,1 2-11-16,1 1 4 0,0 0-15 0,0-1-8 0,1 0-8 0,1-3-12 16,1 0-1-16,0-1-12 0,2-1-24 0,1 0-24 0,1-1-36 15,1-2-38-15,1 0-48 0,1-2-58 0,1 1-74 0,0-2-69 0,2-1-43 16,1-1-43-16,0 0-9 0,2 0-201 0</inkml:trace>
  <inkml:trace contextRef="#ctx0" brushRef="#br0" timeOffset="131174.31">15239 12384 1104 0,'4'5'672'0,"2"0"-358"0,1 2-64 0,-2-1-29 0,0 0-37 0,2-1-48 16,-2 0-26-16,2-1-14 0,0 0-3 0,0 0-2 0,2-1-9 0,1 0-11 16,-1-1-4-16,1 0-12 0,-2-1-2 0,0-1-6 0,1 0-13 15,-1-1-2-15,0-1 0 0,1 0-3 0,-2-1 0 0,-1 0-6 0,1-1-7 16,-2-1-1-16,0 0 3 0,-1-2 5 0,-1 0-4 0,0-1-5 0,-1 0 2 15,0 0-2-15,0-2 5 0,-2 1-3 0,0-2-8 0,-1 0 0 16,-1-1-14-16,-1 1 18 0,-1 1-8 0,-1 1-2 0,-2-1 4 0,-1 1-16 16,-1 1 2-16,-1 1-2 0,-2 0-4 0,0 1 0 0,-1 1 9 15,0 1-3-15,-2 2 2 0,1 1-4 0,-1 1-8 0,2 0 1 0,0 2-7 16,1 2-3-16,-1 1-6 0,0 2-5 0,3 2 7 0,1 1-15 0,2 1 4 16,2 1-5-16,3-2-13 0,3 2-9 0,1-1-13 0,4 0-25 15,1-1-23-15,0-1-26 0,3-2-39 0,2 0-31 0,0-1-36 0,3-1-20 16,-1-1-19-16,4-1-18 0,0-1-12 0,1 0-14 0,-1-1-229 0</inkml:trace>
  <inkml:trace contextRef="#ctx0" brushRef="#br0" timeOffset="131807.31">15541 12366 917 0,'9'-2'420'0,"0"0"-53"0,2-1-39 0,-3 1-35 0,-2 0-45 15,1 0-42-15,-2 1-35 0,1 2-28 0,-1 0-17 0,0 2-13 0,-1-1-24 16,1 1-10-16,0-1-18 0,0 2-16 0,-1-1 2 0,0 0-17 0,-1 0-9 16,1 0 6-16,1 0-12 0,-1 0 1 0,1-1-3 0,-1 0-11 15,0 0 4-15,0-1-4 0,0-1-2 0,-1 1 2 0,1-1-6 0,-1 0 4 16,-1 0-6-16,1-1 0 0,-1 0 0 0,-1-1 1 0,1 1 1 0,-1 0 6 15,0 1 0-15,-1-1 3 0,1 0-1 0,0-1-6 0,-1 1-2 16,0 0-7-16,0 1 3 0,0-1 1 0,0 1-9 0,1 0 11 0,0 0-7 16,0 0-5-16,0 0 8 0,-1 0-5 0,1 0-1 0,0 0-2 0,0 0-1 15,1 0 3-15,0 1-10 0,0-1 3 0,1 0 1 0,-1 0-5 16,0-1 8-16,0 1-10 0,0-1-12 0,0 1-7 0,-1 0-9 0,1-1-7 16,-1 1 8-16,0-1-10 0,0 1 0 0,0-1 3 0,1 0-6 0,-1 0 8 15,0 0-4-15,1 0 5 0,-1 0 3 0,1 0 9 0,1-1 11 16,-1 1 10-16,0 0 7 0,1 1 11 0,0-1 6 0,0 0 4 0,-1 0 4 15,1 1-4-15,-1 0 4 0,2-1 9 0,-1 1 4 0,1-1 10 16,-1 1-2-16,0-1 0 0,1 0 8 0,-1 1-3 0,1 0 11 0,-2-1-8 16,1 0 0-16,0 1 4 0,-1-1-2 0,0 1 13 0,-1 0-4 0,1 0 1 15,-1 0-4-15,1 0-2 0,-1 0 5 0,-1 0-4 0,1 0-4 16,-1-1-4-16,0 1-8 0,1 0 1 0,-1-1-4 0,0 0-1 0,0 1-7 16,0-1-6-16,-1 1 0 0,0-1-5 0,0 0 4 0,0 0-8 15,-1 0 1-15,1 0-4 0,-1 1 5 0,0-1-4 0,-1 0 4 0,1 1 5 16,-1 0-14-16,1 0 8 0,-1 1-1 0,-1 0-5 0,1 1 7 0,-1 0-6 15,1 1 4-15,0 0 6 0,1 0 1 0,0 0 2 0,0 1 0 16,1 1-1-16,1 1 3 0,0-1 0 0,0 2-2 0,1 0 4 0,1 0 4 16,0 1-4-16,1 1-1 0,1-1-5 0,0 2-1 0,1-1-1 0,0-1 7 15,1 0-7-15,0 0 3 0,0-1-3 0,0-1-1 0,0 0 8 16,-1 0-11-16,2-1 1 0,1-2 0 0,1 0 2 0,0-1 5 0,0-1-1 16,1-1 5-16,-1-2-11 0,1 0 6 0,0-1 0 0,0-1-1 0,0-1 8 15,-1-1-3-15,1 1 5 0,-1-1-1 0,0-2-1 0,0 1 10 16,-2-2-8-16,-1 1 3 0,0-1-1 0,-1 0 1 0,-1 1 13 0,-1-2-1 15,0 1 1-15,-1 0-3 0,0-1-2 0,0 2-2 0,0 0-16 16,-1 2-10-16,0-1 0 0,0 3 0 0,-1 1 0 0,0 1 0 0,0 2 0 16,0 1 0-16,0 1 0 0,1 1 0 0,-1 1 0 0,0 0 0 15,1 1 0-15,0 1 0 0,1 1 0 0,0 1 0 0,1 1 0 0,1 0 0 16,1 0 0-16,0 1 0 0,0-2 0 0,1 2 0 0,0 0 0 0,1-1 0 16,0 1 0-16,1-1 0 0,1-1 0 0,0 1 0 0,0 1 0 15,0-1 0-15,0 1 0 0,-1-1 0 0,0-1 0 0,-1-1-14 0,0-1-68 16,-1 1-36-16,0-3-55 0,-1 1-79 0,-1-2-125 0,0 0-141 0,1 0-190 15,-1-1-205-15,2-2 148 0</inkml:trace>
  <inkml:trace contextRef="#ctx0" brushRef="#br0" timeOffset="132024.31">16480 12351 1842 0,'2'7'339'0,"0"-1"-79"15,1 2-21-15,0-2-35 0,-1-1-42 0,2-1-31 0,-1 0-32 0,3 0-9 16,0-2-10-16,1 0 2 0,1-1-6 0,0-1-12 0,1-1-12 16,1-2-20-16,1 0-5 0,1-2-6 0,0 0-8 0,0-1-1 0,0-1-6 15,-2 0-6-15,0-3-8 0,0 0-11 0,0-2-18 0,-2 1-22 16,1 0-30-16,-2-1-36 0,-1 0-39 0,-1-1-51 0,1-1-76 0,-1 1-81 16,0 0-122-16,0-1-232 0,0-1-182 0</inkml:trace>
  <inkml:trace contextRef="#ctx0" brushRef="#br0" timeOffset="132177.31">16651 12031 2360 0,'-4'4'297'0,"0"1"-36"0,0 2-23 0,0 2-55 0,1-1-31 15,0 4-22-15,2 2-35 0,0 1-11 0,1 2-5 0,0 1-12 16,2 2-4-16,0 0-15 0,2-1-14 0,1 1-30 0,1 2-4 0,3 0 0 16,1 2 0-16,2 3 0 0,1 2 0 0,2 0 0 0,0-1 0 0,2-3 0 15,-2-3 0-15,1-4 0 0,-2-5-18 0,-1-5-62 0,-1-2-41 16,0-4-60-16,1-3-82 0,0-4-142 0,0-2-181 0,1-5-291 0,1-5-249 15</inkml:trace>
  <inkml:trace contextRef="#ctx0" brushRef="#br0" timeOffset="132974.31">17416 11503 2703 0,'0'2'225'0,"-1"1"-25"0,0 0-14 15,0 5-17-15,0 3-46 0,0 4-27 0,0 4-19 0,-1 3-13 16,-1 4 2-16,0 2-4 0,0 6-16 0,0 0-14 0,0 3 0 0,1 0-18 15,1-1-14-15,1 3 0 0,0-2 0 0,2 3 0 0,1 0 0 0,0 0 0 16,1 0 0-16,0-2 0 0,1-2 0 0,-1-2 0 0,2-3 0 16,-2-2 0-16,1-5 0 0,-1-2 0 0,1-4 0 0,0-3 0 0,0-5 0 15,0-2 0-15,0-3-40 0,-1-3-34 0,-1-4-8 0,0-1-17 16,0-4-14-16,-1-4-18 0,-1-1-33 0,0-5-44 0,0-4-63 0,-2-3-49 16,-1-4-36-16,0-2-17 0,1-4 12 0,-2 1 46 0,1-1 75 0,1 1 91 15,-1-2 91-15,0 3 82 0,0-1 83 0,-2 1 69 0,-1 3 49 16,-1-1 30-16,-1 0-6 0,-1 1-16 0,0-2-4 0,-1 0-7 0,1 0-16 15,0 1-9-15,1 2-20 0,1 3-25 0,2 0-20 0,1 4-33 0,1 2-18 16,2 4-19-16,1 2-14 0,2 4 1 0,1 3-14 0,0 1-7 16,1 1 3-16,0 0-12 0,3 2 6 0,-1 0-4 0,3 2-5 0,1 1-5 15,1 0 1-15,2 2-6 0,0 1 3 0,0 1 3 0,2 1-4 16,0-1-8-16,-1 3 4 0,2 2 0 0,0 0-2 0,1 0 9 0,-3 2-9 16,0-2 0-16,-1 1 0 0,-1 0-2 0,-1 0 0 0,-1-1 2 0,-1 1-4 15,-1-2 4-15,-1 3-8 0,-3-1-21 0,-2 1-6 0,-1 0-14 16,-2 0-8-16,-1 1-10 0,-2 1-13 0,-2 0-15 0,-2 0-8 0,-1-2-3 15,-1 0-8-15,-1 0 8 0,1 0 6 0,-2-1 23 0,0 0 31 0,1 0 19 16,0 0 20-16,0 0 5 0,3-1 5 0,-2 1 12 0,2 0 11 16,1 1 13-16,0 0 7 0,2 1 3 0,2-1 5 0,1-1 1 0,2 2 2 15,1-1-6-15,2 1-5 0,2-1-13 0,0-1-1 0,2 0-1 16,2-2-20-16,0 0 5 0,2-1-1 0,0 0 7 16,1-1 16-16,0-1-4 0,0-1-8 0,2-1-17 0,-1-2 0 0,1 0-3 0,-2-2 7 0,2 0-9 15,0-2-3-15,0-1 7 0,-1-1-8 0,1-1-14 0,0 1-10 16,0-3-12-16,-1 1 6 0,-1-1 5 0,0-1-10 0,-2 0-24 0,0 0-40 15,-1-1-12-15,-1 1-16 0,0 0-2 0,1 0 2 0,-1 1-4 0,0 0 11 16,-1 0 10-16,-1 1 12 0,1 0 21 0,-1 2 15 0,0 0 14 16,0 2 20-16,0 0 15 0,1 1 22 0,-1 1 12 0,0 1 22 0,-1 1 21 15,0 0 15-15,1 1 24 0,0 1 2 0,0 0 3 0,1 1 6 16,0 1-8-16,0 0 2 0,-1 0-10 0,3 0-11 0,-1 0-12 0,0 0-15 16,1-1-4-16,0-1-13 0,0-1-6 0,0 0-2 0,1-2-9 0,1-1 12 15,1-1-4-15,1-2-2 0,0-1-9 0,1-1-17 0,0-2 13 16,0-1-4-16,-1 0 4 0,1-1-3 0,-1-1-16 0,0-1 9 0,-3 1-9 15,0-3 2-15,-2 0-6 0,-1 0-17 0,-1-1-1 0,0 1-3 0,-1 0-2 16,-2 0-5-16,0 0-10 0,-2 1-4 0,-2 0-3 0,-1-1 0 16,-2 1 6-16,-3 0-3 0,0 1 4 0,-1 1 10 0,-1 0 12 0,0 2 13 15,-1 1 1-15,0 1-1 0,0 3-1 0,-2 1-5 0,1 3 8 16,0 2-1-16,0 3 8 0,0 2 5 0,2 2 5 0,-1 2 6 0,1-1-3 16,1 2 8-16,1 3-1 0,1 0 4 0,2 1 7 0,1 2-17 0,2 1 5 15,1 0-3-15,2 1-10 0,1 1 1 0,1 0-3 0,2 1-8 16,0 0 1-16,2-2-10 0,0 0 15 0,2-1 1 0,1-3-3 0,1 1 11 15,1-3-21-15,-1-2-7 0,1-4-7 0,0-2-20 0,0-1-17 0,1-3-24 16,-1-2-21-16,0-2-28 0,0-2-27 0,1-3-36 0,-1-2-42 16,0-1-29-16,1-4-40 0,-1-1-41 0,-2-2-56 0,2 0-62 0,0-2-175 15</inkml:trace>
  <inkml:trace contextRef="#ctx0" brushRef="#br0" timeOffset="133491.31">18724 11793 1486 0,'5'-12'417'0,"0"1"-108"0,1-2-41 15,-1 4-41-15,-1 2-46 0,0 2-37 0,-3 2-20 0,2 1-15 16,-2 2-17-16,-1 1-8 0,1 0-12 0,-1 1-11 0,-1 0-8 0,1 1-16 15,-1 1-8-15,-1 0-12 0,0-1-2 0,1 1-5 0,-2 1-8 0,0 0 2 16,-1 0-6-16,0-1-2 0,0 0 8 0,-2 0-6 0,1 0 2 16,-1 0-4-16,1 2-4 0,-1-1 4 0,0 0 1 0,0 2-11 0,0-2 5 15,0 2-1-15,-1 0 6 0,1 1 6 0,0-1 0 0,1 1-6 16,0 0-5-16,2 1 5 0,1 0-3 0,1 2 5 0,2-1 2 0,1 2-12 16,2-2 9-16,2 1-3 0,1-1 0 0,3 0 6 0,0 0-5 0,1-2-10 15,3-1 3-15,1 0 3 0,1-2 3 0,0-1 1 0,2-2-5 16,1 0-1-16,-1-1-6 0,1-1 3 0,1 0 2 0,-1-2 1 0,0 0 2 15,-1-1 0-15,0 0 7 0,-1-1 8 0,1-1-10 0,-1 1 11 0,-1 0-10 16,-2-1 3-16,0 1 9 0,0-1-9 0,0 1 2 0,-3 0-2 16,1 1 0-16,0 0 11 0,-2 0-4 0,1 0 6 0,0 1 2 0,-1 1 4 15,0 0 1-15,0 1 3 0,-1 0-4 0,0 1-4 0,-1 0 5 16,0 2 1-16,2 0-2 0,-1 0-2 0,1 1-7 0,0 1 0 0,0 0-1 16,-1 0 3-16,-1 0-5 0,2-1 7 0,0 0-9 0,0-1-8 0,2 0 6 15,-1 0 1-15,-2-2-6 0,2 0 4 0,-1-2 2 0,0 0-6 16,-1 0 8-16,0-2-2 0,-2 0 0 0,1-1 3 0,-2-1-1 0,0 0 4 15,-2-1-6-15,-1-1-2 0,-1 0-6 0,-2-1-2 0,0 1-9 0,-3-1-14 16,-1-1-8-16,-2 1-20 0,-1-2-3 0,-3 2-6 0,1-1 1 16,-3 1 1-16,0 0 0 0,-1 1 8 0,0 0 7 0,0 1 8 0,-1 0-1 15,0 2-14-15,1 1 2 0,1 1-1 0,-1 3 7 0,1 1 10 16,0 1 13-16,1 2 18 0,2 1 17 0,3 2 16 0,2 1 8 0,0 1 3 16,3 0 5-16,1 1 3 0,1 0 5 0,2 1-2 0,1-2 3 0,1 0-3 15,2-2-8-15,2 1-2 0,1-1-2 0,0 1-6 0,1-2-5 16,0 0-3-16,1-2-1 0,1 0-1 0,2-2-7 0,1 1-6 0,-1-2-3 15,1 0 2-15,0-1 3 0,0-1-1 0,-1-1-5 0,1-1-1 0,-1 0 0 16,-1-1 0-16,-1 0-2 0,-1-2-15 0,0-1-17 0,-1 0-10 16,-1-1-26-16,-1-2-14 0,0 0-25 0,1-2-32 0,-2 1-36 0,0-2-47 15,0 0-38-15,-1-2-44 0,-1-1-44 0,0 1-67 0,0-2-74 16,-1 0-183-16</inkml:trace>
  <inkml:trace contextRef="#ctx0" brushRef="#br0" timeOffset="133675.31">19589 11573 1569 0,'-2'-3'576'0,"-1"-2"-241"0,-1 0-39 0,1 2-26 15,0 1-44-15,0 2-52 0,0 2-33 0,-1 0-24 0,1 2-15 0,0 2-19 16,0 0-6-16,1 2-10 0,-1 3-15 0,2 1-42 0,0 2-10 16,1 1 0-16,1 2 0 0,1 3 0 0,1 0 0 0,1 3 0 0,1 0 0 15,0 1 0-15,2 0 0 0,1 0 0 0,0-1 0 0,2 2 0 0,-3-1 0 16,3 0 0-16,-1 0 0 0,1-2 0 0,-2-2 0 0,1-1 0 16,0-5 0-16,-2-1 0 0,1-3 0 0,-2-4-58 0,1-2-66 0,-2-2-22 15,0-2-37-15,0-1-44 0,0-2-51 0,-1-2-110 0,1-2-133 16,0-3-224-16,1-3-284 0</inkml:trace>
  <inkml:trace contextRef="#ctx0" brushRef="#br0" timeOffset="133875.31">19895 11245 2603 0,'0'0'248'0,"-2"2"-24"0,0 1-46 0,0 4-32 0,0 1-23 0,-2 3-22 15,1 3-18-15,-1 4-8 0,0 2-8 0,0 5-6 0,2 3-4 16,0 1-8-16,2 4-7 0,2 0-6 0,0 3-34 0,1 2-2 0,1-2 0 15,1 3 0-15,0 0 0 0,0 1 0 0,1-1 0 0,0-2 0 0,2-3 0 16,-2-3 0-16,3-1 0 0,-1-4 0 0,0-2 0 0,2-4 0 16,-2-3-4-16,2-4-56 0,-1-2-21 0,1-4-21 0,1-3-25 0,0-3-50 15,0-2-71-15,0-4-123 0,-2-4-159 0,2-4-279 0,-1-6-316 0</inkml:trace>
  <inkml:trace contextRef="#ctx0" brushRef="#br0" timeOffset="134126.31">20692 9783 2138 0,'-4'1'312'0,"1"0"-145"16,-1 0-28-16,1 1-6 0,2 1 8 0,-2 3 4 0,1 0-6 0,1 4-8 15,-1 1-7-15,2 0-8 0,0 0-7 0,2-1-16 0,2-1-16 16,2-1-12-16,1 1-13 0,1-1-38 0,2-1-14 0,2-1 0 0,2-1 0 15,1-1 0-15,2-1 0 0,0-1 0 0,1-2 0 0,2-1 0 0,-1-1 0 16,1-2 0-16,0-1 0 0,-2-1 0 0,1-2 0 0,1-1 0 16,-3-1 0-16,2 0 0 0,-1 2 0 0,0-2 0 0,-2 0 0 0,-1 0 0 15,-3 1-20-15,-1 1-87 0,-3 2-30 0,-1 2-54 16,-1 0-65-16,-1 2-106 0,-1 1-122 0,-2 2-213 0,-2 1-543 0</inkml:trace>
  <inkml:trace contextRef="#ctx0" brushRef="#br0" timeOffset="134258.31">20872 10166 1784 0,'4'19'694'0,"1"1"-478"16,1 2-51-16,3-5-35 0,1-3-23 0,3-2-30 0,1 0-17 0,1-3-15 15,4 0-13-15,2-3-1 0,0-3-6 0,2-2-5 0,1-3-7 0,-1-2-17 16,1-3-16-16,0-2-36 0,-1-2-65 0,1-4-100 0,-1-1-156 16,2-3-215-16,-1 0-726 0</inkml:trace>
  <inkml:trace contextRef="#ctx0" brushRef="#br0" timeOffset="136808.38">21446 8225 472 0,'-1'-1'171'0,"0"0"-73"0,1 0-6 0,0-1 15 0,0 0 14 0,0 0-7 16,1-1-10-16,-1 2-14 0,0-1-25 0,0 0-6 0,0 0-10 15,0-1-11-15,0 0-4 0,0 0-3 0,-1 0 0 0,1 1-4 0,0 0 0 16,-1 0-1-16,1 1 0 0,-1-1 0 0,1 0 0 0,0-1-2 0,0 0-3 15,1 1 4-15,-1 0 1 0,-1 0 1 0,1 0 0 0,-1 0-7 16,0 1-2-16,0-1-5 0,0 1-2 0,-1 1-1 0,1-1-6 0,-1 0 3 16,1 1-4-16,-1 0 0 0,0 1 0 0,-1 0-6 0,1 0 3 15,-1 0 0-15,0 1 0 0,0 0 3 0,0 0-3 0,0 0-3 0,1 0 3 16,-1-1-1-16,2 1-1 0,-1 0 1 0,1-1-2 0,0 1 2 0,0 0-1 16,1-1 1-16,0 0-4 0,0 0 1 0,0-1 0 0,0 1 4 15,0 0 0-15,1-1 0 0,-2 0 0 0,1 0-4 0,-1 0 1 0,1 1 4 16,0-1-4-16,-1 0 3 0,1 0-1 0,0-1 1 0,-1 2 0 0,0-1 1 15,0 0-1-15,0 0-1 0,0 0 2 0,0 1 2 0,0-1 0 16,1-1-1-16,-1 1-1 0,0 0-1 0,0 0-1 0,0 0-1 0,0 0 4 16,1 0-5-16,-1 0 7 0,1 0 0 0,-1 0-2 0,0 0 5 0,1 0-7 15,0 1 1-15,-1 1-1 0,1-1 3 0,-1 1-2 0,1-1 1 16,1 0 5-16,0 1-6 0,-1-1 5 0,0 1-4 0,0 0-2 0,1 0 1 16,-1-1-4-16,2 1 10 0,-1-1-10 0,0 0 3 0,0 1 3 15,1 0-4-15,-1 0 4 0,1 1 4 0,0 0 3 0,-1 0-2 0,1 0 7 16,0 0 4-16,1 0 1 0,-1-1 6 0,0 2 1 0,0-1-1 0,0 1 3 15,-1-1-4-15,1-1 7 0,-1 1-8 0,1-1 0 0,-2 0-1 16,1 0 0-16,0 0 2 0,-1-1 0 0,0 0 0 0,0 0 3 0,0-1 2 16,0 1 3-16,1-1 3 0,-1-1-3 0,-1 1-5 0,1-1-1 15,-1 0-2-15,1 0 1 0,-1-1-3 0,1 0 0 0,-2 0-3 0,1 0 0 16,0 0 1-16,0-1-5 0,1 1 3 0,-1-1-7 0,0 0 0 0,0 0 3 16,1 1-3-16,0 0 0 0,-1-1 0 0,1 1-4 0,0 0 1 15,0 0-1-15,1 0-1 0,-1 0 0 0,0-1 0 0,-1 1 1 0,2-1-1 16,0 1 0-16,1 0 7 0,0 0 0 0,0-1 0 0,1 1 2 0,1-1-11 15,0 1 2-15,0 0-4 0,1 0 1 0,0 1 1 0,3 0-3 16,1 0 1-16,1 1-1 0,1 0-4 0,0 0 2 0,0 1 2 0,1 0-4 16,1 0 2-16,0 0 0 0,1 0-1 0,0 1 1 0,1-1 0 15,0 2-2-15,1-1-7 0,0 0-3 0,0-1 0 0,1 1 3 0,-1-1 7 16,-3 2 2-16,1 0 2 0,0 1-4 0,-1 1 4 0,-2 1-2 0,0 0-4 16,-3 0 3-16,-1 1-1 0,-1 0 2 0,0 0 7 0,-2 0 2 15,0 2-4-15,-1 0 0 0,-1 1-7 0,-2 2-3 0,0 0-2 0,-2 1 2 16,-2 1 1-16,-1 0-1 0,-1 0 9 0,-2-1-4 0,-1-1 0 0,0 2 5 15,1 0-7-15,-1 1 2 0,0-2 4 0,0 2-4 0,1-1 5 16,0 0 4-16,2-1 3 0,0 0 4 0,2-2 6 0,2-1 3 0,1-2-4 16,2 0 6-16,-1-1-6 0,3-1 2 0,1 0 4 0,1 0-3 0,0 0-1 15,1-2-1-15,2 1 0 16,0-1 3-16,1-1 3 0,1 0 0 0,0-1-6 0,1 0-6 0,0-1-1 0,-1 0-9 0,2-2 1 0,-2 1-5 16,3-1-2-16,0-1 4 0,0 1-4 0,-1 1-2 0,-1 0-2 15,0-1-3-15,0 1-8 0,0 0-11 0,-2 0-16 0,1 0-30 0,-1-1-38 16,0-1-47-16,1 0-44 0,-1-1-43 0,0 1-48 0,0-2-59 0,2 0-123 15,-1 0-306-15,2-2 153 0</inkml:trace>
  <inkml:trace contextRef="#ctx0" brushRef="#br0" timeOffset="136991.38">22284 8403 2239 0,'0'-1'214'0,"-1"1"-125"0,1 0-11 0,1 1 13 0,0-1 4 16,2 2-15-16,-1-1-24 0,1 1-29 0,-1 0-17 0,0 0-5 0,0-1-3 16,-1 0-4-16,0 0-6 0,1-1-15 0,0 0-12 0,0-1-31 0,1 0-43 15,2-2-57-15,0 0-84 0,1-2-120 0,0 1-219 0,1 0-362 16</inkml:trace>
  <inkml:trace contextRef="#ctx0" brushRef="#br0" timeOffset="137208.9">22599 7713 2316 0,'-4'0'105'0,"-1"1"18"0,-2 2 18 0,2 2 11 0,1 2-8 16,1 3-25-16,1 2-19 0,0 3-20 0,0 2-17 0,1 0-7 15,0 4-5-15,1 2-7 0,1 1-5 0,0 2-9 0,0-1-6 0,0 2-11 16,2-2 1-16,0 1-11 0,1 0-5 0,1 0 4 0,0 0-5 0,1-1-7 15,0-1 5-15,2-1-10 0,0-3-21 0,3 0-18 0,0-1-37 16,2-4-41-16,0 0-36 0,2-2-51 0,2-2-92 0,1-2-119 0,0-3-255 16,1 1-332-16</inkml:trace>
  <inkml:trace contextRef="#ctx0" brushRef="#br0" timeOffset="137374.9">23102 8127 2563 0,'-8'1'151'0,"2"2"-31"0,-2-1 15 16,2 3 6-16,2-1-12 0,0 1-36 0,2 0-35 0,-1 2-31 0,1 1-10 16,0-1-12-16,1-1 1 0,-1 0-8 0,1 0-11 0,1-2-22 0,1-1-25 15,1-1-27-15,1-2-39 0,1 0-27 0,3-1-68 0,0-2-77 16,2 1-110-16,1-2-217 0,1 0-355 0</inkml:trace>
  <inkml:trace contextRef="#ctx0" brushRef="#br0" timeOffset="137741.9">23657 7405 1743 0,'0'-3'253'0,"-1"1"-170"16,2-1 15-16,0 0 13 0,3 2 2 0,1-1-14 0,2 2-9 0,2-1-21 15,1 1-12-15,3 1-3 0,2-1-5 0,1 0 1 0,0 1-3 16,0-1-4-16,0 1-9 0,1-1 0 0,-2 0-12 0,3 1 1 0,-1-1-11 16,-1 0-5-16,0 2 0 0,-1 0-7 0,-1 3 2 0,0 0-4 0,-4 2 0 15,0 0 0-15,-2 3-5 0,-1 1-1 0,-3 2-4 0,-2 2-4 16,-2 2 1-16,-2 3 1 0,-2 1-14 0,-3-1-6 0,0 3-3 0,-2-1 2 16,1-1 18-16,-1 0 8 0,1-2 6 0,-1-3 8 0,1-1-5 15,1 0 7-15,0-2 11 0,1-2 4 0,2-1 9 0,1-1 6 0,1-1 1 16,1-3 1-16,2 0 6 0,2-1 4 0,1-1-6 0,0 0-4 0,4-1-9 15,1-2-11-15,3-1-1 0,2 0-9 0,2-2-5 0,2 0-4 16,1 0-5-16,2-1-6 0,-1 1-2 0,2-1-6 0,0 0-8 0,1 0-12 16,0-1-12-16,-1 1-17 0,2-1-18 0,1 1-11 0,-2 1-29 0,0-1-48 15,-3 2-48-15,-1 0-47 0,-1 1-56 0,-1 1-87 0,-3 0-279 16,0 0 140-16</inkml:trace>
  <inkml:trace contextRef="#ctx0" brushRef="#br0" timeOffset="137958.51">23993 8190 1894 0,'10'4'144'16,"3"-1"-79"-16,4 1 18 0,1-2 14 0,-1 0 9 0,4 0-9 0,1-1-25 15,2 0-24-15,2-1-21 0,-1-2-6 0,1 0-6 0,0 0-1 16,-2-1-4-16,0 0 3 0,-2 0 1 0,1-1-4 0,1 0 3 0,-2-1-9 15,0-1-6-15,0-1-11 0,-3 0-12 0,0 1-33 0,0 1-52 16,-2-1-58-16,0 0-62 0,-1 0-89 0,1 0-162 0,-1 0-425 0</inkml:trace>
  <inkml:trace contextRef="#ctx0" brushRef="#br0" timeOffset="138158.51">24587 8331 1543 0,'8'12'130'0,"3"3"-52"0,1 3 8 0,1-1 13 16,0-3 0-16,-1 4-24 0,0 0-23 0,-1 0-2 0,-2 2-1 0,-1-1 11 15,0-1 5-15,-1-1-8 0,1-2-3 0,-1 0-5 16,0 0-13-16,-1 0-10 0,0-1-12 0,-3 0-4 0,-2-2-6 0,0-2-4 0,-2 1-1 16,0-1-6-16,-2-2-4 0,-2 1-2 0,-1-2-18 0,0 0-26 0,-2-1-35 15,-1-2-58-15,-2-1-71 0,0-1-105 0,-2 0-166 0,0-3-369 16</inkml:trace>
  <inkml:trace contextRef="#ctx0" brushRef="#br0" timeOffset="138324.51">24577 8205 1453 0,'12'-10'349'0,"1"1"-263"16,3-3 17-16,0 3 31 0,0 3 12 0,0 1-17 0,0 2-34 0,0 0-29 16,1 0-19-16,-1 1-17 0,0 0-6 0,1 0-1 0,-1 1-5 0,0-1-5 15,1 2-7-15,-1-1-3 0,-1 1 1 0,-2-1-3 0,0 1-6 16,-2-1-6-16,0 1-18 0,-2 1-18 0,-2-1-25 0,-1 1-31 0,-1 1-44 15,-1 1-41-15,0 0-53 0,-2 2-57 0,-1 0-85 0,-2 3-130 16,-1 0-33-16</inkml:trace>
  <inkml:trace contextRef="#ctx0" brushRef="#br0" timeOffset="138675.34">21923 10136 2126 0,'25'-7'87'0,"9"-4"-14"0,12-4 16 0,5-3 14 0,4-1 11 15,8-2 11-15,6-1-11 0,7-1-2 0,6 0 0 0,7-3-8 16,6-1-1-16,8-1-12 0,5-2-14 0,6 0-7 0,6-4-28 0,5-1-6 15,3 0 3-15,3 0-5 0,2 2 14 0,1-1-8 0,3 2-8 0,-1-1 1 16,0 1-18-16,0-2 7 0,-1 3 5 0,-1 0-12 0,2 2 13 16,-4 0-15-16,-2 2-5 0,-1 0 10 0,-3 1-6 0,-1 0-3 0,-3 3 1 15,-2-1-10-15,-3 2 14 0,-4 1-4 0,-2 0-2 0,-6 0 2 16,-4 3-12-16,-3 0 4 0,-6 3 6 0,-5 1-8 0,-6 3-8 0,-6 0-10 16,-6 1-25-16,-5 1-26 0,-7 2-22 0,-6 0-28 0,-6 1-33 0,-6 1-22 15,-7 2-34-15,-5 1-35 0,-5 1-31 0,-7 0-49 0,-3 2-90 16,-5 1-174-16,-4 1-323 0</inkml:trace>
  <inkml:trace contextRef="#ctx0" brushRef="#br0" timeOffset="141925.2">23150 10822 210 0,'-1'-1'105'0,"1"-2"-8"0,-1 0-2 0,1-1 2 16,-1 1-4-16,0 1-6 0,1 0-11 0,-1 0-1 0,1 0-3 0,-1 0-4 15,1 0 4-15,0 1 3 0,0-1 8 0,0 1 9 0,0-1 5 16,0 1-1-16,-1 1-8 0,0-1 2 0,1 1-4 0,-1-1 4 0,-1 1 5 15,2-1-2-15,-1 0-6 0,0 0 1 0,-1 1-8 0,1 0 0 0,-1 0-1 16,0 0-8-16,0-1 0 0,-1 1-1 0,0 0-2 0,-1 0-3 16,1 1-3-16,-1-1 0 0,1 0 4 0,-1-1 2 0,0 2-14 0,0-1 1 15,1 0-12-15,0 0-7 0,0-1 4 0,2 0-14 0,1-1-5 0,0 0 5 16,1 1-4-16,0-2 6 0,1-1 0 0,0 0-8 0,3-1-1 16,0 1-1-16,2-2 3 0,2 0-6 0,2 1 10 0,1-1-12 0,1 1 4 15,0 0 4-15,1 1-14 0,-1 0-7 0,-2 3-9 0,1-2 5 16,0 2-6-16,-1 1 14 0,-1 1-4 0,0 1-4 0,0 0 3 0,0 3 1 15,-1 0-12-15,0 3 1 0,-2 0 1 0,0 3-5 0,-2 2 27 0,0 0-5 16,-2 4 1-16,-1 0 5 0,-1 1-13 0,-1 0 4 0,-1 2-8 16,0 0-5-16,-1 0 5 0,-1 0 0 0,0 1 2 0,0 0 6 0,-1 1-8 15,1 0 0-15,0 0 4 0,1 0-2 0,0 0 2 0,-1-1-3 0,1-1 1 16,1-2-4-16,0-2 2 0,2-1-3 0,1-1-6 0,0-1-8 16,0-2 0-16,1-1-10 0,1-2-10 0,1-1-3 0,-1-1-20 0,2-2-9 15,-2 0-21-15,1-3-24 0,0-1-34 0,0-1-35 0,-1-2-48 16,-1-1-65-16,0-2-117 0,-1-1-162 0,-1-2-303 0</inkml:trace>
  <inkml:trace contextRef="#ctx0" brushRef="#br0" timeOffset="142092.22">23065 11016 1659 0,'-6'4'177'0,"1"-2"-51"0,0 3-11 16,3-1 4-16,2-1-5 0,1 3-17 0,2-2-23 0,1 1-16 0,2 0-12 15,3-3-9-15,1-1-5 0,1 0-3 0,3-2-5 0,1 0-6 16,1-1-3-16,1-2-5 0,2-2-2 0,1 0-5 0,0 0-11 0,1 0 0 15,0 1-12-15,-2-2-17 0,0 1-24 0,-1 1-57 0,-2 1-49 0,-2 1-49 16,0 0-62-16,-1 2-99 0,-2 2-157 0,-1 1-168 0</inkml:trace>
  <inkml:trace contextRef="#ctx0" brushRef="#br0" timeOffset="142275.22">23049 11628 1252 0,'1'7'897'0,"2"0"-755"16,1 1-27-16,4-4 4 0,2-2 18 0,2-2-15 0,5 0-17 16,2 0-24-16,2-2-21 0,2-2-8 0,1-1-17 0,0 0 0 0,2-1-5 15,1 2-7-15,2-2 2 0,-1 0-18 0,0 0 7 0,1 0-5 0,-2 0-4 16,0 1-5-16,-2 0-7 0,2 0-5 0,-3 0-15 0,-1 0-28 16,-1 0-34-16,-3 0-53 0,1 0-41 0,-1-2-40 0,-1 1-63 0,0-1-110 15,0 2-255-15,-2-1-213 0</inkml:trace>
  <inkml:trace contextRef="#ctx0" brushRef="#br0" timeOffset="142442.4">23604 11888 1432 0,'5'17'362'0,"2"2"-284"0,1 4-36 0,1-2-6 0,0-4-2 15,1-2 3-15,1 0-5 0,0-1 12 0,-1 0-3 0,0-2-12 16,0-2-7-16,-1 0-21 0,-1-1-8 0,-2-2-20 0,-1 0-44 0,-2-1-60 15,-1-1-75-15,-2 0-87 0,-2-2-103 0,-1 0-337 0</inkml:trace>
  <inkml:trace contextRef="#ctx0" brushRef="#br0" timeOffset="142578.4">23473 11632 1994 0,'13'-6'158'16,"2"-2"-34"-16,4 0-7 0,0 1-4 0,-1 1-10 0,-1 1-21 0,2 0-31 15,0 1-20-15,-1 0-15 0,0 0-14 0,1 0-18 0,-1-1-37 0,-2-2-60 16,1-2-83-16,-2-1-114 0,1-2-216 0,1-2-529 0</inkml:trace>
  <inkml:trace contextRef="#ctx0" brushRef="#br0" timeOffset="142978.91">27040 8773 1689 0,'-2'1'335'0,"0"0"-233"0,0 1 16 0,3-1 6 0,1 0 3 0,3-1-6 15,0 1-21-15,3-2-23 0,3 0-23 0,1 0-17 0,2-1-10 16,1-1-7-16,1 0-3 0,2 0-1 0,2-1-6 0,0 1 0 0,0-2-5 15,1 1 2-15,0-2-5 0,0 1 5 0,1 0-6 0,-1-2-1 0,1 2 7 16,-1-1-12-16,-2 1-5 0,-1 0-9 0,-2 0-15 0,-2 0-28 0,0 1-40 16,-1 0-38-16,-1 1-54 0,0 1-38 0,-4 2-51 0,0 0-85 15,-1 3-126-15,-2 2-264 0</inkml:trace>
  <inkml:trace contextRef="#ctx0" brushRef="#br0" timeOffset="143110.51">27260 8954 1983 0,'-12'12'245'0,"2"0"-124"0,0 2 5 15,3-1-5-15,5-3-13 0,1 0-18 0,2 0-28 0,3-1-25 0,2 0-12 16,2-3-17-16,2 0-1 0,2-3-3 0,2-1-1 0,3-2-6 0,2-1-3 16,3-1-10-16,0-1-25 0,2-2-32 0,0 0-48 0,-1-2-42 15,2 0-45-15,0 1-51 0,1-2-70 0,-1 1-136 0,0-1-393 0</inkml:trace>
  <inkml:trace contextRef="#ctx0" brushRef="#br0" timeOffset="143908.51">28078 7339 1033 0,'4'-3'285'0,"0"0"-146"0,3-1 20 16,-2 0 9-16,-1 2 5 0,1 0 3 0,1 1-8 0,0 0-12 15,0 1-33-15,-1 1-23 0,-1 0-7 0,1 2-10 0,-1 1-2 0,-1 3-10 16,3 1-9-16,0 2-4 0,0 1-8 0,2 3-2 0,0 4-7 0,0 1-5 16,1 2-13-16,-1 1-8 0,2 0-13 0,1-1-4 0,0 0 0 15,0-2-12-15,1 0 6 0,-2-3 1 0,3 0 0 0,1-4 18 0,0 0-6 16,2-2-1-16,-1-2-1 0,1 0-6 0,1-2-4 0,-1-2-2 0,3-2 1 16,-1-1-6-16,-1-2 1 0,-1-2-6 0,-1-2-6 0,0-2 2 15,0-1-9-15,-2-2 2 0,2-1 11 0,-2 0 5 0,-1-2 11 0,0 2 13 16,-1-1 1-16,-1 0 3 0,-1 0 1 0,-2-1-6 0,-2 1 5 0,-1 0 7 15,-1 1 1-15,-1 1 4 0,-1 1-1 0,0 0 0 0,-1 1 4 16,0 2 7-16,-1-1 3 0,0 2 1 0,-1 2-2 0,1 1-10 0,0 2-8 16,0 2-5-16,0 2-2 0,-1 2-7 0,0 2 1 0,-1 1-1 15,0 2-6-15,0 0 2 0,0 3 0 0,0 3-4 0,-1 1 2 0,-1 0-15 16,2 2-2-16,-1 1-9 0,1 0 10 0,2 2-1 0,0 1-7 0,1-2-13 16,0 2-30-16,2-3-16 0,2 1-27 0,0-1-27 0,2-1-35 15,-1 0-55-15,1 0-67 0,-1 0-120 0,1 1-237 0,0-1-236 0</inkml:trace>
  <inkml:trace contextRef="#ctx0" brushRef="#br0" timeOffset="144092.01">28272 8398 2213 0,'3'6'106'0,"3"0"-42"15,3 1 13-15,6 0 18 0,3-1 19 0,2 1-12 0,6 0-24 0,1 0-26 16,3-2-23-16,1 2 5 0,3 0-4 0,0-1 10 0,3 1-13 15,0-1-7-15,-1-1-8 0,0 0-9 0,-3-2 1 0,1-1-4 0,-2 0-9 16,0-2-7-16,-2 0-27 0,0-1-47 0,-3-1-61 0,0 1-71 0,-2-1-67 16,-1 1-91-16,0-1-153 0,-2 0-393 0</inkml:trace>
  <inkml:trace contextRef="#ctx0" brushRef="#br0" timeOffset="144308.01">28813 8792 1703 0,'1'17'103'0,"2"1"-41"0,3 6 18 0,2-3 20 15,2-3 11-15,1 0-12 0,2 1-35 0,-2-1-26 0,1 0-18 0,-1 1-5 16,-1-2 3-16,-1-2 4 0,0 0-7 0,0 0-5 0,-2-2-7 0,-1-1-3 16,1 0-2-16,-2-1 2 0,-1-1 2 0,0-1-7 0,-2-1 0 15,-1 0-10-15,-3-3-8 0,-1 0-11 0,0 0-19 0,-2-2-19 0,-1 1-25 16,-1-2-37-16,-2-2-83 0,-1-1-147 0,-1-1-202 0,-1-2-99 15</inkml:trace>
  <inkml:trace contextRef="#ctx0" brushRef="#br0" timeOffset="144442.01">28850 8672 1070 0,'11'-6'786'0,"2"1"-663"0,2 0 0 0,0 1 12 0,-1 1-15 0,0 1-14 15,0 0-22-15,1 0-30 0,1 1-19 0,0-1-20 0,-2 2-10 0,1-2-10 16,-1 0-32-16,-1-1-66 0,-3 0-102 0,0-2-175 0,-1 0-336 0,0-1-151 15</inkml:trace>
  <inkml:trace contextRef="#ctx0" brushRef="#br0" timeOffset="144575.01">29602 8253 1898 0,'-9'6'19'0,"0"1"-57"0,-3 2-28 0,0 2-57 16,1-2-117-16,2 0-266 0,-1 0-177 0</inkml:trace>
  <inkml:trace contextRef="#ctx0" brushRef="#br0" timeOffset="144876.01">30272 7472 1853 0,'-1'0'130'0,"0"0"-24"16,0 1 24-16,0 1 6 0,0 3-8 16,-1 0-11-16,2 4-26 0,-1 0-12 0,1 1-13 0,0 2-9 0,0 0-3 0,1 0-19 0,0 2-12 15,0 1-8-15,3 1-3 0,0 0 4 0,-1 1 1 0,0 1 0 0,1 0-8 16,0 0-2-16,1 2-4 0,-1 0-3 0,0-2 2 0,0 1-5 0,0-1 1 15,-1-2 2-15,1 0 2 0,1 0-4 0,0-1 4 0,0-2-4 16,0 1 0-16,0-2 2 0,0-1-3 0,-1-2-3 0,-1-2 1 0,0-1-5 16,-2-1-2-16,0-1-9 0,0-1-6 0,-3-2-18 0,0 0-23 0,-2-2-38 15,-2-1-49-15,0-2-48 0,-3-2-42 0,0-1-43 0,-2-3-65 16,0-2-100-16,0-1-305 0</inkml:trace>
  <inkml:trace contextRef="#ctx0" brushRef="#br0" timeOffset="145025.01">30184 7542 1097 0,'-5'-16'297'0,"2"-3"-75"15,-1-4 28-15,3 4-44 0,4 3-60 0,2 2-46 0,3 2-60 16,2 4-12-16,0 1 1 0,0 3-1 0,-1 2 3 0,2 3-3 0,1 2-3 16,0 1 0-16,2 1 0 0,0 0-4 0,2 2-8 0,4 0-2 15,-2 0-8-15,4 1 2 0,1 0 1 0,-1 0-6 0,0 0-3 0,1 0-13 16,-2 1-9-16,0 0-6 0,-3 0-19 0,-3 0-20 0,-2 0-23 0,-2 1-28 16,-1-1-30-16,-3 0-36 0,-1 2-24 0,-2 0-31 0,-1 2-59 15,-3 1-188-15,-1 2-10 0</inkml:trace>
  <inkml:trace contextRef="#ctx0" brushRef="#br0" timeOffset="145243.01">30088 8456 1543 0,'11'0'359'0,"6"0"-279"0,4 0 20 0,2-2 12 0,2 0 3 0,3-2-18 16,3 0-23-16,3-1-27 0,-1 0-17 0,0-1-5 0,2 3-1 0,-2-1 2 15,2 2 7-15,-2 1 14 0,2-1 2 0,-4 2-4 0,-1 0-9 16,-2-1-11-16,-1 1-6 0,-1 0-7 0,0 0-7 0,-2-1-4 16,0 1-2-16,-1 1-6 0,-4 1 9 0,0 0-14 0,-1 0-15 0,-2 1-13 0,-1 0-32 15,-2 0-31-15,-2 2-30 0,-1 1-53 0,-1-1-89 0,-4 2-140 16,-2-1-255-16,-2 3-50 0</inkml:trace>
  <inkml:trace contextRef="#ctx0" brushRef="#br0" timeOffset="145974.79">30281 8871 1384 0,'3'4'458'0,"2"-1"-371"16,3 1 9-16,3-2 17 0,2-1 10 0,0 1 2 0,2-1-17 0,1 0-25 16,3 0-22-16,0-1-13 0,1 0 4 0,2 0-4 0,-3 0 5 0,0 0 4 15,-1 0-6-15,-3 1-2 0,-1 0-1 0,0 0-6 0,-1 2-4 16,-1 0-3-16,-1 0-5 0,-2 1-3 0,0 0-4 0,-1 0-9 0,-1 1 2 15,0-1 4-15,-1 1-8 0,-1-1 4 0,-1 0-3 0,1 0-2 16,-2 0-4-16,-1-1 2 0,0 1-2 0,-2-1-5 0,2 0 2 0,-1 0-1 16,-1 0-3-16,0-1 8 0,0-1-10 0,-1 1 2 0,1-1 2 0,-3 0-6 15,2-1 6-15,0 0 1 0,-1 0-4 0,1 0 2 0,-1 0 3 16,1-1-9-16,-1 0 5 0,0 0-2 0,1 0-4 0,0 0 3 0,-1 0 3 16,0 0-2-16,0 0-3 0,1-1-3 0,0 0-4 0,0 0-1 15,0 0 6-15,0 0 1 0,1 1-3 0,-1 0 0 0,1 0-7 0,-1 1 5 16,0 0 3-16,1 0-3 0,0 0-3 0,-1 1-4 0,1 0 0 0,0 0 4 15,0 0 0-15,0 0 0 0,0 0 0 0,-1 0-4 0,1 1 4 16,-1-1 4-16,1 0 1 0,-1-1 0 0,0 0 3 0,0 0 0 0,0 0 3 16,-1-1-2-16,1 1-1 0,0-1-2 0,-1 0-3 0,0 0 3 0,0 0 1 15,2 0-2-15,-2 0 1 0,0 0 1 0,1 0 4 0,-1-1-3 16,0 1 1-16,1 0-3 0,0 1-4 0,-1 0-2 0,1-1-6 0,-1 1 0 16,1 0-7-16,0 0 1 0,0 0 5 0,0 1-1 0,0-1 2 0,0 1-1 15,0-1 3-15,0 1 3 0,0-1-1 0,0 1 1 0,1 0 0 16,0 0 2-16,-1 0 5 0,0 0 2 0,0 0 1 0,0 1-2 0,0-1 3 15,1 1 0-15,0 0 3 0,-1 0-1 0,0-1 1 0,0 0-1 0,0 0 4 16,1 0-4-16,-1 0-1 0,0 0-2 0,0 1-1 0,0-2-1 16,0 1-6-16,0 0-9 0,0 0-14 0,0-1-12 0,0 0 0 0,0 0-3 15,0 0 4-15,-1 0 5 0,1 0 7 0,0 0 5 0,0 0 5 16,-1 0 13-16,1 0 2 0,0-1 6 0,1 1 4 0,-2-1-3 0,1 1 4 16,0-1 2-16,-1 1-3 0,1-1 5 0,0 1-1 0,0 0 0 0,1 0 5 15,-1 0 2-15,0 0-3 0,0 0 3 0,0 0-2 0,1 0-2 16,-1 0 4-16,-1 0-4 0,2 0-1 0,-2 0 0 0,0 0-1 0,1 0-2 15,-1 0 1-15,2-1 1 0,-1 1 2 0,0 0 2 0,0-1 5 0,0 1 4 16,1-1 2-16,-1 1 4 0,1-1 4 0,0 1 3 0,0-1 5 16,0 1 6-16,1 0 6 0,1 0 3 0,0 0 6 0,-1 1 3 0,2 0-1 15,1 1 2-15,0 1-2 0,1 1-3 0,-1 0-5 0,0 1-2 16,2 0-9-16,0 2-7 0,-1 0-3 0,1 1-12 0,-2 1-4 0,1 2-1 16,-1 0-4-16,-1 1 0 0,0 0-1 0,0 1-2 0,0 1-1 0,1 1-1 15,-3 1-2-15,1-1 1 0,-1 1 1 0,-1 0-6 0,0 0 2 16,0 1 0-16,-1-1 0 0,-1 0 2 0,1-1-8 0,-1 0 5 0,2 1-5 15,0 1-1-15,-1-2 3 0,0 1-3 0,0 0 0 0,0-1-7 0,-1-2-4 16,0 0-14-16,-1-1-15 0,1-2-25 0,1-2-36 0,-1 0-48 16,-1-2-76-16,-2-1-117 0,0-2-237 0,-1-1-500 0</inkml:trace>
  <inkml:trace contextRef="#ctx0" brushRef="#br0" timeOffset="146126.79">30391 9161 2361 0,'-1'0'148'0,"2"0"-78"0,1 0 2 0,2-1 6 0,0 1 2 16,2 0 2-16,1 0-21 0,1 0-25 0,4 1-14 0,0-2-12 16,3-1-1-16,2-1-9 0,1-4-2 0,1 0-13 0,-3-2-35 0,1 0-46 15,0-1-74-15,-2 0-91 0,-1-2-134 0,1-1-234 0,0 0-338 16</inkml:trace>
  <inkml:trace contextRef="#ctx0" brushRef="#br0" timeOffset="146358.79">30293 7667 1387 0,'-36'23'303'0,"-3"4"-294"0,-9 7-4 0,5 0 3 0,4 1 1 16,-3 1 3-16,2 4 2 0,-2 0-4 0,-1 0-4 0,-1 1-5 0,0 0 2 15,-2 0-3-15,0 2-11 0,1-1 3 0,0 1-4 0,1 2-3 16,1 0 1-16,3-1-4 0,2 1-8 0,3 3-2 0,3-1-13 0,1 1-20 16,4-1-27-16,2 0-34 0,4 1-39 0,3 0-41 0,3 0-45 0,2-2-265 15</inkml:trace>
  <inkml:trace contextRef="#ctx0" brushRef="#br0" timeOffset="146608.79">31320 8460 1542 0,'14'-8'244'0,"1"-2"-181"0,3-1 21 0,-4 3 25 0,-2 1 10 0,-2 1-6 16,1 2-16-16,0 0-22 0,-2 2-13 0,0 0-7 0,-1 0-9 0,0 1-1 15,1 1-6-15,-1-1-7 0,-1 0-1 0,0 0-11 0,0 0 5 0,2 0-10 16,1 1 0-16,0-1-2 0,1 1-6 0,-2 0-1 0,2-1-1 15,-1 1-1-15,0 1-3 0,0-1-1 0,-2-1-6 0,-1 0-1 0,-1 0-15 16,-1 0-16-16,1 1-21 0,-4 0-48 0,0 0-57 0,0 0-53 16,-3 0-65-16,0 1-49 0,-2 0-42 0,0 1-32 0,0 1-210 0</inkml:trace>
  <inkml:trace contextRef="#ctx0" brushRef="#br0" timeOffset="146692.79">31433 8510 943 0,'-5'4'349'0,"-1"0"-227"0,0 1-2 0,3 0 3 0,2-1-28 0,2-1-19 16,2 1-23-16,1-1-25 0,2 0-22 0,2 0-34 0,0-2-45 15,5 0-49-15,0-1-67 0,2-2-117 0,0-1-299 0</inkml:trace>
  <inkml:trace contextRef="#ctx0" brushRef="#br0" timeOffset="147058.14">32115 7737 1663 0,'0'-4'237'0,"-2"2"-212"0,0 0 26 0,-1 0 22 0,-5 1-17 0,-2 4 3 0,-1 5-8 16,1 1-14-16,0 4 15 0,-2 2-4 0,3 3-7 0,-1 3-1 15,0 4-2-15,1 0-9 0,1 3-4 0,-1-1-4 0,3-1-4 0,2-2-1 16,-3 0-5-16,1 0-5 0,1-4-1 0,2 0-3 0,2-3-5 16,3-2-1-16,0-3-4 0,1-1-1 0,4-1-1 0,0-2-2 0,1-3 5 15,2-1 3-15,2-2 4 0,1-2 3 0,-1-2 0 0,0-2 6 0,-5 1-1 16,1-1 37-16,1-2 0 0,1-1 2 0,1-1 7 0,2-1-38 15,-2 0 2-15,4-2 2 0,-1 0-3 0,0-1 4 0,-1 1-2 0,0 1 4 16,-1 0 3-16,0 0 1 0,-1 1 2 0,-2 0 0 0,1 1 2 16,-2 1-2-16,1 0 2 0,-2 2-10 0,0 1-5 0,-1 1-2 0,-2 0-11 15,1 3 1-15,-2 1-2 0,-1 2-2 0,-1 2 3 0,0 1-3 16,-1 2 5-16,-1 2-1 0,1 2-2 0,-1 2-2 0,-2 0-6 0,0 3-2 16,-2 1-5-16,1 3 3 0,-1 0-8 0,0 3 3 0,0 0 6 0,0 2-12 15,2 1-1-15,-1-1-14 0,2 2-26 0,-1-2-41 0,1 0-45 0,0-2-37 16,1 0-50-16,-1 0-67 0,0-2-91 0,0 0-172 0,0-1-165 15</inkml:trace>
  <inkml:trace contextRef="#ctx0" brushRef="#br0" timeOffset="147244.14">31838 8651 1236 0,'12'5'648'0,"2"-1"-595"0,7 2-1 0,1-2 12 0,2 0 12 15,3 0 6-15,2 0-14 0,3 0-19 0,-17-2 12 0,5 1-18 0,1-1-6 16,5 0-6-16,-1-1-32 0,5 0-3 0,-1 0-2 0,5-1 2 16,0 0-3-16,-1-1-4 0,0-1-4 0,0 0-8 0,-3 0-10 0,1-1-33 15,-1 0-34-15,-1 1-35 0,-2 0-34 0,-2 1-26 0,-3 1-43 0,-1 0-86 16,-2 0-126-16,-3 2-96 0</inkml:trace>
  <inkml:trace contextRef="#ctx0" brushRef="#br0" timeOffset="147642.14">32087 9002 1848 0,'4'-2'145'16,"0"1"-48"-16,1-2 2 0,1 1-3 0,1-1 3 0,1 0-19 16,1 0-19-16,1 1-21 0,-1 1-15 0,0 0-3 0,0 1-1 0,0 0 6 15,0 1-4-15,-1 0-2 0,2 0-1 0,-1 1-2 0,0 0-4 0,0 0-2 16,-2 0-2-16,2 1-5 0,-1 0 0 0,1 0-5 0,-1 1 1 16,0-1 3-16,-1 1-3 0,0 1 1 0,0 1 0 0,0-1-4 0,-1 1 0 15,1 0 1-15,-2 1 1 0,0 0 0 0,-1 0 5 0,0 0-2 0,-1 2 2 16,0 0 3-16,-1 1-3 0,-1 1 2 0,-1 0-6 0,-2 0 1 15,1 1 1-15,-2 0 1 0,0 1-1 0,-1 0-6 0,-1-2 1 0,0 2-3 16,-1 0 3-16,0 1 2 0,-2 0-5 0,1-1 5 0,0 1-6 16,-2 0-1-16,1 0 4 0,-1-1-10 0,1 0-1 0,1 0-5 0,0 0-9 15,1 0-1-15,0-2-12 0,2 0-15 0,0 0-19 0,1-1-12 0,0 0-26 16,0-1-13-16,2-2-26 0,0-1-32 0,0-1-52 0,1 0-87 16,0-2-116-16,0-1-194 0</inkml:trace>
  <inkml:trace contextRef="#ctx0" brushRef="#br0" timeOffset="147792.14">32051 9232 1856 0,'2'2'97'0,"3"0"-36"0,-2-1 0 0,2 0 22 0,1 0 2 16,2 0-12-16,2 0-18 0,2 0-42 0,1 0-17 0,3-1-15 0,0 0-14 15,3 0-25-15,-1-2-38 0,1 1-56 0,0-2-101 0,-1-1-123 0,1 0-168 16,-1-1-94-16</inkml:trace>
  <inkml:trace contextRef="#ctx0" brushRef="#br0" timeOffset="155910.2">4802 16882 183 0,'-8'1'128'0,"0"0"0"0,-1 1-8 0,1-2-19 0,2 1-14 0,0 0-6 16,0-1-3-16,1 0-9 0,0 0-7 0,1-1-6 0,-1 0-10 0,2 0-6 16,0 0-4-16,2 1-10 0,-2 0-8 0,1 0-2 0,1-1-4 0,-1 1-3 15,1-1-6-15,0 1-3 0,0 1 0 0,0-1 2 0,0-1 4 16,0 1 2-16,-1 1 5 0,1-1 8 0,0 1 10 0,0-1 9 0,-1 0 2 16,1 1 5-16,-1 0-1 0,-1 0 0 0,0 0 11 0,1 0-11 0,-1 1 1 15,-1 0-5-15,1 0-5 0,-1 0 9 0,2 1-9 0,-1 0 0 16,1 2-7-16,1 2-9 0,0 1 7 0,3 3-1 0,1 2 2 0,2 4 5 15,2 3 6-15,1 1 4 0,2 2 0 0,2 2-15 0,-6-12-8 16,2 2-5-16,1 2-10 0,3 3 11 0,2-1-5 0,2 5-6 0,0-1 0 16,4 1-9-16,-1 1 4 0,0-3-1 0,2 0 0 0,0-2 2 0,-2-3-2 15,1-1-2-15,0-1 5 0,-1-3-1 0,0-1-7 0,1-3 4 16,-2-2-4-16,2 0 8 0,-2-2 0 0,0-2-1 0,-2-2 1 0,0-1 0 16,-1-1 3-16,-2-1-3 0,-2-2 3 0,0-1 0 0,-1 0-4 0,-1-3 4 15,0-1-1-15,-2-1-2 0,-1-2 7 0,-2-1-10 0,1 0 7 16,-2-1 5-16,0-2-3 0,-3 1 2 0,0 0-6 0,-2-2 2 0,0 1 3 15,-1 1 5-15,-5-17-9 0,-1 7-4 0,-1 6 10 0,3 5 3 16,1 5 8-16,0 1 3 0,1 3-6 0,1 1-1 0,-1 1 9 0,3 1-1 16,-1 2-6-16,1 1 5 0,1 0-8 0,-1 1-5 0,1 1 3 0,0 0-6 15,-1 0-2-15,1 3 4 0,-1-1-19 0,2 1 14 0,1 3-5 16,1-1-7-16,0 2 15 0,0-5-4 0,0 2 16 0,-1 1 4 0,2 0-2 16,0 0-7-16,2 3 5 0,0-1 0 0,1 2 3 0,1 1-6 15,1 0-7-15,0-1 1 0,1 1-1 0,0 1 7 0,1-1 0 0,0 2 6 16,0-1-5-16,1 1-7 0,0 1 8 0,-2 2-7 0,2-2 1 0,0 3-2 15,1 1-19-15,-1 0 10 0,0 0-1 0,-1 1 4 0,0-1 4 16,0 1-4-16,0-1-5 0,-1 0 0 0,0-1-8 0,-2 1 3 0,1-1 5 16,-1-1 1-16,-1 0 8 0,0-1-13 0,-1 0-9 0,0-1 10 0,-1-1-5 15,0-1-1-15,-1-1 25 0,0-1-9 0,0 0 9 0,-1-1-6 16,0-2-24-16,0-1-4 0,-2 0 0 0,1-1-16 0,0-2-8 0,0 0-20 16,-1-1-20-16,0-2-10 0,0 0-29 0,0-1-11 0,0-2-28 0,-1-1-27 15,0-3-42-15,0-2-87 0,1-3-52 0,0-5-92 0,0-3-223 16</inkml:trace>
  <inkml:trace contextRef="#ctx0" brushRef="#br0" timeOffset="156593.22">4370 17302 2375 0,'-23'4'58'0,"2"0"22"0,-4 0-13 0,-1 2-9 16,-4 0-5-16,0 0 1 0,2 1-6 0,7-1-5 0,1-2-17 0,4-1-4 15,2-1-5-15,4-1-7 0,1 0-6 0,2-1-11 0,1 0 2 0,3-1 0 16,1-1-5-16,1 0-7 0,2-1 7 0,0-1-4 0,3-2 11 16,0 0 5-16,2-3-7 0,1 0 5 0,1 0-2 0,1-3 2 15,2-2 3-15,0-1 4 0,2 0 5 0,0-1-9 0,0-2-10 0,3 0 14 16,15-19-7-16,-4 5 7 0,-1 6 3 0,-6 3-3 0,-2 4 6 0,1 0 1 15,-1-1-6-15,0 3-1 0,1-1 1 0,0 0 2 0,-1 2 2 0,1 2-3 16,-1 0-1-16,0 1 8 0,1 1-9 0,1 0 3 0,1 3-3 16,-1 0 1-16,3 2 1 0,-2-1-4 0,3 1 5 0,-2 1-1 0,0 0 3 15,2 1 2-15,2 1-9 0,-1 0 0 0,4 1 8 0,0 0-6 16,2 0-4-16,0 1 1 0,3 1-6 0,0 0 2 0,0 1 3 0,1 0-10 16,0 0 7-16,1 1 0 0,0 0 0 0,3 2 0 0,0 1-10 0,2 1 12 15,0 1-9-15,-2 2 7 0,0 0 7 0,1 2-18 0,1 2 11 16,-3 1-3-16,0 0-8 0,-2 2 13 0,-4 1-4 0,-1 1 1 0,-1-1-5 15,-1 2-2-15,-1 0 11 0,-2 1-3 0,0 2-3 0,-1 0 6 0,1 0-17 16,-13-10 21-16,1 4 4 0,2 0-20 0,3 3 21 0,0 0-17 16,1 5 7-16,1-1 3 0,3 5-17 0,-1-1 10 0,1 2-5 0,-1 0 4 15,0 1 6-15,-1 1-19 0,-1-1 6 0,0 1-4 0,-2 0-3 0,-1 1 12 16,-1 0-5-16,-2-1 0 0,-1-1 1 0,-2 1 1 0,-1-3 21 16,-3 2-1-16,-1-3 2 0,-4-12 5 0,-1 1-16 0,0 0 13 0,-1 1-4 15,-2 1-7-15,0 2 5 0,-1-2-13 0,-2 3 3 0,0 0-4 16,-3 1-1-16,-1 2 2 0,-1 0-3 0,-2 0 3 0,-2 2-4 0,-3 0 7 15,-1 1 0-15,-2-1 0 0,-4-1-7 0,-1 0 18 0,-2-2 18 0,-2-1 25 16,-2 0 7-16,-2-1-9 0,-1-2-22 0,-3-1-16 0,-1 0 11 16,0-3-7-16,-3 0 0 0,0-2 13 0,-2-1-9 0,-1-1-2 0,0-1 13 15,-1-3-8-15,-1-1 9 0,-1-1 1 0,0 0 4 0,-1-2-30 0,0-3 27 16,-2-1-45-16,0-1-18 0,0-2 24 0,-1-1-25 0,0-2 43 16,-1-2-4-16,0-1-4 0,1-2-3 0,-1-3 2 0,1 1-3 0,1-3 3 15,1-1-2-15,1 0 5 0,2-1 1 0,2-1-7 0,0 2-3 16,3-2-3-16,3-1 1 0,1 3 2 0,4-2-12 0,2 1 5 0,4 0-12 15,1 1-1-15,4 1-10 0,4 1-9 0,2 1 2 0,-7-15-25 0,10 4-7 16,11 2-33-16,8 2-34 0,8 2-60 0,8 1-62 0,7-3-63 16,7-1-98-16,8-5-195 0,7-5-277 0</inkml:trace>
  <inkml:trace contextRef="#ctx0" brushRef="#br0" timeOffset="168011.43">7400 16638 1399 0,'-5'2'585'0,"-1"1"-405"0,-3 1-35 16,2-2-22-16,0 0-5 0,2 0-3 0,2-1-9 0,1 1-16 15,0 0-4-15,-1 0-6 0,1 1-6 0,1 1 2 0,-1 0-14 0,0 1 2 16,1 0-1-16,0 1-10 0,1 1-2 0,2 0-10 0,-1 3-11 0,1-1 11 16,0 2-4-16,1 2-9 0,1 1 5 0,1 1-16 0,-1 3 4 15,1 1-2-15,1 0-12 0,0 0 3 0,0 0-4 0,0 0 3 0,-1 2 3 16,0 0-16-16,0 1 12 0,0 1-5 0,1 1-4 0,0 0 14 0,0 1-13 16,-1 0-4-16,-3-13 2 0,0 3-7 0,1 1 12 0,-1 1 9 15,0 1-2-15,1 2-16 0,-1-1-11 0,1 2-3 0,-1-1 5 0,0-2 4 16,0-1-10-16,-1-2 3 0,1-1 1 0,-1-2-2 0,0-2-1 0,0-1-14 15,-1-2-6-15,1-2 1 0,-1-2-9 0,0-2-13 0,0-2-15 16,-2-3-7-16,1-2-9 0,-2-2 0 0,1-3-5 0,-1-1-16 0,-1-3 3 16,0-3-8-16,0-1 17 0,0-3 22 0,-6-23 14 0,2 3 30 15,0 6 11-15,2 5 19 0,-1 5 17 0,-1-2 0 0,1 0 7 0,0 0 0 16,-1 0 11-16,0 0 11 0,1 2 8 0,1 0 9 0,2 1 3 0,0 1-8 16,3 0-1-16,0 3-3 0,1 1-12 0,1 4 6 0,0 1-1 15,1 3-5-15,1 2 6 0,1 1-2 0,0 2 11 0,2 1-3 0,0 2 2 16,-1 0 4-16,1 2-9 0,0-1 3 0,0 2-4 0,0 0-11 15,1 1-2-15,0 2-5 0,1-1-10 0,2 2-1 0,0 2-8 0,-1 0 1 16,1 2 0-16,0 1-5 0,-1 0 2 0,1 0-3 0,0 0 7 0,-1 0-3 16,1 1-7-16,-1 0 2 0,0-2-2 0,1 0 6 0,0-1 1 15,-1-1-14-15,-1 1 7 0,-1-3-17 0,0 0-6 0,-1-1-2 0,0-1-25 16,0 0-29-16,-1-1-40 0,1-1-43 0,0-2-66 0,0-1-65 0,1 0-67 16,-1-3-80-16,1-1-147 0,0-1-247 0</inkml:trace>
  <inkml:trace contextRef="#ctx0" brushRef="#br0" timeOffset="168193.45">7740 16485 1141 0,'-3'-3'324'16,"-2"0"-66"-16,-2 1-37 0,0 1-19 0,1 2-20 0,-2 0-11 0,2 2-27 15,-1 1-12-15,0 1-11 0,1 3-11 0,0 1 3 0,0 1-11 16,0 3-7-16,1 0-16 0,2 2-11 0,-2 1-13 0,1 1-14 0,-1 3-13 16,2-1 6-16,0 2-8 0,1 2-7 0,1 1-9 0,0 1-5 15,1 3 11-15,0-1-9 0,0 2-7 0,1-1-4 0,0-2-9 0,0-2 6 16,0 1-10-16,0-3-27 0,1-3-19 0,1 0-34 0,1-2-25 0,-1-1-40 15,1-3-54-15,0-3-74 0,-2-2-69 0,3-2-44 0,1-2-76 16,-1-2-451-16</inkml:trace>
  <inkml:trace contextRef="#ctx0" brushRef="#br0" timeOffset="168377.45">7731 16731 1112 0,'-8'-16'449'0,"0"0"-161"16,-3-4-52-16,1 2-39 0,2 3-13 0,1 3-26 0,0 1-14 0,2 1-8 15,1 4-20-15,0 2 0 0,1 2-3 0,1 3-12 0,1 0-5 16,0 2-26-16,0 2-10 0,1 1-6 0,0 3-16 0,1 1 2 0,1 1 2 15,0 3-7-15,2 2 5 0,1 2-9 0,2 1-8 0,2 3 7 16,0 2-11-16,2 2-1 0,0-1-2 0,0 0-9 0,2-1 5 0,0 0-8 16,0 0-4-16,0-1 8 0,-1 0-18 0,2 0-13 0,0 0-30 0,0-1-69 15,-1-2-46-15,2 1-72 0,-1-3-137 0,-6-9-149 0,2 2-225 16,-1-2-422-16</inkml:trace>
  <inkml:trace contextRef="#ctx0" brushRef="#br0" timeOffset="168777.44">8141 16750 2024 0,'-4'10'333'0,"1"1"-103"0,-1 4-49 0,2 0-31 16,2-3-12-16,0 0-24 0,1 2-8 0,1 1-9 0,1 1-7 0,0-1-5 16,1 2-14-16,1-1-9 0,0 0-10 0,2-1-10 0,2-2-13 0,0 2 0 15,1-3-18-15,1-2-1 0,-2-1 2 0,3-2-6 0,-1 1 3 16,1-5-9-16,1-2-5 0,-2-2-1 0,3-4 10 0,0 0-2 0,0-1-6 15,0 0 4-15,0-5 11 0,0 0-9 0,-2-1 0 0,0-1 0 16,-3 0-6-16,-2-1 12 0,0-1 4 0,0-2-12 0,-3 1-4 0,1-3 2 16,-2 1 10-16,-2-1-2 0,-1 1-1 0,-2-1 7 0,-1 0-16 0,-2 2 4 15,-2-1 0-15,-1 2-2 0,0 1 4 0,-3 2-6 0,-2 1-3 16,-1 1-9-16,0 3 0 0,0 2-1 0,0 2-8 0,1 2 3 0,1 2-1 16,1 2 10-16,2 3-12 0,-1 3-4 0,1 1 6 0,0 3-3 0,2 0 16 15,1 2-5-15,2 2 4 0,1 1 9 0,3 0-2 0,1-1 4 16,2 1 0-16,2-1-11 0,2-3 1 0,1 0 5 0,2-1 1 0,2 0 2 15,-1-2-2-15,2-3 2 0,2-1-11 0,0-3 6 0,1 0 7 16,2-1-2-16,0-2 0 0,-1-1-5 0,-1-1 7 0,1-1 5 0,0 0-1 16,0-2-4-16,-2 1-4 0,0-1 0 0,0-1 8 0,0 1 11 0,-1 0-11 15,0 0 5-15,0 1-5 0,-1 1-4 0,-2 0 8 0,2 1-8 16,-2 1 11-16,0 0-6 0,-1 0-3 0,-1 1 6 0,-1 0-16 0,0 0 10 16,-2 1-26-16,0 0-57 0,-2 0-76 0,0 1-134 0,-1-2-141 0,1 1-162 15,-1 0-626-15</inkml:trace>
  <inkml:trace contextRef="#ctx0" brushRef="#br0" timeOffset="169076.45">8995 16428 1879 0,'-3'-1'428'0,"-2"2"-170"0,-1-1-65 0,-1-1-47 16,0 2-32-16,1-1-17 0,0 0-34 0,-1 1-1 0,-2 0-3 0,1 1-8 15,-2 1-9-15,0 1-6 0,-2 1-8 0,1 0-16 0,1 0 5 16,1 0-15-16,1 1 7 0,-1 1 8 0,1 2 7 0,-1 2 6 0,0 0-12 16,1 1 7-16,2-1-21 0,1 2 3 0,0 1 2 0,3 1 1 0,1-1 3 15,3 2-3-15,2 1 5 0,0-1 7 0,3-1 1 0,1 0 10 16,2 0-2-16,1-2 5 0,-1-1-7 0,2-1-5 0,0-2-5 0,3-1-19 16,2-2 10-16,0 0 0 0,-1-3-5 0,3-1-1 0,-1-1 4 0,1-1-2 15,0 0-6-15,-1 0 2 0,-1 0-8 0,-1-2 6 0,-1-1-8 16,0-1-5-16,-1-1 1 0,-2 0-4 0,0 0-7 0,-2 0-20 0,-1 0-32 15,-1-1-14-15,-1 0-38 0,-1 1-44 0,-2-2-48 0,1 1-88 16,0 0-78-16,-1 0-124 0,-1 1-271 0,0-2-76 0</inkml:trace>
  <inkml:trace contextRef="#ctx0" brushRef="#br0" timeOffset="169827.39">9364 16451 1334 0,'-2'1'278'16,"1"2"-46"-16,-2-1-38 0,2 1-32 0,1 2-14 0,1 1-22 0,0 1 1 16,1 2-8-16,2-1-7 0,1 3-6 0,0 0-12 0,1 1-2 0,-1 0-13 15,0 0-1-15,0 0-18 0,0-1-4 0,0 0-7 0,0 0-8 16,0-1 1-16,0 0-4 0,-2 0-8 0,0-3 5 0,0-2-8 0,-2 0 1 15,-1-1 5-15,0 0-16 0,-2-2 13 0,0 0-7 0,-2-2-13 0,0 0 5 16,-4-2-11-16,0-1-2 0,-3-1 8 0,-1-1-16 0,-2-1-6 16,2-3 9-16,-2-1-7 0,0-1 16 0,2 0-2 0,1-1-10 0,2 0 10 15,0-2 0-15,-1-1 7 0,2-2 5 0,1 0-14 0,1-3 5 16,2 1 5-16,1-1 7 0,2-1 15 0,2 0-13 0,1 2-13 0,2 0-16 16,1 3 6-16,1 1 10 0,0 3-10 0,2 0 8 0,0 1-22 0,1 2 6 15,-1 1 10-15,1 2-5 0,1 2-3 0,1 0-2 0,0 2 6 16,2 1-2-16,-2 0-13 0,3 1-22 0,0 1-22 0,0 0-25 0,0 0-12 15,2-1-20-15,-1 1-45 0,1-1-31 0,-1 1-71 0,-1 0-71 0,1 1-63 16,0-1-115-16,0 0-529 0</inkml:trace>
  <inkml:trace contextRef="#ctx0" brushRef="#br0" timeOffset="170193.37">9724 16229 1353 0,'-7'8'406'0,"-2"-1"-158"0,0 3-31 0,0-1-26 0,2-1-13 0,0 1-21 15,1 2-19-15,2 1-13 0,1 0-16 0,-1 0-7 0,1 0-9 16,1 1-9-16,2 0 0 0,1 2-15 0,1-2-24 0,1-1 7 0,1 2-20 16,-1-2-16-16,2 0 5 0,2-1-31 0,0-2 14 0,2 1 19 0,0-1-6 15,1-1 23-15,0-1-13 0,0-2-15 16,2-2 3-16,-1 0-32 0,2-3 27 0,0-2-3 0,-1-1-11 0,2-2 18 0,-2 0-18 0,1-1 2 15,0 0-9-15,-2-1-17 0,0-1 11 0,0-1 19 0,-2 1 17 0,0-3 7 16,-1-2-7-16,-3-1-13 0,2 0 3 0,-2 0 1 0,0 0 6 16,-1-1-26-16,-2 0 4 0,0 1-5 0,-2 0-3 0,-1 0 37 0,-1 1-3 15,-2 1-7-15,-1 1-1 0,-3 0-8 0,0 0 2 0,-3 0 12 16,-2 2-10-16,-1 1-18 0,-3 0 4 0,0 1 6 0,-1 0 4 0,-1 2-4 16,1 2-4-16,-1 1-4 0,0 3 4 0,3 1 6 0,-1 1-8 0,0 3-10 15,1 0 1-15,1 3-11 0,-1 0 1 0,1 2-15 0,0 1-14 16,2 1-11-16,0 1-31 0,3 1-25 0,2 1-36 0,2 1-61 0,2 0-57 15,2-1-88-15,2 1-82 0,1-1-196 0,3-1-323 0</inkml:trace>
  <inkml:trace contextRef="#ctx0" brushRef="#br0" timeOffset="170909.99">10209 15832 1162 0,'-6'-2'1003'0,"1"0"-811"0,-2 0 17 0,0 2-25 16,2 0-41-16,1 0-40 0,2 1-24 0,1 2-16 0,1 0 0 15,1 3 1-15,2 2-3 0,-1 4 6 0,3 4-4 0,0 1-10 0,1 1-6 16,2 3-18-16,0 2 0 0,2 0 1 0,1 1-6 0,2 1-11 16,-1-1 3-16,1 1-13 0,-1 0 1 0,1 2 6 0,0-1-18 0,0-1 18 15,-1-1-8-15,-1-4-6 0,1-1 10 0,-2-2-12 0,-1-3 13 0,0 1-8 16,-1-2-7-16,-1 0 6 0,-2-3-9 0,0-1-5 0,-1-4 1 15,-2 1-7-15,0-2-14 0,-3-1 0 0,0-1-18 0,-1-2-3 0,-3-1-7 16,0 0-3-16,-2-2 2 0,0-1-4 0,-3-2 11 0,1-1 16 0,-2-3 18 16,-1-2 15-16,1-1 4 0,-2 1 3 0,0-1 9 0,0 0 10 15,-1-1 15-15,2-2 10 0,-4 0 3 0,0 0 16 0,-1-2-6 0,1-2 9 16,0-2 1-16,0-1-20 0,0-1 6 0,2-2-9 0,-1 2 3 16,1 0-2-16,0 0-13 0,3 1-5 0,1 2 0 0,2 2-6 0,2 3 10 15,4 4-14-15,1 1-7 0,2 2 6 0,2 2-7 0,2 2-3 0,1 0-2 16,1 2-2-16,2 0 2 0,-1 3 4 0,3 1 0 0,1 1-2 15,2 2 11-15,2 1-3 0,0 2-10 0,2 2 10 0,1 2-5 0,0 1 11 16,1 2-10-16,1 0-6 0,-3 2 8 0,1 0-10 0,0 2 10 0,-1 1-12 16,0-1 0-16,0-1 0 0,0 3 10 0,-1-1-3 0,0 0-18 15,0 1 9-15,-2 0-8 0,1 0 2 0,-1 0 2 0,-1-2-9 0,-2-2-5 16,-2 1-17-16,0-1-11 0,-1-1-4 0,-4-2-22 0,0-2-16 16,-3-1-26-16,-1 1-48 0,-2-3-19 0,-1 1-78 0,-2-2-66 0,0-3-105 15,-3-1-196-15,-2-3-367 0</inkml:trace>
  <inkml:trace contextRef="#ctx0" brushRef="#br0" timeOffset="171076.99">10249 16212 1813 0,'-2'6'290'0,"1"1"-50"0,1 0-45 0,2-1-29 0,1-2-21 16,2-1-17-16,0 1-19 0,2-1-1 0,1-1-12 0,-1 1-4 16,3-2-2-16,0-2-20 0,1-1-6 0,2 0-19 0,-2-2 1 0,1-1-14 15,0-2-5-15,0-1-6 0,0 0-21 0,0-1 13 0,-2 0 1 0,0-1-28 16,1 0-26-16,-2-1-36 0,0 1-44 0,0-2-30 0,-2 3-56 15,3-2-72-15,1-1-82 0,1 1-87 0,2-1-157 0,-1 2-428 0</inkml:trace>
  <inkml:trace contextRef="#ctx0" brushRef="#br0" timeOffset="171593.51">10657 15975 1137 0,'-2'-2'480'0,"-1"2"-209"0,0-1-26 16,0 0-24-16,1 0-29 0,1 1-39 0,0 0-20 0,1 2-25 15,1 1-7-15,0 0-4 0,1 2-21 0,2 1-1 0,0 2-23 0,2 1 8 16,0 0-7-16,2 1-7 0,2 1-2 0,-1 0-19 0,1 2 8 0,2-1-1 16,-1-2 2-16,2-1-3 0,-2 0-14 0,1-1-4 0,-1 0 8 15,1-3-9-15,0-1-1 0,-2-2 6 0,-1-2-15 0,-1-1 8 0,-2-2 7 16,0-2-23-16,-2 0 26 0,-2-3-12 0,0 0-8 0,-2-2 11 16,0-3-26-16,-2-2 17 0,1-1-8 0,-2 1-12 0,0-2 15 0,0 0-13 15,0-1 8-15,0 0 1 0,0 1 1 0,0 0 4 0,-1 1 0 0,1 1-4 16,-1-1 8-16,0 0-15 0,-1 2 3 0,1 1 18 0,0 1-12 15,-1 0 12-15,2 1-14 0,0 3-21 0,1 1-11 0,1 4-30 0,0 1-12 16,0 2-27-16,0 1-22 0,1 2-32 0,1 2-59 0,0 3-78 0,0 3-88 16,0 0-91-16,0 2-165 0,1 1-182 0</inkml:trace>
  <inkml:trace contextRef="#ctx0" brushRef="#br0" timeOffset="172093.07">10970 16060 1727 0,'2'0'386'0,"0"1"-109"15,1-1-45-15,0 0-46 0,0-2-51 0,1 0-23 0,-1-1-25 0,1 0 3 16,-1-1-8-16,1-1-15 0,-2-1-3 0,1 0-26 0,-1 1 1 16,-1-2 2-16,2 0-17 0,-1-2 3 0,-1 0-12 0,1 0-14 0,-1-2 15 15,1 1-11-15,-1-1 7 0,0-1-9 0,0 0-1 0,0 1 2 0,-1-1-2 16,-1 0 0-16,1 0-10 0,-1-1 14 0,-1 1-17 0,1 0 11 16,-2 2 7-16,1 0-7 0,-2 1 19 0,1 2-4 0,-1 0-15 0,-1 1 0 15,-1 2 2-15,0 1-4 0,-1 1 6 0,0 3-2 0,0 2-8 0,0 1 2 16,-1 2 1-16,2 2-3 0,-2 1-5 0,1 0-3 0,1 3 11 15,0 0 1-15,1 2 9 0,1 2 16 0,2-1-10 0,1-1-11 0,1 1 10 16,2-2-9-16,2 1 9 0,1-1 9 0,2-1-13 0,1-1-16 0,2 0 0 16,0-2-1-16,2-1 5 0,1-1 10 0,-1-2-12 0,1-2 6 15,0 0-10-15,1-2 10 0,1 0 4 0,0-2-15 0,-1-1 3 0,1 0-20 16,-1-1 5-16,0-2 8 0,-1-1-2 0,-1 0 9 0,1-2-16 16,-1-1 15-16,0 1-6 0,-3-1 0 0,-1 0 7 0,1 0-10 0,-2 0 18 15,0 1 9-15,0 1-7 0,-1 1 1 0,0 0 3 0,0 3-10 0,0 0 12 16,-2 1-3-16,2 0-16 0,0 2 21 0,-1 1-12 0,1 2-8 15,-1 0 18-15,0 1-21 0,0 1 13 0,0-1-2 0,-1 3-9 0,-1 0 5 16,0-1-1-16,-1 0-14 0,-1-1 9 0,0 0-9 0,-1 1-6 16,-1-2 14-16,-1 0-13 0,-1-1 14 0,-1 0 1 0,0 0 9 0,-1-2 13 15,0 0-4-15,0-3 10 0,0 0 12 0,0-1 2 0,0 0 19 0,0-1-9 16,1 0 2-16,0-2 7 0,1 0-12 0,-1-1 14 0,1-1-12 16,1 0-4-16,0-1-5 0,0-1 1 0,1 0 8 0,-1-1-12 0,1-2-6 15,-1 0-15-15,2 0-24 0,-1 1 17 0,0 2 10 0,2 0-8 0,-1 1 17 16,3 1-25-16,0 2-2 0,0 0 1 0,1 2-11 0,0 1-6 15,2-1-9-15,-2 3-14 0,2-2-16 0,0 1-14 0,0 1-34 0,-1-1-30 16,2 1-44-16,-1-1-46 0,1 1-75 0,0-2-69 0,0 2-80 0,-1-1-112 16,2 1-368-16</inkml:trace>
  <inkml:trace contextRef="#ctx0" brushRef="#br0" timeOffset="173093.76">11539 15800 1896 0,'1'4'381'0,"2"2"-81"0,0 0-61 0,0 0-54 0,0-1-41 15,1 0-33-15,0 1-8 0,1 0-5 0,0-2-5 0,-1 2-13 0,1-2-11 16,0 1-24-16,0-2-10 0,1 0-4 0,0-1-20 0,1 0 14 0,-1-2-13 16,-1 0 6-16,1-2-9 0,0 1-9 0,0-1 10 0,0-2 0 15,-1 1 1-15,0-2-5 0,0 0-6 0,0-1-21 0,0 1 5 0,-1-1 7 16,-1-2 5-16,0 0 23 0,-2-1 5 0,1-2-9 0,0 0-9 0,0 0-2 16,-1-1-10-16,-1 2 6 0,0-1 6 0,-2 2-16 0,0 0 6 15,-2 2-2-15,1 0-11 0,-3 1-5 0,-1 2-3 0,-1 0-10 0,-1 1 4 16,-1 1 3-16,-1 1 5 0,1 1 9 0,-2 0 3 0,1 3-4 15,1-1-1-15,0 3 3 0,0 1-2 0,2 1 0 0,0 1-8 0,2 1 3 16,1 3 5-16,1 0 7 0,2 0 4 0,2 0 1 0,3-2 1 0,1 1-6 16,2-1-8-16,1-1-1 0,1 0-5 0,1-2 29 0,1-1 0 15,2 0 1-15,0-2 10 0,2-1-32 0,-1-1 12 0,2-1-4 0,-1-1-3 16,0-1 11-16,0-1-2 0,1-1-2 0,-1 0-4 0,0 0 5 0,-1 0-7 16,-1-1 4-16,1 0-3 0,-2-1 9 0,0 2 18 0,-1-2 1 15,-1 1 8-15,0-1-12 0,0-1-9 0,0 2 5 0,-2-1-6 0,0 1-1 16,-1 0 0-16,1 1 3 0,-2 0 8 0,1 1-2 0,1 1-2 15,-2-1 8-15,2 0-2 0,-1 2-9 0,1 0 5 0,-1 0-2 0,1 1-11 16,0 0 10-16,0 0-9 0,0 0-3 0,1 2 6 0,-1-1 0 0,2 0-8 16,0 0-4-16,0 0 1 0,0 1 5 0,1-1 0 0,1 0 3 15,0 0-5-15,-1-1-3 0,0 0-3 0,0 0 6 0,1-2-4 0,1 0 5 16,0-1 10-16,0-1-13 0,-1-1 10 0,0 1-4 0,1-3-2 16,0 2 0-16,0-2-6 0,-1-1 6 0,-1 1 8 0,-1-1-4 0,0 1 1 15,0-1-3-15,-1 0-6 0,0 0 10 0,-1 1 0 0,-1 0 2 0,0-1 3 16,-1 1-7-16,-1-1 11 0,-1 0 1 0,0 1-6 0,-2 0 5 0,0 1-3 15,-1 2-4-15,-2-1 7 0,0 0-1 0,-1 1 1 0,-1-1-5 16,-1 2-10-16,0-1 2 0,-1 1-4 0,2 1 0 0,-2-1-4 0,0 1 4 16,0 1 0-16,-1 0 1 0,1 0 1 0,-2 1-8 0,1 0 4 15,-1 1-4-15,0 1-2 0,-2 1-1 0,1 1-3 0,-1-1 8 0,2 3 4 16,0-1 0-16,0 1-9 0,2 0 5 0,1 2-2 0,2-1 6 16,2 1 4-16,1-1-10 0,3-2 1 0,0 3 3 0,3 0-8 0,-1 1 14 15,4-1 2-15,1 2-14 0,2-2 10 0,2 2-3 0,-1-1 1 0,2 0-2 16,0 0-19-16,2 0 7 0,-1-1 9 0,2 2 13 0,1 0 13 15,0 1-23-15,-1 1-4 0,2 0 1 0,0-1 1 0,-1 2 4 0,1 1-10 16,-2 0-7-16,-1-1 2 0,-1 2-2 0,-1-2 2 0,-3 0-2 0,-2-2-16 16,-1 1-12-16,-2 1-21 0,-1 0-15 0,-3-1 2 0,-2 0-18 15,-3 1-6-15,-1-1-30 0,-3 0-15 0,-1-1 1 0,-2-2-2 0,-1 0 13 16,-3-1 8-16,-3-1 20 0,0-2 26 0,-1-1 27 0,0-2 24 0,0-1 27 16,0 0 23-16,-1-2 26 0,1-1 17 0,1-2 13 0,2-1 26 15,0-2-3-15,1-1 18 0,0-3 19 0,2-2-8 0,2 0 17 0,2-2-24 16,1-1-20-16,2 0-12 0,2 0-26 0,2 2-3 0,1-1-10 0,2 0-7 15,2 1 2-15,2 1-5 0,0 0-13 0,2 0 3 0,1 0 1 16,1 0-2-16,0 0 6 0,0 0-13 0,0-2-8 0,1 1-4 0,1 0 3 16,1 1 1-16,1-2-15 0,-1-1 14 0,1 0-12 0,0 2-6 0,1 0 24 15,-1 0-3-15,1-1 0 0,0 0 4 0,0 1-11 0,-1-2 2 16,1 0 14-16,-1 0-2 0,0 2 6 0,-1-1-6 0,-1 1 1 0,-1-2 10 16,-1 1-10-16,-1 2-3 0,-2-2-6 0,0 2-3 0,-2 0 11 0,-1-1-4 15,-1 3-6-15,-1-2 1 0,-2 1-9 0,0 2 4 0,-2-2 4 16,-1 3 2-16,-1-1-2 0,-2 2-2 0,0 1 4 0,-3 0 2 0,0 1-4 15,-2 1-4-15,0 1-4 0,-2 3-8 0,1 1 10 0,-2 2 2 16,2 2-4-16,-1 1-2 0,-2 3-10 0,0 1 16 0,0 1 2 0,0 3 4 16,2-1-8-16,-1 2-4 0,3-1 0 0,0 2 0 0,4-1 0 0,0 1 0 15,3-1 0-15,2 1 0 0,2 0 0 0,2-1 0 0,2-2 0 16,1-1 0-16,3 2 0 0,1-1 0 0,3-2 0 0,1 0 0 0,0-3 0 16,3-1 0-16,1-1 0 0,2-1 0 0,-2 0 0 0,3-3 0 15,-1 0 0-15,0-2 0 0,2-1 0 0,-1-1 0 0,-1-1 0 0,1 0 0 16,-1 0 0-16,-2-1 0 0,1-1 0 0,0 0 0 0,-1-2 0 0,-1 1 0 15,-2-2 0-15,-1-1 0 0,-3-2 0 0,1 1-42 0,0-1-61 16,-3 2-30-16,0-2-27 0,-1-1-63 0,-2 0-80 0,-1 0-93 0,0 0-105 16,0 0-151-16,0 1-193 0,1-1 225 0</inkml:trace>
  <inkml:trace contextRef="#ctx0" brushRef="#br0" timeOffset="173310.77">13141 15539 2149 0,'0'6'384'16,"1"0"-93"-16,0 2-41 0,2-1-48 0,1-3-39 0,1 0-39 0,1-1-26 16,0-1-5-16,1 0-16 0,1-1-5 0,-1 0-9 0,0 0-20 15,0-2 1-15,1 0-10 0,0 1-26 0,0-2-8 0,0 1 0 0,0-2 0 16,0-1 0-16,0 0 0 0,-1 0 0 0,0 0 0 0,1 0 0 0,0 0 0 16,-1 0 0-16,-1-1 0 0,0 1 0 0,-1-1 0 0,1 0-14 15,0 1-24-15,-2 0-10 0,2-2-9 0,-2 2-5 0,1 1-12 0,-1-1-10 16,0 2-26-16,-1-1-26 0,0 1-53 0,0-1-72 0,-1 3-83 0,-1-1-90 15,-1 1-116-15,0 2-193 0,0 1 1 0</inkml:trace>
  <inkml:trace contextRef="#ctx0" brushRef="#br0" timeOffset="173527.28">13163 15885 2165 0,'5'10'422'0,"0"0"-133"0,3 2-57 0,1-3-42 0,1-3-29 0,0-2-38 16,3-1-16-16,0-2-17 0,2 0-19 0,0-2 5 0,0-1-5 0,1 0-17 15,-1-2-10-15,-1 0-44 0,2 0 0 0,-1-1 0 0,0 0 0 0,-1 0 0 16,1 1 0-16,0 0 0 0,-1-1 0 0,0 1 0 0,-3 0 0 16,-1-1 0-16,0 1 0 0,-1-1 0 0,-1 1 0 0,-1-2 0 0,0 1 0 15,-2 1 0-15,1-1 0 0,-1-1 0 0,0 1 0 0,-1-1 0 16,0 0 0-16,0 1-40 0,0-1-75 0,0 0-31 0,0 0-42 0,-1 0-120 16,0-1-144-16,-1 0-233 0,-1 2-348 0,1-2 143 0</inkml:trace>
  <inkml:trace contextRef="#ctx0" brushRef="#br0" timeOffset="174828.73">13125 15603 1060 0,'-1'3'257'0,"0"2"-43"0,1-1-22 15,0-1-20-15,1-1-21 0,0-2-27 0,0 1-14 0,0 0-7 0,-1 0-3 16,1 1-3-16,0-2-5 0,0 0-3 0,0 1-4 0,-1-1 0 16,0 1-3-16,1-1-8 0,-1 0-4 0,0-1-6 0,1 1 0 0,-2 0-1 15,1 0-7-15,0 0 3 0,-2 1-6 0,1-2-4 0,-2 1 3 16,1 0-14-16,-1-1-4 0,-1 1-5 0,0 1-6 0,-1-2 5 0,-1 1-5 16,1 0-3-16,0 0-5 0,0 1 4 0,0 1-3 0,2-1 3 0,-2 1-3 15,0-1-6-15,1 1 7 0,0-1-1 0,1 1 2 0,1 0-5 16,0-1-1-16,1 1 2 0,0-1 2 0,1 1 2 0,1 0 0 0,2-1-4 15,-1 1-2-15,2 0-8 0,1 0 8 0,2-2-8 0,0 0-4 0,1-2 0 16,3 1 0-16,1 0 0 0,1-2 0 0,1 0 0 0,-1-1 0 16,1 0 0-16,1 0 0 0,-1-1 0 0,-1 1 0 0,2-2 0 0,-1-1 0 15,0 1 0-15,-1 0 0 0,-1 1 0 0,0 0 0 0,0 0 0 16,0 2 0-16,-1-1 0 0,-2 1 0 0,1 1 0 0,-1 0 0 0,1 1 0 16,-1 1 0-16,-1 0 0 0,0 0 0 0,-2 0 0 0,1 1 0 0,-1 1 0 15,0-2 0-15,-2 1 0 0,0 0 0 0,-1 0 0 0,0 1 0 16,-1 0-24-16,0 0-30 0,0-2-17 0,-1 2-13 0,0 0-30 0,-1 0-9 15,1 0-28-15,-1-1-25 0,0-1-22 0,0 1-41 0,0 1-38 16,0-1-46-16,1 0-57 0,-2 0-82 0,1 0-293 0</inkml:trace>
  <inkml:trace contextRef="#ctx0" brushRef="#br0" timeOffset="175093.73">13290 15857 1639 0,'2'1'447'0,"0"0"-153"0,1 1-39 16,-1-1-38-16,0-1-25 0,1 1-51 0,2-2-19 0,0-1-21 0,0 1-4 15,0-1 4-15,0 1-18 0,0 1-5 0,0 0-28 0,0 0-3 16,0 0 0-16,0 0-6 0,1 1-8 0,0-2-7 0,-1 2-14 0,0-1 2 16,1 1 8-16,-2 1-24 0,2-1 18 0,1 0-10 0,0 0-4 0,0-1 12 15,0 1-14-15,-1-2 0 0,1 0 0 0,-1 1-2 0,1-2 4 16,-2 0-2-16,2-1 0 0,0 0 0 0,0 0-4 0,1 0-12 0,-1 0-8 15,-1-1-8-15,1-1-6 0,-1-1-32 0,0 1 13 0,0 0-35 0,1-1-34 16,-1 0-62-16,-1-1-136 0,-1 1-165 0,-1-2-310 0,-1 2-457 16</inkml:trace>
  <inkml:trace contextRef="#ctx0" brushRef="#br0" timeOffset="177093.46">13615 14559 2011 0,'-1'1'259'0,"-1"0"-18"16,-1 0-38-16,1 2-33 0,0-1-34 0,1 1-20 0,1 2-22 0,-1 1-7 16,1 1 6-16,0 1-9 0,1 2-2 0,1 2 3 0,0 1-25 0,1 1 2 15,0 1-16-15,2 1-11 0,-1 0-2 0,1 2-12 0,0 0 7 16,2 1-8-16,2 2-5 0,-1 1-1 0,2 2 6 0,1 2-6 0,1 1-4 16,-1 0 2-16,2 0-12 0,-1-1 0 0,0 0 0 0,-1-1-6 0,0 0 4 15,1 1 4-15,0-2-2 0,-1 0 8 0,1 1-10 0,-3-2-8 16,1-1-12-16,-1-1-2 0,-1-2 14 0,0-2-2 0,-2-2-1 0,0-1-25 15,-1-2-41-15,-2-2-23 0,0-3-29 0,-2-3-42 0,0-2-52 16,0-2-74-16,-1-3-79 0,0-2-94 0,-2-4-150 0,1-3-385 0</inkml:trace>
  <inkml:trace contextRef="#ctx0" brushRef="#br0" timeOffset="177344.46">13568 14714 1560 0,'-7'-10'325'0,"-1"-1"-40"0,-1-2-42 15,3-1-47-15,2 2-26 0,1-1-29 0,2-1-25 0,1 0-23 0,2-1-12 16,2 0-11-16,0 2 5 0,2 0 7 0,1 0-8 0,1 1-3 16,1 0-23-16,3 1-8 0,0 2-11 0,1 1-1 0,1 1-1 0,0 3-8 15,1 1 0-15,1 2-7 0,-1 2 3 0,-1 2 3 0,2 2-12 0,-2 1-8 16,1 1-2-16,-1 0 2 0,-1 2 4 0,1 2 2 0,-2-1-12 16,0 1-8-16,-3 0 5 0,0-2-1 0,0 3 22 0,-3 1 5 0,1 0-3 15,-3 1 0-15,0 0-18 0,-2 1-12 0,-1 1-9 0,-2-1-19 16,-1 1-13-16,-2-1-1 0,0 0-8 0,0 0-8 0,-1-2-4 0,0-1-13 15,0 1-12-15,0-2-13 0,0-1-12 0,2-2-24 0,-2-1-11 0,2-1-13 16,0-2-20-16,2-1-8 0,1-3-36 0,1 0-41 0,2-3-49 16,1-2-80-16,1-1-188 0</inkml:trace>
  <inkml:trace contextRef="#ctx0" brushRef="#br0" timeOffset="177610.46">14062 14577 873 0,'5'6'574'0,"0"1"-266"16,2 3-41-16,-1-1-42 0,-1-1-40 0,1 1-29 0,0 1-20 15,-1 0-18-15,0 1-13 0,0-2-13 0,-2 2-12 0,2-2-8 0,-2 1-10 16,0 1-7-16,-1-1-8 0,-1 0-1 0,-1-1-6 0,0-1 2 16,-2-2-9-16,0 1-5 0,-2-1-2 0,0 0-3 0,0-1-1 0,-1-1-5 15,-1-1 0-15,1-2-7 0,-2-1-8 0,1-1 9 0,-1-2-5 16,-1-2 1-16,2-1 5 0,0-1-5 0,1-2-1 0,2 0 4 0,0-2-3 16,1-3-1-16,1-1 5 0,0-3-1 0,1 1 7 0,1-3-9 0,-1 0 5 15,2 0-13-15,0-2 6 0,2 2 8 0,0 2-13 0,2 1 17 0,1 2-16 16,1 1-2-16,1 2 4 0,0 1-4 0,1 3-2 0,-1 1-2 15,0 0-2-15,1 2 6 0,0 1-2 0,0 0-4 0,-1 2 1 0,1 1-15 16,-2 0 1-16,2 1-21 0,-1 0-21 0,0 1-24 0,0-1-34 16,0 1-41-16,-1-1-59 0,0 1-71 0,0-1-85 0,1 0-108 0,0 0-186 15,0-1-253-15</inkml:trace>
  <inkml:trace contextRef="#ctx0" brushRef="#br0" timeOffset="177893.45">14452 14575 1798 0,'3'4'367'0,"1"0"-89"0,2-1-35 16,0-1-50-16,0-1-52 0,0-2-42 0,-1 0-13 0,2-2-15 16,-1 0-10-16,0 0-10 0,1-2-9 0,0 0 4 0,-1-1 4 0,0 1 0 15,-1-2-11-15,-1-1-1 0,-1-2-15 0,1-1-4 0,-1 0-2 0,1 1-4 16,-1-2-7-16,-1-1-4 0,-1 1 4 0,0 0-10 0,-2 1 8 16,0 0-2-16,0 0-10 0,-2-1 8 0,-1 3-8 0,-1-1 1 0,1 3 5 15,-3 1-8-15,-2 0 3 0,-1 1-3 0,0 1-3 0,-1 2 1 0,-1 2-3 16,3 0 8-16,-1 2 1 0,1 2 0 0,1 1 6 0,0 2-5 15,1 2 5-15,-1 2 2 0,2 1 0 0,0 2 3 0,1 0 3 0,2 1-4 16,1 2-4-16,2 0-4 0,1 0 4 0,2 1 0 0,0 0-12 16,1 0 5-16,2-1 13 0,-1-2-8 0,3 2 13 0,0-3 0 0,2-1-16 15,1-2 3-15,1-2-2 0,0-3-19 0,2-2-7 0,0-1-18 0,0-1-30 16,1-3-28-16,-2 0-31 0,1-2-43 0,0-1-27 0,1-2-24 16,-3-2-30-16,1-1-24 0,0-1-38 0,1-1-80 0,-1-3-77 0,0 0-168 15</inkml:trace>
  <inkml:trace contextRef="#ctx0" brushRef="#br0" timeOffset="178227.45">14812 14364 620 0,'1'-8'537'0,"1"2"-238"16,0-2-46-16,0 2-23 0,-2 2-34 0,0 0-18 0,0 2-19 0,-1-1-9 16,0 2-2-16,0 0-20 0,-1 0-14 0,1 0-16 0,-1 1-23 15,-1-1-11-15,1 1-21 0,0 0-10 0,-1-1-6 0,-1 0-7 0,0 0 0 16,0 0-2-16,0 0-4 0,-2 2-3 0,0-2-3 0,0 2-5 16,0 0 3-16,-1 0-4 0,1 1 7 0,0 1-9 0,-1 2 4 0,1 1 1 15,1 1 1-15,-1 1 1 0,0 2-3 0,0 2 1 0,0 0 1 0,1 3 1 16,1 1 2-16,1-1 1 0,1 0 6 0,2 2 5 0,1-1 9 15,2 0 0-15,1-1 0 0,3-1-2 0,0-1-22 0,2-2 0 0,1-2-10 16,0-2 6-16,3-2 2 0,1-1 11 0,1-2-2 0,0 0-3 0,2-1-1 16,-1-2-10-16,0-1-19 0,-1-2-2 0,2-1 3 0,0-1 11 15,0-1 8-15,-1 0 13 0,-1 0-11 0,-1-1-11 0,0 0 5 0,-3-1-2 16,0 1 4-16,-1 1 4 0,0-1 0 0,-2 1-2 0,-1 0 4 16,0 1-2-16,-2 1-2 0,0 0 0 0,-1 1 2 0,0 1 1 0,0 0 1 15,-1 2-2-15,0 1-4 0,1 1 4 0,-2 2 6 0,1 0 3 0,0 1 3 16,0 2-11-16,0 1-1 0,0 0 2 0,0 2-6 0,0 1 8 15,-1-1 0-15,1 2-10 0,-1 0 2 0,0-2-19 0,0 1 0 0,0-1-4 16,0-1 16-16,1 2-1 0,0-1-18 0,0 0-11 0,1-2-49 16,-1 0-25-16,0-2-36 0,-1-1-66 0,1-1-86 0,-1-2-122 0,-1 0-222 15,1-3-484-15</inkml:trace>
  <inkml:trace contextRef="#ctx0" brushRef="#br0" timeOffset="178377.45">15040 14261 1953 0,'-4'0'437'0,"0"1"-165"0,-2 1-14 0,0 0-52 16,1 1-63-16,0 0-46 0,1-1-35 0,0 1-18 0,0 0-9 0,0-1-11 16,0 1-5-16,1-1-10 0,1-1-12 0,0-1-11 0,1 1-21 15,0-3-40-15,2 0-50 0,0-2-79 0,1-1-78 0,1-1-93 0,2 0-139 16,0-1-244-16,3-2-119 0</inkml:trace>
  <inkml:trace contextRef="#ctx0" brushRef="#br0" timeOffset="178727.45">15142 14226 1309 0,'-3'12'784'0,"1"0"-481"15,1 1-35-15,2-2-39 0,2-3-66 0,3 1-58 0,0 0-34 0,1-1-11 16,3 0-2-16,0-2-7 0,1 1-9 0,1 1-15 0,1-1-5 0,-1 0-1 16,1 1-6-16,1-2-2 0,1 1-12 0,0 0 1 0,0-2 0 15,1 3 0-15,-1-1-4 0,-2 1-2 0,-1 0-12 0,-2 1-16 0,-1 0-3 16,-1-1-14-16,-2 2-20 0,-2 0-19 0,-1 0-22 0,-2 0 1 0,-2 1 12 15,-2-2 6-15,0 0 3 0,-2-1 5 0,0-1 11 0,0-1 13 16,-1-2 17-16,0 0 7 0,0-2 11 0,-1-1 16 0,1-1 16 0,1-2 10 16,0-1 16-16,1-1 12 0,1-2 13 0,1-2 14 0,0-1 19 15,1-1 7-15,0-2 6 0,2 0-4 0,2-2-7 0,0 0-5 0,2 1-16 16,1-1-15-16,0 1-14 0,1 0-13 0,1 2 4 0,0 2-3 0,0 1-1 16,1 1-1-16,0 1-3 0,-1 1-3 0,1 1 1 0,0 1-3 15,0 2-8-15,0 1-1 0,-1 0 0 0,1 1-5 0,-1 1 0 0,2 0 7 16,0 0-8-16,1 1 3 0,-1 1 2 0,0 0-3 0,0-1-7 15,1 0 0-15,0 1-2 0,0-1-2 0,1 0 2 0,-2 0-8 0,0-2-9 16,-1 0-21-16,0 0-23 0,0 0-35 0,-1-1-43 0,-1 0-65 0,-1-2-77 16,0 1-95-16,-2-1-171 0,1-1-255 0,0-1-115 0</inkml:trace>
  <inkml:trace contextRef="#ctx0" brushRef="#br0" timeOffset="178878.45">15529 14082 2400 0,'-6'0'217'0,"1"-1"25"0,-2 1-15 15,1 2-65-15,2 0-47 0,0 1-41 0,-2 1-26 0,2 0-4 16,-1 0-8-16,1 0-10 0,0-1-9 0,1-1-6 0,1 0-11 0,0 0-5 16,1-1-3-16,0 0-16 0,2 0-19 0,-1-1-26 0,2 0-35 0,0 1-55 15,1-2-71-15,0 1-74 0,2-1-98 0,0 0-131 0,3 0-248 16,1 0 26-16</inkml:trace>
  <inkml:trace contextRef="#ctx0" brushRef="#br0" timeOffset="179128.26">15776 14220 1660 0,'4'8'510'0,"3"-1"-277"0,1 2-12 0,1-3-29 15,-1-2-53-15,1-1-58 0,-1-2-28 0,2 1-7 0,-1 0-8 0,0-1-3 16,1-1-4-16,-1 0-6 0,1-1-8 0,-2 0 1 0,1-2 2 0,0 1-2 16,0-3 6-16,1-1-8 0,-1-1-1 0,-2-1-3 0,1-1 7 15,-1 0-1-15,-1-1 0 0,0 2 6 0,-1-2-15 0,-1 1 4 0,-1 0-3 16,-1 0 1-16,0 0 2 0,-1 0 2 0,-1 2-4 0,-1 0 0 15,-1 0-2-15,-2 0-7 0,-1 1 10 0,-2 0 3 0,-1 1-2 0,-3-1 4 16,-2 0-12-16,-2 1-7 0,-2 0 1 0,0 1-3 0,0-1-2 0,-1 1 0 16,0 0-5-16,1 0-8 0,-1 2-12 0,0 0-27 0,1 4-29 0,2 1-29 15,1 2-35-15,2 3-41 0,2 1-53 0,2 2-63 0,3 0-64 16,3 1-88-16,1-1-120 0,4 1-174 0</inkml:trace>
  <inkml:trace contextRef="#ctx0" brushRef="#br0" timeOffset="179427.26">16167 14027 2364 0,'2'4'264'0,"2"2"-41"15,0 1-25-15,0 0-53 0,1 0-56 0,-1 2-33 0,0-1-16 0,1 2-13 16,-1 1 2-16,-1-1-7 0,0 1-9 0,0 1-7 0,-1-2-2 0,2 2-4 16,0-2 0-16,1 1-2 0,0-2 0 0,1 0-2 0,1-1 8 15,-1 1-2-15,0-1-10 0,2 0 3 0,-2-1 3 0,2 0 0 0,-1-2 2 16,1-2-4-16,0-1-10 0,0-1 8 0,-1 0-1 0,1-2-4 0,0-1 5 15,0-1-6-15,-1-2-1 0,1-1 4 0,-1 0-2 0,1-3 7 16,-1 0 6-16,0-1 0 0,2 0 7 0,-1 0 2 0,0 0 2 0,0-1 7 16,-1 0 2-16,1 1 5 0,-1 0 19 0,0 1 1 0,1 0 4 15,-2 3-1-15,2 0-15 0,-1 3 8 0,0 1 5 0,1 2-5 0,-2 2-2 16,1 2-6-16,1 1-6 0,0 3-1 0,-1 0-1 0,1 2-15 0,-1 1-4 16,1 2-8-16,-1 0-6 0,-1 2 14 0,1-1-14 0,0 1-10 0,1 2-17 15,-1 0-16-15,-1-1-25 0,1 0-32 0,-2 0-49 0,0-2-78 16,-2-1-114-16,0-3-163 0,1 1-278 0,-1-2-400 0</inkml:trace>
  <inkml:trace contextRef="#ctx0" brushRef="#br0" timeOffset="184696.49">4622 6674 442 0,'1'-2'-31'0,"2"-1"58"0,2 1 11 15,2-1-1-15,2 1-5 0,-1 0-4 0,1 0-6 0,0 0-4 16,2 0-4-16,2 1-1 0,1 1-6 0,1 0-2 0,1 0 1 0,1 0-4 15,3 0-1-15,1 1 3 0,3-1-2 0,1 1-1 0,2-1 3 16,2 1-1-16,-1-2-1 0,2 1 2 0,1-1-4 0,2 0 5 0,0 0 3 16,1 1 1-16,3 0 7 0,-2 0-5 0,3 1 5 0,0 1 3 0,2-2-2 15,2 1 3-15,-1 1-1 0,0-1 0 0,3 2-2 0,0-1 1 16,0 1-1-16,1 1-2 0,1-1 3 0,-1 0 2 16,1 0 2-16,0-1-2 0,2-1-1 0,-1 1-2 0,2-1 2 0,0-1 4 0,0 1 3 0,2-2 4 15,1-1 2-15,1-1-7 0,3 0 2 0,0-2-7 0,1-1-2 16,2-1 5-16,2-1-7 0,1-2 3 0,-1 0-3 0,1-1-1 0,0-1 1 15,0-1-8-15,2 0 1 0,-1 0-7 0,1 1-2 0,-1-3 4 0,2 0 1 16,-1-2-2-16,-2 1-2 0,1-3 3 0,-2-1-5 0,-1 1 0 16,-1-1-3-16,-2-1-2 0,0 0-1 0,-2-1 7 0,-2-2 2 0,2 1-1 15,-4 0 3-15,1-2-1 0,-2-2-5 0,-3 0 1 0,-1 1 5 16,-1-1-5-16,-3 1 3 0,-2-2-1 0,-1 2-2 0,-5-4 4 0,-1 1-3 16,-1-1 4-16,-5 0-1 0,0 1-3 0,-2 0 3 0,-3 1 0 0,-1-2 0 15,-2 1 0-15,-3 0-3 0,0 0 0 0,-2 1 5 0,-3 1 1 16,-3-2 5-16,-3 2 0 0,0-1 0 0,-3 0-5 0,-2 1-2 0,-4 1 2 15,-2 1-2-15,-3 1 2 0,-4 0-2 0,-2 0 0 0,-4 0-4 0,-1 1 0 16,-3-1-1-16,-1 2 0 0,-4-1 0 0,-3 3-4 0,-1 1 4 16,-2 1-3-16,-2-1 2 0,0-1 4 0,-3 2-4 0,1-1 1 0,-2 0-3 15,-1 2 2-15,1-1 0 0,-2 0 0 0,-2 2 4 0,0-1 2 16,-2 2 4-16,-1 0 2 0,-2 2-3 0,0-1-2 0,-1 1-3 0,-3 1 0 16,1 1 1-16,-2 2 2 0,-1 0-4 0,-1 2 3 0,-4 0 1 0,0 3-5 15,-2 0 5-15,-2 2-3 0,0 1 2 0,-2 2-1 0,-3 1 0 16,0 2 0-16,-3 2-4 0,-2 1 0 0,-1 2 1 0,-4 0-1 0,-2 4 2 15,1 1 0-15,-1 3 2 0,-1-1-8 0,1 2-1 0,0 1 2 0,-1 2 0 16,0 2 7-16,-1 2 3 0,1 0-2 0,2 2 0 0,2-1 1 16,3 2-7-16,2 0 1 0,3 0-3 0,3 2 0 0,2-1 6 0,4 2-1 15,4-1 4-15,2 0-3 0,5 0-1 0,4 1 1 0,3 0-6 16,3 2 1-16,3 1 0 0,3 0-5 0,4 2-1 0,0 0 4 0,3 1 2 16,1 2 7-16,4-1 1 0,2 1-4 0,3 0-3 0,4 0-1 0,2 2 2 15,2-1-3-15,2 1 3 0,1 0-2 0,3-1-3 0,1 0-3 16,3-3-6-16,2-1-8 0,4-1-2 0,3-4 2 0,2-1 6 0,4-4 0 15,4-1-19-15,5-4-34 0,2-3-44 0,4-2-24 0,2-3-20 16,1-3-8-16,0-4-39 0,4-3-145 0</inkml:trace>
  <inkml:trace contextRef="#ctx0" brushRef="#br0" timeOffset="196195.3">16833 14186 1609 0,'-3'1'275'16,"2"0"-63"-16,-2 0-5 0,1 1-21 0,0 0-39 0,0 0-17 16,1 1-24-16,0 0-2 0,0 2 1 0,0 1-18 0,1 0 3 0,1 1-14 15,0-1-9-15,0 2-9 0,1-1-19 0,0 1 2 0,1 0-15 0,0 0 4 16,2 1-2-16,0 0-2 0,1 1 1 0,1 0-1 0,0 0-7 16,0-1 2-16,0-1 0 0,-1-1-3 0,1 0 1 0,-1-3-11 0,0 0-3 15,2-1-1-15,-1-1-8 0,0-1 8 0,0-1-2 0,1 0-2 0,0-1 0 16,-1-1-2-16,0-1 4 0,0 0-6 0,-1-1 2 0,0-1-3 15,-1-1-3-15,-1 0 4 0,2-1 0 0,-2-1 4 0,0 2-9 0,0-2 3 16,-2 0 2-16,0 1-7 0,-1 0 9 0,-1 0-4 0,-2 0-7 16,0 1 1-16,-1 1-1 0,-2-2 1 0,-1 0 10 0,0 1 0 0,-2 0-3 15,-1 1 1-15,-1 0 0 0,-1 1 0 0,0 0 1 0,-1 2-5 0,-1 1 2 16,1-1 6-16,2 3-2 0,-1-1 6 0,1 2-2 0,2 1-4 16,-2 1 4-16,2 0 0 0,-1 2-6 0,0 1 2 0,1 0-3 0,1 3 5 15,0 0-6-15,0 0 0 0,1 2 1 0,1 0-7 0,0-1 3 0,2 0 3 16,0 1-5-16,1-1-11 0,1-1-16 0,0-2-25 0,2-1-25 15,1 0-36-15,0-2-49 0,1-3-71 0,1-1-71 0,1-2-88 0,1 0-185 16,2-4-469-16</inkml:trace>
  <inkml:trace contextRef="#ctx0" brushRef="#br0" timeOffset="196428.3">17119 14175 1876 0,'-1'2'371'0,"1"1"-66"0,0-1-30 0,1-1-51 16,1 0-52-16,1-1-34 0,3 0-31 0,-1-1-14 0,1-1-22 0,1 0-18 16,0-1-7-16,1 0-10 0,-1-1-5 0,1 0-10 0,0-1-11 15,2 0-2-15,0 0-1 0,0 0-3 0,0-1-2 0,-2 1 2 0,2 0-2 16,-1-1 6-16,0 0-4 0,1 1-10 0,0-1 0 0,-1 0-9 16,2 0-3-16,-1 0 1 0,1-1-10 0,-1 1-13 0,0 0-14 0,-1-1-14 15,1 0-25-15,0-1-27 0,0 1-31 0,0-1-49 0,-2 0-49 16,0 1-66-16,-1 0-94 0,-1-2-165 0,0-1-463 0</inkml:trace>
  <inkml:trace contextRef="#ctx0" brushRef="#br0" timeOffset="196611.48">17318 13842 1331 0,'-6'-1'732'0,"-2"0"-397"0,-1 0-16 0,2 1-47 16,0 1-63-16,1 1-46 0,1 2-41 0,0 0-18 0,1 2-8 15,1 1-17-15,0 2-2 0,0 0-11 0,1 1-7 0,1 2-24 0,0 1-7 16,2 1 10-16,2 1-10 0,1 1-26 0,1 2-2 0,0 0 0 15,2 1 0-15,0 1 0 0,1 0 0 0,0-1 0 0,1 0 0 0,0-2 0 16,0-1 0-16,-1-3 0 0,0 0 0 0,1-1-12 0,-1-2-72 0,1-1-43 16,0-3-41-16,1 0-55 0,0-4-106 0,0-1-135 0,1-1-214 15,2-3-651-15</inkml:trace>
  <inkml:trace contextRef="#ctx0" brushRef="#br0" timeOffset="196845.48">17722 13638 1868 0,'-6'8'578'15,"1"0"-272"-15,-2 4-22 0,2-1-40 0,1-1-54 0,1 2-43 0,2 0-25 16,1 2-22-16,1 2-7 0,1 1-12 0,2 0-15 0,0 2-50 0,0 2-16 16,1-1 0-16,0 2 0 0,2 1 0 0,0-1 0 0,1 1 0 15,0 0 0-15,2 0 0 0,1 0 0 0,-1-1 0 0,3 0 0 0,0-1 0 16,1-2 0-16,0-1 0 0,-1-2 0 0,1-1 0 0,0-3 0 15,-1 0 0-15,0-2 0 0,-2 0 0 0,1-2-30 0,-2-1-28 0,0-2-15 16,-2-1-11-16,-2-2-27 0,-1-2-33 0,-2 0-47 0,-1-2-49 0,-1-1-53 16,-2-2-54-16,-1-3-64 0,-1-1-93 0,0-3-122 0,-2-2-124 15</inkml:trace>
  <inkml:trace contextRef="#ctx0" brushRef="#br0" timeOffset="197094.47">17776 13657 2228 0,'2'-10'100'0,"2"0"47"15,2-3 35-15,1 1 0 0,0 2-30 0,0 1-28 0,0 2-22 16,1 1-5-16,1 0-8 0,-1 0-7 0,1 1-8 0,0 1-10 0,0 1-7 16,0 1-2-16,0 1-9 0,0 1-10 0,-1 0-1 0,1 2-15 0,0 0-7 15,-1 2 7-15,1 1-10 0,-2 0 9 0,1 2-7 0,-2 0-10 16,-1 2 8-16,0 0-14 0,0 2 10 0,-1 0-2 0,0-1-8 0,-2 0 2 16,1 0-14-16,-2 2-2 0,0 0-1 0,-1 1-12 0,-2 0-2 15,-1-1-20-15,-1 1-4 0,0 1-6 0,-1-1-12 0,0-1-7 0,0 1-5 16,0-1-3-16,0-1 4 0,0-1-1 0,-1-2-6 0,1-1 1 0,0 0-1 15,1-2-2-15,0-1-5 0,2-2-14 0,1-2-14 0,1-1-30 16,1-2-15-16,1-1-18 0,1-1-22 0,1-1-28 0,0-3-45 0,2-1-35 16,0-1-163-16</inkml:trace>
  <inkml:trace contextRef="#ctx0" brushRef="#br0" timeOffset="197361.46">18096 13601 641 0,'5'2'361'15,"1"1"-102"-15,2 1-17 0,-2 1-18 0,0 0-21 0,-1 2-13 0,0 0-16 16,0 2-11-16,-2-1-20 0,1 1-10 0,-1 1-15 0,0-1-16 0,-1 2-7 15,1-1-15-15,0-1-7 0,-1 1-9 0,0-1-1 0,-1 0-18 16,-1 0-3-16,0-1-11 0,0 0-5 0,-2-2 2 0,1-1-2 0,-1 0-6 16,1-1-5-16,-1 0 4 0,0-2-4 0,0-1 2 0,0-1 0 15,0-2-6-15,1-1-5 0,-1-2 1 0,1-2-5 0,-1-1-2 0,1-2-2 16,0-2-7-16,1-1 9 0,1 0-2 0,0-1 2 0,1-1 4 0,-1-2-8 16,1 0 8-16,0 0-1 0,0-1 3 0,1 0 5 0,1 3-1 15,1 0 1-15,0 3 2 0,1 2 3 0,0 2-11 0,0 1 5 0,0 2-2 16,1 1-8-16,-1 2 2 0,0 0 3 0,1 1 3 0,0 1-8 0,0 0 6 15,-1 1-6-15,0 0-2 0,-1 1 2 0,0 0-8 0,1 1 2 16,-2 0-5-16,0 0-14 0,0-1-17 0,-1 0-31 0,0-1-29 0,0 0-41 16,0 0-48-16,1 0-62 0,0-2-74 0,0 0-92 0,1 0-144 0,1-1-523 15</inkml:trace>
  <inkml:trace contextRef="#ctx0" brushRef="#br0" timeOffset="198395.16">18419 13604 924 0,'1'1'499'0,"2"0"-224"0,0-1-23 0,0 0-19 0,0-3-48 16,1-1-40-16,0 0-31 0,0-2-3 0,0 0 2 0,-1-2-9 0,0-2-10 16,1 0-19-16,-1-1-15 0,0-1-12 0,0 1-11 0,-2-2-8 0,-1 0-11 15,-1 1-8-15,-2 1 3 0,-1-1-9 0,0 1-3 0,-1 0 8 16,0 0-9-16,-1 2 13 0,-1 1-2 0,-2 1-9 0,0 3 5 0,-2-1-7 16,-1 1-2-16,1 2 8 0,-2 2-10 0,1 2-3 0,0 2 3 0,1 2 1 15,1 1 3-15,-1 3-4 0,0 1 0 0,1 2-1 0,2 0 3 16,1-1 8-16,2 2-1 0,2 1 0 0,3 2-8 0,1-2 8 0,2 3 2 15,3-1 3-15,2 1 4 0,2-2-3 0,2 1-2 0,1-3-3 16,0-2-1-16,1-2-3 0,2-2 0 0,1 1 3 0,1-3-6 0,1-1-3 16,2-1 0-16,-2-2-5 0,2-1-4 0,-1 0 4 0,-4-2-2 0,1 1 0 15,-1-2-1-15,-2 0-3 0,-1-2 4 0,-1 0-1 0,-1-1-3 16,0 0 4-16,-1-1 2 0,0-1 2 0,-1 0 5 0,0-1 2 0,-1 0 2 16,0-2-2-16,-2 1 4 0,0-1-1 0,0 0-3 0,-1 1 9 0,-1-1 0 15,0-1-1-15,-1 2 6 0,0-1-1 0,1 0 1 0,-2 2 1 16,0-2-3-16,0 1-1 0,-1 0 8 0,-1 0-1 0,0 2-2 15,-1-1 5-15,-2 1-1 0,0 0-3 0,-1-1-3 0,0 2 3 0,0 0-9 16,-2-1 10-16,0 1-5 0,-2 0 1 0,1 1-3 0,-1 0-2 0,0 1 2 16,-1 1-5-16,1-1 2 0,0 2-1 0,0 0 5 0,0 1 1 15,0 0 0-15,1 1 2 0,-1 2-1 0,1-1-5 0,0 1 5 0,2 0-13 16,-2 0 5-16,1 1 0 0,0-1-6 0,1 0 6 0,1 1-4 0,2 0-2 16,0-1 5-16,2-1-3 0,1 2 2 0,0-1-2 0,2 0-2 0,-1 0 0 15,2 0 2-15,-1 0-2 0,1 0 10 0,0 0-5 0,0-1-3 16,0 1 4-16,1 0-6 0,-2 0 0 0,1 0 2 0,0-1 4 0,0-1-1 15,-1 2-3-15,0-2 2 0,0 1-2 0,-1 0-2 0,0-2 4 16,0 1-2-16,-1 0-4 0,0 0 2 0,-1 0 0 0,1 1 6 0,-1-1-4 16,1 0 0-16,-1 0 0 0,0 0 0 0,0 0 5 0,-1 1 5 0,1-2-12 15,0 0 10-15,-1 0-4 0,2 0-10 0,-1 0 8 0,0 0-2 16,0-1-8-16,0 0 6 0,0 0-2 0,0 0 8 0,1 0-6 0,-1 0 0 16,1 0 0-16,-1 0-6 0,1 0 10 0,0 1 0 0,0 0-3 0,-1-1-2 15,1 1-1-15,-1 1-8 0,1-1 12 0,-1 0-2 0,0 1-4 16,0-1 8-16,1 1-6 0,-1 0-6 0,1 0 6 0,0 0-2 0,-1 1 4 15,0-1-2-15,0 0-3 0,0 0 6 0,0 1-6 0,-1-1 5 16,1 1-2-16,1 0 2 0,-1-1 0 0,0 2 2 0,0-1-2 0,-1 0-8 16,2 1 10-16,-1-2 2 0,0 1-2 0,0 0 3 0,1 0-12 0,0 0 1 15,-1 1 6-15,1-1 0 0,0 0 0 0,0 0 0 0,0 0-2 16,0 0 4-16,0 1 0 0,0-1 4 0,0 0-6 0,0 0-6 0,-1 0 8 16,2-1-4-16,-1 0 2 0,0 0 0 0,0 0-6 0,0 1 6 0,0-1-2 15,0 0 0-15,0 0 6 0,0-1-8 0,1 0 10 0,0 0 4 16,0 1-8-16,0-1 3 0,-1-1-5 0,0 1-2 0,0-1 4 0,0 0-2 15,1 0 2-15,-1 1-4 0,1 0 4 0,-1 0-7 0,0 0 6 16,-1 0 3-16,1 1 0 0,0-1 8 0,-1 1-16 0,1-2 8 0,-1 2-2 16,0 0-2-16,0 0 4 0,0 1-4 0,-1-1-2 0,1 0 6 0,0 0-2 15,-1 0 3-15,0 1-1 0,0 0-10 0,0-1 12 0,-1 2-2 16,1-1-4-16,-1 1 8 0,1 0-6 0,0 0 4 0,0 1 0 0,0 0 0 16,1 0 3-16,0 1-3 0,1 0 4 0,1 1-2 0,0 0 6 0,1-1-8 15,1 1-1-15,0-1-3 0,2 0-8 0,1 1 10 0,0 0-8 16,2-1 4-16,-1 1-1 0,3 0 2 0,0-1-2 0,0 1-1 0,2 0 2 15,-1 0-4-15,-1-1-6 0,2 0 4 0,-1 1-12 0,0 0 1 16,-1 0 11-16,-1 1-4 0,1-1-2 0,-1 1-1 0,-2 0-3 0,0 0 5 16,-2 0 7-16,-2 0-2 0,-1 1-2 0,-1 1 0 0,-2 0-1 0,-2 0-5 15,-1-1 3-15,-1 0-5 0,-2 0-10 0,-1-1-11 0,-2-1-6 16,-1 1-4-16,0 0-6 0,-2-1-1 0,1 1 8 0,-1-1 0 0,-1-1 19 16,1-1 16-16,0 1 0 0,1-2 11 0,1 1 0 0,2-2 7 0,1-1 2 15,2 0 6-15,1-2 3 0,2 0-1 0,2-1-3 0,2-1-1 16,2 0-2-16,1-2-7 0,2 0 11 0,3 0-15 0,1-2 5 0,1 1 5 15,1-1-14-15,1-1 11 0,0 1-3 0,1-1-4 0,0-1 5 0,0 0-5 16,0 2 4-16,-2 1-2 0,-1 1 0 0,0 0-4 0,-1 2 2 16,-1 0-6-16,0 1 3 0,0 2 5 0,-2-1 1 0,0 2-3 0,0-1 0 15,-2 2 2-15,0 0-11 0,0 1 7 0,-1 0 2 0,0 1-4 16,-2 1-1-16,0-1-8 0,-1 0-13 0,-2 1-27 0,1-2-43 0,-1 0-85 16,-1-2-103-16,0-1-128 0,0 0-209 0,0-3-196 0,0-1 29 0</inkml:trace>
  <inkml:trace contextRef="#ctx0" brushRef="#br0" timeOffset="198528.15">18991 13334 1098 0,'-4'3'968'0,"0"0"-701"0,-2 1 8 0,1 1-22 0,1 1-53 0,-2 0-54 15,1 1-45-15,0 0-21 0,0 0-14 0,1-1-20 0,-1 0-11 16,3-1-13-16,-1-2-5 0,1-1-15 0,0-1-19 0,2-1-31 0,1-2-42 16,0 0-59-16,1-1-94 0,1-2-105 0,2-1-127 0,2-1-200 0,2-1-395 15</inkml:trace>
  <inkml:trace contextRef="#ctx0" brushRef="#br0" timeOffset="198847.15">19177 13413 1137 0,'0'-1'171'16,"1"0"-39"-16,1 0-1 0,-2-1-11 0,1 0-25 0,0 1-25 0,1-1 0 15,0 1 16-15,-1-1 17 0,2 0 9 0,-2-1-9 0,1 1-13 16,0-1-2-16,0 0-9 0,0 0-2 0,0 1-3 0,0-1-6 0,1 1 2 15,-1 0 6-15,1 1-6 0,0 0-1 0,0 2-11 0,0 0-7 16,0 0-2-16,0 2-9 0,-1 1-6 0,2 0-5 0,-1 2-11 0,1 0-2 16,-2 1 1-16,1 2-10 0,0-1 0 0,-1 2-3 0,1-1-6 0,-1 0 0 15,1 0 4-15,0-2-6 0,-1 1-1 0,1-1-6 0,-1 0-7 16,0 0 0-16,0-1-1 0,0 0-2 0,-1-1 3 0,1 0 0 0,0-1 7 16,0-2 4-16,1-1 0 0,-1 0 5 0,0 0 0 0,-1-2 6 0,1 0-4 15,0 0 2-15,0-1 3 0,0 0 0 0,-1-1 4 0,0 0 2 16,0 1-2-16,0-1-2 0,-1 0 2 0,0 0-2 0,1 0 2 0,-1 0 0 15,0 1-7-15,0 0 5 0,-1 0-3 0,1 0-6 0,0 1 2 0,0-1-3 16,0 2-6-16,-1-1 1 0,0 1-11 0,1 0-28 0,-1-1-49 16,0 0-62-16,1 0-63 0,-2-1-71 0,1 0-93 0,0 0-158 0,1 0-528 15</inkml:trace>
  <inkml:trace contextRef="#ctx0" brushRef="#br0" timeOffset="199095.15">19141 13179 2048 0,'-5'2'367'0,"-1"1"-112"15,-1 0-16-15,2 1-33 0,0 0-40 0,0-1-57 0,0 2-40 16,0-2-23-16,1 1-12 0,0 0-10 0,1-1-9 0,0-1-4 0,1 0-9 15,0 0-6-15,1 0 2 0,1-1-1 0,0 0-3 0,1 1-5 0,0-1-13 16,0 0-21-16,2-1-27 0,0 0-27 0,1 0-55 0,2-1-60 16,0 1-74-16,2-1-90 0,-1 1-124 0,3 0-173 0,0 0-157 0</inkml:trace>
  <inkml:trace contextRef="#ctx0" brushRef="#br0" timeOffset="199394.67">19381 13394 1881 0,'1'7'467'16,"1"0"-215"-16,1 2-28 0,0-1-31 0,1-2-44 0,0 0-48 0,1 0-42 15,1-1-17-15,1-1-4 0,-1 0-9 0,-1 0 4 0,2-2-5 0,-1-1-6 16,2-1-9-16,-1 0-3 0,1 0-5 0,-1-2-1 0,1 0 7 16,-2-2 2-16,2-1-2 0,-1 0 3 0,-1 0-1 0,1-2 4 0,-1 0 0 15,-1 0 0-15,-1 0 0 0,0-1 2 0,-2 3 3 0,0-3 1 0,-1 0-2 16,-1 0-9-16,-1 0-1 0,0-1-1 0,-2 1-2 0,0 0 3 15,-2 2 3-15,-2-1-2 0,-2 0-5 0,-2 0-1 0,-1 1 0 0,0 0-27 16,-3 1 5-16,1 0 4 0,-1 0-1 0,1 2 25 0,-1 0-7 16,1 2-7-16,1 1-1 0,2 1-5 0,0 1 0 0,2 2 0 0,2 2 10 15,1 1-5-15,2 2 3 0,1 1 1 0,1-1-20 0,2 1-9 16,1-2-22-16,1 1-22 0,2-2-27 0,3-1-42 0,2-1-65 0,1-2-86 16,3-2-109-16,0-2-144 0,3-1-180 0,1-2-175 0</inkml:trace>
  <inkml:trace contextRef="#ctx0" brushRef="#br0" timeOffset="199661.67">19658 13254 2145 0,'-1'3'341'0,"1"1"-75"0,0 1-32 0,1-1-45 0,0 0-52 15,1 2-39-15,0-1-4 0,-1 3 6 0,2 1-2 0,-2 1-2 0,1-1-28 16,1 1-8-16,-1-1-13 0,1-1-7 0,0-1-14 0,0 0-2 16,2-2-4-16,-1 0-14 0,0-1-4 0,2-1 0 0,-1 0 0 0,1-1-2 15,0-1 0-15,1-1-4 0,-1-1-4 0,1 0 4 0,1-1-10 16,0-1-4-16,-1 0 2 0,1-1-4 0,-1-2 6 0,-1 0 2 0,0-2 2 15,1 0 3-15,-1 1-3 0,0-2 4 0,-1 1 6 0,1 0-8 16,-1 0 14-16,0 1-18 0,-1 2-4 0,0-1 16 0,-1 2-7 0,1 3 16 16,-1-1 7-16,-1 2-8 0,1 1 10 0,-1 0-3 0,1 3 15 0,0 2 0 15,0 0 0-15,0 3-6 0,0 0-24 0,0 1 0 0,0 2 0 16,0-1 0-16,0 0 0 0,0 0 0 0,1-1-16 0,0 0-20 0,0-1-20 16,1-2-34-16,0 1-40 0,-1-1-52 0,3-1-93 0,0-1-137 0,1-1-167 15,1-2-266-15,1-1-223 0</inkml:trace>
  <inkml:trace contextRef="#ctx0" brushRef="#br0" timeOffset="200028.66">20294 13357 1671 0,'2'-10'284'0,"0"0"-109"16,-1-4-11-16,0 1-17 0,-1-1-23 0,-2 1-32 0,1 0-27 15,-1-2 2-15,-1 1 1 0,-1-1-2 0,-1 1 2 0,0 0-8 0,0 0 3 16,0 1-6-16,0 2 7 0,0 2 9 0,0 0 0 0,0 2-8 0,-1 1-2 16,0 3-3-16,0 0 3 0,1 3-6 0,-1 1-11 0,3 1-10 15,0 1-13-15,1 3 0 0,1 1 1 0,2 1-11 0,0 1 3 0,3 1-3 16,1 1 1-16,2 3 7 0,2 0-11 0,1 0 2 0,2 2-2 16,1 0-24-16,0 1 0 0,2-2 18 0,1 1-10 0,0 1 24 0,0-1 0 15,2-2-32-15,-1 0 6 0,-1-1-15 0,1 0-16 0,-2-1 8 0,0-1-2 16,-1 1-2-16,-3 0 8 0,0-1 1 0,-1-1 8 0,-1-1 15 15,-2 0 8-15,-1 0-1 0,-3 0-2 0,0 0 4 0,-2-2-1 0,-1-1 9 16,-1-1-5-16,-1-1 3 0,-1 0 1 0,0-1-7 0,-1-2 7 16,-1-1 3-16,1-2-12 0,0-1 3 0,-1-1-12 0,0-2-5 0,2-2 2 15,-1-2 1-15,2 1-11 0,0-1-5 0,0 2 2 0,2 0-7 0,1 2 3 16,0-1-7-16,2 2-9 0,-1-1-10 0,2 2-14 0,0 0-17 16,-1 1-30-16,1 1-44 0,-1 0-50 0,0 2-57 0,-1 0-77 0,-1 1-101 15,-1 0-159-15,0 1-317 0</inkml:trace>
  <inkml:trace contextRef="#ctx0" brushRef="#br0" timeOffset="200478.66">14488 15818 2230 0,'17'-8'3'0,"8"-5"-2"0,6-3 2 0,9-6 0 0,-7 6-7 0,3-1-1 16,6 2 4-16,6-1 26 0,5-2 33 0,9-1 24 0,8-4 28 0,5-5-7 15,4-2-15-15,6-5-11 0,3-1-9 0,3-2-1 0,5-2 7 16,2 1 12-16,4-1 9 0,8-4 9 0,5-1-10 0,6 0 2 0,5-2-11 16,5 0-13-16,5 0-5 0,4 0-15 0,2-1-10 0,7-2-17 0,2 1 12 15,2-1-4-15,3 0-8 0,1 2 8 0,1 0 3 0,2 0-13 16,-1 0 19-16,1 2-2 0,1 2-14 0,-2-1-26 0,1 4 0 0,-3 1 0 16,-1-1 0-16,-1 3 0 0,-4 1 0 0,-1 0 0 0,-4 3 0 15,-4 2 0-15,-4 4 0 0,-5 2 0 0,-3 1 0 0,-7 1 0 0,-5 2 0 16,-6 4 0-16,-6 0 0 0,-4 2 0 0,-9 3 0 0,-8 2 0 0,-9 3 0 15,-7 2 0-15,-10 0 0 0,-7 2 0 0,-6 1 0 0,-12 0 0 16,-5 1 0-16,-8 1 0 0,-6 1 0 0,-6 1-137 0,-6 0-96 0,-7 2-44 16,-6 1-77-16,-6 1-62 0,-4 1-29 0,-8 1-99 0,-4 2-191 15,-7 4-2-15</inkml:trace>
  <inkml:trace contextRef="#ctx0" brushRef="#br0" timeOffset="200811.97">19230 15056 2771 0,'9'-3'157'0,"-1"0"8"15,6-2 4-15,0-2-18 0,1 0-33 0,0-2-37 0,4-1-30 0,2 0-4 16,0-2-1-16,3 2-4 0,-1-2 4 0,-1-1-9 0,0 1-13 16,-1 0 3-16,-2 2-5 0,0 0-5 0,-1 1 3 0,-3 0-14 0,0 1 0 15,-2 0-2-15,-1 2-4 0,-1 1 10 0,-4 1-10 0,0 2 0 0,-3 1 0 16,-1 2-10-16,-3 3-8 0,0 0-7 0,-2 3-11 0,-2 1-3 15,-2 1 0-15,-1 2-3 0,-3 1-3 0,-2 2-2 0,-1 0 5 0,-1 2 0 16,-1 2 9-16,-2-1 6 0,-1 3 5 0,-1 1 9 0,1 1 5 16,1 3 10-16,2 0 2 0,3 0 18 0,2 1 16 0,3-1 7 0,3 0 12 15,3 0 4-15,4-2 0 0,3 0 7 0,3-4 7 0,1-1-2 0,4-2-13 16,4-3-60-16,2-2 0 0,3-5 0 0,5-1 0 0,1-3 0 0,4-1 0 16,0-2 0-16,3-3 0 0,0-2 0 0,1 0 0 0,3-2 0 15,-1-2 0-15,1 0 0 0,2 0 0 0,0-1 0 0,2 0 0 0,-1-3 0 16,-1-2 0-16,-2-2 0 0,-1-2 0 0,0 0 0 0,-3-3-141 15,2 0-436-15,-2-4-490 0,2-2-483 0</inkml:trace>
  <inkml:trace contextRef="#ctx0" brushRef="#br0" timeOffset="209645.61">12098 18073 748 0,'-4'0'88'16,"1"0"29"-16,-1 0 14 0,-1 0-8 0,0 0-29 0,-1 0-27 0,0 0-16 15,-1 0-9-15,0 0-4 0,0 0-1 0,0 1-4 0,-1-1-2 16,0 1-1-16,-1-1-8 0,1 1-6 0,1 0 2 0,0 0-3 0,1 0 0 16,1 1-1-16,0-1 6 0,0 0-1 0,1 1 4 0,0-1-2 0,1 0-4 15,0 1 6-15,1-1 3 0,0 0 1 0,0 1 6 0,1-1-8 16,1 0-2-16,0 0 1 0,1 0-9 0,0 1 8 0,1-1-9 0,1 1-1 15,0 0 7-15,1 0-1 0,1 1 7 0,0 0-5 0,1 0-2 0,0 1 0 16,2 0 5-16,0 1 2 0,1-1 4 0,0 1-7 0,1 0 2 16,1 1-1-16,-1 0-4 0,1 0 4 0,0-1-7 0,0 0 5 0,1 1-2 15,-1-1-4-15,0 1 1 0,0-2 12 0,0 2-8 0,-1-2 15 0,0 1-17 16,-2-1 21-16,1 0 18 0,-1 1-27 0,-1-1 18 0,0-1-32 16,0-1-12-16,-2 2 19 0,0-1-12 0,-1 1-2 0,0 0 20 0,-1 0-27 15,-1 0 11-15,-1 0-6 0,0 0-24 0,-1 1 31 0,0 0-19 16,-1 1 3-16,0 0 9 0,1-1-21 0,-3 1 18 0,0 0-15 0,0 1-2 15,-1 0 17-15,0 0-9 0,-1 0 8 0,0 0-8 0,-1 0 3 0,0 1 6 16,0-2 0-16,0 2-9 0,0-1-2 0,1 0-9 0,-2-1 10 16,1 0 5-16,0 0-14 0,0 0 14 0,0 0 9 0,1-2-4 0,0 1 5 15,0 0-9-15,0-2-4 0,1 1-5 0,0-1-2 0,1 0 0 0,-1-1 0 16,1-1-15-16,0 0-34 0,-1 0-56 0,2-1-50 0,-1-2-57 16,1 1-75-16,-1-2-105 0,2-1-139 0,0-2-180 0</inkml:trace>
  <inkml:trace contextRef="#ctx0" brushRef="#br0" timeOffset="209845.68">12165 17754 2073 0,'-18'-3'336'0,"3"2"-220"16,-3 0 23-16,-1 0-2 0,-3 0-35 0,0-1-21 0,4 1-31 0,4 2-21 15,3-1-8-15,3-1-21 0,3 1-2 0,2 0 2 0,3 0-5 0,1 1 2 16,1 0-8-16,3 0-22 0,1 1 16 0,3 0-12 0,2 0-13 15,2 1-12-15,0-2-21 0,5 0 0 0,0 0-17 0,0-1-16 16,3 0-29-16,1-1-36 0,-1 0-33 0,3-1-40 0,1-1-55 0,-2 1-73 0,3-2-190 16,-2-1 118-16</inkml:trace>
  <inkml:trace contextRef="#ctx0" brushRef="#br0" timeOffset="210378.68">11603 17749 2410 0,'-19'-4'71'0,"3"1"72"0,-2-2-11 0,-2 2-39 16,-3-2-7-16,1-2-62 0,4 2-9 0,3 0 11 0,3-1-32 16,4-1 18-16,2 0-12 0,3-1-6 0,3-1 9 0,1-2 2 0,3-1-3 15,3-2-7-15,4-1-2 0,2-1-5 0,3-2 5 0,3 0 5 0,1 0-1 16,3-1-4-16,1 0 2 0,2 1 0 0,2 1-7 0,1 0 2 15,2 1 1-15,0 1-9 0,3 0 4 0,0 1-1 0,0 2 2 0,2 0 4 16,-1 2-6-16,0 1 19 0,0 2-1 0,-1 1 0 0,2 1 1 0,-2 1-8 16,2 0-1-16,-2 2 9 0,2 2-3 0,-1 0-2 0,1 1 1 15,1 1-5-15,0 1 3 0,1 1-1 0,0 2-7 0,0 1 10 0,3 0-5 16,-2 1 10-16,1 2-4 0,1 3-6 0,0 0 7 0,0 2-9 0,0 1-2 16,-1 1-1-16,-2 2 0 0,1 0-2 0,-2 1-6 0,0 2 0 15,-3 0-5-15,-2 3-1 0,0 2-12 0,-3 0 20 0,-1 3-8 0,-15-15-6 16,1 3-1-16,-3 0-44 0,2 3-10 0,-2-1 3 0,0 4 21 15,-2 0 22-15,0 3 16 0,-4-1 20 0,1 3-4 0,-4 0 7 0,-1 1 7 16,-4 0 0-16,0 2 33 0,-4 0-9 0,-3 1-4 0,-3 0 3 0,-4 0-24 16,-2-2 14-16,-3 1 0 0,-5-2-10 0,-2-1 7 0,-3-1 0 15,-2-1 6-15,-4 0 2 0,-1-2-11 0,-1-1 11 0,-4 0-19 0,0 0 25 16,-1-2 19-16,-1-2-12 0,-2-1 26 0,-1 0-26 0,1-3-5 0,-1 0 6 16,0-2-4-16,0-1-5 0,1-1-8 0,0-2-10 0,1-1 5 15,0-1 15-15,0-1 0 0,1-2 4 0,1-1-3 0,1-2-4 0,-1-1-10 16,2 0-6-16,0-3 1 0,1-1 1 0,0-2 10 0,0-1 5 15,0-2-9-15,2-1 2 0,-1-3 0 0,1 0-5 0,1-3 0 0,0-2-3 16,1 0-21-16,3-1 30 0,1-2-6 0,1-1-4 0,3-1 24 0,1-2-70 16,3 1-8-16,3-2-7 0,2-1-24 0,4 0 28 0,5 0 0 15,2 0-36-15,4-2-1 0,4 1-23 0,5-3-30 0,4 2-13 0,4-2-60 16,4 0-37-16,6-2-82 0,31-29-106 0,11 3-485 0</inkml:trace>
  <inkml:trace contextRef="#ctx0" brushRef="#br0" timeOffset="211162.79">13677 17513 1979 0,'-20'-7'0'15,"3"0"93"-15,-2 0-10 0,-4-2-17 0,-2-2-28 0,-1-1-17 0,2 1 0 16,4 0-7-16,3 1-2 0,1-1-5 0,3 1 2 0,3 1 8 16,1 0-6-16,1 1-5 0,2 1-3 0,2 3 0 0,0 0 1 0,3 1-4 15,1 1 3-15,3 2-6 0,4 1 0 0,2 4 0 0,4 2-3 16,3 4 2-16,7 4 4 0,2 4-7 0,6 2 9 0,3 5-2 0,5 3 0 16,1 2 8-16,2 0-8 0,2 3 12 0,-1-1 17 0,0 0-1 0,-20-16 10 15,1 0-16-15,0-1-9 0,2 2 10 0,-2-2 1 0,2 0 27 16,-1-1 13-16,1 0 14 0,-2-3 5 0,0 1 3 0,0-2 9 0,-2 0 0 15,-1-2-12-15,1-1-1 0,-3-3-25 0,1-1-6 0,-3-2-2 16,-2-3-16-16,7-7-11 0,-5-6-5 0,-5-6-13 0,-4-2-30 0,-3-5-2 16,-2-3 4-16,-2-1 8 0,-2-2 14 0,-2 1-7 0,-1-3-4 0,-1-2-3 15,-2-2 7-15,0-2 2 0,-2-2-22 0,0 0 5 0,1 1-12 16,0-1 2-16,4 3-3 0,1 3-14 0,3-29-5 0,7 17-13 0,4 16-1 16,2 9 9-16,1 9-8 0,2 0-10 0,-1 4-13 0,2 2-26 15,2 3-11-15,1 3-27 0,2 2-32 0,2 3-49 0,0 4-79 0,3 3-106 16,0 3-351-16</inkml:trace>
  <inkml:trace contextRef="#ctx0" brushRef="#br0" timeOffset="211913.03">14173 17062 2486 0,'-28'4'58'16,"1"-1"73"-16,-2 2-13 0,8 1-12 0,10 0-38 0,2-1-35 0,4 3-21 15,5-4-6-15,0 3 8 0,2 1 3 0,2 2-11 0,3 3-12 16,1 3 10-16,5 1-1 0,3 3 1 0,4 3-11 0,1 1-5 0,5-1-2 16,2 2-7-16,3-2 16 0,0 1-10 0,3 0 5 0,-2-2 1 0,2-2-3 15,-1 0 10-15,0-4 1 0,-1 0-1 0,-1-2-1 0,-1-2 1 16,-1-2 7-16,0-2-2 0,-2 0 1 0,-2-1-9 0,0-2-4 0,-3-1 13 16,-2 0 6-16,-1-2-7 0,-2 2 4 0,-3-3 3 0,0 1-3 15,-3-2 15-15,0 1-8 0,-3-1-10 0,1-1 4 0,-3 0-8 0,1-1 9 16,0 0-1-16,-1-1-1 0,0-1-3 0,1 0-15 0,0-2 15 0,0 0-11 15,0-2 2-15,0 0 0 0,1-3-19 0,0 0 10 0,1-2-5 16,1-2-8-16,0 2 3 0,0-1-16 0,1-2 3 0,2 1 7 0,-1 0-7 16,1 0 3-16,-1 0 6 0,0 1-3 0,0 1 9 0,0 2 4 0,-1-1-1 15,-1 1 14-15,-2 1-5 0,0 0 7 0,-1 2 8 0,-2-1-5 16,0 1 3-16,-1 1 3 0,-2 0 7 0,1 1 8 0,-2 0 2 0,0 1-4 16,-1 0-9-16,-1 0 8 0,1 0 5 0,-1-1-2 0,-1 1-1 15,0-1-8-15,0 1-1 0,0-1 9 0,-1 1 2 0,1 1-12 0,-1 0 5 16,0 0-12-16,0 0-1 0,0 0 6 0,0 0-16 0,-2-2-4 0,1-1-5 15,3 0-3-15,0 1 20 0,0-1 9 0,1 0 1 0,0-1-5 16,0 0-12-16,1 0 9 0,-1-2-1 0,-1 1 6 0,0 0-12 0,-1 0 2 16,0 1-1-16,-2 0 9 0,1 1-3 0,-1 2-10 0,0 0 6 0,-1 1-1 15,-1 2 8-15,0 1 0 0,-2 1 0 0,0 0-5 0,0 2 0 16,-2-1 5-16,0 2-4 0,-2 3 8 0,0-1-9 0,-1 2-7 0,3 2 2 16,-1 0 2-16,0 2 4 0,2 0-2 0,0 0-4 0,1-1 6 0,1 2-9 15,0-1 1-15,4-5 11 0,0 2-8 0,1 1 16 0,0 1 5 16,2 1-12-16,0 3-7 0,2 0 4 0,1 1-7 0,2 1 8 0,2 1 1 15,1 0-13-15,3-1 14 0,1 1-10 0,3 0 2 0,0-1 15 16,1-1-9-16,2 0 0 0,0 0 2 0,1-2-8 0,2 0 5 0,0-2 3 16,0 0 0-16,2-1-7 0,1-1-1 0,0-2 4 0,1 0-2 0,-1-2 1 15,1-2 0-15,0-2 3 0,-2-1 4 0,0 0-7 0,-3-2 0 16,0-2-7-16,-2-1 5 0,-1-1 9 0,-4-1-7 0,0-1-2 0,-1-1 2 16,-2-1-1-16,-1-1-1 0,-1 0 10 0,-3-2-2 0,1-1 0 0,-2-1-1 15,-1 0-5-15,-2-3 7 0,0-1 5 0,-1 1-10 0,0-1-4 16,-1-1-1-16,0 1 3 0,0 2 3 0,1 1 0 0,0 2-21 0,2-6 3 15,0 7 6-15,1 8-1 0,-1 4 8 0,0 1-4 0,1 1 6 0,-1 1 10 16,1 0 8-16,0 2 1 0,1 2-4 0,0 2-13 0,2 2-6 16,0 3 6-16,0 2 0 0,2 1 3 0,-1 1-3 0,1 2-16 0,0 0 11 15,1-2 3-15,1 1 0 0,-1 0 0 0,2-2-14 0,1-2 4 0,0 1 1 16,0-2 3-16,0-1-6 0,0-1-3 0,-1-3-7 0,-1 0-1 16,-1 0-12-16,-1-2-24 0,-2 0-16 0,-1-1-32 0,-2-2-24 0,0 0-28 15,-1-1-31-15,-1-1-45 0,-1-3-77 0,-1-1-95 0,0-3-383 16</inkml:trace>
  <inkml:trace contextRef="#ctx0" brushRef="#br0" timeOffset="212065.03">15434 16878 2100 0,'-13'1'113'16,"1"1"8"-16,-1 0 12 0,3 2-5 0,4-1-38 0,1 0-40 0,1 0-32 15,3 0-13-15,1 0 2 0,3 0-9 0,0 2-1 0,2 0-7 16,3 2-8-16,2-1-7 0,1 1-28 0,4 1-36 0,1-2-49 0,3 2-64 15,0 0-61-15,2-2-63 0,1 1-88 0,1-2-158 0,2 0 39 0</inkml:trace>
  <inkml:trace contextRef="#ctx0" brushRef="#br0" timeOffset="212797.02">15931 16975 1776 0,'-7'-1'235'0,"3"2"-113"0,0 0 34 0,2 0-2 0,1-1-17 16,1 0-55-16,0 0-43 0,0 0-13 0,2-1-6 0,1-2 3 15,0-1-2-15,2-1-8 0,0-1-9 0,1 0-4 0,1-1 1 0,-1-1-2 16,1-1-8-16,1 0-14 0,-2 0-6 0,-1 1-7 0,0 0-8 16,-2 1 4-16,-1 1-3 0,-1 0 13 0,-3 0-2 0,-1 1 5 0,-2 0 3 15,-1 1 2-15,-3 0 13 0,-1 1 4 0,-2 1 2 0,-4 2 4 0,-2 1 6 16,-1 2-3-16,1 3 12 0,0 1-1 0,-1 2 4 0,3 1 7 16,-1-1-4-16,2 3-3 0,0 0 10 0,4 1-8 0,0 0 0 15,4 1-9-15,2 1-4 0,3-1 4 0,3 2-4 0,3-1-2 0,3 2-4 0,3 1-7 16,2-2-1-16,4-1-4 0,-8-8 13 0,4 3 5 0,1 0-3 15,2 1 8-15,2-1-15 0,4 4-7 0,0-2 12 0,4 2-5 0,1 1-4 16,-1-2 7-16,1 2-2 0,-1 1 4 0,0-1-5 0,-1-1-6 16,-2 3 8-16,1 0-6 0,-3 0 7 0,1-1-1 0,-3 1-8 0,-1 1 8 15,-4-1-3-15,-1 1-2 0,-3 0 4 0,-3-1-4 0,-2-1 0 0,-4 0-8 16,-2 0-14-16,-3-2 2 0,-3-2-2 0,-3 2 3 0,-2-1 9 16,-2-2-1-16,-2 0 10 0,-3-4 6 0,0 0 8 0,-2-1 7 0,-1-2-1 15,1-5 11-15,-1-2-2 0,0-2-11 0,-1-2 11 0,1 0-12 0,2-3-2 16,0-2-4-16,2-2-16 0,1 1 3 0,2-1-10 0,2-3-9 15,3-2-3-15,3-3-9 0,2 0-3 0,3-3-12 0,2 0-15 0,4-4-19 16,2-1-13-16,3-2-12 0,3-1-3 0,7-6-13 0,14-27-1 0,2 7 18 16,-4 8 17-16,-8 14 39 0,-1 0 27 0,-1 3 25 0,-1 1 22 15,-2 1 22-15,-2 1 31 0,0-1 22 0,-2 3 21 0,-2-1 10 0,-1 3-5 16,-2 3 3-16,0 2-10 0,-1 3-12 0,1 1-9 0,-1 2-13 16,0 0-12-16,0 5-5 0,-1 2-10 0,-1 1-3 0,-2 3-1 0,2 1-9 15,-1 2-4-15,0 2-6 0,0 1-8 0,1 1 7 0,2 4-7 0,1 2-2 16,1 4 8-16,1 2-8 0,0 4 1 0,2 3-9 0,1 1 7 15,0 3-7-15,-1 1 1 0,-2 5-3 0,1 0-3 0,-1 1 6 0,-1-2 1 16,1-2-4-16,-2-1-2 0,1-2-6 0,-1 0 3 0,2-1 2 16,0-1-1-16,-1-1-1 0,0-2-5 0,-1-3 11 0,-2-1 0 0,1-4-4 15,-1-3-5-15,-1-1-10 0,-1-3-4 0,-1-1 14 0,0-2 10 0,-2 0 6 16,0-2 8-16,0-1-1 0,0-1 12 0,0 0 6 0,0-1 1 16,0-2-6-16,0-4-20 0,-1-1-1 0,0-4-5 0,0-3 5 0,-1-2-2 15,0-2-8-15,-1-2 0 0,0-1 1 0,0-1-1 16,1 2-1-16,2 1-2 0,1 2-6 0,2 2 0 0,1 3-1 0,1 1 0 0,2 3 5 15,0 2 0-15,-1 2-6 0,1 1 10 0,1 1-1 0,0 3-4 0,2 1 6 16,0 3 0-16,1 3-1 0,1 1 2 0,2 3-3 0,1 2-10 0,0 1 7 16,2 1 0-16,0 3 4 0,1 1-3 0,-1 1-10 0,1 0 9 15,1 1-9-15,-3-1 6 0,1 0 1 0,0 2-11 0,-2-2 6 0,0 0-13 16,-1-3-5-16,-1 1-4 0,-1-2-24 0,0 0-13 0,-2-1-28 16,0-1-26-16,-7-7 13 0,2 2-15 0,-2-2-16 0,0 2-22 0,-2-1-23 15,1 0-7-15,-2-2-1 0,0 0-15 0,-2-1-16 0,0-3 21 0,-2-2 5 16,-2-6-2-16,-2-9 8 0,-1-9-76 0,2-3-51 0</inkml:trace>
  <inkml:trace contextRef="#ctx0" brushRef="#br0" timeOffset="213479.02">16881 16696 664 0,'-8'-34'273'0,"1"-3"-83"0,0-9-18 16,2 7-24-16,3 8-47 0,1 3-24 0,3 3-20 0,2 4-14 15,0 3 3-15,2 2-8 0,0 4 5 0,2 2 9 0,-1 2 12 0,1 2-7 16,-1 3-2-16,1 2-9 0,0 2-4 0,-1 2 6 0,3 2 0 16,0 4-5-16,0 2-1 0,1 2-8 0,1 4-4 0,-2 2 0 0,3 3 8 15,-1 2 3-15,2 3-8 0,0 2 4 0,-1 1-17 0,1 0-2 0,-1 0-2 16,1 1-2-16,-3 1-2 0,1-1-1 0,0 2-6 0,0-3-8 15,0 1 1-15,0-5-8 0,-1 0 2 0,1-2-19 0,0 1-18 0,0-1-15 16,-1 1-46-16,-4-1-26 0,0-2-28 0,-3-1-24 0,-1-1 7 0,-3-5-1 16,-2-2 3-16,-1-8-102 0,-1 3 22 0,-3-2 96 0,-1 0 60 15,-2-2 118-15,-1 0 49 0,-2-1-6 0,-3-2 24 0,-13-4 38 0,5-4 24 16,4 0 11-16,4-1-10 0,2 1 2 0,1 1 9 0,2-2-6 16,1 0-5-16,1-1-20 0,2-2-38 0,1 0-17 0,3 1-18 0,0-1-16 15,3 1-5-15,1 1-18 0,0 0 1 0,2-1-5 0,2 1-4 0,1-1 12 16,3-1-10-16,2 1-3 0,1-1-2 0,2-1-7 0,2 0 9 15,2-1-5-15,2 0 0 0,3-2-3 0,2-1-5 0,2 0 1 0,1 0-3 16,-1-2-2-16,1-1-6 0,-2 1 0 0,1-2 2 0,-1 3 5 0,0-1-1 16,-1 3 7-16,-2-1 1 0,-1 1 2 0,-2 1 5 0,0 0-2 15,-3 0 3-15,-2 0 0 0,-2 0-4 0,-2 1 13 0,0 0-8 0,-2 2 1 16,-2-1-1-16,-1 1-11 0,-2 1 8 0,-1 1-1 0,-2 0 0 16,-2 1-6-16,-2 0-12 0,0 1-7 0,-3 0 5 0,0 2 2 0,-1 1 13 15,-1 1 1-15,0 2 1 0,-1 1-4 0,1 0-5 0,-1 3 0 0,0 0 2 16,1 2-3-16,-1 1 17 0,1 2-1 0,0 1 1 0,1 1 3 15,1 1-16-15,1 1 5 0,1 1-4 0,0 1 2 0,3 0-1 0,1 0-5 16,0 2 14-16,1-1-1 0,1 0-3 0,2-1-2 0,0-1-8 0,1 1 8 16,2-1 3-16,1 0 0 0,1 0-3 0,0 0 0 0,0-1 5 15,0 0-2-15,0 0 3 0,-1-2-6 0,1 1 0 0,1-2 2 0,-1-2-2 16,0-1 5-16,0-1-1 0,-2-1-4 0,0-2-6 0,-1-2-2 16,0 0 5-16,1 0-2 0,-1-1 2 0,0-1-11 0,0-2 0 0,0 1 3 15,1-2 5-15,-1 0 0 0,2 1-5 0,0-3 6 0,-1 1 2 0,2-2 3 16,0 2 2-16,-1 1-7 0,1 0 4 0,-2 1-1 0,2 0 7 15,-1 1 1-15,1 0-5 0,0 0 9 0,0 2-7 0,0 0 0 0,0 1 5 16,2 0-8-16,1 0 1 0,1 1 1 0,1-1 6 0,0 0 1 0,1 0 5 16,-1-1-11-16,0 0-1 0,-1-1 4 0,1-1 0 0,1-1 7 15,-1 0-13-15,-1-1 11 0,-2 0-10 0,0 0 12 0,0-2 1 0,-2 0-11 16,-1 0 17-16,-1 0-12 0,-2-1 8 0,-2 0 4 0,1 0-10 16,-1 0 6-16,-1 1-3 0,-1-2-11 0,-1 0 9 0,-1-1 0 0,-2 0-1 15,0-1 5-15,-2 1-4 0,1-1 1 0,-3 0-6 0,-1 0-2 0,-1 0-3 16,-1 1 1-16,0 0 6 0,-1 1-13 0,0 0-6 0,-1 2-20 15,-1 1-5-15,0 3 7 0,0 1-2 0,2 1 12 0,-2 3 5 0,0 1-9 16,-1 3-7-16,0 3-1 0,0 0-21 0,0 2-11 0,2 0-25 0,1 1-42 16,2 1-46-16,0 0-89 0,1 0-123 0,1-1-149 0,2 0-99 15</inkml:trace>
  <inkml:trace contextRef="#ctx0" brushRef="#br0" timeOffset="213646.02">17966 16179 2955 0,'-3'6'122'0,"2"2"-12"0,-1 2 6 0,2 2 7 0,1 2-40 15,3 5-51-15,4 5-23 0,2 5-9 0,4 5 0 0,2 3 4 0,1 1-29 16,2 1 14-16,1 0-16 0,0-1-40 0,1 2-38 0,0-4-90 16,0 0-80-16,2-1-80 0,1 0-138 0,1 3-218 0,3-1-224 0</inkml:trace>
  <inkml:trace contextRef="#ctx0" brushRef="#br0" timeOffset="213929.02">18218 16711 2948 0,'-4'0'117'0,"2"0"12"0,-1-1 9 0,2 1-11 16,2-2-49-16,0 1-46 0,1-1-34 0,2-1 4 0,2 0-17 15,2-1 5-15,3-1 1 0,2 0-4 0,0 0 13 0,3-1-11 0,1 1-4 16,1-1-9-16,-1 0-18 0,2 1 2 0,1-1-2 0,-2 1 1 16,2 1-1-16,0 0-6 0,-2-1 8 0,0 1-6 0,-1 0-4 0,-1 0-6 15,-4 1-17-15,0 1-8 0,-2-1-9 0,0 2-21 0,-2-1-10 0,0 0-18 16,0 0-32-16,-2 1-47 0,0 0-73 0,1 0-84 0,1 0-77 15,0-1-219-15</inkml:trace>
  <inkml:trace contextRef="#ctx0" brushRef="#br0" timeOffset="214348.02">18709 16276 2752 0,'-5'4'272'0,"-2"0"-154"15,0 1 5-15,0 1 2 0,2 0-19 0,1 2-48 0,1 1-42 0,1 3-29 16,2 2 4-16,1 4-10 0,2 3 3 0,2 3 8 0,2 2-21 0,-1 2 21 16,1 2-12-16,1 0-18 0,2 3 12 0,0-1-28 0,1 1-11 15,1-1 5-15,0 1-14 0,1-2 8 0,0 1 7 0,0-3 5 0,1-1 8 16,-2-3 2-16,1-4 9 0,0-1 4 0,-1-4 0 0,-1-1 8 16,-3-2 3-16,0-1 10 0,-3-3 10 0,-2-2-3 0,-1-3-2 0,-2-2-1 15,0-1-7-15,-2-2 1 0,0-1-4 0,-3-2 0 0,0-5 10 0,-3-3-15 16,1-2 16-16,-2-2 0 0,-1 1-7 0,1-4 10 0,-1-2-8 15,-1-1 14-15,2-5 12 0,-2 0 1 0,0-2 4 0,-1-1-3 0,0 1-5 16,-1-3 4-16,1-1-4 0,0-1-3 0,-1-2 3 0,3 1-13 0,0 0 2 16,3 3-7-16,1 1-3 0,2 2 14 0,2 3 2 0,1 4 2 15,2 1 11-15,0 3-1 0,2 2 3 0,0 4 5 0,0 0 4 0,0 3 2 16,2 1-2-16,0 1-5 0,0 0-15 0,0 3 0 0,2 1-2 0,1 1 4 16,2 2-4-16,1 2-8 0,0 1-1 0,4 4 3 0,2 2 1 15,1 3-3-15,0 3-4 0,2 1 2 0,0 0 0 0,0 4 5 0,1 1-10 16,-1 1 5-16,-1 2-5 0,1 1-6 0,-1 1 11 0,-1 1 4 15,-1 0-1-15,0 1-3 0,0-1-3 0,-2 1-7 0,1-2-2 0,0 0-11 16,-1-3-7-16,-2 0-21 0,0-2-17 0,-3-2-11 0,-1 2-38 0,-1-1-50 16,-3-2-46-16,-3-1-65 0,-1-2-63 0,-3-2-87 0,-2-1-166 15,-3-5 95-15</inkml:trace>
  <inkml:trace contextRef="#ctx0" brushRef="#br0" timeOffset="214530.02">18707 16541 2600 0,'-2'-1'147'16,"2"0"-43"-16,0 1 12 0,1-1 4 0,1-1-14 0,1 0-67 15,3 0-36-15,2-1-15 0,3-1-3 0,2 2 1 0,2 0-17 0,2 1-8 16,1 1-15-16,1 0-4 0,0 0-24 0,2 2-26 0,-1 0-16 0,2 1-30 16,2-1-21-16,-1 1-16 0,1 0-16 0,1-1-7 0,-1 1-5 15,1-1-22-15,0 0-29 0,1-1-39 0,1 0-201 0</inkml:trace>
  <inkml:trace contextRef="#ctx0" brushRef="#br0" timeOffset="214746.02">19556 16439 1154 0,'-1'0'10'0,"0"0"-38"15,1 0-41-15,0 0-114 0,0-2-406 0</inkml:trace>
  <inkml:trace contextRef="#ctx0" brushRef="#br0" timeOffset="-214500.72">19579 16381 2062 0,'-2'-1'1013'0,"2"2"-899"0,-1-1-4 0,2 0 10 0,0-1 2 16,1 1-53-16,0-1-54 0,1 1-38 0,3-1-7 0,0-1 6 15,3 1 0-15,0 1-2 0,1 0-22 0,1 0-9 0,2 0-4 0,0 1-13 16,1-1 0-16,2 0-3 0,0 0 0 0,3 0 14 0,-1 0 16 0,1 0 30 15,0-1 12-15,-3 0 3 0,0 0 2 0,0-1 3 0,-1 1 7 16,-1 0 9-16,-1 0 0 0,1-1-9 0,0 0 0 0,-1 0-1 0,1 1 8 16,0 0-9-16,-1 1-11 0,1-1 3 0,-1 2-9 0,0-1-1 0,0 1-10 15,-1 0-45-15,0 0-41 0,-3 1-66 0,0 0-69 0,-1 1-65 16,-3 0-113-16,-1 1-124 0,-2 3-257 0</inkml:trace>
  <inkml:trace contextRef="#ctx0" brushRef="#br0" timeOffset="-214317.72">19760 16731 3051 0,'1'1'184'0,"0"0"-20"15,2 1-2-15,0-2 0 0,1 0-62 0,0 0-63 0,3-1-21 16,0 1-13-16,3-2 1 0,2 1-2 0,2 0-10 0,2 0-19 0,0 0-10 16,2 0-5-16,1 0-21 0,-1-1-15 0,3 1-34 0,0-1-43 15,0-1-19-15,0 0-33 0,1 0-27 0,-2-1-25 0,0 1-21 0,0-1-26 16,-2 1-47-16,0-2-90 0,2-1-336 0</inkml:trace>
  <inkml:trace contextRef="#ctx0" brushRef="#br0" timeOffset="-211650.54">20749 15269 547 0,'-2'-1'323'16,"-1"0"-110"-16,0 1-19 0,1 0-12 0,-1-1-20 0,0 2-28 0,1-1-17 15,-1 1-14-15,1 0-6 0,1 1-1 0,0 1-11 0,0-1-2 16,0 1-12-16,1-1-4 0,0 2 6 0,1 0 2 0,-1 0 4 0,1 0-5 15,0 1-5-15,0 1-2 0,1 2-6 0,0 0 6 0,1 1 1 0,0 1-9 16,0 0 1-16,0 1-12 0,1 2-5 0,-1 1 4 0,1 1-16 16,1 1 2-16,-1 2-7 0,0 3 0 0,0 0-1 0,1 1-8 0,0 1 2 15,1-1-10-15,-1 2 10 0,0 0-6 0,1-1 0 0,-1 0-9 0,1-3-3 16,-1 0 1-16,-1-1 2 0,0-2 0 0,-2-3-10 0,1 1 1 16,-1-2-12-16,0 0-13 0,0-4-7 0,-1-1-32 0,0-1-9 0,-2-2-14 15,0-2-14-15,0-2-1 0,-1-2 1 0,-2-2 1 0,1-2 6 16,-2-2 6-16,1-1 1 0,-1-3 1 0,1-1 0 0,0 0 8 0,1-1 8 15,0 1 19-15,2 1 14 0,0-1 11 0,1 0 11 0,0-1 7 0,0 1-1 16,-1 1 7-16,1-1-2 0,-1 0 1 0,0-1 5 0,0 1 2 16,0 1 3-16,0-2 3 0,0 0-1 0,-1 0 1 0,0 0-6 0,-1 2 4 15,0-2 4-15,0-1 4 0,-1 0 14 0,0 1 5 0,0-1 14 16,0 0 10-16,-1 2 3 0,1 1 3 0,-1 1-1 0,2 1 7 0,-1 0 6 16,0 0-3-16,1 3-1 0,-1 0 0 0,1 2-1 0,1 0 1 0,0 1 5 15,1 0-7-15,1 0-4 0,0 1-2 0,0 1-6 0,0-1 1 16,1-1-7-16,0 1-1 0,1-1-15 0,1 0-4 0,0 0 4 0,1 0-8 15,0-1-2-15,0 0-7 0,1 1-8 0,1 1 3 0,0-1 1 0,-1 1-4 16,1 1 1-16,0 0-5 0,0 0-3 0,1 2 10 0,-1 1-10 16,2 0 5-16,-1 1 3 0,1 1-5 0,-1 0-1 0,1 1 2 15,0 0 9-15,1 0-9 0,-1 1 1 0,1-1-1 0,0 1-6 0,1 1 0 0,-1 0 4 16,2 1-2-16,0 2 2 0,1-1 0 0,0 1 0 0,0-1-2 16,2 1-6-16,-1 1 6 0,1-1-7 0,-1 1-1 0,-3-1 6 0,1-2-9 15,-1 1 11-15,-1-1 0 0,0-1-3 0,-2 0 4 0,-1 0-2 16,1 0 2-16,-2-1 3 0,0-1-6 0,-1-1 6 0,-1 0-6 0,0-1 2 15,0 0 4-15,-1-1 0 0,0 0-1 0,0-1 3 0,-1 0-4 0,0-1 3 16,0 0 9-16,0 0-5 0,-1-1-3 0,1-1 7 0,-1 0-8 16,1 0 5-16,-1-1 3 0,1 0-5 0,-1-1-3 0,0 1 7 0,1-2-3 15,-1 1-3-15,1-2 5 0,0 0-3 0,0 0-4 0,-1-1 7 0,1-1 2 16,0-1-5-16,1-1 2 0,-1-1-5 0,0 0 5 0,1-1 5 16,-1-1-5-16,0-1 3 0,-1 1-3 0,1-2 0 0,-1 0 1 0,-1-1 1 15,1 2-2-15,-1-3-8 0,1 1 4 0,-1 0 3 0,0 0-3 16,0 1 8-16,0 0 1 0,0 1-13 0,0 2 6 0,1 1-21 0,-1 1-3 15,1 0 26-15,0 2-3 0,-1 0 19 0,1 3 0 0,0-2-21 0,-1 2 3 16,1-1 2-16,-1 2 0 0,0 1 2 0,0 0-4 0,-1 1-4 16,2 1 6-16,-1-1 8 0,1 1-2 0,0 0 0 0,-1 1-14 0,2 0 0 15,-1 0 4-15,0 0-6 0,0 0 0 0,1-1 0 0,-1 2 0 0,1-1 0 16,0 0 0-16,1 1 0 0,-1-1 0 0,1 1 0 0,0 0 0 16,0 0 0-16,0 1 0 0,0-1 0 0,0 0 0 0,0 1 0 0,-1-1 0 15,1 1 0-15,0 0 0 0,0-1 0 0,-1 1 0 0,1-1 0 16,-2 1 0-16,1 0 0 0,0-1 0 0,0 1 0 0,-1 0 0 0,1 0 0 15,-1 1 0-15,1 0-8 0,-2-2-32 0,0 2-8 0,0 0-17 0,0 0 1 16,-1-1-25-16,0 2-29 0,0-1-38 0,0 1-48 0,0 1-43 16,1-1-66-16,-1 2-85 0,1 0-146 0,0 1-146 0,0 1-133 0</inkml:trace>
  <inkml:trace contextRef="#ctx0" brushRef="#br0" timeOffset="-210681.55">21301 15512 318 0,'-1'0'227'0,"0"1"-48"16,1-1-18-16,-1 0-10 0,1 0-4 0,-1 0-8 0,0 1-12 16,-1 0-12-16,0 0-1 0,1 0-6 0,-1 0 6 0,2-1 0 0,-1 1-11 15,0 0 1-15,1 0-9 0,-2-1-10 0,2-1-5 0,-2 3-3 0,2-2-3 16,-1 0-2-16,1 1-5 0,0-1 1 0,-1 1-4 0,1 2 5 15,0-2 0-15,-1 0-10 0,1 1 7 0,-1-2-8 0,1 2-8 0,0 1 2 16,0-1-8-16,-1-1-2 0,0 0 2 0,0 1-8 0,0 0 3 16,1 0-3-16,0 1-6 0,-1-1 2 0,1 1-6 0,0 0-3 0,0 0-1 15,0 1-4-15,0-1-5 0,1 1 12 0,-1 0-8 0,2 0-5 0,-1 1-1 16,0-1-5-16,2 0 2 0,-1 1 1 0,1-1 1 0,0 0-2 16,0 1 5-16,1 0 5 0,-1 0 3 0,0 0-3 0,0-2-7 0,2 0-7 15,-2 0-6-15,2 0 0 0,0 0 2 0,-1-1 8 0,2 1-10 0,-1-1 4 16,-1-1 8-16,1 2-6 0,-1-1 10 0,0-1-4 0,1 1-6 15,-1-1 5-15,-1 2 1 0,0-2 2 0,0 1-4 0,-2-1-6 0,1-1 8 16,0 0-4-16,0 1 14 0,0-1 2 0,1 0-8 0,-2-1-2 16,1 1-10-16,0-1-2 0,0-1 0 0,0 1 0 0,0-1 0 0,1 0 0 15,-1 0 0-15,0 0 0 0,0-2 0 0,0 1 0 0,0-1 0 0,-1 0 0 16,1 1 0-16,0-1 0 0,0 1 0 0,0-1 0 0,-1 0 0 16,0 1 0-16,0-1 0 0,0 1 0 0,1-1 0 0,-1-1 0 0,-1 3 0 15,1-2 0-15,-2 0 0 0,1 0 0 0,0-1 0 0,0 1 0 0,0-1 0 16,0 0 0-16,0 0 0 0,0 0 0 0,0 0 0 0,0 1 0 15,0 0 0-15,-1 0 0 0,0 0 0 0,0-1 0 0,0 1 0 0,-1-1 0 16,0 2 0-16,0-1 0 0,-1 0 0 0,1 1 0 0,0-1 0 16,-1 0 0-16,0 0 0 0,0 0 0 0,0 0 0 0,-1 1 0 0,1-2 0 15,-1 3 0-15,0-2 0 0,-1 1 0 0,1 0 0 0,-1-1 0 0,1 0 0 16,-1 1 0-16,-1 0 0 0,1 1 0 0,0-1 0 0,-1-1 0 16,0 1 0-16,1 0 0 0,-1 0 0 0,0 1 0 0,1-1 0 0,-1 0 0 15,1 0 0-15,0 0 0 0,-1 1 0 0,0 0 0 0,0 1 0 16,0-1 0-16,1 1 0 0,0 2 0 0,0 0 0 0,2 0 0 0,-1 0 0 15,1 0 0-15,0 2 0 0,-1 1 0 0,0-1 0 0,1 2 0 0,-1 0 0 16,1-1 0-16,-1 2 0 0,1-1 0 0,0 1 0 0,0 0 0 16,1 1 0-16,0-1 0 0,0 0 0 0,0 1 0 0,2-2 0 0,-1 0 0 15,2 1 0-15,0-2 0 0,0 0 0 0,2-1 0 0,-1 1 0 0,1 0 0 16,0-1 0-16,0 0 0 0,1 0 0 0,1-1 0 0,-1-1 0 16,0 2 0-16,0-1-22 0,1 0-14 0,-1-1-6 0,1 0-13 0,-1 1-13 15,1-1-12-15,0 1-23 0,0-1-4 0,1 0-12 0,-1 0-12 0,1 0-10 16,-1 1-8-16,-1-1-2 0,1 0-7 0,0 0-4 0,0 0-17 15,-1-1-13-15,1-1-22 0,-1 1-56 0,0-2-82 0,0 0-93 0,0 0-231 16</inkml:trace>
  <inkml:trace contextRef="#ctx0" brushRef="#br0" timeOffset="-209766.55">21639 15359 601 0,'0'0'242'0,"1"1"-41"16,-1 0-23-16,1 0-28 0,-1 0-28 0,1 0-22 0,-1-1-21 15,1 0-13-15,0 0-3 0,-1 0-1 0,1 0-11 0,-1-1 3 0,0 1-5 16,1 1 2-16,-1-1 5 0,1 1-3 0,-1-1 8 0,0-1-3 0,1 1-3 16,0 0 3-16,-1 0-2 0,1-1-2 0,-1 1 3 0,0 0-4 15,0 0-2-15,0 0-2 0,0 0 0 0,0 0-1 0,-1 0-4 0,1 1 0 16,0-2-9-16,-1 2-9 0,0-2 1 0,1 1-5 0,0 1 2 16,-1-1-1-16,1 0-9 0,-1 1-2 0,1-2-5 0,-1 1 0 0,0 0 3 15,0 0 3-15,1 0-8 0,0 0 4 0,1 0-6 0,-1 0 2 0,1 0 4 16,-1 0-2-16,0 0 2 0,0 0-4 0,1 0 1 0,0-1 6 0,0 1-1 15,0 0-4-15,0 0 2 0,0 0 1 0,0 0 3 0,1-1 1 16,-1 2-2-16,1-2-1 0,-1 2 2 0,0-1 1 0,0 0 2 0,0 0-5 16,0 1 0-16,1-1-2 0,0 1 0 0,-1-1 4 0,0 1-11 15,0-1 9-15,-1 1-8 0,0 0 3 0,1 0 5 0,-1 0-8 0,0-1 7 16,0 0-9-16,1 0 1 0,-1 1 2 0,0-1 0 0,1 0-1 0,-1-1 5 16,0 1-5-16,0 0 1 0,-1 0 5 0,1 0-7 0,-1 0 7 15,1 0 6-15,0 0-2 0,-1-1 4 0,1 0-6 0,-1 1-2 0,0-1 8 16,1 1 5-16,-2-1 3 0,1 1-8 0,0-1 3 0,-1 1-6 0,0-1-7 15,-1 1 6-15,1-1-7 0,-1 0 0 0,1 1-1 0,-1-1 1 16,1 0 0-16,0 0 2 0,-1 0 3 0,2 1-11 0,-1-1 4 0,0 1 2 16,0-1-3-16,1 0 3 0,-1 0 0 0,2 0-4 15,-1 2 0-15,0-2 5 0,0 2-5 0,0-1-6 0,1 0 4 0,-1 1 0 0,1 0 6 16,1 0-2-16,-3 0-4 0,3 1-6 0,-2 0-3 0,1 0 5 0,2 0 6 16,-2 0-2-16,1 0 0 0,-1 0 2 0,0 0-6 0,1-1 8 15,-1 1 1-15,2-2-8 0,-2 1 1 0,1-1 4 0,0 0-1 0,-1 0 5 16,1 0 0-16,0 0-6 0,0 0-4 0,0 0 10 0,0-1-8 0,0 1 2 15,0-1 10-15,0 0-8 0,0 0 7 0,0 0-3 0,0-1-6 16,0 0 8-16,0 0-8 0,0 1 2 0,0 0 3 0,0 0 1 0,0-1 0 16,0 0-4-16,0 1-2 0,-1 0 0 0,0 0 2 0,0 0-4 0,0 1 2 15,0 0 6-15,0 0 0 0,-1 0 11 0,1 1-9 0,-1-1 5 16,2 0 3-16,-1 1-4 0,0 0 5 0,1 0-9 0,-1 0 2 0,0 1 6 16,0 0 3-16,0 0-1 0,0 0-10 0,1 0 2 0,-2 0-4 15,1 0 6-15,0 0 0 0,1 0-4 0,0 0-6 0,-1 0 4 0,0-1 0 16,0 0 2-16,0 0 2 0,1-1-8 0,-1 1-2 0,1 0 2 0,0 0-10 15,-1-1 10-15,0 0-6 0,0-1-6 0,0 1 6 0,0 0-6 16,-1-1-10-16,0 1-12 0,0-2-25 0,-1 0-21 0,1 1-28 0,0 0-31 16,0-1-45-16,0 0-45 0,0 0-56 0,1 0-63 0,-1 0-100 0,1 0-196 15,0 0-384-15</inkml:trace>
  <inkml:trace contextRef="#ctx0" brushRef="#br0" timeOffset="-198582.47">23049 14679 1522 0,'-3'0'717'0,"0"0"-495"0,0 1-21 0,0 1-4 0,0 0-7 0,1 4-27 16,-1 0-34-16,-1 0-29 0,2 1-6 0,0-1-12 0,0 1-14 15,0-1-12-15,0-1-16 0,2 1-17 0,-1-2-2 0,1-2-7 0,0 0-3 16,0-1-1-16,1-1-10 0,0-1-10 0,0-1-25 0,1-1-30 0,-1-2-43 16,0-1-62-16,1-1-58 0,0-1-54 0,1-1-77 0,0 0-127 15,1-2-204-15,0 1-309 0</inkml:trace>
  <inkml:trace contextRef="#ctx0" brushRef="#br0" timeOffset="-196633.31">21874 14822 2714 0,'2'2'253'0,"1"1"-40"0,1 1-29 0,-1 2-19 0,2-1-26 0,0 3-30 16,3 0-24-16,1 1 7 0,0 1-11 0,0 0-21 16,2 2-60-16,0 0 0 0,0 2 0 0,1-1 0 0,1 3 0 0,0 0 0 0,0 0 0 15,0 1 0-15,0 2 0 0,1 3 0 0,1-1 0 0,2 3 0 0,-1 0 0 16,-1 2 0-16,1 1 0 0,0 0 0 0,1 0 0 0,-1-1 0 0,0-1 0 15,-2-1 0-15,1 0 0 0,-2-2 0 0,-1-2 0 0,-3 0 0 16,-1-1 0-16,-3-2 0 0,-1-2 0 0,0-1-74 0,-1-3-29 0,-2 0-25 16,0-2-26-16,-1-2-32 0,0-1-31 0,-1-1-44 0,-1-3-39 15,-1-3-38-15,-1-3-45 0,-1-1 1 0,-2-3-61 0,-1 0-346 0</inkml:trace>
  <inkml:trace contextRef="#ctx0" brushRef="#br0" timeOffset="-196133.31">22176 15249 1175 0,'-7'-15'377'0,"1"-3"-92"0,-4-4-69 0,3 4-19 0,3 3-24 16,0-1-19-16,0 1-17 0,2-1-22 0,0 2-9 0,1 0-5 0,1 0 1 15,-1 1-8-15,1 1-5 0,0-1 2 0,2 0-16 0,0-1-1 16,1 1-8-16,0 1-10 0,1-1 2 0,1 1-22 0,2-1-1 0,-1 1-8 16,2 2-12-16,0-1 8 0,1 1 1 0,2 1-5 0,-1 2 3 15,1 1-8-15,-1 1-4 0,-1 1-7 0,1 3 7 0,1 0-2 0,1 3-8 16,-1 1 12-16,0 1-8 0,-1 1 4 0,0 1 0 0,-1 2-10 0,-1 0 4 16,-1 1-2-16,0 1 6 0,-2-1 2 0,-1 1-12 0,-1 1-2 15,0 2-2-15,-1-1-6 0,-1 1 0 0,-1 1 0 0,-1 1-11 0,-1 0 3 16,0 0 1-16,-1 1-3 0,0-2 7 0,-2 1-12 0,0-1 0 0,0-2-2 15,0 0-7-15,-1-1-12 0,-1 0-10 0,0-3-10 0,0 0-2 16,0-3 2-16,2-1 3 0,1-2-1 0,1-1-12 0,2-3-17 0,2 0-15 16,0-3-17-16,2 0 0 0,0-2 13 0,2-2-7 0,0-1-7 15,2-1-16-15,0-1-12 0,2 0 0 0,0-2 7 0,1 0 11 0,-1 0 18 16,2 0 32-16,0 2 25 0,0-1 30 0,0 1 19 0,0 1 13 0,-1 0 13 16,1 3 7-16,0 0 15 0,0 1 19 0,-1 2 16 0,1 0 24 15,-3 2 15-15,1 1 12 0,-1 1 12 0,0 2 4 0,-1 1 8 0,0 0-4 16,-1 1-10-16,0 2-6 0,-1 0-18 0,0 2-13 0,-1 0-13 15,1 0-16-15,-2 2-4 0,0 1-12 0,-1 0-7 0,-2 0-4 0,1 1-6 16,-1-2-1-16,0 1 2 0,0 1 2 0,-2-1 3 0,1 0 1 0,-3 1-4 16,0-3-7-16,0 0 2 0,-1 0 4 0,2-3-5 0,-3 0-2 15,2-2-10-15,-1-2-1 0,1-1 6 0,1-3-1 0,0-1 0 0,1-2 7 16,0-2-7-16,0-1-3 0,0-2 2 0,1-4 2 0,1 0-4 0,1-3-4 16,0 0 8-16,1-2 0 0,0-2 7 0,0 0 7 0,0-2-3 15,0 1-3-15,2-3-5 0,0 0-3 0,1 2-7 0,1 1-5 0,0 3-5 16,2 3 0-16,0 2 0 0,-1 2-2 0,1 3 0 0,0 2-4 0,-1 1 6 15,-1 2 0-15,1 1 6 0,-1 1-4 0,0 3-4 0,1 0-10 16,-2 0 0-16,1 1-5 0,0 1-6 0,-1 0-14 0,0 1-28 0,-1 0-15 16,1-1-53-16,0 1-40 0,-1 0-65 0,0-1-104 0,1-1-159 15,-1 0-256-15,0 0-297 0</inkml:trace>
  <inkml:trace contextRef="#ctx0" brushRef="#br0" timeOffset="-195449.69">23132 14702 1547 0,'2'-1'426'0,"0"-2"-199"15,0 0-35-15,0-1-16 0,-1-2-22 0,0 1-35 0,-1-2-34 16,-1-1-17-16,0-1-1 0,-2-1 3 0,-1 0-7 0,-1 0-6 0,-1 0-16 16,-1-2-8-16,-2 0-6 0,0-1 2 0,-2 1-2 0,-1 0-25 15,-2 0-8-15,0 1-3 0,-2 1 9 0,2 2 15 0,-2 1-1 0,-1 1-10 16,0 1-6-16,0 2-1 0,-1 2-1 0,0 2 6 0,2 2-6 0,0 2 6 15,3 0-11-15,1 2 3 0,1 3 5 0,4 2 24 0,1 1 25 16,3 1 6-16,2 1 0 0,3 1-22 0,2 1 1 0,3 0-4 0,3 1 1 16,2 1 1-16,2-1-16 0,3-1 6 0,0-1-9 0,3 0 1 0,1-2 2 15,0-1-13-15,1-1-4 0,1-1-1 0,0-2-5 0,2 0 4 16,-1-2 0-16,2 0-9 0,-2-1-5 0,-2-2-4 0,1 0-15 0,-3-2 1 16,0 0-9-16,-2-2 13 0,0-1 15 0,-4-2 10 0,2 0 7 15,-2-1-4-15,-1-1 8 0,-1 0 1 0,-1 0 7 0,-2-1-3 0,1-1-3 16,-2 0 1-16,0-2-5 0,-1 0 5 0,-2-1 1 0,0-1 1 0,-1 1-3 15,-1-2 5-15,0 0-1 0,-2-1-5 0,0-1 5 0,-1 1 1 16,0-2-5-16,0 0 5 0,0 0-3 0,-1 1-2 0,-1 0-4 0,0 1-2 16,-1 0 3-16,0 2-14 0,-1-1 0 0,1 2 3 0,-2 1 6 15,1 1 15-15,-1 1 5 0,1 1-1 0,0 1-12 0,0 1 3 0,0-1-8 16,2 2 6-16,-1 0 1 0,1 1 9 0,0 1 3 0,-1 0-5 0,0 1-9 16,0 1 7-16,1 0-6 0,1 0 2 0,-1 1-3 0,1 0-3 15,0 0 0-15,0 1 2 0,0 0 6 0,1-2-12 0,0 2 6 0,0-1-6 16,0 0 4-16,1 0-8 0,-1 0-6 0,0 0 3 0,-1-1-7 0,1 0 12 15,0 1-2-15,1 0 8 0,-1 0-6 0,1 0 6 0,-1-1-4 16,1 0-3-16,1-1 12 0,-2 1-5 0,0-1-6 0,1 0 8 0,-2 0-4 16,1-1-4-16,1 1 6 0,-1 0-5 0,1-1-1 0,0 0 6 0,1 1 0 15,1-2 3-15,-2 1-1 0,1 0 0 0,-1 0 0 0,-1 0-12 16,1 1 2-16,0-1 4 0,0 0 2 0,0 0 2 0,1 1 6 0,-1-1 12 16,1 0-3-16,-1 0 2 0,0 0-9 0,-1-1-8 0,1 1 0 15,0-1-6-15,0 0 8 0,-1 0-6 0,1 0 6 0,0-1 0 0,-1 0-2 16,1 1-2-16,0-2 0 0,-1 1 0 0,1 0 0 0,-2 0 2 15,2 0-2-15,-2 0-2 0,1 0 0 0,0-1 6 0,1 1-12 0,-1-1 8 16,0 1 4-16,0 0-14 0,1 1 22 0,-1 0-10 0,0 0 2 0,1 0 0 16,-1 0-16-16,0 1 12 0,2 1-2 0,-1-1 0 0,-1 1 4 0,1 0-6 15,0 0 6-15,0-1-8 0,1 1 6 0,-1 0-12 0,1 0-7 16,-1 1 5-16,0-1-13 0,1 0 4 0,0 0-17 0,0 0-10 0,-1 0-3 16,1 0-11-16,-1 0-5 0,1 0-6 0,0 0-18 0,1 0-11 15,-1 0-4-15,0 0 2 0,1 0-8 0,-1 0-15 0,0 0-25 0,0 0-49 16,0 1-88-16,0-2-146 0,-1 0-177 0,-1 1-185 0</inkml:trace>
  <inkml:trace contextRef="#ctx0" brushRef="#br0" timeOffset="-194582.69">23593 14348 1443 0,'1'2'251'0,"1"0"-50"0,0 2-27 0,1-1-4 0,0 0-14 0,1-1-29 15,1 1-17-15,0-1-20 0,0 0-9 0,0-1 0 0,-1-1-8 16,1 1-12-16,1-1 0 0,-2 0-12 0,1-1-4 0,0-2 8 0,-1 0-8 16,1 0 0-16,-2-1-4 0,1 0-5 0,-1-1-1 0,0-1 2 0,0 1-6 15,-1-1-1-15,0-1 0 0,-1 1-2 0,-2 1 2 0,-1-1-10 16,-1 1 1-16,-1-1-6 0,-2 2 0 0,-1-1-1 0,-1 2-1 0,-2 0-7 15,-1 0-3-15,-1 2-1 0,-2 1-2 0,-1 2-2 0,0 1 2 0,0 3-7 16,-2 0 7-16,0 2-2 0,1 1 0 0,1 1 4 0,1 2-6 16,0 2 6-16,2 2-6 0,1 1 6 0,3 3 0 0,2 1-6 0,2 0 6 15,4 2 2-15,3 0-14 0,2-1 3 0,3 0 9 0,1 0 1 16,3-2 15-16,3-1 1 0,1-1-17 0,1-2-6 0,3-3-4 0,1-1 2 16,0-2 1-16,2-3 3 0,0-1-4 0,-1-2 0 0,1-1-1 0,0-3-8 15,0 0 1-15,-1 0-3 0,-1-2-2 0,-1-2 3 0,-2-1-3 16,-1-1 9-16,-3 0 1 0,-1-1 0 0,-1 0 7 0,-2 0 7 0,-1 0-1 15,-2 0 7-15,0 2-1 0,-2-2-5 0,-1 2 18 0,-1-1-8 0,-1 1 11 16,0 0 1-16,-1 1 3 0,-1 1 11 0,0 0-5 0,0 3 7 16,-1 0-7-16,0 1 5 0,1 2-3 0,-1 0-13 0,1 3-1 0,-1 1-6 15,1 1-6-15,1 1 2 0,-1 0-10 0,1 0 0 0,-1 2-2 16,1 1-4-16,0-1 0 0,1 1 2 0,0-2-14 0,-1 0-8 0,1-1-22 16,0-1-34-16,0-3-13 0,1-1-43 0,0-1-44 0,0-3-77 0,0-2-127 15,0-3-199-15,1-1-259 0,0-3-189 0</inkml:trace>
  <inkml:trace contextRef="#ctx0" brushRef="#br0" timeOffset="-194466.69">23955 14318 2206 0,'-6'-2'430'0,"-1"0"-214"0,1 0-43 0,0 3-34 0,1 2-16 0,0 1-33 16,1 3-26-16,-1 1-24 0,1 0-21 0,-1 0-12 0,1 0-9 16,2-1-18-16,0-2-28 0,2-1-54 0,1-1-69 0,2-2-70 0,1-1-87 15,1 0-141-15,3-1-214 0,1-2-322 0</inkml:trace>
  <inkml:trace contextRef="#ctx0" brushRef="#br0" timeOffset="-194116.69">24031 14360 1898 0,'-2'8'320'0,"1"1"-77"0,0 1-52 0,2 0-21 0,2-2-32 0,0 0-40 0,0 0-23 15,2 1-17-15,1 0-7 0,0-1-6 0,1 1-4 0,1-1-10 16,0-1-6-16,1 1-3 0,0-1-5 0,0-1-5 0,0 2-6 0,-1-2-4 15,0 0-15-15,0 1 6 0,-1-2-8 0,0 1-3 0,-1 0 12 0,0 1-8 16,-1-1 21-16,-1 1 0 0,-1-1-3 0,-2 1 0 0,-1 0-19 16,-3 1 4-16,0 1 2 0,-3-2 2 0,0 0 5 0,-1-1 0 0,0 0 0 15,0-2 10-15,1-1-8 0,-1 1 5 0,2-2 8 0,0-1 1 0,1-2 5 16,2 0 4-16,1-3 5 0,0 0-1 0,2-1 3 0,0-2 5 16,1-3-1-16,1-1-6 0,1-1 13 0,0-2-24 0,2 2-2 0,1-1 14 15,1 0-16-15,1 2 20 0,1 2-8 0,-1 1-23 0,1 0 7 0,-1 2-5 16,0 1 0-16,-1 2-2 0,0 0-4 0,0 1 2 0,-2 1 2 15,2 1 4-15,-3 1-2 0,1 1-1 0,1-1 1 0,-1 2-6 0,0 0 4 16,0 1-8-16,-1 1 8 0,1-1 2 0,-1 1-6 0,1-2 2 16,0 2-2-16,-2-1 2 0,1 0-13 0,0-2-10 0,0 1-15 0,-1-2-20 15,0 0-17-15,-1-1-41 0,0-1-48 0,0 0-75 0,0-2-85 0,1-1-156 16,0-3-219-16,0 1-387 0</inkml:trace>
  <inkml:trace contextRef="#ctx0" brushRef="#br0" timeOffset="-193966.69">24364 14203 1739 0,'-5'-6'978'0,"-3"2"-707"16,-1-2-27-16,2 3-52 0,1 3-23 0,0 1-35 0,1 3-42 0,-1 1-24 16,0-1-11-16,2 2-22 0,0 0 3 0,0 0-14 0,0-1-6 15,1 0-2-15,1-1-4 0,0-1-4 0,2 0-10 0,0-1-12 0,0-1-10 16,2-1-18-16,0-1-17 0,2 0-29 0,1-1-32 0,0 0-33 16,1-1-37-16,2-1-33 0,1-1-36 0,2 1-32 0,0-1-69 0,1-1-133 15,-2 1-143-15,1 1-197 0</inkml:trace>
  <inkml:trace contextRef="#ctx0" brushRef="#br0" timeOffset="-193649.69">24480 14317 1456 0,'0'5'780'0,"0"2"-455"0,0 2-49 0,1-1-32 0,0 0-20 16,0 1-35-16,1 0-34 0,-1-1-29 0,2-1-27 0,0 0-23 16,1-2-17-16,0 0-11 0,2-2-10 0,0 0-38 0,0 0 0 0,2-1 0 15,-1-1 0-15,0 0 0 0,0-1 0 0,1-1 0 0,1 0 0 16,-1-2 0-16,0 0 0 0,0-2 0 0,0 0 0 0,1-1 0 0,-3 0 0 15,1 0 0-15,0 0 0 0,-1-2 0 0,-1 0 0 0,1-2 0 0,-2 1 0 16,0-2 0-16,0 1 0 0,-1 0 0 0,-1-2 0 0,0 0 0 16,-2 0 0-16,0 1 0 0,-1 0 0 0,1-1 0 0,-1 2 0 0,0-1 0 15,-1 0 0-15,-2 1 0 0,0 1 0 0,-1 0 0 0,-1 0 0 0,-2 0 0 16,0 1 0-16,-2 0 0 0,2 0 0 0,-1 2 0 0,-1 0 0 16,0 0 0-16,1 1 0 0,-2 0 0 0,0 1 0 0,-1 1 0 0,-1 0 0 15,0 1 0-15,1 1 0 0,2 2 0 0,0 0 0 0,3 3 0 0,0 0 0 16,1 2 0-16,2 1-12 0,1 0-34 0,2 2-10 0,1 0-10 15,2 1-5-15,-1-1-15 0,3 2-2 0,1 0-12 0,1 0-18 0,3-1-20 16,0 1-26-16,0-1-24 0,2-2-39 0,3-1-37 0,0-1-59 0,2-1-86 16,-1-1-102-16,1-2-343 0</inkml:trace>
  <inkml:trace contextRef="#ctx0" brushRef="#br0" timeOffset="-193349.69">24752 14257 1304 0,'1'0'447'0,"-1"0"-105"0,2 0-49 0,-1 0-35 0,0 0-31 0,0-1-42 16,1 0-38-16,-1 0-24 0,1 1-12 0,1-1-19 0,0 1-7 15,1-1-12-15,-1 1-10 0,0 0-9 0,1 2-8 0,0-1-3 0,-1 1-6 16,1-1 4-16,0 1-11 0,2 1-4 0,-1-1-8 0,0 1-8 0,1 0-2 16,-2 0-6-16,0 0 2 0,1 0 2 0,0-1-6 0,-1 0 6 15,1-1-4-15,-1-1 0 0,-1 0 0 0,2 0-4 0,0-2 4 0,0 1-6 16,0-1 4-16,-1 0-4 0,0-1 0 0,0 0 4 0,0-1-2 16,0 0 0-16,0-1-2 0,-1 0-4 0,0-1 4 0,0 0 4 0,0 0-2 15,0-1 2-15,1 1-6 0,-1-1 6 0,0 1 4 0,0 0-4 0,0 0 6 16,1 1-4-16,-1-1-8 0,1 2 14 0,-1 1-2 0,1 2 0 15,0 0 4-15,0 2-12 0,1 1 6 0,-1 1 6 0,0 1-10 0,1 2 0 16,-1 1 0-16,2 1 0 0,-1 0 0 0,-1 0 0 0,2 1 0 0,-1 0 0 16,1 0 0-16,0-1 0 0,0 1 0 0,0 0 0 0,1-1 0 15,-1 1 0-15,0-1 0 0,0-2 0 0,0 0 0 0,0-3-16 0,-1 0-46 16,1 0-19-16,-1-2-16 0,-1 0-34 0,1-2-42 0,-1-1-52 16,-2-1-67-16,1 0-86 0,-1-1-101 0,1-2-119 0,1-1-347 0</inkml:trace>
  <inkml:trace contextRef="#ctx0" brushRef="#br0" timeOffset="-192998.69">25420 14344 2202 0,'3'-1'309'0,"0"0"-59"0,0 1-27 0,1 1-6 0,-2 1-25 16,1 0-31-16,-1 1-34 0,-1 1-16 0,1 1-20 0,0 0-14 15,-1 1-6-15,0-1-13 0,1 0-52 0,0 1-6 0,1-1 0 0,0 1 0 16,1-2 0-16,-1 1 0 0,2-1 0 0,0 0 0 0,1-1 0 0,0 0 0 16,0 0 0-16,2 0 0 0,-1-2 0 0,1 1 0 0,-1-2 0 15,1 0 0-15,0-1 0 0,0-1 0 0,1-2 0 0,0 0 0 0,-1-2 0 16,1 1 0-16,-1-2 0 0,1-1 0 0,0 0 0 0,-1 0 0 16,-1-1 0-16,0-2 0 0,-1 1 0 0,-1-1 0 0,0 1 0 0,-1 0 0 15,0-1 0-15,-2 0 0 0,-1 1 0 0,0 0 0 0,-2 0 0 0,-1 2 0 16,-1-1 0-16,-2 0 0 0,-1 0 0 0,-1-1 0 0,-2 0 0 15,-1 0 0-15,-1 2 0 0,-1-1 0 0,1 2 0 0,-1 1 0 0,1 0 0 16,-3 2 0-16,0 2 0 0,0 2 0 0,-2 1 0 0,0 2 0 0,-2 2 0 16,0 1 0-16,-1 1 0 0,-1 4 0 0,1-1 0 0,0 3 0 15,1 1-40-15,1-2-71 0,1 1-45 0,1-1-47 0,1 1-79 0,2 0-95 16,3-1-120-16,1 0-202 0,4-2-330 0</inkml:trace>
  <inkml:trace contextRef="#ctx0" brushRef="#br0" timeOffset="-192649.69">25932 13898 1973 0,'4'4'700'0,"1"1"-447"0,0 0-41 0,0 0-25 0,1 1-5 0,2-2-9 16,3 1-28-16,2-2-38 0,0 0-16 0,2-2-19 0,2 0-72 16,2-1 0-16,0-1 0 0,2 0 0 0,-1-1 0 0,-1-1 0 0,-1 0 0 15,0-1 0-15,0-1 0 0,-2-1 0 0,1-1 0 0,-1 0 0 0,0 0 0 16,-1 1 0-16,-2-3 0 0,1 1 0 0,-2-2 0 0,-1 0 0 15,0-1 0-15,0 1 0 0,-1 0 0 0,-1-1 0 0,0 0 0 0,-2 1-36 16,-1 0-48-16,0 0-19 0,0 1-27 0,-2-2-34 0,0 1-48 0,-1 0-54 16,-2 0-64-16,0 1-97 0,-1 1-111 0,-1 0-143 0,-1-1-146 15</inkml:trace>
  <inkml:trace contextRef="#ctx0" brushRef="#br0" timeOffset="-192449.69">26122 13675 1980 0,'-2'2'655'0,"-1"0"-389"0,0 2-43 0,0-1-28 0,1 0-7 0,1 1-32 16,0 1-29-16,1 0-26 0,1 0-17 0,0 3-6 0,1 0-36 15,1 2-42-15,-1 1 0 0,1 1 0 0,1 0 0 0,-1 2 0 0,0 0 0 16,0 1 0-16,1 1 0 0,1 0 0 0,-1 1 0 0,0 0 0 16,0-2 0-16,1 2 0 0,-2 0 0 0,0-1 0 0,0-3 0 0,-1-1 0 15,0-2 0-15,0-1-210 0,0-2-114 0,2-2-170 0,-1 0-321 0,2-3-608 16</inkml:trace>
  <inkml:trace contextRef="#ctx0" brushRef="#br0" timeOffset="-191715.69">26915 13067 721 0,'-3'1'155'0,"1"1"-3"0,-1 0 9 0,0 0 0 0,1 0-11 15,-1 1-14-15,1-1 0 0,-1 2 6 0,2-1 3 0,-1 1 1 0,2-1 0 16,-1 0-3-16,1 2-7 0,0-1 5 0,0 2-14 0,1 0-7 0,-1 2-7 16,1 1-25-16,1 1-8 0,2 2-15 0,0 2-8 0,1 4 7 15,2 2-7-15,-1 0-19 0,2 3-4 0,1 3 13 0,0-1 2 0,0 3 16 16,0 1-3-16,-1 0-29 0,0-2-6 0,-1 2-4 0,-1-3 5 15,-1 1-3-15,-1-2-5 0,-1 1-2 0,-1-2-10 0,-2-3-6 0,2-2-2 16,-1-3 2-16,-2-2-4 0,2-3 2 0,-3 0 8 0,1-3-14 0,-1-1 2 16,0-3-20-16,-1-2-2 0,0 0-3 0,1-3-10 0,-1-1-2 15,-1-2-17-15,1-4-9 0,-2-1-13 0,0-3-6 16,-1-1-11-16,1-4-7 0,-1-2 1 0,1-2 8 0,-1-2 9 0,2-1 14 0,-1 0 10 16,2-1 15-16,0 0 13 0,-1-3 12 0,1-1 19 0,2 0 3 0,-1-3-12 15,-1 1 4-15,0-2 10 0,1-3 9 0,0 1 23 0,1-1 6 0,-1 1-3 16,1 1 8-16,-1 3 10 0,1 2 9 0,0 3-3 0,0 2 3 15,1 3-2-15,1 2 2 0,1 3-1 0,1 5-8 0,0 2 1 0,1 5-8 16,-1 2-4-16,2 3-1 0,-2 1-13 0,2 4-1 0,1 3-8 0,-1 2-4 16,2 2 6-16,-2 3-7 0,3 0 7 0,0 2 2 0,-1 2 2 15,2-1-1-15,-3 3 3 0,2 1-3 0,-1 0 1 0,0 1 1 0,1-1-10 16,0 1-4-16,1-1-6 0,-1-2-10 0,2 0-2 0,0-3 2 16,0-2 28-16,1-1-8 0,-1-2-18 0,0-1 0 0,0-4 0 0,0-3 0 15,2-1 0-15,-3-4 0 0,1 0 0 0,0-3 0 0,0-4 0 0,-1-1 0 16,1-2 0-16,-1-4 0 0,2 0 0 0,0-1 0 0,0-2 0 15,1-1 0-15,0-1 0 0,0-3 0 0,0-1 0 0,1 0 0 0,-1-3 0 16,0 2 0-16,-1-3 0 0,-2 1 0 0,-1-1 0 0,0-2 0 0,0 0 0 16,-2-1 0-16,1 1 0 0,0 1 0 0,0 4 0 0,0 1 0 15,-1 5 0-15,0 4 0 0,-1 4 0 0,1 3 0 0,-1 2 0 0,-1 3 0 16,-1 3 0-16,0 1 0 0,-1 3 0 0,0 2-66 0,0 1-31 0,-2 1-22 16,1 2-37-16,-1 2-36 0,0-1-52 0,0 1-81 0,-2 0-96 15,0 2-196-15,1 1-116 0,-1 1-106 0</inkml:trace>
  <inkml:trace contextRef="#ctx0" brushRef="#br0" timeOffset="-191116.7">27534 13329 1808 0,'0'3'325'0,"-2"0"-89"0,1 1-51 0,-1-2-7 15,2 0-2-15,0 0-16 0,1 0-21 0,0 0-30 0,0 1-17 0,1-2-17 16,-1 1 3-16,1-1-1 0,1 0-9 0,-1-1-3 0,2-1-13 0,0 0-5 15,1-1-2-15,1-1-12 0,-1-1-2 0,1-1-7 0,0-1-2 16,1-2-2-16,-1 0-8 0,-1-1-26 0,0-1-10 0,1-1-4 0,-1 1 6 16,1-1 40-16,-2 0-4 0,0 0 2 0,-2 1 4 0,1 0-16 0,-2 2 10 15,0 0-12-15,-1 0 2 0,0 2-8 0,-1 0 12 0,-2 2 2 16,1 2 4-16,-2 1-8 0,-1 0-6 0,0 2 0 0,0 1 0 0,0 1 0 16,-1 1 0-16,1 2 0 0,-1 1 0 0,-1 0 0 0,1 0 0 15,1 3 0-15,0-1 0 0,1 1 0 0,0 0 0 0,2 0 0 0,1 1 0 16,1 0 0-16,1 1 0 0,2 1 0 0,0 0 0 0,2 0 0 0,0-2 0 15,0-1 0-15,2 1 0 0,0-1 0 0,1 0 0 0,-1-1 0 16,1-1 0-16,1-1 0 0,0 0 0 0,0 0 0 0,-1-2 0 0,1 1 0 16,-2-2 0-16,1 0 0 0,0 0 0 0,0 0 0 0,-1 0 0 0,-1-1 0 15,0 0 0-15,-1-1 0 0,0-1 0 0,-2 1 0 0,0 0 0 16,0-1 0-16,-2 1 0 0,-1-1 0 0,-1 1 0 0,-1-1 0 0,0 0 0 16,-1 1 0-16,-1 0 0 0,-1 1 0 0,-1-1 0 0,-1 0 0 15,-1 0 0-15,-1 0 0 0,0 0 0 0,0 1 0 0,-1-1 0 0,1 1 0 16,-1 1 0-16,1-1 0 0,1 0 0 0,-1 1 0 0,2-1 0 0,1 1 0 15,1 0 0-15,1 0 0 0,1 1 0 0,1 0 0 0,1 0 0 16,2 0 0-16,-1-1 0 0,2-1 0 0,0 0 0 0,1-1 0 0,1 1 0 16,1-3 0-16,-1 0 0 0,3-2 0 0,-1-1 0 0,1-1 0 0,0-1 0 15,0-1 0-15,0-2-14 0,1-1-176 0,-1-1-72 0,1 1-93 16,0-3-159-16,1-1-252 0,0 0-237 0,1-2 208 0</inkml:trace>
  <inkml:trace contextRef="#ctx0" brushRef="#br0" timeOffset="-189982.7">28124 12927 3404 0,'0'0'166'16,"-1"3"-62"-16,-1 0-58 0,0 0-27 0,1 1-12 0,3 0-3 0,-1 1-4 16,2 1-6-16,0 0-7 0,-1 0-8 0,0 0-23 0,0 0-29 15,-1 0-33-15,-2 0-38 0,-2-1-35 0,-2-1-45 0,0 0-70 0,-1-2-119 16,1 0-236-16,-2-2-418 0</inkml:trace>
  <inkml:trace contextRef="#ctx0" brushRef="#br0" timeOffset="-189232.7">28309 12581 1703 0,'-4'4'259'0,"0"0"-67"0,0 2-19 0,0-1 13 0,2-1-6 0,1 0-12 16,1 0-26-16,2 0-26 0,-1 0-9 0,1 1-14 0,1-1-4 0,0 2-6 16,0-1-4-16,1 1-13 0,-1 1-13 0,1-1-26 0,1 1-10 15,1 0-6-15,-1 2 3 0,1 2 28 0,2 3-13 0,0 0-2 0,0 2 0 16,1 3-23-16,0 0 2 0,-1 2-6 0,-1 3 0 0,1 1-6 15,0 1 6-15,1 3 2 0,0 0-6 0,0 2 0 0,2 0-7 0,-3 1 5 16,0-3 2-16,0 1-4 0,-2-2-5 0,1 1-11 0,-1-2-6 0,0 1 3 16,-2-3-6-16,0-2-12 0,0-1-16 0,-2-5-36 0,0-1-17 15,0-3-13-15,-1-2 0 0,0-1-3 0,0-3-11 0,-2-2-31 0,0-3-48 16,0-2-44-16,-1-3-99 0,0-1-109 0,1-4-115 0,-2-3-38 16</inkml:trace>
  <inkml:trace contextRef="#ctx0" brushRef="#br0" timeOffset="-188716.7">28426 12865 1591 0,'-7'-23'431'0,"-1"-3"-240"0,-1-4-33 0,1 2-32 16,2 5-12-16,0 3-21 0,1 0-4 0,0 3-3 0,2 4 4 0,0 1 11 16,1 1 2-16,0 1-4 0,2 1-7 0,0 1-6 0,1 1-5 15,1 0-8-15,1 1-9 0,2 1-11 0,0 0-9 0,2 1-13 0,-1 1-2 16,3 1-6-16,1 0-3 0,0 1 3 0,2 1-9 0,1 0 1 16,-1 2-11-16,2-1-2 0,1 1 6 0,0 1-2 0,0 1-4 0,1 0-2 15,0 2-2-15,-2 0 2 0,-2 1 8 0,0 1-4 0,0 1-4 0,-2-1 0 16,0 0-20-16,-2 1 10 0,-2-1-7 0,-2 1 5 0,0 0 8 15,-2 0 20-15,-1 1 3 0,0 1-5 0,-3-1 6 0,0 1-28 0,-2-1-4 16,0 0 0-16,-2 0-11 0,-2 0 1 0,-2 0-5 0,0 0-6 0,-1-2 6 16,0 0-5-16,1-1-5 0,-1-1-3 0,0-1-1 0,0-1-3 15,1-1 3-15,1-2-13 0,2 0-12 0,1-2-18 0,2-1-15 0,1-1-7 16,3-1-8-16,1-2-9 0,2 0-9 0,1-2-11 0,2 0-6 0,1 1 6 16,2-3 16-16,2 1 21 0,2 0 24 0,0 0 22 0,-1 0 11 15,2 0 11-15,-2 2 11 0,1-1 7 0,0 1 11 0,-1 1-1 0,1-1 10 16,0 1 12-16,1 1 16 0,0 1 31 0,-1 1 10 0,1 1 11 15,-1 1 9-15,0 1 5 0,-2-1 9 0,2 2 8 0,0 1-6 0,0 0-3 16,0 2 1-16,-1 0 5 0,0 1 4 0,-1 0-7 0,0 1-7 0,-1 2-16 16,0-1-12-16,-1 1-3 0,1 0-14 0,0 0-8 0,0 0-8 15,-1 1-9-15,0-1-2 0,-2 0 0 0,0 0-10 0,-1 0-3 0,0-2-4 16,-1 1-5-16,0 0 2 0,-2-1-3 0,-1-1-3 0,-1 0-1 0,-1-1 2 16,-1-1 3-16,-1 0 0 0,-1-2-6 0,-1 0 6 0,0-1-2 15,-2-1 0-15,0-1 7 0,-2-2-11 0,0-2 2 0,-2 0 0 0,-1-1 2 16,2-2 4-16,-1 0-8 0,2 0 6 0,1-2 4 0,0 0 1 15,1-2 8-15,1 0 4 0,2 0 2 0,0-2-13 0,1-2 3 0,1 0 13 16,0 1-1-16,2-2 10 0,0 2-10 0,1 0-13 0,2 3-6 0,0 1-2 16,2 2 0-16,0 2-4 0,0 1 0 0,1 1 4 0,1 1-6 15,1 2-8-15,0 0-6 0,0 1-1 0,1 1-9 0,-2 1-11 0,1 0-17 16,1 0-38-16,0 0-26 0,2 0-30 0,0 1-42 0,-1-1-27 0,2 1-47 16,-1 0-28-16,1 0-28 0,-1 0-60 0,-1 0-88 0,1 1-409 15</inkml:trace>
  <inkml:trace contextRef="#ctx0" brushRef="#br0" timeOffset="-187232.72">29172 12684 1854 0,'-1'5'410'0,"0"0"-171"0,1 0-56 0,1-1-12 0,2-2-8 0,1 0-8 16,2-1-27-16,1-1-32 0,1 0-15 0,1-1-17 0,1 0-9 0,0-2 1 16,0 0-1-16,0 0-15 0,2-1-5 0,-1-1-10 0,1 0-23 15,-1-1-2-15,-1-1 0 0,0 1-10 0,1-1 20 0,-1 0 9 0,1 0 0 16,0 0 1-16,-3-2-5 0,2 0-13 0,-1-1-2 0,-1 2 8 0,0-2-6 15,-1 1-2-15,-1-1-2 0,-1 0 4 0,-2 0 0 0,-1 2-2 16,-1-1 2-16,-2-1-6 0,-1 1-6 0,-2 0-3 0,0 0 5 0,-1 1 0 16,-2 3-4-16,1-1 1 0,-1 3-3 0,0 0 5 0,-1 2 7 0,0 1-2 15,1 2 0-15,0 0-4 0,-1 2 2 0,0 2 6 0,1 0-1 16,-1 2-7-16,1 2 6 0,1 2-2 0,1 2 0 0,-1 0 6 0,3 2-6 16,0 2 2-16,2 0-1 0,1-2 3 0,2 1-8 0,1 0-4 15,2-1 20-15,0-1-6 0,2 0 17 0,1 0 2 0,3-2-19 0,0-3-2 16,2 0 0-16,-1-1-2 0,3-2 4 0,0 0 4 0,0-1-6 0,0-2 6 15,2-1-12-15,0-2 2 0,0-1 0 0,-2 0-9 0,2-1 7 16,-2-2-5-16,2-1 3 0,-1-2 2 0,0-2-3 0,1 0-1 0,0-1 4 16,-3-1-1-16,2 1 3 0,-2-3 6 0,0 0-10 0,-3-1-18 0,1 0-7 15,0 2 0-15,0 0 14 0,-1 0 21 0,-2 0 5 0,1 1-3 16,0 0-10-16,0 2 3 0,-2-1-1 0,0 1 0 0,-1 0 4 0,-1 2-2 16,-1 2-2-16,-1 0 3 0,0 2 2 0,0 0 1 0,-1 0 4 15,-2 2-6-15,1 0-6 0,-1 0 3 0,0 1-3 0,-1 0 0 0,1 0 4 16,-1 1-1-16,2-1-3 0,-1 0 8 0,1 0-4 0,-2 0 2 0,2 0 4 15,-1-1-6-15,0-1 0 0,1 1 4 0,-1-1-4 0,1 0 6 16,-1-1-4-16,0 0 0 0,1 0 0 0,0 0 0 0,0 0 0 0,0 1 0 16,-1-1 2-16,0 1-4 0,0 0 2 0,-1-1 2 0,-1 2 3 0,1-1-3 15,0 0 2-15,0-1-6 0,0 1 0 0,-1 0 4 0,-1 0 0 16,2 0 0-16,-2 0-6 0,1 0 8 0,2-1-4 0,-2 0 2 0,1 0 0 16,-1-1-4-16,0 1 0 0,1-1 2 0,0 1 0 0,0-2-6 15,0 2 6-15,1-2-4 0,-1 1 4 0,1 1 0 0,0-1-3 0,0 1 1 16,1 0 0-16,-1-1 0 0,1 1 4 0,0 0-4 0,0 1 2 0,0 0-2 15,-1 0-1-15,0 1 3 0,0-1-4 0,1 2 2 0,-1-1 2 16,0 1-2-16,0 0 4 0,0 0-4 0,0 0-4 0,1 0 1 0,-2 1-1 16,2 0 4-16,0 0 4 0,-1 0-2 0,1-1-3 0,0 0 4 0,-1-1-1 15,1 1 0-15,0-1-1 0,1 0-3 0,0 0 0 0,0 0 4 16,0-1 0-16,-1 1 2 0,1-1-4 0,0 0 0 0,0 0 2 0,-1 0-2 16,1-1 4-16,-2 1-4 0,1 0-1 0,0 0 5 0,-1 0-2 0,0 0 3 15,-1 1 1-15,1-1-6 0,0 1 2 0,-1-1 2 0,2 0-4 16,-1-1 4-16,0 1-4 0,0 0 0 0,0-1 4 0,-1 0 0 15,0-1-4-15,1 1 2 0,0-1-2 0,1 0-3 0,-1-1 7 0,-1 0-1 16,0 1-1-16,1-1 4 0,-2 0 0 0,1-1 0 16,-1 1-4-16,0-1 0 0,0 0 0 0,-1 0 0 0,1 2 5 0,0-1 1 0,-2 0 1 0,0 1-5 15,0 0 4-15,-1 1-6 0,0 0-2 0,1 0 6 0,-1 0-14 16,-1 1 14-16,1 0-2 0,-2 1-6 0,1 1 13 0,-1 1-10 0,-1-1-1 16,0 1 2-16,0 0 0 0,-1 0-2 0,-1 0 2 0,-1 1-8 0,0 0 8 15,0 1 0-15,2-2 0 0,0 0 8 0,1 1-10 0,1 0 2 16,0-1 2-16,1 0 5 0,1 0 1 0,2 0-1 0,0 0-1 0,2-1-1 15,0 0 7-15,1 0 1 0,0 0-6 0,1 0-3 0,1-1 2 16,0 0 1-16,0 0 1 0,1 0-1 0,0 0-5 0,0 0-4 0,1 0 2 16,0 0 4-16,0 0-2 0,1-1-4 0,0 1 4 0,2-1-8 0,-2 1 4 15,1 0 8-15,-1 0-10 0,0 1 4 0,1-1 0 0,-1 0-5 16,-1 0 16-16,1 0-9 0,-1 1-4 0,0-1 4 0,1 0-12 0,-1 0 10 16,0 0 2-16,-1 0-7 0,1 1 7 0,-2-1-14 0,0 0 10 15,1 0 4-15,-2 0-4 0,1 0 4 0,-1 0-7 0,-1 0-1 0,-1 0 4 16,1-1-4-16,0 1 6 0,0 0-5 0,0-1-3 0,0 1 8 0,0 0-2 15,0-1 1-15,-1 1-1 0,1-1-4 0,0 1 0 0,0-1 8 16,-1 1-7-16,1-1 5 0,0 0-2 0,0 1 0 0,-1-1 2 0,1 1 0 16,0-1 7-16,-1 1-5 0,1-1-2 0,0 0 6 0,-1 0-6 0,1 0 4 15,-1-1-2-15,0 1-4 0,1 0-2 0,0 0 2 0,-1 0 2 16,1 0-2-16,-2 0 6 0,1 0-4 0,1 1 0 0,-1-1 2 0,0 1-4 16,0 0 6-16,-1-1-1 0,0 1-3 0,0 0 0 0,2 0-1 0,-1 0 4 15,0-1 3-15,0 1-2 0,0 0-1 0,0 0-8 0,2-1 3 16,0 1-2-16,-1 0 6 0,1-1 6 0,0 1-8 0,0 0-4 0,1-1 4 15,-1 0-2-15,2 1 6 0,-2-1-2 0,1 1-6 0,0-1 0 16,0 0-2-16,0 0 10 0,0 1 0 0,-1-1-8 0,0 0 6 0,-1 1-6 16,1 0 2-16,-1 0 6 0,0 0-8 0,1-1 3 0,-1 1 1 0,0 0-2 15,-1 0 0-15,1-1 2 0,-1 1 0 0,1 0-4 0,-1 0 8 16,0-1-2-16,0 1 0 0,1 0 1 0,-1 0 1 0,-1 0-4 0,2 0 6 16,-1-1-6-16,0 1-4 0,1-1 4 0,-1 0-4 0,1 0 6 0,1 1 6 15,-2-1-8-15,1 1 3 0,-1-1-1 0,1 0-6 0,-1 0 10 16,1 0-2-16,-1 0 3 0,1 0-7 0,0 0 4 0,-1 0 2 0,0-1-8 15,-1 1 9-15,1 0-5 0,-3 0-2 0,2 0 2 0,-1-1-2 16,0 0-4-16,0 1 8 0,-2 0-2 16,1 0 0-16,0 0 6 0,0 0-12 0,-1 1 4 0,0-1 5 0,-1 2-3 0,1-1 0 0,0 1-2 0,-1 0 0 15,1 1 0-15,0-1 2 0,-1 0 6 0,0 1-5 0,1 0-1 16,1 1 4-16,-2 0-4 0,1 1 4 0,-1 0-1 0,-2 2-3 0,1 0 6 16,-1 0 0-16,1 2-1 0,-1 0 1 0,0 1-8 0,0 0 0 0,1 2 0 15,-1 1 0-15,0 1 4 0,1 1-2 0,2 0-2 0,0 0 0 16,2-2 0-16,2 1 3 0,1-1 1 0,2 0 2 0,2 0-8 0,-1-2-4 15,3 0 8-15,1 0-13 0,-1-1 3 0,3-1-3 0,2 0-8 0,1-1 17 16,2 0 2-16,-2-2 21 0,4-1 0 0,-1-1-4 0,2-1 0 16,1-3-19-16,1-1-27 0,0-1 3 0,-1-1-5 0,0 0 7 0,0-1 18 15,-2-1 2-15,-1 0 8 0,0 0-6 0,-2-1 0 0,-1 0-5 0,1-1-5 16,-3 0 1-16,1 1 0 0,-3-1 9 0,-1-1-9 0,-2 1 11 16,-1 0 3-16,-1-1 1 0,0 0 4 0,-2 0-6 0,0 2-2 15,-1 0 9-15,-2 0-3 0,1 1-1 0,-2 1 8 0,0 1-7 0,0 1 4 16,-1 3-5-16,1 0-1 0,-1 1 7 0,0 1-3 0,-1 2 5 0,1 1-3 15,-1 1-1-15,1 1 5 0,0 0-5 0,1 0 3 0,-1 0-12 16,2 2 0-16,1 0-4 0,1 2 6 0,0-1-2 0,1 1 0 0,1 0-2 16,1 0-17-16,-1 0 5 0,0 0-1 0,0-1 0 0,1 0 32 0,2-1-5 15,0-1-11-15,0-1-4 0,1 0-49 0,-2-1-47 0,0-1-40 0,2 0-43 16,-1-3-49-16,0-1-54 0,0-2-94 0,-1-2-191 0,1-3-113 16,0-2-124-16</inkml:trace>
  <inkml:trace contextRef="#ctx0" brushRef="#br0" timeOffset="-186749.72">30284 12291 2076 0,'-7'-5'382'16,"0"-1"-199"-16,-2 1-18 0,1 2-31 0,2 3-21 0,0 1-14 0,-2 3-11 15,1 1-21-15,-1 1-19 0,1 1-10 0,-1 1-12 0,2-1 0 0,0 2-6 16,0-2-13-16,2 0-5 0,0-1-2 0,1 0-9 0,1-1-8 16,2-1-21-16,0-1-37 0,1-1-27 0,2 0-28 0,1-1-25 0,2-1-23 15,1 0-32-15,3-2-11 0,1 0-16 0,1-1-9 0,1-1 12 16,2 1 11-16,2-1 28 0,-2 1 38 0,1 0 40 0,-1 0 39 0,-1 0 28 15,-1 1 15-15,-1 1 3 0,2-1-16 0,0-1-18 0,-1 1-11 0,0-1 4 16,-2 1 24-16,0-1 35 0,-1 1 37 0,-3 0 33 0,-1 1 24 16,-1 1 21-16,-3 1 10 0,-2 1 6 0,-1 1 5 0,-3 1-5 0,0 1-2 15,-1 2 5-15,-1 0 1 0,1 1 7 0,0 1 9 0,0 0 2 0,1 3-5 16,0 0-4-16,1 1-9 0,1 1-11 0,1-1-3 0,2 1-14 16,0 0-6-16,3 1-8 0,0 0-8 0,3 1-10 0,0 1-12 0,2-1-12 15,2-1 1-15,0 2-2 0,2 0-10 0,1 1 0 0,0-3-18 0,0 2-1 16,-1-1 16-16,0 1-11 0,0 0 13 0,-1 0-7 0,-3-1-18 15,-1-2 3-15,0-1-6 0,0-2-1 0,0 0 0 0,-2-1 3 0,-1-1 2 16,-2-2-1-16,-2-2-1 0,0-1 2 0,-2-1-4 0,0-1 5 16,-1-1-4-16,-3-1-3 0,2-1-4 0,-2-2 4 0,0-1 5 0,0 0-4 15,-3 0 4-15,2-3 4 0,0 0-3 0,-1-1 13 0,1-1 6 0,0 0 3 16,3 1 14-16,1-2 4 0,1 1 12 0,1-1 7 0,1-1 0 16,1-1-12-16,2 0-31 0,1 1-12 0,1 0-5 0,1 2 10 0,1 0 12 15,4 3-1-15,0 0-1 0,1 0-10 0,2 2 1 0,-2 0 2 0,2 0-7 16,1 3 0-16,0-1 1 0,0 2 3 0,-2 1 1 0,2 0 2 15,-1 0 3-15,-1 1-3 0,1 0-2 0,-1 1 1 0,-1-1-10 0,2 0 0 16,-1 1-8-16,0-1 6 0,2 0 2 0,-4-1-4 0,2 0-2 0,0-1-19 16,-2 0-15-16,0-2-34 0,-3-1-34 0,1 0-42 0,0-1-56 15,-2-1-62-15,2 0-100 0,0-3-202 0,-2-1-271 0,-1-1 2 0</inkml:trace>
  <inkml:trace contextRef="#ctx0" brushRef="#br0" timeOffset="-186599.72">31057 12219 2261 0,'-5'1'225'0,"0"-1"-44"0,-2 2-42 0,1 2-29 0,0 1-20 0,-2 3-9 0,0 0-25 16,2 1-22-16,-1 0-13 0,1 0-11 0,0 0-1 0,0 0-9 15,1-2-16-15,1 0-17 0,0 0-30 0,1 0-25 0,1 0-26 0,-1-2-41 16,2 0-35-16,0 0-37 0,0 0-42 0,2 0-40 0,0 0-32 16,2 0 2-16,0-1 25 0,3 1 21 0,0 1-74 0</inkml:trace>
  <inkml:trace contextRef="#ctx0" brushRef="#br0" timeOffset="-186348.72">31167 12453 1258 0,'5'0'289'0,"1"1"-84"0,2 0-50 0,0 1-20 16,0 0-16-16,1 0-9 0,2 0-12 0,0 0-20 0,2 1-9 15,-1-2-6-15,2 1-2 0,0 0-3 0,1-2-6 0,-1 1-9 0,-1-1-4 16,2 0 0-16,-2-1-11 0,1-2 1 0,0 0-5 0,1-1 18 16,-2 1 10-16,1-1 0 0,0 0-1 0,0 0-9 0,1-2 0 0,-1 0 8 15,-1-1 2-15,-2 1-1 0,0-3-3 0,-1 0-6 0,-1-2-5 0,-1 0-6 16,-2-1-3-16,1 0-7 0,-2-1-4 0,0-2-4 0,-3 0-2 15,-2 0 4-15,-1-1-7 0,1 0-1 0,-3 0-7 0,2 1 4 0,-3 0-4 16,-1 1-7-16,1 1-5 0,-2 2-5 0,0 2 4 0,0 1 4 0,-2 2-10 16,1 2-11-16,-3 2-9 0,-1 3-2 0,0 2-3 0,-4 2 2 15,1 2-5-15,-3 2-5 0,1 0-16 0,0 2-11 0,-1 0-5 0,1 1-9 16,4 0 4-16,-2 0-15 0,4 0-18 0,3 1-36 0,3-1-59 16,4 0-85-16,2-1-98 0,1 0-73 0,1 0-301 0</inkml:trace>
  <inkml:trace contextRef="#ctx0" brushRef="#br0" timeOffset="-186099.72">31602 12334 833 0,'15'-5'492'16,"-2"-2"-281"-16,4-2-49 0,-2 0-34 0,-2 2-18 0,0 0-3 0,0 1-12 16,-2 0-12-16,-2 1-15 0,0 1-21 0,-1 1-6 0,-3 3-5 15,0-1-3-15,-2 1 2 0,-3 1-7 0,2 1-6 0,-3 0 2 0,2 2-11 16,-2 0 3-16,-2 1-4 0,2 2-8 0,-1 2 2 0,0 0-9 16,0 1 3-16,-1 0 1 0,-1 1-4 0,3-2 3 0,0 1-5 0,1-2 2 15,-1 0 2-15,1 0-15 0,1-1 1 0,1-1 1 0,3 0-5 0,-1-2 11 16,3 0 2-16,1-2-5 0,-1-1 10 0,3-1 7 0,1-1 10 15,-2-1 9-15,1-1 10 0,1 0 19 0,1-1 19 0,0 1 24 0,0 0 4 16,0-1-7-16,-1 2-11 0,1-1-24 0,-2 1-6 0,-1 1 7 0,0 0-11 16,-1 2-4-16,-1 1-9 0,0 2-11 0,-1 1-3 0,-1 1-1 15,2 0-7-15,-2 2-4 0,0 0-14 0,0 0-4 0,-2 2-4 0,1 0-20 16,-2 1-20-16,0 0-37 0,0 0-56 0,-2 0-68 0,0 0-79 16,-1 0-136-16,0-1-222 0,-1 1-396 0</inkml:trace>
  <inkml:trace contextRef="#ctx0" brushRef="#br0" timeOffset="-185631.72">22798 16179 2146 0,'24'-6'309'0,"2"-4"-245"0,10-5 15 16,-2-2 16-16,3-2-4 0,4-1-13 0,8-1-25 0,6-4-21 15,7-1-12-15,5-4-6 0,5-2 1 0,6-5 6 0,5-2-13 0,7-2 8 16,8-4-2-16,8-2-9 0,10-3 10 0,9-2-8 0,7-1 4 16,9-3-4-16,7-1-6 0,8 1 3 0,7 1-4 0,10 4 0 0,9 0-16 15,7 2 4-15,12 0 2 0,8 2-6 0,7 2 18 0,8 4 3 0,3 0-7 16,4 4 7-16,0-1 8 0,2 0-8 0,-1 0 5 0,-6-1-5 15,-3 1-10-15,-4-1 12 0,-11 0 0 0,-4 0 11 0,-9 1 1 0,-7-2 5 16,-5 1 15-16,-7 0 18 0,-5-1 17 0,-7 2 0 0,-6 0-15 0,-6 1-19 16,-6-1-10-16,-8-1-10 0,-6 0-5 0,-9-1-22 0,-7 2-30 15,-6 1-41-15,-10 0-49 0,-10 1-65 0,-8-1-107 0,-10 1-138 0,-10 3-303 16,-9-1-374-16</inkml:trace>
  <inkml:trace contextRef="#ctx0" brushRef="#br0" timeOffset="-185149.2">25727 15732 2433 0,'-1'0'152'0,"0"0"-34"15,0 0 0-15,0 0-30 0,2 0-3 0,0 2-16 0,1 1-17 16,2 2-27-16,1 3-2 0,3 1-6 0,0 4-3 0,2 1 9 0,-1 1-16 16,3 2 13-16,0 1-6 0,1 2-5 0,-1 3 16 0,-1 1-19 15,2 0-6-15,-2 1 3 0,-1 0-1 0,0 2-2 0,-3-2-2 0,-1 2-12 16,0-2-9-16,-1-1-9 0,-1 1-11 0,-2-3-15 0,-1-1-32 0,0-4-28 15,0-3-26-15,-1-4-43 0,-1 0-56 0,-1-3-99 0,-2-4-162 16,0-2-150-16,-1-2-9 0</inkml:trace>
  <inkml:trace contextRef="#ctx0" brushRef="#br0" timeOffset="-184899.62">25774 15788 2011 0,'-5'-24'225'0,"2"-5"-58"0,-2-5-34 0,4 5-33 0,1 7-14 15,3 3-20-15,0 2-12 0,3 4-5 0,0 3 8 0,2 1 13 0,1 5 13 16,-1 1 1-16,2 3-7 0,1 3-5 0,0 2-24 0,2 3-4 0,2 1 4 15,-1 3-7-15,0 1 1 0,2 2 3 0,0 0-7 0,1 1-4 16,-1 1 6-16,1 0-17 0,0-1 5 0,-1-3-5 0,0 1-13 0,-1-4 11 16,-1-1-9-16,-1-1-8 0,-1-1 2 0,-1-2-12 0,-1-2 10 0,0-3 1 15,-3-1 1-15,-1-2-4 0,-2 0 2 0,-1-2-2 0,0-3-4 16,-2-1 2-16,0-3-4 0,-1-1 4 0,-1-1-2 0,-1-1-2 0,-1-2-11 16,0 0-1-16,-1-1 7 0,0 1 3 0,0-2 4 0,-1 1-2 15,0 0 2-15,2-2-3 0,0 0 6 0,0 0-1 0,1-3 0 0,0 1-1 16,2 0 2-16,0 3-8 0,2 3 5 0,1 2-6 0,2 3-22 15,0 3-7-15,0 3-21 0,0 4-14 0,0 1-10 0,0 3-18 0,0 3-23 16,0 4-17-16,1 3-29 0,-1 2-30 0,1 3-51 0,-1 1-53 0,0 0-92 16,1 4-138-16,1-1-347 0</inkml:trace>
  <inkml:trace contextRef="#ctx0" brushRef="#br0" timeOffset="-184632.75">26320 16030 1944 0,'2'4'317'0,"0"-1"-107"15,1 1-49-15,-1-1-9 0,0-1 7 0,0 3-16 0,1-2-10 16,1 0-33-16,1-1-18 0,0 0-9 0,0 0-14 0,0-1 10 0,1-1-8 16,0 0-16-16,-1-2 5 0,1-1-14 0,1 0 1 0,1-3-4 15,0 0-21-15,-1 0 3 0,0-2 1 0,0 2-5 0,-2-1 11 0,0-1-8 16,0-2 5-16,0 0-1 0,-1-2-4 0,0 0 10 0,-1 0-12 0,-2-2 8 16,0 2-16-16,-1 0-8 0,-1 1 8 0,-1-3 2 0,0 2-2 15,-1-1-10-15,-1 1-8 0,-1 3 4 0,-1-2 4 0,0 2-8 0,-2 2-8 16,-2-1-6-16,1 3-1 0,-1-1 9 0,-2 2 5 0,3 0-7 0,-2 2 1 15,-1 2-4-15,2 0-8 0,1 2-4 0,-1 1-3 0,2 1-8 16,-1 2-5-16,0 2-22 0,2 0-12 0,0 0-2 0,1 2-12 0,1 0-9 16,1 1 7-16,2 1-19 0,2-2-20 0,0 0-18 15,2 0-36-15,0-2-12 0,2 0-17 0,1-1-24 0,1-1-22 0,2-1-36 0,0-1-33 16,1 0-268-16</inkml:trace>
  <inkml:trace contextRef="#ctx0" brushRef="#br0" timeOffset="-184432.58">26441 15947 1056 0,'11'-1'425'0,"1"-1"-130"0,3-1-49 0,-2 1-29 16,-2 0-20-16,0 0-21 0,0-1-15 0,-1 0-13 0,0 0-1 15,1 0-1-15,0 1-25 0,1-2-2 0,1 2-16 0,1-1-16 0,0-1-2 16,0 1-24-16,2-1-3 0,2-1-9 0,-1 0-6 0,-1-1 2 0,1 0-25 16,0 0 10-16,-2 0-20 0,2 0-4 0,-1 0 10 0,1 0-8 0,-2 1-6 15,0 1-6-15,0 0-4 0,-2-1-12 0,0 2 12 0,0-1-6 16,0 0 16-16,-2 0 8 0,1 0-6 0,-2-1 20 0,0 1-28 0,-1 0-2 16,0 0-6-16,-2-1-2 0,1-1-4 0,-1 1-12 0,-1-1-11 15,1-1-27-15,-1 1-17 0,-1-1-19 0,0 0-21 0,0-1-25 0,-2 0-39 16,1 0-44-16,-3 1-55 0,0-1-69 0,-2-2-102 0,0 1-117 0,-1-1-327 15</inkml:trace>
  <inkml:trace contextRef="#ctx0" brushRef="#br0" timeOffset="-184249.19">26730 15583 2283 0,'-3'2'307'0,"1"-1"-91"0,0 0-34 0,2-1-39 15,1 0-12-15,0 1-18 0,1 1-18 0,1 2-13 0,1 1-17 0,1 1-1 16,0 3-8-16,2 0-3 0,1 3 0 0,1 2-13 0,2 0-1 0,1 3-7 15,0 1-17-15,0 1-3 0,1-1 0 0,1 1-10 0,0 2 8 16,-1-1-26-16,0 0 12 0,0-1 10 0,-2 0-10 0,-1 0 14 0,-1 0-55 16,-3-3-35-16,0-1-25 0,-1 1-32 0,-1-3-19 0,-1-1-33 0,0-2-36 15,0-2-52-15,0 0-77 0,0-1-135 0,0-2-203 0,-1-2-201 16</inkml:trace>
  <inkml:trace contextRef="#ctx0" brushRef="#br0" timeOffset="-183799.31">27217 15522 1621 0,'4'1'683'16,"1"0"-468"-16,-1 0-57 0,-1 0-51 0,-1 2 3 0,1 1 1 0,1 3-6 15,-1 3-5-15,0 3-12 0,-1 2-11 0,1 3 0 0,-2-1-7 16,2 4 1-16,-1 1-7 0,0-1-9 0,-1 3-9 0,1-2-10 0,0 2-13 16,-1 0-5-16,0-2-20 0,-1 0 8 0,0-1-1 0,0 0 7 15,-1-1 11-15,1 0-30 0,-2-2-3 0,0-2-2 0,0-1-9 0,0-3-4 16,-1-3-38-16,0 0-19 0,-1-2-18 0,0-2-31 0,0-1 19 0,0-3-15 15,-1-3 3-15,1-2 23 0,-2-1-9 0,0-3 12 0,0 0 12 16,0-3 4-16,0-2 21 0,0-1 6 0,1-1 23 0,0 0 19 0,0-3 12 16,1-1 24-16,0 1-6 0,1-2 16 0,1 1 15 0,-1-2 11 0,0 0 20 15,1-1 9-15,0 0 3 0,1-2 7 0,1 1-2 0,1 1-5 16,0-1-5-16,1 1-11 0,0 2-13 0,2 0-13 0,0 1-16 0,1 3-6 16,2-1-8-16,1 3-4 0,2 1-2 0,0 4-2 0,1 2 7 0,0 2 3 15,0 2 1-15,1 3 8 0,2 0 8 0,1 3-15 0,-1 2 9 16,2 0-1-16,0 2-8 0,1 1 6 0,-1 2-4 0,1 1 6 0,1 1 2 15,-1 1 12-15,2-2-6 0,-1 3-5 0,0-2 2 0,-1 0-10 16,-1 0-6-16,0-2-20 0,-1-1 0 0,-3-1 0 0,1-1 0 0,-3-2 0 16,-1-1 0-16,-2-2 0 0,-1-1 0 0,-1-1 0 0,-2-3 0 0,0 0 0 15,0-3 0-15,-2-2 0 0,1 0 0 0,0-3 0 0,0 0 0 16,0-2 0-16,0-3 0 0,0 0-6 0,0-1-2 0,0 0 2 0,0-1 10 16,1 0 2-16,-1-1-8 0,2-1 2 0,-1 2-16 0,2 2-14 15,1-1-14-15,0 1-19 0,0 1-17 0,2 1-18 0,0 2-14 0,0 1-24 16,-1 2-24-16,0 2-27 0,0 2-17 0,-1 3-29 0,0 2-32 15,-1 3-64-15,0 2-124 0,-1 2-129 0,0 2-203 0</inkml:trace>
  <inkml:trace contextRef="#ctx0" brushRef="#br0" timeOffset="-183549.31">27830 15786 1729 0,'4'9'321'16,"1"1"-125"-16,0 1-46 0,1-1-33 0,1-2-6 0,-2 0-6 0,3 0-30 15,1 0-5-15,-1 0-18 0,3 0-2 0,-1-2-4 0,1-1 4 0,2-1 7 16,-2-1 7-16,1-1-2 0,-3-2-1 0,2-1-7 0,0-2 8 16,-1-1 11-16,0 0-11 0,-1-3 3 0,-2-1-4 0,0-1-10 0,0-2 5 15,0 1-15-15,-1-2-8 0,-1-2-8 0,-1 0-9 0,1-1-3 16,-2-3-1-16,-1-1-6 0,-1 0-2 0,-2-1-2 0,-1 1-6 0,-1-1 0 16,-3 2 2-16,-1 1-10 0,-2 1 0 0,-1 1-1 0,0 3 5 0,-2 1-4 15,-1 3-5-15,0 1-14 0,-2 3-14 0,1 2-6 0,-3 1-18 16,-1 2-12-16,0 2-23 0,1 2-39 0,0 3-37 0,1-1-61 0,2 1-90 15,1 0-149-15,2-1-242 0,2 2-249 0</inkml:trace>
  <inkml:trace contextRef="#ctx0" brushRef="#br0" timeOffset="-172014.81">22208 17928 2612 0,'-3'6'99'0,"-1"-1"-40"0,1 2-5 16,-1 1-14-16,0 1 7 0,-1 3-20 0,2 0-30 0,-1 2-1 16,1 3-1-16,1 1 5 0,0 2 11 0,0 1 26 0,2 1-13 0,0 2 3 15,2 0-23-15,1-1-33 0,2 1 3 0,1 0-8 0,1-1 3 0,2 0 0 16,1 0-6-16,0-2 12 0,-1 1 10 0,2-2 5 0,0 1 2 16,0-1 9-16,-1-1 3 0,1 1-13 0,-2 0 14 0,1 0-18 0,-1-2 3 15,0 2 15-15,-1 1-21 0,-1-2 6 0,-1 2 8 0,-1 0-11 16,-1 0 2-16,0 1 0 0,-2-1-11 0,0 1 71 15,-1 0 10-15,-1-1-19 0,-1 1 5 0,0-1-67 0,-1-1-3 0,-1 0 4 0,1 0-37 0,-1-2 27 16,0 0-19-16,-1-3-19 0,1 0-13 0,0-2-56 0,0-1-12 16,0-2 4-16,1-2-29 0,1-2-7 0,-1-2-22 0,2-4-71 0,0-4-87 15,0-2-259-15</inkml:trace>
  <inkml:trace contextRef="#ctx0" brushRef="#br0" timeOffset="-171448.81">22332 17714 1692 0,'-6'0'146'16,"1"0"-18"-16,-2 1-12 0,0-1 15 0,-1 1-17 0,1 0-31 16,2 0-40-16,1-1-25 0,0 0-15 0,3 0-8 0,1 0 7 0,2-1-1 15,3 1-13-15,0-1 13 0,3 0-7 0,3 0-2 0,3-2 16 0,1 0-5 16,3-1-3-16,4-1 5 0,2-2-4 0,2 0 6 0,4-2 5 15,1-1-9-15,3 0-4 0,3 0 10 0,1-1-9 0,3-1 6 0,1 1-6 16,2-2-8-16,2 0 19 0,2 0-3 0,1 0 8 0,2 0-8 16,1-2-5-16,2 0 6 0,2 0-2 0,1 1-3 0,0-3 3 0,2-1 1 15,2-1 3-15,2 1 1 0,1-3 1 0,2 0 0 0,2-1-5 0,2-1-8 16,3 0-2-16,3-2 9 0,1-1-4 0,2 1 2 0,3-2-2 16,13-3-5-16,67-20 7 0,-18 6 0 0,-21 9-3 0,-31 11 1 0,0 1 0 15,0-1 4-15,4 3-1 0,2 0-4 0,0 0 2 0,0 1-2 0,1 1 1 16,-1-1 2-16,1 0-6 0,3 2 10 0,-2-2-5 0,2 0 7 15,-1 1 13-15,0-1-4 0,2 2 13 0,0 1 3 0,-2 1-2 0,2 0 8 16,1 1-10-16,-1 1-12 0,2 0-3 0,2 0-5 0,-1 0 9 16,1 1-2-16,0 0-6 0,2 0-8 0,0 0-3 0,3-1 12 0,0 0-4 15,2-1 1-15,1-2-15 0,1 1 6 0,1-1 2 0,1-2 8 16,1 0 7-16,1-1-9 0,2-2 1 0,1 0-2 0,0 1 10 0,0-2 0 16,2-1 2-16,0 1 4 0,2 0-5 0,1 1 12 0,1 0 7 0,1-1-8 15,-2 1 7-15,1 0-11 0,-2 2 5 0,-2 2 12 0,-1-1-9 16,-2 2-5-16,1-1 15 0,-1 3-4 0,1 0 4 0,0 1 1 0,-1 0-25 15,0 1 6-15,1 0 0 0,-4 2-4 0,1 0-8 0,0 0-3 0,0 0-4 16,-60 6 17-16,15-2 12 0,-3 0-5 0,16-1-11 0,0 0-31 0,12 0-29 16,-50 3 90-16,6 1 3 0,7-1-16 0,7 0-16 0,1 0-66 15,5-1 64-15,0 0 2 0,7-1-20 0,-2 1-2 0,7-1 0 0,-1 1 0 16,5-1 0-16,-6 0 0 0,-1 2 0 0,-7-1 0 0,1 0 0 0,-7 0 0 0,-7 1 0 0,-7 1 0 0,-6 0 0 16,-9 1 0-16,-5-1 0 0,-8 2 0 0,-5 0 0 0,-25 1 0 0,0 1 0 0,0-1 0 0,0 1 0 0</inkml:trace>
  <inkml:trace contextRef="#ctx0" brushRef="#br0" timeOffset="-170064.82">7831 5637 1 0,'-2'4'0'0,"-2"0"0"0,1 1 0 0,-1-1 0 0,2-2 0 16,0 1 0-16,-1-1 0 0,2 2 0 0,-1-1 0 0,0 1 0 0,1 0 0 16,0 0 0-16,1 0 0 0,2-1 0 0,-1 1 0 0,1-1 0 15,1 1 0-15,0-1 0 0,0 1 0 0,1-1 0 0,1 0 0 0,0 0 0 16,0 0 0-16,2 1 0 0,-1 0 0 0,1 1 0 0,0-1 0 0,0 0 0 16,2 0 0-16,-1 0 0 0,0 0 0 0,-1 1 0 0,1 1 0 15,0 0 0-15,-1 1 0 0,1 3 0 0,-1 1 0 0,-1 2 0 0,1 0 0 16,-3 1 0-16</inkml:trace>
  <inkml:trace contextRef="#ctx0" brushRef="#br0" timeOffset="-169798.02">7146 9633 1 0,'4'20'0'0</inkml:trace>
  <inkml:trace contextRef="#ctx0" brushRef="#br0" timeOffset="-169414.51">7153 9678 1 0,'2'23'0'0,"0"6"0"0,-6-20 0 0,1-2 0 0,1-4 0 16,1-2 0-16,1 0 0 0,0-1 1 0,0 0-1 0,1-1 0 15,-1 1 0-15,1-1 1 0,-1 1-1 0,1-1 0 0,-1 0 0 0,1 1 1 16,-1 0-1-16,0-1 0 0,-1 1 0 0,1-1 0 0,-1 0 1 0,0 2-1 16,-1-2 0-16,0 2 0 0,0-1 0 0,0 1 1 0,-1 0-1 15,-1 1 0-15,1 1 0 0,-1 1 0 0,1 0 0 0,0 1 0 0,0 0 0 16,-1 0 0-16,2-1 0 0,-1 1 0 0,0-1 0 0,2 0-1 0,-2 0 2 15,1 0-1-15,0-2 0 0,0 1 0 0,1-1 0 0,-1 0-1 16,1 0 1-16,0-1 0 0,1 1 0 0,-1 0 1 0,0 0-1 0,0-1-1 16,1 1 1-16,0-1 0 0,0 0 0 0,1 0 0 0,-1 0 0 0,1-1 0 15,0 1 0-15,-1 0 0 0,2-1 0 0,-1 1 0 0,0-1 0 16,1 0 0-16,-1 0 0 0,1 1 0 0,0-1 0 0,-1 0 0 0,1-1 0 16,-1 0 0-16,1 1 0 0,1-1 0 0,-1 1 0 0,0-1 0 15,1 0 0-15,0 0 0 0,0-1 0 0,1 0 0 0,-1-1-1 0,2 0 1 16,0 0 0-16,0-1 0 0,0 0 0 0,1 0 0 0,0-1 0 0,-2 1 0 15,2-2 0-15,1 0 0 0,-1 1 0 0,1-1-1 0,-1 1 1 16,1 0 0-16,-1 1 0 0,0 0 0 0,1 0 0 0,-3 0 0 0,3 1 0 16,-2-1 0-16,1 1 0 0,0-1 0 0,-1 1 0 0,0 0 0 0,-1 1-1 15,1 1 1-15,0 2 0 0,0 1 0 0,-1-1 0 0,0 0-1 16,1-3 1-16,1 0 0 0,0 0 0 0,-1 1 0 0,0-1 0 0,1 1 0 16,-1-1 0-16,1 1 0 0,-1 0 0 0,0 0 0 0,0 1 0 0,-1-1 0 15,1-1 0-15,0 1 0 0,0 0 0 0,0 0 0 0,0 1 0 16,0 0 0-16,1-1 0 0,-1 2 0 0,1-1 0 0,0-1 0 0,-1 1 0 15,0 0 0-15,1 0 0 0,1-1 0 0,1 1 0 0,0-2 0 0,0 1 0 16,1-1 0-16,-1-1 0 0,1 0 0 0,2 0 0 0</inkml:trace>
  <inkml:trace contextRef="#ctx0" brushRef="#br0" timeOffset="-168714.52">8224 14172 18 0,'-23'26'0'0,"-3"6"1"16,-1 2-1-16,0 2 0 0,20-25 0 0,1-4 0 0,0 0 0 0,0 0 1 15,2-1 0-15,-2-1 0 0,1-3-1 0,2-1-1 0,-1 0 0 16,2-1 1-16,1 4-1 0,-1-1 2 0,1-1 0 0,0 0-2 0,1 0 2 15,0 0-1-15,0 0-1 0,0 1 1 0,0-1 0 0,1 1-1 0,0 1 2 16,-1-1-2-16,1 1 2 0,-1 1-2 0,0-1 1 0,0 1 1 16,0 0-2-16,0 0 0 0,0 0 0 0,0 0 1 0,1-1 0 0,-1-1 0 15,0 0 0-15,-1 0 0 0,0-1 0 0,0 1-1 0,0-1 1 0,0-2 0 16,0 1-1-16,1-1 0 0,0 1 1 0,1-1 0 0,-1 0 0 16,1 0 0-16,-1-2-1 0,1 1 2 0,0-1-1 0,-1-1 0 0,1 2 0 15,0-2 0-15,-1 1 0 0,1 1 0 0,-1-1 0 0,0 1 0 16,1 0 0-16,0 0 0 0,0 1 1 0,0-1-1 0,0 0 1 0,-1 1-2 15,1-1 1-15,0 1-1 0,0 0 1 0,0 0 0 0,-1 0 0 0,2 1 0 16,0 0 0-16,-2 1 0 0,2-2 0 0,-1 1-1 0,0-1 1 16,1 0 0-16,-1 1 0 0,0-1 0 0,0 0 0 0,1 0 0 0,0-1 0 15,-1 1 0-15,1 0-1 0,0 0 1 0,0 1 0 0,-1 1 0 0,1-1 1 16,0 1-1-16,0 0 1 0,0 0-1 0,-1 2 0 0,0-1 0 16,0 1 0-16,0 0 0 0,0 1 0 0,-1 1 1 0,-1-1-1 0,1 1 0 15,0 0 0-15,-1 0 0 0,1 0 0 0,-1 0 0 0,-1 0 0 16,1-1 1-16,-1 0-1 0,1 1 0 0,-1-2 0 0,1 1 0 0,0-1 0 15,0-2 0-15,1 1 0 0,-1-2-1 0,1 1 1 0,0-2 0 0,1 0 0 16,0 0 0-16,1-1 0 0,-1-1 0 0,1 1 0 0,0-1 0 16,1 0 1-16,1-1-1 0,0 1 0 0,1-1 0 0,0 0 0 0,1-1 0 15,-2 1-1-15,3-1 2 0,0 0-2 0,1 1 2 0,1-2-1 0,0 1-1 16,1-2 0-16,-2 0 1 0,1 0 0 0,1-2 0 0,0 0-1 16,1 0 1-16,0 0-1 0,0-1 1 0,1-1 0 0,1-1-1 0,0-2-1 15,1-1-1-15,-2 3-1 0</inkml:trace>
  <inkml:trace contextRef="#ctx0" brushRef="#br0" timeOffset="-168288.96">10132 17656 1 0,'2'-1'0'16</inkml:trace>
  <inkml:trace contextRef="#ctx0" brushRef="#br0" timeOffset="-168233.96">10135 17660 1 0,'1'1'0'0</inkml:trace>
  <inkml:trace contextRef="#ctx0" brushRef="#br0" timeOffset="-168062.96">10119 17709 1 0,'0'1'0'0,"0"0"0"0,0 0 0 16,0 1 1-16,1 0-1 0,-1 0 0 0,1 1 0 0,0-1 0 0,1 1 0 15,-1 1 0-15,1-1 1 0,0 0-2 0,0 0 1 0,1 0 1 0,-1 1-1 16,1-1 0-16,-1 0 0 0,1-1 0 0,0 1 0 0,0-1 0 15,-1-1 0-15,0 0 0 0,0-1 0 0,0 0 0 0,-1 0 0 0,1-1 1 16,-1-1-1-16,0 1 0 0,0-2 0 0,0 0 0 0,0 0 0 16,0 0 0-16,0 0 0 0,0 0 0 0,-1 1-1 0,1 0 1 0,0-1 0 15,1 1 0-15,-1 0 1 0,0 0 0 0,1 1-1 0,0 0 0 0,0 1 1 16,1 1-2-16,-1 1 2 0,1 0-1 0,0 1 0 0,-1 0 1 16,1-1-1-16,0 1 0 0,0 1 0 0,-1-1 0 0,1 1 0 0,-1-1 0 15,0 1-1-15,0-1 2 0,-1-1-1 0,0 1 0 0,0-1 0 16,0-1 0-16,0-1 0 0,0 0 0 0,0 0-1 0,1-2 1 0,-1-1-1 15,0-1 0-15,1-2-1 0,0-2 1 0</inkml:trace>
  <inkml:trace contextRef="#ctx0" brushRef="#br0" timeOffset="-165977.66">10084 4255 1 0,'-49'15'0'0</inkml:trace>
  <inkml:trace contextRef="#ctx0" brushRef="#br0" timeOffset="-165564.65">9878 4267 654 0,'-93'-18'55'0,"37"11"-42"0,7 1 4 0,11 5 4 0,6 1-2 16,4 2-1-16,4-1-3 0,5 1-5 0,3 0-3 0,3-1 0 15,3 0 0-15,3-1-1 0,3 0-3 0,2 0-5 0,2 0-1 0,3 0-1 16,1-1 3-16,2 0 5 0,3-2 1 0,2-2-2 0,3-2 0 0,3-4-3 16,5-1-1-16,4-3 3 0,5-2 4 0,3-3 0 0,2-2 3 15,2 0-1-15,3-1 0 0,1 2 2 0,3 1 4 0,3 1-5 0,3 0 3 16,2 2-3-16,1 0-1 0,2 2 5 0,3 1 0 0,3 0 3 16,3 0 1-16,5-2 3 0,3 0 1 0,3 3 3 0,5-1-2 0,3 1-1 15,1 2 0-15,2 2-2 0,1 2-2 0,3 4 0 0,-2 2-9 0,-1 5 1 16,-1 3-2-16,-1 3-5 0,1 2 2 0,-2 2 5 0,2 3-3 15,-2 1 8-15,1 3-2 0,0 2-3 0,-4 1-1 0,2 3 0 0,-3 1-2 16,-4 1 0-16,0 1 0 0,-3 4 5 0,-4 2-2 0,-2 1 3 0,-4 2 5 16,-4 0-6-16,-3 3 7 0,-2 2-3 0,-5 4-1 0,-2 2-2 15,-5 3 1-15,-2 2-2 0,-4 2-1 0,-2 2 4 0,-3 4-7 16,-2-2 1-16,-4 1 1 0,-2 1-5 0,-4-2 3 0,-4 1-9 0,-3 1 2 16,-5 2 2-16,-6-1-1 0,-4 3 7 0,-5 1-4 0,-6 2 1 0,-5 0-4 15,-6 0 2-15,-7-1-8 0,-3-2 7 0,-6 0 5 0,-3 0 1 0,-4-2 8 16,-6 2-5-16,-4-2-4 0,-5 0-2 0,-7 0-2 0,-5 0-2 15,-8 0-5-15,-7-1 11 0,-7 1-4 0,-8-1 2 0,-5-1-1 0,-6 0-4 16,-6-3 1-16,-2-3 2 0,-4-5 4 0,1-5 4 0,2-7 1 0,1-3 7 16,5-7-5-16,0-4-1 0,5-5-3 0,4-3-6 0,1-1 9 15,8-4-1-15,5-4 5 0,7-6 5 0,7-5-5 0,10-4 3 0,6-6-11 16,7-3-5-16,8-2 8 0,9 0-5 0,6-1-4 0,6-1 1 0,7 1-15 16,7 2-4-16,6 1-11 0,6 2-16 0,6 1-9 0,8 1-13 15,6 0-2-15,9 1-11 0,5-1-17 0,10 0-12 0,5 2-10 0,5 3-15 16,8 1-5-16,1 5 1 0,4 4 3 0,1 3 3 0,-1 7-57 15,2 4-75-15</inkml:trace>
  <inkml:trace contextRef="#ctx0" brushRef="#br0" timeOffset="-164997.78">10392 8266 778 0,'-56'-13'-75'0,"-4"-1"131"0,-13-3 23 0,10 5 5 0,11-1-15 0,1 0-21 16,3 0-12-16,4-2-4 0,3 2 1 0,3-3-5 0,3-1-3 16,4 0-4-16,4-1-3 0,3-1 1 0,3 0-4 0,5-2-4 0,2-1-5 15,3-2 0-15,3 1-3 0,4-2 1 0,4 2-3 0,3-3-2 0,5 1-1 16,3 1 0-16,4-2 0 0,3 0 3 0,7-3-1 0,4 0-3 15,5-2 0-15,6 2 5 0,5-2 1 0,3 2 7 0,4 1 2 0,4 0-7 16,4 0 2-16,6 2-5 0,3 1 2 0,1 1-1 0,3 2-2 0,0 1 2 16,3 0-3-16,2 1 2 0,1 1 3 0,2 0 3 0,1 1 4 15,0 1-3-15,2 2 4 0,-2 2-8 0,0 4 1 0,1 3-4 0,0 3 2 16,0 2 0-16,-1 4-1 0,-2 2 1 0,-1 4 0 0,-3 4-3 0,1 4-1 16,-1 1-1-16,-2 5-2 0,0 4 6 0,-1 0-2 0,-3 4 1 15,-1 2-2-15,-2 4-1 0,-2 1 2 0,-2 2-8 0,-1 3 0 0,-3 0 4 16,-2 2-3-16,-2 0 5 0,-1 2 3 0,-1-1-5 0,-2 1 1 0,-1 1 0 15,-2 1 2-15,-3 0-1 0,-2-1 0 0,-3 1-2 0,-2 0-6 16,-3 3 2-16,-4-1 1 0,-3-1 1 0,-3 0 8 0,-5 0-2 0,-3 0 2 16,-5 1 0-16,-2 0 0 0,-4-1 2 0,-3 1 3 0,-4-1-1 15,-3 1-1-15,-4 2-4 0,-4 0 4 0,-4 0 1 0,-3 1 5 0,-6 1 6 16,-3 1-4-16,-5 0-1 0,-3 0 4 0,-4-3 1 0,-1-1 5 0,-3-4-2 16,-2-2-1-16,-4 0-9 0,-1 0 3 0,-2-2 3 0,-3-1-3 15,-3-3 8-15,-1-2-4 0,-3-3-2 0,-2-4 3 0,-1-3 0 0,-3-2 3 16,-2-4-4-16,-2-1 0 0,-1-4 2 0,-2-3-2 0,-1-4 0 0,2-2 5 15,-2-3-4-15,0-1-4 0,1-3-4 0,3-2-17 0,3-2-5 16,5 0-10-16,4 0-9 0,8 1-2 0,6 0-2 0,8 1 1 0,7 1 5 16,6 0-7-16,4 2-17 0,6 1-31 0,4 2-39 0,6 2-26 15,5 4-19-15,5 4 0 0,7 3 4 0,3 7-8 0,8 4-39 0,5 4-108 16</inkml:trace>
  <inkml:trace contextRef="#ctx0" brushRef="#br0" timeOffset="-164331.75">12090 11490 1317 0,'-26'-20'329'0,"1"-1"-369"0,-4-3 50 0,7 0-10 0,9 3 1 0,2-3-12 16,4-3-9-16,3 0 2 0,4-5-1 0,5 0 4 0,4-3-2 0,6-4-1 16,3-2 0-16,8-4 4 0,5-1 2 0,7 0 0 0,5 0 5 15,4 2-3-15,5-2-3 0,3 5 1 0,6 1-2 0,5 2-1 0,6 2 8 16,6-2 4-16,6 1-2 0,5 0 3 0,6-2 0 0,7 1-3 0,2 0-3 15,6 0 4-15,5 1-7 0,4 3 3 0,5 0 3 0,3 1-1 16,3 1 1-16,5-1-1 0,3 2 1 0,2 1 4 0,3 1 0 0,0-1 5 16,-1 3 5-16,0-1-4 0,-3 2 3 0,-1 1-2 0,-3 2-1 0,-1 0 3 15,-2 2 6-15,-4 1 3 0,-6 2-1 0,-4 0 3 0,-6 1-3 16,-6 3 5-16,-4 1 6 0,-9 1 9 0,-1 1 9 0,-7 3 8 0,-1 2-4 16,-3-1-4-16,-5 2-6 0,2 1-10 0,-4 0-7 0,0 2-2 15,-1 1-4-15,0 2-3 0,-1 2 2 0,-1 2-4 0,0 3-2 0,-1 2 1 16,0 4-2-16,0 4 3 0,0 2-3 0,-1 2 0 0,-3 4-3 0,-1 0-3 15,-1 5 3-15,-1 3 1 0,-3 5-1 0,-1 2-2 0,-4 3-2 16,-1 3-2-16,-1 1-3 0,-2 2 0 0,0 3-2 0,-3 2 4 0,-2 3-1 16,-2 2 3-16,0 0-2 0,-3-1-3 0,-3 0-1 0,1 0-6 0,-5 0-1 15,-3 0-2-15,-1 0-1 0,-3 1 2 0,-2 1-2 0,-1-1-1 16,-5 0-3-16,-2-3-1 0,-2-2-5 0,-4 0-5 0,-2 0-9 0,-2 0-3 16,-5 0-3-16,0 1 1 0,-2 0 8 0,-2 2 0 0,-1 0 5 15,-5 1 6-15,-3 1-6 0,-3-1 3 0,-4 3-9 0,-2 1 6 0,-5-1 4 16,-4 2 12-16,-4-2 17 0,-3 0 7 0,-5-2 9 0,-2-3 4 0,-3-3-1 15,0-3-4-15,-2-4 1 0,-1-1-10 0,-3-1 1 0,-6 0-5 16,-5 1-9-16,-6 1 3 0,-8 1-11 0,-6 3 1 0,-5-1-2 0,-5-2-1 16,-4-2 8-16,0-2 2 0,-2-4 7 0,-1-4 15 0,5-4 12 0,5-6 23 15,7-2 18-15,7-5 11 0,3-6 6 0,7-1-10 0,5-2-20 16,3-2-2-16,3-2-18 0,-2-2-11 0,1 0 2 0,0-2-18 0,-1 0-1 16,0-2 2-16,-3-3-5 0,-2 0-1 0,-2-2-8 0,1-1-11 0,-1 0-12 15,-2-2-27-15,-1-1-110 0,-7-3-288 0,-11-1-381 0</inkml:trace>
  <inkml:trace contextRef="#ctx0" brushRef="#br0" timeOffset="-163815.15">15729 13285 546 0,'8'-7'-61'0,"4"-2"19"0,5-2 38 16,6-1 16-16,3-1-2 0,2 1-4 0,5 0-2 0,3 0 4 16,5 1 1-16,2 0 0 0,2 1 3 0,3 2-6 0,3 1-1 0,6 0-4 15,5 2-2-15,6 1 0 0,5 0-3 0,9 3-2 0,5 0-3 0,9 2-5 16,8 2-7-16,6 2-27 0,12 2-40 0,6 0-162 0</inkml:trace>
  <inkml:trace contextRef="#ctx0" brushRef="#br0" timeOffset="-155698.71">8330 5863 6 0,'-5'-2'3'0,"1"1"-1"0,-3 0-4 0,-2 2-2 0,2-1 0 16</inkml:trace>
  <inkml:trace contextRef="#ctx0" brushRef="#br0" timeOffset="-143633.83">12366 4570 12 0,'16'-34'11'0,"1"-4"0"0,1-10 1 0,-4 3-1 0,-5 5-2 15,-3-3-7-15,-3 3-5 0,-3 0-5 0,-4 1-2 0,-4 2 1 0,-4 1-16 16</inkml:trace>
  <inkml:trace contextRef="#ctx0" brushRef="#br0" timeOffset="-145363.51">10470 4363 1 0,'-14'-29'175'0,"-1"0"468"0,2 6 458 0,0-3-1097 0,5 11 23 0,3 3-16 16,2 5-9-16,2 0-7 0,1 2 3 0,1-1-9 0,2 0-2 0,0 0-7 15,1 0-16-15,1 2-9 0,0-2-6 0,0 0 8 0,0 1 10 16,-1 0 18-16,-1 1 11 0,0-1 7 0,0-2 11 0,-1-1 6 0,0-1 10 16,0 0 11-16,0 0 1 0,-1-1-1 0,0 0-1 0,1-1-6 0,0 0-2 15,0 1-4-15,0-1-4 0,2 0 0 0,0 0-7 0,2 1-3 16,1-1-1-16,1 0-7 0,2-1 0 0,1 1-4 0,0-1 1 0,4 0 0 16,2 2-1-16,2 0-4 0,1 0-4 0,3 0 1 0,3 0 0 15,2 0 1-15,5 0 4 0,2-2 0 0,2 1 0 0,6-1 12 0,4 0 3 16,3 0 0-16,5 1-1 0,2-1-2 0,1 1-9 0,2 0 1 0,2 3-2 15,2 1-4-15,0 2 2 0,0 1 2 0,1 2-2 0,1 0 4 16,-2 2-2-16,2 0-2 0,-1 3 1 0,0 1 2 0,0 1 0 0,0 2 4 16,-2 2 1-16,-1 2-1 0,-2 2-1 0,-2 2-9 0,-1 0 1 0,-3 4 2 15,-2 1-3-15,-4 2 8 0,-2 5-2 0,-2 0 0 0,-5 2 3 16,-5 1-3-16,-4 0 3 0,-4 2-5 0,-6 2-4 0,-3 2 6 0,-5 1-9 16,-4-1 0-16,-5 1-1 0,-5-2-3 0,-5 2-1 0,-6 2 8 0,-5-1-4 15,-4-1-3-15,-6 0 4 0,-2-1 0 0,-7-1 8 0,-1 0 6 16,-4-2 3-16,-1-1-1 0,-1-1-1 0,-3-1 2 0,-3 1 0 0,-2-1 3 15,-3 0-3-15,-3-2-1 0,-1-3-1 0,-1-2-1 0,-1-2 1 16,1-3-2-16,-1-3-1 0,2-1 0 0,1-3 2 0,-2-1-2 0,3-2-2 16,-1-2 5-16,3-3 0 0,1-2 8 0,2-3 6 0,1-2-2 0,2-2 7 15,2-2-3-15,2-1-8 0,1-3 3 0,3-1-6 0,3-1-6 16,-1-1 1-16,3-3-6 0,2 0-3 0,3-1-4 0,6-3-15 0,2 0-23 16,4-1-32-16,3-1-44 0,3 1-74 0,3 0-113 0,3-1-271 15,2-1-259-15</inkml:trace>
  <inkml:trace contextRef="#ctx0" brushRef="#br0" timeOffset="-144829.51">14636 4276 2089 0,'-9'-54'-312'0,"-10"-18"210"0,-10-18 4 0,-11-15 26 0,-3 41 310 0,2 13-155 16,4 9 12-16,4 7-13 0,6 8-26 0,6 4-32 0,4 7-8 15,6 8-15-15,5 3-14 0,5 6-9 0,4 4-24 0,5 4-37 0,7 4-48 16,7 3-77-16,5 3-82 0,9 0-122 0,3 3-206 0</inkml:trace>
  <inkml:trace contextRef="#ctx0" brushRef="#br0" timeOffset="-144580.51">15470 6134 1100 0,'-12'-27'248'0,"0"1"-313"0,0 0 209 0,5 11-107 0,4 10-9 16,3 3-33-16,1 2-35 0,3 2-31 0,4 2-33 0,4 0-39 0,5 2-43 15,4-1-50-15,6 0-234 0</inkml:trace>
  <inkml:trace contextRef="#ctx0" brushRef="#br0" timeOffset="-144363.51">17467 5327 957 0,'-8'-19'129'15,"0"2"-159"-15,-1-1 147 0,2 6-75 0,3 7-7 0,0 0-12 0,1 2-20 16,-1 0-18-16,1 1-17 0,0 2-24 0,1 0-36 0,1 0-49 0,-2 0-46 16,-1 0-51-16,-1-1-148 0</inkml:trace>
  <inkml:trace contextRef="#ctx0" brushRef="#br0" timeOffset="-143946.51">15880 6434 1918 0,'-32'-28'-129'0,"-2"2"141"0,-8-2 28 0,10 12-29 0,9 10-2 0,8 5-5 16,4 3-9-16,4 3-23 0,3 1-15 0,2 3-15 0,3 0-29 0,4 1-23 15,2 0-13-15,4 1-18 0,1 0-7 0,4-1-6 0,1-1-17 16,1-2-12-16,1-1-63 0,2-3-54 0</inkml:trace>
  <inkml:trace contextRef="#ctx0" brushRef="#br0" timeOffset="-140229.83">14304 5696 590 0,'-16'-4'75'0,"-1"1"-6"0,-2-2-25 0,7 3-31 0,6 1-4 0,1-2-7 16,2 1-3-16,2-1-8 0,1-1 1 0,2-2-1 0,2-1 4 0,2-1 5 16,0-3 0-16,4-2 2 0,1 0 5 0,1-1 6 0,1 0 7 15,0-2 9-15,2 0 2 0,1-1 4 0,1 0 4 0,0 0 7 0,2 0 10 16,0 1 3-16,-1 1 3 0,0-1-5 0,0 1-7 0,1 2-2 0,-2 2 5 15,2 0 0-15,1 0 0 0,-1 0 3 0,1 1-4 0,2 0-4 16,-1 3-9-16,2 1-4 0,3 0-8 0,1 2-3 0,3 0-7 0,0 3-4 16,3 2-5-16,-1 1 2 0,2 3-2 0,3 1-3 0,2 0 0 0,2 2-1 15,0 0 0-15,1 2-1 0,-1 0 1 0,0 0-1 0,-2 0-2 16,0 0 0-16,-4-1-2 0,-2 1 1 0,-2 2-1 0,-2 1 1 0,-2 2 4 16,-3 1 0-16,-5 2 2 0,-2 2-2 0,-3 2 1 0,-2 4 0 15,-5 3-1-15,-3 2 1 0,-4 1-6 0,-2 4-2 0,-3-1 1 0,-5 4-5 16,-2 0 8-16,-4-1 1 0,-3 3-2 0,-3-2 1 0,-5 1-2 0,-1 0-2 15,-2-2 0-15,0-3 2 0,-2-5 1 0,-2-3 1 0,-1-3-4 16,-2-2 2-16,-1-3-3 0,-4-3 1 0,0-1 3 0,-4-2 2 0,-2-2-1 16,0-3 2-16,-1-3 4 0,1-1 3 0,-1-4 5 0,2-1 6 0,0-3-3 15,4-2 4-15,4-1-6 0,1-2 0 0,5-2-1 0,3 1-8 16,5-3 0-16,1 2-6 0,4-2-5 0,3-1-3 0,2 0-15 0,3-1-9 16,3 1-10-16,3-3-21 0,4-1-14 0,4-1-24 0,3-1-26 15,4 0-28-15,3-1-28 0,2 0-29 0,3 1-32 0,2 2-166 0</inkml:trace>
  <inkml:trace contextRef="#ctx0" brushRef="#br0" timeOffset="-139863.53">15795 5383 616 0,'-21'-16'265'0,"3"1"-199"0,-4-1 11 16,8 4-35-16,6 5-27 0,4 2-12 0,3 2-18 0,2 1-7 15,3 2-7-15,3-1 0 0,4 1 7 0,4 0 4 0,2 1 6 0,3-1-4 16,5 2-2-16,1 0-13 0,5 0-14 0,1 2-19 0,5 0-23 0,1-1-18 16,3 1-19-16,3-1-42 0,-2 2-62 0</inkml:trace>
  <inkml:trace contextRef="#ctx0" brushRef="#br0" timeOffset="-139763.06">16494 5916 712 0,'-28'4'271'0,"-3"1"-49"0,-12 1-66 0,1 1-77 0,-1 2-42 15,-5 2-32-15,-4 6-48 0,-4 4-96 0,-3 1-133 0,-5 3-414 16</inkml:trace>
  <inkml:trace contextRef="#ctx0" brushRef="#br0" timeOffset="-135746.51">8091 5996 44 0,'-1'2'27'0,"-1"2"-9"0,0-1-3 0,0 1 1 0,0-1-2 0,0-1-1 16,2 1-2-16,-2 0-1 0,1-1 0 0,-1 0 3 0,1 0 4 0,-1 0-1 15,1 0 1-15,0 0-5 0,0-1-4 0,0 1-1 0,1 0-3 16,-1-1-1-16,1 1 1 0,0-1 2 0,1 0 3 0,-1 0 3 0,1 0 2 15,-1 0-1-15,0 1 1 0,1-1 0 0,-1 1 1 0,1-2 1 0,-1 2 1 16,2 0 3-16,-1 1-3 0,0-1-2 0,0 0-10 0,0 0-2 16,0 0-5-16,0 0-6 0,0-1-6 0,-1 1-12 0,2-1-9 0,-1 2-3 15,0-2 8-15,1 0-2 0,-2 0-3 0,1 0-5 0,-1 1-20 16,0 0-6-16,0-1-5 0</inkml:trace>
  <inkml:trace contextRef="#ctx0" brushRef="#br0" timeOffset="-134913">8210 5948 184 0,'-1'-2'132'0,"1"0"-24"0,-1-2-20 0,-1 2-12 0,-1-1-21 0,0 1 4 16,-2 1-6-16,0-1-2 0,0 1 2 0,-1-1-3 0,0 0 8 16,1 1 11-16,-1 0 0 0,0 1 1 0,0-1 0 0,0 0-12 0,1 1-5 15,-1-2-4-15,1 2-9 0,1-1-3 0,0 0-1 0,1 1-5 16,0 0-4-16,1-1-2 0,0 1-6 0,0-1-1 0,1 1 11 0,0 0 0 16,1 0 4-16,0 0 1 0,1-1-8 0,0 1 3 0,-1 0 5 0,1-1-2 15,0 1 5-15,1 0-5 0,-1 1 1 0,1-1 3 0,0 0 1 16,-1 1 10-16,1-1-4 0,-1 2 1 0,1-1 3 0,1 1-2 0,-1-1 3 15,1 0 3-15,0 1-5 0,0 0-4 0,-1 1-3 0,0-1-4 16,0 1-1-16,1-1 11 0,0 1-3 0,-1-1-3 0,1 1-5 0,-1-1-11 16,1 0 0-16,-1 1 2 0,1-1-4 0,0-1 1 0,0 1-2 0,1-1-3 15,0 1 0-15,-1 0-5 0,1 0-4 0,0 0 2 0,-1 0 4 0,2 0-7 16,-2-1-1-16,1 1-4 0,1-1 1 0,0-1 8 0,0 1-4 16,0-1-2-16,1 0 2 0,0 0-4 0,0-1-1 0,0 0 8 0,1 0-3 15,0-2 1-15,-2 0 4 0,3 0-5 0,-1-1-1 0,1-1 4 16,-1 1-3-16,1-1 0 0,-2 0 3 0,1 0 2 0,-2-1 2 0,-1 1 6 15,0 0-1-15,-1 0-2 0,-1 0-1 0,-1 0 2 0,0 1-6 0,-1-1 4 16,0 2 2-16,-1 0 2 0,0 0 3 0,0 0-3 0,-1 1 0 16,0 0-11-16,-1 1 5 0,0 0-3 0,1 1-2 0,0 1 6 0,-1 0-4 15,0 2-1-15,1 0-2 0,0 2-1 0,-1-1 2 0,2 1-5 16,-1 1 11-16,1 1-8 0,1 0 2 0,0 2 0 0,0 1-7 0,1 1 11 16,-1 0-4-16,1 1 2 0,1 2 4 0,-1 0-5 0,2 1 1 0,-1 1-6 15,0 0 1-15,2 1 1 0,0-4 3 0,1 1-1 0,1-1 2 16,0 1 3-16,1-1-13 0,0-1 11 0,1 0-12 0,1 1-2 0,0-1 9 15,-1 0-7-15,1-1 0 0,-1 1 10 0,-1 0-10 0,-1 0 4 0,0-1-1 16,-2-1-5-16,0 2 2 0,0-2 0 0,-1 1 4 0,-2-1-2 16,0 0-2-16,-1-2 6 0,-1 1-4 0,-1 0-10 0,-2-1 1 0,0 1-5 15,-1-2 5-15,-1 2 10 0,-1-1 1 0,-1-1 9 0,1 0 1 0,0 0-3 16,0-1 2-16,0 0-11 0,0-1 0 0,0 0 2 0,0-2 7 16,1 0 1-16,0 0-3 0,1-2 10 0,-1 1-1 0,1-1 3 0,1 0 11 15,0-1-8-15,1 0 1 0,0 0 4 0,0-1-9 0,2 0 3 0,0 0-3 16,1 0-5-16,0 0-7 0,1 0 4 0,0 0 0 0,1 0-4 15,1 0-4-15,0-1 0 0,2 0-6 0,-1-1 0 0,2 1 2 0,1-1-6 16,1 0 0-16,0 1 0 0,0-1-12 0,1-1-13 0,-1 1-30 16,-1 0-51-16,-1-2-61 0,0 1-90 0,0-2-99 0,0 0-162 0,0-1-363 15,1-1-196-15</inkml:trace>
  <inkml:trace contextRef="#ctx0" brushRef="#br0" timeOffset="-134146">7838 9332 1127 0,'4'-7'540'0,"0"-3"-407"0,3-1-33 0,0-2 4 0,-1 2 9 16,2 0-2-16,-2-1-12 0,1 1-25 0,-2-2-11 0,-1-1-11 0,-1 0-8 15,1 1-1-15,-1 1-5 0,-1 0 2 0,1-1-2 0,-3 1-4 16,1 1 1-16,0 2 1 0,-1-1 1 0,1 2-4 0,0 2-2 0,-1 1 3 16,-1 1-2-16,0 2 1 0,-1 0 4 0,0 2 0 15,0 1-2-15,-1 1 0 0,2 2-5 0,-1 0 4 0,0 2-1 0,1 2 1 0,1 2-3 16,0 0-6-16,0 3-1 0,2 0 0 0,0 2-1 0,0 2-4 0,1 0 1 15,1 3-5-15,0 0-1 0,1-1-1 0,1 0-9 0,1 0 1 0,1-1-3 16,0 1 4-16,1-1-6 0,0 0 5 0,2 1-3 16,1-1-7-16,-1-1 3 0,2-1-4 0,-2 0 6 0,1 1-2 0,0-1-1 0,-2 0-1 15,-1 0-9-15,1-1 0 0,-3-1-2 0,0 0 19 0,-1 1 4 16,-2 0 3-16,-1 0 5 0,0-1-23 0,-3 1 1 0,-1-1-5 0,-2 1-7 16,-1-3-4-16,0 0-6 0,-2-1-1 0,-1-1-11 0,0-2-3 0,-2-2 9 15,1-2 11-15,-1-1 16 0,0-2 5 0,0 0 5 0,-1-1 1 16,2-1-6-16,-1-1 13 0,1-1 5 0,0 0 2 0,0-2 18 0,0-1 0 15,1 0 8-15,0-2 3 0,1 2-5 0,0-1-6 0,1 2-5 0,2 0-5 16,1 2-5-16,1 0-4 0,0 2-4 0,1 0-3 0,1-1-7 16,0 2 1-16,1 1-4 0,1 0-2 0,1 0 0 0,1 0-3 0,1-1-16 15,0 1-24-15,1 0-44 0,1-1-74 0,2 0-93 0,0-2-111 16,1 0-181-16,1-1-748 0</inkml:trace>
  <inkml:trace contextRef="#ctx0" brushRef="#br0" timeOffset="-132646.49">9367 12945 1035 0,'4'-1'273'0,"1"1"-110"0,1-1-25 0,0-1-9 15,0-1-13-15,0-1-13 0,1-1-25 0,0 0-11 0,0-1-10 16,-2 0-8-16,2-2 1 0,-2-1-4 0,3-1-5 0,-1 0 0 0,1 1-4 15,0-2-3-15,-1 1 4 0,-1-3-8 0,-1 0 2 0,0 0 3 0,0-1-3 16,-2 3 6-16,1-1 1 0,-2 0 5 0,0 0 4 0,0 1 1 16,-1 4 0-16,-1-1-2 0,-1 2-4 0,-1 1-2 0,-1 1 2 0,-1 1-8 15,0 1 10-15,0 1-8 0,0 1 4 0,-1 1 0 0,1 2 2 16,-2 1 7-16,1 0-3 0,-1 2-6 0,0 0-8 0,0 2-6 0,1-1-4 16,1 1 5-16,1 2-12 0,1-1-4 0,1 1-1 0,1 0-7 15,0 0-1-15,0 1 5 0,1 1-6 0,1 1 3 0,0 1-1 0,1-1-4 16,2 0 0-16,0 1-4 0,1 0 4 0,1 1-3 0,-1-1-1 0,2 1 8 15,-2 1-4-15,2 0 5 0,0-2-7 0,0 2 2 0,1-1 2 16,1-1-2-16,-1-2 4 0,0 2-10 0,0 0 1 0,0 1-8 0,-1-2 7 16,1 1-5-16,1-2 7 0,0 0-4 0,-1-2-1 0,1-1 4 0,0-1 1 15,0 0 4-15,-2 0 4 0,-1 0-4 0,-1-1 9 0,-3-1-4 16,2 0 3-16,-2-2 3 0,0 0-11 0,-2-1 8 0,0 0 1 0,0 0 6 16,-2-1-4-16,-2 0 1 0,0-1-3 0,-2 0-1 0,-1-1 5 15,-2 1 4-15,-2-1-6 0,-3 0 5 0,-2-1-9 0,0 1 16 0,-1 0 8 16,0 0-2-16,1 0 13 0,2 1-9 0,-1 1 4 0,2 0 5 0,0-1-7 15,1 0-7-15,2-1-6 0,0-1-14 0,2 0 0 0,-1-1 2 16,2-1-10-16,0-1 2 0,1-1-6 0,2 1-12 0,2-2-6 0,1-1-30 16,2-1-32-16,1-2-50 0,2-1-66 0,2-2-83 0,2 1-108 0,2-2-189 15,1-1-472-15,5-1 111 0</inkml:trace>
  <inkml:trace contextRef="#ctx0" brushRef="#br0" timeOffset="-131660.47">12915 15940 2053 0,'-5'8'359'15,"-1"-1"-257"-15,0 1 8 0,2-4 8 0,2-2-26 0,1-2-30 0,1-1-32 16,2 0-14-16,1 0-6 0,-1-2-3 0,1-1-7 0,-1-1-6 0,0-1 5 15,0-1-8-15,0-2-1 0,0 1-15 0,-1-2-12 0,1 0 12 16,-1-2 0-16,0 0 8 0,0-1 6 0,0-1-7 0,-1 1 18 0,0-1 0 16,1-1 1-16,-1 0 6 0,0 0-7 0,0-1 1 0,0 2 4 0,1 0 4 15,0 1 9-15,0 4 2 0,-1-1 1 0,1 2 3 0,1 1 3 16,-1 2 2-16,1 2-1 0,-1 0 0 0,1 2-4 0,-1 1 7 0,1 1 0 16,0 2-2-16,0 2-6 0,1 2-4 0,1 3-1 0,-1 1-4 0,2 2 2 15,0 2-7-15,-1 3 3 0,1 3 1 0,-1-1-5 0,-1 1 17 16,0 0-3-16,-1 2 3 0,2 1 7 0,-1-1-1 0,0 1 15 0,0 0 1 15,-1-2 11-15,0 1-19 0,-2-1-4 0,0 0 7 0,-1 1-10 16,-1-1-9-16,-1 1-4 0,-1 1-12 0,-2-3-1 0,0 1-4 0,-1-1-12 16,0-3-12-16,0 2-45 0,-1-2-41 0,1-2-77 0,1 1-103 0,2-1-104 15,3 1-250-15,2-3-663 0</inkml:trace>
  <inkml:trace contextRef="#ctx0" brushRef="#br0" timeOffset="-130412.47">19008 17454 1043 0,'4'1'162'16,"-1"0"-59"-16,1 1-12 0,0-1-11 0,2 1-22 0,0-1-30 15,1 0-23-15,-1 1-14 0,0-1 0 0,-2-1-6 0,2 0-8 0,-1 0-4 16,0 0-8-16,-1 0-2 0,-1 0 7 0,1-1 8 0,-1 0 4 0,1 0 15 16,-1 0 8-16,0-2 20 0,0 2 18 0,1-1 9 0,0 0 12 15,0 0 10-15,0 0 20 0,-1 0 12 0,2 0 14 0,0 0-3 0,0-1-1 16,0 1 0-16,0-1-4 0,2 0 4 0,-1 2-1 0,0-2-10 16,0 2-10-16,1-2-9 0,-2 1-5 0,2 0-10 0,0 0-5 0,-1 0-10 15,1 0-19-15,-1 0 9 0,0 1-12 0,0-1-7 0,-1 2-9 0,0 0-2 16,-1 0 2-16,0 0-7 0,0 1 4 0,-1 1-17 0,1 0 8 15,-2 0 1-15,1 0-2 0,-1 1 6 0,0 0 0 0,-1 0 9 0,0 1-14 16,0-2 14-16,-2 2 1 0,1 0-7 0,-1 0 10 0,-1 0-12 0,0 0 3 16,0 0 11-16,-1 0-7 0,-1 0-1 0,1 0-8 0,-1-2-3 15,-1 2 12-15,1-1-11 0,-1-1-1 0,0 0 5 0,-1-1-8 0,0 0 9 16,0-1 4-16,0 1-13 0,-1-2 19 0,1-1-16 0,0 1 3 0,1-2-2 16,-1 1-4-16,1-2 17 0,0 0-14 0,0 0 11 0,1 0-18 15,1-1 0-15,-1 0 0 0,2-1-6 0,-1-1 2 0,1 0 4 0,-1 0-4 16,2-1-3-16,-1-1 3 0,1 0 6 0,0 0 5 0,1-2-1 15,0 2-14-15,1-2-5 0,0-2 7 0,0 0 6 0,1-1 14 0,1 0-16 16,0-1 2-16,0-1 7 0,1-1-8 0,1 2 18 0,-1-2-17 0,1 0 2 16,1-1-2-16,0 1-14 0,3-16 9 0,2 6 6 0,-2 5-2 15,-2 4 4-15,0 5 5 0,-1-1-6 0,0 2 6 0,-1 1-4 0,0 2 0 16,-2 3-2-16,1 2 3 0,0 2 3 0,-1 2 0 0,1 1-14 0,-2 2-2 16,1 3 8-16,0 5 0 0,0 3 14 0,0 5-8 0,-2-8 5 15,1 4-9-15,-1 2 2 0,1 6 14 0,0 2-10 0,0 6 15 0,1 1-19 16,-1 7 10-16,0 4 7 0,0 1-5 0,0 1 0 0,-1 4 0 15,0 0-6-15,1 2 6 0,-1-1 10 0,-1-25-6 0,1 3-20 0,-1-1 0 16,1 2-40-16,-1 1-77 0,1 0-48 0,-1 0-90 0,0 1-163 0,1-1-281 16,0 0-482-16,1-2 232 0</inkml:trace>
  <inkml:trace contextRef="#ctx0" brushRef="#br0" timeOffset="-127029.18">12073 4885 1144 0,'-3'-4'112'0,"3"0"-39"16,-1 0-42-16,3 2-14 0,0-1-4 0,1-1-3 0,0 1-3 0,0-1-9 16,0 1-4-16,0 1-4 0,-2 0-1 0,0 0 4 0,0-1-1 15,-1-1 2-15,-2 0 3 0,1-2 2 0,-2 0 3 0,2-1 4 0,-3 0 4 16,1-1 4-16,0 0 7 0,-1 0 4 0,1 1 7 0,0-1 6 0,0 2 5 16,2-1 5-16,-1 1 0 0,1 0 1 0,-1 1-9 0,1 2-2 15,1 1-13-15,0 1-12 0,2 1-8 0,-1 2-11 0,2 0-1 0,-1 2 0 16,1 2 2-16,1 1 0 0,1 2-1 0,0 1 1 0,2 0 3 15,-1 0-1-15,2 2 3 0,-1 0-3 0,2 0 5 0,0-1-1 0,0 0-2 16,0 1 3-16,-1-1-3 0,1 1 1 0,-2-1 0 0,1 1 4 0,-1-3 5 16,1 2-1-16,-1-1 5 0,0-1 1 0,1 1 2 0,-2-1 6 15,0-2 1-15,-1 1 2 0,2 1-5 0,-1-1-1 0,0 0 1 0,-1-1-5 16,0-1 2-16,-1 0-2 0,1-1-7 0,0 0-1 0,-2-1 0 16,1-1 2-16,-2 1-4 0,-1-2 4 0,0 1-2 0,-1-1-1 0,0 1 4 15,-1-2-9-15,-1 1 9 0,1-1-3 0,-1 0 5 0,-1-1-1 0,0 1 1 16,0-1-4-16,-1 0 4 0,0-1 1 0,0-1 0 0,0 1 6 15,0-2-7-15,1 1-1 0,1 0-5 0,-1-1-1 0,1 0-5 0,1 0-5 16,0-1-2-16,1 0-5 0,0 1-4 0,2-3-1 0,0 1-9 0,1-1-9 16,2 1-12-16,0-1-26 0,2 0-40 0,2 0-73 0,0 0-116 15,3 0-252-15,1-1-68 0</inkml:trace>
  <inkml:trace contextRef="#ctx0" brushRef="#br0" timeOffset="-126395.63">13290 6249 1792 0,'-7'-7'125'0,"2"2"-98"0,0-1-41 0,6 4-16 0,4 1 9 0,0 0 7 15,3 0 3-15,0 0-3 0,0 0-13 0,0 1-8 0,0 0 1 0,-1-1 10 16,0 0 8-16,-1 0 13 0,1-1 5 0,0-2 4 0,-1 0-1 15,1-1 7-15,-1-2 4 0,0 2-1 0,-2-3 8 0,2 0 1 0,-2 0-2 16,0-1 6-16,0 1-3 0,-1-1-2 0,1 1 0 0,-2-1-2 0,0 1 2 16,-1 0 1-16,1 1-3 0,-1 1 0 0,-1 1-4 0,1 0 0 15,-1 0 0-15,0 2-10 0,0 0-1 0,0 1-8 0,0 2 2 0,0 0 0 16,0 0 3-16,0 0 0 0,0 0 1 0,0 1 4 0,-1 1 5 0,1 0 2 16,0 2 0-16,0 2 2 0,0 0-6 0,1 3 2 0,0 1-1 15,-1 1-4-15,1 1 3 0,0 2-2 0,1 1-4 0,-1 2 3 0,1 0 2 16,0 3-5-16,0 1 2 0,0 1-2 0,1 1-2 0,0 1 0 0,-1 0-3 15,1 1 6-15,-1-1 1 0,0 2-1 0,0 1 3 0,1-1-9 16,-1 0-4-16,1 0 1 0,0 0-3 0,0-1-9 0,0 0-9 0,0 0-15 16,-1-2-32-16,1 0-28 0,-2-2-33 0,0-4-42 0,-2 0-36 15,0-3-55-15,-2-1-80 0,-1-4-309 0</inkml:trace>
  <inkml:trace contextRef="#ctx0" brushRef="#br0" timeOffset="-125862.58">11352 6563 928 0,'-4'-2'221'0,"1"1"-122"0,0 0-47 0,3 1-18 0,0 1 1 0,1-1 1 15,0 0-4-15,1 1-8 0,0 0-10 0,0 0-10 0,0 0-1 16,0 1 2-16,0 0-4 0,0 0 2 0,-1 1 3 0,1-1-4 0,0 0 2 16,1-1 2-16,0 0 0 0,0 0 7 0,-1-2 8 0,0 1 1 15,2-1 6-15,0-2 1 0,0 0 1 0,1-1 2 0,-1 0-5 0,0-2-1 16,0 0-9-16,0-2 0 0,0 0 0 0,1 0-1 0,-1 0-2 0,0-1-6 16,1 0-3-16,-2-2 2 0,-1 0 2 0,1 0 3 0,-1 1 0 15,-1-1 2-15,1 2 4 0,-1 0 3 0,0 0 0 0,-2 1 7 0,2 1-3 16,-2 1 3-16,1 0-1 0,1 1-6 0,-1 2 1 0,1 1-7 15,-1 1-7-15,0 1-4 0,0 1-1 0,0 1 4 0,0 0 5 0,1 3-1 16,0 0-1-16,1 3 2 0,-1 2-6 0,0 1 3 0,0 3 4 0,0 0-9 16,0 3 4-16,1 0 1 0,0-2-6 0,0 2 1 0,0 1 0 15,-1 0-1-15,0 0 0 0,0 2 2 0,-1-1-4 0,2 0-1 0,-1 1 3 16,-1-1-3-16,1 0 2 0,-2 0-4 0,1 0-1 0,-1-1-1 0,0-1-7 16,0 2-14-16,0 1-37 0,0-1-57 0,-1 2-72 0,0 0-103 15,0 0-167-15,-1 0-302 0</inkml:trace>
  <inkml:trace contextRef="#ctx0" brushRef="#br0" timeOffset="-124729.38">12069 4844 435 0,'-1'-2'76'16,"1"-1"-30"-16,0-1-18 0,1 3-12 0,0-1-11 0,0 1 0 15,1-1-4-15,-1 1-2 0,1-1 1 0,0 0 0 0,-1 1 0 0,0-1 0 16,0 1 1-16,0 0 2 0,-1 0 7 0,-1 0 5 0,1 1 7 16,-1-1 10-16,1 1 5 0,-1 0 4 0,0 0-1 0,0 1-6 15,-1 1-1-15,0 0 3 0,0 2 5 0,0 1 3 0,-2 0 1 0,1 2-2 0,-1 1-5 16,0 0-8-16,-1 2-5 0,0 2-4 0,1 1-3 0,0 2 0 15,0-1-4-15,0 4 0 0,1-1-5 0,1 1-3 0,2 1 2 0,0 1-1 16,1 1 2-16,1-3-4 0,1 1 6 0,1-1 1 0,2-2 12 0,-1 1 6 16,3 0 4-16,2-1 8 0,1-1-7 0,2 0 9 0,0-1-1 15,1-1-3-15,3-3 2 0,0-1-2 0,2-1-5 0,-1-1 0 0,1-2-6 16,0 0 1-16,-2-2-1 0,0 0-6 0,-1-1 6 0,0-2-3 16,-3 1 2-16,0-3 9 0,1-1-3 0,-1 0 3 0,0-1 0 0,1-1-2 15,-1 0-2-15,-1-1-5 0,0-1-3 0,-1-2-4 0,-1-1 1 0,-1 0 1 16,-1-2 1-16,-1 1-2 0,-2-1 0 0,1 0 2 0,-3-2-3 15,0 0-8-15,-3-2 1 0,0 1-4 0,-3-1 9 0,-1-1 8 0,-1-1-2 16,-3 1-2-16,0-2-9 0,-2 1-1 0,-3 1 0 0,0-1 1 0,-2 0 5 16,-3 1 5-16,-1 2 4 0,1 1-2 0,-1 1 0 0,0 2-5 15,2 2-5-15,-3 2-1 0,2 0-7 0,-1 2-3 0,-2 2-3 0,0 0-4 16,1 3-1-16,0 1-2 0,0 2-5 0,3 2-1 0,0 2-11 16,0 0-4-16,0 3-6 0,2 2-15 0,-1 3-13 0,2 2-33 0,2 1-33 15,1 3-28-15,1 1-38 0,1 1-52 0,1 4-59 0,0 0-122 0,1 1-301 16</inkml:trace>
  <inkml:trace contextRef="#ctx0" brushRef="#br0" timeOffset="-124095.35">11299 6810 1662 0,'-12'-7'63'15,"0"0"-14"-15,0 0-25 0,6 3-13 0,4 3-8 0,2 0-13 0,0 1-8 16,1 0-5-16,1 0-5 0,1 2 2 0,1 0 8 0,2 1 5 16,1 1 0-16,1-1 5 0,1 0 3 0,2 0 0 0,1 0 4 0,1-1 0 15,3-2-1-15,1 2 2 0,0-2 3 0,2 0-2 0,2 0 3 0,-1-1 2 16,1 1-2-16,1-1 4 0,0 0-2 0,2-2 2 0,-2-1 3 16,0-2 8-16,0 0 3 0,-2-2 4 0,-1 0 4 0,0-2-2 0,-1-1 5 15,-1 0 0-15,-1-2 1 0,0-3 0 0,-1 1-2 0,-4-1-4 0,0-2-4 16,-1 0-6-16,-2-1-2 0,-1 0-2 0,-2 2-2 0,-2 0-4 15,-3 1 2-15,-2 0-6 0,-1 1 2 0,-4 0 1 0,-1 0-2 0,-2 0-1 16,-3 0-2-16,-1 1-2 0,-3 3 1 0,-1-1 5 0,-1 2 1 16,-1-1 0-16,-1 2 3 0,-1 0-7 0,0 2 3 0,-2 2 3 0,2 1-9 15,-1 2 6-15,2 2-8 0,3 2 7 0,-1 2-1 0,2 2-2 0,0 4-7 16,-1 2-6-16,0 2-1 0,0 2 5 0,2 1 1 0,-1 4-6 16,2 2-5-16,0 1-3 0,3 1-8 0,1 1 0 0,0 2-5 0,2 1-9 15,2 0-10-15,1 0-27 0,4-1-48 0,2-1-49 0,3-1-58 0,3 1-73 16,4-3-274-16</inkml:trace>
  <inkml:trace contextRef="#ctx0" brushRef="#br0" timeOffset="-123628.35">13424 6460 1860 0,'-7'-5'285'15,"1"2"-234"-15,0 0-48 0,4 4-35 0,2 2 3 0,0 2-2 0,1 2 17 16,0 3 1-16,-1 1 2 0,0 2 4 0,-2 0 1 0,0 3 6 16,-2 0 7-16,-1 2 3 0,0 1 2 0,1 1-4 0,-2 3 5 0,0 0 1 15,1 1 4-15,1 0 6 0,3 0 0 0,0-1 1 0,3-2 1 0,3-1-2 16,3 0-3-16,2-2-6 0,2-1 0 0,3 0-5 0,3-3 7 16,2-3-4-16,2-2 1 0,0-3 12 0,-1-3 3 0,1-4 17 0,0-3 12 15,0-5 2-15,0-3 11 0,0-2 2 0,-1-6-6 0,1-2-2 0,-2-2-11 16,-1-3-17-16,0-2-5 0,-2-4-3 0,-1-2-8 0,-2-3 1 15,-1-1-3-15,-3 0-7 0,-3-2 2 0,-3 1 4 0,-3 0-6 0,-6-1-8 16,-3 3 11-16,-5-1-2 0,-5 0-1 0,-4 3 13 0,-6-1-9 0,-3 5 0 16,-5 2 1-16,1 6-13 0,-3 3-8 0,0 6-12 0,-2 6-5 15,-3 6-7-15,0 7-7 0,-2 7-11 0,-1 10-18 0,-1 8-28 16,-1 10-51-16,0 9-79 0,1 9-101 0,-1 9-160 0,-1 10-661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03T11:02:45.6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4521 5745 1845 0,'0'3'232'0,"1"1"-94"16,1 2 30-16,0 3 25 0,1 0-8 0,1 3-26 0,1 3-38 0,0 3-31 15,0 2 5-15,2 4-7 0,-1 2 1 0,2 1-7 0,0 5-15 0,1 2-5 16,2 3-10-16,-1 3-8 0,4 1-8 0,-1 2-9 0,2 4-6 16,-2 0-3-16,-3 1-15 0,1 1 17 0,-2 1-7 0,1 2 1 0,0-1 5 15,-2 0-19-15,-1 0 0 0,0-1 2 0,-1-1-2 0,0-1 4 16,0-5-4-16,0-2-4 0,-2-1 2 0,0-2 2 0,0-3-9 0,-1-1-3 15,-1-3 16-15,-1-2-2 0,0-2 13 0,0-2 3 0,0-3-14 0,-2-3-2 16,1-3 2-16,0-3-2 0,-1-3-2 0,1-4 0 0,0-3 4 0,0-4-8 16,-1-4 6-16,-1-3-2 0,-1-4-4 0,-1-5 8 0,0-3-4 15,-2-6 0-15,0-3-10 0,-1-3-6 0,-2-4 14 0,0-5-4 0,-1-2 16 16,-1-3 4-16,-1-2-8 0,0-4 0 0,-1-3 3 0,1-2-3 16,0 0-4-16,1 0 4 0,3 3-24 0,0 0 3 0,2 4 9 0,1 2 0 15,3 3 26-15,1 5 1 0,0 2-9 0,1 4 2 0,0 2-8 0,2 2 7 16,-1 2 5-16,2 1 2 0,1 1 10 0,1 3 4 0,1-1-20 15,2 3-14-15,0 5 0 0,0 0 0 0,1 3 0 0,-1 1 0 0,0 3 0 16,3 1 0-16,-1 1 0 0,1 1 0 0,0 2 0 0,0 3 0 16,1 1 0-16,1 4 0 0,1 2 0 0,2 2 0 0,-1 4 0 0,3 0 0 15,1 6 0-15,-1 1 0 0,3 3 0 0,1 5 0 0,-1 0 0 0,2 4 0 16,0 0 0-16,-2 1 0 0,2 1 0 0,-1 1 0 0,0 1 0 16,1 1 0-16,0-1 0 0,-1 0 0 0,-2-1 0 0,-1-3 0 0,-1-2 0 15,-1-2 0-15,0-1 0 0,-2-2 0 0,0-3 0 0,-2 0-58 16,-2-1-45-16,-2-3-27 0,-4 1-44 0,-2-2-48 0,-1-1-57 0,-2-2-74 15,-1 0-93-15,-1-1-197 0,-2-4-462 0</inkml:trace>
  <inkml:trace contextRef="#ctx0" brushRef="#br0" timeOffset="166.99">4869 6635 1856 0,'-26'-5'469'0,"-1"0"-356"16,-4 0 7-16,9-1 20 0,5 2 14 0,4 0 7 0,3 1-20 16,0-1-19-16,2 0-6 0,1 0-1 0,1 0 5 0,2-1-14 0,2 0-16 15,2 0-18-15,4-2-7 0,2-1-16 0,3-1 1 0,3-3-14 16,0 1-36-16,6-3 0 0,1 0 0 0,2-1 0 0,3-2 0 0,2 0 0 15,0 0 0-15,2 0 0 0,-2 0 0 0,2 0 0 0,-2 1 0 0,1 0 0 16,2 1 0-16,-3 1 0 0,2 1 0 0,-2 0 0 0,0 1-70 16,2 2-87-16,0 0-50 0,3 2-59 0,2 0-107 0,0 1-157 0,3 1-322 15,-2 0-262-15</inkml:trace>
  <inkml:trace contextRef="#ctx0" brushRef="#br0" timeOffset="499.74">6458 6221 2208 0,'-2'-4'261'0,"0"1"-153"0,0-3 22 16,-1-1 17-16,0 1 2 0,-1-2-26 0,1-1-35 0,0-1-17 15,-1 0-4-15,-3-2 2 0,-1 2-5 0,-2-1-14 0,1-1-9 0,-2 1-11 16,-3-1-9-16,0 2-2 0,-3 1-1 0,-1 1 3 0,1 2 2 15,-4 1 8-15,0 3-3 0,-1 2 3 0,-1 2 6 0,1 3 0 0,1 3 4 16,-2 2 2-16,0 3-12 0,0 4 1 0,1 2-8 0,0 2 4 0,1 3-4 16,2 3-24-16,2 2 0 0,3 2 0 0,2 0 0 0,2 1 0 15,3 0 0-15,2-1 0 0,4 1 0 0,2-3 0 0,3-1 0 0,4-2 0 16,1-4 0-16,4-2 0 0,1-1 0 0,4-4 0 0,3-1 0 16,2-3 0-16,6-3 0 0,1-1 0 0,1-3 0 0,2-2 0 0,1-3 0 15,0-1 0-15,2-1-14 0,-2-2-58 0,0-1-22 0,-2-1-19 0,0-2-40 16,-3-1-33-16,2 0-58 0,-2 0-84 0,0-1-91 0,-2 0-200 15,-2-1-572-15</inkml:trace>
  <inkml:trace contextRef="#ctx0" brushRef="#br0" timeOffset="1634.73">7309 6090 2145 0,'-8'-2'307'0,"-1"-1"-171"0,-1-1 8 16,-1 0 25-16,2 1-2 0,-1-2-32 0,-2 0-28 0,-1 0-18 15,1-1-1-15,-3 0-3 0,-1 0-10 0,0 0-14 0,-1 1-11 0,-1 0-16 16,-1 1-3-16,3 0-4 0,-1 2-7 0,-1 1-1 0,0 3-1 16,2 1 5-16,-1 2 3 0,0 3-5 0,1 1-1 0,-1 1 0 0,1 3-8 15,1 1 8-15,2 3-4 0,0 3-2 0,0 1-2 0,1 2-8 0,3 3-4 16,1-2 0-16,4 3 0 0,1-2 0 0,4 1 0 0,2-1 0 15,1-1 0-15,5-1 0 0,0-2 0 0,3-2 0 0,2-1 0 0,1-1 0 16,3-3 0-16,3-1 0 0,0-2 0 0,3-3 0 0,2-1 0 0,0-2 0 16,3-2 0-16,2-1 0 0,1-2 0 0,-1-2 0 0,1-1 0 15,-2-1 0-15,-1 0 0 0,-2-2 0 0,-1-2 0 0,-2-2 0 0,0-1 0 16,-1-1 0-16,-1-2 0 0,-3 0 0 0,0-2 0 0,-4 1 0 16,0-3 0-16,-1 1 0 0,-1-2 0 0,-2 1 0 0,-2 0 0 0,-1 0 0 15,-1 4 0-15,-1-1 0 0,-1 2 0 0,-2 1 0 0,-1 1 0 0,0 2 0 16,-2 0 0-16,0 2 0 0,-1 2 0 0,-1 2 0 0,0 2 0 15,-1 2 0-15,0 1 0 0,-1 2 0 0,0 1 0 0,-1 2 0 16,1 0 0-16,0 0 0 0,1 2 0 0,0 0 0 0,2 1 0 0,-1 0 0 0,2 1 0 16,0-1 0-16,0 2 0 0,2 0 0 0,1 0 0 0,-1 0 0 15,2-2 0-15,2 2 0 0,-1-2 0 0,1 1 0 0,1 0 0 0,0-1 0 16,2-2 0-16,0 1 0 0,1-1 0 0,1 0 0 0,0-2 0 16,1-1 0-16,0-1 0 0,0-1 0 0,0-1 0 0,1-2-6 0,0 1-64 15,0-1 3-15,-2-1-21 0,2 0-20 0,0-2-2 0,1-1-23 0,1-3 1 16,-1-1-3-16,0-2-10 0,-1 0-3 0,-1-1 3 0,0-1 4 15,-1 0 20-15,0-2 27 0,0 0 17 0,-2 1 21 0,0-4 22 0,-1 0 14 16,-2 0 7-16,1 0 22 0,-1 0 10 0,-1 0 17 0,0 2 17 0,0 0 5 16,-2 2 17-16,0 1 3 0,-2 1 11 0,0 4 17 0,-1 0-3 15,0 2 10-15,-2 1 3 0,1 1-9 0,-1 2 2 0,0 1-9 0,-1 1-5 16,0 2-13-16,1 1-8 0,-1 1-4 0,1 1-4 0,0 1 1 16,0 1-10-16,0 0 0 0,1 2-9 0,0 0-10 0,1 0-20 0,1 0-18 15,0 0 0-15,2 1 0 0,0 0 0 0,2 1 0 0,1 0 0 0,0 0 0 16,2 2 0-16,-1 0 0 0,1 0 0 0,-1-1 0 0,2-1 0 15,-1 0 0-15,1 1 0 0,0-1 0 0,1-1 0 0,0-1 0 0,0 0 0 16,0 0 0-16,0-2 0 0,1-1 0 0,-1 0 0 0,0-1 0 0,-2-1 0 16,1 1 0-16,0-3 0 0,0 0 0 0,1-3 0 0,0-1 0 15,-1-1 0-15,0-1-2 0,-1-2-2 0,0 1 4 0,0-3-2 0,-1-1 0 16,0-1 0-16,-1-2 4 0,-1 0-16 0,2-1 2 0,-2-1 8 16,1 0-10-16,-1 0 30 0,0-1 0 0,0 1-8 0,-1-1 6 0,-1-2-14 15,0 2 0-15,-1 0 0 0,0 1 0 0,0 0 0 0,0 0 0 0,0 2 0 16,-1 1 0-16,1 2 0 0,-1 1 0 0,0 1 0 0,0 2 0 15,-1 0 0-15,1 3 0 0,-1 0 0 0,0 0 0 0,0 1 0 0,-1 1 0 16,1-1 0-16,0 2 0 0,0 1 0 0,-1 0 0 0,1 1 0 0,0 1 0 16,0 0 0-16,1 0 0 0,0 0 0 0,0 1 0 15,0 2 0-15,1 0 0 0,0 1 0 0,1 0 0 0,0 1 0 0,0 0 0 0,1 1 0 16,0 1 0-16,0 1 0 0,0 0 0 0,1-1 0 0,0 1 0 16,0 0 0-16,0 0 0 0,1-1 0 0,-1-1 0 0,1 1 0 0,0-1 0 15,-1 1 0-15,1-1 0 0,-1-1 0 0,0-1 0 0,-1 1 0 0,-1-1-8 16,0 1-24-16,-1-3-4 0,0-1-4 0,0-1 3 0,-1-2-10 15,0 1 16-15,0-2 4 0,-1-1-6 0,0 1 6 0,0-2-2 0,0 1 4 16,-1-1 10-16,0-1 0 0,0 0 2 0,0 0 3 0,1 0-3 0,-1-1 9 16,1-1 2-16,1 0-5 0,0 0 9 0,0 0-6 0,0-1 0 15,1 1 6-15,0-1-8 0,0 0 2 0,1 1 3 0,-1 0 1 0,1-1 3 16,0 1 3-16,-1 0 0 0,0 1-6 0,0 0 2 0,1 0 3 16,0 0 1-16,0 0 7 0,-1 0-2 0,0 1 1 0,0-1 3 0,0 2 0 15,-1-2 3-15,0 1 3 0,0-1-6 0,-1 1 2 0,1-1 1 0,-1 1-7 16,0-1 10-16,-1 1 1 0,1-1-1 0,-1 0-1 0,0 1-9 15,-1-1 5-15,0 0-2 0,-1 0 0 0,-1-2 1 0,0 1-1 0,0-1 2 16,0-1-4-16,1 0 8 0,-1-2 0 0,2 1-16 0,-2 0 10 0,0-3-10 16,1 0 0-16,0-2 6 0,0-1-10 0,0 0 0 0,0 0 0 15,0-3 0-15,1 0 0 0,0-1 0 0,1 1 0 0,1-1 0 0,0 0 0 16,1 0 0-16,1 2 0 0,1-1 0 0,2 2 0 0,0 2 0 0,2 1 0 16,0 1 0-16,-1 1 0 0,2-1 0 0,0 2 0 0,0-1 0 15,1 2 0-15,-1 0 0 0,-1 2 0 0,1 0 0 0,-1 2 0 0,0 1 0 16,1 0 0-16,0 1 0 0,0 0 0 0,-1 1-78 0,0 0-50 15,0 1-38-15,-1-1-42 0,2 1-58 0,1 1-58 0,0 0-68 0,1 0-92 16,0 0-147-16,0-1-340 0</inkml:trace>
  <inkml:trace contextRef="#ctx0" brushRef="#br0" timeOffset="2599.73">8806 6187 1747 0,'1'-1'328'0,"0"1"-127"0,1-1-10 15,0-1 7-15,0-2-14 0,1 0-39 0,0 0-31 0,-1-2-19 0,0 0-4 16,0 0-15-16,-2 0-9 0,1-1-15 0,-2 2-23 0,-1-2 5 0,0 0-6 16,0 1-6-16,-3-1-1 0,1 1-12 0,-2 1 1 0,-2 0-1 15,0 2-9-15,-1 1 2 0,0 1-6 0,-1 2 1 0,0 2 4 0,0 1 1 16,0 2 0-16,0 2-4 0,-1 0 2 0,1 3 0 0,0 0 4 0,0 2 2 16,1 2-2-16,0 0-1 0,2 1-3 0,3 0 0 0,1 0 2 15,3 1-2-15,1-2 4 0,3 1-4 0,1 0-2 0,1-2-5 0,2-2-1 16,1-1 2-16,1-1-7 0,3-1 9 0,1-1 4 0,2-1 14 15,1-2-9-15,1-2 3 0,2-1-6 0,1-1-10 0,0-2 4 0,1-1 2 16,-2-1-13-16,1-1 2 0,0-1-6 0,-2 0-1 0,-2-2 10 0,1 0-10 16,0 0 5-16,-1 0-4 0,0-1-16 0,-1 1-7 0,0-1-24 15,-3 0-6-15,1-1 1 0,-1 0 11 0,-2-1 21 0,1 0 16 0,-2 0 11 16,1-1 10-16,0 0 4 0,0 1 0 0,0-1-2 0,-1 3 2 0,1 0-4 16,-1 0 2-16,-1 2 2 0,1 2-2 0,-1 1 5 0,-1 1-3 15,-2 2 1-15,1 1 2 0,-2 2 2 0,0 0-3 0,0 1 1 0,-2 0-1 16,1 1-3-16,0 0 5 0,-1-1-3 0,2 0-5 0,-1 0 6 0,1-1-4 15,0-1-4-15,0 0 6 0,2-2-2 0,0 1-5 0,0-1 7 16,1 0-1-16,0-1-1 0,1-1 7 0,0 0-1 0,-2 0 2 0,2-1 6 16,0 0-1-16,-1 1 3 0,1-1 0 0,-1-1 0 0,0 1 7 15,-2-1 5-15,1-1 3 0,-1 0 3 0,0-1 4 0,-1 0-8 0,-1 0 3 16,-1-1-6-16,-1-1-3 0,0 2-2 0,-1-2-3 0,-1-1 0 0,0 1-8 16,-2 0 2-16,-1-1-5 0,-1 1-3 0,0 0 3 0,-2 1-5 15,0-1 5-15,-1 1-1 0,0 1-8 0,0 0-3 0,-1 1 0 0,-1 0 2 16,0 1 4-16,-1 1 2 0,1 1 0 0,-1 1-6 0,-2 2 2 15,0 2 0-15,0 0 0 0,1 2 5 0,1 1-1 0,3 1 9 0,1 0 2 16,2 2-1-16,1 1 7 0,2-1-8 0,1 3-4 0,1 1-1 0,3 1-4 16,0 0 2-16,2 0-4 0,1 1 1 0,1 1 1 0,2-1 2 15,2-2-4-15,0 0-2 0,2 0 2 0,-1-2-6 0,2-1 6 0,1-2-6 16,1 0 2-16,0-2-2 0,0-1-5 0,0-2-1 0,1-1-5 0,0-1-4 16,0-1-10-16,-1-1-1 0,-2-1 2 0,0-1 6 0,-1-1 10 15,0-2 5-15,-1-2 3 0,2-1-3 0,0-1 3 0,-1-1 2 0,0-2-4 16,-1 1 1-16,0-1-4 0,-1-2 5 0,-1 0 4 0,-2-1 2 0,-1 1 5 15,0-1 1-15,0-1-3 0,0 0 8 0,0 2-2 0,-1-1 3 16,-1 1 1-16,0 1-4 0,-2 3 0 0,0 0 0 0,-1 2 4 0,0 3 4 16,-1 1 0-16,-1 3 2 0,-1 1-4 0,0 2 1 0,0 1-1 0,0 1-2 15,0 1-3-15,0 1-7 0,1 1-1 0,-1 0-2 0,2 1-2 16,0-2 0-16,1 0 2 0,1 1-2 0,0-2 0 0,1 1 0 0,1-1-4 16,1-1-2-16,1-1-1 0,-1 0-1 0,2 0-2 0,1-2 5 15,0 0-5-15,0-1 3 0,0 0-1 0,-1-1-11 0,1 0 2 0,0 0 3 16,-1-2 1-16,0-1 4 0,1-1 12 0,0-1-6 0,-1 0-3 0,0-2 12 15,-1 0-16-15,-1 0 10 0,0 1-2 0,0 0 2 0,0-1 8 16,-1 2-8-16,-2 1 4 0,1 0-2 0,0 0 1 0,-1 1 3 0,-1 1 2 16,0 1-5-16,-2 2 3 0,1 1 5 0,-1 1-5 0,1 1 0 0,0 1 2 15,1 2-10-15,1 1 5 0,0 2-1 0,-1-1-2 0,1 2 4 16,0 2-6-16,1 0-2 0,-1 3 3 0,-1-1-9 0,2 3 2 0,0-1 6 16,1 0-9-16,1 0 5 0,-1-1-1 0,1 2-6 0,-1 0 3 15,1-1-3-15,-1 0-2 0,-1 2-6 0,-1-1-5 0,-1 0-4 0,0 1-3 16,-1-1 1-16,-1-1-12 0,-1 0-7 0,-2 0-14 0,-1 1-5 0,-1-2-1 15,-1-2 6-15,-2 0 16 0,-1 0 22 0,-1 1 18 0,0-2 13 16,-1 0 6-16,0-2-3 0,2 0 5 0,-2-2 12 0,1-1 16 0,0-2 13 16,1-2 16-16,1-1 5 0,1-1 4 0,1-2-9 0,1-1-10 0,2-2-14 15,-1-2-13-15,1-2-8 0,1-2-5 0,2-1-11 0,0-2-12 16,2 0 6-16,0 0 4 0,3 1-1 0,2-2 3 0,1 0-18 0,1 0-20 16,1 2-22-16,1-2-43 0,-1 1-35 0,2 1-49 0,1 0-58 15,-1 1-90-15,0-2-180 0,0 1-218 0,-1-1-253 0</inkml:trace>
  <inkml:trace contextRef="#ctx0" brushRef="#br0" timeOffset="2766.73">10367 6171 2492 0,'3'8'359'0,"1"-1"-142"0,3 3-11 0,1-4-12 0,2 0-26 16,1 0-44-16,3-2-32 0,2-1-4 0,3 0-11 0,2-2-5 0,4-1-66 15,3 0-6-15,2-1 0 0,1-2 0 0,2 0 0 0,-1-1 0 16,0 0 0-16,-1-1 0 0,0-1 0 0,-2 1 0 0,0-2 0 0,-2 1 0 15,0-1-74-15,0 1-42 0,2 0-54 0,-2 0-58 0,1 1-78 16,-1 0-102-16,-2-1-199 0,0 2-270 0,-1-1-80 0</inkml:trace>
  <inkml:trace contextRef="#ctx0" brushRef="#br0" timeOffset="3116.73">11730 5582 1282 0,'-10'-1'793'0,"-1"1"-677"15,-5-1 3-15,1 2 0 0,0-1-7 0,-3 2-20 0,0 2-35 16,-4 0-18-16,-2 2-13 0,-1 1-3 0,-2 1-2 0,1 0 1 0,3 1-4 16,0 1-3-16,3 0 10 0,3 1 2 0,3 0 0 0,5-1 5 15,3 0-4-15,3-1-9 0,3 0 5 0,2 2-12 0,1 0 5 0,3 0 4 16,3 1-9-16,2 0 7 0,2 0-8 0,3 1-4 0,2-1 3 0,3 1-3 15,1 0-2-15,4-2 2 0,2 1-5 0,0 0 0 0,0 0 1 0,0 0-3 16,-2-1 4-16,-2 2-1 0,0 0-4 0,-3 0 6 0,1 0 2 16,-1 0 5-16,-3 1 13 0,-1 0 11 0,-2 1 12 0,-1-2 8 0,-3 1-7 15,-2 0-7-15,-2 0-10 0,-1-1-12 0,-3 0-1 0,-1 1-8 16,-2-1-4-16,-1 0-1 0,-3-2-10 0,0 1-5 0,-2-1-10 0,-2 0-16 16,0-1-16-16,-2-2-20 0,-2-2-18 0,-1-1-5 0,0 0-11 0,0-2-8 15,-1-1 0-15,0 0-14 0,1-2-11 0,0 0-17 0,2-1-40 16,1-1-57-16,-1-1-113 0,2 0-139 0,-1-2-287 0</inkml:trace>
  <inkml:trace contextRef="#ctx0" brushRef="#br0" timeOffset="3616.73">12401 5802 1837 0,'0'-3'249'0,"0"-2"-102"0,0-1-11 0,-1 1 6 0,0 0-17 15,0 1-31-15,-1 0-21 0,-2 1-15 0,0 0 1 0,-1 0 0 0,-1 0-1 16,0 2-9-16,-2-1-6 0,1 2-6 0,0-1-7 0,-2 2 2 16,0-1 5-16,0 2-1 0,-2 0 9 0,1 1-9 0,-2 2-3 0,1-2-3 15,-2 3-8-15,-1-1 5 0,0 2-6 0,1 0 1 0,-2 2 0 0,0 1-5 16,1 0 2-16,3 0-2 0,2 2 0 0,1 0-6 0,3 0 0 16,2 0-3-16,2-2-4 0,1 1-3 0,2 0 1 0,2 0-5 0,2-1 1 15,2 0 0-15,2-2-4 0,3 0 4 0,3 0-2 0,1-1-3 16,0-1-4-16,2-1-4 0,1 0-6 0,-2-2-2 0,3 0-5 0,-1-1 1 15,-1-1 3-15,0-1 3 0,0 0 12 0,-2-2 9 0,0-1-4 0,-1 0 12 16,-1-1-5-16,0-1 1 0,-3 0 5 0,1-1-5 0,-2 0 2 16,-1-1 3-16,0 1-2 0,-2 0-1 0,1 0 1 0,-1 0-1 0,-1 1-1 15,0 0-1-15,-1 0 0 0,0 1-1 0,0 0-1 0,1 0 0 16,-1 1 0-16,0 0 2 0,0 1 1 0,0 1-1 0,1 0-4 0,-1 0 2 16,0 2-8-16,1-1 8 0,-1 1-4 0,1 1 1 0,-1-1-1 0,1 0-2 15,1 0 4-15,-1 0-6 0,0-1 6 0,1 0 4 0,-2-1-8 16,1 0 4-16,-2 0 0 0,0-1-2 0,1-1 4 0,0 1 2 0,-2-1-2 15,1 0-2-15,-1 1 4 0,-1-2-1 0,0 0 5 0,-1 0 5 0,0 0 0 16,-2-1 2-16,0 0 2 0,-1 0-2 0,-1-1 6 0,-1 0 1 16,0 0-3-16,-2 0 6 0,0 1-2 0,-1-1-6 0,-1 0-1 0,-1 0-5 15,-1 0-7-15,-2 0-2 0,-2 0-6 0,-2 0-3 0,-1 0 5 0,-1-1-6 16,-2 1-2-16,0-2 3 0,1 1-11 0,0 1 5 0,4 1-6 16,1 3-10-16,6 1-5 0,1 4-13 0,2 1-16 0,1 2-18 0,1 1-32 15,1 2-30-15,1 0-32 0,1 1-44 0,2 0-51 0,1 0-94 0,1 1-184 16,2 0-518-16</inkml:trace>
  <inkml:trace contextRef="#ctx0" brushRef="#br0" timeOffset="3883.73">12914 5944 1748 0,'-1'7'232'0,"0"0"-105"0,1 3-19 0,-2 0 2 0,2-2-9 0,-2 1-25 15,0-1-23-15,1-1-16 0,-1-1-2 0,1-2 2 0,-1 1-11 0,0-2 0 16,1-1-10-16,0 0-3 0,-1-2 2 0,0 0-2 0,1-1 2 16,0-1 0-16,-1 0-1 0,0-1 8 0,1-1-2 0,-1-2 5 0,-1-2 7 15,1-2 2-15,0-1 16 0,0-1-2 0,1 1 2 0,0 0-5 0,-1-2-3 16,2 0-3-16,0-1 1 0,0 0-3 0,1 1-4 0,1-1 5 16,0-2-7-16,1-1 3 0,0 1-4 0,1-2-5 0,0 0-1 0,1 2-14 15,0 0 1-15,1 3-22 0,1 1-8 0,1 3 3 0,0 1-10 0,-1 1 6 16,1 2-13-16,-2 1-26 0,1 1-23 0,-2 2-44 0,1 0-47 15,-1 1-64-15,0 0-85 0,0 2-129 0,1 0-206 0,0 2-261 0</inkml:trace>
  <inkml:trace contextRef="#ctx0" brushRef="#br0" timeOffset="4200.34">13230 5919 1976 0,'7'2'319'16,"1"0"-145"-16,3 0-16 0,-2-1 6 0,1-2-13 0,1-1-40 15,0-1-26-15,1-2-15 0,0 0-7 0,-1-2-2 0,1 0-11 0,0 0-9 16,0-2-7-16,0-1-10 0,0-1-3 0,-1-1-3 0,1-1-1 16,-1 2-2-16,-1-2-4 0,0 0 6 0,0 1 0 0,0-2-10 0,0 2 12 15,-1-2-21-15,-1 0-5 0,-2 0 7 0,0 2 11 0,-3-1 11 16,0 0 3-16,-1 1 2 0,-2 0-12 0,-1 2 6 0,-2-1-2 0,0 3-4 16,-3 0-5-16,-2 2 3 0,-2 2-5 0,-1 2-2 0,-2 3-4 0,-1 2-4 15,-2 2 6-15,-2 2-2 0,-1 2 1 0,1 3-1 0,0 1 0 16,0 3-8-16,2 1 5 0,2 2 10 0,2 1 7 0,3 2 17 0,2 0 0 15,1 3-14-15,3 0 5 0,2 0-4 0,1 1-9 0,3-1 5 0,2 0-6 16,2 1-4-16,3-2 10 0,1 0-12 0,2-2-2 0,0-1 0 16,2-3-2-16,2-2-2 0,1-4-2 0,1-1-6 0,2-1-10 0,2-3-8 15,-1-2-15-15,2-2-11 0,0-2-12 0,2-3-13 0,-1-1-19 0,0-1-26 16,3-3-31-16,-1-1-45 0,3-2-35 0,-1-1-55 0,0 0-58 16,0-3-113-16,1 1-195 0,-1-2-178 0</inkml:trace>
  <inkml:trace contextRef="#ctx0" brushRef="#br0" timeOffset="4417.13">14395 5794 2031 0,'0'8'362'0,"0"1"-155"0,1 4-8 0,0-2 17 0,1 0-17 16,2 1-20-16,0-2-28 0,1 0-23 0,1-1-15 0,1-2-22 16,2 2-13-16,2 0-13 0,1-1-11 0,2-1-32 0,1-2-22 0,1-1 0 15,1-1 0-15,2-1 0 0,0-1 0 0,2-2 0 0,1 0 0 16,-1-1 0-16,2-2 0 0,0 0 0 0,2-1 0 0,1 0 0 0,-1-2 0 15,1 0 0-15,-1 0 0 0,-1 0 0 0,-1 0 0 0,-2 0 0 0,2-1 0 16,-1 1 0-16,-2-1-12 0,1 0-80 0,-2-1-33 0,-2 2-31 16,0-1-47-16,-2 0-53 0,-2 1-47 0,-3 1-76 0,0 0-147 0,-2 0-238 15,-2 2-157-15</inkml:trace>
  <inkml:trace contextRef="#ctx0" brushRef="#br0" timeOffset="4569.13">14653 6283 2122 0,'16'8'460'0,"3"0"-318"16,7 1 0-16,0-2 19 0,-1-3 5 0,2 0-43 0,0-1-40 0,0-1-26 15,1-2-19-15,0-1 22 0,0-1-17 0,2-2-26 0,-3-1-31 0,0-3-58 16,0-1-63-16,0-2-85 0,-1 1-121 0,0-3-193 0,-1 1-509 16,-1-3 105-16</inkml:trace>
  <inkml:trace contextRef="#ctx0" brushRef="#br0" timeOffset="7667.08">15923 4726 2154 0,'-1'-1'218'0,"1"1"-41"0,1 0-19 0,0 0-1 0,1 0 9 16,0-1-9-16,1 1-25 0,0 1-21 0,2 1-12 0,0 0-11 15,0 1-3-15,1 2-10 0,1 1-11 0,1 2-8 0,1 2-3 0,2 1 0 16,-1 2-3-16,0 0-8 0,0 2-42 0,1 2 0 0,0 2 0 0,0-1 0 16,1 3 0-16,-2 2 0 0,2 0 0 0,-1 3 0 0,0-1 0 15,-2 2 0-15,1-1 0 0,-2 1 0 0,1-1 0 0,-1-1 0 0,0 0 0 16,-1-2 0-16,-1 2 0 0,0-3 0 0,-1-2 0 0,-1-1 0 15,-2-3 0-15,-1-1 0 0,1-3 0 0,0-1 0 0,-1-1 0 0,0-3 0 16,-1-2 0-16,0-2 0 0,0-2-76 0,0-2-28 0,-1-4-38 0,-1-1-51 16,-1-5-48-16,1-4-54 0,-3-1-59 0,0-5-105 0,-1-1-255 15,0-3-315-15</inkml:trace>
  <inkml:trace contextRef="#ctx0" brushRef="#br0" timeOffset="7884.08">15540 4737 1630 0,'-3'1'686'0,"0"0"-467"0,-1 1-12 0,4-1-14 16,2-1 1-16,2 0-6 0,3 0-13 0,2-1-31 0,3 0-20 0,2 0-24 15,2-2-16-15,3 0-13 0,2 1-13 0,0-2-36 0,3-1-22 16,1 1 0-16,0-1 0 0,1 0 0 0,0-1 0 0,0 0 0 0,-1 0 0 16,0 0 0-16,0 0 0 0,-3 0 0 0,0 2 0 0,0-1 0 15,0 0 0-15,-1 1 0 0,-1 0 0 0,-1 1 0 0,-1 1 0 0,-1 0 0 16,-2 0 0-16,2 1 0 0,-2 1-64 0,0 0-54 0,0 1-39 0,0 1-49 15,-1 0-73-15,0 2-101 0,-3-1-156 0,2 1-342 0,-1 1-150 16</inkml:trace>
  <inkml:trace contextRef="#ctx0" brushRef="#br0" timeOffset="8134.08">16529 4781 2334 0,'-2'8'378'0,"-1"1"-175"0,-1 5-3 16,1-2-21-16,1 0-8 0,0 1-13 0,2-2-39 0,0 3-24 0,2 0-16 16,0 1-16-16,0 0-7 0,1 3-6 0,2 1-40 0,0 1-10 0,0 1 0 15,2 1 0-15,1 0 0 0,0 1 0 0,3 1 0 0,1-1 0 16,2 2 0-16,1 0 0 0,-1 1 0 0,1 0 0 0,0-1 0 0,0 0 0 16,-1-2 0-16,0 2 0 0,0-3 0 0,0 0 0 0,-1-2 0 15,-1-2-18-15,1-2-42 0,-1-3-11 0,-1-2-7 0,0-1-15 0,-3-3-14 16,-1 0-26-16,-2-4-41 0,-1 0-54 0,-2-3-51 0,-2-1-39 0,-1-3-108 15,-1-2-146-15,-1-3-77 0,-1-4-37 0</inkml:trace>
  <inkml:trace contextRef="#ctx0" brushRef="#br0" timeOffset="8350.08">16520 4972 1237 0,'-7'-11'499'0,"-1"0"-331"0,-1-4-5 16,3 2-5-16,2 2 4 0,0-1 14 0,2 2-9 0,2 0-11 15,0 0-20-15,3 0-6 0,2 2-13 0,2-2-9 0,1 0-2 0,3-1-9 16,3 0-9-16,1 0-2 0,2 1-13 0,4-1-9 0,1-2-1 0,0 1-12 15,0 0-9-15,0 1-4 0,-1 1-28 0,0 2-10 0,0 1 0 16,-2 2 0-16,1 2 0 0,-1 1 0 0,-1 2 0 0,-1 1 0 0,0 2 0 16,-1 2 0-16,-2 1 0 0,0 2 0 0,-2 1 0 0,-1 0 0 0,-2 3 0 15,-2-1 0-15,-2 1 0 0,0-1 0 0,-2 1-18 0,-1-1-34 16,-3 0-5-16,-1 1-8 0,-2 0-11 0,-3 0 1 0,0 0-9 0,-3 0 0 16,-3 0 4-16,0 0-1 0,-2-1 2 0,1-1-9 0,0 0-19 0,0-1-27 15,0-2-32-15,3-1-32 0,0-2-44 0,1-2-68 0,3-1-135 16,3-1-443-16</inkml:trace>
  <inkml:trace contextRef="#ctx0" brushRef="#br0" timeOffset="8567.08">17250 4858 2489 0,'3'2'266'0,"1"1"-98"0,1 1 2 0,0 0 2 0,1-1 13 0,2-1-27 16,0 0-41-16,1-1-34 0,1-1-27 0,2 0-15 0,-1 0-12 0,1-1-7 15,0 0-9-15,0 1 1 0,1-1-8 0,-1 0 0 0,1 0-4 16,0 0-2-16,0 0 2 0,1 0-4 0,-1-1-2 0,0 1 2 0,-1-1-8 16,0 0-5-16,0 1-11 0,-1 0-15 0,-1-1-10 0,-1 0-12 0,0 0-23 15,-1 0-44-15,-1-1-44 0,0-1-58 0,0-1-62 0,-1 0-75 16,1-1-214-16,-1-1-629 0</inkml:trace>
  <inkml:trace contextRef="#ctx0" brushRef="#br0" timeOffset="8753.08">17475 4550 2557 0,'-3'0'213'0,"-1"0"-38"0,-1 2 13 0,2 1-13 15,1 1-5-15,1 2-18 0,0 0-30 0,1 2-24 0,0 2-12 16,1-1-5-16,0 2-15 0,1-1-54 0,1 3-12 0,-1 1 0 0,2 1 0 16,-1 0 0-16,0 2 0 0,2 2 0 0,0 0 0 0,0 0 0 0,1 1 0 15,0-1 0-15,0-1 0 0,0 1 0 0,1-1 0 0,0-2 0 16,-1 0 0-16,1-1 0 0,0-2-18 0,0-2-125 0,1-3-58 0,-1 0-98 15,1-2-125-15,0-1-205 0,0-3-352 0,1-1-31 0</inkml:trace>
  <inkml:trace contextRef="#ctx0" brushRef="#br0" timeOffset="8968.07">17922 4516 2557 0,'-2'3'209'0,"0"1"-42"0,-1 2 15 0,1 1 4 15,0 1 13-15,1 0-29 0,1 3-38 0,0 0-39 0,1 0-32 16,0 2-6-16,0-1-9 0,1 3-8 0,1 2-38 0,-1 1 0 0,1 1 0 16,0 3 0-16,0 2 0 0,0 0 0 0,0 3 0 0,0-1 0 0,0-1 0 15,0 1 0-15,0-2 0 0,0 1 0 0,1-2 0 0,-1-1 0 16,0-3 0-16,2-3 0 0,0-1-6 0,1-3-68 0,0-2-13 0,1-2-16 16,0-3-25-16,0-2-28 0,1-2-35 0,0-2-28 0,-2-4-46 0,1-2-62 15,0-2-129-15,-1-3-175 0,-1-1-358 0</inkml:trace>
  <inkml:trace contextRef="#ctx0" brushRef="#br0" timeOffset="9167.07">17721 4519 2259 0,'-10'-1'196'0,"0"1"-8"0,-2 0 6 0,4 0 5 0,3 0 0 0,2 0-21 16,2 0-34-16,2 0-31 0,0-1-20 0,2 1-12 0,1-1-14 0,2-1-1 15,2 1-6-15,3-2-8 0,1 1-46 0,4-1-6 0,0 0 0 16,1-1 0-16,1 0 0 0,1-1 0 0,2 1 0 0,-1-2 0 0,1 1 0 15,1 0 0-15,-3-1 0 0,1-1 0 0,-1 1 0 0,-2-1 0 0,0 2 0 16,-1 0 0-16,-1 2 0 0,-2 0 0 0,-1 1 0 0,1 1-78 16,-2 0-52-16,0 1-62 0,0 0-88 0,-2 1-105 0,0 1-151 0,0-1-317 15,0 1-259-15</inkml:trace>
  <inkml:trace contextRef="#ctx0" brushRef="#br0" timeOffset="9400.07">18334 4440 2328 0,'-1'3'302'16,"3"1"-111"-16,1 2-7 0,1 0-7 0,0 0 4 0,0 1-18 0,0 0-25 15,2 1-40-15,-1 0-25 0,1 3-21 0,0 0-5 0,0 1-4 0,-2 2-7 16,2 1-4-16,0 2-10 0,1 1-2 0,-1 0-12 0,0 2-8 16,0 2 0-16,1 0 0 0,-1 3 0 0,0 1 0 0,-1-2 0 0,0 0 0 15,0-3 0-15,-1-2 0 0,0-1-2 0,-1-2-22 0,1-4-16 16,-1 0-12-16,0-2-20 0,-1-2-10 0,0 0-58 0,-1-2-12 0,-1-2-4 15,-1-1-21-15,-2-2 4 0,1-2-54 0,-1-2-74 0,-1-3-66 0,1-2-71 16,0-2 18-16,-1-1 31 0,0-2-251 0</inkml:trace>
  <inkml:trace contextRef="#ctx0" brushRef="#br0" timeOffset="9717.08">18437 4588 1143 0,'-1'-14'422'0,"0"-2"-231"0,1-3-4 16,0 1-13-16,0 3 10 0,0 0-10 0,0 2-25 0,1 0-23 0,0-1-22 15,0 2-8-15,1 0 5 0,-1 3-5 0,1-1 1 0,1 1-6 16,-1 1-13-16,0 1-6 0,0 1-7 0,0 2-7 0,1 2-2 0,1 2 1 15,-1 2-7-15,1 1-6 0,1 4-1 0,0 1-8 0,1 3 0 0,1 1-5 16,0 1-7-16,0 2 13 0,0 3-14 0,1 0 8 0,0 1-6 16,0 2-22-16,-1-1-2 0,1 0 0 0,0 0 0 0,1-2 0 15,-2-1 0-15,3-1 0 0,-1 1 0 0,1-2 0 0,-2-2 0 0,0 0 0 0,-1-3 0 16,-2 0-10-16,1-4 4 0,-1-2 2 0,0-2 0 0,1-3-2 16,1-2 8-16,0-2-6 0,0-2 10 0,1-2 2 0,0-1-6 0,-1-3 8 15,2 0-4-15,-1-2-6 0,1-1 0 0,0-1 0 0,0 1 0 16,-1-2 0-16,1-2 0 0,0 0 0 0,0-2 0 0,0-1 0 0,0 1 0 15,1-1 0-15,-1 0 0 0,-2 0 0 0,2 1 0 0,0 3 0 0,0 2 0 16,-1 4 0-16,0 2 0 0,-1 3 0 0,-2 3 0 0,1 3 0 16,-2 0 0-16,-1 2 0 0,0 2 0 0,-1 0 0 0,0 3 0 0,-1 0 0 15,-1 1 0-15,0 1 0 0,-1 1 0 0,0 0-36 0,-1 1-46 0,0 0-10 16,-1 0-30-16,1 3-26 0,-1-1-35 0,1 1-53 0,-1-1-61 16,1 0-88-16,0 1-207 0,-1 0-294 0,-1 1 92 0</inkml:trace>
  <inkml:trace contextRef="#ctx0" brushRef="#br0" timeOffset="10149.95">15886 5893 1947 0,'-1'0'140'0,"-2"1"-31"0,0 1-20 0,3 0 6 16,0-1 10-16,2 0-5 0,1 0-2 0,0-1-21 0,2 0-13 0,2-1-2 15,3-1-11-15,2 0 1 0,3-1 1 0,4 0-9 0,4-2-1 16,4 0 5-16,4-3 5 0,2 0 7 0,5-2 9 0,5-1 4 0,5-1 2 15,6 0 3-15,7 0 9 0,3-1 1 0,6-1 4 0,7 2 0 0,5-2-1 16,3 0-31-16,8 0-60 0,1 0 0 0,6 2 0 0,0-2 0 16,4 0 0-16,2-1 0 0,1 1 0 0,1-1 0 0,0-1 0 0,2 0 0 15,-1 1 0-15,-1-1 0 0,-1-1 0 0,-1 0 0 0,0 2 0 0,-2-2 0 16,-1 1 0-16,1-1 0 0,-2 1 0 0,1-2 0 0,-1 1 0 16,-3-1 0-16,0 0 0 0,-2 0 0 0,-2 1 0 0,-1 2 0 0,-4 1 0 15,-3 0 0-15,-3 1 0 0,-1 1 0 0,-4 0 0 0,-3 1 0 16,-2 0 0-16,-6 0 0 0,-5 1 0 0,-6 0 0 0,-7-1 0 0,-5 1 0 15,-8 1 0-15,-5-1 0 0,-4 2 0 0,-5 2 0 0,-5-2 0 0,-4 1-198 16,-4-1-108-16,-5 1-115 0,-4-2-213 0,-5 0-242 0,-4-1-275 16</inkml:trace>
  <inkml:trace contextRef="#ctx0" brushRef="#br0" timeOffset="16701.52">21130 4955 1925 0,'-6'2'287'0,"-1"1"-99"0,-1 1 4 15,2 0-11-15,0 0-2 0,1 0-10 0,0 1-32 0,1 1-20 0,0 0-20 16,2-1-17-16,0 0-2 0,2 0-6 0,-1 0-5 0,2-1-7 0,0 1-10 15,1 0-3-15,1-2-5 0,2 1-7 0,0-2-1 0,2 0-16 16,1 1 2-16,0-1-6 0,2 0-8 0,1-2-6 0,1-1 0 0,1-1 0 16,1 1 0-16,1-3 0 0,0 1 0 0,1-1 0 0,2-1 0 15,-2-1 0-15,1 1 0 0,1-1-16 0,-1 0-24 0,-1 1-18 0,0-1-24 16,0 1-34-16,-1 0-46 0,0 0-64 0,0 3-82 0,-1-1-91 0,0 0-111 16,-3 0-203-16,1 1-295 0</inkml:trace>
  <inkml:trace contextRef="#ctx0" brushRef="#br0" timeOffset="16884.52">21153 5245 2587 0,'-6'17'257'0,"1"1"-113"0,1 4-17 16,4-4 0-16,4-2 17 0,2-2-2 0,2 1-26 0,4-2-33 0,2-1-23 16,2-2-16-16,4-4-11 0,3-1-2 0,1-2-8 0,4-1-11 15,0-1 10-15,2-2-12 0,0-2 1 0,2-1-3 0,0-2-14 0,2-2-9 16,-1-2-25-16,1-4-28 0,-2-1-47 0,1 0-61 0,-1-1-87 15,0 0-154-15,-4 0-227 0,2 2-766 0</inkml:trace>
  <inkml:trace contextRef="#ctx0" brushRef="#br0" timeOffset="24301.37">15623 7055 1250 0,'-5'-2'786'16,"-1"1"-609"-16,-1 1 16 0,1-1 1 0,2 2 15 0,0-1-15 15,1 2-47-15,1 1-30 0,1 2-20 0,0 1-13 0,1 1-4 0,0 3-11 16,1 0-5-16,0 2-11 0,2 1-9 0,1 2-2 0,1 2-1 0,0 1-5 16,2 1 2-16,0 3-3 0,0 2-4 0,2 4 3 0,-1 0-4 15,-1 0-4-15,2 1-6 0,0-3-16 0,0 1-4 0,0-1 0 0,-1 0 0 16,1 0 0-16,-3-4 0 0,3 1 0 0,-1-4 0 0,0-1 0 0,0-2 0 15,0-3 0-15,-1-1 0 0,-1-3-10 0,-2-1 6 0,1-1-4 16,-1-2-14-16,-1-2-16 0,-1-2-21 0,0-2-25 0,-1-2-26 0,-2-3-36 16,0-3-47-16,-1-1-53 0,-1-2-67 0,0-3-72 0,-2-4-115 15,0-1-136-15,0-3-304 0</inkml:trace>
  <inkml:trace contextRef="#ctx0" brushRef="#br0" timeOffset="24485.36">15458 7088 1204 0,'-19'-2'210'16,"-4"0"-3"-16,-3 0-2 0,2 0 15 0,4 2 4 0,3-1-9 0,1 1-14 15,4 1-16-15,2-1-8 0,3 0-20 0,2 0-16 0,3 1-15 16,0-1-20-16,1 0-20 0,1 0-9 0,2 0-12 0,0-1-3 0,2 0-6 16,3 0 1-16,3-2-5 0,1 0-10 0,4 0-22 0,1-1-20 15,2-1 0-15,1-1 0 0,1 1 0 0,0-2 0 0,1-1 0 0,0 0 0 16,1 0 0-16,2 0 0 0,-2-1 0 0,3 0 0 0,0 1 0 0,0-2 0 16,1 1 0-16,-1 0 0 0,1 1 0 0,-1 1-72 0,0 1-62 15,2 1-49-15,-2 2-77 0,0 0-99 0,1 0-120 0,0 1-226 0,0 2-542 16</inkml:trace>
  <inkml:trace contextRef="#ctx0" brushRef="#br0" timeOffset="24684.09">16120 6918 2063 0,'-8'12'551'16,"2"1"-344"-16,-2 6 6 0,4 0-19 0,1-1 6 0,1 4-29 15,2 1-41-15,1-1-22 0,1 3-25 0,0-2-10 0,1 3-17 0,1 1-12 16,1 1-42-16,2 4-2 0,1 0 0 0,1 2 0 0,2 1 0 15,2-1 0-15,0 2 0 0,-1 0 0 0,1-1 0 0,1-1 0 0,0-1 0 16,1-3 0-16,0-1 0 0,-1-3 0 0,0-1 0 0,-1-4-20 0,-1-1-42 16,0-3-27-16,-1-4-16 0,-1-4-36 0,-1-2-50 0,0-2-70 15,-2-3-74-15,0-3-96 0,-2-3-189 0,-1-4-535 0</inkml:trace>
  <inkml:trace contextRef="#ctx0" brushRef="#br0" timeOffset="24901.09">16039 7004 1887 0,'-8'-4'404'16,"0"-2"-285"-16,0 1 32 0,4 0 18 0,3 1 16 0,3 1-13 0,3-1-42 16,2 1-24-16,3-1-8 0,1 0-8 0,4 0-4 0,0 0-15 0,3 1-12 15,4 0-19-15,-1 1-7 0,4 1-2 0,1 2-12 0,-2 0 1 16,2 2-1-16,-3 0-7 0,0 2 0 0,0 0-20 0,-2 0-4 0,-1 1 6 16,-1 0-5-16,-2 0 18 0,-1-1-9 0,-2 2-3 0,-2 0-3 15,-3 0 6-15,-3 0-10 0,-1 1-13 0,-2 0-6 0,-2 1-19 0,-2-1-9 16,-2 1-9-16,-2 1-16 0,-3-1-19 0,-2 2-15 0,-3 1-5 0,-1-1-2 15,-1 1 7-15,0 1 5 0,-2-2-13 0,-1 1-19 0,1 0-23 16,-1-3-36-16,0 1-73 0,2 0-119 0,1-2-147 0,0-1-180 16</inkml:trace>
  <inkml:trace contextRef="#ctx0" brushRef="#br0" timeOffset="25101.48">16672 6971 2579 0,'-1'1'187'16,"1"0"-59"-16,1 1 24 0,2 1 12 0,1-1 1 0,0 0-42 0,1-1-47 16,1-1-20-16,1 0-20 0,1 0-3 0,1-2-9 0,1 0-6 15,2 0 3-15,-1 0-14 0,2-1 1 0,-1 1 5 0,0 0-7 0,0 0 11 16,-1-1-9-16,3 1-6 0,-1-1-10 0,1-1-11 0,-1 1-8 0,0-2-21 16,1 1-18-16,-1-1-19 0,-1 0-26 0,-1 1-32 0,2-1-45 15,-2-1-54-15,0 0-68 0,0-1-101 0,-1 0-194 0,-2 0-445 0</inkml:trace>
  <inkml:trace contextRef="#ctx0" brushRef="#br0" timeOffset="25284.48">16815 6785 2617 0,'-4'2'342'0,"1"1"-172"0,-1 1 13 0,4 1-12 0,2 1-18 15,1-1-26-15,2 3-30 0,1 1-31 0,1 0-1 0,1 1-13 0,0 0-6 16,1 2-40-16,1 0-6 0,0 3 0 0,1 0 0 0,1 2 0 0,-1 1 0 15,0 3 0-15,-1 1 0 0,2 1 0 0,-2 1 0 0,0-1 0 16,-1 1 0-16,-1-1-14 0,0-2-72 0,-1-1-39 0,0-3-56 0,0-3-78 16,-1 0-108-16,0-2-155 0,1-2-297 0,-1-2-362 0</inkml:trace>
  <inkml:trace contextRef="#ctx0" brushRef="#br0" timeOffset="25534.23">17254 6715 2345 0,'-4'-2'517'0,"0"2"-349"0,0 0 18 0,2 3-7 16,0 0-2-16,2 2-28 0,0 1-37 0,0 2-29 0,2 1-18 0,0 1-7 16,0 2-12-16,2 1-36 0,0 1-10 0,1 1 0 0,0 4 0 0,0 1 0 15,1 2 0-15,0 2 0 0,1 2 0 0,0-3 0 0,0 2 0 16,0-1 0-16,1 0 0 0,-1 0 0 0,0-3 0 0,0 1 0 0,-1-2 0 15,0-2 0-15,-1-1 0 0,0-3 0 0,1-2-40 0,-1-2-44 16,1-2-10-16,-1-2-25 0,1-2-25 0,0-2-62 0,-1-1-48 0,-1-3-69 16,-1-1-116-16,-1-2-189 0,0-3-542 0</inkml:trace>
  <inkml:trace contextRef="#ctx0" brushRef="#br0" timeOffset="25718.23">17169 6780 2294 0,'-2'-3'212'0,"-1"0"-54"15,0-1 24-15,2 1 2 0,3 1 2 0,0 0-36 0,1 0-40 16,3-1-19-16,2 0-11 0,2-1-13 0,1 1-2 0,4-1-9 0,-1 0-15 16,2-1-4-16,1 0-10 0,-2 1 1 0,1 0-5 0,0 0-9 0,0 0 0 15,-1 0-8-15,-2 0 4 0,2 1-6 0,-1 0-8 0,0 2 4 16,-1-1-10-16,-2 1 2 0,0 1-14 0,0 0-21 0,-2 0-26 0,0 0-37 16,0 1-39-16,-3 0-66 0,1 1-81 0,0 1-104 0,-2 1-166 0,0 2-370 15,-2-1 14-15</inkml:trace>
  <inkml:trace contextRef="#ctx0" brushRef="#br0" timeOffset="25868.23">17309 6900 2120 0,'6'3'114'16,"1"-1"-26"-16,4 0 19 0,1 0 24 0,0-1 10 0,2 0-18 0,2-1-32 16,1 0-36-16,0-2-12 0,2-1-12 0,0-1-17 0,1-1-7 0,0 0-11 15,0-2-33-15,-2 1-35 0,0-2-59 0,-1 1-70 0,0-1-83 16,-2 0-120-16,1 0-191 0,-2-1-336 0</inkml:trace>
  <inkml:trace contextRef="#ctx0" brushRef="#br0" timeOffset="26051.27">17757 6821 1720 0,'-4'14'285'0,"0"1"-110"0,0 4 32 0,1 0 22 15,2-1 6-15,1 2-31 0,0-1-63 0,2 3-29 0,1 0-1 16,1-1-14-16,1 3-5 0,0 0-13 0,1 1-27 0,1 1-16 0,0-1-7 15,1 1-12-15,2-2 3 0,-1 1-11 0,1 1-5 0,0-3 2 16,0 0-10-16,-1-4 4 0,0-3-12 0,-1-3-38 0,0-2-28 0,-2-3-53 16,-1-2-62-16,0-2-77 0,-2-3-109 0,0 0-140 0,-1-3-250 0,-1-3-255 15</inkml:trace>
  <inkml:trace contextRef="#ctx0" brushRef="#br0" timeOffset="26253.27">17645 6790 2358 0,'-3'-5'210'0,"-1"-2"-130"16,2-2 15-16,2 0 21 0,3 2 30 0,2 0 3 0,0 0-18 0,2 0-21 16,3 0-16-16,3 0-5 0,4 0-8 0,0 0-7 0,1 1-13 0,1 0-11 15,1 1-15-15,0 3-9 0,1 0-3 0,0 2-3 0,-2 1 0 16,0 1-9-16,-1 1 3 0,-3 2-6 0,0 2-2 0,-2 0 2 0,-1 1-8 16,-2 0 6-16,-1 1 0 0,-1 0-4 0,-2-1 2 0,-1 2-10 0,-2-1-4 15,-1 1 2-15,-2 0-16 0,-1 0-15 0,-2 0-18 0,0 1-22 16,-1-1-19-16,-2 0-30 0,-1-1-35 0,0 0-30 0,-1 0-29 0,-1-1-18 15,-1 0-34-15,1 0-51 0,0-1-107 0,0-1-167 0,2 0-221 16</inkml:trace>
  <inkml:trace contextRef="#ctx0" brushRef="#br0" timeOffset="26451.27">18089 6811 2453 0,'2'0'280'0,"1"0"-120"15,2 1 2-15,1-1 16 0,1 0-5 0,2 0-37 0,0-1-38 16,1-2-34-16,0 1-24 0,1-2-9 0,0 0-14 0,3-1-9 0,-1 1-4 16,0-1-4-16,2 1 4 0,-1 1 0 0,-1 0-3 0,-1 0-4 0,0 1 1 15,-1 1-8-15,0-1-5 0,0 0-14 0,-1 1-25 0,-1-1-21 16,0 0-34-16,0 0-34 0,-1 1-46 0,0-2-50 0,-2 0-73 0,1 0-109 16,-1 0-214-16,-2-1-433 0</inkml:trace>
  <inkml:trace contextRef="#ctx0" brushRef="#br0" timeOffset="26635.27">18254 6632 2520 0,'-2'5'225'0,"0"2"-5"16,1 2 2-16,0 1 1 0,1 1-40 0,2 1-34 0,0 0-45 0,1 2-22 16,1 1-17-16,0 0-15 0,0 0-4 0,2 2-40 0,0 2-6 0,1 0 0 15,0 2 0-15,0 1 0 0,1 0 0 0,0 2 0 0,1-1 0 16,-2-1 0-16,1-1 0 0,0-2 0 0,-2-4 0 0,1-1 0 0,-2-2-12 15,1-3-119-15,-1-3-67 0,1-2-102 0,0-2-122 0,2-3-184 16,1-2-297-16,1-3-185 0</inkml:trace>
  <inkml:trace contextRef="#ctx0" brushRef="#br0" timeOffset="26837.27">18678 6510 1828 0,'-7'6'627'0,"0"2"-415"0,-3 3-7 0,2 0-10 0,1 0 7 15,1 1-21-15,2 3-46 0,-2 1-31 0,1 1-28 0,0 0-10 16,1 1-8-16,2 1-3 0,-1-2-6 0,2 1-13 0,0-1-4 0,1 0-8 16,1-1-14-16,1 2-10 0,-1-1 0 0,1 0 0 0,0 1 0 0,0-1 0 15,0 0 0-15,0-3 0 0,1 0 0 0,1 0 0 0,0-2-2 16,0-1-26-16,0-2-8 0,1-1-20 0,0-1-22 0,-1-2-23 0,1-1-32 16,0-2-37-16,0-1-61 0,-1-1-62 0,0-3-97 0,-1-1-141 0,-1-2-178 15,1-3-245-15</inkml:trace>
  <inkml:trace contextRef="#ctx0" brushRef="#br0" timeOffset="27020.27">18434 6585 2162 0,'-5'-4'270'0,"0"0"-109"0,-1 0 21 0,2 1 5 16,3 1 12-16,0 2-26 0,1 0-39 0,2 1-22 0,0 0-22 0,2 1-2 16,2-1-11-16,1 0-13 0,2-1-5 0,0 0-12 0,3 1-3 0,2-2-4 15,1 1-34-15,1-1-6 0,-1-1 0 0,1 1 0 0,0-1 0 16,-1 0 0-16,-1 0 0 0,0 1 0 0,0-1 0 0,-1-1 0 0,-1 0 0 15,0 0 0-15,1 1-66 0,-1-1-35 0,0 1-27 0,-2 0-36 0,2 1-57 16,0-1-72-16,0 1-91 0,0 1-135 0,0 0-217 0,-1 0-296 16</inkml:trace>
  <inkml:trace contextRef="#ctx0" brushRef="#br0" timeOffset="27467.97">18904 6512 2043 0,'-1'4'275'0,"1"1"-87"0,1 1 12 0,-1 0 12 0,2 1-8 16,0 1-37-16,2 1-46 0,0 0-39 0,-1 2-20 0,1 1-17 0,0 1-6 16,0 0-9-16,1 2-7 0,-1 1-8 0,2 1-7 0,-1 0-4 0,0-1-1 15,0 0-3-15,-1 0 2 0,-1-1 4 0,2-1 0 0,-2 1-8 0,1-2 2 16,-1 0-12-16,1-3-3 0,-1 0 0 0,0-1-17 0,0-3-4 16,-2-1-15-16,1-1-16 0,0-2-19 0,-1 0-5 0,-1-1-7 0,0-2-18 15,-1 0-14-15,1-2-18 0,-1-2-7 0,1-2 23 0,-1-1 26 16,0 0 27-16,0 0 19 0,1-2 12 0,-1 0 19 0,-1 1 13 0,1-1 10 15,0 0 16-15,0 0 3 0,1 1 11 0,-1-2 13 0,0 1 14 0,1-1 22 16,-1 0 20-16,1-1 10 0,-1-1 10 0,2-1-4 0,0 0 5 16,0 0-4-16,1 2-9 0,0 2-6 0,0 1-12 0,-1 1-4 0,0 2-11 15,1 2-7-15,0 0-3 0,1 2-9 0,-1 1 4 0,1 2-5 0,0 1-4 16,0 1-7-16,-1 2-2 0,1 1-8 0,1 1-2 0,0 2-1 16,0 0-4-16,1 2 1 0,0-1-3 0,1 2-4 0,0 1 0 0,-1-1-2 15,2 0 0-15,0-2 0 0,0 1-6 0,0-2-2 0,1 0-4 16,0-2 0-16,0-2 0 0,-1-1 0 0,2-2 0 0,-1-2 2 0,-1-1 0 15,1-3-8-15,0-1 2 0,-1-1-6 0,1-3 2 0,-2-1 4 0,2-2-4 16,0 0 6-16,-1-1 2 0,0-2-4 0,-1 1 4 0,0 0-4 16,-1 1 4-16,1-1-2 0,-1-1-2 0,-1 1 4 0,0 0-6 0,1 0 2 15,-1-2-2-15,1 0-10 0,-1 0-6 0,1 0-21 0,0 1-11 0,0 3-16 16,0 2-30-16,0 0-28 0,0 3-40 0,-1 0-67 0,0 2-70 16,-1 3-112-16,0 0-206 0,0 3-536 0</inkml:trace>
  <inkml:trace contextRef="#ctx0" brushRef="#br0" timeOffset="27667.97">19446 6592 2585 0,'1'2'171'0,"1"0"-24"0,2 1-4 15,1 0 5-15,1-1-12 0,1-1-32 0,1 0-36 0,-1-1-24 16,3-1-12-16,-1-2-10 0,1 0-3 0,1 0-11 0,-2-2-3 0,1 2-3 15,-1-1-4-15,1 0 2 0,-1 1-7 0,1-1-6 0,-1 0-12 0,0 1-8 16,-1 0-14-16,0-1-6 0,0-1-13 0,0 1-19 0,-1 0-33 16,0-1-37-16,1 1-39 0,-1-1-57 0,-1 0-69 0,0 0-141 0,0 0-255 15,-1-1-92-15</inkml:trace>
  <inkml:trace contextRef="#ctx0" brushRef="#br0" timeOffset="27834.68">19591 6409 2375 0,'-2'10'171'0,"2"0"7"16,-1 4 2-16,3 1 5 0,0 0-23 0,1 0-45 0,1 0-46 0,1 0-25 15,-1 1-24-15,2 0 4 0,0-1-7 0,0 2-10 0,1 0-1 0,-1 1-8 16,1-1 0-16,0 0-2 0,-1-1-17 0,1-3-31 0,-1-2-53 16,1 0-78-16,0-2-88 0,0-2-103 0,0-2-134 0,1-2-206 0,1-2-250 15</inkml:trace>
  <inkml:trace contextRef="#ctx0" brushRef="#br0" timeOffset="28068.68">19929 6265 2595 0,'-3'1'175'0,"0"2"7"0,-1 2-1 0,1 0 7 0,1 3-2 15,-1 0-30-15,2 2-46 0,0 1-33 0,0-1-16 0,2 2-12 0,0 1 14 16,1 1-5-16,1 1-44 0,0 1-14 0,2 0 0 0,0 2 0 15,1 0 0-15,0 2 0 0,1 2 0 0,1-2 0 0,-1 2 0 0,2 0 0 16,-2 0 0-16,2 1 0 0,-1-1 0 0,1-1 0 0,0-1 0 0,0-1 0 16,0-3 0-16,-1-1 0 0,1-2 0 0,-1-1 0 0,0-2-58 15,0-3-61-15,-2-1-20 0,0-1-38 0,0-3-37 0,0-3-46 0,1-2-62 16,0-3-77-16,-1-4-117 0,-1 0-185 16,0-3-167-16</inkml:trace>
  <inkml:trace contextRef="#ctx0" brushRef="#br0" timeOffset="28254.68">19911 6256 2045 0,'-2'-2'237'0,"1"2"-53"0,-1 0 2 0,3 0 4 0,0 1 7 15,1 1-26-15,0-1-29 0,2 1-29 0,2 0-28 0,3 0-10 0,0 0-9 16,3-1-13-16,1 0 3 0,1 0-10 0,2-1-9 0,1 0 2 0,1 1-9 16,-1-2-7-16,0 1-3 0,0 0-6 0,-2-1-6 0,1 0-6 15,0-1 0-15,-1 0-2 0,-2 0 2 0,-1 1-4 0,0-1-12 0,-2 1-16 16,-1 0-21-16,-1-1-21 0,0 1-30 0,-2 0-35 0,0 1-48 15,-1 1-67-15,-1 0-87 0,-1 1-136 0,-1 1-249 0,-2 2-392 0</inkml:trace>
  <inkml:trace contextRef="#ctx0" brushRef="#br0" timeOffset="28418.68">20077 6446 2100 0,'6'6'212'0,"1"2"-64"0,2 0-16 0,1 1 13 16,2-2 6-16,1-1-21 0,0 0-33 0,1-1-44 0,1-2-16 15,0-1-16-15,1-1-5 0,0-2-7 0,1 0-11 0,0-1-15 0,-1 0-15 16,-1-2-26-16,2-1-43 0,-1 0-51 0,0-2-56 0,-1 0-58 0,0-1-73 16,1-1-127-16,0-1-149 0,-2 1-128 0</inkml:trace>
  <inkml:trace contextRef="#ctx0" brushRef="#br0" timeOffset="28851.68">20580 6236 1937 0,'-1'2'240'0,"0"1"-62"16,0 1 14-16,0 2 16 0,1 0 16 0,-1 1-19 0,1 2-43 0,1 1-36 16,-1 1-22-16,0 0-29 0,1 0-6 0,0 0-14 0,1 2-3 15,0 1 6-15,0 0-9 0,1 0 0 0,-1 0-21 0,1 1-6 0,1 0 0 16,0 0-12-16,0-1 0 0,0 1 0 0,2-1-8 0,0-1 2 0,0-2 0 16,0 0-4-16,0 1 0 0,-1-2-2 0,-1 0-4 0,1-1-4 15,-1-3-2-15,-1 0-18 0,-1 0-4 0,-1-2-21 0,0 0-4 0,-1-2-11 16,-1-1-16-16,-1-2-11 0,0-1-22 0,-2-2-24 0,0-1-26 15,0-1-10-15,1-1-6 0,-2-2 3 0,-2-2 16 0,1 0 11 0,-1-1 22 16,0 0 33-16,0 0 35 0,-1-1 31 0,2-1 30 0,0 0 25 0,2 1 15 16,-1 1 19-16,2-1 13 0,0 0 13 0,0 0 12 0,1 1 14 15,-1-1 6-15,1 0 4 0,1 1 1 0,0 1-1 0,1 1-1 0,1 2-8 16,1 1-2-16,0 0-19 0,1 3-2 0,1 0-6 0,-1 2-12 0,2 1-3 16,-1 0-2-16,1 3-12 0,2 0 4 0,0 2-8 0,1 1-11 15,1 2-15-15,0 0-5 0,2 1 1 0,0 2-6 0,1 0 17 0,1 2 17 16,1 1-8-16,0-1-4 0,-1-1-22 0,1 1-10 0,0-2 0 15,1 0 0-15,-1-2 0 0,0 0 0 0,0-3 0 0,-2 0 0 0,-1-1 0 16,-2-4 0-16,0-1 0 0,1-2 0 0,-2-3 0 0,1 0 0 0,0-3 0 16,-1-2 0-16,-1-2 0 0,0-1 0 0,1-2 0 0,0-1 0 15,0-1 0-15,-1 0 0 0,1 0 0 0,-1-1 0 0,-1-1 0 0,2 0 0 16,-1 0 0-16,0-1 0 0,0 1 0 0,1-3-2 0,0 1-20 0,-1 0-16 16,0-1-12-16,2 2-11 0,0-2-28 0,0 2-28 0,-1 1-55 15,0 1-64-15,0 1-76 0,0 3-121 0,-1 2-250 0,0 1-519 0</inkml:trace>
  <inkml:trace contextRef="#ctx0" brushRef="#br0" timeOffset="36452.08">22018 4115 1731 0,'-2'0'168'0,"-1"2"-4"0,0 1 26 16,1 0 12-16,0 3 0 0,0 2-20 0,0 1-37 0,1 1-35 0,0 2-20 15,0 0-23-15,2-1 1 0,1 3-12 0,1 1-10 0,2 0 0 0,0 0-13 16,3 2-4-16,1-1-1 0,4 0-5 0,0 0-8 0,4 1-4 15,1 0-3-15,0 0-5 0,1-1 3 0,1 0-2 0,-1 0-6 0,2-4 4 16,2-2-2-16,-2-2 3 0,2-1 3 0,1-3-4 0,-3-1-4 0,1-1 0 16,-1-2 4-16,-1-2 2 0,0-2 3 0,0-2-5 0,-2-1 0 15,0-3-2-15,-3 0 4 0,0-3 5 0,-1-2-3 0,-1 0 5 0,0 0-1 16,-2-1-1-16,-1 0 1 0,-1-1 5 0,-2 2 2 0,-1-1 6 16,-1 0 2-16,-1 1 2 0,-2 1 4 0,-1 1 2 0,0 0 12 0,-3 2-3 15,1 1 3-15,-1 2-1 0,-1 4-12 0,0 0-26 0,1 2-6 0,-1 3 0 16,0 1 0-16,0 2 0 0,0 1 0 0,0 3 0 0,-1 3 0 15,1 2 0-15,0 3 0 0,0 1 0 0,1 2 0 0,0 2 0 0,1 1 0 16,1 3 0-16,2 3 0 0,1 0 0 0,0 1 0 0,1 2 0 0,0 0 0 16,1 0 0-16,2 1 0 0,0-2 0 0,1 2 0 0,1-1 0 15,1 0 0-15,0 0 0 0,-1-2 0 0,0-4 0 0,1 0-52 0,2-4-71 16,0-1-34-16,-1-3-52 0,-1-2-78 0,1-1-111 0,0-2-152 16,0-1-288-16,0-3-196 0</inkml:trace>
  <inkml:trace contextRef="#ctx0" brushRef="#br0" timeOffset="36735.08">21801 5286 1645 0,'-20'23'1088'0,"0"1"-935"0,-3 4 14 15,7-4-8-15,6-5 24 0,5-4-2 0,4-2-37 0,4-1-33 0,4-3-26 16,5-1-14-16,3-4 9 0,7-1-52 0,6-2-28 0,7-1 0 0,5-3 0 15,8-1 0-15,5-3 0 0,5-1 0 0,6-3 0 0,5-2 0 16,2-1 0-16,5-3 0 0,5-3 0 0,1 0 0 0,4-3 0 0,3 1 0 16,2-1 0-16,3 1 0 0,-1-2 0 0,4 1 0 0,-1-2 0 15,-1 0 0-15,2 1 0 0,-1 0 0 0,-1 2 0 0,-2-1 0 0,1 0 0 16,-4 2 0-16,0-1 0 0,-3 2 0 0,-1 2 0 0,-3 1 0 0,-4 1 0 16,-1 0 0-16,-5 3 0 0,-3 0 0 0,-6 2 0 0,-2 1 0 15,-5 2 0-15,-6-1 0 0,-3 2 0 0,-2 1-163 0,-4 0-238 0,-1 2-217 16,-4 0-420-16,-1 1-242 0</inkml:trace>
  <inkml:trace contextRef="#ctx0" brushRef="#br0" timeOffset="42535.65">23138 5482 2239 0,'-2'5'115'0,"2"1"-40"16,-2 3 16-16,1 0 37 0,1 2 17 0,0-1 0 0,0 2-34 15,1 1-29-15,-1 0-20 0,0 1-11 0,0-3-6 0,1 3-9 0,-1 0-6 16,0 0-1-16,1 0-5 0,-1 0-4 0,1-1-11 0,-1 0-1 0,1-2-7 16,0 0 3-16,-1-1 5 0,1 0 0 0,0-1 6 0,0-2 0 15,0-2 3-15,0 0-3 0,0 0-4 0,1-1-3 0,0-2 11 0,0-1-1 16,0 1 1-16,-1-2 5 0,1 1-8 0,0-1 8 0,0 0-5 0,1 0 0 16,0 0-6-16,1 0-3 0,1 0 3 0,0 0-1 0,0 2-1 15,1 0-3-15,0 0-6 0,1 1 2 0,0 0 5 0,1 1-11 0,0 0 6 16,2 0-2-16,0 1-4 0,0 0 6 0,1 1-6 0,2 0 4 15,1 0 0-15,1-1-4 0,1 2 8 0,0-1-8 0,2 2 0 0,0 0 0 16,0 0-4-16,0 1 3 0,1-1-1 0,-2 0 6 0,1 2-2 0,-1-1 3 16,-1 2-3-16,-2-1 2 0,1 1-2 0,-1-1-2 0,-3 2 6 15,-1-1-4-15,-3 2 0 0,-2 1 0 0,-1-1 2 0,-1 1 0 0,-3-2 10 16,-1 0-7-16,-2 0 7 0,-2-1 0 0,0 0-1 0,-4 0 3 0,-2 0-4 16,-1 0-5-16,-1 0 1 0,-1-2-4 0,2 2-2 0,-2-1 6 15,-1 0-4-15,1 0 4 0,1 0-2 0,-1-2-8 0,2 1 6 0,-2-2 0 16,2 0 0-16,1-1 2 0,-1-2-2 0,1-1-2 0,-1-1 0 0,2-1 0 15,1-2-6-15,0 0-12 0,0-3-15 0,1-2-17 0,-1-2-33 16,-1-2-26-16,2-3-57 0,1-1-73 0,-2-5-84 0,2-1-106 0,-1-1-170 16,2-3-118-16,1-1-124 0</inkml:trace>
  <inkml:trace contextRef="#ctx0" brushRef="#br0" timeOffset="42702.64">23059 5424 1858 0,'-3'-10'499'0,"2"0"-277"0,1-5-13 0,3 1-20 0,2 1-21 0,2-1-24 15,2 1-34-15,2 0-26 0,3 1-10 0,2 0-1 0,3 1-4 16,0 0-10-16,3 1-5 0,2 1-14 0,-1 0-5 0,3 3-9 0,-2 1-9 16,2 1-5-16,-2 1-4 0,0 1-4 0,-1 1 0 0,-2 1 0 0,1 0-2 15,-3 0 0-15,0-1-8 0,0 1-12 0,0 0-19 0,-2-1-18 16,2-1-35-16,-2 0-30 0,1 1-37 0,-2-2-52 0,0 0-41 0,0-2-62 16,0 0-84-16,-1-1-195 0,0-1-534 0</inkml:trace>
  <inkml:trace contextRef="#ctx0" brushRef="#br0" timeOffset="43052.64">25324 4480 1929 0,'-2'4'227'0,"0"0"-32"0,1 2 1 0,2-1 5 16,2-1-14-16,3-2-24 0,1 0-29 0,3-1-31 0,3-1-15 0,2-1-22 15,2-1-13-15,2-1-13 0,2-1-14 0,2-1-5 0,-1 1-16 16,1-1-1-16,0-1-2 0,-1 0-4 0,1-2 2 0,-2 0-4 0,1 0-11 16,0 1-7-16,-3 1-34 0,1-1-44 0,-2 2-51 0,-2-1-60 0,0-1-52 15,0 2-72-15,-2 0-97 0,0 0-159 0,-2 1-383 0</inkml:trace>
  <inkml:trace contextRef="#ctx0" brushRef="#br0" timeOffset="43202.64">25548 4603 1569 0,'0'7'252'0,"0"3"-112"0,1 1 9 0,2-3 3 0,1-1-5 0,3 0-14 16,2-2-37-16,2-1-31 0,0-1-15 0,3-2-12 0,2-1-5 0,1-2-6 15,0-1-7-15,2-2-8 0,2-1-14 0,-2 1-15 0,2-2-39 16,0-1-54-16,-3 0-77 0,2-2-87 0,-2 0-127 0,-1-2-212 0,-1-1-238 16</inkml:trace>
  <inkml:trace contextRef="#ctx0" brushRef="#br0" timeOffset="43552.64">26078 4129 2146 0,'-1'8'280'0,"0"2"-34"15,0 3-17-15,0 0-22 0,0 0-25 0,2 1-33 0,0 1-27 0,2 0-20 16,1-1-11-16,0 2-10 0,1-1-11 0,2 1-11 0,0-1-8 0,1 0-11 15,2-1-10-15,0-1-20 0,2-1-10 0,1-3 0 0,1 1 0 16,2-2 0-16,1-2 0 0,1-2 0 0,2-3 0 0,-1-1 0 0,2-3 0 16,1-1 0-16,-2-2 0 0,1-1 0 0,0-1 0 0,-2 0 0 0,0-1 0 15,0-2 0-15,-3-2 0 0,-1-1 0 0,0-1 0 0,-2-3 0 16,0-1 0-16,-1 0 0 0,0 1 0 0,0-1 0 0,-2-1 0 0,-2 2 0 16,-1-2 0-16,-3-1 0 0,-1 1 0 0,-2-1 0 0,-1 0 0 15,-3 3 0-15,-1-1 0 0,-2 2 0 0,-3 1 0 0,0 0 0 0,-3 2 0 16,-1 0 0-16,1 1 0 0,-2 3 0 0,-2 0 0 0,0 3 0 0,-1 2 0 15,-1 3 0-15,0 3 0 0,-2 1 0 0,1 4 0 0,-1 2 0 16,-1 2 0-16,1 2 0 0,1 2 0 0,0 2 0 0,3 1 0 0,-1 0 0 16,1 3 0-16,0 1-14 0,4 0-42 0,0 3-21 0,0-1-27 0,3-3-38 15,2-1-53-15,2-3-70 0,5-3-76 0,2-1-99 0,3-3-237 16,4-3-477-16</inkml:trace>
  <inkml:trace contextRef="#ctx0" brushRef="#br0" timeOffset="43738.64">26810 4135 2090 0,'-3'11'244'0,"1"1"-21"16,-1 4-4-16,0-2-26 0,1-2-33 0,-1 0-49 0,2-1-30 0,1-1-23 16,0-1-16-16,1-2-4 0,0 1-12 0,0-1-11 0,1-1-11 0,0 0-4 15,0 0-6-15,0-1-14 0,0 1-28 0,2-1-43 0,-1 1-59 16,0-2-69-16,0 3-79 0,0 0-109 0,1-1-227 0,1 2-436 0</inkml:trace>
  <inkml:trace contextRef="#ctx0" brushRef="#br0" timeOffset="44236.82">27288 3741 1986 0,'-6'13'220'0,"0"1"6"16,-3 4-17-16,3-1-19 0,-1-4-28 0,3 2-19 0,1 1-26 0,0 0-18 15,1-2-12-15,2 1-19 0,0 0-12 0,2 0-15 0,0 0-9 0,1-1-11 16,1 0-8-16,2 0-5 0,0-1-3 0,1 0 5 0,2 1-8 16,0-1 2-16,-1 0-6 0,3-1 2 0,1-2 5 0,0 0-3 0,-1-1 2 15,-2 0-2-15,0-1-4 0,-1 0 4 0,-1 0 0 0,-2-3-4 0,-1 0-2 16,-3 0 2-16,-1-1-3 0,-2-1 1 0,-2-1 0 0,-1 0-4 15,-1-1-1-15,-2-1-2 0,-2 0-5 0,0-1-8 0,-4-1-4 0,0-1-8 16,-2 0 5-16,1-1 1 0,-1-1 6 0,0-1 7 0,1 0 1 16,1-2 10-16,1 0 5 0,0-1 1 0,1 0 3 0,0 0-5 0,2-1 2 15,1 2-3-15,2-1-3 0,2 0 1 0,4 1-3 0,0-2 1 16,4 1-4-16,0-1 0 0,3 2 2 0,2-1-3 0,1 0 1 0,2-1 3 16,0-1-8-16,2 0 2 0,2 0-8 0,0-1-6 0,2 0-3 0,1 0-2 15,1-1-1-15,1 0 1 0,1-1-2 0,0 0 2 0,-2 0 9 16,-2 2 13-16,1-2 10 0,-3 1 6 0,0 0 3 0,-1-1-6 0,-3 2 3 15,-1-2 2-15,-2 2 2 0,-1 1 0 0,-2 0 1 0,-2 1 6 16,-2 0 5-16,-2 0 5 0,-2 0 4 0,-2 0 3 0,-1 0 6 0,-2 1-1 16,-1-1 1-16,-2 1-1 0,-2 1-3 0,0 1-4 0,-1 0-7 0,-2 2-6 15,-1 0 1-15,-2 1-6 0,1 1 1 0,-1 1-3 16,0 2 2-16,1 0 2 0,1 0-7 0,0 2-3 0,0 1-1 0,1 2-6 0,1 1 2 16,-1 1-5-16,0 2-1 0,3 0-3 0,0 3 1 0,1 0-3 0,2 2-6 15,1 1-12-15,3 1-21 0,1-1-23 0,3 1-29 0,2 0-43 16,1 0-51-16,3-1-63 0,0-2-91 0,3-2-168 0,2-3-609 0</inkml:trace>
  <inkml:trace contextRef="#ctx0" brushRef="#br0" timeOffset="44502.36">28147 3584 2162 0,'-7'2'209'0,"0"1"16"0,-3 1 0 15,1 1-33-15,1 0-30 0,1 2-34 0,-1 2-30 0,0 1-10 16,0 0-16-16,-1 3-6 0,-2 0-8 0,0 1-20 0,0 1-7 0,0 1-10 16,0 3-8-16,0 1-5 0,0-2-12 0,-2 2-3 0,2-2-1 0,1-4 6 15,0 1 10-15,0-3-12 0,2-1-15 0,-1-2-33 0,1-4-33 0,1-1-34 16,2-3-48-16,-1-3-65 0,1-2-89 0,1-3-130 0,1-3-177 15,0-3-453-15</inkml:trace>
  <inkml:trace contextRef="#ctx0" brushRef="#br0" timeOffset="44635.36">27748 3346 1489 0,'-2'2'197'0,"-1"1"-61"0,0 1 11 0,0 2-26 0,0 1-22 0,1 0-35 15,0 1-19-15,1 0-13 0,1-1-7 0,2 1-2 0,1-3-5 16,1 0-7-16,1-1-3 0,2 0 0 0,1-1-13 0,1-1-12 0,0-1-26 15,1 0-57-15,0 0-73 0,2-2-114 0,-1 0-202 0,-1 0-374 0</inkml:trace>
  <inkml:trace contextRef="#ctx0" brushRef="#br0" timeOffset="45352.63">27913 3818 1116 0,'-3'-2'218'0,"0"-1"-14"0,0-1-2 0,0-1-7 0,2 1-21 16,0-1-13-16,0 0-18 0,0-1-7 0,1 0-2 0,1-1-11 15,1-1-6-15,0 0-11 0,3-1-11 0,2-1-5 0,1 2-12 0,3-2 0 16,2 1-14-16,2 0-9 0,-1 1-9 0,2-1-14 0,-1 2-6 0,-1 2-5 16,-2 1-3-16,1 2 3 0,-2 2-4 0,0 1-2 0,-2 1-3 15,-1 2 1-15,-1 2 2 0,-1 0 2 0,-2 1 1 0,-1-1-1 0,-2 2 2 16,-1 1 4-16,-2-1 1 0,0 1 1 0,-3 0-6 0,0-2 1 16,-2 1-5-16,0-2-1 0,-2 1 2 0,-1-1-6 0,-1 0-4 0,-1-2-1 15,0 0-14-15,2-2 3 0,-2 0 0 0,1-1-2 0,0 0 10 0,0-1 14 16,1-1-12-16,1-2 9 0,1-1 7 0,1-1-16 0,2-1 14 15,0-2-8-15,2 1-4 0,1-1-2 0,1 0 2 0,1-1-2 0,1 1 0 16,1-1 4-16,0 1-4 0,1 0 4 0,0 1 6 0,2 2-8 16,0 1-6-16,0 1 0 0,1 2 0 0,1 0 0 0,-1 2 0 0,1 1 0 15,0 1 0-15,-1 2 0 0,1 0 0 0,-1 2 0 0,0 0 0 0,0 2 0 16,1 0 0-16,-1 1 0 0,-1 0 0 0,1 0 0 0,0-1 0 16,-1 0 0-16,0-1 0 0,-2-1 0 0,-1-1 0 0,-1-1 0 0,-1-1 0 15,0 0 0-15,-1-2 0 0,-1-1 0 0,0-1 0 0,0-1 0 0,-1-1 0 16,0-1 0-16,-1-2 0 0,-1 0 0 0,1-2 0 0,-2-1 0 15,1-2 0-15,-2-1 0 0,1 0 0 0,0-1 0 0,0 0 0 0,1 0 0 16,-1 1 0-16,2 1 0 0,1-1 0 0,0-1 0 0,0 0 0 0,0 0 0 16,1-1 0-16,0 3 0 0,1 0 0 0,2 0 0 0,0 3 0 15,1 2 0-15,0 2 0 0,0 3 0 0,1 1 0 0,-1 1 0 0,0 2 0 16,1 1 0-16,-1 0 0 0,1 3 0 0,-1 0 0 0,1 1 0 0,0 0 0 16,0 1 0-16,1 0 0 0,0-1 0 0,0 0 0 0,0-2-88 15,1 0-47-15,0-3-44 0,0 0-73 0,2 0-88 0,0-2-128 0,1 0-262 16,1-1-489-16</inkml:trace>
  <inkml:trace contextRef="#ctx0" brushRef="#br0" timeOffset="45552.63">28520 3403 2440 0,'-2'0'464'0,"-1"2"-233"0,0 1 15 0,1 4-58 0,-1 2-36 16,0 3-34-16,0 5-23 0,0 3-16 0,0 2-13 0,-1 1-50 15,0 2-16-15,0 2 0 0,-1-1 0 0,0 2 0 0,1 0 0 0,-1 2 0 16,1 0 0-16,1 0 0 0,-1-2 0 0,2-1 0 0,0-4 0 0,2-2 0 16,1-3 0-16,2-3-54 0,0-5-202 0,-1-1-159 0,2-3-235 15,0-1-617-15,0-3 205 0</inkml:trace>
  <inkml:trace contextRef="#ctx0" brushRef="#br0" timeOffset="45887.63">29062 3441 1723 0,'-2'13'1338'0,"0"2"-1105"0,-2 5 15 0,-1 0-51 0,1-3-37 15,0 2-40-15,2 1-44 0,2-2-76 0,0 2 0 0,3-3 0 0,-2-1 0 16,2-1 0-16,0 0 0 0,2-2 0 0,0-2 0 0,0-3 0 15,1 1 0-15,1-2 0 0,0-1 0 0,1-2 0 0,1-1 0 0,0-2 0 16,1-3 0-16,1-1 0 0,1-2 0 0,0-2 0 0,1-2 0 0,0-1 0 16,1-2 0-16,1-2 0 0,-2-1 0 0,-2 0 0 0,-1-1 0 15,-2-1 0-15,1-1 0 0,-3 1 0 0,1-2 0 0,-1 0 0 0,-1-1 0 16,0-1 0-16,-3 0 0 0,-2 1 0 0,-2 0 0 0,-3 1 0 0,-1 1 0 16,-3 1 0-16,0 1 0 0,-1 0 0 0,0 3 0 0,-2 3 0 15,-1 2 0-15,-1 3 0 0,0 3 0 0,2 4 0 0,0 3 0 0,0 2 0 16,1 3 0-16,1 1 0 0,0 2 0 0,4 1 0 0,0 1-120 15,3-1-22-15,2 1-32 0,1-1-29 0,5-1-41 0,2 0-52 0,3-4-59 16,4 1-103-16,4-2-127 0,3 0-407 0</inkml:trace>
  <inkml:trace contextRef="#ctx0" brushRef="#br0" timeOffset="46135.63">29635 3443 1752 0,'7'7'273'15,"-1"2"-37"-15,5 3-19 0,-1-1-33 0,-2 0-37 0,2 1-31 0,-1-2-21 16,-1 1-8-16,1-2-14 0,0 0-18 0,-1-2-7 0,2 1-14 15,0-2-7-15,0-1 2 0,2-2-3 0,0-1 1 0,-1 0 3 0,2-2-1 16,0-1 10-16,0-2-2 0,-1 1 2 0,-2-3 5 0,0 0 5 0,-1-2 8 16,-1 1 3-16,0-2 2 0,-1-1-4 0,-1 0-9 0,-1-1 1 15,-1 0-4-15,-1-1-26 0,-2 0-20 0,-2-1 0 0,-1 0 0 0,-2 2 0 16,-1 0 0-16,-4-1 0 0,-2 0 0 0,0 0 0 0,-2 0 0 0,-1 1 0 16,-1-1 0-16,-1 1 0 0,1 0 0 0,-1 1 0 0,-1 2 0 15,1 0 0-15,-2 4 0 0,3 2 0 0,0 2 0 0,1 2 0 0,1 4 0 16,1 2 0-16,1 0-72 0,2 1-50 0,2 0-35 0,3 1-48 15,3-1-62-15,2 1-58 0,5 0-81 0,1-1-178 0,4-2-615 0</inkml:trace>
  <inkml:trace contextRef="#ctx0" brushRef="#br0" timeOffset="46335.94">30232 3467 1062 0,'-3'-3'587'16,"0"0"-435"-16,-1-2-3 0,1 1-24 0,2 1-36 0,-1 0-29 15,1 0-32-15,0-1-15 0,0 2-4 0,2-1-4 0,-2 0-5 0,2-1-9 16,-1 2-12-16,0-1-17 0,-1 0-30 0,0 1-39 0,1 0-48 0,-1 0-48 16,1 1-54-16,-1-1-61 0,0-1-202 0,2 1 66 0</inkml:trace>
  <inkml:trace contextRef="#ctx0" brushRef="#br0" timeOffset="46553.04">30473 3124 1808 0,'-3'4'546'0,"1"0"-292"0,-2 1 19 0,2 1-40 0,-1 0-46 0,-2 3-40 16,2 2-30-16,-1 1-19 0,-1 2 4 0,1 0-9 0,0 3-17 0,-2 1-23 15,1 2-25-15,-2 1-14 0,-1 3-6 0,1 1 0 0,-2 2 0 16,0 1-6-16,1 3 0 0,-2 0-2 0,3 0-2 0,-2-2-2 0,1-2-4 16,2-5-24-16,-2-4-29 0,1-2-39 0,1-3-48 0,-1-2-41 0,0-3-52 15,0-3-64-15,1-4-78 0,1-2-118 0,0-4-113 0,-1-3-358 16</inkml:trace>
  <inkml:trace contextRef="#ctx0" brushRef="#br0" timeOffset="46703.04">30122 3043 2158 0,'-2'-23'188'0,"-2"0"12"0,0-4-22 0,2 10 2 0,0 5-31 16,1 6-48-16,1 3-16 0,-2 5-34 0,2 3 14 0,-2 2 8 0,0 3-14 16,1 0-20-16,-2 2-17 0,3 2-5 0,0 1-2 0,1 0-2 15,1 3-6-15,1 1-7 0,2 0 2 0,0-1 0 0,1 1-6 0,1-1-7 16,0-4-39-16,2 0-52 0,-1-2-63 0,1-1-68 0,1-1-64 0,2-1-88 16,1-2-187-16,-1 0-546 0</inkml:trace>
  <inkml:trace contextRef="#ctx0" brushRef="#br0" timeOffset="46937.03">30633 3489 1751 0,'3'12'211'0,"2"1"-9"0,0 5 0 16,1-3-22-16,-1-1-43 0,0-3-34 0,0-1-17 0,1-1-1 0,0 0-8 16,0-2-8-16,0-1-11 0,0-2-11 0,0-2-2 0,-1-2 0 0,0-1-4 15,2-2 4-15,0-1-5 0,-1-2 1 0,0-1-1 0,-1-2-1 16,1 0 1-16,-1 0-1 0,0-2 1 0,0-1-1 0,-3-1 3 0,1 0-1 15,-2 2-7-15,-1-3 1 0,0 1 0 0,-3-1-2 0,0 0-7 16,-2 3-1-16,-1-1-11 0,-2 0 0 0,-1 1-6 0,-1 1-6 0,1 0-4 16,-1 3-8-16,0 0 4 0,0 1-12 0,-1 4-5 0,0 1-16 0,0 3-31 15,-1 3-21-15,-1 2-32 0,0 2-34 0,1 4-34 0,-1 0-54 16,1 3-59-16,-1 1-80 0,1 1-179 0,-2 1-555 0</inkml:trace>
  <inkml:trace contextRef="#ctx0" brushRef="#br0" timeOffset="47236.03">26698 5845 2435 0,'11'-2'453'0,"0"0"-295"0,4 0 15 0,-4-1-13 0,2 1-17 15,0-1-29-15,1 0-32 0,2 0-23 0,-2-2-11 0,2 0-11 16,1-2-14-16,-2 1-1 0,2-1-9 0,-1-1-5 0,-1 0 0 0,0 0-10 16,1 0 0-16,0-2-8 0,-1 0-21 0,-2 0-19 0,-1 0-22 0,0 0-21 15,-2 1-27-15,0 1-39 0,-2 0-47 0,-1 1-60 0,-1 1-79 16,0-1-138-16,-1 0-216 0,0 1-262 0</inkml:trace>
  <inkml:trace contextRef="#ctx0" brushRef="#br0" timeOffset="47369.04">26866 5776 1935 0,'-6'15'311'0,"0"3"-131"0,0 4 2 0,2-1-11 0,2-3-17 16,4-1-41-16,-1-1-44 0,3 0-13 0,0-2-15 0,2-1-2 0,1-4-5 15,2-2-12-15,3-1-8 0,1-2-10 0,2-3-12 0,1-2-24 16,4-3-37-16,1-2-49 0,0-2-54 0,2-1-73 0,1-4-108 0,-1-3-186 15,2-2-587-15</inkml:trace>
  <inkml:trace contextRef="#ctx0" brushRef="#br0" timeOffset="47819.81">27577 5223 2197 0,'-9'9'281'16,"-2"1"-22"-16,-1 4-2 0,2 0-23 0,3-1-43 0,0 3-43 0,1 0-30 15,2 2-18-15,1-1-11 0,0 3-17 0,1 0-15 0,2-1-7 0,2 0-18 16,2 1-22-16,1-1-10 0,1 1 0 0,2 0 0 0,0 0 0 16,2 0 0-16,1 0 0 0,2 0 0 0,0-2 0 0,0 0 0 0,1 0 0 15,0-3 0-15,0 1 0 0,-1-2 0 0,-2-1 0 0,1-1 0 16,-2 0 0-16,-3 0 0 0,-1-2 0 0,-2 1 0 0,-4-2 0 0,-1-1 0 16,-2 0 0-16,-4-1 0 0,0 0 0 0,-5-1 0 0,0-1-24 0,-1 0-32 15,-4-1-5-15,-1-1 6 0,-1-1 12 0,-2-1 6 0,-1-1 5 16,1 0 5-16,-1-1 8 0,0-1 3 0,1 0 9 0,1-1-3 0,0-2 2 15,0-1 3-15,1-2-3 0,0 0 6 0,-1-2-7 0,3 0 3 0,3-2 2 16,3 0-7-16,5 0-4 0,3-1-2 0,4 1 8 0,2-2 10 16,5-1 3-16,3-1-8 0,3 0-1 0,4-2-5 0,2 0 9 0,2-2 2 15,1 1-4-15,4-1 3 0,0-1-2 0,1 3-2 0,1 0 2 16,-1-1 2-16,1 2 0 0,-2-1 8 0,0 1-1 0,-2 0 1 0,-2 2 3 16,-1 0-5-16,-4 0 1 0,-2 1 1 0,-2 2-5 0,-4 1 5 15,-2 1 1-15,-2 1 7 0,-4 1 10 0,-1 0 5 0,-2 2 7 0,-3 0-1 16,-1 1-10-16,-4 2-4 0,-2-1-6 0,-1 1 1 0,-4 0-6 0,0 1-1 15,-2 2-5-15,-2 0 4 0,0 1-10 0,-2 1-4 0,0 1 0 0,1 2-2 16,-2 2 6-16,0 1 4 0,1 3-2 0,0 2 0 0,1 1 2 16,0 3-8-16,1 0 4 0,1 3-4 0,2 1-2 0,1-2 6 0,3-1-9 15,2-1-5-15,4-2-7 0,2-2-24 0,4 0-21 0,3-1-27 0,4-1-50 16,2-3-56-16,4-2-80 0,4-2-94 0,3-2-131 0,2-2-211 16,4-3-283-16</inkml:trace>
  <inkml:trace contextRef="#ctx0" brushRef="#br0" timeOffset="48102.81">28055 5320 2253 0,'0'4'261'0,"0"0"-28"16,1 2 6-16,-1 1-27 0,1 0-47 0,-1 2-37 0,0 2-22 0,0 0-12 15,0 1-2-15,0 0-17 0,-1 0-17 0,2 1-14 0,0 0-15 0,2-1-3 16,1 0-4-16,0-3-4 0,1 1 2 0,1 0-12 0,-1-2 2 16,2-1-8-16,0-1-2 0,1-1 0 0,0-1 0 0,1-2 0 0,2 0 0 15,-2-2 0-15,0 0 0 0,0-2 0 0,0-1 0 0,-1-2 0 16,0 0 0-16,-1-2 0 0,-1-2 0 0,-1 0 0 0,0-3 0 0,0 1 0 15,-1-3 0-15,-1 0 0 0,-2 0 0 0,0-1 0 0,-1 2 0 0,-2-1 0 16,-3-1 0-16,-1 1 0 0,-1 2 0 0,-2 0 0 0,-2 0 0 16,-1 1 0-16,-1 1 0 0,-2 0 0 0,2 1 0 0,-3 0 0 0,1 2 0 15,0 1 0-15,1 3 0 0,-1 1 0 0,0 2 0 0,0 2 0 16,3 2 0-16,-1 1 0 0,2 1 0 0,1 2-16 0,3-1-48 0,2 0-35 16,3 0-21-16,4 0-40 0,2-1-50 0,4-2-64 0,3-1-74 0,4-1-98 15,2-1-192-15,6-2-481 0</inkml:trace>
  <inkml:trace contextRef="#ctx0" brushRef="#br0" timeOffset="48302.81">29016 5061 2351 0,'-1'10'266'16,"-1"4"16"-16,0 3-18 0,-1 1-41 0,0 0-40 0,-2 1-44 0,1 0-22 15,-4 1-16-15,0 2-10 0,-2-1-17 0,0 1-70 0,0 1-4 0,0 1 0 16,0 1 0-16,0 0 0 0,2 1 0 0,0-1 0 0,-1 0 0 15,1-1 0-15,0-2 0 0,1 0 0 0,0-1 0 0,1-3 0 0,1 0 0 16,1-4 0-16,0-2 0 0,2-6 0 0,0-1 0 0,1-4-2 16,0-3-78-16,0-2-13 0,0-1-33 0,1-5-54 0,-2-3-70 0,1-3-72 15,-2-3-68-15,0-1-40 0,0-4-200 0,0-1-417 0</inkml:trace>
  <inkml:trace contextRef="#ctx0" brushRef="#br0" timeOffset="48485.81">28632 4752 1891 0,'-4'12'270'0,"-2"1"-53"0,0 4 25 16,1-1-20-16,3-1-23 0,1 0-32 0,1-1-27 0,2 1-5 0,2 0-12 15,2 0-15-15,1 0-12 0,-1-3-23 0,2 0-8 0,1 0-22 0,0-3-11 16,-1-1-8-16,1-1-16 0,-2-5 2 0,0 1-6 0,-1-3-4 16,1-1-6-16,0-1-20 0,1-3-22 0,0-1-25 0,1-1-35 0,1-2-41 15,0 1-71-15,2-2-84 0,1 1-119 0,0 2-210 0,-1-2-669 0</inkml:trace>
  <inkml:trace contextRef="#ctx0" brushRef="#br0" timeOffset="48736.81">29350 5581 988 0,'3'7'90'0,"1"3"-23"0,2 1 10 0,-2-2 2 0,2-4 0 16,0-1 9-16,0-1 26 0,1-3 34 0,-1-1 25 0,1-3 14 0,-1-1-4 0,1-1-16 16,0-2-15-16,-1-2-17 0,3 0-13 0,0-2-9 0,0-2-1 15,0-1-2-15,-2-1 0 0,0 1 0 0,-2-1-14 0,-1 0-14 0,-1 0-7 16,-2 2-18-16,-2-1-13 0,-2 2-6 0,-1 1-15 0,-3 1-3 16,-2-1-13-16,-1 2-12 0,-2 1-9 0,0 2-11 0,1 2-23 0,-2 3-38 15,-1 2-53-15,0 2-82 0,-1 2-120 0,0 3-185 0,0 1-346 0,-2 1-209 16</inkml:trace>
  <inkml:trace contextRef="#ctx0" brushRef="#br0" timeOffset="50302.71">4024 7618 3533 0,'-10'3'-2'0,"1"5"-1"0,2 6 10 0,3 6-5 15,13 9-8-15,3 7-9 0,3 9-36 0,-1 10-28 0,-2 5-22 0,2 7-9 16,-1 5 12-16,0 2 17 0,-2 6 20 0,-1 3 10 0,-2 3-7 15,1 4-18-15,-1 1-17 0,1 3-17 0,1 1-21 0,2-1 18 0,-1 0 12 16,1-1 22-16,2-3 35 0,0-2 10 0,1-4 15 0,1-3 14 0,2-4 5 16,0-3 8-16,1 0 5 0,3-3 4 0,1 0 7 0,3 0-1 15,1-2 1-15,2-2 7 0,4-3-6 0,3-3 2 0,4-2 9 0,5-2 0 16,5-3 12-16,3-3 5 0,5-3-7 0,5-2-1 0,4-2-19 16,7-3-7-16,3-2-5 0,7-2-8 0,6-2 2 0,3-1 2 0,7-2-2 15,6 1-7-15,4-2 6 0,7 0-9 0,3-3 7 0,5 0 16 0,6-1-1 16,3 0 19-16,6 0 3 0,5-1 9 0,5-2 1 0,4-1 3 15,5-2 9-15,5-4 2 0,5-2 5 0,6-2-7 0,4-3-3 0,8-3-7 16,4-3 5-16,6-2-5 0,5-3-7 0,5-3-7 0,6-2-9 0,7-3-7 16,3 0-5-16,6-3-3 0,7-1-1 0,6 1-2 0,7-3-9 15,6-2-2-15,6 0 5 0,4-5-8 0,4-2 2 0,8 0-10 0,3-3-10 16,7 0 6-16,6-2-1 0,4-2 6 0,4 0 19 0,5 0-9 16,4-2-2-16,5 4 2 0,3-2-4 0,5 2 10 0,2 1 5 0,3 1 0 15,3 1-6-15,3-2-1 0,5 3-3 0,0-2 1 0,6 3 2 0,1 0-12 16,4-1 4-16,4-1-7 0,2-1 7 0,2 0 8 0,1-2-4 15,3 1-14-15,0-1 14 0,3 1-4 0,1-2 6 0,1-1 24 0,3-3-24 16,0 0 2-16,3-4 1 0,-1 1 8 0,2-3 0 0,0-4 6 0,1 0 3 16,3-1-3-16,2-3 10 0,2 0 7 0,-1-2-17 0,-2-2 14 15,0-1 8-15,0 1-8 0,-1 0 22 0,0 1-22 0,-6 2-1 0,-2 1 0 16,-6 2-6-16,-5 1-26 0,-5 3-2 0,-6 4 0 0,-9 2 0 16,-6 4 0-16,-9 2 0 0,-8 2 0 0,-11 3 0 0,-12 2 0 0,-13 3 0 15,-10 3 0-15,-142 10 0 0,29-2 0 0,-10 2 0 0,-61 3 0 0,10-1 0 16,-5 0 0-16,9 0 0 0,7 0 0 0,8 0 0 0,-13 0-229 15,5 0-280-15,5 0-155 0,6-2-219 0,-11 1-357 0,0-1 1240 0,-15 1 0 16,2 0 0-16,-14 1 0 0,0-1 0 0,-11 1 0 0,-11 1 0 0,-12 0 0 0,-7 0 0 0,-9 1 0 0,-6 0 0 0,-13 0 0 0,-11 1 0 0,0 0 0 0,0 2 0 0,0 0 0 0</inkml:trace>
  <inkml:trace contextRef="#ctx0" brushRef="#br0" timeOffset="53087.88">15418 4508 799 0,'-36'20'35'0,"-5"4"-21"0,-10 11-1 15,8 1-3-15,5 0-5 0,1 3-3 0,0 2-3 0,-1 2 0 0,2 0 0 16,1-1-7-16,1 2-1 0,2-1-3 0,1 1-2 0,3 0-2 0,0 2 3 16,4 1 0-16,0 0 3 0,1 2 6 0,4 1-3 0,0 3 5 15,2-1-1-15,1 1 1 0,2-1 2 0,0 2-3 0,3-1-2 0,-1 1 0 16,2 1 0-16,3-1 0 0,0 0 7 0,1 0 10 0,3 1 6 0,2 2 11 16,2-1 4-16,3 0 8 0,3-1 6 0,2-1 3 0,2 2 1 15,3-1-10-15,0 1-5 0,2 1-5 0,0 0 2 0,3 3 5 0,0 1 1 16,1 0 0-16,3 0 2 0,1 0-3 0,0-1 2 0,3 1-1 15,1 1-1-15,1 1-1 0,2 0-1 0,2 3 0 0,0 2-6 0,4-1-4 16,0 1-7-16,1 1-6 0,4 0-2 0,0 0-12 0,2 2 2 0,2 0 2 16,0 0-3-16,0 0 8 0,2 0-1 0,3 0 0 0,3-3 2 15,1-1 1-15,2-3-14 0,2-1 2 0,2-3-3 0,4-3-2 0,0-1 11 16,3-3 1-16,3-1 0 0,1-3 8 0,3-1-1 0,2-5 0 0,1-3 0 16,3-1 0-16,1-4 1 0,0 0 7 0,4-2 5 0,-1-3 8 15,1 0 7-15,2-3 4 0,-1 0 7 0,3-1 2 0,-1-2 1 0,3-1-1 16,-1-2-8-16,3-2-5 0,1 0-10 0,2-3-6 0,0-1-6 0,0-1-5 15,3-3-2-15,-1 0-2 0,3-2-3 0,1-2-1 0,-1 0 1 16,0-2-2-16,2-2 2 0,-2-5-1 0,1-2 1 0,2-3 2 0,-2-3-2 16,-1-2 0-16,1-2-3 0,-2-2-1 0,-1-1-1 0,0-3 4 0,-1-3-4 15,-2-1 5-15,1-3 1 0,0-2-1 0,-2-3-2 0,-1 0-2 16,1-3 10-16,-2-2-1 0,0-2 2 0,-1-1 5 0,-2-2-11 0,0 1-6 16,-1-2 4-16,-3 0-5 0,0-1 0 0,-5-2 6 0,0 0-4 15,-4-2 4-15,-3 1 5 0,0-3-11 0,-6 1 10 0,-3 0-4 0,-3-2 5 16,-4-1 10-16,-1-1-8 0,-4-2 1 0,-5-2 2 0,-1 0-2 15,-5-1 1-15,-2 0-4 0,-3 0-8 0,-4-1 10 0,-3 0 0 0,-4-3-1 16,-1 2 6-16,-6-2-12 0,-1-1 1 0,-5 0 3 0,-3-1-5 0,-4-1 3 16,-2 0-11-16,-3 1 3 0,-2-1 5 0,-4-2-5 0,-1 2 9 15,-5-2-10-15,-4-1-4 0,-3-1-3 0,-2-3-4 0,-5-2-4 0,-2 2 9 16,-2-2 2-16,-4-1-1 0,-2 1 7 0,-3-2-6 0,-2-2 2 0,-2 0 8 16,-3-2-2-16,-3 4 7 0,-3-1 2 0,-3 1-4 0,-2 0 7 15,-1 1-4-15,-2 0 2 0,-1 0-4 0,-2 0-3 0,-2 2-2 0,-1 0 12 16,-2 0 7-16,-1 2-3 0,-1 1 6 0,-3 0-16 0,-1 2-2 15,-1 1-4-15,-3 1-3 0,-3 3-7 0,-1 2 7 0,-2 2 3 0,-3 3-3 16,-1 1 11-16,-5 4-12 0,-1 3 0 0,-3 1-3 0,-1 2-1 0,-5 1-1 16,-2 4 2-16,-4 3-4 0,-3 4 4 0,-3 4-1 0,-5 4-2 15,-1 3-3-15,-5 7-6 0,-4 3 10 0,-6 6 0 0,-5 6 3 0,-5 5 4 16,-3 7-4-16,-5 5 7 0,-2 7-6 0,-1 5-3 0,0 5 1 0,0 3-17 16,4 6-28-16,2 3-57 0,5 2-79 0,2 4-87 0,1 3-120 15,4 4-134-15,-1 3-362 0</inkml:trace>
  <inkml:trace contextRef="#ctx0" brushRef="#br0" timeOffset="67603.45">17010 5001 791 0,'-7'-16'24'0,"1"3"17"0,1-3-17 0,5 7-13 0,5 2-10 0,2 2-3 15,3 0-3-15,2 1 1 0,2 0-1 0,3 1 1 0,2 0-6 16,1 1-5-16,-1 0-6 0,0 1-10 0,0 1-7 0,0-1-7 0,1 0-2 16,0 0 2-16,1 0 4 0,1 0 9 0,0 0 10 0,-1 0 9 0,-1 0 9 15,0-1 3-15,-2 2 2 0,2 0 0 0,1 0 0 0,-1 1 0 16,1 0 0-16,0 0 1 0,-2 1 2 0,1 1 0 0,0 0 3 0,-2-1-5 15,1 0 1-15,-1 2 1 0,1-2 2 0,-2 1 6 0,1-2 2 16,0 0 4-16,-2-2 3 0,1-1 6 0,-1-1 4 0,-2 0 1 0,-2 0-1 16,-1 1-2-16,-2 0-3 0,-2 0-4 0,-2 1-3 0,-1 0-3 0,-2 0-4 15,0 1 0-15,-1-1 1 0,-1 1 1 0,0 0-2 0,-1-1-2 16,-1 0-5-16,0-1-5 0,0 2-2 0,-1-2-4 0,0 1-4 0,0-1-8 16,0-1-4-16,-1 1-16 0,1-1-12 0,0 0-20 0,-1 0-7 15,0 0-7-15,0-1-6 0,0-1 4 0,1 0-73 0,-4 0-19 0</inkml:trace>
  <inkml:trace contextRef="#ctx0" brushRef="#br0" timeOffset="67870.45">17289 4563 106 0,'-6'-5'82'0,"0"1"-21"16,1-1-29-16,3 3-19 0,4 2-9 0,1 2-2 0,2-1-1 0,3 3 2 15,0-1-1-15,3 1 0 0,2 0 0 0,1 2-1 0,0 0 0 16,-1 1-1-16,1 0-1 0,-2 1 4 0,0 0-1 0,-1-1 4 0,-3 2 5 15,1 1 7-15,-2 0 7 0,-2 2 8 0,-1 0 2 0,-2 0 1 16,-1 2-1-16,-1 1-3 0,-1 2 2 0,-2 0 0 0,0 2-1 0,-2 0-1 16,-2-1-1-16,1 1-1 0,-2 1-1 0,2-2 0 0,-1 1-4 0,0 0-2 15,2 0-2-15,1-1-4 0,2 0-2 0,1 1-3 0,2-3-2 16,1 0 0-16,3-1-2 0,0 0 1 0,1-3-4 0,2 0 0 0,-1 0-2 16,2-1 1-16,0 1 1 0,0 0 0 0,1-1-4 0,-2 1 0 0,1-1 1 15,-2-1-4-15,0 2 1 0,0-2-6 0,-1 2-9 0,1 0-23 16,0 0-54-16,-1 0-62 0,1-1-132 0,-1 0-23 0</inkml:trace>
  <inkml:trace contextRef="#ctx0" brushRef="#br0" timeOffset="-156048.39">16060 5323 49 0,'-3'-1'31'0,"-2"1"3"0,0-1 2 0,1 2-13 0,1 1-1 15,-1 1-9-15,1 1-4 0,0 1-2 0,0 0-2 0,0 0 1 16,0 1-1-16,1 0-1 0,1 0-3 0,1-1 0 0,0-1 2 0,1 1 0 16,1 0 0-16,0-1 1 0,0 0 0 0,1-1 4 0,0-1 7 15,0 0 2-15,1-1 1 0,-1 0 4 0,-1-1 2 0,2 1 0 0,-1 0 5 16,0-1-2-16,-1 1 0 0,1-1-1 0,0 0-4 0,-1 1-2 15,1-1 0-15,0 0-3 0,-1 0 0 0,1 0-2 0,1 0-1 0,0-1-1 16,0 1-5-16,1-1-2 0,1-1-4 0,0 1 1 0,0-1-4 0,1 1 2 16,0 0-2-16,0 0-6 0,0 0-2 0,2 0-9 0,0-1-9 15,0 0-15-15,1 1-31 0,-1 0-54 0,0 0-138 0</inkml:trace>
  <inkml:trace contextRef="#ctx0" brushRef="#br0" timeOffset="-155295.97">18429 4976 197 0,'-3'-3'94'0,"0"-2"-19"0,0 0-15 0,0 0-20 0,1 2-11 16,-1 1-10-16,1 1-9 0,-1 0-6 0,1 2-5 0,-1 0-3 15,1 1 0-15,-1 1-3 0,-1 2 0 0,0 0-1 0,2 0-1 0,-2 0-2 16,0 2-3-16,1 0-5 0,0 1-2 0,0-1-8 0,0-1-7 0,0 1-1 15,1-1-6-15,0-1-11 0,0 0 6 0,0-1-9 0,-1-1 7 16,1 0 19-16,1 0 11 0,-1-1 14 0,-1-1 4 0,1 0 6 0,0-1 4 16,0 0 4-16,1-1 8 0,0 0 6 0,0 0-2 0,1-1 2 15,0 1-7-15,0-1-7 0,0 2 1 0,1-1-5 0,1 1-1 0,0 0-5 16,1 0-2-16,0 0-2 0,-1 1-1 0,0-1 1 0,0 2-7 0,0 1-6 16,-1-1-32-16,-1 1-55 0</inkml:trace>
  <inkml:trace contextRef="#ctx0" brushRef="#br0" timeOffset="-151681.81">21262 6678 1 0,'-10'-24'146'16,"-3"5"514"-16,-5-2 499 0,2 5-1072 0,2 2-176 0,5 1-23 0,4 2 2 15,2 1 34-15,1 2 19 0,1 1-16 0,1-1-24 0,2 1-24 0,0 0 5 16,1 0 28-16,0 2 31 0,0 1 27 0,-1 0 14 0,0 2 10 15,1 0 13-15,-2 1 9 0,-1 1 3 0,0 1 9 0,0 1 2 0,1 0 1 16,-2 0 1-16,1-1-2 0,1 1 0 0,-1 0 4 0,1 1 10 16,1 1 5-16,1 2 10 0,1 2 6 0,1 2 8 0,3 1 6 0,2 3 8 15,3 1 5-15,2 4 0 0,5 5-7 0,5 3-2 0,3 5-15 16,6 4-15-16,3 2-14 0,6 5-16 0,6 1-9 0,4 3-4 0,3 2-13 16,2 5-1-16,3 0-1 0,1 1-5 0,1 0 4 0,-2 0-9 0,-2-1-10 15,-2-1-10-15,-4-3-4 0,-4-1 4 0,-3-5 8 0,-5-1 14 0,-6-1 10 16,-4-3-2-16,-6-2 12 0,-7 0-4 0,-4-3 4 0,-4 2 13 15,-5-2-2-15,-4-1 14 0,-3 1 4 0,-4-2 8 0,-5 2 2 0,-3 0 4 16,-5 1 3-16,-5-1-5 0,-5 1-6 0,-6-2-11 0,-5 2-9 16,-8 3-9-16,-6 0-1 0,-7 1-15 0,-10 1 1 0,-7 2-5 0,-10 1-8 15,-9 3 5-15,-11-1-9 0,-10 0-9 0,-11 3-6 0,-9 2 3 0,-11 1-1 16,-7 2 19-16,-10-1 4 0,-7 0 4 0,-5 0 1 0,-5 1-4 16,-4-2 5-16,-1 0 2 0,-2 0 10 0,1 0-2 0,-1 4 7 0,1 0 5 15,3 1-2-15,1 0 11 0,5-2-1 0,1 0-3 0,4 1-9 0,1 2-6 16,1 2-2-16,0-1-4 0,-1 4 0 0,0 2 2 0,-1 1 4 15,0 2 7-15,-2 0 9 0,-2 0 6 0,-1-1 6 0,-3-1 3 0,-1-1 1 16,-3-1-7-16,1-1-10 0,-2 0-4 0,-3-1-8 0,1 1-2 16,-3 0 5-16,0 0-6 0,0 0 8 0,1 0 3 0,6 0 9 0,2-2 18 15,6-1 7-15,8 0 5 0,5-3-4 0,7 0-13 0,6-1 0 0,5-2-3 16,7 1-7-16,6 2 2 0,4 2-3 0,7 2-2 0,4 0 1 16,6 1-8-16,4 1 0 0,4 0 2 0,5 0-6 0,4 1 6 0,3-1-5 15,3 1-4-15,4-1 3 0,2 1-1 0,4-3-2 0,5-3 17 0,4-1-2 16,5-4-5-16,6-2 1 0,6-3-18 0,6-5-6 0,4-2 3 15,2-1-5-15,7-1 0 0,2-3-4 0,6 0 4 0,1-1-3 0,4 1-1 16,-1 2 4-16,2 1-17 0,4-2-4 0,-1-1-24 0,2-2-24 16,2-2-26-16,3-1-32 0,0-4-29 0,2-1-42 0,1-3-53 0,3-3-33 15,0-1-43-15,0-2-42 0,1-4-26 0,0-5 0 0,2-1 46 0,0-6-116 16</inkml:trace>
  <inkml:trace contextRef="#ctx0" brushRef="#br0" timeOffset="-151464.81">10403 12792 1626 0,'-25'7'311'0,"-2"3"-116"0,-5 3-17 0,6 1-17 0,7 1-24 15,3 0-44-15,3 2-31 0,5 3-27 0,4 3-14 0,4 7 1 0,3 3 3 16,4 6 0-16,4 2 2 0,4 4-12 0,2 3-6 0,5 3 1 16,3 2-9-16,2 1 5 0,5 1-5 0,2 0-1 0,3-1-1 0,5-1 1 15,-1-1-14-15,3-1 0 0,1-4 1 0,0-4 1 0,-2-2 9 0,0-3-2 16,0-2-7-16,-4-2-18 0,-1-3 1 0,-5-1-17 0,-4-2-5 16,-5 0 6-16,-3-4-4 0,-6-1 17 0,-2-3 23 0,-4-4 7 0,-3-2 5 15,-2-4 9-15,0-2-1 0,-2-3 19 0,1-2 11 0,1-2 2 0,-1-1-6 16,1-1-11-16,2-1 2 0,1-1 2 0,5-4 5 0,1-1-8 15,3-3-5-15,1-3-1 0,3-1-8 0,3-2-9 0,0-2-15 0,1 1-2 16,3-2-19-16,-1-1-42 0,3 2-71 0,0-3-158 0,3 0-257 0,0-4-228 16,1-6-24-16</inkml:trace>
  <inkml:trace contextRef="#ctx0" brushRef="#br0" timeOffset="-148197.18">16671 12513 178 0,'-1'-6'97'16,"0"0"-15"-16,0-2-10 0,1 1-10 0,1 2-8 0,0-1-5 0,1 0-5 15,0 1 1-15,0 0-3 0,1 0-2 0,-2 0-3 0,1 2-4 0,1 0-3 16,-1 1-6-16,1 1-4 0,-1 0-9 0,0 0-7 0,1 2-4 15,0 0-4-15,1 2-4 0,1 1-3 0,0 0-2 0,0 1-5 0,0 0 4 16,1 0-2-16,-2 1-1 0,0 0 2 0,-1 0-2 0,0 0 4 16,-1 0 3-16,0 0 1 0,-1 0 3 0,-1 0 4 0,-1-1 0 0,-1 1 4 15,-1-2-2-15,0 1 5 0,-1-1 2 0,0-1 1 0,-1 0 6 0,-2 0-4 16,0-2 5-16,-1 1 1 0,-1 0 2 0,0-1 2 0,1 0-2 16,-2 0 0-16,-1-1 0 0,0 0 4 0,-2 0-6 0,2-2 3 15,1 1-4-15,0 0-2 0,1 0 4 0,0-1-1 0,1 1 1 0,2-1 0 0,0-1 3 16,1 0-1-16,2 1 5 0,0-2-2 0,1 1 1 0,2-1 1 15,0-1-1-15,3 1-3 0,0-2 1 0,4 0-2 0,3-1-1 0,2-1 3 16,4 1-4-16,1-2 2 0,4 1-4 0,3 0-3 0,0-1 2 0,2 1-2 16,0 0 0-16,3 0-3 0,0 1-3 0,-1 0 1 0,2 1 1 15,-1-1-1-15,-1 1 5 0,0 0-5 0,-1 0 4 0,-3 1 1 0,0 1-4 16,-1 0 6-16,-1 1-4 0,-1 0-4 0,-1 1-1 0,-4 1-4 16,-1 2 0-16,-4 0-1 0,-1 1-1 0,-2 0-2 0,-3 0-6 0,-1 3 6 15,-3 0-4-15,-2 1 6 0,-2 0 3 0,-3 2-2 0,-4 1 5 0,-4 0-3 16,-4 2 2-16,-4-1 1 0,-3 1 0 0,-2 0 3 0,-1 0 1 15,-2 1 1-15,-1-2-3 0,-4 1 0 0,1 0-2 0,0 0 2 0,-3-1 2 16,2 0-2-16,0-1 5 0,2-2 2 0,2 0 7 0,3-2 5 16,1-1-2-16,4 0 5 0,2-3-5 0,3 1-5 0,4-2-1 0,1 0-10 15,4-1-2-15,0-1 4 0,2 0 0 0,2-2 1 0,0-1 0 0,3-1-6 16,2-1-4-16,0-1-1 0,2 1 2 0,2-2-5 0,2-2-1 16,3 0 0-16,3-1-1 0,2 0 6 0,1-1-5 0,4-1 0 0,3 0-1 15,-1 1-1-15,4 1 2 0,-1 1 3 0,0-1 0 0,2 1-2 0,-2 0 2 16,3 1-2-16,-1 3 6 0,2 0-5 0,0 3 2 0,-2 1-1 15,1 2 0-15,0 1 1 0,-1 1 1 0,-3 2-1 0,0-1-1 0,-1 2 1 16,-4-1 0-16,2 2 8 0,-2-1-6 0,-1 3 0 0,-4-1 0 0,-2 2-4 16,-2-1 2-16,-1 1 4 0,-2 0-2 0,-2 0 0 0,-1 0-5 15,-3 0 3-15,-1 0 0 0,-3 2-1 0,-2 0-1 0,-3 1-8 0,-4 0 4 16,-4 0 2-16,-3 0 4 0,-3-1 0 0,-1 0 0 0,-2-1 0 16,-1-1 4-16,1-2 3 0,-2-1-6 0,0-2 9 0,1 0-6 0,1-2 1 15,0-1 8-15,2-1-3 0,1-1-2 0,1-1 3 0,2 0-4 0,2 0 1 16,0-1 3-16,2-1-4 0,2 0 2 0,1-1 1 0,1 1-1 15,2-1 2-15,1 0 2 0,2 1-2 0,3-1-4 0,2 2-3 0,2 1-5 16,0 0-6-16,2 1 3 0,2 0-2 0,1 0 1 0,3 1 5 0,1 1-5 16,0 0 5-16,2 1 0 0,0-1-1 0,0 1 1 0,3 1-4 15,0-1 5-15,1 1-4 0,-1-1 1 0,1 1 3 0,1-1-5 0,0 0 7 16,-1 0-2-16,1-1 0 0,0 1 2 0,-2-1 1 0,0 0-2 16,-1 0-1-16,-1 0 2 0,-1 1-3 0,-2-1 1 0,-1 0-1 0,-3 0-1 15,1 0 6-15,-1 0-2 0,-3 0 1 0,0 0 5 0,-1 0-2 16,-1 0 5-16,0 0 2 0,0 0 5 0,-1 0-4 0,0 0 1 0,0-1-3 15,-1 1-3-15,0-1 0 0,-1 1-3 0,0 0-1 0,1 0-5 0,0-1-2 16,0 1 5-16,-1-1 0 0,-1 1 1 0,1-1-2 0,0 1-5 0,-1 1 1 16,1-1 1-16,-1 0 0 0,0 1-2 0,1 0 2 0,-1 0-1 15,0 1-1-15,0-1 2 0,0 1-4 0,-1 0 0 0,1 0 2 0,0 0 1 16,1 1 2-16,-1-1 1 0,0 0-4 0,0 1 1 0,0-1-1 0,1 0 1 16,-1 0 2-16,1 0-3 0,0 0-1 0,0 0 6 0,1 0-5 15,0 0 8-15,1-1-5 0,0-1-2 0,1 0 4 0,0 0-5 0,-1 0 5 16,1 0-3-16,1 0-3 0,0 0 5 0,0-1 1 0,0 0 2 15,0 0-3-15,1 0-1 0,0-1 5 0,0 1-3 0,0 0 0 0,0 0 1 16,0 0-7-16,-1 0 8 0,0 0-1 0,1 0-1 0,-1 1-2 0,1 0-2 16,-1-1-1-16,0 1 1 0,0 0 1 0,0-1 0 0,-1 1 1 15,1 1-2-15,0-1-2 0,0 0 2 0,-1 0 2 0,1 0-2 0,0-1 1 16,0 2 0-16,-1-1-2 0,1 0 4 0,0 0-2 0,-1-1-3 0,1 1 0 16,-1 0 3-16,0 0 4 0,0 0-1 0,1 0 1 0,-1 0-2 15,-1 0-5-15,2 0 6 0,-2 0-5 0,0 0 5 0,1 0-1 0,-1 0-5 16,1 0 3-16,-1 0-2 0,0 1 2 0,0-1 3 0,1 1-4 0,-1 0-2 15,1-1 2-15,-1 2 1 0,1-1 4 0,0 0-4 0,-1 1 1 16,1-1-4-16,0 0 1 0,1 1 0 0,-1-1 1 0,0 1 4 0,0-2-3 16,0 1 0-16,1-1 1 0,-2 0-4 0,1 1 2 0,0-1 1 15,0 0 0-15,1 1 4 0,-1-1-1 0,0 0-2 0,0 0-1 0,0-1 2 16,0 1 1-16,0 0-3 0,-1 0 0 0,1 0 3 0,0 0-2 0,-1 0 1 16,2 0-4-16,-1 1-2 0,0-1 2 0,0 1 4 0,0 0-1 15,1 0-4-15,-1 0 0 0,0 0 2 0,0-1 1 0,1 1 3 0,-1-1-5 16,0 1-1-16,1-1 2 0,-1 1-2 0,0-1 2 0,1 1 4 0,-1-1-6 15,1 0-2-15,0 1 4 0,-1 0-2 0,1 0-1 0,-1 0-4 16,1 0-3-16,0-1-2 0,1 1-4 0,0 0-9 0,1 0-8 0,1 1-11 16,0 0-24-16,0 0-44 0,0 0-50 0,0 0-53 0,0 1-33 15,0 1-8-15,-1 1 5 0,-1 1 13 0,-2 0-110 0</inkml:trace>
  <inkml:trace contextRef="#ctx0" brushRef="#br0" timeOffset="-147848.56">14744 13953 1093 0,'-4'-1'134'0,"3"-1"-20"0,3-1-5 16,9 0-10-16,6-3-3 0,7-2-18 0,9-3-15 0,6-3-9 15,10-1-13-15,8-4 2 0,6-4-6 0,9-1-8 0,6-5-11 0,10-1-9 16,5-1-8-16,8 0-5 0,8-2 0 0,5 0 4 0,6-1-3 0,4-2-4 15,3-2 0-15,4 3-3 0,1-1 7 0,1 1 6 0,1 1-3 16,-1 1 6-16,-1 3-18 0,-3 0 10 0,1 3 20 0,-2-2 1 0,0 1 26 16,-1 1 14-16,-2 0 5 0,-2 5 15 0,-3 0 7 0,-2 4-5 15,-1 1-7-15,-3 3-8 0,-2 2 4 0,-4 3-3 0,-5 1-9 0,-4 3-11 16,-2 0 1-16,-6 1-5 0,-4 1 10 0,-7 1-2 0,-4 2-8 0,-5 0-7 16,-5 1-3-16,-6 1-8 0,-6-1-2 0,-7 2-6 0,-3 2-12 15,-5 0 4-15,-4 0-5 0,-5 2-2 0,-4-1-1 0,-5 2-8 0,-4 1-3 16,-3 0-10-16,-5 1-4 0,-3-1-16 0,-5 1-18 0,-3 0-12 0,-6 2-21 15,-5-1-24-15,-6 0-37 0,-5-2-69 0,-8-1-80 0,-6-2-106 16,-9-1-118-16,-7-1-304 0</inkml:trace>
  <inkml:trace contextRef="#ctx0" brushRef="#br0" timeOffset="-146191.58">17025 14509 1118 0,'6'-15'84'0,"3"-2"-57"16,4-4-15-16,6 2-3 0,4 1-9 0,3 0-15 0,6 2-6 15,3 2-5-15,5 2 1 0,2 1 2 0,-1 2 0 0,1 1-2 0,1 3 1 16,-1 2-1-16,2 2 3 0,2 0 2 0,-2 3 6 0,0-1 8 0,-1 2 8 16,-1 0 2-16,-4 1-1 0,0 0-3 0,-3 1 2 0,-1 0 2 15,0 1 1-15,-3 1-3 0,-3 1-1 0,-4 1 2 0,-3 0-2 0,-3 1 5 16,-3 0-5-16,-4 1-1 0,-2-1 1 0,-4 0-2 0,-3-1 2 0,-5 1-2 16,-3 1 4-16,-5 1 0 0,-2-2 4 0,-4 0 9 0,-3-2 1 15,-2 0 5-15,-4 1 6 0,-3-1-4 0,-3-1-1 0,-2-1 3 0,-2-2-3 16,-1 0 7-16,-3-2 6 0,0-1 11 0,0-2 11 0,1-1 19 0,2-1 15 15,3-3 4-15,0-1-1 0,5 0-19 0,0-2-17 0,4 2-15 16,3-1-8-16,2 1-12 0,3-2-10 0,3 0-4 0,4 0-10 0,2 0 3 16,4 1-6-16,3-1-8 0,2 2-3 0,4-1-11 0,2 1-1 15,4 0 0-15,2 1 2 0,5 0 2 0,5 2 1 0,1 1 1 0,4 2 0 16,1 2 5-16,4 1 6 0,0 1-3 0,3 1 0 0,-1 2-2 0,1 0-4 16,0 1 4-16,-2 1-4 0,2 1-2 0,-3 0 0 0,-2 1-3 15,-1-1 2-15,-2-1 1 0,-3 0 3 0,-2-3-3 0,-5-1 4 0,-3 0 7 16,-6-2-1-16,-1 1 5 0,-5-1-5 0,-2 0-3 0,-3 1 7 0,-4-1 3 15,-3 1 3-15,-3 0 10 0,-5-1-2 0,-5 0 7 0,-2 0 7 16,-3-1-1-16,-1 0 5 0,0-1-4 0,0-1 3 0,-2 0 3 0,1-1 0 16,-1 1-1-16,-1-1-10 0,-1 0-2 0,1 0-2 0,0 0-4 15,1-1 5-15,2 1-4 0,2 1-11 0,3 0 6 0,1 1-6 0,2 1 1 16,2-1 2-16,2 1-4 0,2 0-1 0,2 0-1 0,3 1-1 0,2 0 4 16,0 0 1-16,2 0-3 0,1 0-1 0,1 0 0 0,2 0-5 15,1 1 4-15,1 0 2 0,2 1 2 0,1 1 5 0,1 0 0 0,0 1 0 16,2-1 1-16,1-1 3 0,-1 1 0 0,2-1-2 0,0 0-3 0,2 0 1 15,0-1 1-15,1 1 0 0,-1-2 1 0,2 1-4 0,-2-1 0 16,0-1-4-16,-1 0 4 0,-1 0-1 0,-2 0-1 0,1 0 3 0,-1 0 2 16,-1 0 2-16,-2-1 7 0,0 0 8 0,-1 0 1 0,-1-1 1 0,0 1 5 15,-1 0 4-15,-1-1-2 0,0 1 5 0,1 0-5 0,-1 0-4 16,0 0-2-16,0-1-5 0,0 1-6 0,0 0-2 0,0 0-9 0,0 0-2 16,0 0 1-16,0 0-5 0,0 0 0 0,0 1 0 0,0-1-3 15,0 1-1-15,0 1 7 0,0-1-3 0,0 1 4 0,0-1 1 0,0 2 4 16,-1-1-6-16,1 0 1 0,-1 0 5 0,0 0-3 0,0-1 4 0,0 1-1 15,-1 1 0-15,1-2 1 0,-1 0 2 0,0 1-2 0,0-1-1 16,0 0-4-16,0 1-1 0,1-1 0 0,-1 0 4 0,0-1 1 0,1 0-2 16,0 1-4-16,0 0 0 0,0-1 0 0,1 0-1 0,0-1 8 0,0 1-11 15,-1-1 8-15,0 1 2 0,1-1-5 0,0-1 5 0,0 2-3 16,0-1 0-16,-1-1 3 0,1 2 5 0,0-1-5 0,0 0 0 0,-1 1-3 16,1-1-3-16,0 0 1 0,-1 1 4 0,0-1 2 0,0 0 2 15,0 2-1-15,0-2-2 0,0 1 0 0,0 0-2 0,0-1 7 0,-1 0-5 16,1 1-3-16,0-1 3 0,-1 1-5 0,2-1 1 0,-1 1-4 0,0-1 1 15,0 1 2-15,-1 0-4 0,1-1 5 0,-2 2-4 0,2-1-1 16,0 0 2-16,-1 0-2 0,1 0-3 0,-1 0 3 0,0 1 1 0,1-1-4 16,-2 2 2-16,2 0 2 0,-1-1-1 0,-1 0 5 0,1 0-1 0,0 1 1 15,-1 0-2-15,1 1 6 0,0-1-6 0,0 1 0 0,-1 0 1 16,1-1-1-16,1-1 2 0,-1 1-2 0,2-1 3 0,0 0-8 0,0-1 7 16,1 1-1-16,0 0-4 0,-1-1 6 0,1 1-1 0,1-1-1 0,-1 1-2 15,0 0-4-15,0 0 2 0,0 0 2 0,0-1 2 0,1 0-1 16,-1 1 2-16,1-1-1 0,0 0 2 0,-1 1 2 0,0-1-5 0,0 1 0 15,0 0 0-15,-1-1 0 0,1 1-2 0,0 0 7 0,-1-1-1 16,0 0-2-16,1 1 1 0,-1-1-3 0,0 0 3 0,0 0 4 0,1 0 0 16,0 0-1-16,0 0-6 0,0 0 7 0,0-1-4 0,1 1 5 0,0-2 4 15,0 1-6-15,0-1-3 0,0 0 4 0,0-1-3 16,1 1 2-16,0-1-1 0,-1 1 0 0,0-1-5 0,1 1 1 0,-2-1-1 0,2 1 0 16,-2 0 6-16,1 0-4 0,-1 1 4 0,0 1 2 0,1-1-11 15,-1 1 6-15,-1-1-2 0,1 0-1 0,-1 1 5 0,0 0-5 0,-1 0-5 16,1 0 7-16,0 0 1 0,0 0 6 0,1 0-2 0,-1 0-6 0,1 0 1 15,-2 0-1-15,2 0 2 0,-1 0-4 0,0 0 1 0,0 0-2 0,0 0 5 16,-1 0 1-16,1 0-1 0,0 0-5 0,0 0-1 0,0 0 1 16,-1 0-2-16,1 1 2 0,0-1-1 0,0 1 0 0,-1 1 0 0,0-1 1 15,1 1 1-15,0 1-1 0,-1-1 5 0,0 1 0 0,0 0-3 16,0-1 4-16,-1 0-4 0,0-1-2 0,1 1-1 0,0 0 3 0,2-1 6 16,-1 0-7-16,0 0 4 0,1 0-3 0,-1-1-3 0,0 0 6 0,-1 0-3 15,2 0-5-15,-2 0 2 0,1 1 0 0,1-1 3 0,-1-1-3 16,0 2 1-16,1-1 1 0,-1 0-1 0,1 0 4 0,0-1-4 0,-1 1 0 15,2 0-4-15,-2-1 0 0,2 0-2 0,-1-1 7 0,0 0 2 0,0 0 2 16,0 1-3-16,1-1-3 0,0 1 0 0,-1 0 6 0,0-2 2 16,1 1-4-16,-1 0-7 0,1 0 5 0,-1 1 1 0,1-1 0 0,-2 1 6 15,2 0-5-15,-1 0-1 0,-1 1-3 0,2-1 3 0,-2 0-3 16,1 0 3-16,-1 0 6 0,1 1-9 0,-1-1-1 0,0 1-1 0,0-1-7 16,0 1 3-16,1 0 1 0,-1-1-3 0,1 1-6 0,-1 0 2 0,0 0-9 15,0 1 3-15,0-1 6 0,1 2-3 0,-1-1 4 0,1-1 2 16,-1 0-1-16,0 1 5 0,1 0 1 0,-1 0 0 0,1-1 7 0,-1 0-6 15,1 0 6-15,0 0-3 0,0 0-3 0,0 0 7 0,0 0-4 0,0 0 1 16,1 0-4-16,-1-1-9 0,1 0-4 0,-1 1-17 0,1-1-34 16,0 1-42-16,-1-1-44 0,3 0-41 0,0-1-39 0,1 1-39 0,0 1-32 15,1-2-28-15,1-1-42 16</inkml:trace>
  <inkml:trace contextRef="#ctx0" brushRef="#br0" timeOffset="-144613.58">20297 13138 493 0,'-2'-4'141'0,"1"0"-22"16,-1-1-36-16,0 1-20 0,1 0-22 0,0 2-20 0,1 1-13 0,-2 0-10 15,2 0-8-15,-1 1-4 0,0 0-4 0,1 1-4 0,-1-1 0 0,1 1-4 16,-1 1 7-16,0-1 2 0,1 2 1 0,-1 0 2 0,0-1 3 16,1 1 4-16,-1-1 3 0,1-1 4 0,0 0 3 0,0 0 2 0,1-1 0 15,-1 0 0-15,1 0-3 0,-1 0-4 0,0 0 2 0,1 0 0 16,-1-1 0-16,0 1 2 0,0-1-1 0,0-1 1 0,1 1-2 0,-1-1-1 16,1 0 1-16,0 0-2 0,-1-1 0 0,0 1-2 0,-1 0-1 0,0 1-4 15,0 0 4-15,0 0-2 0,0 0-1 0,-1 1 4 0,1-1 0 16,0 2-1-16,-1-1 1 0,0 1 1 0,0 0 0 0,-1 0 5 0,1 0 2 15,0 1 0-15,1-1 3 0,0 0 2 0,0-1 4 0,0 1 9 0,1-1 7 16,0-1 7-16,2 0 6 0,0-1 9 0,2 0 7 0,1-3 7 16,1 0 6-16,3-2-5 0,2 1-3 0,2-1-6 0,1-1-1 0,0 0-1 15,3 1 3-15,1-1-1 0,1 1-2 0,0 0-5 0,1 2-6 0,0-1-6 16,-1-1-9-16,1 2 0 0,0 0-6 0,0 1-7 0,1 1-4 16,0 1-7-16,-1 0-2 0,0 1-3 0,-1 0-1 0,-1 1-5 0,0 1-4 15,-1 0-6-15,-1 1 6 0,-2 0-10 0,2 0 2 0,-1 0-4 16,-1 1-12-16,-1-1 4 0,0 1-10 0,1 0-9 0,-1 0-12 0,-2 0-31 15,0 0-51-15,-1-1-43 0,0 1-39 0,0 0-27 0,-1 1-75 0,-2 0 51 16</inkml:trace>
  <inkml:trace contextRef="#ctx0" brushRef="#br0" timeOffset="-144444.58">20049 13588 2763 0,'7'-10'125'0,"2"-1"-15"0,3-3-52 0,0 2-25 16,0 2-31-16,7 3-32 0,4 0-33 0,4 3-44 0,9 3-54 0,3 3-60 15,4 1-70-15,4 1-75 0,-1 1-97 0,1 1-70 0,1 2-123 0</inkml:trace>
  <inkml:trace contextRef="#ctx0" brushRef="#br0" timeOffset="-142781.04">21559 13257 2406 0,'-10'-8'97'16,"-1"2"-7"-16,1-1-19 0,4 5-29 0,4 2-26 0,2 1-18 0,2 2-7 15,1 1-8-15,4 2 6 0,2 2 1 0,2 2 2 0,3 0-6 16,3 1-5-16,4 3 1 0,0 2 4 0,3 2-1 0,3 0-12 0,-1 2-14 16,3 0-21-16,0-1-9 0,1 1-4 0,2-2-1 0,0-2 5 0,-1-1 11 15,2-1 15-15,-2-2 14 0,0-1 10 0,-1-3 14 0,0-1 9 16,-2-3 13-16,1-2 10 0,-3-2 14 0,-2-4 12 0,-3-1 18 0,0-3 17 16,-2-3 9-16,0-2 6 0,-1-4-9 0,0-2-13 0,1-4-15 15,-2-2-14-15,1-1-8 0,-1-2-23 0,0 0 6 0,-4-1-13 0,0 1 2 16,-2-1 4-16,-2-1-8 0,-4-2-1 0,-2 1-8 0,-2-1 3 15,-5 0-1-15,-4-1-5 0,-3-2-1 0,-4-1-2 0,-2 1-2 0,-1-1 7 16,-4 4 9-16,0 2-1 0,-5 1 2 0,1 2 2 0,0 4 0 0,-1 2-4 16,3 3-9-16,0 4-3 0,-1 3-4 0,1 3-1 0,0 3 16 15,1 4-10-15,-2 4 3 0,0 3 10 0,2 5-10 0,-2 4 5 0,1 2-7 16,0 6-20-16,-2 3 2 0,3 3-14 0,0 3-11 0,2 2-13 0,2 3-29 16,2 3-38-16,3 0-54 0,5 1-82 0,2 0-101 0,2 2-84 15,5 0-59-15,2 2-119 0</inkml:trace>
  <inkml:trace contextRef="#ctx0" brushRef="#br0" timeOffset="-142581.04">22977 13085 2250 0,'0'2'104'0,"0"1"-75"0,1 4-26 16,2 3-14-16,2 3 0 0,3 5-1 0,1 2-12 0,4 4-3 0,-1 3-3 15,4-1-11-15,-1 3 14 0,0 0-4 0,0 1-11 0,-1 2-6 16,0 1-27-16,1-1-23 0,-2 1-19 0,1-2-32 0,-1 1-62 0,1-3-56 16,-2-2-45-16,0-3-12 0,1-2-98 0</inkml:trace>
  <inkml:trace contextRef="#ctx0" brushRef="#br0" timeOffset="-142280.47">23317 12444 2565 0,'-4'-9'141'0,"1"1"-53"0,2 1-25 0,3 3-49 0,4 3-9 15,2 1-3-15,5 2-16 0,6 2 9 0,4 2-5 0,4 4-3 16,1 2 6-16,0 2-9 0,3 2-8 0,1 2-12 0,0 4-16 0,0 3-16 16,-1 0-11-16,-2 2-20 0,0 0-11 0,-2 3 9 0,0 0-8 0,-3 1 5 15,-1 0 1-15,0 1-16 0,-3-1 5 0,0 0 8 0,-1-2 8 16,-2 1 11-16,0-3 17 0,-2-1 23 0,-1-3 17 0,-2-6 23 0,-1-2 16 15,0-4 13-15,-1-4 21 0,1-2 19 0,0-3 21 0,-2-1 18 16,2-2 19-16,-1-1 20 0,-1-1 19 0,0-1 13 0,-2 0-2 0,0-1-18 16,-2 0-19-16,0-1-19 0,0 1-13 0,-1 0-11 0,-1 2-10 0,-1 2-9 15,-1 0-24-15,0 1-10 0,-1 0-16 0,-1 1-13 0,0 2 5 16,-1 2-8-16,-1 2-3 0,-2 3-4 0,-3 4-3 0,0 2-9 0,-6 6-11 16,-4 3-19-16,-3 2-42 0,-5 6-67 0,-7 3-96 0,-4 2-156 0,-7 5-202 15,-5 2-457-15</inkml:trace>
  <inkml:trace contextRef="#ctx0" brushRef="#br0" timeOffset="-140960.48">17634 11637 333 0,'-11'0'60'0,"1"2"-61"15,-1 2-9-15,5 2-12 0,4 1-15 0,1 2-22 0,0 0-30 0,1 0-69 16</inkml:trace>
  <inkml:trace contextRef="#ctx0" brushRef="#br0" timeOffset="-140464.47">17537 11777 192 0,'-10'1'218'0,"-3"0"-28"0,-2 0 7 0,1-1 6 16,2 0 7-16,2-1-6 0,0 1-7 0,0-1-16 0,2 1-20 16,1-1-21-16,3-1-22 0,2 0-22 0,1 1-22 0,0-1-17 0,3 0-17 15,1 0-10-15,3-1-11 0,3-2-7 0,4 1-1 0,3-1 4 16,4 0-7-16,3 0-2 0,1 0-5 0,2 1-1 0,2 0 2 0,-1 2 0 15,3 1 1-15,-2 2-2 0,1 0-2 0,-1 2-1 0,-1 2 4 0,-4 0-7 16,1 3 5-16,-2 1-2 0,-2 2-4 0,-1 2 5 0,-1 1-4 16,-4 2 2-16,-4 1-1 0,-2 3 0 0,-2 2 4 0,-3 0 0 0,-3 1 0 15,-3 1-3-15,-2-1-4 0,-2 0 1 0,-2-1 0 0,-1-1 9 16,-2 1 8-16,-2-3 1 0,-1 1 4 0,0-2-3 0,0-2-11 0,0 0 9 16,1-3 3-16,1-1 1 0,2-2 5 0,-1-2-2 0,3-4 0 0,1 1 1 15,1-2 3-15,3-1-1 0,1 0 0 0,1-2-4 0,1 0-6 16,2 0-2-16,0-2 0 0,1 0-2 0,3-1-5 0,1-2-4 0,3 1 0 15,2-2 1-15,2-2 4 0,1 0-3 0,2 0 0 0,2 0-2 0,1 1 4 16,0 2-2-16,2 0 3 0,-2 3-3 0,-1 1-1 0,1 3 1 16,-1 1 1-16,1 3 3 0,0 2-3 0,0 3 1 0,-1 2-7 0,3 2 5 15,0 2 2-15,-2 5 4 0,2 2-4 0,-1 4-2 0,-1 3 0 0,-1 0 3 16,-1 1-3-16,-1 1 0 0,-3 0-3 0,-1 0-4 0,-1 0 4 16,-2-1 3-16,-2-3 0 0,-1-3-3 0,-2-4-2 0,-2-4 1 0,-2-1 1 15,-1-2 15-15,-3-3 14 0,-1-1-4 0,-3-2 8 0,-3 0-1 16,-2-1-12-16,-2-2 2 0,1-1 3 0,-4-1 2 0,1-2 0 0,1-1 4 15,-2-1-1-15,1-2 0 0,0-1 1 0,3-1-6 0,-1-2 1 0,1-1-7 16,0 0-2-16,3-1-22 0,1 0-1 0,0 0 0 0,1 1 2 16,2-1 17-16,0 0-1 0,2 1 2 0,-1 1-6 0,1 1 4 0,1 2 2 15,0 0-9-15,1 2 10 0,-1 0-10 0,1 0 0 0,0 2-1 0,0-1-11 16,1 1 8-16,-1 2-2 0,1 1 4 0,0 1-3 0,1 1-1 16,0 1 2-16,0 1-3 0,0 0 3 0,1-1 17 0,1 1-10 0,0 0 9 15,0 1-3-15,2-1-22 0,-1 0 4 0,2 1-9 0,0-1 2 16,1-1-6-16,-1 1 3 0,1 1-8 0,-1-1-10 0,-1-1-4 0,2 1-14 15,-1-1-11-15,1-1-14 0,-2 0-20 0,1 0-22 0,-1 0-31 0,0 0-27 16,1 0-51-16,-2 2-54 0,1 1-57 0,-1 2-38 0,0 1-11 16,0 3-172-16</inkml:trace>
  <inkml:trace contextRef="#ctx0" brushRef="#br0" timeOffset="-139945.78">18349 14399 1711 0,'-2'-2'1036'0,"-1"0"-989"0,1 0 6 0,2 1-4 0,1 0-25 15,4 0-9-15,2-1-10 0,4-1-5 0,3-1-5 0,2-1-4 0,1-3 3 16,2-2 2-16,0-1 6 0,1-3-11 0,-1-1-6 0,0-4-10 15,-1-3-3-15,-1-3 0 0,0-4-9 0,-3-1 1 0,-1-3 7 0,-1 0 1 16,-2-3 18-16,-1 1 7 0,-2-3 8 0,-2-1 1 0,-1 1 11 16,-1 0 4-16,1 2-2 0,-3 2 16 0,0 3-5 0,0 2 9 0,-1 4 8 15,-1 3 9-15,0 4-7 0,-1 3 1 0,1 3 0 0,-1 2-9 0,0 4 2 16,0 2-11-16,0 2-10 0,1 1 1 0,-1 2-11 0,0 3-3 16,0 2-9-16,-1 6-5 0,0 5 1 0,-1 6 2 0,1 5 4 0,-1 5 0 15,0 4-2-15,0 1-14 0,1 1 5 0,2 2 3 0,-1-1 3 0,2 0 5 16,2-1-6-16,0-2 1 0,3 1-3 0,0-3 6 0,2 1-5 15,1-1-4-15,0-3 2 0,1 0 3 0,1-3 8 0,1 0-4 0,0-2-2 16,1 0 7-16,-1-1-5 0,1-2 8 0,-1-2 0 0,-1-3-18 16,0-1 10-16,-2-2-9 0,-1-3 9 0,-3-1 21 0,1-1-10 0,-2-2 1 15,1-2-5-15,-2-1-7 0,0-1 4 0,-1-1 0 0,0-1-3 0,0-1-1 16,0-1 7-16,-1-1-1 0,0 1-6 0,0-1-2 0,-1 0-3 16,1 0 3-16,-1 0-2 0,0 1-5 0,-2 1-3 0,0 0 0 0,-1-1-3 15,-1 2 1-15,-1 0 7 0,0 1-5 0,-1 2 12 0,-1-1 0 0,0 1-2 16,1-1 5-16,0 1 1 0,0-2-6 0,2 1 0 0,0 0 1 15,2-1-1-15,0 0 2 0,0-1-7 0,1 0-9 0,0-2-1 0,1 1-4 16,1-1-4-16,0 0-8 0,0 0-10 0,0-1-7 0,0 0-4 16,0 0-18-16,0-1-20 0,0 0-30 0,0 0-27 0,0-1-34 0,-1-1-48 15,1-1-56-15,0-2-79 0,-1-2-55 0,1-2 11 0,0-2-66 0</inkml:trace>
  <inkml:trace contextRef="#ctx0" brushRef="#br0" timeOffset="-139678.79">18806 14437 1846 0,'0'0'159'0,"1"1"-42"0,0 1-8 0,3-2-18 0,0 2-20 0,4 0-29 16,4 2-25-16,3 1-5 0,3 0-2 0,0 1-1 0,4 1-4 15,1 0-4-15,-1 1-4 0,2 1 3 0,-1-1-5 0,1 0 1 0,0 0-7 16,1-2-5-16,0-1 6 0,-1-1-3 0,1-1 10 0,-2-1-1 16,-1-1 0-16,-1-2 9 0,0-1 9 0,-3-2-3 0,1-1 4 0,0-2 7 15,-1-2-11-15,0 0 14 0,0-1-6 0,0-3 1 0,-3-1 6 0,0-1 1 16,-1 0 6-16,-3-2 6 0,-2-1 5 0,-2 0 5 0,-2-1 6 15,-2-3 2-15,-5-1-8 0,-2-1 0 0,-4-3-5 0,-2-2-6 0,-4-1-1 16,-4 0 0-16,-3-1-4 0,-1 4-5 0,-2 0 4 0,-2 5-5 16,0 1-4-16,0 4 0 0,0 3-6 0,0 5-5 0,1 3-1 0,-3 3-13 15,0 3-7-15,0 4-16 0,0 3-20 0,0 5-22 0,1 6-44 0,-2 4-62 16,0 4-92-16,0 6-153 0,-1 5-198 0,2 5-165 0,-2 5 102 0</inkml:trace>
  <inkml:trace contextRef="#ctx0" brushRef="#br0" timeOffset="-137764.37">23628 12295 1027 0,'-19'-10'807'0,"-1"1"-644"16,-4 0 11-16,2 4-36 0,3 2-32 0,2 2-30 0,2 1-20 15,2 1-11-15,2 1-10 0,1 1-6 0,1 1-12 0,4 2-9 0,0 1-8 16,2 0-1-16,3 4-6 0,2-1 1 0,3 2-2 0,3 1 1 16,4-1 6-16,4 1-1 0,4-1 2 0,3 1-6 0,4 1-5 0,2 0-4 15,3-1-2-15,1 1-6 0,1 1-4 0,1 1 4 0,0 1-4 0,0 2 8 16,0 2 4-16,0 0-1 0,-3 1 9 0,-1 0-9 0,-4-1 2 16,-1 2 25-16,-2 0 3 0,-5 0 9 0,-2 1 5 0,-3-1-14 15,-4-1 3-15,-3 1 5 0,-2-2 2 0,-3 1 2 0,-2-1 4 0,-4-1 0 16,-2 0 3-16,-3-1 1 0,-3-2-3 0,-3 0-2 0,-2-1 0 0,-2-1-5 15,-3-2-7-15,-2-2 1 0,1 0-4 0,-1 0 3 0,1-1 3 0,2-2-7 16,1 0 3-16,4-3-4 0,2 0-4 0,2 0-5 0,4-2-3 16,2 0-6-16,2-2-10 0,3 0-4 0,1 0 1 0,2 0-2 0,1 0 0 15,2 0 6-15,1 2 4 0,2-1 9 0,1 2 9 0,0 1-6 0,1 1-4 16,2 2 1-16,0 2-1 0,1 2 5 0,1 2 4 0,-1 2-7 16,4 1 4-16,0 3-5 0,1 1 6 0,1 0-8 0,-1 2-2 0,2 0 17 15,-1 0-6-15,-1 1 14 0,1 0 3 0,-5-2-19 0,0 2-1 16,0-1 1-16,-3-1 4 0,-2-1 0 0,-2-2 8 0,-3 0-5 0,-1 0-3 15,-2-2 6-15,-2-1-4 0,-1 1 1 0,0-2 0 0,-3-1-4 0,-2-2-3 16,-1 0 2-16,-1-1 0 0,-2-1-5 0,0-1 2 0,1-2-2 16,-2-1 2-16,1-1 3 0,1-1-2 0,0-2 1 0,0 0-4 0,3-3-4 15,2 0 1-15,0 0-7 0,3-2-11 0,0 1-3 0,0-2-8 16,2 1 0-16,-1 0-9 0,1 0-8 0,0 0-12 0,0-1-18 0,0 0-15 16,0 1-13-16,1 0-11 0,0 1-21 0,1-1-21 0,-1 1-18 0,0 1-22 15,0-1-21-15,2 1-18 0,0-2-21 0,1 0-19 0,2 0-216 16</inkml:trace>
  <inkml:trace contextRef="#ctx0" brushRef="#br0" timeOffset="-137347.37">24734 13126 3271 0,'-8'-11'84'16,"2"2"-13"-16,0 0-16 0,6 4-27 0,5 0-11 0,3 0-10 16,2 0-5-16,5 1-6 0,2 1-1 0,2 2-10 0,0 0-2 0,0 1-10 15,-1 1-19-15,-2 1-25 0,1 1-28 0,-1 1-16 0,-1 0-8 0,-1 1-4 16,1 0-1-16,-1 0 10 0,-2 0 3 0,-2 1 10 0,0 0 12 15,1 0 7-15,-2 0 26 0,-1 1 21 0,1-1 17 0,-2 0 17 0,0-1 7 16,-1 0 16-16,-2-1 3 0,0 0 12 0,-1 0 12 0,1 1 4 16,-2-2 1-16,2 0 0 0,-1 0-4 0,2-1-1 0,0 0 6 0,0 0 1 15,0 0 4-15,1-1-6 0,-1-1 7 0,1 0-4 0,1-1-17 0,0-1-1 16,0 0-8-16,-1-1 0 0,-1 0-2 0,1 0-4 0,-1-1-8 16,0 1-9-16,-1-1-1 0,-2 0 1 0,0 1-3 0,0-1 1 0,-1 0-5 15,0 0-3-15,-1-1-2 0,0 1-4 0,-1-1-3 0,1 1-7 0,-1 1-2 16,1-1-8-16,-1 1-6 0,0 0-9 0,0 0-17 0,0 1-18 15,1 1-34-15,-1 0-31 0,0 1-47 0,1 0-47 0,0 2-31 0,0 0-18 16,0 4-2-16,-1 1-4 0,0 3 27 0,0 3-142 0</inkml:trace>
  <inkml:trace contextRef="#ctx0" brushRef="#br0" timeOffset="-137064.39">24843 13524 1932 0,'-8'-2'494'0,"1"-2"-392"0,-1-1-16 0,4 2-43 0,3 0-4 15,2 0-11-15,1 0-7 0,2-2-1 0,1 0 1 0,2 0-3 0,0-2-11 16,3 0 4-16,-1-1-7 0,2 0-1 0,2 0-5 0,2-1-9 0,-1-2-1 16,2 1-3-16,2 0 1 0,1 2-3 0,0 0-11 0,2 2 2 15,-1 3-6-15,-1 4-4 0,0 3 9 0,-1 3 3 0,-3 3 8 0,-1 3 8 16,-1 1-1-16,-2 2 6 0,0 1 3 0,-1 1 3 0,-1 2 2 16,0 0 9-16,1-2 3 0,-2 2 6 0,2-2 4 0,-1-3-3 0,0-2-3 15,3-1 7-15,-1-2-4 0,2-3 6 0,0 0 4 0,0-4 6 0,-1-1 10 16,0-2-4-16,-2-1-2 0,-1 0-10 0,0-3-5 0,-2 0-6 15,0-2-6-15,0-2-3 0,-1-1-12 0,1-1 0 0,-1-2-11 0,-1 0 2 16,1-3-10-16,0-2-13 0,-1 1-7 0,0 0-21 0,-1-1-17 16,0 0-17-16,-1 0-23 0,0 1-18 0,0 0-17 0,0-1-34 0,1 2-15 15,-1 0-38-15,1 0-40 0,0 2-31 0,0 1-23 0,1 3-1 16,1-1-77-16</inkml:trace>
  <inkml:trace contextRef="#ctx0" brushRef="#br0" timeOffset="-136480.39">25917 13131 2237 0,'-2'-11'226'0,"0"-2"-35"0,1-1-39 16,3-2-55-16,2 1-16 0,2 0-19 0,3 0-24 0,1-2-5 0,0 3-15 16,2 0-4-16,1 2-4 0,0 3-13 0,1 2 3 0,-1 3-7 15,1 3-9-15,1 2 5 0,-2 4-8 0,-1 1-2 0,-1 3-1 0,-2 2-2 16,-1 4-2-16,-2 4-5 0,-2 2-13 0,-2 4-5 0,-3 2-10 0,-2 2-5 16,-1 2-1-16,-4 1-8 0,-1 0-3 0,-2-2 7 0,-2 1 19 15,-1-3 9-15,0 0 9 0,2-2 3 0,0-1 1 0,2-3 11 0,2-1 22 16,1-5 19-16,1-2 18 0,3-4 22 0,1-2 20 0,2-1 17 0,0-3 7 15,0-2-3-15,2 0-12 0,1-2-18 0,2-2-4 0,1-1-14 16,1-1-15-16,1-2-7 0,1-2-16 0,2 0-6 0,1-1-4 0,2-1-7 16,-2-1-8-16,1 0-6 0,-1-1-4 0,-1 1-2 0,0 0-1 15,-1 0-11-15,0 2-1 0,-3 0-9 0,2 2-3 0,-2 1 3 0,0 3-6 16,-1 1 11-16,-1 2-4 0,-1 2 8 0,-1 1 11 0,-1 3-3 0,-1 2 11 16,-1 3 1-16,-2 3-6 0,-1 2 1 0,-2 3-8 0,-1 2-1 15,-2 1-1-15,-2 2 4 0,0 1 1 0,1 2 2 0,-2 2-2 0,-1-1-1 16,1 2 2-16,0-3-1 0,0 0-7 0,3-1-10 0,0-1-21 0,2 0-42 15,1-2-57-15,2 0-57 0,2-2-57 0,2-2-33 0,2-1 1 16,2-3 22-16,2-3 33 0,0-3-72 0</inkml:trace>
  <inkml:trace contextRef="#ctx0" brushRef="#br0" timeOffset="-136213.83">26427 13581 1413 0,'8'-19'267'0,"-1"-1"-94"15,4-2-43-15,-3 5-30 0,-2 6 3 0,0 3-12 0,-1 3-10 0,-2 2-13 16,-1 2-17-16,0 1-14 0,-2 2-15 0,0 2-4 0,1 2-12 0,-1 3-6 15,1 1-8-15,0 3-13 0,2 0-10 0,0 2-5 0,1 1-5 16,2-1-11-16,1-1 9 0,4 0 0 0,1-2 2 0,2-2 15 0,0-2-1 16,1-1 4-16,1-3 4 0,1-1 6 0,-2-2 9 0,0-2 15 15,1-1 8-15,0-2 6 0,-1-2 9 0,-1-1 3 0,-1-1 6 0,-2-1 7 16,-2-1 2-16,-1-1 3 0,-1-1 1 0,-2-1-1 0,-1-2-4 0,-2-2-2 16,-1 1-2-16,-2-3 0 0,-2-1-6 0,0 0-6 0,-3-3-2 15,0 0-11-15,0 1 0 0,-3-1-5 0,0 2-20 0,0 3-1 0,-3 3-24 16,0 1-11-16,-1 2 6 0,0 2-12 0,0 1 14 0,-1 2-15 15,1 1-15-15,-1 2-14 0,1 2-22 0,1 1-22 0,1 2-14 0,1 1-23 16,4 1-42-16,0 0-46 0,2 3-69 0,2 2-34 0,3 0 10 0,2 4-148 16</inkml:trace>
  <inkml:trace contextRef="#ctx0" brushRef="#br0" timeOffset="-135997.83">27381 13371 2392 0,'11'-5'149'0,"2"0"-30"15,1-1-60-15,2 0-26 0,-3 1-12 0,3 1-11 0,-3 1-15 0,-1 2-10 16,-2 1-6-16,-4 2-10 0,0 1-3 0,-4 1-7 0,0 2-3 0,-1 3-7 16,-2 2 2-16,-2 2 17 0,-3 2 12 0,-3 0 16 0,-2 2 14 15,-1-1 1-15,-1-1 9 0,-1-2 0 0,0 1 0 0,-2 0 5 0,2-1-6 16,-3-2 4-16,0 0 2 0,0-1 4 0,-3-1 2 0,0-2-2 0,0-1 0 16,3 0-1-16,-1-3-5 0,1-1-8 0,2-2-12 0,1-2-5 15,0-2-11-15,0-2 2 0,1-2-12 0,0-2-18 0,0-3-24 0,0-2-19 16,1-3-23-16,1-3-22 0,3-1-9 0,-1-4-16 0,0-3-77 15,0 1-49-15,1-5-90 0,0 1-76 0,1-1-97 0</inkml:trace>
  <inkml:trace contextRef="#ctx0" brushRef="#br0" timeOffset="-135880.65">26950 12669 1024 0,'-7'-14'227'0,"-1"0"-138"0,0-2-14 0,3 5-27 0,1 4-18 0,1 0-3 16,0 2-16-16,1 2-8 0,0 1-11 0,0 1-17 0,1 2-8 15,0 1-11-15,2 2-16 0,1 2-6 0,0 1-8 0,2 2-15 0,0 1-14 16,1 2-39-16,0 0-42 0,3 1-36 0,-1 0-159 0</inkml:trace>
  <inkml:trace contextRef="#ctx0" brushRef="#br0" timeOffset="-135597.28">27502 13606 2421 0,'-2'12'68'0,"2"3"-49"0,0 5-16 16,1 2-12-16,0-2-7 0,0-1 5 0,0 0 3 0,-2-1 10 0,3-2 7 16,-1-4-6-16,0-1-4 0,0-1-18 0,-2-3-18 0,1-1-15 15,0-2-17-15,-1-2-15 0,1-2-6 0,-1-3-6 0,-1-3 13 0,2-1 12 16,-2-3 18-16,2-3 20 0,0 0 11 0,1-4 15 0,1 0 11 0,1-3 13 16,1 0 12-16,1-4 9 0,0-2 5 0,2-4-2 0,-1 2-8 15,0-1-8-15,0 2-11 0,-1 5-3 0,-1 2 6 0,0 3 4 0,-2 5 11 16,-1 1 4-16,-2 2-9 0,-1 2-1 0,-2 1-8 0,-1 2-17 0,0 0-8 15,-2 1-12-15,-1 2-13 0,-1 0-15 0,-2 2-27 0,-2-1-57 16,-1 3-74-16,0 0-69 0,-1 1-42 0,-1 1-26 0,1-1-175 0</inkml:trace>
  <inkml:trace contextRef="#ctx0" brushRef="#br0" timeOffset="-129513.9">15240 4703 29 0,'0'0'12'15,"1"0"-4"-15,0-1-6 0,2 2-1 0,1-1 0 0,0 2-4 0,1-1 0 16,-1 0 0-16,0 2 2 0,-1 0-1 0,0 1 1 0,-2 0 1 0,0 0-6 16,-2 1-1-16,-2-2 2 0,-1 3-1 0,0-1 6 0,-1-2 1 15,0 1 0-15,-1 0 1 0,2-2 3 0,0 1 5 0,1-2 2 0,1-1-1 16,0-1 1-16,1 0-3 0,0 1 4 0,1 0 7 16,0-1-2-16,1 1 1 0,0-2-1 0,0 0-2 0,0-1 4 0,1 0-4 0,1-1-2 15,1 0-2-15,1-1-5 0,1 1 0 0,0-3 1 0,1 0-1 0,0 1 0 16,0-2 0-16,0 1-3 0,1 0 2 0,-1 0 0 0,0 0-3 0,-1 1 4 15,-1 0 0-15,0-1 2 0,-1 1 6 0,-2 0 1 0,0 1 1 16,0 1 5-16,-2-1-2 0,1 1 3 0,-1 0-3 0,0 0-3 0,0 2-5 16,0-1-4-16,1 0-1 0,0 2-5 0,0-2 0 0,1 0 1 15,2 0-1-15,1 0-1 0,1-1 1 0,1 0-2 0,1-1 1 0,1 0 1 16,2-1 0-16,-2 0 0 0,2 0-1 0,1 1 1 0,-1-1 3 16,2 2 0-16,0-1 3 0,1 0 1 0,0 1-2 0,0-1 2 0,1 1 1 15,1 1 0-15,1 1 3 0,2-1-1 0,-1 2 0 0,0 0-3 0,1 2-1 16,-1 1-2-16,-1 1 0 0,-1 1 0 0,-1 2 0 0,-2 2-1 0,-1 0 2 15,1 1-2-15,-1 1 1 0,0 0-1 0,-1 1 0 0,0 1 0 16,1 0 1-16,0 1 1 0,1 1-2 0,0 1 0 0,1 0 0 0,1-1 1 16,0 2 0-16,1 2 0 0,-1 0-1 0,2 0-1 0,0 0-1 15,0-2 0-15,2-1-1 0,0 2 2 0,0-1-1 0,-1 0 0 0,0-1 0 16,-2 1-1-16,-1-1-2 0,-1 1 3 0,0 0-3 0,-1 0-2 0,-2 1 2 16,-2-1 0-16,0-1 1 0,-2 1 1 0,0 0 0 0,-1-2-6 15,-2-1 2-15,-1-1 2 0,-2 0 4 0,-1 1 8 0,-2-1 3 0,-1-1 5 16,-2 0 6-16,-3 0 0 0,-1 1 4 0,-4 1-4 0,-1 0-6 0,-4 2-2 15,-5 0-8-15,-2 0 0 0,-6-1-3 0,-1 0-2 0,-5 0-1 16,1-2-2-16,-2 0 1 0,-2-2-4 0,-1 0 4 0,-1-1-2 0,0-1-3 16,1-2 1-16,0-1-4 0,-1 0 1 0,2-2 5 0,2 0 0 15,1-3 1-15,3-1 4 0,2-2-3 0,2-2 3 0,3-1-2 0,5-1 1 16,1-1-1-16,4-1 1 0,3-1 0 0,3 1-5 0,1-2-1 0,3 0-2 16,1 0-1-16,3-1-3 0,3 0-5 0,2 0-9 0,3-2-12 15,3-1-17-15,4 0-24 0,1 0-21 0,6 0-5 0,3-1-11 0,4-1-12 16,3 2-162-16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47C50-7E82-3C26-0477-A4961FAEF4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28A38D-E4EC-0FE7-CCCA-A006A6BBE3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1A35E0-C383-1F7C-B4C3-84F492C18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D2368-47E6-4D58-90D3-A52F1C8525E0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387EDC-5E07-7D32-9947-32F3E7642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75BD4-77E3-9618-D145-184F079D4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5D9CE-C792-449F-9230-F572D9242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444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8E6F6-925A-3AE1-25F2-F5B405A1F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AB789-9E0E-FAD3-63F6-58450E7ED7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1CA1E-511E-2F62-AB5B-BD649BBE2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D2368-47E6-4D58-90D3-A52F1C8525E0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5EEBDB-CDBC-84E3-5E0A-E0CA10C8F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DCC91-3425-C713-AF5A-0D3815C7F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5D9CE-C792-449F-9230-F572D9242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724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D3BF3-D485-73B2-4849-2B6A13B19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3728EF-1A68-BF86-0EF6-63463ABC0D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C778E7-8B22-6F3A-57EF-4B9F7E4C7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D2368-47E6-4D58-90D3-A52F1C8525E0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792B1-AFAF-FF4F-4FB7-8217958D8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FD57AC-E115-30F5-D6CD-1BB3AEB00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5D9CE-C792-449F-9230-F572D9242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126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CD641-B848-72EC-ACB8-21F225CB2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31CD3-2CDC-11EC-4B82-B758FE31FD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6426C4-8602-DA5E-87A4-586C42E2C4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E7AFC4-79BC-6E58-611E-CF521D409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D2368-47E6-4D58-90D3-A52F1C8525E0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8D6BCA-0E6E-F514-6170-D00A963D4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A4413A-E90E-0324-611F-0B049D25B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5D9CE-C792-449F-9230-F572D9242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423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72704-F478-325F-C6A0-2AF8B1E07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669DBC-37A2-E0B0-2720-8D7C64145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27A6A1-79FC-FE54-1431-011A68A0B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72E294-0BF6-359B-38CB-22783A2F41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365B7D-9D3E-3D2F-9ECD-F0CD4816BE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6CF4A2-2559-4653-C17E-8A8D3BF06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D2368-47E6-4D58-90D3-A52F1C8525E0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7E756B-2D95-BDD4-C25D-DC6DF5206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A4A4FA-6DF7-988E-5FB8-077ACC494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5D9CE-C792-449F-9230-F572D9242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793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0A56B-2B41-1F71-3C54-314F3C894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911AFB-8085-660E-8BB3-ECAD60C06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D2368-47E6-4D58-90D3-A52F1C8525E0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31FB32-D34F-A252-3B49-4A0E95D9E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DC0128-C414-26AB-7B1F-F7BB4C553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5D9CE-C792-449F-9230-F572D9242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108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2675DD-C529-9BB2-4C39-975B3AAD4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D2368-47E6-4D58-90D3-A52F1C8525E0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8AEBF1-581B-B103-412F-2858D8173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E1814F-A167-7CD5-A786-05FC544D5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5D9CE-C792-449F-9230-F572D9242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851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F3D4B-90A4-3E6C-3B74-D672E1700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A00EC-CBD2-F9C5-58EC-B503E42104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3A9B81-24A3-3C3F-18D7-E6349CC9A6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622FCE-73C7-5D62-622E-249809141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D2368-47E6-4D58-90D3-A52F1C8525E0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8CB258-54C1-FA19-838B-AD081F1FD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B462CD-9305-7999-DC31-AE5735BE0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5D9CE-C792-449F-9230-F572D9242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611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9CB8E-B6CF-7900-4FB5-183B65881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C2554F-38EE-8D81-F53E-B6B806C390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08DF81-BF45-E760-ABAF-6EC35D1D6D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B60C2D-0168-165F-D3E9-B240515D1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D2368-47E6-4D58-90D3-A52F1C8525E0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EDEA4F-FF60-5DC8-7AD1-7EE86D52F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A52684-D2AE-7D1A-8EDE-F39283A6D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5D9CE-C792-449F-9230-F572D9242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114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F6B0B-B0BC-8DF6-6566-F158330E5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8AF730-EF2F-67AA-098D-5697F7CA2E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B6B21-A0FD-7F48-A6DD-FE1E29771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D2368-47E6-4D58-90D3-A52F1C8525E0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F0BF6-39C5-C86D-7B29-A97F4DC29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9B0A1-2E1B-EB48-F691-0F7EE44D5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5D9CE-C792-449F-9230-F572D9242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116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705350-90C4-614F-E8D7-4A62237313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5BF40A-D397-B1A4-05D1-F862CAB3A7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EACA09-7873-0A6B-D7D5-BAD41C335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D2368-47E6-4D58-90D3-A52F1C8525E0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0E2E2-D4AC-2CBE-C11E-6C374553E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65772-BB47-B318-B95A-A10CAEB98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5D9CE-C792-449F-9230-F572D9242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037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75F5EB-60F2-343B-6318-604512300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BF0B59-0C4E-D5CD-7BE9-68EFA370BC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4C9153-DC6A-CB29-8115-A263056C01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9D2368-47E6-4D58-90D3-A52F1C8525E0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8C557-442A-99BC-6465-CCDB45CDB8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536E5A-8C3A-722E-3DC1-1D7D27EDF1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A5D9CE-C792-449F-9230-F572D9242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976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7361B-7EE2-254C-90A7-7484558F08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1-dars(Model Building)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14D201-C627-BABE-27F9-A7A8A0AE52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49820"/>
            <a:ext cx="9144000" cy="607979"/>
          </a:xfrm>
        </p:spPr>
        <p:txBody>
          <a:bodyPr/>
          <a:lstStyle/>
          <a:p>
            <a:r>
              <a:rPr lang="en-US" dirty="0"/>
              <a:t>Davronbek Malikov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BF23BDD-E9F3-A72A-B273-6467CF0ECE00}"/>
                  </a:ext>
                </a:extLst>
              </p14:cNvPr>
              <p14:cNvContentPartPr/>
              <p14:nvPr/>
            </p14:nvContentPartPr>
            <p14:xfrm>
              <a:off x="9424800" y="6067080"/>
              <a:ext cx="15480" cy="316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BF23BDD-E9F3-A72A-B273-6467CF0ECE0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415440" y="6057720"/>
                <a:ext cx="34200" cy="50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780215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DBC77-1FDE-9ABE-BE35-1772E89B0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Bugun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A960B-7877-EF27-C775-1DE347264F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Qoidalar</a:t>
            </a:r>
            <a:endParaRPr lang="en-US" dirty="0"/>
          </a:p>
          <a:p>
            <a:r>
              <a:rPr lang="en-US" dirty="0"/>
              <a:t>Yangi </a:t>
            </a:r>
            <a:r>
              <a:rPr lang="en-US" dirty="0" err="1"/>
              <a:t>oyimiz</a:t>
            </a:r>
            <a:r>
              <a:rPr lang="en-US" dirty="0"/>
              <a:t> </a:t>
            </a:r>
            <a:r>
              <a:rPr lang="en-US" dirty="0" err="1"/>
              <a:t>uchun</a:t>
            </a:r>
            <a:r>
              <a:rPr lang="en-US" dirty="0"/>
              <a:t> plan</a:t>
            </a:r>
          </a:p>
          <a:p>
            <a:r>
              <a:rPr lang="en-US" dirty="0"/>
              <a:t>Model Building </a:t>
            </a:r>
            <a:r>
              <a:rPr lang="en-US" dirty="0" err="1"/>
              <a:t>nima</a:t>
            </a:r>
            <a:r>
              <a:rPr lang="en-US" dirty="0"/>
              <a:t>?</a:t>
            </a:r>
          </a:p>
          <a:p>
            <a:r>
              <a:rPr lang="en-US" dirty="0"/>
              <a:t>Model Evaluation</a:t>
            </a:r>
          </a:p>
          <a:p>
            <a:r>
              <a:rPr lang="en-US" dirty="0"/>
              <a:t>Model Evaluation </a:t>
            </a:r>
            <a:r>
              <a:rPr lang="en-US" dirty="0" err="1"/>
              <a:t>Amaliy</a:t>
            </a:r>
            <a:endParaRPr lang="en-US" dirty="0"/>
          </a:p>
          <a:p>
            <a:r>
              <a:rPr lang="en-US" dirty="0" err="1"/>
              <a:t>Funksiya</a:t>
            </a:r>
            <a:endParaRPr lang="en-US" dirty="0"/>
          </a:p>
          <a:p>
            <a:r>
              <a:rPr lang="en-US" dirty="0" err="1"/>
              <a:t>Vazifa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2397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86381-303C-CDAD-7ADD-83C9CD21D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F598B-D41C-225D-9EE0-BF4230E09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24781"/>
          </a:xfrm>
        </p:spPr>
        <p:txBody>
          <a:bodyPr/>
          <a:lstStyle/>
          <a:p>
            <a:pPr algn="ctr"/>
            <a:r>
              <a:rPr lang="en-US" b="1" dirty="0" err="1"/>
              <a:t>Qoidalar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82171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E80A5-EDFD-E708-A84C-A65BA62CF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Darsimiz</a:t>
            </a:r>
            <a:r>
              <a:rPr lang="en-US" dirty="0"/>
              <a:t> </a:t>
            </a:r>
            <a:r>
              <a:rPr lang="en-US" dirty="0" err="1"/>
              <a:t>olib</a:t>
            </a:r>
            <a:r>
              <a:rPr lang="en-US" dirty="0"/>
              <a:t> </a:t>
            </a:r>
            <a:r>
              <a:rPr lang="en-US" dirty="0" err="1"/>
              <a:t>borish</a:t>
            </a:r>
            <a:r>
              <a:rPr lang="en-US" dirty="0"/>
              <a:t> </a:t>
            </a:r>
            <a:r>
              <a:rPr lang="en-US" dirty="0" err="1"/>
              <a:t>qoidalari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061CC-AC4B-78A1-2896-819E518473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Tartib</a:t>
            </a:r>
            <a:endParaRPr lang="en-US" dirty="0"/>
          </a:p>
          <a:p>
            <a:pPr lvl="1"/>
            <a:r>
              <a:rPr lang="en-US" dirty="0"/>
              <a:t>2 ta </a:t>
            </a:r>
            <a:r>
              <a:rPr lang="en-US" dirty="0" err="1"/>
              <a:t>ketma</a:t>
            </a:r>
            <a:r>
              <a:rPr lang="en-US" dirty="0"/>
              <a:t> </a:t>
            </a:r>
            <a:r>
              <a:rPr lang="en-US" dirty="0" err="1"/>
              <a:t>ket</a:t>
            </a:r>
            <a:r>
              <a:rPr lang="en-US" dirty="0"/>
              <a:t> </a:t>
            </a:r>
            <a:r>
              <a:rPr lang="en-US" dirty="0" err="1"/>
              <a:t>vazifa</a:t>
            </a:r>
            <a:r>
              <a:rPr lang="en-US" dirty="0"/>
              <a:t> </a:t>
            </a:r>
            <a:r>
              <a:rPr lang="en-US" dirty="0" err="1"/>
              <a:t>bajarilmasa</a:t>
            </a:r>
            <a:r>
              <a:rPr lang="en-US" dirty="0"/>
              <a:t> </a:t>
            </a:r>
            <a:r>
              <a:rPr lang="en-US" dirty="0" err="1"/>
              <a:t>gruppadan</a:t>
            </a:r>
            <a:r>
              <a:rPr lang="en-US" dirty="0"/>
              <a:t> </a:t>
            </a:r>
            <a:r>
              <a:rPr lang="en-US" dirty="0" err="1"/>
              <a:t>chetlashtiriladi</a:t>
            </a:r>
            <a:endParaRPr lang="en-US" dirty="0"/>
          </a:p>
          <a:p>
            <a:pPr lvl="1"/>
            <a:r>
              <a:rPr lang="en-US" dirty="0" err="1"/>
              <a:t>Vazifalarni</a:t>
            </a:r>
            <a:r>
              <a:rPr lang="en-US" dirty="0"/>
              <a:t> </a:t>
            </a:r>
            <a:r>
              <a:rPr lang="en-US" dirty="0" err="1"/>
              <a:t>darsimiz</a:t>
            </a:r>
            <a:r>
              <a:rPr lang="en-US" dirty="0"/>
              <a:t> </a:t>
            </a:r>
            <a:r>
              <a:rPr lang="en-US" dirty="0" err="1"/>
              <a:t>kunlari</a:t>
            </a:r>
            <a:r>
              <a:rPr lang="en-US" dirty="0"/>
              <a:t> </a:t>
            </a:r>
            <a:r>
              <a:rPr lang="en-US" dirty="0" err="1"/>
              <a:t>soat</a:t>
            </a:r>
            <a:r>
              <a:rPr lang="en-US" dirty="0"/>
              <a:t> 17:00 </a:t>
            </a:r>
            <a:r>
              <a:rPr lang="en-US" dirty="0" err="1"/>
              <a:t>gacha</a:t>
            </a:r>
            <a:r>
              <a:rPr lang="en-US" dirty="0"/>
              <a:t> </a:t>
            </a:r>
            <a:r>
              <a:rPr lang="en-US" dirty="0" err="1"/>
              <a:t>topshiringlar</a:t>
            </a:r>
            <a:endParaRPr lang="en-US" dirty="0"/>
          </a:p>
          <a:p>
            <a:pPr lvl="1"/>
            <a:r>
              <a:rPr lang="en-US" dirty="0"/>
              <a:t> </a:t>
            </a:r>
            <a:r>
              <a:rPr lang="en-US" dirty="0" err="1"/>
              <a:t>Baxolash</a:t>
            </a:r>
            <a:endParaRPr lang="en-US" dirty="0"/>
          </a:p>
          <a:p>
            <a:pPr lvl="2"/>
            <a:r>
              <a:rPr lang="en-US" dirty="0"/>
              <a:t>Jami 11 ta </a:t>
            </a:r>
            <a:r>
              <a:rPr lang="en-US" dirty="0" err="1"/>
              <a:t>vazifa</a:t>
            </a:r>
            <a:r>
              <a:rPr lang="en-US" dirty="0"/>
              <a:t> </a:t>
            </a:r>
            <a:r>
              <a:rPr lang="en-US" dirty="0" err="1"/>
              <a:t>topshirish</a:t>
            </a:r>
            <a:r>
              <a:rPr lang="en-US" dirty="0"/>
              <a:t>(11*5=55)</a:t>
            </a:r>
          </a:p>
          <a:p>
            <a:pPr lvl="2"/>
            <a:r>
              <a:rPr lang="en-US" dirty="0" err="1"/>
              <a:t>Oraliq</a:t>
            </a:r>
            <a:r>
              <a:rPr lang="en-US" dirty="0"/>
              <a:t> 50</a:t>
            </a:r>
          </a:p>
          <a:p>
            <a:pPr lvl="2"/>
            <a:r>
              <a:rPr lang="en-US" dirty="0" err="1"/>
              <a:t>Yakuniy</a:t>
            </a:r>
            <a:r>
              <a:rPr lang="en-US" dirty="0"/>
              <a:t> 50</a:t>
            </a:r>
          </a:p>
          <a:p>
            <a:pPr lvl="2"/>
            <a:r>
              <a:rPr lang="en-US" dirty="0"/>
              <a:t>2 ta </a:t>
            </a:r>
            <a:r>
              <a:rPr lang="en-US" dirty="0" err="1"/>
              <a:t>xaftalik</a:t>
            </a:r>
            <a:r>
              <a:rPr lang="en-US" dirty="0"/>
              <a:t> </a:t>
            </a:r>
            <a:r>
              <a:rPr lang="en-US" dirty="0" err="1"/>
              <a:t>tekshuruv</a:t>
            </a:r>
            <a:endParaRPr lang="en-US" dirty="0"/>
          </a:p>
          <a:p>
            <a:pPr lvl="2"/>
            <a:r>
              <a:rPr lang="en-US" dirty="0" err="1"/>
              <a:t>Imtixondan</a:t>
            </a:r>
            <a:r>
              <a:rPr lang="en-US" dirty="0"/>
              <a:t> </a:t>
            </a:r>
            <a:r>
              <a:rPr lang="en-US" dirty="0" err="1"/>
              <a:t>o’tish</a:t>
            </a:r>
            <a:r>
              <a:rPr lang="en-US" dirty="0"/>
              <a:t> </a:t>
            </a:r>
            <a:r>
              <a:rPr lang="en-US" dirty="0" err="1"/>
              <a:t>uchun</a:t>
            </a:r>
            <a:r>
              <a:rPr lang="en-US" dirty="0"/>
              <a:t> 70%</a:t>
            </a:r>
          </a:p>
        </p:txBody>
      </p:sp>
    </p:spTree>
    <p:extLst>
      <p:ext uri="{BB962C8B-B14F-4D97-AF65-F5344CB8AC3E}">
        <p14:creationId xmlns:p14="http://schemas.microsoft.com/office/powerpoint/2010/main" val="2840257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41F0D-6D14-AE61-22DA-B6200E68E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539E0-B479-AE37-D0DA-97427AC35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1831130"/>
          </a:xfrm>
        </p:spPr>
        <p:txBody>
          <a:bodyPr/>
          <a:lstStyle/>
          <a:p>
            <a:r>
              <a:rPr lang="en-US" dirty="0" err="1"/>
              <a:t>Vazifa</a:t>
            </a:r>
            <a:r>
              <a:rPr lang="en-US" dirty="0"/>
              <a:t> </a:t>
            </a:r>
            <a:r>
              <a:rPr lang="en-US" dirty="0" err="1"/>
              <a:t>topshirish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6CE751-A0C5-75E0-5E85-DC5845F508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err="1"/>
              <a:t>Alohida</a:t>
            </a:r>
            <a:r>
              <a:rPr lang="en-US" b="1" dirty="0"/>
              <a:t> repository + </a:t>
            </a:r>
            <a:r>
              <a:rPr lang="en-US" b="1" dirty="0" err="1"/>
              <a:t>Xar</a:t>
            </a:r>
            <a:r>
              <a:rPr lang="en-US" b="1" dirty="0"/>
              <a:t> </a:t>
            </a:r>
            <a:r>
              <a:rPr lang="en-US" b="1" dirty="0" err="1"/>
              <a:t>bir</a:t>
            </a:r>
            <a:r>
              <a:rPr lang="en-US" b="1" dirty="0"/>
              <a:t> </a:t>
            </a:r>
            <a:r>
              <a:rPr lang="en-US" b="1" dirty="0" err="1"/>
              <a:t>vazifa</a:t>
            </a:r>
            <a:r>
              <a:rPr lang="en-US" b="1" dirty="0"/>
              <a:t> </a:t>
            </a:r>
            <a:r>
              <a:rPr lang="en-US" b="1" dirty="0" err="1"/>
              <a:t>uchun</a:t>
            </a:r>
            <a:r>
              <a:rPr lang="en-US" b="1" dirty="0"/>
              <a:t> </a:t>
            </a:r>
            <a:r>
              <a:rPr lang="en-US" b="1" dirty="0" err="1"/>
              <a:t>feedback+Xar</a:t>
            </a:r>
            <a:r>
              <a:rPr lang="en-US" b="1" dirty="0"/>
              <a:t> </a:t>
            </a:r>
            <a:r>
              <a:rPr lang="en-US" b="1" dirty="0" err="1"/>
              <a:t>darsdan</a:t>
            </a:r>
            <a:r>
              <a:rPr lang="en-US" b="1" dirty="0"/>
              <a:t> </a:t>
            </a:r>
            <a:r>
              <a:rPr lang="en-US" b="1" dirty="0" err="1"/>
              <a:t>oldin</a:t>
            </a:r>
            <a:r>
              <a:rPr lang="en-US" b="1" dirty="0"/>
              <a:t> </a:t>
            </a:r>
            <a:r>
              <a:rPr lang="en-US" b="1" dirty="0" err="1"/>
              <a:t>o’tgan</a:t>
            </a:r>
            <a:r>
              <a:rPr lang="en-US" b="1" dirty="0"/>
              <a:t> </a:t>
            </a:r>
            <a:r>
              <a:rPr lang="en-US" b="1" dirty="0" err="1"/>
              <a:t>darslar</a:t>
            </a:r>
            <a:r>
              <a:rPr lang="en-US" b="1" dirty="0"/>
              <a:t> </a:t>
            </a:r>
            <a:r>
              <a:rPr lang="en-US" b="1" dirty="0" err="1"/>
              <a:t>baxosini</a:t>
            </a:r>
            <a:r>
              <a:rPr lang="en-US" b="1" dirty="0"/>
              <a:t> </a:t>
            </a:r>
            <a:r>
              <a:rPr lang="en-US" b="1" dirty="0" err="1"/>
              <a:t>gruppada</a:t>
            </a:r>
            <a:r>
              <a:rPr lang="en-US" b="1" dirty="0"/>
              <a:t> </a:t>
            </a:r>
            <a:r>
              <a:rPr lang="en-US" b="1" dirty="0" err="1"/>
              <a:t>elon</a:t>
            </a:r>
            <a:r>
              <a:rPr lang="en-US" b="1" dirty="0"/>
              <a:t> </a:t>
            </a:r>
            <a:r>
              <a:rPr lang="en-US" b="1" dirty="0" err="1"/>
              <a:t>qilinishi</a:t>
            </a:r>
            <a:r>
              <a:rPr lang="en-US" b="1" dirty="0"/>
              <a:t> 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954802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041B7-DB39-35E5-5170-BEF50654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AF5F2-33A2-C207-A1DC-654B28508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1831130"/>
          </a:xfrm>
        </p:spPr>
        <p:txBody>
          <a:bodyPr/>
          <a:lstStyle/>
          <a:p>
            <a:r>
              <a:rPr lang="en-US" dirty="0"/>
              <a:t>Model Building 1-oy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D9246F-7871-3636-FD12-4534CD9CDF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Plan</a:t>
            </a:r>
          </a:p>
        </p:txBody>
      </p:sp>
    </p:spTree>
    <p:extLst>
      <p:ext uri="{BB962C8B-B14F-4D97-AF65-F5344CB8AC3E}">
        <p14:creationId xmlns:p14="http://schemas.microsoft.com/office/powerpoint/2010/main" val="1645933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0CAD7-6F21-521F-2D8D-817B82115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Building 1-oy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48A3FB-CBD4-4E1F-5993-22313167B5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ML	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09E743-5DC2-BDDA-10D4-0A14C471728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Model </a:t>
            </a:r>
            <a:r>
              <a:rPr lang="en-US" dirty="0" err="1"/>
              <a:t>qurish</a:t>
            </a:r>
            <a:r>
              <a:rPr lang="en-US" dirty="0"/>
              <a:t>(</a:t>
            </a:r>
            <a:r>
              <a:rPr lang="en-US" dirty="0" err="1"/>
              <a:t>kodlar</a:t>
            </a:r>
            <a:r>
              <a:rPr lang="en-US" dirty="0"/>
              <a:t> </a:t>
            </a:r>
            <a:r>
              <a:rPr lang="en-US" dirty="0" err="1"/>
              <a:t>ketma</a:t>
            </a:r>
            <a:r>
              <a:rPr lang="en-US" dirty="0"/>
              <a:t> </a:t>
            </a:r>
            <a:r>
              <a:rPr lang="en-US" dirty="0" err="1"/>
              <a:t>ketligi</a:t>
            </a:r>
            <a:r>
              <a:rPr lang="en-US" dirty="0"/>
              <a:t> </a:t>
            </a:r>
            <a:r>
              <a:rPr lang="en-US" dirty="0" err="1"/>
              <a:t>emas</a:t>
            </a:r>
            <a:r>
              <a:rPr lang="en-US" dirty="0"/>
              <a:t>)</a:t>
            </a:r>
          </a:p>
          <a:p>
            <a:r>
              <a:rPr lang="en-US" dirty="0"/>
              <a:t>Turli </a:t>
            </a:r>
            <a:r>
              <a:rPr lang="en-US" dirty="0" err="1"/>
              <a:t>xil</a:t>
            </a:r>
            <a:r>
              <a:rPr lang="en-US" dirty="0"/>
              <a:t> </a:t>
            </a:r>
            <a:r>
              <a:rPr lang="en-US" dirty="0" err="1"/>
              <a:t>yangi</a:t>
            </a:r>
            <a:r>
              <a:rPr lang="en-US" dirty="0"/>
              <a:t> </a:t>
            </a:r>
            <a:r>
              <a:rPr lang="en-US" dirty="0" err="1"/>
              <a:t>algorithmlar</a:t>
            </a:r>
            <a:endParaRPr lang="en-US" dirty="0"/>
          </a:p>
          <a:p>
            <a:r>
              <a:rPr lang="en-US" dirty="0" err="1"/>
              <a:t>Ularni</a:t>
            </a:r>
            <a:r>
              <a:rPr lang="en-US" dirty="0"/>
              <a:t> </a:t>
            </a:r>
            <a:r>
              <a:rPr lang="en-US" dirty="0" err="1"/>
              <a:t>baxolash</a:t>
            </a:r>
            <a:r>
              <a:rPr lang="en-US" dirty="0"/>
              <a:t> </a:t>
            </a:r>
            <a:r>
              <a:rPr lang="en-US" dirty="0" err="1"/>
              <a:t>usullari</a:t>
            </a:r>
            <a:endParaRPr lang="en-US" dirty="0"/>
          </a:p>
          <a:p>
            <a:r>
              <a:rPr lang="en-US" dirty="0"/>
              <a:t>Evaluation </a:t>
            </a:r>
            <a:r>
              <a:rPr lang="en-US" dirty="0" err="1"/>
              <a:t>qanday</a:t>
            </a:r>
            <a:r>
              <a:rPr lang="en-US" dirty="0"/>
              <a:t> </a:t>
            </a:r>
            <a:r>
              <a:rPr lang="en-US" dirty="0" err="1"/>
              <a:t>ishlaydi</a:t>
            </a:r>
            <a:r>
              <a:rPr lang="en-US" dirty="0"/>
              <a:t>?</a:t>
            </a:r>
          </a:p>
          <a:p>
            <a:r>
              <a:rPr lang="en-US" dirty="0"/>
              <a:t>…….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791A90-3226-651D-65BF-214AA18C37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Python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0A7E82-2978-714B-A57F-6D77EC62F4C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 err="1"/>
              <a:t>Funksiyalar</a:t>
            </a:r>
            <a:endParaRPr lang="en-US" dirty="0"/>
          </a:p>
          <a:p>
            <a:r>
              <a:rPr lang="en-US" dirty="0"/>
              <a:t>Built in </a:t>
            </a:r>
            <a:r>
              <a:rPr lang="en-US" dirty="0" err="1"/>
              <a:t>funksiyalar</a:t>
            </a:r>
            <a:endParaRPr lang="en-US" dirty="0"/>
          </a:p>
          <a:p>
            <a:r>
              <a:rPr lang="en-US" dirty="0"/>
              <a:t>……..</a:t>
            </a:r>
          </a:p>
        </p:txBody>
      </p:sp>
    </p:spTree>
    <p:extLst>
      <p:ext uri="{BB962C8B-B14F-4D97-AF65-F5344CB8AC3E}">
        <p14:creationId xmlns:p14="http://schemas.microsoft.com/office/powerpoint/2010/main" val="2348279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24A9D-7DC6-128C-B542-F633FED81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24781"/>
          </a:xfrm>
        </p:spPr>
        <p:txBody>
          <a:bodyPr/>
          <a:lstStyle/>
          <a:p>
            <a:pPr algn="ctr"/>
            <a:r>
              <a:rPr lang="en-US" b="1" dirty="0"/>
              <a:t>Model Building </a:t>
            </a:r>
            <a:r>
              <a:rPr lang="en-US" b="1" dirty="0" err="1"/>
              <a:t>nima</a:t>
            </a:r>
            <a:r>
              <a:rPr lang="en-US" b="1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91145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3BBDA-49FA-8F85-1DAF-667013230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Building </a:t>
            </a:r>
            <a:r>
              <a:rPr lang="en-US" dirty="0" err="1"/>
              <a:t>nima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F798B-F8C5-A137-D3ED-DC9EA8F786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Algorithm(Linear Regression) – </a:t>
            </a:r>
            <a:r>
              <a:rPr lang="en-US" dirty="0" err="1"/>
              <a:t>Retsept</a:t>
            </a:r>
            <a:endParaRPr lang="en-US" dirty="0"/>
          </a:p>
          <a:p>
            <a:r>
              <a:rPr lang="en-US" dirty="0"/>
              <a:t>Model ------ House Prediction </a:t>
            </a:r>
          </a:p>
        </p:txBody>
      </p:sp>
    </p:spTree>
    <p:extLst>
      <p:ext uri="{BB962C8B-B14F-4D97-AF65-F5344CB8AC3E}">
        <p14:creationId xmlns:p14="http://schemas.microsoft.com/office/powerpoint/2010/main" val="3741531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439AE-6711-90D7-16E6-54C33C9FC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CF154-B9D2-812B-66CB-9448DC833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24781"/>
          </a:xfrm>
        </p:spPr>
        <p:txBody>
          <a:bodyPr/>
          <a:lstStyle/>
          <a:p>
            <a:pPr algn="ctr"/>
            <a:r>
              <a:rPr lang="en-US" b="1" dirty="0"/>
              <a:t>Model Evaluation</a:t>
            </a:r>
          </a:p>
        </p:txBody>
      </p:sp>
    </p:spTree>
    <p:extLst>
      <p:ext uri="{BB962C8B-B14F-4D97-AF65-F5344CB8AC3E}">
        <p14:creationId xmlns:p14="http://schemas.microsoft.com/office/powerpoint/2010/main" val="27614543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FA5F0-4ED6-4432-03AA-06E757A72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Evaluation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C8FE1D-DC77-2CB8-0413-ACA71140A0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Classification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45775B-916D-E2B8-DF16-94B0E9026A9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err="1"/>
              <a:t>Accuracy_score</a:t>
            </a:r>
            <a:r>
              <a:rPr lang="en-US" dirty="0"/>
              <a:t>, Classification report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350CC9-7A57-5D47-46E7-1D98D0A15B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Regression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071B40-7CD3-2677-FB95-8631C3671C4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R2, </a:t>
            </a:r>
            <a:r>
              <a:rPr lang="en-US" dirty="0" err="1"/>
              <a:t>mse</a:t>
            </a:r>
            <a:r>
              <a:rPr lang="en-US" dirty="0"/>
              <a:t>, </a:t>
            </a:r>
            <a:r>
              <a:rPr lang="en-US" dirty="0" err="1"/>
              <a:t>rmse</a:t>
            </a:r>
            <a:r>
              <a:rPr lang="en-US" dirty="0"/>
              <a:t>, </a:t>
            </a:r>
            <a:r>
              <a:rPr lang="en-US" dirty="0" err="1"/>
              <a:t>mae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0684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9C83A-C655-D4AE-38D6-63A40912A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Evaluation: Classification(1)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1B506EE-1E7E-5E0A-7A0D-E571DD1FCC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4950" y="2453481"/>
            <a:ext cx="9182100" cy="309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1200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3E3AA-9809-121B-11A6-0BB92F35B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5B844-61D4-A358-6E3D-3D4267888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Evaluation: Classification(2)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5DD08F-5FC4-1B00-41D7-A5285018BC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Confusion Matrix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54D6D6-D266-28DE-25D9-FD840D330C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9350" y="2719387"/>
            <a:ext cx="7353300" cy="141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8332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DD110-9300-2F3F-1F3F-2E77B3474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ED1DB-7582-A8E0-DE06-9988E1375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Evaluation: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481CF-CA25-FD6C-B5EB-F2C6A4CBE2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C06B7FE-CB91-4E81-8836-5A16388E8F37}"/>
                  </a:ext>
                </a:extLst>
              </p14:cNvPr>
              <p14:cNvContentPartPr/>
              <p14:nvPr/>
            </p14:nvContentPartPr>
            <p14:xfrm>
              <a:off x="991800" y="809640"/>
              <a:ext cx="11201400" cy="60094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C06B7FE-CB91-4E81-8836-5A16388E8F3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82440" y="800280"/>
                <a:ext cx="11220120" cy="6028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224196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1170E-9527-0123-A220-9133BFFCA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DF2EA-65E9-10ED-DD3C-83C3EB120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Evaluation: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E1A2D-D6CF-1BB6-6BA1-2EC252AD48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26F360C-0B41-F570-FCCB-895AA5DDDD18}"/>
                  </a:ext>
                </a:extLst>
              </p14:cNvPr>
              <p14:cNvContentPartPr/>
              <p14:nvPr/>
            </p14:nvContentPartPr>
            <p14:xfrm>
              <a:off x="1437840" y="1055520"/>
              <a:ext cx="10755360" cy="42332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26F360C-0B41-F570-FCCB-895AA5DDDD1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28480" y="1046160"/>
                <a:ext cx="10774080" cy="4251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192180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A50ED-C4B4-5BFF-67C4-D576946D0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48955-350C-C974-17A7-CB11BDCE2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Evaluation: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B5907-0259-C79D-9D64-9CD707CF7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9969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7F240-8A31-70E4-EF1B-37BCD7BD0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AFCD6-743E-0259-F036-04486CE2D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24781"/>
          </a:xfrm>
        </p:spPr>
        <p:txBody>
          <a:bodyPr/>
          <a:lstStyle/>
          <a:p>
            <a:pPr algn="ctr"/>
            <a:r>
              <a:rPr lang="en-US" b="1" dirty="0"/>
              <a:t>Model Evaluation </a:t>
            </a:r>
            <a:r>
              <a:rPr lang="en-US" b="1" dirty="0" err="1"/>
              <a:t>Amaliy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995127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507F3-9CE3-A71E-A9FC-1BDB0CC80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F4CE6-ECC9-5A85-C39C-24F1603C1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24781"/>
          </a:xfrm>
        </p:spPr>
        <p:txBody>
          <a:bodyPr/>
          <a:lstStyle/>
          <a:p>
            <a:pPr algn="ctr"/>
            <a:r>
              <a:rPr lang="en-US" b="1" dirty="0" err="1"/>
              <a:t>Funksiya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071351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E2135-8885-324F-BA93-CDE6B6F4F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Funksiya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EF82CE-9156-E4FC-424B-BA53200F53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Qayta</a:t>
            </a:r>
            <a:r>
              <a:rPr lang="en-US" dirty="0"/>
              <a:t> </a:t>
            </a:r>
            <a:r>
              <a:rPr lang="en-US" dirty="0" err="1"/>
              <a:t>foydalana</a:t>
            </a:r>
            <a:r>
              <a:rPr lang="en-US" dirty="0"/>
              <a:t> </a:t>
            </a:r>
            <a:r>
              <a:rPr lang="en-US" dirty="0" err="1"/>
              <a:t>oladigan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biron</a:t>
            </a:r>
            <a:r>
              <a:rPr lang="en-US" dirty="0"/>
              <a:t> </a:t>
            </a:r>
            <a:r>
              <a:rPr lang="en-US" dirty="0" err="1"/>
              <a:t>vazifani</a:t>
            </a:r>
            <a:r>
              <a:rPr lang="en-US" dirty="0"/>
              <a:t> </a:t>
            </a:r>
            <a:r>
              <a:rPr lang="en-US" dirty="0" err="1"/>
              <a:t>bajaradigan</a:t>
            </a:r>
            <a:r>
              <a:rPr lang="en-US" dirty="0"/>
              <a:t> </a:t>
            </a:r>
            <a:r>
              <a:rPr lang="en-US" dirty="0" err="1"/>
              <a:t>kodlar</a:t>
            </a:r>
            <a:r>
              <a:rPr lang="en-US" dirty="0"/>
              <a:t> </a:t>
            </a:r>
            <a:r>
              <a:rPr lang="en-US" dirty="0" err="1"/>
              <a:t>blogi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309C6B-3DE8-E0D3-211F-750817C14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0474" y="3453319"/>
            <a:ext cx="4448175" cy="254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9949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6670B-0D38-3B8A-74A3-279DB45F7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Vazifa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0A18E-8D30-3A28-4C7B-DB1C23B0C7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1-dars </a:t>
            </a:r>
            <a:r>
              <a:rPr lang="en-US" dirty="0" err="1"/>
              <a:t>uchun</a:t>
            </a:r>
            <a:r>
              <a:rPr lang="en-US" dirty="0"/>
              <a:t> report </a:t>
            </a:r>
            <a:r>
              <a:rPr lang="en-US" dirty="0" err="1"/>
              <a:t>yozing</a:t>
            </a:r>
            <a:endParaRPr lang="en-US" dirty="0"/>
          </a:p>
          <a:p>
            <a:r>
              <a:rPr lang="en-US" dirty="0"/>
              <a:t>Classification </a:t>
            </a:r>
            <a:r>
              <a:rPr lang="en-US" dirty="0" err="1"/>
              <a:t>reportni</a:t>
            </a:r>
            <a:r>
              <a:rPr lang="en-US" dirty="0"/>
              <a:t> </a:t>
            </a:r>
            <a:r>
              <a:rPr lang="en-US" dirty="0" err="1"/>
              <a:t>boshqa</a:t>
            </a:r>
            <a:r>
              <a:rPr lang="en-US" dirty="0"/>
              <a:t> </a:t>
            </a:r>
            <a:r>
              <a:rPr lang="en-US" dirty="0" err="1"/>
              <a:t>kichik</a:t>
            </a:r>
            <a:r>
              <a:rPr lang="en-US" dirty="0"/>
              <a:t> dataset </a:t>
            </a:r>
            <a:r>
              <a:rPr lang="en-US" dirty="0" err="1"/>
              <a:t>orqali</a:t>
            </a:r>
            <a:r>
              <a:rPr lang="en-US" dirty="0"/>
              <a:t> </a:t>
            </a:r>
            <a:r>
              <a:rPr lang="en-US" dirty="0" err="1"/>
              <a:t>xar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qismini</a:t>
            </a:r>
            <a:r>
              <a:rPr lang="en-US" dirty="0"/>
              <a:t> </a:t>
            </a:r>
            <a:r>
              <a:rPr lang="en-US" dirty="0" err="1"/>
              <a:t>xisoblang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koding</a:t>
            </a:r>
            <a:r>
              <a:rPr lang="en-US" dirty="0"/>
              <a:t> bn </a:t>
            </a:r>
            <a:r>
              <a:rPr lang="en-US" dirty="0" err="1"/>
              <a:t>tekshiring</a:t>
            </a:r>
            <a:r>
              <a:rPr lang="en-US" dirty="0"/>
              <a:t>. </a:t>
            </a:r>
            <a:r>
              <a:rPr lang="en-US" b="1" dirty="0" err="1"/>
              <a:t>Xisoblashlar</a:t>
            </a:r>
            <a:r>
              <a:rPr lang="en-US" b="1" dirty="0"/>
              <a:t> </a:t>
            </a:r>
            <a:r>
              <a:rPr lang="en-US" b="1" dirty="0" err="1"/>
              <a:t>ruchka</a:t>
            </a:r>
            <a:r>
              <a:rPr lang="en-US" b="1" dirty="0"/>
              <a:t> </a:t>
            </a:r>
            <a:r>
              <a:rPr lang="en-US" b="1" dirty="0" err="1"/>
              <a:t>va</a:t>
            </a:r>
            <a:r>
              <a:rPr lang="en-US" b="1" dirty="0"/>
              <a:t> </a:t>
            </a:r>
            <a:r>
              <a:rPr lang="en-US" b="1" dirty="0" err="1"/>
              <a:t>varoqda</a:t>
            </a:r>
            <a:r>
              <a:rPr lang="en-US" b="1" dirty="0"/>
              <a:t> </a:t>
            </a:r>
            <a:r>
              <a:rPr lang="en-US" b="1" dirty="0" err="1"/>
              <a:t>bolsin</a:t>
            </a:r>
            <a:r>
              <a:rPr lang="en-US" b="1" dirty="0"/>
              <a:t>!</a:t>
            </a:r>
            <a:endParaRPr lang="en-US" dirty="0"/>
          </a:p>
          <a:p>
            <a:r>
              <a:rPr lang="en-US" dirty="0" err="1"/>
              <a:t>Classificationga</a:t>
            </a:r>
            <a:r>
              <a:rPr lang="en-US" dirty="0"/>
              <a:t> </a:t>
            </a:r>
            <a:r>
              <a:rPr lang="en-US" dirty="0" err="1"/>
              <a:t>bilgan</a:t>
            </a:r>
            <a:r>
              <a:rPr lang="en-US" dirty="0"/>
              <a:t> </a:t>
            </a:r>
            <a:r>
              <a:rPr lang="en-US" dirty="0" err="1"/>
              <a:t>algorithmiz</a:t>
            </a:r>
            <a:r>
              <a:rPr lang="en-US" dirty="0"/>
              <a:t> bn model </a:t>
            </a:r>
            <a:r>
              <a:rPr lang="en-US" dirty="0" err="1"/>
              <a:t>yasang</a:t>
            </a:r>
            <a:endParaRPr lang="en-US" dirty="0"/>
          </a:p>
          <a:p>
            <a:r>
              <a:rPr lang="en-US" dirty="0" err="1"/>
              <a:t>Funksiyaga</a:t>
            </a:r>
            <a:r>
              <a:rPr lang="en-US" dirty="0"/>
              <a:t> </a:t>
            </a:r>
            <a:r>
              <a:rPr lang="en-US" dirty="0" err="1"/>
              <a:t>oid</a:t>
            </a:r>
            <a:r>
              <a:rPr lang="en-US" dirty="0"/>
              <a:t> </a:t>
            </a:r>
            <a:r>
              <a:rPr lang="en-US" dirty="0" err="1"/>
              <a:t>berilgan</a:t>
            </a:r>
            <a:r>
              <a:rPr lang="en-US" dirty="0"/>
              <a:t> </a:t>
            </a:r>
            <a:r>
              <a:rPr lang="en-US" dirty="0" err="1"/>
              <a:t>misollarni</a:t>
            </a:r>
            <a:r>
              <a:rPr lang="en-US" dirty="0"/>
              <a:t> </a:t>
            </a:r>
            <a:r>
              <a:rPr lang="en-US" dirty="0" err="1"/>
              <a:t>ishlang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444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1524</TotalTime>
  <Words>240</Words>
  <Application>Microsoft Office PowerPoint</Application>
  <PresentationFormat>Widescreen</PresentationFormat>
  <Paragraphs>61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1-dars(Model Building)</vt:lpstr>
      <vt:lpstr>Bugun</vt:lpstr>
      <vt:lpstr>Qoidalar</vt:lpstr>
      <vt:lpstr>Darsimiz olib borish qoidalari </vt:lpstr>
      <vt:lpstr>Vazifa topshirish</vt:lpstr>
      <vt:lpstr>Model Building 1-oy</vt:lpstr>
      <vt:lpstr>Model Building 1-oy</vt:lpstr>
      <vt:lpstr>Model Building nima?</vt:lpstr>
      <vt:lpstr>Model Building nima?</vt:lpstr>
      <vt:lpstr>Model Evaluation</vt:lpstr>
      <vt:lpstr>Model Evaluation</vt:lpstr>
      <vt:lpstr>Model Evaluation: Classification(1)</vt:lpstr>
      <vt:lpstr>Model Evaluation: Classification(2)</vt:lpstr>
      <vt:lpstr>Model Evaluation: Classification</vt:lpstr>
      <vt:lpstr>Model Evaluation: Classification</vt:lpstr>
      <vt:lpstr>Model Evaluation: Classification</vt:lpstr>
      <vt:lpstr>Model Evaluation Amaliy</vt:lpstr>
      <vt:lpstr>Funksiya</vt:lpstr>
      <vt:lpstr>Funksiya</vt:lpstr>
      <vt:lpstr>Vazifa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Davronbek Malikov</dc:creator>
  <cp:lastModifiedBy>Davronbek Malikov</cp:lastModifiedBy>
  <cp:revision>5</cp:revision>
  <dcterms:created xsi:type="dcterms:W3CDTF">2025-07-17T06:44:25Z</dcterms:created>
  <dcterms:modified xsi:type="dcterms:W3CDTF">2026-01-09T00:29:54Z</dcterms:modified>
</cp:coreProperties>
</file>