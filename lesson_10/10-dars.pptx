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0" r:id="rId3"/>
    <p:sldId id="311" r:id="rId4"/>
    <p:sldId id="313" r:id="rId5"/>
    <p:sldId id="314" r:id="rId6"/>
    <p:sldId id="312" r:id="rId7"/>
    <p:sldId id="315" r:id="rId8"/>
    <p:sldId id="316" r:id="rId9"/>
    <p:sldId id="317" r:id="rId10"/>
    <p:sldId id="31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16F4-FCD6-AD04-CCF2-37B9E24E6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049AA-0EEA-CDF3-B844-73C9B1C1F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00030-6D57-EC7C-510C-9ECC8B60D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6993E-84F8-47AF-BA18-AF77ED5D7ADB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342BF-DC5D-2202-7081-192577891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66B7-5017-AC1B-A04D-EFF3406CE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7DE5-7DFA-45C3-B15E-0567526D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81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0D48-2978-BDF0-518F-AD7AF7BDB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4729A-E01B-1D95-60BE-3EF919F19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78BE6-6719-4723-3D41-654F33F8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6993E-84F8-47AF-BA18-AF77ED5D7ADB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39983-F519-A92B-A97A-3A46DBC59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C25E0-2345-9A65-3DFD-DD6BE6063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7DE5-7DFA-45C3-B15E-0567526D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5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43C4-1981-68D3-37F6-E9C24CF34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850FF-2119-9C82-2E02-4CA5A19C0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E4AA5-BF6D-62EF-F6AF-4C0449F2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6993E-84F8-47AF-BA18-AF77ED5D7ADB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4A9AB-F67F-F834-E43E-83512FAE1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E0C4E-7FA4-0898-9205-84FDF5A5F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7DE5-7DFA-45C3-B15E-0567526D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78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A7890-B17A-DCC9-DEFF-17CC0F589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C7DE0-BE2A-6C2F-3D63-51E572CE1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545F1-7C1D-245A-BF61-C28114C9C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9CAEF-5D67-9538-5802-04C349EF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6993E-84F8-47AF-BA18-AF77ED5D7ADB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AB288-67F7-9FAE-2143-3BA5A3797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8F2FD-644F-9449-3610-7E42DAA8D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7DE5-7DFA-45C3-B15E-0567526D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975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87DC-CCE3-9D91-58E9-362DAF13C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9587E-C3DD-D152-3F46-6C2EE6AC3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01079-E8C6-15EA-8601-98E87B72A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A260A3-6210-6C5E-043C-70F5A88E0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D64DF1-957C-BFF8-892D-7DC66426D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FB0EF-E12A-BFA7-8AC0-EC3843E5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6993E-84F8-47AF-BA18-AF77ED5D7ADB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AAADA8-D7C6-5A72-AFED-7A688B462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733ADA-0EB9-2E0E-5348-FE2EB252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7DE5-7DFA-45C3-B15E-0567526D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2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CC8E2-F885-D5F2-A57E-FF66EB20C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9D231D-42A1-9E1F-AE06-03982993A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6993E-84F8-47AF-BA18-AF77ED5D7ADB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E16C8-7736-6C3C-7846-7EC074B4E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84AF2A-8D84-34BE-312C-D7A59DF9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7DE5-7DFA-45C3-B15E-0567526D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9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A961FB-A246-81B5-C097-4A1D8F65E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6993E-84F8-47AF-BA18-AF77ED5D7ADB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1F72CA-67E2-1CB3-4F58-26B3575EB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8DE1C-E831-F853-B3A4-B6551D79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7DE5-7DFA-45C3-B15E-0567526D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98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BDD9B-292D-684F-2571-FAC26219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9FF36-EDA7-1032-8A0D-5E3DC7A94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70ED4-C702-3218-8176-03560ED08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9E185-9E24-4D78-6F29-8F097D668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6993E-84F8-47AF-BA18-AF77ED5D7ADB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4D372-D09B-A561-C7AD-2A8C4173A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D30D1-AED0-05B3-3D3B-4922AE6C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7DE5-7DFA-45C3-B15E-0567526D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6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36CF-49E2-54B6-6047-4907099D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C2600A-A710-A0B0-CE91-8D5D45D9C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2B10-168B-449D-D8D5-A860E6C01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4EE56-7AD2-7DB2-F69E-854B72548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6993E-84F8-47AF-BA18-AF77ED5D7ADB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D84E2-B8F9-E765-7F9C-8E3660D7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A864D-11EA-BB05-B606-3684CC4F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7DE5-7DFA-45C3-B15E-0567526D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6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6A23-0011-55C9-3213-C2F4C152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E86C5-B90C-965D-D5A9-2407114B9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6CC49-D51E-DD42-C507-7A99C582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6993E-84F8-47AF-BA18-AF77ED5D7ADB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BE496-38DF-DD34-54BE-28097CD8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CF31B-54F6-BCC9-2B48-482B3A75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7DE5-7DFA-45C3-B15E-0567526D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485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F1776F-7B30-6911-D702-56D778AF8E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686FD6-E244-C5A8-01D3-3C15FDE75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C3C05-F54E-9CA4-7F65-ED75432E8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6993E-84F8-47AF-BA18-AF77ED5D7ADB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46530-3D8B-B220-4AA0-9919272E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0F1B9-E823-8105-3BFF-2880D4D2F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7DE5-7DFA-45C3-B15E-0567526D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4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80E030-29AE-D4BC-5E24-3CAF9AC0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997D8-EE7F-554A-E7B8-83AD9020A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D2B7F-7D4C-9350-97B4-2A570E166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6993E-84F8-47AF-BA18-AF77ED5D7ADB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4DFB3-814A-7B88-5ACD-82F3616AF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8C495-CD35-DC55-0C6E-6184BA413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87DE5-7DFA-45C3-B15E-0567526D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11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59DE-6352-C244-9EF5-4847D5B66D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10-dars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C1ADD-F2B8-A10E-B912-BF6AB8091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0638"/>
            <a:ext cx="9144000" cy="637162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2365655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EF76-11E7-189A-849E-7F7B9FA4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17367-25BF-FBD1-5C59-B1F8AB242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loop+Encoding</a:t>
            </a:r>
            <a:endParaRPr lang="en-US" dirty="0"/>
          </a:p>
          <a:p>
            <a:r>
              <a:rPr lang="en-US" dirty="0"/>
              <a:t>Scaling</a:t>
            </a:r>
          </a:p>
          <a:p>
            <a:r>
              <a:rPr lang="en-US" dirty="0" err="1"/>
              <a:t>Vazifa+Final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676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C1FD-B1DF-5EFB-CFEB-5D48429EB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E6206-4EF3-EB52-78EB-8626B8C9C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Savol </a:t>
            </a:r>
            <a:r>
              <a:rPr lang="en-US" b="1" dirty="0" err="1"/>
              <a:t>Javob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76952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0D4A-2D77-1AFA-412F-290100DE1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4C385-4188-6429-EA09-094720888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5842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2421D-8120-4B25-6863-FDAE405C3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AF39E-A554-BA27-23F8-9A3C2273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514DB-A4B6-0DF1-B6D5-8658F8EA6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Txt dataset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endParaRPr lang="en-US" dirty="0"/>
          </a:p>
          <a:p>
            <a:r>
              <a:rPr lang="en-US" dirty="0"/>
              <a:t>Encoding </a:t>
            </a:r>
            <a:r>
              <a:rPr lang="en-US" dirty="0" err="1"/>
              <a:t>davomi</a:t>
            </a:r>
            <a:endParaRPr lang="en-US" dirty="0"/>
          </a:p>
          <a:p>
            <a:r>
              <a:rPr lang="en-US" dirty="0"/>
              <a:t>Missing </a:t>
            </a:r>
            <a:r>
              <a:rPr lang="en-US" dirty="0" err="1"/>
              <a:t>values+For</a:t>
            </a:r>
            <a:r>
              <a:rPr lang="en-US" dirty="0"/>
              <a:t> loop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289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B2AA9-0BBF-C3A2-1843-A0F1DECA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0648D-B65B-3B87-3224-A1B579FA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Scaling</a:t>
            </a:r>
          </a:p>
        </p:txBody>
      </p:sp>
    </p:spTree>
    <p:extLst>
      <p:ext uri="{BB962C8B-B14F-4D97-AF65-F5344CB8AC3E}">
        <p14:creationId xmlns:p14="http://schemas.microsoft.com/office/powerpoint/2010/main" val="2856335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3B7C7-0EE5-3C57-884A-3D4ABC7CA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8A17C-1921-D78B-D3A1-8160479A8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Datasetdagi</a:t>
            </a:r>
            <a:r>
              <a:rPr lang="en-US" dirty="0"/>
              <a:t> </a:t>
            </a:r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normallashtiradigan</a:t>
            </a:r>
            <a:r>
              <a:rPr lang="en-US" dirty="0"/>
              <a:t> method</a:t>
            </a:r>
          </a:p>
          <a:p>
            <a:r>
              <a:rPr lang="en-US" dirty="0"/>
              <a:t>Yosh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Masofa</a:t>
            </a:r>
            <a:endParaRPr lang="en-US" dirty="0"/>
          </a:p>
          <a:p>
            <a:r>
              <a:rPr lang="en-US" dirty="0" err="1"/>
              <a:t>Turlari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StandardScaler</a:t>
            </a:r>
            <a:r>
              <a:rPr lang="en-US" dirty="0"/>
              <a:t> (Z-score Normalization)(</a:t>
            </a:r>
            <a:r>
              <a:rPr lang="en-US" dirty="0" err="1"/>
              <a:t>chegaralanmagan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MinMaxScaler</a:t>
            </a:r>
            <a:r>
              <a:rPr lang="en-US" dirty="0"/>
              <a:t> (Normalization)([0,1]</a:t>
            </a:r>
          </a:p>
          <a:p>
            <a:pPr lvl="1"/>
            <a:r>
              <a:rPr lang="en-US" dirty="0" err="1"/>
              <a:t>RobustScaler</a:t>
            </a:r>
            <a:r>
              <a:rPr lang="en-US" dirty="0"/>
              <a:t>(</a:t>
            </a:r>
            <a:r>
              <a:rPr lang="en-US" dirty="0" err="1"/>
              <a:t>chegaralanmagan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767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18F54-5418-1823-7E27-CF94A908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4FA2A-4266-754B-DC26-A8838C847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Scaling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5382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679A-25AD-719D-D628-64891848D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85AB-5BA9-1C70-4BE7-FCF2461E2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Vazifa+Final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68491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3422-3283-8364-68FE-3397DEB9F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Vazifa+Final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EEA54-9B55-AD3D-27D9-406BFA313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Pythonni</a:t>
            </a:r>
            <a:r>
              <a:rPr lang="en-US" dirty="0"/>
              <a:t> </a:t>
            </a:r>
            <a:r>
              <a:rPr lang="en-US" dirty="0" err="1"/>
              <a:t>takrorlang</a:t>
            </a:r>
            <a:r>
              <a:rPr lang="en-US" dirty="0"/>
              <a:t>(Data types, if, for loop, operations)</a:t>
            </a:r>
          </a:p>
          <a:p>
            <a:r>
              <a:rPr lang="en-US" dirty="0" err="1"/>
              <a:t>Nazariyani</a:t>
            </a:r>
            <a:r>
              <a:rPr lang="en-US" dirty="0"/>
              <a:t> </a:t>
            </a:r>
            <a:r>
              <a:rPr lang="en-US" dirty="0" err="1"/>
              <a:t>takrorlang</a:t>
            </a:r>
            <a:endParaRPr lang="en-US" dirty="0"/>
          </a:p>
          <a:p>
            <a:r>
              <a:rPr lang="en-US" dirty="0"/>
              <a:t>Yangi dataset toping </a:t>
            </a:r>
            <a:r>
              <a:rPr lang="en-US" dirty="0" err="1"/>
              <a:t>va</a:t>
            </a:r>
            <a:r>
              <a:rPr lang="en-US" dirty="0"/>
              <a:t> Missing values/Encoding + For loop</a:t>
            </a:r>
          </a:p>
        </p:txBody>
      </p:sp>
    </p:spTree>
    <p:extLst>
      <p:ext uri="{BB962C8B-B14F-4D97-AF65-F5344CB8AC3E}">
        <p14:creationId xmlns:p14="http://schemas.microsoft.com/office/powerpoint/2010/main" val="1748492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98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10-dars</vt:lpstr>
      <vt:lpstr>Bugun</vt:lpstr>
      <vt:lpstr>Savol Javob</vt:lpstr>
      <vt:lpstr>Takrorlash</vt:lpstr>
      <vt:lpstr>Takrorlash</vt:lpstr>
      <vt:lpstr>Scaling</vt:lpstr>
      <vt:lpstr>Scaling</vt:lpstr>
      <vt:lpstr>Scaling amaliy</vt:lpstr>
      <vt:lpstr>Vazifa+Final</vt:lpstr>
      <vt:lpstr>Vazifa+Final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2025-07-05T07:15:58Z</dcterms:created>
  <dcterms:modified xsi:type="dcterms:W3CDTF">2025-07-05T07:44:18Z</dcterms:modified>
</cp:coreProperties>
</file>