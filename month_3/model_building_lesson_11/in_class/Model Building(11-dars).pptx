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86" r:id="rId6"/>
    <p:sldId id="285" r:id="rId7"/>
    <p:sldId id="287" r:id="rId8"/>
    <p:sldId id="288" r:id="rId9"/>
    <p:sldId id="289" r:id="rId10"/>
    <p:sldId id="291" r:id="rId11"/>
    <p:sldId id="290" r:id="rId12"/>
    <p:sldId id="292" r:id="rId13"/>
    <p:sldId id="293" r:id="rId14"/>
    <p:sldId id="294" r:id="rId15"/>
    <p:sldId id="295" r:id="rId16"/>
    <p:sldId id="2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140CF-8125-4CC7-957F-FA38DEA09B8D}" v="2" dt="2025-09-11T11:57:26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ronbek Malikov" userId="8ee0eb9faaf3663e" providerId="LiveId" clId="{E168BBCB-B3F2-46CC-B5CA-AAD8B95135CA}"/>
    <pc:docChg chg="custSel modSld">
      <pc:chgData name="Davronbek Malikov" userId="8ee0eb9faaf3663e" providerId="LiveId" clId="{E168BBCB-B3F2-46CC-B5CA-AAD8B95135CA}" dt="2025-09-11T11:57:26.923" v="20"/>
      <pc:docMkLst>
        <pc:docMk/>
      </pc:docMkLst>
      <pc:sldChg chg="addSp">
        <pc:chgData name="Davronbek Malikov" userId="8ee0eb9faaf3663e" providerId="LiveId" clId="{E168BBCB-B3F2-46CC-B5CA-AAD8B95135CA}" dt="2025-09-11T11:40:39.180" v="1"/>
        <pc:sldMkLst>
          <pc:docMk/>
          <pc:sldMk cId="3217753223" sldId="257"/>
        </pc:sldMkLst>
        <pc:inkChg chg="add">
          <ac:chgData name="Davronbek Malikov" userId="8ee0eb9faaf3663e" providerId="LiveId" clId="{E168BBCB-B3F2-46CC-B5CA-AAD8B95135CA}" dt="2025-09-11T11:40:39.180" v="1"/>
          <ac:inkMkLst>
            <pc:docMk/>
            <pc:sldMk cId="3217753223" sldId="257"/>
            <ac:inkMk id="4" creationId="{726CBDA1-4B8D-D3D3-4F30-BD43B53C2895}"/>
          </ac:inkMkLst>
        </pc:inkChg>
      </pc:sldChg>
      <pc:sldChg chg="addSp modSp mod">
        <pc:chgData name="Davronbek Malikov" userId="8ee0eb9faaf3663e" providerId="LiveId" clId="{E168BBCB-B3F2-46CC-B5CA-AAD8B95135CA}" dt="2025-09-11T11:40:39.180" v="1"/>
        <pc:sldMkLst>
          <pc:docMk/>
          <pc:sldMk cId="2722174706" sldId="259"/>
        </pc:sldMkLst>
        <pc:spChg chg="mod">
          <ac:chgData name="Davronbek Malikov" userId="8ee0eb9faaf3663e" providerId="LiveId" clId="{E168BBCB-B3F2-46CC-B5CA-AAD8B95135CA}" dt="2025-09-11T10:21:23.964" v="0" actId="313"/>
          <ac:spMkLst>
            <pc:docMk/>
            <pc:sldMk cId="2722174706" sldId="259"/>
            <ac:spMk id="3" creationId="{D926261E-75E7-F7EE-90EF-216C7D8D627C}"/>
          </ac:spMkLst>
        </pc:spChg>
        <pc:inkChg chg="add">
          <ac:chgData name="Davronbek Malikov" userId="8ee0eb9faaf3663e" providerId="LiveId" clId="{E168BBCB-B3F2-46CC-B5CA-AAD8B95135CA}" dt="2025-09-11T11:40:39.180" v="1"/>
          <ac:inkMkLst>
            <pc:docMk/>
            <pc:sldMk cId="2722174706" sldId="259"/>
            <ac:inkMk id="4" creationId="{FA2AE4A6-D56F-0C3E-9D14-C0CCD61E6B46}"/>
          </ac:inkMkLst>
        </pc:inkChg>
      </pc:sldChg>
      <pc:sldChg chg="addSp">
        <pc:chgData name="Davronbek Malikov" userId="8ee0eb9faaf3663e" providerId="LiveId" clId="{E168BBCB-B3F2-46CC-B5CA-AAD8B95135CA}" dt="2025-09-11T11:40:39.180" v="1"/>
        <pc:sldMkLst>
          <pc:docMk/>
          <pc:sldMk cId="3671346333" sldId="285"/>
        </pc:sldMkLst>
        <pc:inkChg chg="add">
          <ac:chgData name="Davronbek Malikov" userId="8ee0eb9faaf3663e" providerId="LiveId" clId="{E168BBCB-B3F2-46CC-B5CA-AAD8B95135CA}" dt="2025-09-11T11:40:39.180" v="1"/>
          <ac:inkMkLst>
            <pc:docMk/>
            <pc:sldMk cId="3671346333" sldId="285"/>
            <ac:inkMk id="4" creationId="{6CE31FF4-F298-586B-F627-982A03E1931D}"/>
          </ac:inkMkLst>
        </pc:inkChg>
      </pc:sldChg>
      <pc:sldChg chg="addSp">
        <pc:chgData name="Davronbek Malikov" userId="8ee0eb9faaf3663e" providerId="LiveId" clId="{E168BBCB-B3F2-46CC-B5CA-AAD8B95135CA}" dt="2025-09-11T11:57:26.923" v="20"/>
        <pc:sldMkLst>
          <pc:docMk/>
          <pc:sldMk cId="1079849079" sldId="286"/>
        </pc:sldMkLst>
        <pc:inkChg chg="add">
          <ac:chgData name="Davronbek Malikov" userId="8ee0eb9faaf3663e" providerId="LiveId" clId="{E168BBCB-B3F2-46CC-B5CA-AAD8B95135CA}" dt="2025-09-11T11:57:26.923" v="20"/>
          <ac:inkMkLst>
            <pc:docMk/>
            <pc:sldMk cId="1079849079" sldId="286"/>
            <ac:inkMk id="3" creationId="{23407565-0E2C-98ED-097A-A173D3554C80}"/>
          </ac:inkMkLst>
        </pc:inkChg>
      </pc:sldChg>
      <pc:sldChg chg="addSp">
        <pc:chgData name="Davronbek Malikov" userId="8ee0eb9faaf3663e" providerId="LiveId" clId="{E168BBCB-B3F2-46CC-B5CA-AAD8B95135CA}" dt="2025-09-11T11:40:39.180" v="1"/>
        <pc:sldMkLst>
          <pc:docMk/>
          <pc:sldMk cId="4065092481" sldId="287"/>
        </pc:sldMkLst>
        <pc:inkChg chg="add">
          <ac:chgData name="Davronbek Malikov" userId="8ee0eb9faaf3663e" providerId="LiveId" clId="{E168BBCB-B3F2-46CC-B5CA-AAD8B95135CA}" dt="2025-09-11T11:40:39.180" v="1"/>
          <ac:inkMkLst>
            <pc:docMk/>
            <pc:sldMk cId="4065092481" sldId="287"/>
            <ac:inkMk id="3" creationId="{6708581A-7DCA-FDAA-499E-E7D92146B08B}"/>
          </ac:inkMkLst>
        </pc:inkChg>
      </pc:sldChg>
      <pc:sldChg chg="addSp">
        <pc:chgData name="Davronbek Malikov" userId="8ee0eb9faaf3663e" providerId="LiveId" clId="{E168BBCB-B3F2-46CC-B5CA-AAD8B95135CA}" dt="2025-09-11T11:40:39.180" v="1"/>
        <pc:sldMkLst>
          <pc:docMk/>
          <pc:sldMk cId="1409250592" sldId="288"/>
        </pc:sldMkLst>
        <pc:inkChg chg="add">
          <ac:chgData name="Davronbek Malikov" userId="8ee0eb9faaf3663e" providerId="LiveId" clId="{E168BBCB-B3F2-46CC-B5CA-AAD8B95135CA}" dt="2025-09-11T11:40:39.180" v="1"/>
          <ac:inkMkLst>
            <pc:docMk/>
            <pc:sldMk cId="1409250592" sldId="288"/>
            <ac:inkMk id="4" creationId="{E1F40483-24AC-406C-A48E-890E591F776E}"/>
          </ac:inkMkLst>
        </pc:inkChg>
      </pc:sldChg>
      <pc:sldChg chg="addSp">
        <pc:chgData name="Davronbek Malikov" userId="8ee0eb9faaf3663e" providerId="LiveId" clId="{E168BBCB-B3F2-46CC-B5CA-AAD8B95135CA}" dt="2025-09-11T11:40:39.180" v="1"/>
        <pc:sldMkLst>
          <pc:docMk/>
          <pc:sldMk cId="2363350056" sldId="289"/>
        </pc:sldMkLst>
        <pc:inkChg chg="add">
          <ac:chgData name="Davronbek Malikov" userId="8ee0eb9faaf3663e" providerId="LiveId" clId="{E168BBCB-B3F2-46CC-B5CA-AAD8B95135CA}" dt="2025-09-11T11:40:39.180" v="1"/>
          <ac:inkMkLst>
            <pc:docMk/>
            <pc:sldMk cId="2363350056" sldId="289"/>
            <ac:inkMk id="4" creationId="{DB20B749-3D9C-4C7D-D1E4-CC14D4F869FF}"/>
          </ac:inkMkLst>
        </pc:inkChg>
      </pc:sldChg>
      <pc:sldChg chg="addSp">
        <pc:chgData name="Davronbek Malikov" userId="8ee0eb9faaf3663e" providerId="LiveId" clId="{E168BBCB-B3F2-46CC-B5CA-AAD8B95135CA}" dt="2025-09-11T11:40:39.180" v="1"/>
        <pc:sldMkLst>
          <pc:docMk/>
          <pc:sldMk cId="3370322502" sldId="290"/>
        </pc:sldMkLst>
        <pc:inkChg chg="add">
          <ac:chgData name="Davronbek Malikov" userId="8ee0eb9faaf3663e" providerId="LiveId" clId="{E168BBCB-B3F2-46CC-B5CA-AAD8B95135CA}" dt="2025-09-11T11:40:39.180" v="1"/>
          <ac:inkMkLst>
            <pc:docMk/>
            <pc:sldMk cId="3370322502" sldId="290"/>
            <ac:inkMk id="4" creationId="{60096653-517F-6DA3-6F89-61FB694891EC}"/>
          </ac:inkMkLst>
        </pc:inkChg>
      </pc:sldChg>
      <pc:sldChg chg="addSp">
        <pc:chgData name="Davronbek Malikov" userId="8ee0eb9faaf3663e" providerId="LiveId" clId="{E168BBCB-B3F2-46CC-B5CA-AAD8B95135CA}" dt="2025-09-11T11:40:39.180" v="1"/>
        <pc:sldMkLst>
          <pc:docMk/>
          <pc:sldMk cId="2799593728" sldId="291"/>
        </pc:sldMkLst>
        <pc:inkChg chg="add">
          <ac:chgData name="Davronbek Malikov" userId="8ee0eb9faaf3663e" providerId="LiveId" clId="{E168BBCB-B3F2-46CC-B5CA-AAD8B95135CA}" dt="2025-09-11T11:40:39.180" v="1"/>
          <ac:inkMkLst>
            <pc:docMk/>
            <pc:sldMk cId="2799593728" sldId="291"/>
            <ac:inkMk id="4" creationId="{7A632C70-2BC4-F2CB-A500-04B517397CB0}"/>
          </ac:inkMkLst>
        </pc:inkChg>
      </pc:sldChg>
      <pc:sldChg chg="addSp">
        <pc:chgData name="Davronbek Malikov" userId="8ee0eb9faaf3663e" providerId="LiveId" clId="{E168BBCB-B3F2-46CC-B5CA-AAD8B95135CA}" dt="2025-09-11T11:40:39.180" v="1"/>
        <pc:sldMkLst>
          <pc:docMk/>
          <pc:sldMk cId="2314863425" sldId="292"/>
        </pc:sldMkLst>
        <pc:inkChg chg="add">
          <ac:chgData name="Davronbek Malikov" userId="8ee0eb9faaf3663e" providerId="LiveId" clId="{E168BBCB-B3F2-46CC-B5CA-AAD8B95135CA}" dt="2025-09-11T11:40:39.180" v="1"/>
          <ac:inkMkLst>
            <pc:docMk/>
            <pc:sldMk cId="2314863425" sldId="292"/>
            <ac:inkMk id="4" creationId="{F9644DB9-7DD7-4A39-2BE9-C414A8A36451}"/>
          </ac:inkMkLst>
        </pc:inkChg>
      </pc:sldChg>
      <pc:sldChg chg="addSp delSp modSp mod">
        <pc:chgData name="Davronbek Malikov" userId="8ee0eb9faaf3663e" providerId="LiveId" clId="{E168BBCB-B3F2-46CC-B5CA-AAD8B95135CA}" dt="2025-09-11T11:40:57.942" v="19" actId="20577"/>
        <pc:sldMkLst>
          <pc:docMk/>
          <pc:sldMk cId="2139295765" sldId="294"/>
        </pc:sldMkLst>
        <pc:spChg chg="mod">
          <ac:chgData name="Davronbek Malikov" userId="8ee0eb9faaf3663e" providerId="LiveId" clId="{E168BBCB-B3F2-46CC-B5CA-AAD8B95135CA}" dt="2025-09-11T11:40:57.942" v="19" actId="20577"/>
          <ac:spMkLst>
            <pc:docMk/>
            <pc:sldMk cId="2139295765" sldId="294"/>
            <ac:spMk id="4" creationId="{876B3284-7CD3-61A7-3460-BB1E5CA836CF}"/>
          </ac:spMkLst>
        </pc:spChg>
        <pc:inkChg chg="add del">
          <ac:chgData name="Davronbek Malikov" userId="8ee0eb9faaf3663e" providerId="LiveId" clId="{E168BBCB-B3F2-46CC-B5CA-AAD8B95135CA}" dt="2025-09-11T11:40:47.530" v="2" actId="478"/>
          <ac:inkMkLst>
            <pc:docMk/>
            <pc:sldMk cId="2139295765" sldId="294"/>
            <ac:inkMk id="7" creationId="{5239CF69-A14B-DBE6-36B6-4A3481FE5A59}"/>
          </ac:inkMkLst>
        </pc:inkChg>
      </pc:sldChg>
      <pc:sldChg chg="addSp">
        <pc:chgData name="Davronbek Malikov" userId="8ee0eb9faaf3663e" providerId="LiveId" clId="{E168BBCB-B3F2-46CC-B5CA-AAD8B95135CA}" dt="2025-09-11T11:57:26.923" v="20"/>
        <pc:sldMkLst>
          <pc:docMk/>
          <pc:sldMk cId="454232933" sldId="296"/>
        </pc:sldMkLst>
        <pc:inkChg chg="add">
          <ac:chgData name="Davronbek Malikov" userId="8ee0eb9faaf3663e" providerId="LiveId" clId="{E168BBCB-B3F2-46CC-B5CA-AAD8B95135CA}" dt="2025-09-11T11:57:26.923" v="20"/>
          <ac:inkMkLst>
            <pc:docMk/>
            <pc:sldMk cId="454232933" sldId="296"/>
            <ac:inkMk id="4" creationId="{CD3E2ED2-1CBF-C46F-0D3A-1062D3E2C4B2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1T10:24:37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5100 6387 777 0,'17'6'-1'0,"7"2"2"0,7 2-3 0,9 3 2 0,-9-4-2 0,2 1-1 0,1 1 3 16,-2 1 1-16,1 0-1 0,0 0 2 0,3-2-1 0,0-1-3 0,3 0 3 16,-1-1 0-16,2-1 1 0,3-1 1 0,0-1 4 0,1 0 4 15,2-2 5-15,1-1 4 0,2 1 1 0,2-2 1 0,0 1-3 0,1-2-5 16,-1 0-1-16,2 0 0 0,0 0-4 0,0-1 4 0,2-1 1 0,-2 0 6 16,0-2 5-16,1 0 6 0,1-1-3 0,2-2-2 0,0 0 0 15,2-1-5-15,0 0-1 0,-1-2-7 0,2-1 0 0,-1-2-2 0,0-1-2 16,0 0 4-16,-1 0 0 0,0-1 0 0,-1-2 2 0,0 0-5 0,-2-1 0 15,-2 1 6-15,-1-3 1 0,-1 1 6 0,-1-1-2 0,-1-3-4 16,-1 1 4-16,-3-2-1 0,0 0 0 0,-2 1 1 0,-2-2-5 0,0 2-1 16,-2-2-1-16,-3-1-3 0,0 0 1 0,-4-3 1 0,1 0-2 0,-4-1 1 15,-1 1-1-15,-4 1-4 0,0 0 1 0,-3-2 2 0,-3 2-3 16,-1-3 3-16,-2 2-2 0,-4-1 1 0,-3 1-1 0,-1-1 1 0,-3 1 5 16,-3-2-8-16,-1 2-1 0,-4-2 0 0,-2 2-3 0,-2-2 0 0,-2 3 1 15,-4-2-4-15,-2 0 0 0,-2-2 1 0,-3 0-4 0,-3 0-2 16,-2 3-2-16,-4-1-2 0,-2 1-3 0,-4 0 2 0,0-1 3 0,-4 1-2 15,-4 0 6-15,-1 3 4 0,-2-2 0 0,-2 3 4 0,-1-3 0 16,0 1-7-16,0 0 1 0,-3 2-2 0,-2 1 0 0,0 0 4 0,-3 1-1 16,-1 0 5-16,-2 0-2 0,-1 1-1 0,-1-2 2 0,-2 1-1 0,0 0 2 15,-2 1 1-15,-1 2 3 0,-3 1-7 0,1 1 0 0,-2 1-2 16,-3 1-1-16,-1 0 0 0,-3 2 2 0,0 1-1 0,-2 3 0 0,-3 2 0 16,-1 1-2-16,-4 3-2 0,-2 0-3 0,-2 2 6 0,0 2-2 0,0 1-1 15,0 1 1-15,-2 0 2 0,1 1-3 0,0-1 4 0,1 1-1 16,1 1 4-16,1 0 0 0,0 0 2 0,0 1-2 0,0-1-5 0,1 3 0 15,0 0 2-15,2 0 0 0,1 0-1 0,2 1 1 0,0 1-4 16,0 1-1-16,2-1 0 0,-1 1 2 0,3 2-1 0,3-1 4 0,0 2-2 16,1 0 0-16,2 1-1 0,-2 2-2 0,2 3 3 0,-1-1 3 0,2 3-3 15,5 0 5-15,-1-1-4 0,1 3-2 0,2 0 2 0,2 1-2 16,-1 2-3-16,2 1-2 0,1 3 2 0,2-1-3 0,4 2-3 0,1 1 6 16,2 0 3-16,1 2 0 0,1 2 7 0,3 0-6 0,5 0-3 15,2 1 0-15,3-1 2 0,1 1 0 0,4-1-2 0,3-1 0 0,5 0-1 16,5-3-4-16,3 0 3 0,4-1 2 0,5 0 0 0,2-2 2 0,3 0 0 15,3-2-7-15,5-1 2 0,2 0 4 0,3-2 6 0,4 0 8 16,4-1 4-16,5-1 1 0,2 0-7 0,5-1 2 0,3-1-2 0,4 0-3 16,2-2 5-16,2-1-1 0,3 1-2 0,3 0 1 0,4-1-8 0,2 1 4 15,1 0-4-15,3-1 1 0,2 0 4 0,1 0-4 0,5 0 2 16,0-2-2-16,3 2 1 0,0 0 2 0,1-1-7 0,1-1 3 0,1 2 0 16,0 1 1-16,1-2 2 0,1 2 0 0,0-1 0 0,2 0-2 15,0 0 1-15,0 0 2 0,0-1-1 0,1-1-1 0,0-1 4 0,2-1-4 16,-1 0 5-16,2-2 6 0,0-1-4 0,-1-4 5 0,-1 0-1 0,0-1-7 15,0-1 3-15,1-1-4 0,-1-2 3 0,-1-1 2 0,1-1-5 16,-1 0 7-16,-3-2-9 0,2 0 1 0,-3 0 4 0,-3-1 0 0,0-1 0 16,-3 1 6-16,-2 0 2 0,-1-2 1 0,-3 1 11 0,-1-2-4 0,-2 1-1 15,-1 1-3-15,-2 0-2 0,-3 0 0 0,-1 1-8 0,-2 1 4 16,-2 0-2-16,-2 1-10 0,-1 1-1 0,-5 1-2 0,-3 0-2 0,-2 1 1 16,-1 0 3-16,-1 1-7 0,-4 1-5 0,-1 0-10 0,-4 1-21 0,-2 0-35 15,-2 1-58-15,-4 1-72 0,-2 0-74 0,-3 1-140 0,-3 0-48 16</inkml:trace>
  <inkml:trace contextRef="#ctx0" brushRef="#br0" timeOffset="2535.08">4746 7513 191 0,'-12'-2'50'0,"2"1"13"15,-4-1 10-15,4 1-9 0,4 0-7 0,0-1-9 0,0 2-9 16,0-1-5-16,1 1-9 0,0 2-7 0,2-2-9 0,1 1-5 0,-1 0-5 16,3 0 1-16,-1 2-3 0,1-1 0 0,0 1 3 0,1 0 0 0,1 1 0 15,2 0 1-15,-1 0 2 0,3 0-3 0,0 0 3 0,2 0 0 16,0 1-1-16,1 0 2 0,3 1-3 0,-1 0 4 0,4-1-4 0,0 0 0 15,2 0 1-15,0 0 2 0,4 0 3 0,1 0 2 0,1 1-1 16,3-2 2-16,0 1 3 0,3-1-3 0,1 1 3 0,1-2 0 0,1 1 0 16,2-1 1-16,1-1-1 0,1 0 0 0,0-1 0 0,3 1 1 15,2-1 1-15,1 1-3 0,2-1 1 0,2 0-1 0,0-1-1 0,2 1 5 16,1-1-5-16,3 2 2 0,0-1-2 0,1 0-6 0,1 0 5 0,1 1-3 16,2 0 3-16,0 0-1 0,0 1-1 0,1 1-1 0,-1 0 1 0,-1 1-3 15,1 0-1-15,1 0 3 0,-1-1 0 0,-1 1 8 0,2 0-1 16,0-1 0-16,1 0 1 0,-1 0-4 0,1 0 3 0,-1-2-1 0,0 1-1 15,3-2 3-15,-1 0-1 0,1-2 1 0,1 0 0 0,1-1 1 16,2 0-1-16,-1-2 0 0,2 1-3 0,1-1 1 0,1 0-7 0,-1 1-2 16,2-1 1-16,-1 1-2 0,1-1 7 0,2 0 0 0,-1-1 1 0,1-1 2 15,0 1 0-15,-1-1-1 0,0 0-2 0,1 1 0 0,-3 0 3 16,1 1 3-16,0 0 7 0,-2-1 0 0,2 1 2 0,-1 0 0 0,-1 1-7 16,0 0 2-16,1 1-8 0,-1 2 1 0,1-1-1 0,2 2-2 0,-1 1 3 15,2 0-5-15,2 1-5 0,-2-1 2 0,1 0-2 0,2-1 0 16,-3 0 3-16,2 0-4 0,1 0 4 0,-2 0 0 0,1 0-3 0,-1-1 0 15,-1 0 1-15,0 0-1 0,0 0-1 0,-1-1 5 0,-1-1-1 0,-1-2 2 16,0 1 1-16,1-2 1 0,0-1 7 0,-1 1-4 0,1-2 6 16,0 1 6-16,-1-1 2 0,0-1 5 0,1 0-3 0,-1-2-7 0,1-1-3 15,-1 2-2-15,-2-1-2 0,0-1-5 0,0 0 0 0,1 0-3 16,-1 0-2-16,0 1 4 0,2-2-2 0,-2 1-3 0,0-2 1 0,-1 0-3 16,0 2-2-16,-1-2 0 0,-1 2-2 0,-1-2 4 0,-1 1 1 0,0-1-1 15,-3-1-2-15,-1-1-1 0,0 0 0 0,-3 0-1 0,-2-2 2 16,-1-1 2-16,-3 0 2 0,-2 1-3 0,-1-1 6 0,-1-1-3 0,-4 2 1 15,-2-1 0-15,-1 0-2 0,-2 1 6 0,-2-3-4 0,-2 1 1 0,-2-1 3 16,-5 1-5-16,-1-2-1 0,-3 0 1 0,-3 2 9 0,-1-1 3 16,-3-1 8-16,-2-1-5 0,-4-2-6 0,-2-1-7 0,-3-1-10 0,-3-1-6 15,-5 0-15-15,-2-2-5 0,-6 1-6 0,-5-3 3 0,-3-1 2 0,-5-2 5 16,-6-1 2-16,-6 1 2 0,-7 0 5 0,-5 0 1 0,-7-2 4 16,-4 2-1-16,-4-2 1 0,-6 2 10 0,-2 2 3 0,-2-2 4 0,-4 4 3 15,-1-1-2-15,-3 1-2 0,0 1 1 0,-3 1-2 0,-2 3 3 16,-1 0-2-16,-4 4 1 0,-2 1 3 0,-3 0-5 0,-2 4 3 0,-1 0-4 15,-1 2 1-15,-1 3 1 0,-4 2-1 0,-1 3-3 0,-3 3 4 0,-1 1-4 16,-3 1 0-16,0 2 4 0,-1 2-5 0,0-1 5 0,-2 3 0 16,1 1-2-16,0 1-1 0,1 2-1 0,1 2-1 0,1 2-2 0,1-1 0 15,2 1 2-15,1 0 1 0,-1-1-2 0,3 1 4 0,0 0-4 0,3 0-2 16,-1 1 0-16,1 0-2 0,0 0 0 0,0 0-1 0,-1 1 0 16,0 0 0-16,-2 1-1 0,0-3-2 0,0 0 3 0,-2-1 2 0,2-1-2 15,1 0 5-15,-1-3-1 0,0 3 0 0,2-2 6 0,-2 1 2 16,2-1-1-16,2-1 4 0,1-1-8 0,3-2 0 0,1 1 2 0,1-1 2 15,4 2 4-15,0 1 2 0,4 1 2 0,-3 1-7 0,5-1 1 0,1 0 8 16,3 0 2-16,4 1 2 0,1 2 2 0,2 0-7 0,2 1-8 16,-1 1-2-16,4 1 0 0,1 0-2 0,4-1 2 0,3 1 4 0,-1 1-1 15,2 1-1-15,2 1 5 0,1 2-11 0,4 2 2 0,1-1-2 0,0 2-1 16,2 0 7-16,1 0-7 0,1 2 4 0,1 0-4 0,2 1-1 16,0 2 2-16,0 0 1 0,3 2-1 0,1 0 1 0,3 0-6 0,0-1 2 15,2 1-2-15,2-3 12 0,3 3 4 0,4-3-8 0,3 0 0 16,2-1-11-16,5 1-1 0,1-2 1 0,3 0-1 0,6 0-6 0,2-1-5 15,5 0-8-15,4-2-22 0,3-2-25 0,4-2-43 0,5-1-30 0,7-3-21 16,4-1-9-16,6-3-1 0,7-2 1 0,8-3-24 0,8-3-215 16</inkml:trace>
  <inkml:trace contextRef="#ctx0" brushRef="#br0" timeOffset="12050.34">5560 9349 991 0,'35'-2'35'0,"11"1"-27"0,14 0-13 0,2 1 3 0,3 1-3 16,1-1 2-16,4 0 2 0,3 0-5 0,3 0-5 0,3 1-5 16,5 0 0-16,1 0-7 0,2 1 5 0,2 0 1 0,-1 0 1 0,2 2 2 15,-3 1 4-15,3 0 3 0,-3 1 3 0,0 0 6 0,0 0 0 0,-2 0 5 16,3 0-1-16,-3-1 6 0,3 0 6 0,-1 0 8 0,1-1 10 0,1 0 4 15,0 1 1-15,5-1 1 0,-3-1-5 0,4 1-1 0,-1-1 2 16,1-1-4-16,1 0 0 0,1-1 0 0,1-1-3 0,-2 0-4 0,1 0-5 16,-1 1-2-16,0-1-8 0,1 0-1 0,-1 0 1 0,-1 0-3 15,-1 0 3-15,-1-1 2 0,0-1-1 0,-1 0 2 0,-1-2-3 0,2 0-2 16,-3-1-1-16,0-1 0 0,-2-2-3 0,1 0 5 0,-1-2-1 0,1-1 2 16,-1-1 2-16,-1-1-3 0,-2-1-2 0,-4-1-4 0,-2 0 2 15,0 0-1-15,-3-2-1 0,1-2 4 0,-1 2-4 0,-3-3-6 0,-2-2-1 16,-3 0 2-16,-3-2 0 0,-1 0 5 0,-1 2 2 0,-3-2-5 15,0 2 0-15,-4 0 3 0,-2-2 0 0,-4 1-4 0,-2-1 0 0,-2-1-1 16,-2 1-2-16,-3-1 9 0,-2 1 6 0,-4-1 4 0,-5 1-1 0,-3 0 2 16,-4 0-2-16,-2 0-1 0,-3-1 5 0,-3 1-1 0,-4 1-3 15,-3-2-4-15,-5 2-3 0,-3-3 2 0,-4 0 1 0,-5 0 2 0,-3-3-5 16,-4 1 1-16,-4-1-3 0,-1 2 2 0,-1-2-2 0,-5 1 0 0,-2-1 0 16,-5 0-6-16,-2 0 1 0,-3 2 5 0,-1 1 0 0,-4-2 0 15,-2 2 2-15,-4-2-6 0,-2 2 1 0,-2 0 3 0,-3 1-3 0,-3 1-1 16,-3 0 0-16,-3 1-2 0,-2 0 4 0,-4 0-3 0,0 2 1 15,-3-1 1-15,-4 0-1 0,-1 2 1 0,-3 0-2 0,-3 0 3 0,-2 2 4 16,-4 0 1-16,-2 0 0 0,-5 3-3 0,0-3-4 0,-3 1-2 0,-3 1 6 16,1 2 2-16,-2-1-2 0,-1 2 6 0,1-1-7 0,1 1-4 15,-2 0 1-15,2-1-1 0,-1 2 11 0,-1 1 1 0,1 1 1 0,-1 0-2 16,0 0-4-16,0 0-2 0,0 2-1 0,-2 0 0 0,-2 1-2 0,1 1 0 16,-2 1 7-16,0 0-2 0,-1 2 1 0,-3 2-4 0,0 0-3 15,-1 2 3-15,-2 0 0 0,1 2 1 0,-2 1-1 0,0 2-6 0,1 0 3 16,-2 2-3-16,0 1 5 0,-1 1-7 0,0 1 2 0,0 0-10 0,0 0 8 15,5 1 5-15,0 1 2 0,3 1 8 0,2 0-7 0,0 0 6 16,0-1 2-16,2 2-5 0,0 0 0 0,3-1-3 0,1 3-3 0,1 1 12 16,1-2-3-16,0 1 2 0,0 0-6 0,3 1-5 0,2 1 3 0,1 0 0 15,3 3 8-15,0-2-8 0,4 2-1 0,-2-1-1 0,2 1-4 16,0 1 5-16,1 1 1 0,2-1-6 0,4 1 6 0,3-1-1 0,2 3-4 16,2 1-1-16,4-1-1 0,2 1-7 0,5-2-3 0,5 1 5 15,4-2 6-15,5 1 8 0,3 0 0 0,4 0-2 0,6 0-11 0,3 0 0 16,5 1-1-16,4-1 0 0,4 0-9 0,1 3-7 0,4 1-5 0,4 2-16 15,4 0-11-15,5 2-23 0,4-1-20 0,3 3-36 0,3 1-23 16,3 2-21-16,6 2-16 0,2 1 15 0,4 2 3 0,3 2-13 0,1 2-17 16,3 0-181-16</inkml:trace>
  <inkml:trace contextRef="#ctx0" brushRef="#br0" timeOffset="30935.15">11488 10601 541 0,'3'-22'59'0,"1"-3"18"0,-1-3 20 0,2-2 11 0,-3 18-62 0,2 3-15 0,0 2-16 0,3 0-6 16,1 1-5-16,2 0-3 0,1 1-2 0,-1-1 1 0,2 2-4 15,0 1 4-15,0 1-4 0,0 1-3 0,-2 1 4 0,0 1-3 0,0 1 7 16,2 1 2-16,0-1-1 0,1 1 1 0,-1-1-4 0,3 1 1 0,0 1 2 15,3 0-3-15,1 0 2 0,2 1-2 0,0 0 1 0,0 0 4 16,2-1 3-16,1 1-2 0,2 0 4 0,2 0 5 0,0-1 11 0,3-1 13 16,3 1 9-16,2-1 7 0,2 0 0 0,2-1-5 0,3 0-6 0,3-1-6 15,2-1-6-15,1 1-1 0,1-2-3 0,2 1-3 0,3-1-6 16,1 0-2-16,1-1-2 0,2 0-5 0,0-1 11 0,2-1-7 0,2 1-3 16,0-2 2-16,1 1-5 0,0 1 4 0,0-1-5 0,1-1-6 15,0 1 6-15,1-2-6 0,1 0 7 0,1 0-1 0,0 0-2 0,0 0 0 16,-1-1-1-16,0-1 1 0,-1 0 4 0,-2-1-4 0,2-1 2 0,-4-1 2 15,0 0-6-15,1-1 8 0,-2 0-2 0,-1 1 0 0,-1-2 2 16,0-1-1-16,-3 0 0 0,0-1 0 0,-2-1 2 0,-2-1-1 0,-1-3-2 16,-2 1 3-16,0-2-2 0,-2-1 1 0,-2 1-3 0,-3-1-6 0,-2-1 7 15,-2 0 4-15,-3-1 7 0,-2 0 2 0,-3-1 0 0,-2 0-5 16,-4 1 3-16,-3-2-3 0,-2 3 1 0,-3-3 1 0,-3 2-6 0,-2-2 4 16,-4-1-6-16,-2-1-3 0,-3 0 0 0,-3-1-9 0,-3 1-1 15,-3 2 1-15,-5-2-7 0,-1 2-3 0,-3-1 2 0,-4-2-5 0,-1 1-2 16,-5-2 0-16,-3 3 7 0,-2-1 3 0,-2 2 4 0,-2-2 2 0,-2 1-8 15,-4 1 5-15,-2-1-4 0,-3 4-1 0,-2-1 1 0,-3 2-2 16,-1 1 3-16,-1 1 5 0,-3 1 3 0,0 0-4 0,-2 1 2 0,1 0 1 16,-2 3-3-16,-2 1 2 0,-1 3 0 0,-3 1-1 0,0 1 1 0,-1 3 0 15,-2 0-1-15,-1 1 4 0,-1 2 0 0,1 1 0 0,-2 1-2 16,-1 0-4-16,0 2 1 0,-1 1-1 0,1 1 1 0,-3 1-1 0,-1 2 2 16,1 0-8-16,-1 1 1 0,2 1 2 0,0 1-1 0,-1 0 3 15,2 2-2-15,1 2 2 0,0-2 3 0,0 3 0 0,1 0 0 0,2-2-1 16,0 1-1-16,2 0 1 0,0 1 2 0,3 1 0 0,0-1 5 0,1 0-3 15,1 1 3-15,1 0-3 0,2 1-2 0,1 0-2 0,1 1 2 16,1-1 0-16,3 1-2 0,3-1 2 0,3 2-4 0,2 0 2 0,1-2 0 16,5 2 2-16,1 0-2 0,2 1 9 0,4 0-5 0,1 3-1 15,5-2 0-15,1 1-5 0,3 1 2 0,4-2 0 0,1 2 3 0,1 1-3 16,2-2 3-16,3 2 2 0,1 3-4 0,2 0 2 0,2 1-2 0,1 1 2 16,2 0 4-16,2-2-4 0,1 3 1 0,2-2-1 0,2 3 3 0,1 1-3 15,3 0 1-15,1 0-3 0,2 1-6 0,1-1 16 0,4 0 0 16,1-1 3-16,2 0 3 0,3-2-5 0,2 0-3 0,2-1 5 0,5-3 2 15,0 1-1-15,4-1 2 0,3 1-5 0,1-1 6 0,5-3 0 0,2-1 4 16,2-2 7-16,6-2-6 0,1 1-1 0,3-3 1 0,4-1-8 16,2-2 4-16,2-1-5 0,4 0-3 0,2 0 2 0,1-2-6 0,3 0 12 15,1 0-5-15,1-3 7 0,3 1-3 0,-1 0-12 0,1 0 3 16,2-1-2-16,-3 0 6 0,3-1 8 0,-1 0 0 0,0-1 0 0,2 0-9 16,-1-1 2-16,-2 0 1 0,2-1 3 0,-2 0 1 0,0 0 0 0,0-2-1 15,0-1-1-15,-2 0 2 0,-1 0 2 0,-1-1-1 0,-2-1-1 16,-4 0 1-16,0-1-2 0,-3 0-3 0,-3 0 2 0,-2-1 0 0,-4 0-6 15,-2 1 10-15,-3-2-2 0,-5 1-4 0,-2 0 1 0,-6 0-7 0,-3 1-3 16,-2 0-1-16,-5 0-2 0,-3 0 0 0,-4 2-10 0,-2-1-7 16,-1 1-12-16,-5 1-28 0,-1 0-53 0,-4 0-89 0,-5 0-148 0,-2 0-208 15,-5-2-306-15</inkml:trace>
  <inkml:trace contextRef="#ctx0" brushRef="#br0" timeOffset="45719.63">6300 12033 1277 0,'24'-6'78'0,"8"0"-44"0,10 0-24 16,1 2-4-16,1 4 4 0,1 1 6 0,1 1-2 0,3 0-3 15,4-1-6-15,3 2-7 0,2-2-4 0,2 1-2 0,1 0-3 0,2 0 5 16,2-1 3-16,0 1-1 0,2-2 4 0,2 0-1 0,-1-1 2 0,1-1-2 15,1 0 0-15,1-1 7 0,-1-1 1 0,2-1 2 0,3-3-3 16,1-1 3-16,2-2-1 0,0-2 2 0,2 0 2 0,4-1-1 0,-1 0-2 16,3-1 3-16,0-1 1 0,1 0-6 0,1 1 5 0,-3-1-3 0,2 2 1 15,-4 0 1-15,0 1-1 0,0 0-1 0,-3-1 3 0,0 1-3 16,-2 1 0-16,-1 0 3 0,-3-2 0 0,1-2-1 0,-2-1 2 0,0 1-3 16,-2 0-2-16,-1 0-2 0,-1 0 1 0,-2 1-6 0,0-1-7 15,-4 0 6-15,0-1-2 0,-4-1 2 0,-1-1 4 0,0-1-5 0,-3 0 5 16,-3-2-1-16,0 0 2 0,-5 0 6 0,-2-2 1 0,-2 1-4 0,-2-2 0 15,-3-1-3-15,-4 0 0 0,-2 0 14 0,-4 1-1 0,-2-1 4 16,-5 1 3-16,-3 0 5 0,-4 0-2 0,-4-1 2 0,-3-2-5 16,-4 0-11-16,-5-2-3 0,-3 0-11 0,-5 0-10 0,-5 1-6 0,-3-2-6 0,-7 1 3 15,-3-2 3-15,-6 1 1 0,-5 1 20 0,-5 0-7 0,-5-1 2 16,-4 1 7-16,-4-1-14 0,-4 1 2 0,-4 0 1 0,-2 1-2 0,-5 0 1 16,-1 2 5-16,-3 0-1 0,-5-2 5 0,0 2 0 0,-2-1-2 15,-3 2 1-15,-1 0-4 0,-2 2-2 0,-2 1-2 0,-4 2-4 0,-1 2 4 16,-5 1 0-16,0 2 5 0,-2 1 4 0,-3 3 1 0,-1-1 7 0,-3 2-16 15,-1 1 4-15,-2 1-4 0,0 3-5 0,-3 0 15 0,0 2-1 16,-4 0 3-16,0 1-3 0,-1 2 0 0,-2 0 5 0,1 2 0 0,-3 1 1 16,1 1-2-16,0 1-6 0,0-1 6 0,1 2-3 0,0 0 1 0,1 2 1 15,0-1-1-15,1 2 10 0,-1 1 0 0,2 0-5 0,-2 3-2 16,1 0-4-16,1 2 6 0,-2 2 4 0,2 2-5 0,-2 1 2 0,0 2-7 16,2 2 0-16,0 2 6 0,4 2-2 0,1 1 2 0,3 1-3 15,2-1-2-15,2 0-3 0,3-2 6 0,4 3-1 0,1 0-5 0,2 2 10 16,2 2-4-16,2 3 0 0,5 0-4 0,1 3 3 0,4-1-6 0,4 1 7 15,2 3 3-15,5-2-7 0,5 0-1 0,4 5-5 0,4-3-2 16,5 3 1-16,5-1 1 0,5-2-5 0,5 1-2 0,4-2 1 0,7 3-12 16,5-2-2-16,5 0 1 0,7 0-9 0,4-2 4 0,6 0 2 0,6 0-7 15,6-4 2-15,7 0-8 0,7 0-9 0,7-2-10 0,8-1-37 16,6-4-44-16,7-1-33 0,7-3-40 0,6 0-15 0,9-2-9 0,5-3-55 16,6-1-149-16</inkml:trace>
  <inkml:trace contextRef="#ctx0" brushRef="#br0" timeOffset="69154.02">3841 13907 1135 0,'-10'-8'83'0,"0"2"-6"15,1-2-18-15,4 1-20 0,2 1-6 0,3 0-2 0,0-1-2 0,2-1-5 16,1 0-6-16,0 0-8 0,1 1-4 0,2-2-5 0,-1-1-3 15,2 0-2-15,1 0-4 0,1 0 4 0,1 0-3 0,2 1-2 0,-2-2 2 16,3 1-6-16,1 0 7 0,0 0 1 0,0 0 1 0,2 1 2 16,1-1-1-16,-1-1 5 0,0 1 1 0,2 0 0 0,1 0 0 0,-1 2 2 15,3-2 0-15,1-2 4 0,1 0 2 0,2 0-2 0,3-1 1 0,1 0-1 16,2 0 5-16,3-1 5 0,2-1-2 0,2 1-1 0,4-1-1 16,1-1-5-16,3-1-1 0,2 0 0 0,1-1-4 0,2 0-4 0,1 2 3 15,0 0-3-15,2 0 5 0,-1 1-6 0,1 3-3 0,0-2 0 0,0 3 3 16,1 1 11-16,0 3-2 0,1 0-6 0,0 1-1 0,-1 3-4 15,1-3 5-15,-1 3 1 0,0 1-4 0,-1 0-4 0,0 3-2 0,-2 0 2 16,0 2 0-16,-2 2 5 0,-1 1 2 0,1 2-7 0,-3 1-1 16,-1 2 0-16,0 2 6 0,-3 2 3 0,-1 1 2 0,1 3 3 0,-2 2-10 15,-1 1 2-15,1 2 0 0,-4 0-2 0,-1 2 2 0,0 3-2 0,-4-1 1 16,1 5-2-16,-4 0-1 0,-1 1 4 0,-1 1-1 0,-2 0 3 16,-2 3 2-16,-1 0-2 0,-4 3-1 0,-2 0-3 0,-3 0 5 0,-1 1 0 15,-4 2 1-15,-1 0 5 0,-2 0-1 0,-2 1-2 0,-2 0 3 0,-3 0-5 16,-1-1-2-16,-2 1 5 0,-2-3-6 0,-3 0 12 0,-2 0-8 15,-1 2-1-15,-3-2 6 0,-2 0-2 0,-3 2 3 0,-4-2-4 0,-2 1 4 16,-2-1-5-16,-1-1 9 0,-3 1 2 0,-4 1-6 0,-1 0 7 16,-3-2-7-16,-1-1 11 0,-3-1 5 0,-1-2 4 0,-2 2 2 0,-2-4-9 15,0-1 4-15,-4 0-1 0,0-3 1 0,-3 2 2 0,-3-2-8 0,1-1-5 16,-3-2 4-16,-2-1 3 0,0-2-4 0,-2-2 3 0,-1 1 2 16,-1-1 1-16,2-2 8 0,-2-2 7 0,1-3-1 0,1-4 8 0,1-2-2 15,0-4 0-15,1-2-4 0,2-4-16 0,-2-2-2 0,-2-3-14 0,-1-1 2 16,-2-2 10-16,1-3-8 0,3-2 2 0,-1-3-9 0,1 0-5 15,1-1 12-15,1-2-2 0,0-1 11 0,0-1-4 0,1-1 2 0,-1-3 10 16,3 0-3-16,0-2 0 0,1-2-4 0,1-2-16 0,1 1 12 16,2-3-4-16,2 1-1 0,0-2 15 0,2 0-12 0,2-2-1 0,2 2-1 15,1 0-10-15,1-1 2 0,4 0 3 0,2-2 2 0,1 2 1 0,3-2-3 16,1 3-3-16,2 1-4 0,1 0-1 0,2 1-4 0,4-1-4 16,2 2-13-16,0 0-5 0,2 2-3 0,0-1-6 0,1 3 5 0,4-1-20 15,1 1 0-15,0 3-2 0,2-1-2 0,0 4-4 0,3 0-13 0,2 2-15 16,0 2-20-16,2-2-18 0,2 1-15 0,2-1-15 0,1 1-16 15,1-3-13-15,2-1-31 0,1 0-31 0,4-3-23 0,1-1-25 0,4-3-30 16,4-3-119-16</inkml:trace>
  <inkml:trace contextRef="#ctx0" brushRef="#br0" timeOffset="69554.02">3933 13208 1279 0,'5'-2'111'0,"5"0"-22"0,4 1-29 0,2-1-13 0,1 1 1 0,2 0 1 16,1-1 2-16,1 0-5 0,0 0-16 0,3-1-10 0,0 1-10 16,1 0-5-16,3 0 0 0,-1-1-3 0,3 0 2 0,1 1-2 0,2-1 4 15,0 1-4-15,1-1-2 0,3-1 0 0,0 1 2 0,2 0 1 0,1-2 1 16,0 2 1-16,5-1-1 0,0 1-3 0,1 1 5 0,1-1-6 15,1 2-2-15,2 0 9 0,1 1 1 0,1-1 1 0,4 1-1 0,0-1 6 16,3-1-3-16,3 2 1 0,-1-2 5 0,3 1-6 0,2-1 7 16,-1 0 3-16,4 1-3 0,0 0 4 0,1 1-1 0,0 0-4 0,2 2 9 15,0 0 4-15,0 3 1 0,1 1 4 0,-3 0-4 0,3 1-2 0,0 0 5 16,0 2 2-16,1-1 4 0,-1 2 1 0,4-1-11 0,0-1 4 16,1 0-4-16,0 1-3 0,1-2 1 0,1 1-9 0,1 0-1 0,-1-1 0 15,1 0-10-15,0 1-2 0,-1-1-3 0,0-1 5 0,1 0 5 0,-2 0-8 16,0 0-3-16,-1-1-7 0,-3 0-5 0,1 1 12 0,-2 0 3 15,-1 0 6-15,-1 1-1 0,-3 0-5 0,0 0-5 0,-1 1-13 0,-1 0-7 16,-1 1-10-16,-2 0-14 0,-1 0-22 0,-2-1-35 0,-1 0-54 16,-2 2-69-16,0-1-112 0,-1-1-174 0,-2 1-342 0</inkml:trace>
  <inkml:trace contextRef="#ctx0" brushRef="#br0" timeOffset="-143830.42">3007 14547 348 0,'-17'-1'75'0,"-1"1"-22"16,-3-1 3-16,3 1 4 0,3 0 0 0,2-1-5 0,0 1-3 0,0 0-3 15,0-1-6-15,1 0-3 0,0 1-5 0,2-1-13 0,0 1 0 16,0-1-9-16,2 0 5 0,0 1-2 0,1-2-5 0,-1 1 5 0,2-1-12 16,0 0 9-16,-1 0 1 0,2-1 0 0,-1 1 3 0,1-2-3 0,1 1 1 15,-1 0-2-15,0-1 5 0,1 1 2 0,1-1-3 0,-1 0 5 16,1 0-2-16,-1-1 0 0,3-1-6 0,-1 0-2 0,1-1-5 0,-1-1-1 15,1 0-2-15,2-1 0 0,0-1-1 0,1-2 3 0,1-2 1 0,2 0-2 16,0-2 7-16,2 1-2 0,0-2 2 0,1 0 5 0,1 0-4 16,1-2 8-16,0 0 0 0,2-1-2 0,0 1 4 0,1-2-3 0,0 0-1 15,0-1 3-15,1 2-5 0,2 1 5 0,1 2 3 0,-2-1-1 16,1 1 1-16,0 1 1 0,-1-1-2 0,0 0 7 0,2 1-3 0,-1 1-4 16,0-1 0-16,-1 0-12 0,4-1 4 0,0 1 0 0,0-1 3 0,1-1 4 15,1 2-4-15,0-3-7 0,2 1 3 0,0-1-1 0,1 2-6 16,1 0 6-16,-2-1-8 0,4 3 1 0,-1-1 4 0,0 0-4 0,1 1 4 15,-2 2-5-15,1-1 1 0,0 1 1 0,0 1-2 0,1 0 2 0,-2 2 2 16,1 0-7-16,-1 0 4 0,0 2 2 0,-1-1-6 0,-2 2 8 16,0 1-8-16,0 0 4 0,-1 3 2 0,0 0 0 0,-1 0-1 0,0 1 1 15,1 1 2-15,-2-1 4 0,1 1-6 0,-2 0-2 0,1 0-3 16,0 0 1-16,1 0 4 0,0 0-1 0,0 0-2 0,2 0-3 0,-1 0-1 16,-1 0 1-16,1 1 0 0,-1 0 0 0,0 0 0 0,0 1-2 0,-1 0 3 15,1 1-2-15,-1 0 2 0,0 0 1 0,-2-1-2 0,1 1-2 16,-1 0 2-16,-1 0 0 0,-1 1 0 0,0-1 2 0,0 0-5 0,0 0 6 15,-1 1-5-15,1 0 4 0,-3-1-4 0,0 1 1 0,-1-1 4 0,1 0-5 16,-1 0 2-16,0 0 0 0,0 0-3 0,-1-2 3 0,-1 1 2 16,0 0-8-16,0 0 7 0,-2-1-5 0,0 0 4 0,-1 0 4 0,0-1-1 15,-1 1-1-15,0 0-5 0,-2-1 3 0,0 0 0 0,0 1 4 16,-1-1-2-16,0 1-4 0,-1-1 2 0,-1 0 0 0,1 0 0 0,0 0 2 16,-1 0-1-16,1 0 0 0,-1 0 3 0,0 0 4 0,0-1-5 0,-1 0-2 15,1 0-2-15,-2-1-5 0,1 0-3 0,0 1-8 0,-1-1-4 16,1 0-9-16,-2-1-11 0,1 0-11 0,0 0-14 0,0 0-15 0,1 0-14 15,0 0-23-15,-1 0-12 0,1-1-16 0,0 0-23 0,0 0-11 0,0-1-13 16,1 1-16-16,-1-2-21 0,0 1-92 0,-1-1 26 0</inkml:trace>
  <inkml:trace contextRef="#ctx0" brushRef="#br0" timeOffset="-143213.42">3304 13956 1243 0,'-21'-9'17'0,"0"-2"60"0,-3 0-17 0,8 3 7 0,6 2-3 16,1 1-6-16,2 0-6 0,0-1-18 0,0 2-7 0,3-2-9 16,0 0-4-16,1 2-6 0,1 0-8 0,2 1-3 15,2 0-6-15,1 0 2 0,2-1-2 0,2 0 1 0,0-1 3 0,2 0-1 0,1-1 5 16,2 1 1-16,2 1-2 0,0-2 0 0,1 1 0 0,1 0 0 0,1 0 5 16,2 0 0-16,-1 0-5 0,1 1 4 0,0-1-1 0,-2 1-1 0,1-1 5 15,0 0-4-15,0 0 3 0,0 0-3 0,1 0 2 0,2-1 1 16,-1 0-1-16,2-1 0 0,-1 1 3 0,0 0 1 0,2 0 2 0,-3 0 2 15,2 0-1-15,-1 0 0 0,-1 0 3 0,1-1 4 0,-1 1 0 0,0-1 1 16,2 0-1-16,0 0-2 0,-1 0 0 0,1 0 1 0,0 1-2 16,-1-2 1-16,2 1 1 0,1-1-2 0,0 0 3 0,0-1-2 0,1 1 0 15,-2 0 1-15,0 1-4 0,-2 0 2 0,0 0-4 0,1 1 3 16,-2-1-3-16,2 2-4 0,-1 0 4 0,1 0-3 0,1 0-1 0,-2 1-1 16,1 1 1-16,0 0 0 0,-2 1 1 0,2-1-4 0,-1 1 0 15,-1-1 0-15,2 1-2 0,2-1 5 0,-1 0-3 0,0 0-5 0,0 2 2 16,-1-2-1-16,1 1 2 0,-1-1-2 0,1 0 2 0,0 0 2 0,-2 1-4 15,0 0 2-15,0-1 1 0,-3 1-5 0,0 1 6 0,0-1-3 0,-1 1-3 16,0 0 6-16,0 1-6 0,0-1 3 0,-4 1 4 0,2-1-7 16,-1 1 8-16,0 1-5 0,0-2 0 0,-2 1 0 0,1 1-3 0,-2-2 6 15,-1 1-3-15,0 1-2 0,0 0 4 0,1 0-4 0,-2 0 2 16,1-1-1-16,1 2-8 0,-3-1-1 0,1 1-7 0,0-1-6 0,0 2-7 16,0-2-10-16,-1 1-7 0,1 1-10 0,-1-1-7 0,0 0-5 0,3 1-4 15,-1-1-8-15,1 0-3 0,-1 0-11 0,-1 0-9 0,-1 0-5 16,0 0-4-16,0 0 4 0,0-1 6 0,0-1 6 0,0 1 4 0,-1-2 3 15,0 1 2-15,-2-1 1 0,1 0 8 0,-1-1 8 0,-1 2 2 0,1-2-19 16,-1 1-50-16</inkml:trace>
  <inkml:trace contextRef="#ctx0" brushRef="#br0" timeOffset="-142112.42">4735 13498 809 0,'-13'-6'46'0,"-2"0"2"0,-2-1-11 0,4 3-5 16,4 1-4-16,3 1-1 0,-1 0-8 0,2 0-5 0,0 2-10 16,1-1-4-16,1 1-6 0,0 1-3 0,1 0-1 0,1 2-4 0,0 0-3 15,1 1-2-15,1 1 0 0,-1 1 0 0,1 0 3 0,1 1 1 16,0 0 1-16,0 0 5 0,1 0 1 0,-1-1 1 0,1 2 4 0,0 0-1 16,0 0-3-16,0 1 3 0,0 0 3 0,0 0-2 0,0 0 4 0,-1-1-2 15,3 1 1-15,-1-1 4 0,1 0-3 0,0-1 6 0,0 0 3 16,0 0-1-16,-1 0 6 0,1 0-1 0,0 0 1 0,0-2 5 0,1 0-1 15,-1 0 6-15,0-1 0 0,1 0-1 0,0 0 2 0,1-1-2 0,-1 1 4 16,3-1 0-16,0 1-2 0,1-1 0 0,-2-2-2 0,1 1 4 16,1-1-5-16,0 0 3 0,0 0-3 0,1 0-5 0,0 0 2 0,1-1-3 15,0 0-2-15,0-1 3 0,1 1-5 0,-2-1 0 0,2 0-2 16,1 1-3-16,0-1 2 0,0 0-6 0,0 2 2 0,0-2-1 0,1 2-1 16,-1-1-3-16,2 1 1 0,0 1 1 0,2-1-4 0,-1 1 1 0,0 0 2 15,-1 1-2-15,0-1 1 0,0 0 0 0,2 1 1 0,0 0-4 16,2 1 2-16,-1 0-1 0,1 0-1 0,1 0 4 0,-1 1-2 0,0 0-2 15,-1 0 2-15,0 0-1 0,0-1 2 0,1 1 0 0,-1 0-1 0,1 1-2 16,0 0 0-16,-1-1 4 0,1 1-1 0,-1-1 1 0,-1 0-2 16,0 0 0-16,-1-1 0 0,0 0 0 0,-2-1 0 0,2 1 1 15,-1 0-2-15,-1 0 1 0,-1-1 1 0,-1 0 1 0,0 0 1 0,0 0 1 16,0 1-2-16,-1-1 7 0,0 0-2 0,-2 0 2 0,0-1 2 0,-1 0 1 16,-1 0-2-16,1 0 2 0,-1 0-3 0,1 0-5 0,-1-1 3 0,0 0 0 15,0 1-5-15,-1-1 4 0,1 0-3 0,-1-1 3 0,1 0 1 16,-1 0 1-16,1 0-3 0,0 0 1 0,-1-1-4 0,1 0-1 0,-2-1 8 15,0 1-5-15,1-1 1 0,-1 1-1 0,2 0 1 0,0 0-2 0,-1 0 4 16,1-1 1-16,0 2-8 0,0 0 3 0,0 0-5 0,1 2 4 16,-1-1 3-16,2 1-5 0,0 0 3 0,-1 2-10 0,3 0 2 0,0-1 2 15,1 1-1-15,0 0 2 0,-1 1 4 0,1 1-2 0,1 1 2 16,-1 0 3-16,1-1-1 0,-1 0 1 0,2 0 1 0,-1 0-6 0,-1-1 3 16,0 0-4-16,1 0-2 0,0-2 6 0,-1 1-5 0,0-1 2 0,-1-1 0 15,1 1 0-15,-1-2 2 0,0 0 2 0,-1 0-4 0,0-1 2 16,0 0 2-16,1 0-4 0,0-1 5 0,-3 0 0 0,1 0-1 0,-2 0 2 15,1 0 7-15,1 0 4 0,-2-1 8 0,1 0 8 0,0 0-6 0,-2-1 1 16,1 1-7-16,0 1 1 0,-1-2 1 0,2 1-7 0,-1 0 3 16,1-1-8-16,0 2 3 0,-1-2-4 0,1 0-2 0,-1 1 5 0,0 0-4 15,0-1-1-15,-1 1 2 0,0 0-6 0,-1-1-9 0,1 1 5 16,1 0-7-16,-1-1 4 0,0 1 7 0,0-1 0 0,-1 1 2 0,1 0 1 16,0-1-3-16,-2 0 1 0,1 0-1 0,-1 0-1 0,1 0-2 0,0 1 8 15,-1 0-5-15,0 0 8 0,0 0 4 0,0 0-5 0,-1 0 7 16,1-1-5-16,-2 0-5 0,0-1 6 0,0 0-6 0,-1 0 4 0,-1 1 6 15,1-1 0-15,0-1 3 0,-2 0 0 0,1-1-6 0,0 0-2 0,-1-1-1 16,0 0 0-16,-2 0-1 0,1-1-5 0,0 0 2 0,0 0 1 16,0-2 0-16,-2 1-1 0,0-1-1 0,-1 1-5 0,-2-2 6 0,0-1 1 15,0 1-5-15,-1-1 3 0,0 1-6 0,-1-1-5 0,0-1 8 0,0-1-2 16,-2 0 5-16,-1 1 6 0,-2-2-7 0,0 1 3 0,1-1-2 16,-3 1 2-16,0-3 2 0,-3 0-2 0,1 1 1 0,-1 1-6 0,0-1 3 15,0 1-1-15,0 0-1 0,0 3 4 0,0-3-1 0,0 1 0 16,-1-1-3-16,0 1 3 0,0 0-8 0,-2 1 3 0,0-1-3 0,1 1-3 15,-1 1-4-15,-1-1 4 0,1 0-1 0,-2 0-3 0,1 1 18 0,1 0-4 16,-2 0 7-16,1 0-3 0,-2-1-11 0,1 1 5 0,2 2-3 16,-1-2 2-16,0 0 4 0,0 1-4 0,-1-1-1 0,-3 3 0 0,2-1-3 15,-2 1 0-15,0 0 5 0,2 0-5 0,1 1 3 0,-1 0 0 0,-1 2-3 16,2 1 0-16,-1 1 2 0,2 1-4 0,2 1 2 0,-1 3 0 16,0 1-6-16,2 1-4 0,-2 3-6 0,1 0-1 15,1 4-6-15,-2 3 1 0,-1 2-6 0,0 4-10 0,-1 3-5 0,0 3-14 0,-1 0-14 0,2 3-16 16,1 2-27-16,0 0-39 0,1 1-46 0,3 3-59 0,0-4-71 15,3 3-57-15,2-1-203 0</inkml:trace>
  <inkml:trace contextRef="#ctx0" brushRef="#br0" timeOffset="-50975.08">10044 13358 243 0,'-3'-2'72'0,"1"-1"26"0,-1-2-11 0,3 1-20 16,0 1-12-16,1-1-12 0,2 0 0 0,0-1-6 0,2-1-11 15,2 0 2-15,0 0-7 0,1-1 1 0,1 2 5 0,-1-1 0 0,0 1-1 16,1 0 2-16,2 2-4 0,0-2 4 0,0 1 0 0,1 0 0 16,-1-1 5-16,3 0 0 0,2-1 2 0,1-2-3 0,2-2-1 0,3-1-3 15,2-1-5-15,1-1 0 0,3-2-3 0,1-1-4 0,-1 1-2 0,1-2-2 16,2 0-6-16,0-1-1 0,2 2-3 0,1-2 4 0,1 0-7 16,0 0-4-16,0-1 2 0,0 1-5 0,0 1 9 0,1-1 0 0,-2 0-1 15,2 0 0-15,-2 3-5 0,2 1 1 0,1 0-10 0,-1 2-17 0,0 1-28 16,-1 2-30-16,0 1-34 0,1 2-29 0,1 0-31 0,1 2-62 15,1-1-125-15</inkml:trace>
  <inkml:trace contextRef="#ctx0" brushRef="#br0" timeOffset="-48092">6075 15271 448 0,'-7'-8'-53'0,"3"-2"75"0,0-6 24 0,6-2-12 16,4-1 4-16,1-3-3 0,4-2-2 0,3-3 4 0,4-3-5 15,-1-3-4-15,5 0 0 0,2 1-5 0,1 0-2 0,4-1-1 0,2 0 2 16,2-2 1-16,2 0 0 0,3 0-5 0,2-2 3 0,3 3-7 0,0-1-1 16,3 0 2-16,-1 2-2 0,3-1 4 0,2 1 0 0,3-2 1 15,1 0-3-15,1-3-1 0,1 0-4 0,2 1-2 0,4-2-2 0,3 0-3 16,1 0 1-16,3-2-7 0,1 2 1 0,4-1-4 0,5 1-4 0,3 0-6 15,5-3-29-15,6 3-69 0,3 0-114 0,7-3-249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1T10:38:24.5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6551 8428 30 0,'-8'-5'22'0,"0"-1"1"0,-3-1-2 0,2 1-4 15,0-1-8-15,1 2-1 0,2 0-2 0,-2-1-1 0,1 1 0 16,1 0-1-16,0 1-3 0,1-1 1 0,-1 1-1 0,0-1 1 0,2 1 0 16,-1 0 0-16,1 0 1 0,-1 0 3 0,1 1 3 0,0-1 4 0,-1 1 6 15,2-1 2-15,-2 1 4 0,0-1 1 0,1 0-2 0,1 0 0 16,-1 0-4-16,2-1-6 0,-1 0-2 0,1 0-6 0,2 0 1 0,-1-1-4 16,1 1 0-16,1-1-2 0,0-1-1 0,0-1 0 0,3-1-1 15,-2 2 4-15,2 0 2 0,-1-1 5 0,1 0 4 0,0-1-1 0,0-1 2 16,0 0 3-16,1 1 8 0,-1-1 7 0,2 0 4 0,-3 2 2 0,1-1 2 15,1-1-7-15,0 0 1 0,1 0-6 0,0 0-4 0,1 2 0 16,2-2-6-16,1 0 1 0,1 1-2 0,2-1-2 0,0 1-1 0,1 1-1 16,1-1 1-16,1 1-1 0,2-1-2 0,1 0 5 0,0 1-5 0,3 0-1 15,1 1-1-15,1 1-3 0,1 1 0 0,1 0-1 0,1-1 1 16,0 1-2-16,2-1-1 0,1 1 2 0,-1 1-1 0,4-1 5 0,-1 1 6 16,1-1-1-16,2 0-1 0,0 0-2 0,2 1-4 0,0 0 2 15,1 1 2-15,2 0-1 0,-3 0 3 0,2-1-3 0,0 1-1 0,1 0 2 16,2 1-2-16,-2-1 2 0,0 1-1 0,2-1 1 0,0 1 3 0,0 0 2 15,2 1 2-15,-1-1 0 0,1 2-1 0,0-1 1 0,1 1-5 16,-3-1 1-16,0 1 2 0,1 1-1 0,0-1 4 0,0 1-8 0,-1-1-4 16,0 1-2-16,0 0-2 0,-1 0 3 0,2 0-1 0,0 0-2 0,-1 0-1 15,1 1 1-15,0 0-3 0,-1-1 1 0,-1 1 2 0,2 1-2 16,-1 0 0-16,0 1 1 0,0 1 1 0,-1-1-1 0,-1 3 5 0,1-2-5 16,-2 1 6-16,-1 1-3 0,0-2-4 0,-1 1 5 0,2 0-5 0,-1 1 2 15,1-2 1-15,0 1-5 0,-2-2 3 0,-1 1-1 0,-1-1-1 16,0 1-1-16,1 0 1 0,-1 0 1 0,0-1 0 0,-3 1 1 0,1-1-1 15,0 1-1-15,-1-1 1 0,0 1-3 0,-1-1 2 0,-1 1 3 16,0 0-3-16,1-1 1 0,-1 2-5 0,-1 0 2 0,-1 0-3 0,-2 0 5 16,0 1 1-16,-2 0-2 0,1 0 0 0,-2 1 1 0,0 0 0 0,-1 0 0 15,-1 1 3-15,0 0-5 0,-2 0 3 0,-1 0-1 0,0 1-2 16,0 0 2-16,0 2-1 0,-3 0 0 0,1 1 0 0,-2-1-1 0,0 0-6 16,-1 1 2-16,2 1-1 0,-2 1 6 0,0 1 5 0,-3 1-3 0,-1-1 3 15,1 2-6-15,-1-1-4 0,-1 1 1 0,0 1-3 0,-1-2-1 16,1 1 1-16,-2 0 0 0,-1 1 1 0,0-1-1 0,-2 2 4 0,1 0-1 15,-2-1-2-15,1 2 2 0,-2-1 0 0,-1 0 1 0,-1 0 2 16,-2 0-1-16,0-1 4 0,0 1-2 0,-2 0-1 0,0 0 0 0,-1 2 1 16,-2-1-2-16,0 0 2 0,-2 1-7 0,-1-1-4 0,-1-1-7 0,0 1-1 15,-3 1 6-15,-2-2 2 0,-2 2 2 0,0-1-2 0,-3-1-8 16,-2 2-2-16,0-1 2 0,-5-1 1 0,-1 0 2 0,-3 0 2 0,-1-2 3 16,-3 2 4-16,-2-1 7 0,-1-2 2 0,-3 1 4 0,-3-1 1 0,0-2 8 15,0 1 3-15,-1-2 2 0,-1-2 4 0,1 0-3 0,-1-3 0 16,0 0-1-16,-2-1-3 0,1-1-2 0,0 0-1 0,1 0-4 0,-2-1-6 15,0 0-2-15,-3 0-7 0,0 0-1 0,-3 1-2 0,1 0-5 16,-3 1-5-16,-1 2-5 0,-1-1-6 0,-4 1-6 0,-2 0-2 0,-3 0-1 16,-2 2 5-16,0-1 12 0,-2 1 10 0,0 0 11 0,-1-4 11 0,2 1 8 15,2-2 10-15,1-1 9 0,2-2-2 0,3-1-1 0,1-3-6 16,1-1-4-16,4-1 0 0,1-3 3 0,4-1-6 0,0-3-3 0,4-2-7 16,2-1-8-16,1-3-1 0,2-2-2 0,0-1 2 0,1-1-4 0,1-2 3 15,1 0-4-15,3 1 0 0,2-1 6 0,0 0 0 0,2 0 2 16,2 0-1-16,2 1 4 0,0-1-4 0,2 0 2 0,0 1-8 0,2 0-17 15,1 1-7-15,1 0-22 0,3 0-19 0,0-2-25 0,3 0-19 0,4 0-65 16,1-2-72-16,3-1-324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1T11:45:35.8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15033 11856 413 0,'5'2'60'16,"1"0"-42"-16,2 1-9 0,0 1 3 0,0-1-2 0,2 0-3 16,0 0 3-16,0 0 1 0,1 0 9 0,-1-1 5 0,-1-1 9 0,0 0 8 15,-1 1 3-15,-1-1 7 0,-2 0 7 0,1 0 8 0,-2 1 11 0,0-1 13 16,-1 0 9-16,-1 0 9 0,-1 0-3 0,-1-1-4 0,0 1-11 15,0-1-9-15,0 0-10 0,-1 1-8 0,-1-1-8 0,-1 0-7 0,-2 0-3 16,1 0-7-16,-2-1-7 0,0 0-1 0,-2 0-8 0,-2-1-3 0,-1 0-6 16,-2-1 3-16,0 0-3 0,-1 0-1 0,-4-2 5 0,-1 0-4 15,0-1 4-15,-3-2 0 0,-2 1-1 0,0-2-2 0,-3 0 6 0,0 0 3 16,-2-1 3-16,0 1 1 0,-3-1 1 0,1-1 3 0,-5 0-7 16,-1 2-1-16,-2-1-2 0,0 2-3 0,-2 0 3 0,-1 0-3 0,0 0-2 15,-2 1-6-15,1 1 6 0,-2 0-2 0,0 2-6 0,0-1 4 16,1 2-8-16,0 1-7 0,1 1 6 0,1 1-1 0,-3 1-6 0,2 0 7 15,-1 0-5-15,1 2-1 0,-2 2 9 0,0 2-7 0,0 1 4 0,-2 0-2 16,-2 2-2-16,1 1 2 0,-1-1-1 0,-1 4-6 0,-1 1 5 0,-1 0 0 16,0 2-1-16,-1 0 2 0,2 1-2 0,0 3 1 0,0 1-5 15,-1 0 5-15,2 1 0 0,1 2 2 0,2 0-10 0,0 0 12 0,1 2-2 16,1 0 0-16,0 3 7 0,2-1-12 0,0 3 0 0,2-2 3 16,0 4 3-16,0 1-3 0,0 3 2 0,2 0 2 0,-2 2 0 0,1 1 5 15,0 2-1-15,-2 3-8 0,1 2-1 0,0 4-1 0,0 0 5 16,0 1 2-16,-1 1-2 0,0 1-4 0,0 2-4 0,1 1-2 0,-1 1 9 15,2 0-5-15,0-1 9 0,1-1-2 0,2-2 4 0,2 3 1 0,1-3-9 16,3 0 4-16,1 0-6 0,5-2 0 0,0 2 2 0,2 0 2 0,3-1-4 16,0 0 6-16,2 0-9 0,1 0 0 0,1 1 8 0,0-1 2 15,2 0 3-15,2-1 2 0,4 1-4 0,0 0 1 0,1 0 3 0,2 2-6 16,1-1 1-16,2 0-5 0,-1 2 5 0,2 1-3 0,2 1 0 16,0 1 3-16,1-1-4 0,2 2 4 0,1 0-3 0,1 0-6 0,3 0 4 15,0 0-1-15,2-2 1 0,4 0-7 0,2 1 7 0,1-1-3 0,3-2-2 16,1 1 7-16,0-1-4 0,3 1-1 0,2-2-2 0,0-1 5 15,2 0 0-15,2-3 0 0,1 1 5 0,2 0-17 0,2-1 7 0,1 0 9 16,2-1-3-16,2 0 16 0,0-1-14 0,2 0 2 0,3 0 3 16,2 0 2-16,2 0 3 0,1-1-6 0,1-2 4 0,2 0-12 0,2-2 4 15,3 1 10-15,2-3-3 0,1-1 8 0,3 0-13 0,2-3-6 0,2-1 12 16,1 2-4-16,3-2 1 0,0-1-4 0,1 1-9 0,2-5 6 16,0-1 6-16,2 0-2 0,-1 0-3 0,2-2 0 0,3 1-1 0,-2-2-4 15,-39-15 5-15,11 3-2 0,0-1 6 0,11 4 3 0,2-2-3 0,11 3 0 16,0-2-5-16,13 2 4 0,0-1-13 0,3-3 10 0,-1-1 3 15,2-2 1-15,-1 0 1 0,2-4-12 0,-1-1 10 0,0-1 4 0,0-1 1 16,0-1 2-16,0-3-12 0,0-1 6 0,0-2 8 0,0-1-2 0,-1-3-3 16,2-1-1-16,-2-2-3 0,1-2 4 0,-1-2 0 0,0 0-9 15,-2-4 13-15,1-1-4 0,-2-3 0 0,0-1 1 0,75-23-22 0,-23 1 24 16,-24 2-10-16,-23 2-2 0,-10 2 14 0,-4-2-18 0,0-4 8 16,-1 0 1-16,-1-4-5 0,-3-3 2 0,-2-3 8 0,-1 0-10 0,-2 0 5 15,-2 0 1-15,-2-3-8 0,-1-2 4 0,-1-2-8 0,-3-1-2 0,-1-2 6 16,-2-2 5-16,-1-2 8 0,-3-1-8 0,-1-1 1 0,-4 0-2 15,-1 0-8-15,-1-3 5 0,-4 0-10 0,-1-2 2 0,-2-2-5 0,-2 1-3 16,-2 0 12-16,-3 0-7 0,-4 0 3 0,-1-2-3 0,-3-2-3 0,-1 1-4 16,0-3 3-16,-4-1-1 0,-1 1 4 0,0-2 1 0,-4 1 7 15,-1 1 1-15,-3-1-2 0,-3 1 2 0,-1 1-4 0,-3 2 8 0,-2 2 0 16,-2 1-2-16,-2 2-5 0,-2 2 12 0,-2 1 1 0,-3 2 2 16,-3 3 11-16,-1 1-19 0,-2 1-2 0,-3 1 2 0,-1 1-3 0,-2 0 4 15,-3 2-1-15,-1 0-3 0,0 1 3 0,-3 1-2 0,-1 1 9 0,-3 1-2 16,-3 2-3-16,-2 0-1 0,0 1-2 0,-2 2 7 0,-2 2-4 15,-2 1 0-15,-3 1 1 0,-1 1-26 0,-4 2 16 0,-1 2-2 0,-1 1-4 16,-2 1 20-16,-3 1-14 0,0 1-3 0,-2 3 3 0,-2 3-5 0,-1 0 5 16,-1 1 9-16,-4 3-5 0,-2-1 3 0,-1 2-2 0,0 1-10 15,-3 3 16-15,1 1-4 0,-2 1 8 0,2 1 11 0,1 3-11 0,-4-1 9 16,3 2-2-16,-1 2-5 0,1 2-1 0,-1 1-3 0,0 1-2 16,0 1-1-16,-1 2 6 0,1 2-6 0,-4 2-5 0,-1 3-3 0,-1 2-3 15,-1 3 4-15,-2 3 3 0,-1 2-6 0,-1 2-3 0,-2 4-4 0,2 2-1 16,-3 3-3-16,-1 3-9 0,1 3-23 0,-1 5-29 0,-1 2-33 15,3 3-42-15,-1 0-59 0,3-1-114 0,2 2-142 0,3-1-122 0,1 1-101 16</inkml:trace>
  <inkml:trace contextRef="#ctx0" brushRef="#br0" timeOffset="1598">18357 12818 264 0,'-1'2'151'0,"1"0"-24"0,0 0 4 15,0 0-4-15,0 0-7 0,-1 1-14 0,1 0-9 0,-1 0-6 0,1 0-7 16,-1 1-4-16,-1-2-3 0,2 2-5 0,-1-1-4 0,0-1-3 0,2 1 1 16,-1 0-6-16,0 1-1 0,1-2-6 0,-1 1-5 0,0 0 0 15,1-1-3-15,0 0-4 0,0 0-4 0,-1-1 4 0,1 2-9 0,0 0 6 16,0 0 2-16,0 1-7 0,0-1 8 0,-1 1-5 0,1 0-1 16,-1 0 1-16,1 0-8 0,1-1 4 0,-1 1-2 0,1 0 4 0,0 0-3 15,0 1-5-15,1 0 0 0,-1-1-13 0,1 2 8 0,-1-1 1 0,1 0-1 16,0 1 2-16,0 1-9 0,1-1 0 0,1 1 0 0,-1 0 2 15,0 1-1-15,1 1 5 0,0-1-5 0,0 1 9 0,1 0-4 0,0-1-7 16,0 2 9-16,1 0-6 0,-2 0-1 0,1 0 2 0,1 1-5 0,-1-1 0 16,0 1-5-16,1 1 1 0,0-1-1 0,0 2 0 0,1-2-2 15,-1 2-5-15,1 1 0 0,0-1 0 0,1 1 4 0,-1-1-2 0,1 0-4 16,-1 1 5-16,0-1-4 0,0 0 2 0,2-1-1 0,-1 0-12 16,0 0 2-16,1 0 1 0,-1-1-1 0,-2 2 19 0,2 0 6 0,-1 0-3 15,-1 1 2-15,0-2-11 0,-1 2-1 0,0-1-2 0,-2 1 0 0,0 0 2 16,-1-1 0-16,-1 1 1 0,-1-1 1 0,-1 0-3 0,-1 0-1 15,0 1 2-15,-2 0 7 0,1 0-6 0,-2 0 1 0,1 0-3 0,-1 1-2 16,0 0 1-16,-1 0 5 0,0-1-5 0,0-1 2 0,1-1-4 0,-1-1-2 16,1 0 8-16,1-2-6 0,-1 0 0 0,3 0 1 0,-1-2-5 15,0 0-1-15,0-2-1 0,1-1-6 0,0 0-2 0,1-1-3 0,1-1-15 16,0-1-10-16,-1 0-17 0,2-1-19 0,0-1-4 0,0 1-18 16,-1-2-14-16,1 0-22 0,1 0-30 0,0-1-39 0,0 0-73 0,0 0-60 15,-1-1-57-15,0 1-40 0,-1-2-17 0</inkml:trace>
  <inkml:trace contextRef="#ctx0" brushRef="#br0" timeOffset="1966">18511 13606 352 0,'-2'-3'267'0,"-2"1"-81"0,0-2 29 0,1 1 16 0,1 1-2 16,0 0-24-16,0 0-33 0,1 1-19 0,0 0-27 0,-1 1-9 0,1-1-12 16,0 1-10-16,-1 1-23 0,2-1-21 0,-1 3-18 0,1 0-7 15,-1 0-4-15,1 2-2 0,0 2 2 0,1 0-7 0,0 2 1 0,1 0-3 16,-1 2-8-16,2-1 2 0,-1 3-1 0,2 0-1 0,0 1-1 16,1 0-1-16,0 2-1 0,1 0-2 0,1 0 0 0,0 0 0 0,2 3-2 15,0-1 2-15,-1 2-2 0,0-2 1 0,-1-2 1 0,0 0 0 0,1-3 1 16,1-3-1-16,0 0 4 0,0-2-11 0,1-1 9 0,-2-2 9 15,2-2 11-15,-1 0 27 0,1-2 14 0,1-1 6 0,1-1 5 0,-1-2-1 16,1-1-4-16,0-2-11 0,0-1-6 0,1-1-19 0,-1-1-12 0,0 0-8 16,1 0 2-16,0-1-1 0,0 1-10 0,-2 0 5 0,2 1-11 15,-1 1 2-15,0 1 2 0,0 3-11 0,-2 0-8 0,2 1-17 0,0 1-8 16,-1 2-26-16,0 0-20 0,-1 2-39 0,-2-2-46 0,3 2-48 16,-1 1-68-16,0 0-123 0,0 0-91 0,1 0-81 0,-1 0-93 0</inkml:trace>
  <inkml:trace contextRef="#ctx0" brushRef="#br0" timeOffset="5933.03">18288 13006 577 0,'-6'-4'83'0,"1"-1"-7"0,-2-1-13 16,2 0-20-16,3 1-13 0,-1-1-12 0,1-1-7 0,1 1-8 15,0-1-4-15,1 0 2 0,0 1 3 0,0-1-1 0,1 0 1 0,0 0-6 16,0 1 0-16,0-1 2 0,1 0-1 0,0 0 2 0,1 0 2 0,1 0-4 16,2-1 0-16,0 1 5 0,2-1-6 0,2 1 7 0,2-1 6 15,1 0 1-15,1 0 11 0,1 1 1 0,0 1-1 0,1 0 0 0,0 1-4 16,2 0-6-16,1 2 0 0,1 1-5 0,0 1-4 0,1 1 0 0,-1 0-1 16,0 2-2-16,1 1 1 0,-1 1-1 0,1 2-3 0,0 1 6 15,0 0-4-15,2 3-2 0,0 0 2 0,-1 2-2 0,0 1 3 0,0 4 1 16,0 2-2-16,0 1-1 0,-3 3 0 0,1 0-1 0,-1 1 1 15,-1 1 1-15,1 0-3 0,0 4 1 0,-1 1 0 0,-1 3-3 0,1 2 4 16,-2 1-8-16,-2-1-2 0,1 3 2 0,-2-1-1 0,1 2 9 0,-2 0-2 16,-2-1-4-16,0 0 3 0,-1 2-2 0,-2-2 5 0,-2 0 3 15,-3-3 0-15,-3-2 3 0,-2-1 0 0,-2-1 2 0,-3-1 1 0,-3 0 3 16,-1 0 9-16,-3-3 4 0,-1 2 10 0,-3-2 6 0,-2-1-1 0,-3 1-6 16,-1-3-9-16,-3 2-3 0,-1-1-8 0,0-1 2 0,-3-2-7 15,-1-1 0-15,-2-2-4 0,-2-1 2 0,1-1 1 0,0-2-4 0,0-2 4 16,2-2 1-16,-1-3 3 0,2-2 3 0,0-2-3 0,2-5 0 0,1-2-3 15,2-2 2-15,1-4 2 0,1 0-3 0,2-4 1 0,0-1 0 16,4-1-1-16,0-2 2 0,1-2 1 0,2-2-4 0,1-3 3 0,1-3 0 16,1-1 3-16,2-2 1 0,2 0-4 0,0-2 8 0,1 0-3 15,1-2 7-15,1-2-2 0,1 0-5 0,1 0 3 0,1 0 2 0,0 1 5 16,3 1 3-16,-1-1-1 0,2 0 5 0,0 2-3 0,0 0-2 0,1 4 0 16,0 1-11-16,0 2 0 0,0 1-6 0,-1 0-3 0,0 5-10 15,-1 0-4-15,1 2 1 0,-2 3-4 0,1 1 18 0,0 2 0 0,0 2 0 16,0 2-1-16,0 0-9 0,-1 3-2 0,1 0-3 0,0 2 1 0,1 0-11 15,-1 2 3-15,1 2-4 0,0-1-1 0,0 3 6 0,0 1 0 16,1 1 6-16,-1 2 0 0,0 0-5 0,1 1 0 0,0 0 2 0,0 1-1 16,1 1 8-16,0 1 3 0,1 0 6 0,-1 0 2 0,1 1-17 15,0 1-48-15,2-1-61 0,0-1-66 0,1 1-71 0,1 0-56 0,1 0-51 16,1 0-100-16</inkml:trace>
  <inkml:trace contextRef="#ctx0" brushRef="#br0" timeOffset="6599.16">18738 14087 1155 0,'-2'-2'108'0,"1"0"8"0,0-1-6 0,2 2-23 0,1-1-35 15,2 0-25-15,1 1-13 0,1 1-10 0,0 0 3 0,0 0-7 0,1 0 2 16,-1 1 1-16,0 1-5 0,-1 0 5 0,1 0 1 0,0 0-5 16,0 1 2-16,0 0-1 0,-2 1-1 0,2 0 2 0,-1 1-8 0,0-1 6 15,0 2 0-15,-1-1-2 0,0 1 6 0,1 0-1 0,-1 0 2 0,-1 0-1 16,1 4 3-16,-1 0 2 0,0 3-3 0,0 0 2 0,1 0-5 15,-1 1 2-15,1 0 3 0,0 2-5 0,0-1 5 0,0 2-6 0,0 0 0 16,1 2 6-16,0-1-6 0,0 2 1 0,1 2-1 0,-1-1-1 16,0 3 2-16,1-1-2 0,-1 1-2 0,0 0-2 0,0-2 4 0,0 0 3 15,-2 1 8-15,0-1 0 0,-1 0 1 0,-1 1-4 0,-1-2 2 0,-1 0 5 16,0-1-2-16,-2 0 3 0,0-1 0 0,-2 0 1 0,-1-1 0 16,-1 2 4-16,1 0-3 0,-2-1-6 0,-2 0 0 0,0-1 0 0,-2-2-3 15,0-1 7-15,1 0-1 0,-1-2-2 0,0 0-1 0,0-1 4 0,1 1-2 16,1-2 2-16,-1 1 4 0,0-1-3 0,1-2 2 0,0 2-2 15,1-2-2-15,1 0-2 0,-1 0-2 0,1-1 4 0,0-1-5 0,1-1 2 16,0 1-2-16,-1 0-4 0,1-1 3 0,1 0-6 0,-1-1 3 16,-1 1-3-16,1 0 0 0,0 0 0 0,0 1-1 0,0-2-4 0,0 2-4 15,0-1 2-15,0 1-5 0,-1 0 7 0,0 2-1 0,-1 0 3 0,1-1 8 16,-1 0-7-16,1 0 2 0,0 1 0 0,1-1-9 0,0 1 5 16,2-1-1-16,0-1-7 0,1 0 1 0,0-3-13 0,1 1-27 0,0-1-33 15,1 1-44-15,0-1-53 0,0-1-42 0,0 0-60 0,1 0-55 0,0-2-28 16,1 1-116-16</inkml:trace>
  <inkml:trace contextRef="#ctx0" brushRef="#br0" timeOffset="6915.16">18401 15033 1681 0,'-10'5'127'0,"1"2"0"0,-3 0-23 15,4 3-28-15,1-1-33 0,1 1-23 0,1 2-11 0,1 2-2 0,-1 1-7 16,1 2-5-16,-1 2-6 0,-2 0 1 0,0 1 6 0,-2 1 2 16,1 0 5-16,0 0-4 0,0 1-4 0,1-2 4 0,1-1 1 0,2 0-2 15,0-2 2-15,2 0-2 0,-1 0 2 0,3-2 5 0,0-1-2 0,1-1 3 16,2 0 3-16,1-1-6 0,0-1 10 0,1-1 15 0,2-2 7 16,1 0 22-16,1-2-2 0,2 0-7 0,-1 0 0 0,1-2-17 0,0-1 1 15,1 0-7-15,1 0 0 0,0-1-4 0,-1-3-3 0,1 1-2 0,1-1-10 16,1-1 4-16,1 0-2 0,-1-1 0 0,1-1-2 0,0 0-6 15,0-1 2-15,-1 1-1 0,1-1-2 0,0 0-2 0,-1 0-15 0,-1 1-29 16,-1 1-26-16,1 1-34 0,-1-2-34 0,-2 1-26 0,2 0-46 16,-1 1-51-16,-1 1-59 0,-2-2-66 0,0 1-12 0,-2 0-42 0</inkml:trace>
  <inkml:trace contextRef="#ctx0" brushRef="#br0" timeOffset="8182.09">18556 15365 553 0,'3'-2'99'16,"2"-1"1"-16,0 0-4 0,1 1 1 0,0 0-10 0,0 0-26 16,1 1-16-16,0 0-6 0,0 1-6 0,-1 1 0 0,0 0 9 0,0 2-3 15,-1-1 6-15,-1 2-2 0,0 1-8 0,-1 2-6 0,0 0-8 0,-1 3-1 16,0-1-8-16,-1 2 1 0,-2 1-3 0,0 2-6 0,0 2 1 15,-2 1 2-15,1 0-6 0,-2 1 3 0,-1 1-1 0,1 0 0 0,0 1 0 16,-2 1 4-16,1 0 3 0,-1 1 1 0,0 1-1 0,-2 0 0 16,-1 2 4-16,-1-1-1 0,0-1-4 0,-2 0 3 0,0-2 4 0,-2 0 10 15,0 2 9-15,-3-2 2 0,-1-1-1 0,-2 0-7 0,1-1-7 0,0 0-1 16,-1-1 0-16,1-2-3 0,-1-2 1 0,-1 1-11 0,0-1 2 16,-1-1 1-16,-1-2-2 0,2-1-1 0,-2-1 0 0,-1 0 4 0,2-2 4 15,-2-1 9-15,2-2-5 0,0 1-5 0,0-2 2 0,1-1-1 0,1 0 6 16,-1-1 0-16,3-1 1 0,0-1-4 0,2 1-8 0,2-2 0 15,2 1 0-15,0 1-1 0,1 0 1 0,3 0-8 0,0 1-2 0,2-1 1 16,1 1-5-16,0 0 0 0,1 0-3 0,1 2-3 0,1-1 1 0,0 0-8 16,2 0-12-16,0 0-16 0,1 2-36 0,1-1-41 0,0 2-56 15,1 0-69-15,1-1-42 0,1 0-45 0,1 0-25 0,0 0-100 0</inkml:trace>
  <inkml:trace contextRef="#ctx0" brushRef="#br0" timeOffset="8466.09">17771 16018 1489 0,'-10'1'237'0,"0"1"-97"0,0 0 15 0,3 1-9 0,1-1-43 0,3-1-37 16,-1 2-36-16,2-1-22 0,1 2-4 0,-1 2-11 0,2 1 8 15,-2 3-2-15,-2 0-4 0,0 3 2 0,-1 1-15 0,-2 4-2 0,-1 2-14 16,-2-1-21-16,-1 2-16 0,0 0-12 0,0 0 8 0,0 1 14 15,-1 1 17-15,1-1 11 0,0 1 17 0,2 0 7 0,-1-2 10 0,2-1 6 16,1-1-9-16,2-4 12 0,2-1-10 0,0-1 5 0,2-1 19 0,2-2 2 16,1 1 27-16,2 0 1 0,2 1 0 0,2-2-1 0,0 0-18 15,0-2 1-15,2 0-12 0,0-1-4 0,1 0-5 0,2-1-1 0,0 0-11 16,0-1-3-16,2 0 4 0,0-1-5 0,0-1 4 0,-1 0-8 16,0 0-8-16,-1 0-32 0,1-1-44 0,-1 0-48 0,0 0-60 0,0 0-46 15,1-1-44-15,0-1-36 0,-1 0-10 0,0-1-151 0</inkml:trace>
  <inkml:trace contextRef="#ctx0" brushRef="#br0" timeOffset="8882.12">18114 16622 1511 0,'-9'2'138'16,"-1"0"-22"-16,-1 2 18 0,4 0 0 0,2 0-31 0,0 0-45 15,2 0-28-15,0 2-15 0,1 0-10 0,1 2 10 0,0 0-6 0,1 2-6 16,1 0 5-16,-1 0-5 0,3 1 4 0,0 0-1 0,2-1-6 0,1 0 0 16,1-2-3-16,2-1 5 0,2 0 1 0,2-2 0 0,1-1 0 15,0-3 6-15,2 0 3 0,0-1-2 0,0-2 8 0,-1 0-4 0,0-2 12 16,-1 0 8-16,0-3 12 0,-1 0-5 0,-1-2-12 0,0 0 6 0,-1 1-3 15,1-1 11-15,-1-1 4 0,-1 0-9 0,1-3-10 0,0 0-14 16,-1-1 6-16,1 0-2 0,0 0-9 0,-2-1 1 0,2-1-12 0,0 0 2 16,-1 0 2-16,0 0 1 0,-1 0 0 0,-2 0-4 0,0 1 6 15,-2-1-17-15,-2 2-13 0,-1 0-11 0,-3 3-2 0,-3 0-4 0,-2 1-5 16,-2 0-6-16,1 0-26 0,-4 2 11 0,-1 2-7 0,-1 1 7 0,-2 2 18 16,2 2-3-16,-2 2 8 0,0 2 3 0,-2 2 5 0,-1 1 10 15,0 3 11-15,1 1-3 0,1 1-9 0,2 0-1 0,0 2-11 0,2-2-12 16,0 2-33-16,4 0-40 0,0-1-31 0,1 0-30 0,3-2-22 0,2 1-16 15,1-1-21-15,3 0 2 0,2 0-90 0</inkml:trace>
  <inkml:trace contextRef="#ctx0" brushRef="#br0" timeOffset="9266.12">19199 16295 1964 0,'-5'4'123'0,"-1"1"-20"0,-1 1-19 0,4 3-10 0,-1 0-35 16,1 2-23-16,2 4-12 0,0 4-16 0,2 2 4 0,2 2-19 0,-1 2 9 15,-1 1-3-15,0 2-44 0,-1 0-39 0,-2 4-105 0,0-1-94 16,0 1-74-16,-2 2-53 0,1 0-55 0</inkml:trace>
  <inkml:trace contextRef="#ctx0" brushRef="#br0" timeOffset="11599.12">22506 14330 1358 0,'-5'-11'455'0,"1"2"-307"0,-1-4 23 0,2 5-33 16,1 1-19-16,0 1-42 0,1 2-34 0,0 1-6 0,0 2-20 0,0 1-1 15,1 0-3-15,-1 0-15 0,0 2 0 0,0 1-4 0,-1 0 1 0,0 3 1 16,0 1-6-16,-2 3 8 0,-1 3-2 0,-2 3-6 0,0 5 4 16,-2 4-7-16,-1 4 2 0,1 4-1 0,0 3-2 0,-3 4 0 0,0 3 1 15,-2 0 2-15,-1 2 4 0,1 1-4 0,-1 0 3 0,0-1-1 0,0 0 4 16,0-2 4-16,2-2-2 0,-1-3 6 0,3 0-3 0,1-3 0 15,1-2 1-15,1-2-1 0,-1-4 0 0,1-6 0 0,1-2 14 0,0-4 11 16,0-4 8-16,0-1 6 0,1-3-5 0,1-1 3 0,0-2 8 16,-2-2-8-16,1 0-3 0,0-2-5 0,0-1-13 0,-2-2 3 0,-1-1-8 15,0-2-9-15,0-1-1 0,-1-2-11 0,-1 0-1 0,1-2-1 0,-1 0 12 16,0-1 7-16,1 0 0 0,-1 0-4 0,0-1-16 0,2 1 6 16,0 1 2-16,1 1 0 0,2 1-1 0,-1 3-9 0,0-1-4 0,3 2 1 15,0 1 0-15,1 1 2 0,1 1 6 0,-1 0 1 0,0 2 1 0,1 0 1 16,0 0 4-16,1 1-3 0,0 0-6 0,-1 0 3 0,2 1-5 15,-1-1 10-15,0 0 0 0,0-1-4 0,0 0 9 0,2 0-4 0,-1 0 8 16,0-2 3-16,0 0-3 0,-1-2 1 0,1-1 0 0,0-2 4 16,-1-1-2-16,2-2 0 0,-2 1 8 0,1-2-7 0,0 0 3 0,0-1 0 15,0-1-3-15,0 2-1 0,1-3 0 0,-1 1 0 0,1-1-2 0,0-1 4 16,1 2-2-16,0-2-6 0,1 1 1 0,1 0-1 0,0 2-7 16,1 0 8-16,1 3-8 0,1 1 4 0,2 2-3 0,0 2 1 0,1 2-2 15,2 2 2-15,1 1 8 0,2 2-2 0,1 2 0 0,2 2 1 0,3 1-4 16,0 2 0-16,2 1 6 0,2 0-8 0,-2 1 4 0,3 0 0 15,2-1-6-15,2 1 8 0,-1-2-3 0,0 0 1 0,-3-1 3 0,-1-1 5 16,0-1 1-16,-3-1 12 0,0-1 9 0,-1 0-1 0,-4-3 9 16,-1 0 1-16,-2 0-9 0,-1-1 2 0,-2 0-3 0,-1-1-21 0,-1 0 7 15,-2 1-8-15,-1-1-4 0,-2 0 9 0,1 1-12 0,-2-1-4 0,0 1 0 16,0-1 0-16,-2 1-5 0,-1-1-5 0,0 1-13 0,0-1-17 16,0 1-19-16,0 0-26 0,0 0-40 0,0 1-38 0,1 0-61 0,-1 0-71 15,2 1-53-15,-2 1-42 0,1 1-1 0,1 1 24 0,0-2-59 0</inkml:trace>
  <inkml:trace contextRef="#ctx0" brushRef="#br0" timeOffset="11965.68">23078 14792 1962 0,'-7'-5'684'0,"2"0"-567"0,-1 0-23 0,3 3-25 0,4 0-11 0,0 2-15 15,1-1-21-15,1 0-20 0,3 0-4 0,1 0-5 0,1 0 6 0,2 1-1 16,-1-1-1-16,1 1 3 0,1-1-12 0,0 0 0 0,1-1-4 0,2 0-3 15,2 0-3-15,1-1-2 0,-1 0-9 0,0 0-4 0,1 0 3 16,0 1-10-16,0-2 9 0,1 0-2 0,0 0-5 0,-3 1 11 0,0 0-11 16,1 1 0-16,-2 0 4 0,-1 1-6 0,-1 1-10 0,-1 1-9 0,0 0-31 15,0 0-41-15,-2 2-50 0,0 1-52 0,-1 1-43 0,0 2-19 16,-1 0-6-16,-1 3 4 0,-1 3-120 0</inkml:trace>
  <inkml:trace contextRef="#ctx0" brushRef="#br0" timeOffset="12099.53">23094 15191 2452 0,'-11'3'194'0,"1"2"-49"15,-3 0-45-15,5 0-22 0,4-1-15 0,3 0-27 0,2-1-25 0,2 1-13 16,2 1-8-16,1-1-6 0,2 0 1 0,1-1-16 0,-1 1-17 0,2-2-23 16,1-1-44-16,2 0-37 0,2-1-44 0,0 0-60 0,3-3-91 15,2-1-58-15,0-2-46 0,3-1-29 0,2-3 62 0</inkml:trace>
  <inkml:trace contextRef="#ctx0" brushRef="#br0" timeOffset="14282.53">24099 14530 1030 0,'-13'-3'116'0,"0"0"17"0,-2-1-9 16,4 2 0-16,2 0-21 0,0 2-19 0,1 0-18 0,1 2-9 0,1 0-3 15,-1 1-8-15,0 1 7 0,-2 0-3 0,0 1-7 0,0 0-3 16,0 3-4-16,0 1-5 0,1 1 15 0,0 3 1 0,1 2-2 0,1 2 2 16,0 1-13-16,2 3-5 0,2 2 0 0,0 1-7 0,4 1-2 0,1 1-2 15,2 1-1-15,2 0 4 0,2 1 1 0,1 0-1 0,5-1-4 16,2 0 2-16,3-4 1 0,-1-1 4 0,4-3 0 0,-1-2-3 0,4-1 6 16,2-2 6-16,-2-2 1 0,1-3 5 0,-2-3 1 0,0-1 2 0,-2-2 3 15,-1-2-2-15,0-2-9 0,-2-1-3 0,2-3 1 0,0 0-4 16,-3-4 9-16,2-1 0 0,-1-2-7 0,-2-1 1 0,1-1-10 0,-1 0-6 15,-1-3-3-15,-1 0-1 0,1-1-2 0,-2-3 2 0,-1-2 2 16,-3 0-2-16,-1-3-4 0,-2 1 0 0,-2-1-7 0,-2 0 0 0,-1-1 0 16,-2-1 0-16,-1 0 0 0,-1-1-3 0,-1 2-10 0,-2-1-2 0,-4 3 17 15,0 2 0-15,-2-1 13 0,-2 2-4 0,-2-2-17 0,-3 1 3 16,-1 1-3-16,-1 1-5 0,-3 0 0 0,-2 3-3 0,-1 1-1 0,-2 2-1 16,0 2 5-16,-1 3 0 0,2 0-3 0,0 2 3 0,2 2-5 0,0 2-3 15,1 2 3-15,1 1 0 0,-1 2 0 0,1 0 9 0,1 3-11 16,1 0-3-16,2 2 0 0,3 2-9 0,0 1 2 0,1 0-5 0,2 4-6 15,1 0-5-15,2 2-11 0,-1 2-20 0,2 0-19 0,1 2-19 16,3 3-24-16,3-1-27 0,2 3-47 0,3-1-55 0,3 1-42 0,4 1-21 16,2-2 2-16,4 2 20 0,4-1-140 0</inkml:trace>
  <inkml:trace contextRef="#ctx0" brushRef="#br0" timeOffset="14482.34">25034 14867 2099 0,'-8'1'220'0,"1"-1"-89"0,0 3-53 0,1 1-14 0,3 0 0 15,0 1-8-15,0 0-18 0,1 2-17 0,0 1-13 0,0 1-11 16,1 1 0-16,-1 1 0 0,0 2 1 0,1 0 2 0,-2 2-7 0,0 0-4 16,1 1-7-16,-1 1-3 0,1 1-10 0,-1-2-11 0,1 2-35 0,0 0-46 15,1-1-59-15,-1-1-73 0,1-1-63 0,1-1-34 0,0-2-7 16,1-1 27-16,2 0 34 0,1-1-5 0</inkml:trace>
  <inkml:trace contextRef="#ctx0" brushRef="#br0" timeOffset="14799.34">25572 14462 2346 0,'-11'-1'184'15,"0"0"-41"-15,-1 1-63 0,4 1-4 0,3 2 1 0,2 0-13 0,2 1-24 16,-1 1-18-16,2 2-15 0,-1 1-7 0,2 2 2 0,1 2-2 16,-1 1-12-16,0 1-2 0,1 2 11 0,2 0 6 0,-1 2 7 0,1 2-1 15,1-1-11-15,0 3-1 0,2 1 1 0,1 0 7 0,0 1-7 16,1 0-3-16,-1-1 4 0,1 2-6 0,0-1 8 0,1 2-4 0,0-1 3 16,1-2 2-16,0 0-2 0,1-2 7 0,0 0 1 0,0-1-6 0,0-1 0 15,-1 1 4-15,-1-2 3 0,-1-1 5 0,0-1 0 0,-1-1-2 16,0 0-5-16,-1 0 7 0,0-3 0 0,-3 1 0 0,1-1-12 0,-2-1-8 15,0 0 6-15,-3-1 20 0,1 0 4 0,-1 1 4 0,-1-1-4 0,0 0-21 16,-3 0 4-16,-1-2-5 0,0 0-11 0,-3-1-18 0,-1-1-41 16,-1 1-36-16,-1-3-48 0,-1-1-44 0,-1-2-42 0,-2-2-48 0,-2-4-58 15,-1-2-92-15,1-6-94 0,-4-6-130 0</inkml:trace>
  <inkml:trace contextRef="#ctx0" brushRef="#br0" timeOffset="14933.34">25507 14629 2029 0,'-7'-12'559'15,"0"-1"-348"-15,-1-2-43 0,3 3-49 0,3 3-28 0,1 1-28 0,1 0-29 16,1 2-7-16,2 1 6 0,0 1-10 0,1-1-12 0,1 0-13 16,1 0-12-16,1-1-6 0,1 1-16 0,0 0-27 0,3-1-48 0,2-1-74 15,3-2-111-15,3-1-173 0,1 0-140 0,6-3-114 0,1-1 40 16</inkml:trace>
  <inkml:trace contextRef="#ctx0" brushRef="#br0" timeOffset="19043.74">18813 13188 443 0,'-3'-2'15'0,"1"0"-13"0,-1-1-11 0,1 3-24 16,2-2-24-16,0 1-23 0,2-1-7 0,1-1-8 0,0 1-3 15</inkml:trace>
  <inkml:trace contextRef="#ctx0" brushRef="#br0" timeOffset="19635.74">18816 13083 112 0,'-2'-2'76'0,"-2"0"-10"15,0-1-8-15,0 2-12 0,1 0-11 0,2 0-9 0,-1 0-12 0,1 1-4 16,0 0-5-16,1 1-2 0,-2-1 7 0,0 1 6 0,0 0 15 0,-1 0 16 15,1 0 16-15,-1 0 17 0,0 0 14 0,1-1 9 0,0 1 0 16,1-2-9-16,0 0-13 0,0 0-14 0,1 0-13 0,0 0-10 0,1-1-6 16,1-1-2-16,0 0 8 0,1-1 4 0,1-1 7 0,1 0 0 15,0-1-2-15,1 0 0 0,0 1-5 0,1-1 0 0,0 0-2 0,1 1-4 16,1 0 7-16,0 0-5 0,0 1-1 0,1 1-3 0,-1 1-11 0,-2 0-6 16,1 2-6-16,-1 1-2 0,0 1-4 0,0 2-8 0,-2 0 0 15,0 2-6-15,0 1 3 0,-2 2 2 0,-2 1 2 0,0 1-2 0,-2 2-2 16,-1 1 4-16,-2 0-3 0,0 0 2 0,-1 0 0 0,-2-1 0 0,0 0-4 15,-1-2 7-15,0-2 1 0,-1 0-1 0,-1-1 7 0,-1-1-3 16,-1 0 7-16,-1-1 2 0,1 0 1 0,-1-1 1 0,0-1-3 0,-1 1 3 16,-1-1 0-16,0-1 1 0,-1-1 4 0,0-1 0 0,2 0-1 15,1-1-2-15,0-1-4 0,1-1-2 0,0 0 2 0,2-1-5 0,2 0 2 16,0-1 0-16,0 1-6 0,2-2 1 0,0-1-8 0,0 1 0 0,2-1 4 16,0-1-4-16,2-1 2 0,1 0-4 0,1 0-1 0,1 1 0 15,1-1-1-15,1 1-4 0,1 0 2 0,1 1 1 0,0 1 4 0,-1 1 1 16,1 1-5-16,0 2 2 0,-1 0-6 0,1 2 4 0,-1 1-1 0,2 2-2 15,-1 2 4-15,1 1-6 0,1 2 3 0,-2 1 2 0,0 0 0 16,0 1-2-16,-2 2 0 0,0 0 0 0,-2 1-1 0,1-2 0 0,-1 0-4 16,-1-1-4-16,-1 0 2 0,0-1 8 0,0-1 4 0,-1 0 2 15,-2-2 8-15,0-1-1 0,-1 0 4 0,0-2-3 0,0 1-7 0,0-1-1 16,-1-1 0-16,0-1 3 0,0-1-1 0,2-1 2 0,-1-1-4 0,0 0-5 16,1-2 5-16,0 0 2 0,1-2 0 0,1 0-2 0,-1 0-11 15,1-1 2-15,1-1 1 0,0-1 3 0,1 0 7 0,1-1-5 0,0 1 10 16,1-2 1-16,1 0 3 0,0-1-2 0,2-2-9 0,0 0-3 0,2 0-2 15,0 0 2-15,1 0 0 0,2 2-1 0,0 0-2 0,1 2 3 16,-1 0-2-16,0 2 4 0,-1 1-1 0,0 0-1 0,-1 3-3 0,1 1 1 16,-2 1 2-16,0 1 0 0,-1 2-1 0,0 0-1 0,-1 0 5 15,0 2 1-15,0 1 2 0,-1 0-1 0,0 0-2 0,-1 0 5 0,1 1-1 16,-2 0-2-16,0 0 1 0,0-1-1 0,-2 0 1 0,0-1 3 0,0 1-1 16,-1 0-2-16,0 1 3 0,-1-1-5 0,1-1-4 0,-1 1 5 15,-1 0-1-15,0 0-3 0,0 0 1 0,-1 0-4 0,0 0-1 0,0-1 3 16,-1-1-5-16,1 1-6 0,0 0-9 0,-1-2-22 0,0 0-23 0,2-1-33 15,-1 0-29-15,2 0-37 0,1-2-32 0,1 0-41 0,1 0-39 16,2-1-26-16,2 0-17 0,3-2-12 0,2 0-132 0</inkml:trace>
  <inkml:trace contextRef="#ctx0" brushRef="#br0" timeOffset="19999.91">19381 12792 1921 0,'-13'2'463'0,"2"4"-375"0,-3 3-16 0,5 5-29 0,3 3-16 0,1 3-9 16,3 4-10-16,1 4-7 0,1 0 1 0,0 2-1 0,1-2-4 0,-1-1 2 16,0-3 1-16,1-1-2 0,1-1 2 0,0-3-6 0,1 1 2 15,0-3-4-15,2-3 5 0,0-2 3 0,1-2-5 0,1-2 9 0,1-3-6 16,0-2 8-16,1-3 2 0,1-2 2 0,-1-3 6 0,1-1-5 0,1-4 1 15,-1 0-6-15,1-2 1 0,1-4 2 0,0-1-4 0,0-2 5 16,0 0-5-16,0 0 5 0,-1-1-2 0,-1 0-2 0,-2-1-6 0,0-1-5 16,-2 1 7-16,-3-2 5 0,-1 1 1 0,-1 1-3 0,-1-1-7 15,-3 1-1-15,0 3 3 0,-2-1-2 0,-2 2-1 0,-2 1-2 0,-1 0 0 16,-2 1-2-16,-1 0 7 0,0 4 4 0,-1-1-1 0,-3 3 0 0,1 2-1 16,-1 2-4-16,-1 2-1 0,0 3 1 0,0 3-6 0,-1 1 5 15,0 2 0-15,1 1-2 0,1 3 2 0,1 1-4 0,1 2-1 0,2 1-12 16,0 3-34-16,0-1-42 0,1 1-64 0,2 1-76 0,3 0-81 0,2-1-96 15,2 3-59-15,3-1-218 0</inkml:trace>
  <inkml:trace contextRef="#ctx0" brushRef="#br0" timeOffset="20165.91">19773 12955 2250 0,'0'0'110'0,"0"0"-27"0,0 1-38 0,1 3-14 15,2 0-8-15,0 4-11 0,1 0-8 0,-1 4-2 0,0 2-2 0,-3 2 0 16,0 0-8-16,-3 1-6 0,-1 2-21 0,-4 2-39 0,0-2-46 0,-2 2-60 16,-1-1-55-16,0-1-50 0,2 0-41 0,-2-1-22 0,2-3-11 15,1-2-111-15</inkml:trace>
  <inkml:trace contextRef="#ctx0" brushRef="#br0" timeOffset="20432.91">20144 12732 901 0,'1'-5'683'0,"0"-1"-554"15,2 1-25-15,0 2-34 0,0 3-20 0,2-1-8 0,2 2-14 0,1 2-13 16,1 1-5-16,0 2-3 0,2 0 4 0,0 2 6 0,-2 1 6 0,3 0-3 16,-1 1-4-16,-1 0-7 0,0 1-1 0,0 0-5 0,-2 2 0 15,1 1-3-15,-1 1 2 0,0 0-1 0,-1 1 1 0,0 2 0 0,-1-1-2 16,0-2 3-16,-1 1-1 0,0-2-1 0,-1-1 1 0,-1-1-2 15,-1 0 3-15,2 0 0 0,-1-1 2 0,-1-1 0 0,0 1 4 0,-1-3-2 16,-1 0-3-16,0 0 7 0,0 0-6 0,-2-1 7 0,-1 1-7 0,-1-1 1 16,-1 0-4-16,-2-1 4 0,-1 0 0 0,-1 1-9 0,-4-1-14 0,0-1-45 15,-3 0-54-15,0-2-64 0,-4 0-54 0,-1-1-46 0,0-1-41 16,-1-1-39-16,0-1-143 0</inkml:trace>
  <inkml:trace contextRef="#ctx0" brushRef="#br0" timeOffset="20549.91">19972 12751 902 0,'5'-24'586'0,"2"-1"-376"0,5-5-13 16,2 7-52-16,3 4-39 0,1 1-33 0,3 3-19 0,2 3-18 0,0 1-20 16,1 2-4-16,-1 2-9 0,0 3-4 0,-2 1-1 0,0 2-4 0,-2 1-19 15,0 2-73-15,-3 2-127 0,-1 1-172 0,-2 1-155 0,-2 0-230 16</inkml:trace>
  <inkml:trace contextRef="#ctx0" brushRef="#br0" timeOffset="22898.92">16083 12056 650 0,'7'-2'100'0,"2"0"13"0,3-1-15 16,0 1-19-16,-3 0-13 0,2 2-17 0,-1 0-15 0,-1 1-9 0,-1 1-2 16,-2 1-2-16,-1 1 1 0,-2 1-3 0,-1 1-6 0,-1 1-5 15,-2 2 0-15,-1 0-3 0,-1 1 0 0,-2 1-3 0,1-2-9 0,-1 0-2 16,0 0 1-16,0-1-5 0,1-1 8 0,0 0 2 0,-1-3 0 0,1 0 5 16,0-2-1-16,-1-1 5 0,1-1 2 0,-2 0 6 0,0-1 10 0,-1-2 13 15,1 0 18-15,0-2 18 0,0 0 10 0,0-2 0 0,0 0-5 16,1-1-12-16,1 0-7 0,0 1-5 0,0-1-5 0,0 0-9 0,1-1-8 15,1 0-6-15,0 1-6 0,1 0-6 0,1 1-4 0,0 1-8 16,1 0 0-16,0 0-2 0,0 0 5 0,1 1 2 0,1 0-8 0,0 1 5 16,1 0-8-16,1 1 2 0,-1 0 4 0,2 0-5 0,0 2 3 0,1 0-5 15,-1 2 0-15,0-1 5 0,0 1 0 0,1 1 0 0,-1 1 0 16,1-1 0-16,-3 2 0 0,1-1 0 0,0-1 1 0,-2 2-1 0,0-2-3 16,0 3 5-16,-1-1-2 0,0-1-2 0,-1 1 5 0,-1-1-2 15,0 0 5-15,0 0 4 0,-2 0-4 0,0 0 0 0,-2 1-3 0,-1 0-2 16,-1 0 5-16,0 0 1 0,-1 0-1 0,-1-1 2 0,-1 1-7 0,0 0 5 15,1-1 3-15,-1 0-2 0,2-1 2 0,0-1-2 0,3 0-2 16,-1-1-1-16,2-1 3 0,2 0-1 0,-1 0-3 0,1 0-1 0,1 0-1 16,0 0-1-16,0 0 2 0,1 0 7 0,-1 0-6 0,2-1-5 15,2 0 2-15,0 0-6 0,1 0 6 0,1 1 5 0,2 0-4 0,-1 0-4 16,1 1 2-16,0-1-1 0,0 1 2 0,0 0 5 0,0-1-2 0,-1 1-3 16,0 0 0-16,0 0 1 0,0-1 1 0,-2 0 4 0,1 0-5 0,-1-1-2 15,-1 1 7-15,0-1 1 0,0 0 4 0,-2 1 2 0,-1-1-8 16,0 0 2-16,-1 1 7 0,0 0 2 0,0 0 4 0,0-1-6 0,-1 1-6 15,0 0-8-15,-1 0-4 0,1 1 6 0,-1-1 0 0,-1 0 4 16,2 0-3-16,-2 0 0 0,1 0-2 0,0 1 1 0,0-1 1 0,0 2-1 16,0-1-2-16,0 1 1 0,-1 1 1 0,1-1 4 0,0 0 3 0,-1 0-3 15,1 1 0-15,0 0-1 0,1 1-5 0,-1-1 0 0,1 0 0 16,0 0-3-16,-1 0 9 0,2 0-6 0,-1-1-1 0,1 1-1 0,0-1-4 16,0 1 7-16,2-1 4 0,-1 1-5 0,0-1 2 0,2 0-4 0,-1 0-1 15,3-1 9-15,0 0-3 0,3-1 0 0,0-1 2 0,3 0-8 16,0-1 0-16,3 0 6 0,2-1-5 0,0 0 2 0,0 1 5 0,3 0-16 15,1 0 6-15,0 1-2 0,2 0-4 0,1-1 8 0,1-1 0 16,2 1 3-16,0 0 0 0,2 0-5 0,-1 0-3 0,2 1 2 0,3-1-4 16,1 0 0-16,2 2-6 0,1 0-4 0,-1 1 0 0,2 1 1 0,-1 0 4 15,3-1 3-15,2 2 1 0,0 0 4 0,0 2 2 0,3 0 1 16,0 1-1-16,-1 1 8 0,0 1 2 0,1 3-4 0,-1 2-1 0,1 1-6 16,1 1-3-16,-2 1 0 0,-1 1 5 0,2 1 3 0,-1-1 1 0,-1 0 3 15,0 2-9-15,0 0 1 0,-1 1 2 0,-1 3 0 0,1 1 2 16,-2 0-1-16,0 0-1 0,2 1 0 0,-1-2 5 0,-1 1-5 0,1-1 3 15,-2 2 0-15,2 1-3 0,-1 0 3 0,1 1-1 0,0 0 4 16,-1 1-2-16,-1-1-2 0,0 0 1 0,0 1 4 0,-2-2 0 0,0 3 5 16,-3-3-6-16,0 2-3 0,0-3 0 0,-2-2 0 0,-1-1 2 0,-2-1-5 15,-2-1 7-15,-1-1-5 0,-2 1 2 0,-2-3 5 0,0 1-5 16,-1-1 5-16,-1-2 2 0,1-3-1 0,-1 1-4 0,0 0 5 0,0-1 1 16,0-1-5-16,-1-1 5 0,1-2-6 0,-2 1 2 0,0 0-5 0,-4-1 0 15,1-1 4-15,-2 1-4 0,-1-1 3 0,-1 0 3 0,-1 0-6 16,-1-1 5-16,-1 0 2 0,-1 0-4 0,-1-1 0 0,-1 1 5 0,-1-1-7 15,0 1 4-15,-1-2-1 0,-1 0 2 0,-1 0 4 0,0 0-3 0,-1 0 8 16,-1 0-4-16,-1-2 4 0,-1 0 7 0,-1 0-2 0,-2-1 5 16,1 0-3-16,-1 0 0 0,0-1 3 0,1-1-6 0,-2 0 6 0,0 0-4 15,0-2-3-15,0 1-4 0,0-2-1 0,1 1-2 0,1-1-3 16,0 1-1-16,0-1-1 0,-1 1-1 0,0-1 3 0,0 0-3 0,1 1-3 16,0 0 3-16,0 0-4 0,1 1 11 0,-1 0-6 0,1 0-4 0,0 0-4 15,0 1-3-15,1-1 7 0,0 1 0 0,-1-1-4 0,-1 2 2 16,1-1-6-16,-1 1 1 0,1 0 1 0,0 0 1 0,0 1 2 0,2 0 1 15,0 0-2-15,-1 1 0 0,0-2 1 0,1 1-3 0,0 0 8 0,0-1-6 16,0 1 4-16,2-1-4 0,-1 1-3 0,1-1 4 0,-1 0 1 16,1 0 1-16,1 0 4 0,-2 1-2 0,2 0-6 0,-1 0 5 0,0 0-4 15,0 0 4-15,0 0 6 0,0 1-8 0,1 0 1 0,-1-1-2 16,0 1-4-16,1 0 3 0,-1 0 1 0,0 0-1 0,1 0-1 0,0 1 0 16,0 0 1-16,0 0 4 0,0 1-4 0,1-1 2 0,-1 0-2 0,1-1 2 15,0 1-1-15,1-1-3 0,0 0 1 0,0 0-5 0,0 0 6 16,0 0 1-16,0 0-2 0,0-1 3 0,0 1-4 0,0-1 6 0,0 0-2 15,0 0 3-15,-1 0 4 0,0 0-7 0,0 0 0 0,0-1-2 0,0 1 0 16,0-1 2-16,-1 1 4 0,1-1-3 0,0 1 1 0,-1 1 3 16,0-2-8-16,1 1 3 0,-1 0 3 0,0-1-5 0,0 0 5 0,1 0-4 15,-1 0-4-15,0 1 5 0,0-1 3 0,0 0-4 0,0 1 4 0,0 0-8 16,0 0 3-16,0-1 6 0,0 1-3 0,0 0-1 0,0-1-5 16,0 1 4-16,0-1-1 0,0 1 5 0,0-1 1 0,0 1-1 0,0 0-6 15,-1 0 1-15,1 0 5 0,0-1-4 0,0 1 5 0,1-1-2 16,-1 0-2-16,0 0 0 0,-1 0-2 0,1 2 4 0,0-1-4 0,0 0-1 15,0 0 5-15,0 0-4 0,0 1 7 0,0-1-2 0,0 0-3 16,0 0-1-16,0 0 2 0,0 0-1 0,0 1 0 0,0-1 4 0,0 2-11 16,0-1 2-16,0 0 0 0,-1 1 5 0,1-1-1 0,-1 1-1 0,0-1 5 15,0 1-3-15,1 1 4 0,-1-1-4 0,1 0 0 0,-1-1-2 0,0 1 5 16,1 0 2-16,-1-1-3 0,0 1-4 0,0-1 2 0,0 1-2 16,-1-2 4-16,1 2-2 0,0-1-2 0,0 0 2 0,1-1 0 0,-1 0 5 15,1 1-3-15,-1-1-2 0,0 0-2 0,1 1 2 0,-1-1 5 16,1 0 0-16,-1 0-5 0,1 0-2 0,0 0-1 0,-1 0 3 0,1 0 2 15,1 0-1-15,-1 0-1 0,0 0 0 0,0 0-3 0,-1 0 6 0,1 0-3 16,0 0 0-16,-1 0 5 0,1-1-10 0,0 1 9 0,0 0-8 16,-1 0 0-16,1 0 0 0,-1 0 1 0,0 0 6 0,0 0-3 0,0 0 5 15,1 0-3-15,-1 0-5 0,0 1 4 0,0-1-1 0,0 1 2 0,-1 0-2 16,1 0-2-16,0-1 1 0,0 1 2 0,0 0 4 0,0 1-5 16,1-1 0-16,-1 1-2 0,1-1-1 0,0 0 8 0,1 1-3 0,-1 0-4 15,0 0 0-15,0 0-1 0,0 1 5 0,1-1-7 0,0-1 5 16,0 1-3-16,0 0 1 0,0 0 9 0,1 0-7 0,0 0-2 0,-1 1 2 15,1 0-3-15,0-1 4 0,0 1 3 0,-1-1-6 0,1 0-1 0,0 0 4 16,0 0 1-16,0-1 0 0,0 1-6 0,0 0 3 0,0 0-3 16,1-1 3-16,-1 2 2 0,0-1-4 0,1-1 2 0,-1 1 4 0,1-1-3 15,-1 0 3-15,1 0-6 0,-1 0-2 0,0 0 0 0,1 0-3 0,-1-1 3 16,0 1-5-16,0-1-1 0,0 1 0 0,0-1-7 0,-1 0 6 16,1 1-4-16,-1-1-2 0,0 0 2 0,0 0-9 0,0-1-2 0,-1 1-8 15,0 0-12-15,0 0-11 0,1 0-7 0,0-1-6 0,-1 1-5 0,1-1-9 16,-1 0-11-16,1-1-6 0,0 1-13 0,1-1-6 0,-1 0-7 15,1 1-9-15,0-2-8 0,-1 0-9 0,0 0 0 0,-2-1 7 0,0 1 9 16,-1-2 1-16,-2 1 3 0,1 0 4 0,-3 0-79 0</inkml:trace>
  <inkml:trace contextRef="#ctx0" brushRef="#br0" timeOffset="23932.92">18570 13152 632 0,'-6'-3'99'0,"1"1"-10"0,-1-1-11 0,3 0-21 0,1 1-22 16,0 0-15-16,0 0-11 0,1 0-5 0,-1 1 0 0,0 0-2 0,0 0 1 15,-2-1-1-15,1 2 0 0,-1-1-4 0,0 0 2 0,0 1 1 0,1 0-2 16,0 0 2-16,0 0 0 0,1-1-2 0,-1 0 2 0,0 0 3 15,1 0 0-15,1 0 5 0,-1 0 5 0,2 0 6 0,-1 0 7 0,0-1 5 16,1 0 6-16,-1-1 2 0,1 0 3 0,0 1-2 0,1-1-1 0,0 1-2 16,1-1-4-16,0 0-5 0,1 0-5 0,1-1-6 0,-1 0-2 15,1 0-1-15,0 0 1 0,0 1 2 0,1 0 5 0,-1 0 0 0,0 0 4 16,1 0-3-16,-1 1 1 0,0 1 6 0,-1-1 3 0,1 1 0 16,-2 0 2-16,1 0-5 0,0 0-2 0,-1 1-2 0,1 0-2 0,-2 0 5 15,1 1-6-15,-1-1 4 0,1 1-6 0,1-1-2 0,1 1 1 0,-1 0-4 16,0 0 2-16,1 0-3 0,-2-1 1 0,2 1-1 0,0-1 1 15,1 0 2-15,0 0 3 0,1 0 4 0,0-1 0 0,0 1 1 0,0-1-1 16,1 1 1-16,0-1-1 0,1 0 1 0,0 1-1 0,1-1-3 0,0 2-1 16,-1 0-2-16,0 0 2 0,0 1 2 0,1 0 1 0,-1 1-5 15,0 1-2-15,1 1 1 0,0 1-3 0,0 0 3 0,0 0-1 0,0 0-5 16,1 2-3-16,-1 0 0 0,1 1-9 0,-1 0 11 0,0 1-3 16,1 0-4-16,1 1-2 0,0 0-3 0,0 2 4 0,-2 0 2 0,2 1-4 15,-2-2-14-15,1 2 9 0,-1 1-5 0,0 0 13 0,0 1 11 0,0 2-1 16,0-1 3-16,1 2-5 0,0-2-4 0,0 2-1 0,0 2-1 15,-2-2 4-15,1 3 2 0,0 0 1 0,-1 0-4 0,1 2 0 0,-1 1 2 16,0 2-2-16,0 1 1 0,-2 2 0 0,1-1-5 0,-1 0 4 0,-1 3 1 16,0-2-1-16,-2 3-2 0,1 3 2 0,-1 0-13 0,-1 2 5 15,-1 0 3-15,0-1-5 0,-1 3 12 0,1-2-7 0,-2 3-7 0,1-1 7 16,-1 2-3-16,-1 2 2 0,1 0 2 0,-1-1 0 0,-1 1-6 16,1 0 3-16,-1 1 6 0,-1-1-15 0,1 0 17 0,-2 2-4 0,0-2-2 15,0 1 19-15,-1 0-7 0,0-1 1 0,0 1 1 0,-1 0-3 0,0 0-2 16,0-2 0-16,0-2-6 0,0 0 3 0,-1 0-6 0,1 0-10 15,-3-1 14-15,1 0-7 0,0-2 3 0,0 0 13 0,0-2-17 0,1 0 1 16,0-1 2-16,0-2-1 0,-1 2-1 0,0 0 0 0,-1 0 7 0,-1-2-2 16,1-1 0-16,1 0 0 0,-1-2-9 0,-1 1 8 0,0 0 1 15,0-1-2-15,0 0-10 0,0-1-2 0,-1 0 14 0,0-1 7 0,0-1 4 16,-1 0-4-16,2-1-14 0,-2-3-1 0,0 1 2 0,-1 0 3 0,2-4 0 16,-3 1 5-16,0 0-13 0,-1-2-3 0,0 1 5 0,-1 0-2 15,-2-2 8-15,1-2-4 0,0 1-5 0,-3-2 6 0,-1-1 1 0,-1 1-4 16,-2-2 4-16,2 1-2 0,-1-2 2 0,1 2 9 0,0-1-8 15,-1 0-3-15,1 0 11 0,0-1-4 0,-1 0 6 0,1 0-9 0,0 1-4 16,-1-1 3-16,2-1 5 0,-1 2-1 0,0 0 2 0,-1-1-13 0,-1-1 1 16,1-1-6-16,0 2 1 0,0-1 30 0,-1 1 0 0,1-2-2 15,1 0-7-15,-2-1-17 0,1 0 10 0,0-2-12 0,0 0 10 0,1-1-2 16,0-1-6-16,2-2 12 0,0 0-8 0,0-1-2 0,0 0 4 16,1 0-6-16,0 0 13 0,0 0 2 0,2 0-2 0,-2-1 10 0,2 0-12 15,1 1 8-15,1-1 0 0,1 1-2 0,1-1 2 0,2 1-17 0,-1-1 4 16,1 1 0-16,1-2 1 0,1 1 1 0,0-1-4 0,1 0 8 15,-1 1-5-15,1-1 3 0,0 0-2 0,0 0-8 0,1 0 6 0,-1-1 4 16,1 0 1-16,0 0-11 0,-1-1 6 0,1 1 0 0,0-2 0 0,0 0 4 16,1 0-8-16,0-2 9 0,-1 0-5 0,0-1 7 0,0 1-3 15,0 0 2-15,0 0 1 0,0-1-1 0,0 1-1 0,1-1 3 0,-1 1-1 16,0 1-5-16,0 1-6 0,0 0 2 0,-1 0 0 0,1 2 2 16,1-1 2-16,1 1-8 0,0 0-2 0,1 1 8 0,-1-1 8 0,2 1-10 15,0 0 2-15,0 1 5 0,0 0-14 0,1 0 12 0,1 0-5 0,0 0-7 16,0 0 10-16,0 0-10 0,0 0 5 0,1 0-8 0,-1 0 3 15,1-1 3-15,0 2-7 0,0-1 13 0,0-1-6 0,0 2-9 0,0-1-6 16,1 0 0-16,-1 1-2 0,0 0-7 0,1 0-5 0,0 0-23 0,-1 0-13 16,0 1-4-16,0 0-11 0,1 0-25 0,-1 1-33 0,0-3-28 15,1 2-35-15,0-1-31 0,1 0-28 0,0 0-30 0,0 1-29 0,0 0-31 16,0-1-31-16,3 1-202 0</inkml:trace>
  <inkml:trace contextRef="#ctx0" brushRef="#br0" timeOffset="24449.92">17079 17292 611 0,'-1'1'101'0,"0"-1"-10"0,0 1 5 0,0-1-2 0,0 0-12 16,0 1-33-16,0-1-23 0,0 0-10 0,1 0-2 0,0 0 10 0,0 0 9 16,0 1 5-16,0-1 2 0,0 0 1 0,0 1 9 0,0 0 2 15,0-1 2-15,-1 1 0 0,1 0 0 0,0 0-5 0,0 0 11 0,-1 1 1 16,1 0-5-16,0 1-2 0,-1 0-4 0,1 1-6 0,0 1-2 15,1 1-1-15,0 1-16 0,0 1-8 0,1 0-4 0,0 1 3 0,2 1-2 16,0-1-9-16,1 3 3 0,0-1-5 0,2 1 6 0,-1-1 1 0,1-2-8 16,1 1 2-16,1-1 5 0,0-1 6 0,0-2 8 0,0 1-3 15,0-2 11-15,-1-1 2 0,1 0 5 0,-1-1 13 0,0 0-10 0,0-2 1 16,0 0-9-16,1-2-6 0,-1 1-1 0,1-1-2 0,0-1-10 0,1-2-4 16,1-1-2-16,0-1 4 0,0-1 8 0,0 0-9 0,1-1-3 15,0-2-4-15,-1 0-1 0,0 0 10 0,-2-1 1 0,1-1 6 0,-2-1 2 16,-1-1-6-16,0 0 9 0,-3 0 1 0,0-2 3 0,-3 0 1 15,-1-1-11-15,-2-1 3 0,-1-1 5 0,-3 0-8 0,-2-1-4 0,-3-1-10 16,-14-19-13-16,-2 7 16 0,0 5 1 0,4 7-9 0,0 7 8 0,0-1-15 16,-3 2 11-16,0 3-1 0,0 1-11 0,-3 3 9 0,3 2-9 15,-2 3 8-15,0 4 0 0,-2 1-16 0,0 3 8 0,0 2-21 0,1 0-19 16,0 0-10-16,3 1-46 0,1-2-35 0,3-3-69 0,4 1-82 0,3-5-93 16,4-2-146-16,3-3-328 0</inkml:trace>
  <inkml:trace contextRef="#ctx0" brushRef="#br0" timeOffset="24849.92">19202 14509 312 0,'-14'17'222'0,"-1"4"-174"15,-3 6 2-15,2 2-4 0,5 1-12 0,0 4-11 0,0 1-10 0,0 3-7 16,1 0-2-16,-1 1-3 0,2 3 0 0,0 0-2 0,0 0-12 0,0 0-13 16,-1 1-12-16,0-1-19 0,-1 1-15 0,0-1-20 0,0-3-15 15,0-1 2-15,-1-2-6 0,0-2-21 0</inkml:trace>
  <inkml:trace contextRef="#ctx0" brushRef="#br0" timeOffset="25165.92">18845 15475 56 0,'-2'-1'60'0,"0"-4"-3"0,1-1-12 16,2-1-6-16,0-4-5 0,2 0-3 0,0-1-1 0,2-1 5 0,1-3 5 16,0-2 6-16,2-2 5 0,0-3 2 0,2-2-4 0,2-1-3 15,2-3-9-15,1 0-5 0,-1-2-7 0,2 0-5 0,1-2-5 0,1-1-4 16,1-2-3-16,2 1-4 0,0-2 0 0,2 1-3 0,0 1 1 0,-2 0 0 16,-1 6-1-16,-3 1 5 0,-2 6 2 0,-3 4 5 0,-1 3 2 15,-3 4 0-15,-1 3-3 0,-2 4 1 0,-2 3-3 0,-2 1-1 0,-1 1 0 16,0 3-2-16,-2 3-4 0,-1 2-3 0,-1 5-3 0,-1 3-6 15,0 3-5-15,-2 5-6 0,0 1-6 0,-1 1-4 0,2 2-4 0,-1-3-5 16,0 2-6-16,1-1-7 0,-1 0-8 0,2-2-4 0,1 1-2 0,1-2-4 16,3-1 3-16,0-2 9 0,2-4 15 0,1-4 17 0,1-4 19 15,0-3 21-15,0-3 20 0,1-2 18 0,0-3 15 0,0 0 7 0,2-4 4 16,-2-1 3-16,3-2-3 0,2-4-10 0,-1-2-13 0,3-3-15 0,2 0-6 16,0-2-5-16,3-2-1 0,0 1 0 0,1-3 0 0,-1-1 2 15,2 1 3-15,0-2 10 0,-2 0 11 0,-1-3 15 0,-3 1 17 0,-3-3 14 16,-2 2 14-16,-3 0 3 0,-1 2 2 0,-3 4-1 0,-1 0-3 15,-3 5-3-15,-2 4-6 0,-2 4-15 0,-1 4-21 0,-3 4-12 0,-2 4-19 16,-2 4-14-16,-3 5-11 0,-2 6-8 0,-3 7-7 0,-2 8-7 0,-2 7-5 16,0 9-24-16,-2 10-51 0,-1 9-72 0,-1 10-81 0,-3 6-100 15,-2 12-164-15,-2 7-318 0</inkml:trace>
  <inkml:trace contextRef="#ctx0" brushRef="#br0" timeOffset="34967.01">23674 13935 559 0,'-45'4'84'0,"-6"2"-7"16,-14 1-22-16,7 1-13 0,6-2-16 0,-2 1-18 0,3 0-5 0,1 0-1 16,0 1 0-16,1 0 1 0,1 0-1 0,1-1-3 0,2 1 1 15,-1-1-1-15,2 2 2 0,1-1 1 0,1 1-1 0,-1-1 3 0,4 0 0 16,1-1 3-16,0 1-1 0,2-1-3 0,-2 0-2 0,4-1-2 16,0-1 2-16,0 2-1 0,3-1 3 0,-2 2-2 0,3 1 0 0,-1 2 2 15,2 2-2-15,-1 1 0 0,2-1-1 0,-1 4-5 0,-1 1-1 0,-1 2-2 16,1 2-2-16,-1 2 3 0,2 0-1 0,1 2 0 0,-1 3-2 15,1 2-1-15,-2 2 1 0,3 2 0 0,-1 0 0 0,2 3 1 0,-1 1-2 16,3 0 0-16,-1 5 4 0,2-2 1 0,2 2 3 0,0 0 3 0,1-1-2 16,3 0 1-16,1-1 5 0,2-3-1 0,2-1 6 0,2-2 6 15,4-2 8-15,1 0 11 0,2-2 4 0,2-1 7 0,1-2-1 0,3 1-3 16,2 0 4-16,1 2-3 0,4-1 2 0,2-1-1 0,3-1-3 16,3 1-5-16,2-3-4 0,2 2-2 0,2-2-8 0,1 1-6 0,4-3-2 15,1 0-5-15,3-1-2 0,1-3-4 0,2 0-4 0,2-1-6 0,1-2-1 16,2 0 3-16,2 0-4 0,1-2-2 0,3 0 3 0,1-2-2 15,0 2 1-15,2-3 6 0,1 1-5 0,2-1 10 0,1 2 1 0,1-2-2 16,1 2 8-16,4 0-6 0,2-1-4 0,0 0 0 0,2-3-4 0,2 1-2 16,0-2 6-16,2-1 3 0,-1 0-4 0,0-2 7 0,0-1-3 15,0 0 2-15,0-1 9 0,0-1-7 0,1 1 9 0,0-1 0 0,3 2-4 16,0 0 5-16,1 1-6 0,0 1 10 0,0 1 0 0,0 1 6 0,0 2 10 16,1 2-6-16,-2-1 4 0,-1 1-4 0,-2-2-3 0,0 0 3 15,-1-1-8-15,0-2-8 0,1-2-3 0,-2-2-5 0,3-2 3 0,0-3-6 16,-1-2-3-16,0-3 0 0,1-2-6 0,-1-1 3 0,0-2 2 15,0 1-11-15,-1-1 4 0,1 0 3 0,-1-2-7 0,-1-1 8 0,0-2-5 16,-3 0 2-16,1 2-2 0,-3-2 0 0,0-1 0 0,-2 0-2 0,-1 1-1 16,-3 0 5-16,-1 0-1 0,-3-1 9 0,-1 1 6 0,-2-2 7 15,-1 0-2-15,-4 0-4 0,-2 0 4 0,-2-1-2 0,0-1 4 0,-4-3 0 16,-2-2 4-16,-1 1 6 0,-1-2 5 0,-2 0 9 0,-1-1 4 0,-4-2 10 16,-2 0 6-16,-1-1 10 0,-5-1-4 0,1-3-2 15,-3 1-14-15,-1-2-17 0,-2 3 3 0,-3-3-7 0,-2 1 2 0,-3-1 3 0,-1-1-4 16,-3 1-6-16,-2 0 7 0,-2 0 4 0,-3 0 1 0,-2-1 12 0,-3 0-4 15,-4 2 1-15,-1-3-2 0,-2 2-9 0,-5-3-2 0,-2-3-3 16,-6 1-5-16,-3-1 0 0,-3-1-8 0,-3-1 0 0,-2-1-5 0,-3-2-13 16,-4 0 6-16,-3 0-5 0,-2 0-3 0,-2-1 9 0,-2 3-2 15,-1 1 0-15,-3-1 1 0,-1 3-2 0,-1 1-3 0,-2 1 1 0,1 3-2 16,-3 2 0-16,-2 2-9 0,0 2-15 0,-2 4-14 0,-1 1-22 0,-2 6-22 16,-4 3-31-16,-3 3-26 0,-3 7-48 0,-6 8-89 0,-7 7-139 15,-7 12-147-15,-10 11-19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1T10:41:57.1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3887 7240 27 0,'-1'0'26'0,"0"2"0"0,0-1 2 16,0 1 0-16,0-1-2 0,0 0 1 0,0 1 1 0,-1-1-1 16,1 0 0-16,-1-1-1 0,1 0-2 0,1 1 3 0,-1 0 2 0,1-1 0 15,-1 1 7-15,0-2 1 0,0 0-4 0,0 1 7 0,0-1-3 16,0 1 0-16,-1-1 6 0,0-1 2 0,0 0 0 0,1 0 1 0,0-1 4 16,-1-1-4-16,2 2 2 0,-1-2-7 0,1 0-5 0,2 0-5 0,0 1-2 15,1-2-1-15,3-1-2 0,0 0 0 0,3-2-5 0,2 1-2 16,3-2 0-16,4 2-5 0,2-3-1 0,6-1-3 0,2 0-3 0,3-1-3 15,0 0 1-15,4 0-2 0,1 0 0 0,3-1-1 0,2 1 0 0,3 1-2 16,0 1 2-16,4-2-4 0,0 1-2 0,1 1 4 0,1 0 2 16,2 0 8-16,1 2-1 0,0 1 12 0,1-1 2 0,1 0 1 0,2 0 4 15,2 0-14-15,1-1-5 0,2 2 0 0,0-1-4 0,3 0 4 0,3 0 0 16,0 2-6-16,1 0-2 0,1 0 1 0,1 1-4 0,1 0 2 16,2-1 0-16,0 1 4 0,1-1-2 0,3 0-3 0,-2 1 5 0,1 1-4 15,-1-1-1-15,1 2 1 0,2 0-5 0,-3 0-1 0,0 1 3 16,0 1 3-16,-1 2 3 0,3 1 3 0,-3 1 3 0,1 2 0 0,-2 1 0 15,0 2 2-15,-3 2 1 0,2 1 3 0,-1 3-5 0,-2 2 1 0,0 2-3 16,-2-1-6-16,0 3-2 0,-1 2-4 0,-1 1 3 0,-2 2 7 16,0 3-1-16,-1 2 1 0,-1 0-2 0,-1 3 1 0,0 1 0 0,-2 2-2 15,-2 2-1-15,-2 0-6 0,-1 3 1 0,-2-1 3 0,-2 0-1 0,-2 3-1 16,0 0-4-16,-2 1-9 0,-2 2 7 0,-3 0 3 0,-1 1-2 16,-4 2 5-16,-3 0-7 0,-1 0 3 0,-3 1-1 0,-4 1 3 0,-2 0-1 15,-5 0 0-15,-3 2 2 0,-3-1-2 0,-4 0 0 0,-4 0-2 0,-3 1 2 16,-4-1 0-16,-4 1 2 0,-3 1 3 0,-3 2-3 0,-5-1 3 15,-1 0 0-15,-6-1-2 0,-1 1 2 0,-5 1-11 0,-3 1 6 0,-2 0 3 16,-3 0-2-16,-4 0 8 0,-4 0-4 0,-3 0 1 0,-3 1 1 16,-1-3 3-16,-4 1-1 0,-2-3 2 0,-3-1-1 0,-3-1-1 0,-1-3 4 15,-3 1-4-15,-2-3 5 0,-2 0-6 0,-2-3 1 0,-1 1 4 0,-2-2 1 16,0-2 0-16,-3-1-1 0,-2-3-5 0,0-3 0 0,-2-2 5 16,1-2 0-16,-2-2 1 0,-1-2-2 0,0-4 2 0,-1-1-5 0,0-2-4 15,0-3-2-15,0-1 2 0,-2-1 4 0,1-1 4 0,0-3 5 0,0-2 0 16,-1-3-4-16,1 0-5 0,-1-3-4 0,3-2 10 0,2-4-4 15,2-1 2-15,3-5 1 0,1-1-9 0,1 0 12 0,3-3 1 0,-1-1 1 16,3-4 3-16,2-3-8 0,0-3 6 0,5-3-1 0,1-1-6 0,2-4 2 16,4-2 1-16,1-3-3 0,2-5 3 0,2-2-2 0,4-2-1 15,3-4-1-15,3-2-6 0,1-3 4 0,4-4 5 0,4-1-2 0,2-2 7 16,6-4-6-16,1-2-1 0,4-1 0 0,3-2-1 0,2-1-6 16,4 4 5-16,3-1 8 0,2 1 10 0,2 3 17 0,3 1-5 0,1 0 1 15,4 2-9-15,2 0-2 0,3 2 0 0,3 2-9 0,1 3 8 0,2 0-7 16,1 2-4-16,4 1 3 0,1 3-11 0,1 1-4 0,4 3 1 15,0 1 0-15,3 2-1 0,3 1-7 0,-1 4 5 0,3 3 2 0,0 1-8 16,2 3 3-16,-1 2-10 0,1 2 0 0,-1 2 10 0,0 4 3 16,-1 1 8-16,-1 2 1 0,-2 2-9 0,-2 3-1 0,1 1-1 0,-1 2 4 15,-1 2 2-15,-2 1-4 0,-1 2 0 0,-4 2-1 0,-1 1 1 0,0 2 1 16,-4 1 1-16,0 1-1 0,0 1 4 0,-2 0-1 0,0 2-3 16,0 2 5-16,-2 1-3 0,1 2 0 0,-1 1-4 0,-1 1-4 0,1 3 1 15,-2-1-2-15,0 3 0 0,-3 1-12 0,1 0-9 0,-1 3-3 0,1 0-29 16,-2 0-48-16,1 2-89 0,0 2-109 0,0 1-145 0,1 1-290 15</inkml:trace>
  <inkml:trace contextRef="#ctx0" brushRef="#br0" timeOffset="450.04">10473 7526 2384 0,'-19'-35'9'0,"-8"-7"4"0,-6-7 1 0,-4-4 1 0,18 32-9 0,8 7-3 16,4 6-6-16,5 5-8 0,3 2-12 0,3 5-9 0,4 2-4 0,4 6-3 15,5 6 3-15,4 4 0 0,1 8 5 0,4 5-5 0,2 8-6 0,1 4-11 16,2 5 2-16,1 6 5 0,0 3 10 0,-1 6 12 0,0 6 6 16,1 3 6-16,-3 4 4 0,2 6 2 0,-2 1-2 0,-2 3-1 0,1 0 1 15,-1 1 2-15,1-4 0 0,2-5 4 0,2-7-3 0,0-9 4 16,1-12 6-16,-3-10 19 0,2-8 22 0,-1-10 18 0,1-5 25 0,0-6 21 15,1-6 23-15,-2-6 14 0,1-4 8 0,2-3-8 0,1-8-11 0,4-6-7 16,2-6-22-16,5-7-5 0,7-10-20 0,6-10-19 0,7-10 2 16,8-10-30-16,6-10-13 0,8-9-9 0,9-8-16 0,11-10 4 0,10-9-12 15,11-12-24-15,10-8-25 0,4-7-43 0,5-4-30 0,1-5-35 0,2-3-38 16,0-4-31-16,-1-2-17 0,1 1-13 0,1-2-37 0,4 3-53 16,4 1-19-16,5 2 28 0,3 4-149 0</inkml:trace>
  <inkml:trace contextRef="#ctx0" brushRef="#br0" timeOffset="2683.37">6699 4044 1149 0,'-46'-33'-93'0,"-1"0"125"0,-12-6 35 16,12 9-2-16,9 5-8 0,4 3-14 0,1 2-14 0,1 1-10 0,1 4-7 16,3 2-1-16,-1 1-9 0,2 4-8 0,-1 2-12 0,-2 3-10 0,0 2-10 15,-1 3-6-15,-4 0 0 0,1 3 1 0,-5 1 5 0,1 2-4 0,-2 1 8 16,-6 0 6-16,-1 0 6 0,0 0 10 0,-4 2 5 0,1 2 2 15,-3 1 7-15,-2 0 2 0,-1-1 4 0,-2 2 6 0,1 0 3 0,-3 0 9 16,-1 0 5-16,-1 0 6 0,0 0 3 0,-1 0 2 0,2-2 2 16,0 2 2-16,-1 1-1 0,1 1-3 0,1 1-6 0,-1 2-5 0,1 2-4 15,-1 1-3-15,2 3-4 0,0 0-2 0,0 1 0 0,2 1 1 0,0 4-2 16,1 0 1-16,1 4-7 0,1 0-2 0,0 2-8 0,4 0 4 16,-1 1 5-16,2 0-2 0,2 2 4 0,1-1-10 0,5 1-3 0,3 1 0 15,0 1 1-15,3 3-2 0,2-1-2 0,2 0 2 0,2-1-2 0,3 1 2 16,0 0-4-16,4 0-2 0,0-1 4 0,3 1 1 0,2-1 6 15,1-2 3-15,3 2-7 0,1-1 2 0,1 1-2 0,3-1 1 0,1 1 1 16,2-4-2-16,1 0-2 0,3 0 2 0,0 0 0 0,3 0-9 0,0 0 5 16,3-1 6-16,2 0 0 0,2 0 11 0,1-1-5 0,1 2-4 15,2-2 0-15,2 0 0 0,1 1 3 0,3-1 5 0,2-1-6 0,0-2 4 16,4-1 1-16,2-1-5 0,-1 0 7 0,3 0-1 0,0-1 0 16,2 0-4-16,1-2-4 0,3 0 10 0,0-2 0 0,2 1 2 0,2-1 3 15,1 0-11-15,1-3 0 0,4 1 2 0,-1-1-4 0,2-2-2 0,1 0 1 16,3 0 0-16,2-3 0 0,1 0 3 0,2-2-2 0,1-3 2 15,2 0 4-15,2-2-6 0,0 0 6 0,2-3-2 0,0-1 1 0,1 0 4 16,1-2-6-16,0 1-3 0,1-1 2 0,1 0 3 0,0 0 1 0,3-1 1 16,-1 1-2-16,-1-1-3 0,1 1 3 0,1 0-3 0,1 0-2 15,1 0 4-15,0-1-5 0,2 0 4 0,1-1-3 0,-1-1-1 0,3 2 3 16,-1-1-3-16,1 1-4 0,3-1-3 0,-1-1-4 0,1 1 2 16,0-3 3-16,0 1 2 0,2 0 2 0,0-2-4 0,0 0 4 0,2 0-4 15,0-2 2-15,2 0 0 0,-1 0 4 0,1-1 1 16,0-1-1-16,-2 0-1 0,2-1-5 0,0-1 2 0,0 0-1 0,3-2 4 0,-2 0-3 15,2 0 4-15,-2-1-4 0,-1 0 0 0,1-1 1 0,-2-1-3 0,2-1 6 16,-2-1-1-16,1 2 1 0,-1-1 0 0,-3-1-1 0,1 1 0 16,-2-1-2-16,-3 0 2 0,2-1 0 0,-3-1 1 0,0 0-2 0,-1-1-1 15,-1-3 1-15,-1 0-1 0,-1-2 5 0,-3 0-5 0,-1-2 2 0,0-1 0 16,-2-1-3-16,-1-1 4 0,-1-2 1 0,-2-1-3 0,-1-3-2 16,-2-2 3-16,-1 0-1 0,-1-3 1 0,-2-1 11 0,-1-2 1 0,-2-2-2 15,-3-1-3-15,-2-1-6 0,-4-3 6 0,0-1-5 0,-4-2 4 0,0-1 1 16,-5 0-10-16,-1-2-6 0,-2 0 2 0,-4 0 1 0,-1-1 6 15,-2 0 11-15,-4 0-6 0,0-1 1 0,-2 0-5 0,-4-2 3 0,-2 0-1 16,-2-2-3-16,-1-1 2 0,-2 1-10 0,-1-3 7 0,-3-1-7 0,-1 1 2 16,-4-1-1-16,-2 0-1 0,-3 0 5 0,-2 0-4 0,-4 1 3 15,-4 2-8-15,-3 0-7 0,-6 2 1 0,-2 0 0 0,-6-2 2 0,-3 3 10 16,-5 0-3-16,-6 1 2 0,-2 0 8 0,-4 0-7 0,-4 1 5 0,-4 0 1 16,0 3-5-16,-4 1 1 0,-2 0 7 0,-2 1 4 0,-2 0-3 15,-3 1 8-15,-2 2-12 0,-2 2-6 0,1 1 1 0,-3 2-2 0,-2 1 1 16,1 2 9-16,-5 4 0 0,1 3-2 0,-4 4-2 0,-2 2-5 15,0 4 3-15,-2 2 0 0,-3 2 6 0,0 3-3 0,-4 3-5 0,-2 3-2 16,-1 3-2-16,-2 2-2 0,-4 4 4 0,0 2 7 0,-1 3-2 0,-3 3 1 16,-2 1-1-16,-1 5-8 0,-2 3 3 0,0 2-1 0,-4 3 4 15,-2 3 2-15,1 2 2 0,-1 2-1 0,1 3-5 0,1 3 1 0,-2 1-1 16,0 1 2-16,0 2-1 0,3 0 2 0,1 2 0 0,1 4 3 0,3 1-4 16,0 2 10-16,3 3-3 0,2 1-1 0,3 4 9 0,2 3-11 15,5 0-1-15,2 3 1 0,5 0-1 0,4 1-5 0,3 3-6 0,4 3 8 16,3 1 2-16,4 1 1 0,5 3 8 0,2-1-12 0,4 1-5 15,5 0-2-15,4-1 2 0,5-1-9 0,4-1 14 0,4-1 4 0,6-3-4 16,5 0 7-16,6-3-13 0,6-2-3 0,6-3-4 0,4-3-1 0,7-4-9 16,5-3-14-16,5-4-6 0,7-5-43 0,4-3-29 0,8-2-32 15,5-5-24-15,7-2 9 0,6-6 2 0,4-3-10 0,6-3-19 0,6-6-25 16,5-2-151-16</inkml:trace>
  <inkml:trace contextRef="#ctx0" brushRef="#br0" timeOffset="3117.37">12167 4549 2375 0,'-21'-20'-48'0,"2"7"33"15,1 3-24-15,14 16-1 0,7 9 1 0,6 7 12 0,7 7 3 0,6 4-2 16,5 6-9-16,6 3-12 0,4 6-15 0,1 5-9 0,3 3-1 0,2 2 14 15,0 2 12-15,1 3 10 0,-1 0 12 0,-1 1 8 0,-1-2 6 16,-3-5 6-16,-2-1 4 0,-2-6 2 0,-2-6 5 0,0-5 11 0,-1-8 10 16,1-3 14-16,-2-6 14 0,-1-1 13 0,-2-4 19 0,1-5 2 15,0-4 4-15,3-3-5 0,2-5-7 0,5-5-5 0,5-6-9 0,7-4-12 16,9-8-12-16,7-6-11 0,10-4-9 0,8-8-5 0,6-7-8 0,8-4-3 16,8-8-5-16,7-3-19 0,7-3-12 0,7-4-37 0,6-2-37 15,6-4-33-15,6-5-58 0,6-2-67 0,7-5-100 0,7-3-255 0,11-7-47 16</inkml:trace>
  <inkml:trace contextRef="#ctx0" brushRef="#br0" timeOffset="4133.37">4429 10166 1408 0,'-32'-33'235'0,"-3"1"-207"16,-6-7 47-16,8 11-11 0,11 7 7 0,3 2-16 0,5 2-12 0,2 2-18 16,2 0-7-16,4 2-11 0,2 2-8 0,3 1 4 0,4 1-8 0,3 0 1 15,4 1 1-15,5-1-4 0,4 0 0 0,5 0-1 0,5 0-5 16,4-1 0-16,2 1-7 0,7-1-2 0,3 1-3 0,3-2-7 0,6 1-4 15,1-1 0-15,2 1 0 0,4 1-1 0,1 2 4 0,3 1-2 0,1 2 7 16,1 1 8-16,0 1 9 0,-1 1 7 0,0 1 0 0,-2 0 3 16,-4 2 0-16,0 0 2 0,-3 1-5 0,0 0-3 0,-1 1-3 0,-3 1 5 15,0 0 1-15,-3 1 12 0,-2 1-1 0,-2 2 6 0,-2 1 4 16,-1 0 3-16,0 3 2 0,-2 0-2 0,-3 3-1 0,-2 0-2 0,-3 2 0 16,-1 1 0-16,-3 2-2 0,-1 0-7 0,-4 3 2 0,-4 1-3 0,-2 1-4 15,-3 1 8-15,-4 0-6 0,-3 1-2 0,-2-2 5 0,-5 3 2 16,-4 0 5-16,-5 3-3 0,-5 0-7 0,-6 0 2 0,-7 2 1 0,-6 1-7 15,-7 1 2-15,-7 0-12 0,-5 1-6 0,-6-2 2 0,-7-2-3 0,-6-2 0 16,-5-1-2-16,-2-2 13 0,-6-1 5 0,-1-5 7 0,0-4 6 16,0-3-2-16,3-4 5 0,0-4 4 0,0-4 5 0,2-1 4 0,0-2-3 15,2-2 0-15,1-1-5 0,2-3 1 0,3-3-5 0,1-2-2 16,-1-2-8-16,1-2-1 0,3 0-1 0,2-3 0 0,5-2 3 0,4 2-4 16,6-2-2-16,5 1-1 0,5 0 1 0,4 0 3 0,3-1 4 15,4 1-3-15,4 2-1 0,7-2 0 0,3-1-8 0,4 1-4 0,3 0-9 16,5 1-13-16,3 1-13 0,4-2-9 0,5 0-17 0,5 1-15 0,6-1-15 15,6 0-21-15,7-1-23 0,5 2-23 0,5-1-32 0,5 1-32 0,8 2-29 16,5-1-192-16</inkml:trace>
  <inkml:trace contextRef="#ctx0" brushRef="#br0" timeOffset="4466.37">7041 9688 1306 0,'1'-7'59'0,"1"3"-24"0,5 0-7 0,6 8-10 16,5 2 17-16,6 6 12 0,7 2 9 0,5 4 0 0,4 4-7 0,4 5-12 16,3 4-11-16,4 5-6 0,4 1-11 0,1 4-2 0,3 2-3 0,0 3-4 15,1 2 0-15,2-1 9 0,-1 0-1 0,-2-7 5 0,0-4 13 16,-7-7 7-16,-1-7 26 0,-4-10 25 0,-3-6 22 0,-1-8 11 0,-5-4 4 15,2-5-1-15,-1-7-2 0,-2-5-5 0,1-5-10 0,-1-7-22 0,1-5-7 16,2-6-9-16,0-7-13 0,-1-6 1 0,2-6-20 0,1-7-12 16,3-5-6-16,5-7-5 0,2-5-8 0,5-6-2 0,5-6 2 0,6-6-9 15,5-5 5-15,5-6-19 0,7-4-4 0,2-3-15 0,5-7-25 16,5-4-17-16,5-4-34 0,4-6-24 0,7-5-18 0,6-5-6 0,5-5-56 16,8-1-53-16,8-2-49 0,7-1-102 0,9 5-111 0,8 2 20 0</inkml:trace>
  <inkml:trace contextRef="#ctx0" brushRef="#br0" timeOffset="6517.37">8482 10698 1219 0,'-29'-22'104'0,"-3"0"-64"0,-9-5-12 16,0 6-12-16,7 5-2 0,0 1-2 0,2 1-9 0,0 2-6 15,1 0-9-15,-1 3-10 0,-2 0-10 0,-3 1-9 0,-2 1-6 0,0 2-8 16,-1 0-13-16,-1 1-12 0,-1 2-4 0,-3 0-1 0,-3 1 11 16,-1 0 11-16,-1 0 9 0,1-1 17 0,0-1 11 0,-1-1 15 0,-1 0 9 15,1-2 4-15,-1-1 4 0,0-1-4 0,0-1 6 0,-2-1-1 0,-2 0 3 16,1 0 5-16,-2 0 0 0,3-1 2 0,-1 1 0 0,-3 0 2 16,2 0-2-16,-3 1 0 0,0 1 3 0,1 0-3 0,-2-1 7 0,2 2 4 15,0 0 7-15,0 2 5 0,0 0 5 0,-1 0 7 0,-2 0 3 0,0 2-2 16,-2 0-3-16,-1 1-9 0,0 2-7 0,-4 1-5 0,2 2-2 15,-4 1-2-15,-1 3-5 0,0 1 7 0,-2 1 0 0,2 2-3 0,0 1 0 16,3 0-8-16,-3 3-5 0,0 2 2 0,-2 2 0 0,-2 0-3 16,1 3 3-16,2 0-4 0,0-1 2 0,2 1-4 0,1 0-5 0,2 0 0 15,1 2 1-15,1-2 2 0,2 3 2 0,2 2-6 0,4-2 1 0,1 1-10 16,2-1 3-16,3 1 6 0,1 0-2 0,2 1 11 0,3 2-2 16,1 0-5-16,0 0 4 0,1-1-7 0,4 1 0 0,1-1 1 0,4 2-3 15,1 0 3-15,3-1 0 0,2 0-2 0,4-1 1 0,1-1-5 0,3 0 6 16,2 1-1-16,3-1-1 0,1 0 5 0,4-1-4 0,2 0 2 15,3-1-4-15,3 0-2 0,2-1 0 0,2 0-4 0,3 0 8 0,4-2 3 16,1 2-4-16,3-2 2 0,1 0 0 0,4-1-3 0,2-1 7 16,1-2-2-16,3 1 5 0,3 0 3 0,1-1-2 0,2 0 5 0,1 0 2 15,2-1-1-15,2-1 4 0,2 1 2 0,3-2 1 0,-1-1 1 16,2-2 1-16,2 0-7 0,3 0 4 0,0-2-2 0,5 0 0 0,1-3 5 16,4 0-8-16,3 0 4 0,2-1-3 0,4 0-3 0,1-2 1 0,3 1-5 15,2-1-2-15,1-1-4 0,2 1 2 0,3-1-5 0,2 0 1 0,1 2 5 16,1-1-9-16,2 0 9 0,0 0-7 0,4 0-7 0,2 0 7 15,-1 0-5-15,2 0 5 0,-1-1 4 0,-1 1-4 0,3-1-7 0,1 1 4 16,0 0-4-16,2-2 4 0,2 0 9 0,-1-1-5 0,0-1 3 16,-2 0-4-16,2 0-1 0,-2-2 1 0,2 1-1 0,2-1 1 0,-2 0 0 15,1 0-2-15,-3 0-2 0,2 0 4 0,-1 1-3 0,0-1-1 0,2 1 8 16,0-1 2-16,2 1-2 0,0-2-1 0,1 2-5 0,0-1 2 16,-2 0 2-16,0 1-1 0,0 0-1 0,1 0-4 0,3-1 1 0,0 1 0 15,-3 1 2-15,1-1 0 0,-2 1 2 0,-1-1-2 0,1 0-2 0,-1 1 7 16,0-1-3-16,-1 1 4 0,1 0 0 0,1-1-10 0,-2 0-2 15,1 1 4-15,0 0-3 0,0-1 5 0,0 1-2 0,1 0 0 0,0 0-4 16,0 0 0-16,-1 1 0 0,0 1-1 0,-2 0 8 0,1-1 0 0,1 1-10 16,-1 1-1-16,0 0 0 0,1 0-1 0,-2 0 7 0,-1 0 6 15,2-1-5-15,-2 2-2 0,1-1-2 0,-3 0 0 0,1 0 4 0,-3 0-1 16,1 0 1-16,0-1-2 0,1 0-5 0,0 0 7 0,2-1 0 16,-1 0-1-16,-2 0 5 0,-4 0-3 0,2-1 2 0,-3 1 4 0,5-1-3 15,-1 0 0-15,1 0 0 0,-2-1 0 0,-4 1 1 0,1-1-2 0,-2 2 1 16,3-1 0-16,-1 0 1 0,0 0 2 0,0 0 1 0,-2 0 1 15,1 0-1-15,0 0-1 0,-2 0 6 0,1 0-5 0,-4 0-2 0,0-1 2 16,0 0-2-16,0-1-2 0,2-1 6 0,0 2-2 0,-1-2-3 0,-3 0 5 16,-4-1-6-16,-3 0 2 0,-2 0 1 0,-3-2-3 0,0 0 3 15,-3-1-7-15,-2 0 4 0,-1-1 2 0,-4 0-2 0,-2-2 2 0,-2-1-1 16,-2-1 2-16,-2-1 1 0,0 2-1 0,0-1 1 0,-3-2 0 0,-2 0-1 16,-2-1-1-16,-2 0 1 0,-1-1-4 0,-1-1 1 0,-2 0-2 15,-1-2-2-15,-3-1 2 0,-2 1-5 0,-2 1 5 0,-2-1-3 0,-2 1 1 16,-2 1 0-16,-2-2-2 0,-2-2 1 0,-3 1-2 0,0-1 4 15,-2 0 2-15,-2-1-6 0,-2-1 0 0,-1 0 6 0,-3 1 1 0,-1-3 4 16,-3 1-2-16,-2-2-8 0,-2-2-6 0,-3 1 1 0,-2-1 1 0,-4 2-6 16,-2 0 4-16,-4 0-4 0,-1-1-1 0,-6-1 1 0,-3-2-4 15,-5 1 3-15,-4-1-2 0,-5 2 5 0,-4 0 2 16,-5-2 1-16,-4 2 2 0,-4-1-3 0,-6 1 2 0,-3-1 3 0,-6 2 3 0,-4-1 6 0,-4 1 4 16,-4-1-4-16,-1 1 2 0,-3 0-2 0,0 1 1 0,-1 2-1 15,-3-1-2-15,2 1 4 0,-4 0 1 0,2 0 2 0,-3 0-4 0,2 0 0 16,-1 1-4-16,-4 0 2 0,1 1 0 0,-4 3 1 0,0 0-2 0,-2 1 0 15,-1 1 1-15,-3 1 0 0,-3-1-2 0,2 0 1 0,-1 2 2 16,1-1 2-16,1 2 1 0,-4-1-2 0,1 2 1 0,-3-1-4 0,0 1 0 16,0 2 0-16,-2 1 9 0,0 2 0 0,-3 1-1 0,0-1 1 15,-1 1-12-15,-1 1 8 0,0 1 0 0,0 1-1 0,0 1 0 0,1 0-5 16,0 0 3-16,-1 1 0 0,2-1 0 0,0 0 4 0,1 1-6 0,2 0 6 16,-1 1-6-16,3 0 1 0,-2 0 2 0,1 0-7 0,0 0 3 15,1 1 1-15,4 0 2 0,4 1 2 0,3 0 0 0,0 0-4 0,1 2 2 16,-2 1-1-16,-1 1 0 0,0 1 1 0,2 1-4 0,1 0 1 0,1 1 2 15,0 1-7-15,2-2-2 0,0 1 1 0,2 1 2 0,3 1 10 16,-1 2-1-16,1 0 12 0,1 0 0 0,1 2-3 0,2 1 7 0,2 0-12 16,0 0 1-16,2 3 2 0,-1 0-2 0,3 1 2 0,2-1-4 15,4 2 2-15,4 0-5 0,1 1-1 0,2 2 1 0,1 2 0 0,3 0-2 16,3 2 6-16,-1 1-6 0,2 0 1 0,1 1 4 0,2 3-11 0,2 1 3 16,1 3-4-16,2 0-5 0,1 1 0 0,1 2 2 0,4 0 0 15,0 0 8-15,3 2 1 0,1-3-9 0,1 1 0 0,4-2-5 0,3-1-6 16,4-1 4-16,2-2 1 0,3-2-9 0,1-4 0 0,2-1-10 15,4-2-20-15,1 0-27 0,3 0-30 0,4-2-24 0,2-1-16 0,3 0-10 16,2-3-20-16,3-1-12 0,3-1-5 0,3-3-87 0</inkml:trace>
  <inkml:trace contextRef="#ctx0" brushRef="#br0" timeOffset="7400.37">17418 10670 1599 0,'-27'-4'173'0,"-2"0"-92"0,-3-1-23 0,5 1-12 0,8 0-19 16,2 1-13-16,4-1-7 0,2 1-7 0,2 0 2 0,3 1-8 0,1 0 3 15,1 0 1-15,2 0-5 0,0 0 4 0,2 1-11 0,2 0 6 0,0 1 1 16,3 1 1-16,2 1 6 0,3 3-3 0,5 2 9 0,4 3-2 16,4 4 2-16,5 5-2 0,4 6-6 0,5 4 7 0,4 5-12 0,1 3 0 15,4 3-2-15,0 4 0 0,2 2 7 0,-1 0 4 0,1 0-2 16,-3-1 0-16,-2-6-2 0,-4-4 9 0,-2-7 10 0,-6-6 20 0,-4-6 27 16,-1-5 23-16,-2-3 22 0,-1-5 17 0,-2-2 7 0,0-4 9 0,-1-4-8 15,-1-3-11-15,1-6-12 0,2-7-23 0,0-10-18 0,6-7-20 16,4-11-21-16,8-14-10 0,9-15-17 0,11-18 3 0,12-20-3 0,9-18-7 15,12-15-11-15,6-13-20 0,8-11-31 0,8-9-40 0,6-9-41 0,9-13-87 16,11-13-107-16,17-12-188 0,19-21-671 0</inkml:trace>
  <inkml:trace contextRef="#ctx0" brushRef="#br0" timeOffset="11834.11">4249 12416 1 0,'-12'5'1'0,"-2"1"-1"15,-4 2 0-15,4-1 0 0,1 0 0 0,1 1 0 0,-1-2 0 0,1 1 0 16,-1-1 0-16,1 1 1 0,2-2-1 0,-1 2 1 0,1-1 0 15,1 0-1-15,0 0 1 0,1 0-1 0,0 0 1 0,-1-1 0 0,2 1 0 16,0 0 1-16,0-1 0 0,1 2 0 0,-1 0-2 0,1 1 0 0,0-1-1 16,1 1 0-16,0 1 0 0,-1 0 1 0,0-1 0 0,-1 1-1 15,1 1 0-15,1-2 0 0,0-1 0 0,1 0-1 0,-1 0 1 0,1 1 1 16,0-1-1-16,2 2 0 0,-1-1 0 0,0 0 0 0,0-1 1 0</inkml:trace>
  <inkml:trace contextRef="#ctx0" brushRef="#br0" timeOffset="14800.57">6123 12422 45 0,'-15'-6'12'0,"-1"1"8"0,-4-2 11 15,4 2 11-15,1 0-1 0,2 0-12 0,1-1-13 0,2 1-9 16,-1 0-5-16,-1-1-3 0,1 3-1 0,2-2 0 0,-1 1-2 0,2 0 1 16,-1 0-3-16,0-1 1 0,0 0-2 0,0 0 0 0,0-1-1 0,0 1-5 15,0 0 0-15,0-2 2 0,-1 0 2 0,2-1 5 0,0-1 4 16,-1 2 0-16,1-1 0 0,-1 0 1 0,0 1 1 0,1 1 4 0,-1-1 3 15,-1 1 2-15,-1-1 6 0,0 0-2 0,-1 0 2 0,-3 0 1 0,-1-1-6 16,-1 0 1-16,2 0 1 0,-2 1 0 0,-1-3 4 0,1 1 6 16,-2-2-4-16,1-1 4 0,-1 1-6 0,-1 1-2 0,1-1 0 0,-2 1-2 15,3 0 0-15,-2 0-4 0,1 1-1 0,0 1-1 0,-2-1 1 16,0 1 2-16,2 1-2 0,-3 0-2 0,1 2 1 0,1 0 1 0,-4 0 2 16,2 1 2-16,-2 1-2 0,0 0-3 0,2 2 1 0,-2 0-3 0,1 1 0 15,0 1-1-15,-1-1 1 0,1 2 0 0,-1-1-1 0,0 1 1 16,2 2-3-16,-1-1 2 0,-1 2-2 0,1 2 0 0,-1 0 0 0,2 0-2 15,-1 1 2-15,0 1 1 0,1-2 0 0,0 2-1 0,0-1 1 0,2 1-1 16,0-1 3-16,-2 1 0 0,2 0 0 0,-2 0 1 0,1 2 3 16,-2-1 1-16,0 2 5 0,0-1-1 0,1 1 5 0,1-1 4 0,2 2 1 15,-1 1 0-15,-1 0-6 0,0-1 0 0,0 2-5 0,0 0 0 16,4 2 0-16,-2-2-4 0,1 3-2 0,3-1-2 0,0 0-2 0,1 0 3 16,1 0-6-16,1 0 1 0,3-1-1 0,0 0 0 0,2 0 3 0,1 0-3 15,0 0 1-15,2 2 1 0,-1-1-2 0,1 0 0 0,0 0-1 16,1 1 1-16,-1 1-4 0,1-2 2 0,1 2-2 0,1-1 4 0,0 2 5 15,1-2-3-15,0 2 0 0,0 1 0 0,0-1-1 0,1 2 3 0,0-2 0 16,1 0 1-16,1 0-4 0,0 0 3 0,0-1-1 0,0 1-2 16,0 2 2-16,0-1-5 0,1 1 2 0,0-1 1 0,1-2 1 0,0 0-1 15,0-1-1-15,2-1 1 0,0 0-3 0,0 0 4 0,1-1 0 16,1 0 0-16,2-1 1 0,0-1 0 0,1 0 1 0,0-2-1 0,3 0 4 16,0 0-4-16,2 0 2 0,0-1 3 0,2-2-4 0,1 0-1 0,-1-1 0 15,1 0 1-15,1-2 6 0,0 2 5 0,3-2 0 0,1 0 0 0,1-1 1 16,1-1 0-16,1 0 2 0,0 0 2 0,-2 0-3 0,2-2 1 15,0 1 0-15,2 0 3 0,1-1-3 0,3-1 2 0,0-1 3 0,2 0-2 16,-1-1 3-16,2-1-4 0,-1-1 1 0,2 0-2 0,1-1-2 16,0 0 4-16,2-1-6 0,1 0 1 0,1-1 2 0,-1 1-7 0,1-1 3 15,0 1 5-15,0-1-12 0,1 1 3 0,3 0 2 0,-1-1-9 0,0 1 11 16,1-2-6-16,1 2-3 0,-2-1 1 0,2 1-6 0,1-1 7 16,-1 3 1-16,3-2-5 0,-4 1 2 0,2 1-3 0,1 1-4 0,0 0 3 15,1 0-2-15,-1 0 0 0,1 0-2 0,-2-1 4 0,2 1 5 0,1 0-3 16,1 1 1-16,0-1 0 0,1 0 2 0,-3 1-2 0,1 0 4 15,0 0-1-15,-1 1-3 0,3-1 3 0,-2 1 0 0,-1 0 4 0,-1 1-4 16,1 1 2-16,-1 1-2 0,-1 0 4 0,-1 0 0 0,-2 1 1 0,0 0-2 16,2 0 0-16,0 1 7 0,0 0-3 0,0 0 3 0,-1 1-3 15,1-1-7-15,-2 2 1 0,1-2 0 0,0 1-6 0,1 1-3 0,0-2-3 16,-1 1-2-16,-1 0 8 0,2-1 5 0,-1 0 5 0,-1 1-4 16,1-1 0-16,0 0 8 0,1-1 1 0,-1 0-4 0,1-1 8 0,-1 0-11 15,0 1 5-15,2-1 3 0,-2 2-6 0,-1-2 4 0,2-1-3 0,2 1-3 16,-1-1 7-16,1 1-3 0,-2 0-1 0,1 1 1 0,-1-1-6 15,0 1 2-15,-1 0-1 0,-2 0-2 0,1-1-4 0,1 0 5 0,-2-1-3 16,2 2 2-16,0 0 1 0,0 0-9 0,0 1 3 0,0-1 0 0,0 0 1 16,0 1 4-16,-1-1-4 0,0-1 2 0,1 1 2 0,1-1 1 15,-1-1-3-15,-2 1 0 0,0-2 1 0,2 0-1 0,-2 0-3 0,1-1 0 16,0 0 0-16,1-1 3 0,0 0 3 0,-1 0 2 0,2-1-2 16,1 0 2-16,2-2 0 0,0 0 0 0,0 0 3 0,1 0-8 0,-1 1 5 15,1-2-11-15,1 1 2 0,0-1 6 0,-1 1 1 0,1 0 7 16,-1 1 3-16,3 0 0 0,-1-1-3 0,0 2-2 0,1-2-1 0,-1 1-5 15,0 0-8-15,0 1-2 0,-1-1-4 0,3 1 0 0,-1 2 6 0,1-1 1 16,2 0 1-16,0 1 3 0,0 0-4 0,1 1 1 0,0 0-1 16,-1 0-9-16,2 2 5 0,1-1 0 0,-2 1-3 0,1-1 4 0,-1 0 0 15,0 1 4-15,1-1 1 0,-1 0 0 0,2 0-9 0,-2 1 3 0,1 0-2 16,1 0 2-16,-1 1 6 0,1-1-1 0,-1 0-1 0,1 1 1 16,0-1-4-16,-1 1 5 0,0-1 1 0,-1 1-3 0,0-1-2 0,1 1-1 15,-1 0 2-15,0 0 2 0,-1 0 1 0,-1 0 2 0,1 0-4 0,-1 1 2 16,0 1 1-16,0-1-3 0,0 1 4 0,-2 0-5 0,0 0 0 15,0 0-2-15,-2 1-2 0,-1 0 2 0,-1 0 2 0,1 1-5 0,-1 0 7 16,0-1-4-16,0 1 2 0,0-1 2 0,-1 1-5 0,1 0 6 0,-1-2-5 16,1 2 2-16,-2 0 2 0,-1 0-7 0,-1 1 8 0,0-2-3 15,2 1 2-15,-1-1-1 0,0-2-2 0,2 1-2 0,-2 0 3 0,2 0 3 16,0-1-2-16,-3-1 4 0,1 1 0 0,-1-2-2 0,0 1 2 16,0 0-3-16,-2-2-2 0,4 0-2 0,1-1 0 0,1 1 2 0,2-1-4 15,-2-1-1-15,2 1-3 0,0 0 8 0,2-1 0 0,-2 0 0 0,3 0 0 16,-1-1-7-16,-2 0 6 0,3 1 1 0,-1 0-2 0,2 0-1 15,0 0-3-15,-1 0 6 0,-2 1 0 0,1 0 3 0,-1 0 2 0,-1 0-4 16,-1 0 1-16,-2 1-2 0,0-1 0 0,-1 1 0 0,1-1-2 0,0 1 1 16,-1-1 1-16,-1 0 0 0,-1 0-2 0,1-1-4 0,-1 0-1 15,1 0-1-15,-2-1 3 0,-1 0 1 0,0-1-3 0,-3-2-1 0,1 1-1 16,0 0-4-16,-1-2 4 0,-1 0-5 0,1-2-2 0,-4-1-1 16,-1 0 0-16,0-1 6 0,-3 0 0 0,0-1 6 0,-3-2-1 0,1 0 0 15,-3-1 3-15,0 0 0 0,-2 2-2 0,0-1-1 0,-2 0 0 0,-2 0 0 16,0 1 3-16,-5 0 1 0,1 2-4 0,-2 0-2 0,-2 0 1 15,-1 0-2-15,-2 0 4 0,-2 1-1 0,-2 0-3 0,-3 1-3 0,0 0-3 16,-1 1-3-16,-1-1-3 0,-2 0-2 0,-2 0 0 0,0 0 0 16,-2-1 3-16,-3 0 1 0,-2-2 4 0,-3-1 4 0,-3-2 3 0,-2-1 4 15,-2-1-13-15,-3-1 10 0,-3-2-2 0,-3-1-2 0,-4-1 11 0,-2-3-5 16,-6-1 0-16,-3-1-3 0,-4-1 4 0,-4 0-2 0,-3-1 4 16,-3 0 4-16,-2-2 3 0,-4-1 2 0,-1-1-1 0,-1 2-2 0,-2-1-3 15,0 2-2-15,-3 1 1 0,-2 0-3 0,0 3 2 0,-1-1-2 0,-3 2-2 16,1 0 1-16,-3 1-9 0,-1 0 3 0,-4 2 0 0,-3 0-1 15,-2 1 6-15,-4-1-1 0,1 0-2 0,-1 2 1 0,0 1 0 0,-2-1-2 16,0 2 9-16,-3-2 0 0,1 1 2 0,-1 0 0 0,1 2-6 16,-3 0 0-16,-1-1 1 0,-3 0-4 0,-2-1 2 0,-2-1-5 0,1 0-1 15,-1 1-1-15,0 0-1 0,0 1 4 0,-1 2-4 0,3 1 2 0,1 2 3 16,1 0 3-16,0 2 5 0,-2 0 3 0,-1 1-3 0,3 0-4 16,1 3 5-16,3 0 2 0,2 0-5 0,-2 2 4 0,2 0-10 0,-3 1 3 15,3 1 7-15,-1 0-2 0,-5 0 7 0,0 1-6 0,0 0-2 0,-2-1 3 16,4 1 0-16,1-2-2 0,-1 1 4 0,3-1 0 0,-4 0-6 15,1 1 5-15,1-2-12 0,-3 1-5 0,2-1-7 0,0-1-18 0,-1 0-1 16,2-2-3-16,1 1 10 0,2 0 15 0,3 0 11 0,0 0 15 16,4 1 1-16,0 1 1 0,4 0 3 0,-1 1-4 0,2-1 1 0,3 2 3 15,-1-1-6-15,1 0 9 0,1 1-4 0,1 1-5 0,1-2 5 0,2 1-10 16,3 0-2-16,-1 0 0 0,1 0-3 0,-1 1 0 0,0 0 3 16,-2 0 2-16,0 0-2 0,0 1 1 0,-1 1-1 0,3 0 0 0,-2-1 1 15,1 1-1-15,0-1 2 0,2 1 3 0,-1 0-2 0,3 0 1 0,-1 2-3 16,3 0 3-16,-1 1 3 0,0 2-2 0,1-1 2 0,0 3-6 15,-1 0 4-15,3 1 3 0,1-1 2 0,0 1 2 0,1 0-4 0,2-2 0 16,0 2-3-16,2 1 5 0,2-1 1 0,0 1-3 0,2 0 4 0,0-1-8 16,1 2 3-16,2-1 3 0,-1 1-3 0,2 0 0 0,2-1-3 15,-1 2 6-15,3-1-3 0,1 0 4 0,0-1 3 0,1-1-4 16,-1 1 5-16,2 1-4 0,1 0-1 0,1-1 0 0,1 0-4 0,0 0-2 16,-1 1 2-16,0 1-3 0,3-1-2 0,0 1 9 0,0-2-7 0,1 0-2 15,-1 1 8-15,2-2-6 0,1 1 5 0,2-1 3 0,1 0-9 0,2 0 3 16,0 1-1-16,3-1-2 0,1-1 0 0,1-1-6 0,1 1-5 15,0-1 4-15,2 0-1 0,0 1 2 0,3 0 2 0,-1 0 6 0,3-1-1 16,0-1-4-16,1 0-6 0,1 0-6 0,1 0-7 0,-1-1-7 0,2 0-36 16,3-2-19-16,2-1-20 0,1 0-17 0,2 0-6 0,3 0-37 15,1-1-31-15,3 0-33 0,2 0-5 0,3-2-1 0,5 2-172 0</inkml:trace>
  <inkml:trace contextRef="#ctx0" brushRef="#br0" timeOffset="26067.59">6236 13445 664 0,'-41'-6'439'0,"-1"-1"-458"0,-7-2 78 16,11 3-24-16,9-1 7 0,4 0-6 0,3 0-11 0,-1-1-3 15,3-2-2-15,3 0-2 0,-1-1-2 0,0-1-5 0,1 2-7 0,-2-2 1 16,0 0-4-16,1 1 11 0,0 0-2 0,-1 1-3 0,0-1 3 0,1 0-3 16,-2 0 0-16,-2 1 1 0,0 2-1 0,-2-1-1 0,0 3 3 15,1 0-3-15,-3 0 0 0,0 3 0 0,-2 1-4 0,-1 0 3 0,-1 2-2 16,0-2 0-16,-1 1 0 0,1 0 0 0,-2 0-3 0,1 1-1 0,-2 0 1 16,-1 1 0-16,-3 1-2 0,0-1 6 0,-2 1-3 0,-3 0-1 15,0 2 6-15,0 1-5 0,-3-1 2 0,0 0-3 0,0 1-1 0,-1 1 1 16,-1 2 0-16,-2 0 2 0,3 0-1 0,-1 0 2 0,0 0 0 15,-1 1 1-15,1-1-3 0,1 1-1 0,1 1-3 0,0 1 1 0,3 2 1 16,0 1 7-16,0 0 5 0,1 2-8 0,0 1 7 0,0 1-4 0,1 3-5 16,1 1 0-16,-2 0-3 0,2 0-1 0,1 1 8 0,1-1 1 15,5 2-2-15,0 0-1 0,4-1-2 0,2 0-2 0,3 0 1 0,2-1-2 16,3 1 0-16,2-1-1 0,1 1 2 0,2 1 2 0,3-1-2 0,1 2 1 16,3 0-4-16,2 1-2 0,1-1-5 0,2 0 0 0,2 0 6 15,2 0-2-15,2 2 5 0,2-3-3 0,3 1-3 0,3-3-1 0,2-2-2 16,2 0 0-16,3-3 0 0,3-3 3 0,1-1-3 0,3-1 3 15,2-2 6-15,3-1-2 0,0-2 4 0,6 0 4 0,0-2-2 0,1 0 6 16,1-1-1-16,-1 0 3 0,1 0-3 0,2-1 0 0,1 0-1 16,-1 0-1-16,1 0 4 0,0 0 0 0,0 1 3 0,1 0-3 0,0 1-1 15,1 0 3-15,0-1-1 0,2 1 5 0,-2 2-3 0,1 0 3 0,0 1 0 16,1 0-1-16,2 0-1 0,-1 1-1 0,2 1-3 0,0-2 4 16,1 1-5-16,-1 1-3 0,1-2 1 0,1 1-2 0,1-1 4 0,-3-1-2 15,1-1 3-15,-2 0 2 0,-2 0 0 0,2 1 1 0,-3-1 1 0,0 1 8 16,0-1-2-16,-1 0 1 0,-1-1-3 0,2 0-2 0,-1-1 0 15,0-1 1-15,2-1-1 0,0-1 3 0,-2 0-6 0,1-2 2 0,0-1-2 16,1 0-6-16,-2-1 4 0,1-1-2 0,-1 0 6 0,1-2-3 0,-1 0 2 16,-1 0-6-16,1 0-2 0,0-1 1 0,-2-1-2 0,-1 1 3 15,-1 1-1-15,-1-1-3 0,-1-1-2 0,1 0-1 0,-3-2 0 0,-2-1 3 16,1 0-3-16,-3 0 0 0,1-1 0 0,-1 0-2 0,-1-1 4 0,0-2-2 16,-1 1 1-16,-1-1-1 0,0-1 0 0,-3 0 2 0,-1 2-4 15,-3-2 8-15,-1 1 1 0,-3 0-4 0,-1 0 6 0,-4-1 1 0,0-2-2 16,-1 1 8-16,-3-3 1 0,0 0 2 0,-3 0 7 0,-2-1-2 0,0-1 2 15,-2 1 14-15,0-2 2 0,-3-1-3 0,0 1 1 0,-3-3-14 16,-2 0-3-16,-1 0 0 0,-2 0-4 0,-1 0-7 0,-3-2-1 0,-1 2-3 16,-1-2 3-16,0-1 0 0,-1-1-1 0,-4 1-2 0,-1 0-2 15,-3 2 0-15,-4 0 4 0,0 0-4 0,-3 1 0 0,-1 1-2 0,-2 0-1 16,-2 1-11-16,-4 0 0 0,-3 3 2 0,-3 0 2 0,-3 1 9 0,-4 3-2 16,-2 0-4-16,0 1-7 0,-4 3 5 0,-2 1 1 0,-3 2 2 15,-2 2 0-15,-2 2-2 0,0 1 4 0,-2 2 1 0,-2 1 0 0,-1 2 1 16,2 1-8-16,-2 2 4 0,1 1 0 0,1 2 0 0,0 2 2 0,3 2 0 15,2 1 1-15,2 1-2 0,2 3 1 0,3 0-1 0,3 1-10 16,0 0 1-16,3 4 0 0,1 1 8 0,2 2 6 0,4 2-1 0,3 0-5 16,0 2-11-16,6-1-6 0,0 0-33 0,6 1-40 0,1 0-34 15,2 4-27-15,4 0-25 0,3 3-18 0,1-1-33 0,3 1-37 0,2 0-29 16,4 1-67-16,2 3-114 0</inkml:trace>
  <inkml:trace contextRef="#ctx0" brushRef="#br0" timeOffset="27084.51">4356 14613 641 0,'-18'-3'123'0,"-1"1"-71"0,-1-2 60 0,5 2-15 16,6 0 8-16,0-1-15 0,1 0-10 0,0 1-3 0,2-1-13 0,1 0-6 16,3 0-12-16,0 0-12 0,1 1-9 0,1-1-15 0,2-1-5 0,1 1-2 15,3-2-1-15,3 1 4 0,2-1 3 0,1-2-7 0,3-1 6 16,-1 0-4-16,4-1 0 0,1-1 1 0,0-1 0 0,4-1-1 0,2-2 1 16,0 0 0-16,3 0 0 0,-2 0 1 0,2-2 1 0,2 0-1 15,1 1 1-15,1 1-2 0,1-1-1 0,-2 0 1 0,3 0 3 0,-1 1 0 16,2-1 3-16,1 1 5 0,2-1 3 0,2 1 1 0,0-1 0 0,2-2-7 15,2 2 3-15,0 1-1 0,2-2-4 0,2 1 5 0,3 1-5 16,-1 0 3-16,1 0 1 0,-1 0-6 0,0-2 7 0,2 1-4 0,-1-1 1 16,1 1 2-16,0 0-1 0,-2 0 0 0,-1 1-6 0,0 0-3 0,-2 1-2 15,0 0-5-15,0 4 8 0,-2-1 8 0,0 0 3 0,-1 2 5 16,-1 0-7-16,0 1-3 0,0 0 1 0,-2 0 7 0,1 1 5 0,-1-1 7 16,1 1-5-16,0-1-5 0,2 0 2 0,-1 0-4 0,0-1-1 0,2 0-1 15,-4 1 1-15,0 2-3 0,1 0 6 0,-1-1-7 0,-1 2 1 16,-1 0-7-16,-1 1-3 0,-1 2 5 0,-1 1-6 0,0 1 1 0,-2 1 3 15,-2 2-4-15,2 1 1 0,-1 1-4 0,1 2 1 0,0 0 0 16,-2 1 0-16,0 2 3 0,-1 0-4 0,1 1 2 0,-1 0-2 0,0 1-8 16,-2 1-5-16,-1 0-6 0,-1 0 15 0,-1 2 4 0,-2 1 7 0,-1 1 0 15,-1-1-6-15,-1 0-3 0,-2 1 2 0,-1 2 1 0,-2-1 0 16,-1 2 0-16,-1 0 4 0,0 0-4 0,-1 1 2 0,-1 1-2 0,-2 1-5 16,1 0 2-16,-1-2 3 0,-2 1 0 0,0 0 2 0,0-3-2 15,-2 1 1-15,0 0 0 0,0-2-1 0,0 2-1 0,-1 1 0 0,1-1-1 16,-3 3 1-16,-1-2 1 0,-1 1-11 0,-2-1 0 0,-2-1 13 0,-1 1-5 15,-1 1 8-15,-2-2-3 0,-1 0-9 0,0-1 0 0,-3-3 0 16,-1 2 3-16,-1-1-5 0,-3-2 1 0,0 0 3 0,-3-1-1 0,-4 0 3 16,0-3 0-16,-3 1-3 0,-1-1 1 0,-2-1 1 0,-3-1 4 0,-5-2-2 15,-3-1-1-15,-2-3 0 0,-4 0-3 0,1-1 5 0,-2-2 4 16,-3 0-1-16,-1 0 1 0,-1 0-1 0,-1 0-2 0,0 1 2 0,1 1-2 16,-3 1 0-16,1 1 0 0,-2 2 1 0,0 1 4 0,-1 0-4 0,2 1 3 15,-1 2-4-15,0 0-5 0,0 2 9 0,1 1-2 0,1 0-4 16,2 1 2-16,-2 2-1 0,2 0-4 0,0 0 9 0,2 1-4 0,3 0-5 15,-1-1 4-15,2-1 0 0,1 1-1 0,1-2 4 0,4-2-7 16,-3-2-1-16,4-1-3 0,1-1 6 0,-2-1 8 0,4-1 0 0,-2-1 16 16,1-2-8-16,0 0 4 0,0-2-4 0,0-1-10 0,1-1-1 0,1-2-11 15,-1 0-4-15,-1-2-1 0,0-1 2 0,-1-2 8 0,4-1 6 16,1 0 9-16,-1-2-2 0,3 0 1 0,-2-1-3 0,1-4-10 0,0-1 0 16,1-1 0-16,1-1 0 0,1-1 0 0,0-1 0 0,3 1 1 0,-2-2 3 15,2 1-1-15,2 1-3 0,-1 0 3 0,2-1-3 0,0 0 2 16,-1 0-1-16,3-1 3 0,-2 0-6 0,1 0 4 0,2-1 1 0,1 2-3 15,2-1 7-15,1 0-7 0,-1 1-4 0,0-1 4 0,1 0 5 16,1 2 0-16,1 1 0 0,1 0 2 0,3 3-17 0,0 1 3 0,0 1 4 16,2 1-4-16,-1 2 7 0,2 1 9 0,1 2-1 0,0 0 0 0,0 0 4 15,0 0-9-15,2 1-3 0,-1 0 0 0,0 0-2 16,1 1 6-16,1 1-3 0,0-1-1 0,1 1 4 0,-1 1-3 0,0-1 1 0,1 0-1 16,-1 0-4-16,2 1 2 0,-1 0 2 0,1 1 1 15,1-1-2-15,-2 0-3 0,2 1 4 0,0-1 1 0,-1 1-2 0,1 0 0 0,-1 0-3 16,1 0 3-16,0 0-2 0,-1 0 2 0,1 1 2 0,0 0-4 0,-1 0 0 15,0-1-3-15,1 1 4 0,-1 0 1 0,1 1 3 0,-1-1-1 16,0 1-6-16,1-1 3 0,0 1 2 0,1-1 1 0,-1 1-2 0,0-1-2 16,0 1-3-16,0 0 0 0,0-1 2 0,1 0-7 0,0 1-5 0,0-1-11 15,1 0-15-15,1 1-17 0,2-2-20 0,-1 2-18 0,3-2-19 16,1-2-10-16,3 0-15 0,2-1-11 0,2-1-18 0,3-1-28 0,1-1-24 16,4-1-39-16,3 0-23 0,1 1-262 0</inkml:trace>
  <inkml:trace contextRef="#ctx0" brushRef="#br0" timeOffset="27734.51">7415 15018 349 0,'-25'-9'51'0,"-2"0"-49"0,-4-1 4 0,4 1-2 16,5 2 1-16,-1 1-4 0,1-1-9 0,0 1-14 0,-2-1-22 0,1-1-32 15,-1 0-127-15</inkml:trace>
  <inkml:trace contextRef="#ctx0" brushRef="#br0" timeOffset="28651.15">4993 15141 370 0,'-42'7'30'0,"-4"1"-4"0,-11 2 33 0,10-2-5 0,8-1 9 0,0-3-13 16,2 0-8-16,2-1-3 0,-1-1-4 0,1 1-3 0,0 0-6 16,2-1-1-16,2 0-8 0,1 1 0 0,1-2-1 0,1 1-3 0,-1-1 2 15,2 0-3-15,0 1-1 0,2 1-1 0,-1-1-3 0,1 2-3 16,1 0-1-16,-1 0 0 0,3 0 6 0,-1 2 6 0,0 1 2 0,1 1 1 16,0 2-5-16,3 1 3 0,-1 0 5 0,-1 2-2 0,1 1 1 0,1 3 1 15,-1 0 1-15,0 0-4 0,2 1 0 0,1 1-5 0,0 0-4 0,4 2 3 16,-1 2-2-16,2-1-1 0,1 0 1 0,2 1-7 0,1-3-2 15,2 2 2-15,1-1-4 0,2-1-1 0,1 1-2 0,2 0 2 0,2-1 0 16,2 1-3-16,0 0 1 0,2-1-2 0,1 0-1 0,2-1 3 16,1-3-1-16,1-1-4 0,1 1 0 0,1 0 9 0,4 0 8 0,1 2 7 15,2-1 3-15,2-1-8 0,2 0 3 0,1 1-10 0,1-1 4 16,1-1 7-16,4-1-5 0,1-1 9 0,4 0-9 0,1-2-1 0,2-2 8 16,1 0-7-16,1-1 8 0,2-2-4 0,1-1 1 0,0-2 2 0,2-2 2 15,1 0 0-15,2-2-1 0,-1 1-3 0,2-1 2 0,-1-2 2 16,2 0-13-16,2-2 8 0,-1 1-9 0,1-2-1 0,2 1 9 0,-1-1-8 15,3 0 6-15,2-2-3 0,0 0 3 0,0-1 12 0,1 0-6 0,-1-1 4 16,1-1-4-16,-1 2-2 0,0-1 12 0,1-1-4 0,0 2 0 16,1 0 2-16,0 1-6 0,0 0 2 0,0 2 2 0,-3-1-6 0,3 0 5 15,-2 1 1-15,1 0-8 0,0-1 10 0,-2 1-11 0,1-2-3 0,0-1 6 16,-2 2-7-16,-1-2 13 0,0-1 5 0,-2 1-6 0,1-2 2 16,1-1-10-16,-1 1-1 0,1-1 3 0,1 0-8 0,-2 0-3 0,1 1-2 15,0 2-1-15,-3 0 5 0,2-1-3 0,-1 1 0 0,-1-1-2 0,2 1-2 16,-2-1 1-16,0 2-3 0,-1-2 0 0,-1-1 4 0,-1 1-1 15,0 0 2-15,-2-1-2 0,1 1-2 0,-3-2 1 0,-3 1 0 0,0 1 2 16,-4-1-1-16,0 2 0 0,-2 0 3 0,-4 0-5 0,1 0 2 16,-5 0 5-16,-2 0-4 0,-2 1 5 0,-2 0 1 0,-3 1-2 0,-1 0 8 15,-3-1-3-15,-1 0 3 0,-4-1-3 0,1 1-1 0,-2 0 5 0,-1 0 0 16,-1-1 0-16,-1 0 2 0,0 1 2 0,-2-1 0 0,-2-1 5 16,1 0-1-16,-2-1 4 0,0-3-3 0,-3 0-4 0,-1-1 4 0,-2-1-4 15,0-2 2-15,-4-1-2 0,-2-2-13 0,-3-1 4 0,-1-2-6 0,-2 0 0 16,-3-3 0-16,-4 0-2 0,-2-2-4 0,-2 1-2 0,-2 1-4 15,-1-1-6-15,-1 3 7 0,-4 1 7 0,1 1 11 0,-3 0 3 0,0 2-4 16,1 2 3-16,-1 0-2 0,0 4 6 0,-1 1-1 0,0 2 0 16,0 1-2-16,0 2-1 0,1 1 8 0,0 2-2 0,1 2-1 0,0 1 3 15,-1 1-1-15,2 2 0 0,-2 0 1 0,3 2-3 0,-1 0-4 0,0 1-1 16,3 1-3-16,-1 0 0 0,3 1-4 0,0 1-2 0,1-1-4 16,0 1 0-16,2 1 3 0,0-1-1 0,0 1-2 0,3 1 1 0,1-1-4 15,0 2 5-15,-1 0-1 0,0 1 1 0,1 0 0 0,-2 2-6 0,2 0 1 16,-1 0 1-16,0 0 1 0,1 0-1 0,0 0-1 0,1 1 3 15,2-1-4-15,1 0 8 0,1 0-3 0,3 0-2 0,0 0 4 0,0 0-8 16,1 0-2-16,3 0 6 0,-1-1 1 0,3 1 1 0,-1 0 3 16,1-1-8-16,1 1-4 0,1-1 8 0,0 1-5 0,0 1 5 0,1 0 2 15,-1 0-9-15,1-2-6 0,1 1 3 0,0 0-3 0,1-1 13 0,0 0 15 16,1-1-10-16,1 0 0 0,0 1-10 0,1-1-2 0,-1 0 4 16,2 0-2-16,-1-3-4 0,2 2 3 0,1 0 3 0,0-1-7 0,1 1-2 15,1-1 2-15,1 1-3 0,0-1 2 0,1-1 1 0,1 0-11 0,0 0-3 16,2-1-5-16,-1 0-13 0,2 0-9 0,1 0-19 0,2-1-15 15,2 1-17-15,0-1-16 0,4-1-11 0,1 1-15 0,1 0-17 0,5 1-14 16,2-1-22-16,3 0-19 0,3-1-18 0,4 0-18 0,4 1-236 16</inkml:trace>
  <inkml:trace contextRef="#ctx0" brushRef="#br0" timeOffset="28985.15">8897 15341 1232 0,'-11'-1'78'16,"1"1"-25"-16,-1-1-32 0,3 0-11 0,1 1-5 0,2 0-11 16,2 0-11-16,0 1-11 0,2-1-13 0,1 0-7 0,0 1-14 0,0 0-19 15,1 0-17-15,2 2-21 0,2-1-10 0,1 2-6 0,1 1-2 0,0-1 4 16,1 2-26-16,1-2-29 0</inkml:trace>
  <inkml:trace contextRef="#ctx0" brushRef="#br0" timeOffset="29684.16">8322 13683 942 0,'-19'-9'52'0,"0"0"38"0,-4-2 3 15,4 3 15-15,2 1-1 0,1 0-17 0,1 0-7 0,-1 0-7 0,3 0-4 16,0 0-1-16,2 0-10 0,0 1-2 0,0 0 3 0,0 1-6 15,2 0 4-15,0 1-6 0,1 0 1 0,3 1 1 0,-1 1-2 0,2 1-10 16,2 3-11-16,1 1-13 0,1 2-6 0,0 4 4 0,2 4 2 16,2 5 7-16,0 6 2 0,2 3-2 0,0 2 3 0,1 2-1 0,1 2-4 15,2 0-2-15,1 0-6 0,2-2-2 0,-1-2 6 0,1-5-7 0,1-3 4 16,3-4 12-16,1-2 8 0,1-2 13 0,2-3 6 0,0-2-6 16,2-4-3-16,2-3-4 0,1-4 3 0,2-3-2 0,0-6-17 0,3-3-3 15,0-2 2-15,5-5-8 0,1-4 4 0,2-1-1 0,3-3-17 0,0-1-5 16,0-1 5-16,-1 0-5 0,0-2-1 0,-3 0 1 0,0-1-4 15,-2-3 2-15,0 1-3 0,-2 0-6 0,-1 1-8 0,1 2-15 0,-3-1-5 16,-2 2-7-16,-2 2-20 0,-1 3 1 0,0 1-13 0,-3 3-18 16,0 0-3-16,-1 1-28 0,-1 4-27 0,-1 1-16 0,-2 2-25 0,-2 1-9 15,0 3-7-15,-3 1-16 0,-1 3-7 0,-4 4-24 0,-1 2-22 0,-3 4-183 16</inkml:trace>
  <inkml:trace contextRef="#ctx0" brushRef="#br0" timeOffset="29952.27">8193 14144 1774 0,'-34'5'133'15,"1"2"-9"-15,-8 3-3 0,10 1-17 0,8-1 12 0,5-1-19 0,3-1-19 16,4-1-17-16,5 0-28 0,2 1-2 0,4-1-10 0,3 2-3 16,3 1 3-16,3 0-6 0,5 2 3 0,2 2 6 0,4 1-4 0,4 0 0 15,2 0 2-15,2 2-12 0,4 1 3 0,2 0-3 0,1 3 0 0,3 1 4 16,1-1-2-16,1 2-4 0,1 0 1 0,-1-2-11 0,-2 0-2 15,1-1 23-15,-1-2-7 0,2 1 7 0,1-2-4 0,-2-2-17 0,2-2-1 16,0-3 5-16,-1-2 5 0,2-3 1 0,0-2-3 0,0-2-3 0,1-4 0 16,0-1-1-16,0-4 3 0,0-1-13 0,0-4-3 0,2-3 4 15,1-3-15-15,3-4 10 0,2-2-9 0,2-5-22 0,4-2-15 0,1-4-44 16,2-2-47-16,4-1-42 0,2-2-36 0,6-3-35 0,6-3-32 0,3-2-53 16,7-3-54-16,6-1-242 0</inkml:trace>
  <inkml:trace contextRef="#ctx0" brushRef="#br0" timeOffset="31084.27">8956 15472 379 0,'-26'2'-79'16,"-3"1"43"-16,-3 1 41 0,6 2 14 0,7-1 9 0,4 0-2 0,0 0-6 16,2-1-6-16,2 0-3 0,2-1 0 0,0 1-4 0,3-1-2 15,-1-1-3-15,2 0-2 0,1 0 0 0,1 0-2 0,1-1-3 0,1 0-5 16,1-1-5-16,1 0-1 0,1-1-3 0,2 1 3 0,1 0 1 16,0-1-9-16,2 0-2 0,-1 0-9 0,2-1-8 0,1 1-22 0,1 0-45 15</inkml:trace>
  <inkml:trace contextRef="#ctx0" brushRef="#br0" timeOffset="34885.26">10640 16946 247 0,'-6'5'145'0,"0"-2"-74"0,-1 2-10 16,0-2-12-16,1 0-7 0,0 0-8 0,0 0-11 0,1-1-2 0,0 1-5 15,0-1-2-15,0 1-4 0,1 1-4 0,-1-1-6 0,1 0-4 0,0 1-6 16,1-2-2-16,1 0-4 0,0 0-5 0,0-1 3 0,1 1-3 16,0-2 1-16,0 0 1 0,1 0 2 0,0 1 0 0,0 0 3 0,1-1-2 15,-1 1 4-15,0-1 5 0,2 0 5 0,-1 1 5 0,2 0 1 16,0 0 2-16,0 1 5 0,0 0-1 0,0 0 5 0,1 1 3 0,0-1 3 15,1 1 3-15,0 1 2 0,1 0 0 0,1 2-8 0,1 0-4 0,2-1-2 16,0 1-8-16,2 1 6 0,1-2 1 0,2 3-6 0,-6-4-1 16,1 1-2-16,2 0 2 0,1 1 6 0,1 0-2 0,4 0-4 0,0 0-1 15,2 2-4-15,2-2 5 0,2 1-1 0,-1-1-2 0,2 0 2 0,1 0-7 16,2 0 10-16,0 0-7 0,3-1 3 0,0 0-1 0,4 0-8 16,-1-1 7-16,3 1-8 0,1-3 0 0,2 1 3 0,4 0-6 0,0-1 6 15,1 0 3-15,3-1-4 0,2 0 4 0,0-1-2 0,1 0 1 16,1-1 5-16,1 0-1 0,1 0-6 0,-1-2 2 0,1 1-5 0,-1-1 3 15,0 1 6-15,0-1-2 0,1 0 1 0,0-1-4 0,-1 0 1 0,0 1-2 16,2-1 3-16,-1-1 1 0,-1 2-4 0,0-1 3 0,-1 1 2 16,0 0-1-16,0 1 1 0,-2 0-3 0,2 0 3 0,-2 0 3 0,-1-1 0 15,0 1 0-15,-1-1 1 0,1 0 0 0,-2 0-2 0,-1 0 0 0,0-1-3 16,0-1 0-16,-2-1 1 0,40-7 3 0,-14 1 3 0,-11-1-3 16,-10 1 1-16,-7 0-2 0,1-1-4 0,-1 0 7 0,-1-3-2 0,-2 2 2 15,1-3 3-15,-1-1-4 0,-2 4 3 0,1-3 0 0,-4 1-3 16,-2 0 1-16,-2 0-1 0,-1-1 3 0,-2 0 2 0,-1 1-3 0,-2-1 4 15,0 0-3-15,-3-1 1 0,-1 1 1 0,0-1-3 0,0 0-1 0,-1 0 2 16,-1 0 1-16,-2-1 0 0,-2-1 1 0,-2 1 1 0,-2-2 3 16,-1 2-2-16,-1 0 7 0,-2-1 3 0,-1 2-3 0,-2 0 5 0,-1 1-5 15,0 1 3-15,-1-1 10 0,-2 3 2 0,-1-2 5 0,-1 0 5 0,-1 1-2 16,-2 1 6-16,-1 1 0 0,-1-1-6 0,0 0 9 0,-2 1-8 16,0 2 4-16,-2-1 1 0,-2 1-11 0,-3 0 2 0,0-1-7 0,-2 0-8 15,-1-1 4-15,0-1-9 0,-2 1-1 0,-1-1-3 0,0 1-2 16,-3-2 8-16,-2-1-6 0,-1 0 0 0,-2 1-2 0,-1-1 0 0,-1 0-2 15,-2 0 2-15,0 1-5 0,-4-2 0 0,2 2-3 0,-2 0 4 0,-1-1-1 16,-1 0-6-16,-1-1 6 0,-2 2-4 0,0-1 1 0,0 0 8 16,-1-1-12-16,-2 1 3 0,-1-2 1 0,-1 1-14 0,-3 0 16 0,0 1-4 15,-1 0-2-15,2-1 9 0,-1 2-9 0,1-1 4 0,0 1 0 0,0 0-1 16,0 2-2-16,1 0 0 0,-1 0 5 0,0-1 2 0,-1 2 0 16,-1 0-5-16,0 0-4 0,0 0-2 0,-2-1 2 0,-1 0-1 0,0 0 0 15,-1-1-1-15,2 0-1 0,-2-1-1 0,-1 0 8 0,0-1 1 0,-2-1-1 16,1 2-3-16,1 2-1 0,-1-1-2 0,3 1 4 0,3 0 1 15,-1 2-4-15,6 2 4 0,1-1-2 0,0 1 9 0,0 0 1 0,3 2 0 16,2 0-3-16,2 2-4 0,2 1-3 0,3 1 0 0,1 1 1 16,2 1 2-16,-1 1 1 0,2 0 0 0,0 2-4 0,2-1 6 0,1 2-10 15,2 0-6-15,-2 1-1 0,2 0-10 0,-1 0-1 0,1 1-4 0,0 1 1 16,0 1-2-16,2-1 7 0,-1 3-1 0,2-2 1 0,-1 2 2 16,1 1-5-16,2 2 6 0,-1 1 4 0,0 0 4 0,2 0 10 0,0 1 1 15,1 1 5-15,2 0-2 0,1 0 3 0,0 1 1 0,2-1 0 0,1 0 1 16,0-1-7-16,0 1-1 0,1 0-1 0,1 0 2 0,1-1-1 15,0 1-2-15,1 1-2 0,1 0-4 0,0 0 1 0,2 1 5 0,0-2-1 16,0 2 0-16,1-2 1 0,1 1 0 0,-2-1-10 0,2-1 16 16,-1-1-8-16,1 1-2 0,1-1 19 0,0 1-14 0,0-1 6 0,1 0-1 15,0-1-10-15,0 0 7 0,0 0 0 0,1 0-2 0,1 1 8 0,-1 0-6 16,1 0 1-16,0-1-1 0,0-1 1 0,1 2-2 0,0-2 4 16,1 1 0-16,-1 0-8 0,1-1 7 0,0 1 0 0,1-1-6 0,0 1 5 15,2 0-8-15,-1 1 1 0,1-1 9 0,0 1-6 0,0 0-2 0,-2 0 1 16,2-2-4-16,0 2 9 0,0 0 2 0,0 0-11 0,0-1 8 15,0-1-9-15,0 0 2 0,0 0 11 0,1 0-15 0,-2 0 11 0,1 0-5 16,-1 0 0-16,-1 0 10 0,2-1-7 0,0-1 0 0,-1-1-3 16,0 1 0-16,-2-2 6 0,0 0 6 0,0 0-6 0,0-1 1 0,-1 0-1 15,0 0 4-15,0-1 4 0,-1 0-4 0,1-1 2 0,0 1 2 0,0 0 6 16,0-2 0-16,-2 1-4 0,0-1 0 0,0 1 2 0,0 1 2 16,1-1-4-16,-1 1-5 0,0-2 6 0,0 1-1 0,0 1 1 0,0-1 10 15,-2 1-15-15,1 0 3 0,-1-1 0 0,0 1-3 0,1-1 5 0,-2 0-1 16,1 0-6-16,1 0-4 0,-1 0-2 0,1-1 2 0,0 1 3 15,0-1-8-15,2 0 1 0,-2 0-7 0,0 0 4 0,1-1 3 0,-1 1-6 16,2 0-2-16,-2 0 3 0,2 0 0 0,-2-1 5 0,2 1-3 16,0-1-1-16,-1 1-5 0,0-1 2 0,1 1 11 0,0 0-4 0,0 0 0 15,0 1 2-15,-1-1-8 0,1 0 6 0,0 1 4 0,-1 0-6 0,1-1-1 16,0 1-2-16,-1 0 1 0,0 0 5 0,1 1-2 0,0-2-2 16,0 1 5-16,0 0-4 0,0-2 5 0,0 2 0 0,0-1-7 0,0 0 2 15,0-1-5-15,0 0 3 0,0 0 2 0,0 0-6 0,0 0 3 0,0 0-8 16,0-1 3-16,-1 1 3 0,1-1-4 0,1-1 1 0,-2 1-7 15,1 0-1-15,0 0-3 0,0 0-7 0,0-1-4 0,0 2-6 0,2-1 1 16,-2 0-3-16,1 0-2 0,0 0-4 0,-1 0-3 0,1 0 6 0,0 0 2 16,0 1 3-16,1-1 5 0,0 0 1 0,-1 1 2 0,1-1 3 15,-1 1 4-15,0-2 0 0,1 2 3 0,-1-1 3 0,0 0 0 0,0 1 10 16,0-1 3-16,0 0 6 0,-1 0 2 0,1 1 2 0,-1-1 6 16,0 0 1-16,-1 1 2 0,0-1-1 0,0 0 0 0,0 0 4 0,0 0-3 15,0 1-2-15,0 0-6 0,-1 0-1 0,1 1-4 0,-1 0 4 0,0-1-3 16,0 0 0-16,-1 0-1 0,2 1-8 0,0 0-2 0,0-1-12 15,0 1-4-15,0-1-16 0,0 0-23 0,-1 0-21 0,1 0-33 0,1-1-27 16,-1 1-35-16,2-1-40 0,0 1-225 0</inkml:trace>
  <inkml:trace contextRef="#ctx0" brushRef="#br0" timeOffset="37002.26">2797 12165 563 0,'-8'-5'29'0,"-1"2"30"0,0-1 3 16,1 3-1-16,1 1-2 0,-1 1-5 0,-1 1-11 0,0 0-5 16,-1 2-11-16,0 0-10 0,-2 3-7 0,0 1-4 0,0 1-2 0,0 2 0 15,1 2-1-15,-2 2-1 0,-1 0 0 0,-1 2-3 0,-1 2 0 0,0 0 3 16,-1 0-4-16,-1 0-2 0,1-1 3 0,-1-3-4 0,0 0 3 16,-1 0 2-16,0-1-2 0,-1-2 6 0,0-1 4 0,0 0-2 0,-1-1 2 15,-1 0-7-15,-1-1-2 0,0-2 4 0,1-2-2 0,0 0 5 16,0-1 0-16,3-2 0 0,0-1 7 0,1-1-2 0,3-2 5 0,0-2 4 15,0 0 4-15,2 0 6 0,2-2 4 0,2-1-2 0,2 0-4 0,-1-2-1 16,1 0-4-16,2-2 2 0,2-1-6 0,2 1-4 0,5-4 0 16,1-1-8-16,4-1 2 0,3-1-1 0,2-3-5 0,4-1 4 0,4 1-4 15,3-1-1-15,3 2 2 0,2 2-4 0,4 0 3 0,1 1-4 0,3 3-7 16,2-1 2-16,1 2-2 0,0 1 1 0,1 3 4 0,-1 2 1 16,1 0 1-16,2 3 2 0,0 1-2 0,2 2 1 0,0 2 0 0,-2 3 0 15,-1 1 0-15,-1 2-2 0,0 4-1 0,-1 2-2 0,-2 3-1 16,-1 1 4-16,-4 2 0 0,1 2-2 0,-5 2 2 0,-1 1 0 0,-4 4 0 15,-3-1 5-15,-3 2-2 0,-5-3-1 0,-2 0-5 0,-3-1-2 0,-3 1 1 16,-4 1-5-16,-3-1 3 0,-5-1-2 0,-3-1 3 0,-4-2 8 16,-4 0 6-16,-6-6 4 0,-4 0 5 0,-5-4 15 0,-4-5 11 0,-2-2 19 15,-2-4 18-15,-3-5 7 0,0-2 7 0,-2-2 1 0,0-2-5 0,1-2-8 16,-1-2-10-16,-2-2-14 0,0-1-2 0,1 1-13 0,-1 1-4 16,3 0-11-16,1 1-9 0,-1 0-9 0,2 2 6 0,3 0 2 0,3 1-5 15,5 1 0-15,3 1-10 0,5 0-5 0,2 2-5 0,4-1-9 0,6 2-18 16,2 0-20-16,3 2-37 0,2 0-48 0,3 2-57 0,4 2-34 15,4 2-8-15,4 2-5 0,7 3 5 0,5 3-11 0,6 2-232 0</inkml:trace>
  <inkml:trace contextRef="#ctx0" brushRef="#br0" timeOffset="38368.26">2408 15973 491 0,'-1'-7'137'0,"1"1"-61"0,1-3-33 0,0 1 1 0,1 2 8 15,3-2 2-15,-1 2 1 0,2-1-11 0,1-1-14 0,1 1-15 0,3-1-5 16,0 1-10-16,0 0 0 0,2 1-3 0,2 1 2 0,2 1 1 0,0 0-6 16,1 2 5-16,2 0-5 0,-1 2-2 0,4 0 7 0,2 1 0 15,2 0 4-15,2 1 5 0,1-1-4 0,1 3 0 0,-3-1-1 0,3 2-5 16,-2 1-1-16,2 0 2 0,0 1 0 0,1 1 2 0,-2 0-8 0,1 1 0 15,-1 2 1-15,-1 1 5 0,0 1 6 0,-1 2-5 0,0 1-1 16,-1 2 1-16,0 0 2 0,-2 1 5 0,-2 1-4 0,-2 2 0 0,-1-1 1 16,1 3-5-16,-2 0 7 0,-2-1-6 0,-1 0 0 0,-3 0-2 0,-2 1 0 15,0 3 6-15,-2-1-3 0,-2 1 1 0,-1 1-2 0,-2-1-2 16,-2 1 5-16,-1 1-5 0,-2-2 1 0,-3 2-5 0,-1-1 5 0,-4 1 7 16,-1-2 2-16,-1-1 2 0,-4-1 8 0,-1-3 6 0,-2 0 14 15,-2-3 17-15,-1-1 7 0,-1-1 4 0,-1-1 3 0,-1-1-5 0,-2-1-5 16,-3-1-2-16,-1-1-5 0,-2-3 4 0,0-1-1 0,-3-2 22 15,-2-2 12-15,-1-2 9 0,0-2 5 0,0-2-14 0,-2-1-3 0,2-3-13 16,-2-3-4-16,-1-4-8 0,0-3-5 0,2 0-4 0,-2-4-12 0,2-2-4 16,0 0-17-16,0-5-8 0,-3-2-7 0,0-1-3 0,0-2 9 0,-1-1-5 15,2 0-8-15,0 0-1 0,3 1-5 0,1-2 7 0,2 2 0 16,0-1-6-16,2 0-5 0,3 2-5 0,2-1 4 0,3 1-4 0,4 0-12 16,2-3-11-16,3 0-10 0,3 0-9 0,3-1-5 0,2 1-15 0,5-2-16 15,5 1-16-15,5-2-30 0,4 1-29 0,5-1-24 0,7-2-29 16,8 2-24-16,7-1-28 0,6-2-105 0,8 2 1 0</inkml:trace>
  <inkml:trace contextRef="#ctx0" brushRef="#br0" timeOffset="123423.39">8200 15425 907 0,'4'-3'667'0,"3"-2"-491"0,3 0-93 0,1-1-50 15,0-1-18-15,2 2-9 0,0 0-4 0,0 0-6 0,1 2-2 0,-1-2 0 16,1 2-2-16,-2 0 5 0,2-1-1 0,2 1-1 0,-1-1-2 16,0 2 1-16,3 0-4 0,0 1 4 0,-1-1 0 0,2-1 6 0,0 0 3 15,-1 0 2-15,0 1 3 0,-1-1 2 0,1-1 0 0,-1 0 0 16,1 1-3-16,0-1 1 0,0 1 4 0,-2-1 4 0,2 0 5 0,0 1 2 16,-1-3 2-16,2 1-1 0,-1 1 2 0,-1-3-2 0,1 0-5 0,1-1 4 15,0 0-9-15,-1 0-3 0,1-1 4 0,-1 1-9 0,1 1-1 16,3-1 1-16,-1 0 3 0,0 0 5 0,-1 0 3 0,2 1 7 0,-1 0 7 15,3 1-5-15,0-1 1 0,2 2-3 0,1-2-5 0,-3 0 7 0,2 1-6 16,1 0-5-16,1 0-1 0,1 1 6 0,2 0-11 0,-1 0 4 16,2 0-4-16,1 1-9 0,2-1 6 0,-1 0-6 0,2 0 3 0,0 0 0 15,0 0-3-15,2 0 0 0,0 1-3 0,2-1 5 0,2 1-4 16,1 0 2-16,0-1 0 0,1 1-4 0,-1-1 5 0,1 2-2 0,1-1-4 16,0 1 0-16,1-1-3 0,1 2 4 0,1-1 4 0,-1 0 4 0,1 1 0 15,1 0-3-15,1 0 4 0,2 1-4 0,-1-1 1 0,1 1 9 16,0 0 0-16,1 0-10 0,-1 1 5 0,1-1 1 0,0 1 4 0,-1-1 15 15,1 2 0-15,0-1 1 0,1 0-3 0,-1 1-2 0,1-1 4 0,-1 0-12 16,0 1-6-16,1-1 0 0,-1 0-6 0,0 0 3 0,0-1 1 16,-1 1 1-16,1 0-4 0,0 1-1 0,2-1 3 0,0 0 0 0,-2 1-4 15,1-1 2-15,-1 1-9 0,0 0 3 0,-1 0 1 0,0 0-1 16,-1-1 8-16,-1 0-9 0,0 1 4 0,-1-1 2 0,1 0 0 0,1 0 1 16,-2 0-3-16,-1 0 2 0,-1-1 1 0,0 0-3 0,-1 0-2 0,-2 0 1 15,-1 0-3-15,-1-1 4 0,-2 0 7 0,-2-1-6 0,0 1 3 16,-1-2-3-16,-1 1 3 0,1-1-1 0,-2 0 0 0,-2 0 2 0,-1 1-2 15,0-1 6-15,-1 0-6 0,-1 0 0 0,-1 0-3 0,0 0-10 0,-2-1 5 16,1 2-3-16,-3-1-3 0,1 2-2 0,0 0-7 0,-2 1-11 16,2 0-14-16,-3 1-29 0,2 0-59 0,-1 1-52 0,0 1-82 0,3 0-96 15,0 2-139-15,2 0-311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1T10:44:15.5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11559 8590 730 0,'-48'5'19'0,"-4"2"-3"0,-14 3 4 15,9 3 0-15,9 0 0 0,1 1 1 0,1 1-2 0,2 1-3 16,3 1-2-16,0-1-2 0,2 2-2 0,0 1-1 0,0 2-2 0,1 1-6 16,2 1-2-16,0 2-3 0,2 0 7 0,0 3 0 0,2 1 0 15,0 1 2-15,4 1-5 0,-2 0 2 0,2 2-1 0,-1 2-3 0,0 1-3 16,0 1 0-16,1 0-3 0,0 0-1 0,2 1 1 0,-2 1 0 0,1 1 1 16,1 3-2-16,-3-1 1 0,2 3 6 0,-2 0-1 0,4-1 7 0,0 1 1 15,2-2-5-15,2 2 2 0,-1 0 0 0,3 2-2 0,0-2 1 16,1-2 0-16,3 1-3 0,3-1 3 0,0 0-1 0,3-1-5 0,0 1 9 15,3-2-2-15,0 1 2 0,4 1 6 0,0-2-10 0,3 1 5 16,1 1-6-16,2-1 3 0,1 1 2 0,3 0-4 0,2 1 3 0,2 0-4 16,0 1 0-16,2 1-3 0,4 1 2 0,1 1-1 0,0 0 2 0,4 0 6 15,0-1 2-15,0-2-2 0,3-1 0 0,3-1 5 0,1-1 1 16,1-4 4-16,1-2 5 0,-2-2 10 0,2-3 18 0,0 0 22 16,2-3 12-16,0-1 11 0,1-3-10 0,1-3-18 0,0 0-7 0,3-2-7 15,0 0-6-15,2-1 5 0,2 0-6 0,0-1-21 0,4 0-1 0,2 1-6 16,2-1-4-16,2-1 2 0,-1-1-8 0,3 0-1 0,2 0-12 0,1-2-2 15,2 0 4-15,-1 0-7 0,2-1 9 0,2-1-5 0,0 0-1 16,0 0 3-16,1 0-3 0,0 1 2 0,1-2-6 0,1-2 3 0,-1-1 1 16,-1 0 1-16,-1 0 3 0,0 0-1 0,-2-2 4 0,0 1 5 0,-2-1 1 15,-1 0 1-15,-2 0-1 0,0-1 2 0,-1 0 6 0,-1-1 8 16,-2-2 7-16,-1 1 5 0,0-2 6 0,-1 0-1 0,0 0 9 0,-1-1-2 16,0 0 3-16,1 0-6 0,3-1-7 0,0 1-4 0,0 0-7 15,2 0-3-15,-1 0-4 0,0 1-6 0,3 2-4 0,-1-1 0 0,1 1-5 16,2 0 4-16,-1-1-1 0,2 2-4 0,2 1 1 0,-1 0-6 0,2 1-1 15,-1 0 3-15,2 0-3 0,1 0 6 0,-1 1-7 0,1 0-1 16,-1 1 3-16,0-2-3 0,1 0 8 0,-2 0-2 0,1-1-6 0,-3 1 4 16,0-3-5-16,1-1 6 0,-2 0 3 0,0-1 0 0,-2 0 0 0,1-2 0 15,-2 0 3-15,0 0 3 0,0-1 0 0,-2 0-5 0,-2 0 2 16,1 0 2-16,-1-1 0 0,-2-1 1 0,0 0-3 0,-1 0 0 0,-2-1 3 16,2-1 4-16,-1-1 2 0,-1 1-1 0,-1-3-3 0,0 2 0 0,0-3 0 15,-2-1-2-15,0-1-3 0,-1 1 3 0,0-1-6 0,-1-1 8 16,0-2-3-16,0-2-2 0,-2 2 1 0,0-3-4 0,1-1 8 15,-2 2-4-15,-2-4 4 0,0 0 1 0,-4 0 0 0,2-3 0 0,-4-1 3 16,-1 0 0-16,-1-2-2 0,-1-1 16 0,-1 0 1 0,0-2 6 0,-1-2 2 16,-1-1-12-16,-2-1-4 0,-1 0-8 0,-1 0 0 0,-3-1 5 0,0-2 3 15,0-1 1-15,-2 1-2 0,-1 0-1 0,0 0 3 0,-2 0-3 16,-1 0-4-16,-1-1-6 0,-1 3 7 0,0-2-1 0,-2 1 2 0,0 2-4 16,-2-2-9-16,1 2-2 0,-3 1 0 0,0 0 3 0,0 0-5 0,-1 0 6 15,0-1-1-15,0 0 3 0,-2-1 1 0,-1 1 1 0,0 0 4 16,-1-2-1-16,-1-2 1 0,0 1-6 0,-1-4-4 0,-1 1-2 0,0 0 0 15,-2-2 2-15,1 4 1 0,0 2 7 0,0 1 0 0,0 3-2 0,-2-1 5 16,1 2-1-16,-2-1 1 0,0 2 1 0,-1 1-6 0,-2 0 1 16,0-1-3-16,-1 2-4 0,0-3-4 0,-2 1-9 0,-2 0 6 0,-1 0-4 15,-2 0 2-15,-2-1 11 0,-1 0-13 0,-2-3 1 0,-4 1-7 16,-2-2 0-16,-4-1 0 0,-2-2-3 0,-4-2 3 0,0-1-6 0,-2 1 1 16,-3-2 4-16,-2 0 1 0,0 1-3 0,-1-2-1 0,-2 2 14 15,1-1 2-15,0 0 11 0,1 1 5 0,-2 0-8 0,-2 2-4 0,0-1-4 16,-2 1-2-16,1 0 0 0,-2 2 7 0,0 1-9 0,-2 2 3 0,-2 1 0 15,-2 0-7-15,-2 2 8 0,-2 1-7 0,-3 2-4 0,-2 2 11 0,-4 2-2 16,-2 1-3-16,-3 3 1 0,-6 0-13 0,-1 1-3 0,-4 3 4 16,-3 2-1-16,-2 2 0 0,-5 0 4 0,-2 3 1 0,-3 2-1 0,-3 2 7 15,-2 2-5-15,-2 1-3 0,-2 1 5 0,0 2-1 0,-1 2 0 16,-2 2 10-16,-1 1-3 0,-1 4-2 0,-1 2 6 0,0 0-1 0,3 2 3 16,0 0-3-16,2 0 3 0,0 4 3 0,3 0 2 0,2 1 4 0,1 1-10 15,2 1-4-15,2 0-3 0,1 1 8 0,2 2 5 0,4 2 1 16,-1 2 3-16,2 1-6 0,1 3 2 0,2-1-2 0,2 1 1 0,3 1-4 15,2 3-1-15,1 2-2 0,0 2-6 0,0 1-4 0,-1 2 1 0,2 3-1 16,2 2-5-16,1 2-14 0,2 3-2 0,0 2-21 0,1 1-25 16,2 2-40-16,2 2-84 0,5 0-106 0,4 1-125 0,1 3-322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1T10:46:15.4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4063 4832 202 0,'-7'-4'82'0,"2"-1"-60"0,-2 0 5 0,3 3-7 16,1 0-3-16,1 0-1 0,2 0-7 0,-1 0-4 0,1 0-3 15,1 1-3-15,-1-1-3 0,0 1-2 0,1 1-1 0,-1 0-1 0,0 1 0 16,0 0 4-16,0 0 2 0,0 0 4 0,0-1 1 0,-1 1 1 0,0-1 0 16,-1 0 1-16,-1 0 5 0,0 0-2 0,-1 0 2 0,-1 0 3 15,0 0-1-15,-2 1 4 0,0-1 4 0,0 0 2 0,-1 1 3 0,-1 0 1 16,-1 0-3-16,0 0-1 0,0 0-4 0,0 0-1 0,-1-1-2 0,0 1 0 15,-1-1-1-15,-1 0 1 0,-1 1-1 0,-3 1 2 0,-2 0 2 16,0 0-3-16,0 1 4 0,-2 1 0 0,0 0 2 0,0 1 5 0,-1 0-2 16,-1 2 4-16,1 0-3 0,-3 3-2 0,2 0-4 0,-3 3-5 0,0 2-4 15,0 0-4-15,-1 4 1 0,0 2-4 0,-1 1-1 0,-1 4-3 16,-2 0-6-16,-1 1 0 0,-1 3 8 0,0 0 1 0,1 3 4 0,2 1 2 16,0-1-6-16,2 1 6 0,1-2 0 0,5 1-2 0,1 0 0 0,3 1-3 15,3 0 1-15,5 0 0 0,1-1 0 0,3 1-2 0,3-3 0 16,2 1 4-16,3-1-2 0,2-1 11 0,3-2-7 0,2 0 2 0,4-2 3 15,2 0-6-15,5 0 14 0,0-2-1 0,3 1-1 0,5-3 3 0,-1 0-4 16,3-1 2-16,1 0 4 0,3-2 0 0,2 0 0 0,2 0 4 16,1-1-5-16,-1 0-1 0,2-3 2 0,1 1-4 0,2-3 4 15,1 0 0-15,2-2-3 0,-1 1 4 0,2-3 1 0,1 0 0 0,2-2-3 16,-1-1-1-16,2-1-2 0,-1-2-3 0,-1-1 6 0,1-2-4 0,-3-2 3 16,0-1-1-16,-2-3 3 0,-1-2 2 0,0-2-2 0,-3-2 4 0,0-2-2 15,-2-2 0-15,-3-3-2 0,1-2-3 0,-3-2-3 0,-1-1 4 16,1 0-3-16,-3-2 1 0,-1-2 0 0,-4 0-4 0,0-3-1 0,-3-1 3 15,-2-3-6-15,-2 0 5 0,-2-3 4 0,-2-1-1 0,-3-1 4 16,-2-1-7-16,-4-1-2 0,-2 0-2 0,-4-1 0 0,-3 0-2 0,-3-2-3 16,-4 2 3-16,-3 0-8 0,-3 0 1 0,-5 1-5 0,-3 0-14 0,-4 1 10 15,-4 2-5-15,-3 0-2 0,-5 1 9 0,-4 2-8 0,-3 2 2 16,-5 5-4-16,-2 1-2 0,-4 4-1 0,-5 3 3 0,-2 2 10 0,-3 5 0 16,-1 3 8-16,-2 2-1 0,1 3-3 0,-3 4 2 0,2 3 0 0,2 4 0 15,3 3 3-15,3 2-2 0,4 2-2 0,3 4-1 0,3 4-8 16,1 3 1-16,3 2-3 0,2 4-4 0,5 1-1 0,4 5-12 0,3 2-8 15,5 0-21-15,2 4-9 0,5-1-13 0,4 2-35 0,2 4-65 0,6-1-68 16,5 2-70-16,4 3-181 0,5 1 74 0</inkml:trace>
  <inkml:trace contextRef="#ctx0" brushRef="#br0" timeOffset="401">5662 6362 1964 0,'5'-6'51'0,"5"0"-61"16,9 0 1-16,8 3-3 0,5 1 19 0,3-1 6 0,5-2 1 16,4 0-3-16,5-2-11 0,2 2-5 0,4-1-11 0,5 0-6 0,2 1-9 15,4 2 1-15,0 1 3 0,-1 0 4 0,3 2 8 0,0-1-1 16,-1 1 8-16,-1 1 1 0,0-1 6 0,-2 3-3 0,1-1 8 0,0 2 1 16,-1 0 4-16,0 1 9 0,1 1-7 0,0 0 7 0,1 0-5 0,1 0 2 15,0 0 0-15,2-1-7 0,-1-1 10 0,2 0-14 0,-1-1 3 16,2 0 3-16,0 0-10 0,-2 0 7 0,0 0-4 0,-2-1 1 0,1 0 1 15,-1 1-3-15,1-1 1 0,-2 2-6 0,-2-1 8 0,0 2 0 0,-3 2-3 16,-1 0-4-16,-1 1-7 0,-2 1-6 0,0 1-14 0,0 2-8 16,-1-1-43-16,0 4-69 0,-1 2-155 0,-3 2-140 0,0 0-253 0</inkml:trace>
  <inkml:trace contextRef="#ctx0" brushRef="#br0" timeOffset="14351.38">14147 3039 502 0,'-2'-17'57'0,"2"-2"-8"0,-1-3-17 0,2 3-12 0,1 3-7 15,0-1-7-15,0 1-2 0,1 1-2 0,1-2-7 0,-1-1-7 16,1 0-6-16,-1 0-3 0,1-2-1 0,0 1 7 0,-1 1 4 0,0-1 6 15,0 2 2-15,-1 0 4 0,-1-2 3 0,1 1 3 0,-1 1 6 0,0 1 5 16,2 0 4-16,0 0 0 0,1-1-2 0,1 2-1 0,1-2-4 16,2 0-3-16,1 2 1 0,3-2 0 0,3-1-1 0,3 1 2 0,3 1 0 15,0 0-3-15,3 1 5 0,1 0-2 0,3 1 7 0,1 1 3 16,3 2 3-16,-1 1 3 0,4 2-5 0,0 2 1 0,2 1-4 0,2 3-4 16,1 2 0-16,4 2-4 0,0 2-3 0,1 2-2 0,0 2-3 0,2 2-3 15,0 3 0-15,1 3 1 0,-1 1-3 0,1 4-2 0,-2 1 1 16,-1 2-2-16,-3 1-6 0,0 0 4 0,-5 1-2 0,1-1 4 0,-4 2 7 15,-4 0 0-15,-2-2 1 0,-6 1-2 0,-4-2 2 0,-3 0 0 0,-2-2 7 16,-5-1 6-16,-2 0 8 0,-3 1 10 0,-4-2 2 0,-2 1 1 16,-3-1 1-16,-2-3-3 0,-2-1 3 0,-1 1-4 0,-4-1-2 0,-1 0 1 15,-4 0-5-15,-4-1 0 0,-3 1-8 0,-5 1-3 0,-2 0-6 16,-4 1-6-16,-3-2-1 0,-1 2-7 0,-3-2 3 0,-1-2-12 0,-1 0-6 16,-1-2-11-16,-1-2-9 0,-1 0 3 0,-1-3-3 0,0-1 4 0,0-1-6 15,-1-3-4-15,1-2-11 0,1-3-16 0,0-3-20 0,0-2-23 16,2-2-38-16,0-4-42 0,1-2-276 0</inkml:trace>
  <inkml:trace contextRef="#ctx0" brushRef="#br0" timeOffset="23218.57">11887 6773 459 0,'-13'-13'29'0,"1"0"7"15,-4-3-1-15,4 5-1 0,4 3-4 0,2 0-9 0,1 1-8 16,0 0-3-16,0 2-4 0,1-1-6 0,0 0-1 0,-1 1-2 0,0 1-2 15,-1 0 2-15,-1 1 1 0,0 0 1 0,-1-1 2 0,0 1 0 0,-1-1 2 16,2 0 0-16,0 0 3 0,0-1 2 0,1 0 1 0,-1 0 4 0,1-1 4 16,1 1 5-16,0-2 2 0,1 0 1 0,1 0 1 0,0 0 1 15,1-1 0-15,0 1-3 0,2 0-2 0,0-2-2 0,1 0 3 0,2 0-2 16,1-1 3-16,1-1-1 0,3 1-4 0,0-1 1 0,3-1-1 0,2-1-6 16,2 0 4-16,5 0-3 0,1 0-1 0,2-1-2 0,3 1-3 15,2 0 1-15,3 2-6 0,2-2 0 0,4 1 0 0,1 0-2 0,3-1 5 16,2 4 3-16,1-2-2 0,4 2-1 0,2 0 1 0,1 0-4 15,1 1 3-15,0 0 1 0,0 4 1 0,2-1 3 0,0 1-1 0,3 2 1 16,0 1 3-16,2 1 0 0,3 1-1 0,0 2-2 0,2 0-4 0,2 1-3 16,-1 1 1-16,1 3-3 0,1 0 1 0,1 2-6 0,0 0 1 15,1 1 0-15,1 0-1 0,-2 3 9 0,0 2-2 0,-1-1 1 0,-2 1-1 16,-2 2-3-16,-3 1 0 0,1 1 2 0,-1 0-3 0,-1 0 4 0,-1 1-6 16,-3-1 2-16,0 2 1 0,-1 1-1 0,-3 2 0 0,-1 2-1 15,0 0 6-15,-3 1-1 0,-1-1 4 0,-2 2-1 0,-3 0-6 0,-1 2 3 16,-4 0-4-16,-3 3 0 0,-3-1-3 0,-3 2-3 0,-2-1 8 0,-5 2-1 15,-3 1 6-15,-4 0 2 0,-3 2-5 0,-2 0-4 0,-5 1 1 16,-2 4 0-16,-5-1-3 0,-3 0 2 0,-5 1-4 0,-3-2-4 0,-5 1 2 16,-4 1-1-16,-2-1-3 0,-5-2 3 0,0-1 1 0,-4-1 4 15,-1 0 6-15,-3-2 4 0,-1 0-3 0,-1-3 5 0,-1 2 1 0,-1-1 3 16,-1-1 1-16,-1-1 2 0,-2-1 1 0,-1-3 3 0,-2-2 4 0,-2-1-3 16,1-1 2-16,-1-2-3 0,1-1 1 0,1-2 2 0,-1-5 3 15,3-1 0-15,-1-3-6 0,0-4-2 0,3-2-9 0,-1-2 2 0,1-1-2 16,-1-3 0-16,-1 0 4 0,-1-1-4 0,0-4 5 0,1-1-3 0,-3-3-9 15,0-2 1-15,1 0-6 0,1-1 4 0,0-1 3 0,1 1-5 16,1 0 3-16,0-2-1 0,1 0-3 0,0-1 4 0,2 1 1 0,4 1-2 16,3 0 2-16,1 0-2 0,2 0-4 0,2 1 4 0,3-2 3 0,0 1-1 15,4 0 0-15,0 1-1 0,3-2-3 0,2-1-4 0,3 0 1 16,1 2-4-16,2-1-7 0,2 2-1 0,1 0-1 0,1 0-4 0,2 2-2 16,2 0-21-16,2 2-23 0,1 0-25 0,2 1-30 0,1 2-17 15,2 0-21-15,0 2-22 0,3 2-12 0,2 0-14 0,3 3-50 0,4 1-2 16</inkml:trace>
  <inkml:trace contextRef="#ctx0" brushRef="#br0" timeOffset="24035.57">17341 8000 1943 0,'9'-22'60'0,"3"3"-30"0,7-3-20 0,4 9-17 0,6 9-7 15,12 3-4-15,13 5-6 0,9 4-2 0,9 2-6 0,4 3-11 0,3 0-15 16,-2 1-15-16,-3 2-12 0,-3 2 2 0,-3 0 9 0,-1 1 14 16,-1 1 13-16,-2-2 8 0,-1-1 11 0,0-2 5 0,-2-2 4 15,-1-1 8-15,-1-4 1 0,-1-1 4 0,-2-3 6 0,0-1 2 0,-1-4 2 16,-1-2 8-16,-1-2 7 0,0-3 14 0,-2-1 6 0,-1-4 6 0,-2 0 7 16,-1-3-3-16,-1 0 2 0,-2-4 1 0,-2-1 0 0,-1 1-3 15,0-4 2-15,-4 0-4 0,0-1-3 0,-2-4 3 0,-2 0-7 0,0-3-1 16,-3-1-3-16,-2-1-6 0,-2 0-3 0,-4-2-3 0,-2 0-9 15,-1-1-9-15,-4 0 4 0,-1 0-5 0,-2-1 4 0,-4-2 0 0,-3-2-9 16,-5 1-2-16,-3-4-3 0,-4 1 2 0,-5-3-2 0,-2-1 4 0,-3-3-6 16,-4 0-3-16,-4-2-1 0,-5 0 0 0,-7-3-2 0,-5-1-3 0,-7-1 2 15,-6 0 0-15,-6 1 7 0,-4-2 0 0,-3 2-3 0,-5-1 9 16,-2 1-6-16,-2 4-3 0,-3 1-6 0,-1 2 0 0,-3 1 3 0,-4 2-1 16,-6 3 6-16,-6 3-4 0,-5 5-5 0,-6 1 12 0,-5 6 2 0,-2 3 2 15,-1 1 2-15,0 6-5 0,2 1 5 0,2 4 2 0,2 5 3 16,1 4-5-16,0 6-4 0,1 3 2 0,-2 6-1 0,-1 5 5 0,1 3 0 15,0 5-2-15,-1 4-3 0,1 2-3 0,0 5 3 0,3 3-1 0,1 4 0 16,6 2 2-16,5 1-5 0,5 3 1 0,8 2 1 0,6 0 3 16,5 4 1-16,6 3 0 0,5 1-3 0,4 4 0 0,3 2-1 0,3 1 0 15,4 1-5-15,4 1-3 0,7 1 1 0,4-1 0 0,5-1 7 16,6-1 2-16,4-3-2 0,7-3-2 0,4-3 1 0,4-6 0 0,4-3 3 16,3-3 4-16,3-1-5 0,2-4 7 0,4-2 3 0,2-5 2 0,1-1 8 15,2-3 5-15,2-2 2 0,0-4 6 0,2 0 3 0,1-1 3 16,0-4-1-16,2 1 3 0,0-2-3 0,1-2-5 0,3-1-2 0,1 2-7 15,1-2 3-15,-1-1-10 0,1 0 1 0,-2-3-3 0,3-1-6 0,-2 1 1 16,1-1 2-16,-2-1-5 0,1-1 1 0,-3 0 1 0,0 0-3 16,0-2 4-16,-3 0-4 0,0-1 0 0,-1 0-1 0,-1-1 1 0,0-1 1 15,-3 0-4-15,0-1 3 0,-1 0-1 0,-1-1-4 0,-2-1 8 16,0 0-1-16,-1-2-5 0,0 1 1 0,-1-1 1 0,-1 0-1 0,-1 0 4 16,1 1-4-16,-1-2-1 0,-1 0 0 0,0 1-1 0,-2-1 1 0,0-1-2 15,-2-1 4-15,0 2 2 0,0-1-2 0,-1 1-1 0,-2 0-1 16,1 0-3-16,-1 1 2 0,0 1-2 0,1-1 1 0,-1 1-2 0,0-2-1 15,1 2 4-15,-2-1-1 0,2 0-4 0,-1 1 0 0,1 0-4 0,0 0-5 16,-1 1-6-16,2 0-3 0,-1 2-9 0,0-1-14 0,1 1-24 16,1 2-39-16,0-1-40 0,2 3-50 0,1 0-57 0,2 2-51 0,3 2-62 15,3 2-154-15</inkml:trace>
  <inkml:trace contextRef="#ctx0" brushRef="#br0" timeOffset="113524.98">6918 7964 1666 0,'-40'-41'148'0,"0"-1"-125"0,-8-7-15 0,7 10-19 16,8 9-13-16,-3 2-13 0,1 1-16 0,-2 2-15 0,-5 3-15 0,-3 2-10 16,-3 4-10-16,-4 2-4 0,-3 5-4 0,-5 5 13 0,-6 4 20 15,-4 4 26-15,-4 4 26 0,-1 2 15 0,-2 3 20 0,-2 1 11 0,0 0 13 16,-3 0 15-16,2 2 8 0,-3 1 3 0,0-1 1 0,0 3-8 15,0 0-3-15,-1 2 1 0,-1 1 6 0,0 3 3 0,0 4 4 0,1 2 2 16,0 0-4-16,-1 2-2 0,3-2-5 0,2 2-1 0,1 0-5 0,4 1-1 16,2 2-3-16,4 0-11 0,4 3-4 0,1 0-4 0,2 3 2 0,2 3 1 15,2 0 0-15,0 4-7 0,5 1-2 0,3 3-3 0,2 2-5 16,4 1 3-16,1 0-6 0,6 1-5 0,5 1-4 0,5 1 5 0,5 1-1 16,5 0 5-16,5 3 3 0,5 0-3 0,6-1-8 0,6-2 1 15,5 0-2-15,5-3-7 0,7 0-1 0,4 0 15 0,5-1-4 0,5 0 4 16,5-1 3-16,3-1-9 0,4 2 1 0,4-2-4 0,3-1 3 0,5-2-4 15,3-3-1-15,1-1 7 0,1 0-13 0,4-5 6 0,3-1 3 16,2-2-2-16,3-4 8 0,0-1-2 0,4-2-1 0,2-4-2 0,1-2 5 16,2-1 5-16,1-3-5 0,1 1 2 0,3-2-1 0,0-2-4 0,2 0 12 15,-1-1-5-15,2-4-4 0,0-1 1 0,1-3-8 0,2-4 0 16,-1-4 9-16,1-3-3 0,-1-4-3 16,1-4-6-16,0-2-2 0,-3-1-2 0,0-3-3 0,-5-1 10 0,-1-3-6 0,-3 0 3 0,-3-4 0 0,-1-1 0 15,-3-1 6-15,-3-2-1 0,-1 0 5 0,-3-3-4 0,-3 0 4 16,-2-4-5-16,-3 0 2 0,-2-1-3 0,-1-1-1 0,-4 0 10 0,-1-3 0 15,-4 1 8-15,-4 0-5 0,-1 0 1 0,-4-1 7 0,-2-2 3 16,-1 0 4-16,-6 0 4 0,-3 2 0 0,-5 0-2 0,-3-1-1 0,-4 0-16 16,-2-1 0-16,-5 1 0 0,-4-2-6 0,-4 1 12 0,-6-2-11 0,-4-1-4 15,-6 1-10-15,-5 0-10 0,-7-3-4 0,-6-1-3 0,-5 1 4 16,-9 0 3-16,-6 2 3 0,-7 1-6 0,-6 1 5 0,-5 2 16 0,-6 1 5 16,-5 2 7-16,-2 2 8 0,-7 0-10 0,-1 2-3 0,-3 2 4 0,-2 1 2 15,0 3 2-15,0 0 4 0,1-2 4 0,2 2-7 0,2 1 4 16,2 0-4-16,1 4 7 0,2-1-3 0,2 2-2 0,2 2-6 0,2 1-11 15,2 0 2-15,0 3-4 0,3 4 5 0,2 1-3 0,5 3 10 0,2 4-2 16,4 3-2-16,4 4-1 0,1 5-16 0,4 3-10 0,1 4-18 16,3 5-23-16,2 4-40 0,3 2-44 0,6 6-45 0,3 3-66 0,4 6-61 15,5 3-90-15,8 3-321 0</inkml:trace>
  <inkml:trace contextRef="#ctx0" brushRef="#br0" timeOffset="115074.05">17193 8517 1242 0,'-76'-22'17'0,"-7"1"14"15,-25-3-6-15,9 6-2 0,10 7-3 0,-3 2-5 0,2 1-9 0,-1 0 0 16,2 1-7-16,4-1-1 0,4-2 0 0,5 0 4 0,3-2 0 0,5-1 3 16,5-1 0-16,4-1 0 0,7-2 3 0,5 0-2 0,8 0 1 15,5-1 1-15,4-1-2 0,4 1 11 0,6-1-1 0,4 0-1 0,4 0 3 16,4-2-7-16,4 0 0 0,4 0-4 0,5-1 0 0,5-1-3 0,4 1 1 16,7-1-3-16,5-1 1 0,6-1 3 0,7-1-1 0,7-1 2 15,6-1 0-15,6 0-2 0,7 0-1 0,3 3 1 0,6 1 0 0,3 1 0 16,3 1 2-16,3 0 2 0,3 2 0 0,4 2-3 0,3 1-2 15,0 2 0-15,3 0-4 0,-1 4 1 0,3 1 1 0,-3 2-2 0,1 2 2 16,-1 3-1-16,-2 3-2 0,2 2-1 0,-2 3 0 0,3 0 2 0,-3 4-1 16,3 2-1-16,-4 1-1 0,-1 5-1 0,-2 2-4 0,-2 3 3 15,-2 3 3-15,-3 3-1 0,-3 0 2 0,-4 2 1 0,-3 2-1 0,-3 3-3 16,-3 1 1-16,-4 1-3 0,-3 1-1 0,-3 1-1 0,-4 2 3 0,-5 3-3 16,-3 0-5-16,-6 2 2 0,-4 3-2 0,-6 4 4 0,-5 0 4 15,-7 1 3-15,-5 1-4 0,-7 0 2 0,-6-1 3 0,-5 0-2 0,-4-3 8 16,-6 1-2-16,-5-2-7 0,-1-2 8 0,-6 1-1 0,-3-1 7 15,-5 0 7-15,-4-2-1 0,-6-2-1 0,-5 0-5 0,-4 0 1 0,-6-2-2 16,-5-1 2-16,-8-3-1 0,-7-2-1 0,-5-2 1 0,-7-1 3 0,-4-4-2 16,-8-1 1-16,-5-4-2 0,-6-2 0 0,-8-2 3 15,-6-1 5-15,-4-2 5 0,-5-2-5 0,-1 0-1 0,0-3 3 0,3-2 1 0,-2-1 6 16,4 0 3-16,4-1 1 0,4-2 2 0,8-1 6 0,9-2 1 0,9-1 0 16,8-1-3-16,5 0-11 0,6-2-6 0,10-1-8 0,6-1-3 15,9-2-4-15,5 0 1 0,8-1-1 0,7-1 3 0,4 0-2 0,7-1-4 16,5 1-1-16,3-3-2 0,3 0 1 0,1-2 0 0,2-1-5 15,2 0 5-15,3-2 3 0,2 0 6 0,2-2 4 0,1 0-2 0,1-2 0 16,3 0-3-16,1-1 1 0,2 1-5 0,2 0-5 0,1-1 4 0,3 2-5 16,3 0 1-16,1 1-2 0,3 1-3 0,0 1 1 0,3 1-4 15,1 0 2-15,2 2-3 0,4 0-5 0,1 1-5 0,4 0-8 0,2 2-5 16,3 0-16-16,1 2-22 0,2 0-33 0,5 0-37 0,0 1-42 0,4 0-42 16,2 0-42-16,5 1-27 0,3-1-81 0,5 0 13 0</inkml:trace>
  <inkml:trace contextRef="#ctx0" brushRef="#br0" timeOffset="115391.12">21235 9473 1552 0,'-16'-17'13'0,"0"-1"-14"0,1 0-29 0,7 5-37 0,7 7-45 16,3 3-32-16,3 1-9 0,4 2 10 0,5-1 17 0,5 3 18 0,3-1-4 16,4 2-4-16,4 0-18 0,1 2-95 0</inkml:trace>
  <inkml:trace contextRef="#ctx0" brushRef="#br0" timeOffset="115557.12">23197 9283 1457 0,'13'-18'10'0,"7"1"-6"0,10-4-11 0,5 7 0 0,7 4 1 15,8 3-5-15,5 2-6 0,7 3-20 0,1 1-29 0,5 1-41 0,2 2-31 16,2 3-34-16,4 3-36 0,3 1-40 0,0 0-121 0</inkml:trace>
  <inkml:trace contextRef="#ctx0" brushRef="#br0" timeOffset="116774.45">27896 9253 2449 0,'12'-16'81'16,"4"2"-51"-16,8-2-27 0,3 10-17 0,5 6-2 0,5 3 10 0,6 3 3 16,5 0-1-16,4 3-2 0,4 2-5 0,4 3-14 0,5 1-15 15,5 2-14-15,4 2-23 0,3 0-11 0,3 1-6 0,-1-3 5 0,-2-2 15 16,2-2 18-16,-2-3 21 0,0-1 9 0,-1-4 9 0,1-4 6 0,-2-4 3 16,2-3 5-16,-4-2 1 0,3-2 0 0,0-2 4 0,-2-2 3 15,0-4 6-15,0-2 9 0,-4-1 5 0,0-4 10 0,-4 0 4 0,-2-3 2 16,1-3-3-16,-4-2-7 0,0-3-10 0,-2-2-1 0,-4 0 0 0,-1 0 0 15,-3-3 4-15,-6 1-6 0,-2-1 12 0,-8-4-5 0,-1 0 4 16,-6-1 1-16,-3-3-9 0,-5 0 0 0,-3-1-7 0,-4-1-4 0,-3-2-10 16,-6 1-1-16,-6-2-4 0,-5 1-10 0,-4 1-4 0,-6-2 2 0,-5 1-8 15,-8-1-1-15,-7 1 3 0,-7 0-11 0,-10 0 5 0,-6-2-1 16,-8 2 4-16,-8 2 0 0,-7 2-2 0,-6 4 4 0,-3 3-2 0,-6 2 1 16,-3 5 11-16,-2 2 1 0,-4 4-5 0,-2 3 1 0,-3 3-6 15,-6 6 1-15,-4 3 9 0,-4 4 1 0,-5 5 4 0,-1 3 5 0,-5 5 1 16,-2 3 3-16,-1 4 0 0,-1 4-1 0,-2 4 7 0,-1 5 0 0,-1 4-5 15,-3 3 0-15,2 5-2 0,1 3 1 0,2 5 6 0,6 1-3 16,4 5 1-16,5 4-2 0,6 4 2 0,4 5 5 0,5 4-12 0,6 4 4 16,6 1-4-16,6 7 1 0,5 3 9 0,6 3-4 0,7 6 0 0,5 1-2 15,9 5-11-15,8-1-3 0,11 2 1 0,10-1-3 0,11-1 4 16,8-5 1-16,11-3-2 0,10-6-3 0,8-6-6 0,9-5 4 0,8-6-3 16,7-7 12-16,7-6 7 0,8-5-7 0,6-3 4 0,5-6-4 15,7-4 1-15,2-5 10 0,6-5 3 0,5-5 10 0,5-5 1 0,5-4-2 16,5-4 3-16,1-3-10 0,3-2-4 0,3-3 3 0,2 1-4 0,2-2 2 15,3-2-2-15,-1 1 0 0,0-2-4 0,-1 2 1 0,-3-2-6 16,0 1-7-16,-2 0-4 0,-2 0-11 0,-4 0 3 0,-3 2-1 0,-6-1 1 16,-1 1 2-16,-5-1-5 0,-1 0 3 0,-5 1 5 0,-1 0 1 0,-2 0 8 15,-4 1 5-15,-1-1-2 0,-3 1 6 0,-3 0-2 0,-1 0 1 16,-4 1 4-16,-2 0-3 0,-4 2 3 0,-5-1 0 0,-2 1-1 0,-5 0 3 16,-1 2 1-16,-3 0 1 0,-3 1 3 0,-2 1-1 0,-3 0 5 0,-2 1 0 15,-4 0 3-15,-3 0-4 0,-3 0-2 0,-1 1 1 0,-2 0-7 16,-2 0 3-16,-1 1-5 0,-2-1-2 0,-2 0 4 0,-1 0 0 0,-2-1 1 15,0 1 0-15,0-1-1 0,-1 1-1 0,0 0-2 0,0-1 2 16,0 1-3-16,0 0 2 0,-1 0 1 0,1 0-3 0,0-1 2 0,-1 1 1 16,0-1 0-16,1 1 3 0,-2-1 2 0,1 0 0 0,0-2 1 0,-2 0 3 15,-1 0-4-15,2-2 9 0,-1 1 5 0,0-2 2 0,0 1 3 16,-1-1 5-16,0 0 0 0,0 0 3 0,0 0 0 0,1 0-3 0,-1 0-1 16,1-1-1-16,0 0-4 0,-1-1-3 0,1 1-1 0,1-1-7 0,-1-1-2 15,0 0-1-15,1 0-6 0,0 0 1 0,0 0-2 0,0 0-1 16,-1 0-1-16,0 0 1 0,1 0-1 0,0 0-6 0,0 0 6 0,0 1-4 15,-1 0 1-15,0 0-3 0,0 1-5 0,0-1 4 0,1 1 0 16,-1 0-1-16,0 0 2 0,-1 0-1 0,0 0 1 0,1 1-2 0,-1-1 3 16,0 0-1-16,0 2-2 0,0-1 1 0,0 0 2 0,0 0-2 0,0-1 0 15,0 1 5-15,0 1-2 0,0-1-2 0,0 1 0 0,1-1-6 16,-1 0 6-16,1 1-1 0,0-1 2 0,0 2 2 0,0-2-4 0,1 1 4 16,-1 0-3-16,2 0 1 0,0 1 0 0,-1-1-3 0,1 1 7 0,-1-1-5 15,-1 1 4-15,3 0 2 0,-1 0-3 0,-1 0 0 0,2 0 0 16,-1 0 0-16,-1-1 0 0,2 2-1 0,-2-1 2 0,1-1 3 0,0 1-2 15,-1 0 4-15,1-1-5 0,-1 1-1 0,1-1 5 0,-1 0-4 16,-1-1 0-16,1 1 1 0,0 0-5 0,-1-1 4 0,1 2-1 0,-1-2 2 16,1 1-4-16,-1 0 2 0,0-1 2 0,-1 1-1 0,0-1 4 0,0 0-2 15,1 0-2-15,-2-1-1 0,1 1 0 0,0 0-4 0,0-1 4 16,1 2-2-16,-2-1-1 0,1 0 6 0,-1 0-3 0,0 1-1 0,1-1 2 16,-1 0-5-16,1 0 0 0,-1 0-2 0,-1 1 0 0,1-1 2 0,-1 1 1 15,0-1-2-15,1 0 2 0,-1 1 1 0,0-1 0 0,1 1 2 16,-1 0-1-16,0 0 4 0,-1 0-6 0,1 0-2 0,0 0-2 0,-1 0 0 15,1 1 5-15,-1 0 4 0,0 0-4 0,0 0 1 0,0-1 1 0,-1 1-4 16,1 0 5-16,-1 0-4 0,1 1-4 0,-2-1 6 0,1 1-5 16,-1 1 3-16,2-2 2 0,-2 1-5 0,2 1 2 0,-2-1-2 0,0 0 0 15,1 1 1-15,0-1 0 0,0 0-2 0,1 1 0 0,-1-1 6 16,0 1-5-16,1-1 2 0,-1 0 1 0,0 0-5 0,1-1 3 0,0 1 1 16,0-1 0-16,0 0 3 0,0-1-5 0,1 1 3 0,0-1-1 0,0 0-2 15,0 0 4-15,0 0-3 0,0 0 0 0,0 0 5 0,0-1-4 16,0 0-3-16,0 1 3 0,1-1-3 0,-1 0-2 0,0 0 5 0,0 0-5 15,0 1-9-15,1 0 0 0,-1-1-15 0,0 0-20 0,1 0-20 0,-1-1-19 16,0 1-18-16,0 1-7 0,0 0-4 0,-1-1-4 0,0 1-3 16,0 0-6-16,-1 0-11 0,0 1-1 0,-1-1-2 0,-1 0-1 0,-2-1-121 15</inkml:trace>
  <inkml:trace contextRef="#ctx0" brushRef="#br0" timeOffset="118173.68">2619 9621 1045 0,'-21'9'-129'0,"3"1"208"16,-1 2-4-16,11-2-36 0,9 0-8 0,5-2-11 0,3 1-3 0,6-1 1 15,3 1 0-15,7 0-1 0,6 1-1 0,6 0-9 0,3-1-1 0,5 1-4 16,4-1 0-16,4 1 2 0,5 0-5 0,6 0-2 0,3-1 3 16,3 1-2-16,4 1 3 0,5-1 2 15,1 1-8-15,4-1 7 0,3-2-3 0,-1 2 2 0,6 0 3 0,2-1-4 0,4 0-1 0,0 1-2 0,3 0 2 16,1-2-2-16,1 1 0 0,6 0-1 0,2-1 1 0,1 0 2 16,3-1-1-16,3-1-3 0,2 0 2 0,5-2 3 0,1 2 2 0,3 0 0 15,3-1 4-15,0 1 3 0,4-1 3 0,3 0 8 0,1 0-5 16,2 0-1-16,6-1-5 0,2 0 2 0,6 0 1 0,2-1-1 0,4-1 4 15,4 0 0-15,6 1-5 0,4-1 2 0,4 0-4 0,3 0-3 0,2-1 2 16,4 1 0-16,4 0-2 0,3 0 0 0,3 0-1 0,5 1-1 16,1 1 2-16,3 0-4 0,3 1-2 0,2 1 1 0,5 0-2 0,3 2-1 15,3-1 2-15,4 3 3 0,2 0-12 0,2 2 7 0,2 0-4 0,3 0-2 16,2 2 5-16,3 2-7 0,2 2 9 0,1 1-9 0,0 1 2 16,2 1 3-16,1-1 1 0,-1 1 8 0,3 1 3 0,0 0-1 0,1 2-2 15,1 0-1-15,-1 0 5 0,1 2 2 0,-2-2 9 0,0 2 10 16,0-1 16-16,-1-2 9 0,0 1 6 0,-3-1-5 0,1 1-12 0,0 0 1 15,-2 0 1-15,0-1-6 0,-1-1 3 0,0 1-6 0,-1-2-8 0,1-1 7 16,1-2 2-16,1 0 6 0,1-1-3 0,0-2-1 0,0-2-12 16,0-1-2-16,1-2 9 0,1-1 3 0,0-3 10 0,2 0-4 0,0-1 4 15,2-1 4-15,1-1-5 0,-2 0 1 0,0-2-18 0,-4 0-11 0,-1 2-4 16,-1-1 0-16,-1 0 3 0,1 1-7 0,-1-1 1 0,1 0-4 16,-1-1-2-16,-2 2-1 0,-1-1 3 0,-1 1-3 0,-1 1 2 0,0 1 7 15,-3 1-11-15,-1 0 15 0,-3 0 4 0,-3 1-9 0,-1 1 4 16,-9 0-10-16,-5 2 0 0,-3 1 0 0,-5-1-4 0,-2 2-2 0,0 1 6 15,-7 0-7-15,-9 3-1 0,-9-1 1 0,-9 2-8 0,-8 0 0 0,-6-1-1 16,-7 1 0-16,-5 0-2 0,-5 1-2 0,-5-1-4 0,-3 2-7 16,-4 2-16-16,-8-2-13 0,-4 2-9 0,-8 0-9 0,-5-2-10 0,-5 2-5 15,-6 0-27-15,-3-3-20 0,-4 2-12 0,-6 0-50 0,-3-1-50 0,-1 1-77 16,0 1-166-16,4 2 20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1T10:48:25.6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4886 7174 115 0,'0'-1'108'0,"2"-1"-24"0,1 1-33 0,1 0-13 0,1 0-7 15,2 1-5-15,1 1-4 0,2 0-4 0,1 0-4 0,1 2-5 16,1-1-3-16,0 2-3 0,2 0-2 0,1 1-1 0,1 0 0 0,-1 1-3 16,3 0 1-16,0-1 0 0,0 0 1 0,1 0 0 0,1-1 0 0,-1 1 0 15,2 0 1-15,0-1 0 0,1-1 1 0,3 1-1 0,0-1 3 16,1 0-1-16,3 0 1 0,-2-1 2 0,1 0-4 0,0 1 3 0,0-1-1 15,1 0 2-15,2 1 3 0,0-1 0 0,2 0 1 0,1 0 7 16,0 0 2-16,1 0 4 0,3 0 7 0,0 0 1 0,1 0 0 0,1 1-3 16,3-1-3-16,1 0-3 0,1 1 2 0,0 0 3 0,1-1 4 0,2 2 0 15,1-1 2-15,1-1-1 0,1 1 0 0,0-2 0 0,1 1 1 16,3-2 2-16,-1 1 3 0,2-1 1 0,0 1-3 0,0 0-1 0,0-1-5 16,1 0-3-16,0 0-4 0,1 0 1 0,1 0 1 0,-1 1-3 0,1-1 2 15,1 0-7-15,1 0 0 0,1 0-4 0,1 0 0 0,0 1 0 16,0-1-9-16,0 0 1 0,2 1-1 0,-2-2-4 0,1 1 5 0,1-1 0 15,-1 1-2-15,2-1 1 0,-1 0-1 0,0 0-2 0,0-1 1 16,-1 0-1-16,-1-1 0 0,-1 0 4 0,1 0-2 0,0 0 4 0,-1 0 2 16,2 0-5-16,-3-1 2 0,1-1-1 0,-1 1 0 0,0-2 0 0,0 1 3 15,-2-2-5-15,1-1 4 0,-1 1-2 0,0-2-3 0,1 1 4 16,-2-1-4-16,-2-2 0 0,0 1 3 0,-1-1 1 0,-1-1-1 0,-1 1 0 16,0-3 2-16,-3-1-5 0,1 0 4 0,-2 1 0 0,-2-3-1 0,-2 1 2 15,-1-1-1-15,-3 1 0 0,-2-1 1 0,-2 1-5 0,-3-1 1 16,-3 1-4-16,-1 0 6 0,-3 0 6 0,-3 1 0 0,-3-1 2 0,-2-1-2 15,-2 1-4-15,-2 1 5 0,-4-1-2 0,-3 0-2 0,-4 0 2 16,0 1-3-16,-3 0-3 0,-2-1-3 0,-3 0-6 0,-1 1-1 0,-3-1-4 16,-4-1-1-16,-3 1 0 0,-4 1-2 0,-2-2 2 0,-4-1 2 0,-3 1-4 15,-2-2 4-15,-5 2 3 0,-2 0-5 0,-4 2 7 0,-3-1-2 16,-2 1-4-16,-2-1 6 0,-3 1-5 0,-4-1 4 0,-2-1 3 0,-3 0-3 16,-1 1 4-16,-2 0-2 0,-2 0-1 0,-3 0 4 0,-3 1-5 0,-2-1 2 15,-2 1-1-15,-2 0 3 0,-1 1 6 0,-3-1-1 0,1-1 3 16,-1 0-4-16,-1 2-4 0,-1 0 5 0,-2 2-4 0,-1 2 2 0,-1 0 1 15,0 2 0-15,-1 0 1 0,1 0 2 0,-1 1 0 0,0-1-3 16,0 1 2-16,1 0 0 0,0 0 1 0,0 2 0 0,0-1 0 0,-1 1 2 16,0 0-1-16,-1 1 0 0,-1 2 2 0,1 1 1 0,-1 2 1 0,2 1 2 15,-1 2 2-15,0 2 0 0,-1 2-1 0,1 2-3 0,-2 3 0 16,0 4-2-16,2 3 2 0,-1 2-5 0,0 3-5 0,-2 2-9 0,3 3-4 16,-2 0 3-16,3 3-3 0,2 2-3 0,2 4-17 0,3 1-34 0,-1 3-100 15,3 4-97-15,2 0-106 0,2 0-192 0</inkml:trace>
  <inkml:trace contextRef="#ctx0" brushRef="#br0" timeOffset="13118.99">14281 7348 107 0,'13'-12'82'0,"2"0"0"0,7-2-28 0,0 2-12 0,1 3-14 15,2 0-4-15,1 1-3 0,3 0-2 0,0 0-3 0,2 1-5 0,0 0-3 16,1 2-3-16,-1 2 0 0,1-1 0 0,-1 2-1 0,2-1-1 15,0 1-1-15,1 1 3 0,-2-1 0 0,0 1-1 0,0 0 4 0,3 1 0 16,0 0 2-16,1 0 2 0,3-1 3 0,0 1 1 0,2 0 1 0,1-1 6 16,2 2 1-16,1-1 2 0,2 2 4 0,2 0 1 0,-1 0 1 15,2 1 1-15,1 1 1 0,0 0 0 0,0 0-1 0,1 2 2 0,0 0-2 16,0 1 2-16,1 0-1 0,0-1 1 0,-1 0 3 0,3 0-1 0,-2 1 3 16,1 0-7-16,-2 0-2 0,0 1-6 0,-1 1-6 0,0 1 1 15,1 0-3-15,-2 1 1 0,-1-2 1 0,0 0-6 0,0 1 4 0,0-2-2 16,-1 0-2-16,1-1 5 0,-2-3 1 0,0 0 8 0,0-1 0 15,-1-2 2-15,-1-1 5 0,-1-1-5 0,2 0 1 0,-3-2-3 0,0 0-4 16,1-1-2-16,-3-1 0 0,1-1-2 0,0-1-2 0,0-1-1 0,-1-1-5 16,0 0-4-16,-1-1-1 0,-1-1 0 0,1-1-1 0,-2-1 2 15,-2 0-6-15,1 0 0 0,-2-3 3 0,0-1 0 0,-2-1 6 0,0-1-1 16,-3-1-3-16,-1 1 4 0,-3 0 0 0,0-1 4 0,-2-1-1 0,1 0 0 16,-3-1 1-16,-2 0 1 0,-3-2 0 0,-3 0-7 0,-3 0 1 15,-3-1 5-15,-2 0 0 0,-3-2 6 0,-3 0-5 0,-4-1-9 0,-3-2-2 16,-4 1-2-16,-4-3-4 0,-6 1 2 0,-2-3-1 0,-5-1-4 0,-2-1 4 15,-3-1 2-15,-3 0-8 0,-4 0 7 0,-2 0 2 0,-4 0-2 16,-2-1 3-16,-3 3 2 0,-1 0-2 0,-2 0 0 0,0 1-3 0,-4 1-3 16,-2 0 0-16,-1 3 2 0,-2 1 1 0,0 1 1 0,0 3 4 15,-2 0-4-15,-2 1-1 0,0 1 0 0,-1-1-1 0,0 2-1 0,-1 4 1 16,-1 1 1-16,-1 2-5 0,0 2 0 0,-1 3-2 0,1 1 1 0,0 2 5 16,0 2 2-16,-1 2-1 0,2 3 0 0,-1 1-1 0,0 2-2 15,4 3-3-15,-1 1-1 0,0 2 1 0,2 3 2 0,0 1 3 0,0 3 1 16,1 2 0-16,1 1 0 0,1 2-6 0,3 2 3 0,1-1-4 15,1 1-1-15,1-1 5 0,1 1-8 0,3 2 5 0,2-2 0 0,1 2 0 16,3-1 3-16,0 2 2 0,4 0-2 0,0-2-7 0,2 2 1 0,3-2-2 16,-2 1 3-16,4 0 9 0,1-1 0 0,1 1-1 0,3-1 0 15,0 0-4-15,2-2 3 0,2-1-1 0,2 0-2 0,5-1 3 0,0-1-3 16,4 2 1-16,3 0-1 0,2-1 1 0,3 1 1 0,2-2-1 0,3-1 1 16,3 1 1-16,1 0-2 0,3 0 5 0,3 0 2 0,1 1-1 15,3-1 5-15,0 2-3 0,2 1-1 0,3-2 5 0,2 2-5 0,1-2 0 16,3 0-3-16,1 2-1 0,4-1 8 0,2-1 3 0,-1 1-1 15,4-2 0-15,-1-2-6 0,4 1-1 0,1 0 2 16,2-2-3-16,1 0-2 0,1-1 1 0,1-2-2 0,2 1 3 0,0-2 0 0,0 1-2 0,1-1 1 16,-1 0-2-16,0-1 1 0,0 0 0 0,1 1 1 0,-1-2 1 15,0-1-4-15,0-1 2 0,-2-2 2 0,-1-1-1 0,1-1 3 0,-3 0-2 16,1-3-1-16,0 1 0 0,-3 0-2 0,0 0 0 0,0-1-2 0,-3 1-4 16,2 0-3-16,-3 1-11 0,0 0-21 0,-2 2-39 0,-2 0-82 15,-3 1-81-15,-1 2-72 0,-1 1-146 0,-3-1-54 0</inkml:trace>
  <inkml:trace contextRef="#ctx0" brushRef="#br0" timeOffset="16767.99">20206 7396 27 0,'-11'-4'41'0,"0"-1"14"15,-3-1 8-15,2 1-11 0,5 0-20 0,0 0-8 0,2-1-4 16,0 1 1-16,1 0 2 0,1 1-3 0,0-1-3 0,0 0-7 0,0 0-2 16,1 1-1-16,1 0 1 0,0 2 0 0,0-1-4 0,1 2-1 0,1-1-1 15,1 0-2-15,0 1 0 0,1-1-2 0,0 0 2 0,1 1-2 16,1 0 2-16,1 1 2 0,1 0 0 0,2-1 2 0,-1 2-1 0,3-1 2 16,-1 1-1-16,2 1 2 0,0-1 0 0,0 0-4 0,1 1 4 0,1 1-2 15,0-1 2-15,0 1 2 0,0 1 0 0,3 0 1 0,0 1 0 16,1 0 4-16,1 0 3 0,-1-2 7 0,0 2 6 0,-1 0 5 0,2-1-1 15,1 1 2-15,0-1-4 0,3 1-4 0,0-1-2 0,0-1-4 16,3 0 0-16,0-1-1 0,3 0 0 0,-1-1-4 0,3 0-3 0,-1 0-1 16,1-1-1-16,2 0 0 0,0-1-1 0,1 0 0 0,2 0-2 0,-1-1-1 15,3 0 2-15,1-1-2 0,0-1 3 0,0 0-1 0,0 1-2 16,0-2 1-16,2 1-5 0,1-1 1 0,-1 1 3 0,1-1-4 0,-1-1 2 16,0-1-1-16,1-1-2 0,0 0 1 0,-1 0 1 0,0-1 0 0,1 1 2 15,-3 0 0-15,1-1-1 0,-1 0 2 0,-2 0-1 0,1 0 1 16,-1-1-2-16,-1 1 0 0,0 0-1 0,-2 0 0 0,0 0 1 0,0-1-1 15,0 1-1-15,-1-1 3 0,0 0-4 0,-2-1 4 0,0-1-2 16,1-1 0-16,-1 0 2 0,-1 1-3 0,-1-1 1 0,-5-2-1 0,1 1 1 16,-3-1 2-16,0 1 10 0,0-1 4 0,-3-1 4 0,0 0-3 0,0-3-6 15,-3-1 1-15,-1 1-2 0,0-2 2 0,-1-1 4 0,-2 0-3 16,0-2-2-16,-1 0 1 0,-2 1-5 0,-1-2 0 0,0 1 0 0,-2-3-2 16,-2-1 2-16,-1 1-3 0,-3-2-3 0,-1 3 0 0,-2-2 2 0,-3 1-2 15,-1-2 2-15,-2 2-6 0,-2-3 2 0,-1 1 1 0,-2 1 6 16,-3 0 4-16,-2 0-1 0,-2 1 3 0,0 0-10 0,-4 0 2 0,1 2 1 15,-4 0-3-15,-1 1 4 0,-3 1-3 0,-1 0 1 0,-3 2-3 16,-1-1 0-16,-3 0 0 0,0 2-1 0,-1-2 2 0,-1 0 4 0,-1 3-1 16,-2 0 0-16,-1 1-3 0,-2 2-1 0,-1 0 4 0,1 2-3 0,-2 2 6 15,-2 0-6-15,-1 3-3 0,-1 2 3 0,-2 1-1 0,2 4-1 16,-2 1 4-16,-1 1-5 0,-1 1 1 0,0 1-2 0,0 0-2 0,1 3 1 16,-1 0-1-16,0 1-2 0,0 0 6 0,-1 1-3 0,1 1-1 0,1 2 7 15,-1-1-9-15,2 2 6 0,-2-1-1 0,2 0-6 0,2 2 2 16,0 1-2-16,2-1 3 0,-1 2 0 0,2-1-2 0,2 1 2 0,1 2-2 15,3 0 1-15,1-3 2 0,0 2-5 0,3-2 2 0,1 1-1 16,-1-2-1-16,3 2 4 0,1 0-2 0,1-1-2 0,1 1 5 0,-1-1-2 16,2 1-3-16,0 1 3 0,1 1 1 0,3 0-3 0,0 1 4 0,1 1-1 15,-1-2-5-15,2 3 5 0,-1 0-9 0,2 0 7 0,2-1 0 16,-1 1-1-16,3 1 10 0,0-1-2 0,1 1-2 0,3-1 3 0,1-2-6 16,3 0-1-16,1-1 0 0,4 1-3 0,0-2 3 0,2 1-3 0,2 1 0 15,1 1-1-15,1-1 1 0,2 3 0 0,0-1 2 0,2 1-1 16,0 0 2-16,1 1-2 0,0-1-2 0,2 1 1 0,0 0-1 0,1 0 0 15,1 1 1-15,1 0 2 0,2-1-3 0,1 2 1 0,0-2 0 16,3 1 0-16,2-2-2 0,0-2-1 0,2-1-2 0,0-1 3 0,3-1 4 16,1-1 0-16,1 0-1 0,2-2 8 0,2-1-1 0,-1-1 1 0,2-2 3 15,0-1-10-15,3 0 2 0,-2-1 2 0,2 0-1 0,0-1 3 16,0-1-6-16,0 0 2 0,3 0 2 0,-3-1-4 0,0 2 5 0,-2-1-6 16,-1 1 6-16,0-1-4 0,-1 0-2 0,1 1 4 0,-2 0-6 0,1 0 7 15,-1 0 1-15,-2-1-4 0,1 1 1 0,-1-1-2 0,-2 1-1 16,1 1 3-16,-1-1 0 0,-3 0 1 0,1 0 2 0,0-1-4 0,-2 0 1 15,1 0-2-15,-1-1 1 0,-1 0 2 0,-2-1 3 0,-1 0-4 16,-1 1 1-16,-1-2-2 0,0 2 2 0,-1-2 2 0,-1-1-1 0,0 1 1 16,-1-2-1-16,0 0 1 0,-1 1 0 0,-1-2-3 0,0 1 5 0,-2 1 0 15,1-1-2-15,-1 0 2 0,0-1-3 0,-1 1 2 0,0 0-4 16,-1-1 0-16,0 1 2 0,1 0-1 0,-1 0 2 0,1-1-1 0,-1 1 0 16,-1 0-4-16,1 1 4 0,-1 1-2 0,0-1-2 0,0 0 4 0,1-1-4 15,-1 1 1-15,0 0 5 0,0 1-4 0,-1 0 0 0,1 0-3 16,-1 0 0-16,1 0 4 0,-1 1-1 0,0 0-1 0,1 0 2 0,-1-1-4 15,0 1 3-15,0 0 3 0,0 0 1 0,0 0-4 0,0-1 2 16,1 1-2-16,0 1-1 0,-1-1 2 0,0 1-2 0,1 0 4 0,-1 0-3 16,0 0 1-16,1 0-1 0,-1-1 0 0,0 0-1 0,0 1 2 0,0 1 1 15,0 0-3-15,0-1 4 0,0 1-3 0,-1-1-4 0,0 0 4 16,1-1 0-16,0 0 0 0,0 0 4 0,0 0-3 0,-1 1 0 0,1-1 1 16,0 0 0-16,0 0-1 0,0-2-1 0,-1 0 3 0,1 0-3 0,-1 0 5 15,1 0-1-15,-1-1-4 0,1 1 0 0,-1-1 1 0,0-1-1 16,0 0 4-16,1 1-1 0,-1 0-3 0,-1 1 2 0,1 0-2 0,0-1 3 15,0 0-2-15,1 1 0 0,-1 0 1 0,1 0-2 0,-2 0 1 0,1 0 0 16,1 0-2-16,-2 1 1 0,0 0-3 0,1-1 2 0,-1 2 1 16,1 0-1-16,-1 0 1 0,0 1-2 0,1-1 1 0,0-1 1 0,-1 1-1 15,0-1 0-15,1 1-1 0,0 0 4 0,0 0-4 0,1 0 1 16,-1 0-2-16,1-1-2 0,0 1-2 0,0-2 2 0,1 0 2 0,0 1 0 16,0-1 2-16,0 0-1 0,0 0-5 0,0 0 2 0,-1 0 1 0,2-1 0 15,-1 1-2-15,1-3-3 0,0-1-5 0,1-1-2 0,-1-2-9 16,2-2-40-16,1-1-46 0,-1-1-30 0,1 0-35 0,1 0-28 0,-1-2-38 15,1-2-230-15</inkml:trace>
  <inkml:trace contextRef="#ctx0" brushRef="#br0" timeOffset="19934.99">5084 8616 48 0,'-3'-1'25'0,"0"1"-6"0,-1-1-7 0,2-1 0 15,1 1 0-15,0 0-5 0,0 0 2 0,0 1-1 0,1 0-4 0,0-1 2 16,0 1-1-16,0 1 1 0,1-1 5 0,0 1-2 0,0-1 1 16,1 1 5-16,1 1-2 0,-1-1 4 0,1 1 0 0,1 0 0 0,1 0-2 15,0 1 1-15,2-1 3 0,0 0-2 0,1-1 2 0,0 1 3 0,2-1 0 16,1 1-1-16,0-2 2 0,2 1-3 0,1 0 6 0,2-1 0 16,0 1 5-16,2 0 4 0,2-1-5 0,-2 1-2 0,-1-1-4 0,2 1 0 15,1-1 0-15,0 1 0 0,2-2-2 0,2 1-2 0,0-1 0 16,2 0-3-16,2-1-1 0,1 0-1 0,2 0-7 0,2-2 7 0,1 0-1 15,2-1 3-15,1 0 8 0,0 0-5 0,2 0 1 0,1 0-1 0,2 0-3 16,1-1 2-16,0 1-2 0,-1 1-2 0,0-1 1 0,-1 3-4 16,0-1 1-16,2 2-1 0,-1 0-5 0,0 0 1 0,0 0-5 0,-1 2 3 15,1-1 6-15,0 0-2 0,2 0 3 0,0 0-1 0,0 0-1 0,1 1-4 16,-3 1 0-16,-1 0 2 0,1 1-6 0,-1 1 5 0,-1-2-3 16,1 3 0-16,-1 0 1 0,-1 0-1 0,1 0 1 0,-3 0-3 0,0 0 1 15,2 0 0-15,-1-1 1 0,1 0 4 0,0 0-2 0,-1-1-1 16,-1-1 2-16,-3 1-1 0,1-2 2 0,0 1 5 0,0-2-2 0,1 0 1 15,-3 1 0-15,1-2-2 0,-3 1 2 0,0-1 2 0,0 1 1 0,-2-1 0 16,-1 0 1-16,-1 1-4 0,-1-1 2 0,1 0-4 0,0-1 0 16,1-1 1-16,-2-1-1 0,2 0 1 0,-2-2-2 0,-1-1-1 0,1 0-2 15,-1-2 2-15,0-1-1 0,1 0 2 0,-2-4-5 0,2 1 3 0,-1-3-3 16,-1 0-3-16,0-1 2 0,0-2 0 0,-2 1-4 0,-2-1 3 16,-1 0 3-16,-1-2-4 0,-1 2-2 0,-2-2-6 0,1-1 1 0,-2 1 3 15,-1-1 10-15,-4 1 6 0,0-1 3 0,-2 1-3 0,0-1-5 16,-2-2-1-16,-2 1-2 0,-1 0 2 0,-1 0-3 0,-1 2 3 0,-2-1 1 15,-1 1 0-15,0-1 0 0,-2-1 2 0,-1 0-3 0,-1 0 2 16,0-1 2-16,-1-1-4 0,-1 1 0 0,-2 1-1 0,-2 0 1 0,-1 0 1 0,0 0 0 16,-2 0 1-16,0 0-8 0,-2-1 0 0,1 1-2 0,-2-1 9 15,-1 0 6-15,0-1 3 0,-2 0-3 0,-1-1-10 0,0-1-1 0,-3 0-1 16,0 1 1-16,-1 1 2 0,-3 0 0 0,-2 1 0 0,0 1-5 16,-6-1 2-16,-1 2-1 0,-2-2-2 0,-2 0 1 0,0 2-2 0,-3-1 3 15,-2 2 0-15,-2 3 5 0,-2-1 0 0,-1-1-3 0,-1 2 3 0,-1-1-6 16,-3 1-13-16,-2 2 2 0,-1-1-1 0,-4 2-4 0,0-2 10 15,-1 4 4-15,-4 0-7 0,-1 1 5 0,-1 3 6 0,0 2-4 0,-3 0 6 16,1 1 0-16,-1 1-2 0,1 2 0 0,0-1 5 0,-1 2-2 0,1 2-1 16,0 0 1-16,1 3-5 0,-2 2 5 0,-1 0-9 0,0 4 0 15,2 2 0-15,-2 3 5 0,1 3 5 0,0 2 0 0,0 3 8 0,1 1-5 16,0 2 0-16,2 1 2 0,1 2-9 0,4 1 1 0,2 2 2 16,3 1-5-16,5 1 3 0,2 2-4 0,4-2-2 0,2 0 0 0,3 0 1 15,3 1-1-15,4 2 2 0,4 1 0 0,1 1-15 0,5-1 7 0,1 2-6 16,3 0 9-16,4 1 8 0,2-1-3 0,3-1-1 0,4 0-15 15,3 1 0-15,3-1-5 0,4-2-6 0,3-1-9 0,3-4-5 0,4 0-22 16,2-4-29-16,4 0-75 0,3-3-32 0,3-1-42 0,2-2-71 0,5-2-219 16</inkml:trace>
  <inkml:trace contextRef="#ctx0" brushRef="#br0" timeOffset="58470.13">14137 8184 500 0,'-7'-9'78'0,"-1"0"-42"0,1-1 0 0,1 5-5 0,2 2-7 0,3 1-5 16,1 0-9-16,-1 1-3 0,3 0-4 0,0-1-2 0,2 1-6 0,0 0 0 15,1 0 0-15,1 1 2 0,0 0 0 0,1 0 1 0,-1 1-3 16,1 0-2-16,1 1-1 0,-2 1-4 0,0 0-1 0,0 0-3 0,-4 0-3 16,2 2-1-16,0 0-4 0,-2 1-1 0,-1 0-1 0,0 0-9 15,-2 0-2-15,0 1 0 0,0-1-1 0,-1 2 3 0,1 0 0 0,0 1 0 16,0 1 2-16,0-1 6 0,1 1 6 0,1-1 5 0,1 0 4 0,0 0 6 15,1 0 2-15,0 0 2 0,1 0 3 0,1 1 0 0,0-2 1 16,2-1 1-16,0-1 2 0,1-1 2 0,2 0 5 0,0-1 5 0,3 0 7 16,1-1 7-16,1 1 4 0,0 0-1 0,2-1-1 0,0 1-5 0,3-1-7 15,-1 2 0-15,3 1-5 0,1 0-1 0,2 1-1 0,1 2-4 16,1 1-3-16,3 0-3 0,0 2-2 0,3 0 0 0,1 0 0 0,2 1-2 16,2 2 0-16,3 0-1 0,2-1 0 0,1 0-1 0,1 0 2 15,2 1-2-15,3-2 0 0,4 1 0 0,1 0-2 0,3-1 1 0,2-1 2 16,3-2 0-16,3 0 1 0,1 0 2 0,1 0-3 0,2-1 3 0,0-1 1 15,2 0 1-15,1-1 0 0,0-1 0 0,1 1 0 0,2-1-1 16,-1 0 2-16,1-1 0 0,-2 1 1 0,1-1 3 0,-1 0 1 0,-1-1 3 16,-2 0 0-16,-1-1 2 0,0-1 2 0,-1 1 0 0,0-2 3 0,-2 0-2 15,0-1 1-15,0 0-2 0,-1-1-4 0,-3-1-2 0,2 1-5 16,-2-2 0-16,-1 1 1 0,0-2 1 0,-2 0 1 0,-3-2 0 0,-2-1 3 16,-3-1 4-16,-3-1 9 0,-4-1 20 0,-2-1 16 0,-6-1 10 15,-4-3 4-15,-2 0-8 0,-5-1-6 0,0-2-4 0,-3-1-6 0,-4-3-11 16,-1 1-10-16,-4-3-10 0,-2-2-6 0,-3-2-5 0,-4-2-3 0,-1 1-7 15,-3 0-6-15,-4 1-11 0,-3-2-11 0,-3 0-6 0,-5 0-3 16,-6 2-2-16,-4 1-1 0,-6 1-5 0,-4-1-5 0,-6 2-7 0,-5-2 2 16,-7 1 5-16,-6 1 4 0,-6-1 16 0,-6 1 11 0,-3-1 8 0,-5 1 6 15,-4-2 3-15,-3-4 1 0,-3 0-1 0,-2-1 2 0,-3-3 0 16,0 3 1-16,-2-1 1 0,0 0 0 0,-1-2-1 0,-2 0-6 0,0-1-18 16,-1 2-22-16,0-1-4 0,1 0 6 0,2 3 14 0,-1 1 22 15,2 3 3-15,-1 2 3 0,2 4 7 0,-4 2 4 0,0 3 7 0,0 2 7 16,-1 3 6-16,3 5 12 0,0 0 2 0,5 1-1 0,0 3-1 0,5 0-7 15,1 3-1-15,2 3 3 0,3 3 3 0,1 3-1 0,2 3-1 16,3 4-6-16,2 5-1 0,3 3-6 0,4 3-4 0,6 3-5 0,7 3-6 16,9 1-4-16,7 3-10 0,10 1-2 0,7 2 1 0,7 3-2 0,8 1 4 15,7 2-11-15,6 3-17 0,6 2-26 0,4-1-34 0,7 0-39 16,3-2-27-16,6 1-39 0,1 0-203 0</inkml:trace>
  <inkml:trace contextRef="#ctx0" brushRef="#br0" timeOffset="62089.61">19968 8504 628 0,'-5'-11'117'0,"0"1"-38"0,0-2-23 15,1 3-16-15,3 3-16 0,0-1-4 0,1 1-6 0,1 1-6 0,1 1-3 16,1 0-2-16,0 0-1 0,3 1 1 0,1 0 0 0,1 0-1 16,3 1-2-16,0 0-1 0,1 2 2 0,-1 0 1 0,0 1 5 0,2 1 5 15,0 1 7-15,2 0 11 0,-1 1 13 0,1 1 14 0,2 1 8 0,2 0 6 16,0 1-3-16,5-1-2 0,2 3-5 0,2 0-5 0,4 2-3 16,3 0-13-16,4 2-4 0,6-1-5 0,2 1-12 0,5 0 5 0,4-1-11 15,4 0-8-15,4-2 1 0,4 3-9 0,2-1 3 0,4-1 3 0,2 1-5 16,2-2 0-16,2-2-5 0,0-1-5 0,1-1 7 0,1-3 4 15,-1-2-1-15,-3-3 6 0,0-1-5 0,-2-3 1 0,-3 0 7 0,-2-1 4 16,-2-2 11-16,-2-1 4 0,-1-1 9 0,-3 0 6 0,-1-1-2 16,-1 0-4-16,-2-2-1 0,-3 0-11 0,-1-2 0 0,-3 0-4 0,0 0-11 15,-2 0-1-15,-1 0-4 0,-2 1 0 0,-2-1 3 0,0 0-3 0,-5 0 2 16,-1 0 1-16,-3 0-5 0,-1-1 5 0,-2 0-6 0,-2 1 3 16,-2-2 1-16,-5 0-14 0,-2 1 7 0,-2-1-4 0,-4 1 7 0,-2 0 6 15,-1 1-3-15,-2-1 6 0,-2-1-12 0,-4 1 0 0,-1-1 1 0,-3-1-2 16,-2 1 0-16,-2 1 1 0,-2-2 0 0,-2 1 0 0,-4 1 0 15,-3-2 2-15,-3 0-2 0,-1 0-1 0,-4-2 7 0,-4-1-6 0,-3 0 1 16,-5-1 2-16,-3 0-5 0,-3 2 5 0,-4 0-5 0,-1 1 5 16,-3 1 0-16,-1 0 3 0,-2-1 0 0,-3 1-2 0,-1 0 2 0,1 0-1 15,-2 2-5-15,-1 0 3 0,1 0-2 0,0 1 5 0,-1 3 10 0,1-2-9 16,1 2 8-16,-3-1-6 0,0 1-3 0,-1 2 1 0,1 1-3 16,-3 1 4-16,0 1-4 0,0 2 5 0,0 0 1 0,-3 1-1 0,0 1 3 15,-2 2-5-15,0 1 2 0,1 0 3 0,0 2 4 0,3 1 9 0,0 2 0 16,3 2 5-16,2 1 1 0,1 2-1 0,5 0-3 0,1 1-5 15,3 3-3-15,4 0 0 0,2 3-21 0,0 1 8 0,3 1-11 0,0 2 4 16,4 2 11-16,2 2-2 0,0 1 1 0,0 3-9 0,1 1 0 16,1 2 0-16,2 0-2 0,3 1-2 0,2 3-4 0,1-1-6 0,3 3-10 15,0-3-9-15,3 1-15 0,2 1-28 0,3 2-33 0,2 2-28 0,1 0-49 16,1 1-53-16,1 1-68 0,1 2-128 0,1 1-133 0</inkml:trace>
  <inkml:trace contextRef="#ctx0" brushRef="#br0" timeOffset="67087.61">6433 9311 20 0,'5'-2'13'0,"2"-1"6"0,4 0 16 0,4 0 6 0,0 0 7 16,2 1 5-16,1-1-6 0,1 1 1 0,1 0-5 0,2 1-11 0,2 0-3 15,0 1-6-15,2 0-5 0,0 1-3 0,3 0-2 0,1 1 0 16,2-1-5-16,0 2-2 0,1-1-2 0,0 2-1 0,2 0 4 0,-2 0 2 16,3-1 2-16,0 1 3 0,0 1 1 0,4-1 3 0,0 0 4 0,2 0-2 15,1-1 0-15,1 1-2 0,1 0-2 0,3 0-1 0,0 1-3 16,1-1-1-16,2 2-3 0,1-1-1 0,0 1 4 0,1 0 0 0,3 2-1 16,-1 0 4-16,0 0-5 0,1 0 3 0,-1 0 2 0,2-1 4 0,0 0 4 15,0-1-1-15,2-1 3 0,-1 0-1 0,0-2 3 0,2-1 3 16,-1 0-5-16,2-1 0 0,-1-1-1 0,-2 0-5 0,0 0 7 0,0 0 0 15,-2-1 1-15,0 1 4 0,-2-1-7 0,-1 1 2 0,2-1-4 16,-3 0-5-16,1 1 1 0,-1 0-2 0,-1 1-1 0,-1 0-1 0,1-1-5 16,0 0 2-16,0-1-1 0,1-1-3 0,0 0 3 0,0-1-3 0,2-2-4 15,0 1 5-15,0-1-2 0,1-1-1 0,-1-1 1 0,0-1-3 16,0-1-2-16,2 0-2 0,-4-1 5 0,1-1-2 0,-4 2-1 0,-2-2 3 16,0 0-3-16,-2-2 4 0,0 1 0 0,-2 1 0 0,-2-1 0 0,-1 0-3 15,-3 0 3-15,0-1 0 0,-2 2 1 0,-2-2 2 0,-3 1-3 16,-2 0 4-16,-2-1 2 0,-1 0 2 0,-2-2 2 0,0 0 2 0,-1 0 1 15,-4 2 3-15,-2-1-2 0,-1 0 2 0,-3-1-5 0,0 0 0 0,-3 0-1 16,-1-2-3-16,-3 1 0 0,-3-1-4 0,-1-1 1 0,-4-1-2 16,-1 1-2-16,-5-1-9 0,-1-2-5 0,-3 1-4 0,-4 1 2 0,-4-2 5 15,-4 1 1-15,-3-1-1 0,-6-2-2 0,-4 0 4 0,-4-1-1 16,-7 1 0-16,-2 1 2 0,-4-1-5 0,-5 2 1 0,-5 0 0 0,-3-1 1 16,-5 1-2-16,-4 0 4 0,-1 0 3 0,-4-1 2 0,-2 2 1 0,-2 1 0 15,-3-1-1-15,0 4-2 0,-3-1 4 0,0 1 1 0,-2 1 4 16,0 2-1-16,-3-1 2 0,1 1 0 0,-1 3-4 0,-2 0-1 0,1 4 2 15,-2 1 1-15,3 2 1 0,-1 1 3 0,0 2-6 0,1 1 0 16,-1 2 1-16,2 3 0 0,0 1 6 0,-2 3-3 0,2 3 0 0,-1 1-3 16,1 2 1-16,0 0 6 0,0 3-5 0,1 2 0 0,-1 1-3 0,2 4-6 15,0 2 5-15,2 1 2 0,1 1-2 0,4 1-3 0,-1-1 2 16,2 1-4-16,1 1 2 0,2 3 1 0,2-1 3 0,2 1-5 0,3 1 1 16,2-1 9-16,4 0-7 0,1 2 11 0,2 0-6 0,3-1-7 0,2 2 1 15,5-1-5-15,4 0 5 0,2 0 3 0,5-1-2 0,3-2 0 16,1-2 0-16,3 0-5 0,4-2 0 0,2 1-1 0,5-2 3 0,2-1-9 15,3-4-1-15,2-1 0 0,2-1-5 0,4-1 5 0,3 0 13 0,3-2 1 16,2-2 1-16,4 0-7 0,1-2-8 0,3-1-2 0,2 0-1 16,2-1 4-16,3 0-2 0,2-1-3 0,3-1-7 0,4 0-11 0,3-1-23 15,2-1-27-15,2 1-20 0,3-2-14 0,2 0-17 0,3-1-15 16,5 0-19-16,3 0-24 0,5 1-134 0</inkml:trace>
  <inkml:trace contextRef="#ctx0" brushRef="#br0" timeOffset="69253.61">12353 8627 664 0,'-14'-24'-28'0,"-2"-1"69"15,-1-6 5-15,5 6 1 0,5 7-5 0,2 1-1 0,2 2-9 0,1 2-6 16,2 3-5-16,0 0-10 0,2 2 2 0,2 2-8 0,0 1-3 15,1 1 0-15,3 0-4 0,2 1 3 0,2 2 0 0,2-1-1 0,2 1 3 16,4 1-2-16,2 0-1 0,3 0 0 0,3 0 0 0,3-1-1 16,3 0 2-16,1-1-1 0,6 0 0 0,3 0 3 0,3-1 2 0,5-2 1 15,4 0 1-15,3-2 2 0,4 0-1 0,3 1-1 0,3-3-2 0,4 1-3 16,3 0 0-16,0 0-2 0,4 1 0 0,1 1 0 0,-3 2 0 16,3 0-3-16,-4 1-1 0,1 0-1 0,-2 1 1 0,0 0 0 0,1 1 3 15,-2-1 2-15,-3 2-2 0,2 1 2 0,-4 2-1 0,-1 1-1 0,-2 2 2 16,-3 1-1-16,-2 2-2 0,-4 1 2 0,0 3-5 0,-4 3 2 15,-2 1 0-15,-2 0-2 0,-3 2 3 0,-4 3-2 0,-2 0-1 0,-1 4-2 16,-6 2-3-16,-2-1 3 0,-3 4 0 0,-3-2 3 0,-5 2-2 0,-3 0-4 16,-3 0 3-16,-4 1 0 0,-4 1 1 0,-3 0-2 0,-6-1-2 15,-2 1 1-15,-5 0 3 0,-4 0 3 0,-5 2 6 0,-4 2 1 0,-5-2-5 16,-6 1-2-16,-5 2-3 0,-5-1-2 0,-6 3 5 0,-5 0 0 16,-4-1 0-16,-5 4 6 0,-4-2 0 0,-5 2 1 0,-4 1 4 0,-4 0-1 15,-1 0 4-15,-3 0-1 0,0 0-1 0,1-3 1 0,-2-1-2 0,1 0 3 16,3-2 2-16,-1-2-1 0,3-1 1 0,2-4 4 0,0-2 7 15,4-3 8-15,5-1 12 0,2-4 9 0,6-4 7 0,6-3 6 0,4-4-2 16,6-3-7-16,5-2-9 0,4-3-9 0,4-2-14 0,5-3-5 0,3-1-11 16,5-2-3-16,2-1-6 0,4-2-10 0,3-2 1 0,2 0-8 15,3-2-3-15,2-2-7 0,2 1-2 0,4-1-1 0,3-2-5 0,2 0-1 16,3-2-5-16,3 1-3 0,3-1-4 0,4-1 0 0,3 0-3 16,2-2-3-16,3 0-2 0,1 2-6 0,4-1-5 0,0 2-5 0,1 1-2 15,5 0-3-15,-1 1-1 0,2 2 0 0,3 0-2 0,0 2-6 0,2 1-10 16,0 0-61-16</inkml:trace>
  <inkml:trace contextRef="#ctx0" brushRef="#br0" timeOffset="70087.61">18689 9526 350 0,'10'-3'164'0,"2"1"-67"0,5 1-18 0,2 1-17 15,1 0-11-15,3 0-8 0,1 0-1 0,4 1-2 0,1 0 0 16,1 0 1-16,3 1-3 0,1-2-5 0,2 0-8 0,4-3-5 0,1 1-6 16,2-1-3-16,4 0-3 0,0-1-4 0,2 0 2 0,2-1-3 15,1 0-3-15,3 3 5 0,0-2 0 0,4 0 6 0,1-1 0 0,1-1-3 16,2 1 0-16,0-1 1 0,0 1 3 0,0 1-4 0,1 0 1 0,1 0-9 16,0 2 1-16,0 0 0 0,0 0-2 0,-1 1 9 0,1 0-5 15,-1 1 1-15,-1 0 1 0,-1 1-5 0,-1-1-1 0,0 1 1 0,0 1 2 16,-1-1 2-16,-1 1 2 0,0 0 0 0,0-1-3 0,-2 2 0 15,-2-1 4-15,1 0-2 0,-2 0 2 0,0 0 1 0,2 0-2 0,-2 1 4 16,0-1-5-16,-1-1-4 0,-1 1-2 0,0 1-1 0,-1-1 1 0,0 1 0 16,-1-1 2-16,-3 0-1 0,-1 0-1 0,-1 0-2 0,-1-1 5 15,-2 0 2-15,0-1 3 0,-2-1 1 0,0-1-2 0,-2-1 8 0,-1 0 4 16,-3-1 9-16,0-1 6 0,-2 0 1 0,-1-2-2 0,-2 0-5 0,0-2-6 16,-4 0-5-16,0 1 0 0,0-1-1 0,-2-1 1 0,-2 0-1 15,-1 0-2-15,-1-2-3 0,-2 1-1 0,-1-1 1 0,-3-2-6 0,-1 1 0 16,-1 0-3-16,-3-1-1 0,-1-1-1 0,-2-1-4 0,-3 1 2 0,-2-1 0 15,-1-2 1-15,-2-1 3 0,-1 0-2 0,-1-3 1 0,-2-1-1 16,-3 0-3-16,-2-2 0 0,-3 1-4 0,-2-4 2 0,-4 0-3 0,-3-2 0 16,-2-1 3-16,-3-1-4 0,-2 1 17 0,-1 0 2 0,-6 0 5 15,-1 1 9-15,-4 0-11 0,-3 0 2 0,0 1 1 0,-5 0-3 0,-2 1 0 16,-4 2-4-16,-3-1-2 0,-3 1 1 0,-2 2 2 0,-2 1 2 0,-3 2 1 16,-4 1-2-16,-2 2 1 0,1 2-8 0,-2 3 2 0,-1 1 2 15,2 3 1-15,0 2 8 0,1 2-1 0,2 3 2 0,0 2 2 0,3 2 1 16,3 3 0-16,0 2-2 0,2 3-4 0,2 1-4 0,2 4-9 0,0 1-2 15,2 4 0-15,-1 3-4 0,-1 2-2 0,3 3-5 0,2 0-1 16,0 3 0-16,4-1-4 0,1 2-1 0,1 0-6 16,5 1-5-16,1 0-4 0,5 0-10 0,2-2-14 0,2 0-10 0,4-2-16 0,3 1-18 15,6 0-9-15,3 0-36 0,4-2-37 0,4 1-18 0,3-1-18 0,5 1-13 16,4-1-94-16</inkml:trace>
  <inkml:trace contextRef="#ctx0" brushRef="#br0" timeOffset="118173.42">8095 11116 1687 0,'-24'-18'7'0,"-1"2"-11"0,-2-3 1 0,8 5-3 0,5 4 3 16,2 0-7-16,3 1-19 0,1 0-13 0,2 0-29 0,1 0-24 15,1 0-24-15,1-1-19 0,1-1-3 0,1 0 9 0,0-2 16 0,2 0 21 16,0-1 25-16,1 1 26 0,-1 0 21 0,0-2 17 0,0 1 15 16,0 0 17-16,0 1 19 0,-1 0 18 0,0 1 22 0,0 2 4 0,1 2 2 15,1 0-1-15,0 2-15 0,2-1-4 0,0 2-7 0,0 0-13 0,3 0-7 16,2 2-7-16,3-1-6 0,3 1-5 0,2 2-5 0,4-1-9 15,3 2-1-15,2 0-5 0,4-1-2 0,3 0 2 0,4 0-3 0,1 1-3 16,4-1-2-16,5 0 0 0,3-1-1 0,3 0 1 0,5 0 3 0,2-1-7 16,3-1 4-16,5 0 3 0,3 1-2 0,1-2 2 0,5-1-1 15,2 1-4-15,3-1 3 0,1 1 2 0,2 0 0 0,-1 0 1 0,2 0-2 16,0 2 1-16,0-1 0 0,1 2 3 0,1 0 3 0,1 1-8 16,-3 0 3-16,2 1 5 0,-4 1 6 0,0 0 10 0,-1 1 2 0,-2 0-2 15,-2 0 9-15,-2 2-8 0,0 0 6 0,-2 0 0 0,-3 0-8 16,0 0 4-16,-1 1-5 0,-4-1-5 0,0 1-8 0,-2 1-1 0,-2 0-11 15,-1 0-3-15,-1 2 0 0,-1 1-6 0,-3 1-17 0,-2 1-48 0,1 0-83 16,-1 0-127-16,1 1-142 0,3 1-189 0</inkml:trace>
  <inkml:trace contextRef="#ctx0" brushRef="#br0" timeOffset="132407.63">2754 2502 49 0,'0'-9'52'0,"0"0"4"0,0-2 4 16,-1 4 6-16,-1 2-1 0,-1 1-6 0,0 2-8 0,-2 1-7 0,1 1-13 15,-2 1-11-15,0 0-7 0,-1 3-4 0,-2 1-4 0,-1 2 0 0,-3 1 0 16,-1 3-3-16,-1 2-1 0,1 2-2 0,-2 3 4 0,-1 2-1 15,0 2-1-15,-2 1-1 0,0 2 4 0,-2 2 3 0,2 0 2 0,0 3 4 16,-2 0-6-16,2 2-1 0,-2 0 1 0,0 2-2 0,1 3 4 0,-2 1 0 16,1 3 2-16,-1 0-1 0,-1 2-1 0,2 4 3 0,-1 3 2 15,0 1-5-15,2 2 12 0,0 2-3 0,0 1-1 0,4 3 4 0,-1 2-14 16,1 0-2-16,3 0-2 0,0 2-3 0,4-2-1 0,0 1-1 16,1 4 5-16,0 1-1 0,1 3 3 0,0 3 2 0,2 1-4 0,0 2-2 15,1 2 3-15,4 2-4 0,-1 0 0 0,1 3 3 0,0 0 0 0,0 1 2 16,1 2 4-16,-1 1 2 0,2 1-5 0,1-1 0 0,-1 2-2 15,1 2 2-15,0 3 6 0,-1 2 7 0,2 3 2 0,1 0-9 0,-1 0 3 16,2 0-3-16,-1 0-3 0,0 0 4 0,1 0-4 0,-1-1-4 0,1-2-1 16,2-2 3-16,0 0 3 0,2 0 10 0,0 2 11 0,1-2 3 15,1 0 11-15,-1-4 6 0,2 0 5 0,0-3 8 0,1 0-6 0,2-2-8 16,1-2-6-16,1 1-2 0,1-5-10 0,-2 1 12 0,3 0-2 16,0-3-4-16,0 1 7 0,0 0-11 0,1-2 2 0,-1-1-2 0,2-4-4 15,2 0 3-15,0-3-7 0,2-2 0 0,-1-2 1 0,0-1-9 0,1-3-1 16,0 0-5-16,3-4 1 0,-1-2-4 0,1-1-2 0,-1-3-10 15,0 0 7-15,-1-3 3 0,2-2 2 0,-2-1 5 0,1-1-8 0,0-2-2 16,0-1-1-16,0 0 1 0,0-1 1 0,-1-2-1 0,-1-2-5 0,0-3 2 16,-1 0 5-16,0-2-2 0,0 0 2 0,-1-1-6 0,0-2-3 15,-2-3-1-15,1 1-1 0,0-1 17 0,-3-3 1 0,4 0-1 0,-2 0 4 16,0-4-15-16,-1 1 2 0,-2-1 3 0,0-2-6 0,1-1-2 16,0-1 5-16,-2-1-4 0,1-1 1 0,1-1-2 0,-2-1-2 0,1 1 3 15,0-1-1-15,-2 0 1 0,2-1-5 0,-1 1-7 0,0-1-11 0,-2 0-17 16,1 0-21-16,-1 1-12 0,0 1-21 0,-1 1-21 0,0-2-17 15,0 1-26-15,-1-2-9 0,0 1-9 0,2 0-19 0,-2 0-6 0,0-2-23 16,-3-1-161-16</inkml:trace>
  <inkml:trace contextRef="#ctx0" brushRef="#br0" timeOffset="132724.63">3646 9654 1418 0,'-6'-3'58'16,"1"0"-37"-16,1 0-18 0,4 3 3 0,2 1 10 0,2 1 15 0,1 0 5 16,2 1-4-16,2 1-3 0,2 2-13 0,3 1-4 0,1 1 0 15,4 1-8-15,2 2 0 0,1 1-2 0,1 1 1 0,2 1-2 0,-2 1 4 16,1 2-1-16,-2 1-6 0,1 0 4 0,1 1-1 0,-2 1 1 0,0 0 5 15,-1 1-1-15,-3 0 1 0,-1 0-3 0,-1 1 6 0,-1 2-4 16,-3 0 2-16,0 1 1 0,-2 1 0 0,-1 2-2 0,-2 1 1 0,-1 1-7 16,-2 3 2-16,-2 4 0 0,-1 2-2 0,-3 5 2 0,-1 4-14 15,-4 4-12-15,-1 4-9 0,-3 4-11 0,-2 4-7 0,-1 3-22 0,-1 4-30 16,-3 4-34-16,0 6-47 0,-1 3-54 0,-3 7-65 0,2 5-173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1T10:51:11.9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2498 5593 469 0,'-10'-11'84'0,"2"-1"-69"0,-1-2-1 0,3 6 0 0,2 1 3 0,-1 2-3 15,0 1-4-15,1 1-5 0,-1 0-6 0,0 3-4 0,-2-1-2 16,-1 1 1-16,0 1 0 0,1 0 2 0,-3 1-1 0,0-1-1 0,0 2 2 16,0-1 2-16,-1-1 3 0,3-2 2 0,-3-1 4 0,2-2-2 0,0-1 3 15,0-2 1-15,1-3 2 0,-1-2 1 0,2-2 3 0,-1 0-3 16,1 0 2-16,1-3-1 0,-2 0 0 0,1-1 4 0,1-1 0 0,1 0 2 16,1 0 1-16,1 1-1 0,0-1-1 0,1 0-2 0,2 2-2 15,1-3 3-15,0 1-1 0,2 0 3 0,0-1 5 0,3 1 0 0,1 1 2 16,3-3 2-16,1 3 0 0,3-1 0 0,1 2-4 0,4-1-3 0,3 0-4 15,2 2-7-15,1 2-3 0,1 1-2 0,2 3-3 0,0 1-1 16,3 2 2-16,2 2 1 0,2 0-1 0,0 0 1 0,4 1-1 0,2 1-2 16,2 1-1-16,3 0 0 0,-1 1-3 0,0 2-2 0,1 0 2 0,2 2-3 15,-1 1 2-15,-1 1-1 0,-1 2-1 0,0 0 0 0,-2 3 0 16,-2 2 0-16,-1 3 3 0,1 2 2 0,-2 2-1 0,0 2-2 0,-3 3 2 16,-3 0 7-16,-1 4 6 0,-1 1 10 0,-2 4 3 0,-1 1-6 15,-2 1-3-15,0 1-4 0,-4 1 2 0,-1 4-3 0,-2 0-2 0,-4 2 1 16,0 2-5-16,-3-1 1 0,-2-1 0 0,-2 1-3 0,-2-4 0 0,-1-2 4 15,-2-1 2-15,-2-5 4 0,-1 0 9 0,-4-3 2 0,-2-2 2 16,-2-2 6-16,-4-1 0 0,-2-2 4 0,-3 1-3 0,-4 1-8 0,-4 0-3 16,-5 1-5-16,-4-2-1 0,-4 0 1 0,-4-2 0 0,-1-2-2 0,-2-2 0 15,-3 0 0-15,-2-2-1 0,2-3 1 0,-2-1-1 0,3-2-1 16,-2-2 1-16,-1-1 0 0,1-2 0 0,0-1 0 0,0-1 5 0,3-2-1 16,0-2 0-16,4-1 3 0,1-1-1 0,0-1 1 0,3-1-1 15,4 0-3-15,2 0-2 0,3-1-1 0,1 1 0 0,2 1 1 0,2-1-3 16,3 1-3-16,2 0-1 0,1 0-6 0,1 2-4 0,1-1 2 0,2 1-4 15,2 1-1-15,0 0-2 0,0 2-13 0,2-1-2 0,2 1-11 16,1 1-5-16,2 0-8 0,1 1-11 0,2 1-11 0,0 1-23 0,2 1-61 16,1 1-43-16,2 3-34 0,0 2-35 0,2 3-239 0</inkml:trace>
  <inkml:trace contextRef="#ctx0" brushRef="#br0" timeOffset="649.86">2321 7127 1277 0,'-19'-39'531'16,"4"-2"-563"-16,-3-6 17 0,8 10 15 0,7 7 15 0,1 4 2 0,2-1-9 16,1 1-12-16,1 1-11 0,2 2-10 0,2 2-5 0,0 3-11 0,0 2-9 15,0 2-13-15,0 1-23 0,1 2-22 0,0 0-8 0,0 2 3 16,0 1 25-16,0 0 29 0,1 0 28 0,-2-1 19 0,-1-1 13 0,-1 0 6 15,0 0-1-15,0 1 5 0,1-2 0 0,0 0 0 0,0-2 7 0,3-1 1 16,0 0 0-16,2-1 5 0,1-1-4 0,2-1 0 0,1 0 3 16,3-2-4-16,1-1 0 0,2 1 1 0,3-1-2 0,0-1-2 0,3 2 4 15,2-1 3-15,-1 2 7 0,4 0 9 0,2 1 0 0,1 0 0 16,2 1 0-16,-1 5-10 0,0 0-3 0,-2 3-5 0,2 1-4 0,0 3-5 16,1 2 1-16,0 2-5 0,0 3-1 0,1 1 0 0,-2 2-3 0,2 2-2 15,0 2 2-15,-1-1 0 0,0 3-3 0,0 0-2 0,1 1 5 16,1 1-8-16,-1-1 3 0,0 4 1 0,-3 0 2 0,1 2 5 0,-2 3-2 15,0 0 2-15,0 3 1 0,-3 2 1 0,0 0 2 0,-3 3-2 0,-3-1-6 16,-1 2-3-16,-5 1 4 0,0 1-1 0,-3 1 4 0,-2 1 1 16,-3-2-3-16,-3 2-1 0,-2 0 3 0,-4 0 3 0,-4 1-3 0,-4-2-1 15,-2 2 3-15,-5-2 0 0,-3 1 5 0,-3-1 6 0,-3 1-5 16,-4-2-3-16,-2-1 1 0,-4-1 2 0,-1-2 1 0,-4 0 3 0,0-4 2 16,-2-3-2-16,-2-2-3 0,0-4 1 0,-2-3-3 0,-1-2 0 0,-1-2 4 15,2-3 1-15,1-1 3 0,0-5 3 0,0-1 1 0,3-4-6 16,0-2 3-16,2-3-6 0,2-3-1 0,1 0 2 0,3-4-6 0,1-3-2 15,3 0 0-15,0-4-5 0,2-1-1 0,-1 2-4 0,2-2 2 0,1 0-8 16,1 1 3-16,4-2 1 0,1 1-7 0,2 0 5 0,1 3-14 16,3 0-4-16,2 2-2 0,0 3 6 0,2 1 1 0,0 3-3 0,2 1-10 15,2 2-23-15,0 2-18 0,3 1-67 0,-1 2-48 0,2 2-61 16,2 2-51-16,0 1-24 0,2 4-227 0</inkml:trace>
  <inkml:trace contextRef="#ctx0" brushRef="#br0" timeOffset="1216.84">2303 8289 2321 0,'-16'-34'-29'0,"2"-2"5"0,1-5 17 0,8 11-1 16,6 5 7-16,2 1-7 0,2 2-8 0,4 0-18 0,1 1-15 0,3 1-14 15,4-1-12-15,3 2-14 0,2 3-12 0,3 0-8 0,3 1-3 16,2 0 7-16,1 2 8 0,4 0 15 0,0 1 16 0,2 0 20 0,-1 0 20 15,1 1 13-15,-1 0 9 0,2 0 3 0,1 0 3 0,-2 1 1 0,-1 2 0 16,0 1-2-16,1 0 2 0,1 1 1 0,0 0-3 0,-1 1 3 16,1 0-2-16,-2 2 0 0,3 2 5 0,-2 2-4 0,1 2-2 0,0 1 2 15,-1 3-3-15,1 2 5 0,-2 1 1 0,-1 1 1 0,-1 2 2 16,-3 1 3-16,-1 1 3 0,-3 1 3 0,1 0-2 0,-2 3 4 0,-1 0-6 16,-1-2 3-16,-2 2 1 0,-2-2-2 0,-2-1 5 0,-5-1 1 0,0-1 6 15,-3-1 3-15,-4 0 9 0,-3-3 6 0,-4 2 8 0,-2-2 3 16,-4 2 2-16,-5 0-7 0,-2 0 0 0,-7 2-7 0,-5 1-9 0,-4 1 0 15,-6 0-6-15,-2 1-2 0,-4 1 3 0,-2-1-14 0,-3-1 0 0,-2 2-1 16,-1 0-3-16,-1-1 4 0,1 1-3 0,0-1 1 0,1-1-6 16,2-2 7-16,0 0-5 0,2-1-1 0,2-1-1 0,4-2-3 0,2-2 1 15,2 0 2-15,0-3-4 0,1 0-1 0,1-2-4 0,1-2 3 16,2 0 2-16,2-1-3 0,2-2 6 0,0-1-2 0,0-1-5 0,3-1-1 16,-1-2-6-16,2 0-5 0,2 0-4 0,1-1 12 0,1-1-5 0,2 0-2 15,1 1-4-15,2 1-17 0,1-1-5 0,2 2-11 0,2 1-31 16,0 0-30-16,1 1-30 0,2 1-29 0,2 0-30 0,2 1-26 0,1 1-24 15,2 2-6-15,2 2-37 0,3 1-24 0</inkml:trace>
  <inkml:trace contextRef="#ctx0" brushRef="#br0" timeOffset="1765.86">2103 9759 2240 0,'-16'-25'9'0,"2"-2"-17"15,2-4-3-15,6 5 6 0,7 5 10 0,2 0 5 0,2-1-6 0,2 1-20 16,0-1-10-16,5 1-4 0,-1 1-12 0,2 2 7 0,4 2-11 16,0 0-12-16,1 2 3 0,2 2-1 0,3-1 5 0,2 1 7 0,1 1 7 15,2 1 5-15,1 1 6 0,2-1 5 0,-1 1 1 0,1 0 1 16,1 0 3-16,-1 2 2 0,3 0 6 0,-1 1 6 0,2 3-1 0,0-1 7 16,0 0 0-16,2 1-2 0,0 0 2 0,3 2-3 0,-1 1 2 0,0 1 1 15,1 1-1-15,1 1 2 0,1 1-1 0,2 1-6 0,-1 1 2 16,-1 1-3-16,2 2 2 0,-3 0 3 0,-2 2 0 0,2 1 1 0,-2 0 1 15,1 3 0-15,0 1-1 0,-3 0-5 0,-1 2 2 0,-3 0 3 0,-1 0-3 16,1-1 5-16,-3 2 9 0,-3 0-1 0,-1 0 6 0,-5 0 0 16,0 0-3-16,-4 1 8 0,-3-1 5 0,-1 3 7 0,-3-1 1 0,-2 0-2 15,-2 1 5-15,-3 0-4 0,-1 2 0 0,-4 2-1 0,-1 1-7 0,-2 0 2 16,-3 0-3-16,-3 0-2 0,-2 0 4 0,-1 0-6 0,-4 2 0 16,-4-1 3-16,-2 2-7 0,-5-1 5 0,-3 1-14 0,-2 0 4 0,-1 2-2 15,-3-3 1-15,-1 2 4 0,-4-2-8 0,-2 0 0 0,0-1-3 16,-2-1 6-16,1-2 0 0,-1-1-7 0,-3 0 1 0,0-3 0 0,1 0 5 15,0-2 0-15,1-4-3 0,0-1-2 0,3-3-3 0,2-2 2 0,-2-3-7 16,5-2 0-16,0-2-5 0,3-2-13 0,2-3-20 0,1-2-24 16,2-1-27-16,1-3-12 0,2-2-17 0,2-1-23 0,1-4-45 0,1-3-79 15,1-4-174-15,0-3-259 0</inkml:trace>
  <inkml:trace contextRef="#ctx0" brushRef="#br0" timeOffset="9899.86">1932 5213 636 0,'-3'-8'40'0,"0"0"-18"0,-2-1-10 0,0 4 0 0,2 1 2 16,-1 0 2-16,2 1-3 0,-2 0-3 0,1 1-6 0,0 1-6 0,0 1-6 15,1 1 0-15,-2 2-1 0,1 1 3 0,0 2 1 0,0 2 1 16,-1 0 3-16,1 4 3 0,-2 0 3 0,2 3 5 0,-1 3 2 0,-2 1 1 16,1 1 3-16,-2 5 0 0,1 2 2 0,0 5 0 0,3-14-1 0,0 4-4 15,-1 2-3-15,-1 6-5 0,1 2 3 0,0 5-1 0,0 2-5 16,0 5 7-16,1 2-6 0,1 1 2 0,0 2 3 0,3-1-2 0,0 0-1 15,2 1 1-15,6 42 0 0,2-15-1 0,2-12 2 0,0-14-3 0,1-9 3 16,0 0-1-16,1-1-3 0,2-1 3 0,-2-2 2 0,2 2 3 16,0 0 4-16,-1 1-2 0,-1 1 0 0,0-1 1 0,0 1-1 0,-2 0 1 15,2-1 3-15,-3-2-4 0,2 0 1 0,1-1-1 0,-1-1 0 16,0-1-1-16,-1 0-4 0,0-1-3 0,-1-1 9 0,-1 1 2 0,-1-2 5 16,1 1 1-16,0-1-13 0,0-1-3 0,-1-2-3 0,0-1 3 0,-2-1-3 15,2 1 2-15,1-1-1 0,0-2-3 0,-1-1 3 0,1-1 4 16,-1 0 2-16,3-1 2 0,1-1 1 0,-1 0 1 0,2-2 1 0,1-2 0 15,2 0-1-15,0-2-5 0,0 0-2 0,1-3 4 0,0 1 6 16,2-1 4-16,2-1 3 0,3-3-7 0,0-1-1 0,1-3 4 0,1-1-1 16,2 1 6-16,1-1-2 0,4-1-6 0,0 0 1 0,2-1-1 0,1 0-6 15,-2-1 2-15,3 0-4 0,-1-1-1 0,2 1 3 0,1 0-2 0,-1 0 2 16,1 1-2-16,2-1-3 0,-1 0 2 0,0 0-2 0,1 0 3 16,0 0 0-16,1 0 3 0,1 0-3 0,2 0 3 0,-3 0 2 0,2 0-1 15,0 0-2-15,1 0-2 0,0 0 1 0,0 0-4 0,1 0 5 16,2-1-3-16,-3-1 2 0,3 0-2 0,2 0-4 0,1-2 3 0,2 1 4 15,-1-1-3-15,1 0 3 0,2-2-2 0,1-1-9 0,0-1 1 0,0-2-1 16,-1-1 3-16,2-1 2 0,1 1 0 0,0-2 0 0,3 0-2 16,-1 0 3-16,0-1-2 0,1 2 1 0,-1-1 1 0,2 0 0 0,-3 1-1 15,2 0 5-15,1 1-6 0,0 0 0 0,0 0-1 0,2 0 2 0,0 1-5 16,1 2-6-16,-1-1 2 0,1 1-3 0,-1 1 0 0,1 0 8 16,1 1 0-16,2 1-2 0,0 0 1 0,1 1-3 0,0 0-4 0,-1 1 2 15,1 0 0-15,-2 2 0 0,3-1 3 0,-2-1 0 0,3 2 0 16,0-2 2-16,-1 1-3 0,2 0 2 0,-3-1 1 0,3 0-1 0,-1-2 2 15,1 1 3-15,1-1-2 0,0 0 2 0,2 0 0 0,-1 0-7 0,0 1-1 16,0-1 1-16,-1 1-2 0,2 0 3 0,1 1 9 0,-1 0-5 16,4-1 0-16,-1 2 0 0,-2-1-4 0,1 2 4 0,-1-1-1 0,0 2 2 15,0-1-3-15,1 1 0 0,1 1 0 0,-2 2-3 0,0-1 6 0,2 1-4 16,-4 0-2-16,2 0 4 0,1 2-2 0,-1-1 1 0,1 0 0 16,0 2-3-16,0 0 2 0,-1 0 2 0,0 0-1 0,1-1 3 0,1 0-3 15,-2-2 1-15,3 2 1 0,-1-2 2 0,-1 1-1 0,2-2 2 0,-2-1 5 16,2 1-6-16,-1-2 2 0,0 0 1 0,0 1-7 0,0 0 4 15,0 0 2-15,-1 1-5 0,-2-1 6 0,1 0-2 0,0 1-4 0,-1-1 2 16,1 1-2-16,-2 0-2 0,1 0 4 0,-1 0-3 0,0 1 0 16,1-1 3-16,0 0-3 0,-2-1 0 0,2 1 2 0,-2-1-2 0,1 0 5 15,-1 0-5-15,0-1-2 0,0 0 5 0,0-2-4 0,-2 0 2 0,1 0 5 16,0-1-5-16,-2 0 2 0,0-1 1 0,-2-1-2 0,-2 0 2 16,0 1 0-16,0-2 2 0,-1 0 0 0,0 0 0 0,-1 0-1 0,-2 0-2 15,-1 1 2-15,-1-1-2 0,-2 0-1 0,-3-1 3 0,0 1-1 0,-2-2 0 16,-1 0-2-16,-1-2 4 0,1 0-3 0,-4 0 2 0,1-1 7 15,-1 0-7-15,-2-3 0 0,0-1-2 0,-2-2 0 0,-1-1 2 0,-3-1 2 16,1-2 5-16,-1 0-11 0,-2-2 1 0,1-2 5 0,-2 0-1 0,-3-3 12 16,1-1 3-16,-4-3-2 0,1 0-4 0,-2-2 3 0,-1-1 0 15,-3-1-3-15,1-4 1 0,-4 0-4 0,0-1-3 0,-2-1 2 0,-2 0-5 16,-1 0-1-16,-2-2-5 0,-3 0 3 0,-2-2 0 0,-2-2 1 16,-2 0 9-16,-1 0-7 0,-3 0-1 0,-2-1-4 0,-2-1-4 0,-3-3-5 15,0 1-4-15,-3-1 0 0,-3 1-5 0,-2 0 1 0,-3 0 10 0,-3 1 2 16,-2-2-4-16,-2 1 7 0,-3-1-6 0,-1 1 3 0,-3-1 5 15,-1 1-8-15,-4 1-5 0,0-1 3 0,-2 3-6 0,-3-1 4 0,0 2 13 16,-4 0-7-16,-2 0 5 0,-3 1 5 0,-3 0-8 0,0 1 0 16,-2 1 0-16,-2 2 1 0,-3 1 2 0,-5 0-6 0,-2 3-1 0,-4 2-5 15,-3 0-5-15,-4 3 5 0,-1 0 1 0,-3 2-1 0,-3 3 6 0,-1 2-7 16,-6 1 2-16,-2 3 4 0,-2 0-5 0,-2 3 11 0,-1 3-3 16,-1 0-7-16,-3 1 3 0,-1 3-4 0,-3 2 4 0,-3 2 5 0,2 1-2 15,-1 1 2-15,-2 2 2 0,1 1-3 0,-2 0 1 0,0 1 1 0,2 1-3 16,-2 1 6-16,1 1-1 0,-1 0-3 0,-2 1 6 0,0 1-7 15,0 0 1-15,-1 2 6 0,0-1-3 0,-3 1 6 0,1 1 1 0,-1 0-4 16,1 0-1-16,0 1 9 0,-1 0-1 0,-1 1-2 0,0 0 4 0,0 3-12 16,-1-1 3-16,-1 2 4 0,-2 1-4 0,-1 0 1 0,0 1 2 15,1 2-1-15,-2 0-2 0,1 0 1 0,0-1-13 0,1 1 0 0,0-1 6 16,0 0 1-16,2 0 10 0,-1 1-2 0,1 1 0 0,1-2 1 16,0 1-1-16,1 0 3 0,0 0-8 0,0 1 7 0,1-2-5 0,2 3 1 15,-1-2 5-15,2 0 1 0,0-1 2 0,1 1 0 0,2 0 0 0,1 0 2 16,0 1-2-16,1 1-3 0,1 1 1 0,2 1-2 0,0-2 2 15,1 2-1-15,1 1 2 0,0 0-2 0,2 2 0 0,-2 1 0 0,1 0-2 16,2 3-6-16,0 3 2 0,0 1-1 0,2 1-10 0,-2 3 0 0,4 0 5 16,-1 3-1-16,3 3 4 0,0 1 0 0,-3 4-15 0,2 2-7 15,-3 3-8-15,2 3-21 0,-2 3-15 0,0 2-30 0,-1 4-54 0,-1 2-61 16,-1 4-66-16,-1 2-73 0,0 3-302 0</inkml:trace>
  <inkml:trace contextRef="#ctx0" brushRef="#br0" timeOffset="15851.36">4988 7816 942 0,'-34'-6'75'16,"-4"-1"-15"-16,-7-1 3 0,7 2-14 0,4 1-12 0,2 0-6 0,0-1-7 15,0 1-4-15,-1 0-5 0,0 0-6 0,-1 2-5 0,0 1-3 16,-1 1-6-16,2 3-6 0,-3 2-3 0,0 1-1 0,-1 2 5 0,-2 1 4 16,1-1 6-16,-2 1 3 0,-2 1 2 0,-2 0-1 0,0-1 1 0,-2 1 1 15,1 1 2-15,-4-1 2 0,-1 2 1 0,0 1 1 0,-3 1 4 16,2 0 5-16,0 0 3 0,-2 1 2 0,3 1-3 0,-1 0-3 0,1 0-2 16,1 1-7-16,-1-1 0 0,1 2-3 0,1-1 1 0,-1 1-1 0,2 1-3 15,-2 1 1-15,3 0-2 0,0 1 0 0,0 1 4 0,0 0-2 16,0 2 2-16,1 0-1 0,1 0-7 0,1 2-2 0,2 0 2 0,-1 1 1 15,-1 3 1-15,1 1 3 0,1 0-2 0,2 2-3 0,2 0 1 0,-1 3-2 16,0 1 0-16,1 3-4 0,1 1 10 0,1-1-2 0,0 1 1 16,1 0 1-16,2 0-11 0,1 4 6 0,2-1-8 0,0 2 7 0,3 0 2 15,-1 2-2-15,3-1 4 0,1 0-6 0,0 3 2 0,3-1-3 16,0 0 1-16,3-1-1 0,4 0-4 0,2 0 6 0,1 1-1 0,3-1-6 16,0 0 9-16,4 1-5 0,2 0 3 0,2 0 5 0,0 0-3 0,3 0-3 15,3 0 2-15,1 2 4 0,1-3-3 0,2 1-2 0,1-2 0 16,1 1 1-16,3-2-7 0,2-1 8 0,3 0 5 0,1 1-3 0,-1 0 9 15,2-1-4-15,2-1-3 0,2 1 2 0,3-1 3 0,0 0-1 0,4-2 3 16,1-2-6-16,0-1-5 0,5 1 0 0,0-2-3 0,1 1 3 16,2-3 1-16,2-1 6 0,2 1 2 0,2-1-3 0,4 0 6 0,-1-3-1 15,3 1-2-15,2-2 2 0,1 1 0 0,2-2-4 0,0 2 2 16,3-1-2-16,1 0-1 0,2-2 3 0,2 0-2 0,-1-2-1 0,1 0-5 16,1-1 2-16,0 1 0 0,3-1 1 0,1-1-2 0,2 0 2 0,1-1-8 15,1-3 3-15,0 2 5 0,0-2-4 0,0 2 8 0,1-1-2 16,2-2-3-16,-2 0 5 0,4 0-4 0,0-2 6 0,0-2-6 0,2-1 4 15,1-1-7-15,-1-1 2 0,1-1 1 0,2-1-8 0,0 0 9 0,1-1-1 16,1 0 2-16,-1-1-1 0,0-1-2 0,1-1-7 0,-2-2 2 0,1-1 4 16,0-1-4-16,1-3 6 0,-2-1-5 0,1-2-3 0,0-1 7 15,-1-2-5-15,1-1 5 0,-2-1-2 0,1-2-2 0,-2 0-2 0,-2-1 1 16,1-2-2-16,-3-1 2 0,3-3 0 0,-2 1 3 0,-4-4-1 16,1 1-1-16,-2 0-3 0,0-3 1 0,-2-1-2 0,-1 2 5 0,0-3 2 15,-2 1-2-15,-1-3 4 0,-2-2 0 0,-2 1-2 0,-2-2-1 16,-3 2-1-16,-1-3-3 0,-1 0 6 0,-2-4 1 0,-2-1 3 0,2-1-2 15,-5-3 4-15,-1 2-3 0,-2-2 2 0,-3-2 5 0,-2-1-8 0,-1 0 10 16,-4-2-1-16,-1 1-5 0,-2-1 9 0,-2-1-3 0,-2-2-1 0,-3 2-2 16,-2-1 2-16,-3 0-4 0,-3-1 5 0,-3 0 1 0,-2 0-2 15,-3 2-2-15,-1 0-8 0,-2-1 5 0,-2 1-1 0,-1 0-2 0,-4 0 10 16,-1 0 0-16,-3 0-5 0,-3-1 2 0,-1-1-2 0,-2-2-9 16,-2 2 8-16,-2 0-4 0,-2-1 1 0,-1 1-7 0,-1-2 0 0,-3 1 4 15,-1 1-2-15,-2 0 8 0,-1 0-4 0,-4-1-5 0,-1 0 5 0,-3-1 0 16,-1 1 1-16,-1-1-1 0,-2-1-1 0,-3 2-2 0,-2 0-5 15,-2 0 15-15,0 0 2 0,-2 0 3 0,-1 2 12 0,-3 0-8 0,-1 1 4 16,0 1-4-16,-2-2-5 0,-1 1-5 0,-2 1 0 0,-1 0-2 0,-1 1-1 16,-2 1-1-16,-1 1-5 0,-1 2 6 0,-3 2-1 0,-1 1-1 15,-2 1 6-15,-1 2-13 0,-2 1 0 0,-1 3 6 0,-2 2-3 0,-1 2-3 16,-2 2 0-16,-2 0-9 0,-2 2-2 0,0 2 2 0,-5 2-5 16,0 5 3-16,-1 0 2 0,-3 4 0 0,-1 2-4 0,-2 3-2 0,-3 3 0 15,-2 4 0-15,-3 1 9 0,1 4 0 0,0 3 1 0,-4 3-7 0,-1 5-7 16,-1 5-5-16,-2 1 3 0,2 3-4 0,0 1-9 0,0 4-15 15,3 2-35-15,1 5-19 0,0 3-25 0,2 3-41 0,2 1-41 0,4 5-90 16,1 1-175-16,2 5-53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1T10:52:15.9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7178 6266 329 0,'-8'-4'142'16,"2"1"-102"-16,-2-1 3 0,4 2-2 0,2 0-7 15,0 0-10-15,1 0-2 0,-1 0-5 0,2 0-3 0,0 1 0 0,0 1-6 0,0-1-5 16,-1 1-2-16,-1 1-3 0,2 0 2 0,-1 1 0 0,-1 0 1 0,2 0 3 15,-1 0-1-15,1 0 3 0,0 0 4 0,0 0 2 0,1-2 4 16,-1 1 2-16,0-1 2 0,1 0 3 0,0 0 2 0,2-2-1 0,2 1 0 16,0 0-4-16,1-2 1 0,1 0-6 0,1-3 2 0,2 0-3 15,0-1-3-15,1-1 7 0,1-1-1 0,0-1 1 0,3 2 2 0,-1-2-2 16,1 1 1-16,0-1-1 0,3 1 1 0,0 1-3 0,0 0 2 0,0 3 2 16,0-1 0-16,1 0 3 0,0 2-3 0,1 0 0 0,1 1 0 15,1 0 1-15,1 1-5 0,1 1-2 0,-1 0-4 0,4 0-4 0,-1 1 0 16,3 0-1-16,0 1-2 0,2-1 2 0,0 2-3 0,2-1-1 0,0 1-4 15,1 1 0-15,-2 0 3 0,1 0-1 0,-1 1 4 0,2 0-2 16,-2 1-2-16,1-2 3 0,-1 0-8 0,-1 0 5 0,2 0-1 0,-3-1-5 16,2 0 10-16,-2-1-5 0,2-1 4 0,-1 1 0 0,1-2-3 15,-2 1 4-15,2-1-3 0,-1-1-2 0,1 0 4 0,-1 1-2 0,-1-1 1 16,-1 0 5-16,2 0-4 0,-1 1-1 0,1 0 3 0,0 0-4 0,0-1 3 16,-2 1-3-16,2 1-2 0,-1 1 4 0,0 1-4 0,0 0 3 15,1 3 0-15,-2 1-3 0,1 1 4 0,-3 3-4 0,1 1 4 0,1 2-2 16,-1 1-1-16,1 2 1 0,-3 1-1 0,1 1 0 0,-4 0-2 0,1 2 3 15,0 0-8-15,-1-2 0 0,1 2 2 0,0-1 3 0,0-1 5 16,1 1 1-16,-1-2 0 0,0 0 0 0,0-3-3 0,1 0 0 0,0 0 4 16,1-2-2-16,2-2 2 0,0-3-1 0,3 0-1 0,-2-2 1 15,3-1 4-15,-1 0 0 0,3 0 2 0,0-2 1 0,1 1-3 0,-2-2 4 16,2 0-3-16,0 0 3 0,1 0 3 0,1 0-4 0,-1 0 0 0,0 0 0 16,2 0-2-16,0 0 3 0,1 0 1 0,-1 0 0 0,0 0 2 15,2 0-2-15,0-1 5 0,1 0 2 0,4-1-1 0,-2-1 3 0,2-2 1 16,2-1-5-16,2-3-2 0,1 1-4 0,0-1-6 0,0-2 2 0,1 1-2 15,1-2 1-15,0-2 0 0,1-1-4 0,-1 1 4 0,-1 0-4 16,0-1-2-16,-2 0-2 0,2 1-6 0,-2 0-5 0,-1 1-3 0,-1 0-4 16,-1 1-4-16,0 2-20 0,-3 1-69 0,-1 0-110 0,1 2-164 15,-2 0-290-15</inkml:trace>
  <inkml:trace contextRef="#ctx0" brushRef="#br0" timeOffset="58754.7">9296 12481 1539 0,'-14'-22'73'0,"-1"2"-3"0,-3-3-21 0,5 5-16 15,0 4-20-15,1 2-14 0,1 3-8 0,-1 0-7 0,1 2-13 0,-3 1-2 16,-3 2-6-16,-3 2 2 0,-2 2 8 0,-6 2 0 0,-1 3 5 0,-4 1 6 15,-1 3 3-15,-1-1 6 0,-1 3 1 0,0 0-1 0,-3 1 4 16,0 0 1-16,-1 1 1 0,-1-2 2 0,1 2-2 0,-2 1 1 0,1 1-1 16,0 0 1-16,-2 2 2 0,2 0-2 0,2 1 6 0,1-1 3 15,5 1 2-15,4-2 0 0,2 0 1 0,1 1-1 0,1 0 1 0,1 2 6 16,2 0-6-16,2 2 1 0,2 0-6 0,1 1-3 0,3 1 3 0,1-2 2 16,2-1 1-16,2 0 2 0,2-1 1 0,1-1 1 0,2 0-3 0,3 1 2 15,2-2-4-15,2 1 4 0,2-1 0 0,3-3 7 0,2-1 6 16,3-2-3-16,2 0 5 0,3 0 1 0,3-1-3 0,3-1 4 0,3-3-1 15,3 1-4-15,3 0-3 0,1-1-2 0,5 0-4 0,1 0-3 16,3 0-7-16,3-1-2 0,2 0 0 0,2 0-1 0,2 0 3 0,3 2-6 16,0-1 0-16,4 1 1 0,-2 0-4 0,2-1 3 0,1 1-2 0,-1 0-1 15,-1 1 1-15,1-1-1 0,0 0 2 0,1 1-3 0,2-1 4 16,1 0 0-16,2-1-2 0,-1-2 7 0,2-1-3 0,-1-1 4 0,0-2-2 16,0 0 1-16,0-1 3 0,-1-1-8 0,1-1 2 0,-1-1-2 15,-2-1 5-15,-2-1 10 0,0-2 8 0,-1-1 1 0,-2-1-2 0,0-1 0 16,-3-1 0-16,0-1 10 0,-2-1-9 0,-4 0 4 0,-1-2 1 0,-3 0-5 15,-1 0 13-15,-2 1 3 0,-4-2-2 0,-1 0-8 0,-3-1-1 16,-1 1-3-16,-2-2-1 0,-3-1 3 0,-2 1-3 0,-2-2-5 0,-3 0-1 16,-4 1 0-16,-1-2 1 0,-3-1 1 0,-2 1-2 0,-3-3-7 0,-3-1-1 15,-5-1-13-15,-3-2-6 0,-5-1 6 0,-3 0-3 0,-5-3 4 16,-3 2-8-16,-7-4-3 0,-6 1-1 0,-8-1-3 0,-6 1 4 0,-8 0-1 16,-6 2-4-16,-7 0 12 0,-9 4-4 0,-6 0 6 0,-7 4 7 0,-6 3-6 15,-4 4-1-15,0 3 1 0,-2 3 0 0,0 2 5 0,2 2-1 16,0 3 1-16,-1 4-10 0,4 3 0 0,0 3 0 0,4 3 5 0,3 3-2 15,3 2 0-15,3 6 4 0,6 3-3 0,2 3 1 0,2 5 0 16,5 2-8-16,0 4-8 0,3 0-26 0,1 5-29 0,3 5-38 0,1 3-41 16,0 4-16-16,3 4-15 0,0 3-20 0,3 3-16 0,1 4-21 0,2 3-12 15,1 0-4-15,2 3-211 0</inkml:trace>
  <inkml:trace contextRef="#ctx0" brushRef="#br0" timeOffset="63104.01">6635 13698 11 0,'-17'0'24'16,"1"1"16"-16,-5-1 11 0,5 0 0 0,4-1-20 0,0 1-5 0,1-1-2 16,1-1-5-16,1 1-2 0,0-2-5 0,1 1-6 0,-1 0 2 15,0-1-4-15,1 0-1 0,0 0-1 0,0-1 2 0,1 0-1 0,1-1 1 16,1 0 3-16,-1 0-1 0,1 0 1 0,0 1 2 0,1-1-2 0,0 0 5 15,0-1-2-15,1 1 0 0,1-1-1 0,1 0-6 0,2-1 0 16,1-1-2-16,2 0-2 0,2-1 1 0,2-1 2 0,3 0 1 0,2-2 1 16,6 0 0-16,2-1 1 0,1 1 1 0,4-2 2 0,0 1-1 15,4-1 0-15,2 2 0 0,3-1-2 0,1 0 0 0,3 1 2 0,0 0 1 16,0 4 0-16,1 0 1 0,-1 3-3 0,0 2-1 0,-1 3 1 0,-1 1-2 16,0 2 2-16,0 3-1 0,-1 1 2 0,1 3 1 0,-1 1-1 15,-1 3-2-15,0 1-3 0,-1-1 1 0,2 2 0 0,0 1 1 0,0 2-2 16,-1 0-1-16,1 1-1 0,-2 1-1 0,-1 0 2 0,1 0-1 0,-4 1 0 15,-1-1 0-15,-3 0-1 0,-2 2-2 0,-2-2 3 0,-2 3-2 16,-2-2 2-16,-4 3 2 0,-4 0 2 0,-4 0 2 0,-3 1-2 0,-3 0 1 16,-4 0 3-16,-2 0 6 0,-3 0 2 0,-3 1 4 0,-2-2-1 15,-1 1 0-15,-3-4 4 0,-1 1 4 0,-2-3 1 0,-3-2 0 0,-3 1-2 16,-3-3 0-16,-3 0 3 0,-1-4 2 0,-1-1 4 0,-3-1-4 0,-2-2-7 16,-3-2-6-16,-1-1-6 0,-1-2-3 0,-1 0-5 0,-2-2 0 15,0 0 0-15,-1-1-4 0,-1 0-1 0,1 1-4 0,1-2 0 0,1 0 2 16,1 1 2-16,3-1-1 0,0 0-4 0,5 0-7 0,2 0-11 0,3-1-9 15,5-1-15-15,2 1-22 0,4 0-24 0,5 1-26 0,1-1-41 16,3 0-201-16</inkml:trace>
  <inkml:trace contextRef="#ctx0" brushRef="#br0" timeOffset="66404.14">4758 15838 94 0,'-7'-7'68'0,"0"0"-22"16,-2-4-11-16,3 3 0 0,2 1-1 0,-1-1-5 0,0 1 2 15,1 0-4-15,0-1-3 0,1 0-6 0,-1 1 0 0,0 1-2 0,0 0-3 16,1 1 1-16,0-1-4 0,-1 1 0 0,1 1 2 0,0 0-1 0,1 1 1 16,0-2 1-16,0 2-5 0,1 0 0 0,-1-1-1 0,0 1-3 15,2 0 3-15,-1 0-3 0,0 0-1 0,-1 0 1 0,2 0-3 0,0 0 1 16,0 0 0-16,0 0-2 0,0 1 1 0,0-2-3 0,1 1 1 0,2 1-2 16,-2-1 2-16,1-1 0 0,1 1 0 0,1-1 4 0,-1-1-2 15,2 0 0-15,-1-1 0 0,1 1-1 0,0 1 0 0,1-1 4 0,0 0 2 16,-1 0 0-16,1 1 3 0,-1 0-1 0,0 0 4 0,2 0 1 15,-1 0 1-15,2 0 1 0,0-1-3 0,0 0 1 0,2 0-2 0,0-1-1 16,0 1-2-16,2 0-4 0,1 0 1 0,2-1-1 0,0 2-1 0,2-1 0 16,1-1 0-16,-1 2 0 0,1-1-1 0,0 1 1 0,1 0-5 15,-1 1 2-15,2 1-2 0,2 0 0 0,-1 0 3 0,2 1-1 0,2 0 1 16,-3 0-1-16,3-1 0 0,1-1 0 0,3 0 0 0,0 0 0 16,1 1 0-16,0 0 1 0,-1 1 3 0,-1 0-4 0,1 0 3 0,0 0-3 15,-1 0 1-15,2-2 3 0,-1 1-2 0,1-1 0 0,-1-1-2 0,1 0 0 16,-2 1 0-16,2-2 2 0,0 2 1 0,0 0 0 0,0 0-2 15,-1 1 0-15,0-1-1 0,2 2 2 0,-2 0 1 0,1 0 2 0,-2 1 1 16,-2 0-1-16,0-1 2 0,1 2-1 0,1-1 0 0,0-1-1 0,0 1 1 16,1 0 3-16,3 1-3 0,-1-1 3 0,2-1-2 0,-1 0 2 15,0-1 4-15,0 0 0 0,1 0 1 0,-1-1 0 0,0 1-2 0,-1-1-2 16,0 0-2-16,1 2-1 0,-3 0 0 0,1 0-2 0,-3 0-1 0,-2 0-1 16,1-1 1-16,-1 1 0 0,1 1-2 0,-1 0 2 0,-1 1-1 15,0-1-3-15,-2 1 3 0,0 0-2 0,0 0 2 0,-2 0 1 0,0 0-1 16,0 1-3-16,-3-1-1 0,2 2 1 0,0 0 3 0,-2 0-2 15,3 0 0-15,-2 0 0 0,-1 0-3 0,-2 1 5 0,1 1-1 0,0-1-1 16,-1 0-1-16,1 1-2 0,0 0 2 0,1 0 1 0,-3 1 1 0,2-1-2 16,-1 2-4-16,-2 1 3 0,1 0 0 0,-3 0 2 0,1 1 0 15,0 0-4-15,-1 1 3 0,-1-1 0 0,-1 1 1 0,1 2 1 0,-2-1-2 16,1 2 1-16,1-2 1 0,-2 2 1 0,1 0-2 0,-3-1 4 0,0 1-4 16,0 0 2-16,-1 1 1 0,0 1-4 0,-1-1 5 0,1-1-3 15,-2 1 3-15,1 0-1 0,-2 1-2 0,1-1 1 0,-2-2-5 0,1 2 1 16,-2 0 0-16,1-1 3 0,-1 2 4 0,0 0 2 0,-1 0 1 15,0 1-1-15,0-2-2 0,-1 3-3 0,1-2 1 0,-1 2-2 0,0-1 2 16,-2 0 2-16,0 1-4 0,1-2-2 0,-1 0 5 0,-1 2-5 0,0-1 7 16,-1 1-3-16,-1-1-2 0,1 0 4 0,-3 1-4 0,0-2 4 15,0 0-5-15,-2 0 0 0,1 0-3 0,1 0-3 0,-2-1 8 0,-1 1-3 16,-1 1-3-16,-1 0-2 0,0 0 0 0,-2 0-3 0,0 2 10 0,-2-2-5 16,-1 1-6-16,-1 0 6 0,0 1-3 0,0-3 2 0,0 1 4 15,-2-2-12-15,1 0 5 0,-1-1-2 0,-3 0 7 0,1 2 4 0,-3 0-2 16,0-2 0-16,-1 1-8 0,-1-1 8 0,-2 0 0 0,1 0 5 15,-2-2-2-15,1 0-1 0,-1-1 5 0,1 0-5 0,-1 0 2 0,1-1-2 16,-1-1-4-16,1 1 5 0,-2-1-1 0,1 0 1 0,1 1-2 0,1-1-2 16,-2 0 2-16,1 0 0 0,-3-1 4 0,3 0-6 0,-1 0 4 15,0 0-1-15,0 0-4 0,-1-1 5 0,1 0-10 0,0 0 2 0,2 0-4 16,-1-2-5-16,1 1 4 0,-1 0-11 0,0-2 5 0,-3 1-4 0,1-1 0 16,-3-1-1-16,2 0-5 0,-2-1 6 0,2 1-3 0,-1-1 2 15,-2 0 4-15,1-2 0 0,-2-1-2 0,3 0 4 0,-1-2 1 0,-1 1 3 16,3-1 5-16,-1 0 1 0,3-3 1 0,-1 1 3 0,0-3 2 15,-1-2 3-15,1 2 4 0,2-1 1 0,0-1 2 0,2 0 1 0,-2-3 1 16,2 0 3-16,0-2 1 0,3 2 0 0,0-2 2 0,-1-1 1 0,1 1-1 16,-1 0-2-16,2-1 0 0,-2 0-5 0,2 0 0 0,1 1-4 15,1-1-7-15,2-2 0 0,0 4 3 0,1-2 1 0,2-1 6 0,1 1-5 16,0 0-6-16,1-1 2 0,1-1-4 0,0 1 3 0,1-2-3 0,1 0-2 16,1 0-2-16,3 0-1 0,0-2 2 0,-1 2 0 0,2-2-1 15,1-1 3-15,0 1-5 0,0-3 7 0,2 0 2 0,2 1-2 0,0-1 3 16,0 2-3-16,1-3 1 0,1 0 6 0,1 2-4 0,1-3-3 15,2 2-2-15,2-1-3 0,1 1 10 0,2-1 1 0,2 0 3 0,1 0 0 16,2-1-6-16,1 0-2 0,5 0 1 0,1 2-3 0,1 0 1 0,2 0-1 16,1 2-2-16,1-1 2 0,2 2-1 0,0-1 0 0,2 1-1 15,0 2-1-15,2 0 3 0,-1 3-1 0,-3 2 1 0,1 2-1 0,-2 0 0 16,1 2 3-16,-2 1-1 0,2 2 0 0,-3 1-2 0,1 2 0 0,-1 0 1 16,-2 1 2-16,0 1-2 0,-3 1 4 0,0 1 1 0,0 1 3 15,0 2 1-15,-2 0-1 0,-1 1 1 0,-1 1 1 0,-2 0 2 0,-2-2 4 16,-1 2 1-16,-1 1 4 0,-1 0-1 0,-2 0 3 0,0 0 0 15,-1 0 4-15,-1 0-5 0,-1 1-4 0,0 0 2 0,-1 0-6 0,1 0 1 16,-1-1-1-16,0 0-2 0,-2 1-1 0,0 0 1 0,1-1-1 0,-2 0 1 16,1 0-1-16,0-1-1 0,0 0-1 0,0 1-1 0,-1 0 3 15,-1 0-2-15,1-1 0 0,-1-1-4 0,-1 2 2 0,1-1 2 0,-1 0 0 16,-1-1 1-16,1 0-1 0,0 1-3 0,0-2-2 0,0 1 1 0,-1-1 0 16,-1 0 4-16,1 0-2 0,0-1-1 0,0 1 0 0,0-2-5 15,1 1 7-15,0-1-2 0,1 0 0 0,0 0 1 0,-1 1-9 0,0-2 2 16,1 1-2-16,0-1-2 0,0 0 5 0,1 0-5 0,-1 0 0 15,0 0-7-15,1 0-1 0,-1 0-3 0,2 0-3 0,-1 0 0 0,0 0-3 16,-1 0 0-16,1 0 2 0,1 1-1 0,-2-1-3 0,1 0 1 0,0 2-2 16,0-1-1-16,0 1-1 0,0-1-2 0,0 0-2 0,1 1-1 15,-1 1-3-15,0 0-4 0,1 0-3 0,-1 0-4 0,1 1-8 0,1 0-8 16,1 0-10-16,0 1-9 0,1 1-8 0,0-1-11 0,1 0-100 0</inkml:trace>
  <inkml:trace contextRef="#ctx0" brushRef="#br0" timeOffset="68705.24">8121 15704 628 0,'-14'-8'116'0,"-1"0"-44"0,-2-2-15 0,1 3-6 0,5 0-4 16,1 2-10-16,2-1-10 0,1 1-10 0,1 0-4 0,1 0-1 16,-1 1-2-16,2 0-3 0,0 0-5 0,0 1 0 0,0 1 0 0,1 0 1 15,0-1 0-15,0 1 0 0,1 1 0 0,1 0 1 0,0 0 1 0,0 1 1 16,1-1 2-16,0 0-5 0,1 1 0 0,-1-1-2 0,1 0-1 16,1 0-2-16,0 0 3 0,1 0 3 0,1 0 5 0,-1 0 2 0,2-1 7 15,0 1-1-15,2 0 0 0,0-2 4 0,1 0-1 0,2 1 0 0,0-1-3 16,1-1 3-16,1 0-3 0,1 0 0 0,0 0-1 0,2-2-3 15,1 1 0-15,1 0-3 0,0-1 2 0,2 0-8 0,1 1 2 0,1-1-2 16,3 0 2-16,-1 1 2 0,2-1-3 0,0 0 1 0,0 1-3 16,3 0 0-16,0 0 1 0,2 1-3 0,-1-1 1 0,1 1 2 0,-1 1-3 15,3 0 5-15,0-1-3 0,1 0-2 0,2-1 4 0,0 2-8 0,0 0 3 16,2-2 5-16,0 2-6 0,1-1 6 0,1 0-5 0,-2 2 0 0,2 0 1 16,-2-1-2-16,1 2 1 0,-1-1 0 0,-1 0 3 0,-1 1 1 15,0 1-4-15,0-2 2 0,0 1-3 0,-1 1 2 0,1-1-2 0,0 0-3 16,-2 1 1-16,1 0 0 0,-2 0 0 0,2 2 4 0,-1-1 0 15,0 0 0-15,-2 1 1 0,0 0-4 0,-1-1 4 0,3 1-1 0,-2-1 4 16,3 2-2-16,-3 1-2 0,0 1 2 0,0-1-2 0,0 0-3 0,0 1 2 16,-1 0 0-16,0 1 0 0,0 0 1 0,-2-1-5 0,2 1-3 15,-4-1 5-15,1 2-1 0,-1 0 4 0,0 0 4 0,-2 1-5 0,-1 0 5 16,0-1 0-16,-3 1-2 0,2 1 5 0,-2 0-2 0,-1 1 4 0,0 0-3 16,-2-1 0-16,1 1 3 0,-3 0-4 0,0 2-2 0,-1 0 1 15,-1 1-2-15,-3 0 0 0,1-1 1 0,-1 2-3 0,-1-1 3 0,0 3 0 16,-2-3 2-16,0 2 1 0,-3 1-7 0,0-1 4 0,-2 0 0 15,-1 1 2-15,-2 0 8 0,-2 1-5 0,-2-2 1 0,1 1-2 0,-3 1 4 16,-1-1 5-16,1-2-7 0,0 2-2 0,-2 0-11 0,0-1 3 0,-1 0 2 16,0 1 0-16,-1 1 2 0,-1-1-5 0,0-1 2 15,-1 2 2-15,1 0 1 0,-5 0-6 0,1 1 2 0,-2-1-2 0,0-1-1 0,-2 0 7 16,0 2-8-16,-1-1-2 0,-2 0 2 0,0 0-3 0,-4 0 9 16,-1 2-2-16,-2-2-5 0,-2 3-2 0,0 0 2 0,-2-2 8 0,0 1 2 15,-1-1 0-15,-2-1-6 0,2 1-12 0,-3 0 15 0,3-1 7 0,-1 0-2 16,-1-1 6-16,2 0-15 0,-1-1 1 0,4-1 4 0,-2 1 1 15,2 0-1-15,0-1-3 0,-2-1 2 0,2-1 0 0,0 0 7 0,0-1-5 16,1-1 4-16,0-1-4 0,-1-1-1 0,0 0 6 0,-1 0-3 0,-1-1 5 16,0-1-5-16,-1 1-3 0,-1-2 2 0,-2 0-2 0,0-1 2 15,0-1 3-15,0-2 0 0,0-1 7 0,-1-3 0 0,1 0 2 0,1-2 3 16,0-1 3-16,1-1 3 0,1-3-5 0,-1 1-11 0,1-2 1 0,2 1-2 16,0-2 5-16,2-1 2 0,0-2-4 0,-1-1-3 0,2-1-2 15,-1-2 4-15,3 0-2 0,-1-1 2 0,0-3-1 0,1 1-6 0,1 0 5 16,1-2 2-16,1 1 4 0,2-2-7 0,-1-1-2 0,3 1-5 15,0 0 7-15,1 0 6 0,1 1-8 0,2-1 1 0,1 1 0 0,0-1 1 16,2 0 3-16,1-2-2 0,-1 1-7 0,2-2 4 0,2 0-2 0,1 2 0 16,0 1 1-16,3 1-10 0,0-1 4 0,2 1-5 0,1 1 5 15,0-1-11-15,2 1-1 0,0 0 8 0,3 1-8 0,0 2 19 0,0-1-5 16,2 0-8-16,0 2 0 0,1 0-5 0,0 2 8 0,2 1 3 16,-1-1-1-16,2 2 1 0,0 0-4 0,1 3 2 0,0 2 5 0,-1 0 2 15,0 0-4-15,-1 0 2 0,0 2 2 0,-2 1-1 0,1 1 3 0,-1 2-1 16,0 0 0-16,-1 1-1 0,1 1-2 0,-1 2-2 0,0-1-2 15,1 2 2-15,-2 0-4 0,1 0-1 0,0 2 7 0,0-1-2 0,0 2 0 16,-1-2 9-16,0 2-8 0,0 1 2 0,0-1 1 0,-1 1-4 0,0 0 5 16,0-1-4-16,-1 2 4 0,0-2-2 0,0 2-3 0,0-1 1 15,0-1 0-15,0 1 2 0,-1-1-3 0,0 0 2 0,0 1-4 0,0 1 2 16,0-1-1-16,-1 1 4 0,1-1 0 0,-1 0-3 0,0 0 3 16,0 0 0-16,0 0 3 0,-1 0 2 0,0-1-5 0,0 0-1 0,0 0 1 15,0-1-8-15,1 0 10 0,-1 0-1 0,0 1-2 0,0-1 2 0,0 0-2 16,-1 1 3-16,1-1 1 0,0-1-3 0,0 0-1 0,0 0-7 15,0 0 4-15,0 1 2 0,0-1 1 0,0 0 2 0,0 1-8 0,0-1-1 16,0-1 7-16,0 1-5 0,1-1 9 0,-1 0-8 0,0 1 4 0,1-1-1 16,-1 0-1-16,1 1 3 0,0-1-1 0,0 1-4 0,0-1 4 15,0 1-2-15,0-1-3 0,0 0 4 0,0 1-8 0,1 0 1 0,-1 0 2 16,1 1-5-16,-1 0 4 0,1 1-4 0,0 0-1 0,0-1-3 16,2 0-10-16,-1 1-15 0,0 0-14 0,1 1-17 0,-1 0-9 0,2 0-3 15,0 0-12-15,2 0 1 0,1 2-12 0,1 1-8 0,2-1-6 0,2 2-17 16,1 0-9-16,3 1-8 0,3-1-10 0,3 2-2 0,5-2-5 15,4 0-160-15</inkml:trace>
  <inkml:trace contextRef="#ctx0" brushRef="#br0" timeOffset="69688.48">11573 15869 1239 0,'-9'-16'151'15,"1"-1"-40"-15,-3-6-28 0,3 4-13 0,2 3-23 0,2 1-18 0,1 0-19 16,3 1-14-16,0 1-3 0,1 0 0 0,1 0-7 0,0 2-4 15,2 0-9-15,1 2-5 0,1 1 0 0,2 0-7 0,2 0 0 0,3 0 3 16,2 2-2-16,1-1 4 0,2 1 6 0,2 0 1 0,2 1 9 0,3 2 4 16,2-1 8-16,1 0 0 0,3-1 2 0,1 0-1 0,1 1-5 15,2 0 6-15,2-1 2 0,2 0 3 0,1 0 3 0,2-1 1 0,0 1 3 16,1 0 2-16,3 1 2 0,0 0-3 0,1-1 1 0,1 2-2 0,-1 0 4 16,2 1-2-16,0 0-2 0,1-1 0 0,1 1-2 0,2 1-2 15,0 0 3-15,2 1-1 0,1-1-2 0,-1 2 3 0,2-1-4 0,1 2-4 16,-1-1 1-16,3 1-3 0,0 2 1 0,0 0 0 0,1 2-3 0,-3 1 5 15,0 0-3-15,-2 2 7 0,-2 0 1 0,-5 1 3 0,1 0 4 16,-7 1 1-16,-2-2 6 0,-1 3 3 0,-4 1 0 0,-2-1 1 0,-2 1 0 16,-3-1-2-16,-1 1 1 0,-3 0-3 0,-1-1-6 0,0 2-2 15,-2-1-1-15,0 1-4 0,-2 1-6 0,-3 0-1 0,1-1-2 0,-1 2 3 16,-1 1 5-16,0 1 2 0,0 0-6 0,-3 1-7 0,-1 0-10 0,-3 0-9 16,-3 1-3-16,-2 0 6 0,-2-1 0 0,-2 0 3 0,-4 2 0 15,-2-2 2-15,-1 2 6 0,-5 2 5 0,-2-2 3 0,-3 1-1 0,0-1 4 16,-4-2-2-16,-1 1 8 0,-1-1 4 0,-4 0-4 0,-1 1 0 15,-2-1-2-15,-2 0 3 0,-3 2 3 0,1-1 0 0,-4-1 1 0,0 1-4 16,-1-2 5-16,-3 0-4 0,0-2-3 0,-1 0 2 0,-3-1 3 0,0 1 5 16,-2-2 7-16,-1 1-3 0,0-2-12 0,-1 0 12 0,1-2-1 15,-1 0 6-15,0-1 6 0,0 0-6 0,1-2 10 0,3-1-5 0,1-1-1 16,0-1 1-16,-1-2-6 0,2 1 0 0,1-2 1 0,1 0 3 0,1-2 4 16,1-2 3-16,0 1-5 0,1-3 1 0,1 0 3 0,0 0 3 15,1-4-2-15,1-1-8 0,-1-1-5 0,2-3-6 0,-1 1 5 0,1 0-5 16,-1-3 0-16,-2 0-5 0,2-2-10 0,-2 0 2 0,2 0 1 0,1-1-3 15,-2 1 9-15,2-2-6 0,-1-1 0 0,2 0 3 0,1 0-9 16,2 0-3-16,1 1-12 0,4 1-6 0,0 1 4 0,4 2 4 0,2 1-2 16,2 1 1-16,4 2 6 0,3 0 0 0,0 1 8 0,2 2-8 0,1 0-6 15,1 3 0-15,2 0-8 0,1 0 2 0,1 2-11 0,1 1-5 16,2 2-13-16,0-1-5 0,0 1 2 0,0 1-1 0,2 1 4 0,0 1 7 16,1 1-5-16,1 1 2 0,2 0 1 0,1 1-6 0,1 1-10 15,0 0-28-15,1 0-25 0,0 0-38 0,0 1-36 0,2 0-24 0,2 1-26 16,2-1-143-16</inkml:trace>
  <inkml:trace contextRef="#ctx0" brushRef="#br0" timeOffset="81272.24">12027 5717 1144 0,'-2'2'31'0,"1"1"-28"0,0 2-3 0,2 1 3 0,3 0 2 16,1 1-2-16,1 0 1 0,0-1-2 0,1-1 0 0,0 0 1 16,0-2-2-16,2 1 0 0,0-1 2 0,1 0 2 0,1-2-1 0,3 0-2 15,1-1 1-15,2-1 0 0,1-1 0 0,3 0 4 0,2-2-1 0,-1-1 1 16,1 1 3-16,1-2-3 0,1-1 2 0,4 0 3 0,0-1 1 15,5 0 9-15,1-1 2 0,2 0 3 0,3-2 1 0,0-1-6 0,2-2-4 16,4-2 0-16,1 1 1 0,4-3-4 0,1-1 1 0,3-1 2 0,1 0-4 16,2-1 3-16,0-1 0 0,2-2 6 0,1-1 0 0,3-2 1 15,-1-3 2-15,3 1-3 0,2-3 1 0,2 0 0 0,1 0-3 0,2-1-2 16,0-3 0-16,1 0-4 0,1-2 1 0,1 0 4 0,2-1 0 16,-1 0 1-16,2-2-3 0,1 1-5 0,-1 1 0 0,1-1 7 0,0 1-1 15,0-3-4-15,0 1-2 0,1 2-3 0,-1-1-2 0,1 1 3 0,0 1 5 16,1 0-5-16,0 0-4 0,0 2 3 0,2-2-6 0,-2 1 4 15,2-1 3-15,-1 2 3 0,0 0 1 0,1 0-4 0,-3 1-1 0,2-3-5 16,-1 0-2-16,-3 1 1 0,1-2 0 0,-1 4 4 0,-3 1 0 0,2 0 0 16,-3-1-4-16,1 2-4 0,-1 1 6 0,-2 0 1 0,1 1 5 15,-1 0-2-15,-2 2-8 0,-1 0-1 0,0 2-1 0,-3-1 2 0,0 2-1 16,-1 1-1-16,-1 0-3 0,-1 1 2 0,-1-2 2 0,-1 0-1 16,-2 1 0-16,-2-1-3 0,-1 5 0 0,-3 0 2 0,-1 0 1 0,-1 3-2 15,-1-2-2-15,-2 0 4 0,-2 2-2 0,-1-1 4 0,-2 2-2 0,-1-1-3 16,0 2 0-16,-2-1-6 0,-1 0 11 0,-2 3-2 0,-1-2-2 15,0 0 10-15,-2-1-8 0,-2 1 1 0,-3-1 3 0,1 0-4 0,-2-1 3 16,1 2-1-16,-2-1 2 0,-3 0 2 0,-1 1 2 0,-3 0-1 0,-1-2 2 16,-2 0-2-16,-2 0 4 0,-2-1-1 0,-1 0-2 0,-3 0-2 15,-1-2 0-15,-3 0 1 0,-2 0-1 0,-1-1 3 0,-3 1-6 0,-3 1 0 16,-1-2 0-16,-2 0-1 0,-2 0 2 0,-1-1-2 0,-1 0-4 16,0 1 1-16,1-1 1 0,-1 0 6 0,0-1 4 0,1-2-1 0,0 1-1 15,1-2-3-15,0 0-2 0,1-1-3 0,0 1 4 0,-1-1-2 0,1 0-5 16,0-1 4-16,1-1-2 0,0-1-2 0,1 1 7 0,0 1-5 15,0 1 2-15,0 2-2 0,3 0-1 0,-2 2-1 0,1-1-1 0,2 13 17 16,0-3 1-16,1-1-3 0,0-2 0 0,1-1-10 0,1-2-4 0,1-1 6 16,1-3-3-16,1 0-8 0,2-1 4 0,2 1-4 0,2-1 3 15,1 1 4-15,2-1-7 0,0 0 4 0,3 1 1 0,2 1-5 0,1 0 7 16,2 0-6-16,1 0 1 0,1 3 3 0,2-1-3 0,0 1 8 16,2 3-7-16,0 0 2 0,-1 2 2 0,2 3-4 0,0 0 1 0,-1 2-1 15,0 2 8-15,1 1-4 0,-2 1 1 0,2 2 0 0,-2 1-2 0,1 1 5 16,-2 2-1-16,0 0 1 0,0 1-3 0,-2 1 1 0,1 0 4 15,-3 2 1-15,1 0 1 0,-1 0-4 0,-1 1 3 0,1-1-4 0,-2 1-2 16,-1 0 2-16,0 0-7 0,-1 0 3 0,-1 1 4 0,-1-1-5 0,-1 0 11 16,-1 0-4-16,-2 0-2 0,-1-1-5 0,-1-1-14 0,-1 0-24 15,0-1-48-15,-3-1-75 0,0-1-74 0,0-1-89 0,-2-1-61 0,0-1-143 16,-2 0 68-16</inkml:trace>
  <inkml:trace contextRef="#ctx0" brushRef="#br0" timeOffset="81671.24">19523 1078 559 0,'-1'0'170'0,"0"0"-77"0,0 1 13 0,0-1 20 0,0 1 1 16,-1 0-5-16,1 0-14 0,0 0-10 0,-1 0-16 0,1 1-4 15,0-1-3-15,0 1-5 0,0 0-9 0,0 1-3 0,1-1-4 0,1 1-13 16,0 0 10-16,1 0-13 0,2 0 1 0,0 0 4 0,0 0-11 16,2 1 4-16,1 0-17 0,1 0 2 0,1 0-9 0,0 1 8 0,2 0 1 15,1 0-3-15,1 1 2 0,-1 0-5 0,2 0-2 0,0 0 4 0,1 0-2 16,0 1-1-16,1 0 11 0,0-2-11 0,0 2 3 0,-2 0-10 15,1 0-4-15,0 0-3 0,0-1-5 0,-2 1 13 0,11 5-18 0,-1-1 6 16,-6 1 5-16,-2-1-2 0,-4-1 12 0,-3 0 0 0,-2 0-2 0,-2-2 2 16,-2 1-1-16,-1 1-2 0,-1 0-2 0,0 2-4 0,-2 0 1 15,-1 0 3-15,-2 1-4 0,0 2-4 0,-2 0-7 0,-2 0-1 0,0 2-14 16,-1 0-13-16,-1 0-29 0,-2 0-49 0,0 0-63 0,-1 1-59 16,1-2-97-16,-1-1-130 0,0 0-307 0</inkml:trace>
  <inkml:trace contextRef="#ctx0" brushRef="#br0" timeOffset="82339.24">20154 794 660 0,'0'0'178'0,"0"0"-85"0,0 0 8 0,0 0 2 0,1 1 11 0,-1-1 12 16,0 2 0-16,0-1-3 0,1 2-9 0,0 0-35 0,1 0-4 15,-1 1-6-15,1-1-6 0,0 1 26 0,0 1-13 0,0-1-10 0,1 1-9 16,0 1-11-16,0 1-3 0,0 1-4 0,0 1-7 0,1 1-2 16,-1 0-7-16,1 0-2 0,0 1-4 0,-1 1-4 0,1 1-4 0,-1 0 1 15,1 1-4-15,-1 0 1 0,-1 1 4 0,1 1-3 0,0-1 0 0,-1 2-2 16,0-1 2-16,0-1-6 0,0-1 1 0,0 0 0 0,-1 0-4 15,1-1 5-15,-1-1-2 0,1-1 3 0,0-1 6 0,0 1 1 0,0-2-1 16,1 0-3-16,-1-1-5 0,2-2 1 0,-1 1 0 0,1-2 6 0,1 0 2 16,0 0-7-16,1-2 1 0,-1 0-3 0,2-1 2 0,1 0 4 15,0-1-1-15,1-1-3 0,0 0-2 0,1 0 2 0,-1-1-2 0,2-1 6 16,0 0 1-16,0 0-2 0,1-1-3 0,0 1 0 0,-2-1-2 16,1 0 2-16,0 0-2 0,0 0-1 0,-1 0 3 0,-2 0-2 0,1 1-6 15,0-1 3-15,-2 2-3 0,0-1 3 0,-1 1 0 0,0-1-2 0,-2 1-3 16,1 0-5-16,-2 0-8 0,1 0-14 0,-3 0-28 0,2 0-45 15,-2 0-56-15,1 0-67 0,-1-1-82 0,-1 0-137 0,1 0-484 0</inkml:trace>
  <inkml:trace contextRef="#ctx0" brushRef="#br0" timeOffset="82605.24">20038 791 1387 0,'-1'0'346'0,"-1"0"-202"0,0 0 31 16,1 0 7-16,-1 1-1 0,1-1-11 0,-1 1-26 0,1 0-31 15,0 0-18-15,0 0-14 0,1 0-10 0,0 0-11 0,0 0-4 0,1 0-10 16,2 0 4-16,0 1-10 0,0-1-4 0,3 0-9 0,0-1-12 0,1 1 0 16,1 0-3-16,0-1-2 0,2 0-9 0,0-1 9 0,-1 1-12 15,2-1 4-15,0 1-1 0,1-1 1 0,0 0 0 0,0 0-6 0,1 0 4 16,0 0-11-16,0 0-7 0,0 1 0 0,0-1-22 0,0 0-27 15,0 1-65-15,0 0-42 0,0-1-63 0,-1 1-71 0,1 0-88 0,0 0-138 16,0 0-448-16</inkml:trace>
  <inkml:trace contextRef="#ctx0" brushRef="#br0" timeOffset="82922.24">20670 730 1614 0,'-1'1'192'0,"0"0"-5"0,0 0 25 15,0 1 15-15,0 0-15 0,0 1-32 0,0 1-35 0,0 0-30 0,1 1-26 16,0 1-38-16,0-1-11 0,0 2-5 0,1 0-9 0,0 1 26 15,1 0-17-15,0 0-12 0,1 1 3 0,1 0-15 0,1 0 4 0,1 2-4 16,0 0-4-16,1 0-1 0,0 1-1 0,1-1 7 0,0 0-18 0,2 1 6 16,-1 0 4-16,1 1-14 0,1 0 14 0,-1-2-9 0,1 2-3 15,0 0-5-15,0 0-18 0,-1-2-22 0,0 1-27 0,-1-1-33 0,1 0-32 16,-2-2-41-16,0 0-52 0,0-1-53 0,-2-2-58 0,0 1-89 0,-1-1-111 16,-2-2-173-16</inkml:trace>
  <inkml:trace contextRef="#ctx0" brushRef="#br0" timeOffset="83122.24">21077 978 1246 0,'0'1'186'0,"0"0"-1"0,0 1 20 0,1 1 11 0,0 0-13 0,0 0-31 15,0 2-35-15,0 0-39 0,1 0-27 0,-1 0-7 0,1 2-18 0,0 0-13 16,1 1-4-16,-1 0-11 0,1 1-9 0,0 0 1 0,0 0-3 0,0-1 0 15,1 1-1-15,0-1-9 0,-1 1-5 0,1-1-11 0,0 0-11 16,0-1-16-16,0-1-25 0,0 1-30 0,1-1-38 0,0-1-46 0,1 0-55 16,-1-1-84-16,0-1-122 0,1-1-427 0</inkml:trace>
  <inkml:trace contextRef="#ctx0" brushRef="#br0" timeOffset="83454.24">21221 677 1068 0,'1'-1'329'0,"0"0"-165"0,0-1 19 0,1 1 28 15,1-1 4-15,0-1-13 0,1 1-36 0,1 0-52 0,1-1-28 16,0 1-16-16,0-1-11 0,3 1-8 0,0 0 5 0,0 0-6 0,1 0-6 16,1 2-9-16,-1 0-14 0,1 0-2 0,1 2-8 0,-1 0 6 15,0 1-8-15,0 2 0 0,-2 0-7 0,1 0 1 0,-1 2 3 0,0 0-5 16,-1 2 8-16,-2 1-3 0,1-1-6 0,-2 2-59 0,-1 1 3 0,0 0 1 15,-1 0-2-15,0-1 62 0,-1 2-1 0,0-1 3 0,-1 0 1 16,-1 0-1-16,0-1-5 0,0 0-4 0,0 1 7 0,-1-1-5 0,1-1 5 16,0-1 2-16,0-1-3 0,0 0 6 0,0 0 0 0,1-1-4 0,0 0 2 15,2 0-6-15,-1-2 2 0,2 0 2 0,0 0 0 0,1-1-1 16,2-1-2-16,-1 0-3 0,2-1 2 0,0 0 0 0,1 0 0 0,1-2-4 16,1 1 5-16,0-1-3 0,1-1-7 0,-1 1 6 0,2-1-6 15,0 0-11-15,0-1-2 0,0 1-13 0,-1-1-22 0,1 0-16 0,-1 1-39 16,1-1-27-16,-2 1-38 0,0-1-53 0,1 0-68 0,-2 1-83 0,0-1-74 15,0 1-313-15</inkml:trace>
  <inkml:trace contextRef="#ctx0" brushRef="#br0" timeOffset="83671.24">21832 933 925 0,'-1'1'407'16,"1"-1"-244"-16,0 2 0 0,0-1 12 0,-1 1 7 0,1 1-10 0,0 0-28 16,0-1-37-16,0 2-32 0,0 0-14 0,0 1-19 0,0 0-10 0,1 1-5 15,0 1-11-15,-1-1 0 0,1 2-7 0,0-1-1 0,0 0-10 16,1 0-4-16,-1 1-11 0,1-1-23 0,-1 0-18 0,0 0-52 0,1 0-50 16,-1-1-62-16,1 0-65 0,-1-1-62 0,1-1-89 0,-1 0-275 0</inkml:trace>
  <inkml:trace contextRef="#ctx0" brushRef="#br0" timeOffset="84139.24">21837 630 1652 0,'0'-1'185'0,"0"0"18"0,0 0 22 0,1 0 21 0,-1 0-7 0,2-1-36 15,0 0-55-15,0 0-35 0,2 0-28 0,-1 0-16 0,1-1 0 0,1 1-15 16,0-1-6-16,1 0-9 0,1 0 0 0,0 1-16 0,1-1-2 16,1 1-8-16,0 0-6 0,1 0 28 0,-2 1 3 0,2-1-5 0,-1 2-8 15,0-1-18-15,1 1-11 0,-1 1 8 0,0 0 4 0,-2 1-4 16,1 0 0-16,0 1-6 0,-1 0 0 0,0 1-2 0,-1 0 0 0,0 0-4 16,-1 0 1-16,0 1-9 0,-2 0 3 0,1 0-1 0,0 0 1 0,0 0-4 15,-1-1 0-15,0 1-2 0,0-1 0 0,-1 1 3 0,0-1-1 16,1 0 2-16,-1 0 4 0,0-1 7 0,0 1-1 0,0-1 5 0,0 1-6 15,0-1 2-15,1 0 1 0,-1-1 1 0,0 1 5 0,1-1-8 0,0 0 1 16,0 0-9-16,0 0 5 0,0-2 1 0,0 2-4 0,1-1 5 16,-1 0-5-16,1 1 2 0,0-1-1 0,1 0 7 0,-1 0-3 0,0 1-1 15,1-1 5-15,-1 1 0 0,1 1 0 0,-1-1-71 0,0 1 13 16,0 0 0-16,-1 1 8 0,0-1 68 0,1 1-12 0,0 1-4 0,0-1-4 16,0 1 4-16,-1 0 2 0,1 1 2 0,-1-2-3 0,0 2 7 0,0 0-10 15,0 0 0-15,-1 0 7 0,1 1-8 0,-1-1 8 0,0 1-5 16,-1 0 0-16,1 0 6 0,-1 0-3 0,-1 1-5 0,1-1-3 0,-1 1 7 15,-1-1-11-15,1 0 7 0,-2 0-3 0,1 0-20 0,-1-1-13 0,0 1-14 16,0-1-13-16,0 0-16 0,-1-1-14 0,0 0-19 0,1 0-18 16,-1-1-21-16,0-1-17 0,0 0-20 0,0-1-41 0,0 0-56 0,1-2-89 15,-1 0-133-15,1-1-57 0</inkml:trace>
  <inkml:trace contextRef="#ctx0" brushRef="#br0" timeOffset="84673.24">22044 382 1213 0,'-1'-1'309'0,"0"-1"-111"0,0 0-24 0,0 0 22 0,0 0 9 16,0-1-5-16,0 1-12 0,1-1-25 0,0 0-21 0,-1 0-22 16,2 0-9-16,-1 0-13 0,1 0-11 0,1 0-10 0,0 0-8 0,1 1-7 15,0 0-13-15,1 0-11 0,1 1-6 0,1 0-13 0,1 1-2 16,0 0 4-16,1 0-11 0,0 0-2 0,2 0-1 0,-2 1-10 0,2 0 3 15,1 0 3-15,0-1-4 0,0 1 2 0,0 0-1 0,0 0 8 16,1 1-4-16,1-1-8 0,0 0 12 0,0 0-22 0,-2 0 9 0,2 0 3 16,0 0-8-16,-1-1 12 0,0 1-8 0,-2-1 6 0,2 1-6 0,-1-1 3 15,-1 0 5-15,0 0-2 0,-1 0 1 0,-2 0-1 0,1 0 2 0,-2 0-4 16,0-1 4-16,-1 1-4 0,-1-1-1 0,0 1 1 0,-1-1 4 16,-1 1 3-16,0-1-5 0,0 1 8 0,-2 0-10 0,1 0 0 0,-2 0 2 15,1 0 0-15,-1 1 0 0,0 0 4 0,0 0 0 0,0 0-4 16,-1 1 11-16,1 0-9 0,0 0 2 0,0 0-6 0,-1 1 2 0,1-1 8 15,0 1 0-15,1 1 0 0,-1-1-1 0,1 1-5 0,0 1-2 0,0 0 6 16,1 0 0-16,0-1-83 0,1 2 0 0,0 1 9 0,0-1-2 16,1 1 72-16,0 1 8 0,0 0-10 0,1 0-2 0,0 1 7 0,0-1-1 15,1 2 0-15,1 1-2 0,-1-1-2 0,1 1 5 0,0 0-3 0,0-1-2 16,1 1-2-16,0 0-13 0,-1 1 8 0,0 0 1 0,1 0-74 16,0 0 23-16,1 1-12 0,-1 0 2 0,0 0 75 0,0-1-19 0,-1 2 7 15,1-1 1-15,-1 1-3 0,1-1 8 0,-1 2 2 0,0-1 3 16,0 0-4-16,-1 1-1 0,-1-2 4 0,1 0-5 0,-2 1 3 0,1-1-2 15,-2-1 3-15,0 1 6 0,-1-1-7 0,0-1 1 0,-2 0-7 0,0 0 6 16,-1-2-6-16,0 0 7 0,-2 0 3 0,-1 0-8 0,0-1 12 16,-1-1-6-16,0 0-3 0,-2-2 5 0,0 1-1 0,1-1 0 0,-3-1-7 15,1 0 2-15,-1-1-6 0,-1 0-8 0,1-2-8 0,0 0-24 0,-1-1-45 16,0-1-57-16,1-1-65 0,-1 0-76 0,1-1-89 0,1-1-138 16,-2-1-247-16,2-1 56 0</inkml:trace>
  <inkml:trace contextRef="#ctx0" brushRef="#br0" timeOffset="88872.24">19299 2430 951 0,'4'0'257'0,"1"0"-155"0,2 1 9 0,0 0 15 0,0-1 13 0,3 1 4 15,0-1-14-15,1 1-34 0,-1-1-22 0,1 0-15 0,0 0-11 0,0-1-1 16,0 1-2-16,0 0-4 0,1-1-6 0,0 1-5 0,0 0-9 16,0-1-4-16,-1 1-2 0,1-1-3 0,0 1-4 0,0 0 1 0,-1 0-2 15,0 1-4-15,0 0 4 0,1 0-3 0,1-1 0 0,-2 0 4 0,-1 0-9 16,-1 0-1-16,0 0 1 0,-1-1-4 0,0 1-5 0,0 0-6 15,-1 0-29-15,-1 0-52 0,0 0-67 0,-2 0-86 0,0 1-106 0,-4 0-111 16,2 0-300-16</inkml:trace>
  <inkml:trace contextRef="#ctx0" brushRef="#br0" timeOffset="89055.24">19461 2646 836 0,'0'3'356'0,"1"0"-188"15,0 1-12-15,2-1 8 0,0-1 20 0,0 1 8 0,3-2-21 0,-1 0-27 16,1 0-35-16,2-1-20 0,0-1-4 0,2 1-9 0,0-1-3 0,0 0-12 16,1 1-7-16,0-1-12 0,0 0-13 0,0 0-6 0,0 1-6 15,-1-1-5-15,-1 1-5 0,1 0-2 0,-1 0 0 0,0 0-7 0,0 1 6 16,0-1-3-16,-1 1-6 0,0-1-2 0,0 1-10 0,-1-1-17 16,1 0-31-16,0-1-41 0,-1 1-52 0,2-2-58 0,-1 0-76 0,0 0-89 15,2-2-141-15,-2-1-348 0</inkml:trace>
  <inkml:trace contextRef="#ctx0" brushRef="#br0" timeOffset="89373.23">19790 2321 1241 0,'-4'0'228'0,"0"0"-51"0,-1 0-6 16,2 1 6-16,1 0 7 0,2 0-11 0,0 0-35 0,2 0-34 15,-2 0-17-15,2 1-11 0,0 0-10 0,2 0-4 0,0 1-6 0,1 0-10 16,2 1-5-16,0 0-8 0,1 0-2 0,0 2-1 0,1 0-2 0,2 0-2 16,-1 0-3-16,2 1-5 0,2 1-2 0,0-1 0 0,1 1-4 15,-2-1-3-15,3 0-2 0,-1 1 0 0,0 1 6 0,-1-1-4 0,2 1-4 16,-1 0 4-16,0 0-5 0,-3-1 3 0,1 0 4 0,-1 1-6 16,-2-1 6-16,-1 0 2 0,-2-1 3 0,-2 1 6 0,-1-1 2 0,0-2 1 15,-2 2 1-15,-1-1-2 0,-2 1-3 0,-1 0-10 0,-1-1-6 0,-1-1-8 16,-1 0 1-16,-1 0-2 0,-2 0 6 0,-1 0 2 0,-1 0-3 15,-1 1-1-15,1-2-3 0,0 0-10 0,-1 0-8 0,1-1-23 0,0 0-27 16,1-1-32-16,2 0-41 0,1-1-39 0,1 0-53 0,-1 1-70 0,2-1-83 16,0 0-166-16,2 0-435 0</inkml:trace>
  <inkml:trace contextRef="#ctx0" brushRef="#br0" timeOffset="91105.23">20064 2073 714 0,'2'10'125'0,"1"3"-18"0,1 2 33 0,-1 0 21 16,1 0 10-16,0 0-15 0,0 0-32 0,0 0-37 0,0 1-24 0,1 0-13 15,1 0-5-15,-1 2-1 0,0-1-3 0,0-1-6 0,0-2-6 16,-1-1-9-16,1 0-4 0,0-1-8 0,0-1-2 0,2-1-2 0,-2 0-1 16,1-1 0-16,0-1-7 0,0-2-6 0,0 0-8 0,-1-2-15 0,1 0-18 15,-1-2-64-15,0 0-77 0,-1-1-96 0,0-1-119 0,-1-1-313 16</inkml:trace>
  <inkml:trace contextRef="#ctx0" brushRef="#br0" timeOffset="91522.24">19767 2106 1155 0,'-9'-1'151'0,"0"-3"-1"0,-2-1 18 15,2 1 16-15,3 0 9 0,1 0-3 0,1 0-27 0,2-1-29 0,2 1-24 16,0-1-14-16,2 0-6 0,0-1-18 0,2 0-7 0,0 1-9 16,1-1-9-16,3 0-4 0,0 1-5 0,3 0-5 0,-5 1 11 0,1 1-5 15,1-1-2-15,2 0 3 0,-1 0-24 0,4 0 0 0,-1 0-2 16,3-1-8-16,-1 1 7 0,2 1-6 0,2 0 4 0,-1 0-6 0,1 0 4 16,1 2-1-16,1 0-7 0,0 0 12 0,2 3-15 0,0 0 2 15,0 1 8-15,2 1-3 0,0 0-1 0,1 3-15 0,20 8-7 0,-5 0 1 16,-7 0 10-16,-8-3 10 0,-2 1-3 0,1 2 2 0,0 1-2 0,-2 1 2 15,1 1 0-15,0 1 0 0,-5 1-2 0,2-1-2 0,-4 3 0 0,-1 0-3 16,0 1 1-16,-3 0 0 0,0-1 3 0,-3-2-3 0,-3 0-1 16,-1-1-3-16,-3-1 1 0,-1 0 3 0,-3 0 1 0,-2-2-1 0,-1 1 6 15,-3-1-2-15,-3-2 5 0,-1 0 1 0,-2-1-3 0,-1-1 3 16,-1-1-1-16,-3-2 1 0,-2-2-3 0,0-2 1 0,-2-2 3 0,0-2 2 16,0-3 1-16,0-1 0 0,0-3-2 0,-1-2-3 0,0-4 3 0,2-2-3 15,-1-2 2-15,3-2-1 0,-1-1-1 0,2-3-1 0,1-1 3 16,0-3-1-16,0-2-6 0,0-1 2 0,2-5-6 0,0-1-1 0,2 0 3 15,2 0-2-15,3 5 0 0,4 3-3 0,1 4-2 0,1 2 0 0,2 2-4 16,1 3 2-16,2 4-2 0,-1 1-7 0,0 6 13 0,0 0-13 16,0 1-21-16,1-1-26 0,0 2-42 0,0 0-48 0,2 1-44 0,1 2-67 15,5 1-112-15,2 5-105 0,-1 2-161 0,1 0-92 0</inkml:trace>
  <inkml:trace contextRef="#ctx0" brushRef="#br0" timeOffset="96473.23">20214 3030 1032 0,'-1'-2'316'0,"0"0"-184"0,0-1 17 0,2 2 8 0,1-1 18 16,0 0-3-16,0-1-14 0,2 0-28 0,1 0-23 0,1 0-16 16,1-1-4-16,2 2-4 0,0-1-10 0,0 1-5 0,0 1-10 0,-1-1-10 15,2 1-9-15,-1 0-7 0,0 2-10 0,0 0-6 0,-1 1-5 16,0 1-3-16,-2 0-2 0,0 0-1 0,-2 2-2 0,-1 1 1 0,1-1-6 15,-1 1-1-15,0 1 3 0,0 0-6 0,-1 1 6 0,1 0 0 0,-2 1 4 16,1 0 1-16,-1 0-8 0,-1-1 6 0,1 1-5 0,-1 0-6 0,-1 0 6 16,1-1-3-16,0 0 1 0,0-1 4 0,1-1 0 0,1 0 4 15,0 0-3-15,0-1 1 0,1 0-2 0,-1-1 0 0,2-1 0 0,0 0-2 16,0-1 8-16,1-1-6 0,-1-1 0 0,1 0 0 0,0-1-4 16,0-1 2-16,1 0 1 0,0-1-3 0,-1 0-1 0,1-1-4 0,-1 0-1 15,1-1-8-15,-2 0-13 0,1 0-19 0,-1 0-21 0,-1-1-23 0,0 0-24 16,0 1-23-16,-1-2-22 0,-1 1-30 0,-1-1-30 0,-1 0-46 15,-1 0-61-15,-1 1-46 0,-1 0-151 0,0-1 87 0</inkml:trace>
  <inkml:trace contextRef="#ctx0" brushRef="#br0" timeOffset="96856.23">19923 2967 398 0,'-8'-4'222'0,"0"1"-108"0,-2-1 19 0,2 0 11 0,2 0 10 15,1-1 2-15,2-1-16 0,0-1-16 0,3-1-11 0,1 0-9 0,2-1-3 16,0 1 0-16,2-3 1 0,2 2-2 0,1-2 0 0,1 1-2 0,1 0-7 16,2 0-4-16,1 0-7 0,1 1-5 0,1 0-3 0,1 1-5 15,1 1-8-15,0 1-15 0,-1 1-11 0,2 1-4 0,0 2-5 0,2 0 4 16,-1 3-6-16,2 1-2 0,0 2-1 0,0 2-5 0,1 2-2 16,0 1-3-16,1 3-2 0,1 2-7 0,0 0 2 0,2 3 0 0,0 1-6 15,0 2 6-15,-1 0-2 0,-2 1 0 0,1 1 0 0,-2 1-2 0,0-1 0 16,-1 1 1-16,-4 0-1 0,-1 1-2 0,-2-2 2 0,-3 1-1 15,-4-1 1-15,-1 0 2 0,-4 0 0 0,-1-2-7 0,-4 1 0 0,-1 0 5 16,-3-1-1-16,-3 3 5 0,-2-2 1 0,-4 0-1 0,-1 1 1 0,-4 1 3 16,0-2-6-16,-1-1 1 0,-1-1 3 0,-1-2-2 0,-1-1 3 15,-3-1-1-15,1-2-4 0,-2-3 0 0,2-2-2 0,1-3 0 0,1-2-2 16,0-2 1-16,1-4-6 0,1-2-1 0,0-3-3 0,2-1 5 16,2-3-3-16,1-2 4 0,0-3 0 0,3-1 5 0,-1-3 2 0,0-2 2 15,2-1-5-15,3-3-3 0,1 1-2 0,3 0-5 0,3 1-2 0,2 3 4 16,3 1-1-16,3 2-10 0,1 2-4 0,2-1-16 0,2 2-16 15,3 2-14-15,1-1-25 0,2 1-31 0,1 0-36 0,2 0-49 0,1 2-73 16,3-1-97-16,0 1-139 0,4 1-222 0</inkml:trace>
  <inkml:trace contextRef="#ctx0" brushRef="#br0" timeOffset="98439.23">21823 2839 850 0,'3'4'290'0,"1"0"-140"0,0 2-3 16,0 0 22-16,0 0 19 0,0 0 2 0,0 1-18 0,-1 0-33 15,1 0-28-15,-1 0-22 0,0-1-8 0,2 1-17 0,-2 1-13 0,2-1-12 16,-1 0-14-16,-1 0-7 0,0 0-10 0,0 0-3 0,-2-1-2 0,1-2-6 16,0 1-4-16,0-2-7 0,1 0-29 0,-1-1-44 0,1-1-62 15,-1-1-73-15,1-1-80 0,0-1-107 0,0-1-135 0,1-1-192 0</inkml:trace>
  <inkml:trace contextRef="#ctx0" brushRef="#br0" timeOffset="101672.54">21074 1857 1735 0,'-1'-3'123'0,"-1"1"17"15,1 0 27-15,-1-1 31 0,0 0 12 0,-1 0-8 0,1 2-30 0,-1 0-37 16,2 0-28-16,-1 1-22 0,0 1-15 0,1 0-1 0,-1 1-8 0,2 2-4 16,-1 1-6-16,1 0-8 0,0 1-5 0,1 4-4 0,-1 1 4 0,2 1-17 15,-1 2-2-15,1 0 4 0,0 2-13 0,1 2-5 0,2 14 1 16,0-2-10-16,-1-5 6 0,0-7 12 0,0-1-4 0,2 1-5 0,-1-3 3 16,2 1-8-16,-1-1 6 0,1-1 0 0,0-2-6 0,0 1 2 15,1-1-2-15,0-2 2 0,1 0 2 0,1-2-1 0,0-1-1 0,2-2 2 16,-1-1-6-16,1 0 2 0,1-2 0 0,0 1-4 0,-1-1 4 15,0 0 6-15,0 0-6 0,0-1 2 0,-1-1-2 0,1-1-4 0,-2 0 0 16,1-1 8-16,-1-1 0 0,0 0 0 0,-1-2-2 0,0 1-8 0,-1-1-2 16,0 0 1-16,0-2 1 0,0 0-4 0,-1 0-1 0,0-1-7 15,-1 0-7-15,1-1-15 0,-2-1-10 0,0 1-20 0,-1 0-20 0,-1-1-12 16,0 1-32-16,-1-1-31 0,-2 0-39 0,-1 1-47 0,-1-2-47 0,-1 2-67 16,1-2-122-16,-3 0-157 0,-2 1-41 0</inkml:trace>
  <inkml:trace contextRef="#ctx0" brushRef="#br0" timeOffset="101855.54">21029 1795 1237 0,'-1'-3'150'0,"-1"0"26"16,0-1 8-16,1 0-5 0,0-1-18 0,1 0-14 0,1 0-23 0,1 0-15 16,3 1-8-16,0-1-10 0,2 1-8 0,1 0-12 0,1 0-8 15,1 1-11-15,0 0-11 0,2 0-7 0,0 0-8 0,1 1-9 0,0 0-2 16,-1 0-11-16,2 1 1 0,0 0-3 0,0 0-2 0,-2 0-2 0,2 0-17 15,0 1-7-15,-1 0-25 0,1 0-27 0,-1 0-35 0,0 2-67 16,1-1-81-16,0 1-104 0,-1 1-166 0,1 1-428 0</inkml:trace>
  <inkml:trace contextRef="#ctx0" brushRef="#br0" timeOffset="103506.54">21490 1894 529 0,'-2'0'112'0,"0"0"-6"0,-1-1 11 0,-1 1 10 0,1 0 6 0,-1 0-5 15,0 0-9-15,1 0-9 0,0 1-9 0,0 0-3 0,1-1-10 16,0 1-4-16,1 0-7 0,0 0-2 0,1-1-4 0,0 1-7 0,0-1-1 15,1 1-4-15,0 0-1 0,1-1 0 0,0 0-6 0,1 0 5 0,0 0-2 16,1 0 2-16,0-1 2 0,1 1-4 0,0-1-6 0,1-1-6 16,0 1 0-16,0 0-2 0,2 0-11 0,0-1 2 0,1 1-3 0,0-1-7 15,0 1 9-15,1 1-14 0,0 0-10 0,0-1 2 0,2 2-9 0,-1 0 2 16,1 1 6-16,-1 0-8 0,1 1 6 0,0 1 2 0,-1 0-8 16,0 0 4-16,-2 1-3 0,-1 0-4 0,-1 0-6 0,0 0 4 0,-2-1-2 15,0 2-2-15,-2-2 8 0,0 2-6 0,-1-1 3 0,-1 1 3 16,-1-1-3-16,-1 1 4 0,-1 1-2 0,-1-1-3 0,1-2 9 0,-2 2-4 15,-5 2-14-15,3-2 4 0,0-1-4 0,3-2 2 0,-1 0 15 0,1 0 1 16,0-2 1-16,1 0-2 0,1 0-1 0,0-1 2 0,1 0-6 16,0 0 4-16,0 0-2 0,2-1-4 0,0 0 4 0,1 0 0 0,1 0 2 15,-1 0 1-15,2 1-1 0,1 0-4 0,1 0 6 0,0 0-6 0,0 0 2 16,1 1 5-16,0 0-8 0,1 1 6 0,-3 1 2 0,2 1 0 16,-1 0 1-16,0 1-3 0,0-1 2 0,0-1 0 0,0 2 6 0,-1 2-1 15,1-1 2-15,-2 1 0 0,1 1-3 0,-1-1 7 0,0 1-4 16,-1 0 0-16,0-1 1 0,-2 1-8 0,1 0 0 0,-1 0-3 0,-1-1 5 15,0 1-4-15,-2 0-1 0,1 0 0 0,-1 0-6 0,-1 0 1 0,0 0-2 16,-2 0-4-16,1-1-7 0,-3 0-8 0,0 0-13 0,0-1-15 16,0 0-32-16,0-1-37 0,0-1-42 0,0-1-54 0,1-1-43 0,1-2-61 15,2-1-105-15,0-2-160 0,1-1-63 0</inkml:trace>
  <inkml:trace contextRef="#ctx0" brushRef="#br0" timeOffset="103689.54">22058 2039 1169 0,'2'6'407'0,"0"1"-279"0,1 4-4 0,-1-1 14 0,1 0 24 0,-1 1 5 15,0 1-19-15,0-2-41 0,0 2-35 0,-1 2-25 0,0 0-17 0,0-1-7 16,-1 1-8-16,1 0-7 0,-1 0-5 0,-1 0 1 0,1-2-16 16,0 1-11-16,1-3-9 0,0-1-25 0,-1-2-22 0,0-2-55 0,1-1-75 15,1-1-82-15,1-3-142 0,0-2-282 0,1-1 108 0</inkml:trace>
  <inkml:trace contextRef="#ctx0" brushRef="#br0" timeOffset="104006.55">22177 1660 926 0,'0'1'420'0,"1"-1"-229"15,0 1 10-15,0 0 5 0,1-1 2 0,1 1-17 0,1 0-26 16,0 0-27-16,2 0-26 0,1 0-6 0,0 0-10 0,2 1-12 0,-1 0-7 15,1 0-16-15,2 0-11 0,1 0-13 0,-1 1-3 0,1 0-7 0,-2 2-7 16,2-1-4-16,-1 2-5 0,-1 0-4 0,0 2 1 0,-2 0-5 16,0 2-5-16,-1-1-1 0,0 3-6 0,0 0-4 0,-1 2-3 0,0-1-4 15,-1 1-4-15,-1 0 6 0,-1 1-1 0,0-1 8 0,-2-1-7 0,1 1 6 16,-2-1-1-16,0-1 6 0,-1 0 7 0,1-2 6 0,-3 9-19 16,1-4 3-16,1-3 2 0,0-3 3 0,1-2 18 0,0-1-3 0,1 0 3 15,0-3-1-15,2 0 4 0,-2-1-5 0,2-1-1 0,1 1-1 16,-1-2-3-16,2 0 3 0,1 0-8 0,1-1 1 0,1 0 0 0,1 0-4 15,1 0 2-15,-1-1-2 0,-1-1-5 0,2 0 2 0,0 0-6 0,0-1 0 16,2 0-6-16,-2 1-8 0,0-1-9 0,1 0-17 0,-1 0-25 16,1-1-40-16,-5 3-27 0,0 0-53 0,0-1-56 0,1-1-69 0,-1 1-99 15,2-2-94-15,-1 0-254 0</inkml:trace>
  <inkml:trace contextRef="#ctx0" brushRef="#br0" timeOffset="104206.57">22814 1849 1171 0,'1'3'165'0,"-1"0"0"0,1 0 29 0,1 1 11 0,-1 1-6 16,1 2-24-16,0-1-36 0,0 1-17 0,0 1-21 0,1 0-15 15,0 1-5-15,1 1-20 0,2 8-5 0,1 1-16 0,-1-4-11 0,-1-4 2 16,0 1-10-16,1 0-4 0,-1 1-8 0,0-1-1 0,0 0-4 16,0-1-4-16,0 0-2 0,0-1-20 0,0-1-25 0,-2 0-9 0,1-1-24 15,-1-2-34-15,1-1-54 0,0-2-80 0,1-1-84 0,0-3-114 16,-1 0-145-16,1-1-126 0</inkml:trace>
  <inkml:trace contextRef="#ctx0" brushRef="#br0" timeOffset="104423.57">23017 1586 1736 0,'0'3'179'0,"-1"0"5"0,1 0 17 0,-1 3 15 0,0 0-16 15,0 3-27-15,1-2-40 0,0 3-27 0,1 0-22 0,0 2-11 0,0 0-10 16,1 0-12-16,0 1-15 0,0 1-8 0,0 0-6 0,1 2-7 16,1-1 0-16,-1 1-4 0,2 1-4 0,-1 0 1 0,2-1-8 0,-1 1-13 15,1-1 0-15,1 0-2 0,0-1-4 0,0 1 1 0,5 10-13 0,0-7-20 16,-2-3-23-16,-3-6-28 0,1-2-33 0,-2-1-34 0,1-3-34 16,-2 1-37-16,1-4-54 0,0 1-97 0,0-2-140 0,0-1-329 0</inkml:trace>
  <inkml:trace contextRef="#ctx0" brushRef="#br0" timeOffset="104939.57">23029 1392 731 0,'-3'-2'446'16,"0"-1"-326"-16,1-1 19 0,-3 0 24 0,1-1 1 0,-1 1-5 16,1-2-15-16,0 1-17 0,1 1-14 0,1 0-13 0,1 1-4 0,1-1-10 15,1 1-5-15,0-1-7 0,1 1-6 0,1 0-3 0,0 0-3 0,1 0-2 16,1 1-7-16,1 0-3 0,-1 0-8 0,2 1-10 0,0 0-2 16,1 1-9-16,0-1-5 0,1 1-7 0,1 0 2 0,0 0-8 0,0 0 1 15,0 0 3-15,1-1-9 0,0 1 6 0,0-1 3 0,0 0-9 0,0 1-1 16,1 0-1-16,-1-1-5 0,1 1 7 0,0-1 2 0,-1 1-1 15,1 0 2-15,-1 1-6 0,-1-1 0 0,0 1-1 0,-1 0 1 0,-1 0 1 16,0 1 1-16,-1 1 1 0,-1 0-1 0,-1 1 4 0,-1 0 3 16,0 0-1-16,-2 1 5 0,0 1-7 0,0 0-1 0,-1 0 9 0,-1 1-9 15,0 0-2-15,0 0 8 0,-1 1-12 0,1 0 6 0,0 1 6 0,-1-1-6 16,1 1 5-16,0 0-3 0,1-1-2 0,0 2-2 0,0-1 2 16,1 0 0-16,0 1-2 0,1 0 2 0,0 0 0 0,-1-1 0 0,3 2 2 15,-1 1 3-15,2-1-6 0,0 1 4 0,1-1-6 0,1 1-1 0,1 1 8 16,0-1-6-16,1-1 0 0,1-1 4 0,0 2-7 0,2-1 5 15,0-1-6-15,-1 1 6 0,1 0 2 0,1-1-6 0,-1 1 6 0,1-1-5 16,-2 1 4-16,1 0 3 0,-1 0-6 0,0-2 4 0,-2 2-2 0,-1-1-5 16,-1 0 6-16,-2 0 5 0,0 0-3 0,-2-1 8 0,-2 1 3 15,-2 1-5-15,-1 0 2 0,-2 0-11 0,-1 0-3 0,-3 0-6 0,-1 0 1 16,-2 1 3-16,-2-1-15 0,-15 8-15 0,0-2-22 0,2-4-11 16,5-4-19-16,2-1-16 0,0-2-34 0,0-1-40 0,1-3-47 0,-2 1-56 15,2-3-84-15,1 0-128 0,1-1-359 0</inkml:trace>
  <inkml:trace contextRef="#ctx0" brushRef="#br0" timeOffset="105590.57">21388 2672 1115 0,'0'9'170'0,"1"3"-54"0,0 3 28 16,1-1 22-16,0 2 2 0,1 1-14 0,0-1-17 0,0 1-37 15,1 1-16-15,1 0-12 0,-1 1-12 0,2 0 1 0,-1 2-5 0,0-1-7 16,0 2-11-16,1 0-9 0,0-2-6 0,1 2-7 0,-2 0 1 0,1 0-13 16,-1 1 5-16,0 1-4 0,1-1-9 0,1 1 6 0,-2-3-2 15,0 0-2-15,2-3 2 0,-1-2-1 0,2-4-11 0,-1-1 7 0,2-2 2 16,0 0 3-16,0-2 11 0,2-1 3 0,0-2 1 0,1-1 1 15,0-1 2-15,-2-2 2 0,0-2 1 0,1-1-1 0,-1-2-3 0,0 0 0 16,0-2 3-16,1 0 5 0,-1-1 1 0,2 0-2 0,0 0-5 0,-1 0-7 16,0-2-3-16,-1 0-2 0,0-1-4 0,1 1 2 0,0 0-5 15,0 0 0-15,-1 1 4 0,0-1-6 0,-1 1 0 0,1 0 1 0,0 1-1 16,-1 0-1-16,0 0-3 0,-1 2-2 0,-1-2-10 0,1 2-1 0,-2-1-6 16,1 1-10-16,-2 0-10 0,1 0-19 0,-2 0-44 0,0 0-57 15,-1 1-54-15,-1-2-81 0,-1 0-105 0,-2-1-121 0,-1-1-281 0</inkml:trace>
  <inkml:trace contextRef="#ctx0" brushRef="#br0" timeOffset="105789.59">21440 2695 1188 0,'-5'2'110'0,"-1"1"6"0,-1 0 30 0,2 0 16 15,4 0 0-15,1-2-17 0,1 1-22 0,2-1-29 0,2 0-13 0,1 0-5 16,1-1-2-16,1 0 7 0,2-1-3 0,1 0-5 0,1 0-6 0,0-1-12 15,1-1-5-15,2 1-6 0,0-1-7 0,0 0-8 0,0 1-3 16,2-1-7-16,0 1-9 0,-1 0 0 0,-2 0-5 0,0 0-1 0,0 0-4 16,0 0-2-16,-1 0 2 0,0 1-5 0,-1-1 0 0,1 1-9 0,-1 0-10 15,-1 0-12-15,2-1-28 0,1 1-47 0,0 0-71 0,0 1-77 16,-1 0-99-16,1 0-116 0,1 0-269 0,-1 1 118 0</inkml:trace>
  <inkml:trace contextRef="#ctx0" brushRef="#br0" timeOffset="106139.59">21979 2845 851 0,'-5'-1'462'0,"1"0"-322"0,-1 0 27 0,3-1 11 15,1 0 4-15,1 0-13 0,0-1-24 0,2-1-30 0,0 0-19 0,2-2-8 16,1 0-8-16,0 0-1 0,1-1-4 0,3 0-8 0,0 0-9 0,1-1-10 15,1 1-9-15,2-2-4 0,-2 1-4 0,2 1-5 0,0 0-7 16,-1 1-5-16,0 1-1 0,-2 0-5 0,1 1-2 0,1 2-1 0,-1 1-3 16,-1 1-2-16,-2 0 0 0,-1 2 0 0,1 1-2 0,-2 1-1 0,1 2-5 15,-2 1-4-15,0 1-2 0,-1 2-2 0,-1 1-1 0,-1-1-2 16,-1 2-4-16,0 1 4 0,-1-1 0 0,-1 2 5 0,1-2 4 0,-3 1 1 16,1 0 6-16,-1-1 1 0,0 1 0 0,0-1 4 0,-1 1-2 15,1-1 0-15,0 0 7 0,1-2-5 0,1 0 1 0,1-1 9 0,1 0-8 16,1-1 2-16,0-1 5 0,1 0-6 0,0-1 0 0,1 0-1 0,1-2-1 15,1 0-6-15,1-2 1 0,1 0 2 0,-1 0-2 0,2 0-1 16,1-1-4-16,-1-1-7 0,1 0-5 0,0-1-13 0,1 0-21 0,-2-1-48 16,1 0-68-16,0 0-67 0,-1 0-88 0,2 0-99 0,-1-1-87 0,-1-1-313 15</inkml:trace>
  <inkml:trace contextRef="#ctx0" brushRef="#br0" timeOffset="106322.59">22565 2945 1372 0,'-2'4'165'0,"0"1"-12"0,0 0 15 0,0 0 13 16,1 0-4-16,0 2-12 0,1-1-40 0,0 1-17 0,0 1-13 0,1-1-25 15,0 1-3-15,0 0-17 0,0 1-15 0,1 1-9 0,1 1-16 16,1 1 0-16,-1 0-8 0,3-1-2 0,-1 1 0 0,1 0-10 0,0-1-2 16,-1-1-10-16,1 0-12 0,0-3-18 0,2 1-41 0,0-2-95 0,0-1-79 15,0-1-55-15,0-2-99 0,-1 0-103 0,2-2-218 0</inkml:trace>
  <inkml:trace contextRef="#ctx0" brushRef="#br0" timeOffset="106573.59">22815 2543 1505 0,'-4'2'163'0,"0"1"-2"0,-1 1 28 16,1 0 12-16,1 2-7 0,0-1-20 0,1 1-36 0,1 2-27 0,0 1-24 16,1 1-14-16,0 2-13 0,2 0-8 0,0 1-13 0,2 1-9 0,-1-1-11 15,2 3-8-15,0 0-4 0,-1 0-4 0,2 1 1 0,0 1-8 16,1 0 3-16,0-2-3 0,2 2 0 0,0-1-1 0,1-1-5 0,-1-1-5 16,2 0-6-16,-2-2-7 0,-1 0-12 0,2-2-20 0,0-3-34 0,-1 0-45 15,1-1-45-15,-1-1-48 0,0-1-59 0,-1-1-91 0,2-1-126 16,-1-2-326-16</inkml:trace>
  <inkml:trace contextRef="#ctx0" brushRef="#br0" timeOffset="106806.59">23204 2834 1344 0,'-1'8'222'0,"1"2"-48"0,0 3 3 0,0 0-12 0,0-1-8 16,1-1-24-16,-1 0-33 0,1 1-25 0,-1 0-22 0,2 0-17 16,-2 1-10-16,2-2-11 0,-1 1-2 0,1 1-10 0,2-2 2 0,-2 1-4 15,2-2-2-15,-2 1-1 0,3-1-6 0,0 0-2 0,-1-2-6 16,2 0-5-16,-1-2-12 0,1 0-14 0,1-2-14 0,-2-1-27 0,2-1-33 16,0-2-44-16,0-1-63 0,-1-2-88 0,0 0-122 0,0-4-355 0</inkml:trace>
  <inkml:trace contextRef="#ctx0" brushRef="#br0" timeOffset="107172.59">23309 2578 1296 0,'0'-3'148'0,"-1"-1"-10"16,3 0 20-16,-1 1 16 0,1 0 1 0,1 2-18 0,-1 0-19 0,2 1-19 15,1 0-14-15,-1 0-9 0,3 1-9 0,0 0-9 0,0 1-12 16,0-1-5-16,0 2-9 0,0-1-11 0,0 1-11 0,1 0 3 0,-1 0-17 15,1 0-4-15,0 1 4 0,0 0-18 0,-1 1 9 0,0-1-3 16,0 2-1-16,0 0-4 0,-3 2-3 0,3 0 1 0,-1 0-3 0,-1 0-1 16,1 2-7-16,-2-2-5 0,3 2-9 0,-3 0-9 0,-1-1-6 0,0 0-21 15,-2 0-15-15,2-2-5 0,0-2 7 0,0 0 13 0,0-1 21 0,-2-1 12 16,1-1 7-16,0 0 9 0,0-1 5 0,0 0 5 0,1 0 5 16,0-1 0-16,-1 0 2 0,2 0 1 0,0 0-1 0,1 0 2 0,0-1 1 15,1 0 2-15,1 1-3 0,-1-1 1 0,0 2-2 0,1-1-1 16,1 1-1-16,0 0 1 0,2 1 0 0,-2 1 1 0,1 0 0 0,-1 1 0 15,0 0 2-15,0 1 1 0,-1 0 1 0,1 1 1 0,-1 0-2 0,1 1 2 16,0 0 2-16,0 2-4 0,-2 0 4 0,1 0-7 0,-1 2 0 16,0-1 1-16,0-1-3 0,-1 2 2 0,0 0-1 0,-1 0-2 0,-1 0-2 15,1-1 2-15,-2 0-3 0,0 0-2 0,-1-2-1 0,-1-1-9 0,0-1-9 16,0-1-16-16,-1-1-39 0,-1-1-75 0,1-1-84 0,0-2-108 16,0-1-142-16,0-2-386 0</inkml:trace>
  <inkml:trace contextRef="#ctx0" brushRef="#br0" timeOffset="107589.59">23669 2356 1420 0,'-2'-1'293'0,"1"1"-165"16,0 0 38-16,0 1 21 0,1 1 3 0,1-1-20 0,1 2-25 0,1-1-22 15,0 1-17-15,1 1-9 0,0-1-10 0,1 1-14 0,1-1-10 16,0 0-15-16,2 0-14 0,0 0-7 0,1 0-3 0,0 0-8 0,2-1-1 15,-1 0-4-15,0 1-6 0,1-1 1 0,1 1 1 0,-1-1-3 0,0 0 1 16,-1-1-1-16,1 1-6 0,1 0 4 0,-1 0-8 0,1 0-5 16,-2-1-2-16,-1 1-5 0,1-1-7 0,-1 1-4 0,0 1-6 0,-1-1-2 15,-2 0-10-15,1-1-2 0,-1-1 3 0,0 1 1 0,0 0 13 0,-1-1 10 16,0 0 7-16,-2 1 11 0,-1 0 1 0,-1 0 4 0,1 0 1 16,-2 1-2-16,0 0 0 0,0 1 2 0,-2 1 1 0,1 1-3 0,1 0 4 15,-1 1-3-15,0 0 3 0,1 1-1 0,0 0 1 0,2 1 3 16,0 0-2-16,0 0-2 0,1 0 1 0,0 0-8 0,1 0 3 0,0 1 4 15,2 0-1-15,0 1-11 0,-1-1 0 0,3 1 3 0,0 1-6 0,0 0 15 16,1 2-5-16,1 0 2 0,1 1 2 0,-2-2-5 0,3 2 3 16,0 0 0-16,1 0 0 0,1 1 0 0,0 0-2 0,0-1 4 0,1 1 3 15,-2 0 0-15,0-2 5 0,1 1-1 0,-2 0 1 0,-1-1 1 0,-2-1-1 16,-3 1 6-16,-3-1 1 0,-1 0 6 0,-2 1 0 0,-2-2-4 16,-2 1 2-16,-1 0-5 0,-3 0-3 0,-3 0-12 0,-1-1-6 0,-2-2-9 15,-2 1-11-15,-3-2-17 0,-2 0-24 0,-1-2-26 0,-1-1-31 16,1-1-40-16,2-2-45 0,-1-1-56 0,1-2-71 0,1-2-97 0,-1-1-121 15,1-3-128-15</inkml:trace>
  <inkml:trace contextRef="#ctx0" brushRef="#br0" timeOffset="108356.45">20986 3659 946 0,'-3'0'197'0,"1"0"-104"0,0 1 18 16,1 0 21-16,1 1 28 0,-1-1 14 0,2 0-10 0,0 0-24 0,0 0-21 15,2 0-19-15,0 0-9 0,2 1-4 0,-1-2-5 0,3 2-1 0,0-1-8 16,-1 0-1-16,4 0-10 0,-1 0-9 0,1 0-9 0,1 0-10 16,-1 0-1-16,0 1-13 0,1 0-2 0,1 0-6 0,0 0-7 0,1 0 2 15,-2 1 0-15,2-1-2 0,-1 1 2 0,-1 1-3 0,0 1-1 0,0-1 1 16,-3 1-6-16,2 0 2 0,-1-1-3 0,-1 1-1 0,-1 1-1 16,0-1 3-16,-1 1 0 0,-1 0 1 0,-1-2-1 0,-1 2-2 0,0 0 4 15,-1 1-1-15,-1-1-3 0,0 1 2 0,-1 0-1 0,0 0 5 0,-1-1 1 16,-1 0-3-16,0-1-2 0,-1 1 6 0,0-1-4 0,1-1 0 15,0 1 3-15,0-2-3 0,1 1 2 0,0-2 2 0,2-1-4 0,-1 0 0 16,1-1-2-16,0 0 2 0,2 0 0 0,0-1-2 0,0 0 4 16,2 0 0-16,0-1-2 0,0 1 1 0,0 0-6 0,1 1 7 0,-1 0-2 15,0 0 2-15,1 0-1 0,1 1-2 0,-1 0 1 0,0 1 0 0,0 0 1 16,-1 1 1-16,0-1-7 0,0 2 5 0,-1-1-7 0,1 0-4 16,-1 2 10-16,-1-2-8 0,0 1 9 0,-1 1 5 0,0 0-3 0,-1 0 0 15,0 1 5-15,-1 0-4 0,0 0 2 0,-1-1-3 0,-1 1-4 0,-1 1-1 16,0-1-1-16,-2-1-1 0,1 0-4 0,-2 1-4 0,0-2-17 15,-1 0-21-15,0 0-24 0,0-2-47 0,0 0-43 0,-1-1-44 0,0-2-49 16,-1-1-52-16,0-2-93 0,0-2-119 0,0-2-175 0</inkml:trace>
  <inkml:trace contextRef="#ctx0" brushRef="#br0" timeOffset="108756.45">20899 3646 1104 0,'-7'-1'84'15,"1"-1"25"-15,-2 0 31 0,2 1 28 0,2 0 5 0,1 0-4 0,2 1-19 16,0-1-31-16,1 1-11 0,2-1-19 0,-1 0-2 0,2 0 5 16,0 0-7-16,3 0 4 0,1 0-8 0,0-1-15 0,4 0-7 0,0 0-14 15,2-1-4-15,2 0-6 0,1 0-7 0,1 0 0 0,1 0 0 0,-1 1-7 16,2-1-5-16,-1 1-6 0,2 0-2 0,-1 1 0 0,2 0-4 16,1 0 0-16,-2 1-3 0,2 0-1 0,-1 0 0 0,3 0 2 0,0 2-4 15,-1 0 2-15,3 2-1 0,-1 0-1 0,1 2 0 0,1 1-2 0,-2 0-4 16,1 1-1-16,-2 0-2 0,1 1 2 0,-1 2-1 0,-2-1-1 15,0 1 2-15,-1 1 0 0,-1 0 1 0,-1 2-1 0,0 0-2 0,-4 1 3 16,-2-1-3-16,0 2 4 0,-3 1 0 0,-1-1 2 0,-3 2-6 16,-1-1-2-16,-2 0 2 0,-1-1 6 0,-4 0 8 0,-2 2 6 0,-1-1 3 15,-4-1-7-15,-3 2 1 0,-1-1-3 0,-4 0 1 0,-1 0-6 0,-4-2 7 16,-1 0 0-16,-1-4-1 0,-1 0-1 0,2-3 3 0,-4-1-5 16,-1-2 3-16,1-2 1 0,-2-2 0 0,1-1-5 0,1-2 2 0,0 0-4 15,2-3-3-15,1-1 5 0,0 0-3 0,3-2 6 0,2 0-8 0,2-3 1 16,1-1 4-16,1-1-12 0,3-2 9 0,0 0-8 0,3-1-4 15,2 1 2-15,1 1-9 0,3 2-7 0,1 0-7 0,1 2-12 0,3 0-2 16,1 2-19-16,2 1-18 0,0 0-45 0,2 1-56 0,1 0-49 16,2 1-81-16,1 1-95 0,2 0-145 0,-1-1-108 0</inkml:trace>
  <inkml:trace contextRef="#ctx0" brushRef="#br0" timeOffset="109189.45">22200 3615 888 0,'-4'3'667'0,"0"2"-547"0,-1 0 10 0,1 0 11 15,1 0 6-15,1 1-1 0,1 1-22 0,1 0-26 0,0 1-21 0,1 0-23 16,0 1-8-16,2 0-7 0,1-1-10 0,0 2 2 0,2 1-13 16,0 0-3-16,1 1-2 0,0 0-7 0,1 3-1 0,-1-1 2 0,1 0-9 15,-1 1-3-15,1-2 2 0,-1 0-12 0,1 0 9 0,0-1-3 0,-1 0 1 16,0-2 16-16,2 0-1 0,0-2 0 0,-1-1 1 0,0 0-8 15,1-1 1-15,0-2-1 0,-1 0 2 0,1-1 5 0,1-1-4 0,-1-2 4 16,2 1 1-16,0-2-5 0,-1 1 5 0,0-3 2 0,0-1-1 16,1 1 2-16,-1-2-4 0,-1 0 3 0,1 0 0 0,-1-1-3 0,1 0-2 15,0 1-8-15,-1-1-2 0,0 1-4 0,-1-1 4 0,0 2 8 0,-1 0 1 16,0-1-1-16,-1 1-6 0,0 1-11 0,1-1-9 0,-4 2 1 16,1-1-22-16,-1 1-26 0,-3 0-49 0,2-1-69 0,-2 1-66 0,-1-2-96 15,-1 1-114-15,-1 0-412 0</inkml:trace>
  <inkml:trace contextRef="#ctx0" brushRef="#br0" timeOffset="109390.45">22119 3543 1701 0,'-6'2'141'0,"0"-1"13"15,0 1 14-15,3-1 5 0,1 0-7 0,1 0-18 0,3 0-26 0,0-1-28 16,2-1-8-16,0 1-10 0,1-2-11 0,2 0-2 0,2-1-12 15,3-1-8-15,1-2-4 0,1 0-15 0,-2-1-8 0,3-1-3 0,0 2-6 16,2-2 0-16,0 0-3 0,0 0-6 0,-2 1-4 0,0-1 3 0,-2 1-10 16,1 0-7-16,-1 1-12 0,-2 0-23 0,0 0-37 0,0 1-43 15,0 1-54-15,0 0-64 0,0 1-75 0,0 0-120 0,-1 1-162 0,2 0-234 16</inkml:trace>
  <inkml:trace contextRef="#ctx0" brushRef="#br0" timeOffset="110489.45">22742 3468 330 0,'0'0'120'0,"0"0"-25"0,-1-1 4 0,1 1 9 16,0-1 0-16,0-1-3 0,1 1-12 0,0-1-8 0,-1 0-3 0,1 1-8 16,-1-1 3-16,2 0-1 0,-1 0-2 0,0 1 4 0,-1 0-6 0,0 0-1 15,1-1-1-15,-1 0-4 0,0 1-1 0,0-1-6 0,0 1-1 16,1 0-1-16,0 0-1 0,0 0 2 0,0 0-2 0,-1-1-3 0,1 0-2 16,0 1-1-16,0 0-4 0,0-1 1 0,-1 0-2 0,1 0-2 15,0 0-1-15,1 1 1 0,0-1-2 0,-1 0 2 0,-1 1 0 0,1-1-1 16,0 1-5-16,0 1-3 0,0 0-2 0,-1 0-1 0,1 1 3 0,-1-1-1 15,0 1-3-15,1 1-2 0,-1 1-7 0,2 0-2 0,0 1-1 16,0 1 1-16,0 0-1 0,1 1-4 0,0 0-1 0,2 1-6 0,-2 1 2 16,2 1-2-16,-1 1-3 0,1 0-1 0,-1 0 1 0,0-1-1 15,1 2 5-15,-1 0-3 0,0 0-1 0,1 0-3 0,-1-1 1 0,-1-2 0 16,1 1 0-16,0-1 0 0,0-1-1 0,1 0-2 0,0-1 1 0,0 0 1 16,-1-1-4-16,0-1 1 0,-2 1 4 0,1-3-2 0,-1 1-2 15,0 0 0-15,0-2 0 0,0 0-1 0,0-1-1 0,0 0 1 0,-1 0-5 16,-1-1-4-16,0-1-3 0,1 0-11 0,-1-1-19 0,1 0-27 0,0-2-40 15,0-1-38-15,0-1-32 0,0 0-29 0,0-1-26 0,0 0-38 16,-1 0-58-16,2 0-71 0,0 2-59 0,1-2-122 0</inkml:trace>
  <inkml:trace contextRef="#ctx0" brushRef="#br0" timeOffset="111139.45">23175 3587 792 0,'-1'1'165'0,"1"1"-18"0,1 0 7 0,0 0 12 0,-1 1 9 0,1-1-10 16,0 0-14-16,-1 1-14 0,2-2-15 0,-1 1-14 0,0 0-3 0,1 0-12 15,-1 0-10-15,1 0 3 0,-1 0-10 0,1 0 2 0,0 0 0 16,0 0-7-16,1 1 4 0,0-1-11 0,1 1-6 0,-1-1-4 0,1 0-6 16,0 1 0-16,-1-1-1 0,1 0-5 0,-1 0-2 0,1 0 2 15,1 0-8-15,-1 1-1 0,1 0 0 0,0 1-4 0,0 0-1 0,0 0-4 16,0 2-7-16,0 0-2 0,0 1 1 0,1 1-3 0,0-1 0 0,0 3 1 15,-1 0-9-15,0 0-1 0,0 2-6 0,0 0 8 0,-3 0-8 16,3 2 4-16,-1-1-4 0,0 1-7 0,1-3-12 0,-3 1-14 0,2 1-8 16,-3-2-14-16,0 1-13 0,-3-1-39 0,-2-1-48 0,1-1-62 0,-1 0-79 15,0-3-101-15,-2 0-137 0,1-2-194 0,1-2-74 0</inkml:trace>
  <inkml:trace contextRef="#ctx0" brushRef="#br0" timeOffset="111923.45">23401 3419 349 0,'-2'1'218'0,"0"0"-95"0,0 1 5 16,1-1 19-16,0 0 16 0,1 0 4 0,0-1-7 0,0 0-18 0,1 0-14 15,0 0-5-15,1 0-7 0,0-1-5 0,0 0-6 0,1 0-9 0,1-1-3 16,0 1-9-16,2 0-6 0,-1-1-5 0,2 1 0 0,-1 0-7 15,1 0-3-15,0 0-3 0,1 0-11 0,0 0-5 0,2 0-7 0,0-1-6 16,0 2-2-16,0-1-3 0,-2 2-5 0,1 0-5 0,-1 0-6 16,0 1-3-16,0-1 0 0,0 2 2 0,-1-1-5 0,0 1-3 0,-2 0 3 15,1-1-6-15,1 1 6 0,-3 0-4 0,1 0-2 0,-2 0 5 0,-1 1-4 16,0-1 4-16,-1 1-5 0,0-1 1 0,-2 1 1 0,0 0-4 16,0 0 4-16,0 0-2 0,-1 1 1 0,0-1-5 0,-1 0 5 0,-2 0-5 15,1 1 1-15,-1 0 3 0,-1 0 1 0,1 1 1 0,-1-2-4 0,0 1 4 16,0 0-3-16,2-1 1 0,0 1 7 0,0-1-5 0,1-2 0 15,1 0 0-15,1-1-3 0,1-1 3 0,0 0 3 0,2-1-3 0,-1 0 5 16,2-1-3-16,1 0-2 0,0-1 4 0,1-1-6 0,2 0 4 16,0-1-4-16,0 1 4 0,1 1 1 0,-1-1-3 0,1 0 4 0,1 1 1 15,0 0-5-15,0 1 2 0,-1 1 1 0,-2 0-6 0,2 1 4 0,0 0 1 16,1 1-2-16,-1 1 2 0,0 1 3 0,0 0-5 0,-2 1 4 16,1 0-1-16,0 1-3 0,-1 1 7 0,1 1 2 0,-1 0 5 0,0 0 4 15,-1-1 0-15,1 1-2 0,-2 0-2 0,1 0 0 0,-1-1-3 16,0 1 3-16,-1 0 1 0,-1-1-3 0,1 1 5 0,0-1-5 0,-1 1 1 15,0-1 2-15,-1 0-1 0,0-1-1 0,0-1 0 0,-2 0-2 0,1 1-4 16,-2-1 0-16,1 0-5 0,-1 0 4 0,0-1-6 0,0 0 3 16,0 0 1-16,0-1-2 0,0 0 2 0,-1 0-6 0,0-1-2 0,2 0 4 15,-2-1-5-15,0 0-5 0,0 0-1 0,0-1-7 0,0 0-9 16,-1-1-6-16,1-1-23 0,0 0-28 0,1-1-29 0,-2 0-26 0,1 0-28 16,1-1-22-16,0 0-27 0,1-1-37 0,1 1-57 0,-1-1-86 0,1 0-93 15,-1-1-213-15</inkml:trace>
  <inkml:trace contextRef="#ctx0" brushRef="#br0" timeOffset="112523.45">23969 3295 1193 0,'-3'-2'162'0,"1"1"-23"0,-1 0 17 0,1-1 18 0,1 1-2 0,0-1-10 15,0 0-26-15,2 0-21 0,0-1-11 0,1 1-16 0,-1-1-4 0,2 0-6 16,1-1-5-16,-1 2-6 0,3-2-15 0,-1 0-1 0,0 1-13 15,2-1-3-15,-2 1-4 0,2 0-6 0,0-1 1 0,0 1-5 0,1 0-3 16,-1 0-6-16,0 0-5 0,1 1 0 0,0 1 0 0,0 0 0 16,0 0 1-16,-1 1-7 0,0 0 3 0,0 0-2 0,-1 1-2 0,0 0 3 15,0 1-1-15,0 0 3 0,0 1-1 0,-1 0-6 0,0 1 0 0,1 1 1 16,-3-1 2-16,1 0 6 0,0 2-1 0,-2-1-4 0,0 1-6 16,-1 1-3-16,1 1 2 0,0-1-1 0,-1-1 4 0,1 1 4 0,-3-1 0 15,1 1-2-15,-1 1-4 0,0-2 1 0,-1 1-1 0,0 0 1 0,1 0 1 16,-1-1-3-16,0 1 3 0,0-1 0 0,0 1 4 0,-1-1-6 15,1-1 4-15,-2 0 2 0,1 1-5 0,0 0 6 0,0-1-1 0,0 0 1 16,0 1-1-16,1-1 2 0,1 0-4 0,0 0 2 0,0 0 1 16,1 0-1-16,0-2 3 0,0 1-1 0,1-1-2 0,1 1-1 0,0-1 3 15,1 0-1-15,1 0-4 0,0-1 6 0,1 1-3 0,1-1 1 0,-1 0 6 16,1-1-5-16,0 0-2 0,1-1 0 0,1 1-1 0,-2-1-1 16,2-1 4-16,1 1-2 0,-1-1-2 0,2 0 0 0,-2 1 0 0,0-1 2 15,0 0-2-15,1 0 5 0,0 0-1 0,-1 0-3 0,1 0 5 0,0 0-4 16,-1-1 1-16,0 1-3 0,-1 0 2 0,-1-1-4 0,1 1 4 15,-1-1 2-15,0 0-4 0,1 1 0 0,-1-1-2 0,0 1-5 0,-2-1 1 16,1 1-1-16,-1 0-4 0,-1 0-3 0,2 0-6 0,-3 0-1 16,0 1-17-16,-1-1-20 0,0 1-34 0,-1 0-46 0,0 0-42 0,2-1-38 15,-3 1-28-15,1 0-44 0,0 0-55 0,0-1-77 0,1 0-232 0</inkml:trace>
  <inkml:trace contextRef="#ctx0" brushRef="#br0" timeOffset="113006.45">24294 3071 1361 0,'-6'-2'530'0,"-1"-2"-409"0,0 0 29 0,1 0 24 16,1 1 4-16,1 1-17 0,0 0-23 0,2 0-31 0,1 1-14 15,1 0-13-15,0 0-12 0,1 1-8 0,0-2-9 0,2 2 0 0,0-2-11 16,1 1-8-16,1 0-4 0,2 0-8 0,0 1-2 0,2-1-1 16,0 0-1-16,0 0-3 0,1 0-4 0,1 0 1 0,1 0-7 0,0-1-1 15,1 1 0-15,0-1-4 0,0 0-1 0,1 0 4 0,-2 1-4 0,0-1 5 16,1 0-2-16,-1 0 3 0,0 1-3 0,-2-1-5 0,-2 0 3 16,-1 1-7-16,0 1 5 0,-2-1 6 0,1 1-4 0,-2 0 4 0,0 0 0 15,-1 1-4-15,-2 0 4 0,-1 1-6 0,0 0 4 0,-1 0 2 0,1 1 0 16,-1 0 3-16,0 1-5 0,-1 0 4 0,0 1 0 0,0 1-1 15,1 0 3-15,0 0-2 0,1 0-1 0,1 1-1 0,1 0-2 0,1 0 0 16,1-1 0-16,1 0-4 0,1 2 6 0,2-1 2 0,-2 1-10 16,3 1 10-16,1-1-6 0,0 2 0 0,0-1 4 0,1 0-4 0,0 1 8 15,0 1-6-15,1-1-9 0,-1 0-1 0,0-1-3 0,-1 1 4 0,0 0 15 16,1 0-1-16,-1 1 3 0,0 0-3 0,-1 0-1 0,0 0 2 16,-1 0-3-16,0-1 7 0,0 0-3 0,-1-1 6 0,0 0-2 0,-2 0 8 15,0 1 0-15,-2 0-2 0,-3 0 2 0,0-1-10 0,-3-1-3 0,0 2 5 16,-1 0-7-16,-3 0 6 0,0 1-7 0,-2 0-6 0,-1-1-5 15,2 0-3-15,-4 1-3 0,0-1 1 0,-1 0-6 0,-1 0-5 0,2-1-12 16,-2 1-10-16,0-1-14 0,1 0-16 0,0-2-29 0,-1 0-32 16,0-2-43-16,0 0-53 0,0-1-61 0,2-1-82 0,-1-1-132 0,1 0-252 15,0-1 123-15</inkml:trace>
  <inkml:trace contextRef="#ctx0" brushRef="#br0" timeOffset="113706.45">24217 585 526 0,'-1'-2'61'0,"0"-1"-2"16,0 1 14-16,0-1 16 0,0 0 6 0,-1-1-7 0,1 1 1 0,0-1-14 16,-1 0-14-16,1 0 5 0,-1 1-1 0,1 0 3 0,0-1 12 15,0 2-5-15,0 0 7 0,0 2 2 0,1 1 4 0,1 2-3 0,-1 0-5 16,1 2-4-16,1 2-2 0,0 1 0 0,0 3 7 0,1 0-65 16,0 3-1-16,0 2-3 0,1 3-12 0,1 1 75 0,1 3-10 0,0 1 2 15,0 3 3-15,2 2-11 0,0 1 1 0,1 2 0 0,2 2-1 0,0 2 0 16,1 3-5-16,1 3-59 0,15 42-3 0,-1-2-11 0,3 0-5 15,-3-1 50-15,2-2-9 0,-1 0-5 0,-2-2 1 0,-2-8-11 0,0 3-9 16,5 11-5-16,20 61-6 0,-4-16 1 0,-4-15 12 0,-11-28 6 0,1 2 1 16,-1 2 0-16,-1-1-9 0,-1 1-2 0,0-1 1 0,-1 0 1 15,1-2 6-15,-1-1 1 0,1-1 5 0,-1-4-14 0,-1 0 8 0,0-1-6 16,-2-3 2-16,1-1 10 0,-2-1-2 0,1-4 4 0,0-1-2 16,-2-4 3-16,-1-2-8 0,-1-2 4 0,-3-2 1 0,0-4-7 0,0-3 9 15,-2-5-5-15,-2-3-2 0,-1-3-7 0,-2-5-5 0,0-2-10 0,-1-6-26 16,-2-4-41-16,-2-6-65 0,-2-3-71 0,-2-4-85 0,-1-5-113 15,-3-4-160-15,0-7-181 0</inkml:trace>
  <inkml:trace contextRef="#ctx0" brushRef="#br0" timeOffset="114356.45">24459 885 1277 0,'0'-1'91'0,"-1"-1"20"0,1 0 30 0,-1 0 17 0,1-1 11 0,-1 0-7 15,0 0-24-15,1 0-10 0,-1-1-26 0,1 1-11 0,-1 0-18 16,1 0-11-16,-1 0 1 0,1 1-18 0,1 0 0 0,-1 1-7 0,2 2-12 16,0 1-1-16,0 1-5 0,1 1 1 0,0 1-11 0,1 2 0 15,1 1-3-15,0 1-8 0,0 0-1 0,0 2-2 0,1 0 8 0,1 1 6 16,0 0-1-16,1-1-2 0,0 2-7 0,1-1-12 0,-1 0 6 0,0-1-2 16,1-2 1-16,0 0 4 0,-1 0-8 0,1-2-1 0,0-1 2 15,0-1 0-15,-2-2 6 0,1 0-1 0,0-1 4 0,-1-2-8 0,-1 0 1 16,1-1 6-16,-1-1-5 0,0-1 2 0,-1-1 4 0,-1 0-6 0,-1 0 5 15,1-1 7-15,-1-1-5 0,0 0 12 0,-1 1 5 0,0-1-9 16,1 0 4-16,-2 0-3 0,1-1-6 0,0 1 2 0,-1-1-3 0,1 1 0 16,-1 1 1-16,0-1 2 0,0 1-1 0,0 0-1 0,1 3 11 15,-1-2-7-15,0 2 6 0,1 0 1 0,0 1-10 0,-1 1 8 0,0 1-4 16,1 1 3-16,-1 1-3 0,1 1 1 0,-1 0-5 0,1 2-6 0,0 1-2 16,0 0-3-16,0 1 4 0,0 1 6 0,0 1 4 0,0 0-3 15,1-1-1-15,-1 2-4 0,1 0-5 0,0 1-6 0,1-1-2 0,-1-1-3 16,1 2-2-16,-1-1-7 0,0-1-8 0,1 1-10 0,-1-1-28 0,0-2-36 15,0 1-42-15,-1-1-50 0,1-1-53 0,-2-1-84 0,1 0-126 16,-2-1-421-16</inkml:trace>
  <inkml:trace contextRef="#ctx0" brushRef="#br0" timeOffset="114740.45">24232 695 1052 0,'-3'0'72'0,"1"-2"-31"0,-1 1 20 0,-1-1 33 0,1 0 26 0,-1 0 22 16,1 0 7-16,-1-1-15 0,1 0-13 0,0-1-18 0,1 1-9 0,0-1 0 16,1-1-7-16,0 1 2 0,2-1-6 0,2 0 0 0,1 0-8 0,1 1 2 15,3-1-12-15,1 1-3 0,1-1-7 0,1 1-7 0,2 0 2 16,1 0-17-16,2 0-5 0,0 1 7 0,2 0-11 0,1 0 6 0,1 2 1 16,0 0-17-16,1 0 9 0,1 2 2 0,0 0-9 0,1 1 8 15,0 1-1-15,0 2-7 0,2 1 1 0,-2 1-81 0,2 1 7 0,-1 2 4 16,1 0 5-16,0 3 67 0,-2 2-15 0,2 1 3 0,-2 0-5 0,2 3 5 15,-1 0 7-15,-1 1-7 0,0 2 5 0,0 1-6 0,-1 0-4 16,0 1 1-16,-2 0-1 0,0 0 0 0,-2 1 7 0,-1-1-1 0,-2 1 3 16,0 0-4-16,-2-2 1 0,-2 0 4 0,-2-1-5 0,-2 1 1 0,1 18-55 15,-4-3-10-15,-7-5-1 0,-5-4 2 0,-3-4 54 0,-5-3 0 16,-2-4 0-16,-2-4 2 0,-1-2-3 0,-1-1-4 0,-2-3-2 0,-1-2-3 16,-1-2-2-16,-1-2-10 0,-1-4-7 0,1-1 0 0,-1-3-9 15,0-2 4-15,0-2-2 0,1-1-4 0,13 5 59 0,0-1 1 0,0-1 4 16,-2-2 10-16,3 0-56 0,-3-1 2 0,2-1 6 0,-1-1-9 0,2-1-13 15,-1-1-10-15,1 0-22 0,0 0-24 0,2-1-32 0,0-1-62 16,2 0-61-16,-1 1-83 0,3-1-91 0,1 0-395 0</inkml:trace>
  <inkml:trace contextRef="#ctx0" brushRef="#br0" timeOffset="115857.45">25268 664 598 0,'-1'0'120'15,"1"0"-17"-15,-1-1 14 0,0 1 14 0,0 0 13 0,0 0 3 0,0-1-3 16,0 1-2-16,0 0-10 0,0-1-7 0,0 1-7 0,0 0-13 0,0-1-6 16,0 2-2-16,1-1 2 0,0 0-4 0,0 1-5 0,1 1-23 15,0 1-71-15,1 1 5 0,0 0-2 0,1 2 10 0,0 1 58 0,0 1-14 16,1 1-2-16,0 2-2 0,0 2 0 0,1 2-14 0,0 1 0 0,0 0-10 15,0 2-12-15,1 1 14 0,-1 0-11 0,1 1-7 0,0 0 5 16,-1-1-9-16,1 2-2 0,-1-1 8 0,1-2 5 0,0 0-9 0,0 0 5 16,0-2-3-16,1-2 1 0,0 0-3 0,0-1 8 0,1-1 2 0,-2-2-2 15,2-1 9-15,0-1 2 0,0 0-5 0,0-1 8 0,0-2 5 16,0 0-4-16,0 0 3 0,-2-2-2 0,2 0-7 0,-1 0-4 0,0-1-7 16,-1-1-5-16,1 0-14 0,-1 0 13 0,0-1-3 0,0 0-6 0,-1 0 6 15,0-1-10-15,0 1-5 0,0-1-4 0,0 0-3 0,-1 0-6 16,1 0-2-16,-1 0-14 0,0 0-11 0,0 0-44 0,0 0-48 0,-1 0-50 15,0 0-53-15,0-1-53 0,-1 1-84 0,0-1-104 0,0 0-168 16,-1 0 10-16</inkml:trace>
  <inkml:trace contextRef="#ctx0" brushRef="#br0" timeOffset="116073.45">25220 706 1114 0,'-1'-1'277'0,"1"-1"-100"0,-1 1 47 0,1 0 30 0,0-2 15 0,0 0-82 16,1 0-30-16,0-1-30 0,1 0-17 0,1-1-6 0,0 0-3 16,0 0-6-16,2 0-19 0,-1-1-7 0,2 1-13 0,1 0-18 0,-1 0-8 15,2 2-12-15,0-1-20 0,-1 1 13 0,2 0-7 0,-1 2 4 16,0-1 3-16,0 2-10 0,0 0 7 0,0 1-17 0,0 0-2 0,-2 1-6 16,1 0-11-16,1 1 3 0,-1 0-6 0,0-1-20 0,-1 2-16 0,1-1-20 15,0 1-34-15,-1-1-30 0,0 1-30 0,1-1-42 0,0 0-46 16,0 0-45-16,0 0-67 0,0 0-71 0,0-1-292 0</inkml:trace>
  <inkml:trace contextRef="#ctx0" brushRef="#br0" timeOffset="116357.45">25659 645 1130 0,'0'0'190'0,"-1"0"19"0,1 0 27 0,0 0 13 0,-1-1-19 16,1 1-33-16,0 0-24 0,0 0-16 0,0 0-12 0,0 0-12 0,0 0 0 15,0 1-10-15,1 0-18 0,0 1-8 0,0 0-19 0,0 0-16 16,1 1 5-16,0 1-10 0,0 1-91 0,1 0 15 0,0 1-19 0,0 0 2 16,0 2 77-16,0 0-22 0,1 0-7 0,0 1-8 0,-1 2-8 0,1 0-6 15,0 1 12-15,0-1-2 0,0 0 4 0,0 2-6 0,0-1 0 16,1 0-13-16,-1 0-10 0,0-1-1 0,-1 1-23 0,1-1-16 0,0-1-28 15,0 0-26-15,-1 0-31 0,0-3-30 0,0 0-40 0,0 0-57 0,0-1-67 16,-1-1-107-16,0 0-108 0,0-2-235 0</inkml:trace>
  <inkml:trace contextRef="#ctx0" brushRef="#br0" timeOffset="116623.45">25951 928 1290 0,'0'2'179'0,"0"0"-3"0,-1 0-5 16,1 1-8-16,0 1-25 0,-1-1-33 0,1 0-23 0,0 2-20 0,1 0-15 15,-1 1-17-15,1 0-2 0,0 0-16 0,0 1-1 0,1 1-3 16,0-1-5-16,0 0-2 0,1 0-1 0,0 0 0 0,0 0-3 0,1 0-1 15,0-1-18-15,0 1 2 0,1-1-13 0,-1 1-16 0,0-2-2 0,1 1-21 16,0-2-29-16,-1 1-36 0,0 0-39 0,0-2-45 0,1 1-42 16,-1-2-46-16,0 0-64 0,0 0-127 0</inkml:trace>
  <inkml:trace contextRef="#ctx0" brushRef="#br0" timeOffset="116890.45">26179 622 785 0,'-1'0'263'0,"0"1"-96"0,0 0 29 0,-1 1 22 15,0-1 3-15,0 1-15 0,0 0-19 0,0 1-29 0,0 0-17 0,0 1-13 16,0-2-12-16,0 3-1 0,-1-1-85 0,1 1 61 0,1 1-74 16,0-1-1-16,0 0 65 0,1 1-68 0,1 0 50 0,0 0-15 0,1 0-3 15,0 0-20-15,1 1 0 0,0 0-3 0,1 1-13 0,1 1 2 0,0-1-5 16,0 1 1-16,1 0 0 0,0 0-11 0,0 1 8 0,1 1-9 15,0 0 6-15,1 0 5 0,-1 0-13 0,1-1 5 0,-1 1-5 0,1 1 1 16,-2-1-7-16,1-1-3 0,1-1-6 0,-1 1-7 0,-1-1-10 16,0 0-11-16,0-1-15 0,-1 0-33 0,0 0-30 0,-1-2-44 0,0-1-46 15,-1 1-32-15,0-1-57 0,-1 0-81 0,0-1-79 0,0-1-307 0</inkml:trace>
  <inkml:trace contextRef="#ctx0" brushRef="#br0" timeOffset="117156.45">26567 980 1115 0,'0'1'286'0,"1"0"-87"0,0 0 7 0,0 1-11 0,0 0-29 0,0 0-33 16,1 1-30-16,0 1-18 0,1-1-15 0,-1 1-11 0,1 0-19 15,0 0-4-15,0 1-10 0,1 0-12 0,0 1 5 0,0 0-13 0,0 0-4 16,0 0 1-16,1 1-6 0,-1-1 1 0,-1 1 4 0,2-1-7 16,-1 0 5-16,1 1 1 0,-1 0-4 0,1-1-10 0,0 0-13 0,0 0-18 15,-1-1-30-15,1 0-64 0,-1-1-92 0,0 0-148 0,0-2-189 0,-1-1-304 16</inkml:trace>
  <inkml:trace contextRef="#ctx0" brushRef="#br0" timeOffset="117473.45">26757 687 1113 0,'1'0'201'0,"-1"0"-15"0,0 0 13 16,1 0 11-16,0-1-16 0,0 1-24 0,0 0-23 0,1 0-23 0,0 0-16 15,0 0-10-15,1-1-29 0,1 1-9 0,0 0-13 0,0-1-14 0,1 1 2 16,-1 0-14-16,1 0-6 0,1 0 3 0,-1 0-15 0,1 1-70 15,-1-1 8-15,1 1-2 0,0 1 5 0,-1-1 62 0,0 2-9 0,0 0-5 16,0 0-7-16,-1 1 3 0,-1 1-8 0,0 0 6 0,0 2-1 16,-2 0 5-16,1 0 2 0,-1 1 0 0,0 1 8 0,-1-1-3 0,0 0 3 15,0 2-2-15,0-1 5 0,-1 0 2 0,1 1-2 0,-1-1 10 0,1-1-1 16,0 0-2-16,0 0 1 0,1 0-1 0,0-1 2 0,0-1-8 16,1 0 11-16,0-1-5 0,1 0-8 0,0-1 6 0,1 0-16 0,1-1 1 15,0 0 7-15,1 0-13 0,0-1 8 0,2-1-11 0,-1 1-6 0,-1-2-1 16,2 1-19-16,1-1-20 0,-1 1-43 0,0-2-63 0,1 1-56 15,0-1-79-15,-1 0-79 0,-1 0-69 0,2 0-245 0</inkml:trace>
  <inkml:trace contextRef="#ctx0" brushRef="#br0" timeOffset="117923.45">26978 456 872 0,'0'0'243'0,"0"-1"-91"0,1 1 26 0,0-1 21 16,0 1 1-16,1-1-41 0,0 0-19 0,0 1-13 0,1-1-20 0,1 0 16 15,1 0-15-15,0 0-26 0,1 0-12 0,0 1-16 0,1-1-11 0,0 1-1 16,1 0-6-16,0 1-4 0,-1-1 1 0,2 1-15 0,-1 0-4 16,0 1-9-16,1 1-6 0,-1-1 9 0,0 0-1 0,-1 1-2 0,0 1 2 15,0-1-5-15,0 2-9 0,0-1 4 0,-1 1-3 0,0-1-6 0,0 1 7 16,-1 0-2-16,0 0-3 0,-2 1 3 0,1-1 9 0,0 0-6 15,0-1 1-15,-1 1 10 0,0 0-11 0,-1 1 8 0,0-1-2 0,0 0-8 16,0 0 8-16,0 0 0 0,-1-1 3 0,1 1 0 0,-1-1-7 16,1 1 1-16,0-1-4 0,0-1-6 0,0 1 3 0,0 0-3 0,0 0-11 15,1 0 4-15,0 0-1 0,1 0-11 0,0 0 6 0,-1 0-4 0,1 1-4 16,1-1-2-16,1 2-3 0,-1-1 3 0,2 1-58 0,-1-2 24 16,1 3 2-16,0-1 12 0,0 1 59 0,-1 0-4 0,2 1 4 0,0 0-2 15,-1 1 5-15,0-1-1 0,0 1 6 0,0 1-7 0,-1 0-1 0,0 0 4 16,0 1-3-16,-2-2 5 0,0 1 5 0,0 1-2 0,-1 0 8 15,0 0-4-15,-1-1 1 0,-1 0 8 0,-1 0-3 0,0 0 8 0,-1 0-6 16,-1-1-3-16,0 0-4 0,-1-1-1 0,0-1 0 0,-2 0-3 16,1 1 0-16,-1-2-3 0,-1 1-1 0,0-1-6 0,-1-1-3 0,0 0 0 15,-1 0-2-15,-1-1 3 0,1 0-6 0,0-1-6 0,-1 1-6 0,0 0-6 16,0 0-4-16,1-1-11 0,-1 1-14 0,1-1-21 0,1 1-29 16,-1 0-40-16,1-1-37 0,0 1-43 0,0 0-31 0,2 0-42 0,-1-1-56 15,2 1-228-15</inkml:trace>
  <inkml:trace contextRef="#ctx0" brushRef="#br0" timeOffset="118573.45">24885 1779 985 0,'0'1'285'0,"-1"-1"-110"16,0 0 8-16,0 0-6 0,-1 0 1 0,1 0-13 0,0 1-18 0,0-1-19 15,-1 0-18-15,2 1-11 0,-1-1-7 0,2 1-15 0,-1 0-6 0,0 1 4 16,1-1-14-16,0 1-4 0,1 0 0 0,0 0-15 0,0 0-3 16,1 1 4-16,1 0-15 0,-1 0 1 0,2 1-9 0,0 0-4 0,0 1-7 15,0 0 0-15,1 0-2 0,2 0-1 0,-1 0 1 0,2 0-2 0,-1 1-1 16,1-1-4-16,1 0 2 0,-2 0-2 0,2 1 0 0,-1-1 2 15,1 0-6-15,0 1-7 0,-2-1-1 0,1 0-3 0,-2-1 4 0,1 1 9 16,-1 0 6-16,-1-1-4 0,-1 1 2 0,0-1 0 0,-1 0-4 16,-1 0 4-16,-2 0 1 0,0 1 3 0,0-2-5 0,-2 1 7 0,0 0-10 15,-3 0-4-15,-1 3 1 0,-2-2-6 0,1-1 2 0,1-1 0 0,0-1-3 16,-1 1-1-16,-1-1-10 0,2 0-15 0,-2 0-18 0,0 0-28 16,-1 0-25-16,0 1-24 0,-1-1-32 0,1-2-35 0,2 1-34 0,0-3-35 15,-1-1-56-15,0-1-97 0,1-1-385 0</inkml:trace>
  <inkml:trace contextRef="#ctx0" brushRef="#br0" timeOffset="118691.45">24883 1707 867 0,'0'-4'73'0,"-1"1"-4"0,0-1 5 0,1-1 3 16,-1 1-5-16,0-2-8 0,1 2-11 0,0-1-13 0,1 1-12 16,0 0-13-16,0 0-9 0,0 0-12 0,1 1-14 0,0-1-20 0,-1 1-28 15,1 0-93-15,0 1-127 0,0 1-303 0</inkml:trace>
  <inkml:trace contextRef="#ctx0" brushRef="#br0" timeOffset="119090.45">24653 1656 761 0,'2'-4'188'0,"0"0"-70"0,0-1 37 0,2-1 34 0,1-1 22 16,1-2-1-16,2 1-27 0,1-3-26 0,2 0-13 0,2 1-11 15,1-2-11-15,1 1-5 0,2 1-16 0,1-2-16 0,-1 2-11 0,2 0-17 16,1 1-7-16,-2 1-12 0,1 1 0 0,0 1-6 0,0 1-10 16,-1 1 3-16,1 1-5 0,-1 2-2 0,-1 0-2 0,1 1 0 0,0 2-4 15,-2 1-5-15,1 2 6 0,-1 1 0 0,1 1-3 0,-2 1 1 0,1 3-9 16,0 2-4-16,0 2 4 0,-1 1-4 0,1 2 4 0,0 2-7 16,0 1-1-16,-2 1 3 0,2 2-8 0,-2 0 5 0,0 1-3 0,-2 1-1 15,0-1 6-15,-1 2-7 0,-2-1-5 0,-1 0 4 0,-2-1 3 0,-3 2-14 16,0 18 12-16,-6-7-1 0,-4-8 1 0,-3-8 15 0,-3-1 1 15,-1 0 2-15,-2-2-2 0,-5-2-3 0,-1 0 2 0,-1-2-1 0,-2-1-1 16,0-1 0-16,-2-3-9 0,1-1-4 0,-1-2 2 0,0-4-2 0,1-2 3 16,-1-3 1-16,2-3 1 0,1-2-4 0,1-3 3 0,4 0 0 15,1-3-4-15,3-2 1 0,0 0 1 0,4 0-1 0,-2-2 3 0,1-2 0 16,1-2 2-16,-2 2-1 0,8 8 8 0,-1-3 2 0,0-1 1 16,0-2 2-16,1-1-9 0,0-2-7 0,2 0-6 0,1-2-10 0,2 0-5 15,2 3-8-15,0 1-11 0,3 1-5 0,1 3-11 0,1 1-19 0,1 1-22 16,0 1-49-16,2 2-50 0,0 2-57 0,2 0-77 0,0 3-70 15,0 0-368-15</inkml:trace>
  <inkml:trace contextRef="#ctx0" brushRef="#br0" timeOffset="119407.45">25571 1736 1170 0,'1'0'497'0,"-1"-1"-298"0,0 1 28 0,0-1 4 0,1 0-14 0,0 0-39 16,0 0-21-16,1 1-27 0,-1 0-17 0,1 0-9 0,-1 1-17 15,1 1-2-15,-2 0-21 0,2 2-3 0,-1-2-14 0,-1 2-15 0,1 1-1 16,-1 1-8-16,1 1-4 0,-1 0-6 0,0 2 4 0,-1 0-9 0,1 2 5 16,0-2 1-16,-1 3-10 0,0 0-1 0,1 1-3 0,-1 0 6 15,1-1-15-15,0-1-3 0,1 1 6 0,0-1-7 0,1 0 17 0,0-3-4 16,1 1-4-16,1-1 4 0,0-1-6 0,2 0-3 0,5 4-1 0,0-3-5 15,0-3 2-15,-2-2 5 0,2-1 3 0,0-2-1 0,1 1 2 16,1-1-5-16,-1 0-4 0,1 0-2 0,0-1-2 0,-1-1-2 0,0 0-3 16,0-1-6-16,0 0-3 0,-6 2-3 0,1-2-13 0,0 1-20 15,0-1-32-15,0 0-41 0,0-1-42 0,-1 0-51 0,1 0-45 0,-2-2-69 16,0 1-86-16,-1-2-92 0,-1 2-246 0</inkml:trace>
  <inkml:trace contextRef="#ctx0" brushRef="#br0" timeOffset="119607.45">25558 1673 1058 0,'-5'0'189'0,"0"-1"-74"0,-1 1 29 0,-1-1 25 0,1 1 6 15,-1 0-14-15,2 0-10 0,0 0-13 0,2 0-11 0,2 1-5 0,0 0-2 16,2-1-10-16,2 0-13 0,1 1-9 0,1-1-15 0,1 0 0 0,2 0-6 16,1 0-4-16,2-1-11 0,0 2-5 0,1-2-14 0,1 1-8 15,0-1-3-15,1 0-11 0,0 0 2 0,-1 0-11 0,1 0-6 0,-2-1 2 16,2 0-14-16,-2 1-3 0,-2-1-15 0,0 1-19 0,0-1-25 0,0 1-51 15,-1 0-58-15,0 0-67 0,0 0-85 0,-1 1-103 0,1-1-139 16,0 0-313-16</inkml:trace>
  <inkml:trace contextRef="#ctx0" brushRef="#br0" timeOffset="119841.45">25977 1520 1220 0,'0'-1'153'16,"0"-1"14"-16,1 1 14 0,-1 0 0 0,1-1-16 0,0 1-7 0,1 0-15 16,0 1-8-16,0 0-5 0,0 1-11 0,0 1-10 0,1 0-15 15,-1 2-15-15,1 1-13 0,-1 0-14 0,1 3-11 0,1 1-4 0,-1 1-9 16,0 0-5-16,1 2-5 0,0 1-1 0,0 1-7 0,0-1 1 0,0 0-4 16,0 0-7-16,0 0 0 0,0 0 0 0,-1-2 0 0,1 0-9 15,-1-1-3-15,1 0-12 0,-1 0-10 0,1-2-10 0,-1 1-37 0,-1-3-39 16,1 1-54-16,0 0-63 0,0 0-59 0,0-2-77 0,0 1-131 0,0-1-444 15</inkml:trace>
  <inkml:trace contextRef="#ctx0" brushRef="#br0" timeOffset="120040.45">26293 1809 1052 0,'1'2'374'0,"-1"-1"-167"0,1 1-6 0,1 0-11 16,-1 1-21-16,1 0-34 0,-1 1-23 0,1 0-30 0,0 0-1 0,0 1-20 16,0 0-13-16,-1 0-10 0,1 0-18 0,0 0-7 0,-1-1-12 0,1 2-9 15,0-1-5-15,0 0-3 0,0 0 9 0,1 0 0 0,-1 0-1 16,1 0-10-16,0-1-12 0,0 0-20 0,0-1-30 0,0 0-67 0,0-1-85 16,0-1-110-16,0-1-143 0,-1-1-409 0</inkml:trace>
  <inkml:trace contextRef="#ctx0" brushRef="#br0" timeOffset="120440.45">26449 1457 884 0,'0'0'220'0,"0"0"-67"0,0 0 26 0,1-1 15 0,0 1 5 16,1 0-10-16,0 0-18 0,0 0-18 0,2 1-10 0,0-1-24 0,2 1-11 15,-1 0-12-15,2-1-18 0,0 1 0 0,1-1-13 0,0 1-12 16,1-1 0-16,1 2-15 0,0-1-6 0,0 0-9 0,0 1-11 0,-1 0-1 16,0 0-2-16,1 1 0 0,-1 1-9 0,0 0 3 0,0-1-3 0,-2 2-3 15,0 0-1-15,0 0-6 0,-2 2-3 0,0 0-1 0,-1 2-6 16,-1 1-10-16,-1 1-10 0,0 0-14 0,-2 1-10 0,-1 1-4 0,0 1-1 16,-2 0 2-16,0-2 4 0,-1 1 14 0,-1 0 14 0,-1-1 12 0,1 0 13 15,0-2 7-15,-1-1 3 0,0 1 8 0,0-2 3 0,1 0 2 16,0 0 10-16,0-2 3 0,2 1 8 0,-1-2 6 0,2 0-4 0,1 0 6 15,0-1 1-15,2-1-2 0,0 0-2 0,1-1-8 0,1-1-3 0,2 0-6 16,0 0-1-16,1-1-12 0,0 0 1 0,2-1-5 0,0 0-6 16,0 0 1-16,1-1-2 0,1 1-3 0,-1-1 3 0,1 1 4 0,0-1-6 15,-2 1-3-15,1 1 2 0,0-1-4 0,-1 1-1 0,0 0 1 16,-1 1-5-16,0 0 1 0,-1-1 1 0,-1 1-6 0,1-1 1 0,-1 0-10 16,0 0 2-16,0 0-9 0,1-1-10 0,-1 0-24 0,0 0-53 0,0-1-50 15,0 1-58-15,0-1-52 0,0-1-69 0,-1 1-72 0,1-1-253 16</inkml:trace>
  <inkml:trace contextRef="#ctx0" brushRef="#br0" timeOffset="120673.45">26920 1727 1058 0,'-1'1'250'16,"1"1"-79"-16,-1 1 30 0,0-1 15 0,0 2-6 0,1-1-31 0,0 2-26 15,0-1-15-15,0 1-16 0,0 0-7 0,1 1-22 0,-1-1-17 0,1 0-16 16,-1 1-15-16,2 0-8 0,-1-1-12 0,0 1-8 0,1-2-6 16,-1 2-6-16,1-1 4 0,0 1-6 0,0-1-3 0,-1 0 0 0,2 0-7 15,-2 0-10-15,2-1-10 0,-1 1-11 0,0 0-16 0,0-1-9 16,0-1-36-16,0 1-42 0,0-1-49 0,0 0-64 0,0-1-61 0,0 0-90 16,1-1-105-16,-1 0-246 0</inkml:trace>
  <inkml:trace contextRef="#ctx0" brushRef="#br0" timeOffset="121173.45">27126 1476 828 0,'0'1'203'0,"-1"-1"-3"0,1 0-6 0,0 1 6 15,-1-1-13-15,1 1-13 0,0-1-12 0,-1 0-16 0,1 0-11 0,1 0-18 16,-1 1-7-16,-1-1-11 0,2 0-2 0,-1 1-7 0,1-1-8 16,0 2-1-16,-1-1-15 0,1 1-4 0,0 1-1 0,1 0-20 0,-1 1-6 15,1 0-4-15,0 2-8 0,0 1 1 0,1 1-2 0,0 1-3 0,1 2-6 16,0 0-4-16,-1 0 2 0,3 2-7 0,-1-1 1 0,-1 0 1 15,0 0-6-15,1-1 4 0,0 0-3 0,0 0 1 0,0-1 0 0,-2 0 0 16,2-1-4-16,-1-1 4 0,0 0 0 0,0-1 0 0,0 0 0 16,-1 0-6-16,0-1-4 0,0-1 3 0,-1 0-4 0,0 0-1 0,-1-1 1 15,1-1-9-15,0-1-5 0,-1 0-11 0,1 0-18 0,-2-1-25 0,1 0-30 16,-1-1-35-16,0 0-36 0,0-1-36 0,-1-1-47 0,1 0-66 16,-2 0-95-16,1-1-102 0,0-1-268 0</inkml:trace>
  <inkml:trace contextRef="#ctx0" brushRef="#br0" timeOffset="121706.45">27176 1229 1339 0,'-1'0'227'0,"0"0"-37"0,0 0 16 15,1-1 19-15,-1 1-29 0,0 0-33 0,0-1-21 0,1 1-22 0,-1 0-13 16,1 0 0-16,0-1-19 0,0 1-7 0,1 0-7 0,1-1-20 16,-1 1 2-16,2 0-18 0,0 0 3 0,1 1-34 0,0-1 12 0,1 1-16 15,0-1-14-15,1 1 26 0,1 0-24 0,0 0 14 0,1 0 1 0,-1 1-6 16,2 0 3-16,0-1-1 0,10 3-26 0,1-1 4 0,-2 1-2 16,0 0-7-16,-1-2 29 0,-3 1-2 0,0-1 2 0,-2 0 0 0,-2 0 0 15,0-1-4-15,0 1 4 0,0-1 2 0,-1-1 0 0,1 1-2 0,-2 0-5 16,1-1 5-16,-2 1-2 0,0-1 5 0,-2 0-1 0,1 1-2 15,-1 0-3-15,-1 0-3 0,-1 0 8 0,0 0 2 16,0 1-3-16,-2 1 5 0,1 0-8 0,-1 1 2 0,0 0-2 0,0 1 4 0,-1 1 4 16,0 0-6-16,0 0 1 0,1 1 3 0,-1 0-2 0,0 0 0 0,1 1 5 15,0 0-5-15,0 1 5 0,1-1-5 0,0 0 0 0,2 0 0 0,-1 1-4 16,2 1 4-16,0-1-2 0,0 0 1 0,1 0-1 0,1-1-1 16,1 1 1-16,0 1-4 0,0-1 0 0,1 0 4 0,-1 1 0 0,0-1 4 15,0-1 0-15,1 2 3 0,-1-1 0 0,0 0 1 0,0 0-8 16,-1 0 0-16,0-1 0 0,-2 0-6 0,1-1 10 0,-1 1-2 0,0-1-1 15,-1-1 5-15,-1 1-2 0,0-1-3 0,-2 1 3 0,0-1 5 0,-1-1 6 16,-1 2 0-16,0-1 3 0,-2 0-5 0,-1 0-3 0,0 0-5 16,-2-1 1-16,0 0-6 0,0 1 0 0,-3-1-2 0,0 0 0 0,0-1 4 15,-1 0-4-15,0 1 0 0,-1-1-1 0,1 0 3 0,-1 0-2 0,1-1-2 16,-1 0-2-16,1 0-8 0,1 0-3 0,1-1-2 0,1 0-8 16,-1-1-14-16,2 1-15 0,-1-1-22 0,2 0-21 0,0 0-17 0,1 0-26 15,0 0-25-15,2 0-28 0,0-1-33 0,0 1-26 0,2 0-57 0,0 0-80 16,0-1-97-16,1 1-168 0</inkml:trace>
  <inkml:trace contextRef="#ctx0" brushRef="#br0" timeOffset="122757.45">25237 2529 486 0,'-1'0'105'0,"1"0"1"0,0-1 10 0,0 1 8 15,0-1 3-15,0 1-5 0,0-1 1 0,1 0 0 0,1-1-7 0,0 0-2 16,0 0-4-16,1 1-5 0,-1-1-6 0,-2 1-5 0,1 0-9 15,0-1-7-15,-1 1-2 0,1-1-4 0,1 0 0 0,-1 2-3 0,0-1-1 16,0 0-1-16,0-1-7 0,-1 0-11 0,0 1-2 0,1 0-13 16,-2 0 3-16,1 1-8 0,-1 0-4 0,-2 0-4 0,1 0-3 0,-1 0 1 15,-1 0-10-15,0 0 4 0,0 1-6 0,-2 0-2 0,1 1 4 0,0-1-6 16,0 1 4-16,0 1-3 0,-1 1-1 0,0 0 1 0,-1 0-6 16,0 2 4-16,1 0-4 0,-2 1 0 0,2 1-5 0,-1 0 2 0,1 1 0 15,0 1 7-15,-1 2 6 0,0-1 1 0,1 2-2 0,-1 1-5 0,2 1 1 16,0 2 2-16,1-1-1 0,2 1-1 0,0 0 1 0,0-1-6 15,3 0 5-15,-1-2 1 0,3-1-6 0,0-1 4 0,1-1-7 0,1 1 5 16,2-2-4-16,0 0 3 0,2-2 1 0,2 0-4 0,-1-3 2 16,2 0 1-16,1 0-3 0,0-1 4 0,0-1 0 0,-2-2 0 0,3 0 2 15,0-1-6-15,-2-1 3 0,1-1 2 0,-5 0-1 0,1-1 2 0,0-2 0 16,-2 0-2-16,1-1 2 0,0-1-2 0,-1-1-2 0,0-1-2 16,-1 0 1-16,-1-1-1 0,0-1-1 0,-1 1 0 0,0-1-2 0,-2 1-1 15,-1-1 4-15,-1 1-3 0,-1 0 4 0,-2 0-1 0,-1 1-1 0,0 0 5 16,-1 1-3-16,-2 0-1 0,-1 1 4 0,0 2-1 0,-1 0-1 15,1 2 0-15,0 1-1 0,0 0-6 0,1 0-1 0,2 2-2 0,-2 1-7 16,1 0-1-16,-1 2-4 0,-1-1-4 0,2 2-4 0,-1 1-9 16,1 0-14-16,1 1-21 0,-1 1-39 0,1 0-53 0,-1 0-56 0,0-1-69 15,2 0-85-15,0-1-104 0,0-2-242 0</inkml:trace>
  <inkml:trace contextRef="#ctx0" brushRef="#br0" timeOffset="123175.45">24961 2461 1111 0,'-2'-1'399'16,"-1"0"-271"-16,0-1 36 0,2 0 18 0,1 0 12 0,2 0-18 16,0 1-27-16,1-1-16 0,2 0-19 0,0-2-7 0,1 0-5 0,3-1-20 15,1 0-13-15,2-1-13 0,1 1-6 0,1 0-6 0,-1-1-3 0,1 0-3 16,2-1-11-16,0 1-1 0,1 1-10 0,1 0-7 0,2-1-2 15,-2 2 3-15,2-1-7 0,0 2-3 0,-2 0 2 0,1 2-6 0,0 0-1 16,-1 2 3-16,2 2-3 0,-1 1 5 0,2 2-4 0,0 2-3 0,1 2-1 16,0 1-6-16,-1 1 1 0,0 1 0 0,-2 2-3 0,0 1-2 15,-1 0 2-15,-3 1-4 0,0 1 4 0,-1 1 3 0,0-1-3 0,-2 0-10 16,-2 1 6-16,-3-2-3 0,-1 1 6 0,-2 1 8 0,-2 0-2 16,-2-1-3-16,-2 1-1 0,-3 1-3 0,-2-1-1 0,-2 1 7 0,-4 1-4 15,-3-2 8-15,-2 1-1 0,-1 0-5 0,-3-2 6 0,-1 1-6 0,0-1 6 16,-3-1 2-16,0-3 3 0,-1-1 3 0,0-2-3 0,-2-2 4 15,1-3-2-15,0-2 1 0,0-1 5 0,2-4-2 0,-2-1 6 0,3-2-2 16,1-2 3-16,3-1-2 0,2-2 1 0,1-2 0 0,2-1-4 16,2-2 2-16,1-1-4 0,1-2 1 0,0 0-1 0,3-1-1 0,1-1-1 15,3-1-2-15,1 0-4 0,2 0-2 0,2 0-5 0,1 2-6 0,2 1 0 16,3 2-8-16,1 1-10 0,1 2 1 0,1 0-11 0,2 0-15 0,1 2-13 16,0 0-34-16,3 0-53 0,0 3-51 0,2 0-68 0,-1 0-77 15,1 2-73-15,4 0-370 0</inkml:trace>
  <inkml:trace contextRef="#ctx0" brushRef="#br0" timeOffset="123523.44">25827 2505 1542 0,'1'0'143'0,"2"1"20"0,0 1 27 0,0 0 27 0,0 1-6 0,1 0-28 16,-1 2-19-16,1 1-25 0,-2 0-19 0,1 0-14 0,-1 2-33 0,0 0-16 16,1 2-15-16,-2 2-10 0,1 0 5 0,0 1-10 0,-1 1 1 15,0 1-8-15,1 0-3 0,-2 0 1 0,1 2-5 0,0 0-1 0,-1 0-5 16,2-1-3-16,-2 0 5 0,1 0-5 0,1-2 2 0,-1 0 3 0,2-1-5 16,0-1 3-16,0-1 1 0,2-2-5 0,0-2 3 0,2 1 3 15,0-2-7-15,1-1 0 0,-1 0 6 0,2-2-10 0,0 0 8 0,0-1-3 16,2-2-3-16,-1-1 6 0,2-1-2 0,0-1-6 0,-1-1 2 15,3 0-2-15,0-1-2 0,-1-1 4 0,-1 0-5 0,0 1 1 0,0-1-2 16,0 0-1-16,-1 0-5 0,0 0-3 0,-1-1-13 0,-2 1-9 0,0-1-22 16,-1 1-29-16,0 1-30 0,-2 0-37 0,0-1-34 0,-1 0-43 15,-1 1-44-15,0-1-62 0,-1-1-100 0,0 0-101 0,0 1-249 0</inkml:trace>
  <inkml:trace contextRef="#ctx0" brushRef="#br0" timeOffset="123723.45">25840 2474 1455 0,'-7'-3'121'0,"1"-2"33"0,-2 0 27 0,3 1 13 15,2 1-16-15,1 1-25 0,2 0-20 0,2 1-22 0,1-1-7 0,2 0 0 16,1 0-13-16,1 0-5 0,1-1-11 0,3 1-17 0,2 1-1 0,0-2-14 16,0 1-7-16,2 0-2 0,-1-1-12 0,0 1-8 0,1-1 1 15,-1 0-13-15,1 1 0 0,1 0 5 0,-1 1-11 0,-1 0 4 0,1 0-5 16,-1 1-8-16,-2 0-9 0,-1 0-14 0,-1 2-15 0,-1-1-29 0,0 2-45 15,0 1-53-15,0 0-58 0,0-1-60 0,-1 2-67 0,2-1-93 16,0 1-119-16,1-1-148 0</inkml:trace>
  <inkml:trace contextRef="#ctx0" brushRef="#br0" timeOffset="124108.45">26494 2382 1071 0,'-2'0'171'0,"0"1"15"16,0 0 15-16,0 0 2 0,0 1-14 0,-1 1-26 0,1-1-14 0,0 2-8 15,0 1-11-15,0 0-5 0,0 1-10 0,0 2-16 0,0 0-8 16,1 1-10-16,0 1-11 0,1 2-2 0,-1 0-13 0,1 1-6 0,1 3-9 16,0 0-5-16,1 1-15 0,1-2-7 0,0 3 2 0,0-1-8 0,1 1 10 15,0 0-1-15,1 0-7 0,1-1-1 0,-1-1-3 0,2-1-1 16,0 0-2-16,0-1 0 0,0-3 2 0,1-1-8 0,-1 0 6 0,1-2-2 16,0 0-6-16,-1-1 8 0,0 0-8 0,1-3-3 0,-2 1-4 15,1-2-5-15,-1 0-3 0,0-2-4 0,-1 0-7 0,-1-2-8 0,0 0-16 16,-1-1-17-16,2-1-23 0,-3 0-27 0,1-1-29 0,-1-1-23 0,0-1-21 15,-1 0-35-15,0 0-44 0,0-1-56 0,-1 0-65 0,2-1-34 16,-1 1-195-16</inkml:trace>
  <inkml:trace contextRef="#ctx0" brushRef="#br0" timeOffset="124340.44">26730 2633 1491 0,'-3'4'221'16,"0"1"-34"-16,-2 3 19 0,3-2 7 0,0 1-14 0,0 1-33 0,1-1-28 15,0 2-34-15,1-2-16 0,1 1-17 0,1 1-8 0,0-2-17 16,2 1-15-16,-1 0-6 0,1-1-12 0,0 1-4 0,0-1-2 0,1 1-5 16,-2-1-1-16,4 0 1 0,-3-2-2 0,2 1-2 0,0-1-5 0,0 0 0 15,0-1-5-15,-1-2-8 0,1 0-7 0,-2-1-13 0,1-1-14 16,0-1-28-16,-2 0-29 0,2-2-32 0,-1-1-35 0,0-1-41 0,0-1-70 15,-1-1-94-15,-1-1-118 0,1 0-336 0</inkml:trace>
  <inkml:trace contextRef="#ctx0" brushRef="#br0" timeOffset="124807.45">26895 2368 1349 0,'-2'2'178'0,"0"0"24"0,-1 1 6 0,1 0 0 16,1-2-23-16,1 1-27 0,-1-1-24 0,2 1-13 0,1 0-10 0,0 0-10 15,2 0-12-15,0-1-14 0,1 0-12 0,0-1-10 0,1 1-10 16,1 0-5-16,-2-1-8 0,3 1-1 0,0 1-7 0,1-1-13 0,0 1 6 16,0 1-13-16,0-1 5 0,-1 0 2 0,0 0-11 0,-1 1 4 0,1-1 0 15,0 1-2-15,-2 0 2 0,0 1 1 0,0 1-4 0,-2-1-7 16,1 1-5-16,-2-1-3 0,-1 1-2 0,1 2-4 0,-3-1 0 0,1 1-8 15,-1-1-5-15,-1 1-7 0,1-1-1 0,-2 0-3 0,0-1-1 0,1 0 2 16,-3-1 4-16,2 0 1 0,-1 0 10 0,0-1 6 0,1 0 5 16,-1 0 9-16,1 0 4 0,0-1 4 0,0-1 0 0,1 1 2 0,2-1 2 15,0 0-2-15,1-1 2 0,1 0 1 0,-1 0 0 0,3 0-3 16,0 1 4-16,0-1 1 0,1 0-2 0,0 1 0 0,3 0-1 0,-1 0 0 16,0 0 1-16,1 1 1 0,-3 0-9 0,1 1 8 0,1 0-6 0,1-1-1 15,-2 2 9-15,2-1-6 0,-3 2 7 0,2 1 4 0,0 0 1 16,-1 1 2-16,-1-1 8 0,-1 2-1 0,0-2 6 0,-1 2-2 0,-1 1-3 15,0-1 1-15,-1 0-3 0,0 0 1 0,0 0-5 0,1-1-2 0,-2 1-3 16,0 1 1-16,-2 0-6 0,-1-1-2 0,2 1 1 0,-3-1 3 16,0 0-5-16,-2-2 1 0,1 1-4 0,-1-1-1 0,-1 0 2 0,2-1-9 15,-1 1 0-15,0-2-7 0,-2 1-8 0,2-1-8 0,0-1-11 16,1-1-9-16,3-1-16 0,-1-1-18 0,4 0-35 0,-3 0-37 0,1-1-26 16,1-1-31-16,-3-1-31 0,5 0-36 0,2-2-48 0,0 0-36 0,3 0-224 15</inkml:trace>
  <inkml:trace contextRef="#ctx0" brushRef="#br0" timeOffset="125123.44">27492 2713 1065 0,'0'1'194'0,"0"1"-12"0,1 0 11 0,-1 0 6 0,0 1-11 0,2 0-26 16,0 0-18-16,-2 0-19 0,2 1-16 0,-2 0-11 0,1 1-24 16,1 0-9-16,0 0-17 0,1 0-13 0,-1 1-3 0,0 1-14 0,0-1-2 15,-2 1-3-15,3 0-8 0,-2 0-1 0,1 0-4 0,0-1-4 16,0 2-4-16,1-2-1 0,-2 1-6 0,1-1-7 0,-1-1-6 0,1 0-11 15,0-1-7-15,0-1-19 0,0-1-20 0,1-1-27 0,-1-1-24 0,1 0-37 16,0-2-50-16,0-2-69 0,2-1-108 0,-2 0-130 0,1-1-68 16</inkml:trace>
  <inkml:trace contextRef="#ctx0" brushRef="#br0" timeOffset="125490.45">27672 2302 419 0,'-1'0'271'0,"1"0"-132"0,-1-1 6 0,1 1 6 0,0 1 2 15,-1-1-8-15,0 1 0 0,1 0-6 0,0 1-1 0,0 0-6 16,1 0-7-16,-1 1-6 0,1 1-9 0,-2 0-3 0,2 0-3 0,0 0-8 15,-1 1-2-15,4 1-4 0,-3 0-13 0,2 1-7 0,0 1-9 0,-1 1-12 16,2 0-2-16,-3 2-2 0,2 0-4 0,-1 0 0 0,0 2-2 16,2 1-12-16,-3 0-2 0,2 0-1 0,0-1-6 0,0 3 8 0,1 0-3 15,-1-1-17-15,-1 0-1 0,2 0-1 0,0 0 2 0,0 2 6 0,0-2 0 16,0 0-3-16,0 0-7 0,0-1 1 0,2-2 1 0,-1 1-4 16,0-1 0-16,1-1 0 0,-1-1-4 0,-1-2 6 0,2-1-4 0,-1-1 0 15,0-1 1-15,0-1-9 0,-1-1 3 0,-1 0-2 0,1-1-6 16,-1-1 2-16,0-1-3 0,0 0-13 0,-1-2-15 0,0 0-21 0,0-2-22 15,0 1-27-15,0-2-26 0,0-1-27 0,1 0-37 0,-1-3-28 0,-1 0-38 16,0-2-64-16,0 0-91 0,0-1-84 0,1 0-98 0</inkml:trace>
  <inkml:trace contextRef="#ctx0" brushRef="#br0" timeOffset="125957.44">27631 2184 1523 0,'-7'-2'171'0,"0"0"-13"15,0 0 35-15,2 2 15 0,2-1-14 0,1 1-32 0,2 0-24 0,0 0-11 16,2 0-10-16,1 0-3 0,2 0-9 0,1 0-23 0,1-1-11 16,2 0-13-16,1 1-12 0,2-1-4 0,1 1-5 0,1-1-5 0,1 0-10 15,0 1 1-15,-1 0-6 0,1-1-6 0,0 1 1 0,0-1-7 0,-1 2-1 16,1-1 0-16,-1 0 0 0,1 1-4 0,-3-1 0 0,1 1 0 15,0 0-2-15,-1 0 5 0,0 1-4 0,-2-1 1 0,-1 2 1 0,1 0-4 16,-2-1-1-16,1 1-2 0,-1 0-1 0,0 1 1 0,-1 1 0 16,-2 0 1-16,0 0-3 0,-2 1 2 0,1 0-1 0,-2 0 5 0,0 2-2 15,0-1 1-15,-1 0 3 0,0 0-8 0,0 1 6 0,0 0 0 0,0 1 0 16,0-1 2-16,0 2-1 0,1-1 1 0,0-1 0 0,1 1-2 16,0-1 2-16,1 0 0 0,0 0 2 0,0 0-2 0,0 2 0 0,2-1 1 15,-1 0-1-15,2 1 0 0,0-1 0 0,1-1 0 0,0 1-3 0,0 1 3 16,0 0-4-16,1 0 0 0,-2 1 0 0,3-1-3 0,-1 1 5 15,1 0-2-15,-1 1 2 0,0-1 4 0,0 0-17 0,-1-2 2 0,0 0-3 16,0 0 1-16,-1 1 17 0,1 0-1 0,-1-1 3 0,-1 0 0 16,-1 0-8-16,-1 1 2 0,-2 0 4 0,0-1-2 0,0 0 4 0,-2 1 0 15,-1-2-6-15,-2 2 4 0,1 0-2 0,-2 0-2 0,-2 0 5 0,-1 0-3 16,-2-2 2-16,-1 1-2 0,0 0 0 0,-1 0-3 0,-1 0-1 16,-1-1-5-16,-1 0-4 0,0 0-4 0,1-3-9 0,-1 1-3 0,1-2-11 15,-2 0-9-15,1-2-14 0,2-1-15 0,-2 0-26 0,2-1-25 0,1 0-25 16,-2-1-42-16,2-1-46 0,-2 1-47 0,1-2-77 0,1 1-83 15,0-1-212-15,1 1 158 0</inkml:trace>
  <inkml:trace contextRef="#ctx0" brushRef="#br0" timeOffset="126657.44">25391 3448 1139 0,'-5'-1'146'0,"-1"1"-25"0,0 1 29 0,2-1 24 15,1-1 10-15,0 0-18 0,2 0-27 0,2-1-24 0,-1-1-20 0,2 0-10 16,2-2-12-16,0 0-4 0,4-1-14 0,-1 0-1 0,1 0-5 16,0 1-7-16,1-1-10 0,0 0-5 0,0 3-4 0,-1 0-4 0,-1 0-2 15,1 0-5-15,-2 1-5 0,1 0 0 0,0 1 6 0,-2 0-8 0,1 0 7 16,-1 1-5-16,0 1 4 0,-1 0 1 0,-1 1-7 0,0 0 9 16,0 1-4-16,0 1 2 0,0 0 6 0,-1 2 1 0,1 1-1 0,-1 0 1 15,-1 1 0-15,1 0-3 0,-1 2 4 0,1-1-4 0,-1 1-4 0,1 0 2 16,-1 2 1-16,0 1 1 0,1-1-7 0,-1 0 5 0,1 1-6 15,1-1-5-15,-1 0 3 0,1 0-8 0,-1 0 2 0,1 1-2 0,0 0 2 16,1-1 2-16,-1 0-4 0,2-1 2 0,-1 1-2 0,-1-1-1 16,2 0 1-16,-2 0-2 0,0-2-1 0,0-1-6 0,0 0-2 0,0-2-6 15,-1 0-5-15,-2-1-6 0,1-1-26 0,-1 0-42 0,-1-2-53 0,0 0-51 16,-1 0-56-16,-2-1-44 0,-1-1-55 0,1-1-61 0,-2-1-55 16,0-1-196-16</inkml:trace>
  <inkml:trace contextRef="#ctx0" brushRef="#br0" timeOffset="126807.44">25506 3560 1055 0,'2'-4'134'0,"0"0"-3"0,1-1 2 0,0 0-1 0,0 1-13 16,0 0-22-16,2 1-11 0,0 1-7 0,1-1 1 0,0 1-1 0,2 0-8 15,-2-1-6-15,2 1-13 0,-1-1-10 0,0 1-10 0,0 0-3 0,1 0-5 16,-1-2-11-16,-1 1-5 0,0 1-11 0,-2 0-9 0,1 0-7 16,-2 0-16-16,1 0-12 0,-1-1-25 0,0 1-45 0,-1-2-80 0,0 1-112 15,0 1-146-15,0-1-369 0</inkml:trace>
  <inkml:trace contextRef="#ctx0" brushRef="#br0" timeOffset="127241.44">25237 3377 1419 0,'-2'-2'97'16,"0"-1"1"-16,2-1 22 0,1 0 30 0,3 0 23 0,2 0 3 15,0-1-19-15,2 0-19 0,1-1-20 0,0 0-9 0,1 0-17 0,1-1-13 16,1 0-11-16,3 0-9 0,-1 0-2 0,2 0-8 0,2 0-8 16,1 1-2-16,-1 0-9 0,1 0-1 0,0 1-4 0,-1 0-5 0,0 1-4 15,1 1-3-15,0 0-3 0,-2 2 3 0,3 1-7 0,-1 1-3 0,0 0 3 16,2 2-6-16,-1 1 2 0,0 2-2 0,1-1-4 0,-1 3 4 16,0 2-4-16,1 1 3 0,-1 2-1 0,-1 2-4 0,0 1 1 0,0 2-1 15,-3 2-5-15,1-2 2 0,-1 2-2 0,-1 1 2 0,-3 0-3 0,-1 2-1 16,-2 0 1-16,-2-1 1 0,0 2 0 0,-2-2 6 0,-2-2-3 15,-1 1 0-15,-3-1-3 0,-2 0-3 0,-2 2 3 0,-2-1 0 0,-2 2 2 16,-3-1 4-16,-2 0 2 0,-4-1 1 0,-2-1-7 0,0-1 2 16,0-1 5-16,-4-1 0 0,1-1 9 0,-3-3-5 0,-1-1-7 0,0-2-2 15,-2-3 0-15,0-2 5 0,-2-3 0 0,0-1 2 0,0-3 0 0,2-1 0 16,-1-2 2-16,3-2 0 0,0 0-4 0,2-3 0 0,3-1-5 16,1-1-1-16,3-1 2 0,2-2 6 0,0 0 9 0,2-1-2 0,3-2 0 15,-2-2-7-15,2 1-2 0,0-1-1 0,3 0-9 0,3 3 1 0,2 0-1 16,1 2-9-16,3 2 2 0,1 2-2 0,2 2-10 0,1-1 0 15,2 2-7-15,1 0-9 0,1 0-9 0,2 1-17 0,0 1-22 0,0-1-34 16,1 3-43-16,2-2-49 0,1 1-59 0,1-1-58 0,2 2-62 0,2-1-163 16,0 1 81-16</inkml:trace>
  <inkml:trace contextRef="#ctx0" brushRef="#br0" timeOffset="127624.44">26218 3284 1504 0,'-4'2'232'0,"0"1"-85"15,-2 3 29-15,1 0 9 0,2 1 0 0,0 2-19 0,2 0-29 0,-1 0-22 16,1 2-17-16,1 1-23 0,1 1-13 0,1 1-8 0,-1 1-10 0,0 2-3 16,2 1-9-16,0 1-4 0,1 3-6 0,-1 0 0 0,0 0-3 15,0 1-4-15,1-1-1 0,0-2-3 0,0 0-3 0,0 0-3 0,-1-2 1 16,2 0-3-16,-1-1 3 0,2-1-5 0,1-2-1 0,1 0 0 16,1-2 0-16,1-1 0 0,1-2 2 0,1-2-2 0,-1 0-2 0,1-2-1 15,1-2-3-15,0-1 3 0,1-2-3 0,-2-2 1 0,2-2 1 0,1-1-1 16,0-1 1-16,-1-1 2 0,-1-1 0 0,0-2-1 0,-1 1 1 15,1 0-3-15,-3 0-5 0,2 0 3 0,-1 2-5 0,-2-2-6 0,-1 1-9 16,-1 0-13-16,-2-1-20 0,-1 1-29 0,-1 0-42 0,-1 1-55 16,-1 0-69-16,0-1-90 0,-3 0-151 0,0-1-186 0,-2 0-71 0</inkml:trace>
  <inkml:trace contextRef="#ctx0" brushRef="#br0" timeOffset="127840.45">26301 3290 958 0,'-7'1'476'0,"-1"1"-374"0,-1 2 35 0,2-1 35 0,2 0 14 0,2 0-12 16,1 0-18-16,1 0-22 0,2 0-17 0,1-1-7 0,1 0-16 15,1 0-16-15,1-1-2 0,1-1-10 0,2 0-4 0,1 0 4 0,2-1-14 16,0 0-8-16,2-1-5 0,0-2-10 0,2 0-5 0,0-1-8 16,-1 1-7-16,1-1 0 0,1 1-5 0,-1-1 3 0,-2 1-5 0,0 0-4 15,0 0-2-15,-2 1-7 0,0 1-3 0,-2-1-13 0,0 1-11 0,0 0-16 16,-1 0-34-16,0 0-39 0,-1 1-41 0,-1 0-46 0,1 0-45 15,-1 0-61-15,1 0-91 0,-1 1-101 0,0-1-297 0</inkml:trace>
  <inkml:trace contextRef="#ctx0" brushRef="#br0" timeOffset="128074.45">26783 3289 1076 0,'-3'6'500'0,"0"2"-298"16,0 2 16-16,1-1-3 0,1-1-13 0,0 1-23 0,1 0-31 0,2 1-26 16,-1 1-20-16,2-1-22 0,0 1-10 0,-1 1-13 0,0 0-9 15,0 2-11-15,1-1-8 0,0 0-7 0,1 3-12 0,-1-1 5 0,1-1-6 16,-1-1-6-16,1-1-3 0,0-1 0 0,1-1-3 0,1 0-1 0,-1-1 2 16,1-1-12-16,-1-1-4 0,0 1-11 0,1-2-17 0,-1-1-19 15,2 0-38-15,-3-1-39 0,1 0-46 0,0-1-47 0,0-2-49 0,0 1-90 16,1-1-121-16,-1-2-416 0</inkml:trace>
  <inkml:trace contextRef="#ctx0" brushRef="#br0" timeOffset="128257.45">27050 3613 889 0,'4'8'217'15,"-1"1"-25"-15,2 1 15 0,-1 1-7 0,0-1-21 0,0 0-28 0,2 1-30 16,-1 0-22-16,1-2-21 0,0 1-18 0,0 1-12 0,0-1-14 15,0 1-3-15,0 0-7 0,0-2-7 0,-1 0-3 0,1 0-9 0,-1 0-2 16,-2-2-7-16,2 0-4 0,-3-2-8 0,0 1-9 0,1-3-10 0,-2 1-22 16,0-2-42-16,-1-1-71 0,0-1-100 0,0-2-160 0,-2-1-312 0,0-2 163 15</inkml:trace>
  <inkml:trace contextRef="#ctx0" brushRef="#br0" timeOffset="128490.44">27246 3373 1459 0,'0'6'190'0,"-1"2"11"15,0 2 14-15,0 1-1 0,0 0-29 0,0 1-21 0,2 1-22 16,0-1-24-16,2 3-10 0,0 1-22 0,0-1-12 0,1-1-23 0,-1 0-12 16,1 1-14-16,1-1 2 0,0-1-6 0,1 2-5 0,1-1 1 15,-2 1-12-15,2-1-1 0,0 0 1 0,-1 0-3 0,1 1-4 0,0-1 2 16,0-1-3-16,-3-1-5 0,2 0-3 0,1-1-5 0,-1 0-11 0,3-2-12 15,-3 0-22-15,0 0-33 0,0-1-41 0,-1-1-44 0,1 0-37 16,-1-2-40-16,1-1-55 0,-1-1-83 0,0-1-124 0,0-1-263 0</inkml:trace>
  <inkml:trace contextRef="#ctx0" brushRef="#br0" timeOffset="128724.44">27602 3757 1048 0,'1'3'419'0,"1"0"-233"0,0 1 9 15,-1 1-3-15,1-1-5 0,0 0-28 0,1 1-28 0,-1 1-13 16,1-1-16-16,0 1-18 0,0 0-17 0,0 0-27 0,0-1-16 0,-1 0-14 16,2 2-2-16,-2 0-2 0,0 1-1 0,1 0 2 0,-1 1-4 15,1 0 0-15,0-2-3 0,-1 3-1 0,0-1-13 0,0 0-3 0,-1-2-10 16,1-1-17-16,-2 0-18 0,1-1-35 0,-1-2-47 0,1 0-48 0,0-2-62 15,-1-1-86-15,0-1-129 0,1-1-436 0</inkml:trace>
  <inkml:trace contextRef="#ctx0" brushRef="#br0" timeOffset="128924.44">27792 3432 1596 0,'0'6'221'0,"0"0"8"0,1 3 4 0,-1 1-20 0,0 1-22 0,1 1-27 16,-1 1-23-16,1 1-28 0,1 1-25 0,-1 0-17 0,2 1-23 16,0-1-10-16,1 2-5 0,1 1-8 0,-1 1-8 0,1-1-4 0,0 2-6 15,0-1-2-15,0-1-3 0,-1 0-2 0,2-2 0 0,-1-1-5 16,0-4-1-16,0 0-7 0,-2-1-12 0,3-3-15 0,-3 0-36 0,2-2-39 16,-1-1-52-16,-1-2-58 0,1-1-59 0,-1-2-91 0,0-1-166 0,0-1-496 15</inkml:trace>
  <inkml:trace contextRef="#ctx0" brushRef="#br0" timeOffset="129324.44">27794 3372 1287 0,'-1'-5'329'16,"0"-1"-218"-16,1-2 38 0,2 0 21 0,0 1-11 0,3 1-10 0,0 1-17 15,1-1-22-15,1 0-5 0,1 0-13 0,2 0-11 0,-1 1-17 16,3 0-8-16,0 1-8 0,1 0-11 0,0 1-4 0,-2 1-9 0,1-1-3 15,1 1 2-15,-2 1-9 0,2 1-3 0,-4-1 0 0,1 2-6 0,-1 0 2 16,-2 0-3-16,0 0-4 0,-1 0 0 0,1 1-2 0,-1-1 0 16,-1 1 2-16,-1 0-2 0,1 1-1 0,-1 0 1 0,-1 1 0 0,0 0-1 15,0 1-1-15,0 0 2 0,-1 2-3 0,-1 0 0 0,1 0 6 16,-1 2-2-16,1 0 2 0,-1 1-2 0,1-1 2 0,1 1 3 0,0-1-2 16,1 0 1-16,-1 0-5 0,2 1 1 0,-1 0 1 0,0 0 0 0,1 1 0 15,1-2 1-15,1 1-2 0,1 1 1 0,0 0 1 0,1 0-4 16,0 1 3-16,0-1-2 0,1 1-1 0,0 0 4 0,1-1-4 0,0 1 3 15,1-1-4-15,-1 3 1 0,0 0 1 0,1-1-3 0,-1-1 10 0,-1-1 0 16,1 1 1-16,-2-1 1 0,1 2-7 0,0-2 1 0,-1 0-2 16,0 0 1-16,-1 0 5 0,-2-1-3 0,-2 1 1 0,0-1 4 0,0-1-3 15,-2 1 0-15,0 0 1 0,-1 0-2 0,-3-1 6 0,0 0-12 0,-3-2-3 16,0 1-2-16,-1 0-3 0,-2 1 2 0,-2-2-5 0,-1 0-7 16,-1 0-20-16,-2-1-34 0,0-1-27 0,-1-1-26 0,-1 0-20 0,-1-2-15 15,1 0-35-15,-1-3-38 0,1-2-52 0,2-2-58 0,-2 0-104 16,-1-2-264-16</inkml:trace>
  <inkml:trace contextRef="#ctx0" brushRef="#br0" timeOffset="129990.45">28409 870 1056 0,'-1'0'97'0,"0"0"30"16,-1 0 32-16,1 1 18 0,-1-1 3 0,0 1-21 0,-1 0-14 16,1 0-5-16,0 1-14 0,-1 0-6 0,1 0-11 0,1 1-14 0,-1 0-12 15,0 1-14-15,1 1-8 0,1 1-9 0,0 1-2 0,2 1-16 0,0 0-6 16,1 1-9-16,1 2-7 0,1-1 5 0,1 1-6 0,1 2-2 15,1 0-2-15,0 0 0 0,2 0 0 0,0 1 0 0,-1 1-2 0,2-1-3 16,0 0-2-16,0 1 1 0,0 0-6 0,-1 0 3 0,1-1-1 16,-1 1 1-16,0-1 2 0,-1-1 0 0,-1 0-19 0,-1-1-2 0,3 11-4 15,-2-2-4-15,-4-3 22 0,-4-1 0 0,-2-3 5 0,-4-2 2 0,-1-3 0 16,-2-1-3-16,-2 0-1 0,-1-1-2 0,-1-1-1 0,-2-1-2 16,1 0-1-16,-2-2 5 0,0 0 0 0,0-1 5 0,1-2 0 0,0 0-4 15,-1-2 6-15,2 0-6 0,2-2 3 0,0-1 1 0,1-1 0 0,1-1 1 16,1-1-4-16,5 3 8 0,1-1 23 0,1 2-3 0,-1-3 8 15,1-1-8-15,0 0-29 0,1-1 8 0,0-1-3 0,1 0 3 0,1-1 3 16,1-1-9-16,0-1 0 0,1 0 6 0,0-2-8 0,1 2 6 16,2-2 5-16,-1-1-9 0,2 1 6 0,-1 1 1 0,1-2 4 0,0 2 0 15,0-1 8-15,0 2 1 0,-1-1 5 0,1 1-2 0,-1 1-7 0,-1 0 8 16,0 2-5-16,-2-1 7 0,0 1 6 0,0 0-12 0,-2 1-5 16,-1 1 2-16,0 0-8 0,-1 2 8 0,-1-1-3 0,0 0-4 0,-1 1-5 15,0 1-1-15,-1 0-6 0,0 1 3 0,-1 0 2 0,0 1-8 0,0 1 2 16,1 0-4-16,-1 1-21 0,0 0 9 0,0 2-30 0,0 0-8 15,-1 1-19-15,1 0-62 0,-1 2-40 0,1 0-56 0,-1 0-57 0,1 1-57 16,-1 0-77-16,2 1-115 0,-1-1-171 0</inkml:trace>
  <inkml:trace contextRef="#ctx0" brushRef="#br0" timeOffset="130390.45">28102 787 940 0,'1'-1'235'16,"0"-1"-131"-16,1 0 40 0,0 0 22 0,1-1 22 0,1 0 0 16,1-1-27-16,1 0-7 0,2 0-22 0,1-1-24 0,0 0-8 0,2-1 23 15,2 0-12-15,2 0-6 0,-1-1-3 0,3 0-58 0,1 1-2 0,1 0-5 16,0 0 3-16,2 1-6 0,1 0 0 0,-1 1-10 0,1 1-10 16,1 0 4-16,-1 1-7 0,1 2 11 0,-1 0-57 0,1 2 6 0,0 1 4 15,-1 2 0-15,0 2 43 0,1 0-5 0,-2 3-12 0,1 3 3 0,0 1-8 16,-1 2 13-16,1 1-1 0,-1 3-7 0,0 1 7 0,1 1-7 15,-3 2-6-15,2 1 1 0,-1 1 4 0,-2 2-10 0,1 0 8 0,-2 1-5 16,0 0-4-16,-3 1-23 0,13 27-9 0,-6-4 8 0,-7-5-2 16,-5-4 30-16,-5-4 4 0,-5-7-6 0,-5-3 5 0,-4-6 3 0,-1-2-1 15,-5-1-2-15,-2-1-1 0,-2-1-2 0,-2 0-2 0,-4-2 4 0,0 0 4 16,-3-1 1-16,1-1 0 0,-3-3 3 0,1-2 6 0,-3-2-6 16,1-2 2-16,-1-3-3 0,0-3-2 0,1-3 0 0,1-3 4 0,0-2 1 15,2-1 4-15,1-2-2 0,4-3 1 0,0-1-2 0,2-1-3 0,4-1 8 16,0-2-10-16,2-2 3 0,2-2-6 0,2-2 4 0,6 12 10 15,0-2 23-15,1 0-4 0,0-3-1 0,1 0-21 0,1 0-27 0,1-2 4 16,1 0-13-16,1 2 2 0,1-3-1 0,1 2-7 0,2 0-1 16,1 0 8-16,1 0-10 0,2 1-12 0,1 1-3 0,0 1-20 0,3 1-32 15,1 2-54-15,2 2-75 0,0 1-80 0,0 2-89 0,2 0-88 0,0 2-307 16</inkml:trace>
  <inkml:trace contextRef="#ctx0" brushRef="#br0" timeOffset="130691.45">29121 838 1659 0,'-1'0'143'16,"1"0"51"-16,-1 1 10 0,0-1 9 0,-1 1-23 0,1 0-25 16,-1 1-7-16,1 0-14 0,0 1-7 0,0 0-9 0,0 1-11 0,0 1-36 15,0 0-8-15,0 2-18 0,0 1-14 0,1 0 1 0,1 2-15 0,0 1-4 16,0 2-4-16,1 0-7 0,1 1 2 0,-1 2-1 0,1 1-3 15,-1 1-2-15,1 0-8 0,0 1 2 0,0 2 2 0,1-2-1 0,0 3-1 16,0-1-31-16,1-1 4 0,0 2-12 0,5 18 1 0,0-4 28 16,-1-5-9-16,1-4 15 0,0-5 2 0,1-5-7 0,-1-4 8 0,0-4-1 15,0-2-3-15,-1-2 5 0,2 0-2 0,0-3-6 0,0 0 2 0,0-1-4 16,0-1-5-16,0-1 0 0,-1-1 1 0,1 0-5 0,0-2 0 16,-1-1-11-16,0 0-24 0,0-1-13 0,-1-1-34 0,1 0-38 0,-1-2-31 15,-5 5-46-15,0 0-53 0,-1-1-44 0,1 0-99 0,-1 0-138 0,-1-1-336 16</inkml:trace>
  <inkml:trace contextRef="#ctx0" brushRef="#br0" timeOffset="130890.45">28923 875 1431 0,'-1'-1'107'15,"0"0"49"-15,0 0 34 0,0 0 3 0,-1 0-30 0,2 0-26 0,-1 0-11 16,1 0-9-16,1 0 8 0,1-1-6 0,0 1-18 0,2 0-10 15,0-1-23-15,2 1-19 0,1-1-14 0,2 0-11 0,1 1-8 0,2-1-8 16,2 0 0-16,-1-1 0 0,3 0-2 0,1 0-1 0,0-1-10 16,0 1-20-16,0-1-16 0,1-1-26 0,0 2-41 0,-2-1-65 0,1 0-69 15,0 0-95-15,-2 0-120 0,0 1-140 0,-1 0-253 0</inkml:trace>
  <inkml:trace contextRef="#ctx0" brushRef="#br0" timeOffset="131208.45">29396 725 1501 0,'0'0'212'0,"0"0"4"16,0-1 36-16,0 0-40 0,0 0-18 0,0-1-36 0,1 1-22 16,1-1-4-16,-1 0-10 0,1 0-11 0,1 0-9 0,0-1-15 0,1 1-24 15,0-1-28-15,0 1-1 0,1 0-12 0,1-1-3 0,0 0 13 0,1 1-15 16,0 0-2-16,0 1 0 0,1 1-7 0,-1-1 3 0,1 2-11 15,-2 0 4-15,2 1-34 0,-1 1-4 0,-1 1 3 0,0 0-2 0,0 3 25 16,-1 0-9-16,0 2-3 0,-2 2-6 0,0 1-4 0,0 1-12 16,-2 1-13-16,0 1-19 0,-1 2-4 0,0 0 5 0,-1 1 7 0,-1 0 21 15,1 1 19-15,-1-2 17 0,0 2 4 0,1-2 5 0,-1 0 4 0,1-1 4 16,1-1 6-16,0-1 8 0,0-1 1 0,1-3-4 0,1 0 11 16,0-1-18-16,1-2 0 0,1-1 0 0,1-1-12 0,0-2 11 0,2 0-1 15,0-1-10-15,1-1-3 0,0-1-11 0,1 0-9 0,0-1-8 0,0 0-9 16,-1-1-22-16,1 0-57 0,1 0-83 0,0-1-97 0,-1 0-114 15,0 0-115-15,-2-1-372 0</inkml:trace>
  <inkml:trace contextRef="#ctx0" brushRef="#br0" timeOffset="131391.45">29769 979 969 0,'0'2'334'0,"0"1"-71"0,0 0 19 0,0 1-25 0,0 0-34 15,1 2-49-15,-1 0-40 0,1 0-22 0,0 2-19 0,1 0-14 0,-1 2-13 16,1 0-8-16,0 2-20 0,1-1-5 0,-1 1-13 0,2 0-19 16,-1 1-2-16,-1-2-12 0,2 0-6 0,1-1-19 0,-1 1-24 0,1-2-47 15,0 0-55-15,0-2-69 0,0 0-113 0,0-2-159 0,0-2-498 0</inkml:trace>
  <inkml:trace contextRef="#ctx0" brushRef="#br0" timeOffset="131674.45">29929 608 1355 0,'1'0'166'0,"-1"0"33"15,0 0 11-15,1 0-1 0,0 0-24 0,0 0-18 0,0 0-14 0,1 1-4 16,1-1-5-16,0 1-13 0,1 0-3 0,1 0-26 0,0 1-18 16,1 0-10-16,1 0-19 0,-1 0-1 0,2 1-5 0,1 0-16 0,0 0-4 15,0 1-16-15,0 0 2 0,0 0-3 0,-1 0-7 0,1 2 9 0,-1 0-50 16,0 0 1-16,-2 0-10 0,0 2-5 0,-1-1 31 0,0 2-5 15,-2 0-8-15,-1 0-10 0,0 2-11 0,-2 0-11 0,-1 1 1 0,0 1 7 16,0-2 15-16,-1 2 18 0,0 0 13 0,-1 0 1 0,2-1 5 0,-1-1-1 16,0 1 3-16,1-1 8 0,1-1-3 0,0 0-3 0,1-2 5 15,1-1-10-15,1-1 12 0,1-1-2 0,2-1-17 0,0-1 7 0,0-1-21 16,3-1-2-16,0-1 2 0,1 0-20 0,0-1-11 0,1-1-17 16,0 0-45-16,1-1-36 0,0 1-50 0,0-2-69 0,0 1-64 0,-2-1-96 15,1 0-107-15,0 0-58 0</inkml:trace>
  <inkml:trace contextRef="#ctx0" brushRef="#br0" timeOffset="131924.45">30381 923 1272 0,'0'2'309'0,"0"-1"-70"0,0 1-9 0,0 0-24 0,0 1-30 0,0 1-31 16,0-1-32-16,1 2-27 0,-1-1-15 0,0 1-19 0,0 1-14 0,1 1-6 16,-1 0-12-16,0 0-13 0,0 1 0 0,0 0-5 0,0 0-6 15,1-1 6-15,-1 1-9 0,0 0-5 0,1 0 4 0,0 0-20 0,-1-1-2 16,1 1-5-16,0-1-27 0,0-1-14 0,1 1-31 0,-1-1-46 0,1 0-26 16,0 0-28-16,1-1-43 0,-1-1-63 0,0 0-85 0,1-1-361 15</inkml:trace>
  <inkml:trace contextRef="#ctx0" brushRef="#br0" timeOffset="132257.62">30526 572 1369 0,'1'0'169'0,"0"-1"-43"0,-1 0 26 0,2 0 9 0,-1-1 0 15,2 1-23-15,-1-1-21 0,2 1-16 0,0-1-11 0,1 0-5 16,1 0-7-16,0 0-3 0,1 0-14 0,0 0-9 0,1 0-8 0,-1 0-13 16,2 1-9-16,-1 0-3 0,1 0-5 0,-1 1-7 0,0 0 10 15,0 1-15-15,-2 0 5 0,1 1 0 0,-2 0-12 0,0 1-2 0,-1 1-9 16,-1 0-12-16,-2 2-4 0,0 0-6 0,-2 1-20 0,0 2-39 0,-2 1-7 16,-1 0-4-16,-1 1 7 0,0 0 43 0,0 1 18 0,-1 0 22 15,0 1 15-15,0 0 11 0,0 0 1 0,0-1 5 0,0 0 4 0,2 0-4 16,0 0 8-16,1-2-2 0,1 0 2 0,1-3 5 0,1 1-2 0,2-1-4 15,1-1-5-15,1 0-2 0,1-2-3 0,1 0-6 0,1-1-2 16,1-1-4-16,1 0-6 0,0-1-1 0,1 0-9 0,1-1-11 0,0-1-5 16,1 0-19-16,-1 0-28 0,0-2-76 0,1 0-98 0,-1-1-111 15,1 0-114-15,-1-1-303 0</inkml:trace>
  <inkml:trace contextRef="#ctx0" brushRef="#br0" timeOffset="132707.63">30725 357 525 0,'-1'-1'397'0,"-1"0"-259"0,0 0 7 16,0 0 17-16,0 0 5 0,0 0-9 0,-1 0-9 0,1 0-8 15,-1 1-6-15,2-1 6 0,0 2-3 0,-1-1-4 0,1 1-8 0,1 0-11 16,0 1-10-16,2 1-12 0,1 0-9 0,1 1-2 0,1 0-9 0,1 1-3 16,1 0-16-16,1 1-14 0,1 0-11 0,1 0-29 0,1-1 7 15,0 2-3-15,1-1 1 0,0 1 19 0,2 0 0 0,-1-1-9 0,-1 1-3 16,1 0 5-16,0-1-11 0,0 0 5 0,0 0-2 0,-1 1-11 0,1 0 8 15,-1 0-1-15,-1-1-7 0,-1 1 6 0,1 0 4 0,-1-1-14 16,0 1 6-16,0-1 8 0,-1 0-12 0,1 0 19 0,-3 0-2 0,2 0-9 16,-2-1 1-16,0 0-3 0,0 1 2 0,0-1 0 0,-1-1 7 15,0 1-9-15,-1-1-10 0,-1 0 18 0,1 1-12 0,-1 0 4 0,-1 0 9 16,1 0-13-16,-2 1 8 0,1 0-20 0,-1 1-1 0,0-1 0 0,1 1 6 16,-1-1 17-16,-1 2 3 0,1 0-4 0,0 1-7 0,0-1-9 15,0 2 3-15,0 0 4 0,0-1-5 0,-1 1 9 0,1 0-6 0,-1 0 0 16,1 1 4-16,0-1-7 0,-1 0 12 0,0 1-8 0,0 0 1 0,-1 0 2 15,0 0-4-15,0 0 2 0,-1-2-3 0,0 2 3 0,-1-1-9 16,0 0 3-16,-1-1-1 0,-1 0 0 0,0-1-1 0,-1 1-4 0,0-1 1 16,-1 0 0-16,0 0 0 0,0-1-4 0,-1 0-5 0,1 0 6 0,-2-2-2 15,1 1 0-15,0-1 1 0,0 0 1 0,0-1 0 0,0 0 3 16,1-1-8-16,0-1-4 0,1 1 2 0,0-1-11 0,0-1-1 0,0 1-18 16,1-1-16-16,0 1-13 0,1-1-6 0,0 1-8 0,0 0-7 0,0 1-17 15,1 0-30-15,0 0-35 0,1 2-33 0,-1-1-45 0,0 3-45 16,1 0-47-16,0 1-202 0,-1 1 141 0</inkml:trace>
  <inkml:trace contextRef="#ctx0" brushRef="#br0" timeOffset="133424.62">29063 1957 1332 0,'-1'1'215'16,"0"0"-57"-16,-1 1 1 0,0 0-9 0,-2 0-8 0,0 0-12 0,1 1-10 15,-1-1-12-15,1 1-6 0,0-2-12 0,1 1-12 0,0-1-16 0,0-1-15 16,0 1-9-16,0-2-12 0,1 0-7 0,-1-1 5 0,1 0-11 16,-1 0-1-16,1-2 4 0,0 0-11 0,0 0-2 0,0-2 6 0,-1 1-9 15,1-1 3-15,-2 1 11 0,1-2-3 0,-2 1 1 0,0 0-3 16,0-1-8-16,-2 0-4 0,0 0 1 0,-2 1 0 0,0-1-1 0,-2 0 8 16,0 1-7-16,0 1 4 0,0 0 0 0,-1 1-4 0,-1 1 6 0,1 0-8 15,0 2 1-15,0-1-1 0,0 2 1 0,0 2 6 0,0-1-3 16,-1 2 4-16,2 0-3 0,0 1-1 0,0 0 2 0,2 2 2 0,-1 0-3 15,2 1 3-15,1 0-15 0,1 1 3 0,1 0-1 0,2 0-1 0,0 0 13 16,2 1-6-16,2 0 1 0,0-1 0 0,2 2 0 0,6 5 2 16,0-4 0-16,3-3-1 0,-2-3-1 0,0-2-2 0,1 2 1 0,1-2 3 15,1 0 5-15,0-1-3 0,-1-2 3 0,1-2-1 0,0 0-3 16,0 0 6-16,-2-1 0 0,1 0 0 0,-1 1 0 0,-1 0 2 0,-1 0 3 16,-1 1-5-16,-1 1 4 0,1 0-4 0,-2 0 3 0,0 2 8 0,0 0-6 15,-2 0 7-15,1 3 1 0,-2-1-2 0,0 0 5 0,-1 2-2 16,0-2 5-16,-1 1-1 0,0 2-7 0,-1-1 4 0,-1-1-8 0,1 2-3 15,-1 0-4-15,0 0-3 0,-1 1 0 0,1-1-1 0,-1 1 1 0,0-1 2 16,-1 0-6-16,-1-2 0 0,0 1-2 0,-1 0-4 0,-1 1 1 16,0-1-3-16,-1 0 1 0,-2 1-6 0,0 0-1 0,0 0-8 0,-2-2-14 15,-1 2-16-15,-1-1-17 0,-1-1-21 0,1 0-17 0,0-1-15 16,-1-1-27-16,1-1-29 0,0-2-39 0,1-1-34 0,1-3-58 0,1-2-78 16,0-1-75-16,1-3-206 0</inkml:trace>
  <inkml:trace contextRef="#ctx0" brushRef="#br0" timeOffset="133807.62">28621 1738 1431 0,'-2'-1'68'0,"0"-1"19"0,-1 0 30 0,1-2 32 16,1 1 11-16,0-2-10 0,2 0-14 0,2 0-27 0,2-1-7 0,2-1-2 15,1 0 0-15,4 0-1 0,2-1-8 0,3-2-9 0,2 1-10 16,3-2-10-16,2 1-4 0,2 1-10 0,3 0-4 0,-1 2 3 15,3 0-13-15,0 2 2 0,1 2-1 0,-1 1-7 0,1 2 3 0,-2 3-11 0,2 2-9 16,-2 2-2-16,3 2-1 0,-2 4-1 0,1 3-1 0,-1 2-2 16,1 3-8-16,-1 3 4 0,1 2-2 0,-4 2-5 0,0 3-3 0,-3 0-21 15,-1 3-8-15,-1 3-5 0,12 28-1 0,-10-10 2 0,-10-9-2 16,-7-15 0-16,-1-3 1 0,-2 0 9 0,-2-3 9 0,-2 2 6 0,-2-2 8 16,-1-3 5-16,-2-1 4 0,-2-1 1 0,-2-4-7 0,-2 1-4 0,-2-2-3 15,-3-2-3-15,-2-1 7 0,-2-1 5 0,1-2-1 0,-3-1-1 16,-2-2-1-16,-1-1-2 0,-3-2 2 0,0-2 3 0,-1-2 2 0,0-2 3 15,-4-2 2-15,2 0 4 0,-3-2-1 0,2-1 2 0,1-2-3 0,1 0-1 16,0 1 1-16,1-2 0 0,-1-1 3 0,2-1 0 0,2 0 4 16,0-1-4-16,3-2 0 0,-1-2-2 0,2-2 2 0,3 1 2 0,2-1 4 15,1 1-6-15,2 2-5 0,3 1 0 0,2 3-5 0,1 1 1 16,3 3-4-16,1 3-3 0,2 0-2 0,1 3-4 0,2 0-4 0,0 2-6 16,2 3-5-16,0-1-11 0,2 2-12 0,0 0-14 0,1 1-45 0,1 1-77 15,1-2-71-15,2 2-95 0,2-2-115 0,1 0-399 0</inkml:trace>
  <inkml:trace contextRef="#ctx0" brushRef="#br0" timeOffset="134107.62">29593 1763 1853 0,'1'0'169'0,"-1"0"-1"0,1 0 17 0,0 1 3 0,0 0-9 16,1 0-20-16,0 1-12 0,0 1-13 0,0 0-15 0,1 2-19 16,-1 0-18-16,1 1-23 0,0 0-6 0,-1 1-16 0,1 1-12 0,0 2-1 15,0 1-12-15,0 0 5 0,-1 2-4 0,1 1 3 0,0 1-16 16,-1 0-4-16,0 2-4 0,-1 2 2 0,1 13 10 0,0-4-2 0,-1-4 8 16,1-9-10-16,1-1-2 0,0-1-2 0,0-1-9 0,1-2 3 0,2-2-7 15,-1 0 2-15,2-3-2 0,2-2-6 0,2-1 2 0,1-2-3 16,3-1-4-16,-1-2-2 0,3 0-3 0,1-4-2 0,-1 0 0 0,1-2-5 15,0 1-4-15,-1 0-12 0,-2-1-20 0,-1 1-31 0,-2 0-33 0,-1 0-51 16,-2 0-76-16,-4 1-100 0,0 1-226 0,-2-1-425 0</inkml:trace>
  <inkml:trace contextRef="#ctx0" brushRef="#br0" timeOffset="134292.62">29720 1729 1840 0,'0'-2'84'0,"-1"0"32"0,1 0 24 0,0-1 10 0,1-1-6 16,0-1-30-16,2 1-19 0,2-1-8 0,1 1-13 0,2-1-10 0,2 0-15 15,0 0-15-15,2 1-17 0,1-1-10 0,-2 0-10 0,1 0-9 16,0 0-19-16,-1 0-17 0,0 1-32 0,-2 0-83 0,0 0-88 0,0 1-107 16,-1 0-116-16,0 0-99 0,-1 1-158 0</inkml:trace>
  <inkml:trace contextRef="#ctx0" brushRef="#br0" timeOffset="134608.62">30012 1594 1058 0,'2'-1'203'0,"1"0"-7"16,0 0 7-16,2 0-1 0,0 0-9 0,1 0-23 0,2 0-21 0,1 1-15 16,0 0-12-16,0 1-15 0,1-1-13 0,-1 2-21 0,0-1-13 0,0 1-9 15,1 1-6-15,0 0-7 0,-2 0-10 0,0 1-9 0,0 1-7 16,-2 0-6-16,0 0-5 0,-1 1-4 0,-1 1-4 0,-1 0 0 0,-1 0-7 15,0 1-2-15,-1 0-10 0,0 0-7 0,0-1-1 0,-1 1-4 0,-1-1 0 16,0 1-2-16,1-1 1 0,-1-1-1 0,0 0 4 0,1 0 6 16,0-1 10-16,1-1 4 0,0 0 3 0,0-2 0 0,1 2 2 0,0-2 6 15,2 1 6-15,-2 0 1 0,2 0 3 0,-1 0-2 0,2 0-1 16,0 1 3-16,0 0-1 0,-1 0 0 0,2 1 1 0,0 0-2 0,0 1-2 16,1 0 8-16,1 0-5 0,-1 1-4 0,0 0 2 0,1 0 1 0,-2 0-1 15,3 0 5-15,-1 1-1 0,-1 0-3 0,1-1 2 0,-1 1 0 16,-1 0-11-16,0 0-7 0,-1 0 1 0,-1 1-4 0,-2 0 6 0,1 0 4 15,0 7-11-15,0 1-9 0,-2-3-23 0,-2-2-40 0,0-2-40 0,-2 1-61 16,0 0-66-16,-1-1-80 0,-2 0-87 0,-1 0-376 0</inkml:trace>
  <inkml:trace contextRef="#ctx0" brushRef="#br0" timeOffset="134775.62">30494 1980 1037 0,'-2'10'134'0,"1"3"-7"0,-2 4-1 16,1-1-11-16,-1-2-21 0,-2 0-33 0,2 1-25 0,-2 0-14 0,1-1-13 15,0 0-3-15,0-1-9 0,0-1-10 0,0-3-35 0,0-2-82 0,1-2-106 16,2-3-120-16,1 0-321 0</inkml:trace>
  <inkml:trace contextRef="#ctx0" brushRef="#br0" timeOffset="135125.62">30573 1578 1279 0,'0'-7'152'0,"0"1"-27"0,1-2 22 0,-1 1 4 15,1-2-9-15,0 1-9 0,0 0-3 0,0 3-2 0,1 1-4 0,0 1-5 16,0 2-7-16,1 1-12 0,2-1-7 0,1 2-11 0,0 0-12 16,1 1-1-16,1 0-4 0,1 2-14 0,0 0 2 0,0 0-8 0,0 1-9 15,0 2-3-15,0 0-9 0,-1 0-9 0,0 0-8 0,-1 1-3 16,0 1-4-16,-3 1-4 0,1 0 2 0,0 1-3 0,-2-2-8 0,0 3-4 15,-1 0-10-15,-1 1-15 0,-1 0-18 0,-2 0-27 0,0 1-33 0,-1 0-28 16,-2 1-8-16,1 0 4 0,-1-2 21 0,0 2 27 0,0-2 22 16,0 0 17-16,1-3 19 0,1 0 17 0,0-2 5 0,2 0 14 0,1-2 3 15,0-1 5-15,2-1 5 0,0-1 2 0,1-1 2 0,0 0 5 0,1-1-1 16,0 0 4-16,2-1-3 0,-1-2-2 0,2 1 0 0,0-1-4 16,1 0 0-16,1 0 2 0,0 0-4 0,1 0 1 0,-1 1 5 0,0 0-4 15,1 0 6-15,0 1 2 0,-1 1-4 0,0 0 1 0,0 1 7 16,-1 0 0-16,0 1 2 0,-1 2 9 0,2-1-7 0,-2 2-4 0,0-2 1 15,1 3-5-15,-2 0-6 0,0 1 6 0,-1 1-8 0,-1 0-3 0,3 8-5 16,-3 0-12-16,-3-3-3 0,-1-4-11 0,0 1-4 0,-2-1-19 16,0 1-21-16,-1-1-44 0,-1 1-78 0,-1-2-88 0,0 0-118 0,-1-2-243 15,-1-1 111-15</inkml:trace>
  <inkml:trace contextRef="#ctx0" brushRef="#br0" timeOffset="135324.62">30972 1986 1227 0,'-1'6'241'0,"1"3"-64"0,0 2 8 0,1 1-5 0,-1-1-10 16,1-1-32-16,0 1-32 0,0-1-28 0,0 1-20 0,0-1-18 16,-1 0-15-16,1-1-9 0,-1 1-11 0,1 0-10 0,0-1-12 0,-1 0-19 15,1-2-22-15,-1-1-39 0,0-2-77 0,2 0-109 0,-1-1-99 0,0-3-63 16,1 0-340-16</inkml:trace>
  <inkml:trace contextRef="#ctx0" brushRef="#br0" timeOffset="135724.62">31251 1486 778 0,'-1'-2'514'0,"0"-1"-391"0,1 0 28 0,-1 0 12 0,-1 0-8 0,1-1-8 16,0 2-23-16,0 0-6 0,1 1 1 0,0 1-3 0,-1 1 8 0,2 1-11 16,-1 0-14-16,1 1-10 0,0 0-16 0,1 2-11 0,0-1-11 15,1 1-11-15,-1 0-1 0,1 0-7 0,0 1-2 0,2 1-5 0,-1 0-3 16,1 0-6-16,0 1-4 0,1 1-1 0,-1 0-4 0,1-1-1 16,0 2 3-16,0-1-5 0,-1 0-8 0,-1 0 4 0,1-1-4 0,0-1-1 15,-1 0 1-15,-1 0-7 0,0 0-1 0,0 0-3 0,0-1-3 0,-2 0 6 16,1 0-4-16,0-1-6 0,0-1 5 0,0 0-3 0,0-1 6 15,1 0 7-15,0-1-4 0,1-1 4 0,1-1-3 0,0 0 6 0,-1-1-1 16,2 0 3-16,1 0 4 0,0-1-4 0,0 0 7 0,1 1-10 0,0-1 5 16,0 1 0-16,0 1 0 0,0-1 4 0,1 1-1 0,-1 1 1 15,1 0 3-15,0 0-7 0,0 2 1 0,-1-1 3 0,-1 2-4 0,0-1 5 16,0 1 6-16,0 1-8 0,-1 1 4 0,-1 1 6 0,-1 0-11 16,1 0-1-16,-2 1 1 0,0 1 2 0,0-1-3 0,-2 1 5 0,0 0-6 15,-2 0-6-15,2 1 6 0,-2-1-8 0,-1 1-7 0,-1-1 3 0,1 0-6 16,-1 0-6-16,-1 0-16 0,0-1-42 0,0 0-47 0,0-1-50 15,0-2-64-15,-2 1-50 0,0-2-63 0,1 1-93 0,0-2-235 0,0-1 139 16</inkml:trace>
  <inkml:trace contextRef="#ctx0" brushRef="#br0" timeOffset="136157.62">31383 1248 915 0,'1'0'303'16,"-1"0"-213"-16,1-1 35 0,-1 1 24 0,3 0 13 0,0 0-18 15,2 0-21-15,0 2-15 0,0 0-14 0,2-1-4 0,1 2-3 0,0 0-10 16,0 0-13-16,0 1-10 0,2-1-14 0,0 0-13 0,1-1-2 0,1 1-9 16,-2 0-3-16,2 0-3 0,-1-1-7 0,0 1 2 0,1-1-5 15,0 1-4-15,-3-1 3 0,0 0-4 0,1 1-2 0,-1-1 4 0,-1 0-7 16,0 0-1-16,-1 0 6 0,-3 0-1 0,2 0 3 0,-2 0 3 15,0-1-4-15,0 1-1 0,-2 0 2 0,-1 1 3 0,-1 0-1 0,1 0 1 16,-2 1 3-16,0 1-3 0,-1 2 5 0,1 0 0 0,0 0-1 0,-1 1 3 16,0 0 1-16,1 0 2 0,0 2-4 0,1-2 4 0,1 1-4 15,-1 0 4-15,2 0-10 0,0 0 7 0,1 1-4 0,1 0 5 0,1 1 4 16,1 0-9-16,1 1 7 0,0-1-8 0,2 2-1 0,-2 2 2 0,3-1-4 16,0 0 7-16,0 1 1 0,0 1-5 0,1 0 6 0,-3 0-3 15,1 0 6-15,-1 0 8 0,-1 1 6 0,0-1 10 16,-2 0 9-16,-1 0 12 0,0 1-3 0,-1-2 13 0,-2 1-6 0,0 1-5 0,0-1-4 15,-2 0-15-15,1 0-10 0,-3-1-12 0,0 1 1 0,0-3-1 0,-2 2 8 16,-1-1-9-16,-8 10 0 0,-1-5-10 0,2-3 5 0,-1-5 1 0,3 0-7 16,-1-3-2-16,0 3-8 0,-2-1-19 0,0-1-15 0,1-1-23 15,2-1-26-15,2-1-20 0,-1-3-24 0,0 1-18 0,0-2-23 0,1-1-23 16,0-1-25-16,0 0-22 0,3-2-33 0,-1 0-38 0,2-1-38 16,1-2-87-16,1-1-15 0</inkml:trace>
  <inkml:trace contextRef="#ctx0" brushRef="#br0" timeOffset="169360.61">32049 1065 1 0,'-19'4'0'0</inkml:trace>
  <inkml:trace contextRef="#ctx0" brushRef="#br0" timeOffset="175248.29">6238 10122 295 0,'-12'-4'57'0,"-1"-2"-19"0,-2-1-8 0,3 1 12 0,2-1 9 16,1 1 2-16,-1-1-4 0,1 1-15 0,0 0-8 0,0 1-4 0,2 0-3 15,-2 0 0-15,0 1-4 0,-1 0-1 0,1 0-2 0,1 0 1 0,-2 1 2 16,2-1-3-16,-1 0 2 0,0 1 5 0,-1-1 2 0,1 1 12 16,1-1 0-16,0 0-1 0,1 0-4 0,-1-1-6 0,2 1-5 0,1-1 0 15,-1 1-5-15,2 1 0 0,0-3 2 0,1 1-3 0,0-1 4 0,1-1-1 16,1 1-4-16,0-1-2 0,3 0-3 0,0 0-3 0,1-2-2 16,3 0 0-16,0-1 1 0,2-2 0 0,1 1 4 0,0-1 1 0,1 1 4 15,0-1 9-15,2 0 3 0,0 1 7 0,0-1 4 0,0 1 3 0,0-1 2 16,0 2 0-16,1 0-3 0,0 2 0 0,-1 0-5 0,1 1-3 15,1 2-5-15,0-1-11 0,1 0-5 0,0 1-2 0,2 1-1 0,1-1 1 16,0 1-3-16,1 1 3 0,3 0-5 0,0 1 1 0,1 1 3 16,1 0-4-16,-2 0 5 0,2 1-3 0,-1 1-3 0,1 0 3 0,1 1-4 15,0 0 5-15,0 0-1 0,-1 1-1 0,-1 0 2 0,0 1-4 0,-2-1 2 16,1 0 0-16,1 1-1 0,-3 0 4 0,1 0 0 0,-1 0-2 16,-2-1-1-16,1 1 0 0,-1 0 3 0,-3 1-5 0,1 1 2 0,0 0 5 15,-1 2 2-15,0 0 9 0,0 2 4 0,-1 0 0 0,0 1 1 0,0 1-3 16,-2-1 0-16,2 1-1 0,0 1 0 0,-1 0-2 0,-1 2-3 15,-1-1-1-15,1 2-2 0,-2-2 0 0,1 3 2 0,-1 0-3 0,-1 0-4 16,0 3-1-16,-1-1-1 0,0 1 0 0,-2-1-1 0,0 2-1 16,-1-2-4-16,0 0 4 0,-2 0 0 0,0 0 9 0,-1 0 5 0,0-1-4 15,-2 1 7-15,0-1-9 0,0 0-3 0,0 1 6 0,-1-1-8 0,-1-2 2 16,0 1 4-16,0 0-4 0,-1-2 2 0,1 2 1 0,-1 0-1 16,-2-1 1-16,2 0 2 0,-2 0-2 0,0 0 2 0,0 0-2 0,-1-3 5 15,1 1 1-15,-2-1-3 0,1 0-2 0,-1-1-2 0,-2 0-2 0,1 0 0 16,-1-1 3-16,-1 1 5 0,0-1-6 0,-2 0 0 0,-1 0 2 15,-1-1-6-15,1 0 7 0,1-1-2 0,1 0 0 0,-1-2 0 0,-1 0-6 16,1-1 2-16,-1 0-1 0,1-1 1 0,-1-1 5 0,-1 0 5 0,0-1-5 16,0-1 1-16,-2-1-4 0,0 0 2 0,-1-1-4 0,1-2-2 15,-1 0 2-15,-1-2-1 0,-1-1 1 0,2-1 2 0,-3 0-4 0,1-2 1 16,0-1-2-16,-2-1 2 0,-1-1 0 0,-1-2-3 0,-3-1-3 16,1 0 2-16,-2-1 4 0,1 0 1 0,1 0 2 0,0-1-5 0,0 0 1 15,-2-2-1-15,2 0 2 0,-1 0 3 0,2-2 2 0,2 0-4 0,-1 1 11 16,1-1 0-16,3 0-4 0,-1 1 1 0,2-1-11 0,1 1 4 15,1 2-5-15,2-2-5 0,2 1-8 0,3 1-17 0,1 2-15 0,1 0-31 16,2 0-45-16,1 1-64 0,2 3-109 0,4-1-166 0,3 0-328 0</inkml:trace>
  <inkml:trace contextRef="#ctx0" brushRef="#br0" timeOffset="188743.72">8292 10313 367 0,'-17'-7'-15'0,"0"-2"98"0,-4 0-13 0,6-2-22 0,2 1-5 16,3 0-12-16,-1-1-2 0,1 1-5 0,2 0-14 0,0 0-6 16,2-1-2-16,0 0-2 0,0 0 4 0,2 0-1 0,-2 1 1 0,1-1-2 15,0 1 3-15,-1 0 1 0,0 0 1 0,0-1 1 0,1 1-3 0,-1 0 0 16,0 1-3-16,0 0-1 0,1 1 4 0,-1 0 0 0,-1 1 0 16,0 1 2-16,0-1-5 0,0 0-1 0,1 0 1 0,-1 0 0 0,3-1 0 15,0 0 2-15,1-1-3 0,2 0 2 0,0-1 0 0,1-1-1 0,1 0 5 16,1 0-2-16,3-1 4 0,1 1 2 0,2-4 2 0,1 0 0 15,2-1 1-15,0 1 2 0,0-2-1 0,3-2 0 0,2 1 2 0,2 0 0 16,1-1 1-16,2 1-3 0,3 1-1 0,2-1 1 0,2 0-2 0,0 2-1 16,2-2-2-16,2 0-1 0,2 1-3 0,0 1 0 0,3-1-7 15,-1 2-3-15,1 0 4 0,2 2-3 0,1-1 5 0,2 1 6 0,1 1 1 16,2 1 0-16,1 0-1 0,1-2-3 0,4 0-4 16,1 0 3-16,3 0-2 0,3 1-1 0,2 0-1 0,2-1 0 0,3 0 2 0,2 0 1 15,2-1 0-15,-1 1-3 0,3 0-2 0,2-1 2 0,2 2-1 0,1-1 1 16,1 0 3-16,0 1-9 0,0-1 3 0,1 3-2 0,-1-2 0 15,2 2 6-15,0 1-1 0,-3 0 0 0,1 1 2 0,-2 2-5 0,-1 1 2 16,-3 1 1-16,-2 2-2 0,-3 1 4 0,0 2-2 0,-2 1 0 0,-3 2 0 16,-2 1 3-16,-3 2 0 0,-2 1 4 0,1 1-3 0,-5 0 2 15,-2 1 0-15,-1 1 2 0,-4-1 5 0,1 3 1 0,-3 0 1 0,-1 0-4 16,-1 2 2-16,-3 0-4 0,0 1-4 0,-5 2 1 0,0 0-1 16,-3 0 0-16,0 2-1 0,-3 0-3 0,-2 2 4 0,-2 0-8 0,-2-1 0 15,-3 2-1-15,-1 0 3 0,-3 0 4 0,-3 1 3 0,0 1 4 0,-2-1-2 16,-3 1 0-16,-2-1 0 0,-2 1 1 0,-3 0-4 0,-2 3 5 15,-3 1-5-15,-3 0 7 0,0 0-1 0,-5-2 1 0,0 0-2 0,-3-1-5 16,0 0-1-16,-2 0-1 0,-1 0 0 0,-2 0-2 0,-1-1 0 0,0 0 3 16,-2-2-8-16,0 0 2 0,-1 0-3 0,-2-2 3 0,-1 1 7 15,-1-1-5-15,-1-1 2 0,0 0-3 0,-3-1-4 0,-1-2 4 0,-2 1-3 16,-1-1 4-16,-2 0 1 0,-1-2-5 0,-4 2-3 0,0 0-2 16,-1 0 2-16,-1 2 1 0,-2 1 3 0,-4-3-1 0,2 1-1 0,-2-2 5 15,0-1-1-15,1-1 0 0,-1-1 10 0,0 0-4 0,2 0 3 0,0-2 2 16,1-2-10-16,2 1 3 0,-1-2-2 0,1-2 2 0,1-2 0 15,0-2 2-15,3-1 2 0,3-2 1 0,1-3-1 0,-1 0 3 0,4-3 3 16,-1-1-3-16,0 1 4 0,3-3-9 0,0-1 2 0,3-1 0 16,0-1 1-16,-1 0 0 0,1 0-5 0,1-3 2 0,1-1-3 0,2-1 1 15,2-4 0-15,0-1-1 0,2 0 1 0,-1-1 0 0,1-1-2 0,2 0-4 16,2-2 5-16,1-1-4 0,1-2-12 0,0 0 4 0,1-2-3 16,2 3 9-16,-1-2 13 0,3 3-1 0,2-1 0 0,1 1-6 0,0 2 2 15,2 2-2-15,0 4 2 0,1 1 2 0,1 3 0 0,0 3 0 0,0 0 1 16,0 2 0-16,0 1 1 0,1 1 0 0,0 2-2 0,2 3-1 15,0 1-2-15,1 1 1 0,-1 1-1 0,1 0-2 0,0 2-2 0,0 1-1 16,1 0 4-16,0 1-2 0,2 1 3 0,0 0-3 0,0 1-3 0,1 0 3 16,2-1 0-16,0 1 0 0,2-1 1 0,-1 0-2 0,2 0-1 15,-2-2 2-15,2 1 2 0,-1-1 0 0,-1-1-2 0,1 1 0 0,-1 0 0 16,1 0 0-16,-1 0 1 0,-1 0-1 0,1-1-1 0,0 1 1 0,-1 1 0 16,2-1 2-16,-1 1-3 0,0 0 1 0,-1 0-3 0,1 1 3 15,-1-1 2-15,-1 0-1 0,1 1 2 0,-1 0-7 0,0-1 2 0,0 1 0 16,0 1 0-16,0-1 2 0,-1 0-1 0,1 2-4 0,0-2 2 0,0 1-10 15,1 0-6-15,-1-1-11 0,2 1-17 0,-1 0-7 0,0 1-16 16,2-1-15-16,0 0-14 0,1 0-27 0,1 0-24 0,1-1-25 0,2 0-50 16,0 0-121-16</inkml:trace>
  <inkml:trace contextRef="#ctx0" brushRef="#br0" timeOffset="190045.72">6476 10501 17 0,'51'-2'16'0,"5"1"1"0,13 0 3 15,-8 4 0-15,-8 2-5 0,-1 2-1 0,-2 3-2 0,0 1-4 0,-4 3 2 16,-1 3 1-16,0 1-1 0,-1 2-2 0,-2 2 0 0,-1 3-2 16,-1 1-2-16,-4 2-2 0,1-1-1 0,0 1-1 0,-1 0-1 0,1 0 2 15,0-1 4-15,-2 2 3 0,0 0 0 0,-1-1 2 0,-3 0 0 0,-2 0 3 16,-1-1 4-16,-3 2 9 0,-1 2 0 0,-3 0 6 0,-3 2 4 15,-4 0-1-15,-3 2 5 0,-5 2 0 0,-5 2-3 0,-4 3-4 0,-5 1-8 16,-5 1-5-16,-2 0 1 0,-5 0 0 0,-4 1 2 0,-2-1-6 16,-5 3-4-16,-2-1-4 0,-2 0-6 0,-1 0-1 0,-2 0-7 0,-4-1-2 15,-3 0-7-15,-3 0-5 0,0 0-3 0,-3-3 4 0,-3-2 1 16,-1-1 4-16,-2-1 4 0,-3-3 0 0,0 2 7 0,-1-4 3 0,-3-1 2 0,-3-3 5 16,-1-1 5-16,0-4 5 0,-2-3 10 0,0-2 4 0,-3-4 6 15,0-1 5-15,2-2 2 0,-2-3 5 0,2-3 0 0,-2-2-4 0,2-3 0 16,0-3-6-16,1-2-1 0,0-4 0 0,2-1-4 0,1-2-8 15,-1-2 3-15,2-1-5 0,0-2 4 0,2-1-4 0,0-1-4 0,1-3-1 16,2-2-4-16,-1-1-6 0,5 0-5 0,3-2-2 0,3-2-15 0,4-7-8 16,8-8-7-16,6-7-4 0,6-5 13 0,7-1 3 0,4 2 5 15,3 3-8-15,1 4 1 0,2 4-3 0,3 1-6 0,1 2-4 0,4 3-11 16,2 3-10-16,2 0-7 0,3 2-10 0,3 0-5 0,6-2-9 0,5-1-4 16,2 2 10-16,7-3 8 0,2 3-3 0,5 0-20 0,4 1-118 15</inkml:trace>
  <inkml:trace contextRef="#ctx0" brushRef="#br0" timeOffset="192994.72">26385 1061 26 0,'2'-1'14'0,"-1"0"-5"0,0 0-4 0,0 0 1 15,0-1 1-15,-1 1-4 0,0 0 0 0,0-1-1 0,-1 1 0 0,0-1 2 16,-1 1 0-16,-1-1-1 0,0 1-3 0,-2 0 2 0,0 0-2 0,-2 0 2 16,-2 1 1-16,-1 1 2 0,-2 0 2 0,0 0-3 0,0 0 0 15,-3 1-5-15,0 0 1 0,-1 0 2 0,1 1 1 0,-2 0 1 0,1-1-1 16,-1 1-4-16,1 0-1 0,0 0 2 0,0-1-1 0,2 1 1 15,1 0 3-15,1 0-2 0,1 0 2 0,1-1-1 0,1 0 2 0,1 0 6 16,3 0 2-16,0-1 11 0,2 0 19 0,0 0 11 0,3 0 6 0,1-1-2 16,1 0-22-16,2 0-6 0,1-1-2 0,-1 1-5 0,3-1 3 15,1-1-3-15,1 1 2 0,1-1-1 0,0 0-2 0,1 0-4 0,0 0-1 16,1 0-2-16,1-1 2 0,0 1 1 0,0 0-1 0,-1 0-1 0,1 0-4 16,-1 0-3-16,0 0 2 0,0 1-7 0,-1-1 3 0,0 1-2 15,-1-1-3-15,0 2 4 0,-1-1-5 0,-1 1 1 0,-2 0 1 0,1 0-2 16,-2 1 3-16,0 0-3 0,-2 0-1 0,-1 1 0 0,-1 0-1 0,-1 1 2 15,-2-1-2-15,-2 0 3 0,-1 1-2 0,-1 0 3 0,-1 1 0 16,-2-1-4-16,-2 1 1 0,-1-1 0 0,0 1-3 0,-2-1 0 0,0 0 2 16,-2 0-1-16,-1 0 3 0,0 0 3 0,1-1-1 0,-2 0-2 0,1 0 0 15,2-1-2-15,-1 0 0 0,2-1 0 0,0 1 1 0,2-1 2 16,1-1 0-16,1 1-1 0,2-1-2 0,1 0 1 0,1 0-2 0,3 0 3 16,1-1 1-16,2 1-2 0,1-1 1 0,2 1-1 0,2-1-1 15,1 1 1-15,2 0 1 0,1-1 1 0,1 1-1 0,0 0-1 0,2 0 1 16,0 1 2-16,2-1-2 0,0 0 2 0,-1 1 1 0,1 0 0 15,1 0 2-15,0 0-4 0,-2 0-1 0,1 1 2 0,-1 0-3 0,0 0 3 16,-1 1-1-16,-2-1 2 0,1 1-4 0,-1 1 3 0,0 0-1 0,-2 0-1 16,0 0-2-16,-1 1-1 0,-2-1 0 0,0 2 2 0,-1-2 1 15,-1 1 0-15,-1 0-1 0,-2 1-1 0,0 0 1 0,-1-1 0 0,-1 1 3 16,-2-1-1-16,0 0-1 0,-2 0-2 0,1 0 2 0,-3 0 3 0,1-1-3 16,-2 1 3-16,1-2-1 0,-1 0-1 0,0-1 5 0,0 1-1 15,0-1 6-15,0 0-1 0,1-1 2 0,0 0 1 0,1 0 1 0,1-1 0 16,0-1-2-16,2 1-2 0,1-1-2 0,0 0-2 0,1 0-2 0,1-1-2 15,1 0-1-15,1-1 4 0,1 1-2 0,1-1 2 0,0 0-2 16,2 1 0-16,1-1 0 0,1 0-1 0,1 0-1 0,1 0 1 0,1 0-2 16,1 0 1-16,0 0 1 0,1 1-1 0,1 0-1 0,1-1 4 15,0 1-8-15,-1 0-1 0,2 0 0 0,-1 1-1 0,0 0 7 0,-1 0 0 16,0 0 3-16,-1 1-3 0,0 1 1 0,-2-1-1 0,-1 2 0 0,-1-1-3 16,-1 2 0-16,-1-1 1 0,-1 1 0 0,-3 1 2 0,0 0-2 15,-2 0 1-15,-2 1-3 0,-1 0 7 0,-2-1 0 0,-1 2 0 0,-1-1 1 16,-2 1-6-16,1 0 1 0,-3 0-1 0,0 0 0 0,0-1-2 0,-1 1 0 15,1-1 1-15,0-1 1 0,-1 1 0 0,2-1 0 0,0-1 2 16,2 0-1-16,0-1-3 0,3 0 4 0,0-1-4 0,2 0 3 0,0-1 4 16,2 0-4-16,2 0 1 0,0-1 1 0,1-1 0 0,1 0 1 0,1 0-2 15,0-1 2-15,0 1-3 0,1-1 0 0,0 0 0 0,0 0-3 16,1 0 3-16,-1 0 0 0,0 1 0 0,1-1 1 0,-1 1-2 0,0 0-1 16,0 0 3-16,0 1-2 0,-1-1 3 0,0 1-5 0,1 1-2 15,0 0 2-15,0 0-2 0,0 0 5 0,0 1-1 0,0 0-1 0,1 0 0 16,0 0-2-16,0 1-4 0,0 0-1 0,-1 0-6 0,1 0 1 0,1 0-4 15,-1 1 1-15,0-1 7 0,1 1-3 0,-1-1 3 0,0 0-6 16,0 1-13-16,-1 0-10 0,0 0-12 0,1 1-26 0,0-1-102 0,0 0-103 16</inkml:trace>
  <inkml:trace contextRef="#ctx0" brushRef="#br0" timeOffset="194294.72">27373 1859 19 0,'14'-1'10'0,"-2"1"4"0,1-1-1 0,3 0 8 0,1-1 2 0,3 0-1 15,-5 0-1-15,0 0-5 0,-3-1 3 0,-3 0 3 0,-1 1 4 16,-3-1 4-16,-1 0-1 0,-3 0-2 0,-1 1-3 0,0 0-8 0,-4 0-8 15,0 0 0-15,-2 1-3 0,-2 1 1 0,-1-1-1 0,-1 1 0 16,-1 0 0-16,-2 0-1 0,-1 1-1 0,-2 0-3 0,-2 1-1 0,0 0 0 16,-3 1 0-16,-2-1 2 0,0 1 1 0,-3 1-1 0,0-1 0 0,-2 1 1 15,0-1-1-15,-3 1-7 0,1 0 0 0,-2 0 2 0,-1-1 2 16,-1 1 4-16,0 0 1 0,-1 0-3 0,0 1-1 0,1 0 0 0,0 0 1 16,2 0 1-16,-1 1 0 0,2-1 0 0,0 1 0 0,2 0-2 0,2-1 3 15,1 0-2-15,3 0 0 0,2 0-1 0,3 0-2 0,3-1 2 16,-8 2-5-16,9-1 1 0,8-2 1 0,4 0 5 0,3-1 8 0,2-1 3 15,3-1 5-15,2 0-2 0,3-1 2 0,-5 1 8 0,4-2 0 0,1 1 2 16,3 0 1-16,3-1-10 0,2 0 4 0,1 0-1 0,5-1 1 16,1 0 0-16,-1 1-4 0,1-1-2 0,0 0 0 0,0 1-1 0,0-1 0 15,-1 1-4-15,1 0-1 0,-2 1-3 0,0 0-2 0,-1 0 0 16,0 1-3-16,-1 2-2 0,-2 0 2 0,1 0-2 0,-1 0-5 0,-1 2-12 16,1-1-29-16,17 5-36 0,-4-1-51 0,-2 1-213 0</inkml:trace>
  <inkml:trace contextRef="#ctx0" brushRef="#br0" timeOffset="195044.73">27514 3800 49 0,'-4'-3'25'0,"-1"-1"-6"15,-2 1-8-15,2 1-8 0,2 2-2 0,0 0-2 0,0 2-1 16,1 0-2-16,0 1-1 0,1 0-4 0,0 1-5 0,1 1-11 0,0 0-16 16</inkml:trace>
  <inkml:trace contextRef="#ctx0" brushRef="#br0" timeOffset="195511.72">27358 3841 188 0,'-7'-7'122'0,"-2"0"-21"0,0-1-17 0,2 1-22 0,3 1-14 16,1 1-11-16,1 1-8 0,2 0-7 0,1 1-10 0,2 0-4 0,3 0-4 16,2 1-1-16,3 0 0 0,1 0-2 0,3 1-1 0,1 0 0 0,2 1 0 15,2 0 1-15,1 1-2 0,2 0-1 0,1 0 1 0,1 1-1 16,1 2 2-16,2-1 0 0,0 1 0 0,1 1 0 0,0 0 2 0,2 0 0 15,-1 0 1-15,0 0-2 0,-1-1 0 0,-1 1-2 0,-2 0 0 16,-4 0 1-16,0-2-1 0,-1 0 3 0,-1-1-2 0,1 0 0 0,0 1 1 16,-3-1-4-16,1 1 3 0,-3-1-1 0,-3 0 3 0,-1-1 0 0,-1 1 0 15,-1 0-2-15,-3-2 2 0,-1 0-1 0,-2 0 4 0,-1 0-2 16,-2-1-1-16,-1-1-1 0,-1 0-6 0,-2 0 0 0,-3 0-1 0,-2 0 0 16,-4 1 3-16,-2-2-2 0,-4 1 5 0,-4 0 3 0,-2 0 0 0,-2 0-1 15,-1 1 0-15,1-1-5 0,-2 0 2 0,-1 0 4 0,-1 0-3 16,-2 1 2-16,-2 0 1 0,0 1-7 0,0 0 5 0,1 0-2 0,0-1 4 15,2 1 4-15,-1 0-2 0,3 0 0 0,1 1-2 0,3 0 0 0,2 1 0 16,2-1 2-16,4 1-1 0,2 0 0 0,2 0 1 0,4 0-4 16,3-1 2-16,3 1-1 0,2 0 0 0,3 0 5 0,3 0-3 0,2 0 1 15,5 0-1-15,4-1 0 0,1 0 2 0,6 0-1 0,0-1 4 16,2 1-5-16,3-1 2 0,-1 0 1 0,3 0-2 0,0 0 6 0,1 0 3 16,0 0 4-16,0 0 0 0,-1 0 5 0,1 0-2 0,-2 0 2 0,0 0 1 15,-1 1-3-15,-5 1-2 0,0-1 0 0,-3 0-3 0,0 0-1 16,-2 0-3-16,-1-1-4 0,-2 1 0 0,-1 0-2 0,-2 0-1 0,-2 1 2 15,-2-1-4-15,-3 1 0 0,0 0-4 0,-1 0 0 0,0-1 0 0,-2 1 0 16,0-1-1-16,-1 0-3 0,-1-1 2 0,0 1-3 0,0-1 2 16,-1-1 1-16,1 1-4 0,-1 0-1 0,0-1-15 0,0 1-40 0,1-1-44 15,2 0-38-15,2 0-43 0,3 0-222 0</inkml:trace>
  <inkml:trace contextRef="#ctx0" brushRef="#br0" timeOffset="197494.72">29505 1178 497 0,'0'0'62'0,"0"0"-38"0,-1 0 5 0,1 0 10 15,-1 0 1-15,0 1-4 0,0-1-8 0,-1 1-12 0,1 0-4 16,0 0-3-16,-1 0 0 0,1 0 3 0,-1 0 2 0,0 0 3 0,1 1 3 15,0-1 5-15,0 0 4 0,0 0 3 0,1 0 8 0,-1 0 0 0,1 0 4 16,0 0 9-16,1-1-4 0,-1 1 2 0,1-1-2 0,1 1-8 16,-1-1 5-16,2-1-1 0,-1 1-6 0,1 0-4 0,0 0 1 0,0 0-5 15,1 1 4-15,-1-1-4 0,1 0-1 0,-1 1 1 0,1-1-4 16,0 1 4-16,0 0-4 0,0 0 4 0,-1 1 2 0,1-1 0 0,-1 1 0 16,0 0-2-16,-1 0 1 0,1 0-3 0,-1 0 3 0,1 0-2 0,-1 1-8 15,0-1 8-15,-1 1-8 0,1-1-5 0,-1 1 3 0,0 0-5 16,0 0 0-16,0 0-1 0,-1 0-2 0,1 1-5 0,-1-1 2 0,0 1-1 15,0-2 0-15,0 2 4 0,0 0-6 0,0 0 2 0,0 0-1 0,0 0 7 16,-1 0-4-16,2 0-17 0,-2 0 1 0,2-1-8 0,-1 1 8 16,0-1 24-16,1 0-6 0,-1 0 2 0,0-1-2 0,1 0-3 0,0 0 6 15,0 0-5-15,-1-1 4 0,1 1-2 0,0-2-7 0,1 0 9 16,-1 1-2-16,0-1-1 0,0 1 3 0,1-1-2 0,-1 0 2 0,1 1 6 16,0-1-4-16,0 0-1 0,1 0-4 0,-1 0 2 0,1-1 1 0,1 1 5 15,0 0 5-15,-1-1 18 0,2 0 1 0,1 1-4 0,0-1-1 16,1-1-25-16,1 0-3 0,1-1 10 0,1 0-4 0,0 0 9 0,2-1 9 15,2 0 1-15,2-1-1 0,1 0 0 0,0-1-3 0,3 0-16 0,2 0 9 16,2 0-1-16,2 0-8 0,2-1-1 0,3-1-7 0,2 1-2 16,2-1 6-16,2 1-4 0,1-1 10 0,4 0 1 0,1 1-4 0,1 0 12 15,3 0-2-15,0 0 6 0,1-1 2 0,2 1 4 0,0 1 6 16,2-1-1-16,-2 0-4 0,1 2-9 0,-1-1-8 0,0-1-9 0,-1 1 4 16,0 1-2-16,-1-1 0 0,-3 1-9 0,-2-1 1 0,0 1 3 0,-4 0-6 15,-2 0 7-15,-3 1-3 0,-2 0-6 0,-3 0 9 0,-4 0-3 16,-3 1 12-16,-1 0-5 0,-5 0-5 0,-2 0 3 0,-2 1-13 0,-4-1-15 15,-1 1-24-15,-3 0-20 0,-2 1-19 0,-2-1-25 0,-2 0-10 0,0 0-27 16,-2 0-23-16,0-1-19 0,-1 1-36 0,0-2-12 0,1 1-43 16,0-2-26-16,0 1-33 0,2-3-42 0,1 0-290 0</inkml:trace>
  <inkml:trace contextRef="#ctx0" brushRef="#br0" timeOffset="212928.48">3375 5426 407 0,'-12'-14'50'0,"2"0"-39"16,-2-6 61-16,7 4-34 0,5 0-5 0,1 1-7 0,4-2-5 16,1 0-4-16,2 0-6 0,2-3 2 0,3 0-3 0,-1 0-3 0,4 0-2 15,0-1-5-15,3 1-2 0,0 0-3 0,2 1 5 0,2 0 3 0,0 0 1 16,3 1 5-16,0-2-4 0,1 3 0 0,0 0 1 0,1 1-1 16,0 1 6-16,-1 2 0 0,1 1 1 0,0-1 0 0,3 3-1 0,-1 0-1 15,1 1 1-15,-1 1-3 0,3 1-1 0,0-1 1 0,2 2-4 16,2-1 4-16,0 0-2 0,0 1-1 0,1 1 0 0,0 1-2 0,2-1-2 15,-1 1 1-15,-1 0 1 0,1 1 0 0,-1 1 5 0,1 1-1 0,-2 1 5 16,0 1 0-16,0 1 2 0,-2 0-1 0,2 2-2 0,0 0-1 16,-1 0 0-16,0 1-2 0,-1 2 1 0,2 0-1 0,0 1 0 0,1 0 1 15,1 1-3-15,-2 0-1 0,-1 2-1 0,-1 2-2 0,1 2 3 0,-1 2 0 16,-2 0 1-16,0 3 1 0,-3 1-2 0,1 3 2 0,-1 0-7 16,0 2 0-16,-3 0 4 0,-1 1 0 0,-3 1 5 0,-2 2-1 0,-1 0-4 15,-1 2 0-15,-2-1 0 0,-2 3 0 0,-1 1 0 0,-2 2-3 16,-4 0 0-16,-1 1 3 0,-2 0-4 0,-2 1 3 0,-2 1-1 0,-4 3-2 15,-3-1-1-15,-1 1 4 0,-3 2 0 0,-2-1 6 0,-3 1 4 0,-1-1-2 16,0 1-1-16,-2-2 1 0,-1 0-3 0,-1 0 5 0,-1-2 0 16,-1-2 3-16,-1 1 1 0,-2-2-2 0,-3 1 3 0,1 0-6 0,-1-2-1 15,0-1 9-15,-2 0 3 0,-1 0 4 0,-3-2-1 0,1-2-7 0,-1 0 1 16,1-4 0-16,-2 1-2 0,-1-2-1 0,-1-1-5 0,0-1-2 16,0-2-1-16,0-3-2 0,-2-2 2 0,-1-2-1 0,-1-1 0 0,-2-2-3 15,0 0 0-15,0-3-2 0,-2 0 4 0,0-1-4 0,-2-1 0 0,-1-3 1 16,0-1-2-16,-1-2 4 0,0-3-2 0,2-2 0 0,-2-2 0 15,-1-2 2-15,1-4 0 0,1-2 1 0,0-1 2 0,2-3-4 0,-2-3-2 16,1-2-3-16,0-3 3 0,-1-3-7 0,2-1 4 0,0-3 0 16,1-2-2-16,3 0 4 0,-2-5-6 0,2 0-7 0,2-4-12 0,2-3-3 15,2-1 2-15,3-2 0 0,1-1 5 0,3-3-9 0,1-1-4 0,3-2 1 16,3 0-10-16,0 0-6 0,4-1-11 0,3 1-21 0,2 1-17 16,4-1-20-16,3 0-32 0,4-1-36 0,3 0-113 0,5-2-12 0</inkml:trace>
  <inkml:trace contextRef="#ctx0" brushRef="#br0" timeOffset="-187498.95">6719 10715 1300 0,'-22'-11'44'0,"3"1"11"0,-3-1 5 0,9 3-3 16,8 3-8-16,3 2-14 0,1 0-15 0,3 2-6 0,2-1-9 0,4 1-5 16,2 1-4-16,3 0-1 0,3 0 6 0,4 2 1 0,2 1-6 0,2 1 1 15,3 0-9-15,2 1-8 0,3 0 0 0,-2-2-6 0,3 1 1 16,-1 0 5-16,2-1 0 0,-2-1-2 0,-1 0 2 0,-1-1 0 0,-2 0 2 15,1-1 7-15,-1 0 5 0,-2-1 2 0,0-1 1 0,-3 0 2 16,-3 0 2-16,0 0 5 0,-4-1 2 0,-1 0 3 0,-2-1 3 0,0 0-2 16,-2 0 3-16,-2 0 7 0,-2 0 2 0,-4 0 2 0,-1 0 0 0,0 0 1 15,-2 2-6-15,-1-1-6 0,-2 0-1 0,0 1-8 0,-4 1-1 16,-2 0 0-16,-3 1-1 0,-4 2-5 0,0 0 0 0,-4 0 1 0,-2 2 1 16,-1-1 4-16,-4 2 1 0,-1-1-4 0,0 1 0 0,-1 0 1 0,0 0 3 15,2 1 4-15,1-1 2 0,-2 2 2 0,3-1-2 0,0 1 4 16,1-1 5-16,2 0-4 0,2 0-1 0,2 0-3 0,3 0 2 0,3 0-2 15,2-1 2-15,4 0-8 0,2 0-5 0,3 0 1 0,2 0-6 16,3 0-1-16,3-1-2 0,3 0-8 0,5-1-3 0,3-1-11 0,6-1-20 16,2-1-50-16,6-2-52 0,3-2-73 0,7-1-129 0,7-4-298 0</inkml:trace>
  <inkml:trace contextRef="#ctx0" brushRef="#br0" timeOffset="-186748.95">27198 1206 154 0,'-7'-2'-28'0,"1"-1"52"16,0 1 22-16,-2-1-10 0,0-1-11 0,-1 2-10 0,-1-1 2 0,-1-1-2 15,-1 1-2-15,1 0-2 0,-1 0 1 0,-1 0-4 0,0 0 0 16,-1 0 1-16,2 2-3 0,0 0 3 0,2 1 1 0,1 1 3 0,1 0 2 16,0 1 6-16,2 0 2 0,0 0 5 0,2 1 6 0,0-1 12 15,1 1 4-15,1-1 4 0,0 0 5 0,2 0-12 0,1-1-3 0,1 0-4 16,2 0-11-16,1-2-1 0,0 1 3 0,2-1-4 0,2-1-1 0,1 0-1 16,2 0-4-16,2-1-2 0,0 0-3 0,4-1-4 0,0 1-2 15,2 0-3-15,3-1 0 0,2 1 1 0,1 0-2 0,2 0-2 0,1 0 1 16,2 1-5-16,0 0 0 0,3 0 1 0,0 1-9 0,2 1-5 0,0 0-9 15,0 1-12-15,1 0-12 0,-1 1-14 0,1 1-10 0,-2 0-5 16,0 1-2-16,0 1-3 0,-3 0-11 0,1 1-8 0,-3 1-31 16,0 1-50-16,22 9 34 0</inkml:trace>
  <inkml:trace contextRef="#ctx0" brushRef="#br0" timeOffset="-186499.95">27343 2078 809 0,'17'-19'-31'0,"5"1"101"15,6-5-23-15,1 7-23 0,2 3-11 0,-1 3-5 0,3 3-4 16,0 0 0-16,-1 2-4 0,4 2-8 0,-1 0-22 0,0 3-28 0,0 3-31 16,-2 1-36-16,-2 3-61 0,-1 0-149 0</inkml:trace>
  <inkml:trace contextRef="#ctx0" brushRef="#br0" timeOffset="-186215.95">27747 2979 704 0,'7'-13'176'0,"3"3"-184"0,5-2 45 16,5 3-26-16,4 4-6 0,2 0-1 0,3 0-6 0,3 1-2 0,3 0-8 16,1 1-10-16,3 1-11 0,-3 1-13 0,1 0-12 0,1 2-11 0,0 0-2 15,0 0 1-15,0 1 3 0,-1 0 7 0,1 0-7 0,-2 0-8 16,0 0-45-16,-1 0-15 0</inkml:trace>
  <inkml:trace contextRef="#ctx0" brushRef="#br0" timeOffset="-185980.95">28397 3946 928 0,'13'-13'4'0,"5"0"8"16,7-2 5-16,4 4-12 0,1 3-6 0,6 0-6 0,1 2-13 0,4-1-27 15,0 1-33-15,0 0-31 0,3 2-33 0,-1 1-68 0,2 0-67 16</inkml:trace>
  <inkml:trace contextRef="#ctx0" brushRef="#br0" timeOffset="-185748.95">30954 2387 1946 0,'21'-34'-160'0,"2"5"284"0,7-5-98 16,3 16-9-16,4 8-9 0,5 5-5 0,9 5-2 0,4 3-4 0,5 5-15 16,5 4-28-16,4 3-84 0,4 5-115 0,2 3-163 0,4 3-331 0</inkml:trace>
  <inkml:trace contextRef="#ctx0" brushRef="#br0" timeOffset="-184515.95">8921 10587 1040 0,'-11'-18'146'0,"4"1"-100"0,2-3 12 0,6 4-19 0,5 4-18 15,5 1-13-15,4 0-5 0,3 1-1 0,6 3 4 0,3-1-7 0,4 3 1 16,2 1-1-16,4 1-1 0,0 3 2 0,5 1 0 0,4 1-1 16,2 2-2-16,3 2 0 0,1 1-1 0,4-1-5 0,1 2-4 0,6 1-2 15,4-1-7-15,2 0-14 0,5-2-8 0,2 0-16 0,3-1-25 0,3 0-12 16,1-1-23-16,1-1-9 0,0 2-3 0,1-2-2 0,-2 2-21 15,0-1-103-15</inkml:trace>
  <inkml:trace contextRef="#ctx0" brushRef="#br0" timeOffset="-182215.83">7020 10799 328 0,'47'-17'-16'15,"9"-1"81"-15,16-7-16 0,0 3-2 0,-2 1-13 0,2 0-16 0,3 1-4 16,3 2-3-16,4-1-2 0,2 2-2 0,3 0-2 0,2 1-4 0,2 0-6 15,1 1-3-15,2 1-6 0,1 0-5 0,0 0-8 0,-1 1-7 16,3 2-9-16,-4 0-6 0,2 0-3 0,-2 2-9 0,0 0-9 0,0 1-46 16</inkml:trace>
  <inkml:trace contextRef="#ctx0" brushRef="#br0" timeOffset="-182113.83">10009 10614 77 0,'14'20'83'0,"-1"1"-1"0,2 6 3 0,-6 0-5 0,-6-5-7 15,-1 2-11-15,-4-1-14 0,-3 1-7 0,-2 3-5 0,-3 0-4 0,-4 4-7 16,-3-2-3-16,-3 4-5 0,-2 1-9 0,-4 3-2 0,-3 1-5 0,-2 1-7 15,-5 2-4-15,-2-1-11 0,-4 2-19 0,-3 1-38 0,-5 1-49 16,-4 0-55-16,-4 1-88 0</inkml:trace>
  <inkml:trace contextRef="#ctx0" brushRef="#br0" timeOffset="-178448.83">3178 10009 39 0,'0'0'16'0,"-1"0"-5"15,0 0-5-15,0 0-4 0,1 1-1 0,0 0 0 0,0 0 0 0,1 0-1 16,-1 1-1-16,0 1-1 0,1 0-2 0,0 0-2 0,0 0-4 0,-1 0-4 16,1-1-4-16,-1 0 2 0</inkml:trace>
  <inkml:trace contextRef="#ctx0" brushRef="#br0" timeOffset="-177714.83">3374 10084 753 0,'-26'-3'38'0,"0"0"25"0,-4 0 0 0,8 0-1 0,7 0-12 16,2 0-8-16,0 0-9 0,1 0-9 0,3 1-6 0,1 0-7 0,1 0-6 16,2 1-2-16,1 1-3 0,1 0 0 0,1 1-2 0,-1 0-2 0,1 0-1 15,1 1-1-15,0-1 2 0,1 1-1 0,-1 0 5 0,1 0-2 16,0 0 1-16,0-2 1 0,0 1 1 0,0-1-1 0,0 0 6 0,1 0 3 16,-1-1-1-16,1 0 6 0,0 0 1 0,2-2 6 0,1 0 5 15,2-2 4-15,2 0 0 0,1 0-1 0,2-1 3 0,1 0-2 0,2-1 4 16,0-1 1-16,-1 1 2 0,1 0-1 0,1-1-1 0,1 1-2 0,0 1-4 15,1-1-3-15,1 2-5 0,1-1-3 0,0 2 0 0,1 0-4 16,0 1 1-16,-1 1-2 0,1 0-7 0,-1 2 5 0,-3 0-2 0,2 2 0 16,-1 0 2-16,0 1-3 0,-1 2-1 0,0 0-1 0,0 1 0 0,-1 1 0 15,0-1 0-15,1 3-2 0,-1 1 2 0,-2 0-3 0,2 2-2 16,-2 0 1-16,1 1-5 0,1 1 3 0,-2 0-4 0,1-1 0 0,-1 0 4 16,-1 2-4-16,0 1 9 0,0-1-2 0,1 0 0 0,-1-1 2 15,0 2-5-15,-1-1-1 0,-3 1 3 0,0-1 0 0,0 0-4 0,-1 0 2 16,-1 0-2-16,0-2-1 0,-1 1 4 0,-1 0-1 0,-1 1 0 0,-2 0 3 15,-1 1 1-15,-2 2-3 0,-1-1-1 0,-3-1-1 0,0 1 0 16,-2-2 5-16,-2-1-2 0,-2 1 0 0,-3 0-1 0,-4-1-1 0,-2 0 0 16,-3-1 0-16,-2 1 0 0,-1-1 0 0,-4 0-1 0,-1-2 1 0,-2 0 4 15,-1-3 5-15,0-1-2 0,0-2 0 0,0-1-4 0,2-2 7 16,0-2 8-16,-1-1 0 0,1-1 7 0,-1-3-1 0,2 0 5 0,0-1 5 16,3-3-3-16,-1 0 1 0,1-1-4 0,2-2-3 0,1 0 0 15,1-1 0-15,2 0-2 0,1 0 6 0,2-1-4 0,1-2-2 0,3 1 1 16,0 0-9-16,3 0-1 0,1 1-4 0,3-1-7 0,3 1 3 0,0-1 2 15,2 0-3-15,2 3-1 0,1 1-4 0,2-1 2 0,2 2-4 16,2 0-1-16,0 1 0 0,3 1-2 0,1 1-1 0,1 2-4 0,3 0-7 16,1 0-3-16,0 1-5 0,3 1-4 0,2 0-11 0,1 0-25 0,2 0-23 15,3 0-37-15,2 0-32 0,2 0-28 0,3-1-44 0,2 0-51 16,2 0-89-16,3-1-186 0</inkml:trace>
  <inkml:trace contextRef="#ctx0" brushRef="#br0" timeOffset="-177364.82">2453 10115 481 0,'-13'-9'282'0,"1"1"-256"16,-3-1 50-16,7 5-26 0,3 0-30 0,2 3-4 0,1 0-9 0,2 2-8 0,-1 1-8 15,3 1-9-15,0 2-29 0,2 0-41 0,0 2-34 0,0 0-22 16,3 2-12-16,0 2-133 0</inkml:trace>
  <inkml:trace contextRef="#ctx0" brushRef="#br0" timeOffset="-176982.82">2470 10269 230 0,'-5'-3'196'0,"-1"0"-40"0,0-2 1 0,2-1-26 0,1 0-17 15,1 0-13-15,2-1-1 0,0 1-18 0,0-2-10 0,2 0-10 0,0 2-14 16,0 0-8-16,2 2-9 0,1-1-2 0,2 1-8 0,-2 1-7 0,3 0-4 15,-2 2-7-15,1 2 4 0,1-1-2 0,-1 2 1 0,1 2-4 16,-1 0 0-16,0 1 0 0,-2 0 1 0,-1 1 1 0,0 2-2 0,-1 1-3 16,0 0 0-16,-3 2-2 0,0 1 0 0,-2 0 3 0,-2 0-3 0,1 0 0 15,-2 1-2-15,1 0 0 0,-1 0-1 0,-1-1-3 0,0 0 3 16,1 0 0-16,1-1 0 0,-1 0 2 0,3-1 1 0,-1-1 1 0,2-1-1 16,1-2 2-16,1 0-1 0,0-2 0 0,0-2 2 0,1 1-2 0,0 0 4 15,1-2 2-15,0 0 2 0,3-1 5 0,-1 0 1 0,0 0 0 16,1-1 4-16,-2 0 1 0,3 0-3 0,1 0 1 0,-1 0 0 0,1 0-2 15,0 0 1-15,0 0-2 0,1 0-2 0,0 1 2 0,0 0-4 0,-1 1 1 16,0-1-4-16,-1 2-1 0,0-1 4 0,1 2-4 0,0 0 0 16,-2 0 0-16,1 2-4 0,-1-1 3 0,0 1-1 0,-1 0 2 0,0 0 3 15,-2-1-6-15,1 3 6 0,-1-1-3 0,-1 0 1 0,0 0 2 16,-2 0-4-16,0 0 3 0,0 0 1 0,-2 1 1 0,0 0 3 0,-1-2-6 16,-1 2 3-16,0 0-1 0,-1 0 0 0,0 0 2 0,-2 1-5 15,-1 1 0-15,1-1 1 0,-1-1-1 0,-1 2 0 0,1-1-1 0,-1 1 2 16,0-1-5-16,0 0 3 0,0 0 2 0,-2 0-5 0,1-2 4 0,-1 2-4 15,1-1-4-15,0 0 3 0,1 0 1 0,1 0-4 0,0 0-3 0,0-2-1 16,1 1-7-16,2-2-4 0,1 0-8 0,0 0-15 0,1-1-22 16,1-1-42-16,0-1-49 0,2 1-32 0,1-2-37 0,1 0-20 0,1-2-35 15,2 0-144-15</inkml:trace>
  <inkml:trace contextRef="#ctx0" brushRef="#br0" timeOffset="-176214.74">2584 10353 521 0,'-12'-6'36'0,"1"-2"34"15,-2 0 2-15,5 1-2 0,2 2-11 0,3 0-19 0,-1 0-4 0,0 1-11 16,1 0-6-16,0 0-1 0,1 0-8 0,1 0 0 0,0 2-4 16,1-2 0-16,-1 1 0 0,1 0-3 0,0 0 3 0,0 0 1 0,0 0 2 15,0 0 5-15,0-1 1 0,-1 0 9 0,-1 0 2 0,1-1 9 0,-1 0 7 16,-1 1 1-16,1-1 7 0,-1-1 2 0,1 3-2 0,-1-2 0 16,1 0-3-16,0 1-2 0,0 0-3 0,1 2 0 0,-1-1-2 0,0 1-6 15,1 0-6-15,0 0-3 0,1 0-3 0,0 1-4 0,0 1 1 0,-1 0-9 16,1 0-2-16,1 1-2 0,1-1-4 0,-1 2 5 0,1 0-2 15,0 0 1-15,-1 2 2 0,2 0 0 0,0 3 5 0,0 0 1 0,1 2 2 16,0 1-1-16,0 1-4 0,0 2 7 0,1 1-3 0,-2-1 0 16,0 2 5-16,2 2-6 0,-3 1-2 0,2 0 2 0,0 3-1 0,-1 0-2 15,1 0 1-15,0 0-1 0,0 0-4 0,0-1 2 0,0 1-2 0,-1-1-1 16,1-1-4-16,-2 1 0 0,1-1 1 0,0-2-2 0,0 0 3 16,-1 0-2-16,0-2 1 0,0-1 1 0,-1-1-1 0,0-1 1 0,-1-1 1 15,2-3-7-15,-2-1 2 0,0-2 0 0,0 0 0 0,-1-1 6 0,1 0 0 16,0-1 0-16,-1 0 5 0,-1-1-4 0,2 1-2 0,-2-1 1 15,0 0-3-15,1 1 1 0,0 0-3 0,0-1 1 0,-1 1-1 0,1 1-5 16,0-1 5-16,-1 0-3 0,2 1-3 0,0 0 7 0,1-1-8 0,0 1 0 16,1 1-3-16,1-1-8 0,0 1-9 0,0-1-13 0,2 1-25 15,-1-1-34-15,2 0-38 0,0-1-28 0,2-2-12 0,0-1-6 0,0-3-18 16,2-1-30-16,0-4-21 0,1-1-186 0</inkml:trace>
  <inkml:trace contextRef="#ctx0" brushRef="#br0" timeOffset="-175730.74">2273 10269 828 0,'-25'-7'15'0,"1"0"84"0,-5-2-13 0,8 1 0 16,6 2-13-16,1 1-2 0,1-1-4 0,1 1-3 0,2 1-8 16,3 0-4-16,-1 1-12 0,3-1-8 0,1 1-6 0,2 0-7 0,2 0-3 15,-1 0-2-15,3 1-3 0,-1 0-4 0,3-2-3 0,1 1-2 16,2-1-2-16,2-2 7 0,2 2-1 0,2-3-2 0,1 0 3 0,2-2 1 15,1 0 0-15,3-1-2 0,1-1 2 0,1 2 0 0,2-2 1 0,2-1 3 16,3-1 0-16,-1-1-3 0,3 2-1 0,-1-1-7 0,2 1 0 0,-2 1 1 16,1 0 3-16,-1 1 8 0,0 1 1 0,0 0-2 0,-1 1 0 15,0 0 0-15,0 2-3 0,2 1 1 0,-1 3-1 0,0 0 2 0,-2 2-2 16,-1 0 2-16,-2 1-5 0,1 2 2 0,-2 1-1 0,1 2-2 16,-1 1 2-16,-2 2-5 0,0 1-2 0,0 1 2 0,-2 2-4 0,0 1 2 15,-1 2 0-15,-2 0 0 0,-1 2 1 0,-1 0-5 0,-1 2 1 0,-2 0-2 16,0 1 2-16,0 2 4 0,-2 0 5 0,-1 1 1 0,-2 0-3 15,-3 1 1-15,0 2-3 0,-3-3-2 0,-3 1 0 0,-2 1 2 0,-3 1-2 16,-3 0 3-16,-3-1 1 0,-3 0-1 0,-1-3 4 0,-2 0-1 16,-3-2 1-16,-2-1 0 0,-3-2 1 0,-2-1-1 0,-2-3-4 0,-2 1 1 15,-2-1-5-15,-1-1 2 0,-4-2-1 0,0-1 0 0,-1-2 4 0,-3-1-1 16,0-1 1-16,1-1 6 0,-2-1-6 0,-2-1 2 0,0-1 8 16,-1-1-7-16,-1-2 9 0,-1-1 3 0,3-1-5 0,1-2 5 0,2-1-1 15,0-1-2-15,3 0 3 0,2-1 1 0,3 1-3 0,5 2-2 0,2-2 0 16,4 2 0-16,1-1-3 0,4 1-2 0,4 1-2 0,1 0-1 15,9 3-2-15,-2-1-4 0,2 1 2 0,-1-1-1 0,3 1-4 0,-1 0-1 16,2 1-3-16,-1-1-4 0,3 1-7 0,1 0 1 0,5 2-5 0,3 0-6 16,2 0-5-16,3 0-25 0,2-2-30 0,3 0-30 0,3-1-33 15,3 0-20-15,0-2-18 0,5-2-24 0,2-1-27 0,5-3-68 0,1-2-175 16</inkml:trace>
  <inkml:trace contextRef="#ctx0" brushRef="#br0" timeOffset="-175064.74">2418 10121 649 0,'-21'-2'23'0,"-1"0"79"0,-4-1-19 0,6 0-4 0,3 0-16 15,1 0-2-15,0 1 3 0,2-2-5 0,0 0-4 0,2 1-3 16,1-2-12-16,2 1-6 0,0 0-7 0,0-1-6 0,1 1 0 0,0 0-4 16,1 1-4-16,0-1 0 0,1 2-6 0,1-2 4 0,-2 1-1 15,1 0-2-15,0 0 1 0,0-1-4 0,0 0 1 0,0 0-1 0,-1-1 0 16,0 1-3-16,0 0-1 0,-2-1 2 0,1-1 1 0,-1-1 0 0,1-2-1 16,0 0-2-16,-1 0 0 0,0-2 3 0,0-1 1 0,0-1-5 15,0 0 1-15,0 0 2 0,0-2-1 0,0-1 4 0,1 0-1 0,-1-1 0 16,0-1-3-16,-2-3 0 0,1 0-3 0,0-2 2 0,-1 0-1 15,1 1-2-15,0-1 5 0,-1 1-1 0,6 10 0 0,-2-4-1 0,1 0-2 16,-1-1-5-16,-1-3 0 0,-2-3-1 0,-1 1 6 0,-1-6 4 0,0 1 23 16,0-1 2-16,0-1-3 0,0 0 1 0,0-1-20 0,0 0 0 15,0-1 1-15,1 0 3 0,-2-2 1 0,1 0 3 0,-1-1 4 0,0 0-1 16,1 0 1-16,0-1-1 0,-1 1-6 0,0-3-3 0,1 2 1 0,1 1 10 16,-1-3 0-16,1 2 2 0,0-2 0 0,1 0-12 0,2 1 2 15,-1-2 3-15,1 2-7 0,1-3 2 0,1 1-1 0,1 0-3 0,1-1 4 16,2 0-2-16,0 0-2 0,3-1-5 0,0 0-1 0,2 0 7 0,1 0 1 15,1 1 5-15,2-2 4 0,0 0-9 0,2 1 0 0,0-1-1 16,2 0-1-16,0 0 0 0,2-2 0 0,1 2-2 0,0-1 4 0,1 0-2 16,2 0-15-16,0 0 4 0,1 1 6 0,1-1 6 0,1 2-9 15,0-1 1-15,1 0-9 0,3 2-2 0,19-36 23 0,-1 12-3 0,-1 9 2 16,-7 11-2-16,-2 3-1 0,0 3-1 0,0 2 0 0,4 1 0 0,0 1-2 16,2 1-14-16,-2 1-5 0,-1 0 0 0,3 2 2 0,2-3 20 15,3 2 1-15,2 0 1 0,-1 1-6 0,1 0-1 0,0 2-1 0,-2 1-1 16,0 1 5-16,-2 2-5 0,2 1 1 0,-2 1 1 0,0 0-2 0,0-1 4 15,-6 1-1-15,0 0-2 0,-4 2 5 0,-2 3 2 0,-3 2-1 16,-3 1 1-16,-2 2-2 0,-2 1-3 0,-3 1-4 0,-3 2 5 0,-2 1 0 16,-3 1 3-16,-1 2-2 0,-1 1-4 0,-2 1-1 0,-2 1-2 15,-1 2 2-15,-1-1-4 0,-1 3 2 0,-2 1 0 0,-2 3-2 0,-4 0 2 16,0 4-3-16,-5 1-4 0,-1 2-1 0,-2 0-5 0,-1 1-4 0,0 2-7 16,1-1-13-16,2-2-26 0,2-1-43 0,2-2-46 0,2-3-60 15,4-2-49-15,2-3-17 0,2-4-69 0,4-2-60 0</inkml:trace>
  <inkml:trace contextRef="#ctx0" brushRef="#br0" timeOffset="-174681.74">3094 6215 698 0,'-6'-5'122'0,"3"-1"-38"16,0 0-3-16,6 2-35 0,3 0 1 0,4 0-8 0,4 0 1 15,3 0 0-15,1 0-8 0,3 1-6 0,2-1-5 0,0 1-6 0,3 1-5 16,-2 1 1-16,2 2-8 0,-1 0 3 0,0 1-2 0,2 0 0 0,-2 1 0 16,0 2-3-16,0 0 3 0,-5 2-2 0,1 0-1 0,-2 0 2 15,-3 3-2-15,1 1 1 0,-2 1 1 0,0 3 0 0,-3-1 1 0,1 3 0 16,-1 1 0-16,-2-1-2 0,0-1-4 0,-2 2 6 0,0 0-3 0,1-1 7 15,-3 0 6-15,1-1 1 0,-1 0 1 0,-1-1-2 0,-1 1-5 16,-2 0 0-16,-1 0 0 0,-1-2 6 0,-3 0-3 0,-1 1 4 0,-3-1 0 16,-2 0-3-16,-2 3-1 0,-3 0 0 0,0 2 1 0,-3 0-5 15,-1 2 1-15,-1-1 1 0,-2-1-4 0,0-1-1 0,-1 0 1 0,-2 0-3 16,0 0 1-16,0 1 0 0,-1 0-2 0,2 0 2 0,-1 0-4 0,1-1-1 16,5-2-3-16,0 1-5 0,4-1-2 0,3-1-12 0,3-2-19 15,3-1-32-15,1 1-76 0,2-2-69 0,4 1-42 0,3-1-81 0,3 0-48 16</inkml:trace>
  <inkml:trace contextRef="#ctx0" brushRef="#br0" timeOffset="-173745.74">4783 7183 646 0,'-14'-7'57'0,"0"1"36"0,-2-2 6 0,4 1-5 0,4 1-20 16,2-1-9-16,0 1-12 0,2 0-14 0,2 0-7 0,1 0-12 15,2 1-2-15,0-1-7 0,2 1 0 0,2 0-5 0,1 2-2 0,1-1 0 16,0 0-1-16,2 1-1 0,2 0 1 0,1 1-1 0,1-1-1 0,0 0 3 16,2 0-3-16,0 0 3 0,2 1-2 0,1-1 2 0,0 0-1 15,3 0-3-15,-1 0 2 0,2 0-2 0,1 0 0 0,0 0-1 0,2 0 0 16,0 1 0-16,-1 0-3 0,2 1 6 0,1 0-2 0,1-1-3 0,-2 1 4 15,1 0-4-15,-1 0-2 0,2-1 1 0,2 0-2 0,-2 0 0 16,1 0 2-16,-3 1 2 0,0 1-1 0,-2 0 1 0,0 2 1 0,-1 1 1 16,0 0 1-16,-1 1 1 0,0 1-1 0,-2 1 4 0,1 2 0 15,-1 0-3-15,-1 1 2 0,0 2 2 0,0 0 1 0,-2 1 6 0,3-1-2 16,0 1 2-16,-1-1-1 0,4 1-2 0,0 0 1 0,1 0-5 0,0 0 3 16,0 0-3-16,2 2 1 0,2-1-1 0,0-1-2 0,2 1 0 15,2-2-4-15,0-1 8 0,2-2-5 0,2-2 1 0,1 0 2 0,1-2-4 16,2-1-3-16,1-2-3 0,0 0 2 0,0-2-2 0,3 0 7 0,-3-1-1 15,2-1-1-15,0-2 1 0,0 1-2 0,0-1 2 0,0 0 2 16,-3 0-2-16,-1-2 3 0,1 0 3 0,-2-1 1 0,1 0 5 0,-1 2 1 16,-1-1 3-16,0 1 3 0,-1 0-2 0,-1 2 2 0,0 0-2 15,-2 1 0-15,0 1 2 0,-2 1-3 0,2 1 2 0,-2 2 0 0,0 0-2 16,-2 2-2-16,0 0-6 0,-1 1 0 0,1 1-2 0,1 0 0 0,2 1-2 16,0-1-2-16,1 2-8 0,0 0-1 0,1-1 2 0,-2-1 2 15,2 1 4-15,0-1-1 0,0 0 1 0,-1 1-3 0,-2-2 0 0,1 1 0 16,-2 0 1-16,2 0-1 0,-2 0 3 0,2-1-2 0,-2 0-1 0,2 0 2 15,0-1-4-15,2 1 2 0,1-1 0 0,-1 0-1 0,1-2 2 16,-3 2-1-16,1 0-1 0,-1-1 1 0,0 1-1 0,-1-1 1 0,2 0 1 16,-1 1 3-16,2-2-4 0,0 0 5 0,2 0-2 0,0 0 0 15,-1 0-1-15,1-2 0 0,0 1 3 0,2-2-1 0,-1 0 0 0,2-1 1 16,0 0-5-16,-1 0 3 0,-1 0-2 0,-1 0 3 0,-1 0-2 0,-1 0 2 16,-2 1-2-16,1 1 1 0,-3-1 4 0,2 1-3 0,-1 0 3 15,1 1-2-15,-2-1 5 0,0 1-1 0,0 1 2 0,1 0 2 0,-1 0-1 16,4 0 2-16,0 1-4 0,1 0 2 0,2 1-6 0,-1 1-4 0,2 1 4 15,-1 0-6-15,1 0 0 0,-1 2 1 0,1 2-1 0,1 1-1 16,-1 1 2-16,0 2-3 0,0 1-3 0,-2 3-3 0,0 3-6 0,0 0-19 16,-1 5-20-16,2 2-30 0,-2 3-92 0,2 4-121 0,1 3-164 15,1 1-193-15</inkml:trace>
  <inkml:trace contextRef="#ctx0" brushRef="#br0" timeOffset="-169348.56">23440 1242 367 0,'0'0'164'0,"0"0"-40"0,0 0-18 0,-1-1-1 0,1 1-5 15,0 0-10-15,-1 1-2 0,0-1-3 0,0 0-6 0,0 1 3 0,0 0 1 16,-1 0-11-16,1 0-6 0,-1 0 3 0,1 0-7 0,-1 1-12 15,0 0 11-15,1-1-16 0,-1 1-10 0,1 0 12 0,0 0-22 0,0 1 13 16,0-1 9-16,1 0-5 0,0 1 7 0,0 0-3 0,1-1-5 0,0 1-36 16,1-1 35-16,-1 0-40 0,4 2-4 0,0 1 38 0,1-2-41 15,0 0 34-15,0-1-1 0,1 0-3 0,0-2-3 0,0 0 0 0,0 0-3 16,1 0 0-16,1 0 3 0,-4-1 42 0,0 1 0 0,0-1 1 0,0 0-3 16,2 1-43-16,-1-2-1 0,1 1-3 0,1 0-6 0,0-1 3 15,1 0-2-15,0 0-1 0,-1 0-2 0,2 0-7 0,0 0 4 0,1 0 11 16,0 0 2-16,1 0-5 0,-2 0 0 0,2 0-3 0,0 0-5 15,0 0 3-15,0 0-7 0,-1 1-6 0,1 0-4 0,-1 0 2 0,0 0 0 16,0 0-15-16,-1 1 0 0,0 0-13 0,-1 0-18 0,0 0-26 0,0 0-7 16,-2 0-36-16,1 0-18 0,-2 1-25 0,-1-1-26 0,0 1-30 15,0 0-33-15,-1 0-29 0,-1-1-27 0,-1 1-253 0</inkml:trace>
  <inkml:trace contextRef="#ctx0" brushRef="#br0" timeOffset="-169081.56">23649 1447 604 0,'-1'1'113'0,"1"0"-13"0,0 0-3 16,0 1-3-16,0 0-1 0,0 0-4 0,1 1-10 0,1-1-4 15,0-1-7-15,1 1 1 0,0-1-5 0,0-1-7 0,1 0-7 0,1 0-11 16,0 0-3-16,0-1-3 0,1 0-4 0,-1-1-8 0,2 1 1 15,-1 0-5-15,1-1 6 0,0 1-7 0,0 0-2 0,0 0 1 0,0 0-7 16,0 0 6-16,0 0-2 0,-1 0-6 0,1-1 3 0,0 1-3 0,1-1-2 16,-1 1 3-16,1-1-4 0,-1 0 0 0,0 0-3 0,-1 0 2 15,1 0 1-15,0-1 1 0,-1 0 2 0,0 0-9 0,0-1 2 0,0 0-8 16,-1 1-7-16,0 0-4 0,-1-1-20 0,0 1-59 0,-1 0-67 0,0 0-92 16,-1 0-92-16,-1 0-354 0</inkml:trace>
  <inkml:trace contextRef="#ctx0" brushRef="#br0" timeOffset="-168314.56">23916 1014 218 0,'0'0'91'0,"0"0"-38"0,0 0-4 15,0 0 1-15,0 0-2 0,0 0 7 0,0 0-1 0,0 0-1 0,0 0 4 16,0 0-9-16,0 0-2 0,0 0-2 0,0 0 3 0,1 0 0 0,-1 0 2 16,0 1 4-16,1-1-3 0,-1 0 2 0,1 0-3 0,-1 1-9 15,1-1 4-15,-1 0-3 0,1 0-2 0,0 1 3 0,0-1-3 0,0 0 3 16,1 0 6-16,-1 0-2 0,1 0 0 0,0 0-3 0,0 0-4 15,0 0-2-15,-1 0 0 0,2-1-1 0,0 1 0 0,0 0 0 0,0-1-4 16,1 1-3-16,0-1-3 0,0 1 1 0,0-1-5 0,0 1 10 0,1-1-4 16,0 1 0-16,0-1 0 0,0 1-4 0,0 0-5 0,-1-1 0 15,2 1 3-15,-1 0-4 0,0 1-2 0,0-1-5 0,1 0-2 0,-1 1 0 16,0-1 3-16,0 1 0 0,0 0-3 0,0 1-3 0,0-1 1 0,-1 1-1 16,1-1-6-16,1 1 9 0,-1 0-4 0,1 0-5 0,0 0 5 15,-1 0-8-15,1 1 3 0,1-1 3 0,-1 0-6 0,0 1 4 0,-1 0-1 16,2-1 2-16,-1 1 5 0,1 0-5 0,-1 0-2 0,0 0 0 15,0 1-5-15,0 0 2 0,-1 0 3 0,0 0-1 0,0 1 4 0,-2-1-5 16,1 2 2-16,-1-1-1 0,0 1-1 0,-1 0 4 0,-1 0-5 0,0 0 3 16,-1 1-2-16,-1-1 5 0,-1 0 2 0,0 1-2 0,-2 0 1 15,1 0-1-15,-2 0-1 0,1 0-5 0,-1 0 6 0,0 0-6 0,-1-1 3 16,0 1 3-16,0 0-17 0,0-1 3 0,0 1 1 0,0-1-1 0,0-1 14 16,1 1-3-16,-5 3-36 0,2-1-1 0,1-1-3 0,1-1 4 15,1-2 39-15,0 0-1 0,2-1 1 0,0-1 0 0,1 0 1 0,0 0-1 16,-1-1 1-16,1 1 1 0,-1-1-1 0,1 1-1 0,1-1 0 15,-2 0-4-15,1 1-1 0,0-1 1 0,0 1 1 0,0 0 3 0,0 0-3 16,1-1 3-16,0 1-2 0,0 0 2 0,0 0-3 0,0 0-3 0,0 0 5 16,1-1-5-16,0 0 3 0,-1 0-3 0,1 0 0 0,1 1 1 15,-1-1-1-15,0 0 5 0,1 1-4 0,-1-1 1 0,1-1-2 0,-1 1-2 16,1 0-2-16,0-1 1 0,0 0 0 0,-1 0-5 0,1 0-5 0,0-1-15 16,-1 1-32-16,1-1-58 0,0 1-58 0,-1-1-74 0,0 1-54 15,1 0-35-15,-1-1-272 0</inkml:trace>
  <inkml:trace contextRef="#ctx0" brushRef="#br0" timeOffset="-167514.28">23943 2588 562 0,'1'-1'276'0,"0"1"-153"0,-1 1-21 0,2-1-11 15,-1 0-6-15,1 1-2 0,2-1-7 0,1 1-9 0,2-1-10 16,-1 1-10-16,1-1-9 0,0 1-2 0,-1-1-12 0,1 1-6 0,1 0-3 16,1 0-4-16,0-1-2 0,1 0 1 0,2 1-1 0,-2-1-2 15,1 1-1-15,0-1-2 0,1 1 1 0,1-1-1 0,1 1 5 0,-2-1-2 16,2 1-2-16,-1-1-1 0,-2 0 2 0,1 0 0 0,-2-1 2 0,2 1-1 16,-1 0-2-16,-1-1-2 0,0 1 2 0,-1-1-1 0,-1 0-1 15,1 1-2-15,-1-1-1 0,-1 1 2 0,0 0-5 0,-1 0 3 0,-1 0-4 16,0 0 3-16,-1 0-3 0,-3 0 0 0,2 1-3 0,-1 0-8 0,0 0-6 15,-2 0-30-15,0 1-40 0,-1-1-45 0,0 2-52 0,-1-1-51 16,0 1-37-16,-2 0-282 0</inkml:trace>
  <inkml:trace contextRef="#ctx0" brushRef="#br0" timeOffset="-167328.28">24090 2794 890 0,'3'0'179'0,"1"2"-25"0,2 0-13 0,0 0-4 0,2-1-8 0,-1 0-7 16,2 0-13-16,0 1-15 0,1-1-9 0,0-1-10 0,-1 1-15 0,-1-1-7 16,0 1-11-16,1 0-9 0,1 0-8 0,-1 0-5 0,0-1-11 0,0 0-3 15,-1 1-3-15,-2-1-1 0,2 0-2 0,-1 0-5 0,-1-1-7 16,1 0-18-16,-1 0-29 0,0-1-47 0,1-1-54 0,-1-1-52 0,0 0-72 16,1-2-71-16,0 0-120 0,1-1-45 0</inkml:trace>
  <inkml:trace contextRef="#ctx0" brushRef="#br0" timeOffset="-166931.27">24345 2480 702 0,'-6'1'319'0,"-2"-1"-184"0,-1 0 9 0,2 0 0 0,1 0-11 0,1 0-9 16,2 1-16-16,-1 0-13 0,2-1-6 0,0-1-7 0,1 1-11 0,1 0-5 15,0 0-19-15,1 0-6 0,0 0-8 0,1 0-8 0,1 0 0 16,0 0-7-16,1 1-4 0,2-1 4 0,0 0-5 0,1 0-2 0,0 0 1 16,1 1 0-16,0-1 1 0,0 1-2 0,0-1 0 0,1 1-7 0,1 1 6 15,0-1-5-15,1 1 1 0,-1-1-5 0,0 1-2 0,-2 0 7 16,2 0-1-16,-1 0 1 0,0 0-3 0,0 2 2 0,-1-1 0 0,-1 0-2 16,-1 1 0-16,-1 0 2 0,0 0-5 0,-1-1 5 0,-1 1 0 0,1-1-2 15,-2 2 2-15,-1 0-1 0,-1 0 1 0,0 0 2 0,-1 0-6 16,0-1 4-16,-1 1 0 0,-2 0-2 0,0-1-3 0,0 0-10 0,-1 0 6 15,-1 0-4-15,2 1 9 0,-3-2 1 0,0 1-1 0,1 0-2 16,-1 0 2-16,1 0 3 0,0 0-8 0,1-1 6 0,-1 0-5 0,0-1 1 16,0 0 4-16,0 0 1 0,0-1-1 0,2 1-2 0,0-1 1 0,1 1-4 15,0 1 1-15,1-1-2 0,0-1-1 0,1 1-5 0,1-1-1 16,0 0 3-16,1 1-5 0,-1 0 1 0,1 0-4 0,1 0-9 0,0 1-5 16,1-2-16-16,0 1-31 0,0 0-31 0,0 0-30 0,1 0-36 0,0 0-22 15,1-1-34-15,-2 0-45 0,2 0-37 0,0 0-232 0</inkml:trace>
  <inkml:trace contextRef="#ctx0" brushRef="#br0" timeOffset="-166481.11">24635 3055 377 0,'0'1'152'0,"1"0"-37"0,1 1-1 0,0 0 1 0,1 0 2 16,0-1-6-16,0 1-8 0,0-1-9 0,2 1-16 0,0-1-10 0,1-1-13 15,-1 1-12-15,1-1-8 0,1 0-10 0,0 0-2 0,0 0-7 16,1 0 1-16,1-1-7 0,-1 1-1 0,0-2-4 0,1 1-5 0,0 1 1 15,-1-2 1-15,-1 2 0 0,1 0 0 0,-1-1-2 0,-1 2 0 0,-1-1-2 16,0 0 2-16,-1 1-4 0,0-1-1 0,0 2-7 0,-1 0-6 16,0-1-10-16,-1 1-22 0,-1 0-35 0,0 1-48 0,-1 0-41 0,0-1-41 15,-1 1-22-15,0 0-119 0,-1 0 43 0</inkml:trace>
  <inkml:trace contextRef="#ctx0" brushRef="#br0" timeOffset="-166281.11">24670 3209 675 0,'0'1'205'0,"2"1"-76"0,2 1-12 0,-1-2-6 0,0 1-9 0,1-1-10 15,1 0-14-15,1 0-10 0,0-1-1 0,1 0-8 0,-1 0-7 16,2 0-3-16,-3-1-13 0,3 0-7 0,-1-1-7 0,0 0-4 0,2 0-3 16,-3 0-6-16,1 0-2 0,-1 0-4 0,0 0-3 0,-1 0 5 0,0-1-3 15,2-1-2-15,-1 0-4 0,1 0-7 0,-2-1-6 0,1 0-7 16,0-1-34-16,-2 0-64 0,2 0-63 0,-2-1-75 0,0 0-57 0,-1 1-59 15,1-2-75-15</inkml:trace>
  <inkml:trace contextRef="#ctx0" brushRef="#br0" timeOffset="-165948.6">24831 3022 480 0,'-4'0'115'0,"0"3"-8"0,0 0-10 0,0 0-7 0,2-1 1 16,1 0-6-16,0 1-1 0,1-1-3 0,1 0-5 0,0 0-7 0,1 0-3 15,1 0-6-15,0-1-3 0,0 0-3 0,2 1-7 0,0-1 1 0,1 1-9 16,1-1-5-16,0 0 2 0,1 0-8 0,0 0 5 0,1 0-6 16,-2 0-3-16,1 0-4 0,2 1-3 0,-2-2-3 0,1 2-2 0,0 0 1 15,0 0-3-15,-1 0 0 0,-1-1 1 0,1 1-3 0,-2 0 2 16,-1 1-4-16,0 0-5 0,-1 0 4 0,0 0-4 0,-2 2 6 0,2-1 2 16,-1-1-4-16,-1 0 3 0,0 1 0 0,-2-1-1 0,-1 0 3 0,-1 0 0 15,0 0-2-15,-2 1-1 0,0 0 2 0,0-1-7 0,-2 1 0 16,1 0-2-16,-1 0-3 0,-2-1 3 0,2 0 3 0,-2 1-5 0,0-1 4 15,0 1-5-15,0 0 0 0,1-1 2 0,0 0-2 0,-1 0 6 0,1 0-3 16,0 0-2-16,2 0 1 0,-1-2-4 0,1 1 3 0,0 0-4 16,1 0 3-16,2 1-3 0,0-2 3 0,2 1-1 0,-2-1 0 0,1-1-1 15,1 1-3-15,-2 0 1 0,2-1-5 0,0 0-2 0,0-1-2 16,1 1-1-16,0-1-7 0,0 1-17 0,0-1-42 0,1-1-57 0,0 0-66 16,1-1-78-16,0-1-75 0,0 0-274 0</inkml:trace>
  <inkml:trace contextRef="#ctx0" brushRef="#br0" timeOffset="-161048.2">27303 441 1255 0,'-4'0'393'0,"1"0"-360"0,-2 0 30 0,2 0 33 0,-2 0 15 16,0 0-3-16,-1 0-22 0,1 0-29 0,-1 0 0 0,0 0 5 16,0 1-2-16,0-1 8 0,0 0-8 0,1 1-4 0,1-1-4 0,1 1 3 15,1-1 8-15,1 1 3 0,1-1 5 0,1 1-3 0,1 0-5 16,2-1-5-16,-1 1-18 0,3-1-3 0,1 0-11 0,1 1-12 0,1-1-3 15,1 0-2-15,1-1 0 0,0 1-6 0,2-1-1 0,0 0 2 0,0 0-6 16,2 0 2-16,-2-1-4 0,1 0 2 0,1 0 1 0,-1 0-8 16,0 0 14-16,-1-1-10 0,1 1-4 0,-1-1-5 0,-1 1-14 0,-1-1-18 15,1 1-11-15,-1 0-17 0,-1 0-22 0,0 0-10 0,0 1-14 0,-3 0-11 16,2 0-2-16,-2 0-8 0,0 1-2 0,-1 1 2 0,-1 0 12 16,0 0 12-16,-2 1 5 0,1 0 6 0,-2 1-3 0,-1 0-20 0,0 0-16 15,-1 1-20-15,-1 0-5 0,-1 1 15 0,0 0 13 0,-2 0-5 16,0 1-108-16</inkml:trace>
  <inkml:trace contextRef="#ctx0" brushRef="#br0" timeOffset="-160915.2">27408 644 387 0,'-1'3'191'16,"1"0"-27"-16,-1 0-33 0,1 0-5 0,-1 1-29 0,1 0-18 0,0 1 17 15,0 1-12-15,0 0-6 0,1 0-4 0,-1 1-7 0,2 1-3 0,0-2-4 16,0 2 1-16,1 0 1 0,1-1-12 0,2 0-8 0,0-1-15 16,0 0-8-16,2-1-7 0,0 0-1 0,1-1-4 0,0-1-10 0,-1 0-11 15,1 0-22-15,0-2-35 0,1 0-30 0,-1-1-25 0,0-1-9 16,-1 0-12-16,-1-1-18 0,1 0-61 0,-2-2-74 0,0 2-184 0</inkml:trace>
  <inkml:trace contextRef="#ctx0" brushRef="#br0" timeOffset="-160413.95">27656 1912 1756 0,'-1'0'-1'15,"1"1"-6"-15,-1-1 11 0,1 1 18 0,0 0 6 0,1 0-8 0,0 0 2 16,2 0-8-16,2-1-6 0,0 0 5 0,2-1-5 0,1 0 1 16,1-2 4-16,1 0 0 0,1-1-2 0,-1 0-4 0,1-2-3 0,1 0-2 15,0 0-1-15,-1-1-1 0,-1 0-4 0,1-1-13 0,0 1-22 0,-2-1-43 16,1-1-43-16,-1 1-46 0,-1 0-57 0,-1 0-50 0,1 1-83 15,-2 0-118-15</inkml:trace>
  <inkml:trace contextRef="#ctx0" brushRef="#br0" timeOffset="-160247.95">27903 1939 916 0,'7'0'130'0,"-1"-1"-106"0,1 1-4 0,2 0-5 0,2 0-1 0,2 0-7 16,-1 0-13-16,2 1-22 0,0 0-29 0,0-1-35 0,-2 1-20 0,2-1-6 16,-1 0 3-16,0-1 6 0,-2 1-33 0,0-2-124 0</inkml:trace>
  <inkml:trace contextRef="#ctx0" brushRef="#br0" timeOffset="-158596.9">8570 9210 1269 0,'-17'-30'37'0,"0"-2"34"0,-2-5-2 15,8 5-5-15,5 9-20 0,3 1-12 0,5 0-9 0,2 2-8 16,3-2-9-16,5 1-2 0,1 1-3 0,4 0-5 0,0 0-1 0,4 3-1 16,2-1 6-16,1 2 2 0,3-1 4 0,1 0 0 0,2 0-2 0,2-1 2 15,2 2 0-15,1 0-1 0,4-2 2 0,1 0 3 0,2 1 3 16,4-2 5-16,1 1 5 0,3 1 2 0,3-1 2 0,2-1 4 0,3 2 0 16,4-2-5-16,4-1-5 0,5 0-5 0,3 0-5 0,4 1-5 0,3 0-1 15,4 2 0-15,4-1 0 0,4-1-1 0,3 1-3 0,3-2 2 16,1 1-2-16,1 2 5 0,1-1 1 0,-1 2-7 0,1 1 0 0,0 0 0 15,1 1 7-15,-1 1 9 0,3 0 7 0,0 4 10 0,0 3-6 16,-1 0 7-16,1 2-8 0,-3 1-7 0,0 4 3 0,1 1-19 0,-2 2-2 16,0 2-5-16,2 2-2 0,-4 4 3 0,-1 3 6 0,-1 3-5 0,-3 2 1 15,0 3 0-15,-4 2-7 0,0 0 8 0,-3 3 2 0,0 0 2 16,-1 3-1-16,-6 1-2 0,-2 3-3 0,-5 0-3 0,-3 0 5 0,-3 2-4 16,0 1 2-16,-2 1 2 0,-1 1-5 0,-4 1-8 0,-1 1 0 0,-4-1 3 15,-2-1 5-15,-4 2 8 0,-4-1 3 0,-3-1-3 0,-4 1-2 16,-4 0-1-16,-3-1 0 0,-4 0 2 0,-1-2-1 0,-5-3 1 0,-3 1-2 15,-4-2 1-15,-5 1 0 0,-2-2 5 0,-4 0-9 0,-3-1 0 16,-4-1 9-16,-4-1-4 0,-4 0 8 0,-7-3 0 0,-4 0-9 0,-6-3 4 16,-5 0 0-16,-5-2-3 0,-5-4 2 0,-6 1-4 0,-5-3 6 0,-7-3 1 15,-5 0 1-15,-5-3-2 0,-5-1-2 0,-2-3-3 0,-4-2 1 16,-5-3-1-16,1 0 7 0,-5-4 0 0,0 0 4 0,-3-2-1 0,-1-2-3 16,0 2 1-16,-3-2 0 0,4 0 2 0,0 1-4 0,2 0-1 15,-1 0 0-15,3 1 0 0,-2 0-6 0,1 0 11 0,-1 2-2 0,0 0-2 16,-1 0 4-16,-2 1-10 0,2-1 1 0,-1 1 1 0,1 1 6 0,0 0 4 15,0 0 1-15,-3 2 0 0,2-1-5 0,2 2-3 0,1 1 3 16,2-1 4-16,1 0 1 0,1 1 0 0,0-1-5 0,1 0-9 0,5 2 3 16,1-1-6-16,4 0 8 0,3 1-2 0,4 0-8 0,1 1-6 0,4-1-18 15,3 2-8-15,4 0-13 0,4 0-27 0,1-1-47 0,6 0-52 16,3 0-69-16,2 1-63 0,3-2-78 0,6-1-352 0</inkml:trace>
  <inkml:trace contextRef="#ctx0" brushRef="#br0" timeOffset="-156506.37">16110 6248 1 0,'-101'19'72'0,"34"-19"364"15,14-13 331-15,15-17-898 0,9 3-62 0,1 4-56 0,0 3-66 0,-2 3-12 16</inkml:trace>
  <inkml:trace contextRef="#ctx0" brushRef="#br0" timeOffset="-155279.39">19477 5345 894 0,'-4'-16'59'0,"0"0"-44"0,0-3-13 15,3 6-7-15,1 4-2 0,2 0 1 0,0 1 2 0,0 1 1 16,2-1 0-16,0 1 0 0,1 0-2 0,0 0 1 0,2-2 0 0,1-1 1 16,2 0 0-16,0-1 2 0,2 0 2 0,0 1 1 0,2-1 2 0,0 1 1 15,3-2-1-15,0 0 1 0,2-1 4 0,1 1-1 0,0-1 2 16,3-1 1-16,1 0 3 0,2 3 2 0,4-3 0 0,1 1 0 0,2-2-3 15,0 1 3-15,3 2-2 0,1-2-4 0,2 2-1 0,5 0-3 16,0 0-2-16,2 2-2 0,2 0-1 0,3 1-1 0,0 0 0 0,1 2 3 16,2 1-6-16,0 0 5 0,-1 1-1 0,1 2-1 0,-3-1 1 0,3 2 1 15,-2 2 0-15,0 1 2 0,1 1 6 0,-1 2-1 0,1 1 3 16,-2 2-2-16,2 3-3 0,-1 3 2 0,-3 2-1 0,1 3 2 0,-2 2 3 16,-1 2-3-16,-1 2 0 0,-4 2-9 0,0 1-2 0,-2 1 2 0,-2 1-1 15,-1 1 6-15,-6 2 0 0,1 2-4 0,-3-1 0 0,0 1 1 16,-3-1 0-16,1 3 1 0,-5 0 0 0,0 2 1 0,-3 0 1 0,-3-1-2 15,-2 2 1-15,-1 0 1 0,-3 0-4 0,-2 1-6 0,-2-1 3 0,-2 0-2 16,-3 1 6-16,-3 2 7 0,-3 0-2 0,-3 2 2 0,-4 0-2 16,-4-1 1-16,-3 1-1 0,-5-1-4 0,-2-5 0 0,-4 0 1 0,-3-3 0 15,-2-2 0-15,-4 0 0 0,-3-3-5 0,-4-2-2 0,-2-3 5 16,-4-3 3-16,-1-3 9 0,-5-2 11 0,0-5 0 0,0-3 11 0,-4-3 7 16,1-4 5-16,-1-2 1 0,-1-2-5 0,2-3-3 0,-1-1-6 0,0-2-2 15,2 0-5-15,1-2-3 0,1 0-9 0,0-1-1 0,2 0-5 16,-1-1 7-16,1 1 2 0,2-1-3 0,1-1 7 0,2-2-7 0,2-1 0 15,1-1 2-15,4-1 7 0,1-1-5 0,4 0 3 0,3-1-1 0,2-1-3 16,2 1 0-16,4-1 4 0,1 0-4 0,3 1 3 0,4-1 5 16,2 1-1-16,2 1 2 0,2 0-5 0,4 1-3 0,2 3-2 0,0 2-8 15,2 0 4-15,0 3-2 0,1 1-6 0,2 1-1 0,1 2-1 16,1 0-8-16,0 0 1 0,2 2-2 0,-1 1-12 0,2 0 7 0,0 1-7 16,1 0 3-16,0 1 0 0,1 0-1 0,1 1 4 0,1 0-1 0,0 0 2 15,0 0-6-15,1 2-3 0,-1-1-8 0,1 1-29 0,1 0-27 16,-1 0-41-16,0 0-44 0,-1 2-39 0,0-2-47 0,-2 1-55 0,0 1-47 15,-3 0-177-15</inkml:trace>
  <inkml:trace contextRef="#ctx0" brushRef="#br0" timeOffset="-151679.39">23111 5558 38 0,'-11'-24'41'0,"-1"2"11"16,0-7-23-16,1 3-13 0,1 1-3 0,1-2-4 0,0 0-2 16,0-1-1-16,3 0-4 0,-2 2 0 0,2 2-1 0,-1-2 1 0,0 0 0 15,0 1 3-15,0-1 3 0,-1 3 5 0,-1-2 2 0,1 2 2 0,-1 0 4 16,-1 0 3-16,-1 1 9 0,1-1 6 0,-4-1 3 0,2 1 3 15,-2-1-4-15,-1 1-3 0,3-1-1 0,-1 1-6 0,1 1 2 0,0-1-2 16,2 0-2-16,1 0 0 0,0-2-6 0,2 1 3 0,0 0 0 16,1 1 1-16,0 3 2 0,1-1 2 0,0 0-2 0,1 3-1 0,2-2-2 15,1 2-1-15,2 2-6 0,2 0-3 0,2 1-3 0,1 1-2 0,2 2-4 16,2-1 4-16,1 1-3 0,5 1 6 0,3 0 1 0,2 1-5 16,7 0 3-16,3-1-6 0,2-1 2 0,2 1-2 0,4 0-2 0,2 1 0 15,3 0-5-15,4-1 2 0,3 1 0 0,2 0 0 0,2 2 0 0,2 1 1 16,0 2-1-16,2 2 0 0,-1 1-2 0,-2 2 2 0,0 1 0 15,-2 2-2-15,1 1 3 0,-1 2 1 0,0 2 6 0,1 0-1 16,-1 3 2-16,2 1-1 0,1 1 1 0,1 2-1 0,2 3-5 0,1 2-5 16,-1 2-1-16,2 4-2 0,-1 1 3 0,-1 4 0 0,0 3 0 0,-3 1 1 15,-1 3-3-15,-1 1 2 0,-3 4-5 0,-2 1 1 0,-3 1-4 0,-4 3 0 16,-2-1-2-16,-3 2 2 0,-3 0-3 0,-2 2 0 0,-4 1 2 16,-1 3 0-16,-2-1 7 0,-4 2 1 0,-1 3 1 0,-1-1 0 0,-3 1-1 15,0 0-2-15,-1-3 1 0,-3 0-3 0,1 0-1 0,-2-3 4 0,-1 0-3 16,-1 0 2-16,-2-3 2 0,-1 0 0 0,-1-1 1 0,-1 0 0 15,-2 1 0-15,-2 0-3 0,-3-1-3 0,-3 1-1 0,-3 1-5 0,-1 0-4 16,-5 2 4-16,-3-1-5 0,-4 1 4 0,-3-1 1 0,-4 1-6 16,-2-1-1-16,-4-2-5 0,-1-1-6 0,-4-2 5 0,-4-3-3 0,-1 0 5 15,-3-2 4-15,-3-2 4 0,-4-2 5 0,-3-1 3 0,-2-1 6 0,-3-2 1 16,-1-3 5-16,0-3-1 0,-1-2 5 0,-2-3 2 0,1-1 6 16,0-5 6-16,-2-1 9 0,1-5 7 0,-1-3 5 0,0-3 2 0,1-5 0 15,1-1 1-15,1-5-6 0,-1-3-3 0,2-4-11 0,0-4-8 0,-1-1 0 16,2-4 4-16,-2-4 6 0,3-2 3 0,1-5 3 0,3-1-5 15,-1-5-4-15,3-1 3 0,0-1-1 0,2-2-2 0,2-3 0 0,-1-1-6 16,0-2-3-16,1-3-3 0,-2-2 4 0,3-3-6 0,2-1 4 16,0-1 3-16,3 1-7 0,1 1 7 0,3 2 0 0,2 2 4 0,2 3 8 15,5 3 4-15,2 4 0 0,5 2 0 0,0 2-6 0,3 0-8 0,3-1-9 16,2 0-7-16,5-2-5 0,5-2-5 0,3 0 3 0,5-1 7 16,2 1 1-16,3 2-1 0,4 2 4 0,3 0-6 0,3 5-2 0,2 3 0 15,4 1-1-15,2 3 0 0,4 3 6 0,2-1-5 0,4 2 2 0,2-1-3 16,4 1 0-16,1 3 0 0,2 1 3 0,2 2-2 0,2 3-1 15,0 0 0-15,0 2 0 0,2 2 0 0,0 1 2 0,-2 4-5 0,-1 1 4 16,-3 2-2-16,0 2-2 0,-2 1 5 0,-1 3-5 0,0 1 1 0,-2 2 0 16,-2-1-3-16,-1 2 5 0,-1-1-1 0,-2 0 1 0,-3 0-3 15,-3 0 0-15,-1 0 2 0,-4 0-2 0,-1-2 3 0,-1 0 0 0,-4-1-3 16,-2 0 3-16,-1-2 0 0,-4 2-2 0,0-1 2 0,-3-1 4 16,-1 0-3-16,-1 0 1 0,-1 0 0 0,0 0-3 0,-2 0 2 0,1 1 1 15,0-1-4-15,-1 1 1 0,1 0-2 0,-1 0-1 0,0 1 3 0,0 0-4 16,-1 1 4-16,0 0 0 0,-1 0-4 0,0 0 4 0,1 0 0 15,-1 0-1-15,1-1 2 0,0 1 2 0,-1 1-1 0,-1-2-2 0,1 2 1 16,0-1-3-16,-1 0 0 0,0 0 3 0,-1 0 0 0,1 1 1 0,-1-1 1 16,-1 1 1-16,0 0-2 0,0-1 0 0,-1 1-1 0,1-1-1 15,0 0 1-15,2-1 1 0,-1 0 2 0,0 1-6 0,0-1 6 0,0 0-6 16,1 0 2-16,1 0 2 0,-1-1-2 0,1 1 2 0,-1 0-2 16,0 0-2-16,1-1-6 0,0 0-7 0,0 1-9 0,0-1-11 0,0 0-24 15,0-1-38-15,1 0-48 0,-1 1-47 0,0-1-60 0,1 0-73 0,0-1-267 16</inkml:trace>
  <inkml:trace contextRef="#ctx0" brushRef="#br0" timeOffset="-150072.14">27447 4924 68 0,'-11'-8'31'0,"-3"-2"-7"15,-1-3 12-15,1 2-6 0,5 3 6 0,0 0-5 0,1 0-1 0,1 2 10 16,1-1 4-16,1 1-1 0,-1-1-2 0,1 1-15 0,0 0-7 16,0 1-2-16,0-1-2 0,1 1-3 0,0 0 4 0,0 0-2 0,-1 1 1 15,2 0 0-15,0-1-2 0,0-1 1 0,2 0 0 0,0 0 2 0,1-1 0 16,3-1 1-16,1 0-1 0,1 0-6 0,2-2 1 0,0 0-3 15,2-1 4-15,1 0 5 0,1 0 2 0,0 0 3 0,2 1 1 0,1-1-1 16,1 1 3-16,-1 1 2 0,1 0-1 0,0 1 0 0,1 3-1 0,-2-1 0 16,2 2 3-16,-1 2-3 0,0 0-2 0,-1 2-6 0,-1 0 3 15,2 0-1-15,0 1-1 0,-2-1-2 0,1 2-1 0,1 0 1 0,0 2-3 16,1 0 2-16,-1 1-5 0,2-2 0 0,1 2 0 0,0 1 3 16,2 0-3-16,2 0-1 0,0 0 0 0,2 1-3 0,2-1 6 0,0 1-2 15,3-1 3-15,0 0-2 0,1-1-1 0,-1 1 4 0,-2 0-2 0,-1 0 1 16,-1 1-2-16,-1-1 5 0,-1 2-4 0,0 1 2 0,-2-1 3 0,0 1-6 15,-1 0 3-15,-2 1 1 0,0 1-3 0,-3 2 5 0,-1-1-2 16,-2 2-2-16,-2 0 2 0,0 0-4 0,-2-1 2 0,-1 3 1 0,-1 1-2 16,-3 1 0-16,0-1-1 0,-3 3-2 0,1 1-1 0,-1 1-1 15,-1 3 0-15,-1 0-1 0,0 0 2 0,0 0-9 0,0 0-2 0,0 1 2 16,0 0-4-16,0 1 9 0,0 2 2 0,1-2-2 0,0-1 4 0,0 0-4 16,-1-2-4-16,1-2 1 0,-1-2 3 0,1 1-3 0,-1-1 6 15,-1-2-7-15,-2 0 2 0,0-1-1 0,-1-3-2 0,0-1 5 0,-3 0-8 16,-1-1 3-16,-2 0 2 0,-1-2 3 0,0 0 4 0,-2 0-2 0,-1 0 2 15,-1-1-2-15,-1 0 0 0,-1-1-1 0,-2 1 2 0,1-2 1 16,-2-2-1-16,-1-1-2 0,1 0 0 0,-4-1-3 0,0-1-2 0,-3-1-2 16,-1-1 2-16,1 1 2 0,1 0-2 0,0-1 1 0,0 1-1 15,1-1 3-15,-2 1-5 0,2-1 5 0,-1 0-2 0,3-1-6 0,-2 0 4 16,2-1 2-16,1-1-6 0,-1 0 7 0,3-2-2 0,0 0-1 0,2 0 5 16,1 0-3-16,0-1 2 0,1 0-3 0,0 0 1 0,3 0 2 15,-1-1-2-15,1 1 2 0,1-2 0 0,2 0-3 0,0-1 0 0,-1 0 2 16,1-2-2-16,0-2 2 0,3-1-1 0,2-2-2 0,1-1 3 0,0-4-2 15,1 0 0-15,1-1-1 0,1-1 1 0,0 0 4 0,0 2-1 16,0-1-1-16,0 1 1 0,1-1-4 0,-1 2 1 0,1 2-4 0,1-1 4 16,-1 1-2-16,2-1 2 0,0 2 3 0,1-1 2 0,1 0 5 0,1 1-4 15,2-1 4-15,0-1-7 0,1 1-1 0,-1 0 2 0,2 1-1 16,-1 0 0-16,2 2 1 0,-2-1-1 0,1 1-2 0,-1 0 0 16,1 1 1-16,-1 0-1 0,0 1 0 0,-2 0 2 0,1 3-3 0,-1 0-1 15,0 1-1-15,0 0 4 0,1 0-2 0,-1 2 1 0,0 0 0 0,0 2 1 16,-1-1 1-16,1 2-5 0,-1 1 4 0,1 0-7 0,-1 2 4 0,0 0 0 15,0 1-1-15,-1 1 1 0,0 1 2 0,0 0-1 0,-2 2-1 16,1 1 2-16,-1-1-2 0,0 2 0 0,0-2-1 0,0 1 0 0,0 1 2 16,-1-1 0-16,-1 1 1 0,-1-1-1 0,0 0 0 0,0-1 0 15,0 0-3-15,0 1 3 0,1-1 3 0,0 0-2 0,0 0-1 0,0 0-1 16,-1-1-2-16,1 0 5 0,0-1-1 0,0-1 0 0,0 1 2 0,1 0-4 16,-2 0-1-16,1 0 2 0,-1 1 0 0,1-1 2 0,0 1-1 15,0 0-2-15,-1 0-2 0,1-1-1 0,-1 1 1 0,0-1 0 0,1 1 2 16,-1-1 0-16,2 1 1 0,-1-1 0 0,-1 0 0 0,0 1 1 0,-1 0-4 15,1-2 1-15,0 1 0 0,1 0 0 0,1 0 3 0,-1 0-6 16,1 1-2-16,0-1-4 0,0 0-1 0,0 0-1 0,1-1 1 0,0 2 4 16,0 0-7-16,1 0 2 0,0 0-7 0,1 0-6 0,3 1-3 0,0-1-4 15,1 1-5-15,-2 1-2 0,1 0-7 0,0 2-7 0,-1 0-7 16,1 1-6-16,-1 2-3 0,1-1-3 0,1 0-4 0,-2 2-4 0,0 1-3 16,0-1-1-16,1 1-2 0,1 0-3 0,0-2-17 0,-1 1-21 15,0 1-79-15,1 0-16 0</inkml:trace>
  <inkml:trace contextRef="#ctx0" brushRef="#br0" timeOffset="-148714.14">26921 6450 136 0,'-3'-7'70'0,"1"1"2"0,-1-2-4 0,3 1-8 0,-2 1-5 0,2 0-11 15,1 0-7-15,0-1-7 0,3 0-2 0,-2 0 2 0,2 2 4 16,0-2 4-16,1 0-3 0,2-2-1 0,-1 0-6 0,1-1-3 0,2 0 0 15,0 0-1-15,2 0 2 0,-2 0 0 0,2 0-1 0,-1 2-5 16,1-1-1-16,2 1-4 0,-1 2-1 0,-1-1 1 0,2 0-3 0,-1 0 0 16,1 0-3-16,-1 1 1 0,0 1-1 0,1-1-2 0,-1 2 6 0,2-1-2 15,-3 1 4-15,2 0 1 0,0 0-2 0,0 0 6 0,2 0 0 16,-1-1 3-16,2 0 3 0,1 1-5 0,2-2 4 0,0 1 0 0,1-1 1 16,0-1 2-16,-1 2 1 0,1-1-3 0,1 0-1 0,-2 1 0 15,2-1 0-15,-1 2 3 0,-1 1 0 0,2 0-3 0,-1 1-1 0,-2 1-4 16,2 1-2-16,-2 1-4 0,0 1 2 0,-1-1-7 0,0 2-1 0,0 0 0 15,-1 2-4-15,1 0 1 0,-1 1 1 0,-1 0 3 0,0 0-2 16,0 2-1-16,1 0 1 0,-2 1-1 0,1 0 0 0,0-1-2 0,-1 1-2 16,-1-1 2-16,1 1-1 0,0 2 1 0,2-1 0 0,0 2 2 0,-1 0-2 15,2-1-1-15,-1 2-2 0,1 0 1 0,-2 1 0 0,-1 1 2 16,1-1 0-16,-1 1-8 0,0-1-1 0,-1 0 5 0,0-1-4 0,0 2 12 16,-1 0 0-16,0 1-3 0,0-3 2 0,0 0 2 0,0-2 3 0,-1 0 0 15,-2-1 6-15,1 1-11 0,-2 0 5 0,0-1-5 0,0 0-3 16,-2 1 8-16,-1-2-4 0,0 0 2 0,-1 2-1 0,-2 0-3 0,0 1 0 15,-1-1-2-15,0 0 3 0,-2 1-5 0,0 1 0 0,-1 1 3 0,0 0-1 16,-2 0 2-16,0 1-3 0,-2 0-2 0,-1-1-1 0,0 1-3 16,-1 0 5-16,0 1-1 0,-2 1 1 0,1-1-2 0,-3 4 4 0,-2 4-1 15,-2 2-2-15,-1 3-1 0,2-4 0 0,-1-2 0 0,1-5-4 16,0-2 4-16,1-4 1 0,0 0-1 0,-3 1 7 0,1-1-1 0,-4 0-2 16,0 0 3-16,-1 0-4 0,-1-2-3 0,1-2 3 0,0 0-3 0,-2-2 5 15,0-1 1-15,-1-2-3 0,-1 0-1 0,1-2 1 0,-1-1 2 16,1-2-5-16,0-1 0 0,0 0 0 0,0-3-8 0,1-1 3 0,0-2-1 15,0-2 1-15,1-1 6 0,1-1 0 0,2 0 5 0,0-1-6 0,1 0 7 16,2 1 4-16,0 1-4 0,0 0 2 0,1 0-2 0,2 0-3 16,-2 1 2-16,0 1 0 0,0 1-8 0,0 0 2 0,1 0 0 0,0 2 3 15,1 0 0-15,0 1-3 0,1 0 2 0,0 2-4 0,0 0 4 0,2 1-1 16,0 0-1-16,1 0 3 0,1 1-3 0,0 0 1 0,0 0-1 16,1 1 2-16,1 0-1 0,1 0 1 0,1 0-1 0,1 0 5 0,1 1-3 15,1-1-3-15,0 0-2 0,2 1 2 0,0-1 2 0,0 0-4 16,1-1 6-16,1 0-4 0,0 1-2 0,1-2 6 0,1 1-6 0,0 0 2 15,0 0 3-15,0 1-1 0,-1 0 1 0,1 0-2 0,-1 0-4 0,-1 0 3 16,0 1-1-16,1 0-2 0,-2 1 4 0,1-1-2 0,0 1-1 16,0-1 5-16,-1 1-4 0,1 0-1 0,-1 1 5 0,-1-1-6 0,1 1 5 15,0 0-5-15,-1 0 0 0,0 0 5 0,0 0-4 0,-1 0 5 0,0-1-3 16,1 1 0-16,-1 0-1 0,0-1-2 0,1 0 0 0,-1 0 4 16,0 0 5-16,-1 0-5 0,1-1-1 0,-1 2 2 0,1-2-8 0,-1 2 8 15,0-1-2-15,0 0-2 0,-1 0 5 0,1 0-2 0,0 0 4 16,1 1-5-16,-1-1 4 0,0 0-4 0,0 1-6 0,0 0 6 0,0 0-4 15,1 1 1-15,-1-1 3 0,1 0-1 0,-1 0-1 0,0 0 2 0,1 1-1 16,-1 0-3-16,0 0 4 0,0-1 1 0,-1 1 0 0,1 1 2 16,-1-1-3-16,1 1-1 0,-1-1 4 0,-1 1-5 0,1-1 2 0,0 0-1 15,0 1-1-15,1-2 2 0,-1 0-2 0,0 0 4 0,0-1-2 0,-1 0 6 16,1 1-3-16,1-1-2 0,-1 0-1 0,2-1-5 0,-1 0 3 16,0 0 1-16,1 0 5 0,0 0 0 0,0-1-1 0,1 1 0 0,-1 0-3 15,1 0 3-15,-1 0-6 0,0 0 3 0,1-1 2 0,-1 2-7 16,0-2 7-16,1 2-4 0,0-1 1 0,-1 0 1 0,0 0-2 0,0 1 2 15,1 0 0-15,-1-1-1 0,0 0 0 0,0 1-2 0,-1-1 1 0,0 1 2 16,1 0 0-16,-1-1 2 0,1 1-2 0,-1 0 4 0,1 0-3 16,0-1 2-16,-1 1 0 0,1-1-9 0,-1 0 6 0,0 0 2 0,0 0-4 15,1-1 7-15,0 1-7 0,-1-1-2 0,0 1 4 0,0-1-1 0,0 0 2 16,1 0 2-16,-1-1-2 0,0 1 2 0,0-1-1 0,1 0-1 16,0 0 1-16,-1 0-2 0,0 1 0 0,0 0 2 0,-1 0-3 0,1-1-2 15,-1 1 5-15,0 1-7 0,0-1 2 0,0 1 5 0,0 1-5 16,0-1 4-16,0 0 2 0,0 1-1 0,0 0-2 0,0-1 3 0,1 0-8 15,0 0-1-15,-1 0 4 0,1-1-6 0,0 1 6 0,1-1-4 0,0 0-7 16,2-2-1-16,0 0-8 0,1-2-6 0,-1 1-7 0,1-1-11 16,1 0-11-16,0-1-7 0,1 1-9 0,0 0-14 0,-1 1-12 0,1 0-9 15,0 1-9-15,0 1-16 0,1 0-13 0,-2 2-6 0,2-2-18 0,-1 1-43 16,0 1-162-16</inkml:trace>
  <inkml:trace contextRef="#ctx0" brushRef="#br0" timeOffset="-146980.14">32115 4281 220 0,'-17'-14'168'0,"-3"-1"-111"16,-3 0 34-16,6 1-9 0,1 3 4 0,4 0-15 0,1-1-24 0,1 2-15 15,5-2-10-15,0 0-9 0,2 0-2 0,-1-1-4 0,2 1-2 16,1-2-3-16,0-1-4 0,2 0-6 0,0 0-6 0,1-2 1 0,1 0-1 15,-1-1 2-15,1 1 6 0,1-3 2 0,-1-2 0 0,1 0 4 16,-2-2-5-16,1-1 3 0,0 2 2 0,-1 0 1 0,-1 3 17 0,0-1 5 16,-1 2 4-16,2 2 8 0,-1-2-1 0,1 2 2 0,1 0 6 0,1 3-3 15,2-2-3-15,2 1-2 0,0 0 1 0,2 1-1 0,1 0-2 16,1 1-3-16,3 0-4 0,-1 1 1 0,1 1-1 0,2-1 0 0,-9 6 0 16,2 0-3-16,0-1-4 0,2 0-1 0,2 0-3 0,2 0-1 0,1 1-3 15,3-2-1-15,0 2-2 0,1 0 1 0,1 1 1 0,3 1-3 16,0 0-3-16,0 2-3 0,2 1 0 0,0 1-2 0,1 2 0 0,0 0-3 15,1 2-1-15,-1 1 0 0,1 0-3 0,-1 1 1 0,0 0 6 0,1 1-2 16,-1-1 0-16,-1 1 0 0,-2 1-9 0,1-1 0 0,-14-2 1 16,1-1-2-16,1 2-1 0,0 0 0 0,1 0-1 0,0 2-2 0,0-2 0 15,2 2-3-15,1 0-1 0,0 2-4 0,1-1 1 0,3 1-2 16,-2 1-1-16,4-1-3 0,-1 2-4 0,1 0 0 0,0 1 0 0,0 1 4 16,1-2 14-16,-1 2 1 0,0 0-1 0,1 0 1 0,-1 1-7 0,0 1 0 15,-1 0 3-15,-1 1 2 0,-1 0 4 0,0 1 3 0,-2 2 0 16,0-1 5-16,-2 3-1 0,-2 0 4 0,0 1 0 0,-1 1 0 0,-2 0 2 15,0 3 0-15,-4 0 0 0,0 0 0 0,-1 2 1 0,-2 0-5 0,-1 2 1 16,-1 0 6-16,0 1 2 0,-1 0 5 0,-1 1-4 0,-1 0-6 16,2 1-4-16,0 0-2 0,-1 0 0 0,0 1 0 0,2 0-1 0,1 1 1 15,0 0-1-15,0-1-1 0,1 2 2 0,1-2-2 0,1 2-1 0,0-1 1 16,0 2 7-16,1-2 1 0,0 1 4 0,-1 1 3 0,-1-1-7 16,2 1 0-16,-2 1 6 0,0 0-5 0,-2 2 3 0,0-2 0 0,-1 1-4 15,0 1 2-15,-2-1-2 0,1 0 2 0,-3 1-7 0,1-1 6 16,0-1-3-16,-3 1 1 0,0-1 10 0,0-1-5 0,-1 0 6 0,-1-1-1 15,-1-1 2-15,-1-2 0 0,1 0 1 0,-2-1 4 0,-1-1-2 0,-1-1 4 16,-1-1 1-16,-1 0 2 0,0-2 4 0,-2 0-1 0,-1-1 0 16,0-2 2-16,-1-1 2 0,0-1 1 0,-1 0-20 0,0-2 1 0,0-2 4 15,-2 0 1-15,-2-2 27 0,0-1 1 0,0-2-2 0,-2 0-3 0,0-2-4 16,-2-1-3-16,-1-3-2 0,-2-1-2 0,-2 0 3 0,-3-3-1 16,-28 2 3-16,-2-4 1 0,1-5-31 0,3-2 0 0,1-3-3 0,6-2-3 15,3 0 29-15,7-2-4 0,1 0 2 0,0-2 0 0,-2 1-8 16,1 0 2-16,2-2-4 0,-2 0 0 0,2-1 0 0,0 1-2 0,-1-1-1 15,-4-5-2-15,-27-11-11 0,7 3 1 0,10 4-2 0,14 7 0 0,-2 0 9 16,1 0 1-16,2-1-2 0,-1 0-1 0,2-1 1 0,-2-1-3 16,1 1 2-16,0 1 3 0,3-1 3 0,1 1-4 0,2 0 1 0,2 1 3 15,-1-2-2-15,2 0 3 0,0 2-7 0,2-3-8 0,-2 0 0 16,4 0-3-16,1-2 8 0,0 0-1 0,3-2-2 0,0-1 1 0,2 0 0 16,2-3-1-16,1-3 3 0,1-3-2 0,3 0 0 0,-1-2 1 0,2-1 4 15,1 1-4-15,0-3 2 0,3-2 3 0,0 0 2 0,3-4 1 16,3-5 6-16,2 1-3 0,2-3-5 0,3 1 2 0,3-2-3 0,3-1-1 15,3 0 1-15,2-2 2 0,0 3-5 0,2 0 3 0,1 3 5 0,3 2-2 16,0 1 6-16,1 2-4 0,0 1-4 0,3 3-3 0,1 0 2 16,3 0-2-16,0 1 0 0,2 1 11 0,2 1 0 0,0 3-3 0,1 0 1 15,2 4-20-15,-2 1 0 0,1 3-1 0,0 3 7 0,-1 1 5 0,3 1 3 16,-1 1 0-16,0 2-6 0,1 1-1 0,-1-1 2 0,2 3-2 16,-2-2 0-16,1 1 2 0,2 2-3 0,1 1 3 0,-20 8-2 0,5-2 2 15,0 2 0-15,3-1-3 0,1 1 1 0,2 1 0 0,0-1 2 16,3 1-3-16,0 1 2 0,-3 1-4 0,0 1 2 0,-2 1 2 0,-1 1-3 15,-3 1 2-15,0 1-3 0,-3 2-2 0,-1-1 1 0,-1 2 2 0,-1 0 0 16,-3 1 0-16,1 0 1 0,-2 0-1 0,-1 1 1 0,-1-1-1 16,-1 1 1-16,-1 0 5 0,0 0 6 0,-3-1-1 0,0 0-3 0,0 0-3 15,-2 0-3-15,0-1 2 0,-1 0 2 0,0-1-2 0,-1-1 1 0,0 1-1 16,-1-1 1-16,-1-1 1 0,-1 0 0 0,0 0 0 0,0-1 2 16,-1 1 1-16,-1-1-3 0,1 0-1 0,-1 1 1 0,-1-1 1 0,0 0 3 15,0 1 0-15,-1-1-2 0,0 1 1 0,-1 0-4 0,0-1 1 16,1 1 0-16,-2 0-6 0,1 0 1 0,0 0 0 0,0 0 2 0,-1 1 4 15,-1-1-1-15,1 0 2 0,-2 1-2 0,0 0 5 0,0 0-3 0,-1 0-1 16,0 0 0-16,1 0 1 0,-1 0-1 0,-1 0 4 0,1 1-5 16,0-2 0-16,-1 1 1 0,1-1 0 0,0 0-1 0,0 0 2 0,0 0 1 15,0 0-3-15,0 0 1 0,0 0-2 0,1 0-2 0,-1 0 4 0,1 0-1 16,0 0 0-16,-1 0 1 0,1 0 0 0,0 0-1 0,0 0 2 16,0-1-3-16,0 1 1 0,1-1-1 0,1 1 0 0,0 0 2 0,0 0-2 15,1 0-2-15,-1-1 1 0,2 1-3 0,0-1 2 0,0 1 2 16,-1-1 0-16,2 1 1 0,-1-1 0 0,1 0-1 0,0 0 0 0,0 1-2 15,0-1 0-15,1 0 2 0,0-1 2 0,0 1-2 0,-1 0 0 0,1-1-3 16,1 0 0-16,0 0 2 0,0 0 0 0,0 0 1 0,0 0-3 16,1 0 3-16,0-1-1 0,1 0-2 0,-1 1 3 0,1-1-1 0,0 0 0 15,0 1 2-15,1-1-1 0,-1 1-1 0,0 1-1 0,1-1 1 16,-1 1 1-16,1-1-1 0,-1 1 1 0,1 0-2 0,-1 1 0 0,1-1 3 16,0 1-2-16,-1 0-1 0,0 0 2 0,1 1-1 0,0-1 1 0,-1 1-1 15,-1-1 1-15,1 1-1 0,1-1-1 0,-1 1 0 0,0-2 0 16,0 1 2-16,0 0 0 0,0-1 2 0,1 1-2 0,-1-1-2 0,1 0 2 15,-1 0-2-15,1 0 2 0,0-1 2 0,-1 0-2 0,0 1 2 0,1-1-4 16,-1 1 0-16,0-1-3 0,1 0-6 0,-1 1-7 0,0-1-11 16,0 1-11-16,-1-1-11 0,1 0-13 0,1 1-15 0,-3-1-16 0,2 1-21 15,0-1-24-15,-1 1-6 0,0-1-4 0,1 1 0 0,0-1-40 0,-1 0-119 16</inkml:trace>
  <inkml:trace contextRef="#ctx0" brushRef="#br0" timeOffset="-145864.12">23342 8472 672 0,'-6'-11'106'16,"-2"5"-173"-16,2-3-15 0,2 6-11 0,2 2 7 0,1 1-16 16,0 0-13-16,0 1-93 0</inkml:trace>
  <inkml:trace contextRef="#ctx0" brushRef="#br0" timeOffset="-145314.14">22834 8199 386 0,'-8'-17'26'0,"1"0"-28"0,-1-3-1 0,4 3-3 0,2 1 5 15,2 0-3-15,0 0-3 0,3-1 1 0,0 1-3 0,3-1 6 0,2 2 1 16,1-2 4-16,1 0 4 0,1 0 1 0,2-3 3 0,3 0 3 15,0 0 1-15,0-2 0 0,3 2-1 0,1 1-4 0,1 0 1 0,3 0 3 16,1 2 6-16,4 2 4 0,1-1 5 0,4 1 3 0,0 1 0 16,3 2 0-16,2 2 2 0,2 1 2 0,3 1 2 0,0 2 2 0,1 3-4 15,2 2-4-15,2 2-8 0,1 3-3 0,0 1-6 0,1 2-4 0,0 3-3 16,1 0-2-16,-1 1-2 0,1 1-1 0,0 0 1 0,0 0-3 16,-1 0 4-16,-1 0 0 0,3 1-1 0,-3 2 3 0,-1 1 3 0,-1 0 4 15,-2 4 4-15,0 1 0 0,-2 0 2 0,-2 2 0 0,0 2 5 0,-1 0 2 16,-2 1-3-16,-1 0 0 0,-2 1-2 0,-2 1-3 0,-2 0 2 15,-3 3-4-15,3 0-1 0,-3 2-5 0,0 3 1 0,-1 0 0 0,-3 3-1 16,0 2 1-16,-1 3-4 0,0 1-3 0,0 2-5 0,-3 0-2 16,-2 1-5-16,-1-1-2 0,-3 1 0 0,-1 0-2 0,-1 1-5 0,-2 1-4 15,-3-1 0-15,-2-1 2 0,-4-1 2 0,-3-3 0 0,-2 0 5 0,-4 0-6 16,-3-2-7-16,-3 0-7 0,-4-1-9 0,-2-4-8 0,-4 0 1 16,-5-2 2-16,0-2 7 0,-5-1 8 0,-1-4 4 0,-3-3 4 0,-4-2 5 15,-1-3 5-15,-2 0 6 0,-1-1 9 0,-2-4 6 0,0-1 8 16,-2-2 16-16,0-4 17 0,0-1 15 0,-1-1 8 0,1-2 1 0,0 0-3 15,-1-2-3-15,-1-1-2 0,2 0-7 0,-1-3-5 0,0 1-11 0,0-1-9 16,0-2-10-16,-2-1 4 0,0-3-2 0,1-1 8 0,-1-2 10 16,2-1 0-16,1-3 7 0,-2-3-3 0,1-2-1 0,1 1-3 0,0-1-6 15,2-3-6-15,-1-3-10 0,1-3-6 0,1-2-4 0,0-2-6 0,-1-1-10 16,2-3-10-16,0-2-16 0,1-4-13 0,1-3-13 0,1 0-8 16,3-2-44-16,1 0-26 0,5-2-69 0,4-1-78 0,2-1-104 0,2-6-94 15</inkml:trace>
  <inkml:trace contextRef="#ctx0" brushRef="#br0" timeOffset="-144164.14">22281 2043 17 0,'-3'-5'21'0,"-1"0"4"0,1-1-8 16,1 2 2-16,0 1 1 0,0 1-6 0,0 1-3 0,1 0-4 16,0 1-2-16,1-1 4 0,0 1-1 0,1 0 0 0,0 1-3 0,0-1-2 15,1 1-5-15,0 0-7 0,1 0-3 0,0 0-4 0,-1 2 0 0,1 0-5 16,-1-1-6-16,0 0-1 0,1 1-9 0</inkml:trace>
  <inkml:trace contextRef="#ctx0" brushRef="#br0" timeOffset="-142730.52">20909 2301 46 0,'17'-5'50'0,"4"0"-8"0,5-2-3 0,0 2-8 0,-2 0-4 0,1 2 0 16,-1 0 2-16,2 1 1 0,-2 1-2 0,0 0-5 0,0 2-4 0,0 0 0 16,1 1-2-16,1-1 2 0,-3 1-2 0,2 1 0 0,0-1 2 15,1 1 3-15,1-1 4 0,-1 0 1 0,2-1 4 0,0 0 0 0,2-1 5 16,2-1 1-16,0 0 6 0,1 0-1 0,4-1 2 0,1 0 6 0,1-2-3 15,3 1-3-15,-1 0-5 0,1 0-7 0,2 1-7 0,1-1 1 16,1 0 1-16,1 1 0 0,1-1-1 0,2 1-2 0,-1 1-4 0,-1-2-4 16,2 2 1-16,0-1 2 0,0 0-4 0,-1 0-1 0,-2-2 2 0,-1 1 0 15,2 0 4-15,1-1 9 0,-2-1-1 0,0 0 1 0,-1 0-2 16,1-1 0-16,0 0 1 0,1-2-1 0,-1 0 1 0,1 0-3 0,0 1-1 16,0-1-4-16,-1-1-1 0,1 1 2 0,1 0 2 0,-2-1 0 0,0 0 1 15,-2 1-6-15,0 0-2 0,-1-2 0 0,-1 1-4 0,-1-1 2 16,0-1-4-16,-3 0 1 0,0 1 1 0,-1-2-2 0,-2 1 2 15,-1 0 0-15,-19 4 6 0,6-1 4 0,-1 1-4 0,2-3 3 0,1-1-10 16,1-2 3-16,1 0 4 0,3-2-7 0,-4-1 2 0,0 0-2 0,-3-2-5 16,-1 1 3-16,-2-1 2 0,-3-3-4 0,-1 1 3 0,-2-1 0 0,-2-1-3 15,-2 0 3-15,-2-1 2 0,-2 0-5 0,-3 2 2 0,-1-2-2 16,-3 0-1-16,-2 0 0 0,-3-1-2 0,-2 3-2 0,-3-2-1 0,-3 0 2 16,-2 2 0-16,-3-2-2 0,-2 2-2 0,-2 0 1 0,-3-1-3 15,-1 1 0-15,13 10 37 0,-3-2-2 0,0 1 18 0,-2-1-5 0,-1 1-33 16,-3-3-3-16,-1 2-15 0,-3-2 0 0,-1 1-2 0,-4-1 8 0,0 1 0 15,-5-2 2-15,0 2-1 0,-4 0-7 0,-1 0-1 0,-5 0 2 16,-1 1-4-16,-1 1 5 0,-3 2 5 0,0 1-4 0,-2 1 9 0,-2 1-6 16,-2 2 0-16,0 1-4 0,0 3-2 0,-2 0-2 0,0 3-1 0,-2 1 5 15,-1 2-2-15,1 3 6 0,-2 0 0 0,1 3 0 0,-1 0-29 16,0 4 9-16,-60 16-33 0,9 2 6 0,10 3 28 0,11 0-3 0,9-1 26 16,13 0-3-16,10-2-2 0,11-3 1 0,7-1 0 0,2 1 3 0,3-1 1 15,0 3-4-15,4-2 3 0,1 1-2 0,4-1-1 0,0 2 2 16,3-3-2-16,1 1 1 0,3-2 1 0,2 1-2 0,1-3 0 0,4 1-5 15,1-1 5-15,2-2-1 0,2 0 1 0,3-1 6 0,1 2-21 16,-2 14 5-16,5-5 0 0,5-9 0 0,2-9 16 0,3 1 1 0,2-2 0 16,3-2 0-16,2-1 3 0,5 0 0 0,4-2 3 0,2-2-4 0,7 0-2 15,2-3 6-15,7-1-4 0,3-1 1 0,5-1-1 0,2 0-6 16,5-2 1-16,3-1-1 0,2 0-4 0,1-2 2 0,0 0-1 0,-1 0 2 16,1-1 7-16,1 0-1 0,0-1 3 0,0-1-2 0,0 0-6 0,2 0 1 15,-1-1 3-15,0 0 1 0,0-1 1 0,-2 1-6 0,0 0 1 16,0-1 2-16,-2 0 2 0,-1 1 1 0,-4-1-2 0,-1 1-1 0,-3 0-3 15,-1-1 2-15,-1 3 1 0,-4-2-2 0,-3 1 1 0,-2 1-4 0,-3 0 1 16,-2 1-4-16,-3-1 4 0,-1 2 1 0,-4 0-2 0,0 1 2 16,-4 0-1-16,-2-1-5 0,-1 0 4 0,-3 1-1 0,-2 1 2 0,-7 0 19 15,1 0-7-15,-1 0 2 0,1 0 1 0,-1 0-18 0,0 1 7 16,-1-2-3-16,1 1 5 0,-2 1-1 0,-1-1 0 0,-1 1-1 0,0 0-8 16,0 0 5-16,-1 0-3 0,-1 0 7 0,0 0 3 0,-1 0-2 0,0 1 0 15,-2-1-14-15,1 0-4 0,-2 3 1 0,2-2-3 0,-3 1 15 16,0 1-3-16,-1-1 3 0,0 0 0 0,0 0 2 0,0 0-5 0,0 0 1 15,-1-1 1-15,-1 1-4 0,1-1-1 0,-1 0 2 0,0 1-4 0,1-2 0 16,1 1 2-16,1 0-1 0,-1-1-4 0,1 0 0 0,0 0-9 16,1-1-10-16,3 0-35 0,-1 0-31 0,1-1-26 0,1 1-30 0,0-2-16 15,2-1-21-15,1-1-36 0,-1 2-20 0,1-1-21 0,1 0-30 16,-1-1-140-16</inkml:trace>
  <inkml:trace contextRef="#ctx0" brushRef="#br0" timeOffset="-142446.52">21509 2950 801 0,'-31'-17'-22'0,"0"0"24"0,-3 0 22 16,9 4-20-16,8 5-48 0,1 0-59 0,1 2-44 0,1 1-141 0</inkml:trace>
  <inkml:trace contextRef="#ctx0" brushRef="#br0" timeOffset="-141764">19956 2886 933 0,'-21'-9'-27'0,"1"2"55"0,-1 1 0 0,10 5-10 0,5 3-18 15,3 1-11-15,1 2-8 0,1 1-11 0,3 2-1 0,1 1-8 0,1 0-7 16,2 2-5-16,1 1-4 0,0 1 5 0,0 1 4 0,-1-1 11 16,1 3 6-16,-1-1 7 0,1 0 8 0,-2 0 5 0,-1 1 5 0,0 0 3 15,-2 1 6-15,1-3 1 0,-1 1 4 0,0 0 4 0,0-1 4 0,0-3 2 16,0 1 1-16,0-2 2 0,0-2-5 0,2 0 2 0,-1-3-4 15,1-1 1-15,0-2 2 0,1-2 6 0,2-1 7 0,1-2 0 0,2-2 8 16,1-3 0-16,1-1 0 0,1-2 7 0,2-1 1 0,2-1 5 16,1-2 1-16,4-1 2 0,0-1 0 0,2 0-2 0,2 0-4 0,0 2-3 15,2 0-6-15,2 3-2 0,1-1-2 0,2 1-5 0,1 1-6 16,-1 1-5-16,2 2-2 0,-3 1-4 0,3 1 1 0,-1 2-7 0,0 1-3 16,1 2-3-16,-2 1-3 0,0 2-2 0,-1 2 2 0,-1 0 0 0,-2 1 0 15,0 2 0-15,-2 0 0 0,-2 3 3 0,-1 0-2 0,-4 1-1 16,1 0 3-16,-3 1-5 0,-2 1 2 0,-1 2 4 0,-2 2-4 0,-2 0 5 15,-1 1-4-15,-4 2 1 0,-1 1 2 0,-3 1-2 0,-3 1-2 0,-1 0-5 16,-5 1 2-16,-2 1-2 0,-3 0 8 0,-3 1 1 0,-1-1-2 16,-3 2 2-16,-3-1 0 0,-2-1 1 0,-5 1 0 0,-1-1 2 0,-4 1-2 15,-2-1 1-15,-2 0 0 0,-1-1 3 0,-2-4 1 0,-2 1 1 16,-1-2-2-16,-2-2 0 0,0 0 2 0,-4 0-1 0,1-1 6 0,0-3 1 16,-1 0 2-16,2-3 5 0,1-2-3 0,1-1 4 0,4-2 2 0,1-1-7 15,3-1 1-15,2-2-7 0,2-2-4 0,3 0 1 0,1-3-3 16,4 1-1-16,1-3 2 0,2-1-4 0,4-2-2 0,-2-2 5 0,2-3-1 15,4 0-5-15,0-1 3 0,5-2 0 0,3-1-5 0,2-1 3 0,3-1-3 16,3-1 0-16,2-1 0 0,2-3 4 0,2 1-1 0,2-3 2 16,3 3 1-16,1 0-2 0,3 1 2 0,2 2-5 0,1-1 1 0,-1 0-2 15,3 3 3-15,1 0-2 0,1 1 3 0,3 3 1 0,1 2-2 16,1-1-2-16,-1 3 0 0,1 1-1 0,-1 2-4 0,-1 3 10 0,3 2-9 16,-3 0 6-16,2 2-3 0,-3 0-2 0,1 2 1 0,-1 1-10 0,-1 0 3 15,-1 1-7-15,-3 2-4 0,1 1-7 0,-3 2-8 0,0 0-5 16,-3 1-5-16,-1-1-7 0,0 0-8 0,-2 1-15 0,-3-1-17 0,1 1-16 15,-2-2-22-15,3-1-18 0,0-1-31 0,4-2-22 0,2-2-10 0,4-4-68 16,5-2-34-16</inkml:trace>
  <inkml:trace contextRef="#ctx0" brushRef="#br0" timeOffset="-141197.45">22414 3022 2018 0,'-28'-22'-34'0,"2"3"74"0,0-1-4 0,12 8-6 16,9 5-18-16,3 1-8 0,4 2-10 0,4 0-4 0,5 1-1 0,4 2-3 16,5 1-1-16,7 2 3 0,4 2-1 0,7 2 2 0,3 2-2 15,4 0 1-15,5 1-4 0,4 2-3 0,1 1-3 0,3 0 0 0,1 0 1 16,2 0 11-16,-1-1 0 0,1 0 2 0,-2 1 5 0,1-2 2 16,0-1 0-16,-1-3 3 0,2-2-2 0,-2-1 2 0,1-2 3 0,0-2 6 15,0-2 4-15,0-1 4 0,0-3 3 0,-1-2 1 0,0-1 5 0,0-2 3 16,-1-1 1-16,1 0 5 0,-1-2-3 0,0 0 4 0,-1-1-2 15,-3 2 0-15,-2-2-1 0,-2 0 1 0,-4 0-3 0,-3 1 2 0,0-1-5 16,-5 0 1-16,-3 0-3 0,-1 3-5 0,-5 1-2 0,-2 2-9 0,-2 2-4 16,-3 1 0-16,-3 2-5 0,-2 1-2 0,-6 2 3 0,-2 1-6 15,-3 2 2-15,-3-1 0 0,-2 1 2 0,-2 1-2 0,-2 1 0 0,-3 1 0 16,-4 0-4-16,-3 2 0 0,-6 1 1 0,-4 1 1 0,-3 1-1 16,-5 0 1-16,-1 0-1 0,-5 1-3 0,-1 1 3 0,-2 0 0 0,-3-1 0 15,0 1 1-15,0 0 0 0,-4 1 4 0,-1 1-4 0,-2 1 1 0,-2 0-1 16,-1 2-2-16,-1-1 4 0,-3 2-3 0,-2-1-5 0,-3 2 6 15,-1 2-2-15,-1 0 2 0,-4 1 2 0,-1 0 0 0,-2-1-8 0,-2 1-3 16,2 1 4-16,0-2 2 0,1 3 8 0,1-1 0 0,4-1 0 0,2 1-4 16,3-1 1-16,4-2 1 0,3 1-4 0,5-3 3 0,4 0-3 15,4-1 2-15,6-1-1 0,3-1-12 0,6-3-3 0,5 0-6 0,3-1-7 16,5-1-8-16,3-1-20 0,3-3-36 0,5-1-27 0,1-2-9 16,3-2-6-16,6-1 0 0,4-3-13 0,7-2-28 0,5-2-45 0,6-2-26 15,4-2-89-15,6 0-68 0</inkml:trace>
  <inkml:trace contextRef="#ctx0" brushRef="#br0" timeOffset="-140630.45">21294 3457 1371 0,'-39'-22'112'0,"1"0"-107"0,-6-2 12 16,13 10-2-16,12 5-6 0,5 2-5 0,2 1-8 0,4 3-9 0,2 1-21 16,3 3-20-16,2 1-18 0,2 1-5 0,2 2 8 0,2 0 9 15,2 1 13-15,3 0 4 0,2 0 2 0,2-1 1 0,3-1-1 0,6 1 0 16,1-2 0-16,7 1 4 0,3-3 3 0,6-1 6 0,3 0 1 16,4-3 2-16,4 0 5 0,4 0 3 0,3-1 5 0,2 1 2 0,0-1 3 15,4 0 0-15,-3 0 4 0,2-1 4 0,0 1 12 0,0 0 12 0,0 0 13 16,-2 2 11-16,-1 0 6 0,-2 1 6 0,-1 1 3 0,-4 1 5 15,-2 1 3-15,-4 1-2 0,-3 2-1 0,-1 1-3 0,-6 0-8 0,-3 2-1 16,-3 0-6-16,-5 3-7 0,-4 0-3 0,-4 2-8 0,-4 2-6 0,-5 0-5 16,-4 5-1-16,-4 2-2 0,-5 1 3 0,-3 3-2 0,-8 0-4 15,-6 2-2-15,-5 2-6 0,-8 3-9 0,-5 1-2 0,-4 2-2 0,-5 1-6 16,-2 0 13-16,-4 1-4 0,-5-1 9 0,-2 4-1 0,-2-2 0 16,-3-1 0-16,-2 2-5 0,0 0-7 0,-2-1 2 0,2-1-1 0,-1-2-2 15,1-3 10-15,1-3-2 0,2-1-1 0,2-3 1 0,5 0-2 0,5-3-1 16,4-4-2-16,3-1-8 0,6-4 0 0,3-3-5 0,3-4-10 15,6-4-11-15,4-4-8 0,5-5-20 0,6-3-22 0,4-5-26 0,5-6-25 16,7-3-8-16,5-6-6 0,7-3 10 0,9-4 14 0,7-3 21 0,10-4 21 16,6-4-5-16,8-2-141 0</inkml:trace>
  <inkml:trace contextRef="#ctx0" brushRef="#br0" timeOffset="-138680.27">32608 14751 1186 0,'2'-2'96'0,"0"0"-55"0,2-1-32 16,1-2-10-16,2-1-5 0,2-2-1 0,1-1 1 0,1 0-1 0,2-1 0 16,-1-1-2-16,2 1 50 0,0-1-4 0,-1 1-6 0,2 0-4 0,-1 0-58 15,-7 6-11-15,1 0-2 0,0 1-1 0,0 0 6 0,2 0 7 16,0 1 4-16,0 0 0 0,0 0-7 0,1 1-2 0,-1 0-11 0,1 2-12 16,1-1-9-16,0 2-13 0,1 0-4 0,-1 0 0 0,1 1 12 0,-1 0 20 15,0-2 12-15,0 2 7 0,-2 0 0 0,0 0-10 0,-1 0-1 16,-1-1 7-16,-1 0 13 0,-1 0 11 0,-2 0 8 0,-2 0 7 0,-1-1-1 15,-2 0 2-15,-2 0 4 0,-2 0 3 0,-2 1 11 0,-2-1 13 16,-2 2 21-16,-2 0 25 0,-3 0 26 0,-14 6 27 0,-3 2 20 0,-2 0 20 16,2 2-33-16,2 0-3 0,2 1-12 0,3-2-19 0,7-2 33 0,0-1-21 15,1 1-16-15,2-2-20 0,2-1-16 0,-1-1-14 0,4-1-15 16,0-2-9-16,3 0-19 0,2-2-14 0,1 0-22 0,2-1-9 0,1-2-1 16,1 1 0-16,2-1 16 0,2-2 3 0,2-1 2 0,0-2 5 0,2-1-1 15,4 0 2-15,2-2-2 0,3-1-5 0,0 1 59 0,4-2-4 16,2 0 6-16,2 0 1 0,-11 6-60 0,1-1 0 0,1 0-3 15,1 1-1-15,1-1-5 0,3-1-1 0,0 0-3 0,1 0-5 0,1 0 4 0,2-1 4 16,1 1-3-16,1-2-4 0,0 1-3 0,2-1-3 0,0 1 3 16,2-1 68-16,-1 0-1 0,0 2 4 0,-1-2 0 0,1 1-62 0,-2 1 4 15,1-1 3-15,-1 1 5 0,-2 0 2 0,0 2 9 0,-2 0 4 16,1-1 5-16,-2 1 1 0,-2 1 0 0,0 0 6 0,-1 0-4 0,-2 1 1 16,1 0-1-16,-2 1-4 0,-1 0 4 0,-2 0 4 0,0 0-6 0,-1 1 2 15,0 0-3-15,-2 2 1 0,-1-2 3 0,0 1 0 0,-2 0-3 16,1 0-4-16,-2 0-1 0,1 1 3 0,-1-1 38 0,-2 1 1 0,1-1-4 15,-1 1 0-15,1 0-35 0,-1 0 0 0,0 0 1 0,0 0 2 0,-1 0-4 16,1 0 3-16,-1 1 6 0,1-1-5 0,-1 1 1 0,2-1 1 16,-2 1-6-16,1 0 6 0,0-1 1 0,1 1-5 0,-1 1 0 0,-2-1-1 15,2-1-3-15,1 2 3 0,-1-1 0 0,1 1-7 0,-1-1 2 16,0 1 1-16,0 0-6 0,0 0-4 0,0 0-8 0,-1 0-6 0,0 0 2 16,1 1-5-16,-1-1-4 0,-1 1-6 0,1 0-7 0,0-1-18 0,-2 1-4 15,1 0-22-15,0 0-22 0,0 0-25 0,0 0-45 0,-1 0-36 16,1 0-65-16,-1 1-142 0</inkml:trace>
  <inkml:trace contextRef="#ctx0" brushRef="#br0" timeOffset="-136763.27">21644 16312 1216 0,'-9'2'519'0,"0"0"-374"0,-1-1-52 0,2-1-16 0,3-2-27 0,0 0-28 15,3-1-27-15,1 0-23 0,2-1 1 0,2-1 1 0,2 0 8 0,2-2 10 16,1 0-9-16,3 0 7 0,1-2 0 0,1 0 5 0,1-1 8 16,-1 0-5-16,1-1 4 0,2-1-7 0,2 0 0 0,1-1 9 0,3-1-5 15,1-1-2-15,1-1 1 0,4-1-2 0,0-1 15 0,3 1 5 16,1 0-7-16,2-1-2 0,1 0-9 0,3 2 2 0,2-1 1 0,2 1 3 15,3 0-7-15,3 0 3 0,1-1-2 0,2 0-1 0,1 1 8 0,4-1-7 16,2 1 3-16,1 0-15 0,4 2 8 0,1-1 2 0,2 1 0 16,3 1 12-16,0 0-9 0,3 3 4 0,1-1 1 0,0 2 0 0,1 0-1 15,-1 2-3-15,1 1 0 0,-1 1 0 0,0 1 3 0,-1 2-3 16,0 1-2-16,-1 1 4 0,1 2 1 0,0 2-2 0,0 1 0 0,-1 1 4 16,-1 2-7-16,-1 2 4 0,-1 0 0 0,-1 2-3 0,-2-1 5 0,-2 2-5 15,0 1 6-15,0 2 5 0,-3 1-4 0,0 3 2 0,-1 3-1 16,-2 0-1-16,-1 2 5 0,-1 2 4 0,-3 2-7 0,-1 1 2 0,0 2 3 15,-3 3 0-15,-2 1 3 0,-4 0-10 0,-2 2 1 0,-3-1 0 0,-3 0-3 16,-2 1 8-16,-5 0-8 0,-2 1-9 0,-4 1 9 0,0 1 0 16,-3 0 5-16,-3 1 6 0,-4-1-11 0,-3 1-5 0,-2 0-11 0,-5 1-4 15,-1 0-16-15,-4 1-4 0,-3-1-3 0,-4-1 2 0,-4 0 16 0,-4 0 9 16,8-21 8-16,-4 5 4 0,0 3 4 0,-6 3 10 0,-3 3 3 16,-4 4 5-16,-4 0 4 0,-6 7-3 0,-5 1 4 0,-3 0 6 0,-5 1-2 15,-3 1 10-15,-2 2 5 0,-5 0-5 0,30-26 15 0,-6 5-6 0,0 0-2 16,-5 4 5-16,-2-1-21 0,-4 5 6 0,-2-2 2 0,-5 5-13 15,0 1 12-15,-5 1 27 0,-2 0-12 0,-4 3 16 0,-1 0-17 0,-5 1-38 16,0-1 2-16,-5 2-8 0,0-1 3 0,-1-3-12 0,1-1 12 16,0-1-16-16,0-3 1 0,-1-2 4 0,0-2-23 0,1-5 20 0,0-1 8 15,-1-2-10-15,1-4 11 0,2-3-17 0,-2-3-6 0,2-2 15 0,-1-3-10 16,3-3 11-16,-2-4 9 0,1-3-4 0,0-4 10 0,1-4 1 16,2-4-1-16,-1-4-1 0,0-2 5 0,2-3-5 0,0-6 8 0,1-2 11 15,1-5-38-15,0-3-2 0,1-5-10 0,1-3 1 0,1-4 21 16,2-3-3-16,-56-55 2 0,13 1-30 0,12-1 15 0,14 1 3 0,14 5-3 15,12 6 22-15,13 8 6 0,10 11-3 0,7 3-7 0,5 1 0 0,-7-59-7 16,12 19 8-16,11 19 1 0,7 20-9 0,6 9 0 0,3 2 0 16,2 4 0-16,4 3-2 0,3 3-1 0,3 4 4 0,4 3-2 0,0 3 2 15,5 2-8-15,0 6-13 0,4 2 13 0,1 4-9 0,2 2 2 0,6 3 13 16,-2 2-20-16,2 3 4 0,4 3-10 0,0 3-2 0,3 0 7 16,1 3 0-16,-1 0 9 0,1 3-11 0,-1 1 17 0,1 2 4 0,-1 2 0 15,-2 2 6-15,-2 0-11 0,-1 3-1 0,0 0 9 0,-2 1-5 0,-3 2-4 16,1-1 9-16,-4 2-5 0,-3 1 10 0,1 0 4 0,-3 2-14 15,-1 0 10-15,-1 1 0 0,-4 1 2 0,0-2 1 0,-4 1 9 0,-3-1-2 16,-1 2-1-16,-3 2 6 0,-1-1-10 0,1-2 2 0,-3 1 0 16,-3-1-6-16,-2 0 3 0,-2-1 3 0,0 2 1 0,-3-1-4 0,1-2 0 15,-2-1-4-15,-2-1 3 0,1 0 11 0,-2-1-12 0,-1 0 0 0,0-2-2 16,0 1-3-16,-1-2 1 0,0-2-1 0,-1 1 0 0,0-1 6 16,-1 0 5-16,1-1-1 0,-1 1-4 0,0-2 6 0,0 1-5 0,-2 0-2 15,0 0 14-15,-1 0-9 0,1 0 1 0,-1-1-5 0,0 1 1 16,1 0 0-16,-1 1 7 0,0-1-7 0,0 0-5 0,0 0 1 0,0-1-2 15,-2 2 6-15,1 0-9 0,-1 0 2 0,1 0 2 0,2-1-11 0,-2-1 12 16,2 1-10-16,-1 1-3 0,1-2 14 0,0 1-8 0,0-1 6 16,2 0 1-16,-1 1-5 0,0-1-4 0,1 1-5 0,-1-1 8 0,1 0-1 15,0 0 0-15,-1-1 2 0,0 1-3 0,1-1 1 0,0 0 5 0,1 0-1 16,-1 1-9-16,2-1 2 0,-1-1-1 0,0 1 5 0,0 0 1 16,0 0-9-16,0 1 7 0,-1-1-12 0,0 0 5 0,1 0 5 0,-1 1-15 15,1-1 9-15,-1 1-15 0,0 0-6 0,0 0 5 0,0 1-11 0,1 0 1 16,-1 0-18-16,-1 0-17 0,0 0-4 0,1 0-26 0,-1 0-19 15,0 0-24-15,-1 1-27 0,0-2-15 0,1 1-32 0,-1-1-57 0,-1 0-86 16,-1-1-98-16,-2-4-135 0</inkml:trace>
  <inkml:trace contextRef="#ctx0" brushRef="#br0" timeOffset="-134545.97">27063 17244 1336 0,'0'-6'472'0,"0"1"-360"0,0-1-49 0,1-1-43 16,1-1-22-16,1 0 11 0,0 1 3 0,3 2-3 0,-1 0 6 15,2-1-8-15,2 1 3 0,0 0-1 0,2 1-5 0,4-1-1 0,1 1-7 16,3 1 4-16,4 0 5 0,2 0 5 0,3 0 3 0,4 1 1 15,2 0 7-15,4 0 12 0,2-1 1 0,3 1 1 0,3-1 10 0,6 0-2 16,0 0 13-16,4-1-5 0,5-1-9 0,12-2-19 0,54-4-15 0,-8 2-2 16,-13 0-6-16,-23 5 11 0,2-1-1 0,3 0-4 0,1 3-1 0,2-1 9 15,0-1-1-15,3 0 1 0,1 0 0 0,1-1-7 0,1-1-1 16,0 0 5-16,2 1-6 0,0-1-7 0,1 2 10 0,-1 0-3 0,-3 0 6 16,2 1-1-16,-3 0-7 0,0 2 1 0,0 0-6 0,-4-1 7 15,0 1 3-15,-4 0 6 0,-2-1 1 0,-1 1-7 0,-5 0 8 0,0-1 7 16,-3 0 7-16,-1-1 8 0,-3 0-5 0,-4-1 11 0,-1-1 0 0,-4 0 0 15,-2 0-3-15,-2 0-13 0,-4 0 3 0,-1 0 2 0,-5 1 1 16,-1 0 3-16,-3-2 0 0,-2 1-2 0,-4-1 7 0,-2 0-12 16,-1 0-10-16,-5 0 9 0,-2 0-11 0,-3 1-1 0,-2 1 3 0,-3 1-9 15,-1 0 4-15,-1 0-10 0,-3 2-3 0,-4-1-2 0,-3 1-7 0,0 0 3 16,-2 1-7-16,-3-1-6 0,0 0 5 0,-5 1-12 0,1 0-7 0,0 0-11 16,-2 0-20-16,1 0-9 0,-2-1-22 0,0 1-33 0,0-1-35 15,-3 1-30-15,-2 1-22 0,-4 1-40 0,-4 0-61 0,-3 1-91 0,-3 2-131 16,-2 2-144-16</inkml:trace>
  <inkml:trace contextRef="#ctx0" brushRef="#br0" timeOffset="-131262.52">32123 17518 189 0,'7'-1'68'0,"-1"1"-15"16,2-1-2-16,2 0-8 0,1 0-14 0,1 0-5 0,2 1-4 16,-1 0 0-16,0 1 2 0,1 0 0 0,1 1 1 0,1 1 5 0,1 0-4 15,-1 1 5-15,2-1-4 0,2 1-5 0,-1 0-5 0,2-2-6 16,1 2-2-16,1-1-3 0,1-1-5 0,3-1-4 0,1-2-5 0,4 0 32 16,1-2-7-16,3-3-12 0,-17 3-10 0,4-2-45 0,-1 1-8 0,5-2-7 15,0-1-10-15,3-1-6 0,3-1-3 0,2 1 2 0,0-2 6 16,5-2 27-16,1 1 8 0,5-2 9 0,3 1 12 0</inkml:trace>
  <inkml:trace contextRef="#ctx0" brushRef="#br0" timeOffset="-126429.65">26777 17772 530 0,'3'-1'49'0,"1"-1"-27"16,2 0-12-16,0 0-1 0,1-1-7 0,2 0 1 0,1-1-2 0,0 1-3 15,-1-1 5-15,0 1-2 0,-1-1-3 0,0 0-6 0,0 1-4 0,0 0-7 16,0-1 7-16,0 0-6 0,-1 2 2 0,-1-1-1 0,0 0-6 0,0 0 3 16,-1 1-8-16,0-1 3 0,0 1-4 0,-1-1-4 0,1 0 3 15,0 0-3-15,-1 0-1 0,1-1-6 0,0 0-8 0,0 1-2 0,0-1 2 16,0 1 8-16,1-2-2 0</inkml:trace>
  <inkml:trace contextRef="#ctx0" brushRef="#br0" timeOffset="-126162.65">27214 17596 138 0,'13'-4'72'0,"-2"0"11"0,5-2-9 0,2-1-8 15,2 0-9-15,5-2-9 0,1 0-4 0,-1 0-9 0,2 0-4 0,0-1-6 16,3 3-4-16,0-2 3 0,3 0-1 0,0 1 1 0,3-1-4 0,0 0-3 16,2-1 0-16,2 0 1 0,1 0 2 0,2 1-5 0,2-1 0 15,0 0-1-15,2-1 0 0,0 1 1 0,2 1-2 0,0-1 3 0,-1 2-4 16,1-2 2-16,-1 1 12 0,1 0 0 0,-2 1 11 0,0 0 13 0,-1 1 6 15,1 1 22-15,-2 0 13 0,0 0 9 0,-1 1 10 0,0 0-12 16,0 1-3-16,-1 0-6 0,0 0-13 0,-1 0-13 0,0 1-4 0,-1 0-11 16,1 0-6-16,-2 0-3 0,-1 1-4 0,1-1-4 0,-1 1-7 15,0 1 7-15,-2 0-7 0,-1 0 0 0,-1 1 2 0,-1-1-18 0,0 1 5 16,-3 1 3-16,0 0-7 0,-2 0 8 0,-1 1-7 0,-1 1-2 0,0 0 6 16,-3 0-9-16,1 1-1 0,-1 0 0 0,-2 0-6 0,1 1 2 15,-1-1-9-15,-2 1-15 0,1-1-12 0,0 0-37 0,-1 1-41 0,0-1-36 16,1 1-52-16,-2-2-55 0,1 2-58 0,-1-1-65 0,0 0-282 0</inkml:trace>
  <inkml:trace contextRef="#ctx0" brushRef="#br0" timeOffset="-102360.66">11903 11076 1644 0,'-9'-3'263'0,"1"1"-134"0,0 0-39 0,4 1-45 0,4 1-16 16,1 2-5-16,2 1-12 0,2 1-5 0,3 1-4 0,2 4-8 0,2 2 5 16,1 2 2-16,3 2 2 0,0 1-1 0,1 2-4 0,0 2 1 0,4 0 0 15,0 0 3-15,2 1-3 0,1 0-3 0,1 0-2 0,3-2 4 16,2 0-1-16,0-4-5 0,1 0 1 0,-1-1-7 0,-1-2 0 0,0-1 14 15,1 0-4-15,-1 0 0 0,1-2-1 0,-1 0-9 0,0-1 1 0,-2-1-4 16,-1-4-4-16,-1 1-6 0,-1-1-5 0,-2-2-4 0,-3-1-14 16,-2-1-24-16,-1-2-19 0,-1-1-30 0,-1 0-24 0,-1-3-36 0,-2-2-34 15,-1-2-27-15,-2-2-11 0,-2-1 10 0,0 1-109 0</inkml:trace>
  <inkml:trace contextRef="#ctx0" brushRef="#br0" timeOffset="-102194.66">12694 11217 419 0,'-6'-14'194'0,"0"-3"-22"15,-2-2-26-15,0 3-18 0,2 4-17 0,0 1-16 0,2 2-5 16,0 0-4-16,0 3-1 0,2 1-4 0,0 2-10 0,0 1-10 0,1 1-16 15,0 1-15-15,1 1-14 0,0 2-4 0,0 2 0 0,1 2 5 0,1 1 3 16,0 2 3-16,1 2 0 0,0-1 1 0,1 3-2 0,0 1-4 16,-1 3-1-16,1 1-2 0,0 2 0 0,1 2-4 0,-1 0-3 0,1 4-2 15,0-1-7-15,0 2-4 0,2 0 7 0,1 0-4 0,1 1 8 0,0 1-4 16,1 0-17-16,2-1-6 0,2 1-20 0,0-1-42 0,0 1-48 16,2-1-72-16,1 1-79 0,-1 1-47 0,-5 2-27 0,-2 0-143 0</inkml:trace>
  <inkml:trace contextRef="#ctx0" brushRef="#br0" timeOffset="-101627.66">12969 11575 712 0,'-2'-21'220'0,"0"-3"-86"0,2-4-7 0,3 1-24 15,0 5-29-15,3 2-23 0,1 0-15 0,1 2-11 0,2 3-3 0,1 0-3 16,0 1 0-16,2 1-6 0,1 1-5 0,2 2-5 0,0-1 0 16,1 1-2-16,2 0 0 0,1 0-1 0,1 1 0 0,1-1 2 0,1-1-5 15,1-1 3-15,2-1 3 0,-2 0-5 0,1 1 7 0,-2-1-4 0,-1 0 2 16,-2 0 4-16,-1 0 3 0,-2 1 9 0,-1-1 6 0,-2 1 10 15,-2 0 10-15,-2 1 2 0,-3 2 5 0,-2-3 4 0,-2 2 4 0,-2 0 7 16,-1 1 0-16,-2 1 1 0,0 2-7 0,-4-1-7 0,0 2-6 16,-3 0-9-16,-1 1-2 0,-2 2-8 0,-2 1 1 0,0 1-8 0,0 2 3 15,-1 2 1-15,-1 0-4 0,-1 4 5 0,2-1-11 0,-1 2-2 0,0 3 6 16,0 0-8-16,1 0 3 0,1 2-6 0,3-2-4 0,1 2 0 16,2 1-2-16,3-1 4 0,1 1-4 0,3 0-8 0,2-1 3 0,1 2-1 15,2-3-2-15,3 1 10 0,0 0-5 0,4-1 5 0,1-1 3 0,3-2-6 16,1 2 9-16,2-1-9 0,1-1-1 0,0 1 1 0,2-2-4 15,1-2 2-15,1 2-3 0,3-2 8 0,-1-1-5 0,2-1 5 0,0-1-15 16,-2-1 0-16,2-1 4 0,-1 0-7 0,1-2 11 0,-2 0 2 16,2-2-14-16,-1-1 0 0,-1-1-7 0,0-2-24 0,-2-1-8 0,0-3-19 15,-2 0-1-15,-1-3 2 0,-1-1 15 0,-2-2 14 0,-2-1 19 0,0 0 11 16,-1-3 11-16,-2 1 4 0,-3 0 4 0,-2 0 2 0,-4 0 1 16,1 0 0-16,-2-1 2 0,-1 0 0 0,-1 1-2 0,-1-1 1 0,0 2-3 15,0 1 0-15,0 1 2 0,-1 2-7 0,-1 2 0 0,1 2 6 0,-1 2-6 16,-1 1 2-16,0 1-4 0,0 2-4 0,-1 1 2 0,0 2-2 15,-1 1-2-15,0 1-2 0,-1 2 5 0,1 0 2 0,1 2 2 0,0 2 11 16,2 0-4-16,1 3 0 0,0 1 2 0,3 0-10 0,1 3 1 16,2 0 2-16,3 3-2 0,2-1-2 0,2 1-3 0,2-1-2 0,2 0 5 15,-1 1-3-15,4 0 2 0,-1-1-1 0,1 0 2 0,2 1 0 0,0-1 2 16,0 0-1-16,0 2 2 0,0-2 8 0,-2-2 2 0,-3 0 11 16,0 0-2-16,-2 0 4 0,-2-1 5 0,-1-2-8 0,-4 2 2 0,-1-3-13 15,-1-1-6-15,-2 1-3 0,-2-1 4 0,-1 2 8 0,-3 1 4 0,-3 1-4 16,-1 0-7-16,-5-1-10 0,-3 2-19 0,-3 0-15 0,-4-1-23 15,-4 1-22-15,-1-2-10 0,-2 0-9 0,1-1-6 0,0-1-2 0,0-2-9 16,0-1-8-16,4-1-10 0,3-2-25 0,3-1-35 0,2-2-48 16,4 0-62-16,0-2-232 0</inkml:trace>
  <inkml:trace contextRef="#ctx0" brushRef="#br0" timeOffset="-101060.66">14756 10490 2077 0,'-8'-5'136'0,"1"3"-63"16,-1 0-25-16,5 7-33 0,3 4-19 0,4 5-1 0,3 4-2 15,2 4 1-15,1 6 4 0,1 2 1 0,0 6 2 0,-1 0-10 0,-1 4 3 16,0 5-1-16,-1 3 2 0,0 5 4 0,-1 5-1 0,0 4 1 16,-1 2-4-16,-1 4 4 0,-2 3-1 0,0 2-8 0,-4 3-1 0,-2 4-8 15,-2 1-5-15,-3 1-12 0,-2 0-22 0,0-1-22 0,0-5-22 0,0-4-4 16,2-4 10-16,1-6 11 0,1-6 15 0,1-6 17 0,1-5 9 16,1-7 10-16,1-6 16 0,2-2 1 0,1-4 4 0,1-6-7 0,0-3-24 15,2-5-33-15,-1-3-47 0,1-3-52 0,0-5-69 0,0-4-218 0</inkml:trace>
  <inkml:trace contextRef="#ctx0" brushRef="#br0" timeOffset="-100627.66">15264 10713 1130 0,'-6'-8'123'0,"2"2"-64"0,0 0-10 0,3 3-18 16,3 2-15-16,3 2-12 0,2 0 4 0,2 2 5 0,1 2 4 15,2 1 13-15,2 2 7 0,-1-1 11 0,2 3 7 0,0 2 0 0,1 1 1 16,2 2 1-16,-3 0-9 0,3 2-8 0,0 0-7 0,1 1-12 0,0-2-3 16,4 3 2-16,0-2-8 0,1-1-1 0,2-1-2 0,-1 0-5 15,1-1-4-15,0-1 3 0,1 1-2 0,-1-2-4 0,-2-1 3 0,0 0-9 16,-2-1-5-16,0 0-4 0,-1 0-10 0,-2-2-9 0,-2-1-25 0,-2-2-24 15,-1-2-21-15,-3-3-15 0,1-2-11 0,-2-2-22 0,-1-3-30 16,0-3-32-16,-1-1-19 0,1-1-69 0,-2-1 38 0</inkml:trace>
  <inkml:trace contextRef="#ctx0" brushRef="#br0" timeOffset="-100477.15">15974 10759 390 0,'-5'-14'166'0,"-1"-2"-50"0,0-2-16 16,0 1-20-16,2 3-15 0,2 2-13 0,-1 1-5 0,0 3-2 0,0 0-5 15,0 3-3-15,0 1-3 0,0 2-12 0,0 1-4 0,1 2-3 0,-1 2-3 16,0 1 12-16,-1 2 4 0,-1 2 9 0,0 2 6 0,-1 2 0 15,1 4 8-15,0 0-6 0,1 1-1 0,-2 4 4 0,0 1 0 0,-1 1 7 16,-1 5-3-16,2 2-3 0,-3 3-2 0,1 1-8 0,0 1-6 0,-1 1-12 16,-1 1-5-16,2 1-3 0,1-3-8 0,0 0 1 0,3-4-5 15,0 1-11-15,2-2-3 0,1-1-38 0,1-2-52 0,2-2-69 0,1-2-88 16,1-3-97-16,2-2-269 0</inkml:trace>
  <inkml:trace contextRef="#ctx0" brushRef="#br0" timeOffset="-99928.15">16168 10887 1425 0,'1'-8'103'0,"1"0"-25"0,2 0-9 0,3 2-19 0,1 0-12 16,2 2-11-16,3 0-15 0,3 2-8 0,0 1-4 0,0 0-1 0,1 0 4 16,-1 1-1-16,0 0-4 0,-1 0-2 0,0 2-2 0,0 0-2 15,0-1 3-15,-4 0-4 0,1-1 0 0,-2 0 5 0,-1-1 2 0,0 0 8 16,-1-2-1-16,-2 0 3 0,0-2 8 0,0 0 1 0,-2-2 4 15,-1-1-1-15,0 0 5 0,-2-2 2 0,-1 0 3 0,-1 1 5 0,-2-2 1 16,-2 1 2-16,0 0 4 0,-2 2 7 0,-1 1 4 0,-2-1-3 0,-2 3-4 16,0-2-18-16,-1 2-8 0,0 1-4 0,-2 0-8 0,-2 3-4 15,0 1 4-15,0 2-8 0,-1 1 0 0,-1 1 5 0,2 1-10 0,-1 2 8 16,0-2-6-16,2 3-6 0,2 0 6 0,0 1-5 0,1 1 7 0,1 1 2 16,2 0-1-16,3 1 3 0,0 0-3 0,3-1 3 0,1 1-3 15,2 1-6-15,3-2-1 0,1 1 2 0,3 0-5 0,1-1 8 0,5 0 1 16,2-1-1-16,2 0 2 0,2-1-1 0,2-2-2 0,3 1 0 15,1-2 4-15,1 0-2 0,1 0-1 0,0-2 2 0,-1-1 3 0,-1-1 0 16,2-2 5-16,-2-2 1 0,-1-1-3 0,0-1 4 0,-4-2 2 0,1 0 2 16,-2-2 1-16,0 0-1 0,-2-1 2 0,3 0 2 0,-1 0-1 15,-2 0 0-15,1-2-1 0,-3 1-2 0,0 0 3 0,-2 1 0 0,1 0-1 16,-2 2-3-16,-1 1 1 0,-2 0-1 0,-1 3 3 0,-2 0 6 0,-1 2-1 16,-2 0-2-16,1 2 1 0,-1 0-4 0,0 2 0 0,0 1-4 15,0 2-2-15,-1 1-4 0,1 3-4 0,-2 2 4 0,1 2-1 0,-1 1-1 16,-1 0-3-16,0 1-1 0,-1 1 0 0,0 0 4 0,0 0-3 15,-1 2 2-15,-1 0 4 0,0 0 0 0,-2 2-1 0,-2-1 3 0,-1-2-1 16,-2-1 2-16,-2 0 0 0,0 0 1 0,-3-2 3 0,-1 0-9 0,-3 1 5 16,-1-1-5-16,-3-1-2 0,-1 1 1 0,0-2-3 0,0-1 4 15,1-1-10-15,-1-3 5 0,2 1-3 0,0-1-4 0,1-3 0 0,3 1-3 16,0-2-5-16,1-2-8 0,3 1-3 0,2-1-11 0,2-1-2 0,1 0-3 16,2 0-8-16,1 1-4 0,2-1-11 0,1 1-13 0,1 0-16 15,1 1-27-15,2 0-21 0,0 1-24 0,1 2-17 0,1 1-32 0,2-1-50 16,1 2-50-16,1 0-72 0,2-1-69 0</inkml:trace>
  <inkml:trace contextRef="#ctx0" brushRef="#br0" timeOffset="-99011.15">17701 10048 2475 0,'-23'6'123'0,"0"5"-15"16,-8 6-56-16,4 8-22 0,3 8-4 0,1 7-6 0,1 9 3 0,-3 7-4 15,-2 7-12-15,-1 4-2 0,-3 5 0 0,-1 4-4 0,-2 2-4 16,0 1-2-16,-1 4-3 0,-1 3 4 0,2 2 6 0,1 3-2 0,4 1-2 16,0 1-11-16,4-2 6 0,0 1-8 0,1-1-7 0,4 3-7 0,0-1-43 15,1 3-67-15,1 0-34 0,-3 1-16 0,0-1 7 0,3-7 40 16,2-8 22-16,4-12 8 0,4-11 6 0,1-8 21 0,2-9 20 0,0-5 26 16,1-7 27-16,1-5 9 0,-1-7 16 0,2-6 12 0,1-7 8 15,1-4-4-15,1-4-14 0,2-5-30 0,0-7-24 0,3-9-13 0,3-8-5 16,5-8 2-16,3-9-5 0,3-7-5 0,2-4-19 0,0-3-10 0,1-2 1 15,-1-2-3-15,2-3 13 0,-1-2 0 0,2-4 2 0,1-1 9 16,-1-4 7-16,1 0 7 0,1 0 1 0,4 0 2 0,0 5 14 0,1 5 17 16,-2 6 15-16,-3 7 16 0,-3 5 8 0,-1 4 10 0,-3 5 17 0,-1 3 22 15,-2 4 24-15,0 6 24 0,-2 2 16 0,-1 4 3 0,0 2-5 16,0 3-9-16,0 3-14 0,-3 3-15 0,1 3-7 0,-2 3-5 0,0 3-5 16,-1 3 5-16,-1 3 3 0,1 3 14 0,-2 1 11 0,0 4 4 0,0 2-2 15,0 3-10-15,-1 2-17 0,0 4-17 0,-1 3-15 0,0 2-8 16,-1 4-4-16,-2 2-4 0,0 5-3 0,-2 2-10 0,0 2-3 0,0 0-4 15,0 0-6-15,0 2 1 0,1-3-9 0,0 0 1 0,2-1 5 16,-1-6-21-16,2-1 4 0,-1-5 8 0,1-4-3 0,0-3 12 0,0-5 3 16,-1-4-3-16,0-2 3 0,0-2 3 0,-1-3 8 0,0-2 10 0,-1-1 8 15,0-2 3-15,0-2-5 0,-1-3-11 0,2-3-12 0,-1-5-13 16,3-2-7-16,0-1 9 0,2-5-3 0,1-3 8 0,-1-1 0 0,2-4-7 16,0 0 0-16,0-2 0 0,1 2 3 0,1-3-3 0,-1 1 1 0,1-2 4 15,0-3-1-15,2 1 2 0,-1 0-3 0,1 0 4 0,0 1-3 16,0-2 2-16,1 1-7 0,0 2 5 0,0 0 2 0,-1 5 2 0,0 2 5 15,0 5-10-15,-1 5 0 0,0 3-7 0,-1 6 6 0,-2 2-4 16,1 4-3-16,-2 2 3 0,0 0 4 0,0 3-1 0,0 2-3 0,1 2-4 16,0 4 1-16,0 3 0 0,0 3 8 0,-1 3 2 0,0 2-4 0,-2 3-4 15,0-1-5-15,1 2 3 0,0 0 8 0,1-1 8 0,-1 0-4 16,2-2-4-16,1 0 0 0,0-2-4 0,1-1 1 0,0-3-1 0,1-2-7 16,-1-2 11-16,1-4 0 0,-1-1 8 0,-1-4 6 0,0-1-1 0,-1-3 4 15,1-3 1-15,2-1-2 0,0-3 1 0,1-2-9 0,1-2-3 16,-1-2-5-16,2-3-3 0,1-1-3 0,1-1-12 0,-2-1-12 0,2-1-16 15,-2 1-7-15,-2 0-23 0,-1-3-19 0,-1 2-26 0,0-2-34 16,1 1-34-16,0 1-48 0,-1 1-67 0,-1 2-67 0,0 1-150 0</inkml:trace>
  <inkml:trace contextRef="#ctx0" brushRef="#br0" timeOffset="-98711.15">18403 10872 2087 0,'-2'9'77'0,"1"3"-39"0,2 3-19 0,5 4-7 16,3-2-4-16,4 1-8 0,3 2 0 0,3 0-4 0,2-1-3 0,-1-2 5 15,-2-2-4-15,0-1 5 0,0-2 2 0,-2-4-10 0,1 0 5 16,0-2 4-16,1-2 2 0,-1-1 8 0,2-3-3 0,0-1 4 0,0-4 3 16,2-1 3-16,0-4 10 0,-2 0 3 0,2-4 1 0,0-2 6 0,-2-2-2 15,1 0-4-15,0-2 7 0,-1 0-10 0,0 0-3 0,-1-3 2 16,-1-1-3-16,-2-1 8 0,-1-3 2 0,-2 2-7 0,-2-3-3 0,-3 0 8 15,-2-2-3-15,-2 0 4 0,-1 0 2 0,-3 2-8 0,-3 1 0 0,0 3 1 16,-3 3-2-16,-2 3-4 0,-2 3-8 0,-2 5-9 0,-1 1-3 16,-1 3-11-16,-1 2 0 0,-2 4-4 0,-1 3-18 0,-4 4-14 0,-2 5-27 15,-1 2-37-15,-4 5-40 0,0 5-37 0,-4 3-62 0,0 5-55 16,-2 5-80-16,-1 3-111 0,-1 3-228 0</inkml:trace>
  <inkml:trace contextRef="#ctx0" brushRef="#br0" timeOffset="-97828.15">13305 11276 1590 0,'-23'-26'162'0,"2"-1"-76"0,-4-4 19 0,6 7-10 0,6 4-27 16,3 1-26-16,2-1-18 0,1 0-6 0,4 0-6 0,2-3-3 0,3-1-9 15,2 1-8-15,3-2 4 0,1 2-4 0,2-1 8 0,4-1-2 16,3 0-4-16,2-3-5 0,4 2-10 0,4-4 9 0,2 2 3 0,6-3 5 15,4 0 7-15,5-1-4 0,6-1-1 0,4-1 4 0,5 2-7 0,6-1 2 16,5 2 2-16,4-1-1 0,4 1 4 0,6 0 1 0,1 3-8 16,4 1 4-16,5 3 1 0,0 2-3 0,3 1 7 0,2 4-4 0,3 0 0 15,1 0 3-15,2 3 0 0,4 2 0 0,-2 2-3 0,0 4-3 16,2 4-3-16,-1 5 4 0,-1 5-1 0,0 4 3 0,1 3-3 0,3 5-3 16,-1 3 2-16,-2 4-3 0,-4 3 5 0,-5 4-6 0,-3 5-1 0,-5 0-2 15,0 4-2-15,-1 2-11 0,-3 7-5 0,0 4-16 0,-6 2 3 16,-6 2 17-16,-7-2 7 0,-11-2 16 0,-8-3-1 0,-7-1 3 0,-9-4 0 15,-3-2 7-15,-7-5 10 0,-5-6 9 0,-6-2 7 0,-5-3 12 0,-6 0 1 16,-4-1 8-16,-5 3 3 0,-8-2-13 0,-7 2-1 0,-6 0-9 16,-8 2-13-16,-7 1 6 0,-7 1-15 0,-8 0 0 0,-12 0 0 0,-8 1-2 15,-6-1-2-15,-9 1-5 0,-5-2-1 0,-5 0-4 0,-7 1 4 16,-4-1-5-16,-6 1 3 0,-5 1 0 0,-5 1-14 0,-4-1 9 0,-1-1 8 16,-1 0 2-16,2-2 12 0,4 0-5 0,2-4-6 0,4-2 0 0,2-2 2 15,5-2 4-15,7-4 3 0,5-2 18 0,7-4 17 0,7-3 18 16,5-5 5-16,3-5-3 0,8-4-11 0,1-4-12 0,5-5-12 0,5-3-5 15,3-2-10-15,4-4-6 0,3-4-1 0,3-3-9 0,3-6-1 0,1-3-11 16,2-5 6-16,1-6-3 0,-1-3 0 0,4-5 15 0,1-3-15 16,2-3 5-16,2-2 3 0,4-1-1 0,3 1 5 0,4 1-7 0,3 5-12 15,3 3 7-15,4 6 1 0,3 7 4 0,5 7 4 0,3 5-2 0,3 6-6 16,3 2-6-16,2 5 7 0,2 1-8 0,1 4 3 0,2 1 1 16,0 3-4-16,2 1-1 0,2 1-3 0,0 1 3 0,0 3-6 0,2 1 3 15,-2 2 2-15,3 1-6 0,0 2 3 0,-1 1-7 0,0 2-3 16,-1-1 2-16,1 4-2 0,0 0-3 0,-1 1 2 0,2 2-2 0,0 0 2 15,-1-1 8-15,0 1 2 0,-2-1-2 0,0-1 7 0,-1-2-1 0,-1-2 1 16,0 0-5-16,-2-1-13 0,1 0-9 0,-1-1-10 0,-1 0-17 16,-1-1 3-16,0 0-17 0,-2 0-7 0,0-1-5 0,-1-1-9 0,-1 1 1 15,-1-2-5-15,0 0-6 0,-1 0-10 0,0 0-10 0,-1 0-9 0,1-1-7 16,-1 0-1-16,1 0-8 0,0-1 11 0,0 1 3 0,2-1-113 16</inkml:trace>
  <inkml:trace contextRef="#ctx0" brushRef="#br0" timeOffset="-94327.2">7005 8541 137 0,'-1'-5'80'0,"1"-1"-6"0,1-2-4 0,-1 2-2 16,0 1-8-16,1-1-7 0,-2 1-8 0,2 0-7 0,-1 0-8 0,1 0-9 16,1 0-7-16,1 0-3 0,0-1-3 0,1 0-3 0,1 0 2 15,1 1-3-15,0-2 1 0,1 0 0 0,0 0-3 0,2-1-1 0,1 1 1 16,0 0-1-16,1 0 1 0,2 0 2 0,-1-1 2 0,4 0-4 0,2 0 1 15,-1 0-1-15,3 1 1 0,0 0 2 0,0 1 2 0,0 1 3 16,1 1 2-16,0 0 6 0,-1 2 3 0,3 0 3 0,-1 1 2 0,3 1-2 16,0 1 1-16,1 2 0 0,1 0-5 0,0 0 2 0,2 3-2 15,-2-1-4-15,5 0 3 0,0 1-5 0,2-1-2 0,1 1 0 0,3 0-2 16,0 1 0-16,2-1-2 0,1 1-1 0,-2-2-2 0,0 1 0 16,0 1 0-16,-1-1-2 0,1 0 1 0,-2 0-1 0,-1-1-1 0,-1-1 5 15,-2 0 1-15,1-2 3 0,-2 0 3 0,1-1 0 0,-2-1 4 0,1 0 3 16,1-2 0-16,0 0 0 0,0-1 4 0,-1-1-1 0,0 0 4 15,-2-2 2-15,0 0-8 0,-3-1 3 0,1-1 0 0,-3 0 1 0,0 0 0 16,-1-3 1-16,-2 0 2 0,-1 0-2 0,0-2 1 0,-3 2 0 0,0-3-1 16,0 0-9-16,-2-1 1 0,-1-2-5 0,-1 2 3 0,-2-1 11 15,-1 0-7-15,-2 1 5 0,-2-3-5 0,-2-2-8 0,-2-1 2 0,-2 0-1 16,-3-1 1-16,-2 0-3 0,-4-2-4 0,-3-1-1 0,-3 0-3 0,-3-1-1 16,-2-1 4-16,-3-2-7 0,-5 1 3 0,-3-2-4 0,-7 1-1 15,-2 1 1-15,-5 1-2 0,-3 1 3 0,-4-1-1 0,-5 2 2 0,-1 1-2 16,-4 0-4-16,-3 1 1 0,0 1 7 0,-2 2 5 0,0-2 8 0,0 3-1 15,-1 0-8-15,1 0 1 0,0 2-4 0,2 2 2 0,2 2 2 16,2 3-2-16,1 1 0 0,1 2 2 0,2 3 2 0,0 2 0 0,2 3 0 16,0 2-5-16,1 3-2 0,-1 2-3 0,0 2 3 0,1 1-3 15,-1 3-1-15,4 1 2 0,0 1-5 0,2 1 4 0,4 1-4 0,0 2-1 16,2 0 2-16,5 0-1 0,2 2 11 0,4 0-5 0,3 2 1 0,2 1-1 16,2 0-6-16,2 2 1 0,2-1-1 0,2 1 0 0,5 0 2 15,4 3 1-15,3 0-3 0,3 0 1 0,3-1 0 0,4-2 0 0,2 0 2 16,2-2-2-16,3 1-1 0,4-2 4 0,2 0-4 0,1-1 2 0,1-2 1 15,2-1-1-15,0-1-2 0,2-3-3 0,2-1 2 0,-2-1-2 16,3 1 7-16,-1-2 0 0,1 0 8 0,1-2 0 0,-2-1-1 0,3-1 0 16,1-1-8-16,-1 0 1 0,1 0 0 0,0 0 3 0,0-1 2 0,0-1 0 15,0 0-1-15,0-1-1 0,-1-1 1 0,1 1-5 0,-1-2 2 16,0 1-1-16,-1-1 0 0,-2-1 3 0,0-1 0 0,-2 1 1 0,0-1 0 16,0 0-5-16,-1-1 4 0,0 0-1 0,-1 0 0 0,0 0 4 15,-1-1-6-15,-2 1-3 0,-2 0-3 0,-3-1 0 0,1 1 6 0,-1-2 2 16,-2 2 1-16,-2-2 2 0,-1 1-2 0,0-1 0 0,-2 1 1 0,0-1 1 15,-2 0 0-15,0 1 0 0,-1-1 2 0,-1 1 0 0,0-1 1 16,-1 2 3-16,-1-1-9 0,1 0 3 0,-1-1-2 0,0 2 1 0,0-1 2 16,-1 1-2-16,1-1-1 0,-1 1-2 0,1-1 1 0,0 1 1 15,-1 0 0-15,1 1-2 0,0-1-4 0,0 1 3 0,-1-1 0 0,0 1 0 16,0 0 2-16,-1 1 1 0,1-1-5 0,0 0 2 0,-2 0 3 0,1 1-4 16,0-1 5-16,-1 2-3 0,1-2-1 0,-2 1-2 0,1 0 2 15,-1-1 1-15,0 1-4 0,1-2 6 0,-1 2-4 0,0-1 1 0,1 1 1 16,-1-1-1-16,-1 0-1 0,1 0 3 0,-1-1-3 0,1 1 2 0,0-1 2 15,0 0-1-15,1 0-1 0,1 0-2 0,0 0 4 0,1 0-6 16,-1-1 4-16,0 0 1 0,1 0-5 0,0 1 1 0,0-2 4 0,1 1 1 16,0 0 1-16,0-1-1 0,-1 2-4 0,1-1 1 0,-1 0-2 15,0 0 2-15,1 0 2 0,-1 0-1 0,1 0-1 0,0 1 2 0,0 0-2 16,0 0-2-16,0 0 4 0,0 0-5 0,0 0 3 0,-1 0-2 0,1 0 7 16,-1 1-5-16,1-1 1 0,-2 0-1 0,2 0 0 0,-1 0-1 15,0 1 6-15,1-1 0 0,-1 1-7 0,1 0 8 0,-1-1-6 0,0 1 0 16,1 0 2-16,0-1-2 0,0 1 3 0,0-1-5 0,0 2 5 0,0-2-3 15,0 1-3-15,-1 1 2 0,1-2-2 0,0 1 3 0,-1-1 0 16,1 1 4-16,0-1-4 0,0 0 2 0,0 0-1 0,0 0-1 0,0 1 2 16,-2-1-4-16,1 0 2 0,0 1-1 0,0-1 2 0,0 0-2 0,1 0 2 15,0 0 1-15,-1 0-2 0,1 0 1 0,-1 0-4 0,1 1 2 16,0-1-1-16,0 0 2 0,0 0-1 0,0-1-1 0,0 1-1 0,1 0-1 16,-1 0-1-16,0 0 4 0,0 0 0 0,0 0 1 0,1 0 1 15,-1 0-4-15,0 1 2 0,0-1 1 0,0 0-5 0,1 0 5 0,-1 0 0 16,0 0-1-16,0 0-1 0,0 1-2 0,-1-1 2 0,2 1 0 0,-1-1 0 15,0 0 4-15,-1 1-7 0,1 0-2 0,0 0 0 0,-1 0-1 16,2 0 1-16,-1 0 0 0,0 0 0 0,0 0-9 0,1 1 2 0,0-1-6 16,0 1-7-16,1 1-13 0,0-1-18 0,0 1-13 0,2 0-17 0,-1 0-1 15,1 0-4-15,0 0-7 0,1 0 0 0,1 0-7 0,-1 1-12 16,1 1 3-16,-1-1-6 0,-1 2-5 0,1 1 2 0,-1 0-6 0,-1 0-14 16,0 3-177-16</inkml:trace>
  <inkml:trace contextRef="#ctx0" brushRef="#br0" timeOffset="-92344.19">9336 7955 714 0,'-21'-4'-10'0,"2"-1"57"0,-4-1 4 0,8 1 4 16,4 0-9-16,2 0-11 0,1 0-2 0,1-2-2 0,2 1-5 15,1 0-6-15,0-1-6 0,2 1-4 0,1 0-1 0,1 1-3 16,1-1-2-16,0 1 1 0,2-1-1 0,2 0-2 0,0 0 1 0,2 0-2 15,0-1-1-15,0-1 3 0,2 0 3 0,1 0-2 0,2-1 1 0,0-1-1 16,2 2-3-16,0-2 4 0,2-1-1 0,1-1-1 0,1-2-1 0,2 1-1 16,1 0 0-16,0 0 0 0,4 0 3 0,1 0 1 0,1-1-4 15,2-1 2-15,-2-1 0 0,3 1 6 0,3-1 0 0,3 0 2 0,3-1 1 16,0-1-8-16,0 2 3 0,0-1-5 0,0 1-1 0,2 0 1 0,-1 2 2 16,1 0-2-16,0 1 1 0,0 1 0 0,0 2-3 0,-2 2 5 15,-1 0-4-15,-1 2-1 0,-2 3 0 0,0 0 1 0,-2 2 0 0,-2 2 1 16,-2 1-2-16,-2 2-3 0,0 2 2 0,-2 1-4 0,-2 2 4 0,0 0-1 15,-3 4-1-15,1 1 3 0,0 2-2 0,-2 1 2 0,-1 1-1 16,-1 3-2-16,-2 1 6 0,-2 1-10 0,0 2 5 0,-1 1 3 0,-2 1 0 16,-3 1 9-16,0 1-1 0,-2-1 1 0,-2 1-2 0,-2-1 5 15,-1 1 0-15,0-2 0 0,-1 2 2 0,-2-1-1 0,-1-1-3 0,1-2 2 16,-2-3 2-16,-1 0 1 0,1-2 5 0,-2-2-3 0,-1-1 0 0,0-1 0 16,-3-1 0-16,0 0 2 0,-3 0 1 0,-2-1 1 0,-1 0-4 15,-2-2 1-15,-3 0-1 0,-1-1-1 0,-2-1-1 0,-2-1-1 0,0-1 3 16,-3-1-5-16,0-2-6 0,-2-1 2 0,-2 0 0 0,-3-1 0 0,0 0 4 15,-2 1-5-15,0 0-3 0,0 1 0 0,-1-1-1 0,-2 0 1 16,0-1 1-16,0 1-2 0,-1-2-4 0,1-1 1 0,2-1 0 0,1-2-2 16,2-1 1-16,4-1-5 0,-2-2-3 0,4-1-5 0,1 0-5 15,4-1-17-15,3-3-46 0,3 0-54 0,4-5-62 0,3-2-70 0,5-2-73 16,4-4-162-16</inkml:trace>
  <inkml:trace contextRef="#ctx0" brushRef="#br0" timeOffset="-69659.43">7296 7577 301 0,'18'-12'21'16,"3"0"-13"-16,6-3-3 0,0 3-3 0,-2 2 2 0,1 0 0 15,0 2-2-15,1 0-1 0,2 2-1 0,-1 2-2 0,4 0 5 0,1 0-1 16,0 1 0-16,1 1 1 0,0 2-1 0,1 0 0 0,1 1-3 16,0 1 1-16,0 2-1 0,0 1-2 0,-3 0 3 0,-1 3-3 0,0 1 1 15,-3 2-2-15,-2 2 0 0,-1 0-4 0,-5 0 2 0,-2 1-3 0,-1 3 2 16,-5 0 4-16,-1 1-2 0,-2 1 4 0,-4 0-1 0,-2 0 2 16,-4 2 2-16,-2 1-1 0,-3-1 1 0,-2 0 3 0,-3 1 0 0,-3 0 2 15,-3 1 1-15,-3 1-1 0,-4 0-2 0,-1 0-3 0,-5-1-1 0,-2 1-2 16,-1-1-4-16,-3-1-13 0,-2 1-16 0,-3-1-18 0,-1 0-67 15</inkml:trace>
  <inkml:trace contextRef="#ctx0" brushRef="#br0" timeOffset="-60041.94">19180 12651 1353 0,'-27'-24'348'16,"-2"2"-263"-16,-6-7 10 0,4 5-32 0,4 6-24 0,0-2-24 16,0 1-15-16,-1 2-1 0,5 0 0 0,1 1-5 0,3 2 2 0,5 1-2 15,2 2-5-15,3 1 3 0,4 2-7 0,2 2-2 0,2 0-5 0,2 3-5 16,2 0-3-16,1 2 2 0,4 1-1 0,3 1 13 16,3 2 3-16,6 0-1 0,5 1 2 0,5 2-3 0,6 1 0 0,5 1-3 0,6 2-1 15,5 1-8-15,7 0-6 0,3 4 2 0,5 0-5 0,3 2 2 0,3 0 1 16,3 1-10-16,1 1 0 0,3-1-9 0,1 0-15 0,0 0-2 0,1-1-15 15,-2-2 10-15,0 0 21 0,-1-1 21 0,0-1 25 0,1 0 10 16,-1 2 5-16,1 2-1 0,-2 2 5 0,-4 3 8 0,-1 4 3 0,-3 1 2 16,-4 5 4-16,-3 2-4 0,-1 6 0 0,-4 1-5 0,-3 4-5 15,-1 1-6-15,-3 3-3 0,-2 2-3 0,-3 3-3 0,-4 3 1 0,-3 2-6 16,-3 3 1-16,-3 2-5 0,-3 3-3 0,-5 2 0 0,-4 2 1 0,-4-1 5 16,-4-3-4-16,-5-3 8 0,-1-5 3 0,-3-5 1 0,-2-4 12 15,-3-6 1-15,-1-4 4 0,-4 0 3 0,-1-2 0 0,-4-1 0 0,-2 0 5 16,-4-4 8-16,-3-2 10 0,-4-1 10 0,-6-2 14 0,-2-2 1 0,-4 0 0 15,-5-3 9-15,-4 0 4 0,-4-2 3 0,-3-4 8 0,-4-1 3 16,-3-2 1-16,-3-2-11 0,-2-1-14 0,-5-3-16 0,-2-4-20 0,-3-2-13 16,-3-3 0-16,3-4-12 0,-2-2-6 0,3-5 7 0,1-1-1 15,5-2 10-15,4-1 6 0,6-2 5 0,7-1-9 0,5 0-10 0,6 0-4 16,6-1-10-16,4 1-8 0,6 1-21 0,5 0-34 0,3 2-30 0,5 1-24 16,5 2-13-16,3 0-4 0,3 1-2 0,6 0-7 0,7 0-16 15,6 0-4-15,9 2 3 0,7 2 4 0,7 4 19 0,5 3 14 0,6 2-3 16,3 3-1-16,3 2-14 0,4 2-70 0,0 1-23 0</inkml:trace>
  <inkml:trace contextRef="#ctx0" brushRef="#br0" timeOffset="-59474.94">22900 12842 2600 0,'-12'-6'65'0,"-1"-1"-10"0,-4-3-38 0,2 0-21 0,3 1-22 15,0-1-25-15,4 0-21 0,3-1-9 0,4 1 5 0,4 1 6 16,3 0 13-16,5 0 9 0,5 0 8 0,6 1 17 0,6-1 1 0,2 1 13 16,5 0 2-16,2 1-9 0,6 0 4 0,4 0-5 0,5 1-2 0,5-1 4 15,5 2-4-15,4 0-5 0,3 2-9 0,5 0-4 0,2 1-5 16,5 2 1-16,1 3 3 0,3 0-3 0,3 3 3 0,-1 4 17 0,0 1 10 16,-3 6 13-16,-1 3 11 0,-4 2-4 0,-3 2 1 0,-1 2 9 0,-2 2 6 15,-2 1 4-15,-2 0 6 0,-3 3 6 0,-1 1 10 0,-4 3 3 16,0-1 3-16,-4 1 1 0,-2 1-5 0,-1 1-8 0,-3 3 1 0,-3 0-7 15,-1 0-4-15,-2 1-3 0,-5 0-6 0,-1 0-2 0,0 1-4 16,-3 1-3-16,-1 0-4 0,-3 0-7 0,-3 4 2 0,-2-1-5 0,-1 1-5 16,-5 1-2-16,1 4-9 0,-4 1-7 0,-3 4 3 0,-2 3-11 0,-4 1 1 15,-4 4-5-15,-4 2-6 0,-5 0 2 0,-4 2 3 0,-4 0-2 16,-3-2-5-16,-6-3 14 0,-5-2-3 0,-3-3 17 0,-5-6 9 0,-4-3 1 16,-3-2 5-16,-5-2-1 0,-2-2 3 0,-4-4 0 0,-2-4-1 0,-3-4 3 15,-3-5-3-15,-2-4 11 0,-2-4 5 0,-2-7 8 0,-3-4 0 16,-2-5 1-16,-2-4 3 0,-5-5 2 0,-1-4 5 0,-3-5 4 0,-3-6 2 15,-2-4-3-15,-2-2 0 0,0-5 0 0,-1-3 0 0,1-4 7 16,3-3 3-16,2-1 1 0,4-1 1 0,4-2-9 0,4 0-6 0,3-3-22 16,3-1-7-16,2-5-22 0,3-3-35 0,1-3-18 0,3-4-43 0,3-4-30 15,7-1-38-15,6-2-52 0,9 2-87 0,8 2-139 0,7-2-168 16,7 0 1-16</inkml:trace>
  <inkml:trace contextRef="#ctx0" brushRef="#br0" timeOffset="-45174.44">22854 339 1149 0,'-2'1'291'0,"1"0"-134"0,-1 0 26 0,0 1 14 0,0 0 6 16,-1 0-20-16,1 0-32 0,0 1-33 0,-1 0-26 0,1 0-7 15,-1 0-6-15,0 0-10 0,1 1-9 0,-1 0-5 0,1-1-5 0,1 0 5 16,1 0-4-16,0 0-5 0,1 0-6 0,1 0-4 0,0-1 0 0,2 0-85 16,0 0 4-16,0-1-1 0,1 0-9 0,1 1 78 0,1-1-5 15,1 0-10-15,0-1 10 0,2 1-7 0,-1-1-6 0,1 0 2 0,0 0-5 16,1-1-5-16,1 1-3 0,-1-1-3 0,2-1 2 0,-1 1-2 16,1-1-5-16,0 1-2 0,0-2 75 0,0 1-3 0,0 0-6 0,-1-1-13 15,1 0-106-15,-1 1-34 0,1 0-48 0,-2 0-38 0,0 0-55 0,0 1-69 16,-1-1-88-16,0 2-114 0,-2-1-389 0</inkml:trace>
  <inkml:trace contextRef="#ctx0" brushRef="#br0" timeOffset="-45007.44">22945 603 1040 0,'0'3'352'0,"0"-1"-150"0,1 1-24 0,1 1-13 0,-1 1-9 0,2 0-24 15,0 0-69-15,1 0-30 0,0 1-17 0,1-1-11 0,1 1 48 0,2 1-5 16,0-1-16-16,1 1-2 0,1-1-10 0,1 0-6 0,-1-1-6 15,2-1-8-15,0 0-1 0,0-1-7 0,1-1-11 0,-1 0-12 0,0-1-45 16,1 0-72-16,0 0-122 0,0-1-123 0,-2 0-111 0,1-1-264 0</inkml:trace>
  <inkml:trace contextRef="#ctx0" brushRef="#br0" timeOffset="-44724.44">23381 473 952 0,'3'0'290'16,"0"0"-100"-16,-1 0 6 0,3 0-11 0,1 0-23 0,1 0-35 15,2 0-16-15,0 0-23 0,1 1-17 0,1 0 0 0,0 0-12 0,2 0-7 16,0 1-5-16,1 0-7 0,-1 1-9 0,0 1 3 0,-1 0-15 16,0 1-4-16,-2 1 8 0,0 1-10 0,-3 0 9 0,-1 0-6 0,0 1-3 15,-2 1 4-15,-2 2-7 0,-1-1 5 0,-1 2-3 0,-1-1 3 0,-1 1-75 16,-1 0 10-16,0 0-3 0,-1 1 3 0,0-2 68 0,1 2-8 15,0-1 11-15,0 0-6 0,0-1 13 0,1 0 0 0,1 0-9 0,0 0 3 16,2-1-5-16,0-1-7 0,1 0-3 0,2-1-6 0,-1-2 1 0,3 1-2 16,1 0-2-16,0-1-5 0,1-1-6 0,1-1-10 0,1 0-7 15,0-2-41-15,-1 0-50 0,1-1-61 0,1-1-80 0,0-1-64 0,0-1-72 16,0 0-77-16,-1-2-213 0</inkml:trace>
  <inkml:trace contextRef="#ctx0" brushRef="#br0" timeOffset="-44324.44">23544 230 1013 0,'1'0'258'0,"0"-1"-99"15,2 0 7-15,-1 0 2 0,2 0-11 0,1 0-25 0,1 0-17 0,-1 0-19 16,2 0-20-16,2 0-4 0,0 0-10 0,1-1-12 0,1 1-8 15,0-1-12-15,0 1-9 0,1 1 0 0,1-1-3 0,-1 1-12 0,0 0 2 16,-2 0-3-16,1 0 5 0,-1 1-2 0,-1 0 0 0,0 0-3 0,-2 1-12 16,0 0 4-16,-2 0-2 0,-1 1-6 0,0 0-4 0,-1 0-6 15,0 0-1-15,-2 1 1 0,0-1-4 0,-1 0-2 0,0 0-14 0,0 0-3 16,-1 0 7-16,0 0 5 0,-1-1 11 0,0 1 7 0,1-1 5 16,-1 0-3-16,0 0 10 0,0-1-1 0,1 1-3 0,0 0 5 0,0-1 1 15,0 1 0-15,0-1 6 0,1 1-3 0,0 0 3 0,0 1-6 0,0-1 1 16,1 1 4-16,1 0-1 0,-1 0 2 0,1 0 0 0,1 1 4 15,0-1-4-15,0 1 3 0,0 0 2 0,1 1 1 0,-1-1-4 0,1 1 2 16,0-1 3-16,0 1-6 0,0-1 0 0,0 2 7 0,-1-1 0 0,1 1-2 16,-1-1 5-16,0 1-4 0,-1 0-5 0,-1 0 1 0,0 0 1 15,0 0-7-15,-1 0-65 0,0 0 10 0,0 0-11 0,-1 1-1 0,0-1 57 16,0 0-41-16,0 0-55 0,-1 0-64 0,0-1-82 0,1 0-49 16,-1 0-50-16,1-1-43 0,0-1-124 0</inkml:trace>
  <inkml:trace contextRef="#ctx0" brushRef="#br0" timeOffset="-44157.44">23838 415 463 0,'1'0'142'16,"0"0"-24"-16,1 0-7 0,0 1-6 0,1-1-5 0,1 1-11 16,0 0-14-16,0 0-15 0,2 0-18 0,0 0-8 0,0 0-12 0,1 1-6 15,0-1-6-15,1 1-4 0,1 0 5 0,-1 0-4 0,0 0-6 0,1 1-10 16,-2-1-23-16,0 1-59 0,1 0-97 0,-2 0-84 0,0 1-118 15,0 0 38-15</inkml:trace>
  <inkml:trace contextRef="#ctx0" brushRef="#br0" timeOffset="-44058.44">23825 592 289 0,'0'0'106'0,"1"0"-38"0,0 0-7 0,1-1-18 0,0 1-19 0,0-1-8 15,1 0-12-15,1-1-13 0,1 1-26 0,1-1-54 0,0 0-74 0,1 0-85 16</inkml:trace>
  <inkml:trace contextRef="#ctx0" brushRef="#br0" timeOffset="-43591.54">24248 310 592 0,'-2'0'309'0,"0"1"-115"0,-1-1 12 0,1 0 0 0,-2 1-8 0,-1 0-16 16,0 0-20-16,-1 1-11 0,0 0-17 0,0 1-11 0,-1-1-9 15,0 2-18-15,0-1-10 0,1 1-12 0,0 0-10 0,0 1 0 0,0 0-4 16,1 1-1-16,2 0-9 0,0 0-8 0,1 1 0 0,2-1-8 0,0 1-4 16,2 0 3-16,0-1-87 0,2 1-1 0,1 0-1 0,0 0-3 15,1 0 71-15,1 0 5 0,1 0-8 0,2 0 0 0,0 0 5 0,1 0-7 16,0 0-2-16,0 0 0 0,1 1-5 0,-1-1 2 0,1 1-2 0,0 0 0 16,0 0-4-16,-2 0-4 0,0-1 8 0,0 1-9 0,-1 0 4 15,-2 0 1-15,-1-1 1 0,-2 1 4 0,-2-1-1 0,-1-1 7 0,-3 1-5 16,-1-1-2-16,-2 0 0 0,-1 0 2 0,-3-2 0 0,-1 1-1 15,-1-2-1-15,-2 1 6 0,-1-1-5 0,-2-1 3 0,0-1-6 0,1 1-3 16,-3-2 1-16,1 0 4 0,0 0 0 0,1-1 4 0,0-1-6 0,0 0 0 16,1-1 1-16,2-1-6 0,1 0 3 0,0-1-5 0,1-1 2 15,3 0-1-15,0-1-1 0,4 0-2 0,-1 0 1 0,3-1-9 0,1-1 9 16,2 0-6-16,1 0 6 0,2-1 0 0,1 0-6 0,3 0 4 0,1-1-7 16,1-1 1-16,2 0-4 0,0 0 1 0,1 1 1 0,1-2 5 15,1 0 0-15,0-1-5 0,0 1 8 0,0-1 74 0,0 0 2 0,0-1 5 16,-2 0 0-16,0 1-83 0,-1-1 3 0,-2 0 1 0,0 0 7 15,-2 1-8-15,-2-1 10 0,-3 1-6 0,0 1-5 0,-1 0 13 0,-3 1-2 16,-1 1 11-16,-1 1-3 0,-1 1-2 0,-2 1-8 0,-1 1 1 0,-1 2-3 16,-2 2-6-16,1 0 11 0,-2 1-17 0,0 2 0 0,0 1 2 15,-2 2-7-15,0 0-24 0,0 1-42 0,1 1-85 0,-2 2-103 0,1 0-98 16,0 2-115-16,0 0-142 0,1 0-6 0</inkml:trace>
  <inkml:trace contextRef="#ctx0" brushRef="#br0" timeOffset="-43391.54">23941 178 612 0,'3'-1'145'0,"1"1"-5"0,1-1 10 0,1 0-10 15,1 0-18-15,1 0-16 0,2 0-20 0,2 0-17 0,0-1-13 0,3 1-9 16,1 1-16-16,1-1-5 0,0 1-8 0,2 0-5 0,1 0 6 0,0 1 2 15,0 1-8-15,1 0 1 0,-2 1-20 0,2 1-34 0,-1 1-85 16,-2 1-141-16,1 1-160 0,-2 0-240 0</inkml:trace>
  <inkml:trace contextRef="#ctx0" brushRef="#br0" timeOffset="-31873.44">24898 4615 1215 0,'-17'-27'42'0,"2"-3"-16"16,-4-4-8-16,4 6-4 0,2 9-7 0,-1-1 0 0,0 4-3 0,2 0-3 15,-4 0-3-15,-2 1-8 0,2 1 0 0,-1 1-5 0,0 4-1 16,-1 1 0-16,-2 1-7 0,-4 2 0 0,-2 2 2 0,-2 1 0 0,-2 0 5 15,-3 2 1-15,-2 1 5 0,-4 2 0 0,-3 0 6 0,0 3-2 0,-4 0 3 16,-2 2 1-16,-1 1 2 0,-2 3 4 0,-2 0 1 0,-1 1 3 16,-1 0 6-16,2 1 0 0,0 2 1 0,2 2 0 0,0 1-4 0,0 1-3 15,2 2-1-15,2 3-3 0,0 2-1 0,1 0-2 0,1 0 4 0,0 1-3 16,4 1 0-16,1 1 0 0,0-1-3 0,1 0 0 0,1-2-1 16,0 1 2-16,1-2 0 0,-1 2-2 0,2 0 0 0,-1 1 1 0,-1 2-3 15,2-1 0-15,-5 3 0 0,0 0-4 0,-1 2 3 0,-2 4 2 16,2-1 2-16,0 2 2 0,0 2-1 0,0 2 0 0,3 0-2 0,1 0 0 15,1-2-1-15,2-1 2 0,0 1-4 0,6-2 1 0,1 0-1 0,4 0-7 16,4-1 4-16,1-2 0 0,4 2 2 0,3-1 6 0,2 0-2 16,4 2-3-16,3 0 4 0,4 1 5 0,3 3 4 0,3-1 3 0,4-1 5 15,3 1 0-15,4-3 3 0,4 1 5 0,2 0-9 0,4-2 0 0,3 0 4 16,4 0-2-16,2 0 7 0,2 0 0 0,1 1-6 0,3 0-5 16,1 2 0-16,2 1 1 0,-1 1-4 0,2 0-2 0,-1 1-3 0,1-1-7 15,-3 3 6-15,0-1-10 0,0 2 2 0,-1 0 1 0,1-1-3 16,0 1 5-16,0 1-4 0,1 0 1 0,0 0-2 0,-1-2 0 0,2-1 0 15,-1-3 5-15,2-4 2 0,0-5 6 0,0-3 1 0,0-6 3 0,-1-4 3 16,1-3 8-16,1-6 5 0,-2-4 10 0,0-6 17 0,-1-2 10 16,2-5 17-16,-2-3 5 0,1-4-7 0,1-3-8 0,1-2-9 0,-2-1-10 15,0-3-8-15,0-2-9 0,0 1-9 0,3-3-1 0,1 1-8 0,-1-2-1 16,2-1-4-16,0-2-4 0,1-1-5 0,-3-1 2 0,3-2-2 16,-2 2-1-16,0-1 2 0,-2-3-5 0,-3-1 1 0,-1-3-8 0,-1 1 4 15,3-1 10-15,-2-2-9 0,0 1 7 0,1-1-7 0,0-1-11 16,-1 0 3-16,-1 1-3 0,0-3 0 0,-2 2 9 0,-3 1 2 0,-3-1 4 15,-5 2-1-15,-2 0 2 0,-3-5-2 0,-2 0 8 0,-3-2 6 0,-3-2-4 16,-2-3 6-16,-4-2-6 0,-1-1-2 0,-4-5-2 0,-1-1 3 16,-3-2-9-16,-2-3 1 0,-1 3-1 0,-2-3 0 0,-2-1 2 0,-2 0-2 15,-2-1-8-15,-2 0-4 0,-2 1 1 0,-1-1-7 0,-4 0 0 0,-3 2-1 16,-1 1 6-16,-4 3 0 0,-2 1-4 0,-4 3-2 0,-4 3-3 16,-2 3-1-16,-4 2 6 0,-4 1-4 0,-4 4-3 0,-4 1-1 0,-3 7 1 15,-2 5 6-15,0 4 7 0,-1 3 9 0,-1 5-1 0,-2 1 1 16,-2 4 1-16,1 1-6 0,-2 5 6 0,1 2 1 0,1 3-10 0,1 2 1 15,2 1-14-15,3 3-23 0,3 1-22 0,0 3-26 0,2 1-12 0,0 5-6 16,0 1-12-16,2 0-47 0,2 1-18 0,1 0-6 0,4 3 5 16,3 2-31-16,2 1-72 0</inkml:trace>
  <inkml:trace contextRef="#ctx0" brushRef="#br0" timeOffset="-19222.94">9935 5504 425 0,'-44'-16'95'0,"-2"0"-91"16,-11-3 76-16,8 5-8 0,8 0-34 0,0 2-22 0,0 1-5 0,4-1 1 15,0 0-6-15,-1 2 0 0,2-1-2 0,-3 2-5 0,1 3 0 16,-1 0-1-16,-3 3-1 0,0 0 3 0,-1 1-1 0,-2 1 0 0,1 0 3 16,-3 1 0-16,-1 0-1 0,0 0 0 0,-4 1-1 0,2 0 1 0,-1 1 2 15,-2 0-1-15,0 0 4 0,0 0-1 0,-1-1 4 0,0 1 1 16,2-1 1-16,-3 0 0 0,1 1-1 0,-2-2 4 0,0 1-2 0,2 0 4 16,0 1-1-16,-1-1 0 0,-1-1 1 0,2 1 1 0,1 0-3 0,0-1 3 15,1 0 2-15,0 0-1 0,-1-1 2 0,2 2-2 0,-3 0-1 16,4 0 4-16,0 2-4 0,-1 0 0 0,2 1 0 0,-1 1-4 0,0 1 5 15,1 0 0-15,0 2-2 0,0 1 1 0,0 0-3 0,-2 0 2 16,3 2-4-16,0 0-1 0,2 2-2 0,-2 1-4 0,1 1 6 0,3 1-5 16,-1 0 3-16,3 0-2 0,3 0-5 0,1 1 2 0,2 1-4 0,3-1 1 15,0 1-2-15,1 0 1 0,2 0 0 0,3-1-6 0,2 1 3 16,4 0-2-16,1-2-2 0,3 2 11 0,1 0 3 0,2-1-5 0,1 0 4 16,1 1-4-16,2 1-2 0,2 0 0 0,2 1-1 0,2 0 0 0,1-1 1 15,0 1 3-15,1 2-2 0,2-1 1 0,1 3 0 0,1 1-1 16,2-2 3-16,-1 1 0 0,2-1 1 0,4 1-5 0,2-1 5 0,1-1 0 15,3 1-1-15,1 0 4 0,3 0-3 0,2 0-2 0,1-2 2 16,5 1-5-16,3-2 1 0,3-1-1 0,2 1-1 0,3 0 7 0,-1-1 1 16,4 0 2-16,3-1 6 0,2-1-8 0,3-1-2 0,1 2-3 0,3 0-2 15,3-2 4-15,0 0-2 0,4 0 0 0,0 0 2 0,3-1 0 16,2 1 1-16,0-1 2 0,3 2-10 0,3-2 5 0,1 1-4 0,1-1 0 16,3-1 3-16,0-2-2 0,3 1 0 15,2 1 1-15,-2 0-4 0,3 0 2 0,0-1-2 0,1-1 3 0,3 1 3 0,0-2-2 0,0 1 3 16,2-1-3-16,-1-1 1 0,2 1 1 0,0-1 1 0,2-1-2 0,0 1-2 15,0-4-2-15,1 1 1 0,-1-1 2 0,1-1 1 0,1-1 2 16,0 0-3-16,2-2 1 0,-2-1 0 0,0-1-1 0,-1-1-2 16,0-1 2-16,-1-2 0 0,2-1 2 0,-2-1 0 0,2-2 1 0,-3 0-3 0,0-1-1 15,0-2-2-15,2 0 4 0,-2-2 4 0,0 0-1 0,-2 0 1 16,-1-1-5-16,-2-1 0 0,-2-1 0 0,1 1-3 0,-3-2 4 0,0-2 1 16,1 1-2-16,-4-4 2 0,1-2-1 0,-1 1-1 0,-1-3 1 0,-4 2-1 15,1 0 0-15,-4 0 2 0,-3 0-2 0,-3-2 3 0,-6 1-2 16,-2 0-1-16,-2 0-2 0,-2 0-2 0,-2 0 4 0,-2-1 5 0,-4-2 4 15,-3 0-2-15,-2-1 1 0,-2 0-2 0,-3 1 0 0,-3-1 4 16,-3 1-1-16,-5-1-3 0,-1 1 1 0,-5-3 1 0,-3 0-4 0,-1-2 3 16,-3 1 0-16,-4 0-4 0,-3 1 4 0,-3-1-5 0,-4 1-9 0,-5-2 1 15,-3 2-7-15,-4-1 10 0,-3 2 3 0,-6-2 0 0,-4 2 3 16,-6-1-9-16,-3 1 3 0,-5 1 0 0,-6-1 1 0,-2 0 0 0,-5 1 1 16,-3-2 0-16,-3 1 0 0,-4-2 1 0,-2 2 0 0,-3-1 1 0,-4 1 0 15,-3 1 2-15,-4 2-1 0,-1 0-6 0,-5 2 1 0,-2 1-1 16,-4 1 3-16,-4 3 7 0,-2 2 1 0,-3 2 3 0,-2 4-4 0,-3 0-4 15,-7 3 0-15,-2 5-1 0,-5 3 3 0,-2 3 8 0,4 2 1 16,2 2-2-16,3 1 0 0,4 2-6 0,2 3-1 0,1 2-2 0,4 4-1 16,2 2-5-16,3 4 0 0,3 3-5 0,4 4-11 0,2 3-9 0,5 4-48 15,1 3-61-15,3 5-66 0,3 0-57 0,6 1-32 0,3 0-151 16</inkml:trace>
  <inkml:trace contextRef="#ctx0" brushRef="#br0" timeOffset="-13305.94">5377 6318 902 0,'-1'-4'59'16,"0"-1"-36"-16,-1-2-11 0,-2 1 1 0,0-1-5 0,0-1-3 0,0 1-2 16,-1 0-1-16,0 1-2 0,-1 1-1 0,1-1-2 0,-1 1-8 0,-2 0-5 15,1 0-7-15,-1 1-2 0,1-1 2 0,1 0 5 0,1 0 7 16,0-1 4-16,3 0 7 0,-1 0 0 0,2 1 4 0,0-1 5 0,1 0 3 15,1 0 0-15,0 1 2 0,1 1 8 0,-1 0-1 0,1 1 3 16,0-1 2-16,1 2-6 0,1-1 2 0,2 1 6 0,0-1-4 0,0 2 3 16,0 0-8-16,-1 0-3 0,0 2-2 0,0 0-3 0,-1 1 0 0,-1 1-4 15,0 0 3-15,-1 1 0 0,0 0 0 0,1 0-2 0,-2 0 3 16,1 0-5-16,-1 0-3 0,-1 1-1 0,0 0-4 0,-1 0 6 0,0 0-1 16,0-1-2-16,0 1 1 0,-1 1-3 0,-1 0 0 0,0 1 1 15,-1-1 0-15,0-1 1 0,-2 1-2 0,-1-1 0 0,-2 1 2 0,0-1-1 16,-1-2 2-16,-1 2-2 0,1-1 1 0,-1 0-2 0,-2 0 0 0,1 0 0 15,-1 0 0-15,-1 0 0 0,0 0 0 0,-2 0 2 0,0 0-1 16,0-1 0-16,-2 0 0 0,1 0-2 0,-1-1 5 0,1 1-1 0,-3-1-1 16,-1-1-1-16,1 0 4 0,0-1 1 0,-2 1-1 0,0-1-1 0,-1 1-4 15,0-1 2-15,-1 1 3 0,0-2-4 0,1 1 0 0,-2 0-3 16,1-1 2-16,-2 0 1 0,-1 1-1 0,-2 0 2 0,1-1-4 0,-1 0 3 16,0-1 0-16,3 1-1 0,-2-1 5 0,0 0-4 0,-1 1 2 0,0-1 2 15,-2 1 0-15,0 0 3 0,0-1 0 0,-1 0 2 0,-2 1-4 16,2-1-2-16,-2 1-2 0,1 0-2 0,0 0 2 0,0 1 1 0,-1-1 1 15,0 1-1-15,1 1 2 0,-1 0 3 0,1 1 2 0,1 0-2 16,2 0 0-16,-1 0-1 0,1 2-1 0,-1-1-1 0,3 2 1 0,-1-1 2 16,1 1-2-16,-1 1 3 0,2 0-2 0,-1 0 0 0,2 0 2 0,1 2-2 15,1-1-4-15,2 1-1 0,0 0-1 0,1-2 0 0,1 2 6 16,0 1-5-16,1 0 5 0,1 1-1 0,0 0 1 0,1-1 5 0,0-1-4 16,3 1-1-16,1-1 10 0,0 0-3 0,1-1-2 0,1 0 3 15,1 0-8-15,-1 0 0 0,1-2 4 0,1 2-2 0,-1-1-2 0,2-1 0 16,-1 1 1-16,0-2 0 0,0 0 0 0,-1 0 0 0,2 0-2 0,-1-1 3 15,1-1-4-15,0 1-1 0,0-2 4 0,1 1-7 0,-1-1 5 16,2-1 0-16,0 0-4 0,0 1 7 0,1-1-5 0,1 0-2 0,-1 0 3 16,2-1-4-16,0 1 4 0,1-1-2 0,0 0 1 0,0 0-2 0,1-1 4 15,0 0 2-15,1 1-3 0,0-1 1 0,1 0-4 0,1-1-4 16,0 1 3-16,1-1-1 0,-1 1 1 0,1 0-1 0,1-1-2 0,0 1 1 16,-1 0-3-16,1-1-2 0,0 0-1 0,0 1-5 0,0-2-4 0,1 0-4 15,0 0-17-15,1-1-30 0,0 0-47 0,1-2-57 0,-1 0-54 16,2 1-63-16,1-2-222 0</inkml:trace>
  <inkml:trace contextRef="#ctx0" brushRef="#br0" timeOffset="-5189.03">23248 6873 1135 0,'-5'-4'92'0,"1"2"-82"16,0-1-12-16,2 3-3 0,2-1 3 0,-1 1 3 0,1 0-2 0,0 0-2 16,-1 0-5-16,1 0-3 0,-1 1 0 0,-2-1 1 0,0 1 1 0,-1 0 5 15,-1 0 2-15,0 0 1 0,0 0-2 0,-1-1 5 0,-1 1 1 16,1-1 1-16,0-1 2 0,0 1 1 0,1-1-3 0,1-1 1 0,0 1-1 15,1 0 0-15,1 0 3 0,-1 0 4 0,2 0 1 0,-1 0 0 0,2-1 2 16,0 1-5-16,1 0-1 0,0 0 4 0,2-1-1 0,2 1 10 16,1-2 1-16,3 1 1 0,2 0 8 0,2 0-2 0,1 0 12 0,4-1 6 15,2 0-3-15,2 0 3 0,2 0-3 0,3 0-5 0,2 0-1 16,2 0-1-16,2 0-1 0,1 1-3 0,2 2-1 0,2-1-2 0,1 0-4 16,0 2-1-16,-1 0-7 0,2 1-2 0,-2 2 0 0,3 0-9 0,0 0-2 15,-1 0-2-15,2 1-3 0,0 0 1 0,0 0 4 0,2 0-5 16,2 0 1-16,0-1 2 0,2 1 0 0,0-2 2 0,2 1-1 0,2-1-4 15,0 0 5-15,0-2-4 0,2 0 0 0,0-1 4 0,1 0-5 0,0 0 3 16,-1-1 2-16,2 0 2 0,-1-1 5 0,-2-1 1 0,-1 1 5 16,-3-1 5-16,-2 2 3 0,0-2 5 0,-2 0 5 0,-2-1 0 0,-3 1 4 15,0 0-5-15,-3-1-10 0,-2 1 0 0,-2 0-16 16,-3 1 5-16,-3 0-7 0,0 0-7 0,-3 0 10 0,-1 1-7 0,-3-1 3 0,-4 1-2 16,-3 0-1-16,-1 0 2 0,-3 0 0 0,-2 0 2 0,-2 1-2 0,-4-1 6 15,0 0 1-15,-3 0-4 0,0-2-3 0,-4-1-2 0,-2 0-6 16,-3-1 6-16,-3 1-1 0,-3 0-2 0,-2-2 1 0,-5 0-2 0,-1 0-3 15,-3 0 4-15,-1 1-3 0,-4 0 2 0,-1 0-2 0,-5-1-2 0,-3 1 0 16,-2 1-7-16,-3-1 1 0,-2 0-3 0,-3 0 0 0,-1-1 10 16,-2 0 2-16,-2 1-1 0,-1 0 3 0,0-1 0 0,-1 2 0 0,0 0 3 15,0 1-4-15,-2 1-4 0,-1 1 6 0,2 0-1 0,1 2 0 0,0 0-1 16,0 1-1-16,2 2 1 0,-1 0 2 0,4 1 2 0,2 1-3 16,2 0 5-16,3 1-2 0,1 1-4 0,3-1-1 0,2 0-3 0,2-1-1 15,4 2 8-15,2-1-2 0,2 1-2 0,0 0 4 0,1 1-4 16,4-1 4-16,0 0-4 0,5-1 2 0,3-1 0 0,1 1 0 0,3 0 8 15,3-1-11-15,3 1 4 0,2-1 3 0,2-1-4 0,3 1 6 0,3-1-2 16,2 2 6-16,4 1-3 0,4-1 4 0,3 1 0 0,5-1-3 16,4 1-2-16,6 0-4 0,4-1-4 0,4 0 2 0,2-1-6 0,2-1-5 15,3 1 2-15,3-1-8 0,1 0 0 0,0 0-2 0,2 2-10 0,2-1-9 16,-1 1-5-16,2-1-24 0,0 1-21 0,1-1-30 0,-1 1-38 16,2 0-28-16,-2 0-53 0,1 1-57 0,0 0-64 0,0 0-234 0</inkml:trace>
  <inkml:trace contextRef="#ctx0" brushRef="#br0" timeOffset="-4388.91">23337 10214 2778 0,'-2'-5'13'15,"2"-1"-36"-15,2 0-15 0,4 0 9 0,2 1 13 0,3 1 11 16,2 0-5-16,3 0-3 0,2 0-14 0,3 0-7 0,2-1-7 0,1-1-9 16,4 1 2-16,-2 0-11 0,3 0 4 0,0-1 7 0,4 0 12 0,1-1 20 15,2 1 4-15,5-1 8 0,3 1-1 0,3-1 1 0,4 1 1 16,2 1 6-16,3-1 0 0,4 2-3 0,2-1 3 0,0 1-6 0,2 2 3 15,-1 0 3-15,-1 1 1 0,1 0 4 0,-1 1 0 0,-1 0 4 16,-1 1 2-16,-2 1 1 0,1-1 3 0,-3 2 0 0,-2 1 6 0,-1 0 2 16,-4 1-1-16,-2 1 6 0,0-1 2 0,-4 1 6 0,-2-1-7 0,-3 0 0 15,-2 0-10-15,-3 0-4 0,-3 0-1 0,-3-1-13 0,-4 0 0 16,-2-1-5-16,-3-1 1 0,-3 0 11 0,-2 0 0 0,-1 0 0 0,-5-1 1 16,-2 0-4-16,-1-1 3 0,-5 0 4 0,-1-1 3 0,-4 0-5 0,-5-2-7 15,-3 1 1-15,-4-2-2 0,-3 0 0 0,-5-1-2 0,-3 0-13 16,-6-1-3-16,-4 0-3 0,-4 1 3 0,-6-2 1 0,-2 1-2 0,-5 0-1 15,-3 0 7-15,-4 0 5 0,-4 1 4 0,-3 1 6 0,-2 0-1 16,-4 1 9-16,0 1 4 0,-2 0 7 0,2 1 14 0,2 2 9 0,1 0 10 16,2 2-2-16,5 0-4 0,3 1-5 0,5 0-15 0,5 1-4 0,3 1-2 15,7 0-17-15,3 2 6 0,7-1-9 0,3 1-5 0,7-1-6 16,4 0-6-16,6 0-8 0,5 0-5 0,3 1 1 0,6 0-1 0,3 3 18 16,4 0 5-16,6 2 0 0,4 1-3 0,5-1-6 0,5 1-8 0,3-1 0 15,6 2-1-15,3-1-9 0,3 1-3 0,5-2-3 0,1 1-7 16,2 0-3-16,5-1-18 0,-2 0-27 0,3-1-32 0,0 1-36 0,0 1-28 15,2-1-30-15,0 0-31 0,0 2-34 0,1 1-64 0,-2-1-65 16,0-2-159-16</inkml:trace>
  <inkml:trace contextRef="#ctx0" brushRef="#br0" timeOffset="-3455.31">23424 14950 2095 0,'7'8'25'0,"5"-1"-6"0,3-1-4 0,4-6 1 15,3-2 1-15,2-1 9 0,5-2-2 0,4-1-5 0,7-1-2 16,4-1-5-16,3-2-6 0,4 1 0 0,2-3-5 0,3-2-4 0,3-1-7 15,2-1-1-15,3-1-4 0,1-1 2 0,5 2-5 0,-2 0-5 16,1 1 2-16,1 0-4 0,-1 0 2 0,0 3 4 0,-2-1-3 0,1 2 2 16,-1 1-5-16,1 3 6 0,-1 1-2 0,-3 1 7 0,-1 2 7 0,-3 2 1 15,0 0-1-15,-5 1 4 0,-2 1 3 0,-2-1 0 0,-3 2 7 16,-3 0-7-16,-3-1-1 0,-4 1 4 0,-5-1-9 0,-3 0 6 0,-5-1 4 16,-4 0-4-16,-5 0 6 0,-5 0 1 0,-3 0-4 0,-3 0 11 0,-5 0-2 15,-4 1-2-15,-4-1-7 0,-4 2-7 0,-6 0-6 0,-5 1-3 16,-3 0-4-16,-5 1-1 0,-4 0 2 0,-5 0 2 0,-4 3 0 0,-3 1-2 15,-3 1 1-15,-2 1 2 0,-3 2 7 0,-1 2 8 0,0 2 9 16,-2 3 7-16,1 5 15 0,2 2 11 0,3 2 17 0,1 4 16 0,5-4-2 16,4 1-13-16,6-2-6 0,5-2-22 0,5-4-9 0,5-2-7 0,5-3-18 15,5-4-8-15,7-2-5 0,4-3-15 0,4-1-20 0,5-1-9 16,5-1-12-16,4-2-10 0,4-2 1 0,4-3-34 0,4-1-56 0,4-2-90 16,4-1-125-16,5-2-386 0</inkml:trace>
  <inkml:trace contextRef="#ctx0" brushRef="#br0" timeOffset="2161.61">22149 2786 95 0,'-11'-8'69'0,"1"-1"-17"0,-2-4-10 0,2 1-7 0,2 1 1 16,-1 1 1-16,0 2-4 0,0-1 3 0,1-1-1 0,0 0-8 0,0 0 0 15,2 0-5-15,-1 1 1 0,1 0 1 0,1 0 2 0,0 0 3 16,2 0-1-16,0 2 0 0,1 0-2 0,0 0-3 0,1 1-6 0,1-1-4 16,1 1-3-16,1 0 1 0,1 0-4 0,1 1 0 0,1 0-1 0,2 0-6 15,1 0 2-15,2 0 0 0,2 0-3 0,4 0 3 0,3 1-1 16,0-1 0-16,4 0 7 0,0 0-1 0,1-1 1 0,1 0 2 0,1-1-6 15,3 0 2-15,1-1-1 0,2 1 1 0,1 0 3 0,0-1 2 16,0 0 1-16,3 1 4 0,-1-1 1 0,3-1-3 0,-1 2 5 0,3-1-1 16,0 1 3-16,1-1 4 0,1 1-5 0,0 0 2 0,0-1-3 0,-1 1-2 15,1 0 1-15,1 1-1 0,-1 1 0 0,-2-1 1 0,2 1 0 16,-2 1-4-16,0 0 0 0,3 0-2 0,-3 1-3 0,-1 0 0 0,1 1-1 16,-1 2 1-16,-1-1-3 0,-2 1-1 0,0 1 0 0,-1 0-3 0,-1 1 1 15,1 2 0-15,-2-1 1 0,-1 1 0 0,-2 0-2 0,-2 1 1 16,0 1 0-16,-1 0-1 0,-2 2 0 0,1 0-1 0,-3 1 3 0,1 1-3 15,-1-1 2-15,-2 1 1 0,1 0-3 0,-4 0 1 0,0 2-2 16,-1-1 1-16,-1 1 4 0,-2-1-2 0,-2 1 1 0,0-1-7 0,-3 0 2 16,0-1 0-16,-2 0 2 0,-1-2 9 0,-2 3 0 0,-1-1 6 0,-1 0 1 15,-2 1 0-15,-2-1 0 0,-1-1-2 0,-3 2 1 0,0-1 0 16,-2 2-1-16,-2-1-3 0,-1 1 1 0,-1-1-4 0,-3 1 1 0,-1 0 1 16,-2-1-1-16,0 1 0 0,-1-1-4 0,-2 2-2 0,1-1 0 0,-4 1 1 15,0-1 1-15,0 0-1 0,-2 1-1 0,1 1-2 0,-1 0 1 16,0 0-1-16,-1-3 1 0,-1 1-2 0,-1-1 3 0,-2 1-3 0,0-1 2 15,-3-1 2-15,3 1-3 0,-2-1 0 0,-2-1 1 0,2 1-1 0,-3-2-1 16,1 0 2-16,-3 0-1 0,2 0-1 0,-1 1 2 0,-2-1 1 16,2-1 0-16,-1 0-1 0,2 0-1 0,1-1 0 0,-4 1 0 0,1 0-2 15,0 0 6-15,0 0-2 0,4-1 1 0,-2 1 1 0,3-1-4 16,-2 0 1-16,2 0 1 0,0-2-5 0,0 2 0 0,2 1-1 0,0-1 0 16,1-1 2-16,0 1 4 0,2-1-2 0,0 0 1 0,1-1 0 15,2 0-3-15,0-1-2 0,1-1 4 0,-1-1 1 0,1 0 3 0,1-1-4 16,1 0 3-16,2-1-2 0,1-1 1 0,0 1 6 0,1-2-4 0,2-1-4 15,-2-1 2-15,0-1-4 0,3-1 3 0,-3-1 1 0,3-1-2 16,-1 0 4-16,2 1-4 0,-1-3 3 0,0 0-6 0,2 0 2 0,0 0-1 16,1 0-1-16,1 1 4 0,-1-2 1 0,2-1-2 0,1 2 2 0,0-1 0 15,2 2-2-15,0 0 0 0,1 0 0 0,-1 0 0 0,2 1 0 16,0-1 0-16,1 1 0 0,1 0 0 0,0 1 0 0,1 0 0 0,0 1 0 16,1 0-2-16,0 1 2 0,1 1 0 0,-1 1-1 0,1 1 0 0,1 0-2 15,0 1 0-15,-1 1-2 0,2 0 0 0,-1 0 3 0,0 1-1 16,2 1-2-16,0 0 2 0,0 0-2 0,1 1 2 0,0 0-2 0,-1 0 2 15,1 1 1-15,1 0-1 0,-1-1 1 0,1 1 0 0,0-1-3 0,-1 0 0 16,0 1 3-16,0-1 0 0,0-1 0 0,0 1 2 0,1 0-1 16,-1-1-1-16,1 0 1 0,-1 0-2 0,0 0 1 0,0 0 0 0,0-1 3 15,0 1-2-15,1-1-1 0,-2 1-1 0,1-2-1 0,-2 2 2 16,2-2 4-16,-1 2 3 0,0-1-2 0,0 0 3 0,0 0-6 0,0 0-2 16,-1 0-2-16,0 0 1 0,0 0 1 0,0 0-1 0,-1 0 1 0,0-1 1 15,-1 1 0-15,0 0 2 0,0 1 0 0,0-1-3 0,0 1-2 16,0 0 1-16,0-1 0 0,-1 0 2 0,1 0-2 0,0 0 1 0,0 1 0 15,0-1 0-15,1 0 0 0,-1 0 0 0,0 0 1 0,0-1-4 0,1 1 3 16,-1 0 0-16,1-1 2 0,-1 1 0 0,1-1 0 0,0 1-1 16,0 0-2-16,0 0 1 0,0 0 0 0,-1 0 0 0,0 1 0 0,0-1-3 15,0 0 3-15,0 0 0 0,0 1 0 0,0-1 1 0,0 1 1 16,-1-1-4-16,1 1 4 0,0 0-2 0,-1 0-2 0,1 0 2 0,0 0 0 16,0 0 0-16,0 0 0 0,0-1 0 0,0 1-2 0,0 0 2 0,0 0 1 15,0-1-2-15,1 1 1 0,-1-1 0 0,1 1 0 0,-1-1 1 16,1 1-1-16,0-1-1 0,-1 1 1 0,1-1-2 0,1 0 2 0,-1 1 2 15,1 0-4-15,0 0 1 0,0 0 0 0,0 0-1 0,1 0-2 16,-1 0 3-16,1-1-6 0,-1 1-3 0,2-1-6 0,-1 1-3 0,1 1-7 16,-1-2-9-16,1 2-6 0,0 0-13 0,1 0-12 0,0 0-12 0,2 1-13 15,0-1-8-15,2 1-12 0,0-1 1 0,1 1-7 0,2 0 2 16,0-1 8-16,1 1-21 0,0 0-156 0,0-1 42 0</inkml:trace>
  <inkml:trace contextRef="#ctx0" brushRef="#br0" timeOffset="3861.61">22801 4100 254 0,'12'-1'111'0,"7"-2"-2"0,4-1-33 15,2 1-6-15,-2 0-8 0,3 1-9 0,3-1-1 0,2 1-3 0,2 1-6 16,1-1-4-16,3 2-4 0,2 0-3 0,2 1-3 0,1 1-7 15,4 1-3-15,2 1-6 0,3 1-3 0,0 0-2 0,1 0-2 0,1 2-2 16,-1 1-1-16,0-1 0 0,-3 2-3 0,0-1 1 0,-1 0 0 0,2 0 0 16,1-1 1-16,-1 0 0 0,0-1-2 0,-1 0 2 0,-1-1-4 15,0 2 1-15,-2-2 2 0,-1 0 1 0,-1-1 0 0,1 0 0 0,-3-2 0 16,1-1 2-16,1-1 2 0,-1-3 8 0,0 0 4 0,-2-2 2 16,1 0 4-16,-3-2-2 0,0-1-4 0,-4 1 2 0,-1-3 2 0,-1 1 0 15,-2-2 3-15,1 0-3 0,-4 0 1 0,0 1 0 0,-4-2 2 0,-1-1 1 16,0 0 0-16,-3-1-2 0,0 1-2 0,1-1 0 0,-2 0-2 15,-1-1 0-15,-1 1 0 0,-2 0-3 0,-3-1 0 0,-1 0-3 0,-1 0-3 16,-1-3 0-16,-3 1-1 0,-1-2 0 0,-3 1 3 0,-2-1-5 0,-1-2-2 16,-4 2 6-16,0-2-3 0,-4-1 3 0,-1 1 1 0,-2-2-4 15,-3 1-2-15,-3-2-1 0,-2 0-2 0,-1 1 4 0,-3 0-5 0,-2 0 4 16,-2 2-2-16,-3-1 0 0,-1 0-2 0,-4 2 0 0,-2-3-1 16,0 2 1-16,-2-1 0 0,0-1-2 0,-2 4 3 0,-2-1-1 0,0 1-3 15,-1 2 0-15,0 0-2 0,-3-1 0 0,0-2 3 0,1 2-1 0,-2 0 3 16,-1-1-2-16,-3 2-1 0,-2-2 1 0,-1 1 5 0,0-1-1 15,0 3 0-15,-2-1 4 0,-2 0-5 0,1 2 0 0,0 1 0 0,-1 0 1 16,0 2-2-16,-1 0 0 0,1 3-1 0,1 0 2 0,1 1 0 0,1 3-1 16,0 1 0-16,0 2-3 0,3 2 1 0,1 1 2 0,2 2 1 15,0 1-2-15,-1 3-4 0,2 1 1 0,-1 0-3 0,3 2 2 0,0 1 0 16,1 1-3-16,0 2 0 0,1 0-3 0,-1 4 2 0,2 0-3 16,2 1 4-16,-1 0 0 0,2 2 3 0,-1 3 3 0,0 0-2 0,0 4-2 15,2-1-1-15,2 1 3 0,-1 2-2 0,2 1 3 0,0 0-8 0,1 2-4 16,4-1 3-16,2 1-1 0,3-4 8 0,3 0 0 0,3-2 1 15,3-1 0-15,1 0 1 0,4 0 0 0,2-1 0 0,3 0-3 0,1-1-5 16,2-2 3-16,1-1 1 0,2 0-2 0,2-2 8 0,2 1-2 0,1-2 0 16,1 0-2-16,2-1 0 0,2 0 2 0,0 1 0 0,3-2 0 15,3 0 0-15,3 0-2 0,3-1 1 0,1 1 1 0,4 1 0 0,1-1 0 16,3 2 8-16,2-1-1 0,3 1 2 0,0-1 0 0,2-2-11 16,0 1-1-16,2-1 3 0,-1 0-3 0,1-2 3 0,2 0 0 0,0 0 0 15,-1 0-2-15,-1 0 2 0,-2-1 1 0,1 1-1 0,0-1 0 0,3-2-3 16,-1-1 9-16,0-2 0 0,0 0 1 0,-1-1 4 0,-2-1-10 15,-2 0 3-15,-1-1 0 0,-2-1-3 0,1-1 3 0,0-2 3 0,0 0 1 16,0-1 1-16,-3 0-2 0,-1-1 1 0,-2 0-1 0,-3-1 0 0,0 1 2 16,-2-1 1-16,-2 0-3 0,1 0 0 0,-2 0 1 0,-4 1-1 15,0-1 1-15,-1 0 0 0,-1 1 2 0,-2-1 0 0,-1 1 2 0,-1 0 0 16,-1 0 0-16,-2 1 1 0,0 0-3 0,-1-1-2 0,0 2-2 16,0-1-1-16,-1 1 1 0,0 1 1 0,0-1-2 0,-1 1-4 0,1 1 0 15,0-1-1-15,1 1 3 0,-2 0-1 0,0 0 1 0,-1-1-1 0,-2 1 1 16,2 0-1-16,-1 0-1 0,1 0 1 0,-1-1-1 0,1 0 3 15,-1-1-1-15,0 0 0 0,0 1 0 0,-1-1-3 0,1 0 1 0,0 0 4 16,0 0-3-16,0-1 4 0,-1 0-3 0,1-1-1 0,0 0 0 0,0-1-2 16,2 1 3-16,-1-1 2 0,-2 0-2 15,3 0-1-15,-1 0 0 0,1 0 1 0,0 0-3 0,-1 0 1 0,2 0 2 0,-2 0-4 0,0 1 2 16,1-1-1-16,-2 1-1 0,2-1 2 0,-1 1 1 0,0-1-1 16,0 1 0-16,0-1-2 0,1 1 1 0,-1 0 0 0,1 0 0 0,-1-1 1 15,0 1 1-15,1-1-4 0,-1 1 2 0,0-1 0 0,0 1 0 16,0-1 3-16,0 1-3 0,0 0 2 0,1 0-4 0,-1 1 1 0,0 0 2 15,1 0 2-15,-1 0-1 0,0 0-1 0,1 1-2 0,-1-1-1 0,1 1 4 16,-1 0-4-16,0 0 5 0,0 1-6 0,-1 0 2 0,2 0 1 0,-2 1 0 16,1-1 1-16,0 0-2 0,-1 0 1 0,1 0 0 0,0 0 1 15,1 1 1-15,-2 0-1 0,1-1-4 0,-1 1 3 0,0 0 2 0,0-1-2 16,0 1 1-16,1-1 2 0,-2 1-3 0,1-2 2 0,0 1-2 16,0-1 0-16,1 1 0 0,0-1-2 0,-1 0 4 0,0 0-2 0,1-1 2 15,-1 1-2-15,0 0 2 0,1-1-2 0,-1 0-2 0,1 0 4 0,-1 1-1 16,0-1 1-16,0 0-1 0,0 1-1 0,1-1-3 0,-1 1 2 15,-1-1-1-15,1 1 5 0,0-1-3 0,-1 1 2 0,2-1-1 0,-1 1-4 16,0 0 3-16,0 0 2 0,0 0-5 0,1 0 6 0,-2 0-3 0,1-1 0 16,0 1 0-16,0 0-2 0,0 0 5 0,-2 0-6 0,1 0 6 15,-1-1 0-15,0 1-4 0,0-1 2 0,0 1-1 0,0-1 2 0,0 0-2 16,0 1 0-16,-2-1 0 0,2 0-2 0,0 1 2 0,0 0 0 16,1-1 0-16,-1 1 3 0,1 0-4 0,-1 0 1 0,0 0 0 0,2 0-3 15,-1 0 1-15,2 0 2 0,-1-1-1 0,0 1 2 0,1-1 1 0,-1 1 1 16,1-1-3-16,0 1 0 0,-1 0 0 0,1 0 0 0,0 0 0 15,0-1-2-15,0 1 2 0,0-1 0 0,-1 1 2 0,1-1-2 0,0 1-2 16,0-1 2-16,0 0 0 0,0 0 3 0,-1 1-4 0,0-1 1 16,1 0-2-16,-1 1-1 0,0-1 8 0,0 0-4 0,0 1-2 0,1-1 1 15,0 1-5-15,0-1 5 0,0 0 2 0,1 1 1 0,-1-1 0 0,1 0-5 16,0 0 4-16,0 0-2 0,-1 0-2 0,1 0 5 0,0 0-4 16,0 0 2-16,-1 0-2 0,1 1 1 0,0-1 0 0,1 0-2 0,0 1 2 15,-1-1 0-15,1 0 0 0,-1 1 0 0,0-1-1 0,0 1 1 0,0-1-2 16,0 1 1-16,0 0 2 0,0-1-2 0,0 1 2 0,0 0-1 15,-1 0 0-15,0 0 3 0,1-1-3 0,-1 1 2 0,1-1-2 0,-1 1 1 16,1-1-1-16,0 1-1 0,-1-1 2 0,1 1 1 0,1-1-4 0,-1 1 2 16,1-1-1-16,-1 1-2 0,0 0 4 0,0 0-1 0,0-1 0 15,-1 1 0-15,0 0-1 0,1 0-1 0,-1 0 2 0,0 0 0 0,0 0 0 16,1 0 2-16,-1 0-2 0,1-1 1 0,-1 1-2 0,0 0-4 16,0 0 5-16,0 0-3 0,0 0 2 0,0 0-1 0,0 0 1 0,1 0-3 15,-1 0-4-15,1 0-3 0,-1 0-7 0,0 1-6 0,1-1-9 0,0 1-14 16,0 0-10-16,0 1-10 0,1-1-13 0,0 1-9 0,1 0-11 15,0-1-13-15,1 0-7 0,2 0-10 0,-1-1-10 0,3-1 3 0,2-2 2 16,1-1-1-16,2-1 6 0,1-2-50 0,1-3-131 0</inkml:trace>
  <inkml:trace contextRef="#ctx0" brushRef="#br0" timeOffset="4095.62">29435 1300 1 0,'-18'3'0'0</inkml:trace>
  <inkml:trace contextRef="#ctx0" brushRef="#br0" timeOffset="4138.62">29326 1165 158 0,'-48'-65'-66'16,"19"25"232"-16,0-3-172 0,-3-1-4 0,2-2-3 0,2 4-74 0,3-2 6 15</inkml:trace>
  <inkml:trace contextRef="#ctx0" brushRef="#br0" timeOffset="4361.61">26359 3050 630 0,'-122'9'-11'0,"-42"4"9"16,-23 5 21-16,36 3-21 0,64-2-3 0,12 2 6 0,9 3-3 0,11 1-4 15,8 2-18-15,10 1-19 0,8 0-19 0,7 2-34 0,7 0-41 0,5 1-72 16</inkml:trace>
  <inkml:trace contextRef="#ctx0" brushRef="#br0" timeOffset="5155.62">30188 1358 1 0,'-1'0'0'0</inkml:trace>
  <inkml:trace contextRef="#ctx0" brushRef="#br0" timeOffset="7578.61">20562 1352 31 0,'-7'-4'22'16,"1"0"172"-16,-1 1-80 0,-1-1-51 0,-1-1 3 0,0 0-8 0,-1-1-17 15,0 0 5-15,-1 0-7 0,1 0-17 0,0-1-9 0,1-1-8 0,0 1-4 16,2 0 0-16,3 1 0 0,2 0 1 0,3-1 0 0,2 2 2 15,4-1 0-15,3 0-2 0,1 1 5 0,5-1-5 0,3 0 1 0,1 1 4 16,4-1-4-16,2 0 2 0,2 0-1 0,4-1 0 0,0 2-3 0,3-1 2 16,1-1 2-16,2 1-1 0,3 0 1 0,0 0 0 0,1-1-1 15,3 1 1-15,1-1 2 0,2 2 1 0,2-2 3 0,1 0 0 0,2 0-2 16,1 0-4-16,2 0-2 0,0-1 0 0,1 0 6 0,2-1-5 16,0 1 2-16,0-2 7 0,1 0-3 0,1 0 6 0,-1-1-4 0,-1-1-12 15,0 2 1-15,-1-2 0 0,-1 0 2 0,-2 0 0 0,-1-1-3 16,0 0-1-16,-3 0-2 0,-1-1 5 0,-3 0 2 0,0 0 35 0,-2 0 4 0,-4-1-5 15,0 0-1-15,-2 1-36 0,-2 0 1 0,-3-1-3 0,-1 1 3 16,-4-2-1-16,0 2-2 0,-2-2 2 0,-4 1 1 0,0 0-1 0,-5 2 0 16,0-2 3-16,-3 1-1 0,-2 1 0 0,-3 0 0 0,-2 1-3 15,-3 1-3-15,-3-1-7 0,-2 1-8 0,-3 1-5 0,-4 2-7 0,-2-1-8 16,-5 2-1-16,-4 0-15 0,-4 1-3 0,-4 2 2 0,-5 0-3 0,-5 2 9 16,-5 0 3-16,-5 2-3 0,-6 1 1 0,-4 1-13 0,-6 1-4 15,-5 2-3-15,-4 1-7 0,-5 1 12 0,-5 2 9 0,-3 1 8 0,-1 1 0 16,-4 2-9-16</inkml:trace>
  <inkml:trace contextRef="#ctx0" brushRef="#br0" timeOffset="11212.61">6029 10697 555 0,'-13'-7'33'0,"1"0"7"0,-3-1 12 16,3 2-3-16,4 2-4 0,3-1-6 0,0 0-5 0,0 2-1 16,1-2-7-16,0 1-7 0,2 0-2 0,-1 1-5 0,1 0-4 0,-1 1-1 15,2 0-5-15,0 0-3 0,1 2 2 0,0-1-1 0,1 1-2 16,-2 0 0-16,1 0-4 0,1 1 0 0,0 0 5 0,0 1 4 0,-1-1 2 16,1 0 1-16,0 1-3 0,1 0 5 0,0 1-1 0,1 1 4 0,-1-1 1 15,2 1-2-15,0 0 0 0,3 0 3 0,0 0-4 0,1 0 5 0,3-1 7 16,0-1-1-16,0-1 13 0,4 0 3 0,-1-2 3 0,3 0-1 15,1-1-2-15,2-1-6 0,1 0 4 0,-1 0 1 0,2 0-2 0,-1 1-2 16,-1 1-5-16,2-1 0 0,-1 0-3 0,1 1 1 0,0-1 0 0,0 0-3 16,0 1 0-16,2-1 2 0,-1 1 2 0,2 0 1 0,0-1 0 15,0 0-7-15,2 0-3 0,0 2-3 0,1 0-3 0,-1 0-2 0,2 0-1 16,-2 0-4-16,-2 0 2 0,1 0 2 0,0 1-3 0,1-1 2 16,0 0-2-16,2 0-2 0,-1 0 3 0,1-1-8 0,-1 2 3 0,2 0-5 15,0-1 1-15,-1 1 4 0,3 0-5 0,-1 1 7 0,1 0 1 0,1 1-6 16,0 2 3-16,2 0-12 0,-1 3-35 0,2 1-58 0,-2 4-74 15,3 1-93-15,4 3-111 0,3 1-222 0</inkml:trace>
  <inkml:trace contextRef="#ctx0" brushRef="#br0" timeOffset="13112.61">8337 10413 724 0,'-23'-14'91'0,"-3"-1"-116"0,-2-1 41 15,4 4 7-15,6 5 2 0,2 1-9 0,1 0-10 0,3 1-1 0,2 2 3 16,3 1-7-16,0 0 0 0,3 1-3 0,1 0-12 0,2 1-5 16,2 1-4-16,1 0-2 0,1 0 8 0,1 0 4 0,3 0 3 0,1 0 4 15,2 1 1-15,2-1 2 0,1 1 4 0,4 1-2 0,1 0 0 0,2 0-2 16,-1 1 0-16,2 0 3 0,2 2-1 0,3 1 0 0,2 0-1 15,1 0 0-15,2 1 1 0,-2 1 0 0,3 0 3 0,0-1-2 0,2 2-1 16,1 0 1-16,1-1 0 0,2-2 1 0,-1 0 2 0,2-1-1 0,-1 0 1 16,3-2 1-16,1-2 1 0,0 1 1 0,0-1 0 0,1 0 2 15,0-1 0-15,1-1 1 0,0-1-1 0,1 1 1 0,2 0-1 0,1 0 3 16,0 1 0-16,0 0-1 0,-1 1 0 0,0 1-5 0,-2 0 4 16,1 1-1-16,2-1 1 0,-3 1 1 0,1-1 3 0,-2 0-2 0,0 1 2 15,-2-2 5-15,0 0-5 0,1-2-1 0,-2 2 2 0,1-2-2 0,0 0 1 16,0 0-2-16,-1 0 0 0,2-1 0 0,1-1-4 0,0 0 2 15,2-1-7-15,1 1 3 0,-1-1-1 0,1-1-3 0,0 0 4 0,2 0-12 16,2 0-1-16,0 1 4 0,0-1-2 0,-1 1 7 0,0 0 1 0,0 0-2 16,0 0-2-16,0 1 1 0,-1-1-1 0,-1 0 3 0,-1 0-3 15,-3 0 1-15,-1 1 3 0,-1 1-6 0,-1 0 2 0,-3-1-1 0,-1 1-2 16,0 0 7-16,-3 0-1 0,-2 1 4 0,-3-1-4 0,-2 1 2 16,-2-1 0-16,1 2-1 0,-2-1 5 0,-3 0-2 0,0-1 6 0,-2 0-4 15,-3 0 2-15,1 0 5 0,-2 0-2 0,-1-1 6 0,-1 0-3 0,1-1-2 16,0-1 1-16,0 1-1 0,-1 0-2 0,-1-1 3 0,0 1-6 15,0 0-4-15,0 0 5 0,0 0-5 0,-1 0 2 0,0 0 2 0,0 0-5 16,-1 1-2-16,-1-1-3 0,-2 0 3 0,-1 0-2 0,0 0 2 16,0 1 7-16,-2 0 1 0,1 1 5 0,-2 0 8 0,-1 0 2 0,-1 1 1 15,-1-1 2-15,1 1-10 0,-1-1-1 0,0 1-8 0,1 0-6 0,-1 1 1 16,0-1-4-16,-1 0-2 0,1 1 2 0,0-1-1 0,-1 1 1 16,1-1-3-16,0 0-3 0,0 1 2 0,0 0-3 0,0-1 7 0,0 2 3 15,0-1-2-15,-1 0 2 0,1-1-6 0,-1 1 3 0,1-1-3 0,-1 1 2 16,1 0 1-16,-1-1-3 0,1 1 5 0,-1-1-1 0,1 0 0 15,0 1-2-15,0-1-7 0,-1 1 4 0,1 0-2 0,0-1-3 0,1 1 1 16,-2 1-5-16,1-1 0 0,-1 1-1 0,1-1 0 0,0 1 2 0,0-1 1 16,0 1-1-16,0 0-1 0,0 0 2 0,0 1-5 0,-1-2 2 15,0 2 2-15,1-1 2 0,-1 1 6 0,1 0 1 0,-1-1 4 0,0 0-1 16,1 0 3-16,-1 0 1 0,1-1-1 0,0 0 2 0,0-1-5 16,0 0 1-16,0 0-2 0,0 0 1 0,0 0-1 0,0 1-4 0,0-3 1 15,0 2-5-15,0 0-2 0,0 0-1 0,-1 2-3 0,1-2-5 0,0 1-10 16,1-1-2-16,-1 0-5 0,1 1-1 0,-1-1 5 0,2 1-2 15,-1 0 1-15,1-1-2 0,0 2-6 0,-1-1-9 0,1 1-12 0,0 0-4 16,1 0-4-16,1 1 0 0,0 0-2 0,2 1 1 0,2 0-6 0,-2 1-49 16</inkml:trace>
  <inkml:trace contextRef="#ctx0" brushRef="#br0" timeOffset="13961.62">6693 12158 104 0,'18'-3'41'0,"2"0"-3"0,6-1-3 0,-1 1-5 0,-3 0 2 15,2 0-3-15,1 0 0 0,1 0-5 0,3-1 1 0,0-1 0 0,3 1-4 16,1-2 1-16,2-1-6 0,1 0-2 0,2 0-1 0,2-1-2 0,-2 0 5 16,2 2 4-16,1-2-1 0,0 3 2 0,2 0-3 0,1 0-3 15,0 2 3-15,-1-2-4 0,2 1 3 0,-2 0 1 0,1 0 0 0,3 0 3 16,-1 1-3-16,1-1 0 0,-1 0 1 0,-1 0-3 0,0 1 5 16,0 0 0-16,0 0 1 0,-1 0 4 0,2 0 2 0,0 1-1 0,1-1 4 15,-1 2-2-15,1-1-4 0,0 0 4 0,0 0-8 0,-1 0 5 0,1-1-2 16,-1 1 1-16,0 0 5 0,1 0 2 0,1 0 2 0,0 0-2 15,-3-1-9-15,1 2-6 0,-2-1-4 0,1-1 0 0,-2 1 3 0,0 0-1 16,2 0 2-16,-2 0-5 0,0 0 2 0,-3 0-2 0,2-1-2 0,-2 1 3 16,1 0-7-16,-1 0 8 0,-2 0-2 0,1 0-5 0,-4 0 1 15,2-1-4-15,0 2-2 0,-2 0 4 0,2 0-2 0,-2 2-2 0,-1 0-2 16,1 2-1-16,-2 0 1 0,0 0 1 0,-1 0-2 0,0 1 2 16,-1 2-1-16,3 0-3 0,-2 0 0 0,2 2-17 0,-1 1-10 0,1 1-26 15,0 0-33-15,2 3-30 0,2 0-24 0,2 0 8 0,6-2-8 0,4-1 4 16,4-1-2-16,4-1-21 0,3 3-120 0</inkml:trace>
  <inkml:trace contextRef="#ctx0" brushRef="#br0" timeOffset="20745.88">6163 7132 309 0,'-12'-13'46'0,"0"-1"20"0,-2-5 10 0,2 3-1 0,3 2-7 16,1 0-6-16,1-1-10 0,0 2-9 0,0-2-9 0,2 1-12 16,2 0 1-16,0 0-1 0,0 1-6 0,1 0-3 0,2-1-7 0,0 0-1 15,2-2-3-15,1 1 0 0,1 1 0 0,-1-2-1 0,4 0 4 0,-1 0 1 16,0 1 3-16,1-1 0 0,-1 1 1 0,1 1 2 0,0 1 0 16,0-1 1-16,1 0 3 0,2 1 4 0,0 1-2 0,0-1 2 0,2 1 1 15,0-1-3-15,2 0-3 0,2 1-2 0,2-2-6 0,3 1 0 0,3-1 2 16,4-1-2-16,3 2 1 0,4-1-3 0,3-1 0 0,3 0-2 15,4 0-1-15,4-2 0 0,1-1 1 0,0 2 2 0,2-1 1 0,1 1-7 16,2 0 6-16,0 0-8 0,3 0 5 0,-2 1 4 0,1 2 6 16,1 2 8-16,-1 2-2 0,1 0 5 0,0 1-6 0,-2 1-1 0,-1 2 1 15,0 2-2-15,-1 2 3 0,0 2 0 0,0 1 1 0,-2 2-6 0,1 3 4 16,0 2-1-16,-1 2-4 0,0 0 2 0,-1 3-3 0,-1 3-5 16,-2 2 6-16,-1 2-6 0,-1 2 6 0,0 2-5 0,-1 5-2 0,-2 1-1 15,-1 3-4-15,0 1 1 0,-3 3-1 0,-1 0 2 0,-2 0 1 0,-1 0-2 16,-4-2 3-16,-2 1-3 0,-2-1-1 0,-3 1 2 0,-2-2-2 15,-3-1-2-15,-3 0 4 0,-5-3 1 0,-2 2 3 0,-4-2 2 0,-5 1 0 16,-3-3 1-16,-6 1 3 0,-4-3 3 0,-4 1 4 0,-5-1 4 0,-3 0 0 16,-5-2 5-16,-3-3-8 0,-5-2 1 0,-3-2-1 15,-3-1-4-15,-3-1-1 0,-3-1-3 0,-1-3-2 0,-4-1 0 0,-4 1-2 0,-1-2 1 16,-4-1 1-16,-2-2-2 0,0-2 7 0,1-2 10 0,1-2 8 0,1-2 2 16,3-2 2-16,2 0-2 0,-1-1-10 0,2 0-3 0,0-1-5 15,1 0-10-15,2-1-1 0,0-1-4 0,2 0-2 0,0-1 0 0,4 2 1 16,2-3 0-16,3 1-2 0,1 0-3 0,3-1-2 0,5 0-4 15,0-1-8-15,6 1-9 0,1-2-17 0,4 1-11 0,4 0-10 0,1 0-15 16,2 0-14-16,4 1-22 0,3-2-23 0,1 0-30 0,3-1-39 0,3 1-36 16,3 0-31-16,2 1-183 0</inkml:trace>
  <inkml:trace contextRef="#ctx0" brushRef="#br0" timeOffset="26279.95">31925 4067 488 0,'5'-24'-30'0,"4"-2"47"15,4-4-4-15,1 3-5 0,2 5 0 0,1-1 0 0,2 1-4 16,1 4-1-16,0 1-3 0,-9 10-3 0,2-3 1 0,2 1-3 0,2-3 1 15,3 3 1-15,4-2-1 0,-2-1 1 0,7-1 1 0,-1 1-3 0,2 1 1 16,0 0 2-16,0 0 0 0,0 0-2 0,1 2 2 0,-1 0 2 16,1 2 3-16,-2 0 7 0,2 2 5 0,-3 1 3 0,2 0 4 0,-1 2 0 15,0 1 4-15,2 0-3 0,-2 2-4 0,-13-1-5 0,2 2-9 16,1-1-6-16,2 2-6 0,1 0-4 0,3 0-3 0,2 2-2 0,0 1-5 16,3-1-1-16,0 2-2 0,2 2 1 0,1 1 9 0,2 1-2 0,1 2-2 15,1 0-1-15,2 3-8 0,0 2 2 0,1 1-1 0,0 0 1 16,-1 2 1-16,-1 2 1 0,-1 1 6 0,-1 2 3 0,-1 1 5 0,-2 2 4 15,0 0 3-15,-2 2 0 0,-1 0 1 0,-1 2 1 0,-1 0 0 0,-3 1 4 16,-1 1 1-16,-1 0 0 0,-4 2 2 0,1 1-2 0,-3 2 2 16,-3 0-2-16,2 2-1 0,-2 2-3 0,-2 1-7 0,-2 1-1 0,-1 2-9 15,-1 1-10-15,-1 1-4 0,-4 0-11 0,-1 3-1 0,0 1-14 0,-3 1-7 16</inkml:trace>
  <inkml:trace contextRef="#ctx0" brushRef="#br0" timeOffset="26446.03">31295 6762 1251 0,'-28'-21'94'0,"1"-4"-53"0,-8-7-42 16,7-2-15-16,4 0-6 0,1-3 7 0,0-2-12 0,1-2-16 0,3-3-26 15,1-1-29-15,4-3-24 0,3-4-23 0,2-4-13 0,6-4-12 16,3-6-203-16</inkml:trace>
  <inkml:trace contextRef="#ctx0" brushRef="#br0" timeOffset="27346.22">31623 8215 1228 0,'-11'-7'651'0,"-2"-3"-548"0,-1-3-64 0,2 0-41 16,2-1-13-16,2 1 2 0,0-1 8 0,1 0-6 0,1 1-13 0,1 1-25 15,2-1-39-15,1 1-32 0,4-1-36 0,1 0-14 0,3 1 10 0,4-2 26 16,2 0 36-16,2 0 32 0,2 1 28 0,1 3 17 0,-2-2 13 16,-2 2 11-16,1-1 5 0,1 1 3 0,-1-1 6 0,0 2 3 0,-2-2-1 15,1 2 8-15,3 1 1 0,-1 0 8 0,2 0 4 0,-2 1 3 0,-1 1-3 16,-2-2-5-16,1 2-11 0,0-1-11 0,1 1-5 0,-1 1-7 16,1 1-4-16,3 1 0 0,0 0 0 0,3 0 4 0,-2 2 4 0,1 0 1 15,2 0 3-15,-2 2 1 0,4 1-1 0,-2 0-3 0,-1 1 19 16,-10-1-3-16,4 1 1 0,-1 1-2 0,2 0-19 0,3 2-4 0,2 1-1 15,-1 1 0-15,5 2-4 0,-1 1 2 0,0 1-4 0,0 2 4 0,0-1-3 16,-1 1-2-16,3 1 3 0,-2 1-1 0,0 0 0 0,1 0-2 16,-1 1 0-16,0 0-1 0,-1 2-1 0,0-1 0 0,-1 2-1 0,0 0 0 15,0 1-3-15,-1 1 3 0,-1 0-7 0,2 1-1 0,0 1 0 16,-1-1-4-16,0 3 50 0,1 0-2 0,-2-1-2 0,2 2-1 0,-10-14-50 16,1 3-3-16,1 0-2 0,0 2-2 0,1 0 1 0,1 3-3 0,0-1 1 15,2 2 1-15,0 2 4 0,2 1 4 0,-1 0 5 0,3 3 4 0,-2 0 2 16,1 2-1-16,0 0 3 0,1 3 5 0,-2 0 6 0,-1 2 6 15,-1-1 6-15,-2 0 4 0,-1 2 3 0,-1 0 6 0,-3 2 4 0,-1-1 3 16,-2 1 3-16,-1 2 1 0,-4-1 1 0,-1 1-2 0,-2 2 1 16,-3-1-3-16,-1 0-2 0,-3 2 0 0,-2-1-1 0,-1 0-1 0,-2 1 3 15,-2-2-2-15,-2-1 2 0,-2 2-7 0,-23 33-6 0,-3-7-1 0,-1-7-51 16,-2-8 8-16,2-7 9 0,-1-9 9 0,3-4 59 0,1-8 10 16,4-3 3-16,-1-4 7 0,0-1-2 0,1-1-1 0,-1-3-2 0,4-3-5 15,1-3-2-15,-1-1-6 0,3-3 0 0,1-1-10 0,3-2-8 16,1-3-10-16,2-2-15 0,1-1-24 0,1-2-28 0,-1-6-31 0,-15-13-60 15,6-3-42-15,8-5-47 0,5 0-54 0,-1-5-23 0,3-7-152 16</inkml:trace>
  <inkml:trace contextRef="#ctx0" brushRef="#br0" timeOffset="28046.22">31590 13058 1219 0,'-6'3'387'0,"2"-2"-303"0,-1-1-73 0,3-2-29 15,2-3-8-15,1-1 4 0,1-2 11 0,1 0-1 0,1-1-8 0,1-1-4 16,2-1-6-16,2-2-2 0,3-1 6 0,3 0 1 0,4-2 2 0,2 1 5 16,3-1 3-16,1 2 1 0,2-1 6 0,1-1 6 0,-2 1-2 15,-1 2 5-15,1-2 4 0,0 0 1 0,0 1 5 0,-1 0-4 0,3-1-2 16,1-1 1-16,0-1 14 0,-13 10 4 0,3-3 0 0,1 0-7 16,5-2-15-16,-1 1-1 0,5-2 2 0,0 2 6 0,5-3-1 0,0 1-3 15,2 0-1-15,-1 2 0 0,1 1-1 0,1 1 3 0,-2 1-3 16,2 1-3-16,-1 1 0 0,2 1-5 0,-4 2 2 0,1 1-3 0,0 2 55 15,0 1-4-15,-17 0-4 0,2 1 4 0,0 1-64 0,3 1 3 0,-1 2-1 16,2 0-2-16,1 2 3 0,1 1 1 0,1 1 1 0,2 2-1 0,1 2-5 16,1 1-1-16,0 2-7 0,1 1-2 0,1 3 56 0,0 1-1 15,2 2 1-15,-2 1 2 0,-1 1-60 0,0 2-4 0,0 1 0 0,-2 1 0 16,1 2 4-16,-3 1 0 0,1 1 0 0,-3 2 3 0,1 0 0 16,-1 2 10-16,-2 2 2 0,0 1 1 0,-2 3 3 0,-1 3-2 0,-2 2 8 15,-2 2 5-15,0 2 7 0,-4 2 6 0,-2 2 43 0,-2 3 10 0,-2 1 5 16,-4 2 11-16,-2 1-30 0,-3 2 10 0,-3 0 16 0,-3 0 7 15,-3-1 7-15,-3 0-41 0,-3-2-4 0,-2-2-4 0,-3-2 1 0,-4-2-35 16,0-3-8-16,-4-3 1 0,-1-2-3 0,-4-3 74 0,-3-3 5 0,0-4 7 16,-5-2-2-16,-1-4-4 0,-49 23 2 0,1-11-77 0,1-10-21 15,-1-9-10-15,2-6-16 0,5-8 57 0,6-5-7 0,9-5-10 0,5-4-13 16,0-4-20-16,2-5-21 0,-9-13-27 0,-46-29-46 0,8-22-18 0,7-23-17 16,13-14-27-16,-12-33-67 0,-9-31-134 0,-10-35-269 0</inkml:trace>
  <inkml:trace contextRef="#ctx0" brushRef="#br0" timeOffset="31163.06">27463 5906 585 0,'-10'-4'105'0,"1"0"-94"0,-2 1 17 16,5 1-4-16,2 2-6 0,0 0 1 0,1 0-4 0,0 0-5 0,1 1-2 15,0 1-9-15,1-1-1 0,1 1-2 0,1 1-4 0,0-1 3 16,1 0 5-16,2 1 0 0,1-1 6 0,2-1 2 0,1-1-1 0,1-1 1 16,3-2 0-16,2 0 3 0,1-2 2 0,2-1 4 0,1 1 5 0,2-3 5 15,2 0 4-15,2-1 11 0,-1 0-2 0,2 0 1 0,-1 1-2 16,1 0-5-16,0-1-1 0,0 1-1 0,1 0-3 0,-2 2-4 0,0 1-4 16,-2 1 0-16,-2 1-5 0,0 1 0 0,0 1-2 0,-1 1-3 0,0 2 3 15,-1 0-2-15,-2 0-1 0,-2 1-3 0,-1 1-5 0,0 0 0 16,-2 0 1-16,-1 1-1 0,1 1 3 0,-2-1-4 0,1 2 2 0,0-2-4 15,0 1-1-15,0 1 2 0,-1-1-3 0,2 1 2 0,0-1 1 16,2 0-6-16,-1 0-7 0,0-1-12 0,3 0-15 0,0 0-20 0,1-2-18 16,0 0-15-16,1 0-13 0,1 0-9 0,0 0-6 0,0 0-11 0,1 0-15 15,1-1-117-15,-3 1 37 0</inkml:trace>
  <inkml:trace contextRef="#ctx0" brushRef="#br0" timeOffset="31533.06">27546 7024 1576 0,'-26'-13'1'0,"1"0"6"0,-3-1 9 15,10 3-1-15,5 4-5 0,2 1-9 0,1 1 4 0,2 2 2 16,0 0-10-16,3 1-1 0,1 1-17 0,2 0-23 0,2 2-11 0,2 1-7 16,2 0-1-16,1 1 10 0,2 0 10 0,2 0 2 0,2 1 9 0,1-1 6 15,0 1 3-15,1 0 8 0,-1 0 5 0,1-1 5 0,2-1 2 16,0-1-2-16,1 1 5 0,1-2 0 0,3 1 8 0,0-1 10 0,1-1 2 15,2 0 8-15,0-1 4 0,2 0-6 0,2 1 9 0,2-2-3 16,1 0-6-16,2 1-2 0,2 0-6 0,1 2-7 0,2-1-1 0,2 1-1 16,-1 2-5-16,0-1-1 0,0 1 1 0,0 1-4 0,2 0 0 0,-1 1-2 15,1 0 2-15,0-1-2 0,0 3-1 0,0-1-8 0,2 0-20 16,-1 2-33-16,1-1-38 0,2 2-67 0,0 0-68 0,2 1-76 0,1 0-91 16</inkml:trace>
  <inkml:trace contextRef="#ctx0" brushRef="#br0" timeOffset="54014.29">9354 9361 231 0,'-6'-1'18'0,"0"0"-1"0,0 0-5 0,3 2-3 0,3 1-2 16,0-1-2-16,1 2 3 0,1-1 0 0,1 0-1 0,2-1 3 0,0 1-4 15,2-1 2-15,0 0 2 0,4-1-2 0,1 1-1 0,2-2-1 16,2 1-2-16,0-1-1 0,2 0-1 0,3 0-1 0,0 0 2 0,2 0-2 16,1 1 1-16,-2 0 0 0,2 0-1 0,1 1 1 0,3 1 0 0,0-1 1 15,1 2 1-15,0 0 1 0,-1 2 2 0,0-1 0 0,1 1 4 16,2-1 1-16,1 0 5 0,4 0 1 0,-2 0-2 0,2 1 6 0,1-1 2 15,1 0 6-15,2 0 8 0,3-1 0 0,-1 0 1 0,5-2 5 16,2 1 2-16,1-1 2 0,3-1 6 0,2-1-1 0,2 0-1 0,4 0-6 16,3 1-5-16,1-1-7 0,3-2-1 0,3 0-1 0,2-1-8 0,2-1-3 15,1 1-5-15,2-2-2 0,-1 1-4 0,2-2 1 0,0 2 0 0,-2 0-4 16,-1 2 5-16,0 0 0 0,-1 1 2 0,-1 1 8 0,-4 1-5 16,-1 0 5-16,-1 0 3 0,-3 0 1 0,-2 1 9 0,1-1-1 0,-1 0 6 15,-1 0-3-15,0-1 1 0,-1 0 3 0,1 1-8 0,-1-1 0 16,-1 0-3-16,-2 1-3 0,0-1-4 0,1 1 1 0,-1 0-3 0,-1-1 0 15,-1 0-1-15,-4 0-6 0,-1 0-2 0,-2 1-9 0,-3-1 1 0,-2 1-2 16,-2 1-2-16,0 0 3 0,-4 0-3 0,2 0-4 0,-2 0-4 16,-1 2-14-16,2 1-8 0,-2 0-18 0,1 2-21 0,-2-1-73 0,1 1-107 15,4 1-106-15,-1 1-243 0</inkml:trace>
  <inkml:trace contextRef="#ctx0" brushRef="#br0" timeOffset="59880.67">11486 6434 665 0,'34'-20'114'16,"6"-1"-71"-16,9-6-15 0,-4 3-10 0,-4 3-2 0,1-1-8 0,1-2-3 15,0-1 1-15,0-2-5 0,1 0-1 0,-1-1 1 0,-2-2-3 0,1 1-2 16,-3-2-2-16,-1-1-1 0,0 0-3 0,-5-2-2 0,0 2 1 15,-5-2 2-15,-3 0 6 0,-3-1 2 0,-1-1-2 0,-2-1 7 0,-3 1 2 16,-3-3 4-16,-2-2 6 0,-2-1-7 0,-1 0-1 0,-2-3 0 0,-2 0-3 16,-1-2 5-16,-3-2-3 0,-2 0 6 0,-3-2 4 0,-3 2 0 15,-2 1-4-15,-4 0 6 0,-3 1-2 0,-4 0 0 0,-4 1 6 0,-2 1-3 16,-3 1 0-16,-5-1-2 0,-4 1-4 0,-3 0-4 0,-2-1-4 16,-2 2-5-16,-4 2-4 0,-1 1-2 0,-4 0-6 0,-1 1 3 0,-4 3-2 15,-3 2 1-15,-2 1 0 0,-5 4-6 0,-1 0-4 0,-3 3 2 0,-4 2 0 16,-2 3 0-16,-2 2 2 0,-3 1-2 0,-2 4-1 0,-2 1-2 15,-3 2-1-15,0 2-1 0,-2 2 9 0,0 2 7 0,-1 3 8 0,-2 1 3 16,2 2-1-16,-1 1 1 0,0 3 6 0,2 3 2 0,-1 2 4 16,1 2 1-16,-2 2-4 0,1 4-1 0,1 2 3 0,0 2 0 0,2 3 0 15,2 4-4-15,1 1-2 0,2 1-8 0,2 5-2 0,1 0 5 0,4 2-3 16,2 3 1-16,2-1-1 0,5 3-4 0,4 1-1 0,3 0-3 16,4 0 3-16,2 1-2 0,4-2 1 0,5-1-1 0,5 1-4 0,3-3-2 15,4-1-2-15,4 1 0 0,4-2 2 0,4-1 2 0,3 1 3 0,3-2-4 16,5 0 4-16,2-1-2 0,3 0 1 0,3 0 0 0,2-1 0 15,2 0-1-15,4-2 2 0,2-2 0 0,2-2 1 0,2 1 0 0,1-1 1 16,1 1 1-16,2-1 0 0,2-2 1 0,2 0-3 0,1-2 2 0,3 0 4 16,2-1 3-16,-1-1 5 0,2 0 3 0,2-2 1 0,-1 1 5 15,3 0 4-15,-1-3 2 0,1 0 1 0,-1 0 1 0,2-1-4 0,0-1 2 16,1 1-2-16,1 0 0 0,-2 0 1 0,1 0-5 0,-3 0 1 0,0-1-6 16,-1-2-1-16,1 1 1 0,-1 0-3 0,-1 0-2 0,-1-2-4 15,-2 2-2-15,2-2-2 0,-1 1 1 0,-2 0 2 0,0-1-2 0,-3 2 1 16,-1-1 0-16,0 0-2 0,-2-1 1 0,0 0 0 0,-1 0-1 15,-1-1 0-15,1 0 2 0,-1-2 0 0,-1 0-4 0,-1 0-4 0,-3-2-4 16,2 1-2-16,-2-2 0 0,0 1-5 0,-1-1-12 0,0-1-26 16,-1 0-31-16,0 0-21 0,0-1-25 0,0-1-17 0,0 0-18 0,0-1-189 15</inkml:trace>
  <inkml:trace contextRef="#ctx0" brushRef="#br0" timeOffset="63497.95">21579 15436 715 0,'-21'-23'116'0,"-1"-1"-7"0,-5-4 13 16,7 8 2-16,3 5-10 0,2 3-10 0,1 3-19 0,1 3-11 0,1 3-20 16,2 3-11-16,2 2-9 0,2 4-17 0,3 3-7 0,0 5-5 15,3 5-2-15,1 2-3 0,2 6-3 0,1 3 2 0,0 7-3 0,1 6 4 16,1 3 0-16,0 5-3 0,1 6-1 0,-2 4-7 0,-2 5 6 15,-3 6 3-15,-3 4 2 0,-3 5 4 0,-3 0-4 0,-1 0-4 0,-1 1 6 16,0-3-5-16,-3 1 6 0,-2 2 0 0,-1-2 1 0,-4 3 12 0,2-3-12 16,-3-4-3-16,1-3 7 0,0-4 1 0,-1-6 12 0,12-32 7 15,0 6-6-15,-1-1-2 0,0 4-1 0,1-2-12 0,0 6 4 0,3-3-7 16,0 3 0-16,3-3 2 0,2-4-4 0,2-2 6 0,4-3-1 0,2-4-7 16,3-2 0-16,3-4-4 0,2-1 8 0,3 0 3 0,2-3 1 15,3-1-1-15,1-1-3 0,3-1 26 0,3-2-12 0,0-1-1 0,4 2 0 16,-1-3-22-16,3 2 12 0,3-2 6 0,-18-5 2 0,2 1-2 0,3 0 7 15,1 1-11-15,3 0-2 0,3 1 14 0,3 0-3 0,3-1 3 16,2 2-3-16,6 0-11 0,2 1 0 0,4 0-2 0,3 0 0 0,6-1 0 16,2 1 2-16,6 1 3 0,3-1-1 0,4 1-6 0,1-1-3 15,5-1 2-15,3 2-7 0,1-1 11 0,5 0-3 0,1 0 3 0,4-2 1 16,2 2-10-16,2 0-2 0,4 0 2 0,2 0 1 0,2 0 7 0,3 0-2 16,2 0-14-16,4 1 1 0,0-1 1 0,2 1 6 15,2-2 3-15,3 1 7 0,2 0 1 0,1 0-8 0,0 0 28 0,3 0-10 0,1-2 42 16,1 2 6-16,2 0-13 0,1-1 36 0,-1 0-39 0,2 1 19 0,1-1-7 15,1 0-22-15,1 0 23 0,0-1-15 0,2 1 6 0,-1 0 2 16,2-2-21-16,2 2-1 0,-1-1 2 0,3 0-10 0,2 0-3 0,-1-1-4 16,3-1-3-16,0 0 11 0,2-1-13 0,0 0 3 0,3 0-1 0,-1-1-23 15,2 1 2-15,0-1-13 0,0-1 4 0,0 0 5 0,-1 1 11 16,1-1-7-16,-2 0 3 0,1 1 4 0,-2-2-16 0,0 1 10 0,-3 0 6 16,0 0-4-16,-2-1-10 0,-1 1 7 0,-2 0-11 0,-3-1-3 0,-1 1 20 15,-2-1-22-15,-3 1 28 0,-3 0 9 0,-1 0-9 0,-3-1 4 16,-3 1-31-16,-3 0-20 0,-3-1-3 0,-4 1 81 0,-4 0-17 0,-3 0-4 15,-6 1-15-15,-4 0-114 0,-3 1-30 0,-6-1-54 0,-3 1-35 16,-6 0-55-16,-4 0-73 0,-6 0 30 0,-4-1-30 0,-5 1-2 0,-5 0 30 16,-4-1-12-16</inkml:trace>
  <inkml:trace contextRef="#ctx0" brushRef="#br0" timeOffset="63980.94">25229 15342 2669 0,'-42'-45'42'0,"1"-2"12"0,-7-10-23 0,15 11 4 0,11 7-9 16,6 2 13-16,5 3-15 0,3 2-6 0,4 4-4 0,4 2-11 0,3 3-5 15,4 2-1-15,3 1-5 0,3 1-3 0,5 4 0 0,3 0 2 16,4 2-1-16,3 2 2 0,4 3-2 0,5 1-6 0,4 3 8 0,5 0 0 16,5 1 4-16,3 1 1 0,4 1-10 0,3-2 6 0,2 1-4 15,4-1 1-15,3 0 8 0,6-1-6 0,2 0-1 0,3-1 6 0,0 1-2 16,2-2 4-16,3 0-1 0,4 1 7 0,2-3 0 0,4 0 5 0,4 0-2 15,2 0-5-15,2 0 1 0,3 0 7 0,3 0 2 0,3-2 6 16,4 2-8-16,0 1-4 0,2 0 3 0,2 2 2 0,1 0 3 0,2 1 5 16,2 0-8-16,1 1 7 0,3 1-4 0,1 1-6 0,2 0 4 0,3 2-7 15,0 1-1-15,1 1-2 0,2 2 2 0,0-1-1 0,1 2 3 16,1 1 1-16,0 1-4 0,1 2 1 0,-1 0-2 0,-2 1 2 0,-2 1-3 16,-2 2 0-16,-6 1-4 0,2 1 2 0,-2 2 4 0,-1 2-3 15,-1 0-1-15,-3 3 0 0,-3 2 2 0,-1 0 7 0,-3 4 3 0,-1 0 0 16,-1 5-9-16,-2 0-10 0,-5 5-6 0,-56-19 11 0,14 8 16 0,-4-1-6 15,10 8-11-15,-1 1-47 0,10 8-88 0,-1 3-87 0,9 8-35 16,-45-26-106-16,5 7-99 0,-1 0-63 0,6 7-247 0</inkml:trace>
  <inkml:trace contextRef="#ctx0" brushRef="#br0" timeOffset="-34590.27">11777 9820 17 0,'33'-1'-16'0</inkml:trace>
  <inkml:trace contextRef="#ctx0" brushRef="#br0" timeOffset="56451.01">22425 5985 1 0,'97'10'0'0,"9"2"0"0,30 1 0 15</inkml:trace>
  <inkml:trace contextRef="#ctx0" brushRef="#br0" timeOffset="57119.88">22866 5487 413 0,'1'-17'-46'0,"0"2"71"0,2-5 3 0,-1 5-2 15,3 4-8-15,2 2-4 0,3 1-3 0,1 1-5 0,4 0-4 16,2 0 2-16,2 1 0 0,1-1 0 0,2 0 3 0,3 1-1 0,4 2 2 15,3 1 0-15,5 0-1 0,2 2 0 0,5 2 0 0,2 0-1 0,6 2 2 16,3 2-2-16,6 3 1 0,5 2-1 0,3 1 0 0,6 0-1 16,1 3 0-16,3-1 1 0,4 2-1 0,0 0 0 0,4 2-1 0,1-3 0 15,2 2 0-15,2 0 0 0,2 0-1 0,1-1-1 0,1 0 3 0,3 0-3 16,0-2 3-16,-2-1 0 0,2 0 3 0,-1-1-1 0,-1-2 2 0,0-1 1 16,1-1-1-16,-1-1 5 0,1-1 0 0,-1-2 7 0,0 0 3 15,-4-1 1-15,0-2 1 0,-3 1-6 0,0-2-2 0,-3 1-5 0,-1 0 0 16,-1-1-3-16,-3 1-1 0,-2-1-1 0,-1 0-4 0,-4 0-3 15,-2 0-3-15,-2 1-3 0,-4 1-6 0,-3 1-5 0,-3-1-11 0,-3 1-46 16,-2-1-42-16,-3 1-22 0,1-1-6 0,-1 1-163 0</inkml:trace>
  <inkml:trace contextRef="#ctx0" brushRef="#br0" timeOffset="57503.51">28320 5026 400 0,'9'-9'2'0,"2"1"44"0,3-1-3 0,0 4-4 0,0 3-7 16,2 1-3-16,5 2-5 0,4 3-5 0,2 2-4 0,5 2-4 15,3 3-3-15,5 2-7 0,2 1 0 0,2 3 0 0,0 1 0 0,1 0 3 16,2 2 1-16,1 1 4 0,2 1-2 0,2 3 1 0,2 0 1 15,0-2-8-15,-2 2 2 0,1-3-4 0,-1 2 3 0,-2 0-4 0,0-1 2 16,-2 0 1-16,-2-1-3 0,-1-2 3 0,-2 1 2 0,-2-1 1 0,-2-3-1 16,-5 0 0-16,0-2-3 0,-5 0-1 0,-3-1 0 0,-3 0-1 15,-3 0 0-15,-3 0-1 0,-2-2 2 0,-3 1 0 0,-4-1-3 0,0 2 3 16,-4 0-2-16,-2-1-3 0,-2 0 0 0,-5 0-3 0,-4 0 4 0,-4-1 4 16,-5 1 5-16,-5-3 1 0,-5-2-2 0,-6-2 1 0,-7-4 0 15,-5-1-4-15,-5-3 5 0,-6-2-1 0,-3-3-3 0,-4-1 4 0,-5-2-5 16,-3-1 1-16,-6 1 0 0,-4-1 3 0,-5-1-4 0,-6-1-1 15,0-1-1-15,-3 0-6 0,1 0 0 0,2 2-10 0,3 2-14 0,6 3-11 16,3 3-9-16,5 3-12 0,4 1-13 0,0 3-13 0,4 2-133 0</inkml:trace>
  <inkml:trace contextRef="#ctx0" brushRef="#br0" timeOffset="116122.74">3280 5441 578 0,'-17'-20'16'0,"3"0"-24"0,-2-5 7 16,7 5 3-16,4 4-1 0,2 0-2 0,3-2 2 0,2 1-3 15,2 2-6-15,3-2-12 0,1-1-15 0,4 1-10 0,1 1-1 0,2 2 7 16,2 0 11-16,2 1 9 0,2 1 7 0,1 0 5 0,2 0 1 0,0-1 2 15,1 1 4-15,-1 0 5 0,3-2 6 0,0 1 3 0,1-3 3 16,4-1 3-16,1-1 1 0,2-1 1 0,3 0 0 0,2 0-3 0,3-2-1 16,4 0-2-16,2-2-1 0,4 0-1 0,3 1-3 0,4-2-3 0,3-1-2 15,2 0-3-15,3 0-1 0,3 0 1 0,2 0-3 0,2 1 3 16,5 2-3-16,1-1 0 0,2 0 2 0,4-1-1 0,0 1-4 0,5 1 0 16,1 0-1-16,5 0 0 0,0 3 6 0,3 0 1 0,2 0 0 15,1 3 1-15,2 0-5 0,2 1 0 0,-1 3 1 0,1 1 0 0,2 3-1 16,0 1 3-16,2 2-4 0,2 1 1 0,1 2 0 0,0 2-2 0,3 1 1 15,-1 1-2-15,3 2-5 0,0 2-7 0,3 2-11 0,0 1-8 16,-1 2-3-16,1 2-2 0,-1 2 4 0,1 1 4 0,0 0 3 0,-1 3 7 16,1-1 6-16,-2-1 4 0,0 3 5 0,-1-2 1 0,1-1 1 15,-1 1 0-15,0 0 1 0,0 1 1 0,-1-2-1 0,-1 2 2 0,-2-1 1 16,0-1-1-16,-4 2 3 0,0 1-1 0,-1 1-1 0,-3 1 1 0,0 1 0 16,-4-1 3-16,-2 1 4 0,0-1-1 0,-3 1-2 0,-3 2-3 15,-1 0 0-15,-4 4-1 0,0 0 3 0,-5 3-1 0,0-1-2 0,-4 3-2 16,-7 2 0-16,-1 2 1 0,-5 3-1 0,-3 0 1 0,-2 3-4 0,-3 2-1 15,-2 0-3-15,-4 2-1 0,-4 1 1 0,-3 0 1 0,-1 0 3 16,-3 0 2-16,-3 0-1 0,-3 1 1 0,-3 0 1 0,-3 0-1 0,-2-1-1 16,-3-2 0-16,-5 1-2 0,-3-1 0 0,-4-1 3 0,-4-2 1 0,-2-1 2 15,-4-3 0-15,-3-1 0 0,-3 0 0 0,-4-3-1 0,-4-2 3 16,-2 1 2-16,-5-3 1 0,-4 1 2 0,-5-1-1 0,-6 0 0 0,-2-3-2 16,-6 1 2-16,-2-3-2 0,-5 0-2 0,-6 1 1 0,-4-2-4 15,-5 0-3-15,-5-3-1 0,-5-2-2 0,-5-2 1 0,-4-1 0 0,-2 0 2 16,-6-2 1-16,1-2 1 0,-5-1 2 0,1-1 1 0,-1-4 0 0,0-2 1 15,-2-3 1-15,-1-1-2 0,-2-3-1 0,-3 0 0 0,-2-1-2 16,-4-1-3-16,-2 0-6 0,-4-1-17 0,-3 1-34 0</inkml:trace>
  <inkml:trace contextRef="#ctx0" brushRef="#br0" timeOffset="6689.51">32047 3708 1599 0,'-6'-11'79'16,"-1"2"-155"-16,-2-4 0 0,3 3 13 0,0 0 32 0,2-1 37 0,-1 2 5 16,-1 2-16-16,1-1-29 0,1 3-48 0,1 0-42 0,0 1-25 15,0 1-9-15,0 1 28 0,0 1 30 0,-1 2 29 0,-3 1 28 0,0 2 19 16,-1 3 14-16,-2 3 10 0,-1 2 5 0,-1 2 8 0,-2 5 6 15,0 4 4-15,-1 1 13 0,1 6 11 0,-3 1 10 0,-1 3 2 0,-2 2 4 16,-2 3-9-16,-5 4-8 0,0 4-2 0,-3 3-7 0,-1 4 3 0,1 4 10 16,2 4 7-16,-1 4 10 0,1 4 0 0,0 2-15 0,3 4 1 15,2 1-9-15,4 4-3 0,3 3 10 0,3 0-8 0,4 4-2 0,5-1-12 16,3 2-5-16,6-1-5 0,5 1-3 0,3 1 6 0,6-3-3 0,5-2 2 16,4-2-2-16,5-5-12 0,3-3-9 0,4-4-3 0,6-7-2 15,5-4 11-15,1-4-2 0,1-5-1 0,2-6 6 0,3-5-3 0,-27-22 8 16,6 2 4-16,3-3 2 0,8 0 5 0,0-3 3 0,8 1 3 15,2-5-3-15,7-2 12 0,2-5-2 0,2-3-1 0,-2-6 30 0,-34 2-11 16,6-2 0-16,-2-3-8 0,5-1-35 0,1-2-11 0,3-2-12 0,0-4-8 16,3-2 22-16,-1-2-7 0,6-2-2 0,-2-4-1 0,4-2-24 15,-1-4 13-15,3-2 17 0,-1-2 21 0,5-5 23 0,-2-1 25 0,-2-3 24 16,-1-1 10-16,-1-4 17 0,-4-1 16 0,-1 0-6 0,-3-4 26 0,-3-1 15 16,-2-3-52-16,-5-1 8 0,-3-1-56 0,-8-3-36 0,-27-1-7 15,0-2-67-15,0 0-62 0,0-3-101 0,0 0-8 0,0-1 9 0,0 0 51 16,0 0 64-16,0 1 84 0,0-1 25 0,0 1 18 0,-22 2 32 15,-14 2-58-15,-5 1 21 0,-5 2 17 0,-1 2 26 0,-6 3 16 0,-4 4 2 16,-5 3 2-16,-5 4-20 0,-70-39-11 0,2 16-17 0,4 15-22 0,6 13-7 16,7 15-13-16,10 12 0 0,10 11 3 0,12 9-5 0,5 6-3 15,-70 19-2-15,21 7-7 0,21 3-8 0,23-1-3 0,13-4-11 0,4 3-22 16,1 0-3-16,4 3-26 0,2 2-33 0,6 3-36 0,4 2-80 0,6 1-93 16,4 6-93-16,4 2-47 0,5 1-18 0,6 4-89 0</inkml:trace>
  <inkml:trace contextRef="#ctx0" brushRef="#br0" timeOffset="7222.51">31408 7880 3496 0,'-10'7'9'0,"-1"1"-10"0,-1-1-3 0,-2-1-16 16,9-7-54-16,3-2-2 0,3-1 13 0,3-2 40 0,5 0 46 0,3-1 29 15,7-2-18-15,7-4-24 0,7-3-16 0,9-3-21 0,10-3-20 16,6 1-29-16,7-2-28 0,5 1-18 0,7 2-8 0,3 0 3 0,-41 10 33 15,12-1 8-15,0 1 6 0,11-2 6 0,-1 2-25 0,9-1-1 0,2 1 6 16,11 1 5-16,-1 4 65 0,-42 4 9 0,5 0 1 0,-1 3-1 0,7 1-57 16,-4 2-3-16,5 3-2 0,-1 2 2 0,2 2 64 0,-2 4 9 15,3 1 5-15,-3 5 11 0,2 3-52 0,-3 5 13 0,1 4 11 0,-2 5 11 16,1 4 8-16,-5 5 19 0,-3 5 16 0,-5 6 11 0,-4 4 12 16,-4 4-1-16,-5 4 7 0,-2 4 10 0,-5 2 16 0,-2 2 17 0,-4 4 3 15,-3 2 1-15,-3 0 5 0,-4 2 2 0,-2-1 5 0,-3 0 10 16,-3 0 0-16,-3-4-16 0,-2 0-10 0,-3-2-24 0,-4-4-15 0,-2-2-95 15,-1-1 0-15,-6-4-5 0,-2-3-6 0,-5-3 91 0,-1-3-12 0,-6-5-13 16,-2-3-14-16,-50 38-12 0,-5-14-92 0,-3-16-11 0,1-15-2 0,-3-16-11 16,3-12 83-16,4-12 12 0,4-10 4 0,-8-11-21 0,-73-21-4 15,21-9-2-15,27-6-4 0,33 5 24 0,4-6-3 0,2-6-7 0,2-3-8 16,8-1-12-16,7 1 2 0,9 3-3 0,11 5 4 0,10 1 3 0,9 3-18 16,10 5-2-16,8 3-19 0,9 3-14 0,8 0-10 0,7 3-18 15,7-2-11-15,7 1-30 0,7 1-43 0,4 0-34 0,5 5-38 0,6 2-19 16,7 5 27-16,3 3-117 0</inkml:trace>
  <inkml:trace contextRef="#ctx0" brushRef="#br0" timeOffset="7622.51">31858 14027 3323 0,'-20'-5'47'15,"3"-4"-49"-15,-1-6-18 0,7-9-5 0,5-2 30 0,5-7 13 0,5-2 0 16,5-7-5-16,5-5-9 0,7-5-12 0,6-7-2 0,6-2-19 0,10 0-13 16,7 0 1-16,-20 33 22 0,8-6-6 0,5 3-4 0,8-4-4 15,6 4-26-15,10-6 5 0,3 5 6 0,11-5 72 0,-37 21-10 0,5-3-35 16,2 3-40-16,6-2-124 0,2 3-48 0,7-2 38 0,1 2-47 0,7 0-33 16,-1 3-12-16,9 0-37 0,0 2 60 0,6 2 70 0,-4 2 194 15,-1 0 0-15,-6 2 0 0,0-1 0 0,-6 3 0 0,-6 1 0 0,-7 2 0 0,-7-1 0 0,-6 1 0 0,-6 2 0 0,-35 0 0 0,-4 0 0 0,0 0 0 16,0-1 0-16,0 0 0 0,0-2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1T11:13:33.6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4666 5913 778 0,'9'0'124'0,"5"3"-119"0,7 2 5 0,1 1 1 0,4 2-2 0,3-1-1 16,0 0 0-16,5-1-6 0,3 1 0 0,0 1-9 0,4-1-1 0,-1 1 0 15,3-1-6-15,1 1 5 0,3-1 0 0,1 0-2 0,2-1 3 0,1-1 6 16,1 0-1-16,0-1 5 0,1 0 2 0,-1 0-1 0,1 0 3 16,0 0-1-16,0 0 3 0,-1 1 4 0,2-1 5 0,-1 2 6 15,1 0 9-15,2 0 15 0,0 0 11 0,0-1 7 0,0-2-1 0,0 0-7 16,3-1-5-16,-1 0-5 0,1-2-2 0,-1 1-5 0,2-2-5 0,-1 0 1 15,-2-1-3-15,1-1-1 0,-4-1 7 0,0-1-7 0,-1 1-3 16,0-2-1-16,-2 1-5 0,-1-3 2 0,1 0 2 0,-2 0-3 0,-1-3-2 16,0-1-4-16,-1 0-1 0,-1-3-2 0,-2-1 0 0,-2 0-2 0,0 0-6 15,-1-2-5-15,-2 1 4 0,0-1-5 0,-1 1 6 0,-4 0 1 0,0-3-6 16,-3 1-1-16,0-2-1 0,-4 0 0 0,0 1 0 0,-3-2 0 16,-3 0 11-16,0 0-1 0,-1-1 11 0,-3-1 0 0,-2 1-6 0,-2-2 5 15,-4 2-4-15,-3-1 1 0,-2-1-3 0,-1 2-5 0,-3-1 1 16,-1 0-6-16,-4-1 7 0,0-1-4 0,-3 0-1 0,-4 0 1 0,-2 0-7 15,-3 1 0-15,0 1-3 0,-3 0-3 0,-2 0-1 0,-1 1-2 0,-3-2-10 16,-2 1 2-16,-2 2-3 0,-3 0-4 0,-3 2 14 0,-1-1-1 16,-2 1 2-16,-3 1 5 0,-1-2-7 0,-1 2 3 0,-3 0-1 0,-2 2 4 15,-2-1 0-15,-2 1 4 0,-3 1 0 0,-2 1 2 0,-1 1-1 0,-1 1 3 16,-1 1 2-16,-2 1-3 0,1 1 1 0,-1 0-3 0,-1 1 0 16,0 1 4-16,-2 0-3 0,-1 2 1 0,0 0 2 0,0 1 0 0,-2-1 0 15,2 2 5-15,-2 0-4 0,0 0 2 0,-1 0-3 0,0 0-1 16,0 0 3-16,-1 1-5 0,2 0 2 0,-1 1 0 0,-1 1-3 0,2 2 1 15,-2 0 5-15,0 2-6 0,-1 1 3 0,1 1-6 0,-2 1-1 16,2 1 8-16,-1 0 2 0,1 1-3 0,0 0 0 0,2 1-6 0,-2 2-2 16,2 0 7-16,0 1-2 0,0 1 3 0,0 0-2 0,0 1-2 0,2 2 1 15,0 0-5-15,1 0 1 0,-1 1 4 0,2 0-3 0,-2 1 2 16,2 0-2-16,2 2 0 0,1 2-7 0,1-1 2 0,1 4-2 0,2-2 9 16,2 4 9-16,0 1 0 0,1 2-2 0,2 0-3 0,0 3-2 0,3 0-1 15,3 4 2-15,1 1-6 0,3 3-1 0,1-1 0 0,4 0 0 16,2 3 3-16,3-1-3 0,4 2-2 0,1 0-7 0,3 1 2 0,5-3-1 15,2 0-3-15,4-1 6 0,4-4-14 0,5-3-4 0,3 0 1 0,5-2-10 16,4 0 0-16,3-4-5 0,4 0-5 0,5-4-13 0,1-3-34 16,5-1-63-16,2 0-49 0,4-2-37 0,1-1-15 0,5 0-74 0,0-3 27 15</inkml:trace>
  <inkml:trace contextRef="#ctx0" brushRef="#br0" timeOffset="20534.95">5551 10724 487 0,'-41'-10'55'0,"-3"0"0"15,-10-3-6-15,8 4-5 0,6 2-6 0,-3 1-5 0,0 0 1 0,2 1-1 16,-1 1-5-16,1-2-5 0,2 2-10 0,-1 0-1 0,1 1-5 16,1 3-1-16,-2 0-3 0,1 2-3 0,0 1 0 0,0 1-2 0,1 2 1 15,-1-1-2-15,2 3 1 0,-3 2-1 0,-2 1 0 0,2 2 0 0,1 1-1 16,0 0-2-16,2 3 2 0,-1 2 1 0,-1 1 3 0,3 3 0 15,0 0 1-15,2 1-2 0,0 1 1 0,1 0 0 0,3 2 1 0,1-2-1 16,2 0 1-16,2 3 0 0,1-2-4 0,2 3 4 0,1-2 0 16,1-1 0-16,3-1 0 0,1-3 0 0,4 1 2 0,1-1 2 0,3 2-1 15,2-1 2-15,1-1-2 0,3 1 1 0,1 1 5 0,1-2 1 0,3 1-2 16,2-1 1-16,3 0-1 0,2 1 1 0,4-2 3 0,2 2 0 16,2 0-1-16,4-1-1 0,1 0 0 0,1 0-2 0,2-2 2 0,2 3-4 15,4-2 1-15,1 2 1 0,5 0-4 0,0-2 4 0,2 1-4 0,3-2 0 16,2-2-1-16,2 1-1 0,3 0 0 0,4-2-3 0,2 2 0 15,1 0 0-15,4 0 1 0,1-2 0 0,2 2-1 0,2-1-2 0,0-1 1 16,4 0-1-16,0 0-4 0,4 0 5 0,1-1-4 0,-1 1 4 16,2-1 2-16,0 0-3 0,-1-2 2 0,2 2-4 0,0-2 0 0,2 0 1 15,-1 0 0-15,-2-1 4 0,0 0 3 0,1-1-5 0,1-1 3 0,-1-3-3 16,2 1 1-16,-2-1 2 0,2-2-1 0,-3-1 0 0,1-1 2 16,-1-1 1-16,-1-2 0 0,0-2 1 0,0-1 0 0,0-3 0 0,0-1 2 15,-3 0 0-15,2-2-1 0,-2-1-1 0,-2-1 0 0,0-2 2 0,-2-3 0 16,-2 0 4-16,-3 0-1 0,0-2-4 0,-2 0 3 0,-2-1-5 15,0 0 1-15,-4-2-3 0,-2 2 4 0,-1 0 4 0,-2-2 0 0,-2-1 4 16,-1-1-4-16,-2-2 0 0,-2 0 0 0,-2 0 0 0,-1-2 0 0,-2 1-1 16,-1-2 0-16,-3-1 2 0,-3-2 1 0,0-1 0 0,-3-3 4 15,-1 0 0-15,-2-1-1 0,-4 0 0 0,0-2 1 0,-3 0 2 0,-4-1-8 16,-1-1 6-16,-4 1-3 0,-4-1-3 0,-3-2 12 0,-5 1-6 16,-4-1-8-16,-3 1 2 0,-4 1-8 0,-3-1 1 0,-7-1-3 0,-3 0-7 15,-7 0 2-15,-3 2-6 0,-5 0 1 0,-5 0-10 0,-5 0-1 0,-5 2 11 16,-5 1 0-16,-3 2 15 0,-4 1-2 0,-4 1-2 0,-1 2 2 15,-4 2 2-15,-4 3 2 0,-1 2-1 0,-4 3-3 0,-2 3 4 0,-3 4-1 16,-1 6-2-16,-3 3 1 0,-3 6-8 0,-4 5 0 0,-2 7-5 16,-3 6 5-16,-2 7 3 0,-4 6 0 0,-1 6-3 0,-1 6-3 0,0 6 0 15,-1 6-1-15,0 5 3 0,-1 4-4 0,-1 6-10 0,3 4-15 0,2 1-49 16,3 3-59-16,5-3-64 0,5 2-50 0,5 0 2 0,6-3-130 16</inkml:trace>
  <inkml:trace contextRef="#ctx0" brushRef="#br0" timeOffset="23518.95">20329 6800 361 0,'-20'-22'131'0,"-4"0"-145"0,-4-3 20 16,3 5 0-16,8 5-1 0,4 2 0 0,2 0 0 0,3 1-1 16,1 1-2-16,3 0-1 0,1 0-4 0,1 1 0 0,1-1-4 0,1 1-2 15,0 1-1-15,1 1-1 0,0 0-1 0,2 2 1 0,-1-3-3 0,0 1-1 16,1-2 0-16,-1 0 0 0,1-1 0 0,-1 0 2 0,-1 1 1 16,1-4 2-16,0 1 2 0,-2-3 3 0,0 1 3 0,-1-1 2 0,0-1 2 15,0-1-1-15,0 2 0 0,0-5 1 0,-1 1 3 0,1-1 0 0,0-2 4 16,-1-1 0-16,1 0-1 0,0-1 0 0,0 0-1 0,1-1 0 15,0 1 2-15,1-2-1 0,1 1 1 0,0 0 1 0,2-2-1 0,1 1-3 16,1-2 2-16,2 2-1 0,0 0-1 0,1 2 1 0,2 3-3 0,2-1 2 16,2 0-4-16,0 1-2 0,0 0-1 0,2 2 0 0,1 1-1 15,1 0-1-15,2 2 2 0,1 1 2 0,1 1 0 0,1 1 0 0,0 1 0 16,-1 1-2-16,1-1 0 0,1 1 1 0,4 1-1 0,0 1 1 16,3 1 0-16,1 0 0 0,3 1 0 0,0 0 0 0,3 2 0 0,1 0 1 15,1 1-1-15,1 1 1 0,2 0 0 0,1 2 1 0,0 0 3 0,2 2 0 16,-2 0 3-16,1 1-1 0,-1 0 3 0,2 1 0 0,1 0 4 15,-1 2 0-15,1 0 0 0,1 1-3 0,1 0-1 0,-1 1-1 0,0 1-4 16,1 1 2-16,-1 0-2 0,0-1 1 0,-1 2 1 0,-1 0-1 16,1 1-1-16,0 0 2 0,2 2 0 0,-3-1-2 0,1 1-1 0,-2-1-3 15,1 2 3-15,-1 0 0 0,-1 0 5 0,2 1 0 0,-2 2 3 0,1-2 2 16,-3 1 0-16,1 0 2 0,1 1-3 0,-1 1-1 0,-1-2 1 16,1 1-3-16,1 0 4 0,0-1-2 0,-1-1 1 0,0 0-2 0,-2 1-1 15,0-1-1-15,-2 1-1 0,-1 0 0 0,-4 0 1 0,0 1 0 0,-3-1-1 16,1-2-1-16,-2 1 1 0,0-1-1 0,-2 1-1 0,0-1 2 15,-3 2-1-15,1-1 4 0,-2 1 5 0,0 1-2 0,1 1 3 0,-2 1-2 16,0 2-2-16,-2-2 0 0,0 4-4 0,0-1 0 0,0-1-8 0,1 3 2 16,-1 0 0-16,-1 0-1 0,-1 2 6 0,-1-1-6 0,-3 2 1 15,0 0-3-15,-1 1 1 0,-2 0 2 0,0-2-2 0,-1 2 2 0,0 1-1 16,0 1 0-16,-2 0 0 0,-1 0-2 0,0-1 1 0,-2 0 1 16,-1 0 0-16,-2 1 0 0,0 0-1 0,-1 1 1 0,-1 1 1 0,-1-2-4 15,-2 2-1-15,1-2 5 0,-2 0 1 0,0 0 3 0,1 2 2 0,-2-1-2 16,1 0 0-16,-2 1 4 0,0 1-2 0,-1 1 5 0,-1 1-3 15,0 1 3-15,1-1 0 0,-2-1-2 0,-1 1-1 0,-1 1-5 0,-1-1-1 16,-1 3-3-16,0-2-7 0,1 0-1 0,-1 1 3 0,-1-3-2 0,-1 3 10 16,0-2-4-16,2 0 0 0,-4-1 0 0,-1-1-1 0,-2 2 1 15,0-1-1-15,-2 0 1 0,-1-2-1 0,1 0 2 0,-2-2-2 0,-1 0 0 16,-1-1 2-16,-3 1-5 0,1-1 2 0,-5 0-3 0,1-1 3 16,-4-1-4-16,-1 1 1 0,-2-2-3 0,0 1-2 0,-1-1 1 0,-2 0-4 15,1 1 8-15,-1-2 1 0,-2-1-2 0,0-2 3 0,0 0 0 0,0-1 1 16,2 0 3-16,0 1-3 0,0 0 0 0,-1-1-4 0,0-2-7 15,-1-1-14-15,0-1-8 0,-1-3-8 0,1 1-5 0,-3-3 4 0,0-1 1 16,-2-2 10-16,-2-2 13 0,-3-2 4 0,0-3 1 0,-1-3-5 0,-3-2-4 16,-2-4 1-16,-2-3 2 0,-1-3 6 0,1-3 5 0,0-2 9 15,0-3 10-15,3-3 3 0,-1-3 3 0,3-1 1 0,1 0 1 0,1-1 1 16,3 0-6-16,1-2-2 0,2 0 0 0,1 0-2 0,1-1 10 0,4 0 0 16,0-2-3-16,-1 1-2 0,0-3-7 0,-1 1-5 0,0 0-3 15,1-1-3-15,1 1 1 0,-1-2 2 0,0 0 3 0,2 1 3 0,0 0 0 16,1 1 4-16,0-1-6 0,0 1 1 0,3 0-4 0,-1-2-1 0,2 3 7 15,0-1 1-15,1 0 4 0,1 1 2 0,0-2-8 0,5 1 2 16,-1 0-8-16,2 0 0 0,0-2-1 0,2-1-3 0,1-1 5 0,3 0 1 16,5 1 3-16,1 1 6 0,2-1 0 0,3 0-5 0,4 1 4 15,1-3-4-15,3 1 3 0,3-1 7 0,2-1-6 0,3 2 3 0,2 1-2 16,2-1 3-16,2-2 2 0,2-1-1 0,1 0 3 0,3 1-1 16,2 3 4-16,0-1 1 0,3 3-7 0,0 1-2 0,-1 2 5 0,0 3-2 15,1-1 5-15,0 3 0 0,2-1-9 0,0 3-5 0,2 1 3 0,-1 1-6 16,1 2 0-16,0 1 1 0,0 2-3 0,2 2 0 0,0 0 1 15,1 3 0-15,-2 0-1 0,1 1 1 0,0 1-3 0,2 0 0 0,-1 1-1 16,0 2-1-16,0 2 2 0,0 0-1 0,-3 2 0 0,1 1 2 0,-1 1-1 16,0 1 2-16,0 0-1 0,-1 0 0 0,-2 0 0 0,-2 1 1 15,-2 1 0-15,-2 0 0 0,-1 0 0 0,-3 0-1 0,0 1 3 0,-2 0-2 16,-2 0 1-16,0 0 0 0,-3 1-2 0,1-1 4 0,-2 1-2 0,-1-1 3 16,0 1 1-16,-1 0-3 0,-1 0 5 0,-1 1-2 0,-1-2-2 15,-1 1 5-15,1-1-3 0,0 1-3 0,-1-1 3 0,1 1-5 0,-2 1 2 16,0-1-1-16,1 0 1 0,0 1-1 0,0-1-1 0,-1 0 0 0,0 1 2 15,0-1-3-15,-1 1 1 0,0 1 0 0,0-1-1 0,-1 1 1 16,0-1 2-16,-1 0-1 0,-1 1 0 0,1 0 0 0,-2-1-1 0,1 1-1 16,0 0-1-16,-1 0 1 0,0 1 1 0,0 0 1 0,-1 1-2 15,0 0 0-15,0 0 1 0,0 1-2 0,-1 0 2 0,2 0 1 0,-2 0-6 16,0 0 6-16,1-1-4 0,0 1 1 0,1 0 0 0,0 1-2 0,0-1 4 16,1 1-2-16,1-1 1 0,-1 1 3 0,0-1-3 0,1 1 0 15,-1-2 0-15,0 0-4 0,0 1 2 0,0-1 4 0,0-1 0 0,0 1 0 16,0-2 1-16,1 1-2 0,-1 0-2 0,2 0 2 0,-2-1 1 15,1 0 0-15,0-1 0 0,0 0 1 0,0 1-3 0,1-1 0 0,-1 0 0 16,0 0-1-16,0-2 2 0,-1 1-1 0,1 0 2 0,0 1-1 0,0-1 1 16,1 0-2-16,0 1 1 0,1-2-1 0,0 1 2 0,-1 0-2 15,0 0 0-15,1-1 1 0,0 1-2 0,0 0 2 0,0 0 1 0,-1 0-4 16,1 0 2-16,0 0-1 0,-1 0 2 0,1 0-1 0,0 0 3 0,0 0-1 16,-1 1-4-16,1-1-1 0,-1 1 2 0,0-1 1 0,0 0 0 15,-1 1 3-15,1-1-3 0,-1 1 0 0,1 0 0 0,0 0-2 0,0 0 2 16,0 0-2-16,0 1 2 0,-1-1-1 0,1 0 0 0,0 0 3 0,0 1-4 15,0 0 0-15,-1 0-1 0,1-1-4 0,0 1 3 0,0 0-6 16,0 1 2-16,1 0-3 0,0-1-9 0,0 0-9 0,1 1-25 0,0-1-20 16,0 0-19-16,0 0-14 0,1 0-12 0,0 0-5 0,1 0 1 0,0 1 11 15,0-1 9-15,1 0 9 0,0 1 6 0,1 1 5 0,0-1-26 16,0 0 14-16</inkml:trace>
  <inkml:trace contextRef="#ctx0" brushRef="#br0" timeOffset="24184.95">24256 8017 141 0,'-2'-6'53'0,"-2"-1"-48"0,1 0-7 0,1 3-4 0,1 2-5 0,0 1-2 15,1 0-2-15,0 1-1 0,1 0-2 0,2 1-6 0,-1 0-62 16</inkml:trace>
  <inkml:trace contextRef="#ctx0" brushRef="#br0" timeOffset="26051.95">24729 6380 180 0,'-14'-19'5'0,"-1"0"-1"0,-4-4 2 0,4 3 0 0,1 2-2 16,0 0 0-16,2 0 0 0,0 1 0 0,3 0-1 0,-1 1 1 16,2 0-1-16,0 0 2 0,1 1 1 0,2 3 6 0,0-1 3 0,2 1 4 15,1 1 3-15,-1 1 0 0,1-1-1 0,0 2 0 0,0-1 1 0,0-1-1 16,2 2-1-16,-1 0 1 0,1-1-1 0,-1 1 1 0,1-2-1 16,-1 0 4-16,0 0-2 0,1 1 0 0,0-1 0 0,0 2-3 0,1-1-3 15,0-1 0-15,0 1 1 0,1-1-2 0,2 0 1 0,1 2 1 16,0-2-1-16,1 0 1 0,0 1 1 0,2-2 0 0,1 0 1 0,1 0 1 15,-1-1 0-15,3 0 0 0,0 1-1 0,1 0 1 0,0 0 1 0,-1 0-1 16,1 0 0-16,0 0-5 0,1 1 0 0,1 1 4 0,0 1 0 16,2 0-1-16,1 0-1 0,0 0-3 0,3 0-4 0,0 1 0 0,0 1-1 15,2 0-5-15,0 1 2 0,0 1-3 0,3 1-1 0,1 0 2 0,1 2-4 16,0 0 1-16,0 1 3 0,1 0-1 0,0 0-1 0,1 1 1 16,-1 0-3-16,1 1 1 0,-1-1-1 0,1 2-2 0,0-1 3 0,2 1-1 15,-2 1 0-15,3-1-2 0,0 2 1 0,1-1-1 0,-1 1 3 16,-2 1-3-16,2 0 2 0,-1 1 0 0,-1 0-3 0,0 1 4 0,0 1-3 15,-3 0 1-15,1 1 0 0,-2-1-1 0,-1 1 4 0,-1 1-4 0,-2 1 5 16,0 1-2-16,-1 0-3 0,-2 2 3 0,1-2-2 0,-1 3 3 16,-2 0 2-16,1 1 0 0,0 0-4 0,0 2 3 0,3 0-3 0,1 0 1 15,-1 0 3-15,3 2-5 0,-2 1 4 0,2 0-3 0,0 3-2 16,1 0 2-16,2 1-1 0,0 0-1 0,3 0 0 0,-2 1 0 0,2 0 4 16,1 1 2-16,0 1-1 0,-1 0-1 0,2 1-3 0,-1-1-6 0,0 1 2 15,-1-2 5-15,0 2 0 0,-1 0 5 0,3 1 1 0,-1 0-5 0,1 1-2 16,-3-2 1-16,0 0 0 0,-2-1 2 0,1 2 3 0,-2-2-3 15,2 1-1-15,-4-3 2 0,2 0-6 0,-3-2 9 0,1 0 0 0,-2 0 1 16,-1 0 1-16,-1 0-8 0,-1 0 0 0,-3-1-1 0,1 0-1 16,-1-2-2-16,-2 0-2 0,0 0 4 0,-1 0 1 0,-2 1 4 0,-1-1-1 15,-1 1-2-15,0-1 0 0,-1 1-1 0,-1-1 2 0,0 0 1 0,-2-1-2 16,0-2 0-16,-2 2-2 0,0 0 0 0,-2 1 3 0,0 2-2 16,-2 0 2-16,-1-2 3 0,0 1-3 0,-2 0 3 0,-1 0 2 0,-1 0-1 15,0 2 0-15,-2-2 2 0,0 3-3 0,-2-2-4 0,0 1 1 0,0 0-1 16,0-2-6-16,-1 2-1 0,0-1 2 0,-1-1 0 0,-2 1 3 15,0 0 2-15,-2 2 0 0,-1-1-6 0,0 0 4 0,-1 1-4 0,-3-1-2 16,-1 0 1-16,0 1-6 0,-2-1 0 0,-1 1-3 0,-1-2 1 16,-1 0 4-16,-1-2 4 0,-1-2 0 0,0 0-2 0,0-1 1 0,1-1-1 15,0 0 3-15,0-1 4 0,0 0 2 0,-1-2 2 0,0 1 1 0,1-1 2 16,2-2-3-16,-1 0 4 0,0-2-3 0,0 1-1 0,-1-1 2 16,1 0-2-16,-2-1-5 0,1-2-1 0,-2 1-8 0,1-3-2 0,-3 2 3 15,2 0-1-15,-2 0 10 0,0-1 2 0,-1 0 2 0,1-1-1 0,-2 1-2 16,-1 0 0-16,-2 0 0 0,0-1 1 0,0 1-1 0,-1-1 1 15,2 0 0-15,-2-1 1 0,-1 1-1 0,1 0 3 0,-2 0-6 0,2 0 2 16,-1-1 0-16,3 0-2 0,-1 0 8 0,1-2 0 0,2 1-1 16,1-2-1-16,1-1-1 0,-1 2 1 0,0-2-1 0,-1 0 1 0,2 0 0 15,1-1-3-15,1 0 2 0,-2 1 0 0,1-2 1 0,0 0 2 0,0-1-2 16,-2 0 1-16,3 0 1 0,-1-1 0 0,0 0 1 0,1 0 6 16,1-1-1-16,-3 0 4 0,3 0-2 0,-2-2-2 0,3 0-1 0,0 0-1 15,0-1 0-15,0 0 0 0,-1 0-2 0,1-1 1 0,1 0 1 0,1 0 0 16,0 0 8-16,0 0 1 0,0-1 3 0,1-1-2 0,0-1-5 15,1-1-4-15,0 0-1 0,0-1-2 0,0 0 0 0,2-1-3 0,-2 1-2 16,0-2 1-16,1-1-2 0,-1 0 2 0,-1 1-3 0,1-2-1 16,-1 0-3-16,0 0-5 0,1-1 1 0,0-1-1 0,0-2 2 0,-2 1 6 15,0-3-2-15,1 0 4 0,-1 0-4 0,3 0 2 0,-1 0 1 0,1-2-1 16,0 1 3-16,0-3 3 0,1 3-3 0,0-3 3 0,2 1 4 16,-1 1 0-16,1-2 2 0,-1 2-3 0,1-2-2 0,1 1-2 0,0-1-2 15,1 1-2-15,-1-2-4 0,1 1 0 0,1 1-3 0,0-3-3 0,3-1-6 16,-2-1-4-16,1 0 0 0,1-1 2 0,0 0 3 0,2 0-3 15,2-3 0-15,0 0-7 0,4-1 7 0,2 0 1 0,2-1 5 0,4-1 9 16,0 0 0-16,2 0 6 0,2 2 6 0,1 0 2 0,1 0 5 16,-1 0 1-16,2 0-1 0,1 0 4 0,1 2-6 0,-1 1 2 0,0 0-3 15,-1 1 1-15,2 1-3 0,0 1-4 0,0 3 8 0,0-1-2 0,-1 2 5 16,1 0 2-16,1 1-12 0,1-1 0 0,0 1-2 0,1 2 2 16,2-1 2-16,0 3 2 0,0-1-5 0,1 1 0 0,3 2-2 0,0-2-2 15,2-1 2-15,2 2 1 0,0-2-3 0,2 2 0 0,0 0 2 0,4 2-1 16,-1 1 3-16,4 2-1 0,-3-1-1 0,3 0-1 0,-1 2-1 15,2-1 0-15,1 3 2 0,1 1 1 0,2 1 5 0,-1 2-3 0,1 0 3 16,-3 2-5-16,1 1 4 0,-2 2-1 0,-2 1-1 0,2 1 2 16,-5 2-4-16,2 1-2 0,-3 1 1 0,-2 1-3 0,-2 1 1 0,-2-1 2 15,0 1-5-15,-2 0 3 0,0 0 0 0,0 0-1 0,0-1 3 0,-1-1-1 16,0 1-1-16,-1 0-1 0,0 0 0 0,0 0-2 0,-2-1 2 16,0 0 2-16,-1 0-2 0,-1 0 3 0,-2 1-2 0,0 0-2 0,-3-1 3 15,0 0-5-15,-1 0 2 0,-3 0-2 0,0 1 1 0,-1-1 6 0,-1 0-8 16,0 0 5-16,-1-1-1 0,-1 0-2 0,1 0 3 0,-2 0-1 15,1 0 2-15,-2 0-2 0,1 0 3 0,-1 0-2 0,0 1-1 0,1 0 2 16,-1 0-4-16,0-1-2 0,-1 1 0 0,1-1-1 0,-1 2 3 16,1 0 2-16,-1 0 1 0,0 0-1 0,1 1-2 0,-2 0-1 0,0 1-2 15,1-1 3-15,-2 0-1 0,1 0 4 0,0 0 0 0,0 0-1 0,0 0 0 16,-1 0-3-16,0 0 0 0,1 0 1 0,-1 1 1 0,2 0-4 16,-1 0 2-16,-1 0 1 0,0-1 3 0,1 1 1 0,-1 0-3 0,0 0-1 15,1 0-1-15,0-1 1 0,0 0 0 0,0 0-2 0,0 0 5 0,0-1-6 16,-1 1 6-16,1-1-1 0,0 0-2 0,0-1 4 0,1 1-2 15,-1-1-1-15,-1 0 0 0,2 0 2 0,-1 0-2 0,0 0-1 0,0-1 3 16,0 1-1-16,2-2 0 0,-2 1 0 0,1 0-1 0,0 0 1 16,0-1 0-16,1 2-2 0,-1-2-1 0,0 1 1 0,0-1 0 0,0 0 4 15,0 1-3-15,0-1 0 0,0 0 1 0,0 0-4 0,1 0 5 0,-1 0-2 16,0 0 1-16,0 0-2 0,0 0-2 0,-1 0 4 0,1 0-2 16,-1-1 0-16,0 1 2 0,0-1-2 0,-1 1 3 0,0-1-2 0,1 0 0 15,0 1-1-15,-1-1-1 0,2 1-3 0,-1 0 3 0,1 0-3 0,0 0 0 16,-1 0 4-16,1 0-1 0,-1 0 0 0,-1 1-1 0,2-1 1 15,-2 1 0-15,1-1 1 0,0 0-2 0,-1 1 1 0,1-1 0 0,1 1 0 16,-1 0 1-16,0 0 1 0,1-1-4 0,-1 1 2 0,0 0-3 16,-1-1-1-16,1 1 5 0,0 0-5 0,0 0 1 0,1-1 0 0,-1 1-5 15,1-1-6-15,0 0-11 0,0 0-15 0,0 0-10 0,1 0-13 0,1 0-10 16,-1-1-6-16,1 1-4 0,1 0-6 0,0 0-7 0,2-1-8 16,1 0-8-16,1 0-2 0,2 0 4 0,1 1 13 0,2-1 7 0,0 1 9 15,1-1 13-15,0 1-18 0,1 1-75 0</inkml:trace>
  <inkml:trace contextRef="#ctx0" brushRef="#br0" timeOffset="27734.95">26610 6642 444 0,'-25'-27'-10'0,"-3"-1"-39"15,-8-5 9-15,4 8 23 0,4 5 14 0,3 2-2 0,0-1-8 0,2 1-3 16,2 3-2-16,1 1 2 0,0 1 3 0,2 0-1 0,1 1-1 16,0 0 1-16,3-1 2 0,0 1 5 0,0 0 4 0,1 1 3 0,1 1 3 15,0-3-1-15,2-1 1 0,-1-1 0 0,0 0-2 0,1 0 1 16,-1-1 1-16,1 0 0 0,1 0 1 0,0-2 1 0,-1-1 2 0,1-1 3 16,0 2 1-16,0-3-1 0,0 0 0 0,0-1 0 0,0-2 0 0,2 0 4 15,1-1 0-15,2-1-1 0,1 2 1 0,2-2-2 0,0 1-2 16,3-3 1-16,2 2 1 0,1-2-1 0,2-1 2 0,1 2 2 0,1 1 0 15,1 0 2-15,2-1-1 0,-1 2-2 0,2-1-2 0,-1 1-1 0,2 1-1 16,2 1 0-16,2 1 0 0,1 1 0 0,1 1 0 0,4 1-2 16,0 0-1-16,4 1 0 0,1 0-2 0,2 2 1 0,2-1 3 0,4 1-1 15,1 1 2-15,4 3-3 0,0 2-1 0,1 1 0 0,5 2-2 16,2 1 1-16,1 1-1 0,1 2-1 0,1 2 0 0,2 1-2 0,2 2 1 16,0 2-1-16,1 1-1 0,1 1 0 0,-1 2 2 0,1 1-2 0,0 0-1 15,-2 1 1-15,2 1-2 0,-3 1 1 0,-1 0 0 0,-1 1 4 16,-3 0-1-16,-1-3 0 0,-3 2 1 0,-2 0-3 0,-3-1-1 0,-4 1 1 15,-2-1-1-15,-1-1 2 0,-2 0 0 0,-1 0-1 0,-2-1 2 0,-5 2-2 16,0-2 3-16,-2 2 0 0,-1 0-1 0,0 1 1 0,-1 0 0 16,0 0 3-16,-1 2-1 0,-3 0 4 0,0 2 1 0,-1 1-1 0,-2 1 1 15,-2 2 1-15,-1 1 0 0,-1 2 1 0,0 2 0 0,-2 0 2 16,-3 3-2-16,-1-1-1 0,-2 3-2 0,-1 0-3 0,-2 1 1 0,-1 1 0 16,-2 4 0-16,-3-2-3 0,-2 1-1 0,-1-2 0 0,-1-1-5 0,-1 0 1 15,-1 2-1-15,-3-1 0 0,-2 1 5 0,0-1-3 0,-3-2 3 16,-2 2 2-16,-2-3 0 0,-3 3 5 0,-1-2-2 0,-2-1-1 0,-1-1 0 15,-5 0-4-15,1-2 0 0,-3 1 0 0,0 0-1 0,0-2 4 0,-2 0-1 16,1-2-4-16,-2-2 1 0,-1 0-2 0,0-3 1 0,1 0 4 16,0-2 0-16,0-2 4 0,2-1 2 0,1-2 3 0,0-1 0 0,1-2 2 15,0-3 1-15,3-2 2 0,4-2 4 0,0-2 0 0,3-1 0 0,1-2 0 16,0-1-2-16,5-2 2 0,-1 0 0 0,2-2-6 0,2-1-5 16,0 0-7-16,0-1-1 0,3 0-2 0,-1-1 4 0,2-1 0 0,1 1 1 15,2 0-3-15,0 0 2 0,0 1-2 0,0-1-1 0,1 0 1 16,2 1 0-16,-1-1-5 0,0 1 2 0,2 2-1 0,0-2-1 0,1 1 1 15,1 0-1-15,-1 1-1 0,4 1 1 0,-2-1-2 0,1 4-1 0,1-2 2 16,-1 1 0-16,1 1 0 0,0-1 0 0,1 1 0 0,0 1-1 16,0 1-2-16,0 0 1 0,0 0 0 0,1 0-3 0,1 1 3 0,0-1-4 15,0 1 2-15,0 0 2 0,-1 1-3 0,2-1 2 0,-1 1 0 0,0-1 1 16,1 1 0-16,0-1 0 0,0 1 1 0,-1 0 2 0,1 0 0 16,0 0 3-16,0 1-1 0,-1-1-1 0,0 0 1 0,1 0-1 0,0 1 3 15,0 0-5-15,0 0 1 0,0-1 0 0,-1 1 0 0,1 0-1 0,0 0 4 16,0-1-1-16,0 1-1 0,0 0 2 0,0 0-2 0,0 0 0 15,0-1-2-15,0 1 2 0,0-1-1 0,0 1 2 0,0-1 1 0,0 0 0 16,-1 1 0-16,0 0 1 0,0 0-2 0,1-1 0 0,-1 0-1 16,0 1 0-16,-1 0 1 0,1-1 0 0,0 2-2 0,-1-1 1 0,0 0 2 15,0 1-4-15,0-1 5 0,-1 0 0 0,1 1-4 0,0-1 3 16,0 1-4-16,0 0 1 0,0-1-3 0,-1 0 1 0,1 0 0 0,-1 1 1 16,1 0 3-16,-1-1 0 0,1 1 2 0,-1-2-6 0,1 2 2 0,-1 0-2 15,-1-1-1-15,1 1 5 0,-1-1-2 0,2 1-3 0,-2 0 1 16,1 0 0-16,0 0-2 0,-1 0 2 0,0 0-2 0,0 0-3 0,1 0-3 15,-2 1-3-15,-1-1-11 0,0 1-13 0,0-1-15 0,0 1-15 0,-1-1-14 16,0 0-12-16,-1 1-6 0,-1 0-1 0,1 1 2 0,0-1 2 16,0 2 12-16,-1-3 5 0,0 1-90 0</inkml:trace>
  <inkml:trace contextRef="#ctx0" brushRef="#br0" timeOffset="28536.95">28834 6730 279 0,'-4'-12'23'0,"0"0"-11"16,0-2 0-16,0 3 2 0,1 2 1 0,0 0 1 0,1 1-4 0,-1 0-5 15,2 1-4-15,-1 0-3 0,0 1-5 0,0 1-2 0,1 1-4 0,1 0-5 16,0 1-2-16,1 0-2 0,0 0 0 0,1 1-3 0,0 0 2 16,1-1-2-16,-1 1 2 0,1 0 3 0,-1-1 6 0,1 1 2 0,1-2 5 15,-1 1 1-15,0-1 1 0,0 0 2 0,0 0 2 0,0 0 1 0,-1 0 0 16,-1-1 1-16,0 1-1 0,0-2-2 0,0 1 2 0,1 0-1 15,-2-1 0-15,1 2 0 0,0-2 0 0,1 1-1 0,-1 0 1 0,1 0-1 16,1 0-2-16,0 0 2 0,0 0-1 0,1-1 1 0,1 0-1 16,-1 0-1-16,2-1 1 0,0 1 0 0,1 1 2 0,0-2-1 0,1 2-1 15,1 0 0-15,0-1-4 0,2 0 2 0,0 1-4 0,3-1-1 0,1 1-5 16,1 0-2-16,0 1-3 0,0-1-6 0,4 0-11 0,-1 0 2 16</inkml:trace>
  <inkml:trace contextRef="#ctx0" brushRef="#br0" timeOffset="28852.95">29936 7262 445 0,'-3'-8'-56'0,"0"1"-38"0,0-1-92 16</inkml:trace>
  <inkml:trace contextRef="#ctx0" brushRef="#br0" timeOffset="29035.95">30064 7169 109 0,'-1'-2'-84'16</inkml:trace>
  <inkml:trace contextRef="#ctx0" brushRef="#br0" timeOffset="29935.95">30368 7138 118 0,'-2'-3'17'0,"0"2"-9"0,0 0-3 0,0 0 2 0,-1 1 2 16,2 1 0-16,-2 0 0 0,0 0-5 0,-1 0-4 0,0 1-1 16,1 1-4-16,-4 0-2 0,-1 2 0 0,-1-1-3 0,-1 1-2 0,0 1-3 15,-1-1-14-15,2 0-14 0,-2-1 7 0</inkml:trace>
  <inkml:trace contextRef="#ctx0" brushRef="#br0" timeOffset="30635.95">30093 7218 16 0,'-15'1'14'16,"1"1"-4"-16,-4 1-3 0,1-1-3 0,0 0-3 0,-2 1 0 0,0-1 0 16,0 0 0-16,1 1 0 0,-2 1 0 0,0 1-1 0,-2 0 1 15,-1 1-1-15,0 1 1 0,-2 0-1 0,1 1 1 0,-1 0-1 0,0 0 2 16,0-1 0-16,-2 1-1 0,1 0 0 0,-3 1 0 0,2 1 0 0,-3-1 1 16,0 1-2-16,0 0 0 0,-1 1-1 0,-1 0 2 0,1 0-1 15,-1 0 0-15,3 0 2 0,-1 1-1 0,1 0-1 0,-4 0 2 0,1 1 0 16,-2-2-2-16,0 1 2 0,1 0 0 0,1-1 0 0,-1 1 2 0,2 0-1 15,-1-1-1-15,-2 0-1 0,1 0-2 0,-2-1 1 0,2-1-1 16,0 0 0-16,1-2 2 0,-1 3 2 0,1-1 2 0,0 0 6 0,0 0 2 16,-2-1 3-16,0 0 4 0,1 0 0 0,-3 0 1 0,4 0-1 15,-2 0-2-15,1-1 0 0,-1 1-4 0,-1-1 1 0,-1 1 0 0,1 0-6 16,-1 1-1-16,-2 0-2 0,2 1-1 0,-2 0 0 0,1 0-1 0,-2-1 0 16,-1 0 0-16,-1 2-2 0,-1-1 0 0,-2 1 1 0,0 0 0 15,2-1-1-15,-1 1 2 0,-2 0-2 0,0 0-1 0,-1 1 0 0,1-1 0 16,-2-1 0-16,1 1 3 0,0 0 1 0,0 0-1 0,-1-1 4 0,0 0 0 15,1 0 2-15,-1 0-1 0,0 1-2 0,0-1-4 0,1 0-1 16,1 0-3-16,0 0-3 0,2 2 3 0,0-1 0 0,1 0 0 0,0 1 2 16,2-2 0-16,-2 1-2 0,-1-1 2 0,2 1 0 0,-1-2 1 15,0 1-1-15,0-1 1 0,0 1-1 0,-1 0-5 0,0 1-1 0,-1 0 1 16,0 0 2-16,-2-3 1 0,1 2-1 0,0 1 0 0,-1 0 2 0,-2 2 2 16,0-2 2-16,0 3 1 0,0 0-1 0,-2-1 3 0,1 2-1 15,-1-1-3-15,1 2 2 0,-1 0 0 0,0 1-3 0,0-1 5 0,1 1-2 16,-1 0-2-16,0-1 2 0,1 3-3 0,-1-1 0 0,2 1-1 0,1-2 0 15,1 1 1-15,0 0-1 0,1-2 1 0,2 1 0 0,0 0 0 16,0-2 3-16,2 1 0 0,1-1 2 0,-2 1-1 0,1 0 0 0,-1-1 2 16,-2 2-2-16,3 0-1 0,-1-1 0 0,0-1-2 0,-1 2 0 15,1 0-2-15,-1-1 0 0,1-1-1 0,1 1-1 0,0-1 2 0,0-1 0 16,1 2 1-16,-2 1 1 0,0-1 0 0,0-1 0 0,1 1 0 0,0-1-1 16,2 1-1-16,0-1 3 0,-1 1 2 0,2-1 7 0,-1 1 6 15,0-2 4-15,0 3 3 0,-1 0-5 0,1 0-1 0,2-1 0 0,0 0 4 16,4 0 6-16,-3 1 0 0,1-2-5 0,1 2-7 0,-1 0-3 0,2-2-4 15,0 2-2-15,1-1 0 0,0 2-2 0,1-1 0 0,0 1 0 16,1 1 0-16,-1-1-3 0,2 1 0 0,1 0-3 0,0 0-2 0,-1-1-1 16,2 1-2-16,-2 0 0 0,2-1 6 0,0 2 1 0,0 0 5 15,-1-1 0-15,0 1-3 0,0 0 2 0,1-2-1 0,2 2 2 0,0-2 0 16,1-1 3-16,0 0 2 0,0-1 3 0,1 1 1 0,1-1 0 0,0 0 4 16,2 0-4-16,0 1 1 0,1-2 1 0,2 0-3 0,-1 0-5 15,0-2-2-15,2-1-4 0,1 1-2 0,-1 0 0 0,2-1 0 0,0 0-3 16,1-2 0-16,1 2 0 0,-2-1 0 0,2 0-3 0,0 0 0 0,3-1-1 15,0-1-5-15,1-1-2 0,0 1-18 0,1-1-11 0,0-2-5 16,1 0-10-16,1-1 6 0,1 0-6 0,0-1-4 0,1-2-4 0,1 1-8 16,1-3-6-16,1 1-6 0,-1-2 0 0,1 0 1 0,1-1 7 15,0-4 7-15,1 0 8 0,0-5-75 0</inkml:trace>
  <inkml:trace contextRef="#ctx0" brushRef="#br0" timeOffset="31068.83">22413 9758 54 0,'3'-7'34'0,"0"-1"-14"0,1 0-11 0,0 1-4 16,1 3-2-16,-1 0 0 0,2 2-2 0,-2 0-1 0,0 1-1 0,2 1 0 15,-1 1-2-15,1 1-1 0,0 0 0 0,3 3-2 0,0 0 2 16,-1 1-1-16,3 1 1 0,-2 1 0 0,0 0-2 0,0 2 3 0,-1 0 1 16,0 2 1-16,-2 0 3 0,0 1 1 0,-1 0 3 0,-2 1 1 0,0 0 0 15,-1-1 2-15,-1 2 1 0,-1 0 0 0,0-1 4 0,-2 0 1 16,0 0 2-16,0 1 3 0,-1-1-2 0,0-1 2 0,0 1-1 0,-1-2 2 16,0 0 1-16,-1-1 3 0,0 0 4 0,0-2 3 0,1 0-1 0,1-2 0 15,1-1 0-15,0-1 0 0,1-1 0 0,0-2-3 0,1-1 0 16,1-1-4-16,1 0-3 0,1-1 2 0,0-1 0 0,2 0 4 0,1-2 7 15,1-1-1-15,1 0 0 0,2-1-3 0,-1 0-5 0,1-1-4 16,-1 2-6-16,2-2-2 0,0 0-3 0,0 0 0 0,0 0-3 0,0 1-3 16,1 0-2-16,1 0-2 0,-1 0 0 0,0 0-2 0,0 2 0 0,1-2-1 15,0 2-1-15,0 0 3 0,1 0 1 0,-3 0 0 0,2 1 1 16,-1-1-2-16,1 1 0 0,0 0 0 0,0 1-2 0,1 0-1 0,0 0 3 16,2 1-1-16,-1-1 1 0,2 0 0 0,-1-1-1 0,-1 1 1 15,-1 0 2-15,1 0 0 0,-1 2-3 0,1 0 0 0,-3-1-1 0,-1 1 3 16,1 0 1-16,0 1 3 0,0-1 0 0,-2 2-1 0,-1 0 1 0,0 0-1 15,-1 0 0-15,-1-1 1 0,0 1 1 0,0 0-1 0,-1 0 3 16,-1 1-1-16,0-1 0 0,0 0-1 0,0 0 0 0,-1 1-1 0,1 0 4 16,-1-1-3-16,0 1 3 0,-1-1-2 0,0 0-3 0,0 1 3 0,1-1-3 15,-1 0 1-15,0 1-2 0,-1-1 1 0,0 0-1 0,1 1-2 16,-1-2 0-16,0 1-1 0,-1 1-3 0,1-1-1 0,-1 0-1 0,0 0-1 16,0 0-3-16,0 0-3 0,0 0-7 0,0 0-6 0,0 0-12 0,0 0-19 15,0-1-19-15,0 1-18 0,0-2-13 0,0 1-5 0,0-1 2 16,1 0 7-16,-1 0 9 0,1-2-52 0</inkml:trace>
  <inkml:trace contextRef="#ctx0" brushRef="#br0" timeOffset="43536.8">24841 8792 952 0,'-13'5'103'0,"-1"2"-117"15,-4 3-27-15,2-1 5 0,1 0 30 0,-1 1 19 0,0 0 6 16,1 0-3-16,0 2-7 0,-1-2-16 0,1 2-11 0,0 1-7 0,0 0-7 16,0 0 2-16,0 0 4 0,-1 0 7 0,-3 1 6 0,0-1 6 15,0 1 2-15,-2-2 0 0,0 3 1 0,-1-1 3 0,-1 0 3 0,-1-2 4 16,0 1 3-16,-1 0 5 0,1 1 6 0,-3 1 4 0,0-2 3 0,-1 2 7 16,-1-1 6-16,2 0 1 0,-1 0 4 0,0 0 0 0,-3 0-1 15,1-1-5-15,-1-1 1 0,1-1-2 0,0 1 0 0,1-1 1 0,-1 1-7 16,1-1 5-16,-1 1-5 0,3-1 0 0,-3 1 5 0,2 0-10 0,-1 0-2 15,1-1-5-15,-1 3-5 0,1 0 0 0,-2 0-3 0,2 0-4 16,0 1-5-16,1 0 0 0,0 1-1 0,-1 0 2 0,-1-3-7 0,1 2 0 16,0 1-1-16,-1 0 5 0,3-1 4 0,-2 3 2 0,-1-1-9 15,2 0 2-15,-1 1 0 0,2 0 4 0,-1 0-1 0,2-2 4 0,-2 1 1 16,3-1 0-16,-2 1 0 0,1-2-10 0,1 2 4 0,0 1-2 0,2-2 2 16,-1 1-1-16,3 1-1 0,1-2 3 0,0-1 1 0,1 0-4 15,0 0 2-15,2-1 2 0,0-1-2 0,0 0 5 0,1 0-5 0,1 0 0 16,1-1-2-16,0-1-1 0,1 1-2 0,0 1-2 0,2-2 8 0,-2 0-3 15,2-2 2-15,0 0-3 0,0-1-4 0,2 1 9 0,-1-2-4 16,-1 1 1-16,1 0 2 0,0-1-7 0,2-1 1 0,-1 1 6 0,1-2-7 16,1 0 1-16,0 0 1 0,0 0-2 0,0-2-1 0,1 1 3 15,-1-1-4-15,0-1-4 0,0 1 2 0,1-1-4 0,-1 0 2 0,2 0-3 16,0 0-1-16,0-1-1 0,0-1 6 0,0 0 3 0,2-1 1 0,-1 1-1 16,2-1-3-16,0 1 3 0,1-2 3 0,1 1 0 0,0-2-1 15,2 1 4-15,0-1-5 0,1 0 8 0,1-2-3 0,0-1-2 0,2 1 1 16,0-2 1-16,2 0-1 0,1 0 0 0,-1 0 3 0,3-1-4 0,-2 0-1 15,2 0 2-15,2 0-2 0,0 1 2 0,1-1 0 0,-2 2-4 16,1 1 0-16,-1-1-5 0,0 1 4 0,-1 1-4 0,0 0 4 0,0 0 0 16,0 2-1-16,-1 0 3 0,0 0-2 0,-1 1 3 0,0 1 0 15,-1 0 0-15,-1 1 1 0,-1-1 5 0,1 1-3 0,-1 1 2 0,-2 0 1 16,1 0-5-16,-1 1-1 0,1-1 2 0,-1 0-3 0,0 0 2 0,-1 0 9 16,0 0-6-16,0 1 3 0,0-1-1 0,-2 0-6 0,1 0 3 15,0 1-2-15,-2-2 4 0,0 2 0 0,-1-1-1 0,1-1 2 0,-1 2-1 16,1-1 0-16,-1 1 4 0,-1-1-1 0,0 1-2 0,-1 0 0 0,1-1-4 15,0 1 6-15,-1-1-5 0,0 0-2 0,0 1 4 0,0-1-6 16,0 1 6-16,0-1 0 0,-1 0-4 0,1 0-2 0,0-1 3 0,0 0-2 16,1 1-4-16,-1-2-6 0,1 0-12 0,0-1-15 0,0 1-15 15,0 0-18-15,0-1-13 0,0 0-9 0,1-1 2 0,-1-1-1 0,0 1-8 16,1-2-12-16,0-1-14 0,0-1 0 0,-1-2 7 0,2 0 21 0,-1 0-2 16,0 0-28-16</inkml:trace>
  <inkml:trace contextRef="#ctx0" brushRef="#br0" timeOffset="43836.8">22874 9940 88 0,'-6'-6'59'15,"0"0"-14"-15,-1-1-12 0,1 0-1 0,0-1 1 0,2 1-8 16,-1 0-1-16,0-1-6 0,1 0-8 0,1-1-3 0,0 0-3 0,0-1-4 16,0 0-4-16,1 0-3 0,0-1-5 0,0 2-2 0,1 0-1 15,0 0 0-15,0 1 0 0,0 0 2 0,0 1 1 0,0 1 1 0,0 0 4 16,0 2 3-16,0 1 3 0,0 1 3 0,-1 2 4 0,1-1 3 0,0 2 5 16,-1 0 5-16,1 0 2 0,-1 2 2 0,0 0 1 0,-1 2 2 15,0 1 1-15,1 0 1 0,-2 2-2 0,0 0 1 0,-1 0-3 0,0 1-4 16,0 1 0-16,0 2-5 0,-1 0-2 0,0 1 1 0,0-1-6 0,0 1 0 15,1 0-3-15,-1 1-1 0,0 1 4 0,-1 0 3 0,0-1 7 16,0 1 6-16,0-1 10 0,0-2 10 0,2 0 4 0,0 0 4 0,0-2 2 16,2 0 2-16,0-1 5 0,0-2 3 0,1 0-4 0,2-1-1 0,1-1-8 15,0-1-9-15,2 0-4 0,0-1-10 0,1 0-5 0,2-1-9 16,2 0-3-16,1-2-2 0,1 1 0 0,1-2-5 0,0 0 0 0,-1-1-3 16,2 1-4-16,0-1 1 0,2-1-10 0,0 0-30 0,-1 0-33 15,2 1-42-15,-1-2-26 0,2 1-6 0,-3 1 13 0,2-1 13 0,-2 1 12 16,0 0 13-16,-2-1 7 0,0 1 9 0,-1 1 12 0,1 0 6 0,-2 1-47 15</inkml:trace>
  <inkml:trace contextRef="#ctx0" brushRef="#br0" timeOffset="44804.8">20906 9948 785 0,'-23'-15'49'0,"-3"-2"-40"0,-7-7-18 0,5 1-9 0,4 1 1 16,5-1 2-16,2 0 3 0,2 3 3 0,3 1-1 0,3 0 0 0,1 1-1 15,3-1-2-15,2-1-3 0,3 0-7 0,3-1-8 0,3 0 0 16,3 1-2-16,0 0 3 0,5 1 7 0,3 1 3 0,2 0 5 0,2-1 4 16,1 1 0-16,2-1 4 0,0 0 0 0,2 2 2 0,1 0 2 0,2 1 0 15,1-1 4-15,1 2 2 0,-1 0 7 0,0 1 5 0,0 1 7 16,1-1 4-16,0 3 3 0,2-1 5 0,-1 1 5 0,2 2 6 0,-1 1 0 15,1 1 0-15,0 0-4 0,1 2-7 0,2 0-1 0,0 1-2 16,1 0-3-16,1-1-3 0,2 1-4 0,2 1-1 0,0 0-2 0,1 1 1 16,0 1 2-16,4 0-1 0,0 1 6 0,-1 0-2 0,3 1-1 0,0-1-1 15,2 1-12-15,0-1-1 0,3 1-7 0,-1 0 0 0,2 0-3 16,0 1 0-16,0 1 0 0,-1 0 0 0,2 1-8 0,-2 1 3 0,1 0 0 16,-2 1-1-16,-1 0 7 0,-2 2-5 0,0 1 2 0,-2 2 4 0,-2 1 0 15,0 2 2-15,-4-1-1 0,-1 3-1 0,1 2 3 0,-3 0-1 16,-2 4-2-16,0 2 4 0,-3 0-1 0,-1 4 8 0,1-2-1 0,-3 4 2 15,-1-1 0-15,0 1 1 0,-2 2 2 0,0 2-4 0,-3 0-2 16,-1 1-4-16,-2 2 0 0,0 1 1 0,-3 2-1 0,-3 2-1 0,-1 1 0 16,-3-1-4-16,-1 1 0 0,-2 0-1 0,-1 3 1 0,-2-1 4 0,-2 1-4 15,-2 1 1-15,-3 2 2 0,-1 1-2 0,-1 1 1 0,-3 2 3 16,-3 2-2-16,0 0 2 0,-2 1 2 0,-2-1 2 0,-2 1 1 0,-1-1-3 16,0-1 3-16,-3-1-3 0,-2-1-1 0,0 2 4 0,-2-2-5 0,-2 1-6 15,1 0-5-15,-3-2-5 0,1 1-6 0,1-1-7 0,-3-1-14 16,-1-1-14-16,-2 0-9 0,-1-2-9 0,-2-1-5 0,1-1-2 0,-3 0 2 15,0-3 9-15,-2 1 17 0,-2-2 12 0,-1-2 12 0,0-3 11 16,-3-2 4-16,-2-2 8 0,-1-2 7 0,0-3 2 0,-4-1 5 0,3-3 6 16,-3-2 4-16,-2-2 10 0,-2-3 2 0,0-3-2 0,-4-1-2 0,0-2-1 15,-1-3-1-15,-4-1-2 0,1-2-5 0,-1-3-4 0,-2-2-6 16,1-1 4-16,-3-2 5 0,1-1-1 0,1 0 6 0,0 0 5 0,0-1 5 16,1-1-4-16,1 0 6 0,0 1 0 0,3-2-6 0,2-2-2 0,-1-1-8 15,2-4-3-15,1 0-1 0,1-1 7 0,2-3-1 0,0-2 3 16,1-2 1-16,2-1-5 0,1-2 0 0,2-2 1 0,2-1 3 0,4-6 0 15,2-2-4-15,1-5-4 0,2-3-2 0,3-3-9 0,2-4-4 0,4-3-5 16,4-4-4-16,5-3 2 0,6 0-5 0,5-2 3 0,6 0-7 16,1 2 3-16,6 2 3 0,3 2-5 0,2 1 9 0,4 2-6 0,2 1 8 15,1 0 4-15,4 2-4 0,2 2 8 0,0-1 2 0,4 1-2 16,0-2 3-16,3 1-3 0,0 1-7 0,3 0 2 0,0 2-3 0,1 1 5 16,3-1 2-16,1 3 2 0,1 0 3 0,1 2-6 0,0-2 5 0,0 3-6 15,0 0-2-15,1 1 4 0,1 1-6 0,0 1 4 0,0 0 3 16,-1 4-4-16,1 1 2 0,-2 3-8 0,0 3 0 0,0 2-4 0,-3 1 2 15,0 4-2-15,-1 1-5 0,-2 3 0 0,-1 2 1 0,-3 5 6 0,0 2 4 16,-3 2 5-16,-1 2-5 0,-2 2-4 0,-1 3 2 0,1 1-12 16,-4 1 12-16,0 3-6 0,-1 1-3 0,-4 2 14 0,1 4-9 0,-2 0 2 15,-1 3-2-15,-3-1-8 0,0 2 1 0,0 4 0 0,-2-1 3 16,0 0-8-16,-1 2-1 0,-2-2-16 0,0 3-16 0,0 0-11 0,-1 0-21 16,0 3-14-16,0-1-20 0,-1-2-13 0,-1 1-10 0,1-2 1 0,-1 0 2 15,0 0 7-15,0-1 10 0,0 1 5 0,0 1-10 0,-1-1-23 16</inkml:trace>
  <inkml:trace contextRef="#ctx0" brushRef="#br0" timeOffset="46319.94">28629 10264 49 0,'-3'-6'29'15,"1"0"-4"-15,-1-1-6 0,1 0-5 0,0 0-4 0,1 0-1 0,0-1-4 16,0-1-2-16,0 1 0 0,1-2-1 0,-1 1 0 0,1-1-1 16,-1 3 2-16,1-1-1 0,0 0-1 0,0-1 1 0,0-1 0 0,1-1 0 15,-1 1 3-15,1 1 2 0,0-2 1 0,0 0 1 0,0-1-1 0,0 0-1 16,1 1 0-16,0-1-3 0,0 0 1 0,2-1-2 0,-1 0-1 15,0 2 0-15,1-1 0 0,1 2-2 0,-1 0-1 0,1 1 1 0,0 1-1 16,-1 0-1-16,0 3 0 0,1-1-1 0,-2 2 0 0,1 0 2 16,0 2 1-16,0 0 0 0,-1 1 3 0,1 1 0 0,-2 1 1 0,1 0 1 15,1 1 1-15,-1 0 0 0,1 2 3 0,-1 0 4 0,1 1 0 0,0-1 4 16,0 0 3-16,1 1 2 0,0-1 0 0,-1 0 3 0,1 1-1 16,0-1 0-16,1 0 1 0,-1 0-2 0,2 0 0 0,0-1 1 0,1 0-1 15,1 0 1-15,1-2-1 0,0 0 0 0,-1 0 1 0,2-1-1 0,0 0-1 16,1 0-1-16,1-2-2 0,-1 1-4 0,2-2-3 0,1 1 0 15,0-1-1-15,1 0-1 0,-1 0 1 0,1-2-1 0,2 0-4 0,0 0 3 16,1 0-3-16,1-1 0 0,-2 1 1 0,3 0 0 0,1-2-1 16,1 2 4-16,3-1-2 0,1 1 1 0,-1 0 1 0,2 0-4 0,-1 1 3 15,3 0-2-15,0 0-2 0,3 1 4 0,0-1-1 0,3 1-2 0,-1 1 3 16,2 0-1-16,1 0-1 0,0-1 2 0,2 1-2 0,0-1 1 16,1 1-2-16,2-1-3 0,2 1-1 0,-1 0-2 0,0 0 0 0,0 1-1 15,-1-1 0-15,1 1-1 0,0 0 0 0,1 1 2 0,-2 1-1 0,0 0 1 16,0 1-1-16,-1 1 2 0,-2 1-1 0,1 0 0 0,-1 2-1 15,-1-1 1-15,0 1-1 0,-2 2 0 0,-2 0-2 0,0 0 1 0,0 1 1 16,0 1 2-16,-2 1 1 0,0-1 3 0,-1 3 0 0,0-1-4 16,-1 1 3-16,0 1-6 0,-1 1 0 0,-1 1-2 0,-1 0 0 0,0 1-3 15,-3 1-3-15,0 1 0 0,-2 1-4 0,1 0 1 0,0 0-3 0,-4 2 2 16,-1-1 7-16,-3 3 3 0,-1 0 8 0,-3 1 6 0,0 3 1 16,-2-2 8-16,-1 2 6 0,-3-1 1 0,-2 1 4 0,-1 2-3 0,-2 1 5 15,-1 0 0-15,-1 2-3 0,-2-3 7 0,-1 1-2 0,-2-1 0 0,-1 0 4 16,-2-1-9-16,0 1-8 0,-2-3 0 0,-1 0-10 0,-2-1-5 15,-1-1-4-15,-2 0-10 0,0-2-3 0,-3 1-3 0,0-3-11 0,-2-1-12 16,0 0-5-16,-2-1-4 0,-2-2 6 0,-3-1 8 0,0 1 8 16,-3-1 10-16,0-1 7 0,-2 2 4 0,-3-1 3 0,1 0 7 0,-2 1 6 15,-1-1 7-15,0-2 8 0,-1-1 6 0,1-1 6 0,-2 0 10 0,-1-1-1 16,1-1 2-16,-1-2-4 0,0-2 0 0,2 1 4 0,0-2-6 16,1 0 6-16,1-1-6 0,-1-1 0 0,1-2 6 0,1 0-4 0,-1-1-1 15,3-2 3-15,0 0-3 0,2-1 1 0,1 0-2 0,-1-2-7 0,2-1-5 16,-2-1-2-16,3 0-8 0,0-3-7 0,1-1-6 0,-1 0-8 15,1-1-4-15,1-1-4 0,-1-1-1 0,2-2-3 0,0 0-5 0,2 2 2 16,-1-2-3-16,3 1 6 0,-1 0-1 0,1 1 2 0,0 1 3 0,1-1-12 16,0 0 1-16,2 0-6 0,2 0-1 0,-1-1-1 0,2-2-7 15,-1 0-6-15,1 0-6 0,-1-2-10 0,2-1-9 0,0 0-16 0,0 1-6 16,1-1-6-16,2 1-7 0,0-1-3 0,1-1-10 0,2 2 3 16,1-1 1-16,3 1 6 0,-2 2 9 0,2 0 10 0,2 0 10 0,0 2 14 15,1 3 8-15,2 0 5 0,1 0 3 0,1 1 0 0,2 0-4 0,1 0-3 16,1 2-3-16,1 0 7 0,1 0-33 0,-1 0-40 0</inkml:trace>
  <inkml:trace contextRef="#ctx0" brushRef="#br0" timeOffset="59387.44">29597 14023 454 0,'-24'-1'26'0,"-2"-2"-6"0,-5-3-11 0,4-1-8 15,3-2 0-15,0 0-1 0,2 0 1 0,-1 2-1 0,2 0-3 16,0 0 1-16,1 1 0 0,1-3 3 0,3 1 2 0,0 0 2 0,3-1 5 16,1 1 8-16,1 0 9 0,1-1 12 0,2 1 7 0,0 0 2 15,3-1 2-15,2 1-4 0,1-1 1 0,1-2-5 0,3 2-4 0,1-1-2 16,2-2-8-16,3 0 1 0,1-2-8 0,2-1-1 0,2 1-6 0,3-3-2 15,2 0-2-15,0 0 0 0,4-2 1 0,1-1-1 0,0 1 3 16,3-1 0-16,0 1 5 0,3 2 5 0,0 1 4 0,2 0 5 0,-1 1 10 16,4 1 0-16,0 2 6 0,1-1 0 0,2 0-1 0,1 0 3 0,1 0 0 15,1 2-7-15,1-1-2 0,0 0-9 0,1-1-5 0,1 0-1 16,2 2-6-16,1-2-4 0,-2 0-4 0,3 0-7 0,0 2-6 0,0 2-3 16,-1-1 0-16,1 1 4 0,0 0 1 0,0 1 4 0,0 0-5 15,-1 1-2-15,1 2 3 0,-1 1-2 0,0 0 6 0,-1 0 4 0,2 1-1 16,-1 0 0-16,0 1-2 0,0 0-4 0,0 0 2 0,1 0 2 0,-1 0 0 15,1 2 1-15,-1 0 0 0,-1 0 0 0,-3 1-2 0,2 0 3 16,1 2 8-16,-3 0 2 0,0 1 3 0,0 1-3 0,-3 1-10 0,0 0 0 16,-1 2 2-16,-1 3 1 0,-1 1 5 0,3 1 6 0,-1 1 5 0,1 1 6 15,-1 3-3-15,-3 2-4 0,-1 1-6 0,0 3-1 0,0 2 0 16,0 1 2-16,0 2 26 0,-19-15 4 0,5 6-1 0,-1 2 1 0,2 3-31 16,1 3 3-16,3 5-1 0,-1 2-5 0,3 4 3 0,-1 3-1 15,-1 2-3-15,-2 0 3 0,2 1-5 0,-2 2 1 0,-3 2-2 0,2-1 4 16,-2 0 1-16,-2 1-4 0,-1 0-1 0,0 0-6 0,1 0 1 0,-4-1 3 15,1 1 2-15,-1 0 7 0,-1 1 1 0,-1 0-1 0,0 0 2 16,0 1-4-16,-2 0-3 0,-1 1 0 0,0 0-2 0,-2 1-1 0,-1-1 0 16,0 0 4-16,-1 0 3 0,-1-1 0 0,-2 2 1 0,-1-3 1 0,-1 0 1 15,0-2-7-15,-3 0 4 0,0 1 0 0,-2-3-3 0,-1 0 3 16,-1-2-3-16,0 0 1 0,-3-1-12 0,-1-1-5 0,-2 1 0 0,-1-1-1 16,-1 0 8-16,-1-1 0 0,-3 2-2 0,-2-1 0 0,-1-2-8 15,-3 2-3-15,0-2 6 0,-3 0-3 0,-1 2 6 0,-4-2-3 0,0 0-10 16,-2 0-4-16,-9 5-21 0,-30 30 2 0,5-12-3 0,8-13 2 0,14-17 18 15,-1 1-6-15,-1-2-2 0,-3 0 1 0,-4-1-1 0,2-1 9 16,-3-3-7-16,0 0-4 0,0-1-9 0,-3 0 4 0,-2-1 10 0,1 0-2 16,-1 0 10-16,1-2 8 0,-2-1 7 0,1-2 4 0,-1-4-3 0,1 0 2 15,2-3 5-15,0-2 0 0,-2-1-4 0,0-1-4 0,0-3 4 16,1 0 3-16,1-3 5 0,1-1 0 0,2-1-6 0,1-2 3 0,1 1-2 16,4-3 4-16,0-1-3 0,1-2-4 0,2-1 3 0,0-3-8 15,3-2 8-15,1-4-8 0,-2-2 3 0,2-2-4 0,0-5-9 0,0-2 11 16,0-5-4-16,4-1 4 0,0-3-4 0,-2 0-4 0,4-2 4 0,-1-5-1 15,2 1-7-15,1-1-7 0,1-3 12 0,2 1-1 0,2-1 12 16,3-1 6-16,2-2-15 0,2-2 9 0,1-2-4 0,0-3 6 0,2-3 2 16,0-1-7-16,2-3 4 0,5-3-5 0,1 0-1 0,3 0 4 0,3-1 4 15,1 0-8-15,3 1 3 0,2 0-4 0,2 1 0 0,3 2 3 16,2 2-11-16,2-1-1 0,1 3 4 0,3 1 0 0,1 1 14 0,4 0-8 16,1 0-1-16,1 0 0 0,2 2 2 0,1 2 1 0,0-1-1 15,2 3-15-15,2 0 11 0,1 2 0 0,3-1 2 0,1 1 12 0,4 1-9 16,-1 0-4-16,3-1 1 0,1 0 8 0,1 2-8 0,2 0 5 0,1 2-5 15,2 0-2-15,0 2 4 0,3 2-9 0,-1 1 6 0,0 3-6 16,1 2 4-16,0 1 8 0,1 3 0 0,0 2 0 0,-2 1-4 0,2 3 3 16,-2 1-6-16,0 3 2 0,-1 0 2 0,-2 2-7 0,2 2 5 0,-4 2-5 15,-1 3 5-15,-2 2 5 0,-3 3-2 0,1 2 2 0,-4 3-3 16,-2 1 0-16,-1 3 4 0,-2 2 4 0,-2 1 4 0,-2 4-2 0,-3 1 0 16,-1 3-1-16,-1 3 0 0,-1-2-3 0,-2 3 1 0,-1-2-1 15,-1 0-3-15,-1 0 6 0,-1-1-8 0,-3-1 6 0,0-2-4 0,-1-2 0 16,-1 1-2-16,0-2-3 0,0 0 0 0,-2 0 2 0,0-2 3 0,-1 1 2 15,-1-1 0-15,1-1 0 0,-1 0-2 0,0 0 0 0,-1 0 0 16,-1 0 1-16,0 0 1 0,0 1-2 0,-3-1 5 0,2 1-1 0,-1 0 1 16,-1 0-3-16,2 2-3 0,-2-2 1 0,1 1 0 0,0 0-3 0,-1-1-4 15,1 0-3-15,0 0-4 0,-1 0 2 0,1 0 0 0,-1-1 7 16,1-1 2-16,0 0-7 0,-1-1 12 0,1 0-12 0,-2-1 6 0,3 0 8 16,-1 1-16-16,1-1 7 0,-1-1-7 0,1 0 2 0,-1-1 3 0,0 1-10 15,1-1 5-15,-1 1 0 0,-1-1-2 0,0 0 9 0,0 1-8 16,0-1-3-16,1 0 6 0,-1 1-3 0,1-1-3 0,-1 1 3 0,0-1-8 15,0 1 3-15,-1 1 1 0,0 0 0 0,1 0-5 0,-1-1 2 16,0 1-2-16,0 0 2 0,0 0 8 0,0 0-5 0,1 0-6 0,-2 0-4 16,-1 0 1-16,1-1-3 0,0 1 1 0,1-1-8 0,0 0-8 0,1-1-1 15,0 0 0-15,-1 0 3 0,2-1-4 0,0 0 2 0,-1 0-2 16,2 0-1-16,-1 1 9 0,1 0-1 0,0 0 6 0,1 0 2 0,-1 0 1 16,-1 1 1-16,1 0-3 0,-1 0-5 0,1 0-7 0,0 1-16 15,-1 1-3-15,0 0-13 0,0 1-13 0,0 0-8 0,-1 1-11 0,0 0-9 16,-1 0-8-16,2 1-4 0,-1 0 2 0,-1 0 8 0,1-1 14 0,-1 0 16 15,1 0 11-15,0 0 15 0,0-1 9 0,0 0 8 0,1 0 6 16,0-1 3-16,1-1 6 0,-1 0 6 0,1 0 1 0,1 0 2 0,-1-1-5 16,2 1-2-16,-1-1-2 0,0 0-4 0,1 1 0 0,-1 0-4 0,2-1-2 15,-1 1-2-15,0 1-3 0,0-1 2 0,-1 1 3 0,3 1-25 16,-1 0-52-16</inkml:trace>
  <inkml:trace contextRef="#ctx0" brushRef="#br0" timeOffset="63304.44">21922 6857 1322 0,'-8'-15'54'0,"2"0"-36"15,0 0-18-15,4 7-11 0,1 4-10 0,2 2-7 0,-1 0 7 16,2 2-1-16,2 1 7 0,0 1-3 0,1 0-3 0,-1 1-5 0,1 0-15 16,-2 0-29-16,1 3-20 0,-1-1-17 0,1 1-10 0,-1 0 1 0,-1 0-4 15,1 0-5-15,-1 0 2 0,1 1-128 0</inkml:trace>
  <inkml:trace contextRef="#ctx0" brushRef="#br0" timeOffset="72838.06">22790 7546 108 0,'1'-20'7'0,"2"-2"3"0,2-6 10 0,2 1-2 0,0 4-1 16,1 1-1-16,1 0 1 0,-1 1 1 0,-2 3-5 0,1-2-5 16,-1 2-2-16,0 0-3 0,-1 0 0 0,1 1-2 0,-1 1-2 0,0 3-2 15,0-1-2-15,0 2-4 0,-1 0-4 0,1 1-7 0,0 1-5 16,1-1-3-16,2 1-2 0,2-2-19 0,0 0-29 0</inkml:trace>
  <inkml:trace contextRef="#ctx0" brushRef="#br0" timeOffset="73071.07">23249 6894 77 0,'4'-6'51'0,"1"0"-6"16,1-1 3-16,-1 1-5 0,0 1-11 0,2 0-1 0,1-1-5 16,2 1 0-16,3-2-2 0,2 1-2 0,4 0 0 0,4-1-4 0,3 1-2 15,5 1-5-15,3 1-3 0,6 0-3 0,1 1-3 0,3 2-1 16,3 1 0-16,-1 1-1 0,1 1 0 0,3 1 0 0,-1 0-3 0,2 2 1 15,0 1 1-15,-1 2-2 0,-2 1 1 0,1 0-1 0,-1 1 1 0,-1 0-2 16,-3 0 1-16,-3 0 1 0,-2 0 0 0,-4-1 2 0,-2-1 0 16,-4-1 0-16,-3 0 2 0,-3-3 0 0,-3 0 5 0,-2-1 3 0,-5-1 5 15,-1 0 1-15,-2-1 3 0,-2-1-2 0,-2 1-1 0,-2-1-1 0,-1 1-5 16,0-1-2-16,-1 0 1 0,-1 1-3 0,0-1 0 0,-1 1-3 16,-1-1-5-16,1 0-8 0,-1 0-10 0,1 0-13 0,-1 0-11 0,0 0-3 15,-1 1-3-15,0-1-1 0,-1 1 1 0,-1 0-13 0,-1 0-4 16,-3 0-37-16,-2 0 4 0</inkml:trace>
  <inkml:trace contextRef="#ctx0" brushRef="#br0" timeOffset="73371.06">24087 6699 89 0,'-17'-14'29'0,"1"0"9"0,-3-3 20 0,2 6 4 0,5 3-15 0,3 2-11 16,-1 2-8-16,5 1-12 0,1 1-11 0,4 2-8 0,1 2-6 16,1 1 2-16,2 4 1 0,3 1 1 0,2 3 2 0,5 0 0 0,3 1 1 15,3 0 0-15,3 2 0 0,3 1-1 0,5 1 2 0,4 0-1 16,2 0 2-16,1 1-1 0,1 1-2 0,1-2 2 0,1 2-4 0,1-1 2 15,-1-2-1-15,1 0 1 0,-1 0 1 0,0-1 0 0,-1 0-1 0,-2-4 0 16,-3-1 1-16,-1-1 0 0,-3-1 4 0,2-1 5 0,-2 0 4 16,-1-1 4-16,-2-1 4 0,-1-1 1 0,-2 1 5 0,-1-2 5 0,0-1 2 15,-3-1 4-15,0 0 3 0,-3-1 2 0,-2 0 2 0,-2 0 1 0,-2-1-2 16,-1 1-3-16,-3 0-3 0,-2 1-5 0,0-1-5 0,-3 0-1 16,0 1-4-16,-2 0-3 0,-1 0 0 0,0 0 0 0,-1 1-4 0,1-1-1 15,-1 2 0-15,-1 0 0 0,-2 0-5 0,-2 2-2 0,-3 0-4 16,-3 2-9-16,-2 1-4 0,-4 0-4 0,-1 1-3 0,-3 1 1 0,-2-1-3 15,0 0-6-15,-2-1-10 0,1 2-21 0,-2 0-22 0,-1 0-11 0,-2 0-6 16,2-1 6-16,0 0 17 0,4 0 17 0,5-1 6 0,3-1 3 16,6-2-2-16,4-1-46 0,6-1-4 0</inkml:trace>
  <inkml:trace contextRef="#ctx0" brushRef="#br0" timeOffset="73771.06">27513 6788 173 0,'-1'-10'40'16,"2"0"8"-16,-1-3 12 0,2 5-7 0,0 1-6 0,1 1-6 0,0 1-10 15,1-1-10-15,1 2-6 0,1 0-6 0,2 1-1 0,1 1-2 16,2 0-2-16,2 1-1 0,3 2 0 0,1 0 0 0,2 0 2 0,3 2 2 15,0-1-2-15,2 2 5 0,1-1-1 0,3 0 0 0,-1 0 3 0,1 1-2 16,2 0 2-16,-1 0 4 0,0 0 0 0,2-1 4 0,2 0 3 16,0 0 1-16,0-1 3 0,0 0 1 0,1 0 1 0,1-1-1 0,0 0 1 15,2 0-3-15,-1-1 1 0,1 0-1 0,2 0-3 0,-1-1 2 0,1-1-4 16,0 1 1-16,-2-1 0 0,1 0 1 0,-2 1-2 0,1-1-3 16,0 0-2-16,-3 0-1 0,-2 0-3 0,-3 0 2 0,-1-1-1 0,-3 1-1 15,1 0-4-15,-3 1-4 0,-2-1 0 0,-1 1-2 0,-3 1 1 16,-1 0-2-16,-1 0 6 0,-1 1-3 0,-2 0 3 0,0 0-2 0,-3 0-7 15,1 0 0-15,-2 0-2 0,0 0-2 0,0 0-4 0,-2 0-2 0,1 1-5 16,0-1-14-16,0 1-16 0,2-1-18 0,1-1-14 0,1 1-5 16,2-1 5-16,2 1-1 0,0-1 3 0,3-1 8 0,0 1 2 0,0 0 9 15,2 0 12-15,1 1-4 0,0 0-3 0,1 0-1 0,0 1-1 0,0-1-35 16,2-1-28-16</inkml:trace>
  <inkml:trace contextRef="#ctx0" brushRef="#br0" timeOffset="74473.19">30265 6447 97 0,'11'-2'26'0,"2"1"-1"0,6 0 4 0,-1 2-1 15,-1 2-5-15,-1 0 0 0,1 2-4 0,0 1-4 0,0 0-3 0,4 1-2 16,0 1-2-16,3-1-3 0,3 3 0 0,0-1 0 0,3 3-2 16,-2 1 1-16,2 0-1 0,0 0-1 0,0 1 0 0,1 0 0 0,0 1 0 15,-3 0 0-15,1-2 1 0,-1 1-1 0,-3 0 1 0,1-1 0 16,-3 0 0-16,0-1 2 0,-1 0 0 0,-3-2 1 0,2 0 0 0,-2-1 2 15,-1-1-1-15,0-1 0 0,0 0 4 0,-2 0 1 0,-1 1 4 0,0-1 1 16,0 1 0-16,-1-1-5 0,-3 1-2 0,-1 0-3 0,-2 1 0 16,0 1 6-16,-1 1 0 0,-2 1 5 0,0 1-2 0,-1 1-4 0,-1 2 0 15,0 0-7-15,-2 1 0 0,1-1-1 0,-2 1-2 0,0 1 4 16,-1-2 0-16,-2 1 2 0,1-1 3 0,-3-1-2 0,-1 0 1 0,-1 0-3 16,-1 0-4-16,-3 0 0 0,-4-2-5 0,-2 2-2 0,-5-1-5 0,-3 2-10 15,-1-1-6-15,-4 0-7 0,-3 1-1 0,-4 1 1 0,-3-3 3 0,-3 0 0 16,-3-2 5-16,-3 0 6 0,1-1 2 0,-2-2 7 0,-1 1 2 15,-1-1 0-15,-2 0 3 0,-3-1 0 0,-1-1 1 0,0-1 2 0,-1 0 2 16,0-2 1-16,-1 2 6 0,1-1 3 0,2 1 7 0,1 0 4 0,2 1 1 16,-1 1 2-16,1 2-1 0,1 1-2 0,-1-1-1 0,0 2-4 15,1 0-5-15,1 1-2 0,0-1-1 0,1 1-6 0,0 1 1 0,1 1-1 16,0 0-5-16,2-3 0 0,0 2-1 0,2 0 1 0,-2 1 3 16,3 0 0-16,-1-1-1 0,-1 0-3 0,0 1 1 0,-1-1-2 0,0-2 0 15,-1 3 1-15,1-1 0 0,-2 0 3 0,-1-2 0 0,-2 0 3 0,-1-1-1 16,-3 0 2-16,2 0-2 0,-1 0 1 0,-4-1 0 0,1 0 1 15,-4 2-1-15,0 0 0 0,-2 1 1 0,-1-1-1 0,0 2 3 0,-2 1 1 16,1-1 6-16,-1-1-3 0,1 2 1 0,-2 1 0 0,0 1-2 16,0 1 2-16,-2 1-4 0,0 1-1 0,-3 1-2 0,0 2-4 0,0 1-4 15,-2 1-2-15,-2 2-1 0,1 0-2 0,-6 3 5 0,-1 0-3 16,-2 1 2-16,-5 2 0 0,0 1-2 0,-4 0 2 0,-1 3-1 0,-3 0 4 16,-4 1-2-16,-1 2 0 0,-3 1-3 0,-2 0 0 0,0 2 2 0,-1 0 1 15,-2 0 7-15,1 1-3 0,1-1 1 0,1 1 1 0,0 0 0 0,2 2 6 16,-2 0-1-16,0-1 1 0,2 3 0 0,2 0 1 0,3 0 3 15,2-2 5-15,4-2 7 0,0 1 3 0,4-2-1 0,0 2-8 0,6-2 0 16,2 1-3-16,4-3-3 0,5 0 1 0,3-2-9 0,4-3-1 0,4 1 1 16,4-2 2-16,1 1 0 0,3 1-3 0,2-1-4 0,2-2 2 15,1-2-2-15,-1 0 0 0,4-2-1 0,-1 1 1 0,3-1 1 0,1-1-3 16,1-2 0-16,2 0 3 0,3-2-1 0,0 0 8 0,4 0 0 0,1-3-5 16,4 1 0-16,3-2-5 0,3-2 2 0,3 0-3 0,2-2-4 15,3-1 0-15,2 0-8 0,2-1 1 0,2-1-3 0,1-1-6 0,2 1-7 16,2-1-13-16,2-1-12 0,3-1-1 0,1-3-4 0,2 0 1 15,3-1 1-15,1 0 2 0,2-2 7 0,2-1-1 0,2 0 10 0,1-1 7 16,2-2 1-16,2-1 5 0,2-3-14 0,-2-2-22 0</inkml:trace>
  <inkml:trace contextRef="#ctx0" brushRef="#br0" timeOffset="75039.19">23550 10142 179 0,'-6'-1'57'0,"0"-1"1"16,-2 0 3-16,0 1-4 0,1-1-4 0,-1 0-8 0,-1 0-5 0,0 1-1 16,-1 1-1-16,1-1-6 0,0 2-4 0,0 0-7 0,2 0-10 15,-2 2-6-15,1 1-4 0,-1 0 0 0,-1 2-1 0,0 1 1 0,-1 0 1 16,0 0-3-16,-1 1 2 0,1 1-4 0,0 0 1 0,2 0 1 15,2-1-2-15,-1 0 2 0,0-1 0 0,1-2 2 0,0 2 1 0,1-1-1 16,-1 0-1-16,1 0 2 0,1-1-2 0,-1 1 1 0,2-1-1 0,-2 1-2 16,0 1 1-16,1-1-1 0,1 1 2 0,0 0 0 0,2-1-2 15,-1 1 0-15,2-1 0 0,1 1-3 0,1-1 0 0,0 1 0 0,2-2 1 16,0 2 2-16,2-1 3 0,1 1 5 0,3-2 4 0,1 0 3 0,3-1-1 16,3 0 1-16,2-1-2 0,0 0-3 0,3-1-2 0,2 1 0 15,1-1 0-15,1-1 4 0,3 0 1 0,4 0-1 0,2 0 1 0,3 0-4 16,0 0 2-16,2 0-4 0,4 1 1 0,0-1 2 0,3 2-9 15,2-1 0-15,2 0-1 0,2-1 2 0,1 0 6 0,3-2-1 0,2 1 3 16,0-1-4-16,1 0 0 0,0 0 0 0,0 0-3 0,0 0 7 0,1-1-2 16,1 1 1-16,-1 0 0 0,1-2 3 0,1 0 4 0,0 0 3 15,0-2 1-15,2 1-4 0,1-1-1 0,0 0 1 0,3 1 0 0,2 0-3 16,-1 0 0-16,2 0-5 0,0 0-3 0,0 0 2 0,0 1-3 0,0 0 3 16,-2 0 4-16,0 1 0 0,-2-1 3 0,1-1-2 0,-2 0-2 15,0 1-2-15,-1 0-2 0,-4 0-2 0,0 1 2 0,-3-1-2 0,-2 2 3 16,0 0 4-16,-4 1-5 0,0 0 1 0,-3 0-5 0,-2 1 0 0,-1 0-1 15,-1 1-1-15,-1 1 1 0,0-1-4 16,-5 1 3-16,1 0-4 0,-3 2-5 0,-2-2-5 0,-1 2-23 0,-1-2-22 0,-2 0-7 0,0 3-11 16,-2-1 11-16,-1 0 9 0,-2 1 8 0,0-2 12 0,-1-1 7 15,3 1 6-15,-1-1 0 0,2-1 0 0,1 1-1 0,6-1-6 0,2 1 4 16,3 1 2-16,1 1-3 0,1 0-4 0,3 2-8 0,3 2-13 16,3 2 3-16,2 1 6 0,4 3-18 0,3-1-39 0</inkml:trace>
  <inkml:trace contextRef="#ctx0" brushRef="#br0" timeOffset="77105.19">5950 6656 67 0,'-20'-32'11'0,"-3"-3"5"0,-4-6 6 0,3 6 1 0,5 6 0 0,4 1-2 15,0 1-1-15,1 0-2 0,1 1 1 0,2 2-3 0,2 0 1 0,1 2 2 16,0-1-2-16,-1-1 0 0,2 2-3 0,0-1-1 0,3 2-2 16,0-1 0-16,2 0 1 0,1 3-1 0,2-1 1 0,1 1-2 0,1 2 0 15,2-1 2-15,1 2 0 0,1 0 1 0,0 2-1 0,2-1-1 16,0 2-2-16,0 0 1 0,3 2-1 0,3 1-1 0,2-1 2 0,4 0 1 16,4 0 1-16,2 0 2 0,4 0 1 0,2 1-2 0,3-2 0 0,5 0-1 15,3-2-1-15,6 1 0 0,3 0-2 0,3-1-2 0,4 0-3 16,2 0 0-16,4 2 0 0,4 0 0 0,-1 1 1 0,5 0 0 0,1 1 0 15,3 3 0-15,2 1-4 0,3 1 3 0,2 1-2 0,1 0 0 0,2 3 1 16,0 2-6-16,0 1-3 0,-1 2 1 0,-1 2 1 0,1 1 1 16,-3 4 4-16,-1 2 0 0,-1 1 3 0,-3 2 1 0,0 0-2 0,0 3 1 15,-4 2-4-15,1-1 1 0,-2 2 0 0,-2 0 2 0,-1 1-4 16,-3 2-1-16,-4 1 1 0,-3 3-2 0,-4 1 3 0,-2 1-2 0,-5-1 2 16,-2 0-1-16,-4 0 1 0,-3 2 0 0,-3-1 1 0,-4 2 0 0,-4-1-1 15,-4 0 1-15,-6 1 3 0,-3 1 2 0,-3 0 3 0,-5 3 4 16,-3-2-1-16,-5 2 2 0,-2 0-1 0,-4 3 5 0,-4 0 2 0,-3 2 0 15,-5-2-2-15,-3 0 0 0,-6 2-3 0,-5-1 0 0,-4 2 0 0,-4-3-3 16,-4-1 1-16,-2 0 2 0,-3-3 3 0,-3 1 6 0,-2-2 3 16,-1-3-2-16,-3-2 7 0,0-4 2 0,0-1 2 0,-1-2 2 0,-1-1 0 15,1-2 4-15,0-4 2 0,1-3 2 0,0-2 4 0,0-3-4 16,1-2-2-16,1-2-2 0,1-2-10 0,0-1-1 0,2-3-6 0,1 0-2 16,2-2-6-16,2-1-1 0,4 0 0 0,1-1-5 0,4-1 0 0,1 0-5 15,3-1 1-15,3 1 2 0,3-2-5 0,2 0-4 0,3-1-8 16,1 0-6-16,3 0-7 0,4 3-18 0,0-2-20 0,3 0-39 0,3 0-70 15,0 0-60-15,4-1-17 0,2 0 21 0,1 0 40 0,3 0 57 0,3 4 52 16,1 3 30-16,4 3 24 0,0 0-8 0,2 1-45 16,3 1-16-16</inkml:trace>
  <inkml:trace contextRef="#ctx0" brushRef="#br0" timeOffset="77840.19">7746 7737 758 0,'-22'-28'13'0,"-2"-2"45"0,-6-4 3 0,7 6 5 0,4 8-4 15,4 1-10-15,2 0-6 0,3 2-10 0,1 1-20 0,2 0-7 16,2 2-9-16,1 2-12 0,2 1-3 0,1 2-7 0,2 0-7 0,2 1-2 15,1 0-4-15,3 1-3 0,1 0 2 0,3 1 0 0,3 1 3 0,4-1 3 16,2 1 1-16,0 0 2 0,2 1 1 0,3 0 2 0,2 1 1 16,5-1 1-16,2 0-2 0,4 1-2 0,3 0-5 0,0 0-4 0,3 1 1 15,2 0 4-15,2 0 5 0,2 0 4 0,0 1 5 0,1 1 4 16,0 0 4-16,1 1 4 0,-1 0 2 0,0 2 2 0,-1 0 4 0,0 2 1 16,-2 1 4-16,0 2 3 0,-3 1 1 0,-3 3 3 0,-1 0 3 0,-3 3 1 15,-3 1 5-15,-1 1 3 0,-2 0 2 0,-2 2 4 0,-3 2 0 0,-2-2-6 16,-4 2-4-16,-3 2-3 0,-4 0 0 0,-2 3 5 0,-4 1 5 15,-5 2 4-15,-3 1 6 0,-6 0 2 0,-3 1 3 0,-4 2-2 0,-2 1-2 16,-2 1-4-16,-4 1-5 0,-2 0-6 0,-3-1-6 0,-3 2-3 16,-4 0-4-16,-3 1-1 0,-1 0-9 0,-4-2 2 0,-1-3 1 0,0 0 3 15,0-4 12-15,1 0-5 0,1-1-2 0,1-3-3 0,0-1-6 0,4-3-1 16,0-1-4-16,2-1-1 0,5-3 2 0,-1 0-2 0,3-1 1 16,3-2-2-16,1-2-2 0,4-4 0 0,3 0 1 0,2-3-6 0,4-2 0 15,2 0-5-15,2-2-8 0,3-1-6 0,2 1-21 0,2-1-16 0,1-1-15 16,3-1-11-16,4-2-7 0,5-2-11 0,5-3-2 0,7-3 8 15,4-1 13-15,6 0 17 0,3 0 8 0,7-2 1 0,5-1 4 0,2-1-4 16,4 1-89-16</inkml:trace>
  <inkml:trace contextRef="#ctx0" brushRef="#br0" timeOffset="78805.19">12993 8506 764 0,'17'-22'84'0,"2"-1"36"0,6-1 6 0,-1 7-7 0,-1 4-20 16,3 2-21-16,2 2-6 0,4 1-12 0,2 0-19 0,6 1-13 15,1 1-7-15,4 2-9 0,3 0 0 0,3 3-2 0,1 0-7 0,1 3 2 16,2 1-2-16,0 1-3 0,2 1 0 0,2 1-2 0,-1-1 2 0,1 1 4 16,-1 1 0-16,1 0 0 0,2 0-2 0,-1 1 1 0,2 1 1 15,0 1-2-15,1 0 0 0,0 0-2 0,1 1 0 0,2 1-2 0,1 0 2 16,2 1 0-16,3-1 2 0,-1-1-2 0,3-2 5 0,0-2-4 0,-1 0-2 16,1-2 3-16,-2-1 0 0,0-1 7 0,1-1 7 0,-2-1 5 15,-1-1 8-15,-1-1 5 0,-2 0 5 0,-2-1 8 0,-1-1 2 0,0 0 1 16,-2-1-1-16,-1-1-8 0,0 1-4 0,-1-2-1 0,-2 1-1 15,0 0-1-15,-3-2-3 0,-2 0-1 0,0-1-2 0,-3 0-5 0,-1-2 2 16,-3 1-3-16,-1 0-4 0,-3-1 2 0,-3-1-5 0,0-2-1 0,-3 0-3 16,0 0 3-16,-5 0-2 0,-3 0 4 0,-2-2-1 0,-1 0-2 15,-3 0-4-15,-1-1 1 0,-2-1-1 0,-4 0-1 0,0 2 2 0,-2-3-1 16,-4 0 2-16,0 2 9 0,-2-3-6 0,-3 0 2 0,-1-1 0 16,-3-1-10-16,-1-1-2 0,-3 0-9 0,-3-3-2 0,-3-1-4 0,-4-2 2 15,-2-2-4-15,-4 0-3 0,-5-4-5 0,-3-1 0 0,-7-1 2 0,-3-3 4 16,-8 1-1-16,-5-2 0 0,-3 0 6 0,-5-2-4 0,-2-1 14 15,-4 0 1-15,-4 0 1 0,-3 1 1 0,-1-2-8 0,-4 3 5 0,-1 0 0 16,0-1 2-16,-4 0 4 0,0 1-6 0,-1 0 1 0,-2 3-1 0,-1 4-7 16,-2 1 8-16,-1 3-2 0,-1 2 1 0,-2 2 0 0,2 4-2 15,1 3 8-15,2 1 1 0,-1 5 0 0,3 1 0 0,-1 2-4 0,0 3-8 16,4 2-1-16,1 1 0 0,4 2-1 0,4 2 7 0,4 3 0 16,3 1-3-16,1 2 0 0,3 2-5 0,4 2 2 0,2 1-3 0,2 0 3 15,3 3-1-15,4 3 3 0,2 1 13 0,4 1-6 0,3 3 6 0,2 0 2 16,1 2-14-16,2 1 3 0,1 0-1 0,4 2-4 0,3 1 3 15,4 4 1-15,3-1-1 0,2 4-1 0,3-2 3 0,3 1-3 0,2 0 2 16,3 2 1-16,3-1-7 0,2 2 7 0,3-1-10 0,3 0-3 0,2 0 9 16,2-3-1-16,2 2 14 0,2-3 1 0,2 2-7 0,1-3 0 15,3 0-3-15,1 2 1 0,1-1 2 0,2 0 0 0,0-1 1 0,-1-2-4 16,2-2 3-16,-3 0-5 0,2 0 4 0,1-2 1 0,-2 0-3 0,1-1 3 16,-1 0-2-16,1-1 1 0,0-3-5 0,-2-1-2 0,2-1 1 15,-1-3 0-15,-2 1 8 0,2-1 0 0,-1 0 2 0,0-2 1 0,1 0-1 16,-2-1-3-16,1-1 0 0,-1-1 0 0,-2 0 0 0,1-2 3 0,-1 1 7 15,0-1-4-15,2-1-3 0,-2-1 1 0,1-1-6 0,-2 0-2 16,0 0 5-16,-1 0-2 0,-3-1-2 0,3 0 5 0,-2-1-5 0,0 2 1 16,-2-1 2-16,1 0-3 0,0 0 0 0,0 0 0 0,-1 0 0 15,-1 0 7-15,0 0-6 0,-1 0 1 0,0 0 1 0,-1-1-5 0,-1 0 2 16,1-1 2-16,-2 0-2 0,0 0 0 0,0 0 5 0,-2 0-5 0,0 0 1 16,-1-1-1-16,-1 1-1 0,1-1-1 0,-1 1 2 0,0 0 3 15,0-1-1-15,0 0 1 0,-1-1-1 0,0 1-2 0,0 0-3 0,0 0 6 16,-1 0 0-16,-1 0-2 0,1-1 1 0,-2 1-5 0,2-1 4 0,-1 0 1 15,0 0 0-15,-1 0 1 0,1 0 0 0,-1-1-1 0,-1 1 2 16,1 0 1-16,0 0-3 0,0 1 1 0,0-1 0 0,0 0-3 0,-1 0 0 16,1-1 3-16,-1 1-4 0,0 0 1 0,1 0-2 0,0 0-4 15,0-1 2-15,0 1-3 0,-1 0-3 0,1 0-6 0,0 1 0 0,0-1-2 16,-1 0-15-16,1 0-12 0,0 0-35 0,-1 0-38 0,1 1-50 0,0 1-59 16,0 0-42-16,1 2-58 0,-1 0-13 0,3 2 45 0,0 1 60 15,3 0-84-15</inkml:trace>
  <inkml:trace contextRef="#ctx0" brushRef="#br0" timeOffset="80072.19">5043 8876 405 0,'-7'-9'-61'0,"1"2"106"0,-1 0 5 0,3 6-40 0,2 2-5 15,1 1-8-15,2 2-3 0,0 2 2 0,3 2 0 0,0 1 3 0,2 2 0 16,1 1 1-16,1 2-1 0,1 0-2 0,0 0 2 0,1 2-2 16,1-1 3-16,-2 0-1 0,0-2 2 0,-1-3-1 0,-1 0 0 0,-1-2 0 15,0-1 2-15,-3-1-1 0,1-1 1 0,-2-1 2 0,0-2-2 0,-1 0 5 16,-1-1 4-16,0-1 3 0,0-1 4 0,1-1 4 0,-1-2 1 15,1-1 4-15,0-1 5 0,0-2 5 0,2-1 7 0,-1-1 5 0,1-2 2 16,1-2 5-16,1-2-3 0,1-1-3 0,1-1-2 0,2-1-5 0,1-3 0 16,2 1 3-16,1-1 0 0,3-2-2 0,4 0-4 0,-1-1-4 15,4 0-6-15,1 0-4 0,0-1 0 0,4 1-6 0,0 0-1 0,3 0 0 16,1 1-3-16,3 0 1 0,1 1-10 0,3-2-1 0,1 1-3 16,1 0-5-16,4 1 8 0,1 1-2 0,2 2-2 0,5-1-2 15,2 2 2-15,1 0-2 0,3-1 0 0,0 3-2 0,3 0-6 0,1 1 1 0,2 1-4 16,-1 4 0-16,1-2 4 0,1 3-1 0,0 1 2 0,-1 1 0 15,1 2 3-15,-2 1 6 0,1 2-6 0,-2 2 3 0,1 0-7 0,-2 1 2 16,0 1 5-16,0 1-8 0,-1 2 5 0,2 1-4 0,-1 2 3 0,-1 2 1 16,0 1 1-16,0 0 0 0,0 2 1 0,0 0 0 0,-3 2 2 15,1 1 0-15,-3 0-1 0,-2 1-4 0,-1 3 2 0,-4-1-3 0,-1 0 2 16,0 3 1-16,-3-1-2 0,-2 2 0 0,-3 3-1 0,-1 1 4 16,-1 1 3-16,-3 1-1 0,-1 0 1 0,-2 0-2 0,-3 0-3 0,0 2 2 15,-3 0-1-15,-1 3-2 0,-3-1 0 0,-2 1-4 0,-3 0-2 0,-2 0 8 16,-5-1 2-16,-1 3 3 0,-3-2 1 0,-3-1-6 0,-4 2 1 15,-2-1 1-15,-4 2 4 0,-3-1 1 0,-2 1-3 0,-4-2 6 0,-3-2 1 16,-2-4 2-16,-2 2 3 0,-4-3-2 0,0 0 5 0,-2 0 0 0,0-1 0 16,-3-1-1-16,0-2-3 0,-4-1-2 0,0 0 4 0,0-4 7 15,-3 2 7-15,-1-2 3 0,-1-3-6 0,-1 1-10 0,0-2-1 0,0-2-1 16,-2-1 0-16,0-1-5 0,1-2 5 0,-2-2-4 0,0 0 3 0,0-2 2 16,-1-2-3-16,-1 0 8 0,1-2-5 0,-1-1 2 0,-1-1 2 15,1-2-11-15,-2-1 5 0,2-1-1 0,1-2 2 0,-2-1 3 0,2-2-6 16,2 0 5-16,2-1-2 0,2 0-9 0,3-2 5 0,1 0-9 0,1 0 5 15,1 1 11-15,1-2 4 0,2 0 8 0,1 0 1 0,5-1-5 16,0 0 5-16,4 0-6 0,1 1 2 0,2-1-3 0,2 0-4 0,2 0-4 16,1 2-2-16,1-1-4 0,2 1 1 0,1 1-3 0,1 1-1 15,1 0 2-15,0 1-4 0,1 0-3 0,1 1-2 0,2 2-3 0,0 0-1 16,2 0-4-16,1 1 0 0,0 0-4 0,1 1-3 0,1 0 0 16,1 0-7-16,2 2-3 0,-1 0-6 0,2 1-6 0,2 0-3 0,-2 0-12 15,4 2-10-15,2-1-12 0,2 1-28 0,1 1-34 0,3-1-37 0,4 0-54 16,3 1-29-16,4 0 17 0,6-1 27 0,6-2 54 0,4-1-99 15</inkml:trace>
  <inkml:trace contextRef="#ctx0" brushRef="#br0" timeOffset="81038.92">10741 9372 111 0,'25'0'41'16,"5"0"1"-16,7 0 0 0,-2 2-4 0,-3 0-2 0,5 1 3 0,-1 0 7 15,1-1 4-15,1 1 3 0,-1 1 4 0,4-1-3 0,1 1-1 0,2 0-8 16,1 1-1-16,4 0-5 0,-1 0-2 0,2 0 5 0,2 1-4 0,2-1 3 15,3 1-4-15,1 0-4 0,3-1-4 0,0-1-10 0,1-1-5 16,-1 1-8-16,0 0-1 0,-1 1 2 0,-2 1 0 0,1-1 1 0,0-1 4 16,1 1-2-16,0-2 5 0,-1-2 0 0,-1 1-2 0,-1-1 1 0,1 0-6 15,-1 0 0-15,-1 0 1 0,0 0 0 0,-1 0 1 0,2-1-3 16,-2 0 1-16,0-1-3 0,-1 0 0 0,0 0 3 0,-1 0-1 0,0-1-3 16,-2 0-1-16,0 1-1 0,-2-1 0 0,0-2 2 0,-3 1 1 15,-1 0-1-15,0-1 0 0,-1 0 1 0,-2-1 0 0,-2-1 5 0,0 0-1 16,-2-1 3-16,-1-2 0 0,1 0-5 0,-3-3 2 0,1 0 0 0,-3-1-4 15,-1 0 6-15,-1 1 1 0,-2-2 2 0,-3-1 1 0,0-1-1 16,-3 0-3-16,-1-1 2 0,-1-1 5 0,-2 0-1 0,0 1 4 0,-2-2 0 16,-4-2 2-16,0 1 2 0,-3-3-2 0,-1 0 0 0,-2 0 1 0,-1-1-1 15,-2 1-1-15,-3-1-3 0,0-1-2 0,-3 1-3 0,-1-3-5 16,-3 1-4-16,-2-2-9 0,-3 0-2 0,-4-1 4 0,-3 1-4 0,-3-2-1 16,-4 0-2-16,0 0-15 0,-4 0 4 0,-5 0-1 0,-4-1-3 15,-6 2 1-15,-5-1 4 0,-4 0-1 0,-6-2 6 0,-3 2 8 0,-4-1-2 16,-4 3 5-16,-3 0-1 0,-2 1 2 0,-5 0 1 0,-3 3-1 15,-2-1 1-15,-2 3 1 0,-1 3 3 0,1-1 2 0,1 3 5 0,2 3 8 16,3 2 7-16,1 2 3 0,4 3 5 0,3 3-5 0,3 3 0 0,3 3-4 16,5 4 0-16,3 2-12 0,1 4-5 0,4 3-5 0,1 6-4 0,0 6 0 15,0 4-2-15,3 4-2 0,1 3-6 0,3 4-5 0,2 4-4 16,0 3-9-16,3 1-7 0,1 3-18 0,0 1-24 0,4 2-25 0,1 3-53 16,3 1-67-16,1 3-39 0,3 2-6 0,1 3-26 0,2 2 83 0</inkml:trace>
  <inkml:trace contextRef="#ctx0" brushRef="#br0" timeOffset="86956">8121 10478 812 0,'-2'4'145'0,"0"1"-71"16,0 2-57-16,3 1-24 0,1-1-2 0,2 0-1 0,1 0 3 16,1 0-1-16,2-3-2 0,0 1 1 0,2-2-4 0,1 1 0 0,1-1 1 15,0 0-1-15,0 0 1 0,2-1 4 0,2 1 2 0,0 0 3 16,0-1 6-16,-1 0 3 0,0 0-1 0,0-1 10 0,0 1 1 0,1 0 3 15,0-1 6-15,3 1 0 0,-2 0 3 0,3 0-2 0,0 0 1 0,0-1-2 16,2 0-1-16,1 0-2 0,0-1 2 0,2 0-6 0,0 0 1 16,4-2-3-16,0-1-1 0,3-1 0 0,-1-2-1 0,2 0 1 0,-1 0 0 15,1-2-2-15,0-1 3 0,1-1 0 0,-1 1 1 0,1-2 1 0,-2-1-2 16,2-1 3-16,-1-1-2 0,-1 0 0 0,2-1 1 0,-3-1-4 16,-1 0 1-16,0 0 3 0,-1 0-3 0,-1 0-1 0,1 1-1 0,-1 0-3 15,-2-1 5-15,0 1-5 0,-3 0 3 0,1 2-4 0,-2-2-4 16,-3 1 7-16,2 0-1 0,-1 1 1 0,-2 0 0 0,0 0-2 0,-1 0 2 15,-4 0-10-15,0 1 1 0,-1-1 3 0,-1 0 4 0,-1 2 10 0,0-1 3 16,-3 2-1-16,1-2-7 0,-2-1-2 0,0 0 1 0,-1 0-2 16,-1 1 4-16,-1 0-1 0,-2-1 1 0,0-1 2 0,-2 2-5 0,0-2 0 15,-1 0 2-15,-1 0-2 0,0-1 3 0,-2 2 1 0,1-1-3 0,-2-1 0 16,0 0 0-16,0 1 2 0,-3-1-3 0,1 0-1 0,-1-1 1 16,0 2-4-16,-1-2 1 0,0 1-3 0,-2 1-3 0,-3 1-2 0,-2 0-1 15,-2-1-2-15,-1 1 2 0,-1 0 2 0,-1 2-7 0,-1-1 2 16,-3-1-3-16,-2 1-4 0,-3 0 3 0,0 2 1 0,-3-1 0 0,-1 0 2 15,-1 3-2-15,1 0 3 0,-1 1-1 0,-3 1-1 0,-1 0 4 0,0 4-1 16,-1-1-2-16,0 2 1 0,1 1 5 0,-2 1 0 0,2 3-3 16,0 0 4-16,-1 3-6 0,1 2 3 0,0 1 3 0,-1 3-1 0,2 2 3 15,1 1-8-15,-1 3 5 0,0 0-1 0,0 2 1 0,3 1 2 0,3 2-8 16,2 1 3-16,4 1 0 0,1-1-4 0,4 2 3 0,4-3-4 16,3 2-2-16,2-1-4 0,3-1 1 0,1 2-6 0,3-2-5 0,2 3 0 15,1 0-18-15,2-1-13 0,0 1-24 0,2-3-30 0,2 1-32 16,0-1-68-16,1-3-46 0,2 1-24 0,2-2-5 0,0-1 9 0,1-1-4 15</inkml:trace>
  <inkml:trace contextRef="#ctx0" brushRef="#br0" timeOffset="119590.76">13142 9856 697 0,'-1'3'277'0,"1"3"-175"0,0 4-33 0,2 3-29 15,2 1-26-15,2 2-11 0,1 2-6 0,1 2-5 0,0 3-2 0,0 0-1 16,0 3 0-16,-1-1-4 0,-2 4-1 0,0 0 2 0,-1 1-2 16,1 1 3-16,-1 0 1 0,1 0 1 0,0 0-2 0,-1-2 4 0,0 1 0 15,0-3 4-15,0 2 5 0,-1-2 1 0,1-3 2 0,0 0 2 0,0-2-2 16,-1-1 3-16,1-2 0 0,-1-1 0 0,1 0 0 0,0 0 0 15,0-2-2-15,1-2 4 0,0 0 0 0,-1-2-2 0,1 0 4 0,1-1-3 16,-1-2 3-16,1 1 0 0,-1 0-2 0,0-1 1 0,0-1 2 0,1 0 1 16,0-1 0-16,0-2 2 0,1 1 2 0,1 0 3 0,0 1 6 15,0 0 1-15,1 0 3 0,1-2-1 0,1 1 1 0,1-2-9 0,2 1-4 16,1-1-1-16,1-1-4 0,2-1-1 0,0-1-2 0,-1 1-4 16,1-1-1-16,1 0-1 0,-1 0-2 0,2-1 4 0,0 0-2 0,1 0 2 15,0 1-2-15,1 0-2 0,-2 1 0 0,2-1 0 0,0 1 4 0,-1 1-2 16,3 0 2-16,-2 0 2 0,2 1-3 0,1-2 7 0,-1 0-4 15,3 1 1-15,-1-1 2 0,2 1-2 0,-1 1-2 0,1-1-2 0,1 0 1 16,0 1 0-16,2-1 4 0,-1 0-2 0,1 1-1 0,-2-1 5 0,1 0 2 16,-1 0 2-16,1 0-1 0,0 0 0 0,1 0-3 0,-2-1 7 15,1-1-1-15,-1 1 5 0,0-1-1 0,-1 1 6 0,1 1-2 0,-1-1 2 16,1-1 5-16,-1 1 2 0,-1-1-2 0,0 0 2 0,1 0-2 16,1-1-2-16,-1 1 2 0,0-1-7 0,-3 1-2 0,0-1 0 0,-1 0-2 15,1-1 3-15,0 0-5 0,-1-1 1 0,2 0-3 0,-4-1 0 0,3-1 0 16,-2-1 3-16,0-1-1 0,0-1-2 0,-1 0 2 0,0 0-4 15,-1-2 1-15,0 0-2 0,-1-2-2 0,1-1-2 0,-1-2 4 0,-1 1-4 16,0-3 2-16,-1 1 9 0,-1-2-3 0,1 1 9 0,-1-2-3 0,-1-3-9 16,0 2 6-16,0-2-9 0,-2 0 1 0,-1 0 1 0,-2-2-4 15,0 0 4-15,-1 1-3 0,-1-2-4 0,-1 0 8 0,-1-3-4 0,-2-1-1 16,0 0-1-16,-1-1-5 0,-2 0 2 0,0 0-3 0,-1-1-2 16,-2-1 0-16,-2 1-3 0,0-1-5 0,-1 1-4 0,-1 0 3 0,-3-1-1 15,-1 0 2-15,-2 1 4 0,-2-1-7 0,-1 2-4 0,-1 0 3 0,-4 1-2 16,-1 0 1-16,-1 2 4 0,-1-1 1 0,-1-2 2 0,1 0 3 15,-2 1 1-15,-1 0-1 0,-2 1 5 0,-1 1-7 0,0 0 0 0,-1 1 1 16,0-1-2-16,-3 2-2 0,0-1-7 0,-1 0-2 0,-1 3 1 0,-1 0 3 16,-1 0 7-16,0 2-4 0,-2-1 0 0,-2 2-2 0,0 4-5 15,-4 0 4-15,1 2 1 0,-1 1-6 0,-2 3 1 0,-1 3 4 0,1 2 0 16,-1 2 10-16,1 3 1 0,-1 1 7 0,2 3 5 0,2 1 6 16,1 4 5-16,-2 3-3 0,3 2 0 0,0 2-7 0,0 5-4 0,2 2-1 15,1 1-7-15,-1 4 1 0,1 1-5 0,2 3-1 0,1 0 3 0,3 3-13 16,0-2-8-16,4 2-20 0,1-1-38 0,4 2-77 0,3 0-99 15,1 0-122-15,3-1-101 0,1-1-196 0</inkml:trace>
  <inkml:trace contextRef="#ctx0" brushRef="#br0" timeOffset="148725.82">18282 7629 1008 0,'-34'-33'64'0,"1"-7"-53"0,-6-8-13 0,9 4-1 0,9 4 0 0,2 3 0 16,3 2 1-16,2-4-3 0,2 1 1 0,2-2-2 0,2-2 2 16,2 0-1-16,1-2-2 0,3-3 0 0,1 0 4 0,3 0 6 0,2-2 5 15,3-1 8-15,2-3-4 0,2 1 7 0,1-2 1 0,2-1 8 0,4-1 8 16,1-2 1-16,2 1 2 0,2 0-8 0,4-3 0 0,1 0 1 15,5-2-3-15,2-2 0 0,5-2-3 0,4-3-8 0,4 0 2 0,3-1-2 16,3-1-5-16,3 1 13 0,2-3-2 0,3 1-7 0,5 0 3 16,3-1-10-16,2 1-1 0,4-1-2 0,2-1 7 0,4 2 1 0,4 0 1 15,0 0-1-15,3 2-7 0,2 0-3 0,5 0 0 0,1 0 4 0,3 0 2 16,4-1 0-16,1 2-4 0,2 0 0 0,4-1-1 0,1 3 0 16,4 0-1-16,2 1-2 0,2 1-1 0,2 0 3 0,1 0 1 0,1 3 4 15,0 2 3-15,2 0-2 0,-1 2 2 0,2 2-9 0,1 3-6 0,0 3 6 16,3 1 0-16,4 0 2 0,2 2 2 0,1 1-6 0,2 3 7 15,0 3-1-15,1 2 0 0,0 2-3 0,1 4 0 0,0 2 0 0,3 3 0 16,1 1 1-16,0 4-2 0,2 1 0 0,-4 2 3 0,1 4-2 0,1 1 1 16,-3 3-1-16,0 3 2 0,1 2-2 0,-3 2-2 0,1 3-3 15,0 2-3-15,-1 3 5 0,-2 2-2 0,0 1 1 0,-3 4 5 0,-2 3-2 16,3 1 0-16,-2 3 2 0,1 1-2 0,0 0-3 0,-1 3-2 16,0 2-5-16,-1 1-2 0,-3 3 5 0,1 0 3 0,-4 4 1 0,0 0 4 15,0 3-3-15,-3 1 7 0,2 1-4 0,-3 2-1 0,0 0-1 0,-1 2-3 16,-1 0 6-16,-2 1 1 0,-2 4 2 0,-1 0 0 0,-3 3-12 15,-1 2 2-15,-2 1 8 0,-2 1 2 0,-5 2 4 0,-1 5-2 0,-3 0-11 16,-6 1 2-16,0 3 9 0,-3-1 2 0,-3 4-6 0,-3 4 1 16,-2 1-9-16,-5 1-3 0,-2 3 7 0,-4-1-6 0,-2 3 7 0,-2 2 3 15,-3-1-13-15,-3 2 6 0,-4 3-4 0,-5-1 1 0,-2 4 6 0,-2-2-3 16,-4 0-1-16,-1 3-4 0,-4-1 1 0,-1 4 0 0,-2-1 4 16,-1 2 0-16,-3-1 10 0,-1 1 0 0,-5-1-9 0,-1 1-5 0,-2 1-2 15,-1 2 1-15,0 0 6 0,-3 3 8 0,1-1-7 0,-1 3-3 0,-2 2-2 16,-1-1-4-16,0 4 3 0,-2 1 2 0,0-1 4 0,-1 1-11 15,-1 0 4-15,0 0-1 0,-2 1-3 0,1 0 11 0,0 1-4 0,-1 2-7 16,0-1 4-16,-3 0-3 0,1 2-3 0,-2 0 11 0,1 2-11 16,-2 1 5-16,-1 0-1 0,-1 2 0 0,-1-3 7 0,-3 0-7 0,0-2 6 15,-1 1-2-15,-2 1 2 0,-1 1 2 0,-1 1-2 0,-2-1-8 0,-1 2 5 16,0-1 3-16,-2 0-1 0,-1 0 7 0,-2 0-3 0,0-1-6 16,-2 0 4-16,1 1-1 0,1 0 1 0,-1-1 0 0,-1-1-8 0,1 4 8 15,-3-2-5-15,0 3 4 0,-1-1 2 0,-1 0-9 0,-2 0 3 0,-1 0-3 16,-1 2-1-16,-2 0 0 0,-1-1-5 0,-3 1 1 0,2 0-7 15,-2-1 1-15,0 2-4 0,-1-2 1 0,-2 1 3 0,-1 0 11 0,-1-1 5 16,-2 1 4-16,2-1 3 0,-3-2-6 0,-1-2 4 0,1-2 4 16,-2-2-2-16,2 1-1 0,-3-2-3 0,0-2-1 0,-2-1 1 0,-1 0 2 15,-3-3 5-15,0-1-1 0,-1 0 1 0,-2-4 5 0,-1-1-1 0,-2-2-5 16,0-2 5-16,-2 0-3 0,-1 0 3 0,0-3-3 0,-3-1-8 16,-2-2 2-16,-2-1 0 0,-3-1 4 0,-3 0 8 0,-3 0-10 0,-1-2 0 15,-2-2 3-15,-1-2-2 0,-2-4 6 0,-1-2 0 0,-2-3 3 0,-3-3 4 16,-3 1-1-16,0-3 8 0,-3 0-6 0,-2-4-5 0,-3-1 3 15,-2-2-11-15,47-29 9 0,-14 5-2 0,-1 0-7 0,-13 6 1 0,-2-2-5 16,-12 4 3-16,-2-2 2 0,-12 5 2 0,1-2-3 0,-1-3-5 0,1-2 2 16,2-5 1-16,0 0-2 0,0-2-1 0,3-4 8 0,-1-1-9 15,1-2 4-15,1-3 2 0,-2-1 0 0,0-1 10 0,0-4-4 0,0-1 26 16,-1-1-3-16,-1-1-2 0,0-2 2 0,-2-2-22 0,1-1 8 16,-1-1-4-16,-2-1-5 0,-2-1-7 0,-3-2-10 0,-2-2 2 0,-4-2 0 15,-1-1 0-15,-1-1-21 0,-3-1 1 0,-2-4 2 0,1 0-4 0,0-2 17 16,3-2-2-16,0-2-4 0,2-1 2 0,2-4-1 0,2-2-3 15,2 0 0-15,1-4-2 0,1-1-7 0,0-3-2 0,1-3-3 0,0-2-4 16,0-1-7-16,0-4 1 0,1-2-1 0,0-2 7 0,-93-43 1 0,26 5 2 16,28 10 0-16,26 10 5 0,14 3 15 0,0-2 7 0,1-1-2 15,0-1 7-15,-2-2-8 0,2-1-6 0,-1 0 1 0,0-5-10 0,-2-2 8 16,2-2-3-16,-2-2 5 0,1-2 5 0,-3-2-4 0,2-1 7 16,2-1 1-16,2-1 0 0,4 1 13 0,2-3 3 0,5-1 10 0,-1-1 4 15,4-1 4-15,2-2-4 0,2 1 0 0,4-5-3 0,0-1-15 0,4-5 1 16,-1-1-6-16,0-6-8 0,-1-7-11 0,1-7-12 0,-1-7-4 15,2-5-11-15,4-1 8 0,3 0 7 0,2 0 8 0,2 0 14 0,3 1 1 16,2 2 14-16,2 1-2 0,4-1 2 0,2 2 3 0,2-4-40 0,1-5-12 16,2-3-16-16,3-5-11 0,3-6 18 0,5 0 13 0,4 0 15 15,3-1-6-15,4-4 7 0,5-3 5 0,2-2-12 0,5-2 19 0,3 1 4 16,5 0 1-16,2-2 14 0,3 3 0 0,4 0 1 0,3 0 2 16,4 0-5-16,3-1 2 0,3 1 5 0,4 0 2 0,3 5 11 0,5 1 13 15,4 3 5-15,1 2 3 0,2 5 3 0,3 2-8 0,2 5-8 0,5 5 0 16,1 5-16-16,3 4-7 0,3 7-4 0,3 5-21 0,2 4 5 15,3 5-11-15,3 6-14 0,1 4-31 0,2 3-54 0,3 4-59 0,0 3-79 16,5 4-51-16,3 4-3 0,1 5-119 0</inkml:trace>
  <inkml:trace contextRef="#ctx0" brushRef="#br0" timeOffset="152875.92">20307 7109 640 0,'2'-21'15'16,"5"-2"-18"-16,3-4 0 0,7 3 1 0,4 2 1 0,3 1 3 16,-1-1-6-16,-1 4-9 0,-3 4-5 0,-1 3-3 0,3 3 7 0,3 2 6 15,2 1 2-15,4 0-16 0,-1 0-20 0,3 1-9 0,-2 1-5 0,2 1 9 16,-2 1 12-16,0 0 6 0,-2 1 5 0,2 0 5 0,0 1 6 16,0 1 5-16,0-1 3 0,0 1 3 0,2 0 0 0,2 1 2 0,0 0 1 15,3 1-1-15,-1 1 1 0,1 1-1 0,2 0 0 0,0 2-1 0,2 0 1 16,1 1 0-16,1-1-2 0,2 0 1 0,2-2-1 0,3-1 1 15,2-3-1-15,5-1 0 0,1-1 1 0,4-2-1 0,3 0 1 0,-1 1 1 16,1-2-2-16,0 2 2 0,1-1-4 0,-1 1-2 0,0 0-2 16,-1 1-10-16,-2 1-4 0,0 0-10 0,-4 2-26 0</inkml:trace>
  <inkml:trace contextRef="#ctx0" brushRef="#br0" timeOffset="153275.91">29984 6615 88 0,'-3'2'6'15,"0"2"-5"-15,0 1 0 0,2 1-1 0,1 2 1 0,-1 1 1 0,1 1 0 16,-2 2-2-16,0 0 0 0,1 1-1 0,-4 2 2 0,-1 0-1 0,-3 2 1 16,-4 0 0-16,-3 2-1 0,-3 1 0 0,-6 0 0 0,-4 3-1 15,-6 0 2-15,-4 1-3 0,-6 2 0 0,-7 0 1 0,-5 3-1 0,-8 0-2 16,-4 3-3-16,-8-1-7 0,-7 2-6 0,-5-1-19 0</inkml:trace>
  <inkml:trace contextRef="#ctx0" brushRef="#br0" timeOffset="154675.92">29519 14480 937 0,'-25'5'441'0,"-1"-2"-369"0,-8 0-29 0,7-4-36 0,3-4-7 0,3-2 11 16,-1 0 0-16,3-2 9 0,2 1-3 0,2-1-6 0,3 1 0 0,1-1-10 15,3-1-13-15,0 0-3 0,3-1-9 0,2 1 7 0,0 1 4 16,2-2 0-16,1-2 6 0,2 0 1 0,0 0 6 0,2 0 2 0,2-3 1 16,1-1-1-16,1-2-3 0,2-1-1 0,1 0 0 0,4-2 0 0,0 1 3 15,3-2-6-15,2-1 1 0,0-1 2 0,3 0-2 0,1 0 2 16,0 0 0-16,2 1-5 0,-1-2 1 0,2 3-1 0,1 0 2 0,2 1 4 15,0 1 3-15,1-1 4 0,-1 1 4 0,2 0 0 0,-1 2-4 0,3 0 5 16,-2 1-1-16,2 2-1 0,-2-1 5 0,0 1-6 0,2 0 3 16,0 1 0-16,1-1 2 0,1-1-1 0,0 1-2 0,1-2 0 0,1 1 0 15,-2 1-4-15,4 2 1 0,-1-1-4 0,1 0-2 0,1 1 2 16,0 1-3-16,1 0 3 0,0 1-1 0,1 1-6 0,0-1 4 0,-1 2-4 16,3 1 5-16,-2 0 6 0,1 1-9 0,1 1 4 0,0 0-4 0,0 0-1 15,1 2 1-15,-2 0-1 0,3 0 1 0,-1 3-3 0,-1-1 7 16,1 0 0-16,0 2-6 0,-2-1 2 0,1 2-8 0,1 0 14 0,0 1 6 15,-2 1-3-15,0 0 3 0,1 2-12 0,0 0 0 0,0 1 4 0,1 2-4 16,0 2 1-16,0 0-1 0,-3 2-5 0,-1 2 6 0,1 0-3 16,-3 2-3-16,1 2 1 0,0 1 19 0,-21-10-3 0,5 5 3 0,-1 0 2 15,6 4-25-15,-1 0 2 0,4 5-2 0,-1 1 3 0,6 3-1 0,-1 2 3 16,0 1 0-16,-2 2-1 0,-1-1 1 0,0 2-2 0,-2-2-2 16,0 2-2-16,-2-1-2 0,0 0 0 0,-3 0-1 0,1-1 3 0,-1 0 55 15,-3 1-2-15,1-1 3 0,-2 1 2 0,0-1-61 0,-13-14-2 16,2 2 0-16,-2 0-9 0,2 3 0 0,-1 1-1 0,1 2-2 0,0 2 2 15,0 1 1-15,-2 3 2 0,1 2 1 0,-1 3-2 0,0 1 3 0,-1 4 1 16,0 2 8-16,-3 1 8 0,0 4 4 0,-1 3 0 0,-1 0 5 16,-3 1 3-16,-2 2 12 0,-2 0 13 0,-1 1 8 0,-11 53 6 0,-3-6-3 15,-4-7-2-15,-3-5-1 0,-3-9-55 0,0-9-3 0,-1-9-3 16,0-7-10-16,0-4 41 0,-2-3-5 0,-2 0-1 0,-2-2 0 0,-3 0 5 16,-2-2 1-16,-4-1-2 0,-2 0 7 0,-1-2 5 0,-4-1 11 0,-9 5 0 15,-44 28-25-15,9-12-3 0,12-12-9 0,18-15 8 0,0-2 27 16,-4 0 10-16,-3-2 3 0,-1-1 0 0,-3-3 0 0,2 0-12 0,-4-4 5 15,0-2-3-15,0-2 2 0,-2-3 5 0,-1-3-4 0,-2-3-4 0,1-2-3 16,0-3-3-16,1-3-8 0,-1-2-2 0,0-3-5 0,2-4 1 16,-2-1-8-16,0-5-5 0,3-3-2 0,0-2 1 0,1-2-4 0,1-4-12 15,2-3-5-15,-1-5-1 0,2-4-5 0,0-5 2 0,0-5-4 0,3-5-23 16,-1-5-2-16,2-6-20 0,3-6-24 0,1-6-37 0,2-5-58 16,2-9-65-16,3-5-32 0,3-8 0 0,4-5 46 0,3-5-86 0</inkml:trace>
  <inkml:trace contextRef="#ctx0" brushRef="#br0" timeOffset="104462.22">14806 9709 1673 0,'-13'-4'200'0,"2"2"-170"16,-4 0-49-16,5 3-8 0,4 1-2 0,3 0 1 0,1-2 4 0,2 1-1 15,1-1 1-15,-1 0 8 0,0 1 5 0,0-2 3 0,-1-1 5 16,1 0-11-16,-1-3-9 0,0 1-5 0,1-2-5 0,-1-1 3 0,0 0 8 15,0-3 8-15,0-1 7 0,0-2 7 0,-2 0 2 0,0 0 3 0,0 0 7 16,-2-1 6-16,0 0 3 0,-3-1 2 0,-1 1-5 0,-3-1-1 16,-1 0-1-16,0 2 6 0,-2 2 6 0,-1-1-3 0,0 1-2 0,-3-1-6 15,-2 1-1-15,-3 1 5 0,-2 2 3 0,-2 0 3 0,-1 1 1 16,-3 1 1-16,-1 1 2 0,-2 3-3 0,0 0-7 0,0 1 1 0,-3 1-5 16,1 1-1-16,-1 1-2 0,0 2-8 0,-1-1 1 0,-2 2-7 0,1 0-2 15,-1 1 1-15,-1 1-5 0,2 0-1 0,-1 1 0 0,-3 1-3 16,2 1 6-16,-2 1 1 0,-1 0-7 0,2-1 5 0,0 1-5 0,0 1 4 15,1 4 9-15,0-1 0 0,1 0 1 0,0 2-3 0,3 0 1 0,1 3-2 16,1-1 0-16,3 3 1 0,1-1-1 0,2 2-1 0,2 1 2 16,2 2 1-16,1 3 0 0,1 1-3 0,3 2 2 0,0-1 1 0,2 1-1 15,5-1 2-15,0 2-2 0,3 0 4 0,2 2 0 0,2-1-5 0,3-1 0 16,3 0 7-16,4 0-1 0,2 0 8 0,3-1 6 0,4 2-8 16,2-3-1-16,1 1-1 0,5-1 3 0,1 3-6 0,2-1 0 0,1 1 4 15,2-1-7-15,-1-1 0 0,2-2 1 0,0 2-5 0,3-1 0 16,-1 1 4-16,2 1-4 0,-1-3-6 0,1 1 6 0,2-2-4 0,0 1 8 15,1 0 3-15,1-2-7 0,-1 1 0 0,1-3-4 0,2-1 7 16,0-2-3-16,3 0 0 0,-1-2-1 0,1-1-5 0,1 0 7 0,0-1 1 16,1-4 3-16,0-1 4 0,1-2 4 0,1-3 9 0,1-1 6 0,2-2 8 15,-1-1-3-15,0-2 5 0,0 0-3 0,2-1-3 0,-1-2 2 0,1-1-6 16,-1-2 1-16,0 0-5 0,1-2 1 0,-2 0-10 0,0-3 0 16,-1 0 0-16,1-1-9 0,-1-2 7 0,-2-1-8 0,0-2 4 0,-2-3-1 15,-1 0-3-15,1-1 5 0,-2-2 4 0,-1-1-4 0,-1-2 3 16,-1-1-6-16,-1-3-4 0,-3-1 8 0,1-3-1 0,-1-1-7 0,0 0 9 15,0-2-6-15,-3 0 2 0,0-2 7 0,-3 0-13 0,-3-2 6 0,0 1-3 16,-2 0 8-16,-1-3 1 0,-2-1-5 0,0 0 8 0,-4-3-9 16,1 2-1-16,-3-1 0 0,-1-3-1 0,-2 1-2 0,-4-1 1 0,-2-1-3 15,-3-1-1-15,-4 2 8 0,-3 1-6 0,-5 0 0 0,-5 0 1 16,-4 0-8-16,-4 1-4 0,-5 3-9 0,-4 2-6 0,-5 3-9 0,-6 2 6 16,-5 2-1-16,-3 3-7 0,-5 3 5 0,-1 2 6 0,-4 5-6 0,-4 4 2 15,-1 5-4-15,-2 3-11 0,-1 4-7 0,-1 6-2 0,-3 4-6 0,-2 6-10 16,-1 3-11-16,0 6-33 0,-2 6-69 0,-1 2-90 0,1 5-115 15,-3 2-107-15,0 4-140 0</inkml:trace>
  <inkml:trace contextRef="#ctx0" brushRef="#br0" timeOffset="-200860.67">21229 6156 372 0,'-17'-25'61'0,"-1"0"-59"0,0-6-40 0,3 8-48 16,4 2-117-16</inkml:trace>
  <inkml:trace contextRef="#ctx0" brushRef="#br0" timeOffset="-200344.67">21020 5841 96 0,'-8'-6'100'0,"0"1"-21"16,-3-2-25-16,2 3-9 0,1 2-4 0,0 2 1 0,0 2-4 0,0 0-3 15,2 2-4-15,-2 0-6 0,1 1-7 0,1 1-4 0,0 0-3 16,1 1-5-16,0 1 2 0,2-1-1 0,-1 1-4 0,2 0 3 0,1 0-3 15,1-2 1-15,0 1 2 0,1-1 0 0,0-2 3 0,1-1 7 0,0-1 11 16,1-2 16-16,-1-1 10 0,1-1 10 0,0-1-3 0,2-2-4 16,0-1-5-16,2-2-10 0,0 0 0 0,1-2-3 0,3 0 0 0,1-2-1 15,2 0 2-15,1 0 3 0,1-3 2 0,3 0 1 0,3-1 3 0,1 1-10 16,3-1-7-16,0 0-3 0,3-2-4 0,2 2 7 0,2-1 10 16,2 0 0-16,4 1 0 0,2 2 3 0,2-2-6 0,5 0-4 0,1 0-3 15,4 3-8-15,2 0-7 0,3 0-2 0,2 2-1 0,1 1-5 16,1 3 2-16,1 0-5 0,3 3-3 0,-2 2 2 0,2 2-1 0,-2 2-3 15,-2 1 2-15,0 3 0 0,-2 0-4 0,-3 4 2 0,-2 1-1 0,-3 3-2 16,-2 2 3-16,-2 1-1 0,-1 3-1 0,-3 3-5 0,0 1 3 16,-1 4 8-16,-3 0-1 0,-1 5 6 0,0 1-2 0,-3 2-6 0,-1 2 3 15,-1 3-2-15,-5 4 2 0,-1 1-4 0,-1 2-2 0,-4 2 1 16,-1-1 1-16,-3 2-1 0,-3 0-6 0,-2 0 7 0,-2 0-6 0,-2 0 5 16,-4-1 8-16,-2 1-6 0,-3 0 2 0,-4 0 7 0,-1 2-1 0,-6 0 3 15,-4 0 3-15,-4 0-4 0,-6 1-6 0,-7 1 6 0,-3-1-1 16,-7 0-3-16,-3 0 10 0,-4-1-8 0,-3 2-6 0,-3-2 4 0,-2 1-4 15,-5-3-2-15,-2-3 7 0,-2 0-4 0,-4-1-7 0,-2 0 0 16,-4-3 0-16,-3-3 3 0,-1 0 8 0,-1-4-3 0,1-4 0 0,3-2 2 16,1-5-1-16,3-2 8 0,4-3 2 0,3-4 2 0,4-3 6 0,3-2-8 15,3-5 3-15,3-2-2 0,2-4-8 0,1-3 7 0,4-3-1 0,2-3 3 16,2-2 13-16,2-4-2 0,3-1 5 0,1-4 4 0,5-1 3 16,-1-2-2-16,2-5-9 0,2-1-2 0,3-4-12 0,2-3-12 0,2-2-2 15,4-1-2-15,2-1 3 0,4-3 8 0,2 0-3 0,3-1 2 16,2-1-2-16,3 0 2 0,2-2 1 0,1-1-6 0,4-1 3 0,1 2-6 15,2 0 4-15,3 1-15 0,0-1-4 0,3 1 13 0,3 1-7 0,1 1 14 16,3 1 1-16,2 1-11 0,0 2-1 0,2 2-2 0,-1 2-4 16,3-2-11-16,0 2-8 0,2 0-19 0,1 2-38 0,1 2-35 0,0 1-48 15,2 0-53-15,0 1-62 0,2 0-98 0,2 0-92 0,1 1-163 0</inkml:trace>
  <inkml:trace contextRef="#ctx0" brushRef="#br0" timeOffset="-199308.67">24589 6317 1744 0,'-1'-50'-41'0,"2"1"46"0,1-6-4 0,3 19-12 15,2 12-14-15,1 8-5 0,1 4-8 0,3 5-2 0,2 4-2 16,3 4-8-16,0 4-18 0,2 4-31 0,1 4-21 0,-2 4-8 0,0 4 5 16,-2 2 24-16,-2 3 20 0,-2 0 13 0,-3 2 17 0,-3-1 8 0,-3 2 13 15,-6 0 8-15,-2 2 6 0,-5 0 10 0,-2 1 2 0,-2 0 4 16,-3-1 0-16,-2-2-1 0,-1 0 0 0,-1-1 1 0,-2 0-1 0,1-2 3 15,-2-3-1-15,0 0 2 0,-2-3 4 0,0-3 1 0,3-2 3 0,0-2 2 16,3-1 3-16,0-4 8 0,2-1 11 0,2-2 11 0,3-2 9 16,0-3 10-16,1-1 4 0,1-3 1 0,1-1-2 0,0-1-8 0,-1-2-2 15,0-3-4-15,1-2-5 0,1-1 0 0,2-1-4 0,0-2-7 16,2-2-3-16,-1-3-5 0,2 1-6 0,0-3 0 0,1 1-1 0,1-1-6 16,2-1-3-16,1 1-3 0,1-2-5 0,3 1-3 0,0-2-2 0,3-1-4 15,1 1-2-15,3-1 8 0,3-1 0 0,3-1 2 0,2 1 2 16,3-2-7-16,2 0-2 0,3-1 3 0,4 1-2 0,2-1 2 0,5 1 3 15,4-1-5-15,0-1 0 0,2 1 1 0,4-1-4 0,2 4 2 0,2-1-1 16,1 1 1-16,2 2 3 0,-1 0-2 0,2 2 5 0,1 1 1 16,0 4-1-16,1 0 5 0,1 1-5 0,2 4 2 0,0 2-3 0,0 1-1 15,1 4-1-15,-1 2-5 0,-1 4 10 0,-1 2-5 0,0 2-2 16,-2 2 4-16,-3 2-10 0,0 2 4 0,-1 2 2 0,0 1-3 0,-2 3-6 16,-2 1 4-16,-1 3-1 0,-3-1-2 0,2 4 8 0,-3 1-1 0,-2 1-1 15,-2 4 2-15,-2-1-2 0,-2 4-3 0,-4 0 0 0,-2 4 3 16,-2 3-2-16,-3 2 5 0,1 2 0 0,-2 1 0 0,-2 3-1 0,-1 0-1 15,-5 4 4-15,-2 0-8 0,-2 2 5 0,-3 1 0 0,-2 2-3 16,-1-1 7-16,-3 3-8 0,-2 0 3 0,-2 1-1 0,-3 0 1 0,-2-1 1 16,-3 0-3-16,-4 0-6 0,-4 0 3 0,-3-1 5 0,-4 0 5 0,-4-3 9 15,-3-1-6-15,-2 0 0 0,-2-2 1 0,-3-1 2 0,-3 0 0 0,-3-4 1 16,-3 0-9-16,-3 1-3 0,-4-1 0 0,-3-2-1 0,-3-1 11 16,-5 0-6-16,-1-1 7 0,-2-4-3 0,-3 0-1 0,1-4 5 0,-1-1-7 15,-2-2 3-15,3-2-4 0,3-3 0 0,4-5 7 0,3-2 1 16,4-4 3-16,4-4 3 0,3-3 2 0,2-5 2 0,4-2 3 0,0-5 1 15,1-4-7-15,1-4 2 0,1-4 2 0,-1-4 7 0,0-5 3 0,3-3 8 16,-1-3 1-16,2-2-5 0,-1-4 2 0,2-2-6 0,0-4-15 16,1-1 10-16,4-3-12 0,0-1-3 0,3 0 2 0,1-2-15 0,1 0-3 15,4-1 0-15,1-1-8 0,2 0-3 0,4 0-1 0,1 1-8 0,2 1-10 16,3-1 3-16,3 2-10 0,2 0-12 0,1 1-12 0,4 2-35 16,2 2-32-16,3 1-31 0,3-1-34 0,3 3-34 0,3 0-37 0,5 3-27 15,5 2 4-15,2 2-86 0</inkml:trace>
  <inkml:trace contextRef="#ctx0" brushRef="#br0" timeOffset="-198443.67">21040 10249 2240 0,'-25'-51'146'16,"4"1"-74"-16,-3-10-42 0,7 9-12 0,11 9-30 0,3 3-19 0,5 2-17 15,4 0-4-15,6 1 5 0,7-2 14 0,5 2 9 0,5 1 11 16,5 1-3-16,3 2-1 0,4 1 4 0,6 3-4 0,5-1 4 0,1 2-3 16,4 4 0-16,1-1 7 0,-1 3-5 0,2 2-1 0,0 1 0 0,1 1-7 15,1 2 4-15,0 1 5 0,1 1 3 0,0 2 9 0,0 2-1 16,0 2 4-16,-2 0-1 0,0 3-4 0,0 2 2 0,-2 1-2 0,-1 2 0 15,0 3 5-15,-2 2-4 0,0 3 2 0,-2 1-5 0,1 3-5 0,-4 3 6 16,-1 2 2-16,-3 1 7 0,-2 2-5 0,-1 3 5 0,-1 1 9 16,0 3 9-16,0 2 5 0,-3 3 3 0,-1 0-11 0,1 4-4 0,-2 2-3 15,0 1-1-15,-1 4-6 0,-2 2-5 0,2 1 1 0,-3-1-1 0,-1 2 8 16,-2 2-3-16,0 2 8 0,-2 1-2 0,0 2 3 0,-4 0 7 16,1 3-7-16,-1 3-3 0,-4-1 1 0,-1 3-4 0,-3-1 2 0,-4-1-5 15,-4 2-12-15,-4 0 3 0,-3 2 3 0,-4-2 3 0,-3 1 9 0,-6 0 1 16,-4-2 2-16,-4-3 3 0,-1-2 13 0,-4-1 1 0,-1 0 1 15,-2-1-4-15,-4-1-10 0,-2-1-5 0,-2 0-5 0,-6-3 2 0,0-1 8 16,-3-3-3-16,-2-2 3 0,-2-2 1 0,-1-6-9 0,0-4 5 16,-1-4 1-16,1-4 9 0,0-4 2 0,2-5 3 0,2-4 0 0,2-5 1 15,-2-3 1-15,1-4 7 0,-1-5 0 0,-1-4-8 0,-2-4-1 0,-2-3-12 16,2-5 2-16,-5-4-4 0,1-4-3 0,1-4-2 0,-2-6 0 16,3-2-2-16,-1-4 2 0,2-4-1 0,1 0-2 0,2-3-18 0,1-1 16 15,2-3-11-15,4 0 4 0,1 1 13 0,4-1-17 0,5 0 6 16,1-2-9-16,3-2 7 0,4-1-5 0,1 1 5 0,5 2 1 0,4 1-4 15,2 2 6-15,2 0-6 0,3 3 1 0,1 2 4 0,3 3 1 0,2 2 1 16,1-1-2-16,2 6-1 0,1 1-11 0,0 3 1 0,2 5 4 16,0-1-7-16,1 3 7 0,0 1-18 0,1 3 9 0,1-1 2 0,0 3 0 15,0 0 12-15,1 0-12 0,-2 3-2 0,1 0-1 0,-1 2-9 0,-1 1-15 16,-1 2-11-16,-1 2-20 0,0 2-17 0,-2 3-29 0,0 0-41 16,-2 1-43-16,0 2-79 0,0 0-66 0,-1 3-77 0,0 0-86 0,-1 1-43 15</inkml:trace>
  <inkml:trace contextRef="#ctx0" brushRef="#br0" timeOffset="-166325.54">10989 13168 2076 0,'-25'-33'143'0,"-1"-1"-31"0,-8-6-69 0,4 6-24 0,2 6-25 16,0 1-9-16,-3 0-8 0,-1 1-14 0,-4 2-17 0,-5 0-4 15,-6 3-12-15,-6 0 2 0,-5 3 0 0,-6 2-13 0,-6 2-11 0,-6 0-7 16,-4 1 13-16,-4 1 21 0,-3 3 32 0,-5 2 23 0,-3 2 2 0,-4 3 5 16,-5 2 0-16,0 2-2 0,-2 3 12 0,0 1-1 0,0 4 4 15,0 2 14-15,0 3 4 0,2 1 13 0,0 1 12 0,3 3 5 0,2 2 6 16,-2 3-3-16,3 5-4 0,1 1-2 0,2 4-4 0,3 1-8 16,2 1-5-16,3 3-7 0,0 3 3 0,0 3-13 0,2 4-3 0,0 1 7 15,3 3-9-15,6 1 10 0,1 4-1 0,3 4-11 16,1 2-1-16,1 3-8 0,2 3-1 0,2 1-14 0,3 3 10 0,1 5 0 0,0 1 6 15,4 4 3-15,1 1-11 0,4 1 2 0,4 3-6 0,0-1 9 0,4 4-4 16,2 0-2-16,4 2 0 0,7 0 0 0,1 0 4 0,4 0-14 0,6-1 11 16,3 0-1-16,4-1-6 0,6 1 21 0,4-3-10 0,5-1-7 15,4-3-4-15,6-1 2 0,6-1 4 0,5-1 7 0,3 1-2 0,6-3-1 16,5-3-10-16,4-1 6 0,6-4 3 0,3 0 2 0,4-3 5 0,3-4 11 16,5 0 14-16,3-1 10 0,4-3 9 0,3-2 5 0,4-3 7 15,3-3-1-15,2-2 4 0,-39-27-13 0,12 7-7 0,2-3 2 0,9 5-9 16,3 0 6-16,14 3-4 0,0 0-4 0,13 3-7 0,3-1-18 15,2-2 13-15,1-3 0 0,5 0-4 0,0-2 5 0,2-2-10 0,4-1-6 16,2-2 2-16,3-2-6 0,1-2-8 0,1-1-3 0,2-2 19 0,1-4-5 16,0-3 10-16,1 0-3 0,0-3-4 0,0-3-3 0,0-2-9 15,0-4-1-15,0 1-26 0,0-5 38 0,-1-1-43 0,0-4 9 0,-2-3 14 16,0-3-19-16,-3-1 31 0,0-4-6 0,-1-5-4 0,-2-2 0 0,1-3-2 16,-4-2 6-16,0-4-1 0,-2-2-1 0,-1-5 10 0,-2-1-3 15,-3-3-11-15,87-47 2 0,-32 5 11 0,-28 9 3 0,-28 10 5 0,-16 5 0 16,-1 0-10-16,-5-4 0 0,-1-1 5 0,-3-3 5 0,-5-1 7 15,-1-1-12-15,-4 0 0 0,-3-3-7 0,-2 1-2 0,-4-3 11 0,-2-3 0 16,-5 2-4-16,-5-1-6 0,-2 0 8 0,-4 0-4 0,-4 2 4 0,-3-3 4 16,-5-1-7-16,-4 2-3 0,-4-2 8 0,-4 1-3 0,-4 3-10 15,-4-1 8-15,-2 1-3 0,-2 2 7 0,-4-2 6 0,-2 1-3 0,-3 0 3 16,-3 2-10-16,-4-1 5 0,-3-1-2 0,-4 0-4 0,-3 3 5 0,-3-1-5 16,-3 3 1-16,-3 0 5 0,0 1 0 0,-5 0-15 0,-2 2 8 15,-3-1 2-15,-4 0 3 0,-4 2 8 0,-1 0-10 0,-3 1-3 0,-2 2 0 16,-3 0 3-16,-3 2 1 0,-2 1-21 0,-5 3 6 0,-3 1 0 15,-5 1 4-15,-5 4 17 0,-3 1-14 0,-2 4 10 0,0 1-7 0,0 3 3 16,-1 2 0-16,2 4 1 0,1 3 8 0,2 4-4 0,1 2 2 0,1 3-4 16,2 5-8-16,-2 4 1 0,0 4 3 0,0 5-5 0,-2 5-3 15,0 6 1-15,-3 6-14 0,-2 7-2 0,-3 6-2 0,-4 7-5 0,0 6-25 16,-2 7-48-16,-3 8-51 0,-3 6-87 0,-3 6-89 0,-3 7-162 0,-6 5-233 16,-1 8-197-16</inkml:trace>
  <inkml:trace contextRef="#ctx0" brushRef="#br0" timeOffset="-164892.54">12894 13288 269 0,'-5'1'107'0,"-2"0"-30"0,0 0 4 16,0 0-4-16,2 0-20 0,0 0-18 0,0-1-12 0,0 1-8 0,0-2-4 15,0 1 2-15,1 0 1 0,0 0 2 0,0 0 10 0,-1-1 7 16,1 0 13-16,1 1 8 0,-1-1 7 0,1 0 7 0,-1 0 3 0,1 0 0 16,0 0 2-16,1 0-3 0,-1 0 0 0,0 0-2 0,0-1 3 0,0 1 1 15,0 0-4-15,0 1-2 0,0-1-10 0,0 0-8 0,-1 1-6 16,-1 0-6-16,0 0-8 0,1 0-4 0,-2 1-5 0,2-1-5 0,-1 1 2 16,0-1-6-16,1 0 3 0,-1 0-1 0,1 0 1 0,0 0 8 0,1 0-4 15,0 0 8-15,0-1-2 0,0 1 2 0,0-1 0 0,0 0-1 16,2 0 0-16,0 0-5 0,0 1-1 0,1-1-3 0,-1 0 0 0,1-1-5 15,0 1 0-15,1 1-3 0,0-2 1 0,1 1 2 0,1 0-4 16,0-1-4-16,2 1-1 0,0-1 3 0,1 0 0 0,1 0 0 0,1 1-3 16,2 0 3-16,-1 0-3 0,1 1 3 0,0-1 8 0,-1 1-6 0,1 0 4 15,-1 0-2-15,2 1 4 0,0 0 2 0,1 1-1 0,0-1 8 16,0 1-9-16,1 0-2 0,0 1 6 0,0 0-3 0,1 1-2 0,1 0 0 16,1 0-8-16,-1 1 8 0,1 1 2 0,0 1-7 0,-1 1 14 0,-1 1-19 15,0 1-1-15,0 1 20 0,0-1-6 0,-2 3 12 0,-2 1-4 16,1 0-16-16,-1 1 1 0,0 0-1 0,-1 1 3 0,-1 1-3 0,0-1-1 15,-2 2 3-15,2 1-3 0,-2 1-6 0,1-1 5 0,-2 2-3 16,0 0 5-16,0-1 3 0,-1 2-6 0,1-1-3 0,-1 1 1 0,0-3 0 16,0 0 1-16,0-1-5 0,1 0 3 0,-1 1-2 0,0-2 1 0,-1 1-3 15,1 0 0-15,-1-2 0 0,0 0-2 0,1 0 4 0,-1-1-5 16,0-2 3-16,0 1 0 0,0 0-6 0,0-2-15 0,-1 0 10 0,1-2-3 16,-1 1-4-16,0 0 15 0,0 0-18 0,-1-1-5 0,1 0-6 0,-1-1-10 15,1 1-6-15,-1-1-6 0,1 0-2 0,-1 0-5 0,0-1-6 16,1 0-10-16,-1-2-9 0,0 1-7 0,1-1-11 0,0 0-40 0,0-2-41 15,0 1-32-15,-1-1-36 0,0-1-29 0,0 0-20 0,0-1-36 16,-1-1-197-16</inkml:trace>
  <inkml:trace contextRef="#ctx0" brushRef="#br0" timeOffset="-164391.54">13106 14068 985 0,'-4'1'432'0,"-1"0"-228"0,-2 0 3 0,1-1-17 0,3 0-27 16,-1-1-37-16,1 0-26 0,1 1-21 0,1 0-4 0,-2 0-6 0,1 0-8 15,0-1-4-15,-1 1-14 0,2 0-2 0,-1 1-7 0,0-1-7 16,1 0-5-16,0 1-11 0,2-1 3 0,-1 2-6 0,0 0 1 0,1 0-1 15,0 2-8-15,1 0 0 0,1 2 0 0,0 1-3 0,1 1 0 0,0 1 4 16,1 0-4-16,0 0-1 0,1 1 3 0,1 1-4 0,0 1-2 16,1 1 2-16,0 0-4 0,0-1 6 0,1 1 0 0,-1-1-1 15,0 0 4-15,1 0-7 0,0-2 9 0,0 0 5 0,0-1-10 0,1 0 3 16,0 0-2-16,0-2-3 0,0-1 8 0,-1 0-10 0,-1-3 4 0,0 2 5 16,1-1-2-16,-3-1 3 0,3 0 0 0,-1-1-1 0,0 1 0 0,0-2 1 15,1 1-1-15,-1-2-2 0,-1-1 12 0,1-1-2 0,1-2 5 16,1 0 7-16,0-4 2 0,2 1 4 0,0-3-2 0,-1-2 1 15,1 1-2-15,1-1 4 0,1 0-4 0,-2 0-1 0,2-2 7 0,0 0-1 0,-2 1 4 16,1 1-6-16,-2 1-2 0,1-1-7 0,0 1 5 0,0 0-2 16,0 1-11-1,-2 2-4-15,-1 0 2 0,0 0-1 16,0 1 3-16,-1 1 0 16,0-1-4-16,-1 2-3 0,-1 0-8 0,-2 0 9 0,1 1-6 15,-1 1 2-15,0 2 3 0,-1-1-11 0,0 1 10 0,0 1-4 0,-1 0 2 0,0 0 5 0,-1 0-13 0,0 1 8 0,0-1 3 0,0 2 2 0,1-2-4 0,-1 2-4 0,0 0 2 0,0-1-6 0,0 2 8 0,0-1-6 16,0 1-9-16,1 0-3 0,-1 0-13 0,-1 1-13 0,1-1-27 0,-2 1-25 15,1-1-31-15,-1 0-31 0,1 0-37 0,1 0-65 0,-2 0-100 0,0-1-109 16,0 1-99-16,-1 0-239 0</inkml:trace>
  <inkml:trace contextRef="#ctx0" brushRef="#br0" timeOffset="-162358.54">13449 13461 455 0,'-2'-1'191'0,"0"1"-46"15,-2 0-4-15,-1 1-7 0,2 0-14 0,0 0-8 0,0 0-7 0,0 2-10 16,0 0-11-16,0 0-6 0,0 0-11 0,1 1-9 0,-1 0-3 0,0 0-6 16,1 1-2-16,0 0-3 0,1 1 0 0,-1 1-1 0,2 0 0 15,0-1 1-15,2 3-4 0,0 0-1 0,1 0-2 0,1 2-4 0,0-1-5 16,2 0-4-16,0-1-1 0,1 1-1 0,1-1-4 0,-1 1-1 15,2-2-9-15,2 0-4 0,-1-2 1 0,0-2 0 0,0 0 1 0,-1-1 0 16,1-2-1-16,1-1 1 0,0 0 0 0,1-2-1 0,-1-1 4 0,-1 0-3 16,1-1 1-16,-1-2 0 0,0-1 4 0,0-2 2 0,-1-1 1 15,-1-2 4-15,0 0 1 0,-1 0 2 0,0-2-1 0,-1 0 0 0,1-2-6 16,-2 2 4-16,1-2-3 0,-1 0-2 0,-2 0-2 0,1 0 2 0,-2-1-1 16,0 2-3-16,-1 0-2 0,-1 1 1 0,-2 1 4 0,0 1 3 15,-2 0 6-15,0 2-4 0,-3 2 3 0,0 0-5 0,-1 1-3 0,-1 1 1 16,-1 1 7-16,2 2 11 0,-1 0-6 0,0 1 4 0,0 1-17 15,1 1-6-15,0 1-15 0,0 0-8 0,2 2-2 0,-1 2-1 0,2 1 14 16,-1 2-5-16,0 0-13 0,0 2-6 0,0 1-11 0,1 1-18 0,1 1-23 16,0 0-39-16,2-2-46 0,-1 1-49 0,1-2-45 0,0 0-55 15,1-2-53-15,1 0-25 0,1-3-68 0,1 0 104 0</inkml:trace>
  <inkml:trace contextRef="#ctx0" brushRef="#br0" timeOffset="-162175.54">13885 13387 1076 0,'1'6'219'0,"-1"2"-37"0,1 0-23 0,-1 1-26 16,1 0-18-16,1 0-17 0,-1 0-8 0,1 1-10 0,0-2-14 15,0 1-8-15,-1 0-12 0,1-2-8 0,0 1-17 0,0-1-7 0,1 0-9 16,0 1-5-16,0-2 0 0,0 0-5 0,0 0-1 0,0 0-3 0,0 0-5 16,1-1-10-16,-1-1-15 0,0-1-20 0,-1 0-24 0,1-1-50 15,-1-1-62-15,0 0-85 0,-1-1-70 0,0-1-39 0,-1-2-221 0</inkml:trace>
  <inkml:trace contextRef="#ctx0" brushRef="#br0" timeOffset="-161975.54">14077 12975 1832 0,'-4'5'277'0,"-2"-1"-124"0,0 3-5 0,1 0-28 16,1 1-38-16,1 1-19 0,0 2-8 0,1 1-7 0,-1 3-4 15,1 1-7-15,0 1-8 0,0-1-4 0,0 3-13 0,1 0 0 0,0 1-6 16,1 2-4-16,1 0-5 0,1-1-13 0,1 1-4 0,1-1-20 0,1-1 5 16,0 0-18-16,1-1-37 0,-1-2-35 0,3 0-75 0,-2-1-61 15,2-2-68-15,0-3-67 0,-1 0-55 0,2-2-227 0</inkml:trace>
  <inkml:trace contextRef="#ctx0" brushRef="#br0" timeOffset="-160958.51">13544 14513 45 0,'-5'-7'42'0,"0"1"-11"0,-2-3-6 0,2 1 2 0,1 1 3 0,0 0 5 16,-1 0 5-16,2 0-2 0,-2 0 1 0,1 0-3 0,0 1 2 0,0-1 4 16,0-1 1-16,0 0 6 0,1 0 7 0,-1-1 4 0,2 1 1 0,-1 0 2 15,0 1-4-15,1 0 0 0,0 0 3 0,0 0 9 0,-1 0 4 16,1 1 5-16,0 0 4 0,0 1-2 0,0 0 3 0,1 1 1 0,0 0-7 16,0 1-2-16,0-1-3 0,0 2-7 0,0 0 6 0,1-1-3 15,-1 1-3-15,0-1 0 0,0 2-1 0,1 0-8 0,0 0-1 0,1 1-4 16,0 0-8-16,0-1 5 0,0 1-2 0,0 1 0 0,1 0-5 15,-1 0-1-15,3 2-7 0,0-1-3 0,0 2-1 0,2 1-8 0,-1 1-8 16,2-1-2-16,1 3 0 0,0 0-1 0,0 0-2 0,0 2 5 0,1-1-7 16,1 0-1-16,-1 1 8 0,1 0-5 0,-1 2 5 0,0-1-5 0,-1 1 0 15,1 1 2-15,-2-2-4 0,1 2 6 0,-2 0-6 0,0 1 1 16,-1-1 1-16,-1 1 2 0,0 1-5 0,-2-2-7 0,-1 1 0 0,-1-1-2 16,0 2 5-16,-1 1 6 0,-1 1-4 0,-1-1-3 0,0 1-4 15,0 1 6-15,0-1-3 0,-1 2 1 0,1-1 0 0,-2-1-4 0,0-1-1 16,1 2 4-16,0-1-2 0,-1-1 1 0,1 0-2 0,-1 1 7 0,1-2-2 15,0 0 3-15,0 0-3 0,-1-2-5 0,2-1 2 0,-2-2 2 16,2-2 1-16,0 0-4 0,-1 0-1 0,2-1-3 0,0-1 0 0,0 0 1 16,0-1 1-16,1 0-1 0,0-1-1 0,-1 0 0 0,1 0 0 0,-1-1-7 15,1-1-12-15,0 0-6 0,-1 1-17 0,0-1-20 0,0 0-28 16,-1 0-46-16,1 0-53 0,0-1-73 0,0 0-79 0,0 1-49 0,-1-2-26 16,0 1-39-16,1-2 48 0</inkml:trace>
  <inkml:trace contextRef="#ctx0" brushRef="#br0" timeOffset="-160591.98">13367 15027 935 0,'-3'2'209'0,"-1"2"-53"0,0 0 11 0,0-1-15 0,1 0-12 0,1-1-14 15,0 0-10-15,1 0 0 0,0 0-12 0,-1 0-10 0,1 1-9 16,-1-1-7-16,0 1-7 0,1-1-4 0,-1 0-13 0,1 0-13 0,0 1-7 15,-1 0-14-15,1 1-4 0,-1 0-3 0,1 0-6 0,-1 1 3 0,0 1 0 16,-1 1-7-16,0 0-1 0,0-1 3 0,-1 3-4 0,1-1 6 16,1 3-9-16,0-1 4 0,-1 0-12 0,1 0 10 0,1 0 3 0,0 0-9 15,0 1 14-15,0 1-8 0,1-1 0 0,0 0 3 0,0 1-9 16,1-1 2-16,0 0 1 0,0-1 6 0,1-1 2 0,0-1-6 0,2 1 2 16,-1-1-2-16,1 0 4 0,1-1-1 0,-1-1-4 0,1-1 0 0,-1 0 1 15,3-1 1-15,-1 0 5 0,1-4 3 0,1 2-6 0,-1-3 6 16,2 0-1-16,-1 1-2 0,0-3 10 0,1 1-10 0,-2-1-2 0,1-1 4 15,0 1-4-15,-1-1 6 0,2 0-4 0,-1 0-2 0,-1 0-3 0,1 0-7 16,0 1 7-16,1-1 0 0,-1 1-1 0,-1 0 6 0,-1 0-10 16,1 1-2-16,-2 0-6 0,2 0-11 0,-2 0-8 0,1 1-27 0,-1 0-44 15,1 1-72-15,0 0-109 0,-1 1-129 0,0 0-91 0,-1 0-61 16,-1 2-25-16</inkml:trace>
  <inkml:trace contextRef="#ctx0" brushRef="#br0" timeOffset="-159908.29">13789 14927 194 0,'1'11'110'0,"0"3"-24"16,1 2-3-16,1-4-10 0,1-2-14 0,0-1-10 0,1-1-6 0,0 0-5 15,1-2-3-15,1-1-4 0,0-1-4 0,2-1-4 0,0-2-4 0,0 0 0 16,1-1-1-16,-1-2 2 0,1-1 0 0,1 0 3 0,-2-1 6 16,2-1-1-16,0 0 6 0,-2-1 10 0,2-1 6 0,1 0 11 0,-2-1 3 15,1-2 4-15,-1 0 2 0,-1-2 4 0,1 1 3 0,0-2 3 0,-2 2-3 16,-1-3-1-16,-1 1 1 0,-1-1 1 0,-1 0 1 0,-1 0-6 15,0 1-7-15,0-1-8 0,-1 0 0 0,-1 2-7 0,0-1 3 0,-2 2-4 16,0 0-5-16,-1-1 6 0,-1 3-1 0,0-1-1 0,-2 0-4 16,-2 1-4-16,1 0-5 0,-1 1-3 0,-2 0-3 0,0 2 0 0,-2 1-5 15,1-1-3-15,-1 2-4 0,0 1-2 0,0 0-3 0,-1 1-6 0,1 1-2 16,0 1 3-16,-1 1-1 0,1 2 4 0,1 0-6 0,0 1-5 16,1 1-2-16,-2 2-3 0,1-1-4 0,0 2-4 0,0 1 1 0,1 0-9 15,1 1-4-15,2 1-10 0,0 0-12 0,-1 0-14 0,3 1-27 0,-1 0-33 16,0 2-46-16,1-1-46 0,1-1-36 0,1 0-35 0,1 0-29 15,1-1-30-15,2 0-37 0,1-2-108 0</inkml:trace>
  <inkml:trace contextRef="#ctx0" brushRef="#br0" timeOffset="-159708.29">14223 14798 971 0,'0'4'172'0,"0"1"-34"0,1 3-16 0,-1-2-22 0,1 1-14 15,-1 0-9-15,1 0-8 0,-1 1-2 0,0 0-5 0,0 1-17 0,0-1-8 16,0 1-18-16,0 0-8 0,1-2-1 0,0 0-7 0,0 0-2 16,0-1-5-16,0 0-3 0,1-2-4 0,0 0-4 0,0 0-9 0,0-1-10 15,-1-1-11-15,1 1-11 0,0-2-11 0,1 0-32 0,-1-1-54 0,0-3-62 16,-1 1-41-16,0-2-40 0,0 0-131 0</inkml:trace>
  <inkml:trace contextRef="#ctx0" brushRef="#br0" timeOffset="-159492.29">14294 14490 1481 0,'0'6'341'0,"0"0"-141"0,0 4-11 0,-1 0-34 0,1 0-33 16,1 2-44-16,0 1-12 0,1 1-10 0,-1 2-2 0,1 1 7 16,-1 0-23-16,0 0-5 0,2 1-13 0,-1 1-10 0,1 0 2 0,-1 0-8 15,0 0-3-15,1-1-4 0,0-1 0 0,1 0 1 0,0 0-7 0,0-1-4 16,-1-1-9-16,0 0-8 0,0-1 0 0,0-2-3 0,0 0-8 15,1-1-25-15,-1-2-26 0,0-1-13 0,-1 0-15 0,1-2-7 0,-3-1-3 16,2-2-17-16,0 0-8 0,-1-2-4 0,-1-1-16 0,0 0-3 16,-1 0-2-16,1-1 2 0,-1 1 12 0,0-2 6 0,-1 0 2 0,2-1 2 15,-2 1-63-15</inkml:trace>
  <inkml:trace contextRef="#ctx0" brushRef="#br0" timeOffset="-157473.87">13291 15588 705 0,'-3'9'259'15,"1"-1"-170"-15,-1 4 10 0,0-2 2 0,1-2-13 0,0 0-19 0,1 1-23 16,0 0-2-16,1-1 8 0,1 2-5 0,-1-2 2 0,0 1-12 0,0-1-9 15,1 0-6-15,0 1-11 0,-1-2-6 0,2 1-5 0,-1 1-3 16,1 0 3-16,0-1 0 0,0 0-2 0,1 1 2 0,-1-2-4 0,0 3 2 16,-1-1 2-16,0-1-1 0,-1 0-2 0,1 1 2 0,0 0 8 0,-1 1 8 15,0 3 2-15,-2 0-6 0,0 0 0 0,-1 2-1 0,0-1 2 16,-1 2 3-16,-2 2-6 0,0-1 2 0,-1 2 1 0,0 2 3 0,-3-1 1 16,-1 2-8-16,-2 1 1 0,0 3-4 0,0 1-2 0,0 1 9 0,0 1-2 15,-2-1-2-15,1-2 9 0,0 2-2 0,-1-1 3 0,-1 0 9 16,0-1 0-16,-1 1 5 0,-1-2 6 0,0 1 4 0,0-1-4 0,0-1-6 15,-1 1-7-15,1-1-2 0,-3 0 4 0,0 1-3 0,0-2-8 16,-2 1 1-16,-1 0-8 0,-1 1 2 0,-3 1 1 0,-1-1-4 0,-3 4-1 16,0-1 0-16,-1 2-3 0,-1-2-2 0,-3 0 1 0,0-1 0 0,-1 0-5 15,-2 0 7-15,2-3 0 0,-3 4 1 0,-2-2 3 0,1 0-12 16,21-12 5-16,-6 1-1 0,1 0 4 0,-6 4-1 0,-2-1-8 0,-4 1 1 16,-1 0 9-16,-6 3 6 0,0-3-1 0,0 1 2 0,0-2 4 0,-2-2 0 15,2 0 1-15,-2 0 4 0,1 0-16 0,-2-2 2 0,0 0-3 16,-1 1 3-16,-1 1 5 0,0-2 7 0,-2 3 1 0,1-1-14 0,0 0 25 15,-2-1-4-15,1 2 1 0,-1-1 6 0,0-1-17 0,0-2-2 16,0 1 6-16,-1 0-7 0,1 0-13 0,-1-2 8 0,1 0-9 0,0 0 6 16,0-1 3-16,-2 0-15 0,3-1 22 0,0-2-14 0,0-1-1 0,1-1 7 15,0 1-13-15,0-2 21 0,0-1-12 0,2-1 7 0,1 0 2 16,-1-1-3-16,2-2 15 0,-1 0-5 0,2-1 1 0,1-1 6 0,0 1-2 16,0-2-11-16,2 1 1 0,1-2-7 0,-1 0 7 0,2-2 1 0,1 2-10 15,0-2 5-15,1 0-3 0,2 0 9 0,0-1 0 0,2-2-16 16,0 1 1-16,3-1 2 0,-1-2 4 0,3 1 2 0,-1 1-6 0,2-1-8 15,0-1 3-15,2 1-7 0,0 0 16 0,2 0-8 0,1 1-13 16,1-2 14-16,2 0-18 0,1 0 10 0,1-1 1 0,2 1-16 0,0 1-2 16,1-2-14-16,1 0 0 0,2 0-6 0,0 1-21 0,2 1-28 0,1 1-36 15,0-1-38-15,3 2-51 0,0 0-53 0,2 2-51 0,0 1-31 16,1 0-11-16,0 2-11 0,1 1-171 0</inkml:trace>
  <inkml:trace contextRef="#ctx0" brushRef="#br0" timeOffset="-156841.87">9004 17253 853 0,'-4'2'147'0,"1"-1"-74"15,0 1-11-15,-2 2-4 0,0 0-5 0,-1 1 0 0,0 1-19 16,0 1-12-16,0 1-4 0,0 2-1 0,0 1 4 0,0 1 1 0,-1 2-8 16,1 1-6-16,-1 2-8 0,0 0 3 0,-1 2 7 0,-1 0-1 0,0 0 3 15,0 1 6-15,1 0 11 0,-1 0 8 0,-1 1 6 0,0 0-2 16,-1-1-3-16,1 0 1 0,0 0 0 0,-1-2-6 0,0 2-2 0,1-3 7 15,-1-1-10-15,1-1 2 0,2 0-1 0,3-8-22 0,0 1-1 16,1-1-16-16,-1 0 2 0,0-1-2 0,1 2 0 0,-1-2-6 0,1 1-14 16,-1-1-15-16,1 1-5 0,0-2-10 0,0 1-8 0,1-1-18 0,0-1-23 15,1-1-3-15,-1 0-2 0,1-1 29 0,0-1 21 0,2-2 17 16,-1 0 22-16,2-5 9 0,0-3 7 0,3-2 8 0,-1-1-6 0,2-2 0 16,1 1-5-16,0 1 2 0,0 1 1 0,1-1 3 0,0 1 14 0,0 0 1 15,0 1 3-15,1-1-2 0,-1 1 3 0,1-1 4 0,0 1 10 16,1 1-2-16,1 1 1 0,0-1 3 0,0 0 1 0,-1 1 5 0,2-1 3 15,0 1-6-15,0 1-2 0,1-1 3 0,0 3 4 0,1-1 7 16,2 1 9-16,2 1 6 0,-1 0 2 0,2 1 1 0,2 0-2 0,-1 1-6 16,3 1-6-16,1 0-4 0,0 1-6 0,3 1 4 0,1 0-9 0,1 2-8 15,2-1-17-15,1 0-8 0,2 0 0 0,1 1-12 0,0-1-10 16,2 1-44-16,1-1-48 0,1 1-127 0,1 1-194 0,0 0-339 0</inkml:trace>
  <inkml:trace contextRef="#ctx0" brushRef="#br0" timeOffset="-137524.01">22695 6448 1231 0,'-4'-22'5'0,"-1"-8"7"0,-4-6 19 0,-4-6 6 0,-1 16-1 16,-6 4-6-16,-3 3-20 0,0 2-3 0,-3 3-1 0,2 3-5 0,-1 2 0 16,1 4-3-16,3 0-4 0,0 4-3 0,1 0-10 0,3 3-10 0,0 2-21 15,0 0-22-15,0 3-19 0,2 2-5 0,-3 0 7 0,1 2 21 0,-1 0 20 16,-2 2 19-16,0 1 10 0,1 0 4 0,-2 2 7 0,0 0 2 0,1 1 3 15,-2 3 11-15,-2 1 3 0,-1 0 1 0,-3 3 5 0,-1-1-1 16,-2 3-4-16,-1 0 1 0,-3 1-4 0,1 2-1 0,-3 2 0 0,0 2-4 16,0 0 0-16,-1 1-3 0,1-2 1 0,-1 2 0 0,3 1-1 15,0 0 0-15,1 3 1 0,4-3-2 0,0 2 7 0,4-1 6 0,-1 1 5 16,2 3 6-16,2-1 3 0,1 1-4 0,3 2 4 0,2 1-1 16,2 1-2-16,2 2 2 0,1 1-4 0,3-1-1 0,2 1-2 0,1 2 0 15,1 1-8-15,2 0 0 0,2-1-1 0,1 1 2 0,2 0 4 0,3 2-1 16,1 1-2-16,2-1-1 0,1-2 1 0,4-1-3 0,2-2-1 15,4 1-1-15,0-2-5 0,4-1 2 0,2-2 5 0,1 0 1 0,2-1 5 16,1-3-1-16,3-1-5 0,2-2 3 0,4 0-3 0,0-3 5 0,2-2 0 16,0-1 5-16,2-3 8 0,0-2 3 0,3-1 12 0,2-2 4 0,1-1 6 15,1-3 5-15,1-1 1 0,1-4 4 0,2-2-3 0,2-1-1 16,1-3-1-16,0-2-6 0,3-2-1 0,-2-3-7 0,1-1-6 0,0-2-4 16,0-1-8-16,1-3 3 0,-1-1-4 0,-2-2 1 0,1-1-2 0,-2-1-3 15,0-1-1-15,-1-3-3 0,-3 0-3 0,-1 0-3 0,-2-3-3 16,-2-1-2-16,0 0 0 0,-4-4-3 0,-1-3 3 0,-1-1-3 0,-3-3 2 15,-2-1 1-15,0-1 1 0,-2-1 2 0,-1-3 2 0,-2-1-6 16,-3-1 2-16,-2 0 8 0,-2-3-7 0,-2-1 7 0,-2-2 0 0,-1-1-11 16,-3 0 6-16,-1 0 0 0,-3-2-1 0,1-2 1 0,-3 1 1 0,-1 0 7 15,-1 2-5-15,-3-2-4 0,-1 1 11 0,-3 0-9 0,-1 0 7 16,-3 0-2-16,-2 1-11 0,-2-1 2 0,-2 0-2 0,-3 0-2 0,-1-1 0 16,-2 1 1-16,-3-2-6 0,-1 3-3 0,-2-1-3 0,-3 1 8 0,0-1 3 15,-3-1 0-15,-2 2 4 0,-4-1-9 0,0 0 2 0,-2 0 4 16,0 0 1-16,-2-2-4 0,-3 2 2 0,-1-1-4 0,-1 1 6 0,-4 2-7 15,0 0 5-15,-2 2 1 0,-1-2-6 0,0 2 5 0,-2 0-3 16,-3 1 2-16,0 3 1 0,-1 1-1 0,0-1 1 0,-3 2-4 0,-1 1 2 16,0 0-1-16,-1 5 0 0,2-1 4 0,0 4-6 0,-1 0-3 0,1 4 2 15,0 0-6-15,0 3 4 0,0 3 12 0,1 4 0 0,-1 2 1 16,0 4-6-16,0 3-6 0,0 1 3 0,1 4-6 0,-1 3 0 0,2 2 1 16,0 1-2-16,0 2-6 0,4 0-4 0,0 3-11 0,2 1-5 15,2 2 2-15,1 2-3 0,1 1 6 0,2 3-6 0,2 0-15 0,-1 3-29 16,0 2-47-16,2-1-48 0,0 3-66 0,2 1-48 0,2 2-16 0,-1 3 38 15,0 1 40-15,1 1 30 0,0 1 13 0,1 0-139 0</inkml:trace>
  <inkml:trace contextRef="#ctx0" brushRef="#br0" timeOffset="-136874.01">21132 9466 2168 0,'22'-40'93'0,"0"-4"-6"0,1-6-6 0,-7 10-30 16,-4 11-26-16,-2 4-11 0,1 2-9 0,0 3-1 0,3 3-2 0,3 0-1 16,3 0 4-16,4 1-3 0,2-1-7 0,5 1-3 0,3 2-14 0,2 0-4 15,2 2-8-15,3 0-11 0,3-1 2 0,2 1 1 0,3 1 8 16,2 0 7-16,-1 0 3 0,3-1 9 0,1 1 8 0,0 0 7 0,2 2 0 16,0 0 2-16,-2 1-1 0,1 2 1 0,0 2-1 0,-2 0-1 0,-1 3-1 15,-1 1 3-15,-3 2 0 0,-1 3 1 0,-2 1-3 0,-2 3-6 16,-3 2-1-16,-1 0 1 0,-1 4-2 0,0 2 11 0,-4 0-4 0,1 4 4 15,-2 1 3-15,0 3-2 0,1 4 3 0,-1 0-1 0,-1 4 2 0,-3 0-1 16,0 1 2-16,-2 3 0 0,0 3-3 0,-1 2-2 0,0 3-4 16,-2 2-4-16,-2 2 10 0,0 3-8 0,-2 3 8 0,-3 1 2 0,0 3-10 15,-2 3 8-15,-1 2-4 0,-4 2 1 0,-1 1-9 0,-2 4 9 16,-3 0 3-16,-4 4-2 0,-2 3 11 0,-3 1-12 0,-3 1 2 0,-3 3 2 16,-3 0-10-16,-4 1 9 0,-3 2-4 0,-1-1 2 0,-5 3 8 0,0-1-6 15,-3-2-1-15,-1 2-2 0,-3-5-6 0,-1 0 7 0,-2-1 1 16,-2-3 1-16,-2-1 5 0,-3-3-7 0,-1-2 1 0,1-4-1 0,-4-5-8 15,-2-1 1-15,0-4 18 0,-1-3 0 0,-2-4 13 0,2-4 0 0,-2-4-12 16,1-1 4-16,-1-6 7 0,0-3 7 0,2-5 9 0,0-5 5 16,1-5 4-16,2-3-3 0,-3-4-1 0,3-4-1 0,1-4-7 0,0-4 1 15,1-2-4-15,0-3-3 0,2-4-1 0,-2-3-4 0,0-2-5 16,2-6 6-16,0-4-11 0,3-2 2 0,-1-5-7 0,2-3-5 0,1 0-5 16,0-5-1-16,2-1-8 0,0-3-6 0,0-5 11 0,2-3 4 0,1-3 7 15,2-2 4-15,0-3-4 0,3-3-14 0,-1-2 8 0,3-2-9 16,1-4 4-16,1 1-1 0,4-4-7 0,0-3 1 0,2-1-1 0,3-1-1 15,0-4-7-15,1-1-7 0,2-2-35 0,2-1-9 0,-1-1-16 0,2-1-15 16,0 1-9-16,0-4-32 0,1 2-41 0,0 1-75 0,-2-2-50 16,0 3-25-16,-1 1-35 0,0 2-65 0,1-3-128 0</inkml:trace>
  <inkml:trace contextRef="#ctx0" brushRef="#br0" timeOffset="-130856.47">20616 6020 640 0,'-23'-39'19'16,"1"0"-56"-16,-3-8 41 0,7 12 21 0,6 7-12 0,1 2-15 15,2 0-7-15,2 4-4 0,0-1-10 0,3 3-8 0,0 3-8 0,2-1-9 16,1 2-6-16,1 0-1 0,2 1-2 0,0 0 6 0,2 0 4 0,-1 1-8 16,1 0-9-16,0-1 9 0,0 0 4 0</inkml:trace>
  <inkml:trace contextRef="#ctx0" brushRef="#br0" timeOffset="-129690.47">20513 5411 79 0,'0'-14'73'0,"2"-3"-7"0,-1-3-4 0,0 2-10 16,0 2-5-16,0 0-4 0,0 0-7 0,0 1-6 0,0-1-2 15,1 1-5-15,0 0-3 0,1 0-3 0,0 0-5 0,1-1 0 0,-1 3-3 16,1 0-3-16,0 2 2 0,0 0-2 0,1 0-1 0,-1 2 0 15,-1 0-2-15,1 2-1 0,0 2 2 0,-1 1 1 0,-1 0-3 0,0 1 1 16,0 2-1-16,-1 1-1 0,0 0 2 0,0 0 0 0,0 0-2 0,0 1 2 16,1 1-2-16,-1 0 1 0,0 1 3 0,1 0-3 0,-2-1 1 15,1 2 0-15,0 1 0 0,1-1 1 0,-1 1 0 0,0 1 0 0,1 0-1 16,0 0-1-16,0 0 1 0,1 1 1 0,1 0-1 0,0 0 1 0,1 1-1 16,0 1 3-16,1 1 0 0,1 1 0 0,-1 0 5 0,1 1-2 15,2 1 3-15,1 1 0 0,1 2 0 0,0-1 0 0,2 3 2 0,0 2-1 16,2 4-1-16,0 1-1 0,1 4-2 0,-1 1 1 0,1 2 0 15,0 0 6-15,-2 4 0 0,-1 5 1 0,-2 2-3 0,0 3-8 0,-2 4 1 16,-1 1-1-16,0 3 1 0,-2 1 5 0,1 4-5 0,-1 1-2 0,1 0-1 16,1 1-4-16,0-1 3 0,-1 1-2 0,0 1-4 0,-2 0 5 15,-2 2-2-15,-1-1 4 0,-1 2 7 0,-2 1-4 0,0-3 1 0,-1 0-3 16,-1-1-1-16,-1 0 2 0,0 0-2 0,0 0 8 0,-1 1 4 0,0-1-2 16,1 0 4-16,-1 1-2 0,2-2-3 0,-1-1 3 0,0 0-2 15,1-2 1-15,0-1-5 0,0-1-2 0,1-1 0 0,0-1-3 0,1 0 2 16,0-3-2-16,1 0-3 0,1-1 1 0,1-4 0 0,-1-2 1 15,1-4-3-15,1-1-1 0,-2-2 0 0,2-2 0 0,-2-4 4 0,1-3-5 16,0-2 2-16,0-2 5 0,0-3-3 0,0-2 13 0,-1-1-1 0,0-3 6 16,0-1 2-16,1 0-3 0,0-1 4 0,0-1 2 0,0-2 4 15,0-2 2-15,-1-3 0 0,2 0 2 0,-1 0-3 0,0-2 0 0,1 1-5 16,-1-2-2-16,1 1-1 0,-1-1-7 0,1 0 2 0,0 0-7 0,-1-1 1 16,2 0-2-16,1-1-3 0,-1 1 0 0,2-1-2 0,-1 0 3 15,2-1 0-15,0 0 2 0,-1-1-2 0,2 1-1 0,-1-1 1 0,0 0-2 16,3-1 1-16,-1-1 4 0,0 0-3 0,1 1 0 0,1-1 1 15,-2 0-1-15,3 0-1 0,1 0 4 0,-1-1-3 0,2 0-4 0,0 0 3 16,2 0-6-16,1 0 3 0,2-1-3 0,2 0 1 0,2 0-4 0,1 0 0 16,2 1 4-16,1 0 1 0,1 0 0 0,1 1 2 0,0 0-7 15,1 1-2-15,1-1 1 0,1 1-1 0,0-1 1 0,1 1 3 0,-1-1-1 16,3 1 1-16,0-1 1 0,-1 1-6 0,2 1 2 0,-1 0-3 0,2 1 1 16,2-1 0-16,1 0 2 0,1 1 0 0,1 0 0 0,1 1 3 15,1 1-1-15,2-1-2 0,-1 1-1 0,2 1 3 0,0 0-2 0,3 1 2 16,-1 0 2-16,0 0-1 0,1 0 0 0,0 1 2 0,3 1-2 15,1 0-2-15,0 1 1 0,0 0 1 0,1 0 1 0,0 0-1 0,3 2 3 16,0 0-4-16,2 0 2 0,1 0 0 0,0-1 1 0,1 1-5 0,1-1 3 16,2 0-3-16,2-2 5 0,2 0 3 0,0 0-4 0,1 1 5 15,1-1-3-15,3 0 1 0,0 0 0 0,3-1 2 0,-2 1 0 0,3-1-3 16,0 1-1-16,0 1 2 0,-1-2 0 0,3 1 1 0,-1 0 0 0,2-1 1 16,0 0 3-16,2 0-1 0,-1-1 1 0,2 1-2 0,0 0-1 15,-1-1 7-15,1 1-2 0,1 0-1 0,0 0 0 0,2 0-1 0,-3 1 3 16,3-2 0-16,-1 1 0 0,0 0 7 0,1 0 0 0,0 0-2 15,3-1 5-15,-1 0-15 0,2 0-1 0,0 0 4 0,0 1 0 0,2-1-1 16,2 0 2-16,0-1-3 0,1 0-8 0,-3 0 3 0,2 1 4 0,-1-1 0 16,1 0 1-16,-1-1 0 0,-3 0-8 0,0 1 2 0,-3-1 1 15,0-1 4-15,-2 1 3 0,-1-1-1 0,-1 0-1 0,0-1-5 0,1 0 1 16,0 0-1-16,0-1 2 0,0 0 8 0,0 0-4 0,1-1-1 0,1 0-1 16,-2 0-8-16,-2 0 4 0,-1-3 0 0,-3 1 1 0,0 0-1 15,1-2 2-15,-2 1-1 0,1 0-2 0,-1 1 2 0,-3-1-2 0,0 1-2 16,-2-1 0-16,-1 1 4 0,-1 0-2 0,-3 0 4 0,-2 0-2 0,-2-1-1 15,-1 2-1-15,-2 0-1 0,-2 1-1 0,-1 0-3 0,-4 0 6 16,-3 1 0-16,-4 0 2 0,-4 1 1 0,-2 0-1 0,-4 0-1 0,-3 1-5 16,-4-1-1-16,-3 1 2 0,-4 0 0 0,0 1 8 0,-3-1-4 15,-1 0 3-15,-1-1-3 0,-1 0 2 0,-3 1 2 0,0 0-3 0,-2-1 4 16,-1 0 0-16,1-1-1 0,-1 0 3 0,1-1-8 0,0 1 3 0,0-1 2 16,-1 0-5-16,-2-1 8 0,3-2-7 0,0 0 3 0,3 0-1 15,-2-1-5-15,1-1 7 0,2-1-8 0,-1-2 5 0,0-1 0 0,-1-2-2 16,1 0 3-16,2-2 0 0,-1-3 4 0,-2 0-7 0,1-1 8 15,0-2 2-15,2-1 3 0,-2-2 6 0,-1-3-1 0,1-2-2 0,-2-2 2 16,-1-1-1-16,1-3-2 0,-2 0 1 0,1-4-2 0,-2-3-4 0,-1-3-3 16,-2 0-1-16,0-2-2 0,-1-1 6 0,0-4-13 0,-1-1 9 15,0-1-3-15,0-3-1 0,-2 0 7 0,1-2-14 0,-2-4 2 0,1 0-7 16,-1-4-3-16,0-1 1 0,0 2 9 0,-1-2 1 0,1 0 6 0,0-1-1 16,-1 0-1-16,0-1 7 0,0 2 8 0,0 0 5 0,0 1 0 15,-2 1 6-15,0 0 1 0,0 0 2 0,-2 1-1 0,1 3-2 0,-1 1-3 16,0 3 2-16,-1 2 3 0,1 4-5 0,-1 2-1 0,1 5-3 0,-1 3-15 15,0 5 7-15,0 2-3 0,-1 4-8 0,0 3 4 0,0 4-18 16,0 1-12-16,1 4-4 0,-3 3-9 0,2 2-1 0,-2 2 0 0,1 2-4 16,0 2 0-16,-2 2-8 0,0 1 1 0,-1 1 4 0,0 2 5 0,-2 1 10 15,-2 1 2-15,-2 2 0 0,-3 0-2 0,-1 2 1 0,-2 2-5 16,0 0-8-16,1 2-8 0,-1-1-16 0,-1 3-15 0,1 0-22 0,-2 1-28 16,3 1-30-16,-1 0-29 0,-1-1-27 0,0 1-30 0,-2 1-34 15,-4 1-16-15,-2 0-4 0,-6-2-154 0</inkml:trace>
  <inkml:trace contextRef="#ctx0" brushRef="#br0" timeOffset="-129073.47">21180 6245 2180 0,'-38'-54'22'0,"-8"-16"25"0,-10-14 4 0,-5-10 4 0,31 43-26 0,8 6-26 15,6 7-15-15,6 4-18 0,6 6-20 0,5 6-36 0,5 5-43 0,5 3-34 16,7 3-18-16,6 3 10 0,9 2 25 0,4 2 17 0,5 2 17 16,4 2 8-16,2 3-2 0,5 2 2 0,3 1 2 0,2 2 1 0,2 0 8 15,2 0 16-15,0 0 11 0,2 2 14 0,-1 0 15 0,2-1 11 16,1-2 8-16,1-2 8 0,-2-2 4 0,0-1 4 0,0-3 11 0,-1-1 9 16,0-3 10-16,0-2 15 0,0-3 10 0,-1-2 15 0,2-1 7 0,-1-3 7 15,0-2 3-15,1-1-4 0,2-2 2 0,2-1-1 0,3-2-1 16,3-2 1-16,1 1-4 0,2 0-6 0,1 0-3 0,1 1-11 0,2-1-6 15,3-1-9-15,2 1-10 0,4 1-5 0,1 2-4 0,4 2-9 0,1 2 0 16,2 3-3-16,4 2-2 0,0 2-3 0,2 3-3 0,3 1-2 16,-1 3-1-16,1 1 0 0,5 3-2 0,3 2 3 0,4 2-2 0,1 1 3 15,-2 4-2-15,3 1 1 0,2 2-1 0,3 0-4 0,2 2 7 0,0 1-3 16,-1 1 1-16,0 1 1 0,1 0 4 0,2 0-2 0,0-2 4 16,5-1-1-16,0-2-6 0,1 0 4 0,0-1-6 0,-3 1 2 0,0-3-1 15,0 0-3-15,0-2 8 0,-3-1 0 0,-1-1 1 0,-3-1 3 16,-2-1-7-16,-3-1 11 0,-4-2-1 0,-2-1 7 0,-2 0 6 0,-3-1 4 15,-2 0 10-15,0 0 23 0,-3-1 10 0,-4 0-5 0,-4 0-1 0,-4 2-19 16,-6 0-8-16,-3 1 3 0,-5 1-7 0,-6-1-4 0,-4 1-3 16,-6 2-8-16,-4 0-4 0,-5 2-6 0,-4 1 5 0,-3 0-7 0,-5 2-3 15,-3 0-3-15,-2 3-4 0,-2 3-1 0,-1 2-1 0,-2 1-6 0,-5 3-4 16,0 2-5-16,-4 2-8 0,-3 1-23 0,1 2-22 0,0 2-29 16,-3 3-60-16,0 3-52 0,-1 4-71 0,-4 6-69 0,3 5-54 0,-1 6-167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1T11:42:36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5177 5223 1 0,'4'2'0'0</inkml:trace>
  <inkml:trace contextRef="#ctx0" brushRef="#br0" timeOffset="552">5171 5204 40 0,'-2'-3'17'0,"1"0"4"0,0-2-3 0,3 2-11 0,-1 0 0 16,3 1-4-16,0 1-3 0,2-2 2 0,3 0 1 0,1-1 1 0,1 1-3 15,2 0 0-15,2-1 1 0,3 0-2 0,-1 0 0 0,3-1 1 16,-1-1 0-16,1 0 1 0,-2 0 0 0,2-2 0 0,1 1-2 0,1-1 4 16,2-1-1-16,1 1-1 0,3 0 3 0,1 1 2 0,3 0 2 15,2-1 1-15,1 0 0 0,1-2-3 0,4 1-1 0,-1-1 3 0,4 0 0 16,3-2 1-16,4-1 1 0,1 0-1 0,2 1 1 0,1-2-2 0,4 0 1 16,1 0-3-16,4 0 0 0,2 0 0 0,1-1 0 0,2 1 2 15,2 1-1-15,-2-1-1 0,1 0-1 0,-2 1 1 0,1 0 0 0,-1 2 0 16,1-1-1-16,0 0-1 0,-1 1-2 0,2 0 1 0,-2 0 0 15,-1 3-2-15,1 1 3 0,-1 1-1 0,-1 2-2 0,0 1 1 0,-2 1-1 16,-2 2 1-16,-3 3 1 0,1 0 3 0,-3 1-1 0,-3 3 0 0,-1 1-1 16,-5 0-2-16,-2 4 1 0,-2 0-3 0,-1 1 2 0,-4-1 1 0,-2 0-2 15,0 1 2-15,-2 0-1 0,0 2 1 0,-2-1 1 0,-1 0-3 16,-1 0 1-16,2 0-1 0,1 2 1 0,0-1-1 0,-2 2 0 16,-1 1 0-16,-3 0-1 0,0 1 2 0,-1 2-1 0,-1 0-4 0,-2 1 2 15,-3 0 1-15,-2 0 0 0,-1 3 4 0,-3 2 2 0,-1-1 4 0,-2 2 2 16,-3 0 5-16,-2 2-3 0,-4-1-4 0,-1 3-1 0,-1 1-3 0,-3 2 2 15,-1-1-1-15,-3 0-4 0,-2 0 2 0,0 0-4 0,-2 2-1 16,0-1 2-16,-3 2-1 0,0-1-4 0,-2-1 0 0,-1 2 1 0,-1-2 1 16,-2 2 4-16,1-2 0 0,-1 1 1 0,-2-2 0 0,0 0-1 0,-2 2 1 15,-3-2-3-15,-1 1 1 0,-1-4-1 0,-1-1 0 0,0-2 1 16,0 1 2-16,-3-2 0 0,-2 1 2 0,-3-2 1 0,-1 2 2 0,-2-3 1 16,0-1 0-16,-4 0-1 0,0-4 1 0,-1 1 2 0,-1 0 1 15,-4-1-4-15,-1-1-2 0,1 1 0 0,-2-3-1 0,2 0 0 0,-2-2-2 16,-1 0 0-16,-3-1 2 0,-1-2-1 0,-2 2-1 0,-1-2-1 0,-4 0-2 15,0-1-1-15,-4-2 1 0,-3-2 0 0,0 0 1 0,-4-3 4 16,-3-3-1-16,-1-2 1 0,-2-2 1 0,1-3 2 0,-1-2 7 0,0-2 8 16,3 1 15-16,0-2-3 0,0 0 2 0,1-1-7 0,0 1-14 0,0 1-1 15,2-1-6-15,1-2-1 0,6 0 0 0,3-2 1 0,4-2-4 16,5-2 1-16,2-1-3 0,2 2-3 0,4-1-5 0,3 0 1 0,3 1-5 16,3 0 0-16,4 1 9 0,5 1-2 0,5 2 2 0,1 0 1 15,5-1-7-15,2 1-5 0,4 1-6 0,5 2-12 0,5-1-20 0,6 0-29 16,5 0-24-16,8 0-18 0,6 0-11 0,8-3-2 0,9 0-25 0,9-2-111 15</inkml:trace>
  <inkml:trace contextRef="#ctx0" brushRef="#br0" timeOffset="1553">8765 6095 420 0,'-14'-19'268'0,"0"2"-266"16,-4-2 59-16,6 8-10 0,4 5-12 0,3 2-17 0,2 2-11 0,2 1-10 15,1 2-8-15,1 2 0 0,2 1 0 0,1 2 2 0,1 2 2 16,2 1 0-16,2 2-2 0,1 1 2 0,1-1-3 0,0 2-3 0,3 0 0 16,1 0-2-16,2 0 2 0,-1 0 2 0,4 1-1 0,-1-1 3 0,2 0 1 15,-1-2 1-15,3 1 2 0,0 0-2 0,1-1 2 0,2-1-1 16,1-1 1-16,4-2 2 0,0 1 3 0,4-1 5 0,1-2 3 0,0-1 10 16,4-2 5-16,1-1 6 0,1-1 6 0,1-1 0 0,0-2 3 0,1 0 3 15,0-2 1-15,-1 0 4 0,-2 0-2 0,-1 0-2 0,0-1 5 16,-2 0-3-16,1-1 1 0,-2-2 1 0,-1 0-6 0,0-1-5 0,-1-1-2 15,1 1-8-15,-1-1-1 0,-1-2-5 0,0 0-5 0,-1-1-3 0,0 1-2 16,-2-1-1-16,1 0-1 0,-3-1-1 0,0 1-1 0,-3-2-1 16,0 0 1-16,-1 0-1 0,-3-1-2 0,2-1 2 0,-3-2-2 0,1 1 0 15,-2-2 3-15,-2 1-3 0,-1 0 0 0,-1-1-1 0,-2-1-1 16,-2 0 4-16,-2-2 0 0,0 1-1 0,-3 1-6 0,-1-1 2 0,-3 1 0 16,0 0 3-16,-4-2 6 0,-1 3-4 0,-3-3 4 0,-2 0-5 0,-2 1-2 15,-3-1 2-15,-3 1-3 0,-3 0-1 0,-4-1 0 0,-3 2-1 16,-4-1 0-16,-3 1 0 0,-4 0-2 0,-3-1 0 0,-3 0-1 0,-4 0-3 15,-3 1 9-15,-2 3-3 0,-2 0 2 0,-1 0 0 0,-3 2-5 0,0 2 2 16,-3 0-1-16,0 1 1 0,0 0-1 0,-2 4 0 0,0 1-4 16,-1 1 6-16,-3 1 0 0,1 2 0 0,-1 2 0 0,2 0-2 0,2 2-1 15,3 0 2-15,3 0-1 0,2 1 2 0,3 3 1 0,1 0-2 16,2 3-1-16,3 0 1 0,4 1-2 0,1 3-2 0,2-1 5 0,2 3-4 16,2 1-1-16,4-1 3 0,1 2-1 0,3-2 1 0,0 3-1 0,2 1-1 15,2 2 0-15,0 0-2 0,2 3 1 0,2 2-1 0,2 0 1 16,1 3 0-16,2-1 1 0,2 1 0 0,-1 2-2 0,1 0 4 0,1 2-2 15,1-1-4-15,3 2 3 0,1 0-2 0,3-1 1 0,1 0-1 0,2-1 2 16,3-2 3-16,1 1 5 0,2-2 1 0,3 1-2 0,2-3-4 16,0 1 1-16,1-2 0 0,1-2-1 0,0 1-1 0,2-1 0 0,0-1-1 15,2-2 1-15,-1 0 6 0,1-3-2 0,-1-3-3 0,1 0 0 0,-1-2 1 16,-1-1-1-16,2-1 3 0,0 0 1 0,1-3-2 0,-1 0-1 16,0 0 3-16,2-2 1 0,0 0 1 0,1-2-3 0,0 2-3 0,0-2 0 15,1 0-3-15,1 0 0 0,0-1-12 0,1-1-30 0,1 1-37 16,1-2-49-16,1 0-47 0,1 0-25 0,0 0-14 0,-1 0 5 0,3-1 8 15,-2 0 17-15,5-1-138 0</inkml:trace>
  <inkml:trace contextRef="#ctx0" brushRef="#br0" timeOffset="6304.66">7141 7310 232 0,'-8'-6'27'0,"1"1"1"0,-2 0 0 0,3 0-2 15,2 0-2-15,2 1-7 0,-1 0-6 0,1-1-5 0,-1 2-2 16,0-1-4-16,0 1-8 0,-1 1-5 0,-1 0-8 0,-1 1-3 0,0 0 1 16,-1 1 5-16,-2 1 3 0,0 0 4 0,1 1 4 0,-2 0 4 15,-2 1 0-15,0 1 3 0,-2-1 0 0,2 2 3 0,-1 0 4 0,0 0 2 16,0 1 5-16,-2-1 4 0,2 1 2 0,0 2 4 0,1-1 1 0,1 1-1 15,1 0-1-15,2-1-4 0,0 1-4 0,1-1-5 0,3 0-3 16,1 1 0-16,1 0 2 0,3 1 1 0,0 0 4 0,2 2 0 0,1 0 2 16,1 1 2-16,0 1-2 0,2-1 0 0,-1 1-4 0,1-1-1 0,3 1 2 15,0-1 0-15,2-1 5 0,0 1 1 0,1-1 1 0,1-2 3 16,1 1-5-16,0-2-1 0,1 0 1 0,1 0-2 0,1 1 6 0,0-1-2 16,-1 0 4-16,2-1 0 0,-1 0-1 0,0-1 4 0,2-2-3 15,2 0 2-15,1-1 0 0,2-1-3 0,-1-1-3 0,1 0-4 0,1 0 0 16,-1-2-3-16,3 0 1 0,-1-1-2 0,3-1 1 0,-1 0-2 0,1-1 0 15,-1 0-6-15,1-1-3 0,-2 1 1 0,0-2 1 0,0 0 3 16,-1 0 1-16,0-1 4 0,-2 0-1 0,-1 1 8 0,-2-2 3 0,0 0 2 16,-1-1 2-16,-2-2-1 0,2-1 5 0,-2-2-1 0,-1 0 1 0,-2-2-1 15,-1 0-5-15,1-3 1 0,-2-1-2 0,-1 1-1 0,-1-2-1 16,-2 0-4-16,0 1 1 0,-3-2-6 0,1 0-1 0,-3 0 1 0,0-1-6 16,-2-2 4-16,-1 2-2 0,-2-1 1 0,-2 1-2 0,-1 1 2 15,-1-1-1-15,-2 1-2 0,-1-2 3 0,-2 1 2 0,-1 1-9 0,-1 0 4 16,-2 0-1-16,0 0-1 0,-3 1 7 0,0 0 0 0,0 0-2 0,-1-2-2 15,-2 2 0-15,0-1 1 0,1 0 0 0,-1 2-2 0,1-1 0 16,-1 1 0-16,2 2-1 0,-1-1 2 0,-1 1-3 0,1 2 2 0,-1 0-2 16,1 0 2-16,0 3-1 0,1 1 3 0,-1-1-3 0,-1 3 1 0,1 0 3 15,-2 3-5-15,0 1 3 0,0 2-3 0,-3 1-3 0,-1 2-1 16,-1 2-1-16,-3 3 1 0,1 1-3 0,-3 3 2 0,-1 1-3 0,-1 3 3 16,-1 2 1-16,-1 1-4 0,0 1 1 0,0 1 2 0,0 1-5 15,2 2 5-15,-1 2-3 0,0 0-4 0,-1 3 1 0,1 1-2 0,-1 2 1 16,1 2-4-16,0 1-15 0,0 2-2 0,1 0-10 0,2 2-7 0,0 2-18 15,5 0-72-15,1 0-51 0,4-1-62 0,2 2-38 0,0-1-245 16</inkml:trace>
  <inkml:trace contextRef="#ctx0" brushRef="#br0" timeOffset="24437.65">13800 9007 40 0,'-1'1'23'0,"0"0"-14"15,1 1-7-15,1 0 0 0,0 0-1 0,1-1 1 0,1 1 1 16,-1-1 1-16,1 0 1 0,0 1 1 0,-2-1 1 0,2 0 2 0,0 0 2 16,1 1 1-16,0 0 1 0,1 0 0 0,-1 0-1 0,1-1 1 15,-1 1 0-15,0-1 0 0,1 1-2 0,0 1 3 0,0-1 1 0,1 0 3 16,-1 2 0-16,2-2 1 0,-1 1-2 0,2 0 3 0,1-1 3 0,1 0 1 16,1 0 4-16,-1 0 0 0,3 0 2 0,0 0 7 0,3 0 1 15,0-1 4-15,2 1 5 0,4-1-5 0,0 0-3 0,3-1-3 0,1 1-6 16,-1-1-1-16,1 0-4 0,0 1-4 0,4-2-4 0,0-1-1 15,2 1-3-15,1-2 0 0,0-1-3 0,0 1-3 0,1-1 3 0,-1-1-3 16,3-1 6-16,0 0 3 0,-1-2 1 0,3 0 4 0,-2-1 1 0,4 0 1 16,-1 1 3-16,1-2-4 0,1 1-1 0,-2 0-4 0,1 0-7 15,1-1 0-15,1 1-2 0,0 2-3 0,0-3 4 0,-1 2-9 0,1-2 1 16,0 0 1-16,-1 0-2 0,-1 0 5 0,1 1 7 0,-2-1-1 0,0-1 4 16,0-2 2-16,-3-1-5 0,0 1 3 0,0-2 2 0,-2 0 4 15,2-1 2-15,-4 0 5 0,1-1 0 0,-2 0 0 0,-2 1 2 0,-1 0-3 16,0 0-1-16,-1-1-4 0,-1 0 0 0,-1-1-5 0,0-1-2 0,-2 0 0 15,-1-2-4-15,2-1 2 0,-2 0-5 0,-1 0-3 0,0 0 5 16,-2 2-9-16,-3-1 4 0,0 0 2 0,-1 0-7 0,-3 0 3 0,-2 0 0 16,-1 0 1-16,-1 0-3 0,0-2 3 0,-3 3 4 0,0-1 2 15,-2 0 4-15,-2 0-5 0,-1-2-2 0,-1 0-3 0,-2 0-2 0,-1 0 6 16,-1 1-4-16,0-1 1 0,-2 1-1 0,0 1-1 0,-2-2-1 16,-1 0-2-16,-3 0-2 0,-1-1 2 0,-1 1-3 0,0 0-1 0,-3 1 4 15,-2 3-8-15,-2-2 3 0,0 1-1 0,-2 2-6 0,0-1 2 0,-1 0-6 16,-2 4 6-16,1-1 2 0,-1 1 0 0,0 2 8 0,-1 1-3 0,2 1-3 15,-2 1-1-15,1 0-2 0,-2 1 4 0,2 2 1 0,-1 0 10 16,0 2-3-16,2-1 3 0,0 2 1 0,1-2-6 0,0 1 1 0,1 0-3 16,-1 1 0-16,-1 0 0 0,1 0-2 0,-1-1 6 0,1 1-5 15,-1 0 1-15,1 2 0 0,-1 0-2 0,-1 0-1 0,-1 2 3 0,-2-1 0 16,0 2-4-16,-1 1 1 0,-1 1-2 0,-3 1-3 0,0 1 0 0,-3 1-1 16,-1 2 1-16,-1 0 1 0,-1 0-3 0,-2 0 3 0,-2 0 1 15,2 1 3-15,-1 1 5 0,2 1 0 0,2 1-2 0,0-2 2 0,0-1 2 16,4 2 1-16,-2-1 4 0,2 1-4 0,0 0 5 0,2-1-2 0,0 3-3 15,2 0 2-15,0 1 0 0,1 1-1 0,0 0 0 0,-2 0 4 16,2 1-1-16,-1 0 1 0,2 1 5 0,0 2-5 0,0 1 1 16,-1 0-1-16,2 1-2 0,-1 0 2 0,3-1-2 15,0 0 2-15,2 0-3 0,2-2 1 0,1 1 2 0,1-1-4 0,2 0 2 0,1 2-5 0,1 0-2 16,2-1-1-16,1 1 1 0,0 1 1 0,1-2-3 0,2 0-1 0,1 2-3 16,0-1-1-16,1-1 6 0,-1 2 2 0,2-2 4 0,-1 0-3 15,3 1 0-15,-1-1 2 0,1-1-4 0,0 1 5 0,1-1 2 0,0 0-3 16,1 1 0-16,0 1-3 0,0 1 1 0,0 0 3 0,0 1-3 0,1-2 5 15,0 1-3-15,0 0-1 0,2-1-1 0,0 0 1 0,1 0 1 16,1-2 1-16,2 1 1 0,2 1-2 0,0-2-2 0,2 1 2 0,2-1-2 16,0 1 2-16,2-3 1 0,-1 0-9 0,3 0 3 0,1-1-7 15,0-2 1-15,0 2 16 0,0-1-5 0,2 0 6 0,1-2-4 0,1 1-4 16,0 0 3-16,1-1-1 0,1 0 3 0,0-1-2 0,1 0-5 0,1-1 3 16,1-1-5-16,1-1 5 0,1-1 3 0,2 0-1 0,1-2 0 15,1 0 1-15,1-2-3 0,0 1 2 0,1-2 0 0,1 0 1 0,2-1-3 16,0-1-1-16,-1-1-2 0,0 0 2 0,-1-1 2 0,2-1-1 0,-1-1 1 15,1 0-2-15,-1 0 0 0,0-1 2 0,-1-1-1 0,-1 0-2 16,0-2 5-16,0 0-2 0,1 0 1 0,-2-2-2 0,1 2 0 0,-3-1-3 16,1 0 0-16,1-1 1 0,0 1 2 0,-1 0 0 0,-1 1-2 15,-2 1-1-15,-2-2-1 0,1 0 1 0,-1 1-4 0,0 1 4 0,0-1-5 16,-1 1 3-16,0 0 2 0,0 1-2 0,-3 0 0 0,-1 1 4 0,1 1 1 16,-3 0 1-16,1 0 6 0,-1 0-6 0,-2 0-7 0,0-1 5 15,-1 0-8-15,0 0 3 0,-1 0 6 0,0 0-6 0,0 0 6 0,-1 2 0 16,-1-1-4-16,0 0-1 0,-3 1-10 0,2-1-25 0,-1 1-25 0,0 0-36 15,0 0-45-15,0 0-53 0,1 1-57 0,-1 1-73 0,2 1-12 16,1 1-82-16</inkml:trace>
  <inkml:trace contextRef="#ctx0" brushRef="#br0" timeOffset="33387.12">9279 10273 169 0,'-6'-5'36'15,"3"2"19"-15,-1-2 1 0,3 3-5 0,1 0-12 0,0 2-8 0,2 1-7 16,0-1 1-16,1 2 0 0,1 0-1 0,-1 0-4 0,4 2-5 16,-1 1-2-16,0 0-7 0,1 0 0 0,1-1 0 0,2 0-4 0,1 0 1 15,1-1 1-15,1-1-1 0,1-1 1 0,2-1 1 0,2-1-1 0,-1-1-1 16,3-1 3-16,2 0-1 0,0-1-1 0,3-2 2 0,-1 0 2 16,0 0 4-16,-1 0 0 0,1 0 4 0,3 1 1 0,-1 0 1 0,0 1 2 15,0 1 2-15,-3 0-1 0,1 1-1 0,0 0-3 0,0 1-3 0,1 1-3 16,1 1 2-16,2 1-4 0,0 0 0 0,1 2-6 0,-1 0-2 15,3 1 0-15,-1 1-1 0,4 0 3 0,-1 1-1 0,3 0 1 0,-2 0-2 16,2-1 2-16,-1 1 1 0,0 0-2 0,1-1-1 0,0 0 0 16,-1 0 1-16,-1-1 1 0,2 0 1 0,-1 0 0 0,0-1-2 0,2 0-4 15,-2-1 0-15,1-1 1 0,-1 0 1 0,2 0 6 0,-2-1-1 0,0-1-2 16,1-1 1-16,-1 1-3 0,0-1 0 0,-1 0 2 0,0 0-2 16,0 0 4-16,-2-1-1 0,-1 1 0 0,-1-1-1 0,0 1-4 0,0 1 3 15,1-1 0-15,-3 1 0 0,2 0-4 0,-1 1 1 0,-1 0 0 0,0 0 1 16,-1 1 5-16,1 0-3 0,-1 2 5 0,0 0 1 0,0 0-3 15,-1 1 4-15,-1 1-2 0,1 0-3 0,0 2 3 0,-1 1 1 0,-1 1 0 16,-2 0-2-16,1 2 0 0,-2-1-4 0,0 0 3 0,1-1-2 16,1-1 3-16,0-2 0 0,2 0-4 0,0-1 4 0,1 0-2 0,2-1-8 15,-2-1 3-15,2-1-3 0,-1-1 2 0,2-1 7 0,0-1 1 0,2-1-5 16,-2-1-1-16,1 0-2 0,-3 0 2 0,2-1 3 0,0-1-1 16,-1 0 0-16,0 0 0 0,-3 0 1 0,-1 0 0 0,-2 1 1 0,1-1 1 15,-1 3-3-15,-1-2 5 0,0 1-1 0,-1 0 0 0,-1 0 4 0,0 1-2 16,1 0-2-16,-2 0-1 0,1 1-1 0,1 0-3 0,0 0 0 15,1 0 0-15,1 0-3 0,0 1 3 0,2-1 0 0,1 0-2 0,-1 0 0 16,1 0 0-16,-2 0 1 0,2 0-1 0,1 0 2 0,0-2-4 16,0 1 2-16,-2 0 0 0,1 0 0 0,-2 0 4 0,1 0-3 0,0-1-1 15,0 1 1-15,1 0 0 0,0-2 0 0,1 1 1 0,1 0-4 0,-1-1-2 16,1 1 3-16,-1 0 0 0,-1 0 2 0,0 0-2 0,0 0 1 16,0 1 2-16,0 0-1 0,1 1 4 0,-1-1-2 0,0 1 1 0,0 1-4 15,-1-1 4-15,2 1-3 0,-1 1-3 0,1-1 6 0,0 1-6 0,-2 1 3 16,1-1 3-16,1-1-1 0,1-1 1 0,-1 0-2 0,2-1 1 15,0-1 2-15,-1-1 1 0,1 0 2 0,-1-1 0 0,1 0-2 0,-2-1 5 16,0-1-2-16,-1 1 2 0,1-2 3 0,0 1-2 0,-1 0 2 16,0 0-1-16,-2 1 0 0,0 0 1 0,1 0 1 0,-1 1 0 0,1-1 1 15,-2 1-1-15,1 1 1 0,0 0-1 0,-2 1 0 0,2 0-4 0,1-1-2 16,-1 2-1-16,2-1-1 0,-1 2 1 0,2-1-3 0,-1 2-2 16,0-1-3-16,0 0 1 0,0 1 5 0,0-2 0 0,0 1-1 0,0-1 4 15,1 1-5-15,1 0 3 0,-1 0 4 0,-1-1-4 0,1 0 3 0,0 0 0 16,0 0 2-16,0 0 3 0,-2-1-1 0,0 0 0 0,-1 1-1 15,-3 0-3-15,1-1 3 0,-1 2-2 0,-2-1-1 0,2 0 0 0,-2 1-3 16,-1 1 0-16,-1 0-2 0,0 0-1 0,-2 0-6 0,-1 0 2 16,1 1 2-16,-2 0-1 0,-2-1 0 0,0 2 2 0,-2-2-5 0,-3 1-1 15,1 1 2-15,-1 0-5 0,-2 1 0 0,1-2-1 0,-2 2-3 0,-1 1-4 16,0-1-2-16,-1 2-11 0,0 1-15 0,-1 0-39 0,-1 2-52 16,0 1-77-16,-2 1-90 0,0 4-148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86466-83D7-4767-4BF5-3542B7C4B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24017D-DBFB-A5B3-0470-B7690F852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F892D-B6C3-9830-2BC9-F291C68AF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7130-D103-46DC-BA4C-4A30F4B435D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393C2-D2D8-9D70-202A-26CF257AA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881C6-57DC-882A-0902-497A062AF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EAE64-6540-4096-83A2-E5FA7EDE0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48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4E1D3-02B0-FE4F-8992-94F2E6B8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E8337-EF5F-5BCA-D363-FAEAC2814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B619C-6A93-9737-03BE-E7B860A2A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7130-D103-46DC-BA4C-4A30F4B435D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6D49B-AFC9-0F3E-3623-08CAB19C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09628-FA79-3B01-759C-4EEED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EAE64-6540-4096-83A2-E5FA7EDE0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00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2B8F6-9CE2-9886-94A4-9D468070E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73B09-FF7C-D92D-90A4-FCC025BF5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48915-2ECD-5C04-F926-D87EFF147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7130-D103-46DC-BA4C-4A30F4B435D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8FADE-85C1-4EC4-8F09-88EEFC5FB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F8F6C-AC8B-2608-8281-6E7DE15C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EAE64-6540-4096-83A2-E5FA7EDE0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61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D405-8FA9-0852-A845-F0A967ED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93806-5285-055B-0A78-7648D751FA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8AE40-E711-1183-9C58-93B58088C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2F47F-6FD4-F058-A47F-679F7CF39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7130-D103-46DC-BA4C-4A30F4B435D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FA573-B014-70B1-9ACC-08351CDD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28D9B-7986-C201-2719-82C65E0F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EAE64-6540-4096-83A2-E5FA7EDE0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2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953D6-6C5D-F018-0029-CA7E079AB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1FA4C-4061-D720-B670-8524D3FDA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A8647-BE1B-4ED9-5E70-36B0F1288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FE7D4-082C-76C6-7A07-4B2DE7703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DA4D68-D1AB-DBEA-7FD7-ED6824F033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19DBEF-360D-B4E1-85FA-FD5D2A426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7130-D103-46DC-BA4C-4A30F4B435D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A00D1-0ED6-1067-B879-A9BCA236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E2CBD-F361-64C5-D003-782A2584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EAE64-6540-4096-83A2-E5FA7EDE0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9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F4838-DDBD-B621-38D4-6A9FCE84F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28CD86-720E-F0A7-AA04-17FDFAC8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7130-D103-46DC-BA4C-4A30F4B435D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B943EC-48A0-AAE2-9D70-F06477989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AEF9D-5102-81DD-6C23-BC05902F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EAE64-6540-4096-83A2-E5FA7EDE0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71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F5AD35-8050-C72D-2E2A-B8D560954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7130-D103-46DC-BA4C-4A30F4B435D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2E1A34-6698-4516-87F0-831C1285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5C9C7-057D-58CA-82F7-E25783A63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EAE64-6540-4096-83A2-E5FA7EDE0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7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46C41-4C58-7BF7-82A0-47FE446C3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44F68-5F0C-5AF3-EDC9-5D3C68D53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1F15A-E949-1E7D-9BF2-70EF4CC55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FBEE7-E4FD-A088-C6CD-11E7F595F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7130-D103-46DC-BA4C-4A30F4B435D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87874-D8BC-D347-13E9-929223B0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042D3-FDA8-6F6B-5A26-D244CE042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EAE64-6540-4096-83A2-E5FA7EDE0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82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B3D3D-5E05-1528-51D9-B96E4AC30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F07BF2-B02C-280E-4424-A07D2E1A93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C26EF-9EA9-DDEE-E543-1891A9249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D4A97-36DB-9028-33DA-4AE8D44E0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7130-D103-46DC-BA4C-4A30F4B435D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52FD1-86E6-1F19-885A-E9FCFAE9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8389E-BAA6-079A-D780-90D59340B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EAE64-6540-4096-83A2-E5FA7EDE0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45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D214-C345-8EB3-81C3-C822522CA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14E30-3D07-B3BB-0D79-44A22675E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EEC0D-C5EA-079A-8557-EA57CC4A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7130-D103-46DC-BA4C-4A30F4B435D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AEBC4-EE98-4465-7180-D5D9363A5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0E815-F451-B75B-170C-B2D51A93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EAE64-6540-4096-83A2-E5FA7EDE0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0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C46E4-DBA8-3DFA-9CB7-C55ABFD02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7B8E9-EFB0-834B-E3DA-F582AD19E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29E92-6DD2-2EF0-D82B-843410B06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7130-D103-46DC-BA4C-4A30F4B435D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54B62-0A84-A5F9-87E4-3DBF2DE8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105A6-35E7-7464-1E53-97193428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EAE64-6540-4096-83A2-E5FA7EDE0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08A5C7-78BD-8A2A-D902-1E6A85E9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060EB-CB26-7256-41AA-40C63DD40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19B2F-590B-90BB-61FC-60C95273FE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E7130-D103-46DC-BA4C-4A30F4B435D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A5B61-16D2-9E92-5ED7-6156C3F80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518AD-49E1-B72F-A389-BF6FE1CEE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EAE64-6540-4096-83A2-E5FA7EDE0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6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8DB9D-D205-67E0-2D5F-F9D092AA92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Building(11-dars)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91A26-1A7E-9FCC-D112-BE5A24CA5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30366"/>
            <a:ext cx="9144000" cy="627434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4097983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7595E-2394-DB8A-99BE-F0A12D8C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32E8-91EF-04F9-4CC2-64128D585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6261E-75E7-F7EE-90EF-216C7D8D6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/>
              <a:t>Model Improve </a:t>
            </a:r>
            <a:r>
              <a:rPr lang="en-US" dirty="0" err="1"/>
              <a:t>yo’llari</a:t>
            </a:r>
            <a:endParaRPr lang="en-US" dirty="0"/>
          </a:p>
          <a:p>
            <a:r>
              <a:rPr lang="en-US" dirty="0"/>
              <a:t>Ensemble Methods</a:t>
            </a:r>
          </a:p>
          <a:p>
            <a:r>
              <a:rPr lang="en-US" dirty="0"/>
              <a:t>Ensemble Methods: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o’rgandik</a:t>
            </a:r>
            <a:endParaRPr lang="en-US" dirty="0"/>
          </a:p>
          <a:p>
            <a:r>
              <a:rPr lang="en-US" dirty="0"/>
              <a:t>Project (12-dars)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2AE4A6-D56F-0C3E-9D14-C0CCD61E6B46}"/>
                  </a:ext>
                </a:extLst>
              </p14:cNvPr>
              <p14:cNvContentPartPr/>
              <p14:nvPr/>
            </p14:nvContentPartPr>
            <p14:xfrm>
              <a:off x="706320" y="1626480"/>
              <a:ext cx="4738320" cy="3979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A2AE4A6-D56F-0C3E-9D14-C0CCD61E6B4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6960" y="1617120"/>
                <a:ext cx="4757040" cy="399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2174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6961E-36D0-8634-4718-5ADBEC80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CEE5C-6101-4751-767A-D7BA11CAB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/>
              <a:t>Model Improvement  review?</a:t>
            </a:r>
          </a:p>
          <a:p>
            <a:r>
              <a:rPr lang="en-US" dirty="0"/>
              <a:t>Feature Selection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uning</a:t>
            </a:r>
            <a:r>
              <a:rPr lang="en-US" dirty="0"/>
              <a:t> </a:t>
            </a:r>
            <a:r>
              <a:rPr lang="en-US" dirty="0" err="1"/>
              <a:t>turlari</a:t>
            </a:r>
            <a:endParaRPr lang="en-US" dirty="0"/>
          </a:p>
          <a:p>
            <a:r>
              <a:rPr lang="en-US" dirty="0" err="1"/>
              <a:t>Amaliy</a:t>
            </a:r>
            <a:r>
              <a:rPr lang="en-US" dirty="0"/>
              <a:t>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bo’yicha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26CBDA1-4B8D-D3D3-4F30-BD43B53C2895}"/>
                  </a:ext>
                </a:extLst>
              </p14:cNvPr>
              <p14:cNvContentPartPr/>
              <p14:nvPr/>
            </p14:nvContentPartPr>
            <p14:xfrm>
              <a:off x="2298600" y="2831040"/>
              <a:ext cx="1387440" cy="578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26CBDA1-4B8D-D3D3-4F30-BD43B53C28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9240" y="2821680"/>
                <a:ext cx="1406160" cy="59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7753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70A4B-7A4A-07E4-30C4-0146ECE3E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F5050-EB84-DC07-EA40-4F7E2821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Model Improvement review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3407565-0E2C-98ED-097A-A173D3554C80}"/>
                  </a:ext>
                </a:extLst>
              </p14:cNvPr>
              <p14:cNvContentPartPr/>
              <p14:nvPr/>
            </p14:nvContentPartPr>
            <p14:xfrm>
              <a:off x="4125240" y="4208040"/>
              <a:ext cx="5530680" cy="2090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3407565-0E2C-98ED-097A-A173D3554C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15880" y="4198680"/>
                <a:ext cx="5549400" cy="210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9849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9A0D-38C9-9D6C-9EF7-513C9B208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 err="1"/>
              <a:t>Imrovement</a:t>
            </a:r>
            <a:r>
              <a:rPr lang="en-US" dirty="0"/>
              <a:t> </a:t>
            </a:r>
            <a:r>
              <a:rPr lang="en-US" dirty="0" err="1"/>
              <a:t>yo’llari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A6684-BB56-29CC-E9E3-E39BC0334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Data Quality and </a:t>
            </a:r>
            <a:r>
              <a:rPr lang="en-US" dirty="0" err="1"/>
              <a:t>Quantaty</a:t>
            </a:r>
            <a:endParaRPr lang="en-US" dirty="0"/>
          </a:p>
          <a:p>
            <a:pPr lvl="1"/>
            <a:r>
              <a:rPr lang="en-US" dirty="0" err="1"/>
              <a:t>Ko’proq</a:t>
            </a:r>
            <a:r>
              <a:rPr lang="en-US" dirty="0"/>
              <a:t> dataset collection</a:t>
            </a:r>
          </a:p>
          <a:p>
            <a:pPr lvl="1"/>
            <a:r>
              <a:rPr lang="en-US" dirty="0" err="1"/>
              <a:t>Datasetni</a:t>
            </a:r>
            <a:r>
              <a:rPr lang="en-US" dirty="0"/>
              <a:t> </a:t>
            </a:r>
            <a:r>
              <a:rPr lang="en-US" dirty="0" err="1"/>
              <a:t>tozalang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Feature Engineering</a:t>
            </a:r>
          </a:p>
          <a:p>
            <a:pPr lvl="1"/>
            <a:r>
              <a:rPr lang="en-US" dirty="0"/>
              <a:t>Yangi </a:t>
            </a:r>
            <a:r>
              <a:rPr lang="en-US" dirty="0" err="1"/>
              <a:t>Featurelar</a:t>
            </a:r>
            <a:r>
              <a:rPr lang="en-US" dirty="0"/>
              <a:t> </a:t>
            </a:r>
            <a:r>
              <a:rPr lang="en-US" dirty="0" err="1"/>
              <a:t>yarating</a:t>
            </a:r>
            <a:endParaRPr lang="en-US" dirty="0"/>
          </a:p>
          <a:p>
            <a:pPr lvl="1"/>
            <a:r>
              <a:rPr lang="en-US" dirty="0"/>
              <a:t>Transform features</a:t>
            </a:r>
          </a:p>
          <a:p>
            <a:pPr lvl="1"/>
            <a:r>
              <a:rPr lang="en-US" dirty="0"/>
              <a:t>Domain knowledge</a:t>
            </a:r>
          </a:p>
          <a:p>
            <a:pPr lvl="1"/>
            <a:r>
              <a:rPr lang="en-US" dirty="0"/>
              <a:t>Feature Selection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Scaling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Turli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algorithmlar</a:t>
            </a:r>
            <a:r>
              <a:rPr lang="en-US" dirty="0"/>
              <a:t> bn </a:t>
            </a:r>
            <a:r>
              <a:rPr lang="en-US" dirty="0" err="1"/>
              <a:t>tekshiri</a:t>
            </a:r>
            <a:endParaRPr lang="en-US" dirty="0"/>
          </a:p>
          <a:p>
            <a:pPr lvl="1"/>
            <a:r>
              <a:rPr lang="en-US" dirty="0"/>
              <a:t>Bazi </a:t>
            </a:r>
            <a:r>
              <a:rPr lang="en-US" dirty="0" err="1"/>
              <a:t>xollarda</a:t>
            </a:r>
            <a:r>
              <a:rPr lang="en-US" dirty="0"/>
              <a:t> </a:t>
            </a:r>
            <a:r>
              <a:rPr lang="en-US" dirty="0" err="1"/>
              <a:t>sodaroq</a:t>
            </a:r>
            <a:r>
              <a:rPr lang="en-US" dirty="0"/>
              <a:t> </a:t>
            </a:r>
            <a:r>
              <a:rPr lang="en-US" dirty="0" err="1"/>
              <a:t>algorithmlar</a:t>
            </a:r>
            <a:r>
              <a:rPr lang="en-US" dirty="0"/>
              <a:t> </a:t>
            </a:r>
            <a:r>
              <a:rPr lang="en-US" dirty="0" err="1"/>
              <a:t>xam</a:t>
            </a:r>
            <a:r>
              <a:rPr lang="en-US" dirty="0"/>
              <a:t> </a:t>
            </a:r>
            <a:r>
              <a:rPr lang="en-US" dirty="0" err="1"/>
              <a:t>yuqori</a:t>
            </a:r>
            <a:r>
              <a:rPr lang="en-US" dirty="0"/>
              <a:t> </a:t>
            </a:r>
            <a:r>
              <a:rPr lang="en-US" dirty="0" err="1"/>
              <a:t>natija</a:t>
            </a:r>
            <a:r>
              <a:rPr lang="en-US" dirty="0"/>
              <a:t> </a:t>
            </a:r>
            <a:r>
              <a:rPr lang="en-US" dirty="0" err="1"/>
              <a:t>beradi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Hyperparametr</a:t>
            </a:r>
            <a:r>
              <a:rPr lang="en-US" dirty="0"/>
              <a:t> tuning</a:t>
            </a:r>
          </a:p>
          <a:p>
            <a:pPr lvl="1"/>
            <a:r>
              <a:rPr lang="en-US" dirty="0" err="1"/>
              <a:t>Bizning</a:t>
            </a:r>
            <a:r>
              <a:rPr lang="en-US" dirty="0"/>
              <a:t> algorithm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datasetga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paramaterlarni</a:t>
            </a:r>
            <a:r>
              <a:rPr lang="en-US" dirty="0"/>
              <a:t> </a:t>
            </a:r>
            <a:r>
              <a:rPr lang="en-US" dirty="0" err="1"/>
              <a:t>topish</a:t>
            </a:r>
            <a:r>
              <a:rPr lang="en-US" dirty="0"/>
              <a:t> </a:t>
            </a:r>
            <a:r>
              <a:rPr lang="en-US" dirty="0" err="1"/>
              <a:t>jarayoni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Cross validation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Regulararization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Ensemble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Handling </a:t>
            </a:r>
            <a:r>
              <a:rPr lang="en-US" dirty="0" err="1"/>
              <a:t>Imbanced</a:t>
            </a:r>
            <a:r>
              <a:rPr lang="en-US" dirty="0"/>
              <a:t> Dataset (Classification)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CE31FF4-F298-586B-F627-982A03E1931D}"/>
                  </a:ext>
                </a:extLst>
              </p14:cNvPr>
              <p14:cNvContentPartPr/>
              <p14:nvPr/>
            </p14:nvContentPartPr>
            <p14:xfrm>
              <a:off x="681120" y="1166400"/>
              <a:ext cx="6395400" cy="5026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CE31FF4-F298-586B-F627-982A03E193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1760" y="1157040"/>
                <a:ext cx="6414120" cy="504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1346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B9F9B-AD8B-CD0B-E93D-11694241C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9B5E-9555-1C85-B317-BDB34D701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Ensemble Methods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708581A-7DCA-FDAA-499E-E7D92146B08B}"/>
                  </a:ext>
                </a:extLst>
              </p14:cNvPr>
              <p14:cNvContentPartPr/>
              <p14:nvPr/>
            </p14:nvContentPartPr>
            <p14:xfrm>
              <a:off x="3587760" y="2886840"/>
              <a:ext cx="2519640" cy="1373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708581A-7DCA-FDAA-499E-E7D92146B0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78400" y="2877480"/>
                <a:ext cx="2538360" cy="139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5092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DD147-57FB-B0C6-17FE-9ECFF887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893C-3813-E56E-D7E0-F8DFAC954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ML technique</a:t>
            </a:r>
          </a:p>
          <a:p>
            <a:r>
              <a:rPr lang="en-US" dirty="0"/>
              <a:t>Bir </a:t>
            </a:r>
            <a:r>
              <a:rPr lang="en-US" dirty="0" err="1"/>
              <a:t>nechta</a:t>
            </a:r>
            <a:r>
              <a:rPr lang="en-US" dirty="0"/>
              <a:t> </a:t>
            </a:r>
            <a:r>
              <a:rPr lang="en-US" dirty="0" err="1"/>
              <a:t>kuchsiz</a:t>
            </a:r>
            <a:r>
              <a:rPr lang="en-US" dirty="0"/>
              <a:t> </a:t>
            </a:r>
            <a:r>
              <a:rPr lang="en-US" dirty="0" err="1"/>
              <a:t>modellarni</a:t>
            </a:r>
            <a:r>
              <a:rPr lang="en-US" dirty="0"/>
              <a:t> </a:t>
            </a:r>
            <a:r>
              <a:rPr lang="en-US" dirty="0" err="1"/>
              <a:t>birlashtirish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modelni</a:t>
            </a:r>
            <a:r>
              <a:rPr lang="en-US" dirty="0"/>
              <a:t> </a:t>
            </a:r>
            <a:r>
              <a:rPr lang="en-US" dirty="0" err="1"/>
              <a:t>rivojlantirish</a:t>
            </a:r>
            <a:endParaRPr lang="en-US" dirty="0"/>
          </a:p>
          <a:p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: </a:t>
            </a:r>
            <a:r>
              <a:rPr lang="en-US" dirty="0" err="1"/>
              <a:t>Ko’plab</a:t>
            </a:r>
            <a:r>
              <a:rPr lang="en-US" dirty="0"/>
              <a:t> </a:t>
            </a:r>
            <a:r>
              <a:rPr lang="en-US" dirty="0" err="1"/>
              <a:t>kuchsiz</a:t>
            </a:r>
            <a:r>
              <a:rPr lang="en-US" dirty="0"/>
              <a:t>  algorithms </a:t>
            </a:r>
            <a:r>
              <a:rPr lang="en-US" dirty="0" err="1"/>
              <a:t>kuchli</a:t>
            </a:r>
            <a:r>
              <a:rPr lang="en-US" dirty="0"/>
              <a:t> model </a:t>
            </a:r>
            <a:r>
              <a:rPr lang="en-US" dirty="0" err="1"/>
              <a:t>xosil</a:t>
            </a:r>
            <a:r>
              <a:rPr lang="en-US" dirty="0"/>
              <a:t> </a:t>
            </a:r>
            <a:r>
              <a:rPr lang="en-US" dirty="0" err="1"/>
              <a:t>qiladi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1F40483-24AC-406C-A48E-890E591F776E}"/>
                  </a:ext>
                </a:extLst>
              </p14:cNvPr>
              <p14:cNvContentPartPr/>
              <p14:nvPr/>
            </p14:nvContentPartPr>
            <p14:xfrm>
              <a:off x="919080" y="846360"/>
              <a:ext cx="10249560" cy="3300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1F40483-24AC-406C-A48E-890E591F77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9720" y="837000"/>
                <a:ext cx="10268280" cy="331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9250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9A77F-5C7F-0400-6AA7-F732F1D1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76A15-49D3-7680-8431-7FB118157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7D490-775D-073D-FEC4-87250E783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Nima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ishlatamiz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Reduce variance → handle overfitting (e.g., bagging).</a:t>
            </a:r>
          </a:p>
          <a:p>
            <a:pPr lvl="1"/>
            <a:r>
              <a:rPr lang="en-US" dirty="0"/>
              <a:t>Reduce bias → improve weak learners (e.g., boosting).</a:t>
            </a:r>
          </a:p>
          <a:p>
            <a:pPr lvl="1"/>
            <a:r>
              <a:rPr lang="en-US" dirty="0"/>
              <a:t>Improve accuracy → aggregate multiple perspectives.</a:t>
            </a:r>
          </a:p>
          <a:p>
            <a:pPr lvl="1"/>
            <a:r>
              <a:rPr lang="en-US" dirty="0"/>
              <a:t>Increase robustness → less sensitive to noise.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B20B749-3D9C-4C7D-D1E4-CC14D4F869FF}"/>
                  </a:ext>
                </a:extLst>
              </p14:cNvPr>
              <p14:cNvContentPartPr/>
              <p14:nvPr/>
            </p14:nvContentPartPr>
            <p14:xfrm>
              <a:off x="735120" y="883440"/>
              <a:ext cx="7578360" cy="3124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B20B749-3D9C-4C7D-D1E4-CC14D4F869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5760" y="874080"/>
                <a:ext cx="7597080" cy="314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3350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07E2F-2C2D-B8CC-6423-DB04F28DC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976BE-4C48-1AA9-8994-36A36932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Methods: </a:t>
            </a:r>
            <a:r>
              <a:rPr lang="en-US" dirty="0" err="1"/>
              <a:t>Turlari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34843-2B7B-FF7C-7488-31F3B0841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Bagging(</a:t>
            </a:r>
            <a:r>
              <a:rPr lang="en-US" dirty="0" err="1"/>
              <a:t>Boostraping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Boosting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Stacking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Voting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632C70-2BC4-F2CB-A500-04B517397CB0}"/>
                  </a:ext>
                </a:extLst>
              </p14:cNvPr>
              <p14:cNvContentPartPr/>
              <p14:nvPr/>
            </p14:nvContentPartPr>
            <p14:xfrm>
              <a:off x="645120" y="1531440"/>
              <a:ext cx="4614120" cy="2680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632C70-2BC4-F2CB-A500-04B517397C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760" y="1522080"/>
                <a:ext cx="4632840" cy="269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9593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74A60-AAA1-06FE-7E69-EA2E026F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B6E22-BF0C-E387-3F39-693E48D06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Methods: </a:t>
            </a:r>
            <a:r>
              <a:rPr lang="en-US" dirty="0" err="1"/>
              <a:t>Turlari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B1818-EEEC-8C2F-D511-C15588428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741" y="1825624"/>
            <a:ext cx="10515600" cy="4351338"/>
          </a:xfrm>
        </p:spPr>
        <p:txBody>
          <a:bodyPr/>
          <a:lstStyle/>
          <a:p>
            <a:r>
              <a:rPr lang="en-US" dirty="0"/>
              <a:t>Bagging(</a:t>
            </a:r>
            <a:r>
              <a:rPr lang="en-US" dirty="0" err="1"/>
              <a:t>Bootstraping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Train multiple</a:t>
            </a:r>
          </a:p>
          <a:p>
            <a:pPr lvl="1"/>
            <a:r>
              <a:rPr lang="en-US" dirty="0"/>
              <a:t>Result: Voting/avg</a:t>
            </a:r>
          </a:p>
          <a:p>
            <a:pPr lvl="1"/>
            <a:r>
              <a:rPr lang="en-US" dirty="0"/>
              <a:t>Algorithm: Random Forest</a:t>
            </a:r>
          </a:p>
          <a:p>
            <a:pPr lvl="1"/>
            <a:r>
              <a:rPr lang="en-US" dirty="0"/>
              <a:t>Bir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len</a:t>
            </a:r>
            <a:r>
              <a:rPr lang="en-US" dirty="0"/>
              <a:t>, </a:t>
            </a:r>
            <a:r>
              <a:rPr lang="en-US" dirty="0" err="1"/>
              <a:t>tushib</a:t>
            </a:r>
            <a:r>
              <a:rPr lang="en-US" dirty="0"/>
              <a:t> </a:t>
            </a:r>
            <a:r>
              <a:rPr lang="en-US" dirty="0" err="1"/>
              <a:t>qolish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 err="1"/>
              <a:t>qaytalanish</a:t>
            </a:r>
            <a:r>
              <a:rPr lang="en-US" dirty="0"/>
              <a:t> normal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8" name="Picture 4" descr="How to test machine learning models using bootstrapping in Python -  Thinking Neuron">
            <a:extLst>
              <a:ext uri="{FF2B5EF4-FFF2-40B4-BE49-F238E27FC236}">
                <a16:creationId xmlns:a16="http://schemas.microsoft.com/office/drawing/2014/main" id="{7169D1D9-635B-33F7-E74B-A1FAF0C1B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541" y="1320800"/>
            <a:ext cx="6099243" cy="517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Bootstrap Sampling? A Guide to Understand it Better">
            <a:extLst>
              <a:ext uri="{FF2B5EF4-FFF2-40B4-BE49-F238E27FC236}">
                <a16:creationId xmlns:a16="http://schemas.microsoft.com/office/drawing/2014/main" id="{9462FE14-58F4-46D2-1B77-D5646B864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429" y="4596015"/>
            <a:ext cx="340042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0096653-517F-6DA3-6F89-61FB694891EC}"/>
                  </a:ext>
                </a:extLst>
              </p14:cNvPr>
              <p14:cNvContentPartPr/>
              <p14:nvPr/>
            </p14:nvContentPartPr>
            <p14:xfrm>
              <a:off x="543600" y="52200"/>
              <a:ext cx="11649600" cy="6660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0096653-517F-6DA3-6F89-61FB694891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4240" y="42840"/>
                <a:ext cx="11668320" cy="667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0322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58CF0-7863-826E-A259-7D2562B7E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8D6E2-D50D-A9E2-5937-1C972B03D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Methods: </a:t>
            </a:r>
            <a:r>
              <a:rPr lang="en-US" dirty="0" err="1"/>
              <a:t>Turlari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20797-31E5-ABDF-BE80-412F0F89F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741" y="1825624"/>
            <a:ext cx="10515600" cy="4351338"/>
          </a:xfrm>
        </p:spPr>
        <p:txBody>
          <a:bodyPr/>
          <a:lstStyle/>
          <a:p>
            <a:r>
              <a:rPr lang="en-US" dirty="0"/>
              <a:t>Boosting:</a:t>
            </a:r>
          </a:p>
          <a:p>
            <a:pPr lvl="1"/>
            <a:r>
              <a:rPr lang="en-US" dirty="0"/>
              <a:t>Train </a:t>
            </a:r>
            <a:r>
              <a:rPr lang="en-US" dirty="0" err="1"/>
              <a:t>ketma</a:t>
            </a:r>
            <a:r>
              <a:rPr lang="en-US" dirty="0"/>
              <a:t> </a:t>
            </a:r>
            <a:r>
              <a:rPr lang="en-US" dirty="0" err="1"/>
              <a:t>ket</a:t>
            </a:r>
            <a:endParaRPr lang="en-US" dirty="0"/>
          </a:p>
          <a:p>
            <a:pPr lvl="1"/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model </a:t>
            </a:r>
            <a:r>
              <a:rPr lang="en-US" dirty="0" err="1"/>
              <a:t>oldingisini</a:t>
            </a:r>
            <a:r>
              <a:rPr lang="en-US" dirty="0"/>
              <a:t> </a:t>
            </a:r>
            <a:r>
              <a:rPr lang="en-US" dirty="0" err="1"/>
              <a:t>togrilaydi</a:t>
            </a:r>
            <a:endParaRPr lang="en-US" dirty="0"/>
          </a:p>
          <a:p>
            <a:pPr lvl="1"/>
            <a:r>
              <a:rPr lang="en-US" dirty="0" err="1"/>
              <a:t>Yakuniy</a:t>
            </a:r>
            <a:r>
              <a:rPr lang="en-US" dirty="0"/>
              <a:t> model=sum(</a:t>
            </a:r>
            <a:r>
              <a:rPr lang="en-US" dirty="0" err="1"/>
              <a:t>kuchsiz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Algorithm: </a:t>
            </a:r>
            <a:r>
              <a:rPr lang="en-US" dirty="0" err="1"/>
              <a:t>GBM,Adaboost,XGB</a:t>
            </a:r>
            <a:endParaRPr lang="en-US" dirty="0"/>
          </a:p>
          <a:p>
            <a:pPr lvl="1"/>
            <a:r>
              <a:rPr lang="en-US" dirty="0"/>
              <a:t>Full dataset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 descr="Understanding Boosting in Machine Learning: A Comprehensive Guide | by  Brijesh Soni | Medium">
            <a:extLst>
              <a:ext uri="{FF2B5EF4-FFF2-40B4-BE49-F238E27FC236}">
                <a16:creationId xmlns:a16="http://schemas.microsoft.com/office/drawing/2014/main" id="{7782914D-7E77-1796-2507-2AD65C676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18701"/>
            <a:ext cx="6189061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644DB9-7DD7-4A39-2BE9-C414A8A36451}"/>
                  </a:ext>
                </a:extLst>
              </p14:cNvPr>
              <p14:cNvContentPartPr/>
              <p14:nvPr/>
            </p14:nvContentPartPr>
            <p14:xfrm>
              <a:off x="999000" y="1091520"/>
              <a:ext cx="10830960" cy="5319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644DB9-7DD7-4A39-2BE9-C414A8A364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9640" y="1082160"/>
                <a:ext cx="10849680" cy="533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4863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6ECE7-EB31-B800-CDAB-0848DF388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FEA90-639C-364C-E10A-2773FE97A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Ensemble Methods: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09848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E1890-99D0-2546-EFA5-87EC2B3A1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o’rgandik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ED5E1-DEAB-B30A-7056-8FEACA1E4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B3284-7CD3-61A7-3460-BB1E5CA836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Turli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algorithmlar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Ridge</a:t>
            </a:r>
          </a:p>
          <a:p>
            <a:pPr lvl="1"/>
            <a:r>
              <a:rPr lang="en-US" dirty="0"/>
              <a:t>Lasso</a:t>
            </a:r>
          </a:p>
          <a:p>
            <a:pPr lvl="1"/>
            <a:r>
              <a:rPr lang="en-US" dirty="0" err="1"/>
              <a:t>xGBoost</a:t>
            </a:r>
            <a:endParaRPr lang="en-US" dirty="0"/>
          </a:p>
          <a:p>
            <a:r>
              <a:rPr lang="en-US" dirty="0"/>
              <a:t>Feature Engineering</a:t>
            </a:r>
          </a:p>
          <a:p>
            <a:pPr lvl="1"/>
            <a:r>
              <a:rPr lang="en-US" dirty="0"/>
              <a:t>Yangi </a:t>
            </a:r>
            <a:r>
              <a:rPr lang="en-US" dirty="0" err="1"/>
              <a:t>featurelar</a:t>
            </a:r>
            <a:r>
              <a:rPr lang="en-US" dirty="0"/>
              <a:t> </a:t>
            </a:r>
            <a:r>
              <a:rPr lang="en-US" dirty="0" err="1"/>
              <a:t>yaratish</a:t>
            </a:r>
            <a:endParaRPr lang="en-US" dirty="0"/>
          </a:p>
          <a:p>
            <a:pPr lvl="1"/>
            <a:r>
              <a:rPr lang="en-US" dirty="0"/>
              <a:t>Feature transform</a:t>
            </a:r>
          </a:p>
          <a:p>
            <a:pPr lvl="1"/>
            <a:r>
              <a:rPr lang="en-US" dirty="0"/>
              <a:t>Feature selection</a:t>
            </a:r>
          </a:p>
          <a:p>
            <a:pPr lvl="1"/>
            <a:r>
              <a:rPr lang="en-US" dirty="0"/>
              <a:t>Ensemble methods</a:t>
            </a:r>
          </a:p>
          <a:p>
            <a:r>
              <a:rPr lang="en-US" dirty="0"/>
              <a:t>Bagging(</a:t>
            </a:r>
            <a:r>
              <a:rPr lang="en-US" dirty="0" err="1"/>
              <a:t>Bootstraping</a:t>
            </a:r>
            <a:r>
              <a:rPr lang="en-US" dirty="0"/>
              <a:t>)</a:t>
            </a:r>
          </a:p>
          <a:p>
            <a:r>
              <a:rPr lang="en-US"/>
              <a:t>Boosting</a:t>
            </a:r>
            <a:endParaRPr lang="en-US" dirty="0"/>
          </a:p>
          <a:p>
            <a:r>
              <a:rPr lang="en-US" dirty="0"/>
              <a:t>2 ta Project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4E825B-55C9-E78F-438E-2E28CEE88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1E5E93-5D9C-97C1-F568-857F53E2730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Built-in functions</a:t>
            </a:r>
          </a:p>
          <a:p>
            <a:r>
              <a:rPr lang="en-US" dirty="0"/>
              <a:t>Classes</a:t>
            </a:r>
          </a:p>
          <a:p>
            <a:r>
              <a:rPr lang="en-US" dirty="0"/>
              <a:t>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295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26FCA-A8E3-74A4-96A2-9A56E7186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0B5D9-5B70-5F1A-EF72-11CC019BE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Project (12-dars)</a:t>
            </a:r>
          </a:p>
        </p:txBody>
      </p:sp>
    </p:spTree>
    <p:extLst>
      <p:ext uri="{BB962C8B-B14F-4D97-AF65-F5344CB8AC3E}">
        <p14:creationId xmlns:p14="http://schemas.microsoft.com/office/powerpoint/2010/main" val="4074764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1AD8-7D78-5B93-A561-125B3117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(12-dars)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BF30F-FAF2-CC57-8BD5-992956781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xolati:15</a:t>
            </a:r>
          </a:p>
          <a:p>
            <a:r>
              <a:rPr lang="en-US" dirty="0" err="1"/>
              <a:t>Ximoya</a:t>
            </a:r>
            <a:r>
              <a:rPr lang="en-US" dirty="0"/>
              <a:t>: 35</a:t>
            </a:r>
          </a:p>
          <a:p>
            <a:r>
              <a:rPr lang="en-US" dirty="0" err="1"/>
              <a:t>Muddati</a:t>
            </a:r>
            <a:r>
              <a:rPr lang="en-US" dirty="0"/>
              <a:t>: Juma </a:t>
            </a:r>
            <a:r>
              <a:rPr lang="en-US" dirty="0" err="1"/>
              <a:t>kuni</a:t>
            </a:r>
            <a:r>
              <a:rPr lang="en-US" dirty="0"/>
              <a:t> </a:t>
            </a:r>
            <a:r>
              <a:rPr lang="en-US" dirty="0" err="1"/>
              <a:t>soat</a:t>
            </a:r>
            <a:r>
              <a:rPr lang="en-US" dirty="0"/>
              <a:t> 19:00</a:t>
            </a:r>
          </a:p>
          <a:p>
            <a:r>
              <a:rPr lang="en-US" dirty="0" err="1"/>
              <a:t>Ximoya</a:t>
            </a:r>
            <a:r>
              <a:rPr lang="en-US" dirty="0"/>
              <a:t> </a:t>
            </a:r>
            <a:r>
              <a:rPr lang="en-US" dirty="0" err="1"/>
              <a:t>kuni</a:t>
            </a:r>
            <a:r>
              <a:rPr lang="en-US" dirty="0"/>
              <a:t>: </a:t>
            </a:r>
            <a:r>
              <a:rPr lang="en-US" dirty="0" err="1"/>
              <a:t>Shanba</a:t>
            </a:r>
            <a:r>
              <a:rPr lang="en-US" dirty="0"/>
              <a:t> </a:t>
            </a:r>
            <a:r>
              <a:rPr lang="en-US" dirty="0" err="1"/>
              <a:t>soat</a:t>
            </a:r>
            <a:r>
              <a:rPr lang="en-US" dirty="0"/>
              <a:t> 19:15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3E2ED2-1CBF-C46F-0D3A-1062D3E2C4B2}"/>
                  </a:ext>
                </a:extLst>
              </p14:cNvPr>
              <p14:cNvContentPartPr/>
              <p14:nvPr/>
            </p14:nvContentPartPr>
            <p14:xfrm>
              <a:off x="1815840" y="1692720"/>
              <a:ext cx="3986280" cy="2090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3E2ED2-1CBF-C46F-0D3A-1062D3E2C4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06480" y="1683360"/>
                <a:ext cx="4005000" cy="210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4232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311</Words>
  <Application>Microsoft Office PowerPoint</Application>
  <PresentationFormat>Widescreen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Model Building(11-dars)</vt:lpstr>
      <vt:lpstr>Bugun</vt:lpstr>
      <vt:lpstr>Takrorlash</vt:lpstr>
      <vt:lpstr>Takrorlash</vt:lpstr>
      <vt:lpstr>Model Improvement review</vt:lpstr>
      <vt:lpstr>Model Imrovement yo’llari </vt:lpstr>
      <vt:lpstr>Ensemble Methods</vt:lpstr>
      <vt:lpstr>Ensemble Methods</vt:lpstr>
      <vt:lpstr>Ensemble Methods</vt:lpstr>
      <vt:lpstr>Ensemble Methods: Turlari</vt:lpstr>
      <vt:lpstr>Ensemble Methods: Turlari</vt:lpstr>
      <vt:lpstr>Ensemble Methods: Turlari</vt:lpstr>
      <vt:lpstr>Ensemble Methods: Amaliy</vt:lpstr>
      <vt:lpstr>Nimalar o’rgandik</vt:lpstr>
      <vt:lpstr>Project (12-dars)</vt:lpstr>
      <vt:lpstr>Project (12-dars)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2025-09-11T08:32:34Z</dcterms:created>
  <dcterms:modified xsi:type="dcterms:W3CDTF">2025-09-11T11:57:27Z</dcterms:modified>
</cp:coreProperties>
</file>