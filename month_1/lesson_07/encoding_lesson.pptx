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0" r:id="rId3"/>
    <p:sldId id="311" r:id="rId4"/>
    <p:sldId id="313" r:id="rId5"/>
    <p:sldId id="257" r:id="rId6"/>
    <p:sldId id="316" r:id="rId7"/>
    <p:sldId id="312" r:id="rId8"/>
    <p:sldId id="289" r:id="rId9"/>
    <p:sldId id="300" r:id="rId10"/>
    <p:sldId id="288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14" r:id="rId19"/>
    <p:sldId id="31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D73A60-787E-4E9D-B967-20EC60C46A64}" v="2" dt="2025-07-03T13:04:18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A8D73A60-787E-4E9D-B967-20EC60C46A64}"/>
    <pc:docChg chg="modSld">
      <pc:chgData name="Davronbek Malikov" userId="8ee0eb9faaf3663e" providerId="LiveId" clId="{A8D73A60-787E-4E9D-B967-20EC60C46A64}" dt="2025-07-03T13:04:18.559" v="1"/>
      <pc:docMkLst>
        <pc:docMk/>
      </pc:docMkLst>
      <pc:sldChg chg="addSp">
        <pc:chgData name="Davronbek Malikov" userId="8ee0eb9faaf3663e" providerId="LiveId" clId="{A8D73A60-787E-4E9D-B967-20EC60C46A64}" dt="2025-07-03T12:05:29.250" v="0"/>
        <pc:sldMkLst>
          <pc:docMk/>
          <pc:sldMk cId="34678610" sldId="257"/>
        </pc:sldMkLst>
        <pc:inkChg chg="add">
          <ac:chgData name="Davronbek Malikov" userId="8ee0eb9faaf3663e" providerId="LiveId" clId="{A8D73A60-787E-4E9D-B967-20EC60C46A64}" dt="2025-07-03T12:05:29.250" v="0"/>
          <ac:inkMkLst>
            <pc:docMk/>
            <pc:sldMk cId="34678610" sldId="257"/>
            <ac:inkMk id="4" creationId="{465AFF69-7685-46B3-5550-091755326EFC}"/>
          </ac:inkMkLst>
        </pc:inkChg>
      </pc:sldChg>
      <pc:sldChg chg="addSp">
        <pc:chgData name="Davronbek Malikov" userId="8ee0eb9faaf3663e" providerId="LiveId" clId="{A8D73A60-787E-4E9D-B967-20EC60C46A64}" dt="2025-07-03T13:04:18.559" v="1"/>
        <pc:sldMkLst>
          <pc:docMk/>
          <pc:sldMk cId="3249164367" sldId="289"/>
        </pc:sldMkLst>
        <pc:inkChg chg="add">
          <ac:chgData name="Davronbek Malikov" userId="8ee0eb9faaf3663e" providerId="LiveId" clId="{A8D73A60-787E-4E9D-B967-20EC60C46A64}" dt="2025-07-03T13:04:18.559" v="1"/>
          <ac:inkMkLst>
            <pc:docMk/>
            <pc:sldMk cId="3249164367" sldId="289"/>
            <ac:inkMk id="4" creationId="{E3B83DEA-3F5D-49C0-9C20-689EC1B37AB8}"/>
          </ac:inkMkLst>
        </pc:inkChg>
      </pc:sldChg>
      <pc:sldChg chg="addSp">
        <pc:chgData name="Davronbek Malikov" userId="8ee0eb9faaf3663e" providerId="LiveId" clId="{A8D73A60-787E-4E9D-B967-20EC60C46A64}" dt="2025-07-03T13:04:18.559" v="1"/>
        <pc:sldMkLst>
          <pc:docMk/>
          <pc:sldMk cId="1037777566" sldId="300"/>
        </pc:sldMkLst>
        <pc:inkChg chg="add">
          <ac:chgData name="Davronbek Malikov" userId="8ee0eb9faaf3663e" providerId="LiveId" clId="{A8D73A60-787E-4E9D-B967-20EC60C46A64}" dt="2025-07-03T13:04:18.559" v="1"/>
          <ac:inkMkLst>
            <pc:docMk/>
            <pc:sldMk cId="1037777566" sldId="300"/>
            <ac:inkMk id="5" creationId="{349EDEA8-D713-D4FC-21DB-1CBA809BDC57}"/>
          </ac:inkMkLst>
        </pc:inkChg>
      </pc:sldChg>
      <pc:sldChg chg="addSp">
        <pc:chgData name="Davronbek Malikov" userId="8ee0eb9faaf3663e" providerId="LiveId" clId="{A8D73A60-787E-4E9D-B967-20EC60C46A64}" dt="2025-07-03T13:04:18.559" v="1"/>
        <pc:sldMkLst>
          <pc:docMk/>
          <pc:sldMk cId="4242900688" sldId="303"/>
        </pc:sldMkLst>
        <pc:inkChg chg="add">
          <ac:chgData name="Davronbek Malikov" userId="8ee0eb9faaf3663e" providerId="LiveId" clId="{A8D73A60-787E-4E9D-B967-20EC60C46A64}" dt="2025-07-03T13:04:18.559" v="1"/>
          <ac:inkMkLst>
            <pc:docMk/>
            <pc:sldMk cId="4242900688" sldId="303"/>
            <ac:inkMk id="5" creationId="{3AFFBC0D-4074-73B6-87EE-2163B86A9E07}"/>
          </ac:inkMkLst>
        </pc:inkChg>
      </pc:sldChg>
      <pc:sldChg chg="addSp">
        <pc:chgData name="Davronbek Malikov" userId="8ee0eb9faaf3663e" providerId="LiveId" clId="{A8D73A60-787E-4E9D-B967-20EC60C46A64}" dt="2025-07-03T13:04:18.559" v="1"/>
        <pc:sldMkLst>
          <pc:docMk/>
          <pc:sldMk cId="2286160092" sldId="305"/>
        </pc:sldMkLst>
        <pc:inkChg chg="add">
          <ac:chgData name="Davronbek Malikov" userId="8ee0eb9faaf3663e" providerId="LiveId" clId="{A8D73A60-787E-4E9D-B967-20EC60C46A64}" dt="2025-07-03T13:04:18.559" v="1"/>
          <ac:inkMkLst>
            <pc:docMk/>
            <pc:sldMk cId="2286160092" sldId="305"/>
            <ac:inkMk id="4" creationId="{76FC5160-ECE3-5834-D39B-D3814B710C9F}"/>
          </ac:inkMkLst>
        </pc:inkChg>
      </pc:sldChg>
      <pc:sldChg chg="addSp">
        <pc:chgData name="Davronbek Malikov" userId="8ee0eb9faaf3663e" providerId="LiveId" clId="{A8D73A60-787E-4E9D-B967-20EC60C46A64}" dt="2025-07-03T13:04:18.559" v="1"/>
        <pc:sldMkLst>
          <pc:docMk/>
          <pc:sldMk cId="3420307284" sldId="307"/>
        </pc:sldMkLst>
        <pc:inkChg chg="add">
          <ac:chgData name="Davronbek Malikov" userId="8ee0eb9faaf3663e" providerId="LiveId" clId="{A8D73A60-787E-4E9D-B967-20EC60C46A64}" dt="2025-07-03T13:04:18.559" v="1"/>
          <ac:inkMkLst>
            <pc:docMk/>
            <pc:sldMk cId="3420307284" sldId="307"/>
            <ac:inkMk id="5" creationId="{467F9D43-4350-16AE-9087-9D0B78CD5570}"/>
          </ac:inkMkLst>
        </pc:inkChg>
      </pc:sldChg>
      <pc:sldChg chg="addSp">
        <pc:chgData name="Davronbek Malikov" userId="8ee0eb9faaf3663e" providerId="LiveId" clId="{A8D73A60-787E-4E9D-B967-20EC60C46A64}" dt="2025-07-03T13:04:18.559" v="1"/>
        <pc:sldMkLst>
          <pc:docMk/>
          <pc:sldMk cId="2471676488" sldId="310"/>
        </pc:sldMkLst>
        <pc:inkChg chg="add">
          <ac:chgData name="Davronbek Malikov" userId="8ee0eb9faaf3663e" providerId="LiveId" clId="{A8D73A60-787E-4E9D-B967-20EC60C46A64}" dt="2025-07-03T12:05:29.250" v="0"/>
          <ac:inkMkLst>
            <pc:docMk/>
            <pc:sldMk cId="2471676488" sldId="310"/>
            <ac:inkMk id="4" creationId="{4992DDEA-FFC6-88D5-5499-CDD5AFBF4A6B}"/>
          </ac:inkMkLst>
        </pc:inkChg>
        <pc:inkChg chg="add">
          <ac:chgData name="Davronbek Malikov" userId="8ee0eb9faaf3663e" providerId="LiveId" clId="{A8D73A60-787E-4E9D-B967-20EC60C46A64}" dt="2025-07-03T13:04:18.559" v="1"/>
          <ac:inkMkLst>
            <pc:docMk/>
            <pc:sldMk cId="2471676488" sldId="310"/>
            <ac:inkMk id="5" creationId="{9E60A7E1-7153-FE06-E890-4E88B1FEB850}"/>
          </ac:inkMkLst>
        </pc:inkChg>
      </pc:sldChg>
      <pc:sldChg chg="addSp">
        <pc:chgData name="Davronbek Malikov" userId="8ee0eb9faaf3663e" providerId="LiveId" clId="{A8D73A60-787E-4E9D-B967-20EC60C46A64}" dt="2025-07-03T13:04:18.559" v="1"/>
        <pc:sldMkLst>
          <pc:docMk/>
          <pc:sldMk cId="2757148354" sldId="315"/>
        </pc:sldMkLst>
        <pc:inkChg chg="add">
          <ac:chgData name="Davronbek Malikov" userId="8ee0eb9faaf3663e" providerId="LiveId" clId="{A8D73A60-787E-4E9D-B967-20EC60C46A64}" dt="2025-07-03T13:04:18.559" v="1"/>
          <ac:inkMkLst>
            <pc:docMk/>
            <pc:sldMk cId="2757148354" sldId="315"/>
            <ac:inkMk id="4" creationId="{351E3317-1201-5436-8CC7-5DF3368291F7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3T11:14:34.3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5324 6330 673 0,'0'0'48'16,"2"0"-49"-16,1 1-2 0,2 0 2 0,-1 1 6 0,3-1-3 16,0 0 1-16,2 0-2 0,2 0-1 0,1 0-1 0,1 1-2 0,1-1-3 15,1 1-3-15,1 0-2 0,0 1-1 0,0 0 3 0,1-1 1 0,1 1 4 16,-1-1-2-16,1 0 4 0,0 0-2 0,0 0-2 0,1-1 7 15,1 0-4-15,0 0 5 0,1 0 3 0,0 1 0 0,2-2 2 0,1 1 2 16,2-2 7-16,-1 1 4 0,3-1 2 0,4-1 2 0,1 1 1 16,1 0-1-16,2 0-1 0,-1-1-1 0,0 2 0 0,4-1-8 0,0 0 4 15,1 0-5-15,1-1-2 0,1 0 3 0,-1 1-4 0,1 0 4 0,-1 0-6 16,0 0 3-16,0 1-4 0,-1 0-2 0,-1 0-1 0,0 0-2 16,-3 0 4-16,0 0-1 0,0 0 1 0,-1-1-1 0,2-1-3 0,-1 0-2 15,0 0 1-15,0-2 0 0,-1 1-1 0,0-1-5 0,1-2 2 0,0 0 0 16,0 0-4-16,0-2 6 0,-2 0-4 0,0-1-1 0,1 0 6 15,-2-2 1-15,0 0 4 0,-2 1 0 0,1-3 1 0,-1 0-2 0,0-1 1 16,0 1 0-16,0-2 0 0,-2 0 0 0,0 0 0 0,-1-1-1 0,0-1-2 16,-1-1 0-16,1 0 1 0,0-2 0 0,-3-1 1 0,2-2 1 15,-4 0-1-15,2 0-3 0,-2 0-1 0,1-1-2 0,0-2 1 0,-3 1 0 16,1-3 1-16,-2 2 3 0,-3-2-5 0,1 2 10 0,-1-2 1 16,-1 0-2-16,-1 0 6 0,0-2-5 0,-1 0 1 0,-1-1-1 0,-2 1 0 15,0-2-3-15,0 0 0 0,-2-2 0 0,1-2-1 0,-2-1 1 0,0 0-3 16,-1 3 4-16,-1-1-1 0,-1 1-1 0,-1 1 3 0,-2 0-1 15,-2 1-1-15,-2 2 8 0,-2 1 4 0,-1 0 4 0,-2 1 4 0,-2 0-2 16,-2 1-1-16,-4 2-6 0,-1 1-2 0,-3 1-2 0,-4 0-4 0,-3 1 1 16,-2 2-2-16,-3-1 3 0,-3-2-5 0,-4 2 3 0,-5-2-2 15,-1 0-2-15,-4 4-1 0,-1 0-2 0,-3 0 2 0,-3 2 4 0,-1-3 2 16,-1 1 4-16,-2 1 4 0,0-2-2 0,-1 1 1 0,-2 2-2 16,1-3-4-16,-3 2-2 0,1 1 6 0,0 2-5 0,-1 1 1 0,1 0-1 15,-1 1-7-15,1 0 2 0,-2 1 0 0,-1 2-3 0,0 1 3 0,-3 0-2 16,1 2 0-16,-1-1 5 0,-1 1-2 0,0 1 1 0,-1 0-1 15,-1 1-3-15,-2 1-5 0,-3 1 3 0,-1 1-1 0,1 1 10 0,-4 1 5 16,0 2-7-16,0 0 5 0,0 1-6 0,0 2-1 0,3-1 5 0,-1 1 6 16,4 2 11-16,0 0 0 0,1 3 1 0,3 1-3 0,-2 2-10 15,3 1-3-15,1 0-6 0,-1 3-6 0,3 0-4 0,0 2 7 0,2 1 2 16,-1 2 6-16,1 1-2 0,1 1-3 0,-2 1-5 0,2 1-4 16,-3 3 2-16,0-1-4 0,2 2-6 0,-2 2 0 0,0 2 2 0,0 0-3 15,2 2 9-15,0-3-2 0,1 1-3 0,2 1 7 0,1 1-1 0,3 2 0 16,3-2-4-16,4 0-2 0,2-2 11 0,5-1 1 0,2 2 5 15,4-1 1-15,4-1-10 0,1 0 2 0,5 0-4 0,-1-1 2 0,4 3-2 16,1-3 0-16,0 0-1 0,2-2 2 0,0-1-2 0,2 1 0 0,3 0 2 16,1 0 0-16,3 1 2 0,2-2-4 0,4-1-2 0,3-2 0 15,2 0 0-15,5-5 12 0,2 2 1 0,5-2 3 0,4-1 4 0,5 1-10 16,3 0 6-16,5-1-3 0,2 1-3 0,5 0-1 0,0 1-1 0,4 1-1 16,3 3 1-16,3 0-2 0,2 2-5 0,2 2-1 0,2 1-3 15,2 1 3-15,2 3 3 0,1 2 5 0,4 3-3 0,0 4-13 0,0 0-11 16,2 2-20-16,-2 2-32 0,1 3-20 0,2-1-34 0,-1 3-33 15,1-2-18-15,-1 0-10 0,-1-3 0 0,1-1 13 0,-1-2-210 0</inkml:trace>
  <inkml:trace contextRef="#ctx0" brushRef="#br0" timeOffset="6317.33">4462 7656 797 0,'11'-5'37'0,"1"0"-38"16,5-1-8-16,1 1 3 0,0 0 3 0,0 1 1 0,4-1 3 15,1 2 0-15,3 0-8 0,2 2-5 0,1 0-12 0,2 1-9 0,0 0-3 16,4 1-1-16,0 0 7 0,2 1 9 0,1 0 8 0,0-1 6 0,3 2 10 16,-1 0 9-16,1 1 10 0,2-1 12 0,0 0 7 0,3 2 4 15,1-2 2-15,3 1 1 0,3 1 0 0,0 0 1 0,1 0 2 0,2-2-13 16,2 2-8-16,2 0-5 0,2 0-13 0,1 0 0 0,3-1-4 16,-1 0-5-16,2 0 1 0,0-1-2 0,0 0-1 0,2 0 3 0,2 0-3 15,1-1 0-15,-1-1 1 0,1 1-5 0,-2-1 1 0,0 1 2 0,1-2-3 16,-3 0 3-16,0-1 4 0,0-1-3 0,-1 0 2 0,-2-2 0 15,0-1-1-15,-1 0 3 0,-4-2 1 0,0-1 2 0,-2-1 0 0,-2-1 0 16,-2 0-1-16,0-1 2 0,-2-2 3 0,0 1 5 0,-2-1 1 0,0-1 0 16,-3-1-1-16,0-2-4 0,-2 0-1 0,0 0 2 0,-4-1-3 15,-2-1-3-15,-1 0 4 0,-1-2-3 0,-3 0 1 0,-1 0 0 0,-3-1-1 16,-2-2 1-16,-2 0-3 0,-2-2 2 0,-2 0-1 0,-4-2-5 0,-1 1 0 16,-2-1 0-16,-3 1 0 0,-3 0 3 0,-4-2 3 0,-5 2 1 15,-3-2 2-15,-5 2 3 0,-3 0 15 0,-4 1 7 0,-2-1 1 0,-2 1 0 16,-4-1-17-16,-2 0-4 0,-4 2-2 0,-1-1-2 0,-4 3 1 15,-3-1-2-15,-3 1-2 0,-1 1-1 0,-4 0 2 0,-2-1 1 0,-3 2 0 16,-1-1-2-16,-2 1 1 0,1 1-2 0,-3 0-5 0,0 2-4 0,-2 2-3 16,-1-2 3-16,-1 0 2 0,-1 3 2 0,-2-2 1 0,-3 1-6 15,0 2-2-15,-4 2 4 0,0-1-3 0,-2 1-2 0,-1 2 4 0,-2 0 4 16,2 1 1-16,-4 1 4 0,-2 0 2 0,1 2 2 0,-1 0 2 0,-1 1 5 16,0 1 2-16,2-1-4 0,0 1 0 0,2-1-3 0,1 1-8 15,2-1 1-15,2 2 2 0,-1 0-6 0,1 2 9 0,-2 0-6 0,1 2-5 16,0 0 3-16,-1 3-10 0,-1 3 4 0,0 1 2 0,1 1-6 0,2 1 9 15,0 1-3-15,3 0-3 0,-1 3 10 0,2 0-11 0,0 1 7 16,2 0-4-16,3-1 0 0,-1 3-4 0,3 0-1 0,1 1 3 0,-1 1 5 16,3-1 0-16,0 2-5 0,2 1-6 0,1 1 0 0,2-1 1 15,2 3-2-15,3 0 4 0,2-2-8 0,2 3-3 0,3-2-12 0,2-1-19 16,4 2-20-16,2-2-32 0,4 2-34 0,3-1-28 0,5-1-45 0,2 1-46 16,3-1-18-16,4-1-227 0</inkml:trace>
  <inkml:trace contextRef="#ctx0" brushRef="#br0" timeOffset="31484.69">12932 8535 25 0,'-1'0'41'0,"-1"-1"22"0,0 1 5 0,0 0 6 0,0 0-6 16,-1-1-11-16,1 0 1 0,-1-1-4 0,1 1 0 0,1 1-2 15,-1-1-6-15,2 0-2 0,-1 0-7 0,1 1-8 0,0-1-7 0,0 0-5 16,0 1-4-16,1 0-4 0,-1 0-2 0,2 0-1 0,-1 1-2 0,1-1 1 16,0 0-2-16,-1 1 1 0,2 0 0 0,-1-1 4 0,1 1-1 15,0-1 4-15,0 1-1 0,0 0 0 0,0-1 1 0,1 0 0 0,0 0-2 16,-1 0 0-16,0 1-1 0,1-1-1 0,-3 1-1 0,1 0 0 15,-1-1-1-15,0 1 0 0,1 0 0 0,-1 0 1 0,0 1-2 0,-1-2 2 16,1 2-1-16,-1-1-2 0,0 1-1 0,1 0-1 0,0-2 0 0,0 1-1 16,0 0 1-16,0 0-1 0,0 0 0 0,0-1 2 0,0 0-1 0,0 0 0 15,0 0 2-15,1 0 2 0,-1 0 3 0,-1-1 0 0,1-1 1 16,0 1 2-16,0-2-2 0,1 0 5 0,0-1-5 0,1 0-1 0,0 0 4 16,1 0-6-16,1-1 3 0,-1 1-5 0,1-1-2 0,-1 1 2 0,1-2 2 15,-2 2 1-15,1-1-1 0,1 0 4 0,-1 1 0 0,0 0 3 16,0 0 4-16,0 0 2 0,0 0 3 0,1 0 3 0,1 1 1 0,0 1-3 15,1-1 0-15,0 0-6 0,3-1-5 0,1 2-1 0,2-1 0 16,2 1 0-16,0 0 1 0,2 2-3 0,3 0-2 0,0 1-3 0,2 1 2 16,1 1-1-16,1 0 1 0,1 2-3 0,1 1-3 0,-1 2 0 0,1 1-5 15,-2 1 2-15,2 2 3 0,-2 1-1 0,0 0 2 0,-1 3-1 16,-4 1-3-16,0-1-2 0,-2 0 4 0,0 1-3 0,-4 1 5 0,0-1 4 16,-1-1-1-16,-1 1 4 0,-3-1 4 0,-2-1 5 0,-3 2 4 15,-2 0 4-15,-3 0-1 0,-2 0 2 0,-4 2 0 0,-3 0-3 0,-3 0-7 16,-3 0-1-16,-2 0 2 0,-3 0 13 0,-4 1 9 0,-2 0-1 0,-4-2 1 15,0-4-6-15,-1 0 1 0,3-2-5 0,-1-2 4 0,3-2-5 16,0-3-5-16,2-3 0 0,1-1-9 0,1-2-6 0,1-1-5 0,0-2-1 16,3-4 2-16,-1-1-3 0,0-3 9 0,3-3 2 0,0-2-6 0,2-3-4 15,2-3-3-15,2 0 8 0,1-4 7 0,3-1 5 0,1-2 4 16,3-1-10-16,3-3-2 0,1 3 3 0,3-1-6 0,2 2 3 0,2 0-2 16,1 0-6-16,2 1-3 0,0 2 3 0,2 2-6 0,1 4-1 0,0 5-1 15,0 2-6-15,0 4 0 0,1 1-6 0,-1 2-8 0,1 1-11 16,0 3-31-16,-1 0-68 0,1 2-83 0,2 2-87 0,-1 0-70 0,-1 2 11 15,2 0-139-15</inkml:trace>
  <inkml:trace contextRef="#ctx0" brushRef="#br0" timeOffset="32637.96">10573 10078 1149 0,'-9'-7'120'0,"1"-1"-34"0,-2-2-28 0,4 4 5 16,3 1-6-16,1 1-11 0,1 0-15 0,1-1-11 0,0 1-10 0,0 0-1 15,1 0-4-15,0 0-7 0,2 1-1 0,1-1-2 0,1 1-4 0,0-1 0 16,1 0 2-16,0 0-1 0,0 0 7 0,1 0 1 0,-1 0-1 15,1-1-2-15,1 0 1 0,1 1 2 0,0-1-3 0,0-1 3 0,1 1 0 16,-1-1-1-16,2 1 1 0,-1-1 0 0,2 0-3 0,-1 1 2 16,2 0 2-16,0-1-1 0,3 1 4 0,0 0-1 0,0 2-1 0,0 0-1 15,1 0 1-15,1 1-1 0,0 2-2 0,1-1 1 0,2 2-3 0,-1 0 3 16,1 1 1-16,-1 2-3 0,-1 0 1 0,0 2-2 0,-1 0-1 16,1 2 4-16,-3-1-2 0,2 2-1 0,0 1-2 0,-1 2-1 0,1 1 0 15,-1 1 1-15,0 2-1 0,-1 3-2 0,1 1 0 0,-1 1 3 16,-2 3 2-16,0-1 3 0,-2 2-7 0,0 0 3 0,-2 0 2 0,-3 1 0 15,-2 0 9-15,-2 2-5 0,-2-3 1 0,-2 1 5 0,-2-3-4 0,-2-1 3 16,-4-1 0-16,-1 0-1 0,-3-1 0 0,-2-1-2 0,0 0 2 16,-4-3 5-16,-3 0-3 0,0-2 5 0,-2-2 0 0,-2-1-2 0,0-3 16 15,0 0 5-15,0-2 1 0,-2-2 1 0,2-1-5 0,-3-2-1 0,2-2 0 16,-1 0 1-16,0-3 5 0,2-1 1 0,0-2 4 0,1-1-3 16,0-2 2-16,2-3 5 0,2 0-3 0,1-2 0 0,1-2-1 0,2-1-14 15,0-2 1-15,3 1-5 0,1-2-12 0,3 1 3 0,1 1-14 16,1-3 2-16,2 1-3 0,2 1-4 0,1-1 8 0,2 3-4 0,1 0 2 15,2 3-7-15,1 0-22 0,1 1-2 0,1 1-10 0,3 3-4 0,0 0-16 16,2-1-77-16,0 1-69 0,3-2-91 0,2 0-74 0,2-3 23 16,1 0-188-16</inkml:trace>
  <inkml:trace contextRef="#ctx0" brushRef="#br0" timeOffset="83084.05">13684 11307 542 0,'-6'-5'57'0,"1"-1"-38"0,-1-1-14 16,2 1-1-16,2 1-5 0,0 1-2 0,0-1 0 0,1 1 0 15,0 1 4-15,0 0 2 0,0-1-2 0,1 1 1 0,-1 0-1 0,0 1-4 16,-1 0 3-16,0 1-2 0,-1 0 2 0,0 1 2 0,0-1-1 0,-1 1 5 16,0 1-2-16,0-1 3 0,-1 1 2 0,0-1 2 0,0 1 5 15,-1 0-2-15,1-1 5 0,-1 0-1 0,1 0-2 0,0-1 0 0,0 1-4 16,1-1 2-16,-1 0 1 0,2-1 1 0,-1 0-1 0,1-1-3 0,0 1 3 15,1 0 0-15,0-1 1 0,1-1 2 0,0-1-2 0,1 0 1 16,1 0-1-16,0-1 3 0,1 0 3 0,0-1 0 0,2-1 1 0,-1 0-1 16,2 0 2-16,-1-1 2 0,2 0 0 0,0 1 2 0,2-2 2 15,0 0-3-15,1 0-1 0,2 0 1 0,-1-1-5 0,1 0 0 0,1 0-3 16,0 0 1-16,1 1-4 0,-1 0 0 0,3 1-3 0,-1 2 0 0,1 0 1 16,1-1 3-16,-2 2-3 0,2 1-2 0,-1 0 0 0,2 1-2 15,-2 1 7-15,1 1 0 0,1 2-1 0,-2 0 2 0,3 0 1 0,0 2 0 16,-1 0-1-16,0 1 4 0,-1 2-8 0,1 0 0 0,-1 2-4 0,0 1-1 15,1 0 0-15,-1 3-1 0,0 1-4 0,1 3-5 0,-1 2 2 16,0 0-8-16,-4 2 5 0,1 0-1 0,0 1-6 0,-2 1 8 0,-1 3-4 16,-1 0 1-16,-2 3 0 0,-1-1 3 0,-1 3 0 0,0-3 1 15,-2 1-2-15,-1-1 6 0,-1-2 10 0,-2 0 8 0,-1 0 8 0,-1 0 0 16,-1 2 1-16,-2-3-2 0,0 1 0 0,0-2 0 0,-2 0-3 0,-2 1 1 16,0-2 2-16,-2 1 1 0,-1-1 2 0,0-3-4 0,-3 0 4 15,-1-1-10-15,-2-2 2 0,0-1 3 0,-1-1 2 0,-1-2 10 0,2-1-2 16,-2-2 6-16,-1-3-1 0,-1-1 3 0,-1-3-4 0,0-3-7 0,-1-3-9 15,-1-2-12-15,0-2 1 0,-1-3-11 0,1-4-1 0,-2 0-6 16,2-4-5-16,-2-2 3 0,3 1 1 0,0-3 5 0,2 0 5 0,4 3 7 16,2-2 2-16,3 0 9 0,3-2-8 0,2-2-5 0,4 0-4 15,1-1-6-15,3 0-4 0,1 0 8 0,1 1-2 0,1 0 0 0,1 1 7 16,0 1-9-16,0 2 5 0,1 3-10 0,0 0 4 0,-1 2-4 0,0 1-5 16,0 2 1-16,1 0-14 0,-1 2-29 0,1 0-65 0,0 2-120 15,-1-2-161-15,-1 0-153 0,0-2-299 0</inkml:trace>
  <inkml:trace contextRef="#ctx0" brushRef="#br0" timeOffset="94217.94">3739 12277 605 0,'-8'-6'219'0,"-1"-1"-142"15,1-1 3-15,4 1-5 0,4 1 4 0,2 1-2 0,0-1-9 16,2-1-14-16,3-1-17 0,0-1-10 0,4 1-5 0,1-3-6 0,4 2-6 16,3-1 0-16,1-1-8 0,1 3 5 0,3 0-4 0,0 1-4 0,3 1 3 15,1 1-1-15,2 0 3 0,0 3 1 0,1-1-7 0,-1 2 2 16,0-1 2-16,2 2 1 0,2 0 6 0,1 0-6 0,1 1 4 15,1 0-1-15,3 0-1 0,-1 1 4 0,3 0-8 0,-1 1-1 0,3 2-5 0,-1 0 6 16,2 1-1-16,1 2 5 0,-1 1 4 0,1 1-5 0,-2 3-2 16,2 0 2-16,-1 2-2 0,-2 1 3 0,1 0-1 0,-1-1-2 0,-1 3 2 15,0 0-4-15,0 0 2 0,-2 0 3 0,0 0-1 0,1-1 3 16,-1-2 0-16,-1 0-2 0,-1-1 0 0,0 0-2 0,0 0 0 0,0 0 1 16,-1 0-6-16,0 1 4 0,-1-2-6 0,0 2 1 0,-2 0 6 0,0 1-8 15,0 0 5-15,-1 1-1 0,0 1-2 0,-3 0 3 0,1-1-2 16,-2 2-1-16,1 0-4 0,-3 0 4 0,-2 1 4 0,-2 2 1 0,-2 0 3 15,0 3-5-15,-2-1-2 0,-2 0 1 0,-1 0 6 0,-3 0-4 0,-3 1 4 16,-2 1-1-16,-2 0 2 0,-2 1 7 0,-3 0 0 0,-1 1 2 16,-2-1-1-16,-2 0 0 0,-2-1-2 0,-3 3 0 0,-4-1-2 0,-3 3-3 15,-3 0-6-15,-2 3 0 0,-4-1-1 0,-3 2-1 0,-3 1-4 0,-5 3-5 16,-3 0 2-16,-2 0 8 0,-2 0 6 0,0-3 5 0,-3 2 0 16,0 1 4-16,-2-2 4 0,0 0 13 0,-2-3 12 0,-1-1 15 0,1-2 11 15,0-1 6-15,-1-2 3 0,0-1-7 0,-1-3-15 0,0-1 2 16,0-1-8-16,-1-1 4 0,0 0 5 0,-2-3-9 0,1 0 5 0,0-2-10 15,-1-2-1-15,3-1-6 0,-4-2-10 0,2-1 0 0,-1-2-2 16,-2-3-4-16,3-1 2 0,0-1-12 0,-1-3-1 0,0-2-6 0,1-2 1 16,0-2 12-16,1-3-8 0,0-3 0 0,1-1-3 0,-1-3-5 0,2-1 8 15,-1-2-3-15,2-2-5 0,1-2-3 0,-1-2-3 0,1-2 0 0,-1-2-4 16,4-1-5-16,0-2-2 0,2-2-2 0,0 1-6 0,0-3-3 16,2-1-7-16,2-4-21 0,1-2-18 0,4-1-23 0,0-2-38 0,4-3-32 15,1-2-49-15,5-1-52 0,2-2-34 0,3 0-43 0,5-2-15 16,3-3-167-16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3T12:57:11.9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3309 8243 13 0,'-5'-2'12'0,"-1"1"-1"0,-1-1-3 0,3 1-3 0,0 0-5 16,1 0-9-16,0 0-23 0</inkml:trace>
  <inkml:trace contextRef="#ctx0" brushRef="#br0" timeOffset="2406.98">3192 8166 487 0,'-4'-3'40'0,"2"-1"-33"0,1 0-3 16,3 1 9-16,-1 2 15 0,-1 1 8 0,0-1-2 0,0 1-10 15,0 0-15-15,1 0-6 0,0 1-5 0,-1 1 0 0,2 2 2 0,-2 0-1 16,0 1 2-16,0 1 0 0,-1 0-2 0,2 0 1 0,-3 0 2 0,0 0 0 15,0 0 5-15,-1-1 3 0,3-2-4 0,-2-1 1 0,2-1 2 16,2-1 3-16,-2 1 6 0,2-1 5 0,1 0 3 0,0-1 7 0,2 0 11 16,1 0 3-16,2-2 3 0,2-2-3 0,2-3-10 0,2 0-1 15,0-1-6-15,1-2-1 0,4 1-2 0,1 0-5 0,0-1-3 0,2 2-2 16,2 0-3-16,-1 1-3 0,0 1-1 0,-1 1-5 0,0 1 3 0,1 3-5 16,-1 0 3-16,2 1-4 0,-1 1 2 0,0 2 0 0,0-1 0 15,0 3-1-15,0 0-1 0,1 0 1 0,0 2-6 0,0-1 3 0,0 1 0 16,1-1 0-16,1 0 0 0,0 0 0 0,0-1-1 0,0 1-2 15,0 0 3-15,1-2-1 0,0 1 1 0,2-1 0 0,-1 1 0 0,0 0-2 16,-2-1 2-16,1 0-1 0,-1 1-1 0,1-1 3 0,0 0-2 0,0 2 1 16,0-1 0-16,-1 2 1 0,-1 0-1 0,0 0-4 0,-1-1-2 0,-1 2 0 15,-2 1 3-15,1 3 5 0,-1 2 8 0,-1 1 3 0,0 0-1 16,0 3 2-16,-3 1-6 0,-1 1-2 0,-1 2-3 0,-1 1 3 0,-2 0-1 16,-1 2 2-16,-1 0 2 0,-2 3-4 0,-1 3 0 0,-2 0 1 15,-3 3-5-15,-2-1 4 0,-2 2-3 0,-1 1-2 0,-4 0 2 0,-1 4-2 16,-4 2-9-16,-3 0 5 0,-1 3 6 0,-3 0 0 0,-3 0 10 0,-2 1-2 15,-2-2-8-15,-1-1-3 0,-1 0 1 0,0-2 0 0,-1-3 0 16,0-4 3-16,1-4-3 0,-2-3 1 0,2-3 3 0,-2-1-3 0,2-3 6 16,-1-4-2-16,1-2 1 0,-1-2 4 0,1-3-3 0,-4-1 5 0,2-3 0 15,-2-2-1-15,2-2 1 0,0-2-4 0,-1-2 0 0,0-3 4 16,0-1-2-16,0-1-2 0,1-2 4 0,-1 0-9 0,2-2 0 0,-2-3-1 16,2 0-3-16,-1 0 0 0,1-2 3 0,-1 0-2 0,2-1 3 15,-1 1-3-15,2-1-7 0,-3-2-1 0,2 1-16 0,-2-2-4 0,1 0-13 16,3 0-10-16,0-1-4 0,4 2-10 0,0-2-12 0,2-1-15 0,2 0-18 15,2-2-19-15,4 0-15 0,2-2-10 0,4 0 2 0,3-3 27 16,3 1-141-16</inkml:trace>
  <inkml:trace contextRef="#ctx0" brushRef="#br0" timeOffset="10691.01">2816 10646 1175 0,'-7'-7'128'0,"0"1"-54"0,0 0-45 16,4 3-8-16,2 1 7 0,1 1 0 0,1-1 5 0,0 0-5 0,0 0-18 15,2 1-6-15,0 0-4 0,0 2-6 0,1 1 3 0,0 1-3 16,1 2 1-16,1 1 1 0,0 2-3 0,0 1 3 0,-1 0-4 0,1 4 4 16,-1 2 5-16,-1 3 1 0,0 1 1 0,0 4-4 0,0 2-1 15,-1 3 5-15,1 2 3 0,0 2 3 0,0 3 1 0,0 1-5 0,0 1-3 16,1 2 1-16,-2 0 3 0,0 1-3 0,0 0-1 0,0-2 1 0,-1-1-5 15,-1-3 6-15,1-2-2 0,-1 1 1 0,0-3-1 0,-2-1-6 16,-1 0 2-16,-1-3 7 0,0 0 0 0,0 1 7 0,0-1 4 0,-1 0-6 16,-2 0 8-16,1 0-4 0,-2-2 3 0,0 1-1 0,0-2 1 0,0 0 9 15,2 0-1-15,0-3-3 0,0-1-2 0,2-2-3 0,2-3-5 16,-1-2 1-16,2-1-7 0,2-2-5 0,-1-1 4 0,1-2-1 0,2-1 6 16,1-1-2-16,0-2 1 0,0-1 8 0,3 0-2 0,1 0 6 0,2 0 0 15,1-2-3-15,1 1 7 0,1-1-2 0,2-1 0 0,1 1 0 16,2-1-4-16,2-1-6 0,0-1 1 0,3 1-6 0,2 0 5 0,0-1-4 15,4 1-6-15,0 0 1 0,3-2-5 0,0 0 2 0,3 1 2 0,1-1 0 16,3 0-3-16,2 1 3 0,0-2-3 0,0 2-3 0,3-1 6 16,2-1-7-16,2 1 7 0,0-2 1 0,1 0-4 0,1 0 6 0,0-1-5 15,0 0 2-15,3 2 1 0,0-1 2 0,1-1-4 0,1 2 4 16,-1-1 2-16,0 2 4 0,1-1 19 0,2 2-1 0,-2 0-2 0,-1 0-4 16,1 3-12-16,1-1 2 0,1 2 1 0,0 1-4 0,0 1 1 0,0 1-3 15,-1 2-5-15,1 1 4 0,1 2-8 0,0 0 0 0,0 2 3 16,-1 1-1-16,2 0 2 0,-2 2-4 0,1 0 3 0,-1-2-3 0,1 1-1 15,1-2 4-15,0 1-3 0,2-1 3 0,1 0-1 16,-1-1-4-16,1-1 5 0,0-2-4 0,1 1 1 0,0 0-2 0,0-2-4 0,2 1 11 16,0-1-2-16,2 0 1 0,0 0 4 0,1-1-10 0,3 1 1 0,-2 0-2 15,4 0 1-15,0-1 4 0,0 1-2 0,2 1 3 0,1 0-5 16,1 1 4-16,2 0-4 0,-1 1-4 0,1 0 5 0,2 2-2 16,-1 0 7-16,1 1-1 0,1 1 0 0,0 0 3 0,2 0-7 0,1-1-7 0,0 1-3 15,2-1 5-15,0 1 6 0,3-1 19 0,0-1 1 0,3 0-8 16,-1-1 1-16,2-1-13 0,0 0 6 0,0-2 2 0,-2 1-1 0,1-2-3 15,1 0-3-15,-2-1-6 0,3 0 5 0,0 0 7 0,2 0-1 0,-1 0 6 16,1 0 7-16,1 0-6 0,-1 0 1 0,2 1-3 0,-3 0-8 16,1 1 2-16,1 1 2 0,-2 0-3 0,2 0 0 0,-1 0-3 0,-1 1 1 15,1 0 1-15,-2 0-1 0,1 0 4 0,-1-1-4 0,-1 0 2 16,2-2 1-16,-1 2 5 0,0 0-2 0,1-1 3 0,-1-1-1 0,2 0 1 16,-1-1 4-16,-1 0-4 0,-1 0 2 0,0-1 3 0,-1 0-6 0,0-1 3 15,-1-1-3-15,-1 0 3 0,0 0-1 0,-2-1-6 0,0 0 6 16,-1 0-9-16,-4-2 9 0,2 0-4 0,-2-1-3 0,0 0 7 0,-1-1-2 15,-2 1-2-15,-1-2 2 0,-2 0-6 0,-4-1-4 0,1-2 5 0,-2 0-2 16,-1 0 0-16,-2-2 1 0,-1-1-1 0,-3-1 2 0,-1-2 0 16,-3 0-2-16,-4-2 1 0,-3-1-1 0,-2 0-3 0,-2 1 5 0,-4-3 4 15,-2 0-14-15,-3-1 5 0,-3 0 3 0,-3-2 2 0,-2-1 10 16,-2-2 1-16,-4-2-10 0,-2-1 1 0,-5-1 2 0,-2 1-2 0,-3-3 0 16,-2-1-6-16,-2-3-1 0,-5-2-1 0,-2-2-5 0,-3-3 0 0,-5 0-6 15,-3-1-5-15,-3-1 3 0,-4 0-11 0,-5 1 20 0,-3 0-4 16,-3 1 2-16,-5 2 16 0,-4 1-16 0,-6-1 5 0,-4 3 2 0,-6-1-3 15,-4 1 0-15,-5 1 3 0,-3 0 1 0,-5 2-2 0,-4 3 1 0,-4 1-2 16,-3 1-1-16,-4 2 3 0,-1-1 1 0,-4 2-6 0,0-1-5 16,-2 2 10-16,-2 1-2 0,-1-1 8 0,-3 2-3 0,-3-1-3 0,-2 0-5 15,-5 3 3-15,-2 0 7 0,-5 2-5 0,-2 2 0 0,-4-1-1 16,-3 2-1-16,-3 2 0 0,-4-2 6 0,-1 2-6 0,-3 1 0 0,-1 0 2 16,-3 1 4-16,-2 0 4 0,-1 0-5 0,-3 1 2 0,-1 1-5 0,1 2 7 15,-1 1 5-15,-2 0 1 0,3 1 3 0,-2 1-3 0,-1-1-3 16,2 1 1-16,-1 1-1 0,1 0 0 0,2 3-3 0,1 0 3 0,-1 1-5 15,3 0 2-15,-1 2 0 0,0-1-3 0,1 1-11 0,0 2-2 0,2-1 4 16,0 2 0-16,-2 1-2 0,-1 1-8 0,0 1-4 0,-1 2-10 16,1 2-8-16,1 2-15 0,1 2-26 0,2 1-39 0,0-1-51 0,0 3-58 15,2 0-83-15,0 1-74 0,3 2-62 0,-1 2-280 0</inkml:trace>
  <inkml:trace contextRef="#ctx0" brushRef="#br0" timeOffset="-92387.38">5530 7837 603 0,'-16'-7'86'0,"-2"0"-72"16,-5-2-12-16,2 2-2 0,2 1 4 0,0 1 1 0,2-1 0 0,-1 1 1 15,-1 1-4-15,-1 0-6 0,1 1-5 0,-3 0-1 0,0 1-2 0,0 0 4 16,-1 0 5-16,0 0 7 0,1 1 5 0,0-1 5 0,2 1 4 16,-3-1 0-16,-1 0 1 0,1 1 3 0,-1-1 1 0,1 0 2 0,-2 0 1 15,0 0-3-15,1 1-1 0,-1-1-5 0,0 1-2 0,-2-2-3 0,-1 1-1 16,1-1-1-16,-1 0 2 0,0 1 5 0,-1-2 3 0,0 2 5 15,-1-1 8-15,-2 0 0 0,0 0 5 0,0 1-1 0,-1-2-5 0,0 0 0 16,-1 0-4-16,-1 0-5 0,0 0-4 0,-1 0-4 0,1 1-3 16,-2 1-3-16,1 1-2 0,-2 0-4 0,-2 1-3 0,-1 0-2 0,0 2 1 15,-3 0 2-15,0 2 1 0,-1 1-1 0,-2 1-5 0,-1 0-1 0,1 2 1 16,-1 1 2-16,0 0 4 0,0 2 0 0,-1-1 0 0,1 1-1 16,3-2-1-16,0 0 3 0,1-1-3 0,1 1 0 0,0 1-2 0,0 0-3 15,3 0 0-15,1 0 3 0,1-1 0 0,2 2-1 0,0 2 8 0,1 0-2 16,1 2 0-16,1-2 0 0,1 2-2 0,1 0-1 0,1 0 4 15,1-1 0-15,2 1-6 0,0 2 4 0,1-1 1 0,0 1-2 0,1 0 1 16,0 1-2-16,0 0-1 0,2 2 1 0,0 0-2 0,2 1-2 0,3 1 1 16,0-1-7-16,0 0 4 0,1 2-1 0,0 1-2 0,0 0 7 15,1 1-1-15,2 1 2 0,2 0 0 0,0 1 1 0,1-1-3 0,-1 0 2 16,3 0-1-16,2 1-3 0,0-1 3 0,2 1-2 0,1 0 0 16,1-4 2-16,2 1-4 0,1-3 0 0,2 2-1 0,1-1-2 0,1-2 1 15,2 1 3-15,0 0-4 0,2-3-1 0,1 1 0 0,3-1 0 0,0-1-2 16,1-2 3-16,2 2 0 0,2-2 7 0,2 0 4 0,0 1-2 15,2-1 0-15,1 0-3 0,-1 0 1 0,3-2 0 0,3 2-3 0,0 0 2 16,3 1-4-16,-1-3 3 0,1 1 4 0,0-1-5 0,3-2 6 0,0 1-3 16,3-2 2-16,3 1-1 0,1-1 0 0,2 0-1 0,-1-2-6 15,2 0 4-15,1-1-2 0,2 0-1 0,2-1 3 0,1 1-2 0,0-1 1 16,2-1 0-16,0 1-1 0,0-2 0 0,2 0 1 0,0 0 1 16,1 0 2-16,1-1-4 0,0 0 4 0,2-1-3 0,2 1 0 0,0 0 5 15,0 0-1-15,1 0-3 0,1 0 1 0,0 0 3 0,1 0-1 0,0 0 3 16,2 0 0-16,0-1-1 0,2 0-1 0,1 0 2 0,1-2 0 15,1 1-7-15,-1-1 3 0,2 0-2 0,1 0-3 0,-1-1 5 0,3 2 1 16,0-1 2-16,2 0 0 0,0 0-3 0,1 1 0 0,1-1 3 0,-1 0-1 16,2 0 2-16,-1 1-1 0,2 0-2 0,1 0 0 0,-2 1 0 15,3 1 4-15,-1 0 1 0,-1 0 1 0,2 0 1 0,0 1-5 0,1 0 0 16,0 0 0-16,0 1 1 0,-1-1 3 0,0 0 0 0,0 0 2 0,1 0-1 16,2 0-2-16,1 0 0 0,-2 0 3 0,1 0-6 0,-1 0 1 15,0 0 1-15,2 0-2 0,-2-1 2 0,2 1-2 0,0 0-1 0,-2 0-1 16,2 0 0-16,-2 1 3 0,1-1 1 0,1 1 2 0,1-1 0 15,1 0-3-15,0 0 2 0,0 0-1 0,-1-2 4 0,-1 1 6 0,1-1 0 16,-1 0 5-16,3 0 0 0,-1 0 2 0,-2-1 2 0,2 1 1 0,-2-1 0 16,3 0-1-16,-3 0 0 0,2 0-4 0,-1 0 0 0,0 0-3 15,0 1-4-15,-2 0 0 0,1 0 0 0,0 1-3 0,0-1-2 0,2 1-3 16,-1 0 6-16,2 0-3 0,0-1 0 0,-2 1 2 0,1-1-7 16,-2-1 2-16,2 0-1 0,0-1-1 0,2 1 2 0,0-2-2 0,-2 0 4 15,4-1-1-15,-3-2-1 0,3 0 5 0,0-2-4 0,1-2 1 0,0 1 1 16,-2-1-3-16,0 0 0 0,-1-1-1 0,0-1 0 0,-1 1-1 15,0-1 2-15,-1 2 4 0,0-1 0 0,-2 0-1 0,-1 1-2 0,0-1-1 16,0 0-1-16,-2 0 1 0,-1 0 1 0,0-1-1 0,-1-1 4 0,-1 0-1 16,-2 0 0-16,-1 0-2 0,-1 1-4 0,-1-2-1 0,0 0 0 15,-2-2 1-15,-2 0 1 0,-2 1-2 0,0-1 3 0,-4 0-1 0,0-2 3 16,-2 1 2-16,-2-1-1 0,-2-1 3 0,-3-2-4 0,-2 2-2 16,-3-3 3-16,-1 0-1 0,-3 0 6 0,-3-1-7 0,-2-2-5 0,-2 3 9 15,-5-2-1-15,-2 0 9 0,-3 0 5 0,-3-2-9 0,-3 2 0 0,-2-2 1 16,-3 2 1-16,-5 1-1 0,-3-1 3 0,-4 1-7 0,-4 2-2 15,-4-3 1-15,-4 1-6 0,-4-1-6 0,-4-1-3 0,-6 1-5 0,-4-2 4 16,-3 1 1-16,-4 2 1 0,-5-1 3 0,-4-1 0 0,-4 1-1 0,-4-1 1 16,-3 0 4-16,-3 1-2 0,-2-1 2 0,-3 2-8 0,-3-1 1 15,-2 0 1-15,-1 0 2 0,-5 0 11 0,-1-1-4 0,-3 2-1 0,-3 0 0 16,-2 0-7-16,-4 3 3 0,-3-1 0 0,-2 2-7 0,-2 1 9 16,1 0-2-16,0 0 2 0,-1 1 9 0,-1 1 0 0,-2-1 6 0,-1 1 5 15,-1 0 6-15,-1 0-4 0,-2 2 1 0,1 1-3 0,-4 1-3 0,1 2 3 16,0 2-6-16,-4 1-6 0,2 2-2 0,-2 0 2 0,-3 2 0 15,1 1 7-15,-1 1-1 0,-1 2-2 0,-1 1 8 0,-5 1-4 0,-1 2 1 16,0 0-3-16,-1 1-10 0,-1 2-1 0,1-1 1 0,-2 1-1 0,1-1 1 16,-3-1 0-16,-2 1-8 0,0-1 1 0,-2 0-1 0,-1 1-1 15,-2-2 6-15,-1 1-5 0,0 0 1 0,-4-2 0 0,2 0-2 0,0 1 2 16,-3-1-8-16,0 2-10 0,-3 0-8 0,0-1-11 0,-1 2-17 16,-4 1-12-16,0 2-12 0,0 2-19 0,-1 0-16 0,1 4-25 0,1 1-39 15,-4 2-47-15,0 4-161 0,-2 0-56 0</inkml:trace>
  <inkml:trace contextRef="#ctx0" brushRef="#br0" timeOffset="-90538.05">11841 9706 649 0,'-16'-2'109'15,"-2"0"-41"-15,-5-1-30 0,-2 2-15 0,3 1-9 0,-3 1-8 0,-2 0-6 16,1 1-2-16,-5 2-1 0,-1-1-3 0,-4 0-3 0,0 0-1 16,-1 0 0-16,-2 1-3 0,-1-1 2 0,-2 1 1 0,-2-1-1 15,0 0 8-15,-1-1 3 0,-2-1 4 0,-2-2 8 0,1-1 6 0,-1-1 7 16,-1-2 11-16,-1-1 6 0,-1-2 7 0,-1-2-5 0,1-3-10 0,-2 0-8 15,-2-2-2-15,0 0 1 0,-2 0 5 0,0 0 2 0,1 1-6 0,-2-1-6 16,-1 1 3-16,-2-1 0 0,-3 1 1 0,0-2-8 0,-2-2-6 16,-1 1-1-16,0 0 3 0,-1-1 9 0,-2 1 5 0,-1 0-4 0,-3-1-6 15,-3 0-2-15,-2 1-7 0,-1-1-1 0,-4 1-1 0,2 0 1 0,-4 2 3 16,0 0 5-16,-2 2 2 0,-3 1-7 0,1 1-2 0,-4 1-4 16,3 0-4-16,-4-1 2 0,-2 0-2 0,0 0-2 0,-2-1-2 0,1 3 3 15,3-1 1-15,-2 0-2 0,2 0-1 0,-3 1-5 0,-2 0-7 16,-1 1 1-16,-2 1 5 0,1 0 4 0,1 2 8 0,-2 2-2 0,2 0-3 15,2 1 0-15,-2 1 0 0,4 0 4 0,-2 2 4 0,-2 0 0 0,1 2-4 16,-1 1-4-16,2 1-3 0,1 1 0 0,1 1 4 0,0 1 6 16,1 2 2-16,-2 0-4 0,4 2 3 0,1 0-1 0,2 1-3 0,0-1 4 15,-1 2-3-15,3 2 1 0,0 1-1 0,3 0-2 0,2 3 1 0,1 2-2 16,0 1-1-16,0 2 2 0,-1 2-2 0,1 1 1 0,2 0-4 16,1 3 2-16,5-2 8 0,1 4 2 0,0-1 5 0,3 1 0 0,1 0-6 15,2 2 1-15,2 0-1 0,2 3-1 0,3 0-3 0,4 1 1 16,2 1 2-16,3-1 2 0,2 0-3 0,2 3-2 0,5-1 2 0,2 0-9 15,4 0 11-15,3-2 3 0,3 0-9 0,5 2 4 0,1-2-9 0,5-1-7 16,5 1 5-16,3-1-8 0,4 0 2 0,3 0-6 0,4-2-3 16,4-1 3-16,4-1-4 0,4 0 5 0,4-1-1 0,3 0 0 0,3-2-4 15,5 0-1-15,2-1 3 0,4-1 3 0,4-1 4 0,3-1 3 0,4 0-3 16,5 0 2-16,2-3 4 0,4 0 0 0,3-2 3 0,4-1 7 16,4 2-3-16,4 0 5 0,4-1-7 0,5 1 2 0,2-1 3 0,1-2-3 15,5 1 4-15,1-2 0 0,2-2-1 0,5 1 0 0,1-2-2 16,1-1-4-16,1 0-3 0,0-1-4 0,2-1 8 0,2 0-4 0,3-3 0 15,4 0 2-15,-1-1-5 0,2-1 2 0,-1-1-1 0,3-2 2 0,0-2-6 16,0-2 4-16,-1-1-1 0,-1-1 0 0,0-2-1 0,0-1 2 16,3-2 3-16,-1 0 2 0,-1-2 4 0,-1-1 2 0,-3-1-2 0,1 1-6 15,0-3 4-15,0-1-4 0,-1-1 1 0,0 0 6 0,2 0-3 0,1-2-1 16,1-1-5-16,0-1-28 0,1 1-38 0,2-2-38 0,0 0-71 16,6 0-98-16,2 0-51 0</inkml:trace>
  <inkml:trace contextRef="#ctx0" brushRef="#br0" timeOffset="-88821.06">12887 12225 776 0,'38'-1'138'0,"6"0"-113"0,12 0-11 0,-1 0-5 0,-6 0-1 15,3-1 0-15,2-1-10 0,2-4 4 0,4-2-2 0,-1-4 4 16,1-3 3-16,0-3-2 0,-1-4 0 0,0-1-4 0,0-3-4 0,0-1-1 15,-1-5-3-15,-3 1 2 0,0-5 3 0,-4 0-4 0,-2-2-2 0,-2-2-10 16,-3-1-13-16,-2-3-9 0,-4-2-8 0,-3-1-9 0,-2-1-8 16,-4-1-13-16,-4-2-18 0,-3 0-8 0,-6-1-13 0,-2-3-32 0,-5 1 3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3T12:04:08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7217 5537 1954 0,'-5'-28'-8'0,"-1"-6"9"0,-2-4 6 0,-1-6-3 0,4 22-4 0,3 3-17 0,2 3-9 15,2 0-4-15,0-1 7 0,-1-2-6 0,0 2-20 0,-2-1-26 16,-2 1-48-16,-2 0-51 0,-2 0-34 0,-3 1-16 0,-3 0 42 0,-4 1 52 15,-3-1 51-15,-2-1 51 0,-3 0 24 0,-2 3 22 0,-3-2 13 16,-2 2 6-16,-4-1 4 0,1 1-2 0,-4 0-2 0,-2 0 5 0,-2 1 1 16,-2 2 7-16,-4-2 9 0,-2 0 9 0,-3-1 12 0,-3 1 2 0,-2 0 3 15,-3 0-6-15,0 0-6 0,-2 1 0 0,1 0-13 0,-2 1-7 16,1 1-10-16,1-1-10 0,-2 1 0 0,1 1-1 0,-1 0 6 0,0 2 0 16,2 2-5-16,1-1 8 0,-2 2-11 0,0 0-1 0,1 1-9 0,-1 2-11 15,-1 1-1-15,1 3-5 0,-2 1 1 0,1 3-1 0,-1 1-3 16,2 2 18-16,-2 4-2 0,-1 2-1 0,1 3 1 0,0 0-18 0,1 3 0 15,2 1-1-15,0 2 0 0,2 1 0 0,1 1 4 0,1 2-6 16,0 0-2-16,2 1 0 0,2 0-2 0,4 1 5 0,1-1 1 0,2 3 2 16,2-3-5-16,0 3 1 0,6-1 0 0,1 4-2 0,2 2-1 0,4-1 1 15,0 2 1-15,5-1-5 0,0 1 6 0,3 2-5 0,1 1 2 16,4-2-5-16,3 3-2 0,3-3 2 0,3 2 6 0,2 2 1 0,5-3 2 16,3 1 2-16,3 0-8 0,4-3 9 0,3-1 1 0,3-2-1 0,4-4 7 15,2-2 0-15,4-3 6 0,3-1 7 0,4-2-1 0,2-3 1 16,5-2 3-16,2-1-1 0,5-4 4 0,1 1-1 0,4-1-8 0,1-1-8 15,1-2-6-15,0 0-4 0,-3 0 0 0,4 1 4 0,0 0-3 16,2-2 2-16,2 0 5 0,2 0-7 0,1 0 5 0,3 1-4 0,2-2 3 16,-1 0-2-16,2-1 4 0,2 0-5 0,0 0-3 0,4-1-2 0,4-1 4 15,1-1 2-15,2 0-2 0,0-2 1 0,-2 0-1 0,0-3-7 16,-1-1 10-16,3-3-4 0,3-3-2 0,0-2 7 0,1-3-4 0,1-2 6 16,-2-2 1-16,1-1-2 0,-1-2-4 0,2-1-3 0,0 0 8 0,2-2-1 15,1-1 9-15,-2-1-3 0,-2-1-4 0,-3 0-1 0,-2 1 1 16,0 0-2-16,0 0 1 0,-2-1 2 15,-3-2-4-15,1 1 0 0,-3-2 7 0,-1-2-10 0,-3 0 6 0,-2-2 1 0,0 2-6 0,-2-1 10 16,-1 0-11-16,-3-1 3 0,-3-1-2 0,-1-1-7 0,-5 0 12 0,0 0-6 16,-5-1 4-16,-4-1 7 0,-1-3-5 0,-3 0-1 0,-2 0 1 0,-4-1 0 15,-4-1 0-15,-5 0 9 0,-3-3 0 0,-4 1-5 0,-3 1 1 16,-5-1-13-16,-4 1-11 0,-6-4-1 0,-5 0-2 0,-6-2 6 0,-7 1 2 16,-6 0-5-16,-8 1-4 0,-6 2-1 0,-5 1-4 0,-10 3 5 0,-7 2 0 15,-7 5-3-15,-9 3 4 0,-4 5 0 0,-6 3-2 0,-1 6-2 16,-6 5 0-16,-2 6 4 0,-3 7-1 0,-4 5 4 0,-2 6 1 0,-1 8 1 15,0 4 1-15,1 8 1 0,1 7-1 0,0 3 2 0,6 3-4 16,3 3-7-16,3 1-28 0,3 6-88 0,3 3-78 0,4-1-86 0,3 3-64 16,3 0-218-16</inkml:trace>
  <inkml:trace contextRef="#ctx0" brushRef="#br0" timeOffset="6700.03">5899 2129 1295 0,'-14'-5'22'0,"-4"1"-19"0,-4-1-8 16,3 4 2-16,3 3 1 0,-5 1 0 0,-4 2-3 0,-4 4 0 0,-8 3-3 15,-4 3-2-15,-5 5-3 0,-5 4-12 0,-6 2-9 0,-5 4 0 16,-4 0 2-16,-4 0 12 0,-3 1 13 0,-5 2 3 0,-1-1 6 0,-4 2 2 16,-2-1-3-16,-4 1-2 0,-2-1 6 0,-1 2 0 0,0-1 3 0,-2 2 0 15,-1-1-7-15,-2 0-3 0,-4 3 0 0,-3-1-1 0,-4 1-1 16,-3-2-9-16,-3-1 5 0,0-1-1 0,0-2 0 0,4-1 6 0,5-2-1 16,7-1 3-16,8-3 1 0,9-3-4 0,7-4-1 0,8-5 1 0,3-4-4 15,5-3 6-15,2-3-8 0,3-2-25 0,4-4-20 0,2-2-29 16,2-3-11-16,3-2 6 0,1-4 5 0,3-5 9 0,2-3 8 0,2-2 5 15,4-3 10-15,1-1 15 0,4-4 7 0,-2 0 11 0,3-3 8 0,2-2 6 16,1-2 5-16,3-3 3 0,3 1 4 0,0 0 2 0,1-1-1 16,3 1-2-16,3 1 2 0,2 0 2 0,2 1 4 0,2 1 2 0,3-2-3 15,2 4-7-15,2 2-4 0,2 0-4 0,5 4 0 0,1 1-1 16,3 2 0-16,2 3 0 0,3 3-2 0,2 3 0 0,1 6-2 0,1 2 2 16,1 3 2-16,1 3-1 0,1 3 1 0,3 2 0 0,2 3 1 0,3 3 2 15,2 0 7-15,3 3 1 0,1 1 0 0,3 4 2 0,2 2-7 16,4 1 4-16,3 0 0 0,0 3-1 0,1 1 0 0,2 0-1 0,1 4-1 15,2 0-2-15,2 3-1 0,4-1 0 0,2 3-4 0,3-3 2 0,4 2 0 16,2 0 7-16,5 0 6 0,2 0 8 0,3 0 10 0,1-1 0 16,0-2 3-16,2 1 0 0,-1-3-2 0,-1 2 1 0,1 0 0 0,-3-1 1 15,-1 0 1-15,1 0 2 0,-1-2-2 0,-1-2-1 0,0-1-5 16,2 0-4-16,-2-1-8 0,-1-1-4 0,0 1-4 0,-1-3-5 0,0 1 2 16,-1-2-2-16,-1 0-3 0,-1-2-3 0,-1 1-8 0,-3-1-14 0,-2-2-14 15,-2 0-24-15,-2 0-40 0,1 1-40 0,0-2-103 0,-1-1 6 16</inkml:trace>
  <inkml:trace contextRef="#ctx0" brushRef="#br0" timeOffset="7201.03">4451 3102 1585 0,'55'2'-3'16,"24"2"-3"-16,25 1-4 0,26 4-33 0,-29-1-41 0,6 3-73 0,2 2-65 15,2 3-27-15,3 4 5 0,0 0 9 0,0 1-46 0</inkml:trace>
  <inkml:trace contextRef="#ctx0" brushRef="#br0" timeOffset="7301.03">6731 3228 221 0,'12'-13'184'0,"2"0"-136"0,2-5-24 0,-2-3-13 0,-4 0-4 0,-3-4-2 15,-2-4-8-15,-6-4-19 0,-4-2-36 0,-7-5-42 0,-8-3-154 16</inkml:trace>
  <inkml:trace contextRef="#ctx0" brushRef="#br0" timeOffset="7384.03">5562 2375 424 0,'-122'-11'60'0,"-18"3"-51"0,-36 3 0 16,14 8 3-16,18 10 18 0,4 9 19 0,4 6 15 0,3 7 14 0,6 7-2 15,2 7-4-15,5 6-13 0,4 6-15 0,4 6-21 0,7 6-18 16,10 3-11-16,7 5-7 0,8 0-7 0,8 5-17 0,9 4-63 0,7 5-71 16,9 5-65-16,6 4-107 0</inkml:trace>
  <inkml:trace contextRef="#ctx0" brushRef="#br0" timeOffset="10601.57">2600 8496 208 0,'-18'-29'40'0,"-1"-2"-10"0,-4-9-5 16,6 3-6-16,4 2 5 0,1 2 7 0,1 0 2 0,2-1 1 16,1 3-6-16,0-2-7 0,0 3-5 0,1-1-4 0,1 4-4 0,1 0 0 15,0 3 0-15,0 0 3 0,1 0 6 0,-2 2 5 0,2 0 8 0,0 2 5 16,-2 0-1-16,0 2 2 0,0 0-8 0,1 2-1 0,0 0-2 15,0 2 4-15,0 0 2 0,-1 3 1 0,1 0-2 0,-1 2 1 0,1 0-4 16,-2 1-2-16,0 2-1 0,0 0-5 0,0 3-2 0,-1 1 1 0,0 1 0 16,1 1-3-16,-1 0 2 0,2 2-1 0,-1-1 0 0,0 1 3 15,0 0 0-15,1 1-2 0,1-1 3 0,0 1-3 0,2 1 1 0,1 1 0 16,0 0-3-16,1 1 0 0,1 0 2 0,-1 1 2 0,1 2 3 16,2-1 1-16,-1 3 3 0,1 0 3 0,2 3 3 0,-1 2 7 0,1 1 2 15,0 5-2-15,1 2 0 0,0 3-3 0,0 3-4 0,0 2 0 0,1 2-1 16,0 6 1-16,-1 4-1 0,0 5 0 0,-1 6-8 0,0 5-2 15,-1 7-6-15,-1 6-3 0,-2 8 2 0,-1 7-1 0,-3 10-6 0,-3 7-5 16,-2 8 0-16,-2 9-4 0,-3 7 2 0,-2 6 0 0,-2 5 3 0,-1 5-1 16,-3 6-2-16,-2 3-9 0,1 2-10 0,-3-3-9 0,1-4-2 15,0-12 3-15,1-9 1 0,3-10 18 0,0-11 8 0,2-8 4 0,1-6 8 16,0-7-5-16,-1-4 5 0,2-4 4 0,-1-6-1 0,1-2 5 16,2-5 2-16,0-6 11 0,2-4 5 0,6-30 4 0,0 5-7 0,0-1-10 15,0 3 1-15,1-1-8 0,1 4-3 0,1-2-7 0,0 3-3 0,2-1-5 16,2-4 1-16,1-1-8 0,2-3 1 0,6 20 9 0,1-10-3 0,1-9 6 15,1-6-5-15,-1-4-5 0,1-2 4 0,0 1 3 0,0-2-2 16,0 0-1-16,1-2 3 0,1 0-1 0,-1 0-4 0,1-2 4 0,1 1-1 16,0-2 2-16,1 2-1 0,2 0 0 0,0-1 0 0,1 0-4 0,2-2 10 15,0-1-8-15,0 0 4 0,1 0 2 0,0-2 0 0,0 1-2 16,0-1-4-16,2-1 3 0,1-1-1 0,2-2 8 0,1-2-1 16,2-1-4-16,1-1 2 0,2-1-4 0,-1-1 2 0,3-1 7 0,0 0 3 15,1 2 7-15,3-1 5 0,1 2-1 0,3 1 0 0,0 2 5 0,3 1-3 16,1 2 0-16,0 1 2 0,3 0 1 0,1 2 9 0,3-1-5 15,2 0-6-15,2-1-3 0,1-1-5 0,1-1 4 0,3-1-2 0,0-2-8 16,0-1-6-16,3-3-2 0,-1 0 3 0,4-2 10 0,2-3-4 0,0-2 3 16,4-1-14-16,3-1-2 0,0 0 2 0,1-3 0 0,3-1 4 15,1-1 4-15,3 0-5 0,3-1 1 0,1-1 3 0,1 0-11 0,-1-2 1 16,4-1 0-16,0 2-1 0,2-1-1 0,-4 2-3 0,2 2 0 16,-3 1-7-16,2 1-1 0,0 1 11 0,0 1-1 0,-1 0 2 0,0 0-2 15,-2 2-4-15,-2 2 0 0,-1 0-2 0,1 2 9 0,-2 0-2 0,3 1 1 16,-2 0 1-16,2 1 0 0,-1 1-1 0,-2 0-4 0,3 3 5 15,-2-1-6-15,1 3 6 0,1 0-4 0,2 1 2 0,0 1 2 0,1 1-5 16,0 1 6-16,-1 0-5 0,0 1 4 0,-1-1 3 0,0 1-3 0,-1 0-1 16,-1 1 1-16,3-1-4 0,-1 0 7 0,1 0 6 0,3-1 0 15,1-1 1-15,0-1-10 0,0 1-4 0,-1 0 7 0,-3-1 0 0,-3-1 2 16,-3 0-3-16,-4-1-11 0,-6-1 0 0,-3 0-7 0,-3-1 3 0,-5 0-25 16,-3-1-22-16,-2 0-16 0,-3 1-27 0,-2-2-6 0,-3 0-11 15,-2-2-22-15,-1-2-16 0,-3 0-27 0,-2-3-26 0,-1-3-6 0,-5-2 2 16,0-4 16-16,-3-4 18 0,-1-5 15 0,-2-8 20 0,-4-8 20 15,-3-6 23-15,-4-7 22 0,-6-6 18 0,-5-5-25 0,-6-9-71 0</inkml:trace>
  <inkml:trace contextRef="#ctx0" brushRef="#br0" timeOffset="11316.57">3264 8002 1375 0,'-49'-32'562'0,"2"0"-538"15,-4-3 8-15,17 7-3 0,16 9 6 0,4 2-5 0,5 1-8 0,3 1-6 16,3 2-11-16,6 2-6 0,4-1-8 0,7 2-4 0,6 1 2 0,4 1 5 16,10 1-2-16,2 2-2 0,6 0 0 0,4 1-7 0,4 3 0 0,4-1 1 15,2 0-7-15,2 0 5 0,3 0-2 0,3 0-2 0,2 0 8 16,4-1 3-16,1-1 2 0,2 1 9 0,4-1-3 0,-1 0 2 0,4-1 1 16,0 0-3-16,3-2 0 0,3-1 5 0,5-1-1 0,3-2 9 15,4 0 7-15,2 0 19 0,2 1 14 0,3-1 19 0,5 1 10 0,1-3 0 16,3 1 0-16,3-1-8 0,2-1-6 0,3 1-5 0,3-2 3 0,0 2-13 15,-1 1-9-15,4 2-8 0,-1 0-9 0,1 1 0 0,0 2-2 16,-1 2-6-16,1 1-1 0,-1 1-7 0,1 2-3 0,-3 1-3 0,0 1 0 16,0 2 3-16,0 1 1 0,0 1 2 0,0 1-4 0,-2 0-6 0,-1-1-8 15,-1 2 5-15,-2-3-3 0,-3 2 6 0,-2 0 6 0,-2 1-3 16,-3 0 4-16,-2 0-2 0,-4 0 4 0,-4-1-5 0,-4 1-1 0,-2-1 9 16,-5-1-10-16,-1 0 4 0,-4 1 1 0,-3 0-5 0,-3 0 6 15,-4-1-6-15,-3 1 5 0,-4 0-3 0,-4 1 1 0,-1 0 4 0,-1 0-15 16,-3 1 4-16,-2 1-1 0,-2 2-5 0,-3 0 29 0,-3 1 1 0,-4 1-2 15,-4 1-1-15,-3 0-13 0,-2 2-4 0,-4-2-2 0,-2 3 4 16,-4 0-4-16,-1 0 2 0,-4-1 5 0,-4 2 2 0,-1 1 1 0,-2 1 1 16,-2 2-3-16,-1 3 5 0,-3 0-3 0,0 4 4 0,-3 0 2 15,-1 2 0-15,-1 2 1 0,-2 3-1 0,-1 2 5 0,-2 5-5 0,-2 3-11 16,-1 2 13-16,-1 3-6 0,-2 3 1 0,0 2 6 0,-2 6-13 0,0 3-3 16,-3 5 3-16,-2 4-1 0,0 3-13 0,-1 6 22 15,-1 5-1-15,0 4-1 0,0 6 13 0,0 2-18 0,0 3 4 0,2 3 12 0,0 3 1 16,0 1 1-16,-1 0 0 0,2 1 1 0,-1 0-19 0,-1 0 26 0,0-3 3 15,2 0-12-15,0-3 18 0,2-5-25 0,2-4-8 0,2-6 6 16,0-5-4-16,1-2 3 0,2-5 0 0,0-3 1 0,1-1 4 0,1-1-4 16,1-1-7-16,1-4 1 0,0-3-5 0,2-4 8 0,0-3-3 0,-1-5-9 15,1-3 10-15,0-2-10 0,1-4 6 0,-1-1 1 0,0-6-10 16,1-4-3-16,-1-4-9 0,0-3-13 0,0-4-18 0,-1-3-25 0,0-3-25 16,-1-3-47-16,0-4-61 0,0-3-67 0,-3-3-145 0,-1-6-198 0,-4-5-46 15,-6-10-114-15</inkml:trace>
  <inkml:trace contextRef="#ctx0" brushRef="#br0" timeOffset="14066.57">10519 9758 1443 0,'-8'-3'212'16,"0"1"-163"-16,-2-1-49 0,1 0-13 0,3 0-3 0,2 1-9 15,2 1-8-15,1 0-5 0,0 0-12 0,2 1-4 0,-1-1-4 0,0 0-4 16,1 0 2-16,0 0 3 0,0 0 11 0,1 0 15 0,2 0 13 15,0 0 11-15,2-1 11 0,0 0 5 0,1 0 4 0,1-2 3 0,1 1 1 16,1 0 5-16,1-1 1 0,2-1 2 0,2 1 6 0,0 0 3 0,3-1 5 16,1 0 13-16,2-1 1 0,3 1-2 0,2-2 5 0,2 0-1 0,4-1 1 15,1 0 4-15,4-1-3 0,1 0-4 0,3-1 0 0,3 2-6 16,0-1-6-16,0 0-2 0,2 0-6 0,3 1-6 0,-1 0 4 0,2 0 0 16,1 2-17-16,0-2-2 0,0 1-3 0,0 0-6 0,1 0 19 15,-2-1-5-15,1 3 4 0,-2 0-1 0,-1 0-4 0,0 0 5 0,-2 0-7 16,-2 0-2-16,-1 0-2 0,-3 0 3 0,-3 0-4 0,-1 0-2 0,-3 1 2 15,-3 0-2-15,-3 1-1 0,-2 0-3 0,-2 1 1 0,-2 0-1 16,-1 1-1-16,-3 1 1 0,-2 0-4 0,0 0 1 0,-3 0 1 16,-3 0-1-16,-1 1-6 0,-2-1-6 0,0 0-7 0,-2 1-5 0,-1-1-9 0,-1 1-15 15,-1-1-13-15,0 0-18 0,-1 0-17 0,-1-2-11 0,0 0-27 16,-1 0-25-16,-1-2-23 0,-1 0-33 0,0-1-2 0,0-3 12 0,-1-1 45 16,0-2 45-16,-1-1 3 0,0-2 25 0,-1 0-38 0,0 0-74 0</inkml:trace>
  <inkml:trace contextRef="#ctx0" brushRef="#br0" timeOffset="14418.57">12079 9153 2847 0,'3'-6'120'0,"2"0"-70"0,2 0-45 15,2 1-10-15,2 3-9 0,4 0-5 0,4 1-1 0,2 1-9 16,4 2-5-16,2-1 0 0,0 3-4 0,-1 0 3 0,-1 1 2 0,0 1-12 16,0 1 2-16,-2 1 2 0,0 0 2 0,-2 1 17 0,1-1 8 0,-1 0 4 15,-1 1 5-15,-1 0 5 0,-1 2-4 0,-2 1 1 0,0-1-1 16,1 0-2-16,-2 2 1 0,-1-1 2 0,0 2-3 0,-1 1 4 0,0 1-1 15,-2 1 3-15,-2 2-3 0,-1-1 3 0,-1 0 0 0,-2 2 2 0,-1-2 9 16,-3 1-10-16,-2 0 2 0,-2-1 18 0,-2 2-1 0,-1 1 14 16,-2-1 1-16,0 0-14 0,-3 0-3 0,-2 1-1 0,-1-2-4 0,-2 2-5 15,-1 0-8-15,-2-2-8 0,-2 3-14 0,0-1-43 0,-3 3-78 16,-1-1-129-16,-3-1-182 0,-2 2-118 0,-5-1-277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3T12:09:08.7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18867 6411 1006 0,'10'0'0'0,"5"1"1"0,6 0 1 0,6 0-1 0,-4-2 1 0,3 0 1 0,1 0 0 0,4-2 0 0,1-1 1 0,6-1 2 16,3-1 0-16,3-1-1 0,3 1 0 0,3-2-8 0,4 0 0 0,3 0-2 16,2 0 2-16,5-1 8 0,0 1 3 0,4 0 2 0,1 2 1 0,1 1-3 15,2 1-2-15,1 1 2 0,0 1-2 0,1 1 0 0,1 1 5 16,0 2 2-16,1 1 6 0,0 2 0 0,-2 1 2 0,1 0-4 0,-1 4 0 15,-1 1 6-15,0 2-6 0,-1 2-2 0,-2 0-2 0,-1 2-11 16,-2 3 4-16,0-1-5 0,-2 3-4 0,-1 0 5 0,-3-1-4 0,-1 1 1 16,-1 2 1-16,-3 0 1 0,-1 2-1 0,-4 0-3 0,-1 2 3 0,-3-1-6 15,-3-1 2-15,-4 4 3 0,-3 1-4 0,-6 2 1 0,-1 3-4 16,-7 0-7-16,-2 2-2 0,-3 2 4 0,-7 0-1 0,-2 4 7 0,-6 0 1 16,-5 1-5-16,-4 4 3 0,-5 1-2 0,-3 1 3 0,-5 0-1 0,-4-1 1 15,-4 2 0-15,-5-2-6 0,-4 2 10 0,-5-2-3 0,-7-1 4 16,-3-1 8-16,-6-1-6 0,-3 0 1 0,-3-4 0 0,-2-1-1 0,-2-1 1 15,-1-3 4-15,0-5-1 0,-1 0 2 0,0-5 5 0,2-3-1 16,0-2 6-16,1-7 5 0,2-2 6 0,1-3 3 0,0-3 3 0,2-3 3 16,1-2 2-16,0-2 3 0,0-2 6 0,1-1-2 0,0-2 1 0,3-2-3 15,0-1-3-15,2-1 4 0,2-1-4 0,1-1 3 0,0 0 1 16,3-2-10-16,3-2-1 0,1-1 1 0,1 0-4 0,3-3 1 0,1 0-2 16,1-2-3-16,4 0-4 0,0-2-4 0,4-2-6 0,0-2-12 15,3-1-12-15,1-2-16 0,3 0-14 0,1 1-13 0,2-3-14 0,2 1-13 16,2-1-26-16,2-1-36 0,1-1-46 0,4 1-29 0,3-2-17 0,3 1 12 15,1-1 44-15,3-3-67 0,2 0 48 0</inkml:trace>
  <inkml:trace contextRef="#ctx0" brushRef="#br0" timeOffset="566">23509 6526 1910 0,'9'-25'639'0,"3"-4"-634"0,6-5-15 16,0 3 20-16,1 8-28 0,3 4-7 0,3 0-9 0,2 5-8 0,4 1-7 16,0 6-27-16,2 2-35 0,2 2-33 0,-2 3-24 0,3 3-6 0,0 0 0 15,1 3 25-15,1-2 30 0,1 3 32 0,0-1 30 0,0-1 22 16,2 0 11-16,3-1 12 0,0 0 6 0,1-2 3 0,3-1 3 0,2 1 5 16,4-2-2-16,2 0-2 0,4 0 7 0,2 0 3 0,4-1 10 0,4 0 9 15,2 0 2-15,5-1 2 0,2 1-3 0,1 2-7 0,1 0-10 16,2 4-6-16,-1 2 0 0,4 3 4 0,-2 1 2 0,0 2 5 0,1 1-2 15,-2 2-1-15,-2 1-1 0,-2 1 0 0,-3 0-4 0,-3 1-4 16,-2 0 0-16,-3 2-6 0,-4 2-2 0,-4 1 2 0,-3 2-5 0,-5 1 2 16,-3 2 2-16,-5-1-4 0,-3 3 11 0,-3 0 3 0,-5 4 6 0,-4 0 5 15,-4 3 1-15,-3-1-5 0,-3 1 1 0,-4 1 2 0,-2 0-9 16,-5 1 2-16,-3-1-8 0,-4-1-7 0,-3-1-1 0,-3 0 1 0,-4-1-4 16,-5 1 1-16,-3-2-4 0,-6 0 0 0,-5-2 1 0,-4 0 1 0,-6 0 4 15,-6 0 1-15,-4-2-6 0,-4-2 6 0,-4-2 7 0,-2-2 2 16,-2-2 12-16,-2-2-7 0,-2-3-6 0,0-2-2 0,-1-2-3 0,0-1 3 15,1-2-4-15,0-2 1 0,2-3-3 0,-1-2-5 0,3-2-2 16,0-1-23-16,0-3-15 0,2 0-11 0,1-3-5 0,2 0 9 0,4-3 7 16,2-2 0-16,0-2-6 0,5-2-20 0,3-1-12 0,1 0-21 0,4-2-17 15,3-1-3-15,4 0-8 0,4 0 20 0,7 0 22 0,3 0-12 16,5 1-56-16</inkml:trace>
  <inkml:trace contextRef="#ctx0" brushRef="#br0" timeOffset="1085">28478 6509 2215 0,'5'-17'21'0,"2"-4"-10"0,4-3-11 0,0 3-3 0,3 5-1 16,2 2-5-16,1 1-9 0,0 3-23 0,2 0-35 0,-1 4-36 0,1 0-44 16,-1 4-20-16,1 1-2 0,3 1 18 0,1 2 41 0,2 0 42 0,2 1 35 15,2-1 25-15,0 0 12 0,3 0 9 0,1-1 2 0,4 0 0 16,1 0-2-16,5 1-4 0,3-1 0 0,2 0 0 0,5 0 1 0,2 1 4 15,2 0 8-15,5 1 2 0,2 0 10 0,2 0 6 0,4 3 7 16,3-1 7-16,1 2 5 0,5 0-7 0,2 0-5 0,1 3-6 0,4 1-5 16,2-1-1-16,1 2-4 0,3-1-4 0,1 1 1 0,0 0 4 0,-1 1-3 15,1 2-1-15,-3 1-1 0,1 2-9 0,-2 1 1 0,-1 3-5 16,-2 3-2-16,0 0 1 0,0 2-4 0,1 1-7 0,-2 3-3 0,-2 1-1 16,-2 3 2-16,-1 2 5 0,-3 1-7 0,-4 2 0 0,-3 0 4 0,-38-21 0 15,6 6 12-15,-4 0-1 0,5 5-11 0,-5 1-4 0,4 5-10 16,-6 0-2-16,1 5 5 0,-6 0 2 0,-6 0 6 0,-6-1 4 0,-5 0 2 15,-5 0 0-15,-6-3-5 0,-5 1 11 0,-6-2 1 0,-4 1 2 0,-8 0 7 16,-31 30-21-16,-9-10 0 0,-3-11 3 0,3-11-1 0,-1-3 11 16,-7-2-3-16,-3 0 1 0,-7-1 1 0,-6-2-2 0,-1-1-6 0,-7-4-2 15,-2-1-2-15,-5-3-1 0,-5-4 2 0,-4-2-5 0,-5-2-9 16,-3-3-19-16,-5-2-22 0,-3-2-35 0,-2-4-42 16,-4-3-18-16,0-3-12 0,-2-3-15 0,-2-3 22 0,-1-2-125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3T12:09:20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17735 3778 1009 0,'-3'3'12'0,"-1"3"8"0,0 2 12 0,-1 2 12 0,2-1 3 0,-1-1-11 16,0 2-1-16,0 2 0 0,-1 1-7 0,2 3 11 0,-1 0-5 0,2 4-8 15,1 1-6-15,1 0-5 0,2 4-3 0,1 1 0 0,1 5-1 0,2 4-1 16,0 3-4-16,0 2-1 0,2 1-1 0,-1 3-4 0,0 1 1 16,0 4-2-16,-1 1-4 0,0 3-3 0,-1 2-2 0,-2 1 0 0,0 2 4 15,-2 2-1-15,-1 2 2 0,0-2 0 0,0-2 1 0,-1-4 2 0,1-1-3 16,1-5-6-16,0-1 5 0,0-4 6 0,1-5 0 0,-1-2 4 16,1-6-3-16,-1-1-3 0,2-4 3 0,-1-1 2 0,-1-5 1 0,0 0-4 15,-1-1-1-15,0-1 1 0,1-2-4 0,-1 0-3 0,0-2-9 16,0-2-21-16,1-4-21 0,0-3-24 0,1-2-15 0,-1-2-4 0,1-3-8 15,0-2-10-15,0-3-29 0,0-6-17 0,2-5-80 0,0-4 35 0</inkml:trace>
  <inkml:trace contextRef="#ctx0" brushRef="#br0" timeOffset="302.99">17799 3778 1078 0,'2'-23'62'0,"2"-2"-10"0,2-4-7 0,2 10-15 0,2 4-7 0,1 2-1 16,3 3 5-16,2-1 2 0,1 2 4 0,0 1 9 0,0 0 3 16,2 1 0-16,1 2 2 0,0 0-3 0,1 2-2 0,0 2-4 0,1 1-6 15,2 2-5-15,-2 2-4 0,0 0 0 0,1 1 1 0,-3 1-3 0,0 1-4 16,1 3-1-16,-3-1-7 0,1 3 1 0,-1 1 1 0,-4 2-4 16,1 2-1-16,-2 2 3 0,-1 2-5 0,-1 2-6 0,-3 2 5 0,-3 3-14 15,-3 1-2-15,-2 4 2 0,-1 1-2 0,-2 1 11 0,0 4 2 0,-3 0 2 16,0 5-2-16,-1 0 3 0,0 2 1 0,1-1-8 0,-1 2 5 15,0 1-3-15,1 1-5 0,0 1 1 0,1 0-8 0,0-1-3 0,-1-4 7 16,1-2 0-16,1-3 5 0,-1-1 2 0,2-2 2 0,1-1-6 16,-2-3 2-16,2-1-2 0,-2-3-6 0,1-3-7 0,-1-1-9 0,0 0-25 15,-1-3-29-15,1 2-26 0,-1-2-32 0,0 0-15 0,-2 0-9 0,-1-2-16 16,-1-3-4-16,-2 0 6 0,-1-3-1 0,0-3-80 0</inkml:trace>
  <inkml:trace contextRef="#ctx0" brushRef="#br0" timeOffset="477.99">17575 4700 1296 0,'-20'-12'357'0,"0"0"-270"0,-3 0-11 0,6 5-42 15,5 3-11-15,4 2-2 0,5 2-5 0,2 0-5 0,2 0-4 0,2 2-6 16,4 0 2-16,4 0 1 0,3 0-1 0,6-1 5 0,1 0-4 16,5 1-4-16,3-1 2 0,2-1-8 0,3 1 2 0,3 0-4 0,-1-1-9 15,0 1-17-15,2-1-36 0,-2-1-48 0,2 1-63 0,-2-2-51 0,0 0-37 16,-1-1-29-16,0 0-11 0,0-3-29 0</inkml:trace>
  <inkml:trace contextRef="#ctx0" brushRef="#br0" timeOffset="910.99">19506 4023 1626 0,'-11'-12'63'15,"2"1"-57"-15,1-1-14 0,1 6-7 0,4 4 0 0,0 0 1 0,1 1 5 16,0 0 4-16,-1 1-2 0,1-1 5 0,0 1-1 0,-1 0 3 15,0 0 4-15,0 0-4 0,0 0 0 0,0 1-4 0,1 0-1 0,-1 0-1 16,1 2 2-16,-1 0 1 0,0 1-2 0,1 0 1 0,-1 2 0 0,-1 0-1 16,1 3 3-16,0 1-1 0,0 2 6 0,0 3 2 0,0 3 3 15,0 4 6-15,-1 2 4 0,1 1 2 0,-1 2 3 0,1 1 4 0,0 3-7 16,0 0-4-16,1 2-7 0,1 1-6 0,1 2-7 0,2-2-1 16,1 0-10-16,0 0 0 0,1-2 7 0,1 0 0 0,1-2 11 0,1-2 2 15,0-1 0-15,0-3 0 0,0 0 4 0,0-1-2 0,1 1-1 0,0-1 1 16,-1-2-5-16,0-1 1 0,0-2 0 0,0-3-1 0,-1 0 2 15,-1 0-1-15,0-3-4 0,0-1 2 0,-1-2-5 0,0 0-7 0,-1-3-16 16,0-2-39-16,0-1-44 0,-1-2-34 0,0-1-28 0,-1-2-10 0,0-3-9 16,-1-2-17-16,0-3 37 0,-1-3 39 0,0-5 21 0,0-7-77 15</inkml:trace>
  <inkml:trace contextRef="#ctx0" brushRef="#br0" timeOffset="1532.99">19513 4393 365 0,'-4'-36'89'0,"0"-4"-48"0,-1-8-15 0,0 7-10 0,0 6-5 0,-1 3-4 15,1-2-5-15,-2 2-6 0,0-1 0 0,-2 2 1 0,-1 2 2 0,-1 2 8 16,0 2 3-16,0 2 6 0,-1 1 9 0,0 2 9 0,1 3 6 15,2 0 13-15,1 2-5 0,1 0-9 0,2 2-6 0,1 0-20 0,3 2 0 16,1 1-3-16,2 1-3 0,2 2 2 0,2 0-7 0,1 0 3 0,3 0 4 16,3 1 0-16,1 2 8 0,3 0 6 0,0 2-2 0,3 1 2 15,1 2 0-15,0 2-2 0,1 0 5 0,1 2-2 0,0 1 0 0,1 3-3 16,0 0-6-16,0 2 4 0,0 1-2 0,-3 3 1 0,1 4-5 0,1 1 3 16,-1 3-5-16,0 0-2 0,-2 3 8 0,-1 1-10 0,-2 1 1 15,-1 1-3-15,-3 1-5 0,-1 2 1 0,-3 0-2 0,-2-1 2 0,-3-2 3 16,-1-3-1-16,-3-3 1 0,-1-1 1 0,-3-2 1 0,-2-4-2 15,-2 1 1-15,-3-2 0 0,-2-1-3 0,-3-1 3 0,-3-1-2 0,-2-1 0 16,0-1 3-16,-3-2-2 0,2-2 9 0,0-1-4 0,3-2 5 0,2-1 6 16,1-2-9-16,3 1-2 0,0 0-7 0,3-2-6 0,2 0-3 15,2 1-8-15,2-2-9 0,2-1-6 0,1-1 3 0,2-2 3 0,2-1 7 16,1-1 4-16,2-1 0 0,2-1 3 0,2-1 2 0,2 2 3 16,0 0-1-16,-1 2 4 0,0 1 0 0,1 2 1 0,-1 2 5 0,0 2 5 15,1 2 10-15,-1 4 3 0,0 1 5 0,0 3-1 0,0 1-4 0,-1 2-1 16,0 3-1-16,-1 2-4 0,0 1 0 0,1 2-6 0,-1 1 0 0,0 1-5 15,0 0 2-15,-2 1 6 0,0-2 0 0,-1 1 8 0,0-1 0 16,-3 0 5-16,-2-2 2 0,-2-1 5 0,-3 0 2 0,-2-2 0 0,-2 1-3 16,-3-1-3-16,-2 0 0 0,-2 1 0 0,-1-2 3 0,0 0-2 15,-3-2-1-15,-1-3-5 0,1 0-1 0,-2-3 3 0,2 0 1 0,0-1 4 16,0-2-1-16,0-1 2 0,1-1 3 0,0-1-3 0,2-1 0 0,2-1-3 16,2-1-5-16,0 0 1 0,0 0-4 0,2 0-7 0,-1-1 1 15,2 0-2-15,2 0-4 0,-1-1 5 0,1 0-8 0,1 1-3 0,1-1 5 16,0 1-5-16,1 0 1 0,0 0 1 0,0-1-2 0,1 1-3 15,0 1 1-15,0-1 2 0,1 1-1 0,0 0 3 0,1 0-8 0,0 0 1 16,0 0 4-16,1 0-2 0,0 1 1 0,0-1-2 0,0 0-4 0,1 1 5 16,-1 0 0-16,1-1 0 0,1 1 0 0,-1-1 0 0,0 0 1 15,1 2-2-15,-1-3 4 0,1 2-6 0,1 0 1 0,0 0 2 0,0 0-1 16,1 0-1-16,-2 0-1 0,1 0 3 0,-1-1-1 0,0 1 2 0,0 0-2 16,1 0 2-16,-1-1 1 0,0 1 1 0,0-2-2 0,-1 1 1 15,1 0-4-15,-1-1 4 0,0 0 4 0,0 0-3 0,-1-1-1 0,1 0-2 16,0 0-5-16,-1 0 0 0,1 0-1 0,-1-1-1 0,0 2 1 0,1-3 0 15,0 1-1-15,0 1-15 0,0 0-17 0,-1 0-23 0,2 0-18 16,0 0-19-16,-1-1-28 0,1 1-39 0,0 0-49 0,0-1-56 0,1-1-32 16,0-1-17-16,2-2-175 0</inkml:trace>
  <inkml:trace contextRef="#ctx0" brushRef="#br0" timeOffset="3660.99">21348 3742 269 0,'-2'-14'185'15,"-1"0"-146"-15,2-3-3 0,2 7-12 0,3 4-12 0,2 0-2 16,1 2-4-16,0 0-2 0,1 1 3 0,0 0-1 0,0 0 1 0,1 2-1 16,-1 0 1-16,0 2 0 0,1 0 0 0,-1 0 1 0,-1 1 0 0,0 1 0 15,0 1 5-15,-2 0 2 0,1 1 0 0,0 1 4 16,-1 1-6-16,0 0 2 0,0 3-3 0,-1-1-4 0,1 0 2 0,-3 1-3 0,2-1 2 15,-1-1 2-15,0-3 8 0,-1 0 12 0,-1-3 17 0,1-1 20 0,-2-2 18 16,1-1 5-16,0 0-6 0,-1-3-18 0,0 1-20 0,-1-1-15 16,-1-2-10-16,0 0-6 0,-3 1-1 0,-1-2-6 0,-1 1-3 0,-4-2-4 15,-2 1-2-15,-3 1-2 0,-2-1-2 0,-3 1 4 0,-2 0 0 16,-1 0 5-16,-3 0 1 0,0 2-2 0,-2 2 5 0,1 2-3 0,0 1 3 16,-1 1 3-16,1 3-7 0,-2 2-1 0,3 1 0 0,-2 3-4 0,0 1 1 15,0 2 0-15,2 2 3 0,-1 2 0 0,4 3-3 0,0 2-3 16,0 3-14-16,2 3 3 0,0 6 3 0,1 0 5 0,2 3 12 0,2 1-4 15,0 1 4-15,2 4-6 0,2 0 0 0,2-1-2 0,4 0-1 0,3-5 3 16,4-1-1-16,3-3 5 0,5-3-4 0,3-2 6 0,4-2 3 16,4-2-5-16,3-2 6 0,3-2 0 0,4-1-9 0,2-1 9 0,3-2-5 15,0-2 1-15,4-1 9 0,0-2-5 0,0-2 4 0,1-1-3 16,-3-1 1-16,1-2 0 0,-3-1-2 0,1-1 4 0,-2-3-1 0,-2 0 6 16,0-2-3-16,-4-2-2 0,0 2 1 0,-4-2-4 0,-2-1-3 0,0 1 1 15,-1-2-2-15,-3 1 0 0,0 0-4 0,-2 0 0 0,-1 1 3 16,-1-1-8-16,0 1 6 0,-1 0 2 0,-1 1-6 0,0-1 4 0,-4 2 1 15,1 0-6-15,-1 1-2 0,-1-1 4 0,-1 1-4 0,0 0 4 0,-1 1 2 16,-2 0-3-16,0 1 2 0,-1-1-2 0,0 0 2 0,0 0-2 16,-1 0 0-16,0 1 1 0,-1 1-5 0,0-1 3 0,0 0-3 0,0-1 2 15,1 1 2-15,-2 1 1 0,0 0 3 0,0 0-4 0,-2 1 3 0,2 0-2 16,-1 0 0-16,0 0 1 0,-1 0-2 0,1 0 1 0,-1 0-1 16,1-1 1-16,0 0 2 0,0 0-2 0,1 0-2 0,-1 0-1 0,0 0 2 15,0 0 1-15,1 0-1 0,0 0 2 0,0 0-6 0,1-1 2 16,-1 1 1-16,0 0 1 0,0 0 0 0,0-1 3 0,0 0-4 0,0 1 2 15,1-1-1-15,0 0-2 0,-1-1 2 0,1 1-4 0,0-1 5 0,0 0-4 16,1 1 4-16,-1-1-1 0,1 1-4 0,-2 0 10 0,2-1-8 16,-1 1-1-16,0 0 2 0,0 0-4 0,1 0 2 0,-1-1 6 0,0 1-2 15,0-1-2-15,-1 1 5 0,1 0-7 0,0 1-2 0,0 0 4 0,0 0-4 16,0-2 4-16,-1 2 3 0,1-1-5 0,0 0 6 0,0 0-6 16,0 0-2-16,-1 0 2 0,1 0 0 0,1 0 3 0,-1-1-1 0,1 1-1 15,0 0 1-15,-1 0 1 0,1 0 0 0,-1 0 1 0,-1 0-4 16,2-1-2-16,-2 2 6 0,0-1-2 0,2-1 0 0,-1 1 1 0,0-1-2 15,0 1-1-15,0-1 1 0,0 0-2 0,0 0-5 0,-1 0-4 0,0-1-12 16,0 1-17-16,-1 1-22 0,0-1-23 0,-1-1-26 0,1 1-23 16,-2-1-15-16,1-1-5 0,-1 1-4 0,0-1 4 0,-1 0 0 0,2-1 9 15,-3-2 26-15,2 0-19 0,-1-3-48 0</inkml:trace>
  <inkml:trace contextRef="#ctx0" brushRef="#br0" timeOffset="5067.99">20862 5277 1310 0,'-18'-14'50'0,"0"2"-9"0,-1-1 2 0,4 8-25 16,5 5-9-16,2 3-13 0,0 3-6 0,2 2 3 0,-1 1 1 15,0 4 5-15,0 0 2 0,1 3 1 0,0 1 8 0,-1 4 4 0,1 1 5 16,1 4 6-16,0 1 1 0,1 2 9 0,0 0 5 0,0 3 3 0,0 2 6 15,2 4-5-15,-1 2-3 0,1 2-13 0,2 4-3 0,0 2-6 16,2 0-10-16,2 2 1 0,0-1-8 0,2 3-2 0,1-2 2 0,0-2-2 16,3-2 1-16,1-4 0 0,1-1 1 0,1-5 3 0,-1-3-2 0,1-4 0 15,0-5-3-15,-1-5-2 0,0-1 6 0,-1-5 5 0,0-1 3 16,0-3 10-16,-2-2 0 0,-1-3-8 0,-2-1 1 0,-1-1-13 0,-2 0-16 16,-1-3-15-16,-2-1-22 0,-1-3-15 0,-2-4-9 0,0-4-8 15,-3-4 6-15,-2-4-3 0,-2-4 14 0,-2-6 17 0,-2-2 14 0,1-3 18 16,-1-3 7-16,-1 0 4 0,0-4 3 0,1-2 3 0,-2-3-1 0,1-1 4 15,1 0-2-15,2-2 2 0,0-1 0 0,2 1 6 0,1 1 9 16,2 1-1-16,1 2 9 0,2 3-7 0,0 4 1 0,3 3 3 0,1 4 1 16,0 1 3-16,2 1-3 0,-1 5-2 0,2 0-4 0,0 4 1 0,0 5-4 15,2 1 0-15,1 3 0 0,0 1 2 0,1 3-2 0,0 1 2 16,1 2-4-16,-1 1 0 0,2 1 5 0,1 1-2 0,1 2 5 0,2 0 0 16,1 2-2-16,0 1 1 0,3 0 2 0,2 2-5 0,0 1 1 15,3 2-4-15,1 0-6 0,-1 3-1 0,2 0-3 0,0 2 0 0,1 2-1 16,2 1-1-16,-2 3 7 0,0 2-7 0,-3 3 3 0,0 4-3 0,-1 1-4 15,-3 2 2-15,1 1 0 0,0 1 4 0,-1 2-3 0,0 4-1 16,-2 1 2-16,-1 2-7 0,0 3 5 0,-3-2 2 0,0-1-1 16,0 0 2-16,-1-5-4 0,-3-1-1 0,0-4-3 0,-3-3 5 0,0-2-5 0,-1-2-1 15,-1-3 1-15,0-2-8 0,-2-2-12 0,-1-2-23 0,0-2-24 16,-2-1-23-16,0-1-18 0,1-3-17 0,-1-1-21 0,-1-1-14 0,0-3-12 16,0-1-7-16,0-1-21 0,0-1 17 0,-3 0-125 0</inkml:trace>
  <inkml:trace contextRef="#ctx0" brushRef="#br0" timeOffset="5244.99">20783 5751 1184 0,'-18'-13'358'0,"2"1"-290"0,-3-1 20 0,5 7-33 0,9 3-15 0,2 1-16 16,3 1-9-16,4 1-5 0,3 0-6 0,4 1-2 0,5 0-1 15,4 1-6-15,6 0 5 0,5 0-3 0,2 1-1 0,3 2-3 0,4 0-11 16,2 1-27-16,2-1-45 0,2 0-51 0,-1 0-49 0,-1-1-28 0,3 0-19 15,2-1-12-15,0-1 28 0,2-3-121 0</inkml:trace>
  <inkml:trace contextRef="#ctx0" brushRef="#br0" timeOffset="7494.96">21655 5582 753 0,'-8'-12'126'0,"1"1"-59"0,-1 0 23 0,5 5-5 16,2 5-14-16,1 1-21 0,1 1-16 0,1 1-7 0,1 0 3 16,1 2 5-16,1 1 7 0,1 1 5 0,2 3 1 0,1 1 1 0,0 1-7 15,0 4-7-15,1 1-6 0,0 4-8 0,1 1-6 0,1 5-6 0,0 2 0 16,-1 3-3-16,1 1-4 0,-1 3-1 0,-1 1-3 0,1 1-1 16,-2 0-1-16,1-1 4 0,-1 1-5 0,1-4 1 0,-1-3-6 0,-1-3-10 15,0-3-19-15,-2-1-24 0,0-4-21 0,-1-2-16 0,-1-2-8 0,-1-4-1 16,0-2-7-16,-1-3-7 0,-1-3-7 0,-1-2-2 0,0-3-4 15,-1-1 12-15,-1-3 21 0,1-3-22 0,-1-5-40 0</inkml:trace>
  <inkml:trace contextRef="#ctx0" brushRef="#br0" timeOffset="8037.46">21639 5370 331 0,'-2'-7'62'0,"-1"0"-18"0,1 0 9 0,2 3 4 0,1 2-5 16,0 2-4-16,1-2-1 0,1 1 2 0,0-1 4 0,0-1 8 15,2 0 5-15,0 0-1 0,0-2-1 0,3 1-4 0,0-2-6 0,0 1 0 16,2-1-3-16,1 0 0 0,1 0-5 0,1-1-6 0,0 1-3 0,2-1-8 16,2 0 1-16,1 1-1 0,0 0-3 0,3 0 2 0,1 1-1 15,1 1-3-15,0 1-4 0,1 1-3 0,1 2-3 0,0 0-4 0,-1 2 0 16,0 2-3-16,0 1-5 0,0 3 2 0,1 1-3 0,-3 1 1 15,1 1-1-15,-2 1-1 0,-3 2 0 0,-1 2-1 0,-2 2-2 0,-2 0 1 16,-1 1 0-16,-1 1 2 0,-1-3-1 0,-2 1-2 0,-1 0-2 16,-2 0 0-16,-1 0 2 0,-3 1 0 0,-2-1-3 0,-2-1 0 0,-3 0 1 15,-2-1 2-15,-2-2 1 0,-3-1 3 0,-1 1-1 0,-2-2 0 0,-1 0 4 16,-2-3 0-16,-1 0 1 0,-1-2-1 0,0-1-6 0,2-1 1 16,1-1-1-16,1 0-2 0,2 0 5 0,0 0-4 0,1 0 6 0,4-1 0 15,0 0-6-15,3-1 3 0,3 0-1 0,0 0-4 0,2-2-3 0,0 0-1 16,2 0-6-16,1 0 1 0,1 0 5 0,1 0 5 0,1 0 7 15,3-1 2-15,1 0 1 0,3 0 0 0,1 1-1 0,2 1 3 0,1 0-4 16,2 2 1-16,0 1-1 0,2 2 1 0,-1 1 1 0,2 1 2 16,1 1-2-16,-2 1 3 0,1 1-2 0,0-1-1 0,-1 2 1 0,1 1-3 15,0-1 1-15,-2 1-2 0,-1-1 0 0,-2 1 3 0,-2-1-1 0,-3 0 0 16,0-1 0-16,-3-2-1 0,-2 3 0 0,-2-2 4 0,-2 1-3 16,-1 0 3-16,-4 0-2 0,-1 0 3 0,-3 1-1 0,-3 1-4 0,-1 0 1 15,-4-1-3-15,-2-1 2 0,-2-2-3 0,-1 0-1 0,0 0 3 0,1 0-3 16,-1-2 1-16,2 0 0 0,1-2-3 0,3 1-2 0,0 1-4 15,3-2-14-15,2 1-26 0,2 0-35 0,5-2-35 0,-1-1-31 0,3-1-10 16,2 0 8-16,0-1 11 0,3-2 20 0,2-2 3 0,3-2-11 0,4-3-6 16,3-2 4-16,2-4-131 0</inkml:trace>
  <inkml:trace contextRef="#ctx0" brushRef="#br0" timeOffset="8329.45">22569 5618 435 0,'5'-26'296'0,"1"1"-241"15,3-4 8-15,-1 12 7 0,1 5-18 0,-1 5-15 0,2 1-13 0,0 3-4 16,1 2 3-16,0 2 6 0,-1 2 5 0,1 2 2 0,-1 2 2 15,-1 2-2-15,0 2-1 0,-1 3-1 0,-2 2-1 0,0 2 0 0,-1 0 3 16,0 3 4-16,1 0 0 0,0 1 6 0,-1 3 4 0,1-1 13 0,-1 2 13 16,-1 1-1-16,-1 0-9 0,0 2-17 0,-1-1-12 0,0 1-15 15,-1-1-5-15,1 0-7 0,0 1-8 0,-1 0 1 0,0-2-3 0,0-3 0 16,0-3 0-16,-1-3 3 0,-1-4 1 0,0-3 2 0,-2-3 2 16,1-3 5-16,-1-2 8 0,-2-2 5 0,-1-2 3 15,-1-2-3-15,0-3-3 0,-1-3-8 0,0-3 2 0,0-3-1 0,1-4-1 0,2-3 0 0,1-2 1 16,1-3-4-16,1-1-1 0,1-2-4 0,3 0-5 0,1 0 2 15,1-1-2-15,1-1-1 0,2-1-4 0,2-1-10 0,-1 1 11 0,3-1 1 16,2 2 5-16,0 1 1 0,1 3-4 0,2 4-2 0,-1 3-5 0,-1 4-2 16,2 2-5-16,0 3-1 0,0 3 4 0,0 1 0 0,0 3-2 15,1 1-1-15,0 1-12 0,-3 1-25 0,1 2-48 0,-1 1-67 0,0 1-63 16,-1 2-42-16,0 1-19 0,0 2 9 0,-2 0 28 0,1 1 8 0,-1 0-23 16</inkml:trace>
  <inkml:trace contextRef="#ctx0" brushRef="#br0" timeOffset="8813.45">23306 5592 959 0,'-1'-3'92'0,"-1"2"-35"0,1 0-37 0,3 4-9 0,1 1 3 15,2 2 10-15,1 1 13 0,0 2 6 0,0 0 4 0,0 1 4 0,2 1 4 16,0-1 0-16,1 2-6 0,1 0-4 0,0 0-3 0,0 2-2 16,1-2 2-16,0 2-2 0,0-1-8 0,0 0-10 0,0-1 1 0,1 0-6 15,1 0-1-15,1-2 5 0,0-1-3 0,-1-1 1 0,1-3 0 0,2 0-4 16,-1-2 3-16,-1-2 0 0,-1 0-2 0,-1-3 5 0,-2-1 2 15,0-2-6-15,-1-2 4 0,-2-1-3 0,0-2 5 0,-2 0 2 0,-1-2-1 16,-2-2 2-16,-3-1-5 0,-1-2-1 0,-3-1-6 0,-2 1 5 16,-2-3 2-16,-3-2 0 0,-2 1 4 0,-2-3-5 0,-2 1-2 0,-2 2-1 15,-1-1-8-15,2 2-3 0,-1 1-3 0,2 3-5 0,0 3 2 0,4 3-4 16,-1 2-5-16,0 2-1 0,0 2-3 0,1 2 2 0,0 2-5 0,0 1-1 16,2 3-4-16,0 0-7 0,1 3-2 0,0 0-15 0,2 2-12 15,1 1-19-15,0 1-15 0,2 1-11 0,2 1-13 0,2 0-15 0,2 2-18 16,2-1-10-16,2 1 5 0,3-2 12 0,3 0 28 0,2 1 22 0,2-1 22 15,1 0 20-15,4-2 7 0,0 1 9 0,1-2 8 0,2-2 8 16,0-1 10-16,1-2 8 0,1-2 5 0,2-1 6 0,1 0 10 0,1-1 7 16,0 0 11-16,1 2 12 0,-2 2-2 0,2 1 4 0,-1 1-6 15,2 1-8-15,-1 1 0 0,0 1-6 0,-1 1 1 0,1-1-1 0,-2 2 5 16,-3 0 11-16,-2-1 4 0,-3-1 3 0,-2 0-5 0,-4-1-9 0,-3 0-11 16,-3 0-3-16,-2-2-2 0,-3-2 7 0,-3 0 7 0,-1-1-1 15,-2-2 3-15,-2 0-17 0,-4-3-10 0,-3-1-2 0,-5-2-5 0,-1-3 8 16,-5-2 10-16,0-2 4 0,-3-3 14 0,-1 0 16 0,3-3 6 0,-1-3 14 15,4 1-3-15,1-3-3 0,1-2-7 0,5 2-8 0,2-4-6 16,3 0-10-16,2 0-6 0,4-3-13 0,3 1-10 0,3 1-12 0,3 3-14 16,3 2 2-16,2 4-2 0,4 2 0 0,1 1 4 0,3 3-4 15,3 2-3-15,0 2 5 0,2 2-5 0,2 1-1 0,1 2-19 0,1 2-35 16,2 2-45-16,0 2-68 0,3 1-66 0,2 3-52 0,-1 1-26 0,2 2-11 16,1 1 14-16,2 1-26 0</inkml:trace>
  <inkml:trace contextRef="#ctx0" brushRef="#br0" timeOffset="9664.45">19908 5465 905 0,'-17'-23'103'0,"0"0"-66"0,0-3 31 0,10 5-40 15,6 4-13-15,3 1-13 0,6 0-8 0,5 0 2 0,6 0 1 16,3 0 5-16,8 0 1 0,3 0 0 0,5 2 0 0,3 3 0 0,3 0 4 15,3 2-2-15,2 2 2 0,1 4 3 0,1 5 2 32,3 2 11-32,-1 5 1 0,1 3 4 0,-1 1 1 0,-2 5-7 0,1 4 5 0,0 2-11 0,0 8-7 0,0 1-3 0,1 3-5 0,-3 1-1 0,0-2 1 0,0 4 2 15,-1-1-3-15,0 2-5 0,-4-1-4 0,-2 0-3 0,-3 0-1 16,-2-4 7-16,-4 1 2 0,-4-5 1 0,-7-3 3 0,-3-6 3 0,-5-4 2 16,-4-5 4-16,-5-3 7 0,-4-1 5 0,-4-1 11 0,-4 2-2 0,-6-1-7 15,-5 2-11-15,-5 2-7 0,-4 0-3 0,-4 3 0 0,-4-1 1 16,-2-1-3-16,-2-2 0 0,-1-1 6 0,-2 0-2 0,0-1 1 0,-2 0 1 15,1-2-4-15,0-2 2 0,2 1-2 0,1-1-4 0,3 0-2 16,4-1-9-16,2 0-14 0,5 0-22 0,2 0-20 0,2 1-17 0,4 0-13 16,4 1-3-16,1 1 4 0,3 1 7 0,2 1 6 0,2 0 2 0,2 1-4 15,1-1-16-15,3-2-14 0,3 2-8 0,3-1-117 0</inkml:trace>
  <inkml:trace contextRef="#ctx0" brushRef="#br0" timeOffset="10302.45">21361 5093 1667 0,'-8'-11'15'16,"3"2"38"-16,2 0-31 0,8 7-35 0,7 3-4 0,5 0 13 0,6 2-10 15,6 1 13-15,3 3-6 0,2 1 2 0,5 1 3 0,2 2-6 16,2 3 3-16,3 2 0 0,0 1-3 0,1 1 6 0,0 3-4 0,2 1 1 16,-2 1 3-16,-1 2-3 0,0 1 2 0,-1 4 1 0,-2 2-1 0,-3 3-2 15,0 1 0-15,-2 2 0 0,0-1 0 0,1 1 2 0,-3 2 1 16,-1 1-4-16,-4-1-3 0,1 1 3 0,-5-2-6 0,-2-3 4 0,-4-1 2 16,-3-4-2-16,-3-3 8 0,-3-4-1 0,-5-4 2 0,-3-2 3 0,-3-2 2 15,-5-1 3-15,-2-1 1 0,-5 0-3 0,-4 1-3 0,-4-2 1 16,-4 1-3-16,-5-3 3 0,-2 0 2 0,-3-2 4 0,-1-2 2 0,-4 0 2 15,0-2 0-15,0-1-1 0,-1 0-2 0,2 0-2 0,0 0-2 0,0-1-4 16,-1-1-2-16,1-1 4 0,2-1-1 0,1-1 5 0,3-1 1 16,0-1-1-16,2 1 6 0,3-1 1 0,3 1 2 0,2 1 1 0,4 0-1 15,2 1 1-15,1 0-1 0,3 1 0 0,0 0-3 0,2 0-3 0,2 0-2 16,2 1 0-16,0 0 1 0,1-1 0 0,1 1-5 0,0 0 0 16,2-1-2-16,0 0-2 0,0 1 1 0,1-1 0 0,0 1-2 0,2 1-1 15,-1-1 3-15,2 0-1 0,0 0 4 0,0 0-5 0,2 1 2 16,-1-1 0-16,2 0-1 0,0-1 5 0,0-1-6 0,1 1 4 0,0-2-2 15,0 0-1-15,0 0 4 0,0-1-6 0,-2-1 1 0,1 1-4 0,1-1 1 16,-1-1-1-16,0 1 4 0,0-1-2 0,-2 1-3 0,1-1-1 16,-1 1-2-16,1 1-4 0,0-1 3 0,0 1 1 0,-1 0 1 0,0-1 2 15,1 1-4-15,0 0 0 0,-1 2-2 0,2-1 2 0,-2 0 0 0,1 1 3 16,1-1-1-16,-1 2 2 0,0-1 0 0,1 0-5 0,-1 1 4 16,1 0-1-16,0 0 0 0,0 1 3 0,0-1 1 0,-1 1-2 0,1 0 2 15,0-1-3-15,0 1-2 0,-1-1 2 0,1 1-8 16,-2 0 1-16,1-1-6 0,-1 1 2 0,1-1 3 0,-1 1-1 0,0-1 6 0,0 0-1 15,-1 0 8-15,0 0 1 0,-1 0 1 0,1 0 0 0,-1-1-6 0,0 1 0 16,-1 0-4-16,1-1-12 0,0 0-9 0,-1 0-18 0,1 0-6 16,-1 0-10-16,1 0-10 0,0 0-7 0,0 0-21 0,1-1-9 0,1 1-3 15,1-1-4-15,1 1 4 0,0-1 0 0,2 0 2 0,1 0-1 0,2-1-3 16,1-1 13-16,-1-1-3 0,4 0-112 0</inkml:trace>
  <inkml:trace contextRef="#ctx0" brushRef="#br0" timeOffset="10711.45">23055 6046 30 0,'-21'-7'4'0,"-1"0"-4"0,-7-2-3 0,2 1 1 0,1 2-2 16,-1-1 2-16,1-1 1 0,0 2 3 0,4 0 10 0,1 1 6 16,1-1 17-16,4 1 16 0,0 1 5 0,3 0 1 0,3 1-5 0,3 1-13 15,5 1-9-15,3 0-4 0,3 1-5 0,5 0 13 0,3 1 12 0,6 0 22 16,3 2 15-16,5 2-2 0,4 0-13 0,7 3-16 0,3 1-17 16,4 1-3-16,6 1 4 0,2-1 13 0,4-1 12 0,4-2 12 0,1-1 18 15,5-1 13-15,0-1 14 0,5-2 5 0,1-1-11 0,1-2-10 16,2-1-10-16,1 1-22 0,1-2-21 0,2 0-13 0,0-1-15 0,-1 0-9 15,-1 0-2-15,0 0-2 0,1-1-5 0,-2 2 0 0,0-2-1 0,1-1-10 16,-2-2 1-16,-3 0 6 0,0-3 2 0,-3 1 6 0,-1-2-4 16,-2 1-1-16,-3-1-4 0,-2 1-3 0,-3-2 6 0,-4 1-4 0,-3 1 2 15,-5-1 2-15,-4 1-5 0,-4-1 1 0,-4 0 2 0,-3 2-7 16,-3-2-4-16,-6 1-21 0,-4 1-20 0,-7-1-27 0,-4 1-28 0,-4 2-23 16,-6-2-40-16,-5-1-49 0,-8-1-22 0,-7-2 6 0,-11 2 22 0,-6-3 41 15,-11 1-146-15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3T12:10:08.2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3590 5062 235 0,'-14'-12'15'0,"2"-1"-7"0,-3-3 3 0,5 4 3 15,5 2 4-15,0 2 3 0,2 0-4 0,2 2-3 0,2 0-8 0,0 2-2 16,4-1-2-16,1 2-2 0,3 2 0 0,1-1-1 0,2 2 1 0,1 0-2 16,2 0 2-16,3 1-1 0,0 1 1 0,4 1 1 0,0 0 3 15,1 1 0-15,1-1-1 0,2 0 1 0,1-2-2 0,3 1 3 0,1-1 2 16,3 0 3-16,0-3-1 0,4 1 4 0,5-2 1 0,1-2 1 16,1-1 3-16,1-1-1 0,2 0 0 0,1 0-1 0,2-1-2 0,2 0-3 15,-1 1 1-15,2 1 1 0,1 1 2 0,0 1 2 0,1 2 2 0,-1 1 4 16,1 1-3-16,0 2 2 0,-1 2-4 0,-1 1-16 0,-1 1-3 15,-3 2-1-15,2 2 1 0,-3 2 8 0,-1 2-2 0,1 0 0 0,-2 4-3 16,2 1 1-16,-3 1-3 0,-1 1 1 0,-1 1-6 0,1 0 4 0,-1 1-2 16,-1-1-4-16,0 1 6 0,-2 0-3 0,-1 2 1 0,0-1 4 15,-3 0-2-15,-1-1 0 0,0 0 1 0,0 0 1 0,-1-1-1 0,-3 3 1 16,-1-2-1-16,-4 0 1 0,-2 0 1 0,-2-2 2 0,-1 3-4 0,-3-1 1 16,-2 0 1-16,-3 2 0 0,-1-1-1 0,-2 2 1 0,-3 1-3 15,-1-1-1-15,-4 2 0 0,0-1 0 0,-3 0 1 0,-1-1 5 0,-3 1 3 16,-1 0-1-16,-4-2-1 0,-2 0-1 0,-2-3 0 0,-3 1-1 15,-2-2 2-15,-4 0-4 0,-4 2-3 0,-2 1 0 0,-4-1-1 0,-4 0-2 16,-4 0-1-16,-4 1-3 0,-4-1-1 0,-2-1 1 0,-2 1 2 0,-4-1 7 16,-2-1 3-16,-2 1 1 0,0-2 3 0,2-4-1 0,2 1 2 15,0-3-1-15,1-1 1 0,4-3 1 0,0-1-1 0,5-2 0 0,1-1 0 16,2-2 6-16,3-1-2 0,2-1 2 0,2-1-5 0,2-2-4 0,3 0 1 16,2-2 5-16,2-1 0 0,3 0 0 0,1-2-2 0,3-1-5 15,3-2-4-15,1 1-1 0,1-2-3 0,2 0 0 0,2 1-1 0,3 1-5 16,3-1-8-16,2 0-22 0,2 1-31 0,2 0-39 0,4-1-37 0,1 0-30 15,6-2-68-15</inkml:trace>
  <inkml:trace contextRef="#ctx0" brushRef="#br0" timeOffset="684.99">9980 6561 514 0,'6'-1'13'0,"3"1"0"0,5 0 4 15,2 2 8-15,2 0 1 0,4 3-2 0,1 0-2 0,1 1-8 16,3 0-3-16,1 0-5 0,3-1-2 0,2 1-1 0,2-1-1 0,0 0-2 16,1 0 1-16,0-1 0 0,1-2 1 0,1-1 0 0,-1-1 1 0,3-2-2 15,0-2 0-15,1-1 1 0,-1-2 2 0,1-2-1 0,0-1 4 16,0-3 0-16,0 0 0 0,1-2 0 0,0-2-2 0,0-1 1 0,-2-1 0 16,-1-1-1-16,1-1-1 0,-3 2 0 0,1-3-1 0,-1-1 0 15,-1 1 7-15,0-1 3 0,-3-1 8 0,1 0 1 0,-3-2 0 0,1 0 3 16,-3-3 3-16,1 2 5 0,-4-4 6 0,2 1 4 0,-2-4 4 0,0-2 2 15,-1-4-4-15,-2-2-1 0,-3-1-11 0,-2-1-6 0,-2-4-10 16,-1-1-1-16,-4-2 5 0,-4 0-1 0,-3-2 4 0,-5 2-5 0,-5-2-10 16,-6 2-8-16,-5 0-9 0,-6 1-12 0,-9 2-14 0,-7-1-14 0,-8 5-2 15,-9 2-5-15,-6 2 9 0,-7 3 10 0,-9 4 10 0,-8 2 7 16,-6 5 7-16,-10 4-2 0,-3 5 1 0,-5 4 0 0,-4 6-2 0,-3 1 3 16,-4 5 2-16,-4 3-1 0,-2 6 4 0,-2 4-2 0,1 6 1 15,0 5 1-15,2 2-5 0,1 5 2 0,2 4 2 0,5 5 2 0,2 4 5 16,4 4-2-16,3 2-1 0,4 5-1 0,8 2-1 0,8-1 0 0,8-1-2 15,9-1 0-15,8-2-2 0,11-2-4 0,9-2-6 0,10-2-26 16,11-4-26-16,7 1-1 0,8-1-2 0,6 1 18 0,7 4 17 0,5 3-1 16,6 4 4-16,5 2 3 0,6 1 6 0,5 3-2 0,6 2 1 0,4 0 4 15,4 2-24-15,5-1-80 0</inkml:trace>
  <inkml:trace contextRef="#ctx0" brushRef="#br0" timeOffset="1310.13">13965 6771 299 0,'-3'-1'26'0,"1"0"-24"0,1-1-13 0,2 2-6 0,3 0 2 16,2 0 7-16,2 0 0 0,2 0 5 0,1 0 0 0,2 0 1 15,3 1 1-15,1-1 1 0,1 0-1 0,3-1-1 0,0 1 0 0,1-1-1 16,3 0-1-16,1 0 2 0,2-1 0 0,1 0 2 0,1 0 0 0,2-1 0 16,0 0-1-16,1-1 2 0,1 0 1 0,-1-2 2 0,1-1 2 15,0-1 2-15,2-1 0 0,-1-2-1 0,3-2 0 0,0 0 0 0,0-2-2 16,2 1 1-16,-1-2-2 0,0 1 0 0,2-2 2 15,-1-1-2-15,1 0 0 0,0-2 1 0,0-2 2 0,-2-1-2 0,1 0 2 0,-3-1-1 16,-2 0-2-16,-2 0 4 0,-3 0 2 0,0 0 0 0,-2-2 0 0,-4-1 1 16,-1-2-1-16,-5 0-2 0,-2-3-1 0,-5-1-6 0,-3-3-7 0,-4-2-3 15,-5-1 4-15,-4-5 6 0,-4 2 10 0,-4-1 14 0,-4-1 17 16,-5 3 18-16,-3 1 16 0,-3 2 9 0,-1 1 0 0,-1 1-4 0,-4 0 1 16,0 1-7-16,-3 0-6 0,-2 3-10 0,1-1-14 0,-4 4-10 15,1-2-8-15,-2 0-8 0,-1 0-1 0,-3 1-10 0,1-1-7 0,-2 5-9 16,-2 0-16-16,0 2-11 0,-1 0-18 0,0 2-19 0,-2 2-7 0,-1 3-5 15,-1 2 8-15,-2 4 13 0,0 4 14 0,1 2 10 0,-2 3 8 16,0 4 1-16,3 1-2 0,1 3-4 0,4 3-8 0,2 3-7 0,3 5-10 16,1 3-6-16,4 4-1 0,3 4 4 0,2 4-13 0,3 5-77 15</inkml:trace>
  <inkml:trace contextRef="#ctx0" brushRef="#br0" timeOffset="8351.12">19541 8822 299 0,'-12'1'108'0,"-1"1"-84"0,-3 1-12 0,3 1-5 0,3 0 4 0,-1 1 5 16,2 0 2-16,0 0-1 0,0-1-5 0,2 0-3 0,-1 1-3 16,2 0-5-16,-1 0-1 0,2-1-4 0,0-1-2 0,1 0-6 0,1 0-4 15,-1 0-3-15,1 1-5 0,1 0 2 0,0-1-2 0,1 0 7 16,-1 0 3-16,0 0 7 0,0 0 5 0,1-1 2 0,0 0 3 0,0 0 2 16,0-1 3-16,-1 0 3 0,1 0 9 0,-1 0 3 0,1 0 3 0,1 0 3 15,-1 1-2-15,1 0 1 0,0 0 3 0,2 0 2 0,0 1 5 16,0 0 3-16,2 1-1 0,0-1 0 0,1 2-6 0,2 0-6 0,1 1-2 15,2 0-5-15,3-1-3 0,0 1-4 0,4 0-4 0,1 0-4 0,1 0-2 16,5 1-1-16,1-2-3 0,1 2 1 0,1-1-2 0,0 1-2 16,3-1-4-16,1 0-6 0,1 0-3 0,1-1 0 0,0 1 1 0,-1-2 5 15,3 0 4-15,0-3 6 0,1 0 4 0,3-1 2 0,-2-1-1 16,2-2 2-16,0 0-1 0,-1-1 1 0,3-1 3 0,0-2-2 0,-1 0 1 16,1-1 2-16,0-1 0 0,-1 0 0 0,1 0 2 0,-3-1-2 0,-1 0 6 15,1 0 0-15,-2-1 4 0,1-1 2 0,-1 1-2 0,-1-3-3 16,1 0-1-16,-2 0 5 0,1 0 4 0,-1-1 6 0,1-2-2 0,-2-1-5 15,-1 0 0-15,1 0-5 0,-1-1-1 0,0 0-2 0,-2-1-1 0,0 0 0 16,-4 1-1-16,1-2 0 0,-1 0 3 0,-2 0 4 0,0-1 0 16,-4-2 4-16,1 1 1 0,-1-2 0 0,0-1 1 0,-4 0-4 0,1 1-3 15,-2 0-7-15,-2-2-4 0,-3 0-1 0,0-3-4 0,-3 0-12 16,-1 0 6-16,-2-1-10 0,-4-2-7 0,-2 2 4 0,-3-3-15 0,-4 2 2 16,-3 1 1-16,-3 1 3 0,-6 1 9 0,-3 3 5 0,-4 0 13 0,-4 1 10 15,-4 2 9-15,-2 0 3 0,-5 3 0 0,-2 1 2 0,-3 2-3 16,-3 3 4-16,-3 2 1 0,-1 1-2 0,-2 1 1 0,0 3 2 0,-2 1-3 15,0 2-6-15,0 1 0 0,-1 1-8 0,2 1-4 0,-1 2-2 0,2 1-2 16,0 1-4-16,2 1-1 0,1 2-4 0,1 1-1 0,0 2 2 16,1 1-2-16,1 1 0 0,0 2-6 0,3 1 0 0,0 2 0 0,0-1 0 15,0 3 3-15,3 1 2 0,0 1-2 0,2-2 4 0,1 3-3 16,2 0 3-16,1 0 0 0,2 2 0 0,1 1 1 0,0 3 4 0,2 3 0 16,1 0-1-16,3 2-8 0,0 1 0 0,3 0 11 0,1 4 1 0,0-1 8 15,3 3-3-15,2-1-13 0,2 1 3 0,2 3-5 0,3 0-1 16,3 0 1-16,2 1 0 0,4-3 8 0,2-3-2 0,3 1 1 0,2-4 1 15,4 0 1-15,2-5-9 0,1 0 1 0,4-3 9 0,2 0 3 0,0-1 7 16,3 0-3-16,0 0-10 0,-1-3-2 0,0 1 7 0,0-4 0 16,-1 0 1-16,-1-2 1 0,1 0-1 0,0-2 1 0,0 1-6 0,-1-1 0 15,1 0-2-15,0-3-1 0,-1 1 3 0,-1 0-3 0,1-3-1 16,0 0-1-16,0-2-2 0,0-1-8 0,-1-1-8 0,1 0-8 0,-2-1-12 16,0-2-16-16,0 0-71 0,-1-2-69 0,-1-1-61 0,1-1-35 0,-2-2 21 15,-1-1-167-15</inkml:trace>
  <inkml:trace contextRef="#ctx0" brushRef="#br0" timeOffset="9370.96">31419 9070 398 0,'16'3'35'15,"1"0"-31"-15,7 2-2 0,0 1 3 0,2-1 9 0,1 0 5 16,0 0 4-16,2-1-2 0,-2-1-3 0,3 1-1 0,3-2-6 0,2 1-2 15,1-1-6-15,-1 0 0 0,-2-1-1 0,2 0-1 0,1-1 2 0,0 0-2 16,2-1 0-16,-3-1 10 0,-16 1-1 0,3-1-3 0,1 1-2 16,4-1-14-16,2-1-6 0,2-1-5 0,2 0-7 0,4-1-6 0,2-2-4 15,-2-1-5-15,2-2 1 0,0 1 0 0,-2-3 3 0,1-2 1 0,-1-1 3 16,0-1 5-16,-1 0 5 0,-2-2 21 0,1-1 6 0,-2 1 3 16,0-1 3-16,-18 10-12 0,3-1 3 0,-1-1 2 0,1 1 2 0,0-1 1 15,2-2 1-15,-2 2 1 0,0-2-1 0,1 2 0 0,1-2 1 16,-2 0 2-16,2 0 2 0,0 0 4 0,0-1 2 0,0 0 3 0,0 0-1 15,-2-1 0-15,1 2 4 0,-2-2-4 0,-1 1 2 0,-2 0 2 0,-1 0-2 16,0-1-1-16,-2 0 1 0,-1-1-1 0,-2 0-3 0,-1 0-2 16,-2-2-3-16,-1-1-2 0,-2 1-1 0,-1-2-1 0,-2 0 3 0,-2 0 0 15,-2-3 1-15,-3 1 4 0,0 0 0 0,-2-2 2 0,-3 1 2 0,-3-2 0 16,-1 0 2-16,-1 1 4 0,-3-2 2 0,-23-25 3 0,-2 5 3 16,-4 1 3-16,3 5-32 0,-1 3 2 0,2 3-1 0,1 5-1 0,4 3 32 15,-1 3 0-15,-2 0 0 0,0 2-1 0,-2 2 4 0,0 0 2 16,-2 1-3-16,-1 2 4 0,1 3 0 0,-47-9-2 0,12 6-13 0,10 7-8 15,11 6-4-15,9 1-2 0,-4 4 9 0,3 1 7 0,-3 3 4 0,-2 1 1 16,1 3 3-16,-4 3-5 0,2 1-4 0,1 1-9 0,0 3-3 16,1 0 1-16,2 1-2 0,2 1 6 0,4 3-1 0,1 2-3 0,3 3-2 15,0-1-6-15,2 4-8 0,3-1-8 0,2 2-4 0,2 1-8 0,2 3-1 16,1 1-5-16,4-1-13 0,1-1 2 0,4 0-9 0,0-2 0 16,4-1 1-16,1-1-7 0,4-2 1 0,2-1 2 0,3-1 2 0,1-3 6 15,2-1 5-15,3-1-1 0,1 1-2 0,3-1-13 0,0-2-15 16,3-1-15-16,2-1-15 0,2-3-5 0,1 0 0 0,1-1-1 0,-1-2-4 15,3-2-4-15,-1-1-30 0,1 0-59 0</inkml:trace>
  <inkml:trace contextRef="#ctx0" brushRef="#br0" timeOffset="13104.97">18173 11202 75 0,'-6'-2'64'15,"2"0"-42"-15,-1 1-10 0,4 0-4 0,2 0-9 0,1 0-1 0,3-2 0 16,1-1-2-16,1 0 2 0,0 0-4 0,0 0 1 0,0 0 1 0,-1 0 1 16,0 0 1-16,0 0 0 0,0 1 2 0,-1 0 1 0,-1 0 2 15,0 1 2-15,0-1 2 0,-1 1 3 0,1 1 4 0,-1-1 2 0,2 1 7 16,-1-2 7-16,2 1 6 0,-2 0 7 0,2-1-2 0,1 1-3 0,2-1-6 15,0 1-5-15,2-1-3 0,1 0-1 0,0 1-1 0,1-1 4 16,2 1 2-16,2 0 4 0,1-1 0 0,3 1 0 0,3 0-2 0,1-1 1 16,3-1-1-16,1 1-1 0,1 0-3 0,2-1-4 0,3 0-2 0,0 0-3 15,3-2 1-15,0 0-7 0,-1 1 1 0,3-1-5 0,-3 0-3 16,1 0 3-16,-1-2 0 0,-3 0 2 0,0 1 1 0,-2-1 3 0,0-1 7 16,-3-1 5-16,1-1 7 0,-3 0 9 0,-2 0 2 0,-1-1 4 15,0-1-1-15,-1-1-6 0,0-1-2 0,0 0-10 0,-2 0-2 0,1-2-7 16,-1 0-6-16,0 0-4 0,-1-2-5 0,0 0 6 0,-2 1-1 0,-1-2 8 15,0 1-1-15,-1-2-3 0,-3 0 1 0,0-2 5 0,-3 2 4 16,-2-1 8-16,-1 1 4 0,-2 1 1 0,-2-1 1 0,-1-2-4 0,-3 1-3 16,-2-1-3-16,-1 0-2 0,-3 0-5 0,-1-1 0 0,-2 2-4 15,-2 1-1-15,-1 1-4 0,-3 3-6 0,-1-2 1 0,-2 2-5 0,-2 0-1 16,-1-1-2-16,-2 2-4 0,-2 0-5 0,-1 3-1 0,-1 0 1 0,-2 0-2 16,0 2-8-16,-2 1 5 0,0 0-4 0,-2 3 5 0,-2 0 11 15,-1 1-1-15,0 0 6 0,0 2 1 0,0 0-1 0,-2 1 11 0,0 0-8 16,-1 0 10-16,2 1 6 0,1 0-9 0,-1 0 8 0,2 0-10 0,1 1 0 15,2 0 5-15,2 0 1 0,0 1-3 0,3 0-1 0,-1 1-3 16,1 1-1-16,2 1-4 0,0 0 1 0,2 0-10 0,2 1 2 0,0 1-1 16,2 0-1-16,1 2 9 0,0 0-3 0,3 1 2 0,2-1-1 0,1 1 7 15,2 1-2-15,1 0-1 0,2 1-2 0,2 0-9 0,1 2 2 16,1-1-4-16,2 3 0 0,0 2-3 0,2 1-4 0,1-1 3 0,1 2-6 16,0 0-3-16,2-1-9 0,1 2-15 0,1-1-19 0,3 1-35 0,1-1-71 15,2 1-88-15,1-1-44 0,3-2-9 0,2-2-131 0</inkml:trace>
  <inkml:trace contextRef="#ctx0" brushRef="#br0" timeOffset="30883.03">18198 13831 99 0,'-3'-2'91'0,"-1"-3"-46"0,0 0-9 0,1 1-13 0,1 0-5 16,1 1-7-16,1 0-5 0,1 0 3 0,0 0 1 0,0 0 1 0,-1 1 5 16,1 0 3-16,0 0 2 0,-1 1 6 0,1 0-2 0,-1 0 1 15,1 0 3-15,0 2 0 0,0-1 5 0,0 0-1 0,1 0-2 0,0 0-2 16,0 0 0-16,1 0 1 0,0 1-2 0,0-1 1 0,1 0 4 0,2 0-2 16,1-1 2-16,0 0 5 0,2 0-3 0,1-2 4 0,2 1 2 15,0-1 0-15,3-2-4 0,3 1-1 0,1 1-9 0,1-2-6 0,3 0-1 16,0-1-8-16,2 0 0 0,3 2-2 0,1-1-1 0,2 1 4 0,-1 1 1 15,0 0-2-15,0 0-2 0,2 1 2 0,-2 1-1 0,2 0 2 16,-1 1-4-16,1 1-2 0,-1 0 0 0,1 1-2 0,0 1-1 0,-1 0-7 16,1 2-2-16,-1 2-2 0,1 0 0 0,-1 3-1 0,-1 1-1 15,-1 1 3-15,2 1-2 0,-2 2 1 0,1 1 5 0,-2 0-4 0,-2 1 3 16,-1 2 3-16,-1-2-3 0,1 2 3 0,-2 1 0 0,0 1-3 0,0 3 2 16,-2 1 5-16,-1 0-2 0,0 1-3 0,-3 1-4 0,0 0-4 0,-2 0 1 15,-1-1 7-15,-2 3 1 0,-1-2 7 0,-1 2 0 0,-2-3 2 16,-1-1 8-16,-3-2 9 0,0-2 10 0,-3-1 10 0,0 0 4 0,-2-2-5 15,-1 1-4-15,-2-1-5 0,-1-1-10 0,-3 1-10 0,-2 1-10 16,-4 0-5-16,-2-2-7 0,-2-1 1 0,-4-1 0 0,0-2 2 0,-4 2 15 16,-2-2 5-16,-3-1 8 0,-1-2-1 0,-3-2-3 0,-3 1 1 0,-1-3 2 15,-5-1 3-15,-1-1 5 0,0-2 4 0,-3-2 6 0,2 0 5 16,0-1 6-16,-2-2 17 0,2 1 5 0,0-2 8 0,2 0 13 0,3 0-13 16,1-2-6-16,3 1-12 0,2-1-19 0,2-1-1 0,2-1-9 15,1-1-4-15,1 0-10 0,2-1-13 0,2 0-2 0,4 1-7 0,0-1 10 16,0 0-5-16,3-1-10 0,-1 0-3 0,2-1-29 0,2-1-13 0,-1-1-25 15,1 0-41-15,0-1-51 0,2-1-58 0,-2-3-158 0,3-2-134 16,0-3-293-16</inkml:trace>
  <inkml:trace contextRef="#ctx0" brushRef="#br0" timeOffset="40999.89">14400 10406 556 0,'-5'-3'227'16,"1"0"-133"-16,-1 1-3 0,3 1-26 0,1 2-26 0,1-1-18 15,1 2-10-15,1 0 1 0,0 0-2 0,-1 1 1 0,1 0 4 0,-2-1 5 16,1 2 1-16,-2-1 4 0,0 1 0 0,1 0-8 0,-1-1 1 0,0 0-5 16,0 0-1-16,-1-1 3 0,0 1 0 0,-1-1-2 0,0-1 4 15,0 0 0-15,-2 0 6 0,0-2 10 0,1-1 5 0,-2 0 5 0,1-3 6 16,-1 0 7-16,1-3 0 0,0 0-3 0,0 0-3 0,2-3-15 16,0 0-5-16,2-1-5 0,0 0-8 0,1 0 1 0,3 1-2 0,0 0-6 15,2-1 1-15,1 0-1 0,1 1-1 0,2 1 9 0,1 1 0 0,3 0 8 16,1 1 0-16,1 0-7 0,0 0-3 0,2 2-5 0,1 2-2 15,1 1 1-15,0 3-8 0,1 0 0 0,0 1 1 0,-1 3 0 0,0 1 1 16,0 1 5-16,-1 2-6 0,-1 0-1 0,-1 2-2 0,-1 0-2 16,-1 0 3-16,1 2-2 0,0 2-1 0,-2 1-4 0,-1 3 2 0,-1 0 7 15,0 2-2-15,-3 1 4 0,-1-1-7 0,-3 1-1 0,-3 1 2 0,-2 0 2 16,-2 2 7-16,-2 0-7 0,-3 2 3 0,-3 1-1 0,-1 1 0 0,-5 2 0 16,-1-1-7-16,-3 2 1 0,-1-1 6 0,-2 1 2 0,-2-1 6 15,-1 1-1-15,0-1-1 0,-1 0-5 0,1-3 6 0,2 1 1 0,0-1-3 16,2 2 4-16,0-3-2 0,2 1 5 0,3-2-3 0,-1-4 0 15,4-1-3-15,0-1-6 0,3-2 11 0,2-2-2 0,1-1-3 0,4-1 6 16,0-4-2-16,2 0 3 0,2-1 9 0,0-2 0 0,2-1 4 0,2-1 9 16,0 0-4-16,1 0 4 0,1-1 2 0,1 0 3 0,2-2 7 15,0-1-1-15,1 1-7 0,2-2 0 0,1 0-17 0,1 0-2 0,2-2-6 16,-1 1-5-16,2 0-6 0,1-1 0 0,0 1 0 0,-1-1-4 16,0 1 1-16,1 0-3 0,0 0-1 0,1 1-13 0,-1 0-8 0,1 1-13 15,-1 1-25-15,2 0-22 0,-1 2-38 0,0 0-28 0,0 1-34 0,-2 1-31 16,1 1-47-16,-1 2-49 0,-1-1-16 0,-1 3-11 15,-1 1 48-15,-3 0-131 0</inkml:trace>
  <inkml:trace contextRef="#ctx0" brushRef="#br0" timeOffset="41469.89">13925 12228 2270 0,'-7'-17'298'0,"3"1"-175"0,1-2-35 0,6 3-43 15,5 2-25-15,4-1-15 0,3-1-15 0,5 3 2 0,2-1-2 0,3 1 2 16,1 1 6-16,0 1 2 0,0 2-5 0,-1 0 2 0,1 1-7 0,0 1-8 16,-3 2-4-16,3 0-2 0,-1 1 4 0,1 0 7 0,1 0 0 15,-1 1-1-15,2 1-7 0,-3 0-2 0,2 2 2 0,-2 0-3 0,0 1 7 16,-1 0 4-16,-3 0 12 0,-1 1 9 0,-3 0-2 0,-4 1 0 0,-1 1-7 15,-2 2-6-15,-1 0 0 0,-4 2 0 0,0-1-4 0,-4 3-5 16,-1 2-5-16,-2 3-6 0,-3 1 2 0,-3 3 10 0,-3 2-4 0,-3 2 4 16,-2 3-5-16,-4 0 0 0,-2 3 5 0,-3 0 0 0,-2 2 3 15,0-2 5-15,-2 1-1 0,2 0 4 0,-2 0 1 0,1 1 1 0,1 1 1 16,1-1 4-16,2-1-12 0,1-2 13 0,1 1 5 0,3-3-7 0,0 1 16 16,1-1-12-16,2-2 9 0,1-2 7 0,2-3 10 0,3-2 10 15,1-2 1-15,3 0 10 0,1-3-2 0,2 0 10 0,2-3 2 0,1 0-3 16,2-2-2-16,0-1-4 0,2-1-7 0,1-2 0 0,2 0 1 0,2-1-8 15,2 0 3-15,1-1 1 0,2 0-7 0,-1-1-2 0,2-1-5 16,0 0-3-16,2-1 2 0,-1 0-2 0,1 0-7 0,1-1 0 0,0-1-8 16,1 1-3-16,2-1 2 0,-1 0-5 0,1 2 5 0,0-1-6 15,1 0 1-15,1-1 1 0,0 0-9 0,0 0 8 0,0 2-6 0,0-1-4 16,-1 1 8-16,1 0-10 0,-2-1-5 0,0 2-12 0,-1 0-32 0,-1 0-24 16,-2 0-36-16,1 1-31 0,-2 0-28 0,0 2-44 0,0 0-52 15,-1 0-101-15,0 1-88 0,-1 1-42 0,-1 1 45 0,0 0-6 0</inkml:trace>
  <inkml:trace contextRef="#ctx0" brushRef="#br0" timeOffset="42389.89">14211 13835 1204 0,'-7'-2'365'16,"2"2"-167"-16,-1 0-54 0,1 1-64 0,2 0-26 0,2 0-24 0,0 0-26 15,1 0-11-15,1 1 2 0,0 0-3 0,1 0 4 0,0 0 5 16,0 0-8-16,0-1 7 0,1 1 1 0,0 0-5 0,0-1 6 16,0 0-4-16,0 0 4 0,0-1 2 0,1-1-1 0,-1-1 5 0,0 0 2 0,1-1 7 15,-1-2-4-15,1 0 3 0,0-1 6 0,0 0-7 0,-1-2 6 16,0 0-4-16,1-2 2 0,-1 1-1 0,-1-1 6 0,1 0-2 0,-1 0 1 16,-1 0 4-16,-1 0 0 0,0 1-3 0,0 0-2 0,-1 1-9 0,1 0-3 15,0 2 0-15,0 0 0 0,0 1-4 0,-1 1 2 0,1 1-5 16,-1 0 0-16,0 1 6 0,1 2-1 0,-1 0-8 0,1 1-2 0,-1 1 7 15,0 0-3-15,1 1 13 0,-2 2 2 0,2 1-12 0,0 1 1 0,0 1 1 16,0 2-3-16,0 2 6 0,0 1-1 0,-1 1-7 0,2 0 1 16,-1 3-3-16,0 1 5 0,1 0-10 0,-1 0 3 0,1 1 1 0,0-1-15 15,1 1 8-15,0 1-3 0,-1 1 2 0,1 0 4 0,-1 2 7 16,1 1-4-16,0-3 4 0,-1 1-2 0,1-2 3 0,0 0-5 0,0 0 2 16,0 0 3-16,0-2-1 0,0-1-2 0,0 0 8 0,0-2-2 0,0 0-4 15,0 0 5-15,-1-2-5 0,0-2 1 0,0-2 8 0,1-1 2 16,-1-1 8-16,0 0 12 0,-1-2 4 0,1 0 2 0,0-1 8 0,0 0-6 15,0-1-3-15,-1-1-1 0,1 0-7 0,0 0 2 0,-1-1 1 0,0 0-3 16,1-1-2-16,-1 0-4 0,1-1 2 0,-1 1 1 16,1-1-4-16,-1 1-4 0,1-1 6 0,-1-1-6 0,0 1 2 0,0-1-6 0,0-1-7 15,1 1 0-15,-2-1-3 0,1 1 2 0,0-1-7 0,-1 0 5 16,0 1-1-16,-1 0-4 0,2 0 3 0,-2 0-4 0,0 0-6 0,0 0-2 16,-1 1-4-16,1 0 3 0,-2 0-10 0,0-1-1 0,0 1 0 0,0-1-2 15,-1 2 7-15,1-1-5 0,0 0-12 0,1 1-11 0,0-1-13 16,0 0-7-16,0 1-5 0,1 0-8 0,1 0-13 0,0-1-9 0,0 2-16 15,0-2-19-15,1 2-29 0,0 0-40 0,1 0-49 0,0 0-56 16,1 0-12-16,0 1 0 0,2 1 61 0,1 0-130 0</inkml:trace>
  <inkml:trace contextRef="#ctx0" brushRef="#br0" timeOffset="43078.02">14121 15804 1977 0,'-4'1'338'16,"-1"-1"-247"-16,0-1-6 0,1 1-16 0,2-1-21 0,1 1-32 0,0-1-34 15,2 1-12-15,0-1-8 0,0 0 3 0,2 0 12 0,-2 0 10 16,2 0 3-16,-1 0 6 0,2 0-6 0,-1-1-4 0,1 1 11 0,0-1-7 16,0 0 14-16,2-2-4 0,0 2 0 0,1-3 1 0,0 0-1 0,2-1-5 15,-1-1 2-15,-2-1-1 0,3-1 1 0,-1-1 0 0,0 0-4 16,1-1 9-16,0-1-5 0,-1 0 8 0,1 1 2 0,-1-3 1 0,-1 2 6 15,1-1-3-15,-1 0 4 0,-1 0 1 0,0 2 1 0,-1 0 3 16,0 0-6-16,0 0-3 0,0 1-2 0,-1 0 1 0,0 2-2 0,-1 1 3 16,0 0-2-16,-1 1 4 0,-1 0 0 0,1 1-5 0,-2 0 0 0,1 1 0 15,-1 1 3-15,0 1 0 0,-1 0-3 0,1 1 2 0,-1 0 3 16,1 1-3-16,-1 1 6 0,1 0-1 0,0 0-10 0,-1 1 4 0,0 0-2 16,1 2 3-16,-1 0 10 0,1 0-2 0,0 2-3 0,-1 1-1 0,1 2 0 15,0 1 6-15,0 1 2 0,1 2-6 0,-1 0 1 0,1 2-7 16,1 0 4-16,-1 1-1 0,2 3-8 0,0-1 7 0,0 2-8 0,2 2 3 15,-1-1 3-15,0 2-8 0,1-1 3 0,0 0-5 0,-1 1-4 16,2-1 4-16,-2 0 0 0,1 1 7 0,1-2-2 0,-1-2 0 0,1 1 2 16,-1-2-3-16,0-1-3 0,1-1 3 0,-1-1-2 0,0 0-4 0,0-2 10 15,0 1-13-15,-1-2 5 0,0-1 7 0,0 0-3 0,-1-3 11 16,0 2-8-16,0-2 0 0,0-1 0 0,-1-1-2 0,0-1 4 0,-1 1-8 16,0-2 8-16,0 0-4 0,-1 0-5 0,1 0 11 0,-1-2-13 15,0 1 6-15,-1 1 3 0,1-1-2 0,-1 1 5 0,0-1-4 0,0 1-6 16,-1 0 0-16,0 0-4 0,0 1 9 0,-1 0 1 0,1 0-6 0,-1 0 0 15,1 0 8-15,0 0-1 0,0-1 14 0,0 2-8 0,1-1-4 0,0 1 14 16,-1 0-16-16,1-1 14 0,0 1-7 0,1-1-5 0,0 1 8 16,0-1-16-16,0 1-1 0,0-2 6 0,1 1-12 0,1 0-3 0,-1 0-21 15,1 0-50-15,-1 1-52 0,1 1-95 0,-1-1-141 0,1 2-261 0,-1 1-118 16,-2 2-85-16</inkml:trace>
  <inkml:trace contextRef="#ctx0" brushRef="#br0" timeOffset="55430.48">13978 10202 690 0,'8'-14'42'0,"3"-3"-15"0,5-2 0 0,2 4 1 16,2 0 0-16,0 1-3 0,2 1-8 0,-1-2-4 0,0 0-2 15,0 1 1-15,0 2 1 0,0 0-2 0,1 0 1 0,-1 1-3 0,4 0-5 16,-1 1-1-16,-1 1-4 0,2 0 1 0,-1 2 0 0,1 0-1 0,0 1 2 16,-1 2-1-16,1 0-2 0,1 2 1 0,1 1 1 0,0 1 0 15,-1 0 0-15,1 1 0 0,-1 1-1 0,2 1-3 0,1 0 2 0,1 2-1 16,-1 2-1-16,-1 1-1 0,0 3-4 0,0 0 0 0,1 4-2 16,-2 2-2-16,1 1 3 0,-2 2-2 0,-1 2-5 0,-2 3 2 0,1 0 3 15,-2 3 5-15,-3 0 8 0,0 3 2 0,-1 0 0 0,-4 2-4 0,1 0 4 16,-3 2 1-16,0 1 1 0,-1 2-2 0,-1 1 0 0,-2-1-3 15,1-1 3-15,-2 3 1 0,-1-2 0 0,-3 2 2 0,-2-1-2 0,-2-1 5 16,-2 2 1-16,-2-3 4 0,-3 1 2 0,-2-1-3 0,-3-2 6 0,-2 0 1 16,-2-3 1-16,-2 2 5 0,-1-2 1 0,-4-1-5 0,-1-1 9 15,-3-3-3-15,-1-3 0 0,-2-1 6 0,-1-2-5 0,-2 0 8 0,0-1 5 16,-2-3 8-16,1-2 9 0,-4-1 10 0,1-3 11 0,-1-2 3 0,-1-1 10 16,2-4-3-16,0-2-1 0,2-2 1 0,0-2-1 0,1-2 1 15,4-3-7-15,-2-1-11 0,4-2-13 0,1-2-8 0,2-1 0 0,0 0-7 16,3-2-3-16,0 0-7 0,3-3-12 0,1 2 1 0,2-1-2 15,1 0-5-15,0 1-3 0,3-1 0 0,-1-1-8 0,2 1 5 0,1 0-10 16,1 0-3-16,2 1-4 0,-1 0-8 0,3 3-6 0,0 0-11 0,2 0-26 16,0 0-35-16,2 1-42 0,2 2-60 0,1 1-89 0,1 0-109 15,1 0-80-15,2 1-179 0</inkml:trace>
  <inkml:trace contextRef="#ctx0" brushRef="#br0" timeOffset="56116.48">11515 9523 718 0,'-17'-6'212'0,"2"0"-139"0,-3 1 0 0,6 2 4 0,4 2 0 0,2 1-6 16,2-1-19-16,2 1-18 0,0 0-9 0,1 1-9 0,1-1 1 0,0 1 5 15,1 0 3-15,1-1 6 0,1 1 4 0,3-1-4 0,2-1 4 16,2 1 1-16,3-2-1 0,2-1 0 0,1 0-9 0,6 0-2 0,2-2-4 16,0 0-2-16,3 1-3 0,-2 0 1 0,2 2 0 0,0-1-5 15,2 2-3-15,-1 1-3 0,0 1-5 0,1 2-2 0,-4 2-1 0,0 0-10 16,-5 4 6-16,0 0-3 0,-3 2 2 0,-2 0 7 0,-3 0 9 0,-3 0 0 16,-1-1 2-16,-3-1-2 0,-2 2-10 0,-2 0 2 0,-3 2 0 15,-3 2-1-15,-2 0-3 0,-4 4 1 0,-2 1 3 0,-4 2 0 0,-3 3-4 16,-3 2 1-16,-3 3-1 0,-2 0 4 0,1 2 4 0,-2-3-1 0,2-1 3 15,0-1-2-15,3-1 0 0,1 0 4 0,3-2-4 0,3 1 4 16,1-2-3-16,3-2-2 0,0 0-4 0,4-1-1 0,0-2 1 16,2-2 4-16,2 0 15 0,2-3 2 0,2 0 8 0,0-3 3 0,3 0 2 15,0-2 8-15,2-2-2 0,1 1-3 0,2-2-7 0,-1-1-2 0,3 1 1 16,0-2-5-16,1 0 0 0,0-1-7 0,1 0-2 0,1-1-2 0,0 0-5 16,2-1 7-16,1 0-5 0,0-1-2 0,1 1-4 0,2 0-3 15,0 0 0-15,0 0-9 0,2 0-3 0,-2 2-21 0,0 1-27 0,0 2-55 16,-2 0-95-16,0 0-101 0,-4 1-61 0,-1 1-23 0,-2 1 32 0,-3-2-34 15</inkml:trace>
  <inkml:trace contextRef="#ctx0" brushRef="#br0" timeOffset="56353.48">11109 10744 2003 0,'-1'-17'194'0,"5"1"-121"16,4-5-48-16,7 3-7 0,7 1 0 0,6 1-4 0,5-2 1 0,5 0-4 16,7 2-5-16,1-2 1 0,2 1-7 0,3 1-4 0,0 1-4 0,2 0-1 15,-1 1-2-15,0 2-2 0,-2 1-11 0,0 1-12 0,-2 0-18 16,-1 1-19-16,-2 1-30 0,-3 0-48 0,-1 1-42 0,-3 2-37 0,-2 2-9 16,-1 0 13-16,-3 1 5 0,1-1 7 0,-4 1 12 0,0 0-105 15</inkml:trace>
  <inkml:trace contextRef="#ctx0" brushRef="#br0" timeOffset="56718.48">11555 10896 2461 0,'-18'-4'100'0,"2"1"-39"0,0 1-35 0,9 4-14 16,5 3-7-16,3 1-3 0,4 4-2 0,3 1 0 0,3 0-3 0,3 1-1 16,2-1 1-16,0-1 2 0,2 1-3 0,2-1 0 0,-2-2-6 0,3 0-1 15,1-2-8-15,-1-1-16 0,1-2-8 0,0-2-12 0,-1-2-4 16,1-1-2-16,-2-2-2 0,-1-2-1 0,1-2 3 0,-2-1 7 0,-1-3 10 16,-1-1 8-16,-1 0 11 0,-1-3 11 0,-1-1 4 0,-2 1 12 15,1-1 1-15,-3 1-2 0,-1-1 6 0,0 2 3 0,-1 0 2 0,-3 1 4 16,2 3-1-16,-1 1 0 0,-1 2 9 0,0 1 2 0,-1 2-2 0,-1 1-1 15,-1 2-4-15,0 1 2 0,0 3-2 0,-1 0 0 0,0 3 2 16,0 4 0-16,-1 0 9 0,-1 6-3 0,-2 3-3 0,0 2-4 0,-1 3-10 16,0 4 0-16,0-1-3 0,1 4-1 0,-1-1-2 0,0 2-1 0,1 1 0 15,-1 0-3-15,2-2 1 0,1 0-1 0,0-4-4 0,1-2-4 16,1-1 3-16,1-4 1 0,0 0-10 0,1-3-6 0,0-3-6 0,1-1-11 16,0-2-10-16,0-2-16 0,1-1-50 0,0-2-70 0,-1-2-91 15,0-2-65-15,1-2-16 0,1-2 30 0,1-3-147 0</inkml:trace>
  <inkml:trace contextRef="#ctx0" brushRef="#br0" timeOffset="56938.48">12305 9961 2191 0,'-4'-13'94'0,"1"1"-49"0,2-2-26 0,6 4-8 0,5 2-2 15,5-1-7-15,4 1-1 0,3 0-2 0,2 1-4 0,2 2 5 16,0 0 2-16,1 3-4 0,-2-1 4 0,0 1-10 0,-1 1-6 0,0 0 1 16,0 1-7-16,-1 1-5 0,-1-1-2 0,-3 1-18 15,-2 0-13-15,0 0-15 0,-1 1-30 0,-2-1-37 0,0 0-42 0,-1 1-45 0,-1 0-14 16,-1 0 0-16,-2 0 0 0,0 2 33 0,-3 0-180 0</inkml:trace>
  <inkml:trace contextRef="#ctx0" brushRef="#br0" timeOffset="57115.48">12299 10356 1611 0,'-11'-3'221'0,"0"0"-94"0,-1 1-48 0,7 0-24 0,3 1-20 15,3 1-20-15,3-1-15 0,3-1-2 0,2 0 0 0,1 0-1 16,4-1 0-16,1 1-10 0,2-2-5 0,0 1-8 0,1-1-22 0,2 0-33 16,-2-1-54-16,1 0-57 0,0 0-43 0,1-2-19 0,-1-1-4 0,2 0 5 15,-2-3 15-15,0-1-79 0</inkml:trace>
  <inkml:trace contextRef="#ctx0" brushRef="#br0" timeOffset="57440.48">12945 9491 1648 0,'-10'-5'192'0,"0"1"-86"15,-1 1-42-15,5 2-9 0,2 2-17 0,4 3-11 0,1 0-16 16,1 3-11-16,3 4-5 0,0 2 2 0,1 4 21 0,0 0-1 0,2 0 4 15,-1 2-1-15,3 0-14 0,-1 0-3 0,2 0 1 0,0-2 1 16,1-1-2-16,0-1 1 0,-1-1-1 0,1 0-1 0,0-2 2 0,1-3 0 16,1-1 4-16,-1-3 2 0,1-2 2 0,-1 0 12 0,0-3-7 0,-1-1 1 15,-1-3 4-15,0-1-3 0,-1-1 4 0,0-2-2 0,-2-2-6 0,1-1 2 16,-1-1-7-16,-2 0 1 0,0-1-2 0,-1-1-6 0,-2 0 10 16,0-2-7-16,-2 0 3 0,-1-1-1 0,-3 0-5 0,0-1-9 0,-2 2-5 15,-2-2 5-15,1 0 7 0,-4 1 13 0,1 2-1 0,-2 0-4 16,-1 0-2-16,0 2-6 0,0 2-1 0,-2 0 5 0,1 1-5 0,-1 2 2 15,-1 2 1-15,0 1-2 0,1 2-1 0,-2 1-1 0,2 2 1 0,0 2-5 16,-1 1 0-16,-1 2 2 0,1 2-6 0,2 1 5 0,-1 3-2 16,1 2-3-16,1 0 1 0,0 4-6 0,2 0-14 0,0 0-8 15,1 1-11-15,2 2-5 0,3-1-20 0,1-1-33 0,3 1-39 0,2 0-69 0,1-1-53 16,3 1-20-16,1-3-7 0,3 0 14 0,2 0 51 0,-1-1-129 16</inkml:trace>
  <inkml:trace contextRef="#ctx0" brushRef="#br0" timeOffset="57583.48">13310 9622 889 0,'1'-9'201'0,"2"0"-21"0,1-2-22 16,0 3-18-16,-1 1-30 0,2 1-40 0,0 1-22 0,0 1-22 0,1 2-10 15,-1 0-8-15,1 0-1 0,-1 2 2 0,0 0-5 0,0 2 1 0,0 0-8 16,0 1-5-16,-1 1-7 0,-2 2-18 0,2 0-52 0,0 1-102 16,-1 0-77-16,0 1-50 0,0 0-8 0,-2 0-21 0,1-1 76 0</inkml:trace>
  <inkml:trace contextRef="#ctx0" brushRef="#br0" timeOffset="57899.48">13757 9104 1695 0,'-6'-10'127'0,"0"1"-68"0,0 1-20 0,3 4-1 0,2 2-14 16,1 2-10-16,2 1-10 0,1 0-8 0,1 2 2 0,1 1 1 15,-1 1-2-15,2 1 0 0,0 0 0 0,0 1 1 0,0 1 3 0,2 1-1 16,-1 0-1-16,0 1-2 0,-1 1-1 0,1 0 2 0,-2 1 1 0,1-1 2 16,2-2-2-16,-1 1 0 0,0-1 2 0,0 1 2 0,0 0 4 15,0 0-3-15,0-1 1 0,-1 0 1 0,1-1-3 0,2 0 4 0,-1 0-3 16,0-1 0-16,0 0 5 0,-1 0-2 0,0 0 1 0,-1 1 1 16,0-1-4-16,-1 0-1 0,-1 0 1 0,-1 0-1 0,0 0 0 0,0-1-2 15,-1 0-1-15,-1 0-4 0,0 0 3 0,-2 1 0 0,-1 0-4 0,-1 0-5 16,-1 1-10-16,0 0-15 0,-3 0-29 0,-2 0-42 0,0 0-64 15,-5 2-46-15,0 0-34 0,-2-1-6 0,1-2 14 0,-1 0 36 0,0-1 28 16,0-3-94-16</inkml:trace>
  <inkml:trace contextRef="#ctx0" brushRef="#br0" timeOffset="58019.48">13597 9061 1424 0,'-7'-22'294'0,"3"-1"-147"0,0-5-32 0,5 6-22 0,2 3-23 16,3 3-29-16,3 1-22 0,3-1-14 0,2 2-11 0,2 1 6 0,3 1 3 15,2 2-2-15,1 0-4 0,1 1-10 0,1 1-26 0,1 1-42 0,1 0-72 16,-1 2-91-16,1-1-75 0,0 1-33 0,0 0 4 0,0-1-148 0</inkml:trace>
  <inkml:trace contextRef="#ctx0" brushRef="#br0" timeOffset="58764.48">30659 9774 119 0,'-7'-5'21'0,"-1"0"-15"0,-4-2-7 0,2 2-5 0,-1 2-3 0,2 0-8 16,-2 0-2-16,1 0 1 0,0 1-1 0,-1 0 4 0,0 1-2 15,1-1-2-15</inkml:trace>
  <inkml:trace contextRef="#ctx0" brushRef="#br0" timeOffset="59100.48">30443 9750 50 0,'-2'2'42'0,"0"1"-1"0,-1 0-3 0,1 1-2 0,0 0-4 16,0-1-1-16,1 1-5 0,0 0-1 0,1 0 2 0,2 1 1 0,0-1 6 16,1 1 7-16,1-1 1 0,0-1 1 0,1 1-1 0,3 0 2 15,0 0 4-15,3-1 5 0,1 1 2 0,1-1-4 0,0 0-8 0,2 0-10 16,1 0-5-16,2 0-9 0,2 0-2 0,0 0-5 0,3 0-3 15,0 0-1-15,2 0-4 0,1 1-1 0,-1 0-2 0,2-1 2 0,0 3 1 16,1 0-1-16,-1 2 0 0,1 0-1 0,0-1-2 0,-2 1 1 0,2 2-3 16,-1 0 0-16,-1 2 2 0,-1 2-3 0,2 2 1 0,0 0-2 15,1 1-4-15,-1 2 1 0,0 3-4 0,-1 0-3 0,-2 2-2 0,2 0 3 16,-2 2 0-16,0 0 0 0,-1 2-1 0,-1 3-8 0,-1-1 2 0,0 3-5 16,-2-1 3-16,0 1 1 0,0 5-2 0,-2-2 2 0,-1 4-1 15,-2-3-5-15,-1-1-1 0,-2 2 1 0,-3-2 5 0,-2 1 10 0,-2-4 9 16,-4-2 9-16,-3-2 8 0,-4 0 9 0,-3-1 24 0,-4-1 20 15,-4-1 23-15,-3 0 26 0,-1-4 16 0,-4-1 20 0,2-3 15 0,-3-4 1 16,1-2-7-16,1-3-18 0,-2-1-15 0,1-3-22 0,-1-1-16 0,-2-3-7 16,-3-2-13-16,-1-3-5 0,-2-2-1 0,0-3-9 0,-1-1 5 15,1-2-7-15,1-3-11 0,-4-1-4 0,1-3-5 0,0-2-5 0,0-1-3 16,1-2-5-16,-1-3-10 0,2-1 7 0,1-3-1 0,2-2-11 0,-1-3 0 16,3-3-11-16,-1-2-13 0,1 1-18 0,-1-2-27 0,2-2-52 15,2 1-66-15,4-2-134 0,0-1-320 0,-3-7-419 0</inkml:trace>
  <inkml:trace contextRef="#ctx0" brushRef="#br0" timeOffset="60359.91">18593 12747 112 0,'-1'1'16'0,"1"-1"-12"0,0 1-1 0,1 0 0 15,1 0-1-15,0 0 1 0,0 0-2 0,1-1-1 0,-1 0 4 16,0 0-2-16,0-1 3 0,1 1 0 0,0-1-1 0,-1 0 1 0,1-1 0 16,0 0-1-16,1-1 1 0,-1 1-2 0,0-2 1 0,1 0-1 15,0 1-1-15,0-1 0 0,1-1-1 0,0 1 0 0,-1-1-1 0,2 1 1 16,0 1-1-16,-1-1-1 0,1 0 0 0,0 1 0 0,0-1 0 0,1 2-3 16,0-1 1-16,1 1-1 0,-1 0-3 0,1 0 0 0,0 1-5 15,0-1-8-15,-1 1-17 0,-1 0-59 0</inkml:trace>
  <inkml:trace contextRef="#ctx0" brushRef="#br0" timeOffset="61771.42">30184 12077 1612 0,'-13'-1'217'0,"-2"0"-155"16,-6-1-39-16,3-1-24 0,2-1 1 0,3 0 0 16,-1 1 5-16,2-1 1 0,0 0-13 0,2 1 15 0,2-1 0 0,-2 0 14 0,2 0 13 15,-1-1-3-15,2 0 5 0,0-1-4 0,0-1-3 0,1 1-4 0,2-1-4 16,1 2-6-16,-1-2-11 0,1 1-3 0,0 0-2 0,2-1 0 0,-1 0 0 15,2 1-2-15,1-1 2 0,0 0-1 0,2 1-2 0,0-2 2 16,2 1-5-16,2-2 0 0,1 0-1 0,2 0 4 0,3-1-3 0,1 2-1 16,1-1-2-16,3-1-1 0,2 1-2 0,0 0 1 0,3-1-6 15,2 1-5-15,-1 1 4 0,2 0 1 0,-2 0 7 0,2 2-1 0,0 0 1 16,-3 0 6-16,1 1-6 0,-1 1 3 0,-2 1 0 0,1 0-8 0,-1 1 7 16,0 1-2-16,1 0 7 0,-2 1 2 0,1 0-3 0,0 0 2 15,-2 0-6-15,0 1 9 0,0 1-3 0,0 0-2 0,1 0 1 0,1 1-7 16,-1 0 3-16,0 1 1 0,1-1-3 0,-2 1-3 0,2 1 3 0,1 0-2 15,-2 1 2-15,1 1-3 0,0 1-6 0,-1-1-2 0,0 1 2 16,1 2-6-16,-3 1-1 0,2 0-6 0,0 1 1 0,-2 1-2 0,0 1 3 16,-1 2-5-16,-1-1-4 0,0 1 0 0,0 2-1 0,-1 0 1 0,1 0-3 15,-1 1 1-15,1 0 8 0,0 1 6 0,-2-2 12 0,-2 3 6 16,1 0 0-16,0-1 7 0,-1 1 1 0,-1 0 2 0,-1-1 4 0,-1 1-4 16,1-1 6-16,-3 0 2 0,1 0-1 0,-1 0 6 0,-2 0-1 15,0 1-3-15,-2 0 4 0,-2-1-3 0,0-1 0 0,-3-1 4 0,0-1-2 16,-1-1-1-16,-3 0 0 0,0 0 0 0,-4-1 1 0,0 1 3 0,-1 2 2 15,1-3-1-15,-2 3 1 0,-3-1-1 0,0 0-2 0,-1 0-4 16,-3 1-3-16,-1-1-2 0,1-2 1 0,1 2-4 0,0-2-2 0,1 2 2 16,1-3-4-16,1 1 6 0,1-2 3 0,0-1 4 0,2 0 3 0,-1-3 2 15,0 0 3-15,1-1 4 0,0-1 5 0,1-1 5 0,2-2 5 16,-2-2-1-16,0-2 7 0,0-3-7 0,0-1-3 0,1-1-4 0,-4-2-8 16,0-1 4-16,0-1-2 0,-2-2-3 0,2-2-3 0,-3-1-5 0,0-2 0 15,0-2 3-15,-1 0-14 0,-2-2 4 0,0 1-3 0,1-2 0 16,0 0 14-16,0-1-6 0,0 0-1 0,1 0-2 0,-1 1-2 0,1-1-1 15,-1 1 2-15,0 3-1 0,2 0-4 0,0 0-1 0,0 4-1 0,3 0 4 16,2 2 1-16,1 2 11 0,1 1-7 0,1 0-2 0,1 2-5 16,2 0-11-16,-1 2-8 0,2 1-14 0,2 1-11 0,1 0-10 0,2 0-6 15,-1 1 3-15,1 1 3 0,0 1 5 0,2-1 13 0,-1 1 6 16,0 0 7-16,3 0 9 0,1 0 0 0,0 0 5 0,1-1 6 0,0 1 1 16,2 1 0-16,-1 0 9 0,1 0-2 0,0-1 2 0,0 0 5 0,0 0-6 15,0 1-2-15,-2 0 0 0,1 1 2 0,0-1 1 0,1 0-4 16,0-1-2-16,-3 1-4 0,2 0-4 0,-1 0 0 0,-1 1-5 0,1 0-10 15,-3-1-29-15,1 1-68 0,-3-2-105 0,-1 1-134 0,-1-1-81 0,-2-3-187 16</inkml:trace>
  <inkml:trace contextRef="#ctx0" brushRef="#br0" timeOffset="65415.02">13613 13469 698 0,'-8'-6'107'0,"0"-1"-82"0,0-2-18 0,3 1-3 0,3 0-2 0,3-1-5 15,1 1-5-15,2 0-4 0,0 2 0 0,1-1 5 0,1 1 1 16,0 1 0-16,-1 0 1 0,1 2-2 0,1-1 0 0,-1 2-1 0,3-1 5 16,-1 1 0-16,1 0 1 0,1 1 4 0,0 0-2 0,1 0 3 0,-1 0-1 15,2 0 0-15,1 0 1 0,0 0 3 0,0 1 4 0,0-1 2 16,2 1 3-16,1-1 1 0,1 0 1 0,-1 0 1 0,3 0 3 0,1 0-1 15,0 1 0-15,3 0 3 0,0 0-3 0,0 0-1 0,1 1 0 16,0-1-3-16,2 1 2 0,-1 0-2 0,0 1 0 0,0 0 3 0,-3 1 2 16,0 0 4-16,-1 1 0 0,-2 1 2 0,1 1 4 0,-1 1 1 0,-1 2 0 15,0 0 0-15,-1 1-8 0,-2 3-2 0,-1 0-2 0,-1 1-5 16,1 0 0-16,-2 3 1 0,0 1-4 0,-2 2-1 0,0 1-5 0,0 1-2 16,0 1-2-16,0 0-2 0,0 1 3 0,-2-3-3 0,1 3-1 0,-1 0-2 15,1-1 1-15,-2 2-2 0,1 0 1 0,-2 1-5 0,0 2-1 16,-1-1-4-16,-1 1-3 0,-1 1 2 0,-1 2 2 0,-2-1 3 0,-2 3 4 15,-1 0 2-15,-3 1-2 0,-1 1 0 0,-3-2 3 0,-1 3 2 16,-2-2 5-16,-2 1 3 0,0-3-2 0,-2-1 2 0,-2-2 2 0,-1 1-1 16,-1-1 3-16,-2 1-4 0,0-2-2 0,-2 0-5 0,-2-3-3 0,0 0 7 15,0-2 3-15,-1-2 10 0,0-2 2 0,0-2 5 0,-3-3 2 16,2-1 9-16,-2-3 11 0,2-1 7 0,2-4 14 0,0-3 2 0,-1-2 6 16,2-3 4-16,2-2-4 0,1-3-5 0,2-2-3 0,0-1-14 0,1-2-12 15,3-2-12-15,0-2-11 0,1-3-5 0,1 2-1 0,2-3 4 16,0-1-6-16,1 0-4 0,1-2-4 0,0-1-6 0,1-1-6 0,2-1-5 15,0 1-11-15,1-2-10 0,1 1-14 0,1 0-24 0,0-1-37 0,2-1-47 16,1 0-52-16,1-1-57 0,2 1-33 0,0-1-3 0,2-1 31 16,0-1 49-16,1-2-62 0</inkml:trace>
  <inkml:trace contextRef="#ctx0" brushRef="#br0" timeOffset="67033.05">9643 13398 1092 0,'-9'-14'120'0,"1"-1"-50"0,-2-3-51 16,2 4-8-16,3 3-1 0,1 2-2 0,1 1 6 0,0 1-1 0,2 4 5 16,-1 1-9-16,1 2-2 0,0 2-5 0,-1 0-8 0,1 2 1 15,-1 2-1-15,1 3-1 0,0 2 11 0,0 1 5 0,0 3 2 0,0 0 6 16,0 1-4-16,1 0-2 0,-1 1 1 0,0 4-2 0,0 0-2 0,0 4-1 16,1 2-1-16,-1 3 2 0,0 3 2 0,-1 0 1 0,1 2 0 15,-2 1 0-15,1-2-3 0,-1 3 3 0,0 0 1 0,0 2 2 0,1 1-8 16,0-2-6-16,1 2 5 0,0-2 0 0,1-1 6 0,2-1-1 0,0-2-6 15,1-1-7-15,1-3 1 0,1 1 2 0,0 0-5 0,3-1-2 16,-1-1-1-16,1-1-10 0,1-1-3 0,-1 0-20 0,2-2-55 0,0 1-89 16,-1 0-58-16,0-1-44 0,-1 1 20 0,-2-1-86 0</inkml:trace>
  <inkml:trace contextRef="#ctx0" brushRef="#br0" timeOffset="67279.05">9353 14623 1243 0,'-5'-3'768'16,"2"0"-654"-16,2-1-85 0,5 0-40 0,4-1 0 0,4-1-1 0,5 1 2 16,3-1 3-16,4 0-3 0,4-1 4 0,1-1 9 0,4 0-3 15,-1-2-1-15,4-1-9 0,1-2-14 0,1 0 0 0,0 0-6 0,0 0 9 16,0 1-11-16,-2 0-2 0,0 1-9 0,-5 1-26 0,0 1-38 0,-3 1-55 15,-2 2-53-15,-3 0-22 0,0 1 2 0,-1 1 11 0,-3 1 36 16,0 0-157-16</inkml:trace>
  <inkml:trace contextRef="#ctx0" brushRef="#br0" timeOffset="67636.05">9743 14993 2316 0,'-13'9'172'0,"1"0"-83"0,-1 2-62 15,6 0-6-15,4-1-6 0,4 0-3 0,2 2 0 0,2 3-9 16,3 1-1-16,2 0-1 0,-1 1 2 0,1 0 1 0,2-3 2 0,0-1-20 16,1-3 4-16,1-1-3 0,3 0-3 0,0-2 19 0,1 0-4 15,-2-3-1-15,1-2 0 0,-1-2-1 0,0-2-6 0,-2-2-14 0,1-3-4 16,0-1 5-16,-1-1 5 0,-1-3 7 0,0-1 2 0,0-4-4 0,-1-2 3 15,-2 1 1-15,-1-2 3 0,-1 0 5 0,-1-1 3 0,-1 3-4 16,-1 0 5-16,-1 1 4 0,-1 3 0 0,0 1 0 0,-2 1 3 0,1 4-5 16,-1 2 7-16,-2 3 2 0,1 2-2 0,-1 3 0 0,0 1-5 0,0 2 0 15,0 4 3-15,0 3-2 0,-1 5-2 0,0 3 2 0,0 7-1 16,0 3 4-16,0 4 0 0,1 1-10 0,0 4-2 0,1 2-5 0,0 2-1 16,1 0 7-16,1 1-1 0,1-1-1 0,1 1-4 0,1 0-3 0,2 1 2 15,0-2-9-15,2-2-6 0,2 2-17 0,1-1-18 0,2 0-37 16,0-1-63-16,2-2-94 0,4-2-149 0,2-1-60 0,4 0 8 0,5-3-105 15</inkml:trace>
  <inkml:trace contextRef="#ctx0" brushRef="#br0" timeOffset="68550.98">31097 14407 775 0,'17'7'156'0,"2"1"-112"0,6 1-36 0,0 0-11 0,-2-2 4 0,3 0 7 16,1-1 9-16,2 0 7 0,0-2 7 0,1 0 4 0,-1-1-1 0,1-1 4 15,-1-1-1-15,0-2 11 0,0-2 6 0,-2-1 2 0,1-1-4 16,-1-1-5-16,0-2-6 0,-2-2 1 0,2-2 0 0,-2-2-9 0,-1-2 0 16,1-1-10-16,-1-1-4 0,1-2-2 0,-3-2-4 0,-2-1 0 0,-3-3-3 15,-2 0 1-15,-2-1 1 0,-6 1-2 0,1 0-1 0,-5 1 3 16,-2 1-4-16,-2-2 3 0,-5 2 6 0,-2-1 3 0,-1 0 9 0,-4 3 9 16,-2-1 3-16,-3 2 7 0,-3 2-6 0,-3-2-8 0,-3 1-4 0,-3-1-8 15,0-1 0-15,-3 1 0 0,0 0-8 0,-6-1 10 0,-2 1-2 16,-2 0-3-16,-4 0 7 0,-1 3-4 0,0-2 8 0,-1 3 4 15,0 1 4-15,-3 1-6 0,2 2-5 0,-2 0-1 0,2 1-10 0,1 2 1 16,1 1 2-16,4 2 0 0,1 2-10 0,4 0-4 0,0 3-10 0,4 1-20 16,0 2-19-16,2 2-32 0,0 1-43 0,0 2-39 0,0 2-53 0,-4 3-105 15,-4 7-115-15,-8 7-53 0,-10 9-90 0</inkml:trace>
  <inkml:trace contextRef="#ctx0" brushRef="#br0" timeOffset="128641.04">18173 12345 1037 0,'-11'3'325'0,"-2"1"-236"0,-1-1-24 0,0-1-18 0,2-3-28 16,1 0-24-16,1-1-32 0,1 0-14 0,1-1 5 0,0 0 2 16,0-1 13-16,1-1-4 0,0-1-1 0,0-1-4 0,-1 0-6 0,1 0-1 15,-1 0 1-15,1-1 5 0,1 0 12 0,0-1 12 0,2 1 12 0,-1-1 10 16,2 1 7-16,0-1 4 0,1 1 1 0,1-1 1 0,1 0 0 16,1 0-5-16,1 0 2 0,1 0 1 0,1 0-1 0,1-1 7 0,2-1 2 15,3-1 4-15,1 1 7 0,1-2 1 0,3 2 1 0,3-1-1 16,1-2-7-16,1 1-2 0,5-2-8 0,1 0-2 0,4 0 6 0,3 0-5 15,2-1 4-15,3 3-5 0,2-3-8 0,2 0-3 0,1 1-2 0,2 2-4 16,1-1 2-16,0 2 2 0,1 0-5 0,-1 2 3 0,0 1-4 16,0 1-2-16,-2 1 5 0,1 0-3 0,0 2 1 0,-2 0 1 0,-1 1-4 15,-1 1 2-15,0 2-1 0,-1 1-1 0,1 2-6 0,-3 1-9 16,-2 2-7-16,0 2-6 0,-4 1 2 0,0 3 0 0,-2 1 7 0,-3 2-5 16,-2 3 4-16,-1 2 3 0,-2 2 3 0,-4 3 2 0,-1 2 6 0,-3 1 8 15,-3 4 4-15,-3 2 7 0,-2 2 3 0,-4 2-5 0,-3 0 6 16,-3 1 8-16,-2 1 6 0,-2 1 9 0,-3 0 9 0,-2-2 9 0,-3-3 8 15,1 1 8-15,-6-3 2 0,-1 2-1 0,-2-2 5 0,-3-2-2 0,0-3 5 16,-3-1 4-16,-1-3-1 0,-2 0-2 0,-2-3-7 0,-4-2-9 16,0-1-9-16,-2-1-4 0,-1-2-10 0,-1-2-9 0,-2-2-2 0,-2-1-9 15,-4-2 0-15,1-1-5 0,-2-1 0 0,-1-1-5 0,-1-1-4 16,-2-2-1-16,2 0-4 0,-2-1-1 0,2 0 4 0,2-2 2 0,1 0 1 16,1 0 0-16,2-1-3 0,1 0-2 0,5-2 5 0,3-2 7 0,2 0-2 15,6-2 2-15,1-1-3 0,6-1-2 0,3-3-1 0,4 0-10 16,4-4-17-16,2-1-10 0,3 0-15 0,2-3-9 0,5-2-23 0,3-1-20 15,6-2-12-15,4-2-27 0,4-3-11 0,5-1-35 0,5-3-55 0,4 1-56 16,6-3-58-16,3 0-16 0,6-5-172 0</inkml:trace>
  <inkml:trace contextRef="#ctx0" brushRef="#br0" timeOffset="134842.68">19790 7144 441 0,'-44'-1'-57'0,"-4"0"126"16,-11 1-15-16,8 3-28 0,8 2-7 0,1 2-9 0,2 3-2 0,1 0-5 16,1 3-10-16,0 2-18 0,1 3-14 0,2 1-12 0,0 4-17 15,1 3-34-15,1 1-113 0</inkml:trace>
  <inkml:trace contextRef="#ctx0" brushRef="#br0" timeOffset="136094.04">17547 10674 19 0,'-19'24'13'0,"-3"3"-1"0,-5 7-1 0,4-3 3 15,2 0 1-15,0-1 3 0,2 3 3 0,0 1-3 0,1 1-4 0,0 0-2 16,1 2-3-16,0 4 1 0,1 0-1 0,3 1-1 0,0 2 0 16,0-2-2-16,2 2-1 0,0 2-2 0,2-1 2 0,1 2-1 0,0-1 2 15,1 2 3-15,1 2-1 0,1 0-3 0,2 3-2 0,0 2-4 0,1 1-6 16,1 1-5-16,1 3-3 0,0 1 1 0,1 4-3 0,1 3 0 16,0 3-4-16,0 6-5 0,2 3 2 0,-1 5-16 0,0 5 2 0,2 3 12 15</inkml:trace>
  <inkml:trace contextRef="#ctx0" brushRef="#br0" timeOffset="136853.04">18337 18032 558 0,'12'25'-46'0,"-1"-1"149"15,4 5-83-15,2 3-22 0,5 2-2 0,3 3-3 0,2 0 1 16,5 1-8-16,3 2 10 0,3 0 2 0,4 1-6 0,3 0 8 0,3-1 0 15,5 1-3-15,1-6 3 0,0-7 2 0,2-6-6 0,0-6-1 0,1-6 11 16,1-4-2-16,0-3-4 0,1-3 9 0,1-3-5 0,1-2 3 16,1-2 7-1,1-2-4-15,2-3-6 0,-1-4 6 0,3-1-8 16,0-5 5-16,1-3 2 0,0-3-4 0,2-5-4 0,0-3-7 0,2-4-4 0,0-4 12 0,0-3 9 0,0-2-6 0,0-4 8 0,1-2-24 0,68-63 17 16,-10 1 2-16,-10 1-5 0,-10 6 15 0,-11 6-15 0,-11 7 1 0,-11 5-1 15,-10 6-5-15,3-7 3 0,47-67 2 0,-18 17 4 0,-18 16 5 16,-24 33-5-16,-3-2-1 0,1 3-4 0,-1-1-2 0,-1-1 5 0,-1-6 4 15,-3 1 7-15,-1-3 3 0,1-2-8 0,0 3 2 0,1-1-3 0,-1 0 1 16,1 1 4-16,-2 1-7 0,0 1-3 0,0 0 2 0,-2 0 6 16,-1-3 3-16,-2 1 8 0,0 1-5 0,-3-2-4 0,-2 4-2 0,-1-2 4 15,-3-3 1-15,0 0 2 0,-4-3 1 0,-4 0-5 0,-3-3 1 0,-3 2 1 16,-2-5-5-16,-3 1 2 0,-2-2-5 0,-1 0-7 0,-2 1 3 16,-2 0 0-16,-3-1 2 0,-2 0 1 0,-2-1-9 0,0 3-3 0,-3 2 2 15,-1-1 2-15,-3 1 5 0,-1 0-1 0,-3 1-5 0,-3 3 2 16,-1 1 2-16,-1 3 1 0,-1 0 6 0,-4 1-2 0,-2 1-2 0,-1 3 2 15,-6 4-3-15,-2 1 2 0,-2 1 3 0,-2 0-2 0,-2 6-2 0,-1 0-3 16,-3 6 4-16,-1 2-3 0,-3 3 6 0,-2 2 1 0,-3 3-7 16,-1 3 6-16,-1 2-10 0,-2 2 4 0,-3 1-3 0,-1 2-1 0,-1 1 5 15,-3 1 1-15,2 1 5 0,-1 1-1 0,-1 0 3 0,0 0-2 0,0-1-1 16,-1 0 2-16,2 1-3 0,-1 0 3 0,1 1-2 0,-1 2-4 16,0 2 1-16,1 3 2 0,0 5-5 0,0 0 8 0,-2 6-1 0,0 3-3 15,0 3 5-15,-2 2-2 0,-1 3-1 0,-2 0 2 0,0 4-5 16,0 2 4-16,-2 2-1 0,0 3-3 0,-3 4 1 0,1 1-9 0,-2 3-7 15,-1 3 4-15,-2 2-12 0,-1 3-3 0,-2 4 2 0,-1 4-2 0,-1 3 7 16,-1 8 8-16,-4 4 9 0,1 5 7 0,-2 4 11 0,-2 3 10 16,1 4 2-16,0 4 5 0,2 3-1 0,-2 3-3 0,3 4-4 0,-1 2 2 15,1 4-7-15,5 2 0 0,-1 5-3 0,3 1-13 0,3 5-1 0,-1 2-6 16,2 4-3-16,1 7 5 0,2 1-3 0,4 4 3 0,1 1 0 16,3 3-3-16,2 0-7 0,4 2 0 0,2 4 1 0,1 0 0 0,3 0 8 15,2-2-6-15,3-2-6 0,2-2 2 0,2-1 1 0,4-2 1 16,2 2 4-16,4-3 0 0,1-1-2 0,4-1-9 0,1-2 8 0,3 1-2 15,1-2-1-15,2 0 5 0,4-1-7 0,1-2 1 0,2 0 4 0,3-4-2 16,2 1 3-16,3-2-4 0,3-2 0 0,0 3 1 0,3-2-9 16,1-1 1-16,2-2-5 0,3-3-3 0,1-2-2 0,4-1-5 0,1-3 2 15,4 0-1-15,1-1 0 0,3-3-2 0,2-2-10 0,3-3-10 0,1-3-7 16,2-4-22-16,3-4 4 0,-1-4-11 0,4-5-11 0,0-4-5 16,1-5-17-16,2-5-12 0,1-8-11 0,1-4 8 0,3-6 10 0,-2-6 9 15,0-7-188-15</inkml:trace>
  <inkml:trace contextRef="#ctx0" brushRef="#br0" timeOffset="137292.04">18958 10341 1006 0,'-27'15'66'0,"-2"2"25"0,-2 5 2 0,6-4-55 0,8-1-23 16,3-1-20-16,3 0-21 0,2-2-30 0,1 2-29 0,3-2-24 0,3 1-16 16,1-1 1-16,4-1 5 0,2 0 12 0,1-1 13 0,2-1 12 15,3-2-10-15,0-1-136 0</inkml:trace>
  <inkml:trace contextRef="#ctx0" brushRef="#br0" timeOffset="137561.04">19084 12873 1155 0,'-28'16'28'0,"-3"0"101"0,-4 1-7 16,9-4-63-16,7-5-21 0,3-2-22 0,2-3-11 0,2 0-5 0,2-2-9 16,2 0-19-16,1 0-18 0,4-1-23 0,0 1-23 0,0 0-16 0,4-1-10 15,1 1-2-15,1-1 4 0,3 1 9 0,2 0 4 0,-1-1 9 16,3-2 5-16,-1 1 13 0,2-2-206 0</inkml:trace>
  <inkml:trace contextRef="#ctx0" brushRef="#br0" timeOffset="137827.04">18998 14286 1213 0,'-21'19'57'0,"0"-1"63"16,-2 4-1-16,5-6-65 0,5-4-23 0,1-3-18 0,1 0-14 0,4-1-23 15,0-1-30-15,4 0-29 0,0 1-32 0,3-2-22 0,2 2-13 16,2-1-2-16,3 2 12 0,1-2 7 0,3 0 16 0,1-1 20 0,0-2 19 16,3 2-56-16,-2-2-34 0</inkml:trace>
  <inkml:trace contextRef="#ctx0" brushRef="#br0" timeOffset="138027.32">19549 15411 669 0,'-14'37'545'0,"1"3"-501"15,-3 7 97-15,4-9-85 0,3-9-20 0,1-2-22 0,-1-2-20 16,0-4-24-16,1 0-21 0,-1-1-23 0,1-1-9 0,1-1 15 0,1-1 12 15,0-4 20-15,2-2 10 0,2-1 6 0,1-2-2 0,2-2-17 16,1-2-21-16,3-3-21 0,1-3-19 0,0-3-17 0,3-5-9 0,1-5 1 16,1-4-177-16</inkml:trace>
  <inkml:trace contextRef="#ctx0" brushRef="#br0" timeOffset="-18620.84">19051 10771 773 0,'-8'-23'250'0,"1"-2"-247"0,0-6-9 0,5 0-4 16,4 3 2-16,1 0-1 0,2 1 0 0,1 0 6 0,1 3 4 16,-1 0 10-16,-2 2 6 0,-1 3 2 0,0 1 3 0,-2 3 0 0,-1 2 5 15,-1 4 8-15,-1 1 2 0,0 2-6 0,-1 1-8 0,1 1-15 0,-1 2-18 16,0 1-21-16,1 0-33 0,0 2-36 0,1 1-40 0,0 1-29 15,2 1-30-15,2 4-201 0</inkml:trace>
  <inkml:trace contextRef="#ctx0" brushRef="#br0" timeOffset="-13209.85">18765 10582 247 0,'-13'13'103'0,"-3"1"-70"15,-3 5-19-15,3-4-6 0,4-3-5 0,0 0-5 0,2-2-6 0,1 1-23 16,0 1-51-16,2 0-130 0</inkml:trace>
  <inkml:trace contextRef="#ctx0" brushRef="#br0" timeOffset="-4239.92">17071 6707 575 0,'-4'-10'465'0,"1"1"-420"16,0-1-11-16,2 0-13 0,2 1-2 0,1-1 2 0,0-1 6 0,0 0 14 16,1 2 15-16,-1-3 22 0,0 1 17 0,0 1 14 0,0-1 9 15,-1 1 0-15,1 0 0 0,-1-1 1 0,1 1-7 0,-1 0-1 0,1 2-4 16,-1 1-15-16,1 2-10 0,-1 2-9 0,0 1-11 0,1 1-8 16,-1 0-8-16,0 1-7 0,1 0-4 0,0 1-4 0,1 1-4 0,0 2-7 15,0-1-6-15,2 4-2 0,0 2 0 0,1 1 0 0,1 3-4 16,1 1-1-16,0 1 0 0,0 3-7 0,1 0 5 0,0-1 2 0,1 0-4 15,-1-2 8-15,1-2 1 0,-1-4 5 0,1-3 13 0,-1-1 3 0,1-3 4 16,1 0-4-16,-1-2-6 0,0-2 0 0,0-1-6 0,-1-1-3 0,1-1 0 16,0-2-5-16,-1-2-6 0,0 0-2 0,1-2 1 0,-1-1-8 15,0 0 2-15,2-2 0 0,1-2-4 0,1 0 8 0,-1-1-6 0,0-2 0 16,2-1-1-16,0-1-5 0,2-1-2 0,-1 0 10 0,0 1-17 16,1-2-4-16,0-1 15 0,-2 1-10 0,2-2 16 0,0 1-5 0,-1-1-22 15,0-1-10-15,-1 1-16 0,0 0-13 0,1 0-22 0,-2-1-18 0,0 1-29 16,0 1-36-16,-2 0-54 0,1 1-87 0,-2 0-143 0,-1 2-116 15,0 4-181-15</inkml:trace>
  <inkml:trace contextRef="#ctx0" brushRef="#br0" timeOffset="-3838.92">17731 6530 1731 0,'-4'-12'878'16,"2"1"-852"-16,0-1-17 0,4 2-9 0,2 3-1 0,1 1-1 16,1 0 5-16,0 1 2 0,-1 2 5 0,-1 1 4 0,-2 2 9 0,-1 2 5 15,0 0 4-15,-1 2-4 0,0 1 1 0,1 3-6 0,-1 1-3 0,0 2 0 16,1 1-5-16,-1 3-2 0,1 0-1 0,1 0-5 0,1 1-4 15,1 0 1-15,1 2-3 0,1-1 1 0,2 0 0 0,1-1 0 0,1-2 1 16,1-1 0-16,1-4 1 0,0-1-1 0,1-2-1 0,0-3 3 0,1-1 5 16,1-2 0-16,-2-3 2 0,2-1 4 0,0-3-4 0,-1-2 5 15,-2-2 2-15,2-4-4 0,-2-2 1 0,-1-1 0 0,0 0-6 0,-2-3-3 16,0-1-2-16,0-1-3 0,-2-2 3 0,-2 0-3 0,-2-2 0 16,-1-1-4-16,-2 0-12 0,-2 1 12 0,-1 2-1 0,-3-1 3 0,-1 1 10 15,-3-1-6-15,-1 3 1 0,0 1-3 0,-2 2 1 0,-1 4 1 0,0 4-4 16,2 3 2-16,-1 3 1 0,0 4-5 0,0 2-3 0,-1 3 0 15,2 3-6-15,-3 5-3 0,1 1 7 0,-2 6-3 0,1 2-9 0,-2 2-5 16,0 4-23-16,1 1-43 0,2 0-33 0,0 3-27 0,0-2-45 16,1 1-54-16,2-1-73 0,3-1-77 0,0-2-57 0,1 1-282 0</inkml:trace>
  <inkml:trace contextRef="#ctx0" brushRef="#br0" timeOffset="-3647.92">17857 6503 2698 0,'2'3'50'0,"3"2"-42"0,3 3-16 0,3 2-3 0,3 1 3 16,0-1 1-16,2 1 2 0,0 1 4 0,-1 1-3 0,-2 1 1 15,2 1 1-15,-2 1-1 0,0 2-3 0,-1 2-4 0,-2 0-3 0,0 2 2 16,-1-1-4-16,-1-1 4 0,-1-1-8 0,0-1-8 0,-1-1-8 16,0-3-28-16,1 0-30 0,0-2-38 0,0-2-37 0,-1-1-27 0,0-3-35 15,0 0-32-15,-1-2-29 0,0-2-39 0,-1-2-204 16</inkml:trace>
  <inkml:trace contextRef="#ctx0" brushRef="#br0" timeOffset="-2985.92">18354 5644 3276 0,'-8'1'22'0,"2"2"-39"15,1 5-31-15,3 7-12 0,4 2 1 0,2 4 17 0,0 4 25 0,0 4 11 16,-1 2 15-16,-1 5 0 0,-1 1-11 0,0 2 2 0,-1 4 0 15,-1 3-5-15,0 1 3 0,0 1 0 0,0 0-1 0,1 0 3 0,0-1-2 16,1-2-10-16,2-2 14 0,0 0-6 0,2-5-3 0,-1-2-3 0,2-2-26 16,0-3-20-16,1-3-16 0,-1-3-8 0,2-3-5 0,0-1 5 15,0-3 11-15,-1-3 12 0,1-2 7 0,-2-2 4 0,0-3-10 0,0-3-10 16,0-3-7-16,1-2-5 0,-1-4 1 0,1-2 2 0,1-2-13 16,0-4-12-16,-1-3-14 0,-1-2-20 0,0-2 17 0,-2-1 15 0,1 0 24 15,0-2 31-15,-1-1 13 0,0 1 20 0,-1-1 9 0,0 2 9 0,-1-1 3 16,-1 1-1-16,1 3 18 0,0 0 14 0,0 2 21 0,1 2 18 15,-1 2 7-15,0 0-2 0,1 4 2 0,0 3-7 0,0 3 0 0,0 2 6 16,0 3 2-16,-1 2 15 0,1 2-3 0,-1 4 0 0,1 0-14 0,0 5-10 16,0 2 2-16,0 3-15 0,1 4-2 0,0 3-11 0,0-1-14 15,0 3-2-15,1-1-7 0,1 1-3 0,-1 0-8 0,1 0 0 0,0 0-6 16,0-2-2-16,2-2-4 0,0-1-4 0,0-4 2 0,1-3-4 16,1-1 3-16,0-3-8 0,-1-2 5 0,2-3-3 0,0 0-5 0,1-1 7 15,-1-3-3-15,0-2 3 0,-1-1 4 0,0-2 1 0,0-2 1 0,-2-1-4 16,0-3 6-16,0-1-4 0,0-3 2 0,0 0 4 0,1-3-4 15,-1-2 5-15,0-2-4 0,-1-1 1 0,0-3-1 0,0-3 3 0,-2 0-1 16,0-2 0-16,-1 0 2 0,0 2 0 0,-1 0-2 0,2 4 0 16,-1 1 9-16,1 1-9 0,0 3 4 0,0 3 1 0,0 2-2 0,-1 2 8 15,0 4 4-15,-1 1 5 0,1 2 3 0,-1 2 4 0,1 1-4 0,-1 3 1 16,0 2 1-16,1 3-4 0,-2 3 2 0,0 2-11 0,0 3-3 16,0 1-3-16,-1 3-2 0,-1 2 0 0,1 3-4 0,0 0 1 0,0 1-1 15,0-2-5-15,0-1 2 0,1-3-3 0,-1 1-1 0,1-2 3 0,0-2-11 16,0-1-2-16,0-2-10 0,1-1-14 0,1-3-16 0,0-1-21 15,1 0-27-15,-2-2-27 0,2-1-36 0,-1-1-43 0,0-2-60 0,0-1-86 16,-1-2-106-16,1 0-279 0</inkml:trace>
  <inkml:trace contextRef="#ctx0" brushRef="#br0" timeOffset="-2651.92">19225 6685 3317 0,'0'-3'-36'0,"2"0"-102"0,4-2-38 15,3-1-5-15,6-2 43 0,2-1 45 0,1 0 23 0,-4 0 17 0,-1 0 24 16,-3 0 19-16,-2-1 13 0,-1-1-1 0,-2-2-17 0,-2 0 1 16,0 0-1-16,-1-1 4 0,-1-1 20 0,0 0 2 0,-3 0 4 0,-1 0 2 15,-1-1-2-15,0 0 2 0,-1 2-1 0,-1 0 1 0,-1 2-2 0,0 2 2 16,-1 2 4-16,0 2-1 0,1 2 2 0,-2 3 0 0,1 1-4 15,-1 1-4-15,1 3-3 0,1 3-9 0,0 3 1 0,1 3-1 0,1 3-2 16,0 3 0-16,0 4 3 0,0 1 5 0,2 2-2 0,0 2 7 0,2 0-1 16,-1 1-4-16,2 1 6 0,0 1-6 0,1-1 2 0,2-1-2 15,0-3-1-15,2-2 1 0,1-1-3 0,2-4 0 0,1 0-5 0,2-2-5 16,2-3 0-16,0 0-3 0,1-1-2 0,-2-2-3 0,2-2-8 16,0-1-8-16,0-4-18 0,0-2-16 0,0-1-28 0,0-2-56 0,0-2-66 15,-1-3-77-15,0-3-102 0,0-2-52 0,2-2 12 0,-1-3-17 0</inkml:trace>
  <inkml:trace contextRef="#ctx0" brushRef="#br0" timeOffset="-2491.92">19697 6879 2898 0,'0'3'127'0,"1"2"-127"0,4 2-44 0,4 0-9 16,3-1 8-16,0 0 6 0,3-2-1 0,-2 0-4 0,0-1 1 15,0-2 3-15,-2 0-7 0,2-2-22 0,-1 0-25 0,2 0-22 0,-3-1-5 16,3-1 13-16,0 0 5 0,0 0 9 0,1-1-2 0,-1-1-16 0,2 0-25 15,0 0-54-15,1-1-67 0,-1-1-47 0,1-1 13 0,1-1-138 16</inkml:trace>
  <inkml:trace contextRef="#ctx0" brushRef="#br0" timeOffset="-1958.64">20827 6218 2874 0,'-7'-6'29'0,"0"1"-66"15,-1 0-31-15,2 2-3 0,1 2 14 0,0 2 20 0,-2 1 10 16,-1 3 13-16,-2 2 10 0,-4 3 8 0,0 2 5 0,-3 2-10 0,2 3-7 16,-2 3 3-16,0 3 0 0,1 2-6 0,1 2 17 0,0 2 2 15,0 2-1-15,2 1 10 0,0 2-14 0,3 0 1 0,-1 1 4 0,1-2 4 16,2 2 8-16,1-4 1 0,2-1 1 0,1-4-7 0,4-4 1 0,1-2-4 15,3-2-9-15,1-1 7 0,2-2-15 0,1-3 3 0,1 0 1 16,2-2-1-16,-1-1 2 0,2-2 5 0,2-2 0 0,0-2 0 0,1-2 5 16,-1-2-4-16,1-1-1 0,1-2-5 0,0-2 0 0,-2-1-3 15,3-2 1-15,-1 1 9 0,-1-2-4 0,0 2 2 0,0 0-3 0,-1 0-2 16,-1 2 1-16,-1 0-1 0,1 2 5 0,-2 0 0 0,0 2-3 0,-1 1-2 16,0 2 2-16,-2 2-2 0,1 1 5 0,0 1 1 0,0 1-1 15,0 2 0-15,-1 1 0 0,0 0 2 0,0 1-2 0,2 1-4 0,1-1 3 16,1 0-6-16,1 0 4 0,0-3-4 0,2 1-1 0,0-2 6 0,0-1-6 15,0-1 8-15,2-2-5 0,0-2 3 0,0 0-3 0,0-2 0 16,2-1 2-16,0-2-2 0,-1 0 5 0,0-2-2 0,-1 1 2 0,-1-2-2 16,-2 0 8-16,0 0-3 0,-2 0 7 0,-1-1 4 0,-1 0-6 15,-3 1 4-15,-1 0-2 0,-1-1-1 0,-2 1 2 0,0-1-4 0,-3-1 0 16,-1 1-7-16,-3-2-5 0,-2 0-5 0,-1-1-7 0,-2-1 5 0,-3 1 2 16,-1 0-4-16,-1-1 7 0,-2 1-3 0,-1 0-3 0,-1 2-3 15,0 2-4-15,0 1-9 0,-1 0 6 0,0 1 1 0,1 1 2 0,1 3 1 16,-1 1 1-16,1 3-5 0,2 2-9 0,-1 3-7 0,2 2-11 0,0 1-10 15,2 5-17-15,1 1-23 0,1 1-39 0,1 0-55 0,3-1-70 16,2 1-77-16,2-2-60 0,1 0-13 0,2-1-189 0</inkml:trace>
  <inkml:trace contextRef="#ctx0" brushRef="#br0" timeOffset="-1619.64">21417 6502 3217 0,'-8'2'31'0,"2"5"-83"0,0 2-30 0,4 2-8 15,3 1 21-15,2 0 29 0,1 1 24 0,-1 3 15 0,0 0 7 16,0 2 1-16,-1-1-3 0,1 2-1 0,0 0-3 0,0-1 0 0,2-1-2 16,0-1-1-16,1-2 3 0,1-2-9 0,2-1 3 0,0-2-6 0,0-2-5 15,1-1 0-15,0-2 2 0,-1-2 2 0,1-1 3 0,0-2 5 16,-1-1 4-16,1-2-1 0,1-2-5 0,-2-2-3 0,1-3-4 0,1 0 4 15,-2 1-5-15,1-4 3 0,-1 0 7 0,0-1-4 0,2 0 7 0,-1 1 4 16,1 0-7-16,-1 3 6 0,-1 0-4 0,0 4 0 0,-2 0 5 16,1 1-2-16,-1 3 8 0,0 0 0 0,0 2 5 0,0 3 3 0,0 1-1 15,-2 2 5-15,1 1-2 0,-2 1 4 0,1 4-4 0,0 2-3 16,0 3-10-16,-1 2 0 0,1 1-1 0,-2 2-3 0,2 0 6 0,-2 0-7 16,1 0 5-16,-1-1-8 0,1 0-2 0,0-1-9 0,0 0-14 0,0-3-12 15,-2-1-37-15,2-2-28 0,-1-3-33 0,1-1-36 0,-1-3-22 16,-1-1-100-16,2-2-35 0,-2-1 25 0,1-3-12 0,-1-3 64 0,0-4-190 15</inkml:trace>
  <inkml:trace contextRef="#ctx0" brushRef="#br0" timeOffset="-1292.84">21976 6385 3100 0,'-1'3'80'0,"1"3"-101"16,1 2-37-16,4 3 1 0,1 0 25 0,3 2 16 0,0-1 20 0,0 3 4 15,0 0-4-15,-1 0 2 0,0 0-4 0,-1 1 0 0,0-1 0 0,1-1-8 16,-1-1 3-16,0 1-6 0,-1 0 3 0,0-1 0 0,0 0-6 16,-2-2 2-16,0-1 0 0,-1 0 5 0,-1-2 5 0,-1-1 2 0,-1 0-1 15,0-1-4-15,0-1-2 0,1-3-4 0,0 0-1 0,1-1-5 16,-1-1-4-16,0-1-4 0,0-1-2 0,-1 0-2 0,1-2-4 0,1-1-1 16,0-1 0-16,1-1 1 0,0 0 8 0,0-1 7 0,1 0 3 0,1 1 5 15,1 0 5-15,0 1 3 0,0 0 1 0,1 0 6 0,-1 2-1 16,2 0-1-16,-1 1 8 0,0 3 1 0,0 1 6 0,0 1 9 0,0 3 1 15,-1 0-2-15,0 3-3 0,0 0-12 0,-2 3 0 0,2 1-8 16,-1 2 2-16,0 0-4 0,0 0-5 0,-1 1 2 0,0-1-3 0,0 0-5 16,1-1 3-16,-1-2-12 0,0 0-1 0,1 0-7 0,-1-3-6 0,0 0-13 15,0-3-17-15,1-1-18 0,0-1-24 0,-1-2-24 0,1 0-27 16,0-2-27-16,-1 0-38 0,0 0-43 0,0-2-38 0,-1-1-22 0,-1-1 14 16,1 0-155-16</inkml:trace>
  <inkml:trace contextRef="#ctx0" brushRef="#br0" timeOffset="-651.69">22746 6360 1138 0,'-3'-7'639'0,"-1"0"-631"0,0-3-58 0,2 1-8 16,-1 1 12-16,1 1 37 0,-1 1 26 0,0 2 2 0,0 1 13 16,-1 3 5-16,-2 0 0 0,-1 2 0 0,-1-1-8 0,0 2-9 0,0 0-6 15,0 2-5-15,1 0-1 0,0 0 0 0,-1 2 1 0,1-1-4 16,-1 1-2-16,1 0 0 0,0 0-8 0,0-1 7 0,1-1-1 0,-1 1 7 15,2 0 16-15,0-1-5 0,-1 1 5 0,1-1-6 0,1-1-4 0,-1 0 1 16,0 0-5-16,1-1 1 0,0 0-1 0,0-1-4 0,0 0 4 16,2 0-1-16,0 0 3 0,0-2 6 0,1 1-5 0,0-1-2 0,0-1-4 15,0 0 1-15,2 0-1 0,0-2 4 0,0 1-2 0,0-1 1 16,1-1-1-16,-1 0-1 0,2-1 2 0,-1 0 5 0,1 0-2 0,0 0-4 16,0 1 0-16,1 1-3 0,-1-1-5 0,0 2 7 0,0 0-2 0,0 2 1 15,0 0 8-15,1 0 3 0,-2 2-1 0,1 1 4 0,-1 1 2 16,1 1 1-16,-1 1 4 0,1 1 5 0,0 2-5 0,0 0-7 0,0 2 6 15,0 1-6-15,0-1 3 0,1 2 4 0,0 2-5 0,0 1 1 0,1 1-3 16,0 3-3-16,-1 1 0 0,2 0-4 0,-1 2-4 0,1 2 2 16,-1 1-6-16,0 2-1 0,0-1 0 0,0 1 0 0,0-3-3 0,1 0-2 15,-1 0 1-15,2-3-6 0,0 0-1 0,0-1-11 0,-1-3-9 0,0-1-13 16,1-2-14-16,0-2-19 0,-1-3-25 0,0-1-33 0,-1-3-45 16,-1-2-61-16,-1-2-75 0,-1-2-69 0,-2-4-14 0,-1-3 18 0,-3-4-22 15</inkml:trace>
  <inkml:trace contextRef="#ctx0" brushRef="#br0" timeOffset="-452.67">22583 6723 2339 0,'-4'5'409'16,"-1"0"-351"-16,1 2-71 0,1 0-22 0,3-2-6 0,2 2 14 16,1-1 10-16,1 0 13 0,-1 0 7 0,0-1 5 0,0 0-8 0,0-1-8 15,1-1-7-15,0 0-6 0,1-1 1 0,2-1 0 0,-1 0 4 16,2 0 2-16,-1-2 5 0,0 1-4 0,2-2 2 0,0 0 2 0,-2-1-4 15,2-1-1-15,-1 0-9 0,0 0-18 0,0-1-26 0,1-1-31 0,0-1-34 16,-1-1-21-16,1-1-13 0,2 0-12 0,0-2-3 0,0-1-12 16,0-1-1-16,-2-2-8 0,2 0-11 0,0-2 10 0,3 0-116 0</inkml:trace>
  <inkml:trace contextRef="#ctx0" brushRef="#br0" timeOffset="-200.78">22979 6413 421 0,'4'-8'175'0,"-1"-1"-83"0,1-1-25 0,-1 2-5 15,-1 2 14-15,-1 2 18 0,-1 1 16 0,0 0 16 0,-1 2 4 16,0 0-6-16,-1 0-6 0,-1 2-17 0,-1-1-12 0,0 1-9 0,0 1-10 15,-1-1-8-15,-1 1-11 0,1 1-7 0,-1 1 2 0,0 2-1 0,0-1 0 16,-1 1-3-16,1 1-8 0,0 1-1 0,0 0-10 0,0 1 0 16,0 1-8-16,1 0-4 0,1 0-2 0,0 1-3 0,1 0-4 0,0 1-1 15,0 0 1-15,2 0-2 0,1 1-3 0,0 0 1 0,2-1-2 0,0-1-4 16,2-1 2-16,1 1-4 0,0-1 3 0,3 0-2 0,1-1-5 16,1-1 3-16,0 0-2 0,0-2 1 0,1 1 3 0,-2-1 1 0,3-1 5 15,-1 1 3-15,0-1 0 0,0-1 3 0,-1 1-1 0,-1-1 4 16,0 1 0-16,-1-1 1 0,0 0 1 0,-2 1-2 0,0-1 3 0,-2 0-3 15,-2 1-1-15,-1-1-2 0,-2 0-6 0,-1 1-7 0,0-1-6 0,-2 1-13 16,-1 0-17-16,-2 0-19 0,-1-1-14 0,0 1 6 0,-1-2-4 16,1 2-5-16,-1 0-9 0,0-1-38 0,1 0-33 0,1 0-35 0,0-1-35 15,1 1-24-15,-1-2-4 0,3 1-166 0</inkml:trace>
  <inkml:trace contextRef="#ctx0" brushRef="#br0" timeOffset="84.22">23491 6132 2925 0,'-10'2'-7'16,"0"1"-69"-16,-3 4-14 0,2 2 13 0,2 2 37 0,-1 1 25 0,1 2 17 15,-1 2 1-15,-1 3 8 0,1 2 1 0,-2 3-9 0,1 2 3 16,0 1-12-16,4 4 6 0,0 1 5 0,2 4-2 0,2 1 8 0,0 4-9 15,3-1-5-15,1 2-2 0,1 1-2 0,2-1 2 0,2-1 9 0,1-2-8 16,2-2 6-16,2-3-7 0,0-2-8 0,2-3-1 0,1-1-13 16,1-5-10-16,3-2-21 0,-1-4-46 0,3-3-34 0,1-5-31 0,-2-1-29 15,3-2-92-15,-1-2-111 0,-2-1 2 0,2-4 35 0,-1-3-14 0</inkml:trace>
  <inkml:trace contextRef="#ctx0" brushRef="#br0" timeOffset="283.25">23634 6098 3655 0,'3'12'53'0,"3"6"-68"0,5 7-23 0,6 8 4 0,5 3 2 16,6 4 25-16,3 3-8 0,-1 1 15 0,2 1 9 0,-2 1-20 0,-1 2 16 15,0 1-5-15,-1 3-7 0,-1 4 13 0,1 3-6 0,-3 1-2 16,-1 1-2-16,-2 0-5 0,-5 0 3 0,0 1-18 0,-4 2-32 0,-3-2-31 15,-4 2-39-15,-5-1-42 0,-3-1-23 0,-4-2-51 0,-5-2-70 0,-3-4-143 16,-4-2-204-16,-5-1-240 0</inkml:trace>
  <inkml:trace contextRef="#ctx0" brushRef="#br0" timeOffset="22364.28">19453 8347 529 0,'-17'-20'30'0,"0"0"15"0,-4-4 4 0,5 8-8 16,2 2-9-16,1 1-10 0,0 2-9 0,-1-2-1 0,0 4-4 15,0 0 3-15,0 0-2 0,-1 2-1 0,0-1 1 0,0 0-4 0,1 0-2 16,-1 1 0-16,0 0 1 0,0 0-1 0,1 0 0 0,-1 0 0 0,2 0 0 16,2 0 4-16,1 0-2 0,3 0 2 0,0 0-1 0,2-2-1 15,2 1 1-15,0-1 0 0,3-1-1 0,3 0 1 0,3-2-1 0,4 2-1 16,2-3 1-16,7 0-2 0,5 0-1 0,4-1-1 0,6-1-2 0,2-1 0 15,5 0-2-15,4 1 0 0,2-2 1 0,4-1 3 0,2 1-1 16,3 0 1-16,2 1-1 0,1 1 0 0,2 1 0 0,1 2-1 0,-1 0 1 16,2 2 0-16,-2 2-1 0,1 2-3 0,0 2 1 0,-2 4-3 15,-1 1 0-15,-2 2 6 0,-1 3-3 0,1 3 0 0,-2 2-3 0,-4 4 0 16,-2 3-4-16,-4 3-1 0,-1 3 1 0,-3 5-2 0,-3 2 0 0,-2 1 1 16,-3 2 0-16,-1 4 2 0,-4 1 2 0,-2 3 0 0,-3 2-3 15,-3 1 2-15,-1 1 7 0,-5 4 2 0,-2 2 6 0,-3 0 0 0,-4 2-7 16,-2 1 0-16,-4-1-1 0,-5 1 0 0,-2-1 1 0,-4-2 0 0,-3 0-5 15,-5-2 3-15,-5-2 0 0,-4-2 0 0,-7 0 6 0,-2-3-1 16,-5-4-2-16,-2-1 3 0,-5-3-2 0,-2-2-2 0,-1-3 1 0,-3-5-3 16,-1-3 0-16,-3-3 3 0,-2-3 0 0,-2-5 2 0,-2-1 5 15,-2-4 2-15,2-3 4 0,1-2 5 0,2-2 5 0,0-3 7 0,3-2 7 16,2-1 6-16,2-2 8 0,4 1 0 0,3-3 6 0,1-1-1 0,4-1-2 16,3-1-1-16,3 1-7 0,1-3-3 0,4-1-6 0,2-2-3 15,3 0-6-15,1-1-7 0,4-1 3 0,2 3-3 0,2-1 1 0,4 1 1 16,2 2-2-16,1-1 1 0,4 0-5 0,0 1 1 0,2 2-4 0,2-1 1 15,1 2 2-15,3 1-11 0,-1 2-2 0,2-1-3 0,1 0 1 16,1 0 6-16,2 2-2 0,1-1-1 0,2 2 3 0,0 1-6 0,1 0 6 16,1 1-5-16,0-2-5 0,3 1 6 0,0-1-5 0,0 0-2 0,1 0-2 15,-1 2 0-15,2-1-6 0,-1 1 1 0,0 0-1 0,0 0-3 16,0 0-3-16,0 1-1 0,0-1-5 0,-1 1-6 0,-1 1-5 0,-1-1-13 16,0 2-31-16,0-1-49 0,-1 0-63 0,-1 2-61 0,1 0-43 15,0 0-191-15</inkml:trace>
  <inkml:trace contextRef="#ctx0" brushRef="#br0" timeOffset="23360.91">30249 8042 636 0,'3'-16'36'0,"2"0"27"0,1-4 2 0,1 6-1 0,2 3-5 0,0-1-5 16,4 0-11-16,3 0-9 0,1 0-6 0,2 1-8 0,2-1-5 15,3 0-5-15,1 0-2 0,4 2-4 0,1 0 1 0,3 1-2 0,0 0-2 16,2 0-2-16,-1 0 1 0,1 0 0 0,3-1 0 0,-1 1 3 15,3 0 1-15,2 1-2 0,-1 1 3 0,2 0-5 0,2 1 1 0,0 0-1 16,2 1-1-16,2 0 0 0,3 1-1 0,-1 2 1 0,2 1-1 0,0 1 1 16,1 0 1-16,0 1-4 0,2 1 2 0,0 0-1 0,1 3-5 15,2 0 5-15,2 1-4 0,1-1 5 0,-3 0-1 0,-1-1-4 0,-3 1 3 16,-28-3-4-16,7 2 13 0,0 0 3 0,6 1-3 0,1 0-1 0,4 1-11 16,-2 1-3-16,6 1 1 0,-1 0 1 0,-2 2-3 0,-1 0-1 15,-3 1 1-15,0-1-2 0,-2 3 2 0,-1 1-2 0,-2 1 1 0,-2 0-1 16,-1 2 33-16,-17-8-1 0,0 1 1 0,0 1 1 0,2 1-34 0,-2 1-1 15,3 2 2-15,-2 1-3 0,1 1-6 0,-1 2 3 0,2 2 2 16,-2-1 0-16,1 5 4 0,-1 0-3 0,1 1-5 0,-3 3-1 0,1 2 3 16,-2 2 1-16,0 0 1 0,-3 2 1 0,0 0-1 0,-2 1 1 15,-2 1 1-15,0 0 3 0,-2 1 0 0,-3-1-3 0,0 1 6 0,-1 0 2 16,-2-2 4-16,-1 2 4 0,-1-3 2 0,-2 0 1 0,-1 0 0 0,-1-2-1 16,-2-1 4-16,-1-2-2 0,-1 1 2 0,-2-3 1 0,-1 0-1 15,-2-3 4-15,-1 0-1 0,-19 19 4 0,-2-5-33 0,-1-7 1 0,0-5 3 16,-2-6-3-16,2-4 32 0,0-5 0 0,3-2-2 0,-1-3 2 0,-3-1-2 15,-1 0 0-15,-2-2 2 0,-1-1-4 0,-2-2 3 0,0-2-1 16,-3-3-1-16,-2-1-8 0,-8-4-1 0,-39-11 2 0,8-2 1 0,13-1 13 16,19-1 1-16,-2-1 0 0,1-2 2 0,0-2-3 0,2 2-1 0,3-2-2 15,1 2 0-15,2 0-5 0,4 1-2 0,2 2-5 0,4 2-11 16,2 2 5-16,1 2-2 0,3 1 2 0,0 3 4 0,4 1-3 0,-1 2-1 16,3 0-5-16,2 3 1 0,4 1-2 0,4 1-1 0,2 2 2 15,4 0-3-15,1 2-8 0,0 0-12 0,1 0-27 0,0 0-44 0,0 1-36 16,-2 1-24-16,2 0 1 0,-2 2-139 0</inkml:trace>
  <inkml:trace contextRef="#ctx0" brushRef="#br0" timeOffset="115864.11">30269 10766 528 0,'-2'0'94'0,"-1"0"-53"0,-1 0-28 16,0 0-8-16,1 0 4 0,1 0 1 0,-1 1-1 0,1-1 0 0,-1 1-10 15,0 0-2-15,0 0-8 0,-1 1-2 0,0 0 0 0,1 1 3 0,0-1 3 16,0 2 3-16,0-1 4 0,0 1 4 0,1 0 6 0,-1 0 4 16,0 0 1-16,1 0 1 0,0 0-1 0,1 0 0 0,0 0-1 0,0-1 5 15,1 1 2-15,0-1 10 0,1 0 6 0,-1 0 1 0,1-1 6 0,0 0-2 16,2-2 3-16,-1 0-7 0,0 1 0 0,1 0-7 0,1 0-4 16,-2 0-2-16,4-1-2 0,-2 1-3 0,2-1-6 0,-1 1-3 0,0 0-4 15,2 0-1-15,-2 1-4 0,2 0-1 0,-1 0-1 0,-1 0 2 0,1 0 0 16,1 0 5-16,-1 1-1 0,0 1 1 0,1 0 2 0,0-1 2 15,0 0-1-15,-1 1 4 0,1-1 1 0,0 1 0 0,0 0 6 0,2-1-4 16,-1 1 0-16,2-1 3 0,0 0-3 0,1 1-3 0,-1 0 2 16,2-1-3-16,1 0 0 0,1 0-1 0,2 0-5 0,0 0-4 0,2 0-1 15,0-1-3-15,-3 0 1 0,1-1-1 0,0 1 2 0,0 0 0 0,0 1 0 16,-1-2 2-16,2 2-1 0,-1-2 1 0,0 1-2 0,1 1 5 16,-1-1-1-16,0-1 5 0,-1 1 1 0,1 0 3 0,1-1 7 0,-2 0-4 15,2-1 8-15,-1 0 3 0,2 1-8 0,-1-2 3 0,0 0-7 0,1 0 1 16,0-1 0-16,-1-1-5 0,1 0 1 0,1 0-6 0,-2-1 4 15,2-1-2-15,-2 1-1 0,0-2 1 0,1 0-3 0,-1-2 7 0,0 0-1 16,-2 0 5-16,3-1 2 0,0-1 0 0,-1 1 3 0,-2-2-1 16,-1 0 7-16,0 1-5 0,-1-3-1 0,-1 0 1 0,0 0-1 0,0-1-11 15,-1 0-4-15,-1 1 8 0,0-2-7 0,0 0 14 0,-1 0-1 0,-1-3-10 16,0 0-2-16,-2-1-5 0,-1 0-1 0,1-1 0 0,-2 0-1 16,1-1-1-16,-3 1-1 0,0-1 5 0,0 1-4 0,-1-2 2 0,1 1-3 15,-2-1-7-15,-2-1 1 0,0 2 1 0,-2-2-5 0,2 1 6 0,-2 1-6 16,-1 0 4-16,-1 0 4 0,-4 1-1 0,0-1 3 0,-2 0-3 15,0 2 3-15,0-1 6 0,-2 0 0 0,-3 1-6 0,-2 0 10 0,0 1-1 16,-4 0 0-16,0 1 7 0,-4-2-11 0,0 0 0 0,-1 2 0 16,0-1-2-16,1 2 0 0,-3 0 1 0,2 2-1 0,-3 0 3 0,1 1-1 15,-2 1 2-15,2 3-4 0,-1 0-3 0,1 2 2 0,0 1 1 0,1 2 4 16,1 2 5-16,2 3-1 0,-1 2-2 0,1 3-2 0,1 4-1 16,-1 2-3-16,-2 6-1 0,-1 3-2 0,0 2 1 0,-2 6 1 0,1 1 1 15,-2 2-14-15,-1 2 11 0,0 1 3 0,-1-1-10 0,-2 1-5 0,3-2-50 16,-2-1-64-16,1-2-105 0,1 0-173 0,-3-2-587 0</inkml:trace>
  <inkml:trace contextRef="#ctx0" brushRef="#br0" timeOffset="116403.09">18539 10849 1523 0,'-14'-7'66'0,"1"0"-50"0,-2-2-10 0,5 3-16 0,4 3-20 15,3 2-30-15,2 0-34 0,1 1-31 0,2 1-17 0,-1 0-10 0,2 1-20 16,0 0-25-16,1 1-71 0,1-1-40 0</inkml:trace>
  <inkml:trace contextRef="#ctx0" brushRef="#br0" timeOffset="116566.09">18463 10805 1711 0,'-16'-8'209'0,"0"1"-190"0,-3 0-12 15,6 4-17-15,6 3-39 0,3 1-60 0,3 2-59 0,1 3-70 0,3 2-43 16,1 3-24-16,1 0-271 0</inkml:trace>
  <inkml:trace contextRef="#ctx0" brushRef="#br0" timeOffset="116680.27">18391 11027 1611 0,'-10'-10'120'0,"-1"1"-50"0,-1-3-7 16,5 4-20-16,2 2-33 0,3 1-23 0,1 1-33 0,2 0-35 0,1 1-28 15,2-1-44-15,1 2-65 0,2 0-80 0,3-1-176 0,4 1 36 0</inkml:trace>
  <inkml:trace contextRef="#ctx0" brushRef="#br0" timeOffset="117203.33">30914 10838 1075 0,'-2'-1'96'0,"0"1"-57"0,-1-1-33 16,1 1-9-16,-1-1 4 0,-1 0 8 0,1 0 3 0,0 0 0 15,0 0-10-15,0-1-11 0,-2-1-5 0,0 0-13 0,-1 1 0 0,0-1 3 16,0 1 10-16,0-1 8 0,1 1 5 0,-1-1 9 0,1 1-2 0,1 0 3 16,1 1 5-16,1-1-9 0,-2 0 4 0,2 1-1 0,-1 0-8 15,2 0 0-15,-1 0-6 0,0 0-6 0,1 1 2 0,-1-1-9 0,0 0-9 16,0 0-19-16,0 1-32 0,1 0-42 0,0-1-54 0,-1 1-64 0,-1-1-129 16</inkml:trace>
  <inkml:trace contextRef="#ctx0" brushRef="#br0" timeOffset="117354.34">30912 10670 1394 0,'2'1'800'16,"0"0"-732"-16,1 1-66 0,0 2-61 0,-1-1-8 0,2 1 9 0,-1 0 10 16,2 1-22-16,-1 0-67 0,-1 1-136 0,1 2-258 0,-3 2-225 15</inkml:trace>
  <inkml:trace contextRef="#ctx0" brushRef="#br0" timeOffset="126837.42">2474 9364 2133 0,'-13'2'23'0,"0"0"-21"0,-2 1 2 0,5 0 2 0,4 1 1 0,0 2 2 16,1 0-7-16,0 1 6 0,-1 0-8 0,0 2 2 0,1 0 1 0,2 1-6 15,0 1 4-15,0 3 2 0,1 0-3 0,1 2 2 0,1 1-2 16,2 4 11-16,2 2 9 0,1 1 3 0,3 3 6 0,1 1-4 0,2 3 7 15,1 0 7-15,3 3 3 0,1 1 6 0,0 2-2 0,2 1-5 0,0-1-4 16,2-1-7-16,-1-2-7 0,1-2-2 0,0-2-5 0,-3-2-5 16,1-4 2-16,-1-3-8 0,-1-6-5 0,-1-3 3 0,-1-6 2 0,-2-1 6 15,1-3 14-15,-1-1 6 0,0-2 2 0,-1-1 14 0,-2-3 4 16,-1-1-9-16,0-4-3 0,0-4-13 0,1-3-12 0,0-4 5 0,-2-4-5 16,1-3-4-16,0-3-1 0,1-2-4 0,0-1-3 0,-1 0 1 0,3-2 1 15,1 2-6-15,3 1 0 0,1 5 2 0,1 4 0 0,4 4 2 16,0 5-4-16,0 2 2 0,0 4-9 0,1 5 6 0,1 4 3 0,2 5 0 15,2 4 0-15,0 5-5 0,1 3 1 0,1 5-4 0,-3 3 6 0,0 4-2 16,-1 4-1-16,-2 0 2 0,1 1-2 0,-2-3 1 0,1-3 2 16,-3-3-1-16,-2-3 3 0,-2-4 0 0,-1-2 0 0,0-3 3 0,-1-2-3 15,-3-4 4-15,1-1 1 0,-3-4-3 0,0-2 3 0,-2-1 4 16,-1-3 1-16,0-3 2 0,-2-1-1 0,1-4-1 0,-1-1 1 0,-2-3-3 16,0-2 3-16,-1-3-6 0,-1 0 2 0,0-3-2 0,0-2 2 0,0 1 0 15,0-4 2-15,1 2 2 0,-1-2 7 0,1 1 3 0,0 2 2 16,1 3-2-16,2 3 5 0,1 3-3 0,4 3-1 0,2 4-2 0,1 4 0 15,5 3-6-15,1 2-1 0,3 4 2 0,-1 2-3 0,3 4-1 0,0 3-1 16,2 1 3-16,0 2-13 0,-1-1 9 0,0 3-6 0,-1 0-6 16,0 1 3-16,0-2-4 0,-3 2 0 0,1 0 6 0,-1-1-2 0,-3 1-2 15,1-2 1-15,0-2-5 0,-1-1-5 0,-3 0-11 0,0 0-20 16,-3-1-29-16,0 0-25 0,-2-2-29 0,-2 2-37 0,0-1-43 0,-1-1-69 16,-1 0-90-16,-2 0-99 0,-1-3-72 0,-1 0-274 0</inkml:trace>
  <inkml:trace contextRef="#ctx0" brushRef="#br0" timeOffset="127399.95">4506 9250 3039 0,'-2'1'143'0,"1"2"-86"15,-1 1-47-15,3 1-8 0,1 2 0 0,2 1-6 0,3 2 4 16,1 2-7-16,1 0 4 0,2 4 1 0,-1 3 0 0,1 1-1 0,2 1 1 15,-1 3 0-15,1-1-2 0,-1 2 6 0,0 0-12 0,-1-1-3 0,0 0 24 16,0-2-4-16,-2-2 12 0,1-1 3 0,1-1-26 0,0-4 6 16,1-2-6-16,-1-1 1 0,-1-3 5 0,2-1-6 0,1-3 9 0,1-2 1 15,0-2-3-15,0-2 8 0,-1-2-4 0,1-2 2 0,1-3 2 16,-3-2 0-16,2-1 1 0,-1-2 6 0,-2-4-3 0,0-2-21 0,-2-2 3 16,0-2 1-16,-2-2 2 0,-2 2 18 0,-1-2-2 0,1 1-8 0,-3-1-5 15,-2 1-1-15,-2 3-5 0,-3 1-5 0,-1 1-8 0,-1 2-4 16,-2-1-2-16,-1 1-5 0,-4 3-10 0,-2-1-2 0,-1 2-9 0,-1 3 2 15,-1 2 3-15,0 5-1 0,1 2 17 0,0 3 10 0,0 4 13 0,1 3 13 16,2 4 1-16,0 2 7 0,2 2 1 0,2 1 2 0,1 3-1 16,2 0-3-16,1 2 0 0,3 1 3 0,2 1-8 0,1 0 4 0,3 2-4 15,1 0-4-15,2 1-9 0,1-4-3 0,1 2 17 0,2-1 4 0,0-3 14 16,2 0 2-16,0-2-17 0,1-4-8 0,2-2 5 0,2-2-6 16,1-2-1-16,1-2-1 0,0-3-2 0,3-2 3 0,0-4-5 0,0-1-4 15,1-4-12-15,-1-2-21 0,0-2-15 0,0-3-17 0,-1-1-11 16,2-3-7-16,0-3-32 0,-2 0-18 0,0-3-37 0,-1-1-47 0,-1 0-38 15,-1-3-39-15,-1 0-17 0,0-3 14 0,-1 2 42 0,0-2 53 0,1 1 57 16,-1 1 56-16,1 3 43 0,0 1 31 0,-1 3 27 0,-1 5 24 0,-3 1 26 16,-2 5 32-16,0 3 30 0,-1 2 27 0,-1 1 17 0,-1 4 13 15,-1 1-4-15,-1 2-3 0,1 2-8 0,-2 3-7 0,1 3-4 0,0 2-8 16,1 3-16-16,1 3-17 0,0 3-10 0,2 3-19 0,1 1-6 16,2 2-14-16,0 2-16 0,1 4-7 0,1 1-8 0,2 4-6 0,2 1-12 15,0 2 13-15,3 3-7 0,1 1-2 0,-1 2 9 0,3 2-18 0,0 3-2 16,1 4-5-16,2 0-2 0,0 4-6 0,2 3-3 0,0 2-9 15,2 2 12-15,-1 2 6 0,0-3-10 0,0-3-14 0,-2-3-60 0,-2-4-56 16,-2-4-66-16,-2-5-82 0,-2-7-104 0,-2-6-108 0,-1-4-3 0,0-6-69 16</inkml:trace>
  <inkml:trace contextRef="#ctx0" brushRef="#br0" timeOffset="127665.95">5853 9147 2714 0,'-3'-1'885'16,"2"0"-810"-16,1-1-45 0,1-1-16 0,3 0-5 0,1-1-1 0,6-1-8 16,4-3-6-16,3-2 4 0,5 1-2 0,-1-1 2 0,3 1-1 15,1 0-3-15,-1 3 2 0,3 1 0 0,-1 1-1 0,-1 2-7 0,-2 1 1 16,-1 2-6-16,-2 1 2 0,-1 2 5 0,-3 1 6 0,-1 0-3 16,-1 3-1-16,-2 1-5 0,-1 1-2 0,-4 2 0 0,-1 2 0 0,-4 0-3 15,-2 3-12-15,-4 2 8 0,-5 2-8 0,-4 2-4 0,-3 2-1 0,-6 1-7 16,-2 2-3-16,-4 1 9 0,-4 3 4 0,-2 1-1 0,-5 2 3 15,1-1-14-15,-1 2 19 0,-1 3 3 0,0-2 11 0,0 2 15 0,2-3-16 16,2-1 1-16,5-1-11 0,3-2-21 0,1-1-35 0,4-4-53 0,4 0-67 16,2-5-94-16,3-4-94 0,4-3-112 0,2-4-54 0,4-4-112 15</inkml:trace>
  <inkml:trace contextRef="#ctx0" brushRef="#br0" timeOffset="128165.49">6065 7427 2659 0,'-30'-46'86'16,"-7"-6"-83"-16,-15-12-35 0,-6 8-27 0,-1 8-8 0,-5 4-17 0,-4 6-18 15,-7 7 11-15,-6 10 8 0,-6 9 25 0,-9 12 35 0,-6 12 19 0,-7 10 10 16,-7 10 4-16,-6 8 1 0,-6 12-2 0,-6 10-4 0,-4 6 5 16,-6 10-1-16,1 9-1 0,-3 6 1 0,-2 10 0 0,-3 10 13 0,-2 8 7 15,-1 10 25-15,0 10 8 0,-1 10 3 0,3 10 10 0,4 7-20 0,4 8 8 16,8 7 3-16,3 5 5 0,8 4 24 0,7 5-7 0,10 1-1 15,9 3 4-15,57-99-10 0,-7 23 25 0,8-2-10 0,-1 24-7 0,11-3-15 16,-1 22-53-16,13-3 2 0,6 19-18 0,12-6-20 0,18 11 8 0,34 116-20 16,20-60 5-16,9-55 7 0,-5-66 6 0,7-11 1 0,7-8-3 15,6-10 2-15,6-11-2 0,6-7-2 0,8-9 0 0,4-8 4 0,6-10 1 16,6-7 4-16,4-11-5 0,6-8 9 0,4-9-3 0,5-7 6 16,5-8 3-16,4-6-10 0,4-8 6 0,4-8 5 0,3-5 8 0,2-9 11 15,0-3 0-15,-2-5-2 0,-1-4-3 0,-2-5-6 0,-1-6 2 0,-3-5-14 16,-2-8 12-16,-2-5 2 0,-4-6 2 0,-4-3 12 0,-5-5-16 15,-3-5 2-15,-4-5-7 0,-4-7-7 0,-5-3 7 0,-3-4-6 0,-6-2-6 16,-5-3 8-16,-5-3-10 0,-7-5 6 0,-5-2 5 0,-6-5-16 0,-6-3-1 16,-7-4-7-16,-4-2-8 0,-7-3-9 0,-7 0 6 0,-6 0-2 15,-8 2 0-15,-7 1 20 0,-4 2-22 0,-8 1 3 0,-7 1 3 0,-6 3-5 16,-9 2 5-16,-5 2 0 0,-7 4 3 0,-7-1-6 0,-8 3 12 16,-8 3-10-16,-7 1-7 0,-7 3-5 0,-9 1-9 0,-9 3 4 0,-5 0-15 15,-9 3 16-15,-7 4-5 0,-7 4-10 0,-10 4 9 0,-4 6-21 0,-8 6 2 16,-8 9 1-16,-7 8 0 0,-7 11-5 0,-9 13-12 0,-5 13 13 15,-6 17 12-15,-7 17 25 0,-5 15 25 0,-3 20 10 0,-1 14-2 0,-1 19 7 16,-1 18 1-16,-1 19-4 0,1 19-3 0,2 21-37 0,2 21-43 0,5 21-58 16,5 23-74-16,5 22-75 0,8 20-94 0,10 20-31 0,10 16-173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3T12:25:20.9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12191 6109 500 0,'-3'-10'70'0,"0"2"-3"16,-1-1-9-16,1 5-18 0,2 2-22 0,1 1-12 0,0 1-10 0,1 0-4 15,0 0-5-15,0 1 0 0,1 1-4 0,0 0 4 0,0 2 2 0,1 0-1 16,-1 1 7-16,1 1 2 0,0-1-1 0,0 1 3 0,0-1 1 15,1 1 0-15,1-1 0 0,0 0 1 0,1 0 0 0,-1 0 2 0,2 1 4 16,1 1 2-16,1-1 5 0,0 0 6 0,2 0 7 0,1-1 11 0,0 0 6 16,4-1 8-16,1-1 2 0,2-1-2 0,1 1 0 0,3-2-9 15,2 0 0-15,1 0-2 0,3-1-6 0,-1-1 4 0,2 0-4 0,1 0-6 16,-1 1-2-16,0 1-4 0,2-1-7 0,-1 1-1 0,0-1-5 16,0 0-4-16,-1 0 0 0,0 1-4 0,2-1-1 0,-2 0-2 0,1 0 2 15,-2-1-2-15,1 0-2 0,0-2-2 0,2 0 0 0,-2-2-1 0,2 0 1 16,-1-2-2-16,-1-1 2 0,2-1 3 0,-1-1 3 0,-2-1 1 15,1-2-1-15,-2 0 5 0,1-2-1 0,-3 0 1 0,1-1 3 0,-3-1 0 16,0-2 3-16,0 0 0 0,-2-3-2 0,0 1 0 0,-2-1 2 16,0 0-3-16,-2 1 3 0,-1 0-2 0,-3 0 1 0,-1 0 3 0,-1 0 0 15,-2-2 2-15,-3 1-5 0,0-2-11 0,-4 0-6 0,-1 2 2 0,-3-3-5 16,-1-1-2-16,-5 2 0 0,-2-3-9 0,-3 1 2 0,-3 0 1 16,-3 0 4-16,-3 0-4 0,-3 1 5 0,-2 1 5 0,-3 1 0 0,-1 1 5 15,-2-2 0-15,2 1 2 0,-4 1 1 0,0 0-2 0,-2 1 1 0,-1 4-1 16,0-2-4-16,-2 2 3 0,2 1 2 0,-1-1 2 0,1 0 0 15,1 0 3-15,1 2-3 0,0 1 1 0,1 0-1 0,-1 2-2 0,-1 1-4 16,-1 1 0-16,1 1 0 0,-2 1-2 0,1 0 5 0,-1 2-5 0,-4 1 9 16,2 1-9-16,-1 0 6 0,-1 1 3 0,0 1-4 0,1 2 11 15,1 0-2-15,1 0 0 0,2 2 4 0,-1-1-3 0,3 1 6 0,0 2-4 16,2-1-5-16,3 3 3 0,1 0-9 0,-1 3 4 16,2 1 0-16,-2 0 0 0,3 0 0 0,0 2-4 0,1 0 0 0,0 2-3 0,1 1 2 15,1-1 3-15,1 1-2 0,1 2 4 0,0 0-3 0,1 1-1 16,2 2 2-16,1 1-1 0,2 1-1 0,0 3 5 0,1 0 0 0,1 3-1 15,0-1 5-15,1 1-3 0,1 0-1 0,2-1 6 0,-1 1 0 0,0-2 2 16,2 2 8-16,2-3-1 0,2 2 0 0,2-3-4 0,3 0 2 0,1-1-4 16,2-2 9-16,2 1 5 0,2-1-3 0,2-1-4 0,2 1-8 15,1-1-1-15,-1-2-4 0,2 1 0 0,2-2-3 0,-1 0-5 0,0 0-4 16,1 0-1-16,0 0-7 0,2-1-21 0,-1 3-34 0,2-2-57 16,1 1-57-16,1-3-65 0,1 0-42 0,2 0 8 0,3-2-167 0</inkml:trace>
  <inkml:trace contextRef="#ctx0" brushRef="#br0" timeOffset="326.99">16769 6632 864 0,'13'-16'267'0,"4"-1"-286"0,4-1-40 0,5 7-51 16,1 5-25-16,5 5-5 0,4 0 14 0,3 2 20 0,-1 0 15 0,1 3 16 16,2 1-26-16,-2 1-52 0</inkml:trace>
  <inkml:trace contextRef="#ctx0" brushRef="#br0" timeOffset="626.99">17609 6670 153 0,'25'1'70'16,"3"0"-7"-16,9 1-7 0,-5 0-6 0,-2 0-4 0,-2 0-3 15,3 0 2-15,0 1 1 0,3-2 3 0,0 1 0 0,0 0 3 0,-1-1 2 16,1 0 2-16,0-2 6 0,1 0 6 0,1 0 6 15,-2-2 5-15,1 1-3 0,-2-3-2 0,0 0-1 0,-3 0-3 0,1-1 7 0,-2 0-3 16,-1 0-2-16,-2-1-5 0,0 0-9 0,-1-1-8 0,1 1-15 0,-1-2-7 16,-2 1-10-16,0 0-5 0,-4 0-4 0,0 0 0 0,-2 0-2 15,-1 1-4-15,-2-1-1 0,1-1-4 0,-2-1 0 0,1-1 1 0,-2 0-6 16,-2-1 0-16,1-1-4 0,-2-2-6 0,-1-1-6 0,-1-2-3 0,0-1-11 16,-2-3-4-16,-1-1-4 0,-3-3 0 0,-1-1 8 0,-1-2 2 15,-4-4 11-15,-2-2 6 0,-2-4-1 0,-4-3 6 0,-4-2 3 0,-2-4 0 16,-5-3 7-16,-2-2-3 0,-2-4-3 0,-6 1-2 0,-3 0-5 0,-5 0 7 15,-3 0 6-15,-6 3 9 0,-1 2 10 0,-3 4 0 0,-3 1 10 16,-1 6 1-16,-4 1-2 0,-3 1-2 0,-6 6-11 0,-3 1-2 0,-4 7-4 16,-2 4-5-16,1 4 5 0,-2 5-6 0,0 5 3 0,2 3-1 15,0 4-5-15,1 3-4 0,2 3-4 0,3 4-3 0,1 4-4 0,1 3-6 16,1 4-9-16,4 6-11 0,3 2-9 0,4 4-13 0,3 1-23 0,3 3-35 16,4 1-32-16,3 2-16 0,4 5-3 0,4 0 3 0,4 2-161 15</inkml:trace>
  <inkml:trace contextRef="#ctx0" brushRef="#br0" timeOffset="6490.39">25876 6370 1229 0,'3'0'36'0,"1"2"-66"0,2 1-2 0,3 1 9 0,0 0 14 16,0 1 6-16,0-2 8 0,-1 1-7 0,-1 0 1 0,-1 0-1 15,-3 1 2-15,1 0 3 0,-2 0-1 0,0-1 2 16,-2-1 3-16,0 0 0 0,-1 0 4 0,-1 0 1 0,0 0-1 0,-1 1-2 0,2 0-1 0,-3 0 1 16,1 2 1-16,-1 0 0 0,1 0-4 0,0 0-1 0,0 1 1 15,0-1-2-15,0 0 1 0,0 1-3 0,1-1-2 0,1 0 0 0,0 1 4 16,1-1-4-16,0 0 0 0,1 2-3 0,1 0 3 0,1-1-1 0,1 0-2 16,0 0 4-16,1 0 0 0,2-1 1 0,0 0 7 0,0-1-3 15,2-1 2-15,0 0 2 0,2 0-1 0,0-1 4 0,0 0 2 0,0-1 1 16,2-1 5-16,-1-1 4 0,0-1-1 0,-1 1 5 0,-2-1-4 15,1-1 2-15,-1 0 0 0,1-2-1 0,-1 1-2 0,0-1-4 0,-1-1 0 16,-1 0-3-16,-1 0-1 0,2-1 0 0,-3-1 2 0,1 0 3 0,0-2 0 16,-1 0 1-16,2 0-5 0,-2 0-3 0,-1-2 4 0,0 1-2 15,-2-1-4-15,0-2 3 0,1 0-1 0,-2 1-2 0,0 0 6 0,-1 2 0 16,-1 0-4-16,-1 0 2 0,-1 0-2 0,1 1 4 0,-1 0-9 0,-1 1-1 16,0 0-4-16,-2 0-4 0,0 1 9 0,-2 1-8 0,0 0 3 15,-3 1 3-15,0 1 2 0,-2 1 1 0,-1 1-9 0,-1-1 2 0,0 2-6 16,1 0 0-16,-3 1-1 0,1 0-2 0,1 1 4 0,2 1-10 0,-1 0 5 15,3 0-8-15,0 1-3 0,3 0 2 0,2 3-7 0,2 1-6 16,0 2-10-16,1 1-2 0,2 0-10 0,2 1-17 0,0 1-30 0,1 1-34 16,1-1-33-16,1 0-17 0,1 0-6 0,2 0 2 0,1 0 12 15,1 0 13-15,2-1 19 0,1-2-75 0</inkml:trace>
  <inkml:trace contextRef="#ctx0" brushRef="#br0" timeOffset="6894.39">26375 6374 1028 0,'-5'-3'343'0,"0"0"-390"15,2 2-10-15,2 1-6 0,2 1 15 0,2 1 30 0,0 0 9 16,0 0 10-16,0-1 8 0,-1 1-4 0,1-1 7 0,0 1 2 0,-1 2-5 16,2 1-1-16,-1 0-2 0,1 1-1 0,-1 1-1 0,0-1 0 15,0 0-2-15,0 1 2 0,1-1-3 0,-1 1 0 0,0-1 0 0,1 1-3 16,0-1 3-16,1 0-3 0,0-1-3 0,-1-1 3 0,1 0-2 0,1-2-3 16,0 0 7-16,-1-1 1 0,0 0 1 0,-1-2 3 0,0 0-1 15,0 0 6-15,0-1 1 0,-1-1 3 0,0 1 1 0,-2-1-1 0,1 0-1 16,-1 0 4-16,0 0 1 0,-1 0-2 0,-1-1 5 0,1 1-4 0,-1-1-2 15,-1 0 1-15,1 2-5 0,-1-2 6 0,1 1-3 0,-1 0 2 16,-1 1 2-16,0-1-2 0,0 2 1 0,0-1 4 0,0 2-2 0,1 0-2 16,1 0-4-16,0 1-3 0,2 0 2 0,-1 2-6 0,1 0 1 15,-1 0-3-15,2 1 1 0,0 0 2 0,0 2-4 0,0 1 0 0,2 1-4 16,-1 0-1-16,2 0 4 0,0 1-6 0,0-2-4 0,-1 1-2 0,1-3-10 16,1 1 0-16,1 0-14 0,-1 0-23 0,1-1-29 0,0 0-42 15,0-1-38-15,-1-1-21 0,1 0-6 0,-2-1 9 0,1-1 25 0,0-2 26 16,2 0-87-16</inkml:trace>
  <inkml:trace contextRef="#ctx0" brushRef="#br0" timeOffset="7149.9">26786 6120 1597 0,'-3'-5'72'0,"0"2"-87"0,0-1-5 0,2 3-9 0,1 1 8 15,0 1 7-15,1 1 12 0,0 0 5 0,0 2 6 0,0-1 1 16,-1 3-4-16,-1 1 3 0,-1-1-3 0,1 3-1 0,0 0-1 0,0 2-2 16,0 0-5-16,0 3-1 0,0-1-1 0,1 2-3 0,0 1 2 0,0 0-4 15,1 0-1-15,0 2-5 0,0-2-7 0,2 1-6 0,0-2-2 16,0 2-1-16,1 0-1 0,0-2-9 0,0 1-5 0,1 0-19 0,0-1-6 16,0-2-3-16,2-1 8 0,-1 0 12 0,1-2 9 0,-1-2 4 0,0 0-9 15,0-2-15-15,0-2-14 0,-1 0-11 0,-2-1-11 0,-1 0-9 16,-1-1-6-16,-2-1-67 0</inkml:trace>
  <inkml:trace contextRef="#ctx0" brushRef="#br0" timeOffset="7293.96">26679 6376 571 0,'-5'-5'73'0,"1"0"-15"0,-1-1-2 16,1 2-10-16,3 0 3 0,1 1 0 0,2 1 2 0,0 1 2 0,2 0 4 16,0 1 5-16,1 1 6 0,2 0-5 0,1 0-16 0,3 0-11 0,0 1-17 15,0 0-7-15,1 0-5 0,0 1-8 0,1-1-3 0,0-1-1 16,1 0-9-16,0 0-11 0,-1-1-34 0,1 0-56 0,-1-2-52 0,0 1-47 15,-1-2-26-15,0-1-36 0,-1-2 39 0</inkml:trace>
  <inkml:trace contextRef="#ctx0" brushRef="#br0" timeOffset="7583.96">27098 6275 1828 0,'-6'4'595'0,"-1"4"-638"16,1 5-7-16,2 4-10 0,3 2 2 0,3 1 16 0,1 1 15 0,1-2 12 15,1 0 7-15,-2 1 0 0,1-2 5 0,-1 2 0 0,-2-1 2 16,1-2-2-16,0 1-4 0,0-1-11 0,1 0-6 0,-3-2-18 0,3 0-10 15,-1-1-9-15,0 0-16 0,1-2-13 0,0-1-25 0,1-2-21 0,-1-2-24 16,1-1-23-16,0-3-11 0,0-1-13 0,0-2 6 0,-1-2 24 16,0-3-123-16</inkml:trace>
  <inkml:trace contextRef="#ctx0" brushRef="#br0" timeOffset="7810.96">27163 6258 2162 0,'-1'0'-17'0,"1"3"-12"0,1 1-2 0,1 4 9 0,2 0 11 0,0 1 7 16,2 1 2-16,1-2-8 0,-1 1 9 0,0-2-6 0,1 2 1 0,0 1 9 15,0-1-2-15,0 1 11 0,-2-1-4 0,1-1-4 0,-1 0-4 0,0 1-10 16,0 0-2-16,-2 0-5 0,1-1-1 0,-2-2-6 0,-1 0-4 16,0 0-3-16,-2-3-7 0,-1 1-4 0,0-1-6 0,-2 0 2 15,0-1 2-15,-2 0 2 0,0-1 1 0,0 0-7 0,1-2-3 0,0 0-10 16,-1-1-9-16,1 1-10 0,-1 0-17 0,1-1-19 0,0 0-21 0,0 0-8 15,1 0-3-15,0-1 12 0,1 2 10 0,0-2 13 0,0 1-70 0</inkml:trace>
  <inkml:trace contextRef="#ctx0" brushRef="#br0" timeOffset="8136.96">27433 6318 1296 0,'0'-2'116'0,"-1"2"-141"0,0 1-9 0,2 1-2 16,1-1 29-16,0 1 5 0,0 1 8 0,1 0-3 0,0 0 1 16,0 0-4-16,0 1 1 0,1-1-1 0,0 0 1 0,0 1 4 0,0-1-4 15,1 0 3-15,-2 0-3 0,2-1 1 0,1 1 1 0,-2-2 5 0,2 0 3 16,-2 1 0-16,1-1 5 0,0 1-7 0,-1-1 0 0,0-1 2 16,-1 1-1-16,-2-1-4 0,2-1 2 0,0 1 0 0,0-2-8 0,1 1 4 15,-1 0-2-15,1-1-4 0,-1 1-2 0,0 0-1 0,-2-1-3 16,0 1 3-16,1 0 4 0,0 0 1 0,0 0 4 15,0 0-5-15,0 1 5 0,0 1 0 0,0 0-4 0,0 1 2 0,-1 1 2 0,1 0 1 0,-1 0 1 16,-1 1 1-16,1 1-10 0,0 0 3 0,0 0 2 0,0 2-1 16,-1-1 1-16,1 1-3 0,-1 0-1 0,-2 0 3 0,2-1 0 0,0 1 1 15,1-1 1-15,2 0-3 0,-2 0-4 0,2 0 2 0,0 0-5 0,0-2-1 16,0 0-7-16,0-1-11 0,1 0-12 0,1-2-22 0,1 0-19 16,0 0-25-16,0-2-17 0,-1 0-6 0,2-2 3 0,0-1 3 0,0-1 2 15,0-1 0-15,0-1 6 0,1-1-108 0</inkml:trace>
  <inkml:trace contextRef="#ctx0" brushRef="#br0" timeOffset="8366.95">27977 6098 1761 0,'-2'-1'242'0,"-1"2"-268"0,1 1 0 0,1 3 3 16,2 1 12-16,0 1 11 0,1 0 1 0,0 0 1 0,-1 1 0 0,1 1 0 15,-2 1 2-15,1 0 4 0,-2 1-1 0,0-1 3 0,1 0-1 0,-3 2 2 16,2 1-4-16,-2 1 4 0,-1 0-6 0,1 1-4 0,1 1 2 16,0-1-16-16,0 1-2 0,0 0 0 0,0 2-2 0,1 1 12 0,-1-1-2 15,1-1-8-15,0 0-9 0,0-1-12 0,0-2-15 0,1 1-21 0,-1-1-53 16,1-2-63-16,0 0-58 0,1-4-27 0,0 2-3 0,1-2 40 16,-1 0-89-16</inkml:trace>
  <inkml:trace contextRef="#ctx0" brushRef="#br0" timeOffset="8497.95">27830 6263 1367 0,'-6'-5'124'0,"0"2"-134"0,-1 0 9 16,2 3 0-16,3 1 5 0,1 1 18 0,1 1 12 0,0 1 11 0,1 1 10 15,1 2-3-15,1 0-8 0,2 0-12 0,2 1-9 0,1-1-17 0,1 0-10 16,0-1-11-16,3-2-48 0,1 1-74 0,3-2-107 0,3 0-91 16,3-3-34-16,4-1-133 0</inkml:trace>
  <inkml:trace contextRef="#ctx0" brushRef="#br0" timeOffset="20649.57">24393 8506 155 0,'-9'-1'59'0,"0"0"-36"0,-1 1-2 16,5 2-13-16,2 0-3 0,2 0-6 0,2 1-3 0,0-1-1 0,2 0-2 16,0-1 3-16,3 2 2 0,0 0 1 0,1-1 1 0,1 0 1 15,-1 0 3-15,1 0 3 0,-1 0 4 0,0 0 7 0,0 0 7 0,2 0 8 16,1 0 5-16,1 0 1 0,1 0-1 0,0 1-4 0,1-1-5 0,4 1-4 16,1 0-8-16,2 0-4 0,3 0-4 0,1 1-3 0,2 0-1 15,2-1-1-15,0 2-2 0,4-1-1 0,0 1-2 0,4 0 1 0,0 0-1 16,2 0 0-16,0-1-1 0,0 0 2 0,2 0-1 0,-1-2-1 15,0 0 2-15,0-1 0 0,-2-1-1 0,0 0 4 0,0-2 3 0,-2-1 9 16,-1-1 13-16,-3 0 20 0,0-1 20 0,-3-1 14 0,0-1 8 16,-1-1-6-16,-1 1-10 0,-1-2-11 0,-2 0-11 0,0 0-13 0,-2 0-9 15,0-2-12-15,1 1-5 0,-2-1-2 0,0-2-1 0,-1 2-3 0,-3-1 0 16,0-1 0-16,-1 1-4 0,-1-1-1 0,-1-2-5 0,-3 1-7 0,0-1-4 16,-2-1-8-16,-3-2-1 0,-2-2 3 0,-2 1 0 0,-2-2 10 15,-3 1-5-15,-2 0 2 0,-4 0 13 0,-1-1 6 0,-2 0 13 0,-3-1 10 16,-1 0-4-16,-2 0 1 0,-3-1-5 0,-1 2-1 0,0-1-4 15,-2 1-2-15,-2 2 1 0,1-1-5 0,-3 2-4 0,0 1-1 0,-2 0-3 16,0 0 1-16,0 1 0 0,0 0-3 0,-1-1 1 0,2 1 1 0,-2-1 1 16,1 3 2-16,1-1 0 0,0 1-1 0,-1 2 0 0,-1 2 1 15,-1 2-2-15,0 2 5 0,-1 2 0 0,1 2 3 0,-1 2 0 0,-1 2-2 16,1 1 1-16,-2 2-3 0,1 2 1 0,2 2-2 0,0 2-1 0,1 2-4 16,0 3-4-16,-1 1 3 0,0 4-3 0,4 1 2 0,-1-1-6 15,4 1-39-15,0-2-70 0,3 1-88 0,3 1-74 0,2 1-22 0,2 1-160 16</inkml:trace>
  <inkml:trace contextRef="#ctx0" brushRef="#br0" timeOffset="25850.23">24612 10713 285 0,'5'-3'17'15,"0"1"-10"-15,4 0-4 0,1 1 6 0,0 0 3 0,3 1 8 16,0-1 3-16,2 1 0 0,3 0-2 0,1 0-4 0,1 0-1 0,4 0-4 16,2 1-1-16,1 0-3 0,0-1-1 0,1 1 2 0,0 0-4 0,0 0 6 15,2-2-4-15,-1 1 1 0,3-1 4 0,-2 0 0 0,2 0 3 16,-1-2 0-16,0 0-2 0,-1-3 3 0,0 0-1 0,1-1 0 0,0-1 0 16,-2-1 1-16,2 0-2 0,-4-2-2 0,1-1 1 0,0 1-3 0,0-1 1 15,-2-1-1-15,-1 1 0 0,-1-3 2 0,-3 1 0 0,1-1 7 16,-1 1 0-16,-1-2 6 0,0 0 2 0,-2-1 3 0,-1 1 3 0,-1-2 0 15,-1-1 5-15,-1 0 1 0,-3-2 7 16,1-1-1-16,-1 3-4 0,-2-3 2 0,-1 2-3 0,-2-1 2 0,-2-2-3 0,-2 0-5 0,-2-1-3 16,-1-2-3-16,-2 0-8 0,-2-3-1 0,-3 2-1 0,-2-1-5 0,-2 0 0 15,-2 0-7-15,-1-1-8 0,-3 2-1 0,0-1-7 0,-1 2-2 16,-3 0-29-16,-2 4-105 0,-1 1 38 0,0 1 12 0,-1 2 49 0,-2-3 99 16,-4 0-21-16,-1 1-8 0,-2-1-19 0,-2 2-5 0,0 2 0 0,-1 3 3 15,1 0 3-15,1 2 2 0,0 0 8 0,2 3 1 0,1 1 3 16,3 2-1-16,0 2-2 0,1 1-1 0,-1 4-8 0,3 1 4 0,1 2-2 15,3 2-3-15,0 1 5 0,1 2-5 0,1 2 1 0,-1 2-1 16,0 2-1-16,2 3-1 0,-2 3-3 0,2 4-1 0,1 3-1 0,1 3-5 16,1 2-4-16,0 2-6 0,2 2-11 0,-2 3-19 0,1 3-37 0,1 2-43 15,0 2-27-15,0 3-22 0,0 2-5 0,0 4 3 0,-3 0-116 16</inkml:trace>
  <inkml:trace contextRef="#ctx0" brushRef="#br0" timeOffset="26583.44">24493 11193 330 0,'-4'-5'100'0,"0"0"-14"0,1-1-10 0,0 3 4 15,0 1-2-15,1 0-4 0,-1 0 0 0,1 1-9 0,0-1-8 16,1 1-8-16,0-1-13 0,0 1-12 0,0 1-8 0,1 0-8 0,0 0-6 16,0 0 1-16,1 0 0 0,-1 0 0 0,2 0 4 0,0 0 6 0,1-1 3 15,1 1 8-15,0-1 3 0,1 0-3 0,0-1 0 0,3 1-6 16,2-1-2-16,2 0 0 0,3-1-1 0,-1 0 4 0,3 1-1 0,1 0 0 15,1-1 2-15,1 1 3 0,1 1 2 0,0-1 6 0,0 1-1 0,1 1-3 16,0 0 2-16,3 0-3 0,0 0-2 0,0 1-2 0,1 0-4 16,-2 2-1-16,1-1-5 0,0 1 4 0,-1 0-5 0,2 0 0 0,0 1 1 15,0 2-5-15,1-1 3 0,-3 1-3 0,2 0-2 0,-1 1 1 16,2-1-5-16,-1 2 4 0,1-1-3 0,0 0-2 0,0 2-2 16,0-1-4-16,-1 1-1 0,0 0-2 0,-2 2-3 0,1-2 0 0,0 3-4 0,-1-1 2 15,0 1-1-15,-3 2-3 0,1-2 9 0,-3 0-9 0,-2 0 3 16,-1 1 4-16,-1 0 3 0,-1 0 8 0,-1 2 4 0,-2 1 2 0,0-1-8 15,-1 0 8-15,0 2-1 0,-2-1-1 0,-1 2 5 0,-2-2-5 0,-1 2 1 16,0 0 0-16,-1-1-4 0,-1-1 2 0,-1 2-7 0,0 0 4 16,-1 0 0-16,-2 1-5 0,-1 1 1 0,-1-3-8 0,0 0 6 0,-2 0-3 15,0-1 1-15,-2-1 5 0,-2 0-5 0,0-2 3 0,-2 0-4 16,0-2-3-16,-1-2-3 0,-1 1 2 0,-1-2 3 0,0-1 4 0,-2-2 2 16,-2-1 1-16,-3-2 1 0,-2 0 1 0,-5-2-1 0,-3 0 1 0,-3-2 2 15,-2-3 7-15,-1 0 10 0,-2-3 8 0,0-1 7 0,2-1 4 16,-1 1-3-16,2-3 0 0,-2 1-10 0,1-1-3 0,0-1-4 0,-1 2-5 15,3-2 0-15,0 1-8 0,-1-1 0 0,1 3-5 0,1 0-10 0,4 2-6 16,-1 1-14-16,3 1-7 0,0 1-16 0,1 2-25 0,0 3-36 0,2 0-44 16,0 2-40-16,0 2-34 0,1 2-20 0,-1 3 15 0,-1 1-103 15</inkml:trace>
  <inkml:trace contextRef="#ctx0" brushRef="#br0" timeOffset="27810.44">24560 14435 652 0,'-8'-8'334'0,"1"-1"-200"0,-3-2-54 0,3 2-41 16,2 1-3-16,1 0 9 0,2 1 14 0,0 0 3 0,-1 0-9 16,2 0-24-16,-1 0-16 0,1 1-9 0,1 0-8 0,0 0-11 0,2-1-6 15,0 1-4-15,1-1 0 0,0-1 3 0,2 0 7 0,-1 0 6 16,1 1 2-16,1-1-4 0,0 1 2 0,0 0-1 0,2-2-1 0,1 1 8 16,1-2-5-16,0 0 5 0,2 1 5 0,1-1-1 0,1 4 7 0,0-1 0 15,0 0 0-15,1 1-4 0,2 0 2 0,1 0-5 0,1 1 1 16,0 1 2-16,3-1-4 0,1 2 4 0,0-1-4 0,1 1-1 0,0 1-1 15,2 0-2-15,0-1 3 0,1 1 2 0,1 0-1 0,-1 1 2 0,1-1-1 16,-1 1-2-16,2 0-1 0,0-1 3 0,0 2 0 0,-2-1-1 16,1 1 5-16,0 1-2 0,-1 0 8 0,-1 2 2 0,-1-1-2 0,-1 2 8 15,-2 0 3-15,2 1 8 0,0 1 0 0,-4 0-5 0,2 2 2 16,-2 0-6-16,-3 2 1 0,1 1 0 0,-2 0-6 0,0 2-5 0,-2 1 2 16,0 0-8-16,0 1 2 0,-1-2-5 0,0 1-7 0,0 1-1 0,0 0-10 15,-1 1 5-15,0 1-3 0,-2 1-1 0,1 0 3 0,0 1-4 16,-1 0-2-16,0 1 2 0,-1 0 0 0,-2 1-2 0,-2 0-7 0,0 0-10 15,-1 0-10-15,-2-2-7 0,-2 2-3 0,0 0 2 0,-3-2 5 16,-1 3-1-16,-2-1 9 0,-2 0 2 0,-3 0 10 0,-1-1 4 0,-4 0 6 16,0 0 4-16,-1 1-4 0,-3-2 4 0,-2 1-1 0,-1-1 6 0,-1 0 8 15,-1-2 8-15,0-1 7 0,-1-2 7 0,-2 0 9 0,-1-2-2 0,1 0 6 16,-1-1-5-16,1 0-6 0,0-2 1 0,0-1 3 0,-1 1 6 16,0-2 0-16,-1 0-2 0,-1-2-7 0,-2 0-8 0,0-1-2 0,-2 0-9 15,0-1 1-15,-1-1 0 0,-1 0 0 0,0-1 5 0,1-1 7 16,2 1-2-16,-1-1-2 0,1 0-1 0,1 0-5 0,1-2-3 0,2 1-2 15,0-1-12-15,2 1-16 0,1-1-29 0,2-1-40 0,4-1-42 0,1 1-47 16,3 0-41-16,4 1-12 0,0-2-158 0</inkml:trace>
  <inkml:trace contextRef="#ctx0" brushRef="#br0" timeOffset="28615.43">24546 17093 810 0,'-5'0'211'0,"0"-1"-97"0,-5-1-11 15,-1 0-2-15,1-2-1 0,3 1-16 0,2-1-37 0,-1-1-16 0,3 1-13 16,-2 1-7-16,-1-2 2 0,3 2-7 0,-1-2 2 0,0 0 1 15,1 0-2-15,-1 1 0 0,1 0 3 0,0 0 4 0,0 0 8 0,-1-1 7 16,0 0-3-16,0-1-2 0,0 1-1 0,0 0 1 0,0-1-11 16,0 0 1-16,0 0-5 0,-1-3-8 0,2 1-2 0,-2-2 1 0,1-1-3 15,0 3-3-15,0-2 2 0,1-1-10 0,0 0 13 0,-1 0 1 16,1 1-6-16,0 0 5 0,1 0-4 0,1-1 6 0,-1 1 4 0,1 0 1 16,0 0-1-16,0 2 1 0,2-2-1 0,-1 0 6 0,1 2-9 0,1-1 3 15,0 1 3-15,0-1-8 0,0-1 8 0,1 1-3 0,2-1 5 16,0 1 1-16,1 1-1 0,0 0-5 0,1 0 3 0,0 0 1 0,0 1-5 15,0 0 6-15,2 0-1 0,1 0 5 0,0 0-4 0,2 1-1 0,0 1-5 16,1 0-1-16,3 1 2 0,1-1-1 0,2-1-5 0,1 1-2 16,4-1 0-16,-1 0-1 0,4 2-1 0,1-1 0 0,0 0 0 0,3 0-6 15,0 1 2-15,1 1 2 0,1 0 2 0,-2 2 3 0,2 1 2 0,-1 0-1 16,0 0-1-16,-1 0 1 0,0 2 0 0,-2 0-5 0,1 1 8 16,-2 0 0-16,1 1 0 0,-2 0-2 0,-2 1-4 0,2-1-2 0,-2 1 5 15,2 1 3-15,-1 0-4 0,0 0-3 0,0 0 3 0,1 0-1 0,0 0 4 16,-1 3-3-16,1-1-1 0,-4 1 3 0,1 1-3 0,-1-1 6 15,-3 1-6-15,1 1 6 0,-1 0-3 0,-3 2-4 0,1 0 6 0,-2 1-4 16,-1 1-3-16,-1-1 7 0,0 1-1 0,-1 0 3 0,-1 0 2 16,-2 2-2-16,-2-2-4 0,1 0 3 0,-1-1 8 0,1 1-3 0,-1-1 3 15,-1 2-6-15,-1-1-8 0,0 1 3 0,-3-1-3 0,1 0-4 0,-2-1-4 16,0 1-4-16,0 1-12 0,-2-1-5 0,-1-8-21 0,0 3-20 16,0 0-1-16,-2 2-2 0,-1 0 14 0,0 2 14 0,-3 1-2 0,-1 1-4 15,-1 2 1-15,-2-1 16 0,-2 0 15 0,-2 0 14 0,-1 1 8 0,-3-3-2 16,-2 2 5-16,-1-1 8 0,-2 0-1 0,-1-1-2 0,-1-1-1 15,-1 1-11-15,0-1 7 0,-1-1-2 0,1 1-4 0,-1-1 5 0,0-1-10 16,-2 0 2-16,0-1 0 0,-2 1-2 0,1-1 4 0,-1-1 0 0,0-1-3 16,-1 0 6-16,2 0-2 0,-1-1 4 0,1 0 0 0,-1-1-3 15,2-1 4-15,-1 2-6 0,2-1-6 0,-1-1-15 0,1-2-9 0,1 1-7 16,-1-1-28-16,0-1-18 0,2 0-18 0,-2-3-32 0,1-1-25 0,-1-2-35 16,0-3-141-16</inkml:trace>
  <inkml:trace contextRef="#ctx0" brushRef="#br0" timeOffset="37888.69">13938 8409 1538 0,'-3'-9'108'16,"1"3"-97"-16,0-2-15 0,3 3-5 0,2 0-1 0,-1 1-2 0,3 1 1 16,0-2 6-16,0 2 5 0,0-1 3 0,1 1 0 0,-2 0-3 0,1 1 4 15,0 0-3-15,0-1 2 0,0 0 6 0,1 0-4 0,-2-1 6 16,2-1 3-16,0-1 2 0,0 0 1 0,1-2 2 0,1-1-9 0,0-1-1 16,1-1-3-16,1-1-3 0,0 0 11 0,1-2-2 0,0-2 0 0,0 0 0 15,0-4-5-15,-2-1 2 0,1-1 0 0,0-1-2 0,-2-2 2 16,0 2-1-16,-2-1 7 0,-1 2 1 0,0 0 10 0,-2-1 11 0,0 3 11 15,-2-1 11-15,0 2 2 0,1 2-7 0,-2 1-9 0,0 3-10 0,1 2-4 16,-2 4-4-16,1 2-6 0,-1 1-3 0,-1 3-4 0,2 2-8 16,-2 1-6-16,0 1-8 0,0 3 4 0,-1 2 1 0,-1 2 1 0,-1 4 8 15,-1 1-3-15,1 2 3 0,-1 2 3 0,1 1 1 0,1 1-1 0,0 1 0 16,1 0 0-16,-1 2-6 0,1 0 3 0,0 1 2 0,1 3-5 16,0 0 5-16,0 2-2 0,0-2-12 0,0 1 19 0,1 0-6 0,1-1-1 15,0 2 14-15,1-1-17 0,0 0 5 0,2-1-7 0,0-1 3 16,0-1-1-16,0 0 1 0,2-2 7 0,0 1-1 0,2-3-1 0,-1-2 0 15,1-2 7-15,0-2 0 0,-1-1 5 0,0-3 3 0,0-2-4 0,-2 0 3 16,0-1-7-16,0-1-5 0,0 0 4 0,-1-2-5 0,-1-2-4 16,0 1 1-16,-1-1-4 0,-1 0 2 0,0-1-4 0,0 0-1 0,-1 0-9 15,0-1-16-15,-1-1-17 0,-1 0-23 0,-1 0-24 0,-1-1-17 0,0-1-31 16,0-1-30-16,-1 0-47 0,0 0-87 0,0-1-66 0,1 0-41 16,-1-1-36-16,1-1 127 0</inkml:trace>
  <inkml:trace contextRef="#ctx0" brushRef="#br0" timeOffset="38144.19">14790 8330 2976 0,'-4'-8'180'0,"2"2"-170"16,1-1-15-16,6 3-2 0,3 2-7 0,3 1 2 0,2 1-1 0,0 1 1 15,0 1 5-15,-1 0 2 0,1 0 0 0,-1 1 1 0,-1-1-4 0,1 0-5 16,-2 0-4-16,2 2-3 0,0-1 2 0,0-1 10 0,0 0 1 16,-1-1 7-16,2-1-2 0,1 1-3 0,0-2 3 0,1 0-1 0,1-1 3 15,1 0-3-15,2-1-1 0,-2 0-4 0,2 1-14 0,-1-1-2 16,0 0-6-16,1-1-4 0,0 0-1 0,-1 0-5 0,-3 0-4 0,2-1-10 16,0 1-5-16,-1-2-16 0,-1 1-12 0,-2 0-22 0,0-1-26 0,0-1-25 15,-3 0-46-15,1-1-53 0,-3 0-55 0,-1 0-35 0,-2 0 26 16,-2 0-59-16</inkml:trace>
  <inkml:trace contextRef="#ctx0" brushRef="#br0" timeOffset="38349.19">15081 7959 1846 0,'-13'0'202'0,"0"0"-164"0,-2 1-11 0,6 3-10 0,2 0-4 15,1 3-7-15,0 3-4 0,0 0-2 0,1 1 5 0,-1 1 10 16,0 0 10-16,-1 3 9 0,1 1 6 0,1 2-4 0,-1 1-6 0,1 2-8 15,1 3-3-15,0-1-3 0,1 2-16 0,1 0-3 0,0 1 6 16,3 2-6-16,1 1 11 0,1 0 1 0,0 0-16 0,2-1-10 0,1-1-21 16,0-1-40-16,1-3-54 0,1 2-57 0,0 0-61 0,2-3-50 0,-1 0-59 15,2-1-14-15,-1-4-146 0</inkml:trace>
  <inkml:trace contextRef="#ctx0" brushRef="#br0" timeOffset="39613.11">27471 7863 266 0,'-22'-8'39'0,"-4"-1"-63"0,-5-2-10 16,0 4-8-16,2 1 4 0,-1 4 7 0,1 2 3 0,-2 1-17 0,1 3-17 16</inkml:trace>
  <inkml:trace contextRef="#ctx0" brushRef="#br0" timeOffset="39952.1">26990 8654 77 0,'31'6'60'0,"2"-1"11"16,8 0 2-16,-4-4-3 0,-4-2-3 0,-2-3 2 0,2-1 3 0,-2-2-4 15,1-1-11-15,2-2-12 0,-1-2-12 0,1-1-9 0,-2-2-6 16,1 0-6-16,0 1-3 0,2-4-2 0,-2 0-1 0,0 0 0 0,-1-2 0 15,0 1 2-15,-3 1 3 0,1 0 3 0,-4 0 7 0,1-1 1 0,-3 1 3 16,-1-1 4-16,-2 0 2 0,-3 2 8 0,-1 0 3 0,-1-1 5 16,-3 1-6-16,-2 0-1 0,-1 0 9 0,-2-1-3 0,-1 1 10 0,-2-2 3 15,-1-1-4-15,-4 0-1 0,-2-2-4 0,-2-1-6 0,-3 0-9 16,-2-1-8-16,-3-1-6 0,-1 1-3 0,-4-1-2 0,-1-2-3 0,-1-1-2 16,-1-1 0-16,-4-1-3 0,0 3 1 0,-4-1 2 0,-2 0 2 0,-1 1 1 15,-2 0-1-15,-2 1 3 0,-1 1-1 0,-1 4-5 0,1 1 0 16,-1 1 3-16,-1 4-1 0,1 3 5 0,-2 1-1 0,1 2-7 0,-1 3-7 15,1 3-4-15,2 3-11 0,-1 5-2 0,1 3-11 0,-1 4-2 0,-1 5 11 16,1 5-3-16,-2 5 2 0,0 4-2 0,-2 4-14 0,1 3-10 16,1 1-32-16,1 3-102 0,-1 0-111 0,1-2-108 0,0 0-216 0</inkml:trace>
  <inkml:trace contextRef="#ctx0" brushRef="#br0" timeOffset="40981.61">26997 10317 580 0,'-15'-9'73'15,"-2"0"-57"-15,-3 0 1 0,3 3-2 0,4 1 6 0,1 1 1 0,0 1-2 16,2-1 2-16,1 0 0 0,1 1 1 0,2-1 1 0,-1 0 3 0,2-1 5 16,0 1 4-16,0 0 10 0,2-1 7 0,2 0 2 0,1 1-4 15,3-1-13-15,0-1-4 0,3 1-5 0,1-1-4 0,3 0 1 16,2-1-4-16,2 0-2 0,3-1 1 0,4 0-2 0,0 0-12 0,4 0-3 15,0 1-1-15,1-1-2 0,2 1 5 0,1 0 1 0,0 0-3 0,2 2 5 16,-1 1-7-16,0 2 2 0,1-1-1 0,0 0-2 0,0 0 5 0,2 0-5 16,-2 2 1-16,0-1-5 0,-2 2 2 0,-1 0 0 0,2 1 0 15,0 1 1-15,0 1 0 0,2 0 1 0,-2 0-12 0,-2 0 1 0,0 2-1 16,-2 2-2-16,1 1 6 0,-2 3 2 0,1 0-3 0,-1 3-1 0,1 1-3 16,-2 2-4-16,-1 3 2 0,-1 2 0 0,1 2-4 0,-3 2 2 15,1 1 1-15,-2 1 3 0,-3 0 9 0,0 3-2 0,-2 0-1 0,0-1 4 16,-5 0 0-16,0-4 4 0,-4-2 12 0,-3 2 11 0,-3-3 20 15,-4-1 14-15,-4 0 14 0,-2-1 11 0,-7-1-1 0,-4-1 8 0,-4-2-12 16,-5-3-7-16,-2-1-1 0,-3-1-8 0,-4-2-4 0,-2-1-5 0,-3-3-15 16,-1-2-6-16,0-3-6 0,0-1-11 0,-1-2-10 0,3-2-8 15,3-3-11-15,0-4-12 0,4 0-14 0,2-2-36 0,1-2-50 0,2-3-74 16,3-3-107-16,1-2-111 0,0-1-37 0,0-5-27 0</inkml:trace>
  <inkml:trace contextRef="#ctx0" brushRef="#br0" timeOffset="41669.54">15665 8219 1506 0,'-13'2'93'0,"1"2"-20"0,-2 1-12 0,6 3-31 16,3-1-3-16,1 3-5 0,2 0-5 0,1 2 19 0,2 3-1 0,1 2 4 16,1 1 1-16,0 2-9 0,1 3-3 0,2 2-3 0,0 1-3 15,3 2-2-15,-1 1-6 0,3 2-3 0,1 1-3 0,1 2-8 0,3-1 0 16,0 0 1-16,3-1-2 0,2-1 2 0,0 0-1 0,3-3-4 0,1 1 2 16,-1-3 1-16,2-3-5 0,-1-2 5 0,3-3-7 0,-2-5 10 15,0 0 14-15,-1-2 5 0,-3-3 9 0,-1-3-3 0,-2-2 7 0,-1-3 5 16,-1-3 14-16,0-3-5 0,-3-1 3 0,1-4 3 0,-1-2-2 15,-1-2 7-15,0-4-11 0,-1-3-13 0,0-1-14 0,0-4-4 0,-1 0-8 16,-2-2 1-16,-2 0 0 0,0-1-3 0,-3-2 4 0,-1 0-3 0,-2-3 1 16,-3-2-4-16,-3 1 0 0,-2-3-2 0,-3 1-1 0,-4-1 3 15,-3-2-17-15,-3 1 15 0,-1 1-4 0,-2 0 1 0,-1 2 15 0,-1 2-15 16,-1 4 3-16,1 3-3 0,-1 5-3 0,-1 2-2 0,-2 4-2 0,1 3-1 16,-1 3-2-16,1 3-5 0,1 3-1 0,2 4 1 0,1 4 2 15,1 4-2-15,1 4-3 0,0 4-4 0,2 5-4 0,3 7-1 0,1 4-16 16,1 8-36-16,3 4-61 0,2 6-65 0,4 5-98 0,1 3-137 15,5 5-77-15,2 3-156 0</inkml:trace>
  <inkml:trace contextRef="#ctx0" brushRef="#br0" timeOffset="42517.14">27102 11548 1982 0,'-1'-5'267'0,"1"1"-231"16,0-1-38-16,0 1-32 0,2 0-2 0,0 0-2 0,1 0 6 0,0-1 11 15,1 1 2-15,0 1 9 0,1-2 4 0,-1 2 2 0,-2-1 10 16,2 0-2-16,-1 0 6 0,-1 0 0 0,0 0-7 0,1 0 1 0,-1 1-4 16,1-2 0-16,0 1 6 0,1 0-7 0,-1-1 6 0,2 1-6 0,1 1 1 15,1-2 1-15,1 0-8 0,1 0 9 0,1-1-7 0,1 0 0 16,3 1-4-16,1-1-5 0,3-1-2 0,3 0-1 0,1 1 11 0,3 1 3 15,1-1 1-15,1 1 0 0,1-2-8 0,-1 1 0 0,3 0 6 0,0 2 0 16,1 0 1-16,0 2 5 0,0 1-7 0,0 0 8 0,1 1 0 16,-1 1-3-16,2 2 8 0,-1 0-6 0,0 2 6 0,2 0 5 0,-2 2-9 15,1 0-5-15,0 1-8 0,0 1 1 0,0 3 2 0,0 2 5 16,-3 3 2-16,-1 1 1 0,0 2-4 0,-1 2 1 0,-1-1-3 0,1 2-3 16,-3 1 0-16,1-1-3 0,-1 4 6 0,-2 0-3 0,0 2 1 0,-2-1-1 15,-2 1 0-15,-2-1 4 0,-2-3 3 0,-3 0 3 0,-3-2-3 16,-2-1 0-16,-4 0 2 0,-4-2 11 0,-4 0 13 0,-4-1 19 0,-3-1 16 15,-7-1 7-15,-5 0 4 0,-4-3-19 0,-6-2-13 0,-3-1-5 0,-3-2 4 16,-5 0 12-16,-2-3-1 0,-3-1-8 0,-4-2-18 0,-2-2-3 16,-1-2-4-16,-1-3 3 0,1-1-14 0,-1-2 4 0,3-2 3 0,4-1 11 15,3-1 15-15,3-1-8 0,1-2-1 0,5-2-25 0,1-1-10 0,1 0-3 16,1-1-6-16,2-1-7 0,3 1 3 0,3-1-6 0,3 0-7 16,0 0-2-16,2 1-13 0,1 0-19 0,2 0-23 0,2 1-32 0,2-2-65 15,1-3-115-15,1-1-183 0,1-5-96 0,-3-4-54 0</inkml:trace>
  <inkml:trace contextRef="#ctx0" brushRef="#br0" timeOffset="43185.14">16624 8360 1195 0,'-6'-1'843'0,"0"0"-753"0,0 0-40 0,4 3-38 16,3 1-8-16,3 0-1 0,1 1-4 0,2 1 1 0,4 0-5 0,0 0 4 15,2 0 1-15,1-1-3 0,-1-1 2 0,3 0 1 0,0 0-3 0,1-2 3 16,0 0 1-16,1-1-1 0,0-1 0 0,0-1 2 0,1 0 1 16,-1-1 2-16,1 0 1 0,-1-1-4 0,1 0 1 0,2-1 1 0,-1-1-4 15,0 1 0-15,0-1-1 0,-2 1-5 0,0-1-3 0,1 2-10 0,-3 0-20 16,-2-1-20-16,-1 1-21 0,-1 0-18 0,-2-1-16 0,-1 0-29 15,-3-1-37-15,-1 0-47 0,-1 0-28 0,-2-1-10 0,-1 0 28 0,-2-2 13 16,-2 0-5-16</inkml:trace>
  <inkml:trace contextRef="#ctx0" brushRef="#br0" timeOffset="43361.14">16708 8028 1904 0,'-12'-1'72'16,"0"0"-19"-16,-1 1-33 0,5 2-12 0,4-1-6 0,2 0 2 0,3 2 6 15,1 2-3-15,1 1 8 0,2 1-1 0,1 2-4 0,1 2 3 0,1 1-10 16,1 2 3-16,0 3-8 0,2 3-1 0,0 1 0 0,0 3-7 16,1 1-1-16,1 0-8 0,-1 4 15 0,-1 0 1 0,2 3-3 0,-2-1-9 15,1 1-47-15,0-1-53 0,0-1-46 0,1-1-46 0,-2 0-37 0,1 0-29 16,1-1-10-16,1-2 24 0,0-1-116 0</inkml:trace>
  <inkml:trace contextRef="#ctx0" brushRef="#br0" timeOffset="43586.14">17483 7706 2965 0,'-6'-1'23'0,"2"3"-22"0,2 4-18 16,4 5-3-16,6 7 3 0,3 6 5 0,4 6 5 0,1 6 0 15,-1 6 4-15,2 5-2 0,0 4-3 0,-2 5-11 0,0 3-19 0,-2 1-53 16,0 3-45-16,0 1-72 0,0 1-93 0,0 0-92 0,3 3-145 16,0 2-299-16</inkml:trace>
  <inkml:trace contextRef="#ctx0" brushRef="#br0" timeOffset="45003.14">26993 14511 1730 0,'-2'0'179'0,"1"0"-74"0,1-1-47 0,0 0-28 16,1 0 6-16,1-1-3 0,0 1-7 0,0-2 2 0,0 1-6 0,1-1 1 15,-1 0 2-15,1-1-8 0,-2 0-1 0,0-1-1 0,-1 0 0 16,1 0 7-16,-1-1-4 0,0 0-4 0,1 0 3 0,-1-1-5 0,1 1-3 15,0-2-2-15,1 0-7 0,0-1 3 0,1 1-2 0,1-2 1 16,1 1-4-16,1 0 4 0,3-2-5 0,1 1 0 0,4 0-7 0,2-2-2 16,4 1 3-16,1 1-4 0,6-2-2 0,0 0-2 0,6 1 0 0,1 0-1 15,5 2 0-15,1 2 0 0,1 0-1 0,2 3-5 0,-1 1-2 16,2 3 1-16,1 3 2 0,1 2 1 0,-1 3-4 0,0 1 0 0,-1 4 6 16,1 1 6-16,-2 4 2 0,-2-2-2 0,0 4-6 0,0 1 2 0,-2 1 9 15,0 3 2-15,-4 2 6 0,-2-1 2 0,-3 3-9 0,0-1 7 16,-2 2 3-16,-1 1 1 0,-5 1 11 0,-1 1 16 0,-4 0 5 0,-4-1 7 15,-5 1-2-15,-3-1-5 0,-3 1 1 0,-4 1 8 0,-5-3 1 16,-4 2-1-16,-6-2 2 0,-5 0-11 0,-3 0-2 0,-6 0 3 0,-2-1-10 16,-5 1 0-16,-4-3 1 0,-4-2-5 0,-4-3 2 0,-4-3-1 0,-1-2-10 15,-1-1-4-15,-2-4 4 0,-1-3-11 0,2-2 6 0,1-4-3 16,2-4-13-16,2-3 1 0,2-3-6 0,-1-3-19 0,2-2-19 0,0-6-67 16,0-2-82-16,0-5-121 0,-1-6-199 0,-5-10-44 0,-4-12-124 0</inkml:trace>
  <inkml:trace contextRef="#ctx0" brushRef="#br0" timeOffset="45602.16">18087 8011 1825 0,'-5'-4'304'0,"1"1"-287"0,1 0-31 0,5 3-31 16,5-1 10-16,4 0 22 0,3 0 6 0,3 0 1 0,0 0 6 0,2 0 2 15,0 0-2-15,1 1 7 0,0-1-2 0,2-1 0 0,0 0 0 16,3-1 2-16,0 1-1 0,0 0 6 0,2-1-5 0,-2 0 3 0,2-1-2 15,2 0-3-15,-3 1 2 0,1-2-4 0,-1 2-1 0,-2-1-2 16,0-1 0-16,-1 1-1 0,0-2-2 0,-2 1 3 0,0 1 0 0,0 0-3 16,-3-1 0-16,-1 1-8 0,-1-1-2 0,-2 1-14 0,-2 0-26 0,0 0-43 15,-2 0-59-15,-2 1-63 0,-1 0-66 0,-1-1-35 0,-2-1 3 16,-1 0-54-16</inkml:trace>
  <inkml:trace contextRef="#ctx0" brushRef="#br0" timeOffset="45802.08">18480 7794 1156 0,'-14'-4'587'0,"-1"2"-489"0,0-1-35 16,5 3-38-16,5 1-21 0,3-1-4 0,2 0 2 0,1 1-2 0,1-1 5 15,2 1 3-15,1 1-2 0,0 0 4 0,3 1-1 0,0 0 2 16,1 0 2-16,3 1-6 0,0 0-1 0,0 2-5 0,0 0-1 16,0 2-1-16,0 2-2 0,1 1-7 0,0 3-1 0,-2 1-3 0,2 3-4 0,-1-1-1 15,0 4-6-15,-1 0-9 0,1-2-22 0,-2 3-30 0,2-1-32 16,-1-1-31-16,-1 1-30 0,1-1-26 0,0-1-25 0,1 0-9 0,1 0 18 15,0-3-106-15</inkml:trace>
  <inkml:trace contextRef="#ctx0" brushRef="#br0" timeOffset="46118.08">19064 7590 2690 0,'-6'5'55'0,"3"2"-80"0,0 4-25 0,6 5 26 16,4 4 2-16,5 4 20 0,4 5 7 0,2-1-12 0,0 2 3 0,1-2-1 15,-1 0 0-15,0-2-1 0,2-1-2 0,0 2 0 0,0-3-3 16,2-1-2-16,0-2-1 0,0-5-4 0,1-1 9 0,-1-3 1 0,-1-3 6 16,-1-2 9-16,0-3 2 0,-2-2 8 0,0-2 7 0,-2-3 6 0,-1-1 6 15,-3-2 4-15,-1-2 2 0,-2-1 2 0,-3-2-4 0,0-1-6 16,-2-2-9-16,0-2-6 0,-2-4-7 0,-1 0-7 0,-2-4 0 0,-2-1-4 15,-2 1-4-15,-3-2-2 0,-3-1 2 0,-4-1-2 0,-2 0 8 0,-4-1-1 16,-2 0-6-16,-1 2 9 0,-3-1 2 0,0 2-4 0,-3 2-1 16,2 2-20-16,-1 4-16 0,4 3-7 0,0 4-15 0,2 5-21 0,3 4-19 15,0 3-9-15,2 5-15 0,3 3-28 0,3 6-44 0,2 8-121 16,3 7-128-16,5 10-46 0,4 10-122 0</inkml:trace>
  <inkml:trace contextRef="#ctx0" brushRef="#br0" timeOffset="47346.6">26886 16808 1769 0,'0'-2'156'0,"2"0"-48"0,-1-1-48 16,2 1-34-16,1-3 9 0,0 1-15 0,3-1 15 0,2-2-4 0,0 3-6 15,2-2 1-15,3 1-10 0,1 1 2 0,0-1 3 0,-1 0-1 16,4 0-5-16,-1 1 7 0,1-1-7 0,1 0-3 0,-1 1 4 0,3-2-5 15,0 2-7-15,3-1-4 0,0 0-3 0,3 0-3 0,3 1 0 0,-1-2 3 16,3 1-5-16,2 0-4 0,0 0 7 0,1 2-1 0,-2 0-2 16,1 1 0-16,0 1-10 0,1 0 8 0,-1 0-4 0,0 2-1 0,1 0-5 15,-1 1-1-15,1 2 6 0,-1 1-4 0,3 2 1 0,-1 2 5 0,1 1-2 16,1 3 0-16,-1 1-1 0,1 3-9 0,-3 2 1 0,-1 3-4 16,-2 2 3-16,-2 1-3 0,-1 1 0 0,-3-1-5 0,-1 3 5 0,-4 1 11 15,-3 2 13-15,-2 0 12 0,-4 1 17 0,-8-17-9 0,0 4 10 0,-3 1 17 16,-2 3-1-16,-4 0 13 0,-2 4-2 0,-4-1-10 0,-3 5 5 15,-4-1 7-15,-6 1-7 0,-2-1 0 0,-6 0 6 0,-2-2-10 0,-5 0-7 16,-2-1-12-16,-2-3-20 0,-3-3-3 0,-1-1-7 0,-1-4 3 0,0-3-7 16,-1-3-14-16,0-2-12 0,1-5-35 0,-1-3-32 0,1-4-45 15,-2-6-70-15,-2-5-94 0,0-6-146 0,-3-10-16 0,-2-8-139 0</inkml:trace>
  <inkml:trace contextRef="#ctx0" brushRef="#br0" timeOffset="48064.6">19793 7590 155 0,'-4'-4'70'0,"-1"0"-4"0,-1 0-4 0,2 0 2 16,0 0 3-16,0 0 6 0,-1 1 14 0,1-1 15 0,-1 1 12 0,0-1 6 16,1 0-5-16,1 0-8 0,2 1-19 0,-2 2-15 0,3-2-13 15,-1 0-14-15,0 1-8 0,3 0-7 0,-2 0-6 0,2-1 1 0,1 0-3 16,1 0-1-16,2 1-2 0,1-1-6 0,0 1-1 0,1 0-2 0,-1-1-3 16,1 1-1-16,0-1-1 0,1 1-3 0,0 0-3 0,1-1 2 15,0 1-4-15,1 0 2 0,-1 0 1 0,1-1-5 0,1 1 2 0,0-1-1 16,1 1-1-16,-1-1-4 0,1 0-1 0,0 0-9 0,-1-2-5 15,-1 1-8-15,-1-1-24 0,1 0-25 0,-1 0-27 0,0-1-30 0,0 0-21 16,-2 0-9-16,0-2-3 0,-2 1-1 0,0-2 14 0,-1-2 22 0,-1-2-105 16</inkml:trace>
  <inkml:trace contextRef="#ctx0" brushRef="#br0" timeOffset="48279.6">19704 7078 1793 0,'-9'-6'147'16,"0"3"-136"-16,0 0-38 0,4 3-25 0,5 3 1 0,1 0 19 0,2 1 24 16,2 2 20-16,0 2 9 0,0 1 9 0,2 3 1 0,0 1-6 15,1 3-1-15,1 3-8 0,0-1-5 0,0 4-4 0,2 1-4 0,-2 2-3 16,0 4-3-16,1 0 0 0,-1 3 1 0,0-1-7 0,0 0 2 0,1 0 0 16,0 1-6-16,-1 0-5 0,1 1-9 0,-1-2-19 0,0-1-34 15,0-2-17-15,0-1-25 0,-1-3-20 0,2 0-5 0,-1-2-24 0,0-3-9 16,0 0-3-16,1-1 8 0,-1-4 17 0,1-3-142 0</inkml:trace>
  <inkml:trace contextRef="#ctx0" brushRef="#br0" timeOffset="48600.6">20333 7240 2244 0,'0'-4'75'0,"3"1"-78"0,1 0-36 16,7 2-13-16,3 4 4 0,5 0 10 0,1 3 15 0,3 4-1 0,0 1 7 16,-1 3 4-16,1 3-1 0,0-1 5 0,-2 1 2 0,1 0 3 15,-1-1-3-15,-2 1 1 0,2-2 1 0,0 0 3 0,-1-3-1 0,-1-3 3 16,1 1 2-16,-3-1-2 0,3-1 8 0,-2-2 5 0,-2-1 5 0,1-2 5 16,0-2 5-16,0-1 4 0,-1-2 0 0,-1-1 7 0,-1-1 0 15,-3-2 4-15,-2-2 2 0,1-1-1 0,-2-1-3 0,-1 0-7 0,-1-3-5 16,-2-2-7-16,-2-2 0 0,-2-1-6 0,-2-3-4 0,-3-3-2 15,-3 0-6-15,-2-2 3 0,-3 0-2 0,-2-2-1 0,-5 1 7 0,-2 1 2 16,-1-1 8-16,-4 2 3 0,1 0 2 0,-2 2-5 0,0 1-20 0,0 2-9 16,0 2 0-16,2 5-16 0,-2 2-6 0,1 2-15 0,-2 3-28 15,2 2-23-15,-2 4-23 0,0 2-43 0,-1 4-60 0,-2 3-111 0,-1 3-107 16,-1 4-5-16,-2 6-108 0</inkml:trace>
  <inkml:trace contextRef="#ctx0" brushRef="#br0" timeOffset="49051.6">12431 10908 3310 0,'-8'2'-5'0,"-1"1"-2"0,1 0-11 0,0 1-7 15,11-1 0-15,4 1-2 0,3 0 11 0,6 0 2 0,2 0 9 16,2-1 10-16,2-2-5 0,2 0 0 0,1-1-5 0,3 0-4 0,3-2 0 16,2 0 1-16,2-3-6 0,3 0-9 0,1-2-3 0,1 0-7 0,1 0-12 15,-1-1-9-15,-1 2-15 0,1 1-1 0,0 0 4 0,1 1 4 16,0 2-4-16,-1 0-10 0,-1 0-26 0,0 0-18 0,-1 1-13 0,1 0-32 15,-1 0-23-15,0 1-31 0,1-1-42 0,-1 0-26 0,-1 1-20 0,-1-1-22 16,-4 2-33-16</inkml:trace>
  <inkml:trace contextRef="#ctx0" brushRef="#br0" timeOffset="49216.6">13118 11465 2052 0,'-18'10'346'0,"1"0"-247"0,-1 2-25 0,7-3-20 0,8-4-19 0,4 0-22 15,4 1-14-15,5-2-4 0,3 1 0 0,5-2 5 0,4-1 2 0,2-1-2 16,5-2 0-16,1 0-5 0,2-3 0 0,2-1-6 0,4-1-10 16,0-2-13-16,3 0-23 0,1-2-27 0,-1-1-38 0,1 0-55 15,0-2-62-15,-1 0-100 0,0-1-71 0,2-1-13 0,-2-2-149 0</inkml:trace>
  <inkml:trace contextRef="#ctx0" brushRef="#br0" timeOffset="49817.59">14320 10251 1910 0,'-12'-7'222'0,"2"0"-126"0,-4-2-29 0,6 3-23 0,3 0-17 0,1 1-15 16,2 0-4-16,0 1-10 0,1 0-1 0,1 1 2 0,-1 1 5 0,0 0 7 15,0 1 0-15,-1 1 6 0,1 0 3 0,0 0-2 0,0 0 6 0,1 0-1 16,0 1 8-16,0-1 1 0,0 0 5 0,-1 1-2 0,2-1-9 16,-1 0-4-16,0 0-2 0,1 0-6 0,1 0 1 0,1 0 1 0,0 0 4 15,1 0 0-15,1 1-2 0,2 0 2 0,0-1-8 0,3 0-6 0,0 0 4 16,3-1-1-16,3 2-2 0,0-1 1 0,-1 1-11 0,4 0 4 15,0 0-1-15,1 2 0 0,1 0 4 0,2 2-4 0,-1 0-2 0,1 2 2 16,-1-1 0-16,0 1 2 0,-1 2 1 0,1 1-3 0,-1 2-5 16,1 1 3-16,0 0-3 0,-3 2-2 0,1 0 7 0,-3 1-6 0,-3-1-3 15,-1 3 8-15,-3 0-6 0,-2 1 2 0,-3 1 0 0,-2 2-2 0,-4 1 2 16,-1 2 7-16,-3 0 0 0,-3 0 1 0,-2 2 2 0,-3 1-2 16,-2 2 9-16,-5 0 1 0,0 2-2 0,-2-2-5 0,-2 2 8 0,1-2 1 15,0 1 9-15,0-2 6 0,-1 1-4 0,1-2-6 0,-1-1-6 16,2-1 3-16,1-1-6 0,-1 0-1 0,2-1-3 0,1 1-4 0,1-2 1 15,3-2 1-15,0-2 0 0,2-2 2 0,2-4-5 0,1 1 7 0,3-2-1 16,3-3-1-16,-1 0 11 0,3-2-8 0,1-2 3 0,2 1-1 16,2-3-5-16,0 1 9 0,2-2-2 0,3 1 0 0,3-1 6 0,2 0 1 15,2-1 6-15,2-2 4 0,5 0-6 0,2 0-2 0,1-2-4 0,4 0 2 16,2-1 9-16,3 0-12 0,2 0 8 0,3 1-8 0,1 0-16 16,3-1 6-16,0 0 1 0,2 0-4 0,-1 1 7 0,2-1-7 0,1 2 3 15,2-1-10-15,-2 0 2 0,0 1 0 0,0 0-2 0,0 0 8 16,0 0-6-16,0 1-10 0,0 1-1 0,0 0-28 0,-3 1-38 0,0 1-46 15,-2 0-68-15,1 1-70 0,0 1-105 0,-1 1-179 0,3 2-166 0,0 1-189 16</inkml:trace>
  <inkml:trace contextRef="#ctx0" brushRef="#br0" timeOffset="53066.59">16380 9578 2906 0,'-24'-9'42'0,"1"5"-62"0,-2 2 1 0,3 7 16 0,6 8 3 16,1 5 2-16,1 5 1 0,-1 9-8 0,0 4 2 0,-2 6 3 0,0 4 1 16,-1 4-4-16,-1 3 0 0,0 3-4 0,-1 1-3 0,0 2 3 15,3 2 0-15,-1 1 6 0,0 3-3 0,0 1 3 0,0 3-3 0,-3 1-1 16,0-1 0-16,0 3-1 0,-1-2 1 0,1 3 5 0,2 1-4 0,-2 1 3 16,2 1 1-16,1-2-5 0,1-1 5 0,0-5-2 0,2-5-5 15,0-6 7-15,1-4-13 0,1-5 13 0,2-2 4 0,2-4-1 0,0-3 8 16,2-2-12-16,2-5-7 0,2-3-9 0,2-3-13 0,1-2-27 0,1-2-30 15,2-4-40-15,2-1-44 0,2-3-53 0,1-2-66 0,0-5-64 16,4-1-49-16,1-4 22 0,3-5-144 0</inkml:trace>
  <inkml:trace contextRef="#ctx0" brushRef="#br0" timeOffset="53434.27">16523 10462 2113 0,'-22'-8'1147'0,"1"1"-1104"0,-5-1-65 16,6 5-10-16,7 3-3 0,1 2-2 0,4 2 2 0,3 1 12 0,2 1 0 15,2 0 13-15,1 1-1 0,-1-1 6 16,1 1 5-16,0 0-5 0,2 2-2 0,0 1-14 0,2 1 2 0,1 1-8 0,1-1-4 0,-1 1 6 16,1-1-6-16,0 0 1 0,0 0 2 0,-1-1-7 0,1 0-1 0,1 1 1 15,2 0-4-15,1-1 8 0,1 0-6 0,2-2-4 0,-2 0-5 16,2 0-12-16,2-1 5 0,0 1 4 0,0 0 14 0,0-1 12 0,-1 0 10 15,-2 0 8-15,0-2 2 0,-3 1 0 0,2 0 0 0,-1 0 5 16,-1 1-5-16,0-1 1 0,-1 0-5 0,-1 0-5 0,-1-1 3 0,0 2-5 16,-1-1 2-16,-1 3-1 0,-1 0-5 0,-2 2-1 0,-1 2 0 0,-2 1 0 15,-2 1 2-15,-2 1 3 0,-2 1 6 0,-1 1 6 0,-2 1 6 16,-3 1 3-16,-1 0-1 0,0 1 4 0,-1 0 3 0,-3-1 0 0,0 0 5 16,1 1-4-16,-1-3 1 0,2 0-5 0,1-2 1 0,2-2 0 15,-1-1-2-15,2-3-1 0,0 1 1 0,2-2 1 0,-1-1-1 0,1-2-3 16,0-2-6-16,2 0-13 0,1-2-13 0,3 0-15 0,-2-2-31 0,2-1-42 15,0-2-65-15,1-1-101 0,2-2-70 0,0-4-21 0,0-5-25 16,1-6 11-16</inkml:trace>
  <inkml:trace contextRef="#ctx0" brushRef="#br0" timeOffset="53683.27">16427 10141 2809 0,'-4'-13'136'0,"3"2"-111"0,3-2-21 0,6 0-11 15,5 1 2-15,5 0 7 0,5-1-6 0,4 2-3 0,5-1 4 16,1 1 0-16,-1 1 1 0,0 0 4 0,-1 2-11 0,-2 0-3 0,2 2-8 16,-1 0-3-16,2-1 1 0,-2 0-2 0,1 0 0 0,-2 1 2 0,0-1-1 15,-2 0-2-15,-2 1-4 0,-2 0-2 0,1-2 2 0,-1 0 3 16,-1 0 6-16,-1 1 2 0,-2-1 5 0,-3 2 2 0,1 0 0 0,-2 1 0 16,0 1-2-16,-3 0-4 0,1 0 2 0,-1 1-6 0,0 1 1 15,-1 0-3-15,-3 1-5 0,0 1-10 0,-2 0-10 0,1 0-5 0,-2 1-9 16,0 1-6-16,-1-1-5 0,-1 1-9 0,0 0-10 0,-1 0-11 0,1 0-14 15,-2 1-11-15,1 0-9 0,-1 0-13 0,0 0-17 0,0 1-17 16,0-1-11-16,0 0 3 0,0 1 20 0,0-1-115 0</inkml:trace>
  <inkml:trace contextRef="#ctx0" brushRef="#br0" timeOffset="53934.27">17403 10201 3039 0,'-2'-5'80'0,"4"2"-91"16,1-1-11-16,5 0-1 0,5 1 1 0,4 1 1 0,5 0 6 0,2 0 6 16,2 0-1-16,0 0 6 0,0 0-1 0,0 0-2 0,-2 1 1 0,2 0-16 15,-2 1-16-15,1 0-10 0,-2 0-12 0,0 0-1 0,-1 0-1 16,-2 0-8-16,0-1-11 0,0 0-28 0,-3 0-33 0,0 0-37 0,-2 0-42 15,-2 0-29-15,-1 0-21 0,-3 0-4 0,-1-1-2 0,-1-1 18 16,-1 0-154-16</inkml:trace>
  <inkml:trace contextRef="#ctx0" brushRef="#br0" timeOffset="54083.27">17611 10450 2453 0,'-10'4'108'16,"3"2"-103"-16,-1 1-10 0,5 1-6 0,5 2 5 0,3 0-7 0,2 3 1 15,4 1 7-15,2-2-4 0,2 2-4 0,0-2-15 0,0 0-32 16,2-2-38-16,0 0-54 0,-1-2-43 0,2 0-30 0,0-2-32 0,0 0-12 16,-1-2-10-16,1-2 6 0,0-2 37 0,-1-4-110 0</inkml:trace>
  <inkml:trace contextRef="#ctx0" brushRef="#br0" timeOffset="54439.36">18103 9953 2471 0,'-7'1'154'0,"1"1"-135"0,0 2-17 0,4 1 4 16,2 4-6-16,1 2 4 0,3 4-6 0,2 4-1 0,1 1 4 0,1 2 3 15,0 0-9-15,2 0 3 0,0-2 5 0,1 2 2 0,2 0 7 16,1 1-8-16,2-1-5 0,1-2-2 0,3 0-4 0,-1-3 7 0,1-2-2 16,0-3 6-16,2-1 1 0,-1-2-5 0,2 0 3 0,-1-3-3 0,-2-2 6 15,2-2 2-15,-1-1 0 0,0-2 7 0,0-1-2 0,-1-2-2 16,-1-1 8-16,0-3-8 0,-1 0 7 0,-1-2-5 0,0-2-4 0,0-1 7 15,-2-3-9-15,0-2-1 0,1 0 3 0,0-2-4 0,-2-1 5 0,-3 0-10 16,-1-2 8-16,-2 0-3 0,-1 0 0 0,-3-2 14 0,-2 0-8 16,-1 0 0-16,-3 0-1 0,-2 0 2 0,-3 0-6 0,-2 1 3 0,-2-2-4 15,-3 1 3-15,-3 0 1 0,-2-1 1 0,0 1 0 0,-3 1-4 0,-2 1-1 16,2 5-4-16,-3 2-6 0,0 2 4 0,0 2-8 0,-1 4-5 16,1 2-4-16,1 2-11 0,2 2-8 0,0 3-9 0,2 2-7 0,1 3-9 15,1 1-6-15,2 4-14 0,1 3-6 0,2 3-14 0,1 2-31 16,1 4-46-16,2 3-61 0,1-1-64 0,3 3-66 0,2-1-11 0,1 1-8 15,4 0 42-15</inkml:trace>
  <inkml:trace contextRef="#ctx0" brushRef="#br0" timeOffset="54611.36">18788 10101 3000 0,'-3'0'129'0,"3"3"-123"0,0 0-38 0,2 3 3 0,3 1-3 15,3 2 0-15,2 2 15 0,2 4-6 0,2 0 15 0,1 2-1 0,-1 0-24 16,-3-2-30-16,1-2-34 0,-3 0-47 0,0 1-34 0,-1-1-8 16,-2 0 11-16,1-3 35 0,-3-1 41 0,0-2 38 0,-3-2 35 0,0-2 2 15,0-2-17-15,-1-1-21 0,1 0-42 0,-2-2-61 0,1-1-38 0,0-3-23 16,0-3-15-16,1-3 16 0,0-7-144 0</inkml:trace>
  <inkml:trace contextRef="#ctx0" brushRef="#br0" timeOffset="54964.36">19503 9557 3081 0,'-4'-1'135'0,"0"1"-173"16,1 1-42-16,3 3-3 0,3 3 11 0,2 4 33 0,2 4 14 15,4 3 0-15,0 3 8 0,1 1 1 0,-2 1 8 0,2-1 6 0,-2-1 0 16,0-1-6-16,1 1-18 0,-2 0-16 0,0-2-8 0,2 1 0 16,0-3 13-16,0-4 14 0,1-3 10 0,-1-1 3 0,0-3 6 0,1-1-4 15,-1-2 5-15,2-2 1 0,0-1 2 0,-1-2 6 0,0-2-1 0,-1-1-3 16,-1-1-1-16,-1-2-12 0,-1-1-5 0,0-3-7 0,1-2-11 16,-2-2-8-16,1-2-11 0,0-2-3 0,-1-1-9 0,1 0 4 0,-2 0 1 15,1 1 11-15,0 2 17 0,-1 0 15 0,-1 2 17 0,-1 2 8 0,1 4 18 16,-1 3 11-16,0 1 10 0,0 4 3 0,-1 1-2 0,0 3-7 15,1 1 1-15,0 2-5 0,-1 1 2 0,2 3-2 0,0 3-10 0,0 3-9 16,2 3-14-16,0 1-5 0,0 4-2 0,2 3-2 0,1 5-3 16,-1 3-7-16,3 1-19 0,0 1-52 0,1 0-77 0,0-1-98 0,-1 2-115 15,1 2-98-15,1 3-53 0,-1 3 68 0</inkml:trace>
  <inkml:trace contextRef="#ctx0" brushRef="#br0" timeOffset="55853.36">31645 8010 1326 0,'-4'-6'41'0,"-1"0"-58"0,0 0-9 0,3 2 5 0,1 2 4 15,2-1 0-15,1 1-3 0,0-2-2 0,0 0 1 0,2 0 9 0,-1 1 12 16,2-3 12-16,1 0 8 0,-2-2 0 0,1-1-1 0,-2 0-4 0,1-2-1 16,1 0-4-16,0 0-2 0,-1 0 0 0,0 0-2 0,0 2 4 15,1-1 0-15,-1 2-2 0,1-1 2 0,0 0-6 0,0 0-5 0,2-1 2 16,3 1-6-16,0 0 2 0,4 0-2 0,1-2-4 0,1 1 2 0,1-1-3 16,3 0 3-16,2 1-2 0,2 0 1 0,2 0-2 0,4 0-3 15,5 1 0-15,3 0-4 0,-19 4 15 0,7 0 0 0,0-1 0 0,7 0-8 16,0 0-15-16,6-1 2 0,1 1-3 0,6 0 12 0,0 0 3 15,1 2-2-15,-1 0 4 0,-2 3-5 0,0 1 2 0,-1 2 8 0,-2 2 0 16,-3 1 37-16,1 3 0 0,-3 0-8 0,-19-2-2 0,1 0-33 16,0 0-4-16,2 2 2 0,-2 2-2 0,1 0-1 0,0 2 0 0,1 1 0 15,-3 1 6-15,2 2 0 0,-1 2-1 0,1 1-1 0,-1 1-3 0,1 2-4 16,-1 1 0-16,3 2 1 0,-2 2-1 0,0-1 1 0,-2 3-3 16,0-1-1-16,1 1-2 0,-3-1 5 0,1 2 4 0,-1-1 0 0,0 1 3 15,-2-2-1-15,0 0 2 0,-1-1 7 0,-2-1 9 0,-2-1 9 0,-2-2 15 16,-2 0 15-16,-2-2 13 0,-3-2 8 0,-4-1 6 0,-3-2 6 15,-3-2 8-15,-4-1 9 0,-2-1 3 0,-5-1-6 0,-3-2-12 0,-6-1-15 16,-31 4-61-16,-6-3-7 0,-3-1-8 0,-1-2-6 0,3-2 40 0,4-1-9 16,6-2-16-16,9 0-42 0,1-2-56 0,2 0-93 0,1-2-88 15,0-1-45-15,2-2-84 0,-2-3 93 0</inkml:trace>
  <inkml:trace contextRef="#ctx0" brushRef="#br0" timeOffset="75949.92">23570 9898 945 0,'-12'-13'74'16,"1"0"-41"-16,0-2-32 0,4 2-7 0,4 1-7 0,2 0-5 0,2-1-9 15,1-1-9-15,2 0-5 0,2 0-14 0,3-1-10 0,1 1-11 0,2-2-12 16,-1 1-11-16,2-1-5 0,1 2 4 0,-1-3 18 0,0 0-14 16,0-2-42-16</inkml:trace>
  <inkml:trace contextRef="#ctx0" brushRef="#br0" timeOffset="76580.92">23731 9416 295 0,'-4'-8'110'0,"0"-1"-20"16,-1-2-13-16,1 2-10 0,1 2-10 0,0 1-8 0,2 0-7 0,0 2-12 15,1-1-9-15,1 1-10 0,1 0-8 0,1 0-2 0,1 1-5 16,2 1 0-16,2 0-2 0,2 0 0 0,1 1-2 0,0 0 2 0,3 2 3 15,1 0-2-15,1 2-4 0,0 0-1 0,1 1 2 0,1 1 2 0,-1 1 5 16,2 1 0-16,1 1-1 0,-1-1-2 0,1 2 0 0,1 0 0 16,1 2-4-16,-1 2 2 0,1-1-1 0,0 1 1 0,3 2 1 0,2 0 2 15,0-1-4-15,1-1 1 0,0 1-1 0,-1 0 8 0,-1-1 3 0,2-2 3 16,-1-2-2-16,2 0-5 0,1-1 3 0,-1-1-1 0,1-1 2 16,0-1-2-16,1-2 1 0,-1 0 3 0,1 0 3 0,0-1 1 0,1 0 3 15,-1-1-3-15,-1 1-4 0,1-1 2 0,-1-1-2 0,2 1 4 16,-2-1 0-16,-1-1 3 0,-2 0 2 0,-2-1-4 0,0-1 1 0,0-1 0 15,0 0-2-15,0-1 0 0,-3-1 1 0,1-2-5 0,-2-1 2 0,1-1-3 16,-1 0-1-16,-2-2-4 0,0-3 0 0,1 2 3 0,-1-1 3 16,-1-2 4-16,0 0-3 0,-1-2 0 0,0 2-1 0,1-2 0 0,-3-1 2 15,-1 0 0-15,-4 0 5 0,1-1 1 0,-2 1 1 0,0 0 2 0,-2-2 1 16,0 0 3-16,-1 1 2 0,-2-2-3 0,-1 0 0 0,-1-3 0 16,-2 0-3-16,0 1 4 0,-3-1-3 0,1 1-12 0,-2-2-5 0,-2-1-14 15,-1-1-6-15,-2 0-4 0,-1 0-9 0,0 1 6 0,-3 0 2 16,-1 0 7-16,-4 1 10 0,-3-1 0 0,-1 1 3 0,-1 3 4 0,-2-1 0 15,0 2 4-15,-1-1-1 0,-1 2-4 0,-3 1 0 0,-2 1-4 0,-3 1 4 16,-1 1 6-16,-1 1 1 0,-3 1 5 0,-2 0-3 0,-3 2 4 16,-3 4 4-16,0 1-3 0,0 3 4 0,0 1-3 0,-2 3-5 0,-3 1-5 15,1 2 0-15,-3 3-4 0,0 1 5 0,0 3 0 0,-1-1-1 0,1 4 5 16,-1 0 1-16,0 2 0 0,3 1 2 0,-1-2-1 0,3 3 7 16,1 0 1-16,3 0-4 0,2 2 1 0,2 1-5 0,4 1 0 0,3 0 1 15,2 4-4-15,2 0 0 0,1 2-3 0,4 2 1 0,-1-2-4 0,3 3-6 16,4 1 10-16,0 1-1 0,3 3 4 0,3 1 1 0,0-1-12 15,1 1 5-15,2 0-7 0,3 1 2 0,1 0 2 0,3-1-5 0,1 0 2 16,2-4-2-16,2-1-1 0,0-2 0 0,1-1 3 0,2-4-1 16,0 0 1-16,0-3 4 0,-1-2-2 0,1-1-1 0,-1-3-2 0,0-1 2 15,-1-4 3-15,-1 2 5 0,1-2-3 0,-1 0 5 0,1-2-2 0,-1-1-1 16,1 0-2-16,0-2-6 0,-1-1-2 0,0 1 1 0,0-2-1 16,0 0 0-16,1-1 3 0,-1 0 2 0,0-1 5 0,0 0 0 0,-1-1-1 15,0 1 3-15,0-1-5 0,-1-1 3 0,2 1-3 0,-1-1 1 0,-1-1 0 16,0 1-3-16,0-1 2 0,1 0-9 0,-1 0-5 0,2 0-4 15,-1 1-4-15,0-1-8 0,2 0-12 0,-1 1-11 0,2 0-13 0,0 0-11 16,0 0-6-16,1 0-5 0,-1 1-6 0,1 1 0 0,2 1-4 16,0 1-14-16,3 1-5 0,0 0-3 0,2 2-58 0</inkml:trace>
  <inkml:trace contextRef="#ctx0" brushRef="#br0" timeOffset="77997.09">24064 13966 576 0,'-4'2'220'0,"1"0"-152"0,-2 0-22 0,1 1-15 16,1-2-1-16,1 0-1 0,1 0-14 0,0-1-18 0,1 0-12 0,1 0-12 16,0-1-8-16,2-1-3 0,1 0-2 0,1-2 6 0,1 0 8 0,4-1 7 15,2-1 3-15,2 1 5 0,1-2-1 0,1 2 4 0,4-2 4 16,0 1-3-16,0 0 5 0,2-2-2 0,3 0-1 0,1 2 0 0,4 1 1 16,0 0 2-16,3 1-3 0,-1 0 4 0,2 1 2 0,0 2-1 0,1 0 2 15,2-1-2-15,0 1-1 0,0-1-3 0,-1 0 4 0,0-1-2 16,2-1-1-16,-1-1 1 0,0-2-2 0,-1 0 2 0,-2 1 0 0,2 0 0 15,-2-2 2-15,1 0-1 0,-1-1 5 0,-1-1 0 0,0 0 1 16,0-1 6-16,-3 2 5 0,1-2 7 0,-1 0 11 0,0-1 9 0,-2 0 6 16,1 0 0-16,-1-2-4 0,2 0-8 0,-2-1-8 0,1 0-4 0,-2-1-7 15,1-2-5-15,-2-1 0 0,1 0-8 0,0-1-2 0,-2 0-4 16,0 0-1-16,-3-2-2 0,0 0-5 0,-1 0-4 0,-3-1-7 0,-1-1-5 16,-3 0-2-16,-3 0-8 0,-2 0-3 0,-4 0 6 0,0 1 4 0,-4 0 10 15,-4-1 8-15,-2 0 4 0,-1 0 4 0,-5-2 4 0,-1 2 8 16,-4-1 6-16,-1-1 5 0,-2 1 2 0,-2-1-3 0,-2-1 1 0,-3-1 2 15,-1 1 0-15,-1-1 8 0,-2 2 0 0,1-1 7 0,-4 1 5 16,0-1 0-16,-2 1-2 0,1 0-5 0,1-1-6 0,-1 1-15 0,0 0-4 16,-4 0-9-16,0 0-10 0,-1 1-2 0,-3 0-10 0,0 1-8 0,-2 2-8 15,-2 1-7-15,-1 3-2 0,0 2 2 0,-1 6 12 0,1 1 7 16,-2 5 3-16,1 2 10 0,0 2 2 0,-1 3 14 0,0 2 9 0,1 3 2 16,1 2 0-16,0 3 2 0,0 4-6 0,-2 4-7 0,1 0-2 0,-3 5-4 15,0 1 0-15,-1 2-1 0,-1 1 4 0,1 2 1 0,1 0 2 16,-2 2 7-16,3 0 2 0,1 0 5 0,1-1 5 0,3 0 1 0,3 0-5 15,3 0-2-15,2-2-1 0,2 2-6 0,3-3-2 0,3 1-3 16,2-1 0-16,5 1-4 0,0 0-4 0,4 1-1 0,2-1-3 0,0 0 5 16,1 1 4-16,1-1 1 0,2 2 9 0,2-1 3 0,2 0 7 0,1-1 6 15,2-1 8-15,1-1-2 0,2 0 3 0,2-1 0 0,2 1 2 16,2-1 0-16,2-2 0 0,0-2-1 0,2-2-6 0,0-1-1 0,-2-1 2 16,4-1-4-16,0-1 1 0,0-1-6 0,0-1-5 0,-1-3 3 0,0 0 1 15,0-1 2-15,-2 0-1 0,1-2 1 0,-1-2-4 0,1 1 1 16,0-2-1-16,-1 0 2 0,0-1-2 0,-1-2-7 0,2-1 3 0,-1-1-3 15,-1-1 3-15,0 2 4 0,0-2-1 0,0 1 9 0,0-1-18 0,-1-1-2 16,-1 0-1-16,2-1-18 0,-2 0 15 0,1 0-2 0,0 0-4 16,-1-1 0-16,1 1-1 0,-1-1-1 0,-1 1-2 0,0-1-5 0,0-1-15 15,-1-1-18-15,0 0-10 0,-1-1-17 0,-1-1-20 0,2-1-27 16,-2-1-39-16,0-1-65 0,0-2-75 0,0-2-22 0,-1-4 10 0,1-5-135 16</inkml:trace>
  <inkml:trace contextRef="#ctx0" brushRef="#br0" timeOffset="78314.09">26278 9269 425 0,'-3'10'-36'0,"2"2"-9"0,2 7-1 0,5 0 5 0,7 3-1 16,5 2-1-16,5 3-24 0,7 2-36 0</inkml:trace>
  <inkml:trace contextRef="#ctx0" brushRef="#br0" timeOffset="79096.67">27071 9604 194 0,'-2'0'44'0,"0"2"-24"0,1 0-8 16,0-1-1-16,1 0 6 0,0 0 7 0,1 0 4 0,-1 0 0 0,1 0-3 15,-1 1-8-15,2-1-2 0,-1-1-1 0,1 2 2 0,-1-1 4 16,-1 1 7-16,1-1 7 0,0 0 5 0,0 1 5 0,1 0-1 0,2 0-6 16,-1 1-8-16,2 0-6 0,2 0-6 0,0 1-5 0,1 1 0 0,3 0-6 15,2 1 2-15,2 0-3 0,2 0-3 0,0 0 0 0,5-1-6 16,0 1 2-16,2 0-3 0,3-1 0 0,0-1 2 0,3-1-6 0,-1 0 3 16,2-1-3-16,-2-2 0 0,2 0 4 0,0-3 2 0,1 0 4 15,-1 0 5-15,-1-3 7 0,-3 0 2 0,-1-1 7 0,-2 0 2 0,1-2 2 16,-1 1 9-16,-1-2 5 0,0-1 5 0,0 0 3 0,-1 1 1 15,-2-2-9-15,0 0 2 0,-3 0-5 0,1 0-3 0,-1-1 6 0,-1 0 0 16,0-2 0-16,2-2 2 0,-3 1 5 0,-2 0 1 0,-1-1 5 0,-3-1-3 16,1-1-6-16,-3-1 4 0,-1-1 0 0,0-1-1 0,-2-2 1 15,-2 1-9-15,1-1-8 0,-3 0-6 0,0 0-10 0,-2-2-7 0,-1-1-5 16,-1 0-3-16,-3-2-7 0,-1 2 0 0,-2 1 6 0,-3 1-5 0,-2 1-3 16,-1-1-6-16,-3 0-7 0,-1 0-4 0,0 0 1 0,-2-1-13 15,-2 3 4-15,-2-2 2 0,-4 2-3 0,0 3 12 0,-4 0-2 0,1 2-2 16,-2 3 12-16,-1 2 5 0,2 1 4 0,-1 2 8 0,2 2-2 15,0 2 5-15,1 2 2 0,1 2-1 0,3 2-1 16,-2 2-5-16,2 1-3 0,-2 3-3 0,2 2-10 0,-1 2-5 0,2 3-16 0,-3 2-12 0,1 4-18 16,-2 3-16-16,1 0-20 0,-1 5-12 0,-1 3-18 0,-4 3-16 15,1 3-6-15,-1 5-2 0,-2 1 10 0,1 6 15 0,-4 3-62 0</inkml:trace>
  <inkml:trace contextRef="#ctx0" brushRef="#br0" timeOffset="79952.67">27381 13412 830 0,'6'4'137'0,"0"1"-86"0,3 1-60 0,1-1-14 15,0 0 3-15,3 1 5 0,3 0 15 0,1 1 5 0,1 0-6 0,2 1-10 16,1 0-2-16,2 0-12 0,1 1-3 0,0 0-4 0,3 2 0 16,1-2 3-16,-1 3 4 0,0 0 0 0,-1 2-6 0,-1 1-6 0,-2 0-8 15,1 2-4-15,-2 3-3 0,-1-1 2 0,2 2 5 0,0 1 8 0,-3-1 10 16,0 1 9-16,-2-1 3 0,-5 0 4 0,-1 1-1 0,-1 0-3 15,-2-1-4-15,-1 1-1 0,-1 1-4 0,-2-1 0 0,-1 2-1 0,-2-1 1 16,-1 2-6-16,-2 1 1 0,-1 1 6 0,-2 0 7 0,-2-1 9 0,0-1 8 16,-1-2 1-16,-2-1 6 0,1 0 2 0,-2-1 1 0,0 0 5 15,0-1-1-15,-2-2 6 0,-1-1 8 0,0-4 13 0,0-1 9 0,1-3 5 16,0-1 2-16,0-1-6 0,0-2 6 0,-1-2 4 0,0-1 12 16,-1-3 8-16,0-1 9 0,-1-3 7 0,-1-1-7 0,-4-2-24 0,-3-4-21 15,0-2-25-15,-5-3-11 0,0-2 10 0,-2-3-4 0,-2-1 5 0,-2 1 0 16,0-2-9-16,-2-1 0 0,3 1-2 0,-1-1-6 0,3 0-3 15,0 0 1-15,0 1-6 0,2 1 3 0,3 0-11 0,3 6-20 0,5 0-20 16,3 1-37-16,3 3-31 0,3 0-25 0,1 1-16 0,3 0 9 0,1 0 20 16,4 1 27-16,3 2 8 0,3 1-19 0</inkml:trace>
  <inkml:trace contextRef="#ctx0" brushRef="#br0" timeOffset="83264.67">32032 9489 415 0,'-6'-1'56'0,"-1"2"-32"0,-2 0-17 0,-1 1 9 0,2-1 22 0,1 0 14 16,-1-1-2-16,1 0-16 0,-1 1-18 0,0 0-16 0,0 0-11 15,0 1-6-15,2 0-3 0,1 0 0 0,1 0-1 0,-2 0 3 0,1 0-2 16,0 0 0-16,-1 0 3 0,3 0 2 0,0-1 0 0,0 0 5 0,1 0-3 16,1 0 3-16,1 0 3 0,0-1 3 0,1 0 3 0,1 1 5 15,-2 0 5-15,1 0 4 0,0 1 5 0,1-1 3 0,0 1 1 0,0 0 0 16,0 1-2-16,3 0-2 0,0 0-2 0,1 1 2 0,-1 0-2 16,1 0-1-16,1 1 0 0,2-1 0 0,0 1-1 0,1 0-1 0,0 0-2 15,0 0-5-15,2 0-2 0,0 0-1 0,1 0 0 0,-1-1 5 0,1 0 2 16,1 0 11-16,-8-2-1 0,2 0-1 0,1 0-1 0,2 0-15 15,1 0-3-15,-1-1-1 0,3 1-3 0,2 0 1 0,1 0-2 0,0 0-3 16,3-1-5-16,0 1-2 0,0-1 0 0,2 1-3 0,1-1 3 0,0 0-1 16,3 0 0-16,-2 0 0 0,2-1 1 0,1 0 3 0,-2-1-1 15,1 1 2-15,-1-2 2 0,-1 0 2 0,-1 0 5 0,-1-1 0 0,0-1 3 16,-2 0-1-16,0 0 4 0,0-2 2 0,-2 0 0 0,1-1 33 16,-2 0-1-16,-1-1 5 0,-2 0 1 0,0 0-33 0,0-1 2 0,-2 0-4 15,0 0-4-15,-2-1 0 0,-4 4-3 0,0 1 1 0,-1-1 3 0,1 0-2 16,-1 0-6-16,1 0-5 0,0-2 4 0,0 0 3 0,-1 0 6 15,0-1 2-15,0 0-1 0,0-1-1 0,-1 0 0 0,1-1 2 0,-2-1 0 16,1-1 1-16,-2 0-2 0,1 1 2 0,-2-2 0 0,0 0 2 0,-1 0 0 16,-1-1 0-16,-1 1-1 0,0 0-1 0,-1-1-2 0,-1 0 1 15,-4-14-4-15,-2 2 2 0,0 2-1 0,-1 3-1 0,0 2 1 0,0 4-2 16,-1 1 0-16,2 3-1 0,0 1-33 0,-1 1 0 0,-1 0 5 0,0-1 0 16,-2 1 36-16,2 0-2 0,-1 0 0 0,-2 0-3 0,0 2 0 15,0-1-1-15,0 0-2 0,0 1 0 0,-2 0 2 0,2 0 0 0,-1 0 0 16,0 1-2-16,-1-1-1 0,1 0 4 0,-1 0 4 0,-1 0 1 15,0 0 1-15,-1 0-3 0,-2 0-5 0,2 1 7 0,-2 0 2 0,0-1 1 16,2 1 1-16,-1 0-6 0,1 0 0 0,0 1-2 0,2 1-2 0,-1-1 1 16,2 2 1-16,0-1-5 0,0 1-2 0,0 0-3 0,1 2-2 15,2 0-1-15,-2 0-1 0,1 1-4 0,-2 0-16 0,-8 2-2 0,0 2-4 16,6 0 0-16,5 0 10 0,-1 1-9 0,1 0-14 0,-3 0-7 16,3 0-6-16,-2 2-3 0,1 0-2 0,1 1-10 0,-1 1-4 0,0 1-4 15,0 0-1-15,-1 3 6 0,-1 1-8 0,2 4-48 0</inkml:trace>
  <inkml:trace contextRef="#ctx0" brushRef="#br0" timeOffset="84402.71">31960 14056 503 0,'3'2'149'0,"1"0"-73"0,1 1-27 0,0-1 6 0,1-1 11 0,-1 1 8 16,3 0 6-16,-1 0-19 0,2-1-20 0,1-1-16 0,-1 1-17 15,1-1-6-15,-2 0-8 0,2 0-8 0,1 0 3 0,-6 0 13 0,2-1-2 16,0-1 2-16,1 1-12 0,1-1-13 0,1-1-3 0,2-1 0 0,1 0 1 16,2 0-4-16,0-2-1 0,1 0-3 0,2-1 0 0,1 0 3 15,-2-1 5-15,2 0 6 0,2-1 8 0,-2 0 4 0,1 0 2 0,1 1 1 16,-1-2 3-16,0 2 0 0,1 1 6 0,-2-1 2 0,1 0 0 0,-1 1 2 15,-1-1 0-15,-1 0 2 0,-2 1-4 0,1 0 3 0,-1 0-6 16,-1-1 2-16,0 0 0 0,0 1-4 0,-1-1 0 0,0 0-3 0,-1-1 0 16,1 1 1-16,-1 0-4 0,0-2-2 0,-1 1 1 0,1-1-3 15,-1-1-1-15,0 0 35 0,1 1-38 0,-3-3 31 0,1 0 1 0,0 0-32 16,0-1 32-16,-1 0-31 0,-1-1 3 0,0-1-4 0,0 0 7 16,-1 0 2-16,0 0 0 0,-3 8 6 0,-1-1 2 0,0 0 1 0,1 0 6 15,-2-1 0-15,1 0 1 0,0 0 7 0,-1-2 2 0,0 1 4 0,-1 1 0 16,0-2-3-16,-2-2-3 0,-1-11-1 0,0 2 0 0,-3-2-2 0,-2 4-6 15,-2-1-4-15,-1 3-6 0,-1 0-33 0,1 4 7 0,-4-2 2 16,1 0 3-16,-2 1 37 0,0-1-5 0,-1 1 2 0,-3 0 3 0,1 1 2 16,0 0 9-16,-1 1 1 0,-1 1 8 0,1 1 1 0,-1 2 1 15,1 1-3-15,0 0-1 0,-2 2 1 0,0 1-3 0,0 1 6 0,-2 1-6 16,-1 0 2-16,0 2-1 0,0 0 0 0,-2 1-2 0,-1 1-4 0,1 1-2 16,-2 1-4-16,-1 0-1 0,1 1-2 0,-6 1-23 0,-23 6-4 15,7 1-3-15,6 1-13 0,12 0-3 0,2 0-22 0,1 3-36 0,1 2-57 16,-1 2-59-16,0 5-74 0,-5 4-69 0,-2 5-134 0</inkml:trace>
  <inkml:trace contextRef="#ctx0" brushRef="#br0" timeOffset="159941.09">13072 2961 3864 0,'-8'3'6'0,"-3"4"-2"0,0 4-12 15,-1 4-17-15,8-1-29 0,4 1-6 0,3 3 5 0,1 1 15 16,2 1 22-16,-1-2 8 0,0 2 10 0,0 1 10 0,-2 1-7 0,-1 4-12 16,-1 0 0-16,-1 4-1 0,0 0 6 0,-1 3 12 0,-1 0-2 15,1 2-5-15,-1 0-1 0,2 3 2 0,0 4-4 0,0 2 4 0,2 1-2 16,1 1 4-16,1 1-6 0,1 1 4 0,2 2-11 0,-1 1-3 0,4 0 7 16,1 0-8-16,2-3 11 0,2 2 2 0,2 0-4 0,3 0 4 15,2 1 6-15,1-2-10 0,3-3 6 0,0-2-6 0,0-2-3 0,3-1 1 16,-1-4-11-16,4-1-5 0,-1-3-6 0,1-2-8 0,0-3-10 0,1-2-28 15,0-3-37-15,0-3-38 0,1-2-33 0,0-4-50 0,1-4-44 16,-2-4-77-16,1-4-77 0,-3-3-62 0,2-6-278 0</inkml:trace>
  <inkml:trace contextRef="#ctx0" brushRef="#br0" timeOffset="160279.1">14299 3323 3868 0,'-6'2'19'16,"2"1"-19"-16,1 2-11 0,4 2-22 0,3 3-2 0,3 3 2 0,2 1 14 15,1 0 15-15,1 2 2 0,-1 1 10 0,-1 3-1 0,-1 1 5 16,-1 6 1-16,-1 3 3 0,0 5 1 0,0 1-7 15,1 4 0-15,-1 1-7 0,0 2-3 0,-1 2-11 0,1 2-12 0,0 0 1 0,-1-1-3 16,0 2 14-16,0-2 9 0,-1-1 2 0,0-2-4 0,1-1 0 0,-2-1 10 16,1-4-12-16,0-3 4 0,0-5-1 0,0 0-18 0,0-5 3 0,0 0-6 15,1-2-14-15,-1-3-5 0,0-2-8 0,1-2-8 0,-1-3-3 16,0-1-13-16,-1-3-9 0,0-3-17 0,-1-2-20 0,0-3-23 0,-1-1-43 16,0-4-25-16,0-2-35 0,-2-5-39 0,-1-4-20 0,0-5-17 0,-1-6-24 15,1-4 26-15,-1-4-182 0</inkml:trace>
  <inkml:trace contextRef="#ctx0" brushRef="#br0" timeOffset="160659.52">14422 3337 1948 0,'-3'-9'147'0,"0"-2"-68"15,-1 0-6-15,2 2-20 0,1 4-14 0,2 2 9 0,0 1 11 16,1 1 11-16,1 1 2 0,0 1 4 0,0 2 8 0,1 2 4 0,2 2-4 16,0 3-6-16,1 1-15 0,1 2-9 0,0 2-13 0,2 0-12 0,1 1-6 15,0 0-12-15,3 1 3 0,1 2-5 0,1-1-5 0,-1 1 1 16,1 1-3-16,1 0 1 0,-1-2-3 0,1 0-1 0,0-1-1 0,1-2 0 15,0 0 0-15,1-2 2 0,0-1 2 0,-1-1-2 0,-2-3 0 16,0 0-2-16,0-2-7 0,-3-1 1 0,2-2 0 0,-3-2 0 0,-1-1-5 16,0-1 3-16,-1-1-1 0,-1-2-1 0,1-1-1 0,-1-2-16 0,-1-2-13 15,0 1-3-15,-1-3-10 0,0-1 9 0,-1-2 2 0,1-1-1 16,-1 0 10-16,0-3 5 0,0 0 10 0,-1 0 12 0,-1-1-2 0,1 1 7 16,-3 1 3-16,1 1-2 0,-1 0 6 0,-1 1-1 0,0 2-5 0,-1 0-1 15,-1 1 6-15,0-1-4 0,0 1 4 0,0 0-1 0,1 3 1 16,0 1-3-16,-1 0 1 0,0 3 6 0,1 1 0 0,-1 1 1 0,1 2 7 15,0 1-2-15,-1 1 5 0,1 1 9 0,-1 1-4 0,1 1 11 0,-1 2 3 16,1 2-1-16,1 2 1 0,0 1 0 0,-1 2-10 0,1 2-4 16,-1 1 0-16,0 2-9 0,0 2-2 0,1 4-2 0,-1 2 3 0,-1 3-5 15,-1 2 3-15,-2 3 0 0,0-2-6 0,0 2-1 16,-2-1-4-16,0 0-4 0,-1-1-3 0,0-2-5 0,-1-2-25 0,0-2-30 0,-1-5-53 16,0-3-45-16,1-2-38 0,1-3-58 0,1-4-60 0,2-3-48 0,0-4-24 15,-1-2 13-15,2-5 80 0,-1-4 32 0,2-4 3 0</inkml:trace>
  <inkml:trace contextRef="#ctx0" brushRef="#br0" timeOffset="160807.52">14844 3251 1763 0,'-1'-17'286'0,"1"-1"-122"0,1-1-20 0,1 6-30 0,0 5-14 15,1 3 10-15,1 4 3 0,1 4-8 0,1 3-3 0,0 3-14 0,1 3-25 16,-1 4-7-16,1 5-18 0,2 5-13 0,-1 4 5 0,2 4-1 16,0 3-4-16,1 3 6 0,2 4 0 0,-1 1-5 0,1 2-1 0,-1-1-8 15,1-1-10-15,0-2-1 0,1-1-4 0,-2 0-13 0,1-3-30 16,0-2-12-16,1-3-25 0,-2-4-36 0,2 0-57 0,0-4-37 0,1 0-31 15,2-3-33-15,-1-1-34 0,1-1-60 0,0-3-55 0,-2-1-12 0,3 0-156 16</inkml:trace>
  <inkml:trace contextRef="#ctx0" brushRef="#br0" timeOffset="161680.54">15546 3956 3410 0,'-1'4'42'0,"3"2"-48"0,1 2-23 0,6 0-15 0,2-1 3 16,4 0 8-16,4-3 17 0,1-1 13 0,-1-1 1 0,1 0 2 0,0-2 5 15,0-1-1-15,-2 0-2 0,1-1 1 0,-1-2-10 0,-1 1 5 0,2-4-3 16,-2-1 3-16,0-2-3 0,-1-2-6 0,0-1-3 0,-1-1-6 16,-1-2 2-16,0-2 6 0,-1-2 0 0,0-1 26 0,-2-1 4 15,-2 0-2-15,0-1 3 0,-1-1-26 0,-1 1 2 0,-3-1-1 0,-1 0 1 16,-2 3 1-16,-1-1 8 0,-2 3 1 0,-2-1 2 0,-1 2 2 0,-3 0-5 15,-1 2-1-15,1 0 1 0,-3 2 1 0,1 2 4 0,-1 2 15 0,0 1 6 16,-2 2 5-16,2 3 3 0,-1 3-5 0,-2 2-10 0,1 3 1 16,0 2-7-16,-2 3-6 0,0 1 6 0,1 4-2 0,2 1-4 0,1 3 4 15,2 0-2-15,0 3-2 0,3 2-5 0,2 2-4 0,0 3-1 0,2 3-1 16,2 4 8-16,1 0-14 0,1 2-12 0,2 3 8 0,1-2-1 16,3 3 13-16,2-3 17 0,2-1-4 0,3-1 0 0,1-4-6 0,2 0-9 15,1-4-2-15,3 0-7 0,2-5 1 0,1-3 1 0,3-2-6 16,-1-3-1-16,1-4-4 0,-1-1 1 0,-1-3-2 0,1-3-3 0,-2-1-5 15,0-2-12-15,-2-3-7 0,0-2-6 0,-2-2-11 0,-1-2-1 0,-1-3-1 16,-2-1-10-16,-2-4-4 0,-1-3-17 0,0-4-17 0,0-3-5 16,0-2-3-16,-2-2 8 0,0-1 2 0,0 0 10 0,-1-3 20 0,-1 2 26 15,0-2 28-15,0-1 17 0,1 2 31 0,0 1 6 0,-1 3 12 0,-1 1 11 16,-2 4-6-16,-1 3 16 0,0 3 10 0,-1 4 13 0,-1 6 4 16,-1 2-5-16,0 3-8 0,0 5-2 0,0 2 0 0,0 2-3 0,0 5-4 15,1 1-8-15,-1 5-9 0,2 3-5 0,2 1 1 0,-2 4-30 16,3 0 4-16,0 2-6 0,0 1-3 0,1 2 21 0,1-1-7 0,1 3 7 15,0-2 3-15,1 2-1 0,2-2-1 0,-1-1-9 0,0 0-4 0,0-3-5 16,2-1 2-16,1-4-3 0,1-2-4 0,0-4-3 0,1-2-5 16,2-4-2-16,0-1 2 0,1-2 4 0,1-3-9 0,-1-1 3 0,1-1 4 15,-1-3-8-15,-1-1 8 0,0-2-4 0,0-3-2 0,-1-1 3 0,-1-4-1 16,-1-2-4-16,-2-4 1 0,1-2 3 0,-1-3 2 0,-1-3-6 16,-1-1 5-16,-1-2-3 0,-2 0-3 0,-1-1 5 0,-2-1-7 0,-2-1-2 15,-1 0 2-15,-1-1 27 0,-3 1 2 0,-1 0 0 0,-2 1-3 16,-2 0-27-16,-3 1 1 0,-2 1 0 0,-1 2 5 15,-2 3-1-15,-1 2-4 0,-3 2 0 0,0 5 3 0,0 2-3 0,-3 3 2 0,-3 3-2 0,0 4-9 16,-3 3 1-16,-1 5 1 0,-1 3 2 0,-2 3 1 0,1 3 9 16,-2 3 6-16,5 2 0 0,-1 4 5 0,4 0-9 0,3 3-3 0,2 2-2 15,4 0-11-15,1 3-9 0,2 0-26 0,1 2-21 0,2-1-9 0,1 0-6 16,2-1 13-16,3 0 8 0,0-3 2 0,3-1-11 0,2-4-9 16,3-2-7-16,1-3-12 0,2-3-8 0,2-1-7 0,1-3 4 0,0-3 17 15,2-3 23-15,1-1 33 0,1-3 21 0,-1-1 16 0,2-3 18 16,1-1 7-16,0-2 9 0,0 0 10 0,1 1 9 0,1-1 13 0,-2 3 13 15,1-2 7-15,1 2 4 0,-1 1-8 0,0 1-5 0,2 2-9 0,-1 0-6 16,2 2-2-16,0 1-8 0,-2 1-10 0,3 2 0 0,1 0-2 16,-1 2-2-16,2 0-2 0,-3 1-4 0,2 0-4 0,1 0-8 0,-2 0-5 15,2-1-3-15,-1 0-1 0,-2 1 2 0,1 0 1 0,-2-1-6 0,1-2-2 16,-1-1 2-16,-2-2-7 0,2 0 3 0,-2-1-1 0,-1-1-6 16,1-1-1-16,-2-2-5 0,0-1-9 0,-2-1-8 0,0-2-15 0,-2-1-23 15,-1-2-20-15,-1 0-29 0,-2-3-15 0,-1 1-16 0,0-2-18 16,-1-1-26-16,-1-1-29 0,0-1-25 0,-1-2-23 0,0 0 1 0,-1-2 22 15,0 0-136-15</inkml:trace>
  <inkml:trace contextRef="#ctx0" brushRef="#br0" timeOffset="161989.54">17695 3593 2429 0,'-3'5'222'0,"1"2"-146"0,-2 2-42 16,2 1-37-16,1 0 3 0,2 2 17 0,1 4 27 0,2 1 23 0,-1 1 14 15,1 4 10-15,0 1-4 0,1 2-2 0,0 2-46 0,0 2-12 16,-1 3-11-16,3-1-12 0,1 3 17 0,0-1 1 0,1-2-4 0,0-3-2 15,0 0-1-15,0-5-4 0,1-2-11 0,1-2 0 0,-1-3-9 0,2-3 2 16,-1-1 3-16,-1-3-5 0,1-3 0 0,-2-3-4 0,-1-3-2 16,1-2 3-16,-2-3 5 0,0-3-1 0,-1-3 7 0,1-2 2 0,1-1 1 15,0-4 4-15,-1-2-3 0,1 0 1 0,-1-4 5 0,0 0-2 0,-1-1 2 16,-2-1 6-16,2 1-3 0,-2-1 3 0,0 2 5 0,0-1 20 16,-1 1-1-16,2 1 0 0,-1 2-7 0,2 2-26 0,1 4-3 0,0 3 3 15,0 4 0-15,0 4 9 0,1 4 9 0,1 3 6 0,1 3 2 16,0 3-5-16,2 2-6 0,0 4-9 0,2 4-10 0,-1 2-27 0,1 3-10 15,1 2 1-15,-3 1 2 0,3 4 23 0,0-1 3 0,0 2 4 0,-2-2-2 16,1 2 3-16,0-3-7 0,-1 0-11 0,0-1-11 0,0-2-9 16,1-2-22-16,-1-5-24 0,-1-3-18 0,-3-2-33 0,1-4-16 0,-1-2-21 15,1-1-45-15,-2-2-47 0,0-2-64 0,-1-4-78 0,-1-1-59 0,-1-3 13 16,0-3-76-16</inkml:trace>
  <inkml:trace contextRef="#ctx0" brushRef="#br0" timeOffset="162374.7">19151 3361 3806 0,'-1'5'27'0,"3"1"-60"0,1 3-47 0,4 0-10 0,3 2 17 15,2 2 40-15,1 2 46 0,1 2 17 0,-3-2 5 0,0 4-5 0,-3 3-7 16,-1 2-2-16,1 6-12 0,-2 1-3 0,0 3-6 0,-1 2 4 0,-1 2-2 16,-1 2 1-16,-1 2-22 0,-1 0-7 0,0 3 0 0,-1 1-1 15,-1-1 27-15,0 0 6 0,0-1 0 0,1-4-3 0,2-3 1 0,1-3 5 16,0-6-1-16,3-4 1 0,0-4-5 0,2-4-4 0,2-4-2 16,3-1 0-16,1-2 2 0,2-2-1 0,0-2 6 0,2-2-7 0,1-1 0 15,1-1-1-15,2-2-1 0,1-2 13 0,0-1-3 0,0-1-2 0,1-1 3 16,1-3-12-16,0 1 7 0,0-2-1 0,0 0-12 0,-1-1 7 15,2-1-5-15,1 0-4 0,-3 0-4 0,0 0-8 0,-2-2-18 0,-1 0-8 16,-2 0-19-16,-3 0-21 0,0 1-13 0,-1-2-24 0,-3 0-15 0,0-1-8 16,-3 1-20-16,-1-2-5 0,-1-1-10 0,-2-1-19 0,-2-2-16 15,-2-2-39-15,-1 0-47 0,-3-4-41 0,-3 2 16 0,-1-2-131 0</inkml:trace>
  <inkml:trace contextRef="#ctx0" brushRef="#br0" timeOffset="162546.7">19086 3632 2913 0,'-6'4'535'0,"0"1"-509"0,1 0-68 16,5-2-46-16,6-1-1 0,6 0 28 0,4-1 45 0,1-1 36 0,3-1 14 15,1-2-1-15,1 0-4 0,2-2-7 0,3 0-10 0,1 0-5 0,4-3-3 16,-1-1-11-16,3-1-2 0,-2 0-16 0,1-1 1 0,-2 0-4 0,-1-1-15 16,-1-1-4-16,0-3-22 0,-2 0-18 0,0 1-14 0,-2-1-22 15,-2 1-42-15,0 1-45 0,-2 0-48 0,0 0-33 0,-3 0-24 0,-2 2-27 16,-3 1 10-16,-2 3 39 0,-3 0-147 0</inkml:trace>
  <inkml:trace contextRef="#ctx0" brushRef="#br0" timeOffset="162710.7">19185 3981 2801 0,'5'8'556'0,"2"0"-561"0,5 2-46 0,5 0-26 0,5-2 5 0,5 0 23 16,4-1 33-16,3-2 27 0,-1-2 1 0,2-1-1 0,-2-2-6 15,1 0-7-15,-1-1-7 0,1-2-24 0,-2 0-17 0,0-2-29 0,1-1-23 16,-3-3-12-16,2-1-17 0,-2-2-29 0,-1-1-39 0,-2-3-55 16,-3-1-47-16,0 0-37 0,-2-3-45 0,1-2 0 0,-1 0-81 0</inkml:trace>
  <inkml:trace contextRef="#ctx0" brushRef="#br0" timeOffset="163090.74">20216 3431 3535 0,'-5'11'325'15,"0"0"-341"-15,0 6-51 0,4 2-21 0,5 1 3 0,2 1 37 0,2 2 40 16,2-3 21-16,0-1 13 0,-1-1-1 0,-1 0-5 0,0 0-6 0,1 2-1 16,-1 1-8-16,2 0-5 0,0 2 2 0,1 0-2 0,0-2 2 15,-1 1-17-15,0-2-9 0,1-1-5 0,0 0 3 0,-1-1 21 0,-1-2 5 16,-1 0-2-16,-1-3-4 0,0-1-5 0,0-4 2 0,-1-3-4 0,1-1 0 15,-2-2-6-15,1-2-5 0,0-2 0 0,0-3-7 0,1 0 13 16,-2-3 1-16,1-3 7 0,-1-2 8 0,1-4-2 0,0-1 1 0,0-1 17 16,0-2 2-16,1 0 1 0,0-1 5 0,1 0-20 0,-1 0 1 15,2-1 3-15,0 1 7 0,-1 1-8 0,0 1 8 0,0 0 4 0,1 2-10 16,-1 2 4-16,0 1 0 0,1 3 2 0,0 4 6 0,-1 2 5 0,0 2 4 16,0 3 2-16,0 3 6 0,0 2-6 0,0 2-7 0,0 2-9 15,1 4-16-15,-1 2 6 0,0 1-10 0,1 2 8 0,-2 3 2 0,1 1-6 16,-1 1 9-16,0 2-10 0,-1 0 6 0,1-1-6 0,1 1-18 0,-1-3-12 15,0 0-12-15,-3-2-15 0,2-1 2 0,-2-3-5 0,1-1-16 16,-1-3-11-16,-1-1-22 0,-1-2-31 0,0-3-18 0,-2-2-22 0,1-2-27 16,-1-1-32-16,0-1-37 0,1-1-44 0,-1-2-29 0,0-2-12 15,0-1 39-15,1-1-143 0</inkml:trace>
  <inkml:trace contextRef="#ctx0" brushRef="#br0" timeOffset="163626.67">21386 3225 3373 0,'-4'-1'-68'0,"-1"1"-111"0,0 1-32 0,0 0 46 16,0 3 87-16,0 1 87 0,0 1 45 0,-2 2 12 0,-3 0-6 0,-2 2-15 16,-1 3-14-16,-2 2-16 0,-1 2-8 0,0 2-4 0,2 3 9 15,0 2 2-15,2-1-1 0,1 3-1 0,1 0-12 0,0 4-3 0,2 0-7 16,0 3-1-16,0 0 4 0,2 0-5 0,0-1 12 0,3 0-3 0,0-3 3 15,2 0 2-15,2-4-7 0,0-1-2 0,3-3-12 0,0-5-21 16,2-1-7-16,1-3 2 0,2-2 2 0,1-2 18 0,-1-1 4 0,3-3 7 16,0-2 9-16,1-1 3 0,1-2 10 0,0 0 7 0,1-4 3 0,0-2 3 15,-1-1-3-15,0-1 14 0,1-1-3 0,0-1 1 0,-1 0-8 16,-1-2-15-16,1 1 0 0,0-1-4 0,-1 2 11 0,-1 1-8 0,-2 1 3 16,0 0 6-16,1 2-8 0,-1 1 10 0,0 2 0 0,0 2 5 15,-1 2 4-15,0 4 0 0,0 1 7 0,0 3-5 0,1 3-4 0,-1 0-1 16,-1 4-5-16,1 2-4 0,0 0-3 0,1-1-26 0,-1 1-4 0,0-1-2 15,1 0 0-15,-1-1 21 0,3 1 2 0,0-2-4 0,0-1 2 16,2-3-2-16,-2 0-1 0,1-2 1 0,2-1 2 0,-1-3 2 0,1-1 5 16,0-1-4-16,0-3 1 0,1 0-1 0,0-2-3 0,0-1 2 15,1-2-2-15,-2 0-5 0,-1-2 6 0,2 1 5 0,0-1-3 0,-1-1 6 16,0-2-6-16,-1 0 4 0,0 0 0 0,-1 0-5 0,-1-2 16 0,-1-1-2 16,1-1 0-16,-2 0-2 0,0 1-14 0,-3-1 2 0,1-2 0 15,-3 1-1-15,-2 1 1 0,-1-1-5 0,-3 0 3 0,-1 1 3 0,-4 1-1 16,-3-1 0-16,-2 2-4 0,-2 0 0 0,-2 2-1 0,1 0 4 0,-2 1-2 15,-2 3-5-15,-1 2-1 0,-3 2-7 0,-2 2 5 0,1 2-2 16,-1 3 6-16,1 2-2 0,2 2-9 0,1 0-8 0,1 1-20 0,2 0-26 16,0 1-25-16,1 1-33 0,1 0-31 0,0 0-21 0,1 1-24 0,0-1-34 15,2 1-35-15,3 0-42 0,0 1-37 0,4-1 1 0,0-1-205 16</inkml:trace>
  <inkml:trace contextRef="#ctx0" brushRef="#br0" timeOffset="164012.67">22160 3566 3448 0,'7'15'-56'0,"0"2"-90"16,5 8-28-16,3 1 30 0,2 0 73 0,1 0 75 0,2-1 36 0,-2 0 6 16,-1-2-17-16,0-1-5 0,0-2-19 0,1-1-10 0,-2-2-2 0,2-1-5 15,0-4 10-15,-1-2 5 0,3-1 8 0,-2-4 1 0,2-1 0 16,-3-3-9-16,1-3 4 0,1-2-5 0,-3-1-1 0,2-2 5 0,-1-2-6 16,-2 0-4-16,-1-3 4 0,-1-3-10 0,-1-1-2 0,0-3-5 15,-1-2-14-15,-2-1 12 0,-1-1 7 0,-2-1 4 0,-2 0 10 0,-1 0-1 16,-3 0 1-16,-1 0 3 0,-3-2 2 0,-3 1 1 0,-2-1 3 0,-2 1-1 15,-3 1 3-15,0 0-2 0,-3 3-4 0,1 2-4 0,-3 2-8 16,-3 3-7-16,1 3-7 0,-4 4 2 0,0 2 5 0,0 2 9 0,0 3 3 16,2 3 3-16,0 2-4 0,2 2-15 0,3 2-17 0,-2 1-28 0,1 3-37 15,1 0-30-15,-1 2-29 0,0 2-14 0,1 1-5 0,1 2 0 16,-1 0-11-16,2 1-29 0,2 0-45 0,-1-3-39 0,2-2-4 0,2-2-190 16</inkml:trace>
  <inkml:trace contextRef="#ctx0" brushRef="#br0" timeOffset="164382.67">22645 2564 3559 0,'0'18'-63'0,"1"5"-80"0,3 11-9 0,2 5 42 15,0 3 72-15,1 2 57 0,-1 0 10 0,-1 1 1 0,-1 2-11 16,0 4-5-16,-3 2-7 0,-1 2-3 0,0 2-6 0,0-1-8 0,1 0 1 15,0-2-3-15,1-2-2 0,0-1 5 0,1-4-9 0,1-1-6 16,0-3-7-16,1-2-10 0,1-5-7 0,1-5 0 0,2-5 6 0,2-2 7 16,1-6 7-16,0 0 10 0,0-3 0 0,0-3-2 0,0-2-3 0,0-6-6 15,-1 0-2-15,0-4 4 0,-2-2 1 0,2-1 10 0,1-5-3 16,0-2 5-16,0-3 5 0,1-2-1 0,2 0 8 0,1-2 2 0,1-2 0 16,-1-1 0-16,2 2 4 0,0-3-4 0,0 2 3 0,1 2 0 0,1 0 0 15,0 1 7-15,2 4 7 0,-1 4 13 0,0 1 6 0,1 4 1 16,-1 3-6-16,-2 2-14 0,1 4-2 0,-1 1-5 0,-2 5-5 0,1 3 8 15,-2 2-5-15,0 1 2 0,-2 1-5 0,0 3-1 0,-1-1-4 16,-1 2-10-16,1 1 3 0,-2-1-1 0,0 0-2 0,-1 0-5 0,-2-2-6 16,-1 0-17-16,0-4-24 0,-1-3-54 0,-1-3-48 0,-1-2-62 0,-1-4-70 15,0-1-19-15,-1-3-13 0,-1-2 17 0,-1-2 54 0,-2-3 53 16,-1-3-131-16</inkml:trace>
  <inkml:trace contextRef="#ctx0" brushRef="#br0" timeOffset="164539.67">23205 3275 3281 0,'0'8'226'0,"1"3"-378"0,3 3-82 0,2 1 7 0,5 0 66 16,1 1 105-16,1 1 75 0,-1-2 17 0,-3-3-7 0,1 1-11 0,-1-2-21 16,0 0-12-16,0-1-9 0,-1-2-14 0,0 0-23 0,-3-1-36 0,1-2-20 15,-2-1-31-15,-1-1-22 0,0-1-41 0,-1-1-39 0,1-1-28 16,0 0-9-16,0 0 23 0,1 0 30 0,0-1 55 0,1 0 21 0,0 0-56 15</inkml:trace>
  <inkml:trace contextRef="#ctx0" brushRef="#br0" timeOffset="165112.69">23434 3429 198 0,'5'-1'202'0,"-1"1"-34"0,2 0-24 0,0 1-20 0,-1 1-7 0,2 2-7 15,-1 0-4-15,1 2-6 0,0-1-8 0,-1 3-7 0,2 1-8 16,-1 2-9-16,0 0-9 0,1 3-8 0,1 0-8 0,1 3 2 0,-1 1-5 16,1 0 4-16,0 0 1 0,-1 0 2 0,0 2-4 0,0-2-13 0,0 1-6 15,-1 0-14-15,0-3-7 0,0 0-1 0,-2 0 1 0,2-4-4 16,-1 0 2-16,0-3-1 0,1-2-5 0,-1-1 2 0,-1-1-4 0,1-2-8 15,-1-2-7-15,3-1-8 0,-1-3 4 0,1-1 2 0,-2-1 6 16,1-2 8-16,0-1 5 0,-1 1 4 0,1-3 8 0,1-1 0 0,0-2-2 16,0-1 3-16,0 2 4 0,1-1-1 0,0 1-3 0,-1 0 3 0,1 1-3 15,0 1-8-15,0-1 2 0,0 3 3 0,-1 1 12 0,0 2 16 16,1 3 8-16,1 1-1 0,-2 2-1 0,0 2-2 0,1 2-6 0,-2 2-8 16,1 2-8-16,1 0-4 0,-2 1-14 0,1 3-3 0,0 2-3 0,-1 1-2 15,1 1 7-15,-1 1-4 0,1 0 4 0,0-2-5 0,-1 2 3 16,1-1-3-16,-1 0-7 0,0-3-4 0,2-1-18 0,-1-2 3 0,2-1 5 15,1-2 10-15,-1-1 13 0,1-1 2 0,0-1 3 0,1-1 1 16,1-2 8-16,0-1 4 0,-1-1 12 0,2-2 1 0,-2-1-2 0,1-1-2 16,-2-1-8-16,0-1 1 0,0 1-7 0,0-1 11 0,1 0 5 0,-2-1 2 15,1-2 7-15,1-1-8 0,0 0-2 0,0-1-2 0,-1-3 4 16,-1 0-5-16,1-1 0 0,0 1-5 0,-1-1-1 0,1-1-1 0,-3-1 1 16,1 2 5-16,-2-1-3 0,0 1 2 0,-2 1 1 0,-1 0-1 0,-2 1 6 15,-2 0-2-15,-1 1 1 0,-2 2 3 0,-3 1-5 0,-2-1 2 16,-3 1-3-16,-1 0-4 0,-3 1 1 0,1 1-4 0,-3 1-3 0,-1 1-3 15,1 1-2-15,-4 2-1 0,-1-1-5 0,0 2 4 0,-2 0-1 16,0 2 2-16,3 0 6 0,-1 0 5 0,1 2 4 0,4-2-1 0,1 3-8 16,4-1-13-16,1 1-6 0,2 1-4 0,1 0 5 0,1 1 7 0,2-1 5 15,-1 1 4-15,2-1-3 0,1 2 2 0,3 0 0 0,2-1-3 16,1 1-7-16,2 1-11 0,2 0-4 0,2 0-8 0,1 2 7 0,2 1 7 16,2-1 2-16,-1 1 11 0,2 1-2 0,-1 0 3 0,0 1 1 0,-1-1-1 15,2 2 7-15,-2 1-6 0,0 0 4 0,-2 0 8 0,0 1 2 16,0 1 7-16,-1 0 4 0,-2 0 4 0,-2-1-9 0,-2 1 9 0,-2 0 0 15,-1 0-7-15,-3 2 6 0,-3 0-12 0,0 0-4 0,-4 1-2 16,-2 0-8-16,-2 0-3 0,-1 1-8 0,-2 1 1 0,-2-1-3 0,-2 1 1 16,-2 0 1-16,0 1-11 0,-4 1-4 0,0-2-17 0,-3-1-29 0,0-1-40 15,-3-3-48-15,-1-4-52 0,-4-1-42 0,0-3-39 0,-3-3-33 16,1-4-5-16,1-4 11 0,0-4 52 0,4-6-123 0</inkml:trace>
  <inkml:trace contextRef="#ctx0" brushRef="#br0" timeOffset="165360.69">24089 2366 4031 0,'17'16'20'0,"6"4"-92"0,12 8-18 0,6 8 14 0,4 5 42 15,6 6 38-15,3 5 19 0,1 5-6 0,0 2 4 0,-1 4-1 16,-2 6-3-16,-2 5 5 0,-1 7-7 0,-1 3 1 0,-4 5-12 0,-1 2-4 15,-5 2-6-15,-6 1-4 0,-5 1 4 0,-7 0 3 0,-2 3-15 16,-6-2-1-16,-4 2-7 0,-8 2-7 0,-6-1 1 0,-6 1-20 0,-9 0-22 16,-7-1-31-16,-10 0-46 0,-9-3-72 0,-10 1-141 0,-11-2-300 0,-11 0-277 15,-13-1 10-15</inkml:trace>
  <inkml:trace contextRef="#ctx0" brushRef="#br0" timeOffset="166030.69">3361 3867 187 0,'-28'-10'-7'15,"2"0"4"-15,-5-4-23 0,12 3-102 0</inkml:trace>
  <inkml:trace contextRef="#ctx0" brushRef="#br0" timeOffset="167041.23">3387 1570 1601 0,'-17'-15'121'0,"2"3"-15"0,-3-1-4 0,0-1-13 15,-2-1-35-15,-1 0-22 0,6 5-14 0,1 3-16 0,2 3-1 0,2 3-1 16,1 5-1-16,0 3-2 0,-1 5 0 0,-2 5 0 0,-2 6 0 0,-1 6 2 16,-2 4-5-16,-1 7-7 0,-2 6 5 0,-3 5-2 0,-22 56 15 15,1-3 7-15,6-6-1 0,2-11 3 0,5-6-14 0,0 2 2 0,1 1 1 16,1-1-9-16,3-1 13 0,-2-1 2 0,2-2-2 0,2-1 5 15,2-3-14-15,3-3-5 0,1-1 0 0,3-3 4 0,0-4-3 0,2-1 13 16,-1-3 2-16,1-3-2 0,1-2 3 0,1-4-8 0,2-2-1 0,0-2 5 16,3-3 3-16,0-4 3 0,2-1 4 0,1-2-5 0,2-3 3 15,2 1-1-15,2-3-10 0,0 0 4 0,2-1-1 0,2-1 9 0,2-1 9 16,1 0 5-16,2-2 1 0,2 1-10 0,1-2-1 0,0-2 0 0,2-1-4 16,2-2 2-16,1 1-3 0,3-2-3 0,2-1 0 0,1-1-3 15,2-2 6-15,0-1-5 0,4-3 4 0,1-1-2 0,5-1-3 0,2-2 1 16,2-2-10-16,7 0-1 0,2-2 2 0,4-1-2 0,4 0 4 15,3-2 1-15,6 0 3 0,2-1-1 0,4-1 3 0,2 0-5 0,3-2 12 16,0 0 1-16,-1-1-2 0,2 0 5 0,1-1-12 0,-1 1-4 16,0 0 0-16,1-1-1 0,-3 0-6 0,1 0 3 0,1 1-2 0,0 1 1 15,2 1 7-15,1 0-2 0,2 0 2 0,4 1-18 0,-1 0 0 0,4 1 2 16,1 0-3-16,4 0 17 0,1 0-3 0,4 2-2 0,1 0-9 0,1 1-2 16,3 0 1-16,2 2 0 0,-2 0 12 0,1 1-1 0,0 0-4 15,0 1-1-15,1-1 1 0,-1 3 0 0,0-1 2 0,1 1 5 0,-1 1-1 16,0 0 1-16,1 0 4 0,1 0-7 0,0 1 2 0,3-3 2 0,-1 2-1 15,1-1 3-15,2 1-4 0,0-1 1 0,1-1-1 0,1 0 4 16,0-2 2-16,1 1-4 0,0-1 0 0,2-1-2 0,0 1 3 0,0 0-3 16,4-1 7-16,-2 1-3 0,1-1-3 0,0-1 4 0,-1 0-6 15,2-2 2-15,1 1-1 0,-1-2 4 0,3 1 3 0,1-2 2 0,1 1 2 16,1-1 0-16,-2 1 5 0,3 0 1 0,-2-1 2 0,3 0-6 0,-1 1 3 16,0 1-9-16,2-1 0 0,-2 2 4 0,1 0-9 0,0 0 5 15,-3 1 4-15,2 0 3 0,-1-1-2 0,0 0-7 0,0 0-1 0,0 0 2 16,0-1 1-16,-1 1 4 0,-2-1-2 0,1-2-5 0,0 1 4 0,2-2-4 15,-1-1 3-15,1-2 0 0,1-1-6 0,1-2 7 0,1 0-3 16,0 0 4-16,-2 0 4 0,0 0-7 0,-1 1 0 0,-1-2-6 0,2-1 3 16,-3 1-4-16,1-1 1 0,0 1 3 0,-2 0-3 0,2 1 5 15,0 2-3-15,0-2-6 0,1 2 1 0,-1-1 0 0,-1 2 2 0,0 0-2 16,-1 0 2-16,-1 1 6 0,-3-1-3 0,1 1 0 0,-1-1-1 0,-1 1-4 16,0-2 1-16,-1 1 4 0,2 1 1 0,0-1 1 0,1 0-2 15,2-1-3-15,1 1-3 0,3-1 3 0,2 0 0 0,1-1 0 0,0 0 0 16,-3 1-4-16,-3 0 3 0,-1 1-1 0,0-1 0 0,0 2 2 0,-2-2-2 15,-2 1 4-15,-3 0-2 0,-1 1 2 0,-1 1-2 0,-2 1-2 16,-2 1 0-16,-1 0-4 0,1 2 2 0,-1 1-4 0,1 0-4 0,-3 1 5 16,2 1 0-16,-3 0 7 0,1 2 0 0,0 1-10 0,-2 0-2 0,-1 1 4 15,2-1 3-15,-3 1 5 0,-1 1-2 0,1 0 0 0,-2 1 1 16,-1-1-1-16,-1 2 0 0,0-1-3 0,-1-1-3 0,0 3-1 0,-1-2 3 16,-1 2-3-16,-2 0 3 0,3-2-13 0,0 2-4 0,0-1 5 15,1 1-3-15,-5-1 14 0,-5-1 9 0,-2 1-6 0,-2-1 4 0,-3 1-6 16,1 0-1-16,-4-1-8 0,-3 0-2 0,-1 2 0 0,-2-1-4 0,-1 1 10 15,-2-1-2-15,-1-2-6 0,1 2-5 0,-1-2-8 0,-1-1-8 16,1 1-4-16,-1-1-7 0,-3-1-12 0,-3 1 6 0,0-1-3 0,-2-2 9 16,2-1-1-16,-2-1-12 0,-2-2-14 0,-1-1-11 0,-4-2 9 15,0-1 6-15,-4-2 7 0,-2 1 3 0,-2-2-7 0,1 0-3 0,-2-2 5 16,-4 0 7-16,-1-1-2 0,-3-1-17 0,-2-1-18 0,-1-2-14 0,-2 0 0 16,-3-1 6-16,-2 0 5 0,-2-4 7 0,-4 0 14 0,-2-1 14 15,-2 0 15-15,-6-1 12 0,-2-2-4 0,-4 1 3 0,-4-2 6 0,-3-1-4 16,-4-2-17-16,-5-1-12 0,-3 0 5 0</inkml:trace>
  <inkml:trace contextRef="#ctx0" brushRef="#br0" timeOffset="167307.23">18940 2971 144 0,'-156'-27'59'16,"-19"-2"-10"-16,-46-7 10 0,21 4-2 0,21 6-6 0,1-1-7 0,1 2-9 16,0-1-7-16,0 2-7 0,-1 1-5 0,-1-2 1 0,-3 3 18 15,-3 0 4-15,1 0 5 0,-1 3 0 0,-2-2-12 0,2 0-10 0,-3 1-4 16,-1-2-5-16,-4 2-8 0,-3 1 1 0,-4 2 1 0,1-2-4 0,4 1 2 16,0 0 1-16,3-1-4 0,-1 1-5 0,-2 1-2 0,0 1-3 15,1 0-4-15,0 1 4 0,0 2 2 0,1 0-7 0,0 1 6 0,-1 2 1 16,-1 1-6-16,1 1 6 0,-1 0-2 0,2 1-6 0,4 2-5 0,-1 4-16 15,2 3-31-15,1 3-51 0,0 2-27 0,-2 4-147 0</inkml:trace>
  <inkml:trace contextRef="#ctx0" brushRef="#br0" timeOffset="99501">24704 8348 301 0,'-1'1'46'0,"0"0"-38"0,0 1-9 0,1 1-3 0,1-1 2 16,0 0-1-16,1 1-4 0,-1 0-6 0,1 1-6 0,-1-1-11 0,2 0-15 15,-1 0-14-15,2-1-14 0,1 0-25 0</inkml:trace>
  <inkml:trace contextRef="#ctx0" brushRef="#br0" timeOffset="100583">25877 8371 941 0,'-4'-3'165'0,"-1"0"-124"15,0 0-42-15,0 0-28 0,2 2 2 0,0 0 2 0,1 0 1 0,1 0-10 0,0 1-23 16,0-1-21-16,0 1-20 0,0 0-2 0,0 0 9 0,1 1 15 16,0-1 23-16,-1 0 21 0,0 0 17 0,0 0 16 0,-1-1 11 0,0 0 14 15,1-1 12-15,0 0 15 0,1 0 11 0,0-1 3 0,1 0 2 0,0-1-3 16,0 1-10-16,1-1-3 0,1 0-6 0,-1 0-3 0,0 0 0 15,1 0-5-15,1-1-8 0,0 1-6 0,1 0-5 0,0-1-8 0,1 1 1 16,0-1-7-16,1 1-2 0,-1-1 1 0,2 1-5 0,1 2 0 0,1-2 2 16,0 1-11-16,-1 0 3 0,1 0-2 0,-1 1 2 0,2 0 3 15,1 0 1-15,-1 1 2 0,3 1 1 0,-2 0 0 0,1 0 2 0,4 0-1 16,-1 1 2-16,0 0 4 0,1 1 0 0,-2 0 7 0,1-1-4 16,-2 1 9-16,2 0 3 0,1 0-7 0,-1 0 8 0,0 0-10 0,1 1 4 15,-1 0-7-15,0 0-2 0,0 1-2 0,0-1-2 0,1 1 2 0,-2 0-1 16,2 0 2-16,-1 0 2 0,-2 0 1 0,0-1 3 0,0 1 3 15,1 0-3-15,-1 0 5 0,0 0-2 0,1-2 1 0,-1 1 0 0,0 0-5 16,0-1-2-16,-3 0-3 0,2 0-3 0,0 0 4 0,-1 0-5 0,-1-1-1 16,-2 2-1-16,0-1-2 0,-1 0-2 0,1 0 0 0,-2 0-7 15,-2-1-7-15,1 0-6 0,-4 0-17 0,0 0-32 0,-1-2-28 0,0 1-22 16,-1-1-22-16,0-1-2 0,1-1-8 0,-3-1-4 0,0-1 11 16,0-2 8-16,-1-1-105 0</inkml:trace>
  <inkml:trace contextRef="#ctx0" brushRef="#br0" timeOffset="100933.69">26616 7906 6 0,'-4'4'10'0,"-1"1"5"0,-2 2 7 0,1 0 9 0,1-1 7 15,1 1 8-15,-1 0 5 0,2-1-4 0,1 2-3 0,0-1-9 0,1 0-6 16,0 2-3-16,1-1-2 0,1 0 0 0,1 1 5 0,0 0 5 15,1-1 8-15,0-1 11 0,1 2 12 0,2-1 16 0,0 1 12 0,1 0 7 16,2-1 0-16,-1 1-4 0,3-2-1 0,0 1-9 0,2-1-3 0,1 1-9 16,0-1-10-16,2 0-8 0,1 0-10 0,1 1-5 0,-2-1-6 15,2 1-4-15,-1 0-3 0,-1 0-3 0,2-1-4 0,-1 1 2 0,1-1-6 16,-1 0-8-16,1-1-4 0,0-1-4 0,-2 2 1 0,1 0 6 16,1 1 11-16,-2 0-1 0,-1-1-2 0,0 1-2 0,-2 1-11 0,1-2-3 15,-2 2 1-15,-1 0 1 0,0 0 3 0,-2 0 2 0,-1 1-1 0,-1-1-4 16,0 1 1-16,-2 0-4 0,-3 1 1 0,0 0-2 0,-3 1 2 15,1-2-1-15,-4 1 1 0,1 0-1 0,-4 1-4 0,-1 1 1 0,-2 0-4 16,-4 1-2-16,0 0-4 0,-4 1-7 0,-4 1-8 0,-1-1-4 0,-3 0-8 16,-2-1-4-16,2-2-10 0,-2 0-19 0,1 0-36 0,0 1-47 15,1-1-72-15,-1-1-62 0,-2 0-37 0,-1 1-106 0</inkml:trace>
  <inkml:trace contextRef="#ctx0" brushRef="#br0" timeOffset="101783.69">25774 10547 1006 0,'0'0'341'0,"1"1"-260"0,1-1-56 15,0 0-25-15,2 0-3 0,1 0-2 0,0 1-6 0,1-1-6 0,1 1-7 16,1 0-2-16,0 0-2 0,0 1-10 0,1-1-11 0,1 0-1 0,0 1 0 16,2-1 6-16,0 1 11 0,1-1 14 0,1 0 9 0,0 0 7 15,0 0 9-15,-2 0 0 0,2 0 4 0,1 0 7 0,0 1 5 0,1-1 11 16,2 1 8-16,0 0 12 0,0-1 8 0,-2 1 10 0,0-1-1 0,0 1-2 16,0 0 1-16,-2 0-6 0,0-1-9 0,-1 0-5 0,-2 0-16 15,1 0-13-15,-2 0-11 0,1-1-15 0,-1 0-4 0,0 1-7 0,-2-1-8 16,-2 0-6-16,-1 0-15 0,-3 0-15 0,1-1-15 0,-1 1-19 15,-1 0-3-15,-1 0-13 0,1 0-10 0,-2 0-10 0,1 0-19 0,1-1-15 16,0-1-13-16,1 0 12 0,3-3-102 0</inkml:trace>
  <inkml:trace contextRef="#ctx0" brushRef="#br0" timeOffset="102100.69">26608 10333 1218 0,'0'0'197'0,"1"2"-98"0,1 0-48 0,0 1-2 0,0 1 22 0,2-1 9 16,-1 0 0-16,1 0-11 0,1 1-14 0,-2 1-14 0,1-1-11 15,0 0-7-15,1 0-9 0,1 1-1 0,0 0-6 0,1 1-2 0,-1-2-4 16,0 1-2-16,0 0 5 0,1 0-4 0,1 0 0 0,-1 0 0 0,1 1-4 15,-1 0 5-15,0 0 2 0,0 0-2 0,-1 0 4 0,-1 1-10 16,0 0 5-16,0 0 3 0,-2 0-3 0,1 0 0 0,-2 1 3 0,0-1-1 16,-1 0-1-16,-1 0 5 0,-1 1-6 0,-2 0-5 0,0-1-2 0,-3 2-8 15,-2 1-14-15,-1-1-8 0,-4 1-19 0,-4 0-14 0,-4 0-3 16,-3 2-2-16,-6 1 3 0,-3-1-4 0,-6 0-17 0,-5-1-31 0,-4-2-35 16,-7 0-54-16,-5-2-85 0,-7-3-246 0</inkml:trace>
  <inkml:trace contextRef="#ctx0" brushRef="#br0" timeOffset="169704.32">24576 8451 650 0,'-4'-6'29'0,"1"1"-34"0,0 1-14 0,2 2 3 16,2 1 7-16,0 1 5 0,1-1-2 0,1 1-3 0,0 0-4 0,2 0-4 15,-1 1-3-15,1 0-5 0,0 0-1 0,0 1 2 0,-1 0 1 0,0 0 6 16,0 0 1-16,1 1-1 0,-2 0 1 0,1 0-2 0,0 1 3 16,-1 0 3-16,-1 1 5 0,0 0 4 0,-2 1-1 0,0 0 3 0,0 0-2 15,0 0 2-15,-1 1-2 0,0 1-3 0,0-1-1 0,0 0 1 0,-1 0 1 16,0-1 4-16,0-1-1 0,0-2 2 0,2 0 2 0,0-2 2 15,1-1 5-15,1-1 6 0,0-2 4 0,0 0 4 0,0-1 3 0,1-2-1 16,0 0 0-16,-1-2-2 0,0-1-3 0,0 0-2 0,-1 1-4 16,0 0-3-16,0 0-4 0,-1 1-4 0,-2 0-3 0,0 2-5 0,1 0-3 15,-2 0-5-15,1 1-4 0,1 2-7 0,-2-1-7 0,0 1-13 0,0 1-15 16,0 0-4-16,-2 1 6 0,0 0 12 0,-1 1-13 0,1-1-57 16</inkml:trace>
  <inkml:trace contextRef="#ctx0" brushRef="#br0" timeOffset="170134.32">24867 8697 151 0,'1'0'-9'0,"2"1"-26"0,2 0-60 0</inkml:trace>
  <inkml:trace contextRef="#ctx0" brushRef="#br0" timeOffset="170338.32">26693 8402 134 0,'12'0'74'0,"6"2"-100"0,6 3-22 0,6 5-77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3T12:35:12.6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4521 3346 306 0,'10'-2'77'0,"2"1"-67"0,2 1-8 0,2 1-1 16,-1 1-1-16,1 0 0 0,0 1-1 0,1 0-6 0,1 1-4 0,-1 1-10 16,2 0-13-16,0 1-3 0,-1 1-2 0,0 1-5 0,0 0-13 0,0 2-11 15,-2 0 22-15,0-1 22 0,0 1 18 0,1 0 6 0,-3-1 0 16,1 2 1-16,0-2 7 0,0 1 8 0,1-1 10 0,1 0 10 0,1-1 0 15,0-2-3-15,1 1 1 0,2-1-15 0,0 1 3 0,2 0-6 16,4-1 1-16,-2 0 0 0,5 0 0 0,0 0 4 0,3-2-2 0,2-1 1 16,4 1-5-16,2 0-2 0,1-1-2 0,0 0-2 0,3 1 1 0,0-1-3 15,1 1-3-15,1 0-1 0,3-1-3 0,-2 1-3 0,0 0 5 16,1 0 1-16,0 0-1 0,3 0 0 0,-2 1 1 0,-1-3-3 0,0 2 0 16,-3 0 3-16,1-1-3 0,0 1 0 0,0 1 0 0,-1 0-2 0,0 0 0 15,-1 0 0-15,-1 2 2 0,-3 0-2 0,1 1 0 0,0-2-3 16,-2 2-3-16,1-1-1 0,-2 0-2 0,0 0 0 0,1 0 1 0,-1-1 1 15,2 0-3-15,1 0 5 0,-1-1 0 0,1 0 1 0,1 0 0 16,-1-1-2-16,0 0-2 0,1-3 0 0,-1 1 3 0,0-1-1 0,1-1 4 16,-2 0-2-16,0 0 1 0,1 0 2 0,0-1 0 0,0 1 2 0,0 0 1 15,0-1 1-15,-2 1 0 0,0 0 0 0,0 0-1 0,-3 1-1 16,1 0 0-16,-2 0 1 0,1-1-2 0,0 2 3 0,-1-1 2 0,0-1 1 16,-1 3 6-16,1-3-1 0,2 1 3 0,0 0-2 0,1 0-1 0,2-1-1 15,1 0 0-15,1 0-3 0,3 0-1 0,0-1-2 0,2 0-3 16,1 0 0-16,3-1 0 0,-1 0 1 0,0 0 0 0,0 0 0 0,0-1 0 15,1 0 1-15,2 0 0 0,0-1 1 0,2 0 3 0,-1 0 3 16,1 0 3-16,1 0 4 0,-1 1 0 0,-1 1-2 0,1-1-2 0,-1 1 4 16,1 0 1-16,1 0-1 0,1-1 2 0,1 0-7 0,1 0-1 0,1-1-2 15,3 0-2-15,0-1-3 0,2 1 0 0,2-1-1 0,1-2 2 16,2 2 2-16,1-2 0 0,0 0-2 0,2 0-1 0,1-1 0 0,-2 0-1 16,2 0-1-16,-3 0 0 0,2 1 0 0,1-3 3 0,0 0 0 0,-1-1 1 15,2-1-1-15,-2 0-2 0,0-1 1 0,1-2-2 0,-3-2 1 16,2 1-1-16,1-1 2 0,-1-1-1 0,0-1 1 0,0 1 0 0,-2-2-2 15,1 1 1-15,-2 3 0 0,-3-2 0 0,1 1 3 0,-2 0-2 16,-4 1 1-16,0 0-4 0,-1-1 1 0,-3-1-3 0,-1 2-5 0,-2-3 0 16,-4 1 0-16,-1 1 0 0,0-3 3 0,-2 2 2 0,-2-2-4 0,0-1 1 15,-3-1-4-15,-2-1-2 0,-3 0 1 0,-1-2-1 0,-1 2 1 16,-3-2 2-16,-3 0 0 0,-4-2-1 0,-3 0 1 0,-4-2-4 0,-2-1-5 16,-2 0-7-16,-5-1-6 0,-3 1-2 0,-4-3 2 0,-4 1 6 0,-5-1 8 15,-4-3 10-15,-5 2 8 0,-3-3 3 0,-5-2-2 0,-1-1-5 16,-7-4-6-16,-5 1-3 0,-5 1-1 0,-3-2-1 0,-4 0 0 0,-3-3-3 15,-3 0-2-15,-4-2-6 0,-1 0 4 0,-4 1 10 0,29 25 0 16,-8-6 7-16,-2-1 1 0,-9-4-2 0,-3 2 5 0,-10-6 1 0,-4 2 1 16,-10-6 2-16,-4 2 0 0,-3 2 3 0,-2 0 2 0,-5 2 5 0,-1 0 5 15,-3 1 6-15,-2 2 3 0,-3 1-3 0,-2 3-3 0,-3-1-9 16,-2 2-9-16,-3 1-5 0,-3 2 0 0,56 13 6 0,-8-1 4 0,-3 1 1 16,-8-1-1-16,-1 0-8 0,-9 1-4 0,-1-1-4 0,-9 0 3 0,-1 1 2 15,-8-1 2-15,-3 3 0 0,-8-2-6 0,-2 3-5 0,-8-1 3 16,-2 1-2-16,-9 1 6 0,-2 3 4 0,-1 1 2 0,0 1 4 0,-2 2 4 15,-1 2 7-15,0 2 3 0,-2 2 8 0,0 0 2 0,-2 4-4 16,-8 2-7-16,-132 15 1 0,18 1 6 0,20 4 7 0,22 1 14 0,19 2 0 16,22-1 1-16,22 1 2 0,29-2-8 0,4 2-3 0,4 3-8 0,3 1-7 15,2 2-4-15,4 2-5 0,4 1-3 0,6 2-3 0,4 2-6 16,5 0 0-16,-7 8 0 0,-63 40 2 0,35-8 5 0,29-11-2 0,36-16 0 16,5 1-2-16,4 3 0 0,1 2-2 0,2 0-4 0,2 1 0 0,1 3 6 15,5 1 2-15,5 2 2 0,4 2 1 0,4 1-13 0,5-1-5 16,4 2-4-16,7-2-9 0,4 2-14 0,6 0-32 0,4 2-46 0,6 3-40 15,4 0-229-15</inkml:trace>
  <inkml:trace contextRef="#ctx0" brushRef="#br0" timeOffset="14768.03">3948 6739 112 0,'-7'-9'77'0,"0"0"-7"0,-1-2-27 0,2 1-12 0,2 0-2 0,1 1-4 15,2-1-4-15,2-1-1 0,0 1-5 0,1 0-3 0,0-1-3 16,0 1 0-16,0-1-5 0,1 2 1 0,-1 1-1 0,0 2-2 0,0 0 3 16,1 0-3-16,-1 0 0 0,3 1 1 0,0-2-3 0,0-1 4 0,2 0-1 15,1-2-1-15,1 1-1 0,2-1-1 0,2 1 2 0,1-2 1 16,3-2 0-16,3-1 0 0,1-1 2 0,1 0 4 0,1-1 6 15,1 0 9-15,1-1 6 0,2 0 4 0,3-2 5 0,1 0 6 0,4 1-1 16,-1-1-6-16,5-1-6 0,1 1-4 0,2-1-1 0,3 1 8 0,1 2 5 16,2 2 0-16,1 2 0 0,1 3 1 0,3 2-3 0,0 2-5 0,2 3-7 15,2 3-7-15,1 3-11 0,2 2-5 0,1 4-3 0,-1 3 0 16,-1 5 1-16,1 1-1 0,0 6 0 0,3 4 0 0,1 1-1 0,2 4 0 16,2 4-5-16,0 1 3 0,0 4-2 0,-1 2 0 0,0 2 2 0,-2 2-1 15,-1 2 0-15,-2 0 0 0,-4-1 1 0,-1 0-2 0,-1-1-1 16,0 0-4-16,-4 1 0 0,0-3 9 0,-4 0 1 0,-4 1 3 0,-3-1 0 15,-1 0-3-15,-4 1-1 0,-3 0-1 0,-4 0 0 0,-4-3 0 16,-5-1 1-16,0-2 0 0,-4 1 1 0,-2-1-5 0,-2-2-1 0,-2-2 11 16,-1 0 0-16,-3 1 5 0,-3 0 5 0,-1-1-9 0,-3 1-2 0,-2-1 2 15,-2 2 0-15,-4 0 1 0,-2 0-4 0,-3 0 0 0,-2-2-3 16,-3 0 1-16,-1 2 2 0,-2-3-2 0,-4 0-6 0,-3-2 3 0,-5 1 6 16,-1-2-1-16,-6 0 9 0,-2 0-5 0,-3-3-7 0,-3 0-2 0,-4-2-3 15,-2-2 5-15,-3-1 1 0,-2-3 6 0,0-1 4 0,-2-2 1 16,-2-5 8-16,0-3 2 0,0-4 8 0,-1-4 4 0,0-3-1 0,-4-5 3 15,-1-4-8-15,0-5-3 0,-1-2-4 0,2-3-1 0,4-3-1 16,0 0-2-16,4-3-1 0,2 0-4 0,2-3-4 0,1-2-3 0,2-2-2 16,3-1-8-16,1-1 10 0,2 0 2 0,2-2-2 0,0 2 8 0,5-2-2 15,2 3-3-15,3 1 4 0,3 1-5 0,2 1-1 0,1 1 0 16,2 0-5-16,2 1 6 0,0-1-7 0,3 1 0 0,1 2 0 0,1 3-3 16,0-1 4-16,2 2-1 0,1 0-1 0,0 1 2 0,4 2-4 0,-1 2 3 15,2 1-3-15,2-1-3 0,1 2 3 0,2 0-6 0,1 2 5 16,1 1-5-16,2 0-15 0,1 1-19 0,2-2-36 0,3 0-38 0,2-1-25 15,2 0-35-15,4 0-18 0,3-2-6 0,6-2 15 0,6-1-180 16</inkml:trace>
  <inkml:trace contextRef="#ctx0" brushRef="#br0" timeOffset="15483.03">8948 7724 1348 0,'-1'-10'39'0,"2"1"-35"0,-1 0-31 16,1 4-13-16,0 3-21 0,1 1-8 0,0 2 0 0,1 1 0 0,2 2 6 16,0 2-10-16,3 2-12 0,0 2 1 0,1 1 13 0,-1 1 20 0,1 1 21 15,1 0 17-15,2 1 9 0,3-1 3 0,0 1 5 0,4-1 1 16,1-1 3-16,-1 0 4 0,4-2 2 0,1 2 3 0,2 0 1 0,5 1-3 15,0-2-1-15,6-1-3 0,0 1-1 0,2-2-1 0,4 0-1 16,0-1 0-16,2-2-1 0,1-1 2 0,1-1 0 0,0-2 1 0,-2-2 6 16,0-1 12-16,-1-2 19 0,-1-3 24 0,-1-2 19 0,1-3 12 0,1-3 2 15,0-3-10-15,2-3-12 0,2-2-11 0,0-1-13 0,1-2-6 16,0-1-7-16,0-1-8 0,1-2-7 0,-2 0-5 0,-2-3-4 0,-2 0-13 16,-1 0 9-16,-2 0 4 0,-1-1 1 0,-3 1 12 0,-2-2-16 0,-3 1-3 15,-5 1 0-15,-1-1 0 0,-6 1 6 0,-2-2-1 0,-4-2-11 16,-4 0-12-16,-6-2-26 0,-5 0-20 0,-7-3-5 0,-7-1 0 0,-6-2 0 15,-4 0 12-15,-6 1-11 0,-2 2-17 0,-4 1 8 0,-4 1-4 16,-5 1 16-16,-6 2 19 0,-7 1 7 0,-7 2 5 0,-4 0 3 0,-6 2 5 16,-2 3 3-16,-5 2-2 0,-2 6 3 0,-1 2-2 0,-4 4 3 0,0 3 6 15,-4 3 7-15,-1 5 7 0,-3 1 11 0,0 3 11 0,-2 3 8 16,-4 4 12-16,2 5 8 0,-2 4 7 0,1 4-2 0,6 3 4 0,3 5 2 16,7 3-5-16,6 2-1 0,8 2-13 0,8 1-17 0,9 5-13 0,10 2-14 15,7 3-10-15,8 4 0 0,6 2 1 0,5 2-4 0,5 0 4 16,3 1-10-16,5 1 2 0,3-2-2 0,3-1 2 0,3-2-1 0,4-3 1 15,1-1 2-15,5-4-13 0,1-4 5 0,4-2 11 0,1-5 0 16,1-4 11-16,3-4 2 0,-3-2-7 0,2-3 1 0,2-4 2 0,-2-1-2 16,1-3-4-16,-2-2 1 0,-2-3-1 0,1-2 7 0,-1-1 2 0,0-1-1 15,-1-1 3-15,1-2-4 0,-1-1 6 0,-1 0-2 0,-2-2 2 16,-1 0-4-16,0 0-3 0,-2 0-4 0,0-2 0 0,0 0-7 0,-1 0-6 16,0 0-21-16,0-1-24 0,0-1-25 0,-1 0-27 0,1-2-29 0,1-1-42 15,0 0-70-15,1-3-56 0,0-2-33 0,3-3-74 0</inkml:trace>
  <inkml:trace contextRef="#ctx0" brushRef="#br0" timeOffset="16507.03">19174 7977 925 0,'45'5'75'0,"5"3"-44"0,14 2-11 0,-4 0-9 0,-4-1-10 16,4 0-5-16,2-3 6 0,3 0-6 0,3-1 3 0,0-2 1 0,2-3-3 15,-2-1-1-15,-3-2-4 0,-1-2 1 0,-1-1 0 0,-1 0 9 16,-3-2 9-16,-1-1 6 0,-1-2 12 0,-2 0 5 0,-2-1 9 0,-2 1 5 16,-1-2 3-16,-2-1 7 0,1-2-7 0,-1 1 5 0,-2-1-1 0,-1 0-6 15,-1 0 0-15,-1 0-3 0,-2 0-5 0,-1-1 1 0,0 0-3 16,-3 1-1-16,-1-3 1 0,-4 0-4 0,-4 0-3 0,-1-2-2 0,-3 0-2 16,-2-2-9-16,-1-1 3 0,-2-1-3 0,-3-2-5 0,-2-3 4 0,0-3-12 15,-3-2-4-15,0 0-4 0,-2-3-7 0,-2-2-5 0,-1-3-15 16,-1-4-2-16,-3 0-9 0,-1-3-5 0,-2 1-7 0,-3-3-21 0,-2-1 5 15,-2-1-4-15,-4-2-1 0,-4 1 14 0,-3 1 2 0,-4 1 13 16,-3 2 11-16,-4 2 9 0,-5 2 11 0,-3 3 2 0,-6 4 10 0,-2 5 7 16,-3 3 0-16,-4 4-3 0,-2 2-5 0,-4 3-3 0,-4 5 5 0,-2 2-1 15,-4 3 9-15,0 4 2 0,-3 4-4 0,-1 2 5 0,0 4 0 16,-2 3 4-16,1 3 3 0,-1 5 4 0,-1 3 3 0,-1 4 6 0,0 4 5 16,0 5 3-16,1 4 1 0,-1 4-10 0,1 2-6 0,2 4-4 0,1 5-9 15,3 2-2-15,3 3-2 0,3 1-9 0,1 0 1 0,4 3-9 16,1 1-7-16,4 1-29 0,2 3-33 0,1-2-48 0,4 2-68 0,1 1-50 15,1-1-20-15,-1 1 18 0,0 1-119 0</inkml:trace>
  <inkml:trace contextRef="#ctx0" brushRef="#br0" timeOffset="46484.37">4405 10783 27 0,'2'-1'12'16,"1"0"-3"-16,1 0-3 0,-1-1 0 0,1 1-3 0,0 0-3 0,0-1 2 16,2 0 0-16,0 0-1 0,0 0 0 0,0 0-1 0,0 1-1 15,0 0 0-15,0 0 0 0,1 1 1 0,-3-1 0 0,2 0 1 16,-1 0 0-16,-1 0 1 0,1 1 2 0,0 0 0 0,0-1 4 0,0 0 0 15,-1 0 5-15,1 0 5 0,0 0 3 0,1-1 2 0,-1 0-4 0,0-1-4 16,1 1 1-16,2-1-5 0,-1 0 1 0,1 0 0 0,-1 0-5 0,0 1 2 16,0 0-1-16,0 1 2 0,0-2-2 0,1 3 0 0,-1-2-2 15,1 0 0-15,1 2 4 0,-1-1-1 0,0 2 4 0,-2 0-1 0,0-2 2 16,1 1 9-16,0 0 4 0,1 0 1 0,1 1 4 0,0-1-3 0,1-1-3 16,0 1 2-16,2-1-7 0,0 1-3 0,2-1-3 0,-2 1-4 15,1 1 1-15,1-1-3 0,2 1-2 0,-1-1-1 0,-2 2-3 0,3-1-2 16,-1 0-3-16,0 1 1 0,0-1-1 0,0 0 4 0,-1 2 0 15,1-1 1-15,-2 1-1 0,-1-1-1 0,2 0 3 0,-1 1-2 0,1-1 0 16,-3 0 0-16,1-1-2 0,-1 0 1 0,0 0-1 0,-1-1 0 0,0 1 2 16,-1-1-1-16,1-1 0 0,0 1 0 0,0-2 0 0,-3 1 0 15,1-1 3-15,-2-1-2 0,-1 1 3 0,1-2-1 0,1 0 2 0,-2-1-3 16,1-1 0-16,-1 0 1 0,0-1-4 0,0-1 0 0,-1-2 0 0,0 0-3 16,0 0 2-16,-1-1 3 0,-2 1 0 0,1-1 0 0,-3 1-1 15,-1-1 3-15,-1 0 1 0,-3 0 0 0,0 1 1 0,-2-2-2 0,-1 1 1 16,-3 0 1-16,0 0 2 0,-2 1 0 0,-3 0 0 0,0-1 4 15,-1 0-2-15,-1 0 2 0,0 0-3 0,0 2 1 0,-2-1-2 0,-1 0-2 16,0 1 1-16,-1 1-2 0,0-1 5 0,-1-1 0 0,0 2 0 16,0-1-1-16,0 1-1 0,-1 0 0 0,1 1-1 0,-1 1 1 0,1 0 2 15,-2 2 1-15,-2 1 0 0,0 0-5 0,0 2 2 0,1 1-2 0,0 0 2 16,3 2-1-16,-3 0-2 0,2 1 0 0,1 2-3 0,0 0 1 0,2 3-2 16,1 1-1-16,1 3-6 0,2 2-14 0,0 2-15 0,1 3-23 15,1 1-34-15,1 1-30 0,0 4-31 0,2 1-11 0,1 5-139 0</inkml:trace>
  <inkml:trace contextRef="#ctx0" brushRef="#br0" timeOffset="52874.37">9840 10732 114 0,'0'-7'60'0,"1"-1"2"0,2-1-24 0,1 1-12 15,0-1-11-15,2 1-6 0,2 1-3 0,1-1-3 0,1 2-2 0,0-1 2 16,-1 2 0-16,0-1-2 0,1 0 0 0,0 0-1 0,1 1 2 16,0-1-2-16,1 1 1 0,0 0 0 0,1 0-3 0,-1 0 5 0,0 0 0 15,1 1 0-15,-1-1 3 0,2 1 0 0,-1 0 2 0,0 1 3 16,-1-1 3-16,2 0 1 0,-1 1-1 0,0 1 2 0,0 0-4 0,-2 0-1 15,3 1-2-15,-1 0-1 0,0 0 0 0,0 0 0 0,-2 0 0 0,1 0-3 16,2-1 2-16,-1 1-3 0,1-2 1 0,-1 1-1 0,1-1 0 16,2 0-1-16,0 0 0 0,-1-1 0 0,2 0 0 0,-2-1 0 0,0 0 1 15,-2-1-1-15,1 1-1 0,0-1 1 0,-2-1 1 0,-1 1-3 0,1-1 3 16,-1 0 0-16,0 1 0 0,-1-1 1 0,0 0-2 0,-1 0 1 16,-1 0 0-16,-1-1 0 0,0 1 1 0,-1-2 1 0,-1 1-3 0,1-1 2 15,-2 0 1-15,-1-1-1 0,-1 1 1 0,-1 1-2 0,-1 0 0 16,-2 1-3-16,-1 0 2 0,-1 0-3 0,-2 0 0 0,0 0 1 0,-2 0-1 15,-2 1 1-15,-1 1 1 0,-1-1-2 0,-3 0 0 0,-1 2 3 0,0-1-1 16,-1 1 3-16,-1 0 1 0,-1 1 0 0,-1 1 2 0,-3 0 0 16,-1 0 6-16,1 2 1 0,-1 0 4 0,0 1 6 0,1 0 2 0,1 2 5 15,1 0 2-15,1 1 1 0,-1 0 0 0,2 1 1 0,1-1-2 0,1 1-5 16,1 2-7-16,2 0-3 0,-1 1-9 0,1 1 2 0,-1 1-7 16,3 0-4-16,-1-1 0 0,0 1-4 0,2 1 4 0,1 0 1 0,3-1-6 15,1 1-1-15,1-3-1 0,2 1-9 0,2 0 0 0,1 0-7 16,3 1-17-16,2-1-27 0,1 0-54 0,2 0-41 0,2 1-24 0,2-1-175 15</inkml:trace>
  <inkml:trace contextRef="#ctx0" brushRef="#br0" timeOffset="55636.52">9815 10171 255 0,'2'-9'38'0,"1"0"6"16,1-2 3-16,1 4-10 0,0 1-11 0,1 2-14 0,1-1-2 0,0 1-4 15,1 0-4-15,1 1 0 0,0 1-3 0,1 1 2 0,1 1 0 16,-2 0-2-16,1 0 1 0,0 1-1 0,0 0 2 0,2 1 0 0,-1 1 2 15,1-1 0-15,2 1 0 0,2-1 2 0,1 1-2 0,0-2 0 0,2 0 1 16,1 1 0-16,1-1 0 0,1 0-1 0,1-1-1 0,-1-1 2 16,3 0-1-16,-1 0 2 0,0-2-3 0,2 1 3 0,0-2 1 0,3-2-3 15,-2 1 3-15,1-1-1 0,-1-1 0 0,-2 1 6 0,1-1-4 0,-3 0 7 16,1-1 2-16,-2-2-1 0,0 0 5 0,-1 1-4 0,-2-2 0 16,0 1 3-16,-1-1 0 0,-1-1-1 0,-3 1-1 0,1-1 1 0,-2 0 0 15,-2 1-1-15,-1-2 1 0,-2 2-2 0,-2 1 1 0,-1-1-1 16,-2 0-1-16,-2 0-1 0,0-1-3 0,-3 2-1 0,-1-2-2 0,-1-1 1 15,-3 0-5-15,0-2 4 0,-4 2-7 0,-3-4 1 0,-2 1-1 0,-2-2-2 16,-2 2 1-16,-2-1-4 0,-3 1 1 0,-3 1 0 0,-2 0 2 16,-1 0 0-16,-2 1 1 0,-1-1 1 0,-1 2 2 0,-1 0 5 0,1 1-2 15,-1 1 3-15,3 2-4 0,1 3-1 0,-1 1 3 0,1 1-2 0,-3 1-1 16,1 2 0-16,0 1-4 0,0 1 0 0,2 1 3 0,1 0 1 16,2 1 3-16,3 2-1 0,2-1 2 0,4 2 0 0,2 2-3 0,2 2-1 15,2 1-2-15,1 3-4 0,0 1 1 0,1 2 0 0,0 1 0 16,2 2-1-16,0 1 1 0,3 3 0 0,0 0-2 0,1 3 0 0,1-2-2 15,1 0-1-15,1-1 1 0,2 0-1 0,3 0-2 0,-1 1-3 0,2-2-4 16,0 0-1-16,1-2-1 0,0-1-1 0,1 0 1 0,0-2-3 16,0-3-5-16,2-2 0 0,-1-2 0 0,-1-2 2 0,0 0 4 0,0-2 6 15,2-1 3-15,-2-2 4 0,-1-1 6 0,1-1-2 0,-3-1 5 0,2-2 2 16,-1-1-1-16,-1 0 1 0,1-1 2 0,-1 0-3 0,1-1 3 16,-2 0-3-16,0 1-1 0,1-1-1 0,-2 1 0 0,1-1 0 0,0 1 1 15,0 0-3-15,-2 1-1 0,1 0 0 0,0 1-3 0,0 0 2 0,1 0-1 16,-1 1 4-16,-1 0-4 0,1 0-1 0,0 0-6 0,0 0-5 15,0 0-5-15,0 0-1 0,1 1-3 0,-1-1-3 0,0 1 4 16,1-1 0-16,-2 1 5 0,1 1 3 0,1-1 1 0,-1 2 3 0,1-1 1 16,-1 1 0-16,1 1 0 0,-1-1 1 0,1 0-1 0,-1-1 1 0,0-1 1 15,1 0-1-15,0 1 1 0,-1-1 4 0,0 0 0 0,1 0 1 0,-1-1 3 16,1 0-1-16,1 0 3 0,-1 0 0 0,0-1 0 0,0 0-2 16,0 0 0-16,0-1 2 0,0 1-2 0,0 1-1 0,0-1 2 0,0-1-2 15,0 1 2-15,0 0-2 0,-1 0 0 0,1-1-2 0,0 1-6 0,0 0-7 16,-1 0-10-16,1 0-7 0,-1 0-5 0,0 1-3 0,-1-1-1 15,1 1-1-15,0 0-76 0</inkml:trace>
  <inkml:trace contextRef="#ctx0" brushRef="#br0" timeOffset="58111.02">9858 11834 28 0,'0'-2'24'0,"0"1"-5"0,0 0-6 0,1 1-1 16,-1 0 0-16,0 0 0 0,1 0 1 0,0 1-3 0,-1-1 3 0,0 1 2 16,0 0 1-16,0 0 4 0,1 1-5 0,2 0-3 0,-1 1-1 0,1-1-2 15,0 1 2-15,-1-1 4 0,1 1-1 0,1-1-1 0,0 1 0 16,2 1-3-16,-1 0 1 0,2-1 1 0,0 1 2 0,1-1 2 0,1 0-2 15,1 0 2-15,1 0 1 0,-1-1 2 0,2 1-1 0,0-1 0 16,1 0 3-16,1-1 0 0,0-1 4 0,0-1 0 0,2-1 0 0,0 0 2 16,0-1 2-16,0 0-3 0,1 0-1 0,2 0-1 0,-1 0-4 0,2-1-3 15,0-1-1-15,-1 0 0 0,0 1 0 0,1 0 0 0,0-1-1 16,-2 1-1-16,1-1 2 0,-1 1-1 0,-2-1 7 0,2 0-1 0,-3 0-1 16,0 0 5-16,-2 0-3 0,0 0 0 0,0 0-5 0,-1 0-3 15,0-1-4-15,-1 1-2 0,1-1-3 0,1 0-3 0,-2 0 1 0,1 0 1 16,-2 0 0-16,1-1-2 0,-1 0 1 0,0-1-4 0,-1-1 4 0,1 0 4 15,-3 0-1-15,1 0 1 0,-1 0 1 0,-1 0 2 0,-1-2 1 16,-2-1 3-16,0 0-2 0,-2 0 1 0,-1 1-2 0,-2 0 1 0,0 0 1 16,-2 0-2-16,-1 0-5 0,-1 0 0 0,-1 0-5 0,-1 0-3 0,-1-1-1 15,-2 1-3-15,0 1-5 0,-2-3-4 0,-1 2-3 0,-1-1 3 16,-3 2 2-16,-1 0 8 0,1 2 5 0,0-1 0 0,-1 1 4 0,1 1 1 16,-1 0-2-16,0 1 2 0,-2 1-7 0,1 2-1 0,-1 0 0 0,0 0-1 15,3 2 7-15,-1 0 3 0,1 1-2 0,2 0 6 0,0 1-3 16,-1 1 6-16,2 0 3 0,1 2-6 0,-1 0-1 0,2 1-5 0,0 0-4 15,2 2 1-15,-1 0 3 0,0 1 1 0,-1 0 0 16,1 0-1-16,1 0-4 0,0 1-1 0,1 1-4 0,1 1 4 0,0 0-2 0,2-1-4 16,0 2 3-16,0 0-2 0,2 1-1 0,-1 0-1 0,1 0-5 0,0 1-5 15,0 1 1-15,0 0-2 0,1 0-2 0,1 1-7 0,0 0-5 16,0 0-8-16,0-2-10 0,1 0-16 0,0 0-24 0,1-1-7 0,0-1-10 16,1-2 5-16,0-1 10 0,0 0 3 0,0-1 9 0,0-2-131 0</inkml:trace>
  <inkml:trace contextRef="#ctx0" brushRef="#br0" timeOffset="58758.26">10041 11195 104 0,'-2'-5'67'0,"0"0"-7"0,-1-2-17 16,1 2-8-16,1 1-4 0,0 1-3 0,0 0-1 0,0 1-2 0,0-1-1 15,1 2 0-15,0 0 1 0,0 0 0 0,0 0-5 0,1 1-1 16,-1-1-2-16,1 1 1 0,1 0 3 0,-1-1 0 0,2 1 5 0,2-1 4 16,0 1 3-16,2-1 1 0,0-1 0 0,2 1-7 0,0-1-2 0,0 1-4 15,0 0-4-15,2-1 1 0,0 0 0 0,2 0 0 0,0-1-1 16,0 0 0-16,2-1-2 0,0 0 1 0,1 0-4 0,-2 0 0 0,3 0-3 16,0 0-3-16,1-1 1 0,-2 1-3 0,1 0 0 0,1 0 2 15,-1 1 0-15,-1-1-2 0,1 2 0 0,-2-1 0 0,-1 0 1 0,1 0 3 16,-2 0 1-16,-1 0 2 0,-1 0-1 0,-2 0 2 0,-1 0 3 0,0 0-1 15,0 0 0-15,-2-1 2 0,-1 1-2 0,0-1 3 0,-2 0 2 16,-1 0 1-16,-1-1 0 0,-3-1 2 0,0 0-6 0,-2-1-7 0,-3-1 2 16,-2 1-7-16,-2-2 0 0,-1 0 3 0,-3 0-4 0,-3 0 6 0,-4-2-1 15,0 1-4-15,-6-2 4 0,-1 1-4 0,-4 1 2 0,0 0 2 16,-1-1-2-16,-1 1 4 0,1-1 6 0,-1 1 2 0,2 1 6 0,2 3-3 16,2-1 0-16,0 3-6 0,1 1-11 0,1 3 0 0,-1 1-9 0,1 3-3 15,1 3-3-15,2 1-6 0,1 4-6 0,3 3-6 0,0 2-9 16,2 3-10-16,0 3-5 0,0 5-16 0,2 4-16 0,0 3-31 0,2 6-54 15,4 0-30-15,-1 5-7 0,3 4-165 0</inkml:trace>
  <inkml:trace contextRef="#ctx0" brushRef="#br0" timeOffset="76106.22">19793 10379 96 0,'-2'-8'47'0,"1"1"-33"15,0-1-4-15,1 1-11 0,1 4-3 0,0-1-1 0,1 0-3 16,1 0-1-16,1 0-1 0,-1 1 3 0,0 0 1 0,1 0 4 0,-1 0 2 16,-1 0-1-16,1 1 1 0,0-1-2 0,-1 1 2 0,1 1 2 0,-1 0 0 15,0 0 0-15,1 0 0 0,-1 0 1 0,1 1 2 0,1 0 3 16,-1 0 0-16,0 0-1 0,-1 1 2 0,1-1-1 0,0 1 4 0,-1-1 5 16,1 1 1-16,0-2 5 0,0 1 0 0,0 0-5 0,-1 0 2 15,1 1-4-15,-1-1-1 0,2 0 1 0,-1 0 1 0,1 0 2 0,0-1 2 16,0 1 1-16,1 0 1 0,0 0-2 0,0-1-1 0,2 1 0 0,1 0 0 15,0 0-4-15,0 0-1 0,1 1 0 0,-1-1-2 0,1 1 5 16,-1 0 1-16,1 0 4 0,0 1 3 0,0-1 4 0,1 0-1 0,-1 0 3 16,1 1 2-16,-2 0 0 0,1 0-3 0,0 0-3 0,1 0-5 0,-1 0-7 15,1 0-4-15,0 1 0 0,0 0-5 0,2 0-3 0,1-1-3 16,-1 1-1-16,0-1 1 0,1-1 2 0,0 1 0 0,0-1 1 0,-1-1 0 16,0 1 3-16,0-1 2 0,0-1 0 0,-1 0 1 0,-2-1 0 15,0 0-1-15,-2 0 8 0,0 0-1 0,0-2 6 0,-1 0 4 0,-1 1-4 16,0-1 10-16,-1 0-2 0,0 0-2 0,0-1 1 0,0 0-7 0,-1-1-3 15,0 1 0-15,-1 0-4 0,0 0-1 0,-1 0 2 0,0 0 0 16,0-1 2-16,-1-1-3 0,0 0 0 0,0-1-2 0,0 0 0 0,-1-1-2 16,-1 1-1-16,0-1-2 0,0 0 1 0,0 1-1 0,-1-1 2 0,0 1-4 15,-1-1-4-15,0 1 2 0,0-1-5 0,-1 1 4 0,-1 0-9 16,0-1-4-16,0 1 2 0,-1 1-6 0,0 0 8 0,-3 1 6 0,0-1-2 16,-2 1 2-16,0 0-2 0,-2-1-6 0,0 1-1 0,-2 0 4 15,-1 0 1-15,1-1 1 0,-2 2 1 0,-1-3 2 0,1 2 5 0,0-1 1 16,0 0-2-16,1 2 1 0,0-1-2 0,0 0-3 0,2 0 2 0,0 0 0 15,2 2-3-15,0 0 5 0,0 0-4 0,1 2 0 0,1 0 1 16,2 0-3-16,-1 1 2 0,1 1-2 0,0-1 0 0,0 2-3 0,0 1-2 16,0 1 0-16,0 0 0 0,-1 1 2 0,-1 0-1 0,-1 1 4 0,-1 1-3 15,1 0 5-15,-2 0-1 0,0 1-2 0,2-1 3 0,0 0-4 16,2 0 0-16,1-1-3 0,1 0 0 0,1-1-3 0,1 1-8 0,1 0-4 16,0-1-6-16,1 1-13 0,1 0-11 0,1 0-11 0,0-1-27 15,1 1-32-15,0 0-28 0,0 0-28 0,1 1 0 0,1 0-5 0,1 3-50 16</inkml:trace>
  <inkml:trace contextRef="#ctx0" brushRef="#br0" timeOffset="77321.22">19681 10715 667 0,'-1'-10'118'0,"0"1"-28"16,1-2-32-16,0 3-30 0,1 3-16 0,0-1-15 0,1 2-9 0,0 1-3 15,0 0-4-15,1 1-2 0,0 1-1 0,0-1 0 0,1 2 3 16,-1 0 0-16,2 1 2 0,0 0 3 0,0 0 2 0,1 2 7 0,-1-1 3 15,2 1-2-15,2 0 2 0,1 1-4 0,2 1 0 0,0 0 3 0,0 1 1 16,1 1 0-16,1-1-1 0,0 0-2 0,1 0-3 0,-1-1 1 16,2-1 2-16,0 1 1 0,0 0 3 0,1-1 2 0,3 0-1 0,0-1 3 15,-1 0 2-15,2-1 0 0,0 0 3 0,-1-2 3 0,0 0-2 16,1-2 2-16,-3 0 5 0,1-1 3 0,0 0 9 0,-3-1 6 0,2 0 10 16,-2-1 6-16,-2 1 9 0,0 0 6 0,0-1-4 0,-2-1-2 0,0 0-11 15,-1 1-12-15,-4-1-5 0,1 0-8 0,-1 1-7 0,0 0-2 16,-1 0-6-16,-2 0 1 0,0 0-1 0,-2 1-2 0,0 0-8 0,-1 1-3 15,1-1-2-15,-2 1-1 0,0 0 3 0,-1-1-1 0,0 0 2 0,-1 1-4 16,0-2 0-16,0 0-1 0,-1 0-4 0,1 0 8 0,-1 0-5 16,0 0-1-16,0 1-1 0,-1-1-6 0,0 0 0 0,-1-1 4 0,-1 1 0 15,1-1 3-15,-1 1 5 0,-1-1 3 0,-1 0 4 0,0 1 0 0,-2 0-1 16,0 0 3-16,0 0 1 0,-1 0-1 0,0-1 2 0,0 1 0 16,-1 0 1-16,0 0 0 0,0 1-1 0,-2-1 2 0,1 0-5 0,-2 1 6 15,2-1-6-15,-2 2 2 0,0-1-2 0,0 2-2 0,1 0 0 16,-2 1 0-16,2 0 2 0,-1 2-4 0,0 0 0 0,2 2 2 0,-4-2-6 15,1 2 5-15,0 1-2 0,2 0-4 0,1 1 5 0,0 0-5 0,1 1 6 16,1 0 0-16,-1 0-6 0,2 1 4 0,0 0-8 0,1 1 1 16,1-2 5-16,1 2-6 0,1-1 1 0,1 2-1 0,-1-1-6 0,1 0 0 15,2 0-9-15,-1-1-10 0,3-1-9 0,-1 1-30 0,2 0-32 16,0 1-22-16,1 0-26 0,1 1 4 0,2 1 19 0,2-1-108 0</inkml:trace>
  <inkml:trace contextRef="#ctx0" brushRef="#br0" timeOffset="78141.22">19974 11168 488 0,'-2'-4'176'0,"2"0"-81"0,-2 0-31 0,1 2-30 0,0 0-20 16,1 0-14-16,0 1-14 0,1 1-7 0,0 0-4 0,1 1-1 16,-1 1 4-16,2 0 6 0,1 1 1 0,1 0 4 0,1 1-1 0,1 1 4 15,0 0 2-15,0 0 4 0,1 1 2 0,0 0 1 0,0 0-1 0,0 0 1 16,1-1 0-16,0 0 0 0,1 1 2 0,-1 0 0 0,2-1 3 15,-2 1 0-15,3-2 2 0,0-1 5 0,0 1 4 0,1-2 4 0,-2 0 8 16,2-1 4-16,-1-1 7 0,1-2 5 0,1 0 3 0,-2 0 8 0,2-1 5 16,-1 0 0-16,-2-1 2 0,0-1-3 0,-3-1-4 0,1 0 3 15,-1 0-5-15,-1 0-5 0,-1 2-9 0,0-2-7 0,-1-1-4 0,-1 1-7 16,-1 0-6-16,-1 0-8 0,-1 0-10 0,-1-1-7 0,0 1-10 16,-1-2-8-16,-2 1-4 0,0-1-8 0,-2-1-3 0,0 0 0 0,-1 0 0 15,-1 0 6-15,-1-1 4 0,-1 0 7 0,0-3 5 0,-1-1 5 0,-3 1 0 16,0 0 2-16,-3 1 2 0,2 0 2 0,-2 1 7 0,0 0 3 15,0 1 1-15,1 2 6 0,-3 0-4 0,1 1 4 0,0 1 1 0,0 0-5 16,0 1 2-16,-1 1-4 0,1 0-2 0,-2 1-2 0,1 0-3 0,0 0 0 16,-1 2-4-16,0 0 4 0,-2 1-4 0,3 0-1 0,-1 1 4 15,0 0-5-15,0 0 4 0,0 1 3 0,-2 0 0 0,1 1 3 0,0 1 0 16,1 0 0-16,3 0-4 0,1 1 0 0,1 0-2 0,1 2-1 16,0-1-2-16,3 0-2 0,-1 0-1 0,1 1-5 0,1 1 0 0,0 1-8 15,1 0-8-15,2-1-10 0,0 2-16 0,0-2-11 0,1 2-9 0,1 1-2 16,0 0-1-16,3 0 2 0,-1 0 1 0,2-1-1 0,1 1 9 15,0 1 12-15,2 0-28 0,2 0-35 0</inkml:trace>
  <inkml:trace contextRef="#ctx0" brushRef="#br0" timeOffset="78806.21">19777 11685 122 0,'4'0'77'0,"0"0"-14"0,1 1-5 0,-1-1-3 15,0 1-8-15,0-1-6 0,0 0-9 0,0 0-5 0,0 1 1 16,1 0-1-16,0-1 1 0,0 1 0 0,1-1 3 0,0 0-1 0,1 1 2 16,-1-1 5-16,1 0-2 0,1 0 0 0,0 1 1 0,2-1-2 15,0 0-3-15,1 0-5 0,0-1-8 0,2 1-5 0,1 0-1 0,0-1 2 16,-2 0-3-16,1 0 1 0,0 0 1 0,1-1 2 0,-1-2 8 0,-1 0 4 16,1 0-1-16,0-1-1 0,0 1-3 0,-2-2-1 0,-1 1 1 15,2-2-1-15,-1-1-1 0,0 1-5 0,1 0 2 0,-1-1-3 0,-2 1 1 16,1-2-4-16,-1 0-2 0,0 2-1 0,-2-1 1 0,1 1 5 0,0-1 0 15,-3 1 0-15,1-2-1 0,-1 1 3 0,-1-1-4 0,0 1 1 16,-1-1-5-16,-1 2-4 0,-1-2-3 0,-1 1-4 0,-1-1-2 0,-1 1-5 16,-1-1 3-16,-1-1 2 0,-1 2 5 0,0-3 1 0,-2-1 1 0,1 0-1 15,-3 0 2-15,0 1 2 0,1 1 2 0,-1 0 1 0,-1 0-6 16,-1 0-3-16,1 0-3 0,-4 1-2 0,2 1 1 0,-2 0-1 0,1 1 4 16,-1 0 1-16,0 2 3 0,-1-1 5 0,0 1-7 0,0 1-2 15,0 0-2-15,-1 1 0 0,0 0 1 0,-1 2 1 0,-1 1-1 0,0-1 2 16,3 1-1-16,-1 0 3 0,1 1-5 0,0 0 2 0,1 2 1 0,-1 0-3 15,1 0 6-15,1 1 0 0,-1 1-6 0,1 1-3 0,-1 1 1 16,1 1-4-16,1 1-3 0,1 2-2 0,0-2-6 0,0 3-3 0,0-1-8 16,2-1-12-16,-1 1-21 0,2 0-41 0,0 2-33 0,0 0-27 0,0 2-9 15,1 0 9-15,-1 0 30 0,1 3-124 0</inkml:trace>
  <inkml:trace contextRef="#ctx0" brushRef="#br0" timeOffset="79322.21">19497 11986 690 0,'-1'-7'206'0,"0"-1"-120"0,-1-1-28 16,0 0-22-16,1 1-23 0,1 1-25 0,0 2-19 0,1-1-14 0,-1 0-2 16,2 1 4-16,-1 0 6 0,-1 1 4 0,1-1 2 0,-1 2 1 15,0-1 0-15,0 1 2 0,1 0 2 0,0 0 2 0,0 1 3 0,1 0 1 16,0-1-1-16,1 1-4 0,1 0-4 0,2-1-1 0,1 0-1 0,1 1 7 15,2-1 8-15,1 0 6 0,4 0 7 0,0 0 8 0,2 0 9 16,1-1 4-16,0 1 10 0,1-1 0 0,-1 1 1 0,2-1 2 0,2 2-1 16,1-1 7-16,1 1 8 0,1 1 7 0,0 0 5 0,-1 1 8 0,-2 1 4 15,1-1 1-15,1 1 0 0,-3 0-5 0,3 0-9 0,-1 1-6 16,-2 0-10-16,1 0-5 0,-1 1-13 0,1-1-10 0,0 3-5 0,-2-1-12 16,3 2-2-16,0 1 7 0,-2-1-4 0,1 2 5 0,-1-2 2 15,-2 2-3-15,0 0 4 0,0 1-3 0,-3 0-3 0,-1 0-3 0,0 2-1 16,-1-1 1-16,-2 2 0 0,0 0-1 0,-1 0-7 0,-2 1-7 0,0-1 1 15,-2 2-4-15,0 2-1 0,-2 0-1 0,-2-1-8 0,-1 1 3 16,-3 0 3-16,-2-1 6 0,-2 0 6 0,-3 1 1 0,-2-2 6 0,-1 0-1 16,-2-2-10-16,-2 0-10 0,-2 0 2 0,-3 0 5 0,-1-1 10 0,-4-2 5 15,-3 0-11-15,-4-2-17 0,-5 0-19 0,-3 0-13 0,-4-2-21 16,-6 0-19-16,-6-2-23 0,-7-2-19 0,-11-3-105 0</inkml:trace>
  <inkml:trace contextRef="#ctx0" brushRef="#br0" timeOffset="87477.34">29455 10133 33 0,'3'1'37'0,"-1"1"3"16,0 0-6-16,-1 0-2 0,-1 0-10 0,1-1-5 0,0 1-6 0,-1 0 0 16,2-1-4-16,0 1 0 0,1-1-3 0,0 0 1 0,1 0 1 0,0 1-2 15,-1-1 3-15,2 1-1 0,0-1 2 0,0 1 3 0,1-1 1 16,-1 1 2-16,2 0 6 0,0 0 3 0,0 0 1 0,2 0 9 0,-2 0-1 16,3-1 5-16,-1 1 4 0,1 0-5 0,2 0 3 0,-1 0-6 0,0 0 1 15,2-2-4-15,-2 2-3 0,0-2 4 0,1 0-2 0,-2 0 3 16,1-1-3-16,0 0-5 0,0-1 3 0,1-1-3 0,-1 1 7 0,-2 0-4 15,3 0 3-15,-2-1 0 0,2-2-4 0,-1 2 6 0,-1-3-5 16,-1 0-3-16,0 0-5 0,0 0 2 0,0 0-1 0,0 0-2 0,-1-1 1 16,0 2-3-16,-2-1 0 0,1 2-4 0,-2 0 1 0,-1-1-3 0,-1 1 3 15,0 0-2-15,0 0 4 0,0 0 2 0,-2 0-3 0,2-1 4 16,-2 1-4-16,-1-1-1 0,0 1 3 0,-1-1 0 0,1-1 0 0,0 2-3 16,0-3-2-16,0 1-2 0,0-1-3 0,1 0 1 0,-2-1 2 0,0 1-4 15,0-1 6-15,-1 1-1 0,0 0-2 0,0-1 3 0,-2 0-3 16,0-1 2-16,-1 0-1 0,-1-1 1 0,0 1 1 0,-1 2-3 0,-1-2 3 15,-2 2 1-15,0-1-5 0,-1 1 1 0,-2 0-3 0,0 0-1 0,-4 1 4 16,1-1-3-16,-2 2 0 0,0 1 0 0,0 0-2 0,-1 1-1 16,0 0 3-16,-1 0-2 0,-1 2-2 0,-1-1 3 0,0 1-4 0,-1 1 0 15,1 1 2-15,-2-1-4 0,2 1 5 0,-1 0 2 0,-2 0 0 16,2 0-2-16,-3 1-2 0,1 0 1 0,-1 0 0 0,1 0 1 0,1 1 2 16,1-1-6-16,1 0-2 0,1 0 6 0,0 1-3 0,3-1 5 0,-1 1-6 15,1 0 1-15,2 1 0 0,0 0 0 0,1 1 2 0,2 1-3 16,1 1-3-16,1 0 1 0,2 0 1 0,2 1 3 0,0 0-2 0,1 2-2 15,2 0-1-15,-1 0 2 0,3 0-1 0,0 0-1 0,1-1 0 0,1 1 0 16,1 0-2-16,1-1 2 0,1 1 3 0,1-1-2 0,0 1 4 16,3-2-1-16,-1 1-4 0,2 0 2 0,-1 0 1 0,2 1-2 0,1-1 2 15,1 0-1-15,0-3 0 0,2 1 0 0,0-1-1 0,1 1 1 16,0-1-2-16,0 1 4 0,-1-1 0 0,1 0 2 0,0 1 0 0,1-3-8 16,0 1 6-16,-3 0-7 0,3-1 2 0,-3 1 7 0,3 0-7 0,-1 0 5 15,1-1 0-15,2 1 0 0,-4 0-3 0,-1 0 7 0,0 0-2 16,-1 0 1-16,0-1 1 0,-1 0-8 0,-1 1 12 0,-1 0-3 0,0-1 1 15,0 1-2-15,-3 0-5 0,1 0-4 0,-2 0 3 0,0-1 4 0,0 0-6 16,0 1 9-16,-1-1-9 0,0 0 4 0,0-2 3 0,2 1-7 16,-2 0 9-16,-2-2-6 0,1 0-1 0,-2 0 2 0,1 0-6 0,-1-2-8 15,2 0-19-15,1-1-18 0,-1-1-18 0,4 0-13 0,-3 0-1 0,-1-1-2 16,1-1-2-16,-1 1 1 0,1 0-3 0,-1 1-3 0,0 0 0 16,0 0 0-16,0 0 4 0,-1 1-1 0,1-1 0 0,0 1 5 0,2-1-28 15,-1 0-112-15</inkml:trace>
  <inkml:trace contextRef="#ctx0" brushRef="#br0" timeOffset="88480.34">29482 10912 133 0,'2'4'49'0,"0"1"9"0,2 0 0 0,1-1 2 16,-1-1 2-16,0 1 5 0,2-1-14 0,-1 1-5 0,1 0-8 16,0-1-11-16,1-1-5 0,1 0-8 0,0-2-4 0,2 0-2 0,-1-1-2 15,2 0-2-15,0-1-2 0,1 1 0 0,-1-1-1 0,0 0 0 0,0 0-1 16,1-1 1-16,0 0-1 0,-2 1 3 0,2-1 1 0,1 2 0 15,0-1 6-15,0-1 0 0,-1 1 5 0,1-1 4 0,1 1-2 0,0-1 0 16,-1 1 0-16,-1 0 0 0,-2-1 2 0,1-1-1 0,0 0-1 0,-1 1 0 16,-1-1 0-16,-1-1 2 0,0-1 0 0,1 0-2 0,-2-1 4 15,-1-1 0-15,0 0 2 0,0-2-1 0,-2 0-1 0,1-1-3 0,-2 0 4 16,-1 2 4-16,0-1-1 0,-1 1-4 0,0-1-1 0,-2 0-2 16,0 0-2-16,-1 0 3 0,-2 0-6 0,0 0-5 0,0 1-4 0,-2 0-1 15,0-1-2-15,-3 0 1 0,1 0 5 0,-2 0-4 0,-1 1-2 0,-2 0 1 16,-1 0-6-16,-2 1 2 0,-1-1 5 0,-1 1-3 0,-3 0 2 15,0-1-3-15,-1 2-1 0,-1-2-2 0,0 1 2 0,0-1-2 0,-1 1 5 16,1 1 0-16,-2-1-4 0,2 2 4 0,-1 1-5 0,0 0 4 0,2 2 5 16,-1 1-4-16,1 0 2 0,2 2-5 0,-1 1 3 0,1 1-2 15,2 1 0-15,0 0 1 0,1 1-3 0,0 1 4 0,0 1-1 0,1 2 2 16,1 1-3-16,1 1-1 0,-2 1-1 0,2 1 2 0,0-1 1 16,0 1-4-16,0 2-1 0,0 0 3 0,1 0-3 0,0 2 4 0,1-1 0 15,0 0-3-15,2-1-1 0,0 1 3 0,1 0-1 0,1-1 6 0,2-1-1 16,0-4-12-16,1 1 10 0,1-1-10 0,1-1 4 0,2 0 6 15,-1-1-7-15,3 0 6 0,0-2-3 0,2 0 0 0,1 0 4 0,1-1-3 16,1-1 1-16,0 0 2 0,3 0-5 0,0 0 4 0,1-1-5 0,0-1 9 16,3 1-3-16,-2-2-2 0,2 1 5 0,1 0-6 0,0-1-1 15,-1 0-1-15,-1 0-2 0,0 0-11 0,1-1-20 0,0 0-27 0,0 0-24 16,-1-1-23-16,0 0-8 0,1 0-15 0,-1 0-13 0,0-1-7 0,0 2 0 16,1-1-81-16,-1 1 35 0</inkml:trace>
  <inkml:trace contextRef="#ctx0" brushRef="#br0" timeOffset="89257.34">29454 11453 193 0,'-3'0'75'0,"1"1"7"0,-1 0 1 0,1 0 4 0,2 0-4 0,-2 0-6 16,1 1-10-16,0-1-15 0,-1 2-21 0,3-1-8 0,-1-1-9 15,2 1-2-15,0 0 0 0,1 0-2 0,2 1-4 0,-1-1-5 0,1 0-1 16,0 0 5-16,2 0-1 0,0 0-1 0,1-1 1 0,1 0-3 0,1 0 1 16,0 0 4-16,1 1 1 0,0-1 1 0,-1 0 5 0,2-1 6 15,1 0 3-15,1 0 1 0,1 0 5 0,-1 0-3 0,1-1-1 0,-1 0 5 16,1-1-8-16,-2 1 5 0,2-1 3 0,0 0-6 0,-1-1 4 0,-1 0-5 15,-1 0 2-15,2-1-2 0,-1 0-3 0,-1 1-1 0,-2-1-3 16,-1 0-1-16,-1-1 2 0,-1 1 4 0,-1 1 0 0,0-2 1 0,0 0-2 16,-2-2-8-16,0 0 3 0,0 0-3 0,-2 0 4 0,0 0-4 15,-1 0-1-15,0 0 0 0,0-1-2 0,-2 0 7 0,1 0-5 0,-2 0 2 16,0 0-1-16,-1 0-3 0,-1 1 7 0,0 0-4 0,-1-2 5 0,0 0-2 16,-1 0-3-16,-1-1 3 0,-1 0-3 0,0 1-3 0,1 0-2 15,-4 0-2-15,1-1 5 0,-2 1-2 0,-1 1-2 0,1 0 4 0,-1 0-8 16,-2 1 3-16,0 0 4 0,-2 0-4 0,2 0 3 0,-3 1 0 0,-1 1-5 15,0 0 5-15,-3 1-3 0,0 1 0 0,2 0 0 0,-1 1-1 16,0 2-3-16,1 0 1 0,0 2 0 0,0 0 1 0,1 1-1 0,-1 0 2 16,0 1-2-16,3 0-1 0,-1 1-1 0,1 0-2 0,0 0 3 15,2 0 0-15,0 1 3 0,0 1-3 0,1-1 1 0,1 2-2 0,-2-1 2 16,1 2 2-16,1-1-6 0,0 1 3 0,1 1-3 0,-1-1-1 0,1 2 6 16,0 0-5-16,0 2 2 0,0 0-10 0,0-1-12 0,3 2-12 15,1 1-15-15,2-1-11 0,0 1-10 0,3-1-8 0,1 0-14 0,2-1-15 16,3-2-12-16,1 0-12 0,3-1-6 0,3 1 1 0,2-1 3 0,4-1 3 15,1-2 8-15,2 0-173 0</inkml:trace>
  <inkml:trace contextRef="#ctx0" brushRef="#br0" timeOffset="89895.34">29113 11816 508 0,'-6'2'114'15,"2"-2"-27"-15,-1 0 12 0,3-1-4 0,2-1-6 0,1 2-8 0,0-2-16 16,3-1-15-16,-2 0-14 0,2 0-12 0,0-2-5 0,3 1-6 0,0-1-3 15,2-2 1-15,1 2-3 0,0-1-3 0,0-1-3 0,0 1-1 16,0 0-2-16,1-1 3 0,0 0 3 0,2 0-5 0,0 0-1 0,-1-1-1 16,2 0 0-16,0 2 6 0,0 0-2 0,2 1-2 0,-2 0-2 15,2 1-2-15,-2 0 4 0,1 1-1 0,-1 1 2 0,1 0-4 0,1 1 2 16,0 1 2-16,-2 0-4 0,3 1 7 0,-2 1 0 0,2-1-3 0,-3 2 7 16,1 0 2-16,0 1 3 0,-1 1 0 0,0-1-1 0,1 1-2 15,0 1 2-15,0 1 3 0,-1 0-4 0,-1 0 1 0,0 1-3 0,-1 1 0 16,0-1 3-16,-1 1-6 0,0 1 1 0,0-1 0 0,-2 1-2 15,1-1 2-15,-2 0 1 0,-2-1 0 0,0 1 3 0,0 1-3 0,-1 0 1 16,0 0 1-16,-1-1-4 0,0 1-1 0,1-2-3 0,-1 2 0 0,-1 1-2 16,0-1 2-16,-1 2 1 0,0-1-3 0,0-2 2 0,0 2-1 15,0 0 0-15,1 1-1 0,-3 0 2 0,1-1 1 0,-1 3 1 0,0 0-1 16,-1 1-5-16,1-1-6 0,-2 0 3 0,-2 0 4 0,-1 1 2 0,0 2 5 16,-1-2-1-16,-1 0-1 0,-1-1 2 0,0-1-6 0,0-2 1 15,0 0-1-15,-1 0-1 0,-2-2 6 0,0 0 1 0,0-2-2 0,-2-1 1 16,2-2-4-16,-3 0-1 0,0-2 1 0,-1 0 6 0,1-1-6 0,-3-2-1 15,0 0 0-15,0-2-3 0,2-1 6 0,-2 0-3 0,0-3 1 16,-1 0 2-16,0-1-1 0,1 0 6 0,-1-2-4 0,3 1-4 0,-2 0-2 16,0-2-1-16,2 0 3 0,1-1 2 0,0 0 1 0,1 1-1 15,0 0-12-15,1 1 1 0,2 1 2 0,-1 0-1 0,2 3 12 0,0 0-4 16,2 2 4-16,0 1 1 0,0-1-1 0,1 2-1 0,0 0-4 0,1 1 1 16,0-1 0-16,0 1-1 0,1 1 0 0,1-1 1 0,0 0-4 15,2 1 0-15,-1-1-5 0,2-1-13 0,0 0-11 0,1-1-11 0,2 0-16 16,0-1-13-16,2 0-14 0,0-1-15 0,2-2-12 0,2 0-13 0,-3 0-6 15,4-1 7-15,-1 0 0 0,1 0 15 0,1-1 11 0,0 2-112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3T13:03:01.7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13912 5212 421 0,'3'-3'129'0,"2"1"-71"16,1-1-7-16,-1 1 4 0,0 1 7 0,0-1-4 0,1 1-8 0,-1 1-13 15,0 0-7-15,0 0-2 0,0 1 2 0,-1 0 5 0,0 1 2 0,-1 0 0 16,0 1 5-16,0 0 1 0,-1 1 2 0,0 0 6 0,-1-1-4 15,0 1 3-15,0 1 6 0,0 0 3 0,-1 0 3 0,1 1-1 0,-1 0-8 16,0 2-5-16,1 1-5 0,0 1-7 0,-1 1-4 0,1 2-7 0,0 1-4 16,0 2-3-16,1 0-6 0,0 2 1 0,0 0-1 0,1 0 0 15,0-2 2-15,1 1 0 0,0 0-1 0,1-2 2 0,0 1-4 0,0-1 5 16,1 0-5-16,-1 0 1 0,1 0-7 0,0 1-5 0,-1-1 5 0,1-1-5 16,0 1 4-16,0 0 0 0,1-1-7 0,0 0 5 0,0-2-8 15,0 0-3-15,-1 0 4 0,0-1-4 0,-1-1 5 0,1-1 5 0,-1 1 8 16,-1-1-6-16,0 0-15 0,-1-1-14 0,1-1-52 0,-1 0-46 0,0-1-36 15,0-2-58-15,1 0-40 0,0-3-65 0,-1-1-296 0</inkml:trace>
  <inkml:trace contextRef="#ctx0" brushRef="#br0" timeOffset="449.99">13499 5244 2116 0,'-11'-13'99'0,"1"2"-90"0,-1 1-8 16,5 4-4-16,4 3-3 0,3 0 1 0,1 0-7 0,1-1 0 0,3 1 0 16,-1 0 4-16,2 0 3 0,-2-1 1 0,1 0 4 0,0 2-3 15,0-2 2-15,1 0 1 0,1 0-2 0,2 0-1 0,2-2 5 0,0 0-2 16,2 0-3-16,0-2 1 0,3 1-3 0,2 0-6 0,1-1 6 0,2-1-1 15,2 1-1-15,0-2 10 0,4 2 4 0,-1 0 1 0,3 0 7 16,-2 1-2-16,1 1-7 0,-1 0 0 0,1 2 1 0,-1 0-3 0,0 1 5 16,1 2-2-16,-3 2-2 0,1 2-7 0,1 2 1 0,1 1 1 0,-1 2-9 15,0 1 5-15,-1 1-1 0,1 2-4 0,-1 1 11 0,2 0 2 16,2 2 1-16,-1 1 2 0,1 1-4 0,1 1-5 0,-1 1 0 0,1 2-3 16,-2-1 5-16,0 2 0 0,0 2-4 0,-2 0 5 0,0 5-5 15,-4 0 2-15,-1 2 5 0,-2 0-3 0,-1 1-1 0,-1-1-1 0,-1 1 1 16,-5 1-1-16,0 0 5 0,-4 1 0 0,-3-1-9 0,-2 1 4 0,-4-1 0 15,-2 2 2-15,-3-2 4 0,-5 1 4 0,-4-3-2 0,-5 1-2 16,-5-2 6-16,-4 1-4 0,-3 0 1 0,-5 0 7 0,-5-2-1 0,-4 0 5 16,-2-5 6-16,-3-1 3 0,-5-3 6 0,-1-2 3 0,-3 1 2 0,0-3 3 15,-3-2-6-15,-2-2 4 0,-1-2-5 0,-1-2 7 0,1-2 4 16,0-1 2-16,1-3 7 0,2-1-7 0,2-3-14 0,4-1-8 0,0-2-15 16,2-2-11-16,4-2-4 0,1-3-25 0,4-3-20 0,1-3-32 15,1-4-35-15,5-2-27 0,0-5-35 0,6-5-24 0,2-8-37 0,6-7-47 16,3-7-65-16,3-9-449 0</inkml:trace>
  <inkml:trace contextRef="#ctx0" brushRef="#br0" timeOffset="11400.84">25554 6681 677 0,'8'-4'44'0,"3"0"-26"0,1 0-12 0,1 1-8 16,-1 1-4-16,0 0-1 0,0 1-2 0,-1-1 5 0,1 1-1 0,0 1 0 16,1 0 2-16,-2 1-3 0,0-1 1 0,-1 2 1 0,0-1 2 15,1 1 3-15,-1 1 4 0,1-1 5 0,-1 1 1 0,1 0 6 0,2 0 2 16,1 1 1-16,0 0 3 0,0 1-3 0,2 2 1 0,1 0-2 16,2 2-5-16,0 0 1 0,2 0-4 0,1 0-1 0,0 0-3 0,2 1-3 15,0 0-1-15,5 0-2 0,0 1-1 0,3 0 0 0,0 0-1 0,0 0 3 16,0 1-1-16,3-1 1 0,0 1-1 0,1-1-2 0,0 1 1 15,-2 0-2-15,3 0 2 0,-3 1-1 0,-1-1-1 0,-1 0-1 0,-2 0 4 16,-2 0 1-16,0 0 6 0,-4 0 3 0,1 2-1 0,-1-1 1 0,-3 0-2 16,2 1 0-16,-2-1-2 0,-5 2 1 0,0 3-2 0,-4 0-2 15,-1 0 3-15,-2 2-4 0,-4 2 1 0,-2 0-1 0,-3 3-3 0,-2 2-1 16,-3 2-1-16,-1-1-1 0,-5 2 1 0,-1-2-3 0,-4 1 0 16,-1-1-2-16,-4 0-5 0,-1 1 3 0,0-2 1 0,-1-1 1 0,0-2-3 15,1-1-4-15,-2-2 5 0,-2-2 3 0,-2 0-2 0,1-2 4 0,-2-2-6 16,-1-3-2-16,-1-1 4 0,-3-3-4 0,-3-2-2 0,-2-3 5 15,-4-2 2-15,0-3 9 0,-1-3 6 0,-3-2 3 0,0-4 5 0,0-1 0 16,-1-3 2-16,0-3-1 0,-3-2-2 0,-3 1 10 0,-3-4-4 0,-3-1 5 16,-1-1-3-16,-3-2-16 0,-1 1-1 0,1-1-9 0,0 0-7 15,0-1-15-15,3-2-46 0,1 0-111 0,-1-3-283 0</inkml:trace>
  <inkml:trace contextRef="#ctx0" brushRef="#br0" timeOffset="36269.1">15285 8749 1639 0,'-13'-5'72'0,"-1"2"-23"0,-3 1-5 0,5 3-23 0,3 2-12 0,2 1-1 16,-2 1-4-16,-1 1-1 0,-1 1 0 0,-2 2-1 0,-2 1 4 16,0 2-1-16,-1 2 2 0,-2-1-4 0,1 2 1 0,-2 0 9 0,0 2 12 15,0 1 24-15,0 3 16 0,0 3 0 0,-1 0-2 0,2 5-13 0,-2 4-13 16,1 5-3-16,1 4-8 0,-1 7-4 0,3 3-2 0,2 5-7 16,2 4 1-16,1 2-12 0,2 5 7 0,3 1-3 0,1 2 0 0,3 0 0 15,5 2-6-15,2-2-1 0,6-1-1 0,4-1 2 0,3-4-12 16,7-3 18-16,4-5-3 0,5-4 0 0,2-4 8 0,6-4-14 0,0-6 3 15,4-3-5-15,0 0 5 0,0-3-6 0,-1-3-2 0,-1-4 4 0,-1-3-1 16,-4-4 1-16,-2-3-4 0,-3-4-1 0,-3-2-3 0,-2-2-3 16,-3-1-14-16,-1-2-34 0,-3-1-36 0,-2-4-53 0,-1-3-58 0,-2-4-48 15,-2-3-94-15,0-3-447 0</inkml:trace>
  <inkml:trace contextRef="#ctx0" brushRef="#br0" timeOffset="36536.1">15144 9886 3346 0,'-1'-5'55'0,"3"2"-32"0,5-1-8 0,7 1-6 0,7 1-5 15,7-1-2-15,5 0 1 0,5 1-3 0,3 0 2 0,0-1-2 16,-1 1 0-16,0-1 0 0,-1-1-3 0,1 0 3 0,0-1 3 0,-1-1-5 15,0 0 6-15,-1-1-4 0,-2 0-5 0,-1-2 1 0,-3 1-14 0,0-1-6 16,-2 1-13-16,0-1-11 0,-2-1-19 0,2-1-13 0,-3 1-12 16,1-2-10-16,-3-1-6 0,-1-3-15 0,0 0-19 0,-1-1-16 0,0-3-7 15,-1-1-7-15,-1 0-4 0,-2-2-14 0,-2 1-27 0,-2 1-18 0,0-1-12 16,-1 2-1-16,-3 2 2 0,-2-1-182 0</inkml:trace>
  <inkml:trace contextRef="#ctx0" brushRef="#br0" timeOffset="36735.1">15888 9183 491 0,'-28'-6'236'0,"-2"1"-133"0,-5-1-48 0,7 3-22 16,5 3-17-16,2 2-8 0,2 2 6 0,0 3 11 0,3 1 26 16,2 0 31-16,1 2 20 0,4 1 20 0,0 0 11 0,2 2 1 0,2 0 4 15,1 2-2-15,2 0-11 0,2 2-3 0,2 1-7 0,3 2-11 0,2 2-3 16,3 0-8-16,2 2 0 0,1 1-9 0,3-1-9 0,1 1-7 16,2-2 1-16,2 2-4 0,1-2-10 0,1-1-12 0,2-1-24 0,1 1-7 15,-1-3-1-15,1 1-6 0,0-1 2 0,3-3-5 0,-2 1-4 16,1-2-1-16,-2 0-3 0,0-2-13 0,-1 0-31 0,-2 0-52 0,1 0-67 15,-1-1-50-15,1-1-57 0,-1-1-46 0,-1-2-32 0,2-1-25 0,-2-1-90 16,0-1-121-16</inkml:trace>
  <inkml:trace contextRef="#ctx0" brushRef="#br0" timeOffset="36936.1">16402 9168 1796 0,'-24'-2'1166'0,"0"2"-1101"16,-6 4-22-16,6 5-17 0,4 2-17 0,1 4-9 0,1 2-2 16,-2 5-3-16,-2 2 1 0,1 5 6 0,-3 1-4 0,-2 4 4 0,1 3 0 15,-3 2-11-15,0 5 16 0,-2 2-3 0,-2 2-4 0,-2 3 10 0,0 0-22 16,1-1-5-16,4-1-15 0,2-3-21 0,4-1-28 0,1-4-38 16,4-3-31-16,4-2-46 0,2-3-55 0,2-2-75 0,4-2-94 0,1-2-353 15</inkml:trace>
  <inkml:trace contextRef="#ctx0" brushRef="#br0" timeOffset="37253.1">15603 8587 3570 0,'-21'-14'68'0,"5"1"-55"0,-1 0-5 15,13 7-14-15,7 3 0 0,6 1-3 0,5 1-2 0,3 1 1 0,5 1 8 16,2-1-1-16,2 0 1 0,3 0 0 0,3 0-6 16,5 1 8-16,1 0-3 0,4 0-3 0,6 1 2 0,2 1-3 0,3 1 3 0,1 2 0 15,1 3 4-15,1 0-3 0,1 2-1 0,3 3 0 0,-1 3-7 0,1 3 5 16,1 2-5-16,1 7 0 0,-1 4-2 0,1 7-5 0,0 4-17 16,-2 4 16-16,-1 2 1 0,-1 3 3 0,-2 0 23 0,-2 2-21 0,-2-1 9 15,-4-3 4-15,-3-2 0 0,-2-1-2 0,-3-3 2 0,-6-1 2 16,-5-1 4-16,-8-2-4 0,-6 0 21 0,-6-2 1 0,-6 2 4 0,-8 2 9 15,-6 0-23-15,-7 2-2 0,-7 3-1 0,-9 1-9 0,-7 1 0 0,-6 0-8 16,-8 0-18-16,-6 0-13 0,-8 2-15 0,-7-2-28 0,-5 0-40 16,-6 2-64-16,-8-1-111 0,-10 4-273 0,-11 2-811 0</inkml:trace>
  <inkml:trace contextRef="#ctx0" brushRef="#br0" timeOffset="64720.85">5891 14998 2355 0,'-23'7'85'0,"1"-1"-56"0,0-1-17 0,9-3-5 0,9-1-4 16,2-2-2-16,3 1-5 0,0-1-7 0,1-2 0 0,2 0 3 0,0-1 0 16,1-1-2-16,-1 0-4 0,2-1-5 0,1-1-2 0,1 0-2 15,1 0 2-15,-2 0 3 0,-2 1 3 0,-1 1 4 0,-2 3 2 0,0 0 8 16,-2 1-1-16,0 1 5 0,-1 0-1 0,0 0-13 0,1 0-13 16,-1 1-17-16,1-1-19 0,0 1-25 0,1 0-17 0,0 0-2 0,0 1-7 15,1 1 1-15,-1-1-10 0,3 2-31 0,0-1-24 0,3 0-41 0,2 0-72 16,3-2-229-16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7317-F97C-9BC9-BBD2-F58F667F3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4C6F4-9F9F-44B7-06A2-94548B102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AEDE-F3F8-AF2E-02A6-732264CAE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5451-B28B-477C-87DC-477BA2352C87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C0BC6-031D-12ED-CCF9-47E1090A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DFEA0-6E6F-A4B8-80FE-97B8A124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2418-ABEB-429C-8254-27C8F9C3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06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9F730-7839-2721-2572-9F347E30F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79158-968C-2F20-757F-D66539489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F9034-B42F-54C1-4DB0-62624465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5451-B28B-477C-87DC-477BA2352C87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3BFB3-3821-594E-E7DD-D3F52278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F9C0E-4BA6-0062-318B-FDF9D8BCF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2418-ABEB-429C-8254-27C8F9C3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23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43DC6-C475-37F6-3A20-EFD5DD8D9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7791E-E554-BAF1-C334-B0135B688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E27BB-CCFD-7EBF-3830-0A2F7DB1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5451-B28B-477C-87DC-477BA2352C87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7BBD4-2C17-8A44-521E-14AF2F34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313CC-A207-30B4-D42D-77A9C1F6F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2418-ABEB-429C-8254-27C8F9C3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02C9-0DAA-0A54-F601-7F2F503C1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C8EB3-81BA-39E1-432B-A6A9E9557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91DFB-A2F8-393C-0D6F-BC6EAD180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90B9D-D68F-99D6-453E-1C5A333C8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5451-B28B-477C-87DC-477BA2352C87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0595A-80E4-C747-B303-CBBD97117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E9E41-1802-4B02-5B90-0625B560E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2418-ABEB-429C-8254-27C8F9C3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29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C3E2-FA39-4582-81C1-345B81CAC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08EFE-3808-8ABC-18B9-7DF489B46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A1E04-5E82-CF1C-BE4B-8F398D3E4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339CC-9767-19EA-FED4-B01BC7AAA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B5B72C-8B95-4CC3-CF51-B6E0A7F32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C4F9D9-DD4A-5CC9-29A8-84D3470D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5451-B28B-477C-87DC-477BA2352C87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F5D1E6-D470-9499-0A31-47348E4D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C5A101-FC37-7F63-BD9A-3827CF29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2418-ABEB-429C-8254-27C8F9C3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67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7C861-D50A-27C3-783E-48BED1436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88AA7-6B7A-6F48-9776-C40970B2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5451-B28B-477C-87DC-477BA2352C87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C6945-1191-9B3B-B824-EF88CBB45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1746A-84E8-6154-9187-A14DF8DFC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2418-ABEB-429C-8254-27C8F9C3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2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CFFA2-2C9D-B7A6-4D9F-C871256EB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5451-B28B-477C-87DC-477BA2352C87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E9FF9F-7BB6-2C83-7F28-24DDB3CE1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725D9-B0AB-51C0-4CCF-DE1156E7F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2418-ABEB-429C-8254-27C8F9C3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91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93AF-5BC2-C585-95C7-DDA17D739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F1E96-BAEB-C9AD-96D1-731F5DDE4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0E85D-61C0-07AD-3AFB-37F3EFCF7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5458C-6C03-CF50-4F69-B11FD1F83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5451-B28B-477C-87DC-477BA2352C87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773AF-0FF6-F1DB-3FC7-8559D894B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D6A4E-6CDE-1689-0CBA-E0BC172E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2418-ABEB-429C-8254-27C8F9C3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6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B0041-26E7-0291-ED40-9AE64660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04A95A-0DF9-027D-7BF9-6D8B9DE51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7019D-216E-32E2-7C97-10F70F908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C63F7-215F-3768-0F9E-555DC9FA1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5451-B28B-477C-87DC-477BA2352C87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0D9B9-4696-C57C-EE11-EB7CC0A02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EF202-B7BB-6E83-2D16-1BB0C7CB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2418-ABEB-429C-8254-27C8F9C3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66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8B1C-7427-9271-1C27-FBD0313C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7F3D75-6217-27CD-EDDF-92F752037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A9312-B753-774E-319E-47DD44BF5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5451-B28B-477C-87DC-477BA2352C87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858EE-25CE-D7A3-1954-AEDC16549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43C3B-3123-831D-B64D-D79B9C42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2418-ABEB-429C-8254-27C8F9C3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58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63F247-A797-BC54-6024-01933F448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3D6BE-0071-C7A2-6BEA-1FDD72EC7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51AA1-42EB-15A8-9399-FB0D0EC2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C5451-B28B-477C-87DC-477BA2352C87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5DAF8-EE15-A57C-244E-5FEC28015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1BA12-4A04-FBA4-B668-21685D33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92418-ABEB-429C-8254-27C8F9C3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6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1B2F2E-F026-6DEA-8465-0DBE9819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A18B4-91FB-32AB-4933-F818228E4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906C9-107B-9260-B5AC-55103388E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C5451-B28B-477C-87DC-477BA2352C87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66D4E-3A48-D1EC-E92A-B354A459B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CBFDA-B163-CFD8-AE4F-0DFD54A3B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92418-ABEB-429C-8254-27C8F9C39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6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8.xml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28DB-5085-FCC7-7D5F-C71B041877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9-dars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75448-C9B4-0F61-D4D0-F59233F46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4996"/>
            <a:ext cx="9144000" cy="792804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64674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EF76-11E7-189A-849E-7F7B9FA4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17367-25BF-FBD1-5C59-B1F8AB24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Txt dataset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endParaRPr lang="en-US" dirty="0"/>
          </a:p>
          <a:p>
            <a:r>
              <a:rPr lang="en-US" dirty="0"/>
              <a:t>Encoding </a:t>
            </a:r>
            <a:r>
              <a:rPr lang="en-US" dirty="0" err="1"/>
              <a:t>davomi</a:t>
            </a:r>
            <a:endParaRPr lang="en-US" dirty="0"/>
          </a:p>
          <a:p>
            <a:r>
              <a:rPr lang="en-US" dirty="0"/>
              <a:t>Missing </a:t>
            </a:r>
            <a:r>
              <a:rPr lang="en-US" dirty="0" err="1"/>
              <a:t>values+For</a:t>
            </a:r>
            <a:r>
              <a:rPr lang="en-US" dirty="0"/>
              <a:t> loop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92DDEA-FFC6-88D5-5499-CDD5AFBF4A6B}"/>
                  </a:ext>
                </a:extLst>
              </p14:cNvPr>
              <p14:cNvContentPartPr/>
              <p14:nvPr/>
            </p14:nvContentPartPr>
            <p14:xfrm>
              <a:off x="930960" y="1560240"/>
              <a:ext cx="4183560" cy="3521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92DDEA-FFC6-88D5-5499-CDD5AFBF4A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1600" y="1550880"/>
                <a:ext cx="4202280" cy="354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60A7E1-7153-FE06-E890-4E88B1FEB850}"/>
                  </a:ext>
                </a:extLst>
              </p14:cNvPr>
              <p14:cNvContentPartPr/>
              <p14:nvPr/>
            </p14:nvContentPartPr>
            <p14:xfrm>
              <a:off x="882000" y="2765160"/>
              <a:ext cx="4431240" cy="1662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60A7E1-7153-FE06-E890-4E88B1FEB8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2640" y="2755800"/>
                <a:ext cx="4449960" cy="168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1676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C1FD-B1DF-5EFB-CFEB-5D48429EB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E6206-4EF3-EB52-78EB-8626B8C9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Savol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6952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60D4A-2D77-1AFA-412F-290100DE1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4C385-4188-6429-EA09-094720888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842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47019-6518-8695-4165-01826EEA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CCAC5-E772-D061-E4AF-595F67280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Encoding </a:t>
            </a:r>
            <a:r>
              <a:rPr lang="en-US" dirty="0" err="1"/>
              <a:t>nazariy</a:t>
            </a:r>
            <a:endParaRPr lang="en-US" dirty="0"/>
          </a:p>
          <a:p>
            <a:r>
              <a:rPr lang="en-US" dirty="0"/>
              <a:t>Encoding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/>
              <a:t>For Loop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5AFF69-7685-46B3-5550-091755326EFC}"/>
                  </a:ext>
                </a:extLst>
              </p14:cNvPr>
              <p14:cNvContentPartPr/>
              <p14:nvPr/>
            </p14:nvContentPartPr>
            <p14:xfrm>
              <a:off x="642240" y="761040"/>
              <a:ext cx="3922560" cy="3694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5AFF69-7685-46B3-5550-091755326E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2880" y="751680"/>
                <a:ext cx="3941280" cy="371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78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4CF6-54CC-0543-6B0D-E9DD38285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DC8DE-48AF-6884-3775-AC2EE13E2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Txt dataset </a:t>
            </a:r>
            <a:r>
              <a:rPr lang="en-US" b="1" dirty="0" err="1"/>
              <a:t>bilan</a:t>
            </a:r>
            <a:r>
              <a:rPr lang="en-US" b="1" dirty="0"/>
              <a:t> </a:t>
            </a:r>
            <a:r>
              <a:rPr lang="en-US" b="1" dirty="0" err="1"/>
              <a:t>ishlash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966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2439C-7676-F84D-A849-5E2F118D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4603-BD9C-2869-C912-54F4412CC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One-hot</a:t>
            </a:r>
          </a:p>
        </p:txBody>
      </p:sp>
    </p:spTree>
    <p:extLst>
      <p:ext uri="{BB962C8B-B14F-4D97-AF65-F5344CB8AC3E}">
        <p14:creationId xmlns:p14="http://schemas.microsoft.com/office/powerpoint/2010/main" val="250525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862BD-9142-89A6-413F-53E6B682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44944-7C3F-9392-C912-FA18109A2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One-hot encoding</a:t>
            </a:r>
          </a:p>
        </p:txBody>
      </p:sp>
      <p:pic>
        <p:nvPicPr>
          <p:cNvPr id="2050" name="Picture 2" descr="Using Categorical Data with One Hot Encoding">
            <a:extLst>
              <a:ext uri="{FF2B5EF4-FFF2-40B4-BE49-F238E27FC236}">
                <a16:creationId xmlns:a16="http://schemas.microsoft.com/office/drawing/2014/main" id="{9DE0F472-0980-12BC-977F-7592BE3F4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2225" y="1969341"/>
            <a:ext cx="11327549" cy="444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3B83DEA-3F5D-49C0-9C20-689EC1B37AB8}"/>
                  </a:ext>
                </a:extLst>
              </p14:cNvPr>
              <p14:cNvContentPartPr/>
              <p14:nvPr/>
            </p14:nvContentPartPr>
            <p14:xfrm>
              <a:off x="6792120" y="2268720"/>
              <a:ext cx="4819320" cy="661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3B83DEA-3F5D-49C0-9C20-689EC1B37A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2760" y="2259360"/>
                <a:ext cx="4838040" cy="68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9164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F4798-0047-18E9-AE64-94D1FF2B3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8A8E-F5EC-84FF-74EE-BC1DE491C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pic>
        <p:nvPicPr>
          <p:cNvPr id="4" name="Picture 2" descr="How to Perform Label Encoding in R (With Examples)">
            <a:extLst>
              <a:ext uri="{FF2B5EF4-FFF2-40B4-BE49-F238E27FC236}">
                <a16:creationId xmlns:a16="http://schemas.microsoft.com/office/drawing/2014/main" id="{13BD875A-CB6E-FB8C-1AF6-0A0A14160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2694808"/>
            <a:ext cx="3737164" cy="229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49EDEA8-D713-D4FC-21DB-1CBA809BDC57}"/>
                  </a:ext>
                </a:extLst>
              </p14:cNvPr>
              <p14:cNvContentPartPr/>
              <p14:nvPr/>
            </p14:nvContentPartPr>
            <p14:xfrm>
              <a:off x="6289560" y="1291320"/>
              <a:ext cx="2893320" cy="1009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49EDEA8-D713-D4FC-21DB-1CBA809BDC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0200" y="1281960"/>
                <a:ext cx="2912040" cy="102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7777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B3BA-246F-E78A-A565-5A869EFB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BC95F-8FC7-6300-2197-700A0E469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/>
              <a:t>Datani bir turdan ikkinchisiga o’tazish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/>
              <a:t>One-hot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/>
              <a:t>Label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B3524CF-1362-1386-D6ED-9E64406A6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55963" y="329183"/>
            <a:ext cx="3429969" cy="342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hat is One Hot Encoding and How to Do It | by Michael ...">
            <a:extLst>
              <a:ext uri="{FF2B5EF4-FFF2-40B4-BE49-F238E27FC236}">
                <a16:creationId xmlns:a16="http://schemas.microsoft.com/office/drawing/2014/main" id="{B3DD4E0C-1891-6655-D454-9109E91E6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" b="6740"/>
          <a:stretch/>
        </p:blipFill>
        <p:spPr bwMode="auto">
          <a:xfrm>
            <a:off x="7863840" y="4559257"/>
            <a:ext cx="3995928" cy="121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362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F174-1D01-6996-3AA8-430B1857C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6758A-3624-7F59-C542-C9DBC266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Frequence Encoding</a:t>
            </a:r>
          </a:p>
        </p:txBody>
      </p:sp>
    </p:spTree>
    <p:extLst>
      <p:ext uri="{BB962C8B-B14F-4D97-AF65-F5344CB8AC3E}">
        <p14:creationId xmlns:p14="http://schemas.microsoft.com/office/powerpoint/2010/main" val="1291780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85F17-8E3F-24F9-2781-6E2F97BE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Frequence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169B3-2BA2-80E3-C62D-50383287C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Element </a:t>
            </a:r>
            <a:r>
              <a:rPr lang="en-US" dirty="0" err="1"/>
              <a:t>takrorlangan</a:t>
            </a:r>
            <a:r>
              <a:rPr lang="en-US" dirty="0"/>
              <a:t> </a:t>
            </a:r>
            <a:r>
              <a:rPr lang="en-US" dirty="0" err="1"/>
              <a:t>miqdor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almashtirish</a:t>
            </a:r>
            <a:r>
              <a:rPr lang="en-US" dirty="0"/>
              <a:t> </a:t>
            </a:r>
            <a:r>
              <a:rPr lang="en-US" dirty="0" err="1"/>
              <a:t>kerak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F14E9F-076A-3886-B5AE-4210F54C2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484" y="2464037"/>
            <a:ext cx="6643992" cy="37129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FFBC0D-4074-73B6-87EE-2163B86A9E07}"/>
                  </a:ext>
                </a:extLst>
              </p14:cNvPr>
              <p14:cNvContentPartPr/>
              <p14:nvPr/>
            </p14:nvContentPartPr>
            <p14:xfrm>
              <a:off x="622080" y="1764360"/>
              <a:ext cx="11319480" cy="4950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FFBC0D-4074-73B6-87EE-2163B86A9E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720" y="1755000"/>
                <a:ext cx="11338200" cy="496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2900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7CF66-66EE-A210-FDD6-224DB81A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3D7E-B3EC-0BD4-A24F-CF51E711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Frequence Encoding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49463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C2E2D-B00E-06E4-D043-F180AE4F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247B-4224-C7CF-D3E7-A794EF5F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Target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CC19F-CF00-35BA-58F6-EC61259F7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Element </a:t>
            </a:r>
            <a:r>
              <a:rPr lang="en-US" dirty="0" err="1"/>
              <a:t>to’g’risidagi</a:t>
            </a:r>
            <a:r>
              <a:rPr lang="en-US" dirty="0"/>
              <a:t> target </a:t>
            </a:r>
            <a:r>
              <a:rPr lang="en-US" dirty="0" err="1"/>
              <a:t>qiymatning</a:t>
            </a:r>
            <a:r>
              <a:rPr lang="en-US" dirty="0"/>
              <a:t> </a:t>
            </a:r>
            <a:r>
              <a:rPr lang="en-US" dirty="0" err="1"/>
              <a:t>o’rta</a:t>
            </a:r>
            <a:r>
              <a:rPr lang="en-US" dirty="0"/>
              <a:t> </a:t>
            </a:r>
            <a:r>
              <a:rPr lang="en-US" dirty="0" err="1"/>
              <a:t>arifmetigi</a:t>
            </a:r>
            <a:r>
              <a:rPr lang="en-US" dirty="0"/>
              <a:t> bn </a:t>
            </a:r>
            <a:r>
              <a:rPr lang="en-US" dirty="0" err="1"/>
              <a:t>almashtirish</a:t>
            </a:r>
            <a:r>
              <a:rPr lang="en-US" dirty="0"/>
              <a:t> </a:t>
            </a:r>
            <a:r>
              <a:rPr lang="en-US" dirty="0" err="1"/>
              <a:t>kerak</a:t>
            </a:r>
            <a:endParaRPr lang="en-US" dirty="0"/>
          </a:p>
          <a:p>
            <a:endParaRPr lang="en-US" dirty="0"/>
          </a:p>
        </p:txBody>
      </p:sp>
      <p:pic>
        <p:nvPicPr>
          <p:cNvPr id="2050" name="Picture 2" descr="Target Encoding Vs. One-hot Encoding with Simple Examples | by Svideloc |  Analytics Vidhya | Medium">
            <a:extLst>
              <a:ext uri="{FF2B5EF4-FFF2-40B4-BE49-F238E27FC236}">
                <a16:creationId xmlns:a16="http://schemas.microsoft.com/office/drawing/2014/main" id="{F9FA8495-5357-C94E-B0F1-321B9FE54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222" y="2392900"/>
            <a:ext cx="3990975" cy="426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FC5160-ECE3-5834-D39B-D3814B710C9F}"/>
                  </a:ext>
                </a:extLst>
              </p14:cNvPr>
              <p14:cNvContentPartPr/>
              <p14:nvPr/>
            </p14:nvContentPartPr>
            <p14:xfrm>
              <a:off x="900720" y="527040"/>
              <a:ext cx="11052360" cy="5799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FC5160-ECE3-5834-D39B-D3814B710C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1360" y="517680"/>
                <a:ext cx="11071080" cy="581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6160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1AF09-4954-9A7B-A68B-99CB69924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8412-D67B-8067-2833-A8908F90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Target Encoding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5200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FE67C-7C8A-E8AC-A142-F8C11F47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34AF4-3B69-D421-8E5C-9A8DCF07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Ordinal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96B83-F84E-50A7-18E8-410840AEC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Mantiqga</a:t>
            </a:r>
            <a:r>
              <a:rPr lang="en-US" dirty="0"/>
              <a:t> </a:t>
            </a:r>
            <a:r>
              <a:rPr lang="en-US" dirty="0" err="1"/>
              <a:t>suyangan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</a:t>
            </a:r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</a:t>
            </a:r>
            <a:r>
              <a:rPr lang="en-US" dirty="0"/>
              <a:t> </a:t>
            </a:r>
            <a:r>
              <a:rPr lang="en-US" dirty="0" err="1"/>
              <a:t>raqamlar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almashtirish</a:t>
            </a:r>
            <a:r>
              <a:rPr lang="en-US" dirty="0"/>
              <a:t> </a:t>
            </a:r>
            <a:r>
              <a:rPr lang="en-US" dirty="0" err="1"/>
              <a:t>kerak</a:t>
            </a:r>
            <a:endParaRPr lang="en-US" dirty="0"/>
          </a:p>
        </p:txBody>
      </p:sp>
      <p:pic>
        <p:nvPicPr>
          <p:cNvPr id="3074" name="Picture 2" descr="Nominal And Ordinal Encoding In Data Science! | by SagarDhandare | Nerd For  Tech | Medium">
            <a:extLst>
              <a:ext uri="{FF2B5EF4-FFF2-40B4-BE49-F238E27FC236}">
                <a16:creationId xmlns:a16="http://schemas.microsoft.com/office/drawing/2014/main" id="{DB5B950A-1BC2-6BDB-1ED4-78E01F62E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250" y="3091171"/>
            <a:ext cx="3114675" cy="130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ategorical Data Encoding Techniques | by Krishnakanth Naik Jarapala | AI  Skunks | Medium">
            <a:extLst>
              <a:ext uri="{FF2B5EF4-FFF2-40B4-BE49-F238E27FC236}">
                <a16:creationId xmlns:a16="http://schemas.microsoft.com/office/drawing/2014/main" id="{2BA978C4-3D01-6AF1-6CE6-59F5193B4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5" y="3034020"/>
            <a:ext cx="3219450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7 Must-know Techniques for Encoding Categorical Features">
            <a:extLst>
              <a:ext uri="{FF2B5EF4-FFF2-40B4-BE49-F238E27FC236}">
                <a16:creationId xmlns:a16="http://schemas.microsoft.com/office/drawing/2014/main" id="{B3E2843C-C7F4-A958-DE33-882BA1AD2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487" y="3091171"/>
            <a:ext cx="30575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7F9D43-4350-16AE-9087-9D0B78CD5570}"/>
                  </a:ext>
                </a:extLst>
              </p14:cNvPr>
              <p14:cNvContentPartPr/>
              <p14:nvPr/>
            </p14:nvContentPartPr>
            <p14:xfrm>
              <a:off x="1311480" y="403560"/>
              <a:ext cx="9459000" cy="4019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7F9D43-4350-16AE-9087-9D0B78CD55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02120" y="394200"/>
                <a:ext cx="9477720" cy="403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0307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67DF7-BFF0-3607-547B-E44A7D66E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74AD7-E629-AA9C-4CBF-1D869C147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Ordinal  Encoding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0847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1AE01-D5B6-DE14-490A-548022435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8DB2-AA19-ACD6-3848-79CC2A6DB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9967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A5961-96D5-F07E-90B8-F6BF228A7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0AAC-2DB6-139E-668D-67212A415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O’tilganlarni</a:t>
            </a:r>
            <a:r>
              <a:rPr lang="en-US" dirty="0"/>
              <a:t> </a:t>
            </a:r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Kaggle/</a:t>
            </a:r>
            <a:r>
              <a:rPr lang="en-US" dirty="0" err="1"/>
              <a:t>Githubdan</a:t>
            </a:r>
            <a:r>
              <a:rPr lang="en-US" dirty="0"/>
              <a:t> dataset toping </a:t>
            </a:r>
            <a:r>
              <a:rPr lang="en-US" dirty="0" err="1"/>
              <a:t>va</a:t>
            </a:r>
            <a:r>
              <a:rPr lang="en-US" dirty="0"/>
              <a:t> Data Preprocessing 2 ta </a:t>
            </a:r>
            <a:r>
              <a:rPr lang="en-US" dirty="0" err="1"/>
              <a:t>qismini</a:t>
            </a:r>
            <a:r>
              <a:rPr lang="en-US" dirty="0"/>
              <a:t> </a:t>
            </a:r>
            <a:r>
              <a:rPr lang="en-US" dirty="0" err="1"/>
              <a:t>bajaring</a:t>
            </a:r>
            <a:endParaRPr lang="en-US" dirty="0"/>
          </a:p>
          <a:p>
            <a:r>
              <a:rPr lang="en-US" dirty="0"/>
              <a:t>Encoding+ For loop </a:t>
            </a:r>
            <a:r>
              <a:rPr lang="en-US" dirty="0" err="1"/>
              <a:t>bajaring</a:t>
            </a:r>
            <a:endParaRPr lang="en-US" dirty="0"/>
          </a:p>
          <a:p>
            <a:r>
              <a:rPr lang="en-US" dirty="0" err="1"/>
              <a:t>Qo’shimcha</a:t>
            </a:r>
            <a:r>
              <a:rPr lang="en-US" dirty="0"/>
              <a:t> </a:t>
            </a:r>
            <a:r>
              <a:rPr lang="en-US" dirty="0" err="1"/>
              <a:t>savollar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Outputga</a:t>
            </a:r>
            <a:r>
              <a:rPr lang="en-US" dirty="0"/>
              <a:t>  </a:t>
            </a:r>
            <a:r>
              <a:rPr lang="en-US" dirty="0" err="1"/>
              <a:t>bog’liq</a:t>
            </a:r>
            <a:r>
              <a:rPr lang="en-US" dirty="0"/>
              <a:t> </a:t>
            </a:r>
            <a:r>
              <a:rPr lang="en-US" dirty="0" err="1"/>
              <a:t>bolgan</a:t>
            </a:r>
            <a:r>
              <a:rPr lang="en-US" dirty="0"/>
              <a:t> </a:t>
            </a:r>
            <a:r>
              <a:rPr lang="en-US" dirty="0" err="1"/>
              <a:t>ecoding</a:t>
            </a:r>
            <a:r>
              <a:rPr lang="en-US" dirty="0"/>
              <a:t> </a:t>
            </a:r>
            <a:r>
              <a:rPr lang="en-US" dirty="0" err="1"/>
              <a:t>turi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Eng </a:t>
            </a:r>
            <a:r>
              <a:rPr lang="en-US" dirty="0" err="1"/>
              <a:t>oson</a:t>
            </a:r>
            <a:r>
              <a:rPr lang="en-US" dirty="0"/>
              <a:t> encoding </a:t>
            </a:r>
            <a:r>
              <a:rPr lang="en-US" dirty="0" err="1"/>
              <a:t>turi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Eng kop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kam</a:t>
            </a:r>
            <a:r>
              <a:rPr lang="en-US" dirty="0"/>
              <a:t> </a:t>
            </a:r>
            <a:r>
              <a:rPr lang="en-US" dirty="0" err="1"/>
              <a:t>ishlatiladigan</a:t>
            </a:r>
            <a:r>
              <a:rPr lang="en-US" dirty="0"/>
              <a:t> encoding </a:t>
            </a:r>
            <a:r>
              <a:rPr lang="en-US" dirty="0" err="1"/>
              <a:t>turi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51E3317-1201-5436-8CC7-5DF3368291F7}"/>
                  </a:ext>
                </a:extLst>
              </p14:cNvPr>
              <p14:cNvContentPartPr/>
              <p14:nvPr/>
            </p14:nvContentPartPr>
            <p14:xfrm>
              <a:off x="2089800" y="1809360"/>
              <a:ext cx="7562160" cy="3597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51E3317-1201-5436-8CC7-5DF3368291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80440" y="1800000"/>
                <a:ext cx="7580880" cy="361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714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137</Words>
  <Application>Microsoft Office PowerPoint</Application>
  <PresentationFormat>Widescreen</PresentationFormat>
  <Paragraphs>47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9-dars </vt:lpstr>
      <vt:lpstr>Bugun</vt:lpstr>
      <vt:lpstr>Savol Javob</vt:lpstr>
      <vt:lpstr>Takrorlash</vt:lpstr>
      <vt:lpstr>Bugun</vt:lpstr>
      <vt:lpstr>Txt dataset bilan ishlash</vt:lpstr>
      <vt:lpstr>One-hot</vt:lpstr>
      <vt:lpstr>Encoding</vt:lpstr>
      <vt:lpstr>Label encoding</vt:lpstr>
      <vt:lpstr>Encoding</vt:lpstr>
      <vt:lpstr>Frequence Encoding</vt:lpstr>
      <vt:lpstr>Frequence Encoding</vt:lpstr>
      <vt:lpstr>Frequence Encoding amaliy</vt:lpstr>
      <vt:lpstr>Target Encoding</vt:lpstr>
      <vt:lpstr>Target Encoding amaliy</vt:lpstr>
      <vt:lpstr>Ordinal Encoding</vt:lpstr>
      <vt:lpstr>Ordinal  Encoding amaliy</vt:lpstr>
      <vt:lpstr>Vazifa</vt:lpstr>
      <vt:lpstr>Vazifa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2025-07-03T07:43:16Z</dcterms:created>
  <dcterms:modified xsi:type="dcterms:W3CDTF">2025-07-03T13:04:19Z</dcterms:modified>
</cp:coreProperties>
</file>