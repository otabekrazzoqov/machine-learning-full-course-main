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62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8" r:id="rId14"/>
    <p:sldId id="279" r:id="rId15"/>
    <p:sldId id="280" r:id="rId16"/>
    <p:sldId id="277" r:id="rId17"/>
    <p:sldId id="281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D2744-E3D6-48AC-BA5D-CFA38C871783}" v="5" dt="2025-09-27T13:05:49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modSld">
      <pc:chgData name="Davronbek Malikov" userId="8ee0eb9faaf3663e" providerId="LiveId" clId="{E168BBCB-B3F2-46CC-B5CA-AAD8B95135CA}" dt="2025-09-27T13:05:49.658" v="4"/>
      <pc:docMkLst>
        <pc:docMk/>
      </pc:docMkLst>
      <pc:sldChg chg="addSp">
        <pc:chgData name="Davronbek Malikov" userId="8ee0eb9faaf3663e" providerId="LiveId" clId="{E168BBCB-B3F2-46CC-B5CA-AAD8B95135CA}" dt="2025-09-27T13:00:56.984" v="2"/>
        <pc:sldMkLst>
          <pc:docMk/>
          <pc:sldMk cId="4255718068" sldId="257"/>
        </pc:sldMkLst>
        <pc:inkChg chg="add">
          <ac:chgData name="Davronbek Malikov" userId="8ee0eb9faaf3663e" providerId="LiveId" clId="{E168BBCB-B3F2-46CC-B5CA-AAD8B95135CA}" dt="2025-09-27T11:08:56.391" v="0"/>
          <ac:inkMkLst>
            <pc:docMk/>
            <pc:sldMk cId="4255718068" sldId="257"/>
            <ac:inkMk id="4" creationId="{29523BDD-80E7-DF36-E6BD-167B724426D6}"/>
          </ac:inkMkLst>
        </pc:inkChg>
        <pc:inkChg chg="add">
          <ac:chgData name="Davronbek Malikov" userId="8ee0eb9faaf3663e" providerId="LiveId" clId="{E168BBCB-B3F2-46CC-B5CA-AAD8B95135CA}" dt="2025-09-27T13:00:56.984" v="2"/>
          <ac:inkMkLst>
            <pc:docMk/>
            <pc:sldMk cId="4255718068" sldId="257"/>
            <ac:inkMk id="5" creationId="{A4769098-A3F0-A729-6363-B7B70E8B8516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33294590" sldId="262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33294590" sldId="262"/>
            <ac:inkMk id="4" creationId="{D8C0F0EE-60E4-4066-9C06-D78C8FDECE16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607120608" sldId="270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607120608" sldId="270"/>
            <ac:inkMk id="4" creationId="{F27F60CA-F2A0-844A-11CA-4FC1AD3AE6D7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1413809839" sldId="271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1413809839" sldId="271"/>
            <ac:inkMk id="4" creationId="{7FC61EBD-2A4E-5445-E5C3-1156DEEB1BF1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401428635" sldId="272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401428635" sldId="272"/>
            <ac:inkMk id="4" creationId="{B0D15AD3-53E7-D49E-38EE-77AB170B726A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1536885485" sldId="274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1536885485" sldId="274"/>
            <ac:inkMk id="4" creationId="{13F59680-B703-0E96-369A-04E60A087C33}"/>
          </ac:inkMkLst>
        </pc:inkChg>
      </pc:sldChg>
      <pc:sldChg chg="addSp">
        <pc:chgData name="Davronbek Malikov" userId="8ee0eb9faaf3663e" providerId="LiveId" clId="{E168BBCB-B3F2-46CC-B5CA-AAD8B95135CA}" dt="2025-09-27T13:05:49.658" v="4"/>
        <pc:sldMkLst>
          <pc:docMk/>
          <pc:sldMk cId="2644443582" sldId="276"/>
        </pc:sldMkLst>
        <pc:inkChg chg="add">
          <ac:chgData name="Davronbek Malikov" userId="8ee0eb9faaf3663e" providerId="LiveId" clId="{E168BBCB-B3F2-46CC-B5CA-AAD8B95135CA}" dt="2025-09-27T13:02:29.736" v="3"/>
          <ac:inkMkLst>
            <pc:docMk/>
            <pc:sldMk cId="2644443582" sldId="276"/>
            <ac:inkMk id="4" creationId="{4725F0B5-07FC-CAA0-9E25-4A94910870FF}"/>
          </ac:inkMkLst>
        </pc:inkChg>
        <pc:inkChg chg="add">
          <ac:chgData name="Davronbek Malikov" userId="8ee0eb9faaf3663e" providerId="LiveId" clId="{E168BBCB-B3F2-46CC-B5CA-AAD8B95135CA}" dt="2025-09-27T13:05:49.658" v="4"/>
          <ac:inkMkLst>
            <pc:docMk/>
            <pc:sldMk cId="2644443582" sldId="276"/>
            <ac:inkMk id="5" creationId="{FB158298-03F6-C935-5986-3B8DC1735705}"/>
          </ac:inkMkLst>
        </pc:inkChg>
      </pc:sldChg>
      <pc:sldChg chg="addSp">
        <pc:chgData name="Davronbek Malikov" userId="8ee0eb9faaf3663e" providerId="LiveId" clId="{E168BBCB-B3F2-46CC-B5CA-AAD8B95135CA}" dt="2025-09-27T13:00:56.984" v="2"/>
        <pc:sldMkLst>
          <pc:docMk/>
          <pc:sldMk cId="2111002699" sldId="277"/>
        </pc:sldMkLst>
        <pc:inkChg chg="add">
          <ac:chgData name="Davronbek Malikov" userId="8ee0eb9faaf3663e" providerId="LiveId" clId="{E168BBCB-B3F2-46CC-B5CA-AAD8B95135CA}" dt="2025-09-27T13:00:56.984" v="2"/>
          <ac:inkMkLst>
            <pc:docMk/>
            <pc:sldMk cId="2111002699" sldId="277"/>
            <ac:inkMk id="3" creationId="{65B2025F-E65F-AF52-53A3-E94D319AA9CA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894129284" sldId="278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894129284" sldId="278"/>
            <ac:inkMk id="3" creationId="{63FF46BE-E2DC-ECF8-C5CB-55F322E738B5}"/>
          </ac:inkMkLst>
        </pc:inkChg>
      </pc:sldChg>
      <pc:sldChg chg="addSp">
        <pc:chgData name="Davronbek Malikov" userId="8ee0eb9faaf3663e" providerId="LiveId" clId="{E168BBCB-B3F2-46CC-B5CA-AAD8B95135CA}" dt="2025-09-27T12:23:15.850" v="1"/>
        <pc:sldMkLst>
          <pc:docMk/>
          <pc:sldMk cId="3811655777" sldId="279"/>
        </pc:sldMkLst>
        <pc:inkChg chg="add">
          <ac:chgData name="Davronbek Malikov" userId="8ee0eb9faaf3663e" providerId="LiveId" clId="{E168BBCB-B3F2-46CC-B5CA-AAD8B95135CA}" dt="2025-09-27T12:23:15.850" v="1"/>
          <ac:inkMkLst>
            <pc:docMk/>
            <pc:sldMk cId="3811655777" sldId="279"/>
            <ac:inkMk id="4" creationId="{CC29C445-D6B9-6DC9-79EF-B3E4D16CC2B3}"/>
          </ac:inkMkLst>
        </pc:inkChg>
      </pc:sldChg>
      <pc:sldChg chg="addSp">
        <pc:chgData name="Davronbek Malikov" userId="8ee0eb9faaf3663e" providerId="LiveId" clId="{E168BBCB-B3F2-46CC-B5CA-AAD8B95135CA}" dt="2025-09-27T13:00:56.984" v="2"/>
        <pc:sldMkLst>
          <pc:docMk/>
          <pc:sldMk cId="1722680036" sldId="280"/>
        </pc:sldMkLst>
        <pc:inkChg chg="add">
          <ac:chgData name="Davronbek Malikov" userId="8ee0eb9faaf3663e" providerId="LiveId" clId="{E168BBCB-B3F2-46CC-B5CA-AAD8B95135CA}" dt="2025-09-27T13:00:56.984" v="2"/>
          <ac:inkMkLst>
            <pc:docMk/>
            <pc:sldMk cId="1722680036" sldId="280"/>
            <ac:inkMk id="4" creationId="{6042FBBB-3042-5657-A4A0-2B1EFC9B8E0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04:06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4131 6870 372 0,'-11'-6'15'0,"2"0"-1"0,-3-2 22 0,5 2 2 0,2 0-6 0,0 2-10 15,1-1 2-15,0 1-1 0,1 0-3 0,1 1-4 0,0 0-1 16,0 1-6-16,1 0-4 0,0 1 0 0,1 0-2 0,0 1-2 0,0 0 1 16,0 0-3-16,-1 0-1 0,1 0 0 0,0 1 1 0,0-1 3 0,1 1 1 15,-1-1-1-15,1 1-1 0,0-1 2 0,1 0 1 0,2-1 4 16,1 0 1-16,0-1 2 0,2-1 4 0,1-2 0 0,1-2 6 0,2 0 4 15,0-2 1-15,3 0-1 0,3-1 4 0,1-1 0 0,0-2 2 0,2-1 1 16,1 0-2-16,1 0 2 0,2 1-1 0,-1-2 4 0,2-1 0 16,0 0-1-16,0 0-3 0,2 1-1 0,-1 0 0 0,3 2-2 0,-2 1-1 15,3-1-2-15,-3 1 2 0,4 1-4 0,0-1 0 0,2 2 2 16,1-2-7-16,0 0 1 0,2 0 3 0,2-1-2 0,2 1-3 0,3 0-1 16,1 1-19-16,1-1 1 0,0 0 1 0,3 0 1 0,0 2 9 0,1-2 0 15,1 2-3-15,-2 2 4 0,0 0-4 0,-1 2 3 0,-2 1 1 16,-1 0-8-16,0 0 7 0,1-1-7 0,0 1 4 0,-2 1-1 0,1 0-2 15,1 1 4-15,-4 0-3 0,2 1 4 0,0-1-5 0,-1 2 2 16,1 0-2-16,-1 1-2 0,-2 0 7 0,-2 2-1 0,1-1 1 0,-1 0 3 16,-2 2-4-16,-1 1-2 0,0 0 1 0,-2 2-4 0,-1 0 7 0,0-1 2 15,-2 1-3-15,1 0-3 0,-3 0-4 0,0 0-3 0,-1 0 6 16,1 2 6-16,-1 1 0 0,0 0 2 0,-1 0-4 0,-2 0 0 0,-1 0 6 16,0 0 2-16,0 0 0 0,0 1 0 0,-2 0-12 0,0 1-2 0,-1 1 2 15,-2 1 2-15,1 1-3 0,1 0 6 0,-3-1-5 0,1 2-6 16,-1 1 8-16,-1 0-3 0,-1 0 4 0,3 3 2 0,-1 0-7 0,-1 1 2 15,1 1-2-15,0 0 1 0,1 0 3 0,-1 0-6 0,0 0-3 0,-1 0 0 16,0 0 0-16,0 2 2 0,0-1 0 0,-1 3 2 0,-1-2 0 16,-2 1-1-16,3 1-1 0,-1-4-4 0,-2 2-1 0,-1-2 0 0,-1-2 6 15,-1 2 6-15,-1-2 2 0,0 0-1 0,-1 0-7 0,-1-1-1 16,-1 0-3-16,-2 0 2 0,-1 1 8 0,-1-1-8 0,-1 1 8 0,-2 0 1 16,-1 1-3-16,-1 0 3 0,-1 2-2 0,-2-1 5 0,0-2-5 0,-1 1 5 15,-2-2-6-15,0 0-3 0,-1 0 4 0,-1 0-4 0,-1-1 2 16,0 1 1-16,-1 0-3 0,1 0 2 0,-2-1-2 0,0 0-1 0,-1 2 5 15,0-2-4-15,-3 0-8 0,-3-1 1 0,-1-1-3 0,-3-1 2 0,-2 1 11 16,-3 0 3-16,0-1 4 0,-3-2-4 0,-2-1-2 0,-3-1-3 16,-1-1-2-16,-2-1 4 0,-2 0-3 0,-2-1 1 0,0-1-2 0,-4-1 1 15,-2 0 1-15,-1 0-2 0,-3-1 0 0,-1 0 7 0,-3 1 1 0,-3 0-2 16,-1 1 1-16,0-1-10 0,-3-1 1 0,0 1 7 0,-2-1-4 16,0-1 3-16,1-2 3 0,-1-1 0 0,2 1 6 0,0-3 1 0,2 2-8 15,2-2 2-15,1-1-3 0,1 1-1 0,0-2 2 0,1 1-3 16,1-1-1-16,1 1 11 0,0 1-4 0,-1 0 2 0,1 0 0 0,1 2-11 15,-2-1 4-15,0 2-6 0,1 1 4 0,-1 0-1 0,1 1-2 0,0 0 5 16,-4 1-4-16,1 1 3 0,-2-1 0 0,1 0-2 0,1 0-2 16,-2-1 1-16,2 0-3 0,0 0 7 0,2-2 2 0,4-2 3 0,2-1 3 15,3-3-1-15,2 0-2 0,2-1-1 0,4-1-4 0,3-2 2 0,2-1 1 16,4-2-1-16,-1-3 1 0,3 1-2 0,0-2-4 0,2-2-8 16,2 0-2-16,3-3 2 0,0-1 7 0,2 0 6 0,3-2 0 0,1-1-1 15,1-1-5-15,2-1 5 0,4 1-1 0,0-2 2 0,3 2-3 16,1-2-1-16,1 0-1 0,2 0-1 0,1-4 2 0,2 2-1 0,4-3-2 15,1 1-2-15,1 2 1 0,3-2-2 0,1 0 1 0,2 0-13 16,3 0-4-16,3-1 0 0,4 4 8 0,1-2 9 0,2 2 3 0,3 0 3 16,0 0-15-16,6 1 2 0,0 1-1 0,2 2-8 0,3 0 0 0,0 3-11 15,4-1-15-15,1-1-45 0,5 2-81 0,3-2-63 0,2 2-81 0,5 0-448 16</inkml:trace>
  <inkml:trace contextRef="#ctx0" brushRef="#br0" timeOffset="13014.53">5725 8251 1773 0,'-35'-18'293'0,"-5"-1"-279"0,-8-3-18 0,6 3 1 15,6 3 9-15,3 1 5 0,0-1-8 0,-2 0-16 0,0 2-21 0,-2 2-29 16,2 0-22-16,-3 3-9 0,0 1 4 0,0 2 10 0,-2 1 5 15,0 2 10-15,2 1 20 0,-3 1 16 0,0 0 19 0,1 0 18 0,-3 0 2 16,1 0 3-16,0 1-4 0,-1 1-7 0,1 0-1 0,0 1-3 0,-1 2 1 16,-3 0 0-16,2 1 2 0,0 1-1 0,0 2 5 0,1-1-3 15,0 2 0-15,1-1 9 0,-1 0-7 0,2 2 2 0,1-1-3 0,-1 0-5 16,2 1 4-16,0-1 1 0,0 0 0 0,0 2 0 0,-2 0 2 0,1 2-7 16,-1 0 2-16,-1 1 3 0,1 0-4 0,0 3 4 0,0 1 6 15,3 1 4-15,0 1 12 0,0 2-2 0,1 1-1 0,-1 2 0 0,2 1-8 16,2 2 1-16,1 0-5 0,2 0-3 0,-1 4 0 0,2-2-7 0,0 2 1 15,3-1-5-15,1-1 0 0,5-1 4 0,2 1-2 0,2 0-2 16,2 0-2-16,5 0-1 0,-1-1-4 0,4-4-2 0,3 1 5 0,2-5 5 16,4 0 3-16,2-1 5 0,3-3 3 0,3 0-6 0,1-1 8 0,3-1 3 15,2-1-7-15,1 0 4 0,2 0-6 0,4-1 3 0,2-1 5 16,3-1-5-16,1 1-1 0,1 1-2 0,1-2-1 0,0 1 3 0,2-2 2 16,1 1-3-16,1-1 0 0,3 0-1 0,-2 0 1 0,2-1-1 15,0-1 2-15,0-2 3 0,2 0-3 0,1-1 4 0,0-1 3 0,4 0-4 16,-2-1 3-16,2 0 1 0,-1 0 3 0,0-1 3 0,1 1 4 0,-1-1 1 15,2-1-7-15,0 1 5 0,1-1-2 0,1-1 4 0,0 0 4 16,3-1-4-16,0-1-3 0,-1 0-2 0,3-2-4 0,-3 1 2 0,1-1-2 16,0 0 2-16,1 0-2 0,2 0-10 0,-3-1 0 0,0 0-5 15,1-1 1-15,-1 2 6 0,3-1 1 0,-1-1 1 0,-1 0-5 0,-1 1 2 16,0-1 1-16,0 1 0 0,0-1 1 0,2 0-8 0,-2 0 0 0,-1 1-3 16,0 2 1-16,0-1 8 0,-1 1-4 0,4 0 4 0,-2 1-2 15,-1 0 3-15,0 1 2 0,-3 1-1 0,3 0-2 0,-1 0 3 0,2 0-11 16,0 0 2-16,-2 1 0 0,1 1 2 0,1-1 5 0,0 0-4 0,1-1 0 15,-1 1-3-15,0-1 2 0,-1 1 2 0,1-1-1 0,-2-1 0 16,1 0-4-16,-1-2-5 0,0-1 6 0,1 0 1 0,-1 0 7 0,-1 0 2 16,3-2-5-16,-2 0 7 0,1-2 3 0,2 1-3 0,-3 0 5 0,1-2-2 15,1 1-3-15,0-1-6 0,0 0 0 0,-1 0-4 0,0-1 4 16,-1 2 6-16,2-2-4 0,0 2 3 0,0 0-7 0,1 0 4 0,-2 1-3 16,0-1 0-16,0 1-4 0,-1 1-1 0,1 1 0 0,-3-1-3 15,-2 2 1-15,0-1 1 0,-1 1 1 0,-2 1-2 0,1 0 4 0,-1 1-1 16,0 0 1-16,-2 1 1 0,0 0-3 0,-1 1 0 0,0 0 0 0,1 0 3 15,-1 0 2-15,0 1-4 0,0 0 6 0,-3 0-6 0,2 0 1 16,-1 0 1-16,-3 0 2 0,2 0-2 0,-4 0 3 0,3 0-5 0,-1-1-2 16,0 0 1-16,-1-1 3 0,-2 0 2 0,1-1-2 0,-1 0 0 15,0-2 2-15,-2 0-8 0,0 0-2 0,-1-1 0 0,-2 0 0 0,-1-1 20 16,-1 0-8-16,0-1 12 0,-1 0-1 0,-3-2-9 0,0 0 7 0,1-1-3 16,-3 1-3-16,0-2 2 0,0-1-2 0,-3-1-2 0,1 0 0 0,1 1-2 15,-1-3 1-15,-1 0 1 0,0-2-2 0,2 1 3 0,-1-1-3 16,-2-1-1-16,0-1 1 0,-2 2-1 0,-2-2 3 0,-1-1 1 0,-1 1-5 15,-1-3 5-15,-1-1-3 0,-1-1 2 0,-2 1 1 0,-1 0 1 16,-1-2-2-16,-2 0-2 0,-1-1-1 0,-1-3-1 0,-4 1-6 0,-1-3-6 16,-1 3 6-16,-4-3 0 0,-1 2 2 0,-3 0 5 0,-2 0-8 15,-4 0-5-15,-2 2-2 0,-1 0 3 0,-3 1 1 0,-2 1-1 0,-3 0 4 16,0 2-2-16,-3-2 3 0,-2 0 2 0,-3 1-6 0,-1 0 1 0,-4 2-3 16,0 0-4-16,-2 3 8 0,-2 0-3 0,-1 0 4 0,-4 1-2 15,-1 1-2-15,0 2 1 0,-1 0-2 0,-4 0-2 0,-1 2-3 0,-3 0-1 16,-1 0 1-16,0 1-1 0,-3 2 19 0,0 1-5 0,-3 2-2 0,-1 1 4 15,0 0-10-15,-5 1 0 0,0 2 1 0,-2 1-1 0,-1 2-4 16,-2 1-3-16,-1 3 1 0,-2 1 2 0,0 0-4 0,1 0-3 0,0 1 1 16,1 0-4-16,1 1 6 0,1 2 10 0,2 0 3 0,1 0 6 0,4 1-4 15,2 0-5-15,3 2-7 0,1 1-20 0,0 2-14 0,3 1-27 16,0 4-30-16,1 2-21 0,2 1-26 0,0 3-37 0,-1 3-64 0,1 1-103 16,0 5-359-16</inkml:trace>
  <inkml:trace contextRef="#ctx0" brushRef="#br0" timeOffset="31368.74">9896 9096 495 0,'-11'1'106'0,"0"0"14"0,-3 2-11 0,4 0-18 0,2 1-19 15,0 0-32-15,0 0-7 0,2 1-14 0,1-1-9 0,1-1-1 16,2 2-8-16,1-1-1 0,2 0-3 0,0-1-1 0,2 1 0 0,1-1-1 16,0-1 1-16,3-1 0 0,1-1-2 0,2-1 3 0,0-2 1 15,1 1-2-15,1-1 3 0,0 0 6 0,1-1 2 0,0 1 9 0,0 0 7 16,0 0 5-16,0 2 6 0,-1-1 4 0,1 0 6 0,1 0 1 0,1 1 10 16,1 1 3-16,0 0-6 0,2 0 3 0,1 1-7 0,2 0-1 15,4 0 2-15,1 2-2 0,1-1-4 0,3 1 3 0,0 2-1 0,5 0 3 16,1 2 1-16,1 1-5 0,3 2-3 0,0 2-7 0,4-1-7 0,3 2-8 15,2 1-11-15,1 1-2 0,2 0-3 0,1-3-4 0,4 1 5 16,2-3 0-16,1-4 1 0,1-2-3 0,1-5 0 0,1-3-2 0,-1-3-6 16,1-1 0-16,-1 0 3 0,-1-1-1 0,-3 0 7 0,0 0-2 0,0 0-1 15,-2 0 3-15,0 1 2 0,-2 0 3 0,-2 1 7 0,-1 1 2 16,0 1-1-16,-1-1 6 0,-2 0 3 0,0 1 4 0,-2 0 5 0,-1 0-1 16,0 1-7-16,0 0-3 0,0 3-6 0,0 0-5 0,-1 1 2 15,-1 1-13-15,0 0 4 0,0 1-4 0,0 1-1 0,-1 1 2 0,-3 1-2 16,0-1 3-16,-2 2-1 0,-1-1-1 0,-2 0 2 0,-3 0-1 0,-1 0 1 15,-1-1 0-15,-1 0-5 0,0-1 2 0,-2 0 5 0,-1-1-6 16,-2-1 2-16,1 0-1 0,-2 0-3 0,-1-1 1 0,0 0-4 0,1-1-3 16,-2 0-8-16,1 0-15 0,-1 1-29 0,0-2-37 0,-1 1-50 15,1-2-53-15,-1-1-83 0,0 0-135 0,2-1-384 0</inkml:trace>
  <inkml:trace contextRef="#ctx0" brushRef="#br0" timeOffset="38218.64">10296 10543 1074 0,'-10'-2'157'0,"3"1"-67"16,0-2-46-16,4 3-16 0,2-1-11 0,1 0-6 0,1 1-8 16,1-1-1-16,2 0-3 0,1 1-5 0,1-1 2 0,0 1-5 0,1 0 2 15,0 0-3-15,1 1-2 0,1 0-1 0,0 0-2 0,-1-1 6 16,2 0-1-16,1-1 6 0,1 0 2 0,0 0-1 0,1-2 6 0,-1-1-3 16,2 0 8-16,2 0-1 0,2 1-2 0,0-2 5 0,3 1 0 0,1 0 2 15,1 1 1-15,2 0-4 0,3 1 1 0,4-2 5 0,1 1-1 16,5-1 2-16,2 1 0 0,2 0 0 0,3 0-7 0,4 1 3 0,2-1-6 15,2 0-1-15,2 0 1 0,1 0-2 0,2-1-2 0,2 1-2 0,-1-1 3 16,2-1-1-16,-1 0 2 0,0 0 5 0,1-1-7 0,-1 0 8 16,0 1-4-16,-2-1 0 0,-1 1 8 0,-1-1-12 0,-3 0 5 0,-3 0-1 15,-2-1 0-15,-1 1 9 0,-2-1 5 0,-2 0-1 0,0 1 1 0,-1 1 0 16,1-1-6-16,-1 1 1 0,-2-2-5 0,0 0-6 0,-1 1-1 16,1 0-2-16,-1 1-6 0,0-2 2 0,0 0-2 0,-2 0-3 0,0-1 8 15,1-2 0-15,-2 0 3 0,0 0 1 0,-2 0-4 0,1-1 2 16,0 0 2-16,-1-1 7 0,-1-1-1 0,-3-1 1 0,0 2-1 0,-2-3 5 15,1 2 13-15,-3 0 4 0,1 0 6 0,-2 0 3 0,-3-2-8 0,0 1 11 16,-3-1 7-16,1 2-1 0,-2-1 5 0,-2-1-8 0,-2 1-6 16,-1 1-6-16,-1 0-7 0,-1 1-4 0,-1 0-3 0,-3-1-1 0,0 1-6 15,-2-1 0-15,-2 0-2 0,-3-2-4 0,-2-1 0 0,-3 1-7 16,-2-3-1-16,-3-1-5 0,-2-1-2 0,-4-1-7 0,-2-1-1 0,-1 0-7 16,-5 0 7-16,-2-1 4 0,-3 0 2 0,-2-1 8 0,-2-1-5 0,-2-1 7 15,-1 0-5-15,2 1-2 0,-3-1 12 0,2 2 0 0,-3-1 6 16,-1 0 5-16,1 0-4 0,0 0-1 0,2 1 2 0,-1 0-1 0,-1-1-4 15,0 2-2-15,-1 0-3 0,-3 1-4 0,-2-2 1 0,-4 1-2 0,0 0 2 16,-1 0-1-16,-2 1-6 0,0 3 1 0,-2 2-2 0,-4 1-3 16,0 4 4-16,-2 1-5 0,-3 1 11 0,1 3-1 0,-3 1-2 0,2 2 3 15,-1 2-6-15,-1 2 4 0,2 2-1 0,1 2 0 0,3 1 5 16,3 2-1-16,3 2 8 0,2 1 4 0,4 1-3 0,2 3 0 0,2 1-6 16,3 2-7-16,4 1 0 0,2 3-5 0,3 1 2 0,-1 1-3 0,3 1-5 15,0 0 2-15,2 1-5 0,1 2 4 0,1-1-2 0,3 1-3 16,-1 0 1-16,1 1-4 0,1-2-3 0,3-1-5 0,3-2-3 0,4-2-3 15,0 1 9-15,2-1-2 0,2-2-12 0,1-1-23 0,2 0-42 0,2-2-36 16,1 0-43-16,2-2-41 0,1 0-40 0,3-2-88 0,1-4-176 16</inkml:trace>
  <inkml:trace contextRef="#ctx0" brushRef="#br0" timeOffset="70222.25">4579 10504 1007 0,'-15'-2'84'0,"-2"2"-38"0,-1 0-25 16,4 0 7-16,4 1 10 0,2 0 15 0,1-1 3 0,2 1-12 0,2 0-11 16,0-1-13-16,2 0-13 0,1 1-8 0,0-1-3 0,2 1 0 15,0 0 1-15,0 1 8 0,2 0-1 0,1 0-4 0,2 1 5 0,0 0-7 16,2-1 4-16,2 0 3 0,0-1-3 0,1 1 4 0,1 1-1 0,1-1 1 15,2 1 6-15,0-1 6 0,1 1 3 0,2 0-1 0,1 0 6 16,0-1-1-16,2-1 0 0,0 1 1 0,4-2-2 0,1 1 1 0,1 0 3 16,2-1-3-16,1 1 1 0,1-1 0 0,-1 1-3 0,3 0 0 0,-2 0-1 15,2 0 4-15,1 0-4 0,-2 0-2 0,1 0 1 0,-1 0-4 16,2-1 1-16,-1 1 1 0,0-1-1 0,0 1-1 0,-2-1-1 0,2 0 2 16,-1 1-5-16,3 0 1 0,-1 0 1 0,1 0-14 0,-2-1-2 15,0 0-1-15,0 0-2 0,-2 0 7 0,2 0 4 0,-4 0-6 0,1-1-1 16,-1 0 3-16,0 0-4 0,1-1 8 0,-1 0-3 0,-2-1 2 0,-1-1 1 15,-1 0-2-15,-2 0 5 0,0-1 0 0,-5-1-3 0,2 1-1 16,-1 0 2-16,-2-2 2 0,0 0 4 0,-2-1 4 0,0 0-6 0,-4-1 1 16,2 1 5-16,-1 0-1 0,-2-1-7 0,-1-2 2 0,-2 0 3 0,-2 0-6 15,0-2 14-15,-1 1-5 0,-1-1-9 0,1-2 8 0,-2-1-9 16,0 0 4-16,0-2 2 0,-1-1-5 0,-1-2-1 0,0-1-3 0,0-2 2 16,0 0-2-16,-1-1-6 0,-1 0-6 0,0-2 6 0,-3 1 5 0,1-1 7 15,-3 0 5-15,0 0-8 0,0-1-7 0,-3 1 15 0,2-1-2 16,-5 1 2-16,-1 0 3 0,-2 0-10 0,-1 2 1 0,-3-3-1 0,-3 2-1 15,0-2 0-15,-3 2 0 0,-1 1-4 0,-1 2-3 0,-3 1-1 0,-1-1 2 16,-5 1 1-16,-1 1-1 0,-2 2-2 0,-2 0-15 0,0 2 1 16,-2 1 3-16,-1 0-1 0,-2 3 28 0,1 3-4 0,-3-1 2 15,-1 2-4-15,0 0-10 0,0 1 1 0,0 1-2 0,-1 1 2 0,-1 1 1 16,0 2-1-16,0 0 1 0,2 2 0 0,0 0-2 0,-1 1 12 0,0 1-7 16,2 2 7-16,1 0 2 0,1 1-19 0,0 2 13 0,1 1-3 0,0 2-2 15,1 2-4-15,1 0-7 0,2 2 1 0,2 0-2 0,0 3 9 16,1 2 12-16,3-1 0 0,1 1 7 0,2 0-4 0,1 1-13 0,3 0 1 15,1 1-11-15,2 0 1 0,2-1 2 0,1 1-4 0,4 1 2 16,1 0-3-16,1 1-3 0,2 0 0 0,2-2-1 0,3 0-5 0,1 0 1 16,2-4 4-16,3 2-1 0,1-1 4 0,3-2-1 0,1 2-1 0,2-1-6 15,2 1 0-15,2 0 4 0,2 1-4 0,2 0 0 0,2 0 1 16,3 2-10-16,1 0-2 0,5 0-1 0,2 0-2 0,2 2 9 0,2 0 0 16,2 3 3-16,3 0 4 0,0 0-7 0,4 0 1 0,2-1-14 0,2-1-11 15,2 0-11-15,4-2-11 0,0 0-9 0,3 0-3 0,0-3 0 16,3-1 2-16,0-3 11 0,2-3 4 0,3-2 9 0,-1-5 9 0,2-1 10 15,2-2 13-15,0-2 7 0,1-1 7 0,-2-2 5 0,2-2-1 16,-2-1 0-16,0-1 2 0,0-1-3 0,0 0-2 0,0-1 3 0,-3-1 0 16,1 2 0-16,1-1 2 0,-1 0-4 0,-1 1-2 0,-1 1 1 0,-1 0 3 15,-1 0-12-15,1 3 5 0,0-2-2 0,-1 0 0 0,-2 1 7 16,-1 0-5-16,3 2-2 0,-1 0 4 0,-1 1-2 0,0-1 6 0,-3 1 0 16,-1 1 0-16,1 0 5 0,-2 1-4 0,-1 1 6 0,-2 2-1 0,-2 0 1 15,-2 1 5-15,-2 2 1 0,-1-1 5 0,-2 3 4 0,0 0 1 16,-1 2 10-16,-3 1-5 0,-2-1 8 0,-1 0 3 0,0 1 4 0,-1 0 5 15,2 0 2-15,-3 1 7 0,1-2-1 0,1 2 3 0,-1-2 6 0,2 0-3 16,-1 0 3-16,2-2 3 0,0 0-6 0,2-1-3 0,0-2-3 16,1 2-1-16,2-1-1 0,1 0-2 0,3 1-8 0,-1-2-6 0,1 1-4 15,1-1-3-15,1 0-6 0,1 0-4 0,0-1 0 0,0 1-1 16,-1 0-4-16,-1 0 2 0,3 0-4 0,-3 1-4 0,-1 0 6 0,2 0-6 16,-2 1 0-16,0-1 4 0,1 0-4 0,-3 1 2 0,0 0-2 0,-1 0 0 15,-1 0 3-15,2 0-3 0,-2 1 1 0,-1-1 1 0,1 0-1 16,-2-1 4-16,2 0-2 0,0 0-2 0,1-1 1 0,-2-1-2 0,-1-1 4 15,2-2 1-15,0 0 1 0,0-2-5 0,0-1 4 0,-2-1 0 0,-1-1-1 16,-1-2 8-16,0-1-8 0,-2-1 9 0,1-1-2 0,-2-1-1 16,0-1 5-16,-1 0-2 0,-2-2 4 0,0 0 0 0,-2-3 1 0,1 0-7 15,-3-1 2-15,1 1-4 0,-2-2 4 0,-2 0-1 0,-1 0-4 16,-1-1 3-16,0-1-4 0,-1 1 3 0,0 0-2 0,-1-2 2 0,-1 0-3 16,-2-3-9-16,-2-1 6 0,-2 0-4 0,-1-2-13 0,-1 0 10 0,-1-2-4 15,-2-1-3-15,-2-2 15 0,-3-2-14 0,-4 0 4 0,-2-1-4 16,-2-1-1-16,-4 0 6 0,-3-2-3 0,-4-1 1 0,-3-2 1 0,-1 2 4 15,-2 1-2-15,-3-1 0 0,-3 2 0 0,-1 0-14 0,-4 0 15 0,0 3 1 16,-1 0 1-16,-5 3 13 0,2-1-9 0,-2 4-3 0,0 0 0 16,-2 3-1-16,-1 2-1 0,1 1 2 0,-2 4-4 0,0 0 0 0,0 2-1 15,0 3 1-15,-2 2 0 0,-2 2-3 0,-1 3 1 0,-4 3-1 16,2 3 3-16,-2 4 5 0,-1 2-4 0,-1 4 2 0,1 3-3 0,-2 1 2 16,2 3 1-16,0 1-3 0,-1 2 2 0,0 0 0 0,1 3-2 0,1 1-2 15,1 2 0-15,1 4-1 0,1 0-3 0,1 2-1 0,1 0-7 16,5 2-3-16,1 1 14 0,3 1-5 0,1-1 11 0,4 0-4 0,2-1-17 15,5 0-4-15,2 0-12 0,4-1-2 0,2 1-9 0,6-3-8 0,1 1-7 16,4-4-24-16,2 0-14 0,4-2-29 0,2 2-26 0,3-1-17 16,3-1-33-16,1 0-20 0,4-3-28 0,3 1-31 0,2-3-265 0</inkml:trace>
  <inkml:trace contextRef="#ctx0" brushRef="#br0" timeOffset="148015.76">4106 11035 1074 0,'-8'-6'39'0,"2"-1"-27"0,-1-1 1 0,3 2 6 0,3 0 10 0,0 1-4 15,0 1-2-15,1-1-15 0,2 0-11 0,0-1-2 0,1 1-2 0,1 1-1 16,2-1 2-16,2 2-2 0,1-3-2 0,1 0 2 0,3 0-2 16,0-1 4-16,1 0 0 0,0 0 2 0,0-1 4 0,2 0-2 0,1 1 6 15,1-1-5-15,1-2 0 0,1 2 5 0,1-2 2 0,3 1 8 0,1-1 4 16,0 2-1-16,1-1 8 0,1 0 2 0,2 1 6 0,1-1 3 0,1 2-4 16,0 0 2-16,4 2 8 0,0 1 0 0,2 1 7 0,-2 0 6 15,2-1-14-15,3 2-1 0,-1 0-7 0,3 1-4 0,1 0-3 0,0 2-5 16,2 1-5-16,2 0-8 0,1 2 3 0,0-1-5 0,3 1-4 15,1 1-2-15,0 2-2 0,2 2 4 0,-1 1 3 0,0 1-1 0,1 0-5 16,0 1-3-16,0 1 0 0,0 0-2 0,-1 1 6 0,0-1-2 0,-1 0-4 16,-1 1 4-16,0 0 0 0,-2-1 1 0,-1-2 4 0,-1 1-5 15,-1-1-6-15,-1 1 3 0,-2 0 1 0,-1 0 3 0,-1-1-1 0,-2 1 0 16,0-2-2-16,-4 2 2 0,0-1 6 0,-2 1-1 0,0 1-2 16,-2-1 1-16,-1 1 2 0,-4-2-2 0,0-1 2 0,-3 3-4 0,0-1 3 15,-1 1-2-15,-2 1 2 0,-1-1 0 0,-1 2-2 0,-2 1 2 0,-1 1 2 16,-1 0 2-16,-3 3-6 0,-1 0 7 0,-3 1-5 0,-1 3 1 15,-2 1-4-15,-2 1-7 0,-3 2-10 0,-2 0-9 0,-3 3 3 0,-2 0-9 16,-5 1 10-16,-3 0 3 0,-4 3-1 0,-2-1 6 0,-4 3-1 16,-3 1 4-16,-3-2 4 0,-1 0 4 0,-4-4 1 0,-1 0 4 0,-2-2 4 15,-3 0 0-15,0-3 8 0,0 0 3 0,-2-3-3 0,0-1 15 0,-3 0 1 16,1-4-1-16,-1 2 0 0,-2-1-9 0,0-2-4 0,0 1 2 16,-2-2 5-16,0-1-3 0,-1-1 5 0,-1-2-3 0,1-1 4 0,0-2 6 15,1-1-4-15,0-1 5 0,-1 0-6 0,-1-2 0 0,1-2 5 0,2 0-2 16,0-2 4-16,0-1-2 0,1-2 3 0,0-1-2 0,0-3-2 15,4 0-3-15,-1-1-9 0,2-1 8 0,0 0-1 0,2 0 6 0,2-1 1 16,2-1-9-16,3-2-2 0,1 1-5 0,1-3-3 0,4 1-10 0,-2-1-3 16,3 0-9-16,1 1 0 0,4-1 2 0,0 1-10 0,4-1 0 15,3-1-10-15,0 1-13 0,3 0-5 0,0 3-11 0,3-2-31 0,3 1-26 16,2 0-37-16,4-3-41 0,1 1-24 0,5-3-25 0,3-2-15 0,5-1-7 16,5-5-27-16,5-3-144 0</inkml:trace>
  <inkml:trace contextRef="#ctx0" brushRef="#br0" timeOffset="148699.24">9239 11057 1993 0,'-6'-3'200'0,"0"-1"-132"0,-1-1-53 0,2 0-15 0,1 1-6 15,1-1-3-15,1 1-5 0,2-1-11 0,1 1 3 0,0-1-1 0,2 0 0 16,1-1 7-16,1-1-2 0,1 0 3 0,2 1-5 0,1-1 0 15,2 0 3-15,1-1-2 0,1 1 8 0,0 0 4 0,0-1 3 0,1 0 1 16,0 1-3-16,1-1 4 0,-1 0-1 0,1 0-1 0,2 1 2 0,0 0 1 16,-1 0-5-16,2 0 3 0,2-1-1 0,0 0 0 0,3 0 8 15,-1 0-2-15,1 2 0 0,2-2-2 0,2 1 2 0,4 0 3 0,-1 0-3 16,1 0 1-16,-1 1 11 0,2 1 2 0,2 0 5 0,0 1 6 16,0 2-15-16,3-2 6 0,-2 0-6 0,2 2-2 0,0 0 1 0,-1 1-11 15,4 0 9-15,-2 1-3 0,1 1-2 0,0-1 1 0,2 1-7 0,-1 1 8 16,1 0 0-16,-1 1 2 0,-1 1 3 0,1-1-19 0,0 0 5 15,2 1-14-15,1 1 1 0,1 1 15 0,-1 1-4 0,1 1 8 0,0 0-1 16,-1 1-7-16,0 1 2 0,1-1 3 0,-1 2-1 0,0 0 0 0,0 0-1 16,-3 2-1-16,-1-1-1 0,1 2-2 0,-3 2-2 0,-1-1-5 15,0 0 0-15,-3 3-1 0,1 0-5 0,-3 3 6 0,-1-1-6 0,-2 4-2 16,-1 1 1-16,-3 3 0 0,-2 1-4 0,-1 1-2 0,-2 0-1 16,0 2 4-16,-2 0 2 0,-1 3 3 0,-4 0 8 0,0 2-1 0,-3 0 4 15,-2-1 2-15,0 2-3 0,-2 0 2 0,-2 0 3 0,-1-1-4 0,-1-1 7 16,-2-1-1-16,-2 1-7 0,-1-1 8 0,-1-1-4 0,-2-1 4 15,-2-4 3-15,-1 1-3 0,-3-4 8 0,-3 1-2 0,-2-1 9 0,-2-3 3 16,-1 0 1-16,-2-5 0 0,0-1 11 0,-4-1 0 0,-3-3 8 0,-1 0 7 16,-3-1-9-16,-2-2-2 0,-2-1 7 0,-4-2 1 0,-1-2-3 15,-2-1 2-15,-1-3-12 0,-2-1-5 0,-2-3-2 0,-2-2 1 0,-1-2-5 16,-1-1 7-16,2-2 6 0,1-2 1 0,-1-1 11 0,2 2 11 0,3-1 3 16,2-1 9-16,4 1-4 0,5 0-11 0,2 0-2 0,2 0-14 15,2 0-7-15,2 0-6 0,1 1-8 0,3 1-8 0,2-1-9 0,3 0-9 16,2 2-5-16,1-1-4 0,2 2-11 0,2 0-11 0,3 1-16 15,1 1-15-15,1 1-33 0,2 0-24 0,0 1-47 0,2 0-50 0,2 0-50 16,1 0-71-16,2-2-77 0,3-1-249 0</inkml:trace>
  <inkml:trace contextRef="#ctx0" brushRef="#br0" timeOffset="149265.76">17424 11853 279 0,'2'4'44'0,"1"0"-55"0,2 3-35 0,1-2-43 16,-1 0-70-16</inkml:trace>
  <inkml:trace contextRef="#ctx0" brushRef="#br0" timeOffset="149582.73">17663 11883 292 0,'9'-2'171'0,"2"0"-9"15,3 0-18-15,-3 1-11 0,-3 1-14 0,2-1-20 0,1-1-19 16,0 1-15-16,1 0-10 0,1 0 0 0,-1 2-6 0,2-1-3 0,1 1-1 16,2-1-11-16,-1 0-2 0,1 0-4 0,0 1-3 0,1 1-2 0,0-1-2 15,2 1 0-15,2 0 0 0,1 1-2 0,2 1-2 0,1 1-2 16,3 0-6-16,0 0 1 0,2 0 6 0,2 0-1 0,2-1 0 0,-1 0-6 16,5 0-8-16,-1-1-1 0,0-2-1 0,3 1-3 0,0-2 4 0,1 1-1 15,4-1 6-15,1 1 8 0,0 0 5 0,2 1 5 16,2 0 3-16,1-1 0 0,2 2 2 0,0 1-3 0,1 0-1 0,0 0-3 0,3 1-4 15,1-1 2-15,0 0-5 0,1 2 3 0,0-1-8 0,0 0 7 16,1 1-1-16,-1 0 0 0,1-1 3 0,-1 1-7 0,-2 1 2 0,1 0-1 16,0 0 4-16,0 1 1 0,0 0 5 0,-1-1-1 0,0 1-1 0,0-1 2 15,0 1-10-15,0 2 2 0,-1-1-5 0,-1 1-1 0,0-1 4 16,-2-1 6-16,0 1 2 0,-1 0 2 0,-3 1 0 0,1 0 0 0,-1-2 0 16,-1 2-4-16,-2-2 1 0,-1 1-4 0,-2 0 1 0,-3 0-5 0,-2-1-5 15,-1-1 1-15,-2 0-4 0,-3-2 0 0,0 0 2 0,-4 0-2 16,-1 0-3-16,-1 0 0 0,-4-1-2 0,0-1-9 0,-1 0-6 0,-2-2-22 15,0-1-37-15,-2-1-49 0,-1-3-61 0,-2-3-79 0,0-5-83 16,-1-8-118-16,-3-12-312 0</inkml:trace>
  <inkml:trace contextRef="#ctx0" brushRef="#br0" timeOffset="165383.92">3416 8530 873 0,'-15'-3'110'16,"0"0"-88"-16,-2-1-15 0,5 2 0 0,5 0 0 0,1 0 3 16,1 0 4-16,0-2-2 0,-1 1-3 0,0-1 1 0,0 1-5 0,0 0-3 15,1 1 0-15,1 0-6 0,0 0-2 0,1 1 0 0,0-1 2 16,-1 0 4-16,0 0 1 0,0 0-1 0,-1-1 0 0,0 1 2 0,-1-2-4 16,-1 1 4-16,-2 0 0 0,-1 0-2 0,-1-1 5 0,0 1 0 0,-2-2 2 15,2 0 4-15,-1 0 3 0,0-2 0 0,0 1 9 0,-2-1-1 0,1 0 6 16,0-1 3-16,-1 0-6 0,1 1 4 0,-1-2-3 0,-1 0-2 15,-1-1-1-15,-1 2-3 0,2 0 4 0,-4 1 2 0,-1 2-3 0,0 1 2 16,-2-1-5-16,1 2 0 0,-1 2-4 0,-2 2-4 0,-1 2-4 0,-1 2-3 16,-1 0 3-16,0 3-2 0,-3 2 1 0,-1 2-4 0,0 2 2 15,1 2-3-15,-2-1-2 0,0 3 2 0,-1 2-4 0,0 1 4 0,0 3 6 16,1 1 1-16,-1-1 1 0,0 0-1 0,2 0-6 0,-2 1 2 16,2 0 2-16,-2 2 3 0,2 2 4 0,-2 1 0 0,-2 4 4 0,-2-1-3 15,0 2 3-15,-1 2 7 0,-1 0 0 0,3 5 3 0,16-22-7 0,-4 6-2 16,-1 2 20-16,-6 7 2 0,2 0 2 0,-7 7-4 0,0 1-28 15,-4 7-1-15,0 1-12 0,0 1 5 0,1 1 3 0,-1 1 0 0,1 2 6 16,1 1-3-16,-1 0-8 0,2 0-1 0,1 1-3 0,-1-1 1 16,3 0-4-16,1-1-8 0,17-27 4 0,0 2 60 0,0 1 1 0,-2 3 13 15,3-1-6-15,-4 5-63 0,2 0-1 0,-2 3 0 0,2 1-1 0,-2 4-2 16,1-1-4-16,0 5 1 0,-1 1 5 0,0 4-2 0,1 0 6 16,-3 5-8-16,1 1-1 0,2 0 2 0,-1 2-5 0,0 1 1 0,0 0-5 15,1 1 5-15,1 2-2 0,-1 1 5 0,1 2 2 0,-1 0-5 0,1 2 6 16,0-1-8-16,2 2 12 0,-2 1 3 0,2 0 2 0,1 0 12 15,2-2-8-15,0 2 5 0,2-2 9 0,1 0-1 0,3-1 2 0,1-3 2 16,2 0 2-16,3-1 5 0,2-3 5 0,2-2 3 0,3-2-11 0,2-1 6 16,2-3-7-16,3-1 1 0,0-2-3 0,3-1-8 0,2-3 0 15,0-2 0-15,3-1 4 0,1-1-10 0,1-1 0 0,1-3 7 0,1-1-5 16,0 0 9-16,27 33-71 0,-2-7-11 0,-1-8 3 0,-4-7-1 16,-4-6 68-16,-3-8 1 0,-4-3-6 0,-6-7 3 0,-2-2-2 0,1-2 2 15,-3 0 3-15,2-2-4 0,-1 0 2 0,-1-2-2 0,-1 0 2 0,1-3 4 16,0 1-7-16,-1-1 4 0,0-2-2 0,-2 0-4 0,2-1 4 15,-1-1-6-15,1 0 3 0,1-1 0 0,-1-1-6 0,-1 0-22 0,2 0 0 16,-1-1-2-16,23 6 0 0,-8-3 21 0,-6-5-2 0,-5-2 4 0,-4-3-4 16,-1 1 4-16,0-1-3 0,-2 0-1 0,-1 0-2 0,-1-1-2 15,-2-1-16-15,0 0-20 0,0 0-19 0,-1-1-30 0,-2 1-24 0,-1-2-26 16,-1 1-23-16,-3-2-17 0,0-1-24 0,-3-1-47 0,-2 0-329 16</inkml:trace>
  <inkml:trace contextRef="#ctx0" brushRef="#br0" timeOffset="165833.71">2054 13023 2053 0,'-11'-14'115'0,"2"-2"-61"0,-1-2-32 0,5 2-4 0,4 3 11 15,1 2 7-15,1 0-2 0,1 1-5 0,2 0-9 0,1 0-15 0,3 0-8 16,2 2 0-16,3 2-6 0,2 0 4 0,3 1 2 0,-2 2-9 16,2 1 6-16,2 2-5 0,-1 2 2 0,1 0 6 0,-1 0-6 0,1 2 9 15,0 0-6-15,1 2 0 0,0 2 6 0,2-1-3 0,0 2 3 0,0 0-2 16,1-2-4-16,0 3 2 0,-1 0-1 0,2 1-1 0,-2 0 3 15,2 0 0-15,0-1 3 0,-1 1 3 0,1 0-1 0,-1-1 4 0,0 0-8 16,-1 0 4-16,0-2 5 0,1 0-7 0,-2-1 5 0,1 0 1 0,-2 0 0 16,-3-1 10-16,0 0-4 0,-1-1-1 0,-1 0 7 0,-2-1-8 15,0 0 0-15,-1-1 6 0,-1 0-7 0,-1 1 2 0,-3 0 4 0,0 0-5 16,-2 0-1-16,-2 0 3 0,-2-1 1 0,1 0 2 0,-2 0 1 0,0 1 3 16,-3-1-1-16,-2 2-6 0,-1 1-1 0,-3 1-1 0,-3 0-8 15,-5 2-2-15,-2 2-10 0,-4 1-9 0,-1 1-5 0,-4 1-7 0,-2 2 1 16,-5 1-14-16,0-2 7 0,-3 0-1 0,1 0-1 0,-1 0 16 15,0 1-11-15,1-2-9 0,0 0-15 0,2 0-14 0,1-1-13 0,0-2-15 16,3-1-21-16,2-1-36 0,2-1-30 0,5-2-53 0,2-1-110 0,2-3-246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3:00:23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10981 8869 408 0,'-8'1'14'0,"-3"2"5"16,-2 1 10-16,-2 1 8 0,4-2-7 0,1 2 0 0,1 0-9 0,1 0-2 0,2-1-5 0,1 0 1 0,1 0 4 0,0 0 2 15,0 1 5-15,1-1 1 0,1 0-2 0,0 1 5 0,1 0-5 16,1-1-1-16,-1 0 5 0,2 0-2 0,1 1 8 0,1 0 8 0,1 0 0 15,1 0 3-15,2 0-2 0,2 0-4 0,3 0-1 0,2 1 1 0,2-2 2 16,1 1 4-16,3-1 0 0,2-1 0 0,1-1-1 0,4 1-1 0,2 0-1 16,3-2-4-16,3 2-4 0,3-2-7 0,2 1-2 0,2-2-3 15,4 0 0-15,3 0 7 0,2-1 2 0,6-1 2 0,2-1-5 0,2-2-2 16,3 0-9-16,0 1-5 0,1-2-6 0,1-1-4 0,2 0 2 0,1-2-1 16,-1 1 3-16,2-2 1 0,0 0-2 0,0 1 1 0,0-3-1 15,-1 1-8-15,-1-1 2 0,-1-1-3 0,-1 1 7 0,0-1 7 0,0-1-3 16,-1 0 4-16,-1-1-8 0,-1-2 3 0,-2 0-3 0,0 0 1 15,-2 1 2-15,-3-2-1 0,-1-1 2 0,-2 0 5 0,-2-2 1 0,0-1 4 16,-3 2 5-16,-3-3 0 0,-2 1 4 0,-6-1 2 0,-1-1-2 0,-2-1-2 16,-2-1-3-16,0 0 1 0,-5 1-2 0,-1 0 3 0,-4-1-4 15,-2 0-1-15,-3-1 1 0,-3 2-3 0,-4-2 1 0,-2 2 3 0,-4-1-2 16,-3 0-7-16,-4 0-6 0,-3-3-15 0,-4 1-6 0,-4-1 1 0,-5 1 3 16,-3-1 2-16,-4 1 3 0,-4-1 0 0,-4 0-3 0,-2-1-1 15,-4 1 3-15,0-1 1 0,-4 2 0 0,-4 1 0 0,0 0-3 0,-1 0 4 16,-1 1 2-16,-1 0 0 0,-2-2-4 0,0 1 7 0,-1-1 0 15,-1 1-2-15,-1 1 13 0,0 0-10 0,-3 2 2 0,-2 1-3 0,-1 3-1 16,-2 2 4-16,-2 2-2 0,-1 3 5 0,-3 3 0 0,-1 2 0 16,0 3 2-16,-3 1-4 0,-1 2 4 0,-2 2-2 0,-1 3-1 0,-2 1 2 15,-4 4-4-15,-1 3-3 0,-4 4 3 0,-3 4-9 0,-1 3 9 0,-1 1 0 16,-1 3 3-16,-1 1-2 0,2 2-11 0,1 0 1 0,1 2 0 16,6-1 3-16,1 1 5 0,6-1 4 0,4 0 0 0,4 0-3 15,4 2-2-15,5 0 3 0,2 3-4 0,4-1-2 0,1 3-3 0,2-2 1 0,3 1-7 16,0 3 8-16,3 0-3 0,2 2-6 0,2 0 0 0,0-1 0 15,2 1 6-15,-1 4 4 0,-1 0 10 0,4-1-10 0,3-2-2 0,2-4 2 16,7-4-1-16,3-3 2 0,4-3-1 0,7-2-2 0,5-1 2 16,5-3-2-16,5 1-2 0,6-2 0 0,4-1-3 0,7 0-5 0,7-3 4 15,5-3-4-15,6-2-9 0,6-3-8 0,6-4-14 0,9-2-23 0,7-3-14 16,7-3-31-16,6-2-36 0,5-2-42 0,7 0-52 0,2-3-88 0,7 0-333 16</inkml:trace>
  <inkml:trace contextRef="#ctx0" brushRef="#br0" timeOffset="566.59">14313 8275 625 0,'-6'-6'422'0,"2"0"-415"0,0 0 13 16,2 4-25-16,3 1-4 0,1 1-2 0,1-1-3 0,2 2 8 16,1-1 2-16,2 1 0 0,2-1 5 0,1 1-2 0,1-1 1 0,0 0 3 15,2 1 0-15,0-2 5 0,2 0 4 0,-1-1 4 0,2 0 4 0,2-2 4 16,0-2 6-16,0 1 10 0,2-2 12 0,1 0 17 0,0 0 3 0,1-1 4 16,0-1 0-16,1-2-11 0,0-1 0 0,2-1-9 0,1 1-5 15,0-2-2-15,1 0-3 0,-2-1 0 0,2 0 2 0,-1 1-3 0,1-1-3 16,0 0 3-16,-1 1 0 0,0 1-6 0,-2 0 0 0,0-1-3 0,0 0-5 15,-2 0-1-15,1 1 0 0,-3 0-3 0,0 1-1 0,-1 0-5 16,-2 2-1-16,0-1-3 0,0 0-5 0,-2 1-2 0,-3 0-4 0,1 2 0 16,-1 0 0-16,-1 3 1 0,-1-1-4 0,-2 1-3 0,1 0-3 15,-1 0 1-15,-1 1-6 0,0 0-6 0,-1 1-7 0,0 1-9 0,-2 1-9 16,0-1-4-16,0 1-14 0,0-1-14 0,-1 1-7 0,1 0-8 16,-2 0-6-16,1 0-5 0,-1 0-3 0,0-1-5 0,0-1 3 0,0 0 3 15,0-1 1-15,0-1-2 0,0-1-7 0,0-1 0 0,-1-2-9 0,1-1-7 16,-2-2-18-16,0 0-11 0,0-2-22 0,-1 0-65 0</inkml:trace>
  <inkml:trace contextRef="#ctx0" brushRef="#br0" timeOffset="844.25">15273 7474 121 0,'2'6'92'0,"1"0"5"0,1 2 0 0,2 0 3 0,0-1 1 0,0 1 1 15,2-1-9-15,1-1-10 0,2 1-14 0,-1-2 0 0,2 1-3 16,1-1 4-16,0 0 0 0,-1 0-6 0,-1-1-9 0,1 0 0 0,0 1-3 16,0-1-8-16,0-1-1 0,1-1-5 0,1 0-2 0,0 1 0 0,2-1-6 15,1 0-2-15,-1 1-5 0,2-1 0 0,0 1-2 0,-1-2 2 16,3 1-3-16,0 1-1 0,-2-1 6 0,2 1-2 0,0 0-1 0,-1-1 0 16,1 1-7-16,0 0-1 0,-2 0 2 0,3 0-2 0,-1 0 2 15,0 0-4-15,1 1-6 0,0 0 5 0,0 0-1 0,0 1 0 0,0 0 1 16,-1 0-2-16,1 0 4 0,-1 0-5 0,-2 1 2 0,-3 0 0 0,-2 0 1 15,-3 1 2-15,-1 0-2 0,-2 1 4 0,-2-1-2 0,-3 0 0 16,-2 2 0-16,-2 1-4 0,-3 2-3 0,-4 2-8 0,-5 1-6 16,-5 5-26-16,-5 4-27 0,-7 2-45 0,-4 4-60 0,-5 2-110 0,-5 5-353 15,-10 3-60-15</inkml:trace>
  <inkml:trace contextRef="#ctx0" brushRef="#br0" timeOffset="3505.25">13814 9810 1331 0,'-16'-4'219'0,"0"0"-162"0,-3 0-14 0,8 0-20 0,3 1-6 0,3-1-11 16,1 2-11-16,2-1-3 0,1 1-6 0,1 0-1 0,1 0 1 0,1 0-7 15,1-1 2-15,0-1-1 0,3-1 3 0,0 0 7 0,3 0 6 16,1-1 2-16,1 1 2 0,1 0 2 0,0-1 7 0,0 0 2 0,0-1 1 16,1 0 4-16,0-1-1 0,2 0 6 0,0 0 3 0,1-1 4 15,1-1 3-15,-2-1 0 0,2-1-1 0,0 0 1 0,1 0 1 0,2 1-3 16,1-2 5-16,1-1-4 0,0 0-8 0,0 1 3 0,0-1 3 16,0 0 0-16,0-1 8 0,0 1-5 0,1 0-4 0,1 0-2 0,0-2-5 15,1 2-1-15,0 0-5 0,1 0-3 0,-1 0-2 0,0 0 0 16,0 1 1-16,-2 1-1 0,1 0-1 0,0 2-2 0,-2-1 0 0,1 2-3 15,-1 1 0-15,-3 0 0 0,0 0-3 0,-2 0 1 0,0 1 1 0,0 0-5 16,0 1 4-16,0 1 2 0,-1-1-1 0,-1 2-2 0,-1 0-3 0,-1-1-6 16,-3 1-2-16,1 1-10 0,0-1-4 0,-1 1-4 15,0 0-12-15,-2 0-6 0,0-1-10 0,0 0-12 0,0 0-14 0,0-2-17 0,0-1-19 16,0 0-20-16,0-1-26 0,2-3-21 0,-1-2-27 0,1-3-45 0,2-1-257 16</inkml:trace>
  <inkml:trace contextRef="#ctx0" brushRef="#br0" timeOffset="3875.53">14773 8883 971 0,'-8'3'123'0,"1"1"-34"0,-1 3-37 16,2-1-18-16,2 0-3 0,1 1-2 0,2-1 0 0,-1 1 5 0,2-1 0 15,0 1 7-15,1-2 2 0,0 0-6 0,1 1-3 0,0-1-1 16,1 0-6-16,0 0 5 0,2-1-2 0,0 0-3 0,1 0 0 0,0-1 0 16,1 1-1-16,0 0 2 0,0-1-1 0,1 0 0 0,0 0 1 0,0-1-2 15,1 1 1-15,1 0-3 0,1-1-3 0,-1 1-3 0,2-1-5 16,1 1 1-16,-1 0 2 0,2-1-3 0,-1 1 2 0,2-1-5 0,0 1 1 16,1 0-4-16,-1 0-1 0,0 1 1 0,1 1 0 0,0-1-3 15,-1 1-1-15,1 0-1 0,0 0 1 0,-1 1-3 0,-2 1 1 0,0 0 2 16,-1 1-3-16,0 0 1 0,0 1-1 0,-2 1 0 0,0-2 0 15,-1 2 2-15,-3 0-1 0,0 0 7 0,-1 2-4 0,-1 1 5 0,-1-1-3 16,-2 1-3-16,0 0 3 0,-2 1-4 0,-1-1 1 0,-1 3 0 0,-1 0-9 16,-2 1 2-16,-3 0-5 0,-1 2-2 0,-3 1-3 0,-1 0-3 0,-3 2 0 15,-1 0-9-15,-1 0-13 0,-2 2-12 0,-3-1-30 0,0 0-19 16,-2 2-48-16,-1 1-97 0,-3 4-147 0,-3 3-349 0</inkml:trace>
  <inkml:trace contextRef="#ctx0" brushRef="#br0" timeOffset="7862.93">21970 11161 1376 0,'-29'16'657'15,"-3"0"-593"-15,-9 1-39 0,6-5-22 0,4-6-9 0,3-1-4 0,0-1-6 16,6-2-4-16,1 1 7 0,2 0 2 0,4-2 0 0,0 1 1 0,1-1-7 15,2 0-5-15,1-2 1 0,1 1-1 0,0-1 1 0,2-1 9 16,2 0-1-16,-1-1 2 0,1 0 5 0,0-1 2 0,1 1 5 0,2-1 10 16,-1 0 2-16,-1 0 5 0,1 0 8 0,1 0 8 0,0-1-1 0,1 2 15 15,1 0 2-15,-2 0 5 0,1 0 7 0,1 1-7 0,-1 1-1 16,2-1-6-16,0 0-9 0,1 1-7 0,-1 0-16 0,1 1-2 0,-1-1-8 16,1 1-5-16,1 0 13 0,0-1-12 0,1 1 4 0,1-1-1 15,1 0-8-15,1 1 8 0,1 0-5 0,3 0-2 0,2 0 4 0,4 0-1 16,1-1 1-16,1 1-2 0,3 0 0 0,1-1-3 0,0 0-1 0,3 0 8 15,1 0-6-15,2 0 0 0,0-2 1 0,3 1-7 0,-1-2-3 16,0-1-8-16,1-1-7 0,1-1-14 0,-1 0-15 0,3-4-25 0,-1-1-28 16,0-3-16-16,-2-3-7 0,3-2 6 0,-2-4-1 0,4-3 0 0,-1-5-9 15,0-3-3-15,0-4-12 0,-2-2-16 0,-2 0-14 0,-3-2-23 16,-3 1-127-16</inkml:trace>
  <inkml:trace contextRef="#ctx0" brushRef="#br0" timeOffset="8143">22433 10318 311 0,'-9'-7'136'0,"-2"0"-23"0,-4-2-38 0,1 2-14 15,1 3-15-15,-1-1-3 0,2 2 1 0,-3 1 7 0,0 1-1 16,0 3-9-16,2 1-6 0,-1 3 3 0,0-1 4 0,0 2 8 0,0 1 15 16,2 0 6-16,1 1 10 0,2 0 0 0,2 0 0 0,1-1-14 0,2-1-8 15,1 2-10-15,1 0-10 0,1 0-1 0,2 0-8 0,1 0-1 16,2 1-5-16,1-2-3 0,3 1-1 0,2 0 3 0,3 0 2 0,0 1 2 16,2 1 3-16,3-1-4 0,0 2-10 0,1-1 6 0,2 1-5 15,1 0 8-15,-1-1 1 0,1 2-6 0,1 0 4 0,-1 0-9 0,2 0 0 16,-2-1-4-16,2 1-3 0,-1 0-5 0,-2 2 4 0,-1 0-4 0,0-2 4 15,-2 1 7-15,0 0-2 0,-2-1-3 0,-1-1 1 0,-3 1-2 0,1 0-1 16,-2-1 5-16,0-1-9 0,-1-1 3 0,-3 0 9 0,0 0-3 16,-2 0 11-16,-2-1 3 0,-1 1-4 0,0 0 5 0,-1 0-2 0,-1-1-11 15,-1 1-5-15,-1-1-13 0,-1 1-7 0,0-1-9 0,-1-1-5 16,0 1-9-16,0-1-12 0,-3 0-8 0,1 0-11 0,-1 0-12 0,-1 0-12 16,1-1-19-16,-2-1-20 0,0 1-33 0,0-1-41 0,-1 0-58 0,-3 0-178 15,-2 0-143-15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34:09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3944 8938 92 0,'-4'-7'32'0,"2"1"6"0,0-2 9 15,2 3 11-15,2 0-4 0,0 0-4 0,0 1-8 0,1 1-8 16,1 0-7-16,0 1-4 0,2 0-1 0,0 1-4 0,0 1 1 0,-1 0-2 15,1 0 1-15,1 0 0 0,-1 0-1 0,2 2 1 0,0-1 2 0,0 1-5 16,1 1 0-16,-1-1 1 0,1 1-2 0,1 1 2 0,-2 0 1 16,1 0 4-16,0 1 2 0,2-1-1 0,-2 2-2 0,2-1-5 0,0 2-2 15,1-1-1-15,0 2-2 0,1-1-3 0,2 0 2 0,-1-1-2 0,3 1-1 16,1 0 2-16,0 0-3 0,2 0-2 0,1-2-1 0,0 0-2 16,2 1 2-16,1-2 4 0,0 0 0 0,3-1 1 0,0 0-2 0,1 0 0 15,0 1 3-15,1-2 0 0,1 1 2 0,4 0-1 0,0-1-2 16,2 0 0-16,-2 0 0 0,1 0 0 0,-1 0-2 0,4 0 5 0,1-1-1 15,1 1-1-15,1-1-1 0,1 2 0 0,0-2-5 0,2 1 3 0,0 0 1 16,0 0 0-16,1 0 1 0,1 0 2 0,2 0-3 0,-2-1 0 16,1 1 0-16,0 0-2 0,2-2 5 0,0 1-3 0,1-2 3 0,1 1 3 15,1-1-1-15,0 1 3 0,2 0-1 0,0-1-5 0,1 0 4 16,-1 1-1-16,2-1 3 0,0 0-1 0,1 1-3 0,0-1-2 0,0 2 2 16,1-1-1-16,0-1 7 0,-1 1 0 0,4-1 1 0,-2 0 3 0,2 0-4 15,1-1 5-15,0 0 0 0,1 0-2 0,-1 0 4 0,0-2-3 16,0-1 1-16,0 1 8 0,1-1-3 0,-1-1 3 0,0 0-1 0,1 0 1 15,-1-2 1-15,1 1-3 0,0-1 3 0,0 1-2 0,-2-2 1 0,-2-1 3 16,3 2 0-16,-1 0-2 0,1 0 0 0,1-1 0 0,-2 1-2 16,0-1-6-16,1 1-10 0,-2-1-7 0,-1 1-3 0,-1-1-4 0,-1 0 12 15,1 2 4-15,-1-1 2 0,1 0-1 0,-1 1-2 0,-2-1-7 16,0-1 1-16,-1 0 2 0,-1 1 1 0,-2 0-2 0,-1-1 0 0,-2-1 3 16,-1 1-5-16,-2-1 9 0,-2 0 1 0,-1 2-2 0,-1-3 4 0,-4 0 0 15,1-1-7-15,-3-1 4 0,-1 1-1 0,0 1-1 0,-4-3 5 16,1 1 3-16,-4-2-4 0,0 0 1 0,-2-1 0 0,-2-2-4 0,0 0 1 15,-2-1 4-15,-3-1-2 0,-2-1 1 0,-2 1 4 0,-2-2-5 16,-3 0 4-16,-2 1-6 0,-1-2 0 0,-2 0 5 0,-3-2-9 0,-1-1 0 16,-3 0-9-16,-3-1 1 0,-1 1 4 0,-2-2-4 0,-3 0 8 0,-1-1-9 15,-4 1-1-15,-2-2-1 0,-3 2-1 0,-3-1-3 0,-1 0 1 16,-4 1 0-16,-1-2 0 0,-4 1 1 0,-1-2-4 0,-3 1 1 0,-4 1-1 16,-1 1-4-16,-1 0 2 0,-4 1 0 0,-1 0 3 0,-1 1-2 0,-3-1-3 15,0 2-3-15,-3 2 7 0,-2 1 3 0,0 0 5 0,-2 1-2 16,-1-1-8-16,-1 2-3 0,-2 0-2 0,-1 0 6 0,-1 3-1 0,-1-1-2 15,0 2 3-15,-3 1-3 0,-2 3 0 0,-2 0 2 0,-3 1-6 0,-1 1 5 16,-2 1-7-16,-3 2 4 0,0 1 5 0,-3 3-4 0,-1 0 6 16,-2 3-5-16,-4 0 1 0,-1 1 0 0,-2 2 0 0,-2 1 7 0,1 1-2 15,-1 2 1-15,-1 1-3 0,1 2 0 0,-1 1 4 0,1 0 4 0,0 0 2 16,0 2 1-16,1 3-2 0,-1 1-8 0,2 1 4 0,1 2 1 16,1 2 3-16,1-1 4 0,1 3-13 0,0-1 3 0,1 4-1 0,1 1-2 15,0 1 16-15,2 3-4 0,-2-1-4 0,3 2 5 0,-1 1-10 16,3-1-1-16,3 4 1 0,-1-1-3 0,5 1 7 0,-2 1 2 0,2-3-4 15,1 2 2-15,2 0-4 0,3 0-1 0,2 0 5 0,2-1-11 0,4 2 5 16,1-2 4-16,1 1 1 0,3-1 10 0,4-1-10 0,4-1 2 16,3-2 1-16,4 1-3 0,2 1 3 0,3-1-2 0,4-1-5 0,4 0 1 15,3-3-5-15,3 1 2 0,4-1-1 0,4 1-11 0,3 1 6 0,2 1-10 16,4 0 0-16,2 2 7 0,3-2-1 0,5 2 4 0,1 0-1 16,5-1-4-16,3 2-9 0,3-1-34 0,4 0-40 0,4 1-58 0,4 1-71 15,3-3-44-15,7 2-30 0,3-5 20 0,6 1-217 0</inkml:trace>
  <inkml:trace contextRef="#ctx0" brushRef="#br0" timeOffset="56496.66">10587 7957 740 0,'-18'11'39'0,"-1"2"-86"0,-5 6-22 0,8 2 13 0,3-2 25 16,1 3 15-16,2 2-2 0,0 0-2 0,2 2-5 0,1 0 1 0,1 1 2 15,2-1 2-15,2 0-1 0,1 1 4 0,1-1 1 0,2 2 6 0,2 0 5 16,-1 2 4-16,1 0 5 0,1 0 2 0,-1-2 5 0,1 0 3 0,2-2 7 15,-1 1 8-15,2-1 7 0,1-1 8 0,0 0 6 0,1-2 4 16,0 1 7-16,2-2 5 0,2 0 6 0,1-1 4 0,1 1-3 0,0-1-4 16,2 1-4-16,2-1-14 0,0-1 2 0,3 0-9 0,1 1-3 15,1-2 0-15,1 2-8 0,1 0-1 0,1 0-12 0,0 0-2 0,5-2 0 16,-1 2-2-16,4-1 2 0,-2 0-6 0,3-2-5 0,0-1-1 16,2 0-1-16,4-3-1 0,-1 1-7 0,2-1-3 0,1-1-4 0,3-1 5 15,0-1 8-15,2 0 1 0,2-1 3 0,1-1-7 0,3-1-1 0,1-1-4 16,0-2-3-16,3 0 4 0,-1 0-8 0,1-1 1 0,2 0 4 15,-1-1-3-15,0-1 4 0,3 0 1 0,-1-1-1 0,1 0 4 0,0-1 1 16,1 0 1-16,0-1 0 0,1-1 0 0,2-1-2 0,-1 0 1 0,2-2 4 16,1 0-2-16,-1-1 2 0,1 1-1 0,1-2-2 0,-1 0 0 15,0-2 2-15,1-1-1 0,-1 0 5 0,-2 0 0 0,1 1 3 0,-2 0 0 16,-1-1 0-16,-2 0 1 0,-1 0-4 0,-1-1 1 0,-2 2-4 0,0-2 5 16,-2 0 3-16,-1 0 1 0,0 0 1 0,-2 0-3 0,-1 0-1 15,-2-1 2-15,-2 0 4 0,-1-1 0 0,-2-1 2 0,0 0-1 0,-4-1 1 16,-1-1 2-16,-1-1 3 0,-1-1 1 0,-3 0 7 0,-2 0-2 15,-2-1 4-15,0-1 1 0,-3-2-7 0,-1 0 5 0,-4-2 4 0,-2 1 1 16,-3-3 4-16,-2 0 0 0,-1 1-10 0,-2-1 2 0,-3-1-11 0,-1-1 2 16,-3 0 5-16,-2-2-4 0,-2 0 1 0,-1 0 0 0,-3 0-4 15,-2-1 0-15,-2-1 3 0,-2-1-7 0,-1 0 1 0,-3-1 3 0,-1 0-2 16,-2-1-2-16,-2 0 0 0,-1-2-6 0,0 1-2 0,-3 1 2 0,-2-3-2 16,-2 1-3-16,-2-1 1 0,-3-2-6 0,-1 1 2 0,-3 0 0 15,0 2 2-15,-2 1-3 0,-3-2-4 0,-3 1-1 0,-2 1 11 0,-4 1 0 16,-3 0 0-16,-2 0-2 0,-4 1-8 0,-2-1-1 0,-4 3 2 0,-3 0-1 15,-2 3 0-15,-4-1 4 0,-2 1-4 0,-2-1-2 0,-3 2 4 16,-3 1-5-16,-4 3 0 0,0 2 5 0,-4 2-3 0,-1 3 3 0,-2 1 3 16,-2 2 4-16,0 4 2 0,-2 3 0 0,-1 4-1 0,2 4 0 0,-4 4-1 15,1 3-3-15,0 3 3 0,-1 4-4 0,2 1-2 0,0 5-1 16,2 3-1-16,1 1-1 0,3 6-6 0,2 1-6 0,4 4-14 0,-1 0-19 16,5 1-26-16,2 3-34 0,1 2-42 0,4 3-66 0,2 3-72 15,2 1-70-15,4 3-29 0,2 1 48 0,1 3-112 0</inkml:trace>
  <inkml:trace contextRef="#ctx0" brushRef="#br0" timeOffset="70279.75">14658 7572 1547 0,'2'-17'267'0,"1"1"-163"0,3-4-33 0,4 7-50 0,4 4-21 15,3 0-3-15,3 1-6 0,6-2 4 0,3 0 1 0,3 0-3 0,1 0 1 16,5 0-1-16,0 0 3 0,3 0 0 0,1-1 0 0,1-2 0 15,3 0 1-15,2-2 1 0,1 0 5 0,4-4 1 0,2-2 2 0,3 0 8 16,3-3 7-16,1 1 2 0,3-1 10 0,4 0 1 0,1 0 0 16,2-3 2-16,0 1-2 0,3-1-6 0,0-1-7 0,1 2-7 0,1-1 3 15,0 2 1-15,2 1 4 0,-1 1-1 0,-1 0-4 0,1 1 3 0,-1 2-7 16,0 0 2-16,-2 1-1 0,-1 3-9 0,-2 3 1 0,-2 2-3 16,-4 1-3-16,-3 2 5 0,-1 2-8 0,-2 1 1 0,-4 2-1 0,-2 1-5 15,-4 0 1-15,-2 2-10 0,-4 0-12 0,-3 1-13 0,-4 0-37 0,-5 1-40 16,-4 2-47-16,-2 0-49 0,-6 2-53 0,-3 0-30 0,-5 2 20 15,-6-1 25-15,-4 1 68 0,-6 1-72 0</inkml:trace>
  <inkml:trace contextRef="#ctx0" brushRef="#br0" timeOffset="70606.35">14430 8244 2683 0,'-6'-9'134'0,"3"1"-53"16,0 0-31-16,4 5-28 0,3 2-6 0,5-1-18 0,6 1 4 16,9 3-21-16,10 2-23 0,10 6 0 0,11 1-15 0,6 3-4 0,2 2-10 15,4-1-1-15,2 4-4 0,0 2 8 0,2 1 8 0,1 4 6 0,-1 2 6 16,0 3 9-16,2 2 12 0,-1 4 5 0,2-1 3 0,-1 1 3 15,-1-3 7-15,0-2 2 0,3-2 7 0,-1-1 6 0,4-3-3 0,-1 1 0 16,1-3 2-16,2 1-2 0,-2-4 0 0,1-3 8 0,0-2-1 16,-1-1 8-16,-1-2 2 0,0-1 1 0,-2-2-3 0,2-1-6 0,-3-1-3 15,1-2-4-15,-1-2-1 0,-3-2 1 0,-3 0-4 0,-2-2-5 0,-2 0-7 16,-3-2-14-16,0 0-29 0,-5-1-100 0,-3-2-102 0,-1-2-99 16,-3-2-57-16,-4-4 49 0,1-4-159 0</inkml:trace>
  <inkml:trace contextRef="#ctx0" brushRef="#br0" timeOffset="71187.27">19212 5520 3131 0,'-14'-28'19'16,"0"1"-5"-16,-1-2-31 0,1 11-39 0,4 7-39 0,0 5-32 0,2 0-13 16,1 1-9-16,0 0 9 0,-1 0 13 0,-2 0 5 0,-4 1 21 15,-2 0 22-15,-3 2 29 0,-4 1 26 0,-3 3 17 0,-4 2 18 0,-1 3 5 16,1 0 4-16,-1 1 1 0,2 2 6 0,-1 1 3 0,0 4 5 16,-1 3 0-16,-1 1-2 0,1 3 0 0,-1 2 1 0,3 2 5 0,1 3 0 15,2 0-6-15,2 3-9 0,0-2-13 0,2 1-11 0,2-2 1 16,3 0-1-16,3-1 3 0,4 0-3 0,1-2-6 0,3-1 0 0,2-2-2 15,2-3 7-15,1 0-5 0,4-1 0 0,1-2 6 0,3-2-6 0,1 0 7 16,1-1 2-16,2-2 2 0,2-3 5 0,2-2-1 0,1-1 2 16,2-2-5-16,0-1-3 0,0-1-1 0,0-1 1 0,2-1-5 0,1 0-1 15,0 0 5-15,2-1-4 0,0 1 4 0,1-1-4 0,0 1 1 0,-1 0 1 16,2 2-3-16,0-1-2 0,0 2-1 0,0 0 0 0,0 1 3 0,2 1 1 16,-1 1 4-16,2 3 1 0,1-2-3 0,-3 4 0 0,1-1-2 15,-1 1 1-15,2 0-1 0,-1 0 5 0,1-1 0 0,-1 1-1 0,-2 0 3 16,1 0-2-16,-2-2 4 0,1-2 2 0,-2-1-3 0,1-1 7 15,0-2-2-15,-2-1 9 0,0-1 0 0,1-2-3 0,-1-2 3 0,0-1-4 16,-1-1 2-16,1-1 1 0,-1-2 2 0,-2-1-8 0,1-1-5 0,-1-1 0 16,-2 0-2-16,-1 0-1 0,-2-1 3 0,-3 0 3 0,-1-1-3 15,-2-1-2-15,-3 2 2 0,0-2-1 0,-3-1-1 0,-2-1 1 0,-2 0-14 16,-2 0-1-16,-2-1-3 0,-2 2-5 0,-1 1 8 0,-2 0-8 16,-3 1 5-16,0 1 1 0,-1 2 1 0,0 2-6 0,0 2-2 0,-1 3-5 15,2 1-3-15,-2 2-1 0,0 3-2 0,0 2 0 0,1 1 2 0,0 2 5 16,-1 2-11-16,1 1-6 0,1 2-19 0,1-1-30 0,0 0-64 15,3-1-84-15,1 1-70 0,3-1-23 0,0 0 14 0,1-3 61 0,1-2 72 16,2-5-129-16</inkml:trace>
  <inkml:trace contextRef="#ctx0" brushRef="#br0" timeOffset="71421.3">19428 5835 439 0,'7'-16'242'0,"-1"-1"-74"0,3-3-30 0,-2 5-41 16,1 2-39-16,0 2-17 0,2 2-20 0,1 1-8 0,2 2-6 0,1 1-4 16,0 3-2-16,0 1 2 0,1 3 2 0,1 2 4 0,1 2 9 15,-2 2 4-15,2 3 5 0,-1 1 2 0,0 2-2 0,-1 0-4 0,0 3-2 16,1 1-5-16,0 0-10 0,-1 1 1 0,1 0-4 0,2-1-3 15,-1 0 6-15,-1 0-4 0,1 0 2 0,-1-2 1 0,-2 1-5 0,1 0 2 16,-1-1 0-16,-1-3 6 0,-1-1-1 0,0-2 5 0,-1 0 8 0,1-2 5 16,-2-1 7-16,0-3 5 0,0 0 3 0,-2-1 6 0,1 0 1 15,1-2-2-15,-2 0-8 0,2-2-6 0,0-1-4 0,-2 0-2 0,3-2-1 16,0 0-4-16,0-2-3 0,0-2-6 0,2 0-3 0,-1 0 1 16,2-1-6-16,0 0 4 0,0 0 1 0,-1-1 2 0,-1 0 0 0,-1 1-1 15,0 1 0-15,1 2-8 0,-1 2 5 0,-1 1-3 0,1 2-5 0,-1 1 5 16,0 2-8-16,-1 1 0 0,0 1-5 0,-2 3-4 0,0 2-7 15,0 2-9-15,0 0-9 0,-1 1-13 0,0 1-39 0,-2 0-64 0,0 0-78 16,-1-1-47-16,-1-1-2 0,0 0 31 0,-2 0 46 0,-2 0-106 0</inkml:trace>
  <inkml:trace contextRef="#ctx0" brushRef="#br0" timeOffset="72091.25">21042 5646 1408 0,'0'-6'593'0,"2"2"-517"0,0-1-71 0,0 3-55 16,0 3-13-16,1 0-7 0,1 2 20 0,-1 1 7 0,1 1-4 15,-2 0-13-15,-1 1-11 0,-2 3-4 0,-2 1-1 0,-3 2 22 0,-3 0 18 16,-1 0 20-16,-3 2 21 0,-1 0 5 0,0 0 5 0,0 0 1 16,-2 0-1-16,0 1-1 0,2 1-4 0,-1 0-2 0,2-1-3 0,0 0 2 15,3 0 2-15,-1-1-5 0,1-2-1 0,2 1-3 0,1-1 0 0,2-1 2 16,1 0 2-16,1-1 4 0,2-1 6 0,1 0 4 0,1-1 10 15,1-1 2-15,2-1 4 0,1 0 4 0,2 1 2 0,2-2-4 0,1-1 0 16,2 0-7-16,-1-1-5 0,1 0-3 0,2 0-3 0,0-1-3 0,0-1-7 16,2 0 1-16,0 0-4 0,2-1-1 0,-1 0 1 0,2 1-5 15,1-1 2-15,-1 0 0 0,1 0-3 0,0-2 2 0,-2 1-1 0,3-1-1 16,0 0 5-16,0 1-4 0,0-1 4 0,1 0-1 0,-2 0 0 0,1 0 3 16,0 0-3-16,-2 0 6 0,1-1-7 0,0 2 1 0,-2-1 1 15,2 0-2-15,-1 1 0 0,-2-1 1 0,-1 0 1 0,0 0 0 0,0 0 2 16,-1 0-3-16,0 0 2 0,-2-1 1 0,-1 0-2 0,-1 0 5 0,-1-1 2 15,-1 1-3-15,0-1-1 0,-2-1 0 0,-1 1 3 0,0 0 2 16,-2 0 2-16,-1 1-1 0,-1-2-2 0,-2 1-1 0,0 0-6 0,-2-2-4 16,-1 1-8-16,-2 0-8 0,-1-1-5 0,-3 2-6 0,-1-1-3 15,-2 0 4-15,0 2 2 0,-4 0 6 0,-1 1 4 0,-1 1 3 0,-2 0 2 16,1 3 3-16,0-1 9 0,2 2 4 0,2 1 1 0,1 0-1 16,2 0-4-16,4 1-5 0,0 0-2 0,3 2-8 0,1-1-1 0,1 1-3 15,2-1 0-15,1-1 2 0,2 1 1 0,1 1 0 0,2 0-1 0,1-1-4 16,2 0-15-16,1 0-22 0,3 0-14 0,1-1-16 0,1-2-2 0,3-3-8 15,3-3-21-15,3-2-18 0,1-3-17 0,2-3 9 0,1-3 23 16,2-1 27-16,2-4 23 0,3-2 12 0,-2 0 11 0,1-4 9 0,-4 0 13 16,-1 0 8-16,0 0 7 0,-1 2 1 0,1-2 5 0,-2 1 3 15,1 2 3-15,-1-3 3 0,1 1 2 0,-1-3 2 0,1 1 6 0,1-1 13 16,-2 1 14-16,1 2 18 0,-3-2 23 0,0 2 19 0,-2 1 18 0,-1-1 27 16,-1 2 10-16,-1-2-1 0,-2 1-13 0,-2 1-36 0,0 1-34 15,-1 1-28-15,-2 3-15 0,0 1-13 0,-2 3-4 0,-1 1-1 0,-1 4 4 16,-1 1 2-16,-2 2 3 0,0 2 1 0,-1 2-2 0,-2 2 1 0,1 2 0 15,0 2-1-15,0 2 4 0,-1 2-1 0,1 4-2 0,-2 3 6 16,1 3-6-16,-2 3-2 0,0 5-6 0,0 3-11 0,0 5-7 0,-1 2-6 16,0 0 0-16,1 3-6 0,0-1-6 0,1 3-5 0,1-2-20 0,1-2-11 15,0 0-23-15,2-3-39 0,2-2-53 0,1-2-83 0,1-2-41 16,4-4 7-16,2-2 55 0,3-5-107 0</inkml:trace>
  <inkml:trace contextRef="#ctx0" brushRef="#br0" timeOffset="72189.57">22585 5580 2105 0,'-9'-12'177'0,"0"0"-141"0,-4-3-48 16,1 3-23-16,2 3-23 0,0 2-39 0,2 1-54 0,1 2-57 0,2 1-42 16,0 0-21-16,2 1-4 0,1 0 2 0,3 0 20 0,3 0-95 0</inkml:trace>
  <inkml:trace contextRef="#ctx0" brushRef="#br0" timeOffset="73122.2">18831 8714 3018 0,'-2'-2'164'0,"1"2"-129"0,2 0-54 0,4 2-37 0,5 3-21 16,5 1-7-16,6 3-9 0,5 2 8 0,4 1 4 0,-2 0 10 0,-1 1 15 15,-3 0 3-15,-2 0-6 0,-2 0-20 0,-2-1-15 0,1 0-25 16,-2 0 4-16,0-2 18 0,-1-1 17 0,0-1 33 0,-2-1 16 0,-3-2 11 15,1-2 12-15,-1-2 7 0,-1-1 9 0,-1-2 14 0,0-2 20 0,-2-1 11 16,1-1 13-16,-1-3 1 0,0 0 5 0,-1-3-5 0,1 0-12 16,-1-3-5-16,0 0-22 0,1-2-2 0,-1 0-6 0,2 1-8 0,0-1-2 15,-1 0-2-15,0 0-5 0,0 2-1 0,1 0-2 0,0 2-2 16,0 1 1-16,1 3-1 0,0 2-3 0,0 2-2 0,1 2-1 0,0 2 1 16,-1 2-3-16,-1 2 4 0,1 1 2 0,-1 2-4 0,0 2 1 0,-1 3-4 15,0 2-2-15,1 2 2 0,0 1-4 0,-2 2-1 0,1 0-7 16,-1 0-3-16,0-3-6 0,0 1-8 0,1-2-4 0,-1-1-9 0,1-3 4 15,0-1 1-15,0-2 10 0,1-2 5 0,0-1 14 0,0-4 8 0,2-1 14 16,-1-1 16-16,2-2 1 0,-1-1 6 0,2-3-9 0,1-2-3 16,0 0-5-16,0-3 0 0,0 0-1 0,2-2-1 0,-1 2 3 0,0-1 2 15,-1 1 2-15,2-1 2 0,0 2 2 0,0 2 5 0,-1 0-5 0,-1 3 2 16,-1 1-2-16,1 2-8 0,0 1 3 0,-1 2-1 0,1 3-2 16,0 1 3-16,-1 1 2 0,1 2-5 0,-1 1 0 0,1 3-2 0,1-1-3 15,-1 3 4-15,1 0-4 0,0 0-4 0,2 0-1 0,0-2 0 16,0 1-1-16,2-2-1 0,-1-2 2 0,0 0 0 0,0-3 2 0,1-1-1 15,0-1-2-15,-1-2 2 0,-1-1 4 0,0-3 2 0,1 0 5 0,-2-3-3 16,1-1 2-16,-1-1-4 0,-1-1-1 0,-2 0-4 0,-1-2-4 16,1-2 5-16,-2 0 2 0,-1 0-1 0,-1-1 1 0,-2 0-2 0,-1-1 0 15,-3 1-2-15,1 1-1 0,-2-1 2 0,-2 0-4 0,0 1-4 16,-1 2 0-16,0 0-3 0,-1 1 0 0,-1 2 5 0,-1 1 1 0,-1 3 3 16,0 1 0-16,0 1 0 0,0 3-6 0,-1 0-2 0,1 0-1 0,-2 3 0 15,2 1-1-15,-1 3 4 0,0 1 1 0,1 1-1 0,1 1 6 16,1 0-4-16,1 0-5 0,1 1 2 0,2-1-5 0,2 0-6 0,1 0-3 15,3-1-10-15,0-1-8 0,1-1-4 0,2-1 3 0,0 0 6 0,2-2 9 16,0 0 11-16,1-2 14 0,2 0 11 0,-1-2 6 0,2-1 5 16,3 0-5-16,0-2 0 0,0-1 0 0,0 0-5 0,0 0 1 0,-1-1-7 15,0 0 0-15,0 0-3 0,0 0-1 0,-1 2-2 0,1-1 0 0,-1 2-4 16,-1 1-4-16,-1 1-8 0,0 1-10 0,-1 1 0 0,-1 2-4 16,-2 0 1-16,0 3-2 0,-1-1-5 0,-1 1 3 0,-2 2 7 0,-1 0 8 15,-1-1 6-15,0 2 5 0,-2-2 6 0,-1 0 3 0,0 1 5 16,-1-2 1-16,-1 0 0 0,1-2 9 0,-2 0 7 0,0-1 13 0,1-1 11 15,-2 0 3-15,1-1-2 0,0-1-7 0,0-1-9 0,1 0-2 0,0-1-4 16,0 0-5-16,0-1 6 0,0 0-5 0,1-2 3 0,1-1-5 16,0-1-8-16,1-2-13 0,0 0-6 0,0 0-7 0,2-1-13 0,1 1 0 15,1-1-5-15,1 2-3 0,-1 0 2 0,3 0 1 0,0 1 2 0,2-1-1 16,-1 2-3-16,1 0-5 0,-1 1-13 0,1 1-21 0,-1 1-21 16,1-1-32-16,1 0-38 0,-1-1-42 0,1 0-33 0,1 0 5 0,1-2 23 15,1 0 48-15,0-1 53 0,3-3-125 0</inkml:trace>
  <inkml:trace contextRef="#ctx0" brushRef="#br0" timeOffset="73721.16">21453 8395 895 0,'6'-2'200'0,"2"0"-130"0,3-1-56 16,1 1-21-16,-2-1 0 0,3 0-2 0,-1 1-1 0,0 0 0 0,0 1-10 15,-1 0-1-15,-1 0-9 0,0 1-3 0,-1 0 4 0,-1 0-1 16,-1 1 8-16,-2-1 8 0,-1 1 12 0,-2 0 12 0,-2-1 9 0,-1 1 12 15,-1-1 6-15,-1 0 1 0,-1-1 0 0,-1 1-8 0,-2-1-12 0,-2 1-5 16,-1 0-7-16,-3 0-4 0,0 1-2 0,-2 1 2 0,-3 1 2 16,-1 0 4-16,-1 0 5 0,-2 2 2 0,3-2 5 0,-1 3 7 0,2-1 5 15,2 1 3-15,3-1 2 0,1 0-11 0,4-1-14 0,2 0-17 16,3 1-20-16,2-1-11 0,2 0-15 0,1 0 2 0,2 1 11 0,4-1 18 16,2-1 22-16,2 1 10 0,5 0 3 15,1-2-3-15,3 1-7 0,2-1-6 0,3 0-8 0,0-1 0 0,3 0-2 0,-2 2 4 0,1-1 9 16,-1 2 8-16,-1 1 14 0,0 2 13 0,-5 0 18 0,-1 1 13 0,-3 0 4 15,-3 2-4-15,-1 1-11 0,-1 1-12 0,-4 0-13 0,-2 0-8 0,-3 0-7 16,-2 2-17-16,-1 0-12 0,-4 1-13 0,-2 1-20 0,-2 0-4 16,-4 0-12-16,-1 1-2 0,-5-2-1 0,-3 1 7 0,-1-1 17 0,-4-1 17 15,2-4 19-15,1 0 20 0,2-2 12 0,3-1 7 0,3-2 2 0,1-2-9 16,2-2-13-16,2-1-23 0,1-1-18 0,1-2-16 0,3-1-12 0,0 0 0 16,2-2-3-16,2 0-8 0,2 0-18 0,2 1-12 0,0 0-11 15,1 1 9-15,1-1 18 0,2-1 18 0,1-1 17 0,1-1 9 0,0 0 7 16,3-1 3-16,0-1 3 0,2 1 2 0,2-2 1 0,0-1 3 15,1 1 5-15,3 0 7 0,0 0 12 0,0 0 10 0,1 0 15 0,-1-1 14 16,-1 0 11-16,1 1 10 0,0 1 3 0,0-2 3 0,1 1-2 16,2-1-4-16,-1-1-1 0,1 3 0 0,1-2 3 0,-1 2-1 0,1-1 1 15,-1 1-2-15,1 0-11 0,1 1-10 0,-2-1-10 0,1-1-8 0,1 1-8 16,-1-1 0-16,0 0-2 0,-1 1-2 0,0-2 4 0,-1 1 3 16,-2 0 10-16,2 1 6 0,-2 0 9 0,-2 2 5 0,0-1-7 0,-4 1-1 15,-1 0-8-15,-3 1-6 0,-1-1 0 0,-2 1-4 0,-1 1-7 16,-1 2-4-16,-3-1-6 0,0 2-5 0,-2 1-6 0,-3 1-2 0,-1 0-2 15,-1 1 0-15,-2 0-5 0,0 0 5 0,-2 1 3 16,0 3 2-16,-2 1 10 0,-1 1 4 0,-2 3 2 0,1 2 3 0,0 0-3 0,2 2-2 16,1 1-4-16,3 1-11 0,2 2-8 0,0 1-7 0,4 0-14 0,2 0-14 15,2 1-26-15,3-1-26 0,4 2-22 0,2-1-29 0,4 0-16 0,2-3-26 16,4 0-44-16,1-3-14 0,6-2 10 0,3-4 23 0,5-3-68 16</inkml:trace>
  <inkml:trace contextRef="#ctx0" brushRef="#br0" timeOffset="74318.91">16813 5961 1053 0,'-31'-35'558'0,"0"-4"-520"0,-2-11-9 0,10 8-6 0,12 5-10 16,7-1-6-16,6 0 1 0,7 0-6 0,5-4 0 0,8 2 0 0,5-1 3 16,6-2 2-16,7-2-3 0,6 0-4 0,7-1-3 0,8-2 1 15,5 3-1-15,7 0-1 0,4 0-2 0,6 1 8 0,5 1 6 0,8 1-9 16,8 0 2-16,8 1-8 0,6 4-8 0,3 2 8 0,5 4-11 16,5 2-6-16,7 2-8 0,4 2-4 0,5 3-3 0,5 4-10 0,4 3-6 15,-1 1-3-15,1 2-4 0,-1 1 16 0,0 0 13 0,-1-1 9 0,1-3 17 16,-3-1 13-16,-1-1 18 0,-3-3 24 0,2-1 25 0,-2 1 19 15,-1-1 4-15,-1 3-2 0,-2 2-14 0,-3 5 0 0,-2 2-23 0,-3 7-2 16,-3 5-15-16,-3 6-18 0,-4 6 6 0,-4 7-16 0,-5 7-1 0,-5 6-17 16,-6 6-8-16,-5 9-3 0,-6 7-4 0,-5 7-2 0,-9 7-9 15,-7 6-5-15,-10 4-14 0,-7 4 1 0,-10 6-62 0,-5 6-35 0,-8 5 6 16,-7 0 13-16,-9-2 70 0,-6-8 58 0,-8-7 23 0,-7-11 3 16,-4-7 9-16,-6-5-5 0,-6-6 6 0,-5-5 9 0,-4-3 9 0,-6-8 10 15,-1-4 8-15,-4-5 6 0,-2-5-2 0,-3-5-9 0,-5-3-6 0,-8-3-11 16,-8-4-15-16,-11-1-12 0,-12 0-12 0,-13-2-4 0,-12 1 3 15,-13-1-4-15,-12 1-5 0,-10-2-6 0,-11 0-18 0,-8-1-17 0,-7-3-35 16,-4-2-65-16,-1-2-60 0,4-3-32 0,7-3-9 0,15-3 18 0,13-2 8 16,11-6-64-16,9-8-16 0</inkml:trace>
  <inkml:trace contextRef="#ctx0" brushRef="#br0" timeOffset="105955.07">12379 9683 517 0,'0'-12'129'16,"-1"-2"-76"-16,1-4-18 0,1 4-13 0,1 1-9 0,1 0-5 0,2-1-2 15,2 0-1-15,1 1 0 0,0 0 2 0,2 0 2 0,1-3 1 16,0 1-1-16,2 2-1 0,1-2 3 0,0 1 0 0,2-1 3 0,3 1-1 16,1-1-5-16,2-1 3 0,2 0 3 0,0 1 6 0,4-2 9 0,1 0 6 15,2 0 8-15,2 2 1 0,1-2 2 0,3 0 4 0,2 0 2 16,4 1-1-16,0-1 2 0,1 0-3 0,4 1-7 0,1-1-2 0,1 0-9 15,1 0-6-15,2 2-5 0,1 0-5 0,0 2 1 0,3 2-2 16,2-1 3-16,0 2-4 0,3-2-2 0,-1 1 8 0,1 1-3 0,-1 0 7 16,-1 0 4-16,0 0-3 0,-2 1 1 0,0 0 4 0,2 0-5 0,-2 1-1 15,1 0-2-15,2 2-5 0,-1 1-7 0,1 1 5 0,0 0-5 16,0 2 2-16,-1 1 1 0,-2 1-5 0,-1 2 0 0,0 1-2 0,-1 2 2 16,-2 0-1-16,0 4 0 0,-2 1-4 0,1 2 1 0,0 2-2 15,-2 2-2-15,0 2 0 0,-3 3 1 0,-2 1-4 0,-3 2 6 0,-3 2-4 16,-1 0-1-16,0 3-1 0,-3 0 1 0,0 2 3 0,-3 1-2 0,1 4-2 15,-1-1-4-15,-2 3 1 0,-2 0-5 0,-2-1 11 0,-2 2 0 16,-1-3 0-16,-2 2 3 0,1 0-7 0,-2-4 4 0,-2 2-3 0,0-2 0 16,0 1 2-16,-3 0-8 0,1 0 4 0,-2-1-3 0,-1-2-5 0,-3 0-1 15,-2-1-2-15,0 1 0 0,-1 2-2 0,-1 1 3 0,-2-2-1 16,-1 2 5-16,-1 0 10 0,-2-1 0 0,-2 2 6 0,-1-1-2 0,-2 0-2 16,-2-2 2-16,-2 2-5 0,-2 0 8 0,-1 0-10 0,-1 0 5 15,-4-2 4-15,-2 1-7 0,-3 0 3 0,-3 1-6 0,-4-2-10 0,-3 1-4 16,-3-1-14-16,-6-1 3 0,-4 1-10 0,-5-2-4 0,-4 2 3 0,-5-3-1 15,-5-1 6-15,-4-3 13 0,-5 0 6 0,-4-3 4 0,-4-3 7 16,-4-2 1-16,-4-2 6 0,-2-2 0 0,-3-3 2 0,-1-2 0 0,-1-3 1 16,1-4 2-16,-3-2-1 0,3-1 3 0,0-2 1 0,1-3 3 0,2-1 10 15,1-1 1-15,2 0 5 0,0-1 1 0,1 0 3 0,0-1 5 16,1-3 6-16,3 0 7 0,-3 0-4 0,1-4-4 0,-2 0 2 0,1 0 1 16,4-3 3-16,3 0 6 0,3 0-9 0,0-2 0 0,2 0 8 15,6 1 3-15,6-1 10 0,7 1-6 0,3 0-7 0,6 0-12 0,2-2-18 16,2 1-10-16,3-1-10 0,2 1-1 0,3 1-6 0,4-1 4 0,4 2-6 15,4 1-2-15,2-2-1 0,2 1-5 0,3 0-3 0,1-2-11 16,2 0-6-16,4 0-9 0,2 1-1 0,3 2-4 0,2 1-13 0,2 0-13 16,2 1-31-16,4 2-21 0,5-2-28 0,4 0-27 0,4-1-28 0,5 2-24 15,5-2-1-15,7 2 4 0,4 2 25 0,7 0 34 0,7-1-84 16</inkml:trace>
  <inkml:trace contextRef="#ctx0" brushRef="#br0" timeOffset="106996.91">19116 10814 960 0,'0'1'336'0,"0"-1"-179"0,0 0-73 0,0 1-31 15,1-2-32-15,0 1-21 0,0-1-17 0,0 1-9 0,1 0 2 16,0 0 3-16,1-1 2 0,0 0 4 0,1 0 0 0,0 1 2 0,1-1 7 15,0 0 3-15,0-1 6 0,2 0-2 0,-1 1 0 0,1-1-3 0,0 0-7 16,0 0 0-16,2-1-8 0,-1 0 0 0,2 0-4 0,1 0-4 16,1-1 6-16,0 0 1 0,1 2 4 0,2-2 8 0,0 1 2 0,0-1 0 15,3-1 3-15,0 1 1 0,0 0-1 0,1 0 1 0,1 0 0 16,1 1-5-16,1 1 0 0,1-1-5 0,1 1-2 0,4-1-1 0,0 1-1 16,2 0 3-16,1 0-5 0,2 1 5 0,1 0-2 0,3 0 5 0,1 1 2 15,2 0 0-15,1 0 4 0,1 1 1 0,2-1 4 0,1 2 1 16,2 0-2-16,-1 0 3 0,2 1 0 0,3 0 2 0,0 0 0 0,2-1 2 15,3 1-9-15,1 0 6 0,1 1-4 0,2-1 1 0,0-1 6 0,2 1-5 16,1-1 10-16,1 1-3 0,1 0-2 0,-1 2 2 0,1-2-6 16,0 0 10-16,1 0 5 0,1 0 2 0,-1 1 2 0,1 0 0 0,1 2 2 15,-1-1-2-15,0 2-2 0,3-1-7 0,0 0-5 0,2 0-2 16,-1-1-3-16,0 0-1 0,-2-2 2 0,0 0-1 0,-2-1-5 0,-1 0 7 16,-1 0-5-16,1 0 0 0,0 0 2 0,-1-1-1 0,1-1-3 0,0 0 2 15,-1 0 1-15,0-1-4 0,-1 0 3 0,-2-1 2 0,-1 0 2 16,1-1 4-16,-1-1-2 0,-1 1 1 0,2-2-2 0,-2 0-2 0,-1 0 1 15,-1-2-2-15,-2 1 0 0,-1-1 2 0,-1 0-2 0,-2 0 1 0,0-1-5 16,-1 3 4-16,-1-2 4 0,1-1 3 0,-2 1 0 0,0-2-5 16,-1-1-6-16,-1 0-5 0,0-1-16 0,0-1-3 0,-1-1 0 0,-3 0 7 15,-1 0 16-15,1 1-2 0,-2-3 1 0,0 0-3 0,-1-1-6 0,-2 1 2 16,-1-1 1-16,-2-1 5 0,-1 0 5 0,-1 0-1 0,-4-1 4 16,-1-1-2-16,-3 0 5 0,0-1 0 0,-2 0 2 0,-3 3 7 0,-3 0 9 15,0 0 6-15,-3 2-3 0,-2 1-5 0,0 0-7 0,-1 1-7 16,-1-1-1-16,0 0-6 0,-2 0-6 0,-2-1 2 0,-2-1-6 0,0 0 2 15,-2 2-1-15,-1-2 1 0,-2 2 1 0,-1-1 4 0,-1 3-3 0,-3-1 4 16,0 0 6-16,-3 0-5 0,-2 0 13 0,-2 0-9 0,-3 0 1 16,-1-1 6-16,-3-1-3 0,-3 2 3 0,-2-2-4 0,-4-1-1 0,-2-1-4 15,-4 0-4-15,-5 0-1 0,-3-3 1 0,-5 1-2 0,-4-4 2 0,-4-3-2 16,-3-1-2-16,-4-3 3 0,-2-1-2 0,-3-1 3 0,-2 2-1 16,-2-2-1-16,-2 2-2 0,0-1-2 0,-1 2-1 0,3 0 1 0,-2 4 3 15,1-2 6-15,-2 4-1 0,-1-1 6 0,-2 0-4 0,-2 3 1 16,-2 0 2-16,-1 0-2 0,-1 1 7 0,1 0 3 0,0 1-3 0,-1 2 0 15,1 0 1-15,0 0-5 0,-1 1 0 0,3 2-1 0,-3 0-1 0,0-1-4 16,0 2 2-16,-1 1 3 0,-1 3-5 0,-2 1 8 0,1 2-3 16,-1 1 2-16,1 2-12 0,1 3 2 0,0 2 2 0,2 1-2 0,-2 3 16 15,4 1-8-15,1 1 1 0,-1 1-7 0,4 2-11 0,0 1-14 16,-1 1-31-16,0 0-56 0,-2 1-76 0,-1 2-94 0,-5 0-60 0,-5 2 8 16,-8 1-135-16</inkml:trace>
  <inkml:trace contextRef="#ctx0" brushRef="#br0" timeOffset="113809.53">24536 9405 325 0,'-9'22'-10'0,"0"3"12"0,-1 8 0 15,2-4-1-15,3-4-1 0,0-2-3 0,1-2-15 0,1 1-14 0,1-3-14 16,0 1-83-16</inkml:trace>
  <inkml:trace contextRef="#ctx0" brushRef="#br0" timeOffset="114113.51">24463 9791 148 0,'-2'4'68'0,"1"1"-25"0,0 1 5 0,0-1 9 16,0 0-9-16,-1-1-9 0,0 0-10 0,-1-1-7 0,1 1-5 0,-1 1-4 15,-1-2-4-15,1 1-4 0,-2 0 0 0,1 0 2 0,-1 1 0 16,1-1 4-16,-1-2 5 0,0 1 8 0,1-2 8 0,0 0 3 0,1-2 1 15,1 1-4-15,0-3-8 0,2 0-5 0,1-3 3 0,2-3 1 16,1-1 9-16,2-2 1 0,2-2-2 0,3-2-4 0,2-2-6 0,4-1-1 16,3 0-2-16,1-1-7 0,4-1-4 0,1 1-3 0,1 0-6 0,1 1-1 15,0 0 2-15,1 3-1 0,2-1 2 0,1 1-5 0,0 3 6 16,0-1-2-16,-2 0 2 0,2-1 5 0,1 0-4 0,0 1 5 0,3-2 1 16,0 1 4-16,2-2 7 0,1 1 0 0,0-1 0 0,4 0-3 0,-2 2-10 15,3-2-1-15,1 1 0 0,1-1-3 0,1 0 5 0,-1-1-6 16,0-2 2-16,1 1-1 0,-1-1-1 0,-1 2 5 0,-1-1-2 0,-1 3 0 15,-2 0-2-15,-2-1-5 0,0 3-2 0,-4 0 0 0,0 0-12 16,-3 1-22-16,-1 0-26 0,-3 1-24 0,-1 0-17 0,-5 1-6 0,-3 2 2 16,-4 2 8-16,-5 1 16 0,-3 2 21 0,-4 1 19 0,-4 0 14 0,-4 3 8 15,-3-2 3-15,-5 2 0 0,-5 0 6 0,-4 1 4 16,-5 1 5-16,-1 1 3 0,-2 0-2 0,0 1-1 0,-2 1-4 0,-2 0-4 0,-3 2-17 16,-1 1-42-16</inkml:trace>
  <inkml:trace contextRef="#ctx0" brushRef="#br0" timeOffset="114313.08">25176 9248 72 0,'-40'20'28'0,"-2"3"-2"0,-12 4 13 15,9-2 4-15,7-4 9 0,1-2 5 0,4 0-1 0,3-2-5 0,4-2-3 16,4-3 0-16,4-2 4 0,4-2 0 0,4-4-6 0,4-1-14 16,4-2-20-16,4-2-13 0,2-1-7 0,5-2 6 0,3-2 8 0,5-2 6 15,5-1-1-15,3 0-1 0,3-2-1 0,3 1-3 0,0-1 2 0,3 0-4 16,0 1 2-16,1 1-1 0,0 0 0 0,-1 2 1 0,2 1-5 16,-1 0 0-16,-1 1 3 0,2 0 1 0,-3 0 0 0,3 1-2 0,-2-1 0 15,1 0-1-15,-3 1-1 0,-1-1-1 0,0-1 0 0,0 1 0 16,-1-1 0-16,1 0 0 0,-2-1-3 0,1 0-2 0,-1-2-17 0,0 0-23 15,-4 0-26-15,1-1-23 0,-4-1-15 0,-1 0 6 0,-1 2-13 0,-4 0-93 16</inkml:trace>
  <inkml:trace contextRef="#ctx0" brushRef="#br0" timeOffset="114541.94">25293 9700 536 0,'13'-6'25'0,"4"-3"-1"0,6-2 0 0,3-4-1 0,-1 0-3 0,0 0-11 15,1 0-3-15,-1 0-4 0,4 0-3 0,1-1 0 0,1 1-7 16,1 0-3-16,2-2-9 0,-3 1-23 0,2 0-36 0,-1-3-39 0,0-1-146 15</inkml:trace>
  <inkml:trace contextRef="#ctx0" brushRef="#br0" timeOffset="114872.34">25787 8899 1475 0,'-5'3'16'0,"3"-1"-36"15,0 0-26-15,6 0 0 0,2-1 27 0,2 1 14 0,1 0 7 0,2 1 2 16,1 0-9-16,3 1-4 0,2 0-2 0,1 0-3 0,1 0-3 16,1 1 1-16,2 0 3 0,-1 0-5 0,1 2 6 0,0 0-2 0,-2 1 6 15,-1 0 2-15,-1 0 1 0,-2-1 2 0,1 0-2 0,0-2-1 16,0 1-2-16,1 0 2 0,0 0 1 0,-1 0 4 0,-2-1 3 0,0 1 3 15,-2 0 0-15,-1 0 1 0,0 0 3 0,-3 0 1 0,0-1 0 0,0 2 1 16,-1 0 2-16,-2 1 5 0,0 0 3 0,-2 1 3 0,-1 1 4 16,-2 0-5-16,-1 2 0 0,-1 0 0 0,-2 1-3 0,-1 1 5 0,-3 1-4 15,-2 3-2-15,-3 0-2 0,-2 0-7 0,-3 0-6 0,-2 2-9 0,-4 0-15 16,-1 0-12-16,-4 3-12 0,-1-1-14 0,-6 4-17 0,-1 2-11 16,-6 0-15-16,-3 2-16 0,-2 0-4 0,-2 2-5 0,-1-2-5 0,0 2 2 15,-1-3 4-15,2-1-160 0</inkml:trace>
  <inkml:trace contextRef="#ctx0" brushRef="#br0" timeOffset="156405.15">3050 9383 1889 0,'-2'-2'115'0,"0"1"-105"0,0 0-42 0,3 1-7 15,0 0 10-15,2 1 26 0,0 0 10 0,1 0 0 0,0 2-14 0,0 1-24 16,-1 3-47-16,1 3-27 0,0 3-12 0,0 2 13 0,-3 2 34 0,2 2 26 16,-1 2 27-16,0 0 15 0,-1 5 7 0,0 0 10 0,-2 2-1 15,0 1 3-15,-3 3 10 0,1-1 0 0,-3 4-2 0,-1 2-5 0,-1 2-2 16,-2 0-3-16,0 0-4 0,0 0 0 0,1-1-2 0,0 0-3 16,-1 0 1-16,1-3-8 0,1-1 1 0,1-2 1 0,2-2-2 0,2-3 12 15,1-1 7-15,2-5 15 0,2 0 23 0,1-4 14 0,2-2 8 0,1-5 1 16,1-1-16-16,2-2-11 0,0-1-6 0,2-1-6 0,0-1 3 15,2-1 1-15,2-1-12 0,1-1-5 0,1 1-9 0,3-2-4 0,0 3-5 16,-1-1-2-16,3 1-5 0,1 2-1 0,0-2 2 0,1 3 2 0,0-1-8 16,2 1 4-16,0 2 1 0,2-1-4 0,2 1 8 0,0 1-7 15,0 1-1-15,-2-1 1 0,3 0-5 0,0 1 3 0,3-1 0 0,1 0-3 16,1-1-2-16,2 0-1 0,0-1-1 0,2-1-4 0,1 1 1 16,1-1 1-16,1-2 3 0,2 1 3 0,2-2 5 0,0-1-4 0,1 0 2 15,3-1-3-15,-2 0 4 0,1-1 3 0,1-1-1 0,2 0 3 0,0 0-2 16,1-1-1-16,1 1 5 0,0 1 2 0,1-1 1 0,0 0 3 15,1 1-5-15,0 0 5 0,1 1-2 0,-1 0-5 0,2 1 7 0,0 0-5 16,1 1 4-16,1 1 1 0,0 1 2 0,0-1-7 0,0 1-1 0,2 1-2 16,-2 1 1-16,2 1 2 0,-1 0-10 0,1 2-2 0,2 1-3 15,-1-1 1-15,1 1 11 0,2-1-4 0,0 0-2 0,2-1 0 0,0 0 0 16,0 0 3-16,2-1-3 0,2 1-3 0,-1 0 0 0,2-1 4 16,0 0-1-16,0-1 2 0,3-1 1 0,1-1-11 0,-1 0 7 0,2-1 2 15,0 0-1-15,1-1 2 0,1 0-2 0,1-1 0 0,1 0 4 0,1 1 1 16,1-1 1-16,1 1-3 0,2 1 0 0,1-1 7 0,1 0 1 15,0-1-1-15,3 1-1 0,-2-1-3 0,2 1 5 0,0 0 4 0,3 0-3 16,-1-1 0-16,3-1-2 0,2 0 1 0,-1 0 0 0,2 0 2 16,0-2-2-16,1 0-4 0,2 0 1 0,2-1 0 0,1 1-4 0,-2 0 2 15,4-2-4-15,-1 1-4 0,1-2 8 0,4 0-11 0,-1 0 2 0,2 1 5 16,1-1-4-16,2 0 14 0,1 1-13 0,2-2 8 0,0 0-1 16,2-1-3-16,0 1 16 0,0-3-13 0,2 1-2 0,-3-1-1 0,2 1-1 15,-1 1 1-15,1-1-2 0,2 1 2 0,-1 0 0 0,1 0 2 0,1 0 6 16,0 1-1-16,2-2 2 0,-1 2-2 0,0-1-3 0,1 0 6 15,0 1-9-15,3-1 1 0,-3 0-2 0,1 1-3 0,0 1 4 0,0-1 1 16,2 0-1-16,-1 1 1 0,0-1-1 0,1 1 2 0,1-1 2 0,0 0 1 16,1 1 1-16,0-1-1 0,0 0-3 0,1 0 0 0,-1 0 0 15,1 1 0-15,1-2 3 0,1 1-1 0,1-1-2 0,-2 1-1 0,-1 0 1 16,2-1 2-16,-2 1-4 0,2 1 2 0,-2 0 1 0,1 1 2 0,1 1-3 16,-1-1-5-16,1 1 1 0,-2 1-4 0,1-1 2 0,1 1 1 15,1 0 1-15,-2 1-4 0,0 0-1 0,0 0 0 0,-1 0-1 0,0 0 4 16,-1 0 2-16,0 1-1 0,0 1-3 0,0 1 5 0,-1 0 0 15,0 0 4-15,-1 1-3 0,0 0-4 0,1 0 8 0,-3 1-4 0,1 0 1 16,-1 1-1-16,-1 0-2 0,1 1 4 0,-4 1-2 0,2-1-1 0,-2 2 2 16,0 0 1-16,0 1 2 0,-1 1 3 0,-1 0-2 0,0 0-1 15,0 1-4-15,0 0-1 0,-2 1 2 0,-1 1-5 0,1 1 4 0,0 1 1 16,-1 0-2-16,-3-1 0 0,-1 0-6 0,-1 0 13 0,-1 2 0 0,1 0-4 16,-3 1 13-16,0 0-8 0,-1 0-2 0,-2-2 12 0,-1 2-2 15,0 0-2-15,-3-1 0 0,-1 1 1 0,-2 0-5 0,-1 0 2 0,-1-2-2 16,-1 1-5-16,-1 0-3 0,-1-1-1 0,-3-1 6 0,0 0 6 15,-2-2 6-15,0-1 4 0,-2-3 9 0,-2-1-1 0,-3-1 1 0,-1-2 0 16,-1-1-2-16,-3-1-1 0,1-2-4 0,-1-1-3 0,-4-2 4 0,-1-3 0 16,-2-1-9-16,-2-2 2 0,-2-1-12 0,-2-3 2 0,-1-2 0 15,-1-2-8-15,-2-1-2 0,-1 0 1 0,-3-3 3 0,-2 0 1 0,-3-2-3 16,-3-2-1-16,-3-1-3 0,-2-2-6 0,-1-3 0 0,-4-1-4 16,-1 1 9-16,-2-4-8 0,-6 0-9 0,0-3-6 0,-5 0-8 0,-2-2 12 15,-5 0 7-15,-2 0 6 0,-4-1-3 0,-5-1-1 0,-3-1-8 0,-4-1 2 16,-6 1-2-16,-3 0 1 0,-6 0 4 0,-3-1-12 0,-5 1 12 15,-5 0-4-15,-5-2 0 0,-4 3 6 0,-7-1-9 0,-5 1 1 0,-5 2-3 16,-4 0 6-16,-4-1-3 0,-6 3-4 0,-5 0 4 0,-8 1 1 16,-4 2-3-16,-5-1 3 0,-5 3 5 0,-5 0 3 0,-6 2-9 0,-5 0-3 15,-6 3-5-15,-4 0-11 0,-3 4 11 0,-5 0-8 0,-4 1-4 0,-4 4-1 16,-5 2-5-16,-4 1-1 0,-1 1 0 0,-4 3-7 0,-4 3 2 0,-1 0-4 16,-4 3 4-16,-3 2 4 0,-1 2 1 0,-2 0 15 0,-4 1-3 15,-1 2 1-15,-1-1-2 0,-2 2-11 0,-1 0 10 0,-2 1 12 0,-1 2 9 16,0-1 3-16,-1 1 1 0,1 2-1 0,-2-1 8 0,0 1 6 15,-1 1 2-15,0 0 3 0,0 0-3 0,-3-1 0 0,2 1 1 0,-2-1 2 16,0 0 1-16,1 1 3 0,-1 0 5 0,0-1-2 0,-1-1-1 0,2 0 3 16,0 0-2-16,0-1 5 0,0 0 3 0,0 0-6 0,-1-2 6 15,-1-1-1-15,2-1 2 0,1 0 10 0,2-1 3 0,-1 0 2 0,1-1 4 16,0 0 0-16,0 0-3 0,2 0 0 0,-2 0-3 0,0-1-4 0,-1 0-3 16,1 0-6-16,1 0 1 0,1 1-3 0,-1-1 0 0,1 1-1 15,-1 0-3-15,-1-1 3 0,2-1-6 0,1 0 4 0,1-1-6 0,2-2-5 16,-1-1 5-16,1-1-6 0,-1-1 7 0,1 1 0 0,1 0-1 0,2-3 2 15,1 0-2-15,1 0 7 0,-1-2 9 0,2 0 9 0,0 1 9 16,1-1 10-16,-1 0 7 0,1 0-5 0,1 1-2 0,-2 1-11 0,2-2-9 16,1 1-4-16,-1 0-5 0,2 1 6 0,0 1-12 0,-1 2 10 15,2-2 0-15,1 1-6 0,-1 0 4 0,2 1-6 0,1 1-2 0,0 2-1 16,2 1 0-16,1 0 2 0,2 2 7 0,-1 0 1 0,4 2-1 0,-1 0-2 16,3 2-8-16,1 1 1 0,0 2-4 0,2 3-2 0,-1 3-1 15,4 1-8-15,-2 1 6 0,1 4-5 0,4 2-6 0,0 1-4 0,3 4-11 16,2 2-6-16,3 1-13 0,1 1-39 0,5 0-54 0,2 1-59 0,0 0-90 15,4 1-93-15,0 1-81 0,1 1-222 0,2-1 167 0</inkml:trace>
  <inkml:trace contextRef="#ctx0" brushRef="#br0" timeOffset="168562.38">3541 10610 1020 0,'-16'1'559'0,"-1"1"-499"0,-1 0-24 0,1 3-15 0,5-1 3 0,0 1 16 0,2 0 10 16,-1 1 0-16,-1 2-16 0,-1-1-17 0,-1 4-21 0,2 1-8 0,-2 2-10 16,-1 3-5-16,-1 0 2 0,1 4-2 0,-1-1 4 0,0 1 0 0,2 2 4 15,0-1 4-15,0 1 9 0,0 1-2 0,1 0 0 0,1 2 6 16,1 1 2-16,-2-1 0 0,0 1 4 0,0 0-3 0,0 2 3 0,2 0 5 16,1 0 5-16,0 0-3 0,2-2-2 0,0-1 1 0,2 1-2 0,1-1 4 15,3-1-4-15,1 1-3 0,2-1 0 0,2 0-3 0,1-1-4 16,2-2 5-16,2 2-3 0,0-1 5 0,2 2 6 0,1 0-3 0,0-1 5 15,4 1-5-15,2 0 2 0,1 1 0 0,1-1 0 0,1-2 3 0,2 1 1 16,2 0-5-16,3 0 4 0,0-2-1 0,4-2 2 0,0-1 1 16,2-1-7-16,0-3 3 0,4 1-2 0,1-2 2 0,3-2-3 0,3 0-3 15,0-2-4-15,2 1-1 0,3-2 4 0,1 0-1 0,2-2 0 16,3-1-3-16,2 0-2 0,3-1 9 0,3-2 2 0,0 0-1 0,1-1-2 16,1 0-5-16,3 0-2 0,-2 0-2 0,2 1 0 0,2-1 0 0,0 0-1 15,2 1 1-15,1 0 6 0,1 0 0 0,-1 1 3 0,2 0 2 16,1 0-1-16,0 2 3 0,1 0 5 0,1 1-1 0,1 0-1 0,-2 1-3 15,2 1 3-15,0-2-3 0,-1 0-3 0,0 1-1 0,2 0 3 16,-1 2 1-16,0-1 3 0,1 0-4 0,0 0-11 0,1 0 2 0,1-1 0 16,1-1 8-16,-2-2 2 0,2 0-3 0,1-3 1 0,-1 0-5 0,1 0 5 15,0-1 3-15,-1 0-1 0,1-1 10 0,-2-1-1 0,0-1 7 16,-1 1-1-16,0-1 0 0,-2 1 1 0,-1 0-9 0,1 0 7 0,-2 0 1 16,0 0-3-16,-1-1 1 0,-1 1-6 0,-1-1-2 0,0 0-6 0,0 1 1 15,-1 1-7-15,-2 0 0 0,-1 1 3 0,0-1-4 0,-1 1 3 16,-1-1-4-16,0 0-2 0,-2-1 2 0,0-1-1 0,-1 0 0 0,0-2 3 15,0 0-3-15,-1-2-1 0,1-2 1 0,-1-1 1 0,1-1-9 16,0 0 12-16,-2-3-3 0,-1-1-1 0,-2-2 13 0,1-2-7 0,-1-2-1 16,-1-2-2-16,0 0 4 0,-2-3 2 0,0-1 1 0,0 1-2 0,-2-2-3 15,-3 1-2-15,-2-2 3 0,-2-1 9 0,-2 0 1 0,1-1 0 16,-3 0 6-16,-2 1 1 0,0 0 3 0,-5 0 4 0,-1 0-9 0,-1-1-6 16,-1-2-5-16,-1 2-2 0,-3-2-6 0,-1 0 5 0,-3 0-4 0,-1-1-5 15,-2-2 11-15,-2 2-2 0,-2-2-1 0,-3 2-4 0,-3 0 1 16,-1-2 1-16,-3 1 4 0,-3-1 1 0,-2 1-1 0,-3 0-1 0,-3 1 3 15,-2-2-3-15,-4 1 3 0,-2-2-7 0,-3 3 6 0,0 0 1 0,-5-1-3 16,-3 2 5-16,-2-2-9 0,-4 2 6 0,-3 0-7 0,-3 2-2 16,-3-1 1-16,-4 2-7 0,-1-2 0 0,-3 2-2 0,-4-1-6 0,-3 3 6 15,-3 1-3-15,-2 2 5 0,-3 2-1 0,-3 0-3 0,-2 2 13 16,-2 1 0-16,-3 2-3 0,0 0-3 0,-5 3-9 0,-3 0 0 0,-3 1-10 16,-2 1 1-16,-2 3 4 0,-1 1 3 0,-1 2 26 0,0 2-7 0,-1 1 7 15,0 0-2-15,-2 2-8 0,0 0 3 0,0-1-7 0,-2 2 4 16,1-1-4-16,-3 1 5 0,1 1-1 0,-1 0-4 0,1 1 1 0,-2 1 7 15,1-1-9-15,-3 2 6 0,1 1 6 0,-1 0-2 0,0 2 21 0,1 1 11 16,-4 1 3-16,3 0-3 0,-3 1-15 0,2 2-11 0,-1 0-3 16,-2 1 4-16,1 1 2 0,-1 0-2 0,0 2-2 0,1 1-7 0,1 0-1 15,0 1 10-15,1 0 0 0,-1 1 4 0,0 1 1 0,1 0-10 16,4 2 2-16,-1 0 0 0,4-1 7 0,-2 0 1 0,3 1 1 0,0-1-2 16,1 2-12-16,2-1 3 0,2 2-7 0,-1 0 5 0,2 0 0 0,3 1 2 15,1-1-3-15,2 0-5 0,1 0-17 0,4-1 9 0,1 1-6 16,2-1-3-16,4 0 1 0,0-1-26 0,4-1-14 0,3 1-30 0,3-2-31 15,2-1-56-15,1-3-66 0,1 0-89 0,4-1-120 0,1-1-122 0,2-2-304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37:14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5023 6958 629 0,'-22'3'179'0,"1"-1"-179"0,-1 2 29 0,6 1-6 15,6-2-1-15,2 1-9 0,0 0-5 0,1 0-3 0,3 1-6 16,-2 3 1-16,2 0 0 0,0 2-2 0,1 1 2 0,2 0-4 0,-1 1-1 16,1 0 0-16,0-1-1 0,1 0 3 0,0-1 2 0,0 1-2 15,0-2 5-15,-1 1-1 0,1-1 0 0,0 1 4 0,-1-1 0 0,0 0 2 16,-1 0 7-16,0 0 8 0,0 2 6 0,0 0 8 0,-1 1-2 0,1 0-1 16,0 0-3-16,2 0-4 0,1 2-3 0,0-1-7 0,2 0-3 15,2 0-3-15,1-1-4 0,3 1 2 0,0-1 0 0,3-1 2 0,1-2 1 16,3 2-2-16,2-2-2 0,0 1 3 0,2-2 0 0,3-1 3 15,-1 0-3-15,4-2 0 0,1 1 2 0,2 0 4 0,2 1 4 0,1-1 1 16,3 2-2-16,1-1 0 0,1-1-4 0,1 1 0 0,1 0-3 0,2-1 1 16,2 2-2-16,2-2-5 0,2 0 0 0,0-1-6 0,2 0 0 15,2 0 6-15,0 1-5 0,3-2 3 0,1 1-1 0,0 0 0 0,2-2-2 16,0 2 0-16,0-1-1 0,1 0-3 0,0 0 1 0,0 0-2 0,0 1 0 16,2-2 5-16,-1 0-1 0,1 0 1 0,-1-1 2 0,0-1-2 15,-2 0 1-15,0-1 3 0,-1-1-4 0,-1-1 4 0,-1 0 1 0,-1 0-2 16,-2-1 3-16,0-1 2 0,-1-1-3 0,-2-1 6 0,-1 1-1 15,-2-1 3-15,-1 0 3 0,-2-1 0 0,0-2 2 0,-1 1-4 0,-3-2 0 16,-1 1 2-16,-1-1 2 0,-2-1 3 0,1-1 4 0,-3-2 0 0,0 0 0 16,-2-1 2-16,-1 2-4 0,-2-2 2 0,0-1 2 0,-5 0-2 15,0 0 3-15,-2-3-1 0,-5 0 0 0,0-1-1 0,-2-2 1 0,-2 0-2 16,-1 1-2-16,-3-2 2 0,-2-1-4 0,0 0 1 0,-4-2-4 0,0 0 2 16,-2-1-4-16,-3 0-3 0,0-1 8 0,-3 1 1 0,-2-1-5 15,-3-1 0-15,-2 1-5 0,-3-2-5 0,-1 1 1 0,-3 0-3 0,-3 1-6 16,-2-1 3-16,-4 2-3 0,1-3 2 0,-2 1 4 0,-1 0-6 15,-2-1 4-15,-3 0-2 0,-1 2-5 0,-2 0 9 0,0 0 0 0,0 1 2 16,-3 0 1-16,-1 2-7 0,0 0-7 0,-1 2 8 0,-3 0 0 0,-1 0 5 16,-1 2 4-16,-3-2-9 0,0 2 2 0,0 2 4 0,-3 0 2 15,-1 2-5-15,0 1 7 0,-1 3-13 0,0 1-2 0,-3 3 7 0,1 1-8 16,-3 2 4-16,-2 1-2 0,1 3-1 0,-2 1 8 0,0 2-1 0,-1 0 4 16,2 1 2-16,3 2-11 0,1 1 3 0,2 1 1 0,1 2-1 15,1 1-3-15,3 2 3 0,1 3-2 0,2 0-1 0,1 4 0 0,2 1-7 16,1 2 0-16,1 2-1 0,2 2-7 0,3 1-1 0,-1 2 1 0,2 1-1 15,2 3-2-15,0-1-10 0,5 1-25 0,1-2-28 0,4 0-38 16,2 0-54-16,3-1-38 0,2-1-35 0,1-1 0 0,3-4 19 0,2-1 15 16,1-3 11-16,2-4-7 0,3 0-118 0</inkml:trace>
  <inkml:trace contextRef="#ctx0" brushRef="#br0" timeOffset="609.62">4292 7580 1658 0,'-33'-17'399'0,"2"0"-366"16,-4-1 31-16,11 5-22 0,10 3-1 0,3 0-8 0,2 1-9 0,2 1-15 16,3-1-15-16,3 1-15 0,3 1-11 0,2 0 1 0,5 1 2 0,4 0-1 15,2 1-1-15,4 1 4 0,5 0-13 0,3 0-5 0,2 2-13 16,2-2-16-16,2-1-3 0,0 1 8 0,2-1 12 0,1 0 17 0,2-1 13 16,1 1 2-16,1-1 9 0,2 0 6 0,1 0 2 0,-1 0 6 15,1 2 1-15,1-2-2 0,-1 0 3 0,2-1 0 0,1 1-4 0,1-1 4 16,0 1 2-16,0-2-2 0,4 1 3 0,0 2 4 0,3-2-1 0,0 1 1 15,1 1 1-15,2-1-1 0,0 2-3 0,1 0-1 0,1 0 4 16,-1 1-2-16,3 1 2 0,-1 1 4 0,3 2-3 0,0 1 5 0,0 2-1 16,0 2-7-16,0 2 2 0,0 1-10 0,0 2 2 0,-2 0 3 0,0 2 2 15,-1-2 9-15,-2 2 0 0,1 0 0 0,-2-1 1 0,-2 3-4 16,-1 1 2-16,-1 0-4 0,-2 0-2 0,-1 2-2 0,-2 2-1 0,-3 0-3 16,-2 3 5-16,-3 0-1 0,-4 1 5 0,-1 0-1 0,-5 1-1 15,-1 1 13-15,-3 1-1 0,-2 0 9 0,-4 2-4 0,-4 0-4 0,-3 0 2 16,-2 1-1-16,-4 0 0 0,-1 0-2 0,-4 3-2 0,-3 0 0 0,-3 1 0 15,-2-1-2-15,-3-1-1 0,-2 2 1 0,-2-1-7 0,-4 0 7 16,-4 1-5-16,0-1-8 0,-5-2 0 0,0 1 2 0,-1-1 1 0,-3 1 8 16,-2-2 1-16,-2 0-7 0,-1-2 1 0,0 0 0 0,-3-3 3 0,-1 0-1 15,-2 0 2-15,0-3 1 0,-1 0-1 0,0-3 5 0,-1-2 4 16,-1-1 0-16,0-3 0 0,-2-2 6 0,0-2-2 0,1-1 7 0,0-2-3 16,0-2-1-16,0-2 0 0,0-2-5 0,0-1-4 0,-2-2-4 15,2-1-2-15,1 0-7 0,1-2 2 0,0 0-1 0,1-1-3 0,0-1 3 16,0 0-7-16,3-1 5 0,2-1-5 0,1 0 0 0,2 0-5 0,2-1-5 15,3-1-9-15,1-1-20 0,4 0-30 0,2 0-48 0,2-1-45 16,4-1-63-16,3 0-66 0,2-1-67 0,2 0-68 0,5-4-201 0</inkml:trace>
  <inkml:trace contextRef="#ctx0" brushRef="#br0" timeOffset="80513.58">23114 3560 2783 0,'-14'-8'-2'0,"-3"1"-14"0,0 1-22 0,-4 2-16 0,13 10-3 0,3 4-2 0,2 3 5 16,3 3 3-16,2 5-18 0,2 5-14 0,1 4-37 0,2 7-38 0,1 5-12 16,-1 5 8-16,2 4 37 0,-1 6 45 0,-1 3 35 0,1 5 19 0,-3 3 16 15,1 1 5-15,-2 3 4 0,0 2 1 0,0 3-6 0,0 3 4 16,1 4 6-16,1 4 6 0,1 3 7 0,0 2 6 0,2 6 6 0,0-1 3 15,1 4 10-15,-1 5 10 0,0 2 3 0,0 2 11 0,-1 6-8 16,0 4-7-16,0 4-4 0,0 7-13 0,0 4 0 0,1 4-10 0,-1 7 2 16,0 4-2-16,-1 4-2 0,0 3 7 0,0 4-3 0,0 2 7 0,-2 4 4 15,1 4 1-15,-1 5 0 0,0 5 0 0,-1 2-16 0,0 2 2 16,0 5-7-16,0 1-7 0,1 2 7 0,0 2-2 0,0 0-6 0,-1 1 19 16,0 3-3-16,-1 2 4 0,0 0 13 0,0 5-5 0,-2 3 1 15,0 1-6-15,-2 5-7 0,0-2-14 0,-1 0 7 0,-2 2 0 0,0 1 2 16,-1-1 7-16,-1 2-10 0,1-2 4 0,-1-2-1 0,2 0-2 0,-1-7 7 15,1-4-2-15,1-4-1 0,-1-7 4 0,1-5-15 0,1-5-4 16,1-4 3-16,-1-4-6 0,2-3-1 0,0-3-6 0,1-5-7 0,1-7-1 16,1-5-4-16,0-12-5 0,0-5-32 0,1-8-55 0,2-7-94 15,-1 0-247-15,3-3-201 0,3 2-346 0</inkml:trace>
  <inkml:trace contextRef="#ctx0" brushRef="#br0" timeOffset="81177.59">25610 4729 1993 0,'-16'5'672'0,"0"8"-717"0,-6 9-42 0,3 7-11 0,3 5 17 0,1 0 28 16,1 0 28-16,0-1 17 0,-1 0 2 0,-2 0 2 0,-2 0-4 16,-2-3-5-16,3 1-5 0,0-3 1 0,2 0-7 0,2-2-18 0,3-2-37 15,0-2-42-15,2-2-30 0,1-3-8 0,0-1 9 0,2-6 4 16,0 0-6-16,0-3-8 0,-1-2-9 0,1-2-16 0,-1-3-19 0,0-2-151 16</inkml:trace>
  <inkml:trace contextRef="#ctx0" brushRef="#br0" timeOffset="81346">25499 4696 1883 0,'9'-1'187'0,"3"2"-162"0,5 2-23 0,7 4-2 15,0 3 0-15,3 1 3 0,1 1-1 0,-1 2 3 0,1 1-5 0,-2 1-1 16,0-1 5-16,-2 2-2 0,1 2 3 0,-1-1 0 0,-1 0-8 16,2 0-3-16,-1 1-4 0,0-1-17 0,0 2-20 0,-4 0-32 0,1-2-59 15,-1 1-90-15,-2-1-53 0,-1 0-16 0,-2-1-2 0,-2 0 29 16,-5-2-77-16</inkml:trace>
  <inkml:trace contextRef="#ctx0" brushRef="#br0" timeOffset="81951.5">25409 4937 2364 0,'-6'8'785'0,"3"10"-831"0,3 12-32 0,6 14-21 0,7 7 12 16,3 4 16-16,0 2 22 0,-1 2 16 0,-2 3 6 0,-2 2 3 0,-1 3-10 15,-3 5 1-15,0 2-13 0,-1 6-9 0,-2 5-16 0,1 3-24 16,-2 7-17-16,-1 3-31 0,0 4-12 0,-2 7-3 0,-1 1 16 0,-2 6 25 16,-2 3 22-16,-1 3 16 0,-1 2 3 0,-2 2 9 0,-1 2 8 0,-1 3 11 15,-2 1 13-15,1 3-6 0,-4 1 5 0,-2 5 1 0,-1 0 6 16,0 3 8-16,-1 1 7 0,-1 0 7 0,2 1 4 0,-1 1 3 0,-1 1 8 15,2 1 4-15,-1-2 8 0,0 3 11 0,2-1 10 0,-1 2 11 0,1-1 8 16,2 0 16-16,0-3 2 0,1-1 5 0,2-3 6 0,1-4 3 16,2-1-7-16,1 1 8 0,0-4-8 0,1 0-9 0,2-6 2 0,1-4-4 15,1-2 0-15,2-6-3 0,1-1-3 0,2-6-7 0,2-2-6 0,0-5 2 16,2-4-2-16,2-4-8 0,1-6-3 0,1-4-14 0,2-4-7 16,-1-5-1-16,3-5-4 0,1-4-13 0,3-4 20 15,0-3 1-15,2-4 0 0,1-3 12 0,2-5-21 0,1-5 2 0,3-3-1 0,0-2-3 16,2-4 2-16,2-3-12 0,4-5 3 0,1-3-3 0,2-2-2 0,2-4 4 15,0-1-6-15,3-3 1 0,3-2 1 0,2-3-1 0,2-4 1 0,2-1 1 16,3-3-1-16,2-2-3 0,2-2-2 0,3-4 4 0,2-2 0 16,2-3 3-16,4-2 0 0,3 0-5 0,3-3 5 0,4-1-5 0,2-2-4 15,4 0-1-15,2-2-6 0,2 0 7 0,4-2 4 0,2 1 0 0,3 0 4 16,6 2-4-16,0 1 0 0,2-1-4 0,2 2 13 0,3 1-9 16,1 0 10-16,4 2-4 0,0 2-7 0,2 2 6 0,1 0 5 0,1 2 0 15,2 0 0-15,-1 2 0 0,2 2-7 0,0 1 13 0,-1 4-1 0,3-2 9 16,-1 2 1-16,0 0 8 0,1 1 11 0,-2 1 2 0,0 0 6 15,-1 0-4-15,-1 0-6 0,-1 0 5 0,-2 1-9 0,-1 1 5 0,-1-1-1 16,-3-1-4-16,-1 1 1 0,-2-1 0 0,-4 0-9 0,-2 0-2 16,0-1-6-16,-6 2-8 0,-1-1-1 0,-1 1 11 0,-5 1-5 0,-2-2 0 15,-6 1 0-15,-1-1-11 0,-3 0-10 0,-3-1-2 0,-5 0 0 0,-3 0-3 16,-36 1 34-16,7-1-5 0,-1 1-4 0,4-1-7 0,-1 0-30 16,5 0-2-16,-3 1-10 0,5-2-9 0,-5 1-14 0,-1-1-23 0,-5 0-17 15,-3 1-28-15,-3-2-37 0,-3 1-49 0,0-2-68 0,-4 1-58 0,-4 0-99 16,-1-1-66-16,-2-2 5 0,-2-2-88 0</inkml:trace>
  <inkml:trace contextRef="#ctx0" brushRef="#br0" timeOffset="82218.64">32003 11694 3693 0,'14'8'136'0,"3"0"-86"16,-5-3-9-16,4 2-15 0,3 0-4 0,5 3 1 0,4 0-41 15,6 2 7-15,0 2 1 0,6 2 4 0,4 1 6 0,-1 1-2 0,0 1 2 16,-1 1-4-16,-2 0-10 0,1 1 3 0,-1 2-1 0,-1-1-10 16,-2 2 110-16,-1-1-4 0,-1 3-42 0,-17-13-42 0,1 2 0 0,-2-1 0 15,2 4 0-15,-3 1 0 0,1 1 0 0,-2 3-8 0,-1 4-28 0,-3 0-20 16,-1 4-26-16,-5 3-46 0,-5 7-43 0,-3 42-57 0,-15 6-189 15,-14 3-189-15,-17 6-231 0,-18 1-242 0</inkml:trace>
  <inkml:trace contextRef="#ctx0" brushRef="#br0" timeOffset="84967.96">26022 13075 17 0,'-3'-1'21'0,"-1"0"3"16,0 0 0-16,2 0 5 0,0-1 4 0,0 0 11 0,1-1 8 0,-1 1 3 15,0 1 1-15,0 0-7 0,0 0 4 0,1 0 9 0,-1-1 11 0,1 0 11 16,-1 1 5-16,1-1-1 0,0 1-7 0,0 0-11 0,1-1-12 16,-1 2-14-16,1 0-17 0,0 0-15 0,1 1-10 0,-1 1-5 0,1 0-2 15,1 1-3-15,0 0 0 0,1 0-3 0,1 1-4 0,-1 1-6 0,1 0-14 16,0 0-10-16,1 1-14 0,0 1-13 0,1-2-12 0,0 3-13 15,2 0-7-15,0 0-11 0,-1 0-9 0,0 0-100 0</inkml:trace>
  <inkml:trace contextRef="#ctx0" brushRef="#br0" timeOffset="85346.49">26139 13431 1727 0,'-5'-4'250'16,"0"1"-78"-16,-1 1-91 0,3 1-26 0,0 2-18 0,2 1-7 16,0 2-18-16,1 2 1 0,0 2-3 0,0 2-4 0,1 1 1 0,-2 2-6 15,1 3 4-15,0 1-2 0,0 0-2 0,0 3 4 0,1 0-8 0,0 1 4 16,1 1-1-16,0 0-3 0,0-1 3 0,-1-1-6 0,1 0-3 16,-1-1 1-16,1 0-5 0,-1 0-7 0,0-1-9 0,0-1-10 0,0-1-22 15,0 0-39-15,1-2-56 0,-1-2-66 0,0 0-48 0,1-1-18 0,-1 0-7 16,2-2-1-16,-1-3-163 0</inkml:trace>
  <inkml:trace contextRef="#ctx0" brushRef="#br0" timeOffset="85653.64">27118 12721 1830 0,'-6'-10'776'0,"2"1"-617"0,-1 0-68 0,4 4-76 0,2 3-8 16,0 1-7-16,1 3-7 0,0 1 2 0,1 2-4 0,2 2 6 15,-1 2-2-15,0 2-5 0,-1 1 5 0,0 2-5 0,0 3 5 0,-1 0-1 16,1 1-3-16,-1 1-1 0,0 1-5 0,0-1-1 0,0 3-5 0,-1 0-4 16,2 0-1-16,-2 1 0 0,0 0-4 0,0-2-5 0,-1 0-18 15,1 1-33-15,0-1-45 0,0 1-66 0,-1 1-68 0,0 3-63 0,-1 0-23 16,0 1 13-16,-1 3 26 0,0-2-113 0</inkml:trace>
  <inkml:trace contextRef="#ctx0" brushRef="#br0" timeOffset="86002.98">27013 13967 2230 0,'0'-7'177'16,"2"0"-92"-16,3-2-74 0,2 0-14 0,3 0-14 0,1 0 0 15,4 0 0-15,1 2 11 0,0 0 12 0,0 3-2 0,0 0 6 0,0-1-10 16,1 2 0-16,-3 0-3 0,2 0-2 0,-2 1-4 0,0 1-2 0,0 0-6 15,0 2-20-15,0 0-16 0,-2 2-13 0,-1 1-13 0,-1 1-7 16,-2 0-13-16,1 0-8 0,-2 3 0 0,-3 2 12 0,0 2 15 0,-3 2 13 16,-2 1 12-16,-1 0 2 0,-4 2 11 0,0 0 12 0,-3 1 8 15,0 1 16-15,-1 0 11 0,-1-1 4 0,0-2 14 0,-1 1 9 0,1-1 9 16,2-1 14-16,0 1 5 0,1-1 1 0,1 1-6 0,1-2-10 16,1 1-12-16,1 0-1 0,1-2-3 0,1 1 7 0,2-3-3 0,0 0-5 15,1-1 2-15,2-1-7 0,1 0-5 0,1-1-7 0,3-2-4 0,1-1-6 16,3-1-5-16,0 0-3 0,4-2-18 0,3-2-20 0,2 0-26 15,4-3-35-15,2-1-37 0,2-2-44 0,3-1-34 0,1-4-7 0,4-2 0 16,3-3 13-16,3-2-158 0</inkml:trace>
  <inkml:trace contextRef="#ctx0" brushRef="#br0" timeOffset="86216.64">28580 12692 3122 0,'-6'-5'154'0,"3"2"-60"0,-1-1-98 0,3 3-28 0,2 3-10 0,1 1-11 16,0 3 7-16,2 3 12 0,1 4 11 0,-2 1 15 0,0 2-5 16,-1 4 8-16,-1 2-7 0,0 2-2 0,-1 2 7 0,-1 3-9 0,1 2-4 15,-1 3-9-15,0 2-6 0,1 0-7 0,-1 0-19 0,1 0-14 0,0 1-30 16,0 0-31-16,2 0-36 0,0-1-63 0,1 1-59 0,1-2-69 0,0 1-30 15,1-1 27-15,2 4-52 0</inkml:trace>
  <inkml:trace contextRef="#ctx0" brushRef="#br0" timeOffset="86561.46">28706 14049 2788 0,'0'-1'147'0,"1"1"-100"0,2 0-101 0,1 0-33 0,1 1-7 0,4 1 6 15,1 2 6-15,2 2 13 0,-2 1-13 0,0 1-14 0,-1 1-19 16,-2 1-27-16,1 2-20 0,-2 0-22 0,1 2-15 0,-1-1 3 0,-1 1 16 16,1 0 25-16,-1-1 35 0,0-1 33 0,-1 0 29 0,-1-1 25 15,0-2 19-15,0-2 14 0,-1-2 5 0,0-1 3 0,0 0-2 0,0-1 0 16,0-1-2-16,0 0 2 0,1 1 1 0,0-1 6 0,0 1 5 0,1-2 4 15,0 1 3-15,0 1 1 0,0-1 7 0,2 2 5 0,0-1 15 16,1 1 12-16,1 1 12 0,0 1 15 0,0 0 7 0,0 1 11 0,0-1 13 16,-1 0-1-16,1 1-10 0,-1 1-18 0,-1 0-25 0,0 2-16 15,-2 0-10-15,0 0-9 0,0 1-7 0,-1 2-9 0,0 1-5 0,0 0-2 16,-2 0-11-16,0-1-1 0,-1 3-8 0,-1 1-1 0,1 0 0 0,-1 0-20 16,0 3 4-16,0 0-36 0,-1-1-62 0,0 2-72 0,0-1-96 15,0-1-51-15,2 0-19 0,2 0-137 0</inkml:trace>
  <inkml:trace contextRef="#ctx0" brushRef="#br0" timeOffset="87142.84">32642 13005 2804 0,'0'0'178'0,"0"0"-107"16,0 0-71-16,-1 0-35 0,0 1-16 0,0 1-15 0,1 2-11 0,-2 1 0 16,1 1 13-16,0 3 22 0,0 1 20 0,0 2 12 0,0 1 9 0,1 1-7 15,1 0-15-15,-1-1-21 0,2 1-23 0,1-1-22 0,1-1-3 16,2-2 4-16,-1-2 17 0,2 0 24 0,2-1 14 0,2-2 20 0,-1-1 2 16,1-2 69-16,1-1 5 0,0-2-1 0,0 0 1 0,0-2-72 15,-6 1-6-15,1 0-5 0,0-1-10 0,0 0-6 0,0 0 0 0,1-2 4 16,1 1 5-16,-1 0 2 0,1 0 6 0,1 0 4 0,0-1 11 0,-2 1 9 15,3 0 5-15,-1 0 3 0,1 1-8 0,0 0-13 0,0 1-14 16,-1 1-16-16,2 2-18 0,0 1-12 0,1 2-5 0,0 2-6 0,-1 2-4 16,3 2-6-16,0 2-7 0,0 4-7 0,1 2-2 0,1 1 4 0,1 5-2 15,0 2 10-15,1 2 10 0,0 4 18 0,1 2 18 0,-2 2 51 16,2 3-37-16,-2 2 50 0,-2 1 7 0,0 2-28 0,0-1 66 0,-2 0-23 16,-2 2 26-16,-1-3 23 0,-2 0 19 0,-1 0 7 15,-2-3 4-15,-2-1 0 0,-2 0-8 0,-1-3-79 0,-3-1-15 0,0-3-16 0,-4 0-11 16,-1-5 69-16,-2 0 1 0,-1-2 7 0,-2-2 19 0,-2-1 8 0,-2-3 6 15,1-1 10-15,-1-2-5 0,-2-2-5 0,0-4 0 0,-1 0-15 16,2-3-8-16,-2-3-7 0,1-3-10 0,2-3-13 0,-1-2-13 0,2-3-15 16,0-2-23-16,3-4-19 0,1-2-39 0,1-3-41 0,2-2-39 0,1-3-51 15,2-2-59-15,3-2-68 0,2-3-83 0,2-1-84 0,3-3-137 16</inkml:trace>
  <inkml:trace contextRef="#ctx0" brushRef="#br0" timeOffset="87958.39">29649 13538 1720 0,'-1'0'248'0,"-1"0"-99"16,0 0-80-16,0 0-24 0,2 1-9 0,0 0-5 0,0 0 1 0,0 1-5 16,0 1 3-16,1 1-2 0,-2 2 1 0,1 1 2 0,0 1-4 0,1 2-7 15,0 1-11-15,1 1-2 0,0 3-3 0,1-1-7 0,0 1 0 16,2 1-8-16,-1 1-3 0,2 0-3 0,0-1-10 0,2 1-7 0,1 1-13 16,-1-1-12-16,1-2-16 0,-1 0-9 0,1 0-8 0,0-3-11 0,1 0 2 15,0-1 1-15,0-2 4 0,0-1 10 0,1-3 13 0,-1-1 12 16,0-1 18-16,1-3 15 0,0 0 12 0,-1-3 12 0,1 0 6 0,-4-2 8 15,1-1 10-15,-1-1 3 0,-1-1 15 0,0 0 13 0,0 0 17 16,-1-2 22-16,1 0 7 0,-2 0 5 0,0 0-3 0,0 1-8 0,-2 0-5 16,2 2-12-16,-2 0-7 0,1 1-11 0,0 0-14 0,0 4-10 0,-1 0-7 15,0 2-8-15,0 1-8 0,-1 0-1 0,1 3-6 0,-1 0-1 16,0 1 4-16,1 2-2 0,-1 0 2 0,1 3-5 0,0 1-7 0,0 2-2 16,-1 3-8-16,0 0-11 0,1 4-13 0,0 0-26 0,1 1-30 0,-1 1-65 15,0 1-109-15,1-1-74 0,0 2-43 0,3-1 1 0,0 0-123 16</inkml:trace>
  <inkml:trace contextRef="#ctx0" brushRef="#br0" timeOffset="88202.48">30788 12571 3138 0,'1'-2'154'0,"-1"0"-83"0,1 1-68 16,0 1-21-16,-1 2-9 0,3 1-7 0,-1 2-4 0,2 3-6 0,0 3 9 15,-1 3 10-15,1 3-8 0,-1 1 24 0,-1 3 0 0,2 2-11 16,-1 3 6-16,0 1-38 0,0 4-21 0,0-1-30 0,1 3-41 0,0 0-53 16,-1 4-88-16,1 0-91 0,-2 2-49 0,0 2 4 0,0 0 49 15,-1 0-103-15</inkml:trace>
  <inkml:trace contextRef="#ctx0" brushRef="#br0" timeOffset="88494.31">30989 13882 2095 0,'1'-1'463'0,"0"-1"-335"0,1 0-97 0,2 1-36 15,1-1-4-15,1 1-1 0,-1 1-2 0,3 0-2 0,0 1-1 0,1 2 1 16,0 0 0-16,0 0 1 0,0 2 2 0,-1-1-12 0,2 2 3 16,1-1-2-16,0 1 0 0,1 0 17 0,-1 1-4 0,-2 1 1 0,1 1-2 15,-1-1-8-15,0 0 4 0,-1 2-9 0,-1 0-7 0,0 0 2 0,0 1-13 16,-2 1 0-16,1-2-4 0,-2 3-3 0,1 0 13 0,-1 1 3 16,-1-1 9-16,0-2 7 0,-2 0 6 0,1 1 12 0,-2 0 1 0,-1 0 8 15,0-2 1-15,-3 2 2 0,1-1 2 0,0 0-6 0,-3 0-3 16,0 0-11-16,-1-1-3 0,-1 0-12 0,-2 0-14 0,-1-1-17 0,-1-2-27 15,-2 0-27-15,-1-1-47 0,-4-3-40 0,-3-1-26 0,0-2-50 16,-4-1-36-16,-2-3-219 0</inkml:trace>
  <inkml:trace contextRef="#ctx0" brushRef="#br0" timeOffset="88602.42">31049 13708 1630 0,'5'-3'462'0,"1"-3"-348"16,3-1-130-16,1-2-69 0,5-1-62 0,2-2-86 0,3-1-93 0,3-1-51 15,3-4-24-15,1-4-86 0</inkml:trace>
  <inkml:trace contextRef="#ctx0" brushRef="#br0" timeOffset="88815.31">31707 13247 571 0,'7'1'335'0,"1"1"-231"0,5 0-64 0,0 3-30 0,0 0 1 0,2 1 3 16,1 0 0-16,-1 0-9 0,1-1-2 0,0 1 1 0,-1 0 0 0,-2 2 6 15,0-1-5-15,1 0 0 0,0-1-15 0,-1-1-19 0,2 1-23 0,-2-2-22 16,0-2-14-16,0 1-19 0,0-2-16 0,1 0-25 0,2-1-22 16,3-1-104-16</inkml:trace>
  <inkml:trace contextRef="#ctx0" brushRef="#br0" timeOffset="88896.07">32616 13409 2215 0,'4'1'420'0,"0"0"-303"0,1 1-114 0,2 0-59 15,2 0-45-15,3 2-85 0,3 0-163 0,2 1-133 0,3 1-95 0,-10-3-154 16</inkml:trace>
  <inkml:trace contextRef="#ctx0" brushRef="#br0" timeOffset="92773.39">23900 4339 1285 0,'-9'-4'11'0,"3"3"7"15,1 3-12-15,6 6-9 0,1 3 0 0,3 2 2 0,3 4 4 0,1 2 1 16,2 1-4-16,1 0-2 0,1 3 0 0,1-1-4 0,2 2 5 16,3-1 0-16,0-2 0 0,1 1 1 0,3-2-7 0,0-3-4 0,3 0-9 15,2-2-3-15,2-2-5 0,-1-3-2 0,0-2-2 0,-4-3 5 0,0-2 9 16,-1-3 10-16,-3-3 10 0,0-1 1 0,-3-1 6 0,-3-1-1 16,-2-1 1-16,-1-1-4 0,-1 0-4 0,0-1-3 0,-2 0-2 0,-2-2 1 15,1 1-1-15,-2-3-3 0,0-1-2 0,-2 0-4 0,-1 0 3 0,-1-1 3 16,0 0 4-16,-1-2 5 0,-1 0-2 0,-1 2 3 0,1 0 2 15,-1 0-1-15,2 3 0 0,0 2 4 0,2 0-1 0,0 3 2 0,0 2 6 16,0 1-8-16,0 3-4 0,0 1-3 0,2 2-2 0,-1 2 4 16,1 2 2-16,1 3 1 0,0 2-6 0,0 1-4 0,1 6-1 0,-1 2 0 15,2 3 3-15,-1 2-1 0,0 0 0 0,2 3 1 0,-1-1 2 0,1-1-2 16,-1 2 4-16,1-2-1 0,-1 4-3 0,0-1 3 0,-3 0-1 16,2-3 1-16,-1 1 2 0,-2-3 1 0,0-2-2 0,-1-1 1 0,-2-1 0 15,1-1-2-15,-2-1 2 0,-2-2 1 0,0-3 2 0,-3 0-4 0,0-2 1 16,-2 0-5-16,-1-1-3 0,1-2-6 0,-3-2-1 0,1-2-4 15,-1-1-4-15,0-2 1 0,0-2-1 0,0-2 3 0,-1-1 5 0,1-3 1 16,0-4-1-16,0-1-4 0,1-3 0 0,2-1 2 0,1-3 6 16,1-3 3-16,1 1 4 0,1-1-4 0,2 0-8 0,3 2-5 0,2-1 1 15,3 2 9-15,0 2 12 0,3 0 14 0,1 1 10 0,1 1 5 16,1 1 2-16,1 1 1 0,-2 1-6 0,3 2-2 0,0 0-5 0,2 1-8 16,-1 1 2-16,2-1-5 0,1 1 0 0,-2 0 1 0,1 0-3 0,1 0 0 15,-1 0 0-15,3 0-1 0,0 0 5 0,-2 0-2 0,0-1 2 16,-2 0 3-16,-2 0 3 0,-2 0 7 0,-1 1 4 0,0 1 3 0,-2-2 4 15,-1 0-6-15,-1 1-7 0,-2-1-6 0,0 0-1 0,0 1-4 0,-2 1 1 16,-1-1 1-16,-2 0-3 0,-1 0-6 0,-2 0 5 0,-1 2 5 16,-1-1-5-16,-2 1 4 0,0-1-7 0,-1 1-8 0,-2-1 0 0,-1 1-5 15,0 1-1-15,-2 1 4 0,0 1-3 0,0 0 6 0,-3 2-1 0,-1 1-1 16,-2 1 4-16,1 0-5 0,-2 2 3 0,1 0-3 16,2 1-3-16,0 1 6 0,1 1-6 0,2 0-1 0,3-1-6 0,0 1-5 0,1 0-3 15,1 0 1-15,1 1 4 0,1 0-2 0,2 0 0 0,2-1 2 0,0-1-2 16,2 0-8-16,1-1-3 0,2-2-1 0,2 1 1 0,1 0 7 15,2-1 6-15,1 0 3 0,3-2 5 0,0 1-5 0,2-1 0 0,3 0-1 16,1-1-1-16,1-1 6 0,4 1 1 0,-1-1 2 0,0 0-2 16,1 0 1-16,-3 0-1 0,1-1-3 0,0 1 1 0,-1-1-1 0,1 0 3 15,-1 0 1-15,-1 1-5 0,1 0-7 0,-2 0-1 0,0 0-1 0,-1-1 1 16,0 0 3-16,-1 0 0 0,-1 0 3 0,0-2 1 0,-1 2 6 16,-1-2-3-16,0 1 4 0,-2-1 4 0,0 0 1 0,-1 0 4 0,0-1-7 15,0 2 1-15,-1-1-2 0,-1 1 2 0,1 2 1 0,-1 0 1 0,0 1 2 16,0 1 3-16,0 0 2 0,0 1 0 0,-1 0 0 0,-1 0-3 15,1 0-1-15,0 1-2 0,-1-1-2 0,2 1 0 0,0-2-3 0,0 0-2 16,1 0-3-16,-1-1-3 0,1-1-2 0,1 0-1 0,-1-1 4 0,-1 0 2 16,0-1 4-16,-1 0 4 0,-1-1 1 0,-2-1 5 0,0 0-2 15,1 1-1-15,-1-1 5 0,-1-1-4 0,0-1 0 0,-2 0-3 0,1-1-6 16,-1 0-3-16,0 0-3 0,0 0-2 0,0-1 2 0,-1-1 6 16,0 0 3-16,0-1 1 0,0 0 1 0,0 0-3 0,1 0 0 0,0-2 3 15,0 2 4-15,0 0 6 0,-1 0 5 0,0 2-1 0,0-1 2 0,0 1-2 16,-1-1-4-16,0 1 0 0,0 0-2 0,0 0 0 0,-1 2 2 15,0 0 1-15,-2 0-1 0,1 2 0 0,-2 0-1 0,-1 1 2 0,-1-1 2 16,0 1 1-16,-2-1 2 0,0 2-2 0,0-1-1 0,1 0-1 16,-2 1-6-16,1-1-3 0,1 1-3 0,-1 1-3 0,0-1-2 0,0 0 4 15,0 1 0-15,-1 1 0 0,2 0-1 0,-2 0 3 0,0 0-2 0,0 0 3 16,0 1-3-16,0 0-1 0,1 0 0 0,1 1 0 0,0 0 1 16,0 1 0-16,1 0-2 0,0-1-2 0,1 1-2 0,2 0-4 0,2 0 0 15,0 1 0-15,1-1-5 0,0 1 3 0,1 0 0 0,0-1-1 0,1 1 3 16,0 1 3-16,1 0-1 0,-1 0 1 0,3 1-1 0,0 1-3 15,1 1 1-15,2 0-2 0,0 2 3 0,3 0 1 0,0 1 3 0,1 0 1 16,4 1 3-16,1 1 0 0,2 1 0 0,0 0-2 0,2 0-8 16,1 0-5-16,1 0-4 0,3 0-4 0,1 0 4 0,0 0 6 0,-1 0 4 15,-3 1 7-15,-1 0 3 0,-1-1-2 0,-3 0 4 0,0-2 2 0,-1 3 2 16,-2-1 4-16,0 1 4 0,-1 0 1 0,-3-1 4 0,-1 1-1 16,-1 0-2-16,-3 0-3 0,0 0-2 0,-1 1 0 0,-2 0-2 0,-2 0 0 15,-1-1-3-15,0-1-5 0,-2 1-3 0,-1 0-7 0,1 1-1 0,-4-2-4 16,0 0 3-16,-2-1 5 0,-2-1 5 0,-1-2 4 0,-1 0 1 15,0-1 0-15,-2-2 1 0,0 0-2 0,0 0 2 0,0-1-2 0,-1 0-3 16,0-2-3-16,1-1-6 0,2-1-5 0,0-2-5 0,1 0-6 0,0-2-12 16,2-2-19-16,3-1-21 0,0 0-11 0,0-3-4 0,3-4-19 15,0-2-21-15</inkml:trace>
  <inkml:trace contextRef="#ctx0" brushRef="#br0" timeOffset="93109.38">25570 3766 541 0,'-3'-18'383'15,"1"-1"-345"-15,1-2-18 0,1 7-6 0,3 4-4 0,1 1 4 0,0 2 11 16,1 2 3-16,-2 0 2 0,1 3 7 0,-1 1-1 0,0 1 1 0,-1 2-2 16,0 1-6-16,1 1-1 0,-1 3-2 0,1 1 1 0,0 3-5 15,-1 2-4-15,0 4-3 0,0 2-7 0,0 2 1 0,0 1-8 0,1 2-4 16,-1 0-1-16,1 0 4 0,1 0-3 0,0 0 2 0,2 0 2 0,-1-1-5 16,2-2 4-16,2 0-4 0,-1-3-3 0,1-1 2 0,0 0-3 15,0-1 4-15,0-2-3 0,0-1-2 0,-1 1 7 0,2-2-4 0,-2-2 8 16,0-1 0-16,0-2-2 0,-1-1 1 0,0-1-3 0,1-2 1 15,-1-2-1-15,2-1 1 0,-1-1 0 0,1-2 0 0,1-1 1 0,-1-2-1 16,2-1 1-16,-1-3-5 0,1 0 6 0,0-1 5 0,1-1-1 0,-1 2 4 16,0 0-3-16,0 1 3 0,-1 2 2 0,0-1 0 0,0 1 3 15,-1 1 2-15,2 1-1 0,1 2 6 0,0 1 2 0,0 1 0 0,0 1 4 16,1 1-1-16,0 2 0 0,0 1-1 0,1 1-5 0,-1 2-3 16,1 2-6-16,0 0 0 0,0 2-5 0,-1 1-5 0,1 1 3 0,-1 1-5 15,1-1-2-15,0 0 1 0,-1-1-9 0,2-2-6 0,0 0-13 0,-1-1-19 16,0-2-43-16,0 1-41 0,1-1-42 0,1-2-36 0,0 0-12 15,3-1-11-15,2-2-157 0</inkml:trace>
  <inkml:trace contextRef="#ctx0" brushRef="#br0" timeOffset="94593.9">25630 5525 77 0,'-9'-4'19'0,"2"-1"-1"0,-1-1 6 0,3 1 5 15,1 1-6-15,1 0 0 0,-1 1-2 0,1 0-6 0,0 0 1 0,2 0 5 16,-2 0 0-16,0 1 7 0,0-1 2 0,-1 0 2 0,1 1 4 16,1-1-4-16,-1 0 0 0,1 2 0 0,0-1 1 0,0 0 1 0,0 0-1 15,0 1-1-15,0 0-1 0,0 0-3 0,0 1-1 0,-1 0-3 16,1 1-1-16,-1 2 0 0,0 2 1 0,-1-2-1 0,0 4 3 0,0 1 2 16,-1 1-1-16,1 1 0 0,0 1 1 0,-1 1 0 0,2 0-1 0,-1 3 2 15,1 1-4-15,0 1 0 0,0 0-6 0,1 3-6 0,0 0 0 16,0 1-4-16,0 1-7 0,0 2 2 0,1-1-5 0,1 2 3 0,-1 1 6 15,1 2-4-15,1 0 5 0,-1 2-7 0,1 0 2 0,0 1-1 0,0 1 0 16,1 4 4-16,0-2-4 0,0 3 1 0,1-1-1 0,0-1-3 16,0 2 0-16,0 1 1 0,1 2-2 0,-1-1 2 0,1 0 0 0,0 3 1 15,1-1 2-15,-1 2 3 0,1 1 2 0,1 1 1 0,0 2 1 16,-1-1-1-16,1 2 0 0,0 1 2 0,1-2-2 0,0 0-3 0,0 2 0 16,-1 0-1-16,1-1-4 0,1 0 5 0,-1-1 1 0,1 1 5 0,-1 0 1 15,-1 1-2-15,1 0-3 0,0 1-3 0,-1-2 1 0,0 1-1 16,0 0 1-16,1 0 1 0,-1 1-9 0,1 0 2 0,-1 1-2 0,0 0 0 15,1 0 5-15,0 0 4 0,-2 3-1 0,2-1-1 0,-1 0 0 0,1 0-3 16,0 1-1-16,0-2-1 0,0 0-10 0,1 0 7 0,-1-1-3 16,2 0 4-16,0 0 8 0,0-1-6 0,0 2 4 0,0-1-5 0,0-1-1 15,-1 0 0-15,2-1-2 0,2-1 5 0,0-1-8 0,-1 1 1 16,1-1 2-16,-2 1 0 0,1-1 8 0,0 0-4 0,0-1 0 0,1 1-1 16,-2-1 1-16,1 0 2 0,0-1-2 0,-1 0 1 0,1-1 2 0,-1 1-4 15,-1-2-4-15,1 2 5 0,0-3-1 0,0 1 5 0,0 0 7 16,-2-2-6-16,1-1 0 0,-1 2 0 0,1-2-1 0,-1 1 1 0,1-1 2 15,0-1-2-15,-1-2-1 0,1 1 5 0,-1 0-1 0,1-1 5 0,0-1 0 16,1 0 2-16,1 0 4 0,-1-3 5 0,1 1 3 0,0-2-2 16,1-1 4-16,0-2 0 0,0 1 3 0,-1-3 2 0,1 2-2 0,1-1 1 15,0-1-1-15,1 0-4 0,-2-2 1 0,2 0 0 0,-1-1-8 0,0-1-2 16,0 0-7-16,-1 1-4 0,1 0-1 0,0-1 1 0,0 0-5 16,1 0 3-16,-2-3-7 0,1 1-6 0,2-1 6 0,0-2 0 0,0 2 8 15,0 0-1-15,0-3-6 0,-1 2 1 0,0-1-2 0,0-2 3 16,1 0 1-16,1 0-4 0,-2-1-3 0,3-1 4 0,0 1 2 0,0 0-1 15,-2 0 5-15,1-1-6 0,0 0-2 0,0 1 0 0,-1 0-1 0,0 1 2 16,2-1 6-16,0 0-5 0,0 0-2 0,1 0 1 0,0-2-4 16,0 0 5-16,0 0 0 0,0 1-3 0,-1-3 6 0,2 2 0 0,0 0 2 15,-1 0-3-15,0 0-5 0,1 0-2 0,1-1 4 0,-2 1 3 0,1-2-2 16,1 1 1-16,0-2-4 0,0 1 1 0,1-1-3 0,-3 0 4 16,2-1-5-16,0-1-2 0,-1-1-3 0,3 0-2 0,0 2 7 0,-1-1 3 15,1 1 9-15,0-1-1 0,-1 0 1 0,2 0-1 0,0-1-4 16,0 1-5-16,2 0 3 0,1 0-2 0,2 0-1 0,0-1 3 0,1 0 0 15,0 1 2-15,1 0 1 0,0-1 0 0,2 2-6 0,1-1-2 0,0 0 1 16,-1 1-3-16,2-2 3 0,-1 1-1 0,2-1-5 0,0 0 3 16,1 0 0-16,-1 0-3 0,-1 1 3 0,2-1 1 0,-1 1-8 0,2 0 1 15,1-1 5-15,1 0-10 0,1 0 4 0,1 1-10 0,1-1-31 0,2 0-22 16,2-1-25-16,2 0-12 0,2 1 6 0,1 0 5 0,3-1 3 16,0 0-6-16,3 0 1 0,1 0-1 0,3 1 3 0,0 0 10 0,1 1 7 15,1 1 8-15,2-1 1 0,0 1-7 0,1 1-1 0,2 1 0 16,0 0-18-16,3 1-72 0</inkml:trace>
  <inkml:trace contextRef="#ctx0" brushRef="#br0" timeOffset="100111.49">25519 10602 445 0,'4'-2'165'15,"5"1"-101"-15,5-2-35 0,3 0-3 0,4-2-1 0,4-2-1 0,4-1-5 16,3-3-3-16,3-1 1 0,3-1-3 0,3-1 8 0,5-2 5 15,3-4 12-15,4-1 14 0,4-2 12 0,3-3 9 0,5 0 4 0,3-3 6 16,4-1 8-16,4-1 6 0,6-2 0 0,2-3-4 0,4 1-11 0,5-1-14 16,1-1-10-16,4 0-3 0,5-2-7 0,0 1 5 0,4 1 3 15,1-2-3-15,2 1 10 0,1 0 9 0,2-2 1 0,1 1 4 0,-1 1 1 16,2 0 2-16,2 1 11 0,0-1-4 0,0 1-19 0,0 2-5 0,-5 2-18 16,-5 4-12-16,-3 0 7 0,-4 2-8 0,-5 3 0 0,-3 2 5 15,-6 3-1-15,-5 2-3 0,-3 2-4 0,-4 3-9 0,-6 1-7 0,-3 3-1 16,-4 1-6-16,-6 2 0 0,-3 1-7 0,-4 2-5 0,-4 1-9 0,-2 1-13 15,-2 0-19-15,-5 0-33 0,-4 1-44 0,-4 1-69 0,-2 0-135 16,-4 2-184-16,-2-1-149 0,-6 1-272 16</inkml:trace>
  <inkml:trace contextRef="#ctx0" brushRef="#br0" timeOffset="103146.43">26070 10146 459 0,'-2'-1'59'0,"0"-1"-16"0,0 0-15 0,2 1-5 0,0 0-4 0,0 0-3 16,0 0-3-16,0 0-1 0,0-1-5 0,0 1 0 0,0-1-2 16,0 0-2-16,0 0-1 0,-1-1-2 0,1-1 1 0,0 0 0 0,-1 1 3 15,1-2 0-15,0 2 2 0,-1-1 1 0,0-1-1 0,1 0 0 16,0 0-1-16,1 1-4 0,-1 0-1 0,1 0 2 0,-1 1-3 0,1-1 0 15,-1 2 1-15,1 0 1 0,-1 1 2 0,1 0 0 0,-1 1 2 0,0 0-1 16,0 0 2-16,0 0 1 0,1 0 3 0,-2 1 0 0,1-1-1 16,0 1 2-16,0 1-2 0,1-1 0 0,0 0 4 0,1 0 0 0,-1-1 1 15,0 0-2-15,2 0 0 0,0-2-1 0,1 1 0 0,0 0 2 16,1-2-1-16,1 1 1 0,1-1 5 0,1-2-3 0,1 1-1 0,0 0-1 16,0-2-5-16,2 1 0 0,1-2 2 0,1 0-5 0,1 0 1 0,0 0-3 15,2-1-3-15,0 1 4 0,1 0-2 0,0 0 2 0,1-1 2 16,1 0 2-16,1 0 5 0,1-1-2 0,2-1 4 0,0-1-5 0,2-1 2 15,0-2-1-15,4-1-3 0,0-2 2 0,2-1-1 0,0-2-1 0,3-2 1 16,0-1-3-16,3-1-2 0,-2 0 0 0,1-3-3 0,-1 0 0 16,1-2-1-16,2-2 0 0,1-1-1 0,1 0 4 0,1-3 4 0,0 0 2 15,1-1 4-15,2-2-5 0,-1 0 2 0,1-1-1 0,3 1-3 16,-2-2-5-16,-1 1-1 0,-2 0-3 0,-1 0 3 0,-1 3 2 0,0 1 0 16,0 0 1-16,-3 3 5 0,0 0 1 0,-3 2-1 0,-1 2 8 0,-2 2 0 15,0 1 0-15,-2 2 1 0,-2 1 0 0,0 2 3 0,-2 1 6 16,-3 3 4-16,1 0 2 0,-1 2 6 0,-3 2 4 0,0 1-1 0,-2 3 2 15,-3-1-12-15,2 1 0 0,-2 0-3 0,1 1-6 0,-2 0 0 0,0 0-6 16,0 1 0-16,0 0-5 0,0 1 5 0,-2 1 0 0,0 0 0 16,-2 0 1-16,0 1-1 0,0 1-2 0,-2-1 2 0,-1 2-1 0,-1-1-5 15,0 1-2-15,0 0-1 0,-1 1-3 0,0-1 2 0,-2 1 0 16,1 0-6-16,-2 0 0 0,0 1-3 0,0 0-3 0,0-1 1 0,0 1-5 16,-1 0 3-16,0 0-1 0,-1 2 4 0,0-1-1 0,0 0 3 0,0 0-4 15,0 1-1-15,-1-1-1 0,0 1 0 0,0 0 4 0,-1 0-5 0,1 0 3 16,-1 0 0-16,-1 2-1 0,1-1 7 0,1 1 3 0,-2-1 3 15,1-1 4-15,-1 1 1 0,1-1-1 0,0 0 0 0,0 0-1 0,0-1 0 16,1 0-5-16,0 0 1 0,0-1 2 0,0 0-4 0,1 0 7 16,-1 0-5-16,1 0-1 0,0-1 3 0,-1 0-2 0,1 1 0 0,0-1 5 15,-1 1-3-15,2-1 3 0,-1 0-5 0,1 0 3 0,0-1 1 0,-1 1-4 16,1-1 2-16,0 1 1 0,0 0-8 0,0 0 8 0,0-1-4 16,0 1-1-16,0-1 2 0,0 1 0 0,0-1 2 0,0 0-4 0,0 1 2 15,0-1-2-15,-1 0-4 0,1 1 4 0,0-1 1 0,0 0 2 16,-1 1 0-16,0-1-3 0,1 0-2 0,-1 0 0 0,1 0 1 0,0 0 1 15,-1 0-2-15,1 0-5 0,0-1 2 0,-1 1 0 0,1 0-4 0,1 0 4 16,-1-1-1-16,1-1-2 0,0 1 3 0,-1-1-5 0,1 1 6 16,0 0-2-16,0 0 1 0,1-1 2 0,0 0 0 0,0 0 2 0,0 0-5 15,0 1 1-15,0 0 0 0,-1 0 2 0,1 0-2 0,-1 1-4 0,0-1 5 16,0 1-5-16,1 0 3 0,-1 0 5 0,0 0-5 0,0 0 4 16,-1 1-1-16,1 0-5 0,0 0 5 0,-1 0-5 0,1 0 0 0,-1 0 8 15,0 0-5-15,0 0 1 0,0 1 2 0,1-1-2 0,-1 1-2 16,1 0 3-16,-1-2 1 0,0 2 2 0,0-1 1 0,0-1 1 0,0 2-4 15,2-1 1-15,-2 0 0 0,1 1 1 0,0-1-1 0,-1 0-2 0,0 0 1 16,-2 0-1-16,3-1-1 0,-1 1 4 0,0 0-2 0,1-1 0 16,-1 2 2-16,0-2 0 0,0 1 0 0,1 1-2 0,-1-2 1 0,1 2-1 15,-1-2-2-15,-1 1 4 0,1 0 2 0,-1 0-2 0,1 1 0 0,0-1 0 16,0 0-1-16,1 0 0 0,-1 0 3 0,-1 0-4 0,1 0 1 16,0 0 1-16,-1 1-6 0,2 0 1 0,-1 0 5 0,0 0-3 0,-1 0 4 15,0 0-1-15,0 0-1 0,1 0-1 0,0 1-2 0,1-1 1 0,-1 0-3 16,0 0 4-16,1-1 2 0,-1 1-1 0,1 1-4 0,-1-1 4 15,1 0 1-15,-1 0 1 0,1 0-1 0,0 0 0 0,-1 0-3 0,1 0 4 16,0 0 0-16,0 1-4 0,1-2 6 0,-1 1-4 0,0 0 2 16,0 0-2-16,0 0-1 0,-1 0 1 0,0 1-4 0,2-1 6 0,-1 0-4 15,-1 1 2-15,2 0-4 0,-1 0 2 0,1 0 2 0,1 0-2 0,-2 1 4 16,1-1-2-16,0 1 2 0,-1-1 1 0,1 1-4 0,-1-1 3 16,1 1-5-16,0-1 1 0,0 0 1 0,0 1-1 0,0-1 0 0,0 0 3 15,0 0 3-15,1 0-3 0,-1-1 5 0,0 1-7 0,0 0-1 0,1 0 0 16,0 0-3-16,0 1 3 0,-1-1 0 0,0 0 2 0,0 0-2 15,1 0 3-15,-2 0-2 0,1-1-5 0,0 1 7 0,0 1-2 0,0-1-1 16,0 0 6-16,0 1-5 0,0-1 7 0,-1 0-7 0,0 1 2 0,0-2 3 16,0 2-3-16,0-1 2 0,-1-1-1 0,0 0 2 0,1 0 2 15,-1 0 1-15,1 0-2 0,0 1-2 0,1-1-4 0,-1-1 2 0,0 1-1 16,0-1 1-16,-1 0 1 0,2 0 1 0,-1 1-4 0,0-1-1 16,0 1 0-16,0-1 0 0,0 0 0 0,1 1 0 0,-1-1 0 0,1 1 2 15,-1 0-2-15,0 0 3 0,1 0-3 0,-1-1 0 0,2 1-2 0,-2-1 4 16,1 2-1-16,0-1 2 0,-2 0-1 0,2 0-2 0,1 0 0 15,-1 0-2-15,0 0 5 0,0 0-3 0,0 0 2 0,1 0-2 0,0 0 0 16,0 0-5-16,1-1 7 0,-1 1-4 0,1 0 1 0,1 0 5 16,0 0-7-16,0 0 2 0,0 1 4 0,0-1-2 0,0 0 2 0,1 1 3 15,-2-1-9-15,2 1 5 0,0 0 1 0,1 0-3 0,-1 1 6 0,1 0-9 16,0 1 6-16,1-1 0 0,0 2-2 0,-1-1 6 0,0-1-9 16,0 2 4-16,1 0 4 0,-1 0-3 0,0 0 4 0,0 0-4 0,1 0 2 15,-2-1-1-15,3 1 0 0,0-1 3 0,0 1-2 0,0 0 1 0,-1 0-11 16,0-2 2-16,0 1-3 0,1 0 0 0,2 1 8 0,-1-1-1 15,0 0 8-15,1 1-1 0,-2-1 3 0,0 0-5 0,0 0-3 0,0 0 2 16,0 1-4-16,0 0 2 0,0-1-1 0,-1 0-1 0,1 1 4 16,-1 0-3-16,1 0 1 0,-1 0-2 0,1 0 2 0,0 1 0 0,1-1-4 15,0 0 2-15,0 1-1 0,1-1 0 0,-1 1 2 0,1-1-2 0,-2 0 2 16,2 1-2-16,0 0 0 0,-1 0 1 0,1 0-4 0,0-1 5 16,-1 1-2-16,1 0 0 0,0 0 7 0,0-1-4 0,0 0 1 0,0 0-1 15,-1 0-5-15,2 0 2 0,0 1 0 0,0-1-1 0,0 1-1 0,-2-1 4 16,1 1-2-16,0 0 3 0,1-1-2 0,0 0-1 0,0 1 0 15,1 0-1-15,1 0-1 0,-2-1 2 0,1 1-3 0,-2-1 5 0,2 1-2 16,1 0-2-16,-1 0 5 0,1 0-1 0,-2-1-2 0,1 1 3 0,0 1-5 16,2 0 5-16,-3-1-3 0,1 1 0 0,-1 0 3 0,0 0-3 15,0 0 2-15,-1 0 0 0,1 0-1 0,-1 1 1 0,1 0-1 0,-1 0-1 16,-1 1 0-16,0-1-3 0,1 0 5 0,1-1 4 0,-1 1-1 0,0 1-4 16,0-1 2-16,0 0-3 0,0 1 0 0,1 0 3 15,-1-2-1-15,1 1-2 0,-1 0 3 0,1-1-1 0,1-1-2 0,-2 1 4 0,0-1-2 16,-1 0 1-16,2 0 2 0,0-3-4 0,0 2 4 0,1 0 3 15,-2 0-2-15,0 1 2 0,0-1 2 0,0 0 3 0,-1 0-2 0,1 1 2 16,-2-1-1-16,2 0-4 0,-1 1 7 0,0-2-4 0,-1 1 2 0,0 1 2 16,-1-1-14-16,-1-1 2 0,0 1-3 0,0 0 2 0,1-1 5 15,-1 1 10-15,0-1 0 0,1 1-2 0,-1-1 3 0,-1 0-13 0,2 0 1 16,-1-2 1-16,0 2-2 0,0-1 5 0,0-1-5 0,1 0-2 16,-1 1 3-16,0-2-2 0,0 1-1 0,0-1 4 0,-1 0-1 0,1 0 3 15,0 0-3-15,-2 0-1 0,0 0 5 0,0 0-6 0,-1 1 3 0,1-1-4 16,-2-1-3-16,1 1 5 0,0-1-2 0,0 1 4 0,-1 0-2 15,1-1-3-15,0 1 3 0,-2-1-2 0,1 1 1 0,-1-1-1 0,0 1 0 16,1 0-1-16,0 0-4 0,-1 0 1 0,0-1 2 0,-1 0 1 16,0 0 1-16,0 0-1 0,0 0 0 0,0 0-4 0,1-1-1 0,-1 1-1 15,1-1-4-15,-2 1-1 0,0-1 1 0,1 0 1 0,0 0-4 0,0 0-5 16,0 0 3-16,0-1-9 0,0 0 1 0,-1 1-9 0,0 0-8 0,1-1-6 16,0 2-14-16,-2-2-5 0,1 1-11 0,-1 0-10 0,1 0-7 15,-1 0-17-15,0 0-5 0,0 1-8 0,0-1-4 0,-1 1-2 0,1-1-4 16,-1 0 1-16,0 1 1 0,0-1 6 0,-1-1 13 0,0 2 13 15,0-1 16-15,-1 0 16 0,1 0 12 0,0 0 14 0,0 0 14 0,1-1 13 16,0 1 6-16,0 0 3 0,1 0 3 0,0-1 3 0,0 0 2 0,1 0 4 16,0 1 3-16,0 0 5 0,0 0 8 0,1 1 0 0,-1-1 6 15,1 1 5-15,-1 1 0 0,1-1 8 0,-1 0-3 0,1 1-1 0,1-1 2 16,-1 2 1-16,0-1 1 0,0 1 5 0,-1 0 2 0,1 0 4 0,0 1 2 16,0 0-3-16,0 0-1 0,0 0-4 0,-1 1-5 0,1-2-5 15,-1 1 0-15,1 0-8 0,-1-1 2 0,1 0-2 0,0 0-6 0,-1-1 2 16,1 0 1-16,0-1 3 0,-1 1-2 0,0-1 8 0,1 1-3 15,-1-1-6-15,0 1 4 0,1-1-4 0,-1-1-1 0,1 2 8 0,-1-2-6 16,0 1 0-16,0 0-6 0,1 0-4 0,-1 0-3 0,0 1-2 0,1-1 1 16,-1 0-3-16,1 0-6 0,0 0 3 0,-1 0-8 0,1 0 1 15,0 0 1-15,-1 0-5 0,1 0 4 0,-1 0-2 0,0-1 3 0,2 1 4 16,-2 0-5-16,1-1 5 0,-1 0-4 0,1 0 0 0,0 0 5 16,-1 0-5-16,1 1 4 0,0-2-2 0,-1 1-5 0,0 0 1 0,1-1 2 15,-1 0 8-15,2 0 0 0,-2-1-1 0,1 1 1 0,0-1-5 0,0-1 8 16,0 0 0-16,0 1 0 0,0-1 1 0,0-1-4 0,-1-1 0 15,2 0 3-15,-1 0 8 0,0-2 5 0,1 0 4 0,-1-1 1 0,1-1-5 16,1-1 4-16,-2-2 3 0,2 0 0 0,-1-2-4 0,0 0-1 0,2-3-4 16,0-1 0-16,1-1-2 0,1-2-2 0,0-3 2 0,3 0-4 15,-1-3-9-15,2-2 3 0,3-4-7 0,-1-1 2 0,3-4-1 0,1 0-4 16,2-3 6-16,3-3-7 0,0-3 11 0,2-1-2 0,2-2-6 0,0-1 5 16,4-2-10-16,-2 0 3 0,2-2 1 0,0-1 6 0,1-1-1 15,-1-1 1-15,4-1 2 0,0 0 6 0,1-2-1 0,0 0 1 0,-1 0-4 16,-2 0-6-16,3-1 1 0,-1-1 0 0,2-1-2 0,2 0 0 15,-2-2 7-15,2-1 2 0,0-2 7 0,1-1-7 0,1 2-3 0,-2-1-8 16,2 1-3-16,-1 0 3 0,1-2 2 0,1 0-7 0,-1 1 11 0,-1-1-4 16,0 0 0-16,0 2-1 0,0-2-8 0,3 1 4 0,-2 1-6 15,0 0 8-15,0 2-1 0,-4 2 6 0,2 2 0 0,-3 3-1 0,-3 2-5 16,-2 3-5-16,1 3 1 0,-2 1-5 0,1 3 6 0,-2 0-2 0,-1 4 1 16,-1 4-1-16,-2 1-4 0,-1 5-3 0,-4 1 6 0,-2 2 1 15,-1 2 15-15,-2 4-1 0,0 1 1 0,-1 3-8 0,-2 0-12 0,0 2 2 16,-2 3-1-16,-2 1 3 0,1 2-8 0,0 1-2 0,-2 1-5 0,0 2-2 15,0 0-3-15,-1 2-5 0,-1 2 1 0,0 1-1 0,-1 1 0 16,0 1 5-16,0 1-5 0,0 0 1 0,-1 1-3 0,0 0-2 0,0 0-1 16,0 1-4-16,1 1 2 0,-1 0-4 0,2 0 2 0,-1 1 3 15,1 1 4-15,0 0 1 0,-1 2 4 0,1 0 3 0,0-1 4 0,-1 2 2 16,0 1 3-16,0 0 2 0,1 1 0 0,-1-1 1 0,1 1-1 16,0 1 1-16,0-1-1 0,0 1 0 0,0 1 5 0,-1-1-2 0,0 0 0 15,2-1 2-15,-2 0-1 0,1 0 1 0,3-1-8 0,-3 0 8 0,1-1-8 16,1 0 8-16,-2 1 7 0,-1-5-4 0,0 1 8 0,0-1-10 15,1 2 7-15,0-1-5 0,0 1-1 0,1-1 6 0,0 1-2 0,0 0 3 16,0-1-3-16,-1 0 2 0,2 1 1 0,-1-2-3 0,-1 1 1 0,1-1 2 16,-1 1 2-16,1-1-3 0,0-2 1 0,0 2-2 0,-2 0 2 15,1 0 2-15,1-1-3 0,0 1 1 0,-1-1-5 0,0 1 7 0,2-1-2 16,-2 1 2-16,0-1 1 0,1 0-3 0,0-1 5 0,-1 1 0 0,0-1-2 16,1 1 1-16,0-1-7 0,-1-1 6 0,0 1-5 0,1-1-1 15,-2 1 5-15,1-1-10 0,0 0 4 0,0 1-1 0,0-1 1 0,-1 0 2 16,1 0-4-16,-2 0 0 0,1-1 1 0,-1 1-1 0,1 0 2 0,-1 0-1 15,-1-1-9-15,1 1-2 0,0 0-7 0,-1 0-13 0,0-1-7 16,0 1-15-16,0 0-13 0,0 0-20 0,-1-1-33 0,0 1-31 0,0-1-38 16,0 1-30-16,0-1-22 0,-1-1-15 0,1 1-7 0,-1-1 15 15,-1 0-142-15</inkml:trace>
  <inkml:trace contextRef="#ctx0" brushRef="#br0" timeOffset="118431.82">5088 10254 1617 0,'-11'-9'100'0,"-1"2"-24"0,-2-1-47 0,0 5-22 0,4-2 2 0,-3 0-2 16,1 0 1-16,0-2-3 0,0 2-6 0,3 0-8 0,-2 1-18 15,-2 0-4-15,0 2-2 0,-2-1-4 0,1 1 7 0,-2 0-3 0,1 1 5 16,1 0 5-16,1-1 7 0,0 0 6 0,-1-1 0 0,1 0 3 0,1 1 3 16,2-2 4-16,1 1 5 0,1-1 0 0,1 1-4 0,1-1 2 15,0 0-2-15,1 0 11 0,2-1 3 0,1 0-1 0,1-1-3 0,1 0-9 16,3 0 3-16,2-1 2 0,4-2-9 0,4-1 7 0,5-1-8 16,1-1-2-16,6-1 9 0,2 1 0 0,4-2-1 0,3-1 4 0,4-1-3 15,0 2 3-15,5-3 1 0,2 2 0 0,3 0 7 0,2 2-3 16,2-1 2-16,4 2-1 0,1 1-7 0,2 0 4 0,2 2-8 0,1-1-2 15,3 2-1-15,0 0-2 0,2 2 1 0,0 1 2 0,1 1 0 0,-1 2 1 16,1 1-4-16,1 1-1 0,-4 1-6 0,1 3-2 0,-2 0 6 0,-1 2-3 16,-2 1 6-16,-1 2-2 0,-1 1 0 0,-1 1 4 0,-2 1-1 15,-3 1 4-15,-3 1-1 0,-2 0-2 0,-3 1-6 0,-1 1 0 0,-5 1 1 16,-2-1 4-16,0 2 4 0,-4-1-2 0,-3 2 4 0,-3-1-5 16,-4 0-5-16,-2 1 4 0,-4-1-2 0,-1 2 12 0,-3 1 7 0,-3 0 3 15,-4 1 3-15,-4 1-3 0,-4-1 1 0,-3 1 0 0,-5-1 4 0,-6-1-2 16,-3 1 2-16,-3-1 1 0,-5 2 1 0,-3 1-1 0,-4-2-1 15,-3 0 0-15,-4 0-5 0,-3-2 4 0,-3 1 2 0,-5 0-3 0,-3-1-4 16,0 1-8-16,-2 1-4 0,0-2 5 0,0 1 5 0,2 0 13 16,1 0 9-16,2 0-2 0,2-2 0 0,0-1-11 0,2 1-5 0,2-1-4 15,2 0-4-15,3 0-1 0,1-1-8 0,3 0-8 0,0-3-11 0,2 2-32 16,0-2-48-16,3 1-59 0,2-4-84 0,3 1-82 0,2-2-63 16,1-1-138-16,1-2 89 0</inkml:trace>
  <inkml:trace contextRef="#ctx0" brushRef="#br0" timeOffset="118904.06">4676 11153 2215 0,'5'-18'246'16,"1"-3"-103"-16,3-5-109 0,3 3-26 0,3 3-6 0,2-3 2 0,5 2 4 16,3-2-3-16,4 3-6 0,2 0-14 0,3 3-9 0,1 2-22 0,3 3-6 15,1 2-6-15,1 3-7 0,4 2 10 0,-2 2 0 0,-1 1 0 16,2 3 3-16,-2 1 8 0,1 2 10 0,0 1 14 0,-2 2 8 0,0 2 8 15,2-1 6-15,-1 3-2 0,0 1-9 0,1 2 6 0,0 1-1 0,-1 0-2 16,2 4 10-16,-1 1-6 0,-2 0 4 0,2 3 1 0,-3-1 0 0,1 0-1 16,-1 1-1-16,-2-1 2 0,-3-2 1 0,-1 0 8 0,-4 0 0 15,0-1 0-15,-4 1 7 0,-1-1 5 0,-2-2 10 0,-5 1 8 0,-1 0-5 16,-3 0-4-16,-2 0-12 0,-2 1-7 0,-4 0 7 0,-2 0-4 16,-3 3-1-16,-4 0 3 0,-3 3-9 0,-2 1 4 0,-7-1 2 0,-4 2-4 15,-4 0-3-15,-5 2-4 0,-2-1 3 0,-3 1-5 0,0-2 0 0,-1 0 5 16,-1-1-2-16,-1-2 0 0,-3-1 1 0,0 0-11 0,-1 0 1 15,-3-1 0-15,3 1 6 0,-1-1 2 0,0-2 1 0,4-1 4 0,2-1-10 16,2-3-2-16,4 0 1 0,4-4-7 0,3 0 11 0,3-1 5 0,3-1-10 16,4-2-6-16,3 0-12 0,2-1-19 0,2-1-18 0,1-2-19 15,1 0-36-15,2 0-53 0,2 0-45 0,2 0-34 0,2 1-10 0,2 0 6 16,4 0 15-16,3 0 18 0,6-1 28 0,3 1-126 0</inkml:trace>
  <inkml:trace contextRef="#ctx0" brushRef="#br0" timeOffset="119425.67">6218 12074 164 0,'30'6'83'0,"3"1"-10"0,7 2 5 16,-3 1-7-16,-6 1-5 0,1 0-10 0,-1 3-11 0,1 1-8 0,1 1-16 16,-1-1-6-16,-1 2-8 0,0 0-4 0,-3 2-2 0,3-1 1 15,-2 2-3-15,2 0 0 0,0 0 0 0,0 0-4 0,-1 1-1 0,2-3 2 16,-1 0 1-16,1-1 2 0,0-3 3 0,2-1 0 0,-1-1 2 0,1-2 3 16,3-2 6-16,2-2 10 0,2-2 8 0,2-2 13 0,2-1 16 15,1-2 4-15,2-2 13 0,5-1 0 0,0 0 3 0,2-1 11 0,2 0 2 16,1 0 7-16,2-1 8 0,2 0-4 0,1 1-3 0,1 0-6 15,2-1-14-15,1 3-9 0,2-3-6 0,1 1-9 0,1 1-3 0,3-1-8 16,2 1-7-16,1 2-5 0,2-1-8 0,2 2-8 0,2 0-7 0,1 2-7 16,2 1-4-16,0-1 3 0,2 1-4 0,-2-2 1 0,2 0 1 15,-2-1 1-15,-2-2-1 0,-1-1 1 0,-2-1-1 0,-1 1 4 0,2-2 0 16,-1-1 8-16,0-1-5 0,-1-3 0 0,-2-2 3 0,-3-2-1 16,-4-1 9-16,0 0-2 0,-3-3 0 0,0-1 5 0,-3 1-1 0,-2-3 7 15,-4-1-4-15,-2-1-6 0,-3-1 1 0,-3-1 3 0,-6-1 14 0,-3 0-8 16,-5 0 9-16,0 0-5 0,-4 0-8 0,-1-1 13 0,-2 1-15 15,-4-3-5-15,-4 3-6 0,-2 0 3 0,-5 1-2 0,-3 1-5 0,-3-1-4 16,-3 1-12-16,-3-2-9 0,-5 1-6 0,-3-2-9 0,-5 2-4 0,-4-1-4 16,-6-1 0-16,-7 1-2 0,-7-2 3 0,-7 2 6 0,-6-1-2 15,-5 1 1-15,-4 2 8 0,-6 0 0 0,-5 2 20 0,-7-1 4 0,-4 2-8 16,-5-1-3-16,-3 0-3 0,-4 2-5 0,-1 0 8 0,-4 0 14 0,-2 3-6 16,-2-1 9-16,-2 1-6 0,2 2-6 0,-1 0 6 0,0 3-2 15,1 3 8-15,2 2-3 0,4 4 0 0,3 1 0 0,4 2 5 0,5 2 1 16,4 2-3-16,2 3 0 0,4 1-6 0,3 4 9 0,1 3-1 0,2 2 1 15,1 3 3-15,3 4 4 0,0 1 7 0,5 4 3 0,3 2-3 16,-1 4-3-16,5 1-17 0,2 4 4 0,2 0-1 0,2 2-6 0,4 3 1 16,2 0-14-16,2-1-33 0,3 3-37 0,1-2-49 0,4 1-51 15,3-1-34-15,4 0-31 0,3-2-21 0,3 0-7 0,2 0-9 0,4-4-10 16,2-4-62-16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39:33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3809 5221 1443 0,'-20'-18'161'0,"2"0"-210"0,0-3 19 0,10 8 14 0,3 3-1 15,3 2 6-15,0 0 7 0,2 0-10 0,0 2-11 0,1 1-3 0,0 2-6 16,2 2-9-16,-1 0 6 0,2 1-10 0,-1 0 11 0,-1 0 10 16,1 1 13-16,0-1 8 0,0 0 1 0,0 0 4 0,0 0-1 0,0 0 6 15,0-1 2-15,0 0 6 0,1-1-5 0,2-1 2 0,3-2 0 16,2-4-3-16,2 0 3 0,3-4-6 0,2-2-3 0,3 0 2 0,4-4 1 15,5-1-1-15,3 0 4 0,3-2-2 0,4 0 2 0,0 2 1 16,4-2-1-16,5 1 7 0,2-1 7 0,2-1 2 0,3-1 5 0,0 1-3 16,2 1-4-16,2 3-2 0,2 1-2 0,1 3-5 0,2 1-5 0,2 2 0 15,0 3-7-15,1 2-1 0,1 2-2 0,-1 3-1 0,1 3 8 0,0 3-6 16,-3 2 2-16,-1 3-3 0,-3 3-3 0,-4 3 0 0,-3 3 1 16,-2 2-1-16,-3 5 0 0,-1 1-1 0,-4 1 1 0,-3 3-3 0,-2-1 0 15,-3 2 0-15,-3 0 2 0,-1 1 0 0,-4 1 1 0,-1 2 2 0,-6-2-9 16,-3-1 4-16,-2-1 2 0,-4 0 2 0,-3-1 6 0,-3 1 4 15,-4 1 0-15,-3 1-1 0,-2 1 3 0,-5 1-1 0,-4 3 2 0,-4-1 2 16,-5 0 2-16,-2 1 3 0,-8-3 3 0,-3 2-1 0,-7 0 1 16,-4 1-4-16,-6-1-4 0,-5-1 6 0,-5 0 0 0,-5-2 4 0,-4 1 7 15,-5-2-8-15,-4-2-2 0,-3 0-1 0,-3-2 1 0,-1-2 1 16,-1-1 8-16,-3-3 3 0,-1-1-6 0,-2-3 5 0,3-6-1 0,2-2 9 16,4-3 10-16,5-4 4 0,5-4-3 0,4-2-4 0,5-3-9 0,4-2-10 15,6-3-4-15,4 0-5 0,5-4-7 0,3 0-8 0,5-1-10 16,6 0-7-16,1 3-6 0,5 0-26 0,3 2-28 0,2 0-38 0,5 2-45 15,4 2-39-15,1 2-39 0,3 0-32 0,3 2-53 0,1 1-144 0</inkml:trace>
  <inkml:trace contextRef="#ctx0" brushRef="#br0" timeOffset="31805.89">4696 10366 1626 0,'-24'-2'716'0,"3"0"-614"0,-5 1-61 0,7 1-26 0,7 0 5 16,2 0 14-16,0 1 5 0,2 0 1 0,1 0-11 0,1 2-21 0,1 0-9 16,0 0-14-16,3 2-15 0,0 1-4 0,0 1-6 0,3 1-2 15,1 2 8-15,1 0 9 0,0 1 3 0,1 1 8 0,1 1 4 0,1 0-1 16,1-1 5-16,-1 1 3 0,3-1 1 0,-1 0 4 0,1 1-7 0,-1-1 5 16,2 0 0-16,0 1-4 0,1-1 4 0,1-1-3 0,2 0 0 15,0 0 1-15,2 0-1 0,-1 0-3 0,2-1 3 0,3 0 1 0,2 0 4 16,0 0 1-16,1 0-3 0,1 0 6 0,0-2-3 0,3 0 3 15,-1 0 0-15,2 0 3 0,0 0 0 0,2-1 5 0,0-1-3 0,3 0-6 16,0-1-1-16,1 0-4 0,0 0 0 0,3-2 3 0,-3 0 7 0,3 0-7 16,-2-3-2-16,-1 3 9 0,1-1-6 0,-1 0 9 0,2 0 2 15,-1 1-2-15,2-1-10 0,-2 1 6 0,1 1-6 0,1-1 5 16,0 1 0-16,1 1-3 0,-1-1 4 0,1 1-6 0,1 0 5 0,-2 1-6 0,1-2-4 16,1 0 1-16,-3 0 1 0,1 0 3 0,-1 1 2 0,0-1-2 15,0 1-3-15,-1-1-7 0,2-1 3 0,-4-1-1 0,0 0 3 16,0 0 6-16,-2-1-1 0,0-1 0 0,-2-1 3 0,-1 0 1 0,-1-1-4 15,-1 0 9-15,0-1 1 0,-2 0 5 0,-1-2 9 0,-1 0-1 0,-2 0-2 16,-1-1 4-16,-1 0-5 0,-3-1 3 0,2-1 5 0,-3 0-11 0,1 0-8 16,-4-1 6-16,2 0 6 0,-3 0 7 0,1 1 3 0,-2-1-3 0,-1-2-11 15,0 0 3-15,-3 0 4 0,1-1-4 0,-1-1-4 0,-2 1-2 16,0-1-3-16,-2-1-2 0,0 1 1 0,-2-2 2 0,1-1-8 0,-1 1 6 16,-2-1-3-16,1 0-6 0,-2-2 5 0,0 0-6 0,-3 1 10 15,1-2-5-15,-3-1-4 0,-1 1 5 0,0-3-9 0,-1 0 2 0,-1 2-1 16,0 0 1-16,-2 0-5 0,-1 0 3 0,-1-2 0 0,1 1 1 0,-1 0 3 15,-2-1-2-15,1 0-4 0,-1 0-12 0,-1 0 14 0,-3 1-6 16,1 0 1-16,-1 1 18 0,0 0-13 0,2 1 1 0,0 0 5 0,-1 1-8 16,-1 2 2-16,0-1-2 0,1 1-1 0,-3 1 1 0,-1 0 0 15,1 1-5-15,-2 1 10 0,-1 0-6 0,-2 2-2 0,-1-2 1 0,-3 2-8 16,0 0 5-16,-1 1-1 0,1 1 5 0,-4 1-2 0,-1 1-8 0,-2 0-1 16,-3 1-3-16,0 3-1 0,-2 1 3 0,0 3-4 0,-3 2-2 15,-2 1 9-15,-1 1-2 0,-3 3 9 0,0 0-2 0,-3 0-5 0,0 4 2 16,-2 1-4-16,-1 2 9 0,0 0-4 0,0 1 4 0,2 2 5 0,-2 0 0 15,3 1-2-15,2 2 6 0,2 0-4 0,3-1-4 0,1 2 1 16,4 0-6-16,1-3-9 0,3 3-8 0,1-1 0 0,3 0-16 0,5 3-20 16,1-1-26-16,5 3-51 0,0 2-42 0,1 0-39 0,4 4-50 15,0 1-47-15,4 2-35 0,2 4-7 0,2 2-81 0,2 1 93 0</inkml:trace>
  <inkml:trace contextRef="#ctx0" brushRef="#br0" timeOffset="38663.29">5986 10985 1540 0,'-10'-10'141'15,"1"1"-45"-15,-2-1-35 0,4 1-31 0,3 3-2 0,0 0 6 0,0-2-9 16,-1 0-7-16,1 0-1 0,-1 0-18 0,1 2-9 0,0 1-8 15,-1 1-14-15,0 0-6 0,0 2-1 0,-2 1 0 0,-2 0 4 0,1 1 1 16,-3 0 3-16,2 1 5 0,-1 0 7 0,-1 1 8 0,0 0 9 16,0 0 4-16,-2 0 1 0,-1 0 8 0,0 1-4 0,0-2 7 0,-2 1 5 15,0-1-1-15,-2 0 3 0,1 0-4 0,-2 1 5 0,1-1-1 16,0 1 2-16,-2 0-3 0,-1 0 7 0,1 0-3 0,-1 0-4 0,-1 0 6 16,1 2-12-16,-2-1 2 0,0 1 0 0,0 0-4 0,-1-1-3 0,0 1-4 15,-1 1-1-15,0 0-2 0,0 1-4 0,-2 0 1 0,0 3 0 16,-2-1 3-16,2 3 3 0,0 0-3 0,1-1 0 0,2 1-1 0,-2 0-5 15,0 1 5-15,-2 2-3 0,2 1 2 0,-2-1 1 0,1 1 3 0,1 0 0 16,-1 0-4-16,2 0 8 0,-1 3-10 0,1-1-4 0,1 1 4 16,0 0-1-16,4 0-3 0,0 0 5 0,1 0-6 0,2 0 1 0,1 0 2 15,2 0-3-15,1-2 1 0,2 2 2 0,1-2-7 0,1-1-1 16,2 0 2-16,2 0-3 0,1 0 8 0,1 0 3 0,1 0 0 0,3-1 0 16,0 0 1-16,3 0 1 0,2-2-3 0,0 1 7 0,2 1 0 0,1 0 3 15,0-2 6-15,3 0-8 0,0 1 4 0,1-1-1 0,2 2-1 0,0-1 0 16,2 0-3-16,2 2 0 0,1 0 2 0,0-1-3 0,3 2 5 15,-2-1-5-15,3 1-2 0,0-2 2 0,0-1-3 0,3 2 3 16,-1-1-4-16,2 0 3 0,-1-1-2 0,3 2 2 0,-1-2 3 0,1 1-6 16,0-2 4-16,0 1-2 0,2 0 2 0,2 0 7 0,-1-1-3 15,2 0 3-15,-2 0-1 0,2-1 1 0,0 0 5 0,0 0-2 0,1-1 3 16,-1-1-7-16,2-1-5 0,0 0 2 0,1 0 1 0,1-1 8 0,0 1 5 16,1 0-2-16,0 0 1 0,0-2-9 0,2 1-1 0,-1 1 0 0,0-1-1 15,0 0 7-15,0-1-2 0,1 0-4 0,2-1 0 0,0-1-3 16,-1 0-3-16,0-2 0 0,1 0 2 0,-1 0-1 0,0-1-1 0,1-1 3 15,-1 0-4-15,1-1 4 0,-1-1-5 0,2 0 2 0,-3 1 5 16,0-1-6-16,2-1 2 0,-2 0-5 0,0-1-2 0,0 0-1 0,1-1 1 16,-1 0 3-16,-1-1 2 0,0 0-1 0,-2-1 4 0,1-1-2 0,1 1-1 15,-1-1-4-15,-1-1-4 0,-1 0 9 0,-1-1 0 0,0-1 6 0,0-1 6 16,-4 0-8-16,1-1-1 0,-2-2 1 0,-1 0 0 0,-1 1 5 16,0-2 3-16,-2-1 2 0,0 0 2 0,-2 0-5 0,-3-1 6 0,0 0-1 15,-2 1 2-15,0-2 1 0,-1 0-1 0,-1-1 3 0,-2 1 1 16,-2-2 1-16,-1-1-5 0,-2 0-1 0,-3 0 1 0,1 1 0 0,-3-1 1 15,-1 0-4-15,-2 1-5 0,-2-2 2 0,-1 0-5 0,-3 0 2 16,-1-1-1-16,-3 1-19 0,-2 0 5 0,-2 0-1 0,0 1-4 0,-3-2 11 16,-2 0-4-16,-5 0-4 0,-1-2 1 0,-3 2 1 0,-2-2-7 0,-1 2 5 15,-2 1-3-15,-1-1 3 0,-3 2 2 0,-1-3-4 0,-3 0 0 0,-3 2 6 16,-1-1-3-16,-2 2-2 0,-2 0 3 0,-2 2-4 0,0 1-1 16,-4 1 0-16,-3 1-6 0,-2-1 0 0,-3 3-4 0,-2 0 2 0,-1 1-5 15,-3 2 1-15,-1 2 9 0,0 1 3 0,0 1 7 0,2 1 1 16,0 0-2-16,-1 3-3 0,1 0-4 0,-1 2 1 0,2 3 1 0,-1 0 6 15,0 3-3-15,3 2-7 0,1 3-12 0,1 2-12 0,1 2-7 0,0 3-9 16,-2 3-12-16,0 3-17 0,1 3-44 0,1 3-53 0,1 0-71 16,2 4-68-16,0 3-61 0,1 2-186 0</inkml:trace>
  <inkml:trace contextRef="#ctx0" brushRef="#br0" timeOffset="62630.37">5636 11916 1300 0,'-8'-7'115'0,"0"1"-45"0,-1 0-49 0,1 0-10 15,1 2 1-15,-1 0 2 0,0-1-1 0,1 2 1 0,-3-2-14 0,0 1-14 16,-2 1-19-16,-2 1-19 0,0 0-4 0,-3 0 1 0,0 1 7 16,1-1 14-16,-1 0 8 0,2 0 11 0,-3 0 7 0,2 0 4 0,-1-2 2 15,-3 1 2-15,2 0 7 0,-1-1 6 0,-1 1 7 0,-1 0 12 0,-1 1 4 16,-1 1 9-16,0 0 13 0,-2 1 3 0,0 0 4 0,2 1 0 15,-2 1-7-15,-1 0 3 0,0 0-7 0,-1 2-4 0,0-1-4 0,1 2-10 16,0 0 0-16,-1 1-4 0,0 1-1 0,-1 2-5 0,0-1-11 16,1 1 0-16,-1 2-10 0,2 1 1 0,-1 1-2 0,0 1-2 0,2 0-4 15,0 2 1-15,0 2 2 0,-2 0-9 0,2 2 5 0,-1 1 4 0,3-1-5 16,2 3 10-16,1-1-3 0,2-1-5 0,-1 2-1 0,-1-1 0 16,2-1-5-16,2 1 1 0,1 0 2 0,2-1-3 0,0 2 1 0,3-1 4 15,0 1-4-15,2 1 1 0,2-1 3 0,1 1-6 0,1-1 4 0,1-1 1 16,2 1-3-16,2-1 0 0,0 1 2 0,3 2-5 0,1-1-3 15,1 3-2-15,1-1-4 0,2 1-2 0,1 0 7 0,1-3 2 0,2 2 0 16,1 1 4-16,2 1 1 0,1-1-1 0,1 1 4 0,3 0 4 0,-2 1 1 16,2 0-1-16,2-1-2 0,0 2 0 0,4-3-2 0,0 1 2 15,2-2-1-15,0-1-4 0,2-1 6 0,0 2 1 0,3-1 0 0,1-2-3 16,2 1 2-16,-1-2 1 0,2-1 3 0,2-1-5 0,-1-3 2 16,3-2 8-16,0 0-4 0,1 0 7 0,3 0-3 0,0-2-7 0,1 0 5 15,0-1-2-15,1-2 4 0,1 0-3 0,2-2-1 0,-1-1 1 0,1 0-3 16,-1-2 2-16,2 0-2 0,0-1 3 0,0-1 1 0,1-1-2 15,-1-1-1-15,1 0 2 0,-1-1 2 0,0-1 0 0,0-1 1 0,2-1-2 16,-2 0-2-16,0-2 4 0,-1 0-5 0,0-2 4 0,-2 0 0 0,3 0 2 16,-4-2 7-16,0 0-5 0,-2-1 3 0,-2-2 3 0,0-1 0 15,-2 1-4-15,0-2 1 0,-1 0 3 0,-2-1 2 0,-1 0 10 0,-1-2 9 16,-2-2-6-16,0-1 1 0,-3-1 4 0,0-1-5 0,-3-1-1 16,0-1 0-16,-2-1-10 0,0 1-1 0,-2-3 0 0,-3 0 2 0,-2-2-2 15,-2-1-1-15,-3-1-2 0,-1 0-1 0,-2 1 0 0,-2-1-2 0,-2 0 4 16,-2-1-10-16,-1-3 1 0,-4 1-12 0,-1-1 8 0,-3 1 3 15,-2 0 0-15,-1 0 11 0,-2-1-8 0,-2 0 1 0,-3 0-1 0,-1-1-1 16,-2 0-9-16,-2-2 1 0,-3-2-4 0,-3 2-4 0,-3 0 4 0,-1 1-4 16,-2 1-2-16,-1-2 3 0,-2 1-11 0,-2 0 6 0,-3 1 7 15,-1 1-2-15,-2 0 13 0,-1 2-8 0,-3 0-3 0,0 3 3 0,-2 1-5 16,0 2 2-16,0-1-2 0,-3 2-3 0,-2-2-5 0,-3 3-3 16,-3 2-3-16,1 2-1 0,-4 3 4 0,-1 4 0 0,0 3-7 0,-1 2-4 15,0 3-11-15,0 2-14 0,-2 3-13 0,-1 2-26 0,1 4-28 0,0 2-36 16,0 3-32-16,-1 3-30 0,1 3-36 0,0 4-7 0,2 6-5 15,0 1-85-15,0 4 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55:22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5394 7454 526 0,'6'1'78'16,"4"1"0"-16,5 0-9 0,3 1-4 0,1-1-3 0,3 0-5 0,3 1-8 16,0-2-12-16,4 1-6 0,2 0-10 0,1-1-9 0,3-1-3 15,2 0-4-15,1 1-3 0,3-1-1 0,1 0-2 0,1 0-1 0,1-1 1 16,0 1-3-16,1 0 4 0,-1-1 0 0,1 1 0 0,0-1-2 0,1 0-2 16,-1-1 0-16,-2 0 4 0,0-1 3 0,-2 0-1 0,0-1 3 15,0 0-3-15,-1-2 8 0,-1 0 5 0,-1-1 3 0,-1-2 8 0,-1 0-1 16,1-1 4-16,-2-2 3 0,-1 0 3 0,-1-2 4 0,0 0 4 0,-1-1 0 15,-1-2 1-15,-2 0-1 0,-2-1-2 0,-1-2 4 0,0 1 0 16,-3 0-3-16,1 0 4 0,-2-1-3 0,-1 0-3 0,0 0-6 0,-2-1-8 16,0 1-5-16,-1-1-2 0,-1-1-6 0,-2 1-9 0,-3-1 1 15,0 1-2-15,-3 2 5 0,1-1 13 0,-3 0-10 0,-2 0 7 0,-2-1-8 16,-1 1-2-16,-2 1 1 0,-2-1-2 0,0 0 4 0,-2 1-1 0,-1 1-2 16,-2-1-2-16,-2 1-3 0,1 1 1 0,-3-2-1 0,-1 0-5 15,-3 0 2-15,-1-1-4 0,-1 0-2 0,1 0 2 0,-2 1 0 0,0 0-2 16,-1 2 1-16,-1-1 2 0,-2 1-3 0,0 0 1 0,-1 0 3 0,-2-2-3 15,2 1 5-15,-1 1-6 0,-1 1 0 0,-1 0 2 0,-1 0-6 16,1 2 9-16,-3 1-5 0,0 1 1 0,-2 0-1 0,-1 1 1 0,-2 2 1 16,0-1-2-16,-1 1 1 0,-4 2-1 0,-1 0 1 0,0 2-2 0,-1 1 4 15,1 0-1-15,-3 2 4 0,-3-1-3 0,2 2 2 0,-2 1-1 16,0 0-7-16,-1 1 2 0,2 1-5 0,-1 1-3 0,0 0 4 0,0 0-6 16,-1 2-6-16,2 1 4 0,0 0-1 0,0 0 5 0,3 1 4 15,0 0-2-15,0 0 5 0,2 1-4 0,0 1 2 0,-1 0 2 0,3 1-1 16,1 2 5-16,0-1 3 0,2 2 8 0,-2 0 0 0,1 2 2 0,0 0 4 15,2 0-11-15,2 2-1 0,1 0-1 0,0 0 0 0,0 1 1 16,0 1 1-16,0 0-2 0,2 1 3 0,0 2 0 0,2 1 1 0,0 0 0 16,1 0-8-16,2-1 5 0,1 0-5 0,2 0 2 0,1-1-2 0,2 0-3 15,1 0 0-15,4 0-4 0,-1 0-2 0,1 1-5 0,2-2 0 16,1 2-4-16,1-1-9 0,1-1-7 0,0 0-8 0,2-1-12 0,1-1-8 16,0 0-3-16,2-2-9 0,1-1 1 0,2-1 3 0,1 0-1 15,1 0-1-15,2-1 0 0,0-3-1 0,2 0-5 0,0-1-1 0,2-2-7 16,1 0-9-16,2-2-152 0</inkml:trace>
  <inkml:trace contextRef="#ctx0" brushRef="#br0" timeOffset="1998.74">18463 7258 279 0,'-6'-10'25'0,"1"2"-15"0,1 0-2 0,0 2-4 0,3 2-3 0,-1 2-4 15,2 0-7-15,0 2-8 0,1 0-8 0,1 0-6 0,0 1-3 16,0 2 0-16,1 0 2 0,3 1 7 0,3 1 7 0,2-3 7 0,2 3 5 15,1-1 0-15,0 1 3 0,2-1 0 0,-1-1 2 0,2 0 3 0,0-1 1 16,2 0 2-16,0-1 4 0,-1 1 4 0,2-1 6 0,1 0 1 16,0 1 5-16,2 0 6 0,0 0 5 0,0 1 3 0,1 0-5 0,-1 0-8 15,3 1-7-15,1 0-3 0,0 0-2 0,4 3 1 0,-1 0 0 16,1 1-1-16,2 0 3 0,0 0 1 0,2 2 0 0,1-1 0 0,3 0 0 16,0 2-3-16,0-2-2 0,2 2 0 0,0-2 0 0,1 1 0 0,3-1 1 15,-1 1 2-15,1 1-2 0,2-1 0 0,0 0-4 0,-1-1-3 16,0 0-1-16,0 1 0 0,2 0-1 0,-2-1 0 0,1 0-2 0,-2 0 1 15,2-1-2-15,0-1-1 0,-1 1 1 0,1-1 1 0,-1 0 0 0,0-2 0 16,-2 1 3-16,-1-2-3 0,2 0 2 0,-3-1 0 0,0-1 0 16,-1 0 1-16,-3 0 0 0,0-2 2 0,1 1 2 0,-2-2 0 0,0 0 4 15,-1-2-3-15,-1 0-1 0,0-1 2 0,-2-1 0 0,2 0 6 0,-3-1 5 16,0-1 3-16,-2 0 9 0,0-2 6 0,-2 0 8 0,1-2 10 16,-1 0 5-16,-1-1 5 0,-2-1 2 0,-1-1-3 0,-3-1-7 0,-1 0-9 15,0-1-10-15,-1 1-5 0,-1-1-10 0,0 0 1 0,-2-1-7 0,-2 0-1 16,-2-2-5-16,0-1-10 0,-1 0-6 0,-2-1-8 0,-1 1-7 15,-3 0-2-15,-1 0-1 0,-2 0 2 0,-3 0 6 0,-1-1 5 0,-2-1 3 16,-1 0 2-16,-2-2-4 0,-2 0 1 0,-2-2-1 0,-2 1 4 16,-2 0 2-16,-2-3 6 0,-4 2 4 0,0-3 0 0,-2 0 5 0,-2 0-1 15,1 1 6-15,-3-1 2 0,-1 0 1 0,-3 1 4 0,1-2-4 0,-1 0-3 16,1-2-6-16,-3 2-7 0,-1-1 1 0,-1 2-6 0,-1-1 1 16,-1 1-2-16,-2 0-4 0,-2 1 2 0,0 0-5 0,-3 3 1 0,0 0 5 15,1 1-4-15,-3 2 4 0,0-1-2 0,-1 3-6 0,-2 0-1 0,-2 0 4 16,-2 2-2-16,0 2 2 0,-2 0-2 0,-2 2 4 0,-1 1-4 15,-2 2 1-15,-3 0-2 0,-4 0 1 0,-1 0 4 0,-1 2 0 0,-1 1 2 16,1 2 2-16,0 0 2 0,0 0 2 0,0 2 0 0,0 1-3 0,0 1-1 16,2 1-1-16,0 1 2 0,3 1-4 0,3 1-3 0,1 2 7 15,3 0-9-15,1 2 1 0,3 1-1 0,5 0-5 0,4 2-2 0,2 3-6 16,2 1-4-16,2 3-9 0,0 0-4 0,4 5-6 0,2 2-10 16,-1 4-12-16,4 6-18 0,-1 2-26 0,4 5-19 0,2 5-13 0,2 4-7 15,6 7-7-15,3 6-58 0,5 8-17 0</inkml:trace>
  <inkml:trace contextRef="#ctx0" brushRef="#br0" timeOffset="6764.76">4663 8555 504 0,'-3'-1'280'0,"0"2"-243"0,1 0-7 0,4 1-19 16,2 0 2-16,0 1 6 0,1 0 7 0,0 0 5 0,1 2-8 0,0-1-6 16,1 0-9-16,2 1-8 0,0 0-1 0,3 1-1 0,0 0-4 0,2 0 2 15,1 0-1-15,0 0 1 0,0-1 3 0,1 1-1 0,0-1 2 16,2-1 1-16,-2 0 3 0,3-1 5 0,-1 0 4 0,-1 0 6 0,2 0 7 15,0-1 4-15,-1 1 12 0,2-1 9 0,0 1 8 0,2-1 9 0,1 1 3 16,2-2-2-16,0 1-5 0,3 1-8 0,0 0-6 0,3 1-7 16,1 0-6-16,3 1-3 0,-1-1-6 0,2-1 2 0,1 1 4 0,0-1-9 15,4 0 3-15,1-1-10 0,-1 1-6 0,3-2 3 0,1 0-7 16,0-1 6-16,0-1 2 0,1-2-3 0,1 0 9 0,-1-1-1 0,1-2 4 16,0 0 3-16,-3-2 0 0,-1-2 3 0,-1-1-2 0,2-1 1 0,-3 0-5 15,-2-1 0-15,0-1 2 0,-1-2-9 0,-1-1 3 0,-1 0-2 16,-2-2-7-16,0 1 5 0,-1 0-5 0,0-1 0 0,-2 1-1 0,1 0-1 15,-4-2-1-15,0 0 2 0,-3-1-2 0,0 0 4 0,0-1-4 0,-3 1-9 16,1-2 5-16,-3 0 5 0,-1 1 12 0,0-3 3 0,-1 0 5 16,-2-1-5-16,0-1-3 0,-1 0 4 0,1 0-1 0,-2 0-6 0,1 0-4 15,-1 1-2-15,-2-2-5 0,0 0-2 0,1 0 2 0,-1 0-1 16,-1 0-2-16,-2 2 3 0,-1 1-2 0,-2-1 4 0,-3 2-2 0,-1-1 2 16,-2-1 5-16,-1 2-2 0,-2-1-1 0,-4 2 6 0,-3-2-2 0,-2 0 3 15,-4 1 4-15,-1-2-13 0,-5 2 2 0,-3-2-9 0,-1 1-3 16,-5 2-3-16,-3-1-4 0,-4 2-5 0,-3-1-1 0,-2 0-4 0,-3 1-3 15,-3-1 1-15,-3 1 2 0,-3 1 4 0,-1 0 0 0,-4 2 3 0,-1 3-2 16,-3-1 9-16,-2 2 6 0,0-1 4 0,0 2 1 0,0-1-4 16,1 2 2-16,1 1 1 0,2 0-1 0,0 4 6 0,2 0-2 0,0 1 0 15,-1 3-4-15,0 2 2 0,0 3-3 0,0 2-5 0,-1 4-3 16,1 2-2-16,1 2-1 0,0 3-4 0,5 3-2 0,2 2 2 0,0 1-5 16,2 3-4-16,3 2-9 0,1 1-8 0,3 4-2 0,4 1-10 0,2 3-11 15,3 1-27-15,2 1-54 0,2 4-64 0,3 3-58 0,3 4-43 16,3 3-9-16,5 5 19 0,2 1 2 0,4 1-168 0</inkml:trace>
  <inkml:trace contextRef="#ctx0" brushRef="#br0" timeOffset="30584.83">5081 9308 584 0,'-10'7'58'0,"1"2"-21"0,0 2-19 15,3-1-1-15,3 0 6 0,3-1 2 0,0 1-2 0,3 1-5 0,0 0-8 16,3 0-6-16,1 1-3 0,2 1-6 0,2-1 0 0,-1 1-3 0,3 0 0 15,2 0 3-15,1-1-1 0,1-2-2 0,3 0 2 0,0 1 0 0,0-2 8 16,2 0 6-16,-1 0 3 0,0-1 3 0,1 0-1 0,0-1 0 16,0 1 3-16,1-1 4 0,3 0 5 0,-1-1 3 0,1-1 6 0,1-1 4 15,2 0-6-15,0-1 0 0,1 1-4 0,1 0 2 0,1 0 5 0,1 0-1 16,1-1 3-16,-1 0-3 0,1 0 0 0,1 0 1 0,1-1-5 16,3 1-6-16,0-1-5 0,1 0-2 0,-1 1-6 0,2-1 1 15,2 1-6-15,1 0-3 0,0 1-2 0,0-1-1 0,2 0-1 0,-1 1 1 16,-1 0 1-16,1-1-1 0,2 1-1 0,-2-2 2 0,1 1 0 0,0 0 0 15,-1-2 0-15,0 0-1 0,0-2 1 0,0 1-3 0,1-2 1 0,-2 0 0 16,-2-1 3-16,2-1 6 0,-3 0 2 0,0-2 10 0,0 0 3 16,-1-2 2-16,-1-1 4 0,2 0-6 0,-2-2 1 0,-1 0-1 0,1 0-4 15,-2-2-2-15,1 0-2 0,-1-1-8 0,-1 0 0 0,0 0-11 16,-3 0 4-16,1-1 7 0,-2 1 0 0,-1 0 11 0,-2-2-5 0,0 0 3 16,-4-1 2-16,2 2-1 0,-2-1 4 0,1-1 2 0,-3-1-3 0,0 2 4 15,-2-3 1-15,-2 0-6 0,0 0 3 0,0-2-3 0,-2-1-4 0,0 0 0 16,0-3-2-16,-1 1 1 0,-3 0-1 0,0-1 6 0,-2 2 0 15,0-1 1-15,-3 0 4 0,-1 0 0 0,-1-2 1 0,-2 0 3 0,-2-1 4 16,-1 2-10-16,-3-1 9 0,1 0 1 0,-3 1-5 0,-2-1 10 16,-1-1-5-16,-3 0 1 0,-1 2-5 0,-2-2-4 0,-1 1-3 0,-2 0-6 15,-3 0-4-15,-1 0-3 0,-1-1-2 0,-2 1-1 0,-1-1-5 0,-4 0-1 16,-1 1-4-16,-4 1-1 0,-1 2 6 0,0-1 0 0,-2 1-4 16,-1 0 1-16,-2 1-1 0,-3 1-12 0,-3 0-1 0,-3 0 0 0,-2 3 9 15,0 1 9-15,-1 1 10 0,0 1 0 0,-3 1-14 0,-1 2 2 16,-1 1-10-16,-2 1 8 0,1 3 3 0,-1 1 0 0,-2 3 0 0,-2 1-7 15,-1 2 1-15,0-1 0 0,-1 2 1 0,1-1 1 0,1 2-7 0,-3 4-9 16,1 2-8-16,-2 5-5 0,-2 4-6 0,-2 3-2 0,-1 6-5 16,1 3 5-16,-1 5 11 0,2 3 2 0,2 2 12 0,2 2-7 0,4 1-5 15,3 1-9-15,4 1-28 0,4 0-58 0,4 0-71 0,3 2-82 0,4-1-73 16,2 3-144-16,2 1 67 0</inkml:trace>
  <inkml:trace contextRef="#ctx0" brushRef="#br0" timeOffset="35300.53">18338 8748 43 0,'-10'-10'40'16,"1"0"-7"-16,-4-3 2 0,3 1 5 0,3 3 4 0,1-1 3 0,0 0 9 16,2 0 4-16,-1 1-1 0,2-1-2 0,-1 1-8 0,2-1-10 0,0 0-4 15,1 0 0-15,0 0-3 0,1 1-4 0,0 0-3 0,0 0-7 16,1 0-3-16,0-1-4 0,1 1-2 0,1 0-2 0,0 0 0 0,-1 3 0 15,1-1-1-15,1 0 4 0,1 0 1 0,0 1-2 0,1-1 4 0,1 0-1 16,1 0-1-16,1 0 4 0,2 1 1 0,0-1 0 0,1 0 5 16,2 0 1-16,1 1 5 0,0-1 4 0,3 0 2 0,1 0 2 0,1-1-5 15,3 1-3-15,2 0 0 0,1-1-6 0,2 1-4 0,0 0-1 16,2 2-3-16,2 0-6 0,3 1-1 0,2 1 1 0,2 1-6 0,1 1 0 16,1 2 1-16,2 0-5 0,1 2 0 0,0 0 5 0,0 1-3 0,0 2 6 15,-2 0 1-15,-1 1-2 0,-1 1 4 0,-5-1-2 0,0 0 6 16,-1 0 5-16,-3 0 4 0,1-1 2 0,-2 1-4 0,0 0-6 0,0 1-3 15,1 1-6-15,-1 0-1 0,2 2 0 0,-1 0-5 0,0 1 1 0,0 2 0 16,-2-1 1-16,-1 3-3 0,0 1 0 0,-1 0-2 0,0 0 3 16,-2 1-1-16,-2-1-1 0,-3 1-1 0,-2 0-3 0,-2 2 2 0,-2 1 0 15,-1 0-2-15,-2 2 5 0,0-1-3 0,-3 3-1 0,-1-1 2 0,-1-1-6 16,-3 2 1-16,0-1 3 0,-2 0-1 0,-2 2 5 0,-1 0-1 16,-3 2-2-16,-1-2 4 0,-3 1-2 0,-1-2 0 0,-3-2 1 0,-2 1-2 15,-2-2 3-15,-1 1 4 0,-4-1-2 0,-4-2-1 0,-2-1 2 0,-2-2 1 16,-2-2 5-16,-2 0 2 0,-4 0 4 0,-3-3 0 0,-3-1 6 15,-4-3 5-15,-1 0 2 0,-3-2 8 0,0 0 18 0,1-2 16 0,2-2 16 16,3 0 7-16,2-1-3 0,1-1-21 0,1 0-14 0,3 0-18 16,2 0-20-16,1 0-3 0,1-2-5 0,1 0 0 0,2-1 2 0,1-1 3 15,1-1 5-15,1-1 3 0,2-1 3 0,-1-1 1 0,1 0 2 0,1-2 2 16,0-1 2-16,1-1 1 0,2-1-5 0,1 1-4 0,0-1-5 16,0 0-7-16,1-1-7 0,1 1-4 0,1-2-10 0,4 1-2 0,0-1-2 15,1 2-5-15,2 1 2 0,0 1-2 0,3-1-10 0,0 0-2 16,1 1-8-16,0 1-16 0,2 0-13 0,0 0-18 0,2 2-11 0,0 1-11 15,2 0-4-15,1 1-2 0,1 0-4 0,1 2-1 0,1-1-11 0,2 1-24 16,1 0-20-16,1 0-2 0,1 1 1 0,3 0 13 0,1 2-63 16</inkml:trace>
  <inkml:trace contextRef="#ctx0" brushRef="#br0" timeOffset="55151.4">6399 10323 1659 0,'-40'-11'712'0,"-2"-2"-706"16,-5 0-29-16,10 1-10 0,10 4 28 0,2 0 19 0,0 1-2 16,3 0-15-16,0 1-23 0,1 1-28 0,1 1-35 0,1 2-38 0,0 0-33 15,1 2-15-15,1 2-1 0,-1 0 15 0,0 4 21 0,-1 1 26 0,-2 4 27 16,-2 2 25-16,-1 2 24 0,-4 0 15 0,-1 2 13 0,-2 1 6 15,1-1 5-15,-1 0 8 0,-3 0 10 0,0 1 9 0,-1-3 13 0,0 1 13 16,2-1 7-16,-1-2 8 0,1-1-3 0,-1-1-10 0,0 0-11 16,2-2-11-16,-1-1-3 0,2 0-4 0,0-1 4 0,0 0 7 0,-2-1 1 15,1 0 11-15,0 0 6 0,1 0 7 0,-1-1-1 0,1 1-11 0,-1-1 1 16,0 1-10-16,1 1-3 0,2-1-2 0,0 1-9 0,0 1-2 16,1 0-1-16,0 0-2 0,0 2-3 0,1 1-8 0,0 0-2 0,2 0-3 15,1 1 2-15,-1 1-2 0,2 1-6 0,-1 1 1 0,-1 2-1 0,1 0-5 16,-1 0 7-16,4-1-6 0,3 1 1 0,4 0 1 0,2-1 1 15,4-2 1-15,4 1-4 0,0 0 2 0,2 1-6 0,1-1 2 0,2 1 3 16,1 0-1-16,2-2 1 0,-1 0-2 0,4 0-2 0,2 2-1 16,1 0 3-16,1-2-2 0,3 2 4 0,-1 0 2 0,3 1-2 0,3 1 0 15,0-1-1-15,1 1 2 0,1-2 2 0,-1 1 1 0,0 0-2 0,1 0 0 16,1-2 1-16,-1 1 2 0,2-1-4 0,1-1-1 0,1-2-2 16,0 0 1-16,-1-2 4 0,2-2-6 0,-1 1 3 0,1-3-1 0,1 0 2 15,-1-2 5-15,2-1-1 0,0 0 3 0,1-1-2 0,-1-1-7 0,-1 0 5 16,-1 0-1-16,3 0 1 0,-1-1 10 0,1 1-9 0,-1-1 3 15,-2 2-2-15,1-1-6 0,-1 0 6 0,0 0-6 0,-1 1 5 0,1-1 2 16,0 1-5-16,-1 1 5 0,-1-1-7 0,-1 2-4 0,0 0 6 0,0-1-7 16,-1 2 11-16,-1-1 3 0,0 1-7 0,-1 0 3 0,1-2-4 15,0 0 3-15,-1 1 1 0,0-1-4 0,1 0 4 0,-1 0-2 0,2-1 8 16,1 0 0-16,0 0-6 0,2-1-1 0,-2-1-4 0,1 0 9 16,-1 0 2-16,-1 0-1 0,2-1 0 0,-2 0 3 0,2 0 1 0,0-2 3 15,-2 0-2-15,1 0-7 0,0-1-1 0,-1-1-8 0,0 2 3 0,-2-1 3 16,1-1 0-16,-1 0 1 0,-2-1 2 0,-1 0-4 0,0 0 2 15,-1 0 1-15,0-1 2 0,1 1 2 0,-2-2 2 0,0 2-1 0,-2-2-1 16,0-1 2-16,1 0-1 0,-1-1-1 0,0-1 4 0,-1 1 0 16,1-2 1-16,1 1 2 0,-1-1-3 0,-1 0-3 0,1 0 2 0,-3 1-1 15,-1-1-2-15,1 0 2 0,0 0-3 0,-2-1 6 0,0 1-3 0,0-1 1 16,-1-2 4-16,-1 0-5 0,1 1 8 0,-2-2-3 0,0 1-1 16,0 0 1-16,-2 0-7 0,2-1 1 0,-3 0-1 0,1 0 3 0,-1 1-4 15,0-1 0-15,-1 0-7 0,-1 0 1 0,1 2 1 0,-2 0 2 0,0-1 2 16,0 1-6-16,-1 1-1 0,-1-1-1 0,0-1-3 0,-1 1 9 15,-1 0 0-15,-1 1 7 0,0-2-1 0,-3-2-8 0,-1 0-3 0,-2 0-10 16,0-2 7-16,-4 0 0 0,0 0 0 0,-2-2-1 0,-2 0 0 0,-2 2-3 16,-3-1-1-16,2 1 3 0,-3 2-3 0,-2-2 3 0,-2 1-1 15,-3 1-2-15,-1-1 1 0,-2 2-6 0,-1 1 9 0,-4 2-6 0,-1 0 2 16,-2 3 2-16,-1 1-7 0,1 1 0 0,-2 3-3 0,-2 2-1 16,-2 1-2-16,-1 2-6 0,2 2-2 0,1 2-10 0,-1 2-8 0,0 1 3 15,2 2-12-15,1 1-6 0,2 1-3 0,1 2-21 0,3 2-23 0,3 3-29 16,1 0-37-16,3 1-43 0,0 2-21 0,4 0-15 0,2 2-16 15,3 2-190-15</inkml:trace>
  <inkml:trace contextRef="#ctx0" brushRef="#br0" timeOffset="63051.61">4648 11852 837 0,'-6'-2'58'16,"2"0"-30"-16,-1-1-22 0,4 2 0 0,2-1-1 0,1 0 4 15,3-1 1-15,2-1-4 0,0-1-5 0,3-1-3 0,1-1-1 0,3-1-1 16,2-2 0-16,2 1 0 0,0-1 0 0,3 0 2 0,0 0 0 0,1 0 3 16,-1-1 1-16,1-1 2 0,1 0-2 0,-2 0 4 0,0 2 4 15,0-2 5-15,1 2 15 0,0-1 11 0,0 1 14 0,2 1 14 0,0 0 2 16,1 1 0-16,0-1-2 0,1 0-1 0,0 0 0 0,4 1-6 0,1 0-8 15,0 0-10-15,2 1 4 0,0-1 5 0,1 1 3 0,3 0-5 16,0 0-9-16,3 1-7 0,0 1-13 0,1 0 0 0,2 1-3 0,2 1-7 16,-1 0 1-16,2 1-4 0,0 0-2 0,2 1-4 0,2 0-2 15,0 1 2-15,1 0-5 0,-2 0 5 0,2 0 0 0,-1 2-11 0,1-1 6 16,1 1-2-16,-1 0-2 0,0 1 9 0,1 0-6 0,-1 2 3 0,0 0-1 16,-1 1-2-16,-1 1 4 0,0 1-2 0,-1 0-3 0,-1 1-2 15,1 1-5-15,-2 0 4 0,-1 2-3 0,-1 0-4 0,-2 1 4 0,1 0-10 16,-2 2 8-16,0 2 0 0,0 0-4 0,-1 2 4 0,-2 1-15 0,-1 0-2 15,-2 1 1-15,0 1 0 0,-3 1 5 0,0-1 5 0,0 2-3 16,-4 0 5-16,0 3-1 0,-2 2 3 0,-4 0 1 0,0 0 0 0,-2-1 1 16,-4 1 0-16,-2-2 3 0,0 2-2 0,-3 0 3 0,-3 1-6 15,1-2-1-15,-3 1 2 0,-2 0 0 0,-2 0 3 0,-1 1 3 0,-1 2 1 16,-2-2 2-16,-1 3 0 0,-1-4 2 0,-1 0 0 0,-2-1 3 0,-1 0 1 16,-2 0 2-16,-1-2 1 0,-1 0 0 0,0-3 5 0,0-1-4 15,-3-2 9-15,-2 0 0 0,-2 0 0 0,0 2 11 0,-5-3-8 0,-1 2 2 16,-3-1 0-16,-4-1 0 0,0 1 1 0,-2-1 1 0,-2-1 5 0,0-1 1 15,-2 1 6-15,-2-1 3 0,-1-2 8 0,-2 2 9 0,1-1 3 16,1-2 9-16,-1 1-3 0,0-2 5 0,-1-1 5 0,1 0-3 0,0-1-4 16,0 1-7-16,-1-1-7 0,0 0-4 0,1 0-5 0,0-1-9 0,-1-2 3 15,2 1-3-15,-1 0-1 0,2 0 10 0,3-1-8 0,0 0 7 16,1-1-4-16,2-2-4 0,0-3 2 0,1 1-4 0,2-2 1 0,1 0 0 16,-1-2-6-16,2-2-5 0,0 0-6 0,2-2-3 0,0-1-1 15,0-2-5-15,0 0 0 0,-1-1-7 0,0-1-2 0,1 0 1 0,1 0-7 16,1-2 1-16,1-1-9 0,-1-1-6 0,1 0-12 0,1-1-8 0,-2-1-4 15,3-2-13-15,-1-1-29 0,0-1-20 0,2-1-27 0,0 1-38 16,0-2-25-16,3-1-49 0,-1 0-27 0,1-3-28 0,3-1-9 0,1-2 11 16,1-2 6-16,2 0-127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1:57:03.4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3748 5351 514 0,'-13'-5'12'0,"-6"2"7"0,-3-2 9 0,-2 1 4 0,8 6-8 0,3-1-8 0,1 3-2 0,3-1-6 16,0 2-3-16,2 2-1 0,0 2-4 0,1 0 0 0,0 2-3 0,0 0-2 15,1 1-2-15,0 1-2 0,1 0-4 0,-1 1-5 0,0 0-8 16,0-2-6-16,-1 2-1 0,1-1 0 0,-1 0 6 0,0-1 8 0,-1-1 5 16,0-1 8-16,0 0 6 0,0-2 6 0,-1-1 1 0,0-1 6 15,1-1 4-15,0-1 4 0,1-1 3 0,-1-1-1 0,0 0 2 0,2-1 0 16,-1-1 2-16,1 0-1 0,1-1 1 0,0-2-5 0,1 0-2 0,1 0-1 16,0-1-2-16,2 0-1 0,2-2-2 0,1-1-2 0,1-3-1 15,4 0-1-15,1-2 1 0,3 1-2 0,3-2-1 0,4-2-2 0,3-1-3 16,5-2-1-16,3-3-1 0,6 0-1 0,3-3 1 0,3-2 4 0,2 1-2 15,2-2 0-15,1 1 1 0,3 3-4 0,2-2 3 0,2 1-1 16,1-1-1-16,1 0-5 0,0 2 2 0,1 1 0 0,2-2 2 0,2 3 9 16,2-1 0-16,0 1-1 0,0 1 2 0,1-2-6 0,0 4 0 15,1-2 3-15,1 1-2 0,0 1-1 0,2 1-3 0,0 0 2 0,2 1-2 16,-1 2 2-16,1 1 2 0,0 1-4 0,-4 1 0 0,-2 3 0 0,-3 2 1 16,-3 3-2-16,-2 1 2 0,-1 2 1 0,-3 2-1 0,-1 1 2 15,-3 2 1-15,-1 3-1 0,-3 1 0 0,-2 3 3 0,0 1-2 0,-5 2-1 16,-3 4 0-16,-1 1-2 0,-4 2 2 0,-1 3 0 0,-2 0 0 15,-2 4-1-15,-3 1-4 0,-1 0 2 0,-3 3 1 0,-4 0 1 0,0 3 5 16,-4 2 4-16,-2-1 2 0,-2 2-1 0,-4 3 4 0,-1 1-5 0,-3 0-1 16,-2 1 3-16,-3-1-2 0,-3 1 0 0,-3 1-1 0,-3-1-5 15,-1 0-2-15,-5 0 7 0,-3 2 2 0,-3-1 6 0,-4 0 1 0,-3 0-3 16,-2 2-4-16,-5-2 2 0,-3 0-1 0,-2-2-1 0,-2-1 1 0,0-3 2 16,-2 0-4-16,0-1 8 0,-1-3-2 0,-1 0 0 0,1-3 13 15,0-1 4-15,0-1 3 0,1-1 4 0,-1-2-13 0,1-3 0 0,3-2 2 16,1-4 3-16,2-1 1 0,-1-2-9 0,3-2 5 0,1-2-5 0,-1-1 1 15,4-2 5-15,0-2-11 0,2-3-1 0,1-2-1 0,2-2-4 16,0-2 2-16,1-2-5 0,0-2-2 0,2-2-3 0,2-1-3 0,2-1 1 16,-1-3 1-16,3-2 1 0,0 0 0 0,3-2-4 0,4-2-5 0,-1-3-1 15,3-1-2-15,3-2-13 0,1-2-8 0,4-2-3 0,2-1-13 16,4-5-8-16,3-1-22 0,3-4-59 0,5-3-75 0,3-2-44 0,6-3-2 16,2-4 5-16,6-1-127 0</inkml:trace>
  <inkml:trace contextRef="#ctx0" brushRef="#br0" timeOffset="682.83">8133 5135 431 0,'4'-23'44'0,"1"-1"-16"0,4-5 6 0,3 5-2 0,2 2-3 0,4 0 0 16,3 0-5-16,5 0-1 0,2 0-2 0,4 1-4 0,0 0-1 0,3 1-1 15,2 4-5-15,3-1 3 0,0 2-2 0,1 1-3 0,0 2-1 16,3 1 0-16,0 1 0 0,1 1 0 0,2 0 4 0,0 2-6 0,2 2 2 16,0 1 1-16,0 2-2 0,3 2 1 0,-1 0-1 0,1 4-3 0,0 1 2 15,-1 2 0-15,0 2 0 0,1 0 0 0,-1 3-4 0,-1 2 1 16,0 0-2-16,-1 3 1 0,-2 2-1 0,0 1 2 0,-3 3-2 0,-2 2-1 16,0 1 1-16,-5 2-2 0,-1 1-1 0,-4 2 0 0,-2 0 1 15,-1 2 5-15,-4 1 4 0,-1 2 2 0,-2 0 0 0,-4 1-2 0,0 1 2 16,-3 1-1-16,-3 1 0 0,-3 1 0 0,-3-2 1 0,-2-1-2 0,-4 2 1 15,0-2 9-15,-3 1 0 0,-3-3 0 0,-2 0 1 0,-4 0-2 16,-2-2 7-16,-3 1 5 0,-2-2 1 0,-4 1-2 0,-4-4-1 0,-1 1 0 16,-4-3 2-16,-1 1-4 0,-3-3 2 0,-4 0 1 0,-2-3-2 0,-1-2 1 15,-3-2-2-15,0-2-3 0,-2-1-2 0,-1-3 0 0,-1-1-1 16,-2-2-4-16,-2-2-1 0,-1-1 0 0,0-1-4 0,-1-2 0 0,0-2-1 16,1-3 0-16,-2-1-3 0,4-2-2 0,-1-2 0 0,2-1-3 0,3-3 5 15,2-1-5-15,2-3 2 0,2-2-4 0,5-1-2 0,2-3-2 16,2-2-6-16,3-1-4 0,2-5-6 0,4-1-15 0,1-2-15 0,4 0-23 15,5-2-33-15,3-2-29 0,4-4-21 16,3 0 4-16,5-2 10 0,4-2-4 0,5-2-168 0</inkml:trace>
  <inkml:trace contextRef="#ctx0" brushRef="#br0" timeOffset="3799.97">25782 6245 361 0,'-2'-6'25'0,"0"0"-21"0,0 0 4 0,1 1 13 0,0 2 10 16,1 0 0-16,0 0-8 0,1 0-10 0,0 1-15 0,1 0-4 15,0 1-3-15,1 0-1 0,0 1 3 0,1 0 0 0,1 0 3 0,0 0 1 16,1 1 1-16,0 0 3 0,1 0 1 0,1 0 1 0,0 1 1 0,1 0 1 15,2 0-1-15,-1 0 3 0,2 0 5 0,-1 0 5 0,3 0 6 16,1 1 6-16,0-1 0 0,0-1 0 0,0 0-2 0,3 1-3 0,1-1-1 16,2 0-2-16,3 1-1 0,3-1-3 0,0 1-1 0,3 0-1 0,0-1 1 15,3 1 1-15,0 0 1 0,4 0 0 0,3-1-1 0,1 1 1 16,2 0 1-16,2 0 2 0,1 0 2 0,0 0 0 0,1 0 4 0,2 0-2 16,-2 0-1-16,1 0 0 0,-1 0-2 0,1 0 7 0,1 0 3 15,0 0 2-15,1 0 3 0,0 0-5 0,0-1-5 0,0 2-8 0,-2-1-3 16,-2 1-4-16,0 1-5 0,0-2-2 0,2 0-1 0,-3-1-3 0,1 0 5 15,-3 1-5-15,-1-1-1 0,0-1 7 0,-3 0 1 0,2-2 5 16,-2 1 4-16,-1-1-1 0,0 0 3 0,-3-1 7 0,0-2 4 0,-2 0 9 16,-2-2 1-16,-1-1 5 0,0 1-3 0,-2-3 7 0,1 0-4 0,-4-1-8 15,-1-1-2-15,0-1-12 0,-2 0-3 0,1-1-1 0,-1-2 0 16,-3 0-4-16,0 1-5 0,-1-3-5 0,-2 1-5 0,-1-1-1 16,-1-3 1-16,-1 0 6 0,-3-1-2 0,0-2-3 0,-1-1-2 0,-2 1-5 15,0-2 2-15,-3-1 8 0,0-1 2 0,-2 1 2 0,-1-2 3 0,-1-1 0 16,-2 1-2-16,-2-1 6 0,-2 0-4 0,-2-1-2 0,0 0-2 0,-3-2-9 15,0 3 4-15,-5-2-4 0,-2-1 4 0,-2 2-7 0,-1-2 0 16,-4 0-2-16,-3-1-4 0,-2 0-5 0,-4 0-1 0,-4 1-2 0,-4-2 1 16,-5 1 3-16,-4-1-3 0,-5 0 15 0,-4 1 6 0,-3-2-4 0,-5 1 10 15,-2-2-6-15,-2 1 0 0,-4 2 6 0,0 0 0 0,-3 1-1 16,-3 1 6-16,0 1-2 0,0-1 4 0,1 2-1 0,2 2-1 0,1 4 1 16,1 1-3-16,0 4-4 0,0 3-2 0,-1 0-6 0,0 3-2 0,2 2 4 15,3 3-2-15,3 2 4 0,2 2-1 0,2 3 6 0,1 1-1 16,0 1 2-16,2 3-1 0,0 2-4 0,2 1 3 0,0 3-6 0,4 0 6 15,3 3-5-15,2-1-6 0,3 4 3 0,1 0-2 0,3 3-4 16,4 0 1-16,0 3-4 0,4 3 1 0,2 0 3 0,1 2 0 0,5-1-5 16,0 0-3-16,5-1 0 0,2 3 0 0,2 0 1 0,3 1-2 0,4 2-2 15,2-1 1-15,3-1-2 0,2 0 2 0,1 0-2 0,3-2 4 16,2 0 5-16,1-2 5 0,2 0 6 0,1-2-1 0,1-3 4 0,0 0-5 16,1-1 2-16,2-3 0 0,0 2-3 0,0 1 2 0,3-1 1 15,1 2 4-15,0-1-3 0,0-1 2 0,-1-3 3 0,1 0 0 0,1 1-4 16,1-1 3-16,0 0-5 0,0 0-3 0,2 0 3 0,-1 0-2 0,1 1-2 15,-2 1 0-15,2 0-1 0,1 1-6 0,1 0 2 0,-2 1 1 16,2 0-12-16,0 0 2 0,-2 1-1 0,1 0-6 0,1-2 6 0,-1 2-2 16,0 0-2-16,0 0 1 0,1-1 1 0,-3 1-2 0,0-2 0 0,-1 0-1 15,-2-1 5-15,0-3 1 0,-2 0 2 0,-1 0 1 0,0-1 0 16,-2-1 0-16,0-2 2 0,-1 0-1 0,-1-2-2 0,-1 1 0 0,0-2 1 16,0 0-1-16,-2-1 0 0,2 0-2 0,-2-1-7 0,0-2-3 0,0 1 1 15,0-1-11-15,0 0-13 0,0 0-12 0,-1-1-24 0,1 1-9 16,1 0-12-16,-1-1-14 0,2 1 1 0,-1 1-1 0,2 1 6 0,0 0 3 15,1 3 1-15,3 0-28 0,-1 1-66 0</inkml:trace>
  <inkml:trace contextRef="#ctx0" brushRef="#br0" timeOffset="36101.32">4688 7494 370 0,'-4'1'47'0,"0"1"-19"0,-1 1-11 0,2 0 5 0,1-2 3 15,2 1 1-15,0 1 0 0,0-1-10 0,1 1-7 0,0 0-4 16,3 0-6-16,0 0-2 0,2 0 1 0,0 0-1 0,3-1 2 0,0 0 0 15,2-1 0-15,1-1 0 0,0 0-1 0,4-1 0 0,1-2 0 0,-1 1 1 16,4-1 1-16,-1-1 0 0,-1 0 2 0,2-1-2 0,0 0 2 16,-1-1-1-16,0 1 2 0,2 1 3 0,-2-1 6 0,0 0 6 0,1 2 9 15,1-2 7-15,0 1 5 0,3 1 5 0,-1 1 0 0,2 0-3 16,1 1-4-16,1 0-4 0,3 1-1 0,2 0 0 0,4 1-1 0,0-1 2 16,1 1-4-16,4-1 2 0,2 1 1 0,3-1-5 0,2 0-7 0,1 0-3 15,2 0-5-15,0-1-3 0,1 0 6 0,1 1-4 0,1-1 2 16,0 1-2-16,2-1 0 0,-1 0 5 0,0 1 0 0,1 0-5 0,1 0 6 15,-2 0-1-15,2 0-2 0,-1 0 7 0,0 1-7 0,2-1 0 0,0 1 1 16,0 0-3-16,1 0 1 0,-2 0-1 0,1 0-7 0,1 0-1 16,-1 1-2-16,0-2-2 0,-1 2 1 0,0-1 2 0,-1 0-4 0,-2 0 2 15,0 0 2-15,-3-1 5 0,0-2 0 0,0 0 2 0,-2-2-3 16,-1-1 2-16,-3 0 2 0,0-1 6 0,-3 0 8 0,-1 0 3 0,-2-1 3 16,0 0 2-16,-2 1-4 0,-2-2 1 0,-2 0 2 0,-1 0 1 0,-5 0 1 15,1-1 3-15,-4 0 3 0,1 0 0 0,-2 0 6 0,-3-1 5 16,1 0-2-16,-3-1-3 0,-1 0-3 0,-1 0-7 0,-2-1-9 0,0 0 1 15,-3 0-4-15,0 0 2 0,-1 0-1 0,0 1-2 0,-2-2-2 0,0-1-2 16,-2 0-1-16,-2-1-1 0,0-2-1 0,0-2 6 0,-3-1-7 16,-1 0 2-16,-1-3 4 0,-3 1-10 0,0-2 6 0,-1-1 9 0,-4 1-4 15,-3-3 4-15,-2 1-10 0,-3-3-10 0,-2-1-2 0,-3 0-6 16,-4 1-3-16,-4-1-9 0,-4 1-6 0,-4-2-2 0,-2 0-4 0,-4-1 7 16,-6 1 0-16,-2-1 5 0,-2 3 6 0,-2-2 4 0,-1 1 1 0,0 0 6 15,-3 1-8-15,0 0 0 0,0 1 12 0,1 3-6 0,0 1 7 0,0 2-2 16,0 1-10-16,-1 2-4 0,-1 4-5 0,-1 2 9 0,-2 3-3 15,0 2 3-15,-2 4 1 0,-1 4-8 0,-4 5 3 0,1 3 0 0,-1 4 2 16,-1 2 0-16,0 5 1 0,0 4-4 0,-1 1-5 0,0 5-4 16,4 1 11-16,-1 3-2 0,2 2 0 0,3 2-3 0,4 0-20 0,5 3-5 15,4 2-26-15,2 0-20 0,6 0-81 0,3 2-93 0,4-1-94 0,4 1-60 16,2 3-268-16</inkml:trace>
  <inkml:trace contextRef="#ctx0" brushRef="#br0" timeOffset="109757.2">5596 7959 1142 0,'-5'1'96'0,"2"1"-43"16,0 2-38-16,4 0-9 0,1 2 4 0,2 1 0 0,0 1-4 15,3 0-7-15,0 2-5 0,2 1-1 0,2 1-7 0,0 2-9 0,4 3-6 16,0 0-3-16,1-1-3 0,1 2 1 0,2-1 2 16,3 0 6-16,-1-1 9 0,2 0 0 0,2-1 7 0,0-1 2 0,3-1 0 0,-1 1 9 15,3 0 1-15,0 0 4 0,0-2 4 0,0 1 2 0,1 0 5 0,1 0 1 16,1-1 4-16,1-1 3 0,3 1-4 0,-1-1 5 0,2-1 1 15,2-1-2-15,2-1 3 0,0-1-1 0,0-2-1 16,3 0-3-16,1 0 1 0,1-1-2 0,2-1-2 0,-1-1 0 0,-1 1 0 0,1-1-4 0,0-2-4 16,0 0-2-16,-1 0-6 0,0-1-1 0,0 0 3 0,1 0 0 0,-4 0 3 15,1-1-3-15,-2 0-3 0,0 1-1 0,-1-1-2 0,-4-1 1 16,2 1 2-16,-2-1 0 0,0 0 0 0,-1-1-3 0,-2 1-1 0,2 0-6 16,-3-2 3-16,2 0 1 0,-3-2-2 0,1-1 2 0,-1-1-2 15,0 0-1-15,0-2 3 0,-1 0 1 0,-2-1-2 0,-1-3 4 0,-2 0 2 16,-2 1-3-16,-3-3 4 0,2-1 0 0,-3 1 3 0,-1-1 10 0,0-1-1 15,-5-1 7-15,-2 1 1 0,0-2 0 0,-3-1 4 0,-1 0-2 16,-3-2-3-16,-1-1-4 0,-2 1-9 0,-2-2-10 0,-2-1-9 0,-2-2-7 16,-3-1-6-16,-3-1-3 0,-3 0-4 0,-3 0-2 0,-4 2 0 15,-4-1 1-15,-4 1 4 0,-1-2 3 0,-5 1-4 0,-2 1 9 0,-4 2 11 16,-6 0 4-16,-1 1 16 0,-3 1 2 0,-1-1-1 0,-3 3 9 0,-1-1 3 16,-2 1 4-16,1 3 3 0,-1 0 4 0,0 2-4 0,-2 2-1 15,1-1-5-15,0 2-4 0,-1 0-5 0,1 3 0 0,-1 0-5 0,-2-1 1 16,1 2 1-16,-1 1-1 0,0 3 3 0,1 3 0 0,-3 1-1 0,1 2 2 15,2 2 2-15,-1 1 0 0,2 3 2 0,-1 4-1 0,-1 3-2 16,-1 4 4-16,1 1 0 0,1 2-2 0,1 3 0 0,0 3-5 0,1 2-4 16,3 5 1-16,0 1-5 0,2 6-3 0,0 1-5 0,0 3 4 15,1 3-2-15,2 2 2 0,3 1 0 0,3 1-9 0,2 2-2 0,4 0-7 16,3 2 1-16,1 0-4 0,4 0-5 0,2 1-2 0,4 0-12 0,4 1-2 16,3 2-9-16,2 0-14 0,3 1-40 0,4 0-67 0,2 1-59 15,3 0-68-15,2 2-85 0,4 0-89 0</inkml:trace>
  <inkml:trace contextRef="#ctx0" brushRef="#br0" timeOffset="116221.93">5505 9454 921 0,'3'1'250'0,"3"1"-220"0,2 1-14 0,6 1-6 0,2 1-8 0,3-1 1 16,1 1-3-16,4-2-2 0,2 0 1 0,1 1-1 0,3 0-6 15,0-2-4-15,4 2-5 0,0 0-1 0,1 2 3 0,2 1 6 0,0 1 9 16,2 2 7-16,-2-1-1 0,0 0 2 0,2 0-2 0,-1 2-2 0,2-1 2 15,2 0 1-15,0 1 5 0,0-1 2 0,3 1 8 0,-1 2 4 16,1-1 0-16,5 1 11 0,0-2-3 0,2-1 2 0,1 1-1 0,1-1-5 16,3 1-2-16,3-1-8 0,1 0-3 0,3-1 1 0,0 0-6 15,3-1 4-15,2 0 3 0,0 0 1 0,2-1 5 0,2 1-2 0,0-1-7 16,2-1 1-16,0 1-1 0,1-1 0 0,2-1 8 0,0-1-2 0,-1 0-1 16,1-2 3-16,-2 1-6 0,0-1 0 0,0 0 1 0,0-1-1 15,0 0-3-15,0 0-3 0,-3 0 0 0,3 0-2 0,-1 0-2 0,0 0 1 16,-1 1-4-16,0-2 1 0,-1 1-5 0,2-1 2 0,-1 0 0 0,-1 0-5 15,-1-1 4-15,1 1-2 0,-1-1-2 0,0-1 1 0,-2-1 2 16,-2 1 1-16,2-2-1 0,-1-1 2 0,1 0 1 0,0-2-4 0,-2 1 0 16,-1-1-3-16,-4 0-1 0,0 0 1 0,-2 1 10 0,-1-1-5 15,0 1 0-15,-1-2 4 0,-1 0-5 0,-3-1 2 0,0 0 6 0,-2-2-7 16,-2 0 3-16,-2 0 7 0,-1-1 1 0,-3 0 8 0,-2-2 9 0,0-2-1 16,0-1-1-16,0-1 3 0,0-2-6 0,0-1 3 0,-4 0-21 15,-2-2-4-15,0-1 0 0,-2 2-6 0,-1-1 12 0,-3-1-9 0,-2 0-5 16,-2-1 3-16,-2 1-3 0,-3-1 8 15,-3 0 1-15,-1 2 4 0,-3-1 1 0,-3 2 0 0,-1-3 1 0,-2 0-2 0,-4 0 1 0,-2-1 0 16,-2 1-9-16,-3-1-2 0,-2 0 2 0,-4-1-1 0,-3-4 7 0,-1 1-3 16,-3-3-9-16,-1 1-3 0,-2 0 0 0,-2-3 1 0,-3 0 4 0,-1-1-2 15,-5-1-6-15,-1 0-4 0,-3 0 2 0,-3 1-2 0,-2-3-2 16,-2 0 7-16,-2 0-4 0,-5 0 1 0,-2 1 5 0,-1 0-3 0,-3 1 4 16,-1 1 3-16,-2 0 3 0,-2 3 9 0,-3 0 1 0,-1 2 7 15,-2 0-2-15,-3 2-7 0,-2-1 0 0,-2 4-5 0,-2 1-2 0,-3 1-1 16,-1 1-5-16,-5 1 4 0,-2 3-3 0,0 0 0 0,-4 3 2 0,-1-1-5 15,-3 4 5-15,0 1 1 0,-5 1-1 0,-1 3 1 0,-2 0-4 16,-2 2-2-16,0 1 5 0,-1 3-2 0,-2 2 0 0,-2 2-1 0,-3 3-3 16,-3 2-7-16,-1 3 0 0,-3 3-12 0,-2 3-37 0,-4 2-73 15,-4 4-89-15,0 2-105 0,-4 1-244 0,-1 4 56 0</inkml:trace>
  <inkml:trace contextRef="#ctx0" brushRef="#br0" timeOffset="117255.61">4917 10661 1399 0,'-5'2'86'0,"1"2"-35"0,-1 2-33 0,6 2-11 15,4 2-2-15,1 2 4 0,4 0-5 0,2-2 2 0,4 1-4 16,2 1-5-16,5 0 4 0,3 1-4 0,3-1 1 0,3 2 1 0,2 0-1 15,3 1 5-15,2-1-3 0,3 0 1 0,1-1-1 0,3 0-6 0,0 1 5 16,1-3 1-16,2 1 0 0,3-2-8 0,1 1-2 0,0-1-1 16,1 0-2-16,2-1 6 0,0 0-4 0,4 0 2 0,1 0 1 0,2-1-1 15,2 0 1-15,2-1-7 0,2-2-10 0,3-2-8 0,2 1-12 16,-1-1-4-16,4-1 5 0,1 0 13 0,-3-2 15 0,4-1 9 0,-2-2 8 16,-1 0 9-16,-1-2-1 0,-1 1 6 0,1 0 7 0,-2-1 3 0,0-1 9 15,-1 0 0-15,0 0 0 0,0 0 0 0,0 0 2 0,0-1 1 16,-2-1-4-16,3 0 1 0,-2-1-7 0,-2-1-3 0,0 0 0 0,-2 0-4 15,-1-2-3-15,-3 0 1 0,-1-3-1 0,-3 0 2 0,-3-1 1 0,1 0-2 16,-2-1-5-16,-2-2-6 0,-1-1 1 0,-4 2 4 0,0-2 1 16,-3-1 2-16,-3 2 4 0,-1-2-14 0,-5-1 2 0,-3 2 1 0,-1-2-4 15,-4 0 4-15,0 0 5 0,-4 0-2 0,-5 0-1 0,-1-2 1 0,-4-1-2 16,-1 0-1-16,-4-5 3 0,-2 2-3 0,-3-4-1 0,-3 2 2 16,-4-2-5-16,-4 1 0 0,-4-2-1 0,-2-2-9 0,-5-1-1 0,-3 0 2 15,-6-1 2-15,-4-1 7 0,-3 2 3 0,-6-3-5 0,-3 1-1 16,-4 1-7-16,-4-1 2 0,-5-1-1 0,-3 0-2 0,-6-2 8 0,-3 2 0 15,-4 1 5-15,-2 0 4 0,0 0 1 0,-5 1-11 0,-4 1 7 0,-1 2 4 16,-4 0-2-16,-1 4 15 0,-1 1-3 0,-4 4 8 0,0 3 5 16,-3 4 5-16,-3 3 2 0,0 6-8 0,-2 3-3 0,-2 5-3 0,-1 5 0 15,-3 4-8-15,0 7-6 0,-1 4-10 0,0 6 0 0,1 4 4 0,0 6-5 16,-1 6 8-16,1 5-7 0,0 5-4 0,2 5-2 0,0 4-11 16,3 3-19-16,4 3-24 0,2 3-51 0,4 3-83 0,3 2-97 0,4 2-143 15,3 4-409-15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2:20:55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3390 9204 1376 0,'-34'-15'115'0,"0"0"-6"0,-8-3-31 15,8 3-31-15,5 2-13 0,2 2-1 0,1-2-3 0,3-1-2 0,2-1-7 16,0 2-11-16,2-1 0 0,3 1-10 0,1-1-6 0,1 1-7 16,1 0-7-16,2-1-6 0,0 0 6 0,2-1 7 0,-1 0 1 0,2-2 3 15,2-1 2-15,0 0 10 0,3-1 15 0,0-1 10 0,2 0 10 0,2 0 5 16,1-4-5-16,2 1 5 0,5-3 0 0,2-1-5 0,4 0 5 15,2-3 5-15,3 0-10 0,6-5 0 0,3-2-7 0,6-2-6 0,6-3-1 16,4 0-9-16,8-1-3 0,7-3-12 0,3-2 9 0,8 0-3 16,4 0-1-16,2 1 2 0,2-1-10 0,1 4 0 0,3 3-1 0,1 0 1 15,5 2 3-15,2 1-3 0,2 2 3 0,1 2-5 0,3 1 2 0,3 4-1 16,2-1-1-16,1 2 4 0,5 0-19 0,1 1 8 0,4 1 8 16,3 2 1-16,-1 0 9 0,3 2-2 0,2 1-13 0,0 1-3 0,2 2 5 15,-1 3-1-15,1 2 10 0,-1 3-7 0,-2 3 2 0,-2 1-3 16,-1 4-4-16,-3 2 9 0,0 4-2 0,-1 3-2 0,-4 2 5 0,-2 3-3 15,-3 2 5-15,-1 6-1 0,-3 3-2 0,-3 2-11 0,0 6-4 0,-5 2 10 16,-1 5-1-16,-3 5 8 0,-5 2 3 0,0 4-12 0,-6 6-7 16,-5 4-2-16,-2 2-2 0,-6 2-1 0,-5 2 5 0,-2 4 3 0,-4 3 2 15,-2 4 1-15,-4 3-1 0,-3 4 2 0,-5 3-9 0,-5 1-4 0,-3 3-10 16,-5 1-4-16,-3 5 2 0,-4 2-2 0,-4 2 9 0,-4 0 0 16,-4 1 2-16,-4 0 5 0,-3 0 1 0,-4 0 5 0,-5 1 2 0,-2-2-1 15,-4 0 3-15,-4 0 4 0,-5-3-4 0,-4 2 4 0,-5-2 0 16,-5 0-11-16,-5 0-3 0,-6-2-9 0,-5-2 1 0,-4-1 8 0,-4-1 3 15,-5-2 6-15,-5-1-2 0,-6-3-7 0,-4 1 2 0,-8-4 4 0,-1-4 4 16,-5-1 6-16,-2-6 0 0,-1 0 2 0,-2-2-1 0,-2-4 4 0,-2-2-1 16,-1-5 1-16,-2-3-1 0,-2-3 0 0,-2-4-3 0,-2-4-7 15,-1 0-4-15,-2-5-4 0,-1-3 5 0,1-3 9 0,-1-5 10 0,1-1 12 16,1-3 18-16,1-6 28 0,2-1 28 0,1-5 19 0,2-5 12 16,0-2 3-16,4-6 1 0,1-3 5 0,3-4 1 0,2-5-5 0,1-4 2 15,2-3-13-15,4-5-10 0,1-2-6 0,4-1-21 0,2-4-13 0,2-2-17 16,-1-3-7-16,5-4-3 0,2 0 15 0,6-3 9 0,7-3-4 15,6-1-4-15,6-1-25 0,4-2-8 0,4-3-3 0,2-3-6 0,5-1-2 16,5-3-8-16,3 0-7 0,3-2 8 0,5-3 2 0,2-1-5 0,4-1 1 16,7-3-15-16,3-2 1 0,6-1-10 0,5-4-12 0,5-2-18 15,6 0-17-15,4-1-19 0,5 1-31 0,3-2-29 0,4 0-46 0,2 0-43 16,4-2-35-16,6 2-15 0,5-2-20 0,3 1-32 0,4-2-51 16,5-3-342-16</inkml:trace>
  <inkml:trace contextRef="#ctx0" brushRef="#br0" timeOffset="799.91">11717 9062 2331 0,'-11'-24'69'0,"3"-3"11"16,-1-7-57-16,4 3-27 0,5 2-18 0,3-2-8 0,5 0 3 16,4-1-1-16,7-2 4 0,3 0-8 0,6-4-12 0,3 1 5 0,4-3 7 15,4-1 5-15,3-2 13 0,6-3 8 0,3-4 4 0,4 0 10 0,6-3 1 16,4-2-1-16,5-2 13 0,4-2 2 0,2-1 0 0,6-1-1 15,5 0-1-15,3-3-6 0,4 0 8 0,6 0 0 0,3-1-1 0,4 2 0 16,5 0 2-16,4 1 3 0,3-1-2 0,4 3 4 0,4 2-4 0,2 0-2 16,3 2-1-16,1 3 2 0,3 2-5 0,1 4 0 0,-2 5-4 15,4 3-15-15,-2 3 5 0,0 7 3 0,0 3 1 0,0 5 9 0,0 3-8 16,0 4-8-16,-1 4-1 0,-2 5-1 0,1 4 3 0,-2 4-1 16,-2 4 0-16,-2 4-2 0,-4 6 0 0,-4 2-10 0,-3 3-1 0,-3 5-6 15,-2 1 1-15,-4 7 11 0,-5 1-6 0,-2 4 3 0,-4 5-3 0,-1 3-5 16,-3 3 0-16,-2 2-7 0,-4 5 0 0,-4 1-6 0,-3 4-11 15,-3 5 1-15,-2 4 0 0,-1 4 3 0,-5 3 4 0,-4 4-4 0,-2 3-9 16,-6 2-10-16,-4 3-12 0,-3 2-6 0,-7 4 0 0,-2 3 1 0,-3 0 12 16,-5 3 9-16,-4 1 6 0,-6-1 11 0,-3 2 7 0,-6 0 12 15,-5-1 2-15,-4 0 3 0,-4 1-2 0,-6-2-7 0,-4 0 3 0,-5 0-2 16,-8-1 9-16,-5-3 2 0,-7 2-3 0,-6-4 12 0,-7 1 1 16,-4 1 6-16,-7-3 12 0,-5-2 0 0,-8-3 6 0,-5-2 1 0,-6-4 3 15,-7 1 7-15,-2-4-1 0,-7-1 4 0,-3-3-6 0,-3-3-1 0,-6-1-3 16,-5-6-9-16,-1-1 7 0,-3-2 1 0,-1-4-5 0,-2-1 12 15,-2-3-4-15,2-2 1 0,0-4 9 0,-1-4 7 0,0-1-4 0,-2-4 0 16,-1-2-5-16,-2-2-12 0,0-2-11 0,1-4-5 0,0-2 4 16,1-4 0-16,2-1 3 0,-1-5 5 0,2-2-9 0,-1-4 2 0,1-3 3 15,2-4 1-15,2-4 4 0,-1-4 1 0,3-5 4 0,3-3 6 0,3-5 4 16,6-4 13-16,1-2-6 0,3-6 4 0,3-3 11 0,1-5 0 16,4-4 11-16,3-5-5 0,5-2-13 0,4-2-4 0,1-4-11 0,4-4 1 15,3-3-11-15,3-3-11 0,1-1-2 0,4 0-14 0,4-1-3 0,3-1-12 16,5-1-21-16,1-1-10 0,3-1-28 0,2-1-35 0,4 0-57 15,1-3-106-15,3 1-164 0,3-3-190 0,0-6-507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2:21:13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5768 6130 695 0,'10'-9'21'0,"1"1"16"0,4-1 1 0,0 4-1 0,-2 2-9 0,2 1-2 15,1 2-11-15,0 1-9 0,3 1-2 0,1 3-5 0,0 1 2 0,1 2 1 16,0 0 0-16,1 1-2 0,0 0-1 0,1 1-1 0,1 0-2 15,2 0 3-15,2-1-5 0,0 0 2 0,1-2 0 0,-2 1-4 0,2-2 4 16,-2 1-2-16,2 0 5 0,-1-1 0 0,1 1 1 0,0-1 4 0,2-1-3 16,-1 1 2-16,2-2 5 0,0 2 2 0,3-1 8 0,0 1 9 15,2-1 4-15,-2 0 5 0,2 1 1 0,2-2-1 0,1 0 5 0,4-1 2 16,2 0-2-16,3-1 3 0,1 1-8 0,4-1-4 0,1 1-1 16,3 0-4-16,4-2-3 0,1 2 3 0,4 0-4 0,2 0-2 0,3 1-9 15,1 0-3-15,0 2-3 0,2 0-5 0,1 0 4 0,1 1 2 0,-1 0-5 16,1-1 2-16,-1-1-4 0,0 0-4 0,-3 0 3 0,1-2 0 15,-1-1 3-15,-1-2 6 0,-1-2 0 0,0-2 0 0,-2-1 1 0,-1-1 2 16,0-3-1-16,0-1 11 0,-2-3 2 0,0-1 8 0,-3-2 8 0,0-3 2 16,-2-1 5-16,-1-2-9 0,-1-4-4 0,-1-2-5 0,-2-1-6 15,0-3 2-15,-2-1 0 0,-4-1-5 0,0-5 4 0,-3-2-3 0,-4 0 2 16,-2-2 1-16,-3 2-2 0,-5-2 2 0,-2-2-10 0,-3-1 3 16,-1-1-2-16,-2-1 3 0,-2-3 7 0,-2 2-5 0,-3 0 0 0,-2 0 3 15,-4 0 3-15,-4-1 2 0,-3 0 3 0,-3 1-6 0,-3 2 1 0,-4-1-6 16,-4-1 1-16,-5 0-7 0,-4-1-2 0,-5-1 1 0,-6-2-13 15,-5 2 7-15,-4-2-11 0,-8-1 2 0,-5 0 6 0,-7 0-12 0,-7 1 8 16,-7-1-9-16,-3 2 6 0,-7 0 4 0,-3-1-2 0,-2 3 4 16,-6-1-4-16,0 2 2 0,-4 0 0 0,0 1 3 0,-1 0-1 0,-2 3-1 15,-1 3-1-15,-2 2 0 0,-4 4-1 0,-3 2-2 0,-3 2 4 0,-2 4 1 16,-2 2 1-16,-3 3 2 0,-2 4-8 0,-4 1 1 0,-1 5 2 16,-5 3 3-16,-4 4 0 0,-3 4 2 0,-5 6-5 0,-4 5-2 0,-3 6-2 15,-4 4-3-15,-1 4 3 0,-2 6-2 0,-4 2 6 0,1 8 4 0,0 4 9 16,1 4 11-16,3 5 3 0,1 5 8 0,2 5 0 0,2 4-10 15,5 4-6-15,4 2-15 0,5 2 10 0,10 3-1 0,7 0-2 0,4 5-3 16,7 0-13-16,2 1-6 0,5 4 1 0,6 1-7 0,3 2 6 0,3 0-7 16,7-1-46-16,6-3-34 0,11-6-70 0,11-1-60 0,10-6-55 15,8-5-56-15,13-6-124 0,6-4-173 0</inkml:trace>
  <inkml:trace contextRef="#ctx0" brushRef="#br0" timeOffset="555.07">5439 7212 622 0,'-27'-37'18'0,"-2"2"-107"0,-8-7 181 0,6 12-37 0,4 7-18 16,2 2-18-16,0 1-14 0,3 4-2 0,4 1-3 0,0 2-5 16,4 2-4-16,1 2-15 0,2 2-11 0,2 1-19 0,2 0-31 0,1 1-32 15,1 0-113-15</inkml:trace>
  <inkml:trace contextRef="#ctx0" brushRef="#br0" timeOffset="1101.34">5061 6868 181 0,'-9'-5'174'0,"-2"1"-62"0,-2-2-12 0,1 2-15 0,0 1-19 0,0 0-16 16,1 0-3-16,1 1-3 0,1 1-3 0,0-1 2 0,0 0-6 0,1 0 0 15,1 0 1-15,1 0 2 0,2 1 1 0,1 0 1 0,1 0-1 0,1 1-5 16,1 0-6-16,0-1-6 0,1 1 0 0,1 1 3 0,2-1-1 16,1 0 2-16,1 2-1 0,3 0-3 0,2 0-4 0,2 1-5 0,0 2 0 15,3 1-5-15,1 1 5 0,3 3 0 0,0 0-5 0,2 1 2 0,2 3-7 16,2-1 2-16,2 2-5 0,0-2-1 0,1 2 1 0,2 0-2 15,3 0 0-15,1 1 12 0,2 0-1 0,1-1 2 0,2 0 1 0,2-1-10 16,4 0-3-16,1 1-4 0,2-1 0 0,2-1 0 0,3 0-1 16,1 0 4-16,3 0 2 0,3-1-4 0,0 1 5 0,0 0-1 0,0 0 1 15,0 1-1-15,-2-1-8 0,-2-2 1 0,1-1 0 0,-3-1 1 0,-1-2 8 16,-1-2-1-16,-1 0 2 0,-2-2-2 0,-2-1 0 0,-3-1 3 16,-2-1 1-16,-2-1 2 0,-1-2 3 0,-4-1 0 0,1-1 6 0,-4-3 12 15,-1-2 12-15,0-2 15 0,-3-1 4 0,1-1-4 0,-2-1-8 0,-1-2-10 16,-1 1-9-16,0-3-4 0,2-1-8 0,-3 0-3 0,1-3-4 15,-2 1 2-15,-2 0-8 0,0-2-2 0,0-1 3 0,-1 1-1 0,-1-2 10 16,-1-1 6-16,-2 0-2 0,-2-3 3 0,-3 0 0 0,-3 0 1 0,-2-2-1 16,-5 2-2-16,-2-3-2 0,-2 1 5 0,-5-3-8 0,-5 1 2 15,-4-1-9-15,-5 2-7 0,-5 0-1 0,-6-1-3 0,-4 3 5 0,-6-3-15 16,-8 2-2-16,-2 1-3 0,-8 0-7 0,-6 2 7 0,-6 2 3 16,-9-2-1-16,-5 4 1 0,-5 0 3 0,-5 3 4 0,-1 2 2 0,-4 0 11 15,-2 2-4-15,1 1 4 0,-2 2 1 0,0 1-5 0,1 2 1 0,0 3 2 16,0 0-1-16,4 4 3 0,1 0 2 0,-1 1-4 0,3 4-2 15,0 3 1-15,4 4 3 0,5 2-5 0,5 4 4 0,3 3-10 0,1 3-2 16,4 1 1-16,2 4-2 0,4-1 2 0,4 2 2 0,3 4 1 0,3-1 1 16,2 4 2-16,5-2-6 0,1 3 2 0,5 1 1 0,3 1 3 15,1 3 7-15,1-1-2 0,6 2-1 0,5-3-10 0,7 0 5 0,5 2-5 16,4-3 0-16,5 2 0 0,5-2-3 0,3-2 4 0,5 0 2 16,4-2 3-16,4 1-1 0,3-3 0 0,2-1-2 0,4-2-8 0,2-4 1 15,2-1 0-15,2 0 2 0,-2-4 17 0,1 0-2 0,-2-1-1 0,2-4 0 16,-1-1-10-16,0 0 2 0,1-2-1 0,-1-2-1 0,0-1 0 15,-2-3-5-15,0-1 0 0,0-1 0 0,-1-2 2 0,1-1-3 0,0-2-12 16,1 0-43-16,2-3-47 0,0 0-40 0,3 0-42 0,-1 0-11 16,4-1-1-16,0 3-5 0,3-1-4 0,5 0-60 0,3-1-99 0</inkml:trace>
  <inkml:trace contextRef="#ctx0" brushRef="#br0" timeOffset="2117.9">10903 7227 1838 0,'7'-30'149'0,"2"3"-160"0,5-4-8 0,3 10-5 0,3 8-3 16,4-1 5-16,2 2-4 0,6 2 6 0,3 2-1 0,7 3 1 0,3 2 3 16,4 3-2-16,3 3 4 0,2 2-2 0,3 3 2 0,0 3 2 0,2 0 4 15,3 1 4-15,-2-1-1 0,2 1 5 0,1 2-3 0,0 0-5 16,3 0 1-16,1 0 1 0,2 2 0 0,1 1 3 0,3 0-1 0,-1 1-1 15,3 0 1-15,0 0 1 0,-1-4 2 0,1 0 0 0,-1-2 2 16,0-1 3-16,-2-1 2 0,-2-2-1 0,-3-2 1 0,-1-1 2 0,-3-2 2 16,-3-1 7-16,0-3 1 0,-4-1 7 0,-1-1 5 0,-2-3 8 0,-1 1 4 15,-1-1 2-15,-1-2 0 0,-1 0-8 0,-3-1-2 0,-1-1-1 16,-3 0-3-16,-2 0 1 0,-1-1-3 0,-2-1-4 0,-2-2 4 0,0-1 1 16,-2 0 2-16,-2 0 0 0,0 0 1 0,-3-2-1 0,-2 1-3 0,0-2 3 15,-4 0 2-15,-1 1 1 0,-1-3 3 0,-2-1-2 0,-1 0-2 16,-2-1-3-16,-3-1-17 0,-2 0-1 0,-3-1-7 0,-2 0-3 0,-3 0 7 15,-3-2-5-15,-2 1-9 0,-3-2 0 0,-5 0-4 0,-3-2-4 0,-6-1-2 16,-6-1-6-16,-3 0 2 0,-8-4-3 0,-6 0 6 0,-7-2-2 16,-7 0 5-16,-7 2 4 0,-6-3-1 0,-6 1 3 0,-7-1-4 0,-7 2 9 15,-6-2-5-15,-5 1 7 0,-3 2 4 0,0-1-6 0,-2 4 3 16,-1 1-5-16,0 3 4 0,0 0 1 0,2 4-2 0,2 0 10 0,4 1 4 16,4 5 0-16,6 0 11 0,3 4 0 0,6 4-3 0,3 5 5 0,3 2-16 15,5 4 2-15,4 2-3 0,2 5-8 0,4 3 6 0,2 4-7 16,4 1 9-16,4 1-4 0,2 2-4 0,3 1 5 0,4 1-10 0,2 2 2 15,3 2 2-15,4 2-7 0,3 2 5 0,5 2-8 0,2 2-3 0,4-1-5 16,5 3 5-16,4 1 5 0,4 1-3 0,4 4-2 0,4 1-31 16,5-1-37-16,7 4-46 0,6 0-58 0,4 1-34 0,8 1-18 0,4 0-26 15,7-1-11-15,8 0-33 0,8 0-181 0</inkml:trace>
  <inkml:trace contextRef="#ctx0" brushRef="#br0" timeOffset="3917.26">10879 8073 480 0,'-2'-6'203'0,"2"-1"-183"0,-1 0-22 0,1 3-10 0,1 1-3 16,0 0-7-16,0 2-14 0,0-1-13 0,1 1-21 0,-2 0-22 16,1 1-36-16,0-1-60 0</inkml:trace>
  <inkml:trace contextRef="#ctx0" brushRef="#br0" timeOffset="4401.89">10891 7997 341 0,'-1'-6'128'0,"-2"0"-37"0,1-1-16 0,-2 0-15 0,-1 2-8 16,0-2-7-16,0 1-4 0,-1 0 0 0,0-1-7 0,-1 1-7 16,0-1-7-16,-1 1-3 0,0-2 2 0,-1 1 5 0,-1-1 1 0,-1 0 6 15,0 0-1-15,0 1-7 0,1 0-5 0,0-1-11 0,1 2-6 0,-1 1 1 16,1 1-4-16,0 1 1 0,0-1-2 0,2 0-1 0,-1 0 1 16,0 1-2-16,0 0 1 0,0-1 4 0,0 1-2 0,1-1 7 0,0 1-1 15,2-2 3-15,-1 1 3 0,0-2-3 0,0 1 3 0,0 0-3 16,1-1 2-16,0 0 2 0,0-1-3 0,1-1 4 0,1-1 2 0,1 1 10 15,1-1 8-15,0 1 9 0,0 0 5 0,2-2 2 0,1 0-7 0,0 0-5 16,2 0-7-16,1 0-6 0,2-1-2 0,2 0-4 0,0-2-3 16,4 1-6-16,1 0-1 0,3 1 8 0,4-1-1 0,1 0-7 0,2 0 4 15,2-1-14-15,1 1 2 0,1 1 1 0,1 0-2 0,0 2 1 0,0-1-1 16,3 1 3-16,-1 1 1 0,1 0 4 0,-1 0 3 0,2 0 3 16,0 1 1-16,1 2 0 0,2 0-1 0,1 0-4 0,0 3-2 0,0 0-2 15,0 2 3-15,3 2 0 0,-1 1 5 0,0 2 1 0,1 0 5 0,-2 2-4 16,1 0 1-16,-1 2-3 0,-1 0 0 0,0 0-3 0,-2 1 0 15,1 2-7-15,-2-1-2 0,2 3 3 0,0-1-4 0,-3 2-2 0,1 0-8 16,-2-1-4-16,-1 1 2 0,-1 0 9 0,0 2 8 0,-3 1 0 16,-1-1-1-16,-2 1-1 0,0 2-3 0,-2-2 4 0,-2 2 2 0,1 0 3 15,-2-1-1-15,-2 0-3 0,-1 2 3 0,0 1-3 0,-2 2 1 0,-1 2 2 16,0 0-4-16,-1 1-3 0,-1-1 1 0,0 2-1 0,-1-1-4 16,-2 3 2-16,2 0-4 0,-2 3 2 0,-1 0-7 0,-1 0-8 0,-2-1-4 15,-1 0-13-15,-1-2-2 0,-2 1 0 0,-3-1 2 0,-1-2 8 0,-3-1 2 16,-2 0-3-16,-3-3-1 0,0-1-2 0,-3 1 2 0,-2-1 3 15,-3-1-3-15,-2-1 1 0,-4-4-2 0,-4-1-1 0,-3-1 6 0,-3-2 4 16,-5-1 7-16,-2-5 14 0,-1-1 3 0,-4-3 10 0,-2-2 9 16,2-3 11-16,-1-2 16 0,2-3 9 0,2 0 3 0,-1-2-2 0,2-2-7 15,1-1-9-15,-1-1-4 0,1-2-7 0,1-2-9 0,1-1 4 0,1-2-2 16,1-1 0-16,1-1-2 0,2-1-14 0,0-1-12 0,0-3-20 16,1-1-30-16,-1-3-32 0,0-3-54 0,0-3-84 0,-4-6-171 0,-3-6-271 15</inkml:trace>
  <inkml:trace contextRef="#ctx0" brushRef="#br0" timeOffset="35035.01">4005 9271 827 0,'-13'-13'70'0,"-2"1"-47"0,-2-3-2 0,5 5 1 0,4 2 2 0,2 2 5 15,1-1-3-15,0 0-3 0,0 2-7 0,1-1-10 0,1 0-2 0,0 2-1 16,0 0-2-16,0 1 3 0,1 0-3 0,0 0 2 0,0 1-1 15,1-1 0-15,0-1 0 0,-1 0 1 0,1-2 0 0,1 1 1 0,0-2 6 16,1 0 16-16,0 0 5 0,2-1 1 0,0 0 0 0,3 0-12 0,2-1 1 16,2-1 4-16,3 1-1 0,5-2-1 0,4-1-1 0,6 0-3 15,7-1-2-15,5 0 1 0,6-2-4 0,7-3 0 0,7-2-5 0,7 2-3 16,6-2-3-16,3 0-8 0,3 1 2 0,2-3-3 0,2 0 9 16,4 1 3-16,1-2-5 0,4 2 5 0,1-2-6 0,4 1 1 0,3 1 3 15,1-1 3-15,2 0-7 0,1 3-1 0,-1-1 4 0,1 1 7 0,2 2 8 16,-1 0 12-16,1-1 0 0,0 0 2 0,5 1 4 0,2-2-10 15,3 1 0-15,4 3-2 0,1 0-6 0,2 3 4 0,2 1-1 0,0 3-5 16,2 3 2-16,-1 2-13 0,-2 2-2 0,-3 3 1 0,-5 0-2 16,-4 2 9-16,-2 1-6 0,-2 0-1 0,-1 3-1 0,-2-1 0 0,-3 2 4 15,-3 1 1-15,-2-1-3 0,-4 5 1 0,-1 2-4 0,-4 1 1 0,-2 1 2 16,-3 1 0-16,-8 1-3 0,-2 0 1 0,-4 3-3 0,-3 1-1 16,-2 2 5-16,-4 4 4 0,-3 2 3 0,-6 2 7 0,-4 0-7 0,-7 1 1 15,-5 1 5-15,-5 1 1 0,-3 5 5 0,-3-1-2 0,-6 1-5 0,-4 2-8 16,-4 1 1-16,-4 0-6 0,-3 0-3 0,-5 1-2 0,-6-3-2 15,-5 0 3-15,-7 0-2 0,-8 0-7 0,-6-3 13 0,-6-2 5 0,-5 1-2 16,-5-2 11-16,-6-1-14 0,-7-4-5 0,-7-1 4 0,-7-2-6 0,-5 1 2 16,-8-1 1-16,-5-1-1 0,-5-3-2 0,-3-2-2 0,-3-2-1 15,-2-2-4-15,-1-1 2 0,1-2 1 0,1-1-2 0,0 0 8 0,-1 0 5 16,1-2-1-16,-1 0 2 0,-1-3 0 0,2 0 5 0,0-2 3 0,4 0 0 16,2 0 1-16,0-3 1 0,1 0-4 0,1-1 6 0,-4-2 6 15,1 0-5-15,1-1 11 0,1-1-1 0,4 0-2 0,0-1 9 0,1 0 13 16,0-1 3-16,1 1 7 0,-1 0-4 0,-2-1-13 0,2 2 5 15,2-1-10-15,3 1 8 0,2 0-2 0,5 0-2 0,1 0 0 0,4-2-14 16,4-1-3-16,6 0-2 0,4-1-7 0,4 1-5 0,4-1 4 0,5-2-5 16,4-1 3-16,2-1 0 0,3-1-1 0,4 1-6 0,4-1 2 15,4-2 0-15,4 0 0 0,1-2-3 0,1 0-5 0,3 0 4 0,0-1-13 16,1 0 1-16,5-1-11 0,0 0-29 0,2-1-33 0,0 0-44 0,1 0-66 16,2 0-62-16,1-1-72 0,1-2-98 0,1 1-93 0,2-4-134 15</inkml:trace>
  <inkml:trace contextRef="#ctx0" brushRef="#br0" timeOffset="37735.72">9939 10113 361 0,'3'-1'76'0,"2"-1"-1"16,1 1-31-16,3 0-21 0,-1-1-5 0,1 0-7 0,0 0-5 0,-1 0-2 15,0 0-1-15,-1 0-2 0,-1 0 2 0,0-1-2 0,-1 0 2 0,0 1 0 16,-1-1 5-16,1 0 8 0,-1 1 6 0,-1-1 14 0,1 1 15 15,-2-1 11-15,0 1 17 0,-1-1 7 0,-1-1-2 0,0 1-10 0,-2 0-16 16,1 0-16-16,-1 0-13 0,1 1-8 0,0 1-6 0,0-1-4 0,0 2 0 16,0-1-4-16,-1-1-5 0,1 2 2 0,-1-1 0 0,-1 0 0 15,-1 1 1-15,0 0-3 0,-1 1 0 0,-3 0 2 0,1 1 2 0,-1-1 1 16,0 0-1-16,-2 1-4 0,0 0 0 0,1-2-2 0,-1 2 4 0,0-1-3 16,1 1 0-16,0-1 2 0,1 0-3 0,0-1 4 0,2 0 0 15,1 0-2-15,-1-1 9 0,2-1-2 0,0 0 8 0,1-1 9 0,1-1 1 16,0 2 6-16,2-2 0 0,0 0-1 0,2 0-2 0,1-1 1 0,1 0-4 15,1 0-2-15,2 1 1 0,0-1-2 0,1 1-3 0,1-1-2 16,2 0-2-16,2 0-2 0,0 1 2 0,1-1-5 0,1-1-5 0,2 1 0 16,0-1-7-16,1 0 6 0,3 0 3 0,2-1-4 0,1 0 5 15,3-1-5-15,0 1 1 0,3-2 2 0,1 0-3 0,1-2 5 0,2 2 4 16,2-2 0-16,0 1 9 0,1-1-5 0,0-2 6 0,2 0 2 0,2 0-5 16,1 0 8-16,1-2-13 0,1 0 1 0,2-2-3 0,0 1-2 15,-1-1 8-15,1 1 0 0,3-1 0 0,-1 2 1 0,3-1-3 0,0 0 4 16,2-1 1-16,1 2 1 0,1-2-6 0,2-1 0 0,-1 2-3 15,0-2 2-15,1 0-8 0,1 1 2 0,0 1 3 0,1-1-3 0,0 2 11 16,-1 0-1-16,-2 2 1 0,-1-1-12 0,1 0-4 0,0 0-1 0,0 1-4 16,0-1 7-16,2 1 3 0,0 0-3 0,0 0 2 15,1 1 1-15,-1-1-2 0,0 0-2 0,-1 1 6 0,0 1-7 0,-1 2 5 0,1-2 2 16,-2 0-5-16,0 1 7 0,1 0-1 0,-1 0 2 0,1 2 1 0,2 0-8 16,-2 1-1-16,1 0-6 0,2 1 0 0,0 1-2 0,1-1 1 15,1 1-1-15,2 0 4 0,1 0-3 0,0 0 3 0,0 0 2 0,-1-2 2 16,1 1-4-16,-1-1 1 0,3 1-2 0,-1-1 5 0,0 0 5 0,1 1 4 15,-1 0 6-15,1 1-1 0,0-1 8 0,-1 1-7 0,-2 0 3 16,-1 0-2-16,-2 1-6 0,-3 1 1 0,-1 1-9 0,-2 1 1 0,-1 1-4 16,1 1-2-16,-1 2-4 0,2-1 1 0,-2 2 3 0,0 0 0 15,-1 1-3-15,0-1 0 0,-1 1-7 0,-1-2 1 0,-2 0 3 0,-1 1-5 16,-2-1 6-16,1-1 2 0,1 1 5 0,-2 0 3 0,1 0-8 0,-3 2 0 16,2 0 1-16,-2 0 6 0,-2 1 7 0,1 1-3 0,-2 0 0 15,-2 1-5-15,1 1-1 0,-4 0 0 0,-1 0 0 0,-3 0-3 0,-1 1-4 16,1 0 0-16,-1-1-2 0,-2 2 4 0,0 0-4 0,-4-1-1 0,0 0 3 15,-3 0-2-15,-2-1-2 0,0 1 4 0,0 1-3 0,-2 0 6 16,1 1 1-16,0-1-2 0,-2 2-1 0,1 1-6 0,-2 1 3 0,0 1-1 16,-2 1 5-16,-2 2-2 0,1 1 0 0,-1 1 3 0,-3 2 13 0,0 1 0 15,-3 2 3-15,-1 2-7 0,-2-1-15 0,-2 2-4 0,-2-1-4 16,-2 2 1-16,-2-2-4 0,-2 2-4 0,-3-2 2 0,0 0-3 0,-1-3 2 16,-1 0 1-16,-1-3 6 0,0-1 1 0,-1 0 2 0,1-1 7 15,0-1-3-15,1 1 6 0,1 0 4 0,0-2 2 0,1 2-2 0,0 0-2 16,-1-1-7-16,0 2-1 0,0 1 8 0,0-1 4 0,-2 3 4 0,-2 1-2 15,-2 0-15-15,-1 2-3 0,-4-2 4 0,-4 1-4 0,-1-1-3 16,-3-2-8-16,0 2-1 0,-2-1 1 0,1-1 4 0,-1 0 4 0,-1-1-1 16,1 0 4-16,0-1 7 0,0-1-1 0,-2 1 4 0,1-1-1 0,-2 0-2 15,0 1 7-15,0 0-2 0,0-2 0 0,0 2 2 0,-1 0-4 16,1 0-11-16,-1 0-1 0,-1-1 6 0,1 0-1 0,-3 2 11 0,-1-2-5 16,-3 1-4-16,-1 0-6 0,-3-3 2 0,-1 1-2 0,-2-1-2 15,-2-2 0-15,-2-2-1 0,-5 1 5 0,-3-1-6 0,-2 0 0 0,-3-1-1 16,-3 0-8-16,-6-1 3 0,-3 0-2 0,-5-1 8 0,-3 1 8 15,0-2 2-15,0 1 5 0,2 1 0 0,1 0 4 0,4 1 1 0,2 1-1 16,4 2 1-16,1 1-3 0,4 0-5 0,0 2 2 0,-1 1-4 0,0 0 4 16,-1-2-4-16,-2 1 2 0,1-1 0 0,-1-3 5 0,-1 2 2 0,2-1-12 15,-2-2-3-15,-1-2-2 0,-3 0 8 0,-5-2 14 0,-1-1 4 16,-5-1 0-16,-2-3-8 0,-1 0 2 0,-3-1-2 0,0-1-1 0,1-1 2 16,2 1 1-16,0 0-7 0,5 0 9 0,5 0 0 0,6 1-4 15,6 0 16-15,2 1-8 0,3-1-2 0,1 1 1 0,0-2-12 0,1 0-3 16,3 0 6-16,2 0-3 0,1 0 2 0,2 1-3 0,1-2 7 0,-2 0-1 15,1-1 3-15,-1 0 4 0,3-1-8 0,1-1-5 0,0-1-2 16,1-2 2-16,1 0 1 0,1-2-1 0,3-1-2 0,2-1 0 0,1-2-2 16,1-2 16-16,3 1-12 0,2-2 0 0,2-1 12 0,5 0 3 0,1-2 19 15,5-1 1-15,1 0-3 0,3-3-11 0,3 0 0 0,1-2-5 16,3-2-1-16,2 1-1 0,1-2-7 0,5 1 0 0,1-2 2 0,2 0-4 16,3-2-1-16,3-1-3 0,2 0-3 0,3 1 6 0,3 2-1 15,3 0-1-15,1 2 0 0,1-1-4 0,4 1 0 0,0 1 5 0,2-2-3 16,2 3-6-16,2-2-7 0,-1 2 11 0,4 0 6 0,-1 0-1 0,2 1 1 15,0 1-17-15,1 0-4 0,0 1 4 0,1 2 6 0,-2-1-1 16,2 1-8-16,-2 1-13 0,0 2-15 0,1 0-22 0,-1 1-33 0,-2 1-35 16,-1 1-46-16,-3-1-52 0,-3 0-73 0,-1-1-120 0,-1 0-110 0,-1-2-219 15</inkml:trace>
  <inkml:trace contextRef="#ctx0" brushRef="#br0" timeOffset="42802.78">7051 11463 355 0,'-25'-5'156'0,"-4"1"-61"0,-6 0-50 0,0 2-13 15,5 0-3-15,-1 1 4 0,0 0 5 0,2-1 5 0,0 3 8 16,0 0 5-16,2 0 7 0,0 1 2 0,3-1 3 0,1 0-2 0,1 0 4 15,2 1 3-15,-1 0-5 0,2-1 1 0,2 0-6 0,0 1-2 0,0 0-2 16,2 0-8-16,2 0-12 0,1-1-10 0,2 1-6 0,0-1-2 16,2 0-2-16,1 0-1 0,2-1 0 0,1-1 2 0,2 0 5 0,0-1 11 15,2 0 1-15,2-2 0 0,3-3 2 0,3 0-7 0,6-6-2 16,6-2-7-16,5-3-3 0,5 0 8 0,5-2 0 0,3-1 9 0,2 0-1 16,4-2-6-16,5-1-3 0,5 1-4 0,3-1-6 0,4 2-3 0,3 0-3 15,3 0-4-15,3 2-4 0,1 0 1 0,3 0-1 0,1 2-8 16,0 3-3-16,2-2-6 0,2 1 2 0,-1 3 3 0,-1-1 4 0,0 4 4 15,-3 3-4-15,-1 1 1 0,-4 3-2 0,0 1 3 0,-4 3-4 0,0 1 0 16,-2 3-4-16,-3 3 2 0,0 3 5 0,-2 2-1 0,-2 1 4 16,-2 3-5-16,-4 1-3 0,-1 2-3 0,-3 1 1 0,-1 1-1 0,-5 0-4 15,-1 2 2-15,-1 2-2 0,-5 0-3 0,-1 3 0 0,-5-1 0 0,-4 0-6 16,-4 0 4-16,-2 0 12 0,-3-1 2 0,-1 1 10 0,-4-2 7 16,-3 0-7-16,-2-1 5 0,-4-1 1 0,-2 0-2 0,-2-2 8 0,-4 1-2 15,-4 0 4-15,-3-2-1 0,-4 0-1 0,-2-1 3 0,-6-1-2 16,-4 0-1-16,-5-1-1 0,-5 0-4 0,-5-2 1 0,-3 1-5 0,-4 0 3 15,-3-1-6-15,-3 2-3 0,-3 0-2 0,-4 0-4 0,-1 1 5 0,-2-1-2 16,-2 2 3-16,2-2 3 0,1-1-3 0,4 0 6 0,5-2 4 16,4-1 8-16,7-2 27 0,3-2 19 0,6-3 10 0,7-2 8 0,3-3-12 15,7-1-20-15,6-2-12 0,2-1-12 0,3-1-8 0,3-1-18 0,2-1-5 16,2-1-9-16,3 0-13 0,0-2 4 0,4-1-14 0,2 1-7 16,3-3-12-16,5-1-16 0,3-1-9 0,6-2-27 0,5 0-35 0,5-3-58 15,6-1-85-15,2-1-48 0,6-3-38 0,6-3-47 0,8-1-46 0</inkml:trace>
  <inkml:trace contextRef="#ctx0" brushRef="#br0" timeOffset="43436.48">9974 11486 1777 0,'-12'-5'108'0,"-4"-1"-65"0,-5-1-54 0,1 1-21 0,1 1-5 0,-1 1-7 16,3 1-9-16,2 1-8 0,0 1-10 0,2 1-5 0,0 0-6 16,3 0-7-16,-2 1 0 0,1 0-5 0,1 1 10 0,2 0 15 0,0 0 19 15,2 1 25-15,2-1 11 0,1 0 14 0,1 1 8 0,1-2 10 0,2 0 12 16,-1 0 6-16,2-2 16 0,1 1 5 0,0-1 6 0,3 0 7 16,3-1 10-16,3-1 11 0,2-1 9 0,5-2-3 0,1 1-11 0,6-3-15 15,1-2-19-15,7-1-18 0,2-1-11 0,4-2-10 0,4 2 5 0,1-3 1 16,3 0-2-16,2 0 1 0,2-1-6 0,3-2 8 0,1 1 3 15,1 0 4-15,2 1-2 0,1-1 3 0,1 0-12 0,4 2-6 0,2-1-3 16,0 2-5-16,0 2 3 0,0 0 3 0,1 3 0 0,0 0 0 16,0 2-2-16,-2 2 1 0,-1 1-7 0,-1 1-1 0,-1 2-2 0,-3 2-3 15,-1 2 6-15,-2 2-5 0,-2 0 4 0,-1 3-8 0,-1 1-1 0,-2 0 4 16,-1 4-9-16,-3 2-2 0,-2 1-5 0,-2 1-6 0,-1 3 1 16,-3 2 1-16,-2 0 2 0,-4 3 5 0,-4 0-10 0,-1 0 2 0,-3 1 4 15,-1 1 0-15,-1 2 12 0,-2 0 2 0,-4 1-2 0,-1-2-4 0,-4 2-1 16,-2-2-4-16,-4 3-3 0,-2 0-4 0,-4 2-5 0,-3-2 8 15,-3 1 2-15,-3-4 5 0,-5 1-1 0,-5-1-3 0,-4 0-4 0,-7-1 6 16,-3-2 9-16,-6 0 9 0,-2-3 2 0,-4-1-1 0,-3 0 3 16,-5-3 17-16,0 0 7 0,-4 0 6 0,-1-1 2 0,-3-3-12 0,-2-1 0 15,-1 0-1-15,-1-2-2 0,1 0-3 0,1-1 1 0,6 0 10 0,3-1 9 16,7 0 14-16,6-1 14 0,4-1 5 0,6 0 6 0,4-3-9 16,6 1-15-16,4-2-13 0,3 0-17 0,2-2-13 0,3 0-1 0,2-1-7 15,2 0-13-15,2 0-7 0,2-1-22 0,2 1-19 0,0-1-28 0,2-2-32 16,2 0-35-16,3-2-47 0,4 0-39 0,5-3-56 0,7-3-41 15,5-2-223-15</inkml:trace>
  <inkml:trace contextRef="#ctx0" brushRef="#br0" timeOffset="44219.6">14189 12092 558 0,'13'-1'124'0,"3"1"-35"0,5-1 0 0,0 1 10 16,1 0 5-16,1-1-4 0,2 1-3 0,3-1-8 0,-1 0-4 0,3 1-4 16,0 0-6-16,2-1-6 0,0 1-11 0,3-1-2 0,0 0-3 15,1 1-3-15,3 0 4 0,0-1 2 0,2 1 7 0,3 0 1 0,0 0-2 16,0 0-3-16,1 1-16 0,3 0-5 0,0 1-2 0,2-1-1 16,1 0 0-16,1 0 2 0,3-1-9 0,2 0 2 0,1-1-4 0,1 0-3 15,3-1-3-15,0 0 1 0,2 0 0 0,1 0 1 0,3 0 1 0,1 1-2 16,1 0-3-16,2 0 1 0,1 0-1 0,1 1 0 0,0-1 0 15,0 0 4-15,1 1-1 0,0 1-1 0,-3 1 2 0,2 0-12 0,1 1 0 16,-1 1 2-16,2 1-4 0,-1 1 3 0,0 0-1 0,1 1 0 0,-2 0 2 16,-3 0 3-16,2 0-8 0,1 1 1 0,0 0 1 0,2 0-6 15,-3 0 6-15,2 0-4 0,1-1-5 0,-3-1 2 0,2 0-2 0,0-1 3 16,1 0 4-16,1-1 3 0,0-1-1 0,2 1 1 0,0-1 1 16,0-1 6-16,-1 0 7 0,2-1-3 0,0-2-1 0,1 0 1 0,0-1-2 15,-2 0 7-15,0-1-1 0,0-1-7 0,-1 0 3 0,1 0 1 0,-2-1 1 16,2 0-1-16,-2 0 3 0,-1-2-1 0,-2 1-4 0,-1 0-7 15,-1-1 0-15,1 1-10 0,0 0 6 0,0 0 1 0,2 1 2 0,-2 1 0 16,-1 0 2-16,-1 0 7 0,-4 2-12 0,0-1 8 0,1 1-2 0,-1 0 1 16,1 1-6-16,0 0-3 0,-1 0-5 0,-1 1 2 0,-1 0 7 15,-1 0-9-15,-1 2 7 0,0 0-5 0,2 0-4 0,-2 1 6 0,2 0-3 16,-1-1 1-16,-2 1 9 0,0 0-5 0,-1 0-2 0,-2-1 3 16,-1-1-11-16,-2 1 0 0,1-1 2 0,-2 0-5 0,0 0 7 0,-1 0-6 15,-3-1-2-15,-1-1 6 0,-3 1 0 0,-1 0 4 0,-4-1-10 0,-3 0-1 16,-3-2-7-16,-3-1-6 0,-2-1-1 0,-4 0-20 0,-3-2-16 15,-3-2-26-15,-4-2-35 0,-3-3-29 0,-3-4-26 0,-3-3-11 0,-5-6-18 16,-6-5-40-16,-3-4-61 0,-6-5-55 0,-5-3-62 0,-4-4-31 0,-7-8-159 16</inkml:trace>
  <inkml:trace contextRef="#ctx0" brushRef="#br0" timeOffset="59570.25">4727 12416 1 0,'-25'-22'83'0,"7"7"411"0,8 4 451 0,-2-1-687 0,0-1-162 0,1 0-78 16,2 0-10-16,3 1 19 0,-1 2 23 0,1-2-6 0,1 1-9 0,1 0-27 16,2 0-22-16,1 1-15 0,3 0-6 0,0-1-11 0,3 1 1 15,1-1 1-15,2 1-5 0,1 0 7 0,1-1-3 0,1 0 5 0,1 1 14 16,-1 1 8-16,2 0 9 0,0 1 5 0,1 0 3 0,1-1 0 0,2 0 2 15,3-1 0-15,0 0 6 0,1 0 0 0,4 1 7 0,0 0 3 16,2 0 3-16,2 0-1 0,4 1-1 0,1 0 2 0,5 0-3 0,2 2-1 16,1 0-4-16,3 1-8 0,0 1 0 0,1 3 1 0,2 1-6 0,0 3 2 15,0 1-4-15,0 2-1 0,-1 1 2 0,2 3-4 0,-1 1-7 16,-1 1-1-16,-2 2 1 0,-1 0 3 0,1 4 8 0,-2 0-3 0,-1 1-2 16,0-1-1-16,-2 1 1 0,-2 1 5 0,0-2 0 0,-2 0 2 15,0 0 0-15,0-3-2 0,-3 2 1 0,0 0 4 0,-3 1-7 0,0-2 4 16,-4 1 2-16,-1 0 1 0,-4-1 4 0,-6-2 0 0,1-1 4 0,-5-1 4 15,-2-1 12-15,-4-1 0 0,-4 0 3 0,-4 0 4 0,-4 1-5 16,-4 1 0-16,-5 1-17 0,-5 0-15 0,-6 3-13 0,-5 1-14 0,-7 2 4 16,-6-1-3-16,-5 3 5 0,-3 0 9 0,-4 0-1 0,-2-1 8 0,-1-2 11 15,0-2 9-15,-1-1 4 0,1 0 5 0,0-1-2 0,0-2-1 16,3-1 4-16,-1-1 2 0,2-3-3 0,3-3-5 0,1-1 4 0,4-2-5 16,4-1 6-16,4-1-4 0,6-2-8 0,3-1-6 0,5-1-14 0,3 1-4 15,5-1-15-15,6 1-6 0,4 0-25 0,4 0-37 0,3 0-33 16,4 1-36-16,5-1-19 0,5-1 6 0,8 0 23 0,8-1 12 0,6-2 21 15,7 0 9-15,6-1-2 0,9-1 1 0,6 0-143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2:24:17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3669 5807 62 0,'-10'-1'25'0,"2"0"12"0,-1 1 2 16,4 0-7-16,2 1-3 0,1 0-9 0,1 1-7 0,1 1-1 0,0 1-4 15,1 1 2-15,0 1 0 0,0 1 0 0,2 1 5 0,0 3 0 0,2 0 3 16,-1 1 1-16,2 0-1 0,1-1-2 0,0 2 1 0,1 1 0 16,0 0 4-16,0 1 3 0,1 0 4 0,2 2-1 0,0 0 1 0,1-1-1 15,1 0 1-15,-1 0 3 0,3 1-2 0,2-2-1 0,2 1-3 0,3-1-2 16,3 0-1-16,1-1 2 0,3 0-2 0,1 1 3 0,6 0-1 16,0-1 1-16,3 1 1 0,2-1 0 0,0 1 5 0,2-2 2 0,3 3 3 15,0-1 2-15,1 0-5 0,-2-1 6 0,5 0 2 0,-2 1 5 16,-1 0 16-16,4 0 1 0,-1-1 3 0,2 0 2 0,2 0-9 0,0-1-5 15,3-1-10-15,0 0-12 0,3-1-7 0,1 0-10 0,1-2 1 0,3-1-1 16,2-2 0-16,2-3-1 0,0-1-8 0,4-1 1 0,0-1-4 16,3-2-1-16,1-1 5 0,0-3-3 0,3-1 3 0,0-2-3 0,-3 0-3 15,2-2 6-15,-3-1-10 0,0 1 8 0,0-3 5 0,0-1-2 0,-1 0 7 16,0-2 2-16,-2-1 8 0,1 0 11 0,1-3 7 0,-1 2 2 16,-1-2-1-16,-1-1-5 0,-1 1 0 0,0-1-5 0,0-1-5 0,-2 0-4 15,0 0 1-15,-2 0-4 0,-1-2-7 0,-1 0-1 0,0-3-8 0,-2-1 0 16,-2 0 3-16,1-3-6 0,-2 3 5 0,-3-1-4 0,-1-1 8 15,-4-2-1-15,-2 0-2 0,-3-2-1 0,0-1 0 0,-3 0 7 0,-4-2-1 16,-3 1 9-16,-4-1-6 0,-2-1 0 0,-4 2 5 0,-3-1-4 16,-1-1 1-16,-4-1 4 0,-3-2-2 0,-2 1 0 0,-4-1 3 0,-1 1-1 15,-5-1-4-15,-4-1-4 0,-5 1 6 0,-4-3 0 0,-5 0-1 0,-3 0-2 16,-4-2-16-16,-6 0-2 0,-4-1-7 0,-6 0 5 16,-6 0 1-16,-4-1-6 0,-4 2 7 0,-3-1 0 0,-3 2-6 0,-2 1 9 0,-2-1 2 15,-2 2-2-15,-2-1 12 0,-2 0-5 0,-3 0-2 0,0 3-5 16,-4-1-1-16,-1-2 0 0,-2 2-7 0,-3 2 6 0,0 1 8 0,-2 3-11 15,-4 2 4-15,-1 0-4 0,-4 4-6 0,-2 2 9 0,-4 2-2 0,-2 1 1 16,-2 1 0-16,-2 0-8 0,-3 1 3 0,-1 3 1 0,-4 2 3 16,-5 3 1-16,0 6 0 0,-3 3-2 0,0 5 4 0,-1 4 3 0,0 4-5 15,0 4 3-15,-1 5 2 0,2 2-2 0,1 3 0 0,2 4 4 0,3 2-5 16,5 3-11-16,0 3 5 0,6 3 7 0,4 1 2 0,1 4 8 16,6 2-1-16,2 3-14 0,4 3-5 0,4 4-1 0,1 0-4 0,5 2-4 15,4 1-2-15,1 1-9 0,4 3-15 0,6-1 13 0,3 2-13 0,7 0-13 16,4 0-27-16,5 2-103 0,6 0-91 0,4-1-62 0,6 0-20 15,5-1 35-15,3 0 35 0,4 1-13 0,3 0-38 0</inkml:trace>
  <inkml:trace contextRef="#ctx0" brushRef="#br0" timeOffset="8867.2">15549 6749 621 0,'-26'-11'57'0,"1"0"-41"0,-4-3 6 0,9 4 7 0,6 3 2 0,2 0-5 16,0 2-9-16,3 0-9 0,1 0-2 0,0 1-5 0,2 1 0 15,1-1 0-15,0 1-3 0,2 1 2 0,1-1-1 0,0 2-3 0,2-1-4 16,0 0-2-16,1 0 0 0,0-2-2 0,2 0 3 0,2-1 2 0,2-2-1 16,2 0 2-16,1-4 1 0,3-2-2 0,3-1 3 0,3-2-3 15,3 0 1-15,3-3 1 0,2-1 2 0,3 0 4 0,0 0 0 0,-1 1 3 16,1 2-2-16,-1 1 5 0,0 2-1 0,-2 1 1 0,1 2 3 16,-2 2 3-16,1 1 6 0,-3 2 3 0,2 1 3 0,1 0 0 0,3-1-3 15,1-1-1-15,2 1-3 0,-1 1-1 0,3 1-1 0,1 2-5 0,3-1-4 16,1 1-3-16,2 0 0 0,2 2-1 0,0 1 0 0,2 0-1 15,2 1-4-15,2 1 0 0,1-2-2 0,1 3 1 0,0 0 0 0,0 0 1 16,0 2-5-16,-1 0-3 0,0 1-3 0,-2 1-1 0,-4 1 1 0,0 3 4 16,-4 0 1-16,-2 3 5 0,-3 0 1 0,-1 1-2 0,-5 0 4 15,-2 2-2-15,-2 1 2 0,-3 0 3 0,-4 1 1 0,-3 0 1 0,-6-2 2 16,-2 1 2-16,-2 1 4 0,-4-1 4 0,-1 1 4 0,-3 0 3 0,-2-1 2 16,-3-2 1-16,-2 0 0 0,-1-1 2 0,-3-2-1 0,-3 1-3 15,-2-1-1-15,-1 0-6 0,-3 0-5 0,-2-1-2 0,-1 0-6 0,-5 0-1 16,-1 0 2-16,-5-1-5 0,-2 1-3 0,-4-1 0 0,-3 0-3 15,-1-1 4-15,-4-1 1 0,-1-2-1 0,-3 1 0 0,-4-1 1 0,0-1 1 16,-1-2 8-16,1-1 7 0,3-3 7 0,-2-1 2 0,0 0 0 0,-3 0-2 16,-2 1 2-16,1 0 12 0,0 1 9 0,4-1 9 0,2-1 4 15,2 1 1-15,3-1-5 0,4 0-2 0,3-1-7 0,4 1-10 0,4-1-8 16,4 0-11-16,5-1-5 0,2 1-2 0,4 0-13 0,5-1-5 0,2 2-10 16,4-1-12-16,3 1-16 0,3 0-29 0,3 0-20 0,2 2-13 15,3 0 2-15,3 1 5 0,4 0-4 0,2-1 3 0,5-1-15 0,5-1-5 16,2-2-10-16,6-3-14 0,3-2-2 0,6-4-57 0,7-4 10 15</inkml:trace>
  <inkml:trace contextRef="#ctx0" brushRef="#br0" timeOffset="9767">20360 7372 303 0,'4'5'53'0,"2"1"-36"0,3 3 5 15,4 0 7-15,0 0 3 0,2 0-5 0,2 1-6 0,2 0-1 0,1 0-2 16,4 0 2-16,1 1 0 0,4-2-3 0,2-1 2 0,2 0-1 15,1-1-3-15,2-1 1 0,0 0-2 0,3-2-1 0,0 0 2 0,0-3-4 16,1 1 0-16,-1-2-1 0,1-2-2 0,0 0 2 0,1-1-3 0,-3-2 0 16,2 0-2-16,-1-1 2 0,0-2-6 0,1 0 1 0,0-1 2 15,-2-2-1-15,2-2-2 0,-1-1 3 0,2 0-5 0,-2-1-2 0,0-3 2 16,2-2-2-16,-1 0 2 0,0-2-1 0,0-3 4 0,-2 1-1 0,-4-2 2 16,1 0 5-16,-4 1 4 0,-1 0 8 0,-3 1 12 0,-1-1 12 15,-4 1 15-15,-3-3 14 0,-2 1 11 0,-3 2 4 0,-2-1 4 0,-3 2 0 16,-2-1-3-16,-2 0-8 0,-1-1-12 0,-3 0-7 0,-1-1-7 0,-1 0-5 15,-3 1-7-15,-2-1-14 0,-1-1-17 0,-1 0-12 0,-4-2-13 16,0-1-9-16,-3-2-7 0,-1 1-3 0,-4-2-2 0,-2 2 8 0,-2-3 7 16,-3 1 6-16,-2 0 3 0,-1-3-1 0,-2 3 9 0,-2 0 4 15,-2 1 1-15,-4 1 5 0,0 1-8 0,-2 0 1 0,-2 4 6 0,0 2-3 16,-2 1 5-16,-1 5 0 0,-2 0-3 0,0 2 6 0,-2 2 1 0,0 2-9 16,-1 2 3-16,-3 2-7 0,-1 3-6 0,-1 3 5 0,-2 3 1 0,2 2 1 15,0 4 6-15,0 0 0 0,2 3-4 0,1 3-4 0,2 2-4 16,2 4-6-16,0 2 0 0,-2 3-6 0,1 6-5 0,1 2-9 0,-1 5-15 15,2 4-18-15,1 4-11 0,-1 2-23 0,2 4-27 0,0 5-30 16,1 1-53-16,0 5-32 0,1 3-192 0</inkml:trace>
  <inkml:trace contextRef="#ctx0" brushRef="#br0" timeOffset="37269.06">5759 6543 41 0,'-6'-2'43'0,"-1"-1"1"0,-1-1-15 0,1 1-7 16,1 1-7-16,1 0-4 0,-1 1-3 0,1-1-3 0,0 1-3 15,0 0 1-15,0 0-1 0,-2 0 0 0,1 1-2 0,-1 0 2 0,0 0 2 16,-1-1-1-16,-1 1 3 0,1-1-1 0,0 1-2 0,-1-1 5 0,1-1 3 16,-1 1 6-16,1-1 3 0,0 0 4 0,1-1 0 0,1 0 3 15,0 1 2-15,1-1-2 0,1 0 1 0,0 0-5 0,2-1-1 0,0 0-3 16,1 0-4-16,1-1-5 0,1 0-1 0,2 0-3 0,0-2 1 0,3 1 2 16,0-3 1-16,0 2 3 0,3-2-1 0,1-1 0 0,2 1 0 15,1 0 0-15,2-1-4 0,0 0-2 0,2 2 0 0,1-2 0 0,-1 1 1 16,2 0 0-16,1-1 2 0,-1 2-2 0,1 1 0 0,1 1 4 15,0 1-4-15,1-1-2 0,3 1 0 0,0 0-4 0,3-1 0 0,-2 1 2 16,2 0-1-16,-1 1 0 0,1 1-1 0,3 1-1 0,0-1 1 0,0 2 0 16,0 0-1-16,0 0 0 0,1 0-4 0,1 1 2 0,1-1 2 15,0 2-1-15,2-1 2 0,0 1-1 0,1 0 2 0,0 1-3 0,0 2 0 16,2 0 1-16,-2 1-3 0,0 1 3 0,-2 1-1 0,0 0-1 0,-2 1-3 16,-2 0 2-16,2 1 1 0,-4 3 0 0,-1 2 2 0,-2 0 2 15,-2 1 1-15,-2 0 2 0,-2 2-1 0,-1 1 0 0,-1 0-3 0,-3 2 1 16,0 1 1-16,0-1-2 0,-1 2 3 0,-3 1-2 0,-1 0 2 0,-1 3-2 15,-2 0 1-15,0 1 0 0,0 0-2 0,-2-2 2 0,0 0 0 16,-2-1 0-16,0 1-1 0,-2-2 0 0,0-1 1 0,-2-1 0 0,-1-1 1 16,-1-2 1-16,-2 0-2 0,-1-2-1 0,-2-1 2 0,-2-1 3 15,-5-1 0-15,-2-1 6 0,-6 1-3 0,-4-2 0 0,-4 0-1 0,-4 0-2 16,-5-2 0-16,-4 1-4 0,-5-2-2 0,-3 0-2 0,-3 0 1 0,-7-1 0 16,-1-1-4-16,-3 0 3 0,-4 0 3 0,0-2 0 0,-1-1 6 15,0-1 2-15,2-1-1 0,3-2 3 0,4-1-3 0,4-2-2 0,5-3 3 16,5-1-3-16,5-2 1 0,5-1 0 0,7 0-4 0,4-3 2 0,6 0-9 15,5-1-7-15,4 0-4 0,4-1-10 0,4-1 4 0,5-1-6 16,4-1-13-16,5-2-24 0,4-2-26 0,6 1-8 0,3-3-3 0,7 1 9 16,1-1-6-16,5-1-140 0</inkml:trace>
  <inkml:trace contextRef="#ctx0" brushRef="#br0" timeOffset="39168.81">22473 6574 802 0,'-5'-6'199'0,"1"2"-173"16,-1-2-21-16,2 0 6 0,1 1 9 0,1-1 4 0,0 1 1 0,0 0-11 15,1-1-7-15,-1 1-5 0,1 0-1 0,1 0-1 0,1 1 0 16,0 1-1-16,3 0 4 0,0 0 12 0,0 0 5 0,1-1 0 0,2 1-5 16,2 0-7-16,2 1 0 0,2 0-2 0,2 1 13 0,2 1 15 0,2 0 19 15,1 2 26-15,2 0 22 0,-1 1 22 0,0 1 18 0,1-1 12 16,0 1-6-16,-1 0-16 0,0-1-18 0,1 2-28 0,1 0-13 0,2 0-6 16,1 0-9-16,2-1-1 0,0 0 1 0,1-1-1 0,-1 0-5 0,3-2 3 15,0 0-4-15,3-1-11 0,1 0-5 0,2-2-6 0,-1-1-8 16,2-1-2-16,0-2-6 0,0-2-4 0,1-1 3 0,0-1 1 0,0-2-1 15,2-2-1-15,0-2-6 0,0 0-1 0,-3-2-8 0,0-1 5 0,-3 0 3 16,-1 1-3-16,-2-2 9 0,-3 0-23 0,-3 0-19 0,-4-2-24 16,-4 0-20-16,-4 0 4 0,-2-1-14 0,-4 1-14 0,-3-2-15 0,-5 1-25 15,-2 0 2-15,-4-2-9 0,-3-1-4 0,-3 0 3 0,-4 0 7 16,-1 2 26-16,-4 1 31 0,-2 1 26 0,-2 1 24 0,-2 1 13 0,-1 0 7 16,-1 1 4-16,-1 0-2 0,0 2-5 0,-2 1 6 0,-1 1 2 0,-3 0 13 15,-1 2 15-15,0 1 10 0,0 2 10 0,1 1-4 0,-2 2-4 16,0 1-4-16,0 2-11 0,-2 2 4 0,1 3-1 0,0 2 2 0,-1 2-2 15,2 1 7-15,-1 2 7 0,3 2 6 0,2 1 10 0,1 4-4 0,1 1-2 16,0 2-5-16,3 1-3 0,0 2 7 0,5 1 8 0,5 0 12 16,3 1 10-16,4 1 4 0,5-1-9 0,5 2-7 0,3 1-13 0,5 2-5 15,5 0 4-15,6 2 2 0,3-1 4 0,8 1-5 0,3 0-7 0,6 2-15 16,2-1-7-16,1 2-10 0,4-2-15 0,1 2 8 0,2-2-8 16,2 0 3-16,0 0 8 0,2 0-6 0,-2-2 6 0,0-2-5 0,-1-1 1 15,1-1 4-15,0-1-5 0,-1-1 4 0,-3 0-2 0,-2-1-3 16,0-2 3-16,1-2-2 0,-2-1 2 0,-2-3-3 0,-1 0-2 0,-2-2-1 15,-2-2-1-15,-1-1-2 0,-2-1-10 0,-2-3-12 0,-2 0-19 0,0-2-19 16,-3-1-66-16,-2-1-2 0,-2-1-8 0,-5-2-23 0,0-4 7 16,-1-2-84-16,-2-4-53 0,-3-4-3 0,0-2 40 0,-2-2 68 0,0-5 30 15,-3-3-46-15</inkml:trace>
  <inkml:trace contextRef="#ctx0" brushRef="#br0" timeOffset="39386.03">24250 6409 231 0,'-13'-24'102'0,"-2"0"-17"0,-4-8-3 0,2 6-4 0,1 2-7 0,-1 3-9 15,-2 0-8-15,2 1-9 0,-2 0-13 0,1 2-10 0,1 1-12 16,2 0-6-16,-2 3-2 0,1-2-3 0,-2 3 7 0,1 1 11 0,-1 1 27 15,0 4 35-15,2-1 32 0,0 0 30 0,1 2 14 0,0 0 3 0,1 1 0 16,0 2 0-16,0 1-5 0,1 0-9 0,1 2-10 0,1 1-24 16,-1 0-18-16,1 1-14 0,0 3-17 0,1 0-7 0,0 2-13 0,-1 2-6 15,0 2-6-15,-1 1-2 0,-1 3 3 0,0 2-4 0,-4 2-1 0,0 2-3 16,-2 3-10-16,-2 2 0 0,-2 4-5 0,-3 1-5 0,-5 5 1 16,-2 0-5-16,-4 4 1 0,-1 2-3 0,-2 2 2 0,-2 1 4 0,-1 2-2 15,0-2 2-15,-1 0-7 0,3-1-6 0,2-1-16 0,1-4-25 0,4-2-37 16,2 0-37-16,4-3-35 0,2 0-30 0,5-5-40 0,1-1-32 15,4-4-18-15,3-3-4 0,3-2 23 0,1-4 33 0,2-2 27 0,0-1-58 16,-1 1-14-16</inkml:trace>
  <inkml:trace contextRef="#ctx0" brushRef="#br0" timeOffset="39452.8">22737 6994 293 0,'-17'-13'60'0,"-1"-3"-48"0,-4-6-12 16,1 3-6-16,4 0-5 0,-2 1-14 0,-2 0-11 0,2-1-14 16,-3 1-19-16,-1 0-1 0,-1 2 10 0</inkml:trace>
  <inkml:trace contextRef="#ctx0" brushRef="#br0" timeOffset="39818.69">22440 6750 52 0,'-57'-37'82'0,"17"11"47"0,1 1 18 16,6 3 38-16,3 1 22 0,2-2 8 0,1 0 3 0,3-2-15 0,2-3-31 15,2 0-19-15,1-5-24 0,1 0-18 0,3-1-11 0,1-2-14 0,4-1-11 16,0 0-6-16,3-1-18 0,2 1-8 0,3 2-6 0,3 2-1 16,2 4 3-16,4 0-2 0,3 3-5 0,0 2 4 0,7 1 1 0,1 1 4 15,3 0 0-15,5 4-8 0,3 0-8 0,5-1-2 0,4 1-1 0,5-2-2 16,2 1 0-16,3-1 0 0,6 1-6 0,4-2-4 0,5 0-7 16,5 1 6-16,2-2-2 0,5 2 6 0,1-1 1 0,1 0-10 0,4 2 1 15,0 0-4-15,3 1-1 0,2 2 2 0,-1 2-5 0,2 3-1 16,-1 1 3-16,-2 4-5 0,1 2 3 0,-3 3 0 0,-3 5-3 0,-1 4 1 15,-3 5-5-15,-1 5-2 0,-4 5 2 0,-4 7-4 0,-3 4-11 0,-5 6 2 16,-2 9-8-16,-3 6-2 0,-5 7 7 0,-5 8-7 0,-3 6-13 16,-4 5-11-16,-5 4-12 0,-5 3-17 0,-5 3 5 0,-3 1 2 15,-5 4-22-15,-5 0 18 0,-7 0 11 0,-6 1 19 0,-5-5 49 0,-6-5 27 0,-2-7 14 16,-6-8 25-16,-4-4 8 0,-5-5 3 0,-8-3 2 0,-6-3-11 16,-7-3-9-16,-7 0-4 0,-7-5-10 0,-6-4 1 0,-6-3 1 0,-5-4-4 15,-5-3-1-15,-4-4-4 0,-2-5-6 0,-3-3-5 0,-3-5 1 16,-2-3-6-16,-1-5-11 0,-4-3 8 0,4-6 2 0,2-4 10 0,2-7 12 15,3-3 0-15,4-6 3 0,4-6 1 0,5-5-3 0,3-9-8 0,7-5-8 16,6-7-2-16,5-7-5 0,6-6 3 0,6-8-4 0,4-9-11 16,6-6-8-16,6-8-6 0,7-4-7 0,6-1-9 0,9-2-2 0,7 6 4 15,8 5-1-15,7 12 8 0,4 7 0 0,2 10-5 0,3 7 9 0,0 3-10 16,4 5-25-16,2 2-31 0,0 2-54 0,5 1-75 0,0 1-83 16,4 0-132-16,2-2-196 0,3-3-266 0</inkml:trace>
  <inkml:trace contextRef="#ctx0" brushRef="#br0" timeOffset="76204.64">14373 11370 1721 0,'-7'-2'171'0,"2"1"4"0,0 0-49 0,3 0-16 0,2 0-36 0,1 0-25 16,0 1-22-16,0-1-9 0,1 1-8 0,0 0 4 0,0 1-4 16,0 0-2-16,1 0-13 0,-1 1-3 0,1-1 2 0,0 1 0 0,0 2 3 15,0 0 1-15,0 0-7 0,0 0-7 0,-1-1-2 0,1 1-15 16,-2 0-3-16,1 0-26 0,-1 0-19 0,0-1-27 0,-1 0-35 0,0 0-33 16,0 0-61-16,-1-1-59 0,0 0-7 0,0 0 12 0,-1 0 37 0,-1-1-93 15</inkml:trace>
  <inkml:trace contextRef="#ctx0" brushRef="#br0" timeOffset="76621.39">15403 10894 2126 0,'-7'-10'399'15,"0"2"-324"-15,-1 0-18 0,4 3-20 0,2 2-11 0,2 1-13 0,1-1-13 16,2 1-9-16,1-1-1 0,1 0 0 0,1 0-4 0,-1 0 7 16,-3 1-4-16,1 0-5 0,-2 0-5 0,-1 0-16 0,-3 0-4 0,0 0-10 15,-3-1-3-15,-3 0 3 0,-3 1 2 0,-4 0 6 0,-3 2 4 0,-4 2 8 16,-4 2 13-16,-1 2 6 0,-1 1 8 0,-2 0 10 0,-3 3-1 15,0 2 15-15,-3 2 8 0,3 1 5 0,2 1 13 0,-1 2 6 0,3 1 2 16,1 2-1-16,3 3-9 0,2 3-10 0,2 3-11 0,5 1-7 16,1 1-3-16,4 1-2 0,4 1-3 0,2 0-2 0,3-1-4 0,4 0 8 15,2-1-7-15,3-2-10 0,4-1 6 0,2-3 1 0,4-2 9 0,2-1 9 16,4-2-3-16,1-2-9 0,5-1-6 0,0-2 5 0,-1 0 2 16,2-1-4-16,-2-1 0 0,0-3-1 0,-1 0-4 0,1-1 5 0,-2-1 1 15,0-1-11-15,-1 0 1 0,-3 0-11 0,0-3-5 0,1-1-14 16,-2-2-26-16,1-1-53 0,1-2-95 0,-4-3-76 0,1-2-95 0,0-3-54 15,-2-3 18-15,2-3-161 0</inkml:trace>
  <inkml:trace contextRef="#ctx0" brushRef="#br0" timeOffset="77020.91">16163 10882 2400 0,'-5'-9'177'0,"1"1"-53"0,0-2-50 0,2 2-20 0,1 1-19 0,1 1-16 16,0 1-13-16,2 1-9 0,-1 1-4 0,0 2-13 0,-1 1-7 0,-1 1-6 16,-1 2-8-16,-3 2-5 0,-3 1 3 0,-2 0 2 0,-4 3 8 15,-4 1 7-15,-2 1-1 0,-1 1 7 0,-4 1 1 0,1-1 8 0,-4 1 8 16,0 0 2-16,0-1 5 0,-1-1 3 0,4 0-3 0,1 0 9 16,2-1-5-16,0 1 1 0,2-1 5 0,4 0-1 0,3-2 1 0,1 1-3 15,3-1-1-15,2 1-7 0,2 1 0 0,3 0-3 0,3 0 0 0,2 1-1 16,3 1-4-16,3 0 5 0,4 1-3 0,5 0 3 0,1 0 0 15,5 1 0-15,2-2 0 0,4 0 0 0,1-1 0 0,4 0 1 0,1 0-2 16,1 0 1-16,-2 0 1 0,-2-1-1 0,0 0 8 0,-4 0-1 16,0 0 2-16,-2 0 4 0,-4-1-2 0,-1-1 0 0,-3 0-1 0,-4 0-5 15,-3 0-2-15,-2-1 2 0,-1 0-2 0,-4 1 4 0,-1-1-7 0,-3 1-13 16,-3-1 0-16,-1 1-8 0,-3 0 5 0,-3 2 6 0,-2 0-9 16,-2-1-1-16,-2 0-14 0,-4-2-3 0,-2-1-2 0,0-1 2 0,-2 0 1 15,-1-1 7-15,3 0 4 0,0-1-1 0,0 0-5 0,3 0-18 0,0-1-13 16,1 1-20-16,1 0-28 0,3 0-24 0,-2 0-23 0,1 1-16 15,1-1-16-15,2 0-1 0,0 1-3 0,4-2 12 0,1 0 27 0,4 0 25 16,2-1 25-16,4 1 18 0,1-2 15 0,4-1-5 0,3-3-27 16</inkml:trace>
  <inkml:trace contextRef="#ctx0" brushRef="#br0" timeOffset="77270.87">16716 11135 585 0,'4'-12'225'0,"1"0"-34"0,2-5 3 0,-2 2-5 15,-2 1-23-15,2 1-31 0,-1 1-28 0,-1 1-16 0,0 2-17 0,-1 0-10 16,0 1-6-16,0 2-5 0,0 2-5 0,-1 1-12 0,-1 2 0 0,1 1-5 16,-1 2 5-16,1 1 9 0,0 2-2 0,0 4 0 0,1 2-2 15,0 3-1-15,0 4-3 0,1 4-1 0,1 1-12 0,1 3 0 0,0 0 4 16,1 2-5-16,0 0 6 0,1 1-5 0,2-1-7 0,0-1-7 16,2-1 0-16,2-3-5 0,0-1-14 0,3-2 4 0,2-3-11 0,0-2 9 15,2-1 17-15,0-1 2 0,0-4 1 0,-1-4-3 0,0-2 3 0,2-3 2 16,-2-3 7-16,2-3 0 0,0-6-9 0,-1-3-1 0,3-5 3 15,3-3-8-15,2-5-6 0,3-3-19 0,1-4-43 0,0-2-25 0,2-2-26 16,0 0-31-16,0-2-24 0,1-3-36 0,0-2-60 0,-3-2-55 0,2-3-51 16,-3-3-17-16,0-3-88 0</inkml:trace>
  <inkml:trace contextRef="#ctx0" brushRef="#br0" timeOffset="78138.05">14270 10854 1667 0,'5'-12'161'0,"1"0"-91"0,5-5-15 0,2 3-25 0,5 0-13 15,5 0-7-15,4 1-1 0,4 0-2 0,3-2 7 0,7 1 2 16,2-5-9-16,4-2 2 0,4-1-4 0,2-2 4 0,2-1-5 0,5 0-1 16,1-1 1-16,2-1-2 0,5-1 1 0,3-1 1 0,3-3 0 0,4 0-5 15,1-1 7-15,6 1-4 0,3-1 1 0,4 1 2 0,3 1-7 16,1 1 5-16,3 0-10 0,1 4 10 0,3-1 3 0,3 3-6 0,1 4 11 16,1 1-14-16,-1 3-1 0,-2 4 5 0,1 3-5 0,-2 3 4 15,-2 4-1-15,0 4-4 0,0 4 8 0,-2 3-4 0,2 3 2 0,2 4 1 16,-1 3-7-16,0 2 1 0,1 3 1 0,-2 2-3 0,-1 0 1 15,0 3 5-15,-2 1-2 0,-1 1 1 0,-1-1-4 0,-2 2-3 0,-1-1-1 16,-5 4 2-16,-2-1 1 0,-5 2 4 0,-4 1-1 0,-5-1-2 0,-4 4-7 16,-4 0-4-16,-5 1 5 0,-5 2-3 0,-3 0 7 0,-5 1 6 15,-3 0 1-15,-4 2 9 0,-4-1 4 0,-2 0-3 0,-5 2-10 0,-4 3-4 16,-5 2-13-16,-6 3 3 0,-5 2 4 0,-6 1-8 0,-5 2 10 0,-6 1 4 16,-6 2-6-16,-8-1 0 0,-6 2-20 0,-7-1-20 0,-8-2-5 15,-9 0 5-15,-7-4 19 0,-10-2 17 0,-7-2 12 0,-7-3 10 0,-6-2 1 16,-6-2 8-16,-5-4 5 0,-7-1 2 0,-4-1 9 0,-1-3-2 0,-3 0-3 15,1-2-1-15,-1-2-2 0,-3-1 0 0,-2-2-3 0,-2-1-4 16,-4-1-3-16,-3-2-3 0,-4-1 2 0,-3-2-2 0,-3-1-5 0,-7-1 0 16,-6-2-7-16,-6 1 6 0,-5-1 7 0,-6-1 1 0,-3 1 8 15,-3-3-1-15,2-3 8 0,2-6 15 0,5-4 18 0,5-5 19 0,5-3 11 16,4-5 3-16,6-6 5 0,2-4-16 0,5-2 4 0,5-4-20 0,0-5-13 16,3-5 3-16,3-4-15 0,2-3 2 0,6-5-10 0,6-3-5 15,7-2-9-15,7-1-11 0,11-1-5 0,8 2-17 0,10 0-12 0,9 2 1 16,11 4-10-16,9 2-7 0,9 3-6 0,11-1-28 0,7 2-25 0,10 0-25 15,9-3-29-15,9-2-45 0,9-3-78 0,11-2-74 0,9-3-87 16,8-2-19-16,9-4-178 0</inkml:trace>
  <inkml:trace contextRef="#ctx0" brushRef="#br0" timeOffset="98972.33">17122 9113 97 0,'-3'-2'46'0,"0"1"10"0,0-1-16 16,1 2-18-16,0-1-7 0,2 1-9 0,0 0-3 0,0 1-1 15,2-1-3-15,-1 1 1 0,2 0-1 0,-1-1-1 0,1 1 3 0,0 0-1 16,1 0 1-16,-1 0-3 0,0 0 0 0,1-1-2 0,-2 2-1 0,0-2 5 16,0 0 3-16,-2 0 2 0,0-1 1 0,-1 0 0 0,-1 0-2 15,0-1-2-15,0 0 1 0,-2 0 0 0,-1 0 2 0,1-1 4 0,-1 0 3 16,1 0 2-16,0 0-3 0,0-1-1 0,1 0-3 0,-1-1 1 0,1 0 0 16,1-1 0-16,1 1-2 0,-1-1 1 0,2 0 0 0,0 0 1 15,0-2 2-15,1-1 2 0,1 1 3 0,-1-1 2 0,2 2 2 0,0-1 0 16,2 0 2-16,0-1 1 0,2 1-2 0,1 0-2 0,1 0-4 15,2 0-1-15,2 0-3 0,2 0 0 0,3-1 0 0,-1 1-5 0,1 0-2 16,-1 2-2-16,1 0-2 0,1 0 1 0,-2 2-1 0,1 2 0 0,0 1 1 16,-1 0-1-16,0 2 2 0,-1 0-3 0,-1 3 0 0,-3 2 0 15,1 0 0-15,-1 2 2 0,-2 2 0 0,0 0 0 0,-2 1 0 0,-2-1 0 16,-3 3 1-16,0 0 2 0,-3 1-1 0,-2 1 0 0,0-1 0 0,-3 1-1 16,-2-1 0-16,-2 0-1 0,-3-1 1 0,-2 1 0 0,-2 0-3 15,-2 1 2-15,-4-2 0 0,-1 1 2 0,-2-1 3 0,-2 1 0 0,1-2 1 16,-3-1 2-16,-1-2 2 0,-1-1 3 0,1-1 3 0,2-3-1 0,1 0 6 15,2-3 5-15,1-1 2 0,0-1 2 0,2-2-1 0,3-2-3 16,1-2 0-16,4-1-2 0,0-3-4 0,2 1 1 0,2-3-3 0,0-1 0 16,4 1 1-16,0-1 2 0,3-1 0 0,1-2 0 0,1 0-5 15,1 0-3-15,1-1-2 0,3-1-2 0,2 0-3 0,2 1-5 0,4 0-1 16,-1 2-4-16,4 1 4 0,0 1 0 0,1 1-3 0,1 1 4 0,1 1 0 16,1 4 6-16,0-1-4 0,-1 2-1 0,0 1-1 0,1 1-3 15,0 2 4-15,1 2-3 0,1 1-1 0,-1 2-3 0,3 0-3 0,-2 2-5 16,0 2 5-16,-1 1-2 0,0 2 6 0,-1 2 3 0,0 0-1 0,1 0 1 15,-2 1 0-15,1-2 1 0,-1 1-1 0,-2 0 4 0,-1-1-3 16,-1-1 2-16,-1-1-1 0,-3 0 0 0,-2-2 6 0,-2 1-3 0,-3-2 4 16,-1 0 5-16,-2-2 5 0,-3 1-1 0,-2-1 1 0,-1 1-3 15,-5 0-7-15,-2 1 0 0,-2 0-3 0,-3 2-4 0,-1-1-2 0,-5 1-5 16,0 0-2-16,-4-1 0 0,0 1-2 0,0-2 5 0,-1 0 2 0,0 0 5 16,0-2 3-16,3 0-1 0,1-2 1 0,3-1-1 0,2-1-3 15,2-2 0-15,2 0 3 0,3-3-3 0,2 1 1 0,2-2-4 0,4-1-5 16,2 1 1-16,2-3-5 0,2 0 2 0,2-1-1 0,2 1-2 0,3 0 5 15,2 0-2-15,0 2 6 0,1-1 3 0,0 0 2 0,0 1 4 16,2 0-1-16,0 0 1 0,1 0 3 0,0 1-3 0,2 2 0 0,0-1-1 16,0 1-3-16,2 1 0 0,-1 1 0 0,-2 1-2 15,0 1 1-15,0 1-1 0,-1 0 0 0,-1 2 1 0,-2 1-4 0,0 1 3 0,-2-2 0 16,0 3 1-16,-1-2-1 0,-2 2 0 0,0 0-2 0,-2-1-1 0,0 0 3 16,-1-1 0-16,-1 1 0 0,0-1-2 0,-2 0-5 0,-1-1-12 15,-1 1-13-15,0-1-37 0,-1-1-34 0,1 0-33 0,0 1-36 0,0-1-21 16,0 0-173-16</inkml:trace>
  <inkml:trace contextRef="#ctx0" brushRef="#br0" timeOffset="99525.64">13887 7648 12 0,'-6'6'18'0,"1"0"12"16,1 0 2-16,2 2-10 0,1 1-6 0,1 0-5 0,0 0-7 0,1 1 0 16,2 0-8-16,0-1-13 0,2 1-22 0,2 0-27 0</inkml:trace>
  <inkml:trace contextRef="#ctx0" brushRef="#br0" timeOffset="99705.6">13900 7859 420 0,'-18'-2'17'0,"2"0"12"0,-3 2 3 0,5 2-1 0,6 1-12 0,1 2-9 16,3 0-5-16,1 1-6 0,0 2 0 0,2 1-1 0,2 2-3 0,1 0-10 16,2 1-22-16,3 1-30 0,1 0-27 0,3-1-130 0</inkml:trace>
  <inkml:trace contextRef="#ctx0" brushRef="#br0" timeOffset="99872.56">14003 7975 611 0,'-24'-3'-57'0,"0"2"89"0,-2-1-5 15,7 2 0-15,7 2-14 0,4 0-7 0,2 2-8 0,2 0 0 16,2 2-1-16,0 1 0 0,2 0-5 0,2 2-11 0,3 1-21 0,2-1-28 15,1 2-31-15,3 1-26 0,0-1-112 0</inkml:trace>
  <inkml:trace contextRef="#ctx0" brushRef="#br0" timeOffset="103339.77">4131 6384 132 0,'-1'5'42'0,"0"3"-4"0,0 3-10 16,0 0-5-16,0 1-7 0,0 0 1 0,-1 1-8 0,1 1-3 0,-1 1-1 16,-2-1-5-16,2 0-1 0,-2 2-4 0,-2-1-5 0,0 1-6 15,-1-2-19-15,0 1-32 0,-1-1-30 0</inkml:trace>
  <inkml:trace contextRef="#ctx0" brushRef="#br0" timeOffset="105122.68">3859 6735 99 0,'-13'-4'74'0,"0"0"-21"0,-3-1-10 0,6-2-12 16,2 0-10-16,0-1-1 0,2-1-5 0,-1 1-1 0,1-2-2 15,1 0 0-15,0-1-5 0,2-1 0 0,0-1-1 0,1 2-2 0,1-2 0 16,0 0-3-16,0 0 0 0,2 0 0 0,0-1-4 0,0-1 2 0,1 0-1 16,-1 1 2-16,1 0 0 0,-2-1 1 0,0-1 1 0,0 2 1 15,-1 3 2-15,0 0 5 0,-1 0 6 0,1 1 8 0,-1 2 6 0,1 1 5 16,-1 1-1-16,0 2-1 0,1 0 2 0,0 0-1 0,-1 2 1 0,1 0 0 15,1 1-4-15,0 0-3 0,0 1-6 0,0 0-3 0,-1 0-6 16,0 2-1-16,2 0 1 0,-2 2 1 0,1 1 6 0,0 0-2 0,0 4 4 16,0 1-2-16,0 2-2 0,-1 1 1 0,2 2-2 0,-1 3 2 15,0 2-1-15,0 1-2 0,1 1-1 0,0 3-2 0,-1 1-3 0,1 4-1 16,-1 0-1-16,-1 2-4 0,0-1 2 0,-1 1 0 0,1-2 3 0,0 2-2 16,-1 0 5-16,0 0-1 0,0-1-4 0,0-1 1 0,0-2-3 15,1 1 11-15,0-3 1 0,0 2 12 0,1-2 3 0,1-1-2 0,0-2 5 16,1-2 0-16,1-2-2 0,1-1-1 0,0-2-2 0,1 0-6 0,1-1 1 15,-1-1-6-15,2-1-1 0,0-1-4 0,-1 1-1 0,1-1 0 16,1 0-3-16,0-1 4 0,1-2-5 0,-1 1 1 0,3 1 1 0,0-1-2 16,2 1 4-16,1 0-2 0,-3-1 0 0,2 0-1 0,1 1-2 15,0-1 1-15,3 1-2 0,0 0-1 0,3-2-2 16,2 1 1-16,1-1 1 0,1 0-2 0,1-2 2 0,2-2-2 0,0 0 2 0,3-2-6 0,0-1 2 16,3-1-2-16,1-1 0 0,2 0 3 0,-1-1-6 0,4-1 2 15,0 0 0-15,1-1-2 0,3 0 4 0,-1 1-3 0,1-1-1 0,2 2 3 16,2 0-3-16,-2 1 2 0,2 1 4 0,-1 0-3 0,3 2 2 0,-1-1 4 15,-1 2-4-15,-1-1 5 0,0 1 0 0,0-1 3 0,1 1 6 16,0 0 2-16,2 1 1 0,1-2 0 0,0 1-3 0,1 0-3 0,-1 0-2 16,3 0-6-16,1-1-1 0,1 0-5 0,2-1-2 0,0 1-1 15,-1-1 4-15,1 0 4 0,1 0 0 0,0-1 0 0,1 1-1 0,0 0-3 16,-1-1 3-16,-1 1-7 0,2 0 1 0,-2 0-1 0,0 1 1 0,0 0 5 16,-1 0 2-16,3 1 3 0,-1-1-2 0,1 0 1 0,0 0-4 15,0 0 5-15,0-1-4 0,1 1 3 0,0-1-1 0,0 0-2 0,0 0-4 16,2-1 4-16,0 0-6 0,0 0-1 0,1 0 11 0,-1 0-9 15,0 0 2-15,1 1 0 0,0-1-5 0,1 0 3 0,0 0 4 0,3 0 3 16,-1-1 2-16,0 0-5 0,2 0 0 0,0 0 3 0,-1-1-7 0,1 0 2 16,0 0-1-16,-3 0-1 0,3 0 5 0,0 0 3 0,0 0 6 15,2-2-5-15,-1 2 9 0,0-2-5 0,1 0-1 0,0 0 8 0,-1-1-6 16,1 1 1-16,-1-1-3 0,0 0-1 0,1 0-3 0,0 0 4 0,-1-1-4 16,2 1 5-16,0-2 0 0,1 1-4 0,1-2 3 0,0 1-4 15,-1-1-1-15,1 0-1 0,-1 0 2 0,2 0-2 0,-1 1 5 0,0-1-4 16,0-1-3-16,1 2 3 0,-2-2-7 0,1 2 11 0,-1-1-1 0,-1 0-2 15,2 0-2-15,0 1-1 0,0 0-1 0,-1 1 4 0,0-1 1 16,0-1 2-16,1 1-3 0,0-1 0 0,1 1-4 0,-1-1-5 0,0 1 1 16,-2 0-5-16,1-1 7 0,1 0 0 0,-1 0 3 0,1 1 7 15,-1 0-4-15,0-1-1 0,-1 0-1 0,-1 1-4 0,0-1 5 0,1 0 1 16,0 0-2-16,0 1 2 0,1 0-3 0,-2 0 3 0,1-1 2 0,1 0-3 16,-1 2 1-16,1-1 0 0,1 2-2 0,-1 1-4 0,1-1 9 15,0 1-5-15,-2 0 2 0,3 1 1 0,0-1-7 0,-2 1-1 0,0 0 2 16,0 0-1-16,-2 1 2 0,2 0 4 0,0 1-4 0,0-1 1 0,0 1 1 15,0 1-1-15,-3 0-1 0,0 0-1 0,0 1 4 0,-1 1-5 16,2-1 2-16,0 2-1 0,-1-1-2 0,1 1 1 0,0 1 0 0,-1-2-3 16,-2 3 1-16,2-1 2 0,-2 2-3 0,1 0 3 0,0 1-2 15,0-1 1-15,2 0 2 0,-1 0 2 0,0-2 1 0,0 1-3 0,-1 1 1 16,1-1-4-16,-1 1 4 0,0 1-4 0,0 0 8 0,-1 0-1 0,-1 0-5 16,-1-1 6-16,0 1-6 0,1-1-1 0,-1 1 2 0,0 0 1 15,0 1-2-15,0 0 3 0,-1-1 0 0,1 1-5 0,0 0 5 0,-1 0 2 16,0 0-6-16,1 0 2 0,-1 0-1 0,2-1 0 0,0 1 0 0,-3 0 2 15,2 0-2-15,-2 0 1 0,2-1 1 0,-1 1-7 0,-1-1 7 16,1 0-4-16,1 0 1 0,1 1 1 0,1-2-10 0,0 0 4 0,0 0 1 16,-1 0 2-16,0 1 2 0,-1-1-1 0,2 1 1 0,2 0 1 0,1 0 1 15,0 0 2-15,1 0-1 0,-1 0-5 0,0-1 0 0,0 1 3 16,-1 0-2-16,1 0 4 0,0 0 1 0,0 1-2 0,2 0 1 0,0 1-1 16,1-1 1-16,1 0-2 0,0 1 5 0,-1-2-4 0,1 0-1 15,3 0 0-15,2 0-1 0,2-1 2 0,-1 1 1 0,2-1 1 0,0 0 0 16,0-1 0-16,2 1 2 0,0-1-1 0,4 0 1 0,0-1-3 0,0-1-4 15,1 0 4-15,-1 0 2 0,2 0 4 0,-1-1 3 0,2 0-2 0,2 0-2 16,-1 0-1-16,0-1 0 0,1 1 2 0,-1-1-2 0,3 0 7 16,-2 0 0-16,1-1 3 0,-2 1 1 0,-1-1-7 0,1 1-1 0,0-1-4 15,1-1-2-15,1 0 2 0,-1 0 0 0,0-1-2 0,-1 0 0 16,-1-1-1-16,0 0 3 0,0 0 0 0,3-1 0 0,-2 0-4 0,2-1 1 16,-3-1 1-16,2-1-1 0,-2 1 6 0,3-2-5 0,-1 2-5 15,3-2 4-15,-2-1-2 0,0-1 0 0,0-1 10 0,-1-1-7 0,1 0 0 16,-1 1 2-16,1-1-5 0,-2 0 3 0,-1-1 1 0,1 0-1 0,-1 0 2 15,-1-1 1-15,-1 1-3 0,-1-2 6 0,-5 1-6 0,-1 2-5 16,1-3-1-16,-3 0-2 0,1 0 0 0,-1 1 15 0,-4-1 8 0,0 1 0 16,-1-2-5-16,-4-1-6 0,-1 1-10 0,-3-2 3 0,-1 1 5 0,0 0-4 15,-3-2-1-15,-2 0 7 0,-1-1-4 0,-3 0 4 0,-2 0 1 16,-1-2-8-16,-4 1 0 0,-3-2 0 0,-1-1-5 0,0-1 3 0,-2-1 1 16,-3 0-4-16,-2-1 0 0,-3 1-5 0,-2-1-2 0,-1-1-2 15,-4 0 5-15,-2-3 3 0,-4 1-12 0,-1-3 5 0,-3 1-2 0,-4-2-3 16,-1 0 10-16,-4-1-8 0,-3-1-5 0,-3 0 0 0,-4-1 5 0,-2 0 3 15,-4-1 2-15,-3-2 3 0,-4 0-1 0,-2-1-2 0,-5-1-4 16,-4 2-2-16,-3-1-8 0,-5 1 0 0,-3 1 13 0,-3 0 6 0,-3 2 1 16,-3-1 2-16,-3 1-3 0,-3 0-4 0,-3 2 6 0,-3 2-4 0,-2 0-4 15,-3 2 6-15,-4-2-8 0,-2 2 0 0,-3-1 7 0,-4 3-10 16,-3 0 9-16,-1 3 1 0,-2 1-8 0,-4 2 7 0,-3 1-5 0,-3 0 4 16,-3 1 3-16,-3 3-3 0,-1 0 1 0,-5 1 1 0,-1 1 1 0,-4 3 4 15,-4 2 2-15,-3 0-1 0,-1 3-1 0,-1 0-5 0,-3 1 0 16,-2 2 2-16,-4 0 2 0,-2 2-4 0,-1 1 2 0,-2 1 1 0,-2 1-3 15,-3 1 2-15,-2 1-5 0,-1 1 1 0,-1 0-1 0,-4 2 1 16,1 1 5-16,-1 0-8 0,-3 3 2 0,-1 1-4 0,3 2 1 0,-5 0 4 16,3 1 1-16,-1-1-1 0,-2 0-4 0,0 1 0 0,0 0-1 0,0 0 6 15,-2-1 2-15,3 1 3 0,-2 0 2 0,1-1 1 0,0 1-1 16,0-1-1-16,-2 1 6 0,0 0-1 0,-2 0 3 0,0-1-2 0,0 2 5 16,0 1-4-16,-2-1-1 0,0 0 2 0,-2 0-3 0,0-2 0 15,-2 1 4-15,1-2 2 0,0 0 1 0,-1 0 1 0,1-1-5 0,0-2-1 16,1 1 0-16,0-2-2 0,1-2 4 0,0 1 4 0,0-1-8 0,-1 0 2 15,0-1 0-15,1 0-6 0,0-3 1 0,3 0 0 0,0 0 0 16,0-2 0-16,-1 0 7 0,-1-1 3 0,0-2 1 0,0 0-1 0,1-1-7 16,1 0 1-16,0-1-1 0,-1 0 5 0,2 0 0 0,-1-2 0 0,2 1-2 15,-2-3-5-15,-1 0 1 0,0 0-1 0,0 0 3 0,1 0 2 16,2-1-4-16,-1 1 2 0,1-1-2 0,-1-1 2 0,1 1 1 0,1 1-2 16,1-2 1-16,0 1-4 0,1-1 2 0,-1 0 8 0,1 1 1 0,2 1 1 15,-1 0 0-15,2 2-6 0,1-1 3 0,0 0 6 0,0 1 0 16,1-2 2-16,4 1-2 0,1 0 0 0,6-1 2 0,-2 2 3 0,2-1-1 15,1 0-2-15,3 0 2 0,5-1-1 0,0 2 0 0,3 0 1 16,0 1 0-16,1 2 1 0,2 0 0 0,0 0-1 0,2 1-2 0,0 1-5 16,1 1 2-16,0 2-4 0,0 0-4 0,1 1-2 0,3 1-3 0,-1 0 1 15,0 1 1-15,0-1 0 0,2 2 2 0,2 0-1 0,2 0-4 16,-1 1 3-16,-2-1-2 0,4 1 1 0,0 0-2 0,3-1 0 0,4 1-6 16,-1 0 1-16,-1 1 8 0,2 1-3 0,0 1 0 0,-1 3-7 0,1-1-4 15,-2 2-7-15,1 0-3 0,2 2-6 0,1 3-10 0,-1 2-4 16,2 1-16-16,1 2-20 0,-1 0-35 0,3 2-48 0,-3 5-58 0,-1 2-39 15,-3 5-16-15,-1 5-6 0,1 2-4 0,-3 5-40 0,3 3-75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2:59:46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12069 11917 1 0,'6'83'296'0,"-6"-23"740"0,-3 6 725 0,-7-31-1579 0,-3-3-157 15,1 10-19-15,1 11-3 0,1 8-14 0,1 6-8 0,1 3-13 0,1 1-27 16,0 1-1-16,0-1-9 0,-3-3-3 0,-2-5 2 0,-2-2 3 16,-2-4 9-16,-2-2 8 0,-2-4 14 0,-1-3 7 0,-1-1 21 0,-1-5 8 15,-1 0 8-15,-1-4 8 0,0-3-9 0,1-2 8 0,-1-5-1 16,3-1 3-16,0-3 7 0,0-3-1 0,2-2-1 0,0-3 1 0,2-3-1 15,1-2 8-15,4-3-1 0,1-1-7 0,3-2-5 0,2-1-9 0,3-1-1 16,2-1-2-16,3 2-5 0,3 0 2 0,3 1 5 0,4 2 6 0,2 0 3 16,4 1-4-16,5-1 1 0,3 0 0 0,4 0 7 0,5-2 3 15,3 0-2-15,5-1 3 0,3-2-8 0,4-1 0 0,1-2 0 0,3-1 1 16,2-3 8-16,2-2-3 0,2-1 6 0,1-5 5 0,1-2 3 16,-2-3 5-16,1-3 1 0,0-4-5 0,-1-2 13 0,-1-5 0 0,-2-2-1 15,-1-2-2-15,-1-3-9 0,-2-1-9 0,-1-2-2 0,-2 0-1 16,-4 2-10-16,0-2 7 0,-2 1-6 0,-2-1-3 0,-1-2 5 0,-5 0-9 15,-1 1 4-15,-5 1 0 0,-2 0-5 0,-4 1 9 0,-3-1-4 16,-2 2-6-16,-6-1-4 0,-3 1 1 0,-5 0 1 0,-4-1 6 0,-5-1 2 16,-6-1-10-16,-4-3 2 0,-7-4-2 0,-4 0-4 0,-6-4-2 0,-5 2-6 15,-7-3-14-15,-4-1 12 0,-4-1 2 0,-6 0-7 0,-4 1 15 16,-4 2-6-16,-2-1 2 0,-2 4 12 16,0 2-2-16,2 6 13 0,-2 7 9 0,3 6-4 0,2 6 0 0,2 3-16 0,1 5-2 0,1 6 0 0,4 3 0 15,2 4-4-15,4 4-4 0,2 3-2 0,3 3 2 0,4 4 2 16,1 3-8-16,2 4 4 0,2 2-18 0,3 5-4 0,3 2 2 0,0 6-1 15,5 3-1-15,0 5-15 0,4 0-10 0,1 1-26 0,2 0-28 0,4 0-33 16,5 0-51-16,3-1-64 0,5-2-55 0,4-2-72 0,4-1-163 16,5-2-644-16</inkml:trace>
  <inkml:trace contextRef="#ctx0" brushRef="#br0" timeOffset="281.29">14122 12314 2738 0,'3'17'1161'0,"1"4"-1126"16,1 9-29-16,0 4 2 0,2 3-8 0,1 5-4 0,4 8 2 16,1 5-10-16,1 6-7 0,0 3-11 0,-3 2 5 0,-2 1 6 0,-4 3 3 15,-4 2 5-15,-1 4-5 0,-1 4 1 0,-2 0-1 0,1 5-1 0,0 0-9 16,1 1-22-16,2 0-1 0,-1-2-11 0,2 2-49 0,2 1-1 15,1 3 12-15,0-2 16 0,3-1 49 0,-1-5-4 0,1-7-8 0,0-6-20 16,-1-5-25-16,-1-6-26 0,1-5-34 0,0-5-17 0,0-7 7 0,1-7 8 16,0-6 4-16,1-8-15 0,0-8-20 0,0-5-22 0,1-7 17 15,0-7 18-15,0-5 12 0,-1-10 24 0,-1-7-20 0,-2-10-94 0,-2-9-78 16</inkml:trace>
  <inkml:trace contextRef="#ctx0" brushRef="#br0" timeOffset="573.47">14016 12685 2393 0,'-1'-12'146'0,"2"-1"-21"16,1-5-3-16,4-2-20 0,3 0-26 0,5-3-28 0,4-1-21 15,5-1-8-15,4-1 2 0,2 1-2 0,3 0 4 0,2 1-2 0,2 3-2 16,3 1-5-16,1 1-4 0,0 4 3 0,3 0 3 0,-1 3 2 16,0 3 5-16,1 2 3 0,-1 2-6 0,0 2 0 0,0 2 2 0,0 1-2 15,-2 2 3-15,0 2-1 0,-4 1-4 0,-2 3 6 0,-1 2 0 0,-4 2 0 16,-3 0 4-16,-4 1 0 0,-6 1 2 0,-3 0 7 0,-4 1 1 15,-3-2-4-15,-5 4 6 0,-2 1-8 0,-4 3 3 0,-4 1 2 16,-4 4-6-16,-4 0-16 0,-5 4-5 0,-2 1-6 0,-4 1 4 0,-4 0 0 16,0 1 5-16,-2-1-7 0,1 1-14 0,-2-2 8 0,-2-1-8 0,2-2-3 15,1 0 5-15,4-3-12 0,0 1 1 0,5-1 1 0,1-2-17 0,2-1-13 16,6-2-15-16,1-3-17 0,3 1-17 0,3-1-30 0,2-3-41 0,3 0-46 16,3 0-54-16,2-1-48 0,1 0-93 0,4-1-163 0,3-2-438 15</inkml:trace>
  <inkml:trace contextRef="#ctx0" brushRef="#br0" timeOffset="812.18">15792 12588 3655 0,'28'4'99'0,"4"0"-43"15,13 0 13-15,4 0-2 0,2-2-22 0,5-2-21 0,4-1-22 0,4-2-10 16,3-2 6-16,0 0 0 0,-2-2-10 0,-1 0 2 0,-1-1-9 15,-3 0-5-15,-1 0 6 0,-2 0-7 0,-2 0 2 0,-2 0 5 0,-1-1-1 16,-1 0 9-16,-1 0-4 0,-1-1 9 0,-1 1 3 0,-2-1 4 0,-2-1 0 16,0-1 1-16,-1 0-6 0,-2 0-1 0,-2 0 4 0,-1-2-12 15,-3 0 1-15,0-2-14 0,-2-1-15 0,0-1-10 0,-4 0-14 0,0-1-9 16,-2-1-21-16,-2-1-26 0,-2-1-22 0,-2-4-28 0,-2 0-16 0,-4-3-19 16,0-2-25-16,-2 2-42 0,-4-4-84 0,-2 1-120 0,-4-2-409 15</inkml:trace>
  <inkml:trace contextRef="#ctx0" brushRef="#br0" timeOffset="973.76">17061 11541 2608 0,'-17'2'395'0,"-3"2"-269"15,-3 2-34-15,5 0-24 0,4 2-25 0,2 1-9 0,3 3-28 0,2 3-3 16,2 4 3-16,2 4 1 0,0 6 18 0,4 6 5 0,1 6 5 16,0 4-6-16,2 5-5 0,2 3-7 0,1 5-9 0,2 2 1 0,2 2-5 15,1 0-1-15,3 0-14 0,3 0-24 0,2-1-17 0,1-1-36 0,3-2-36 16,1-1-42-16,0-3-44 0,1-2-48 0,-1-2-22 0,2-2-50 15,-1-3-64-15,-1 2-180 0,2 1-195 0</inkml:trace>
  <inkml:trace contextRef="#ctx0" brushRef="#br0" timeOffset="1479.94">18072 13109 1 0,'25'2'247'16,"-10"-2"692"-16,-6-2 680 0,-7-1-1413 0,-2-3-153 0,1-1-11 0,3-4 3 15,2-4-13-15,3-3-20 0,5-3-12 0,2-5-5 0,2-2-4 16,0-3 4-16,0 0 1 0,0-2 2 0,-1-1 4 0,-1-4 3 0,0-1-3 15,0-2-9-15,0-3 2 0,-1-1 1 0,0-3 4 16,1-3 9-16,-1-2 2 0,0-3 1 0,1-1 6 0,1-1-4 0,0-3 11 0,3 0 5 16,2 1-8-16,-2-1 1 0,3 1-8 0,-1 2 5 0,-1 2-1 0,2 2-2 15,0 1 1-15,-1 2-11 0,1 2 10 0,-2 2 3 0,1 5-3 16,-1 4-4-16,-1 1-6 0,0 5 2 0,-2 2-14 0,0 4 12 0,-2 2 2 16,-1 2-1-16,0 4 7 0,-1 0-19 0,-3 3-9 0,0 1 0 15,-1 4 0-15,-1 0-13 0,-1 2 8 0,-1 0-15 16,-1 1-7-16,-2 0-9 0,0 0-19 0,0 1-30 0,-2 0-31 0,-1-1-37 0,-1 0-65 0,-1-2-64 15,-2-2-82-15,-1-2-173 0,-1-2-416 0</inkml:trace>
  <inkml:trace contextRef="#ctx0" brushRef="#br0" timeOffset="1772.6">18224 11178 2888 0,'-4'-5'127'16,"2"1"-105"-16,1-3-15 0,5 0-3 0,4 0-8 0,6-1-3 16,6-3-3-16,4 0 1 0,5-3 1 0,2 0 8 0,4 1-2 0,0-1-5 15,3-1 11-15,2 1-9 0,1 0 3 0,0 1 2 0,3-1-7 16,0 2 9-16,1 1-1 0,0 0 1 0,1 1 0 0,-2-1 0 0,0 1-2 16,0 2-6-16,-3 0 8 0,-1 2-5 0,1 0 4 0,-2 3 3 0,-2 0-4 15,-1 2 5-15,-4 1-3 0,-1 2 8 0,-1 0-1 0,-2 1 6 16,-2 4 13-16,-1 1 3 0,-1 2 11 0,-2 2 5 0,-1 2-6 0,-2 1 2 15,-1 4-11-15,-2 3-5 0,-2 3-2 0,-2 7-14 0,-1 2 0 0,-2 6-4 16,-4 4-5-16,-1 4 4 0,-3 7-14 0,-3 5-23 0,-2 7-37 16,-4 6-53-16,-4 5-71 0,-2 7-126 0,-6 7-165 0,-4 11-759 0</inkml:trace>
  <inkml:trace contextRef="#ctx0" brushRef="#br0" timeOffset="4084.2">13185 15291 2443 0,'-5'1'153'0,"0"1"-17"0,-1 1 3 0,1 1-17 0,1 1-38 0,2 2-44 16,0 3-17-16,2 3-14 0,1 5-2 0,1 3-4 0,1 6 1 0,0 6-1 15,0 7-6-15,2 6 6 0,0 7-5 0,0 6-1 0,1 7 1 16,-1 6-5-16,1 5 0 0,-2 7-2 0,0 5-3 0,0 4 3 0,1 3-1 16,-1 0 8-16,1-5-1 0,-1-3-4 0,1-5 8 0,0-8-8 0,1-4-10 15,1-6-12-15,1-6-12 0,-1-4-7 0,2-5-11 0,1-5-10 16,-4-24-12-16,1 4-8 0,0-3 6 0,1 1-2 0,1-1-12 0,0 1-3 16,0-6-19-16,2 2-27 0,-1-5-7 0,-1-4-27 0,0-5-10 0,-2-5-12 15,-1-6-36-15,-1-14-75 0,-1-21-233 0</inkml:trace>
  <inkml:trace contextRef="#ctx0" brushRef="#br0" timeOffset="4258.77">12616 15484 2409 0,'-25'-3'192'16,"-2"-1"-7"-16,-5-2 5 0,8 0-30 0,6 2-40 0,4 1-41 0,6-1-26 0,2 2-2 16,3-1-10-16,2 1-19 0,1 1 5 0,2-1-21 0,0 0 5 0,3-2 0 15,3-1-11-15,4-1 2 0,5-1-5 0,5 0 1 0,2-3-2 16,6-1 2-16,2-1-4 0,4-2-7 0,2 0-9 0,2-1-7 0,2 0-10 15,0 0-16-15,0 1-12 0,0-1-15 0,-1 1-15 0,-1 0-23 16,2 2-32-16,-2 1-37 0,-3 1-25 0,0 1-25 0,-4 2-8 0,-2 2-7 16,-3 3-30-16,-3 1-51 0,-4 3-324 0</inkml:trace>
  <inkml:trace contextRef="#ctx0" brushRef="#br0" timeOffset="4436.37">12872 16115 2322 0,'-11'16'205'0,"0"-1"-88"0,-1 2 23 0,6-5-18 0,5-4-27 0,2-1-41 16,4-2-37-16,2 0-7 0,4-1 2 0,2 0-5 0,2-2 2 0,1-1 2 16,3-1-1-16,3-3 4 0,1-1-9 0,3-2-3 0,4-1-4 0,1-1 1 15,3-2 2-15,2-2-4 0,1-2-11 0,3-2 2 0,-1-1-16 16,0-1-19-16,1 2-32 0,-1 0-34 0,-1-1-34 0,0 1-36 0,-3 2-43 16,-2-2-58-16,-1-1-38 0,0-1-70 0,-2-1-427 0</inkml:trace>
  <inkml:trace contextRef="#ctx0" brushRef="#br0" timeOffset="4792.35">13851 15995 2148 0,'-6'11'135'0,"1"2"-12"0,1 2 12 0,2 0-9 15,4-2-50-15,2 1-30 0,3-2-11 0,2-1-8 0,4 1 0 16,-1-1-4-16,3 0-1 0,1-1 2 0,-1-3-6 0,0-2-7 0,2-1-3 16,0-1-3-16,2-1 4 0,0-2 1 0,2-2-6 0,1-2 2 0,-1-1-14 15,-1-2 4-15,0-3 10 0,1-3-15 0,-1-2 11 0,0-2-18 16,1-1-6-16,-2-3 7 0,-1-1-9 0,-2-2-1 0,-1-3-4 0,-2 1-3 15,-2-3 11-15,-3 1 1 0,-3 1-6 0,-2 1 16 0,-3 0-2 0,-2 4 9 16,-3 1 14-16,-2 2-14 0,-2 1 11 0,-3 3 10 0,-1 3 7 16,-1 2 5-16,-1 3 3 0,-1 1 6 0,-1 4-2 0,-1 2 4 0,1 2 0 15,-1 2-13-15,0 1-7 0,0 0-6 0,-1 2-11 0,0 1 3 16,1 1 2-16,-2 2-2 0,1 2-2 0,1 2 0 0,2 3 2 0,2-1 5 16,1 4-3-16,2 3-5 0,2 1 1 0,1 5-9 0,2 3 8 0,1 1-4 15,2 3-2-15,1 0 4 0,2 1-9 0,2 0 5 0,1-2 7 16,2 0-5-16,2-4 9 0,2-1-12 0,2-2 1 0,3-2 11 0,2-1-11 15,2-2 2-15,1-1-21 0,4-2 16 0,1-1-6 0,1-4 1 0,2-2 8 16,-2-2-16-16,3-2 4 0,-2-1 1 0,1-2-17 0,-1-3-8 16,-1-2-13-16,-1-2-18 0,-3-2-8 0,-1-2-25 0,-3-1-24 0,-2-2-12 15,0-1-29-15,-1-1-24 0,-2-1-13 0,-1-2-35 0,-3-2-30 0,1-3-68 16,-2 0-380-16</inkml:trace>
  <inkml:trace contextRef="#ctx0" brushRef="#br0" timeOffset="5178.5">14653 16355 3272 0,'-14'17'62'0,"2"-2"-4"0,-1 2-2 0,5-2-8 0,4-3-29 0,3-2-42 16,2-1-23-16,3-2-10 0,2 0-17 0,2 0-28 0,-1-1-43 16,1-1-82-16,0-2-78 0,1-3-57 0,1-2-120 0,-2-3-614 0</inkml:trace>
  <inkml:trace contextRef="#ctx0" brushRef="#br0" timeOffset="5375.36">14940 15148 3289 0,'-11'9'97'0,"2"0"-2"0,-2 2-2 0,3 1-4 16,2 0-36-16,2 3-32 0,3 4 0 0,1 5-19 0,2 5-2 16,0 3 3-16,1 4-3 0,-1 5-3 0,1 4-7 0,-1 6 2 0,1 4-3 15,0 5 0-15,-2 4-14 0,1 6-13 0,0 6-11 0,-1 4-17 0,1 1-11 16,1 2-29-16,0-2-30 0,0-4-31 0,2-1-18 0,1-5 5 15,3-4-3-15,1-6 2 0,1-8 0 0,0-7-11 0,3-8-2 16,0-9-1-16,1-6 2 0,-2-8 10 0,1-3-12 0,-1-7-14 0,-2-4-44 16,0-7-156-16</inkml:trace>
  <inkml:trace contextRef="#ctx0" brushRef="#br0" timeOffset="5583.83">14909 15631 1757 0,'-19'-6'479'0,"-2"0"-291"0,-2-3 23 0,3 0-5 0,4 1-39 15,4 1-54-15,3 0-31 0,2 0-9 0,2 2-15 0,1 0 1 0,3 1-2 16,0 1-15-16,3-1 3 0,1 0-8 0,2 0-14 0,3 0 3 16,1-1-13-16,4 0 2 0,3-1 0 0,3-1-11 0,2 0 4 0,3 0-16 15,2-1 2-15,2 0 10 0,0 0-6 0,3-1-1 0,0 1-3 0,1 0 4 16,0-1-9-16,0 1-6 0,-1-1-15 0,-1 1-21 0,-1 1-11 16,0-2-22-16,-2 1-28 0,-1-1-36 0,-1 0-26 0,-4 0-38 0,-1 0-25 15,-2 1-32-15,-2-1-14 0,-2 0-15 0,-2 0-19 0,-1 2-34 16,-2-1-322-16</inkml:trace>
  <inkml:trace contextRef="#ctx0" brushRef="#br0" timeOffset="5776.18">14991 15868 1685 0,'-20'33'265'0,"-2"1"-118"0,-4 7-3 0,7-6-7 16,6-9-34-16,5-3-32 0,3-2-23 0,4-5-13 0,4-1-13 16,2-1-4-16,3-2 3 0,3-2-3 0,1-2-2 0,3-3-4 0,2-1-9 15,2-2 4-15,0-2 1 0,2-1-3 0,1-1-9 0,0-3 1 0,1 0 1 16,0 0-1-16,2-2 13 0,0 1-5 0,-2 1-2 0,1 0-1 15,-2 2-4-15,1 0 1 0,-1 0 2 0,-2 1-7 0,0-1-14 0,-2 1-8 16,-3 0-19-16,-2 0-9 0,0 1-23 0,-3 1-32 0,-1 0-24 16,-3 2-24-16,-1 1-13 0,-2 0-34 0,-2 2-53 0,-2 2-88 0,-2 3-431 15</inkml:trace>
  <inkml:trace contextRef="#ctx0" brushRef="#br0" timeOffset="5917.29">15113 16822 1718 0,'-6'20'528'0,"1"-1"-354"0,2 3 15 0,3-5 6 0,2-6-37 0,4-2-43 15,1-1-56-15,3-2-15 0,3 0-8 0,1-2-13 0,1-1 5 0,2 0-6 16,1-2-6-16,-1-1 0 0,3-2-3 0,2-1-4 0,1-2 3 16,2-2-10-16,1-3-2 0,0-1 4 0,2-2-8 0,-2-2-7 0,2-2-25 15,-2-3-26-15,1-2-39 0,-1-3-45 0,-1-2-52 0,0-2-59 16,-2-2-52-16,0 0-24 0,0-2-53 0,-1-1-105 0,1-3-244 0</inkml:trace>
  <inkml:trace contextRef="#ctx0" brushRef="#br0" timeOffset="6577.07">16129 16266 2495 0,'-12'13'275'0,"0"1"-124"0,-3 6 31 0,3-2 2 16,3-3-48-16,1 0-70 0,1 0-14 0,2-1-13 0,-1-1 6 0,1 0 11 15,0 0-14-15,0-1 8 0,1 1-19 0,0-1 4 0,0 0 9 0,1 0-5 16,-1-1-1-16,2 0-13 0,0-1-17 0,0 0 10 0,1-2 2 15,0 0-8-15,0-3 4 0,1 0-8 0,-1-2 0 0,2-1 2 0,0-1-12 16,0-1-6-16,2-2 14 0,0 0-4 0,2-2-2 0,4-3-2 16,2-3 2-16,2-4 0 0,4-5 14 0,2-5-14 0,5-4 0 0,3-8 0 15,5-5 0-15,3-4 0 0,5-6 0 0,1-5 0 0,3-3 0 0,3-4 0 16,2-4 0-16,1 0 0 0,4-1 0 0,0-1 0 0,1-1 0 16,0 1 0-16,1 0 0 0,0 0 0 0,0 1 0 0,0 1 0 0,1 2 0 15,-2-2 0-15,0 2 0 0,2-1 0 0,-3 1 0 0,1 1 0 0,-2 0 0 16,-1 3 0-16,-1 0 0 0,-1 4 0 0,-3 4 0 0,-2 3 0 15,-2 3 0-15,-3 5 0 0,-3 4 0 0,-3 2 0 0,-3 5 0 0,-2 2 0 16,-3 4 0-16,-2 2 0 0,-1 4 0 0,-5 3 0 0,-1 1 0 16,-2 2 0-16,-2 0 0 0,-2 2 0 0,0 3 0 0,-1 0 0 0,-2 2 0 15,-1 0 0-15,-2 2 0 0,-2 0 0 0,-1 2 0 0,-1-1 0 0,-1 2 0 16,-2-1 0-16,-1 0 0 0,-2 0 0 0,-3-1-118 0,-2-1-44 16,-4-1-38-16,-1-1-45 0,-5 1-29 0,-2-2-23 0,-3 0-14 0,-5-1-10 15,0-1 12-15,-4-2 16 0,0 0 48 0,-1 0 82 0,1-2 69 16,-1 1 73-16,4 1 57 0,-1 1 44 0,2 1 28 0,-1 1 23 0,1 2 6 15,1-1 10-15,0 2 12 0,2 0 4 0,1 0 2 0,0 0-9 0,3 2-9 16,-1-1-15-16,-1 1 0 0,1 0-11 0,0 2-15 0,2 1-12 16,2 0-14-16,3 0-8 0,3 1-4 0,3 0 0 0,2 1-8 0,3-1-1 15,2 1-9-15,3-1-15 0,1 0-3 0,2 0-4 0,2 1-11 0,2 0 4 16,4 0-3-16,3 0-2 0,5 0 3 0,4-1-6 0,6 0 0 16,5-3 3-16,2 0-11 0,3-2 3 0,3-1-4 0,1-2-6 0,4 0 0 15,2 0 4-15,0-2-4 0,1 0 6 0,1 0-6 0,0-1-2 16,1-1 2-16,0 1 6 0,-2 0 4 0,0-1-5 0,-2 2 1 0,0-1-11 0,-2 2 5 15,0 1-14-15,-1 2 5 0,0 0 9 0,-2 2-13 0,-2 0 30 16,1 2-4-16,-3 0-18 0,-1 2 28 0,0 1-36 0,-2 2 9 0,1 1 17 16,-3 0-13-16,-2 4 23 0,-4 1-7 0,-3 2-6 0,-4 2 3 15,-2 1 12-15,-3 1 8 0,-3 4 6 0,-3 2 16 0,-4 2-20 0,-2 5 1 16,-4 5-14-16,-5 5-14 0,-3 8-4 0,-6 4-14 0,-6 7-10 0,-4 5-35 16,-6 5-37-16,-7 7-40 0,-7 5-68 0,-6 8-82 0,-7 9-117 15,-5 10-348-15,-8 12-598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3:01:05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3513 5284 300 0,'-2'-3'22'0,"1"3"-10"0,1-2-6 15,2 0-1-15,1 0-1 0,1 1 6 0,-1 0 0 0,2 0 2 0,2 0-1 16,0 0-2-16,1 0-4 0,1 0-3 0,0-1 1 0,1 2 1 0,1-2 2 15,0 1 1-15,2-1 0 0,0 0-5 0,-1 1-2 0,1-2 0 16,0 0 2-16,-1-2-2 0,1 0 5 0,0 0 9 0,1 0-1 0,-1-2 7 16,2 2 8-16,-2-1 3 0,2-1 11 0,1 0 5 0,1-2 0 0,0-1-9 15,2 0-5-15,0-1-11 0,-1-1-1 0,2-1 3 0,2 0 1 16,1 0 4-16,2 1 1 0,0-1 0 0,-1 0 2 0,1-3-3 0,-1 2 1 16,1 0-3-16,0 0 1 0,0 1 4 0,3 0-2 0,-2 2 4 15,2-1-1-15,-2 1-4 0,2 0 1 0,0 0-3 0,0 2 0 0,0 1 0 16,1 0-3-16,1 1-3 0,-1 0-1 0,2 2-7 0,-1-1-6 0,1 1 4 15,2 0-4-15,0 0-2 0,3 1 5 0,0 0-4 0,1 0 2 16,-1 0-4-16,3-1 2 0,3 1 3 0,1 0-4 0,1 0 4 0,2 0-5 16,-1-1 1-16,1 0 5 0,1 0-4 0,2 1 4 0,-1-1-3 15,1 0-2-15,-1 0 3 0,0 1 0 0,0 0-3 0,-1 0 3 0,0 0-8 16,-1 1 2-16,-1 1 2 0,-2 2-5 0,-2 1 6 0,-1 2-3 16,-2 0-2-16,-2 1 1 0,0 2-1 0,-3-2 0 0,0 4 0 0,-3 0 2 15,-1 1-1-15,-3 0 1 0,-2 2 3 0,-1 1 0 0,0 0 1 16,-3 3-3-16,0 0-1 0,-1 2 0 0,-3 0-1 0,1 1 1 0,-4 1-2 0,1-2 0 15,0 2 0-15,-3 0-2 0,-1-2 1 0,-2 2 0 0,1-2-3 16,-1 1 0-16,-1-1 0 0,-1 1 2 0,-1 2 10 0,-3-2-2 0,-1 4 0 16,-1 0 3-16,-1 1-12 0,-1 2 9 0,-2 0-3 0,-2 2-4 15,-3 2 6-15,0 1-2 0,-2 3-1 0,-2 0 3 0,-1 0-2 0,-3-1 2 16,-1 1-4-16,-1 1-2 0,-3-1 0 0,1 2-2 0,-2-1-1 0,-1 0-3 16,0 0 5-16,-3 0-1 0,2-1 0 0,-3 0 8 0,-2 0-6 15,0-2 2-15,-1 0-2 0,0-2-2 0,0 2-3 0,-2-1 1 0,-1 0-4 16,-3 0 3-16,1-1 1 0,-2-2 0 0,0 0 8 0,-1 0-3 0,-3-2 3 15,0 0 0-15,1-2-2 0,-1 0 3 0,-1-1-1 0,0-3-5 16,-2 0-1-16,0-2 2 0,-1 0 1 0,0-3 11 0,-1 2 2 0,-2-3 6 16,-1 0-2-16,0-2-7 0,-1 0 2 0,0-2-8 0,1-2-2 0,-4-1 3 15,2-3 2-15,0-2 1 0,1-3 4 0,2-3-2 0,0-3-5 16,1-1-1-16,0-3-1 0,1 0 1 0,-1-3-6 0,0-2 2 0,2-2 3 16,0 1-3-16,0-3 8 0,-2-1-4 0,0-1-3 0,0-2 1 15,1 2-2-15,1-3 1 0,-1 1 0 0,1 0-1 0,1 0-1 0,-1 2-2 16,0-1 3-16,2 0 3 0,1 0-3 0,2-2-4 0,-1 2 3 15,1-3 1-15,1 2-6 0,0 4 5 0,3-1-3 0,1 2-2 0,4 2-1 16,0-1-13-16,5 1-17 0,1 1-8 0,3 1-20 0,1 0-6 0,3 2-17 16,3 1-36-16,1 0-55 0,3 0-171 0,4 0-186 0</inkml:trace>
  <inkml:trace contextRef="#ctx0" brushRef="#br0" timeOffset="32803.75">6094 8765 249 0,'1'-1'132'0,"-2"1"-60"0,1 0-37 0,0-1-12 0,1 1-9 15,0 0-3-15,0 0-5 0,0 1-1 0,1 0 0 0,1 0-1 0,1-1 1 16,1 1 2-16,1 1-2 0,1-1 1 0,0 0 0 0,0 0 1 16,1 0 2-16,1 1 4 0,1 0 1 0,0 1-1 0,0 0 2 0,-1 0 4 15,1 0 4-15,0 0 3 0,2-1 3 0,1 1-4 0,-1 0-3 0,2 0 2 16,0 0 0-16,1 0 2 0,1-1 0 0,1 0 2 0,2-1-1 15,1 1-2-15,-1-1-2 0,2 1-4 0,1-1 0 0,0-1 0 0,5 1-1 16,-1 0 1-16,2-1-1 0,1 1-4 0,-1-1 2 0,2 0 2 0,3 0-4 16,-1 0 2-16,4 0-5 0,0 0 0 0,2 0 1 0,0 0-1 15,2 0 7-15,2-2-4 0,2 0 5 0,2-1 1 0,3 0-3 0,3 0-1 16,0-1-3-16,1 1-1 0,1-1-3 0,1 1 2 0,0 0-6 16,1 1-3-16,-2 0 2 0,1 0-4 0,0 1 7 0,0 1-1 0,1 1-2 15,-2 1-1-15,0 1 2 0,-1 0-2 0,-2 1-1 0,1 0 7 0,0 0-1 16,1-1-1-16,-1-1 5 0,1 0-3 0,-2-1 1 0,2 0 4 15,2 0-2-15,-1-1 2 0,2 1 5 0,1-1-2 0,0 0 1 0,1-1 0 16,1 1-6-16,-1 0 3 0,2-1 1 0,-2 1-1 0,4 0-2 0,0 1 1 16,0 1-3-16,1 0-3 0,-2 0 0 0,0 1 1 0,1 1 0 15,-1-2 1-15,1 1-1 0,-1 0-1 0,1 0-1 0,1-1-2 0,-1 1 2 16,0 0-5-16,-1 0 1 0,-2 0-3 0,1 0-3 0,-1 0 4 0,0 1 1 16,0-1 4-16,-1 0 4 0,1 0 3 0,1-1-1 0,-1 0-1 15,1-1-1-15,-1-1-2 0,1 0 2 0,0-1-4 0,2-1-3 0,-1 0 3 16,1-2-5-16,0 1 2 0,1-1 2 0,0 0 0 0,1-2 4 15,1-2-3-15,-1-2 1 0,0-1-12 0,0 1-1 0,-1-2 2 0,-2-1-1 16,-1 0 5-16,-1-1 2 0,-2-1-4 0,-2 0 2 0,0-2 0 0,-3 2-4 16,-2-1 6-16,-1-1-6 0,-2-1 3 0,-3 2 4 0,-4-2-3 15,0 1 0-15,-4-1 4 0,-3 1-2 0,-1-1 1 0,-5-2 5 0,0 2-2 16,0-1-2-16,-4 0 1 0,-1 2 2 0,-2-1 1 0,-5 0 1 0,-2 0 0 16,-3 0 4-16,-2-1-3 0,-3-2-2 0,-3 1-4 0,-2-1-12 15,-4-2-3-15,-3 3-3 0,-4-2-6 0,-5-1-1 0,-2 0-4 0,-7-1-5 16,-5 0 8-16,-2-1-1 0,-5 0 3 0,-4 0-1 0,-4-1 1 0,-5 0 3 15,-5 0 7-15,-3 1 6 0,-5-4 7 0,-2 1 3 0,-3-1-2 16,-4 0 4-16,0 2 4 0,-3-1-2 0,-2 0 1 0,-2-2-4 0,-3 1-4 16,0-1-3-16,-5 2 8 0,-1 1 3 0,-2 2 2 0,-2 0 4 0,-2 2-1 15,-1 2 2-15,-2 0-3 0,-2 3-2 0,-2 2-2 0,-2 1-8 16,-4 2 2-16,-2 3-3 0,-2 2-1 0,-6 3-1 0,-3 3-1 0,-2 2 2 16,-1 0 0-16,0 2 4 0,-1 2 1 0,0 1-4 0,0 2 0 15,-2 2-2-15,0 3 0 0,-3 2 0 0,0-1 3 0,2 2 0 0,0 2-2 16,3 0-1-16,2 1 0 0,2 2-4 0,5-2 0 0,2 0 1 0,5 0-1 15,5-2 4-15,2 0 0 0,4-4-4 0,2 1 0 0,3-2-7 16,3 0-1-16,4 0 5 0,1-1-1 0,2 0-2 0,3-1 2 0,0-1 0 16,1 1-2-16,2 0 10 0,1 0 0 0,2-1-3 0,1 2 6 15,1 1-10-15,0 1-1 0,1 1-4 0,0 0 0 0,1 1-1 0,2 1 1 16,1 1-4-16,2 1-11 0,3 0-12 0,2 2-16 0,4-2-7 16,2-1-6-16,3 1-10 0,3 0-9 0,5 1-19 0,3-1-12 0,4 1-18 15,6 1-22-15,3-1-51 0,5 1-219 0</inkml:trace>
  <inkml:trace contextRef="#ctx0" brushRef="#br0" timeOffset="77685.57">4990 9942 178 0,'0'1'106'0,"3"2"-47"0,2-1-20 0,0 0 2 0,3-1 4 0,2-1 13 16,0 1 5-16,3-2 0 0,3 1-5 0,2 0-12 0,3 0-8 15,3 0-7-15,2 0 0 0,1 1-7 0,5 1-4 0,2 0 0 0,2 2 0 16,4-1 2-16,-1 1 4 0,4 0-2 0,3 0 2 0,2 0-8 15,2 0-4-15,2-2-2 0,4 1-3 0,1 0 3 0,3 0-2 0,4-1-3 16,-1-1 2-16,3 0 1 0,1-1 5 0,0-1 4 0,2 0 0 0,0-1 12 16,1-1-1-16,0 0 6 0,3-2 5 0,2 2-3 0,-1-2 4 15,2 0-5-15,-2 0 1 0,-1-1-5 0,1 1 3 0,-3 1 0 0,0-1 2 16,0 2 1-16,0 0 2 0,2 0-2 0,-1 1-6 0,2 0-7 0,1 0-4 16,-1 1-9-16,2 1-2 0,3 1-3 0,-1 1-10 0,1 0 2 15,2 2-4-15,-3 1-2 0,-1 1-1 0,1 0-2 0,-2-1 1 0,0 0 2 16,0-1 1-16,-1 0 1 0,0 0 7 0,-2-2 3 0,-2-1 4 0,2-1 2 15,-3-1 0-15,-1-1-3 0,-2-1 6 0,-1 1 1 0,-2 0 7 16,1-1 3-16,-1 1-2 0,-1 0-3 0,-1 1-6 0,-1 1 1 0,-2 1-5 16,-1 0-4-16,0 0 1 0,-1 1-6 0,0 1-2 0,-1 0-3 15,-2 1-3-15,-1-1 2 0,-1 0-4 0,0 0-1 0,-1 0 1 0,-1 1-1 16,-1 0 8-16,-1-1 2 0,1 0-1 0,0 0 2 0,-1-1-1 0,-1 0-2 16,-1-2 4-16,0-2-8 0,-1 0 7 0,-1-2-5 0,-1 0 0 15,-1-1 5-15,-3-2-1 0,-4 1 7 0,0-3 6 0,-5 0 0 0,0-1 2 16,-3-1 8-16,-2 0-2 0,0-1 5 0,-2-1 2 0,0 0 3 15,-3-1 1-15,0-2 3 0,-2 0-2 0,0-2-2 0,-3-3-2 0,-1 1-1 16,-2-2-6-16,-1 0-3 0,-2 1 0 0,-3-1 1 0,-3 0 3 0,-2-1-9 16,-4-2-15-16,-2-1-15 0,-5-3-21 0,-2 1-17 0,-4-3 8 0,-4 0-2 15,-5-1 7-15,-6-1 7 0,-2-4 5 0,-5 1 6 0,-4-1 2 16,-4-2 8-16,-3 1 2 0,-4-2 9 0,-2 0 8 0,-1 1 2 0,-3-1-1 16,-1 1 0-16,-4 1-6 0,-3-2 9 0,-1 1-8 0,-3 1 7 0,-1 1 3 15,0 2-3-15,-1 1 12 0,-1 2-10 0,0 1 0 0,-2 4-1 16,0 0-5-16,1 2-3 0,-1 1-3 0,-1 1-3 0,-3 3-8 15,-1 0 5-15,-5 0-3 0,-2 4 6 0,-1 0 2 0,0 3-8 0,-2 2 3 16,-2 3 0-16,-5 1 3 0,-2 0 5 0,0 2-2 0,-2 0 0 16,3 2-2-16,0 1 2 0,2 1-1 0,2 2-5 0,-4 1-3 0,1 1 0 15,0 1-3-15,1 0 10 0,2 1 0 0,-1 1 5 0,3 2-2 0,-1 1-9 16,2 1-1-16,1 2-3 0,1 2 6 0,0 2 4 0,2 2-4 0,-3 1 3 16,0 0-3-16,1 1 0 0,2 0 6 0,1 1 6 0,3 1 0 15,2 1 3-15,1 0-5 0,1 2-8 0,1 2-2 0,1 1 4 0,1 0-6 16,2 0 12-16,3 1 6 0,2-1-1 0,2 2 5 0,3 0-3 15,2 0-11-15,1-1-5 0,4 0 2 0,0-1-3 0,4-1 6 0,4-1 5 16,1-1 5-16,7-1 0 0,1-3-4 0,3 1 0 0,4-2-6 0,2 0 3 16,7-3 0-16,1 0-5 0,5-3 5 0,4 0-4 0,1-1 1 0,2-1 6 15,2-1-3-15,2-1 1 0,4-1-2 0,2 0-4 0,2-1 1 16,1-1-4-16,2 0 4 0,2 0-2 0,3-1-2 0,3 0 0 0,2-2-7 16,4 0 0-16,0 1-7 0,6-2-16 0,3-1-25 0,2 0-56 0,5-2-100 15,3-1-72-15,3-1-75 0,5-1-366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7T13:02:45.5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5980 9679 1406 0,'-7'1'120'0,"0"2"-67"0,0 1-45 0,3 2 0 0,2 1 8 0,1 0 3 16,1 1-3-16,1-1-5 0,1 1-9 0,0 1-7 0,1-1 0 0,2 2-6 15,1 0-5-15,0 0 4 0,2 0-6 0,-1 0 6 0,2-2 1 0,-1 1 2 16,0-1 5-16,1-1 6 0,-1-1 1 0,0-2 6 0,-1 0-2 16,1-1 5-16,-2 0 4 0,1 0 1 0,0-1 11 0,0 0 2 0,2 0 10 15,0 0 9-15,0-1 4 0,0 2 6 0,0-2-3 0,1 2-6 16,2 0-1-16,-1 0-3 0,1 1-11 0,1-1-3 0,0 1-3 0,1 1 1 15,2 0 5-15,1 0-2 0,-1-1-8 0,1 0-1 0,3 0-9 0,0 0 2 16,2-1-5-16,0 0-4 0,0 0 2 0,1 0-4 0,2 0-1 16,1-1 0-16,2 0-1 0,-1-1 1 0,1 0-2 0,-1-1 2 0,1 0-4 15,-1 1 1-15,0-1 2 0,0-1 4 0,0 1 1 0,1-1 2 0,-2 0-3 16,2-1-7-16,-3 1-1 0,1-1 2 0,-1 1-2 0,-1 0 3 16,0 0-3-16,-1 0 2 0,1 0-1 0,0-1-1 0,-1 1 0 0,-1 0 3 15,1-1 2-15,0 0-4 0,2 0 1 0,-1 0 0 0,1-1-2 0,-1 0 3 16,0 1-3-16,0-2-3 0,-1 1 3 0,2 0 0 0,-1-1 3 15,1 0-3-15,0 1-2 0,-3 0 4 0,2 0-4 0,-2 0-3 16,-1-1 2-16,0 2-4 0,-1 1 0 0,-1-1 9 0,-1 1-1 0,-1 0 4 16,-3 0-5-16,0 1 0 0,1 0 3 0,-1 0 0 0,-1 1 7 0,1 0-6 15,-2 0 4-15,-1 1-3 0,0-2 3 0,-1 0 4 0,3 1 1 16,0-2-5-16,0 1 0 0,0 0-5 0,-1 0-3 0,3 0 4 0,-1-2-4 16,2 2 8-16,-3-2-3 0,0 1 0 0,-1 1 0 0,-2-1-4 0,0 1 4 15,0-1 0-15,-1 1-4 0,0 0 4 0,-1 0-2 0,0 0-3 16,-1 0 4-16,0 0-3 0,0-1 4 0,0 0 1 0,-2 1-2 0,1-1 0 15,1 1-2-15,-1-1-4 0,0 0 2 0,1 1-1 0,-1-1-1 0,1 0 4 16,-1-1-2-16,0 0 0 0,0 1-2 0,0 0-1 0,0 0 0 16,1 0-5-16,-1 0 1 0,1-1-5 0,-2 1-3 0,1-1-1 0,0 2-14 15,-1-1-6-15,0 0-24 0,0 0-35 0,1 0-89 0,-1 0-131 0,1 0-147 16,-1-1-295-16</inkml:trace>
  <inkml:trace contextRef="#ctx0" brushRef="#br0" timeOffset="1120.44">8690 10090 1306 0,'-2'-5'126'0,"-1"1"-64"0,0 0-31 0,2 2-6 0,2 1-7 16,1 0-9-16,1 0-5 0,0 1-5 0,0 0 0 0,2 0-1 15,2 0-2-15,0 1-1 0,2 2-4 0,1 0-2 0,1 1 1 0,1 0 1 16,2-1-3-16,1 1 0 0,1 0 2 0,0-1 1 0,1 0 4 0,0-1 6 15,2 2-3-15,-1 0 5 0,2 0 0 0,0 0-3 0,-1-1 2 16,2 1-2-16,0 0 3 0,1 0 3 0,3-1-3 0,0 0 2 0,2-1-4 16,-1-1 5-16,0 1 5 0,2-1-5 0,1 0 7 0,3 0-13 15,0 0 3-15,3 1 4 0,0-1 0 0,1 0 0 0,1-1 0 0,0 0-3 16,3 1 1-16,-1-1 3 0,1 0-2 0,1 0 2 0,1-1-6 16,0 0 7-16,1-1 0 0,-2-1-11 0,-1 1 9 0,2-1-14 0,-1 0 2 15,0-1 14-15,0-1-6 0,1 0 9 0,-2-1 9 0,2 0-3 0,1-1 7 16,-1 2 4-16,1-1-3 0,1-1 0 0,-1 0-4 0,-1-1-2 0,1 0-2 15,-3-1 1-15,1 0 4 0,1 1-4 0,-2-2 3 0,-1 1-8 16,0-1-2-16,-1-1 1 0,-2 1-2 0,1 1 8 0,-2-1 1 0,-2 1 1 16,-1-1-3-16,0-1-2 0,-2 1 4 0,1 0-3 0,-2 2 6 15,-1-1-1-15,-4 0-3 0,0 0 1 0,-2 0 1 0,-3 1 0 0,1-1-1 16,-1 1 3-16,-3-1-10 0,0 1-1 0,-2 0 0 0,-1-1 0 0,-1 1 5 16,-1 0-2-16,0 1-3 0,-2-2-7 0,-1 0 4 0,0-1 3 15,0 0 0-15,-2 0 1 0,-1 0-6 0,1 1 3 0,-3-1-3 0,1 0 12 16,-1-1-4-16,0 0 7 0,-1 1 0 0,1 1-3 0,-1-1 6 0,-1 0-1 15,1 0 0-15,-1 1 2 0,-1-1-2 0,-1 2-8 0,0-2 5 16,0 0-9-16,-2 0-3 0,2 1 3 0,-1 0-9 0,0 0 4 0,-1-1-4 16,0 1 0-16,0-1-11 0,1-1-2 0,-1 1 7 0,0-1-2 0,0 0 11 15,-1-1 9-15,1 0-5 0,0-1 0 0,-1 1-2 0,0-1-8 16,-1-2 3-16,1 1 1 0,-1-1 1 0,0 2 1 0,0-2 1 0,0 2 1 16,1-1 5-16,0 2-6 0,0 0 6 0,0 1 1 0,-1 1-1 15,1 2 2-15,-2 2-3 0,2 0-2 0,-1 1-1 0,0 2-8 0,1 0-1 16,-1 0-3-16,-1 2-4 0,1-1 4 0,0 2-4 0,-1 0 0 0,2 0 2 15,-2 1-1-15,0 0 2 0,1 1-4 0,0 1 1 0,0-1-1 16,1 0-4-16,1 2 0 0,-1-1-2 0,1 1-3 0,1 1-8 0,0-1-11 16,0 0-16-16,2 0-22 0,0 0-44 0,0 1-69 0,1 0-89 15,0 0-130-15,-1 1-136 0,1 0-232 0</inkml:trace>
  <inkml:trace contextRef="#ctx0" brushRef="#br0" timeOffset="1760.99">4217 9425 225 0,'-10'-4'47'0,"1"1"-21"0,-2-2 1 0,2 2 13 0,4 0 8 0,-1-1 10 15,1 0 5-15,1-1-5 0,1 0 4 0,1-2-2 0,1 1-6 0,1-1-3 16,2-2-11-16,1-1-5 0,1-2 2 0,2-2 1 0,1 1 3 16,0-3 4-16,4 0 1 0,1-3 2 0,2-1 3 0,2-2-1 0,1-2-2 15,2-1-5-15,1-1 0 0,0 1 3 0,2 0-1 0,2 0 2 16,0 2-1-16,3-2-5 0,-1 2-4 0,2-1-2 0,1 0-3 0,0 2-12 15,2-1-2-15,4 3-4 0,1 1 1 0,3 0 2 0,-1 2-6 0,1 1-5 16,2 1-6-16,0 1 0 0,3 3-8 0,0 1 2 0,0 2-2 16,-1 2 0-16,1 1 6 0,0 2 0 0,-2 2-1 0,0 2 0 0,0 2-3 15,0 2 2-15,-2 2 0 0,0 0 0 0,-2 3 0 0,-2 3 0 0,1 1-4 16,-2 2 4-16,0-2-10 0,-2 3-4 0,0 3 4 0,-2 0 5 16,-1 4 14-16,-1 2 3 0,-3-1 1 0,-2 4-4 0,-3-1 1 0,-4 4 5 15,-4-1 2-15,-2 3-3 0,-4 1 5 0,-2 1-2 0,-4 1-3 16,-4-1 8-16,-4 2-1 0,-4 0 2 0,-3 0 2 0,-6 3-1 0,-4-1-2 15,-3 0 11-15,-7 3 7 0,-1-3 1 0,-4 1 18 0,-4 1-8 0,-1-1 2 16,-3 1 2-16,-3 2-7 0,-3-3 0 0,-3 1-13 0,0-3-1 16,-3-1-11-16,-1 0-7 0,0-1-2 0,0-3 0 0,-1 0-13 0,3-5-4 15,1 0 3-15,2-4-10 0,4-1 3 0,-1-2-16 0,2-3-27 0,4-2-48 16,1 0-82-16,3-3-83 0,1-3-109 0,4-2-95 0,0-5-167 16</inkml:trace>
  <inkml:trace contextRef="#ctx0" brushRef="#br0" timeOffset="3457.69">11326 9423 1163 0,'0'-1'289'0,"2"0"-78"0,2 0 11 0,2-1-1 0,2-1-14 16,1 0-20-16,2-1-28 0,0-1-17 0,2 0-17 0,2-1-15 15,0 1-8-15,0-1-17 0,3 1-14 0,0 1-6 0,1 2-9 0,-2-1-6 16,2 1 1-16,-1 0-8 0,-1-1-3 0,1 0 1 0,0 1-17 16,0 0 3-16,-2-1-6 0,1 1-4 0,1 0 4 0,-2-1-6 0,2 1-3 15,-1-1 3-15,2 0-9 0,-1-1 2 0,2-1 3 0,0-1-15 0,0 1 4 16,1 0 0-16,0-2-7 0,-1 0 13 0,2-2-3 0,1 0-1 16,1-2 4-16,1 0-4 0,-1 0 0 0,-2-1 0 0,-1 0-6 0,-4 0 6 15,1 0 0-15,-2 3-4 0,0-1 2 0,-2 1 2 0,0 0-8 0,-2 0-11 16,-2 2-20-16,-1-1-28 0,-4 1-25 0,1 1-28 0,-3-2-30 15,0 1-48-15,-3 1-72 0,0-1-78 0,-2 1-60 0,-1 0-34 0,0-1-3 16,-2 1-3-16,0 0-153 0</inkml:trace>
  <inkml:trace contextRef="#ctx0" brushRef="#br0" timeOffset="3654.07">11788 9016 390 0,'-23'-1'209'0,"-2"2"-37"0,-4-1 49 0,2 0 35 0,7-1 23 0,0 0-30 0,2 0-29 15,3 0-14-15,0 0-15 0,2 0-8 0,3 1-29 0,2 1-3 0,3 1-15 16,2 0-17-16,0 1-2 0,2 0-7 0,0 1-14 0,2 2-5 15,2 1-7-15,0 2-14 0,2 2-1 0,3-1-9 0,1 2-16 0,1 2-3 16,2 0-9-16,1 3-9 0,-1-1-3 0,1 3-2 0,0 2-4 16,0-2-4-16,0 3-4 0,1-2-10 0,-1-2 8 0,0 0 0 0,0-1-4 15,-1-1 0-15,1-3-6 0,-1 0-2 0,1-1-2 0,0 0-16 0,-2-1-27 16,1-1-37-16,0 1-37 0,0-2-33 0,1 1-39 0,-1 0-109 0,1 0-152 16,1 0-131-16,-1 0-100 0,0 0-249 0</inkml:trace>
  <inkml:trace contextRef="#ctx0" brushRef="#br0" timeOffset="3965.54">12339 8945 1969 0,'0'6'214'0,"1"2"-37"0,0 3 13 0,1 2-7 0,1 1-17 16,0 1-28-16,1 4-14 0,1 2-20 0,-1 0-14 0,-1 2-17 15,1 1-16-15,0-1-11 0,0 4-14 0,1 0 4 0,1 0-14 0,-1-1 1 16,1-1-4-16,0-2-10 0,0-2 0 0,3 0-1 0,0-2-4 0,2-3 2 16,0 0-5-16,1-2-4 0,0-3 5 0,3-1-2 0,0-4 7 15,0-2-3-15,-1-3-6 0,0-2 6 0,1-2 0 0,-2-2 1 0,0-3-1 16,-1-1-6-16,-1-2 0 0,1-3 4 0,-3-2 4 0,1-5 0 16,-1-4-2-16,0-2-6 0,0-3 2 0,0-3 0 0,-1-2 5 15,-1 0 1-15,0-1 0 0,0-1-2 0,0 1-4 0,-2-2 2 0,1 0-12 0,1 0 8 16,0 0 6-16,-1 1-8 0,1 1 14 0,0 3-12 0,1 3-8 15,0 4 3-15,0 3-16 0,0 5-13 0,-2 3-29 0,-1 3-26 0,-1 3-38 16,-1 3-42-16,-2 3-55 0,0 2-99 0,-1 2-117 0,0 2-78 16,1 1-66-16,0 2-227 0</inkml:trace>
  <inkml:trace contextRef="#ctx0" brushRef="#br0" timeOffset="4156.55">13043 9049 1223 0,'2'16'702'0,"0"1"-457"0,0 5-32 0,1-2-30 0,1-3-25 16,0 1-31-16,2-1-26 0,-2-1-16 0,2 0-17 0,-1-1-19 15,-2-1-16-15,1-1-13 0,0-4-11 0,0 1-4 0,1-1 0 0,0-1-8 16,0 0-6-16,0-2-4 0,-1 0-8 0,-1-2-23 0,1-2-44 0,-1-2-61 16,0-1-83-16,0-1-80 0,-1-2-67 0,1-2-80 0,-2-2-92 15,1-3-168-15</inkml:trace>
  <inkml:trace contextRef="#ctx0" brushRef="#br0" timeOffset="4294.25">13097 8754 1168 0,'-5'-4'426'0,"0"0"-196"0,-1 0-6 0,2 2-31 0,-1 2-42 0,1 3-37 16,0 1-32-16,0 1-29 0,0 2-16 0,0-1-9 0,-1 3-12 0,1 0-14 16,0 0-12-16,0 0-18 0,1-1-26 0,0 0-61 0,1-2-99 15,2 0-93-15,1-1-68 0,1-1-24 0,3-2-11 0,2 0-191 0</inkml:trace>
  <inkml:trace contextRef="#ctx0" brushRef="#br0" timeOffset="4616.55">13514 8797 999 0,'-2'2'317'0,"-1"1"-42"0,0 1-37 15,-2 1-22-15,0 0-36 0,0 1-21 0,-2 0-21 0,0 3-22 0,0 0-14 16,-1 1-10-16,-1 1-9 0,2 0-10 0,-1-1-5 0,1 1-21 15,1-1-12-15,0-1-9 0,1 0-3 0,1-1 9 0,1 1-2 16,1-3-1-16,1 1 0 0,2 0-8 0,0 0-1 0,3-1 0 0,0 0 0 0,2-1-5 16,0 1-1-16,2-1 1 0,0-1-1 0,1-1-3 0,1 1-1 15,1-1-3-15,1 1-1 0,0 0-1 0,0 0-1 0,1 1-1 0,1-1-3 16,0 1 4-16,-1 0 0 0,-1 0-8 0,1 0 4 0,-1 0 2 0,-1 1 0 16,-1-2-4-16,-2 3 2 0,-1-1-4 0,-1 1-3 0,-1 0 5 15,-2 1-7-15,-1 0 0 0,-2 2-1 0,-1 0-2 0,-2 2 2 0,-1 2-4 16,-2 0 5-16,0 0 0 0,0 0 1 0,-2 2 3 0,-1 0 1 15,0-1 2-15,0-2-1 0,-1-1 3 0,0 0-4 0,1-2 4 0,0-1-4 16,1-3-3-16,0-2-9 0,2-1-18 0,0-1-17 0,0-3-16 16,1-1-24-16,0-1-22 0,1-1-20 0,-1-3-27 0,1 0-22 0,2-2-39 15,2-1-48-15,1-2-35 0,3 0-56 0,1-1-23 0,0-3-90 0,3 1 47 16</inkml:trace>
  <inkml:trace contextRef="#ctx0" brushRef="#br0" timeOffset="5150.14">14229 8908 892 0,'5'1'312'0,"0"-1"-99"0,0 0-38 0,-2 1-14 0,-1 0-22 0,0 0-9 16,0 1-14-16,-2 1-10 0,-2 0-7 0,0 0-12 0,-1 1-9 0,-1 0-13 16,1 1-13-16,-2 1 1 0,-1-1-12 0,-1 2-2 0,0 1-1 15,-1 1-3-15,0 0-4 0,-1 1 1 0,1 0-8 0,1 1-7 0,-2 0 3 16,1 1-6-16,-1 2-2 0,2 0-4 0,-1 0 1 0,1 2-4 0,1-1-2 15,1 2 4-15,-1 0-5 0,1 2 0 0,1 0-1 0,0 0-1 16,2 1 2-16,1 0-4 0,1-3 1 0,1-1-3 0,2-2-4 0,1-2 1 16,2 0 2-16,0-3-7 0,0-1 3 0,3-1 1 0,0 0-4 15,0-2 8-15,0-1-2 0,1 0 1 0,1-2 1 0,0 0-1 0,1-2 0 16,1 0 3-16,1-1 4 0,-2-1-2 0,1-1-2 0,0-1 7 0,0 0-5 16,1-1 2-16,-2 0 5 0,2 0 1 0,-2-1-1 0,1 0 8 15,0 0 2-15,-1-2 2 0,1 1 9 0,0 0 1 0,1 1 4 0,-1 0 5 16,-1 0 1-16,1 1-4 0,1-1-6 0,0 2-8 0,-1 0-9 0,3 2 3 15,-1 0 1-15,0 1-7 0,-2 1 2 0,2 2-10 0,0 0 1 16,0 2-4-16,1 1 4 0,-1-1 2 0,3 0-2 0,0-1 3 0,0 0-3 16,0-1 0-16,0 1 3 0,-1-2-3 0,0 0-2 0,2 0-2 0,-2-1-5 15,-1 1 5-15,1-1-2 0,0-1 3 0,1-1 2 0,-2 0-1 16,2-1-1-16,-1-2-1 0,-2 1 0 0,0-1 2 0,-1-1 4 0,-1 1 1 16,-1-1 2-16,-3 0-7 0,1-1 6 0,-2 0-1 0,0 0-3 15,-1-1 3-15,-3 1 4 0,0-1-3 0,-2 1 5 0,-1-1 1 0,-1 0-1 16,-1-1 6-16,-2 0-1 0,-2 0-14 0,-1-1 2 0,-4 1 1 15,-1 0-3-15,-2-1 5 0,-1 2-1 0,-2-1-6 0,-2 1 0 0,1 0 4 16,-3 1-4-16,0 0 1 0,0 2-1 0,-1 1-3 0,0 2-3 16,1 2-3-16,1 2-4 0,-1 2 2 0,1 2 2 0,3 1-13 0,-1 0-3 15,0 2-13-15,3 1-13 0,-1-1-7 0,3 1-15 0,1 0-12 0,2 0-13 16,1 0-20-16,4 1-28 0,0-1-33 0,2-1-32 0,1-1-35 0,1 0-19 16,3-3-8-16,0 1-5 0,2-2 15 0,2-1 6 15,2-1-1-15,1-2-119 0</inkml:trace>
  <inkml:trace contextRef="#ctx0" brushRef="#br0" timeOffset="5455.61">15034 9055 475 0,'14'0'280'0,"1"1"-49"0,5 1-12 0,-4 1-21 0,-1 1-21 15,0 1-28-15,0 0-20 0,-2 2-28 0,-1-1-25 0,0 1-19 16,0 1-11-16,1-1-6 0,-2 1 0 0,2 0-3 0,-1 0-1 0,1 0 4 16,1 0-2-16,0 0-3 0,0-1-1 0,1 0-6 0,-2-1-3 15,0 0 3-15,-3-1-5 0,2 0 4 0,0-1-3 0,-1 0 0 0,0-2 3 16,-1-2-1-16,-1-1 11 0,1 0 1 0,-1-1 5 0,0-1 1 0,-1-1 3 15,1 0 7-15,-3-2 2 0,1 0 3 0,-1-2-4 0,-2 0-1 16,1-2-3-16,-2-1-1 0,-1-1-14 0,0 0 0 0,-1-2-5 0,-1-2-6 16,-1-1 2-16,-2 0-6 0,0-1 4 0,-2 0-6 0,-2 0-6 15,-1-1 3-15,-1-1-12 0,-3 1-8 0,-1 1 12 0,-1 0-7 0,0 1 3 16,-1 2 13-16,-2-2-12 0,-1 1-3 0,1 1-2 0,-4 3 0 0,1 2-5 16,-1 2-6-16,0 3-4 0,0 1-6 0,2 4 7 0,0 3-8 15,0 3-15-15,1 2-1 0,2 2-13 0,0 1-8 0,0 2-9 0,1 0-27 16,3 2-20-16,0-1-36 0,2-3-43 0,1 1-38 0,1-1-42 0,1 0-50 15,1 0-31-15,1 0-33 0,2-3-14 0,1-1-120 0</inkml:trace>
  <inkml:trace contextRef="#ctx0" brushRef="#br0" timeOffset="5922.7">15401 8336 1382 0,'2'-21'517'16,"1"-3"-351"-16,0-5 34 0,-1 4 16 0,1 5-27 0,0 3-28 0,1 2-39 15,0 3-29-15,0 4-24 0,0 3-13 0,0 3 3 0,-1 4 1 0,-1 1-2 16,1 3-3-16,1 3-8 0,0 4-6 0,1 3-8 0,-2 4 0 16,1 3-18-16,0 1-3 0,1 5 1 0,-1 1-13 0,1 2 18 0,-1 3-3 15,0 1-9-15,1 1 2 0,1 2-3 0,0 0 3 0,1 0-6 16,-1 1 0-16,2-3-6 0,1-2 0 0,0 0 0 0,-1-4 2 0,1 0-7 16,1-3-2-16,-1-1-8 0,1-3-26 0,0-2 2 0,-1-2-12 0,0-1-9 15,1-1-2-15,-1-2-11 0,-2-2-1 0,2-2-6 0,-1-4-4 16,1 1-4-16,0-2-8 0,1-2-7 0,-1-1 1 0,-1-2 3 0,2 0 13 15,-1-2 17-15,0-1 19 0,2-2 17 0,-1 0 13 0,0-1 17 16,0-2 4-16,0 1 6 0,0-1 3 0,-1 1-2 16,0 0 4-1,1 0 2-15,-1-1 8 0,0 1 9 0,1-1 9 0,0 0 8 0,0 1 6 0,0-1 9 16,0-1 5-16,0 0 12 0,1 0-3 0,-1-1-7 0,0 0 2 0,1 0-8 0,-3-1 20 0,2 1 2 0,-1-2-6 0,1 1-9 0,0-3-21 16,-1 0-1-16,0-1-8 0,1 1-2 0,-2 1-3 0,1-1-3 0,-2 0-5 15,1-1-2-15,-1 1-1 0,0 0-10 0,-2-2 0 0,0 2-2 16,0-1-4-16,-3 2 5 0,0 0-5 0,-2 0 5 0,-1 0-10 0,-2 1 3 15,-2 1 3-15,-1 1-2 0,-1 1-1 0,-2 2 1 0,-1 0-4 16,-1 2 0-16,-2 1 4 0,0 1 0 0,0 3 1 0,-1 1 3 0,0 3 1 16,0 1-3-16,1 3 3 0,-2 2 4 0,1 2 0 0,1 2 6 0,1 3 4 15,2 3-8-15,1 3 6 0,2 2-4 0,0 2-3 0,2 0 3 16,1 0-25-16,3 1 16 0,1 0-10 0,2-2 0 0,2 1 11 0,1-2-14 16,1-1-5-16,2-3-3 0,1-2-4 0,0-2-20 0,3-2-27 15,1-2-40-15,1-2-45 0,1-2-65 0,0-2-225 0,2-1-108 0,0-2-22 16,1-3-37-16,0-3-121 0</inkml:trace>
  <inkml:trace contextRef="#ctx0" brushRef="#br0" timeOffset="46831.84">15493 10086 643 0,'-5'-5'152'0,"-1"1"-60"15,-1 0 35-15,0 2 36 0,0 0 17 0,2 1-1 0,-1 3-15 0,-1-1-15 16,1 2-9-16,-2 2-14 0,1-1-2 0,-2 2-8 0,1 2-8 15,0 0 0-15,-1 2-15 0,1 1-15 0,1 3-3 0,0 3-4 0,1 3 8 16,0 4 10-16,1 2-9 0,0 2 5 0,0 5-14 0,3 1-4 0,-1 4-3 16,2 5-11-16,1 2-5 0,1 2-15 0,2 3-3 0,0-1-13 15,3 6-6-15,2 0-9 0,0 3 8 0,3 1-3 0,2-1-3 0,2-1 17 16,3-3-17-16,2-2-3 0,2-3-1 0,3-4-1 0,3-3 1 16,2-6 3-16,4-1-5 0,1-4 2 0,1-2-3 0,2-2-20 0,-2-3-24 15,0-4-29-15,-3-5-22 0,-1-3-14 0,-3-4-15 0,0-1-29 0,-1-4-53 16,0-1-84-16,-3-3-110 0,-2-1-235 0,-2-2-375 0</inkml:trace>
  <inkml:trace contextRef="#ctx0" brushRef="#br0" timeOffset="47373.2">15834 10552 1971 0,'-5'9'149'0,"1"1"2"0,-1 4 18 0,1 1-14 0,3 1-2 16,0 3-7-16,2 0-23 0,0 3-25 0,-1 1-10 0,0-1-19 16,-1 2-29-16,1 0-8 0,-1-2-6 0,2 2-10 0,-1-1 15 0,2-2-7 15,0 0-13-15,1-2 4 0,0-1-6 0,0 0-4 0,2-2 3 0,1-2-8 16,0-1-2-16,2 1-2 0,0-2 4 0,1 0-3 0,0-3-3 15,-1 0 6-15,2-1-7 0,0 0-3 0,0 0-4 0,-1-1-12 0,0 0-14 16,-1 0-9-16,-3-2-21 0,1 1-18 0,-1 0-19 0,-1-1-40 16,-1-1-24-16,0 1-22 0,-2-2-17 0,0 0 11 0,-1-2 9 0,-1 0 1 15,0-2 0-15,-1-1-9 0,0-1-6 0,-2-3 18 0,1-2 27 0,-1-2 40 16,0-1 46-16,1-1 31 0,-2-3 27 0,-1 1 15 0,-1-2 6 0,0-1 9 16,-1-2 10-16,1 0 9 0,0 0 15 0,0-3 13 0,1 0 14 15,1 1 13-15,-1-1 3 0,0 1-4 0,0-1-1 0,1 1 2 0,1 2 12 16,0 1 4-16,1-1 4 0,0 0 1 0,0 3-10 0,0-1 12 15,0 0 0-15,1 2 2 0,0 2 2 0,1-1-6 0,1 1-9 0,1 2-2 16,-1 0-12-16,1 2-11 0,-1-1 2 0,2 1-11 0,0 0-2 16,2 1-1-16,-1 0-18 0,1 1-2 0,1 0-4 0,0 1-5 0,1 0 0 15,0 1-3-15,0 0 0 0,0 1-5 0,0 1-5 0,2 1 0 16,-1 0-4-16,2 1 0 0,0 1-2 0,0 1 3 0,1 0-3 0,-2 2-1 16,1 2-2-16,-1 0 1 0,0 3-1 0,1 0 2 0,-1 2 0 0,1 1-10 15,-1 2 1-15,0 0 0 0,1 2-1 0,-1 1 3 0,0 2-3 0,1 2-5 16,-1-1-5-16,1 2 7 0,-2 2 1 0,2-1-1 0,-1 1-7 15,1 1-12-15,0-1 9 0,0 2 8 0,-1-3 13 0,0 2-1 0,0 0-14 16,1-3-11-16,-1 1 1 0,0-2-6 0,1-3-6 0,-1 0-15 0,0 0-19 16,0-2-4-16,0-1-6 0,0-2-10 0,-1 0-17 0,1-2-13 15,-1 0-24-15,0-3-21 0,-2 1-33 0,0-3-40 0,0-1-52 0,0-2-96 16,0-1-144-16,-1-1-275 0</inkml:trace>
  <inkml:trace contextRef="#ctx0" brushRef="#br0" timeOffset="47590.88">15959 10940 1373 0,'-8'6'188'0,"0"0"-11"15,-2 2 10-15,2-4-2 0,2 0-12 0,2-1-21 0,2-1-22 0,1-1-17 16,2 0-13-16,-1-1-6 0,2-1-11 0,1-2-6 0,1 0-18 0,1-2-12 16,2 0-12-16,0-2-5 0,0-1-7 0,0 0-9 0,1 0-1 15,0 0-15-15,0-1 2 0,1 0 11 0,0 0-13 0,0 0 6 16,1-2-6-16,-1 0-11 0,2 0 3 0,0-1-26 0,-1 1-11 0,2-1-34 15,-1 1-34-15,3 1-11 0,1 0-30 0,0 2-23 0,0 0-23 0,1 0-39 16,1 2-51-16,2 0-54 0,0 1-68 0,1 0-273 16</inkml:trace>
  <inkml:trace contextRef="#ctx0" brushRef="#br0" timeOffset="48484.01">16487 10697 971 0,'-1'4'259'0,"1"1"-62"15,-1 1-10-15,1 0-8 0,0 2-8 0,1-1-12 0,0 1-23 0,1 1-20 16,-1-2-17-16,1 1-21 0,0 0-8 0,0-3-20 0,2 2-10 15,0-2-5-15,0 1-6 0,1-1 3 0,1 0 1 0,0-2-3 0,1 0-3 16,1-1-7-16,0-1-3 0,0-1 1 0,0-1 1 0,1 0 0 0,-1-1 0 16,0-2-2-16,1 0-7 0,-2-1 6 0,1-1 6 0,-1 0-4 15,0-2 8-15,0 0-9 0,-1-2-4 0,-1-2 2 0,0 0 1 0,-1-1-2 16,-1 0-3-16,-1-2 0 0,-1 0-3 0,-1-1 3 0,-1 2-6 16,-1-2 3-16,-1 2-7 0,-1 1 6 0,-1 1-3 0,-2 3-4 0,-1-1 2 15,-1 2-6-15,0 1 8 0,-2 1-1 0,0 2-1 0,0 1 0 0,-1 2 1 16,0 2-3-16,-1 1 2 0,-1 3 2 0,1 1-1 0,1 3 1 15,1 1-2-15,0 1-2 0,0 0 5 0,0 3 2 0,1 1 4 0,2 0-4 16,2 1-1-16,1 1 1 0,0-1-2 0,2 2 1 0,1-2-4 16,2 2-2-16,1-1-9 0,2-2 1 0,1-1 1 0,2 0 0 0,1-2 11 15,2 0 1-15,2-2-3 0,2-1 1 0,2 0-3 0,1-1-1 0,2-2 6 16,3 1-7-16,-1-1 2 0,2-1 0 0,0 1 0 0,-2-1 2 0,1 2-4 16,0 0 2-16,-1 0-5 0,1 0 7 0,-1 1 1 0,-2 0 1 15,0 0-2-15,-1-1-6 0,-1 2 6 0,-3-1-2 0,1 1 2 0,-2-1 3 16,-1 2-9-16,-2 0 1 0,-3-1-1 0,0 3-1 0,-2-2 1 0,-2 1 4 15,0 1-2-15,-1-2-3 0,-2 0-4 0,-1 0 0 0,-1-1-5 16,0 0-1-16,-2-1-15 0,1-2 3 0,-2 0 1 0,-2-1-7 0,0-3 8 16,-2 1 2-16,0-2 4 0,1 0 11 0,-1-1 9 0,0-2-6 15,0-1-2-15,1 0 2 0,0-3-7 0,1-3 7 0,0-2 1 0,1-2-1 16,2-2 5-16,-1 0-2 0,2-2 9 0,1-2-5 0,1 0 3 0,2-2-5 16,1-1-3-16,1 0 6 0,1 0-5 0,2-2 8 0,2 3-1 15,-1-1-7-15,3 1 9 0,0 3-7 0,2 0 14 0,0 1 7 0,1 2 7 16,-1 0 7-16,1-1-2 0,0 3-1 0,1 0 0 0,-1 4-4 15,-2 0-4-15,2 1 1 0,-1 1 0 0,2 2-3 0,-1 0 2 0,-1 1-1 16,2 1-4-16,-1 1 3 0,0 0-6 0,0 1 3 0,-2 0-10 0,2 0 4 16,0 1 2-16,0-1-10 0,1 0 5 0,-2 1-6 0,-1-1-3 15,0-1 7-15,0 1-1 0,-1-1-3 0,0 0-2 0,0-2 0 0,-1 1 3 16,0-2 1-16,0 0-4 0,0-1 0 0,-1 0 0 0,-1-1 1 0,0 1 9 16,-1-1-9-16,-1-1 5 0,0 1-1 0,-2-1-3 0,-1-1 4 15,0 0-1-15,-1 0-5 0,-1 0-7 0,-1 0 6 0,-2 1-1 0,-2-1 4 16,0 0 2-16,-3 1-8 0,1 1-4 0,-2 1 4 0,-1 0-1 0,1 0 1 15,-2 3-4-15,0 0-3 0,0 3 7 0,0 2 0 0,1 0 2 16,-1 2 4-16,-2 0-8 0,2 3-2 0,0 0 10 0,3 0-11 0,0 0 7 16,2 0 1-16,1 0-12 0,3 0 15 0,0-1-8 0,2 0-1 15,2-1 12-15,1 0-7 0,1 0 8 0,2-1-3 0,0-1-10 0,2 0-1 16,1-1-3-16,2-1 5 0,2-1 2 0,0-1 4 0,2-2-6 16,-1 0-2-16,1-1 8 0,1 0-2 0,1 0 0 0,-1 0 0 0,1-1-2 15,1 0-3-15,1 1 5 0,-1-1 0 0,1 1-6 0,-1 0 12 0,-1 0-2 16,-2 1-6-16,2-1 5 0,-2 1-1 0,1 1-5 0,-3 0 4 15,1 1-2-15,1 0-7 0,-1 2 8 0,-1 0-2 0,0 1-3 0,-1 1 6 16,0 0-6-16,0 1 5 0,-1 1 0 0,-1 0-4 0,0 1 6 0,-1-1-6 16,0 1 4-16,0 1-5 0,-2 0-7 0,0 0 5 0,0 1 1 15,-1-1-5-15,-2 0 2 0,0 0-6 0,0-1 1 0,0 0 6 0,-1 0 3 16,0 0 3-16,-1-2 0 0,-1 1 2 0,0-2 0 0,-1-1 7 0,0 0 1 16,-1-2-3-16,0 0-1 0,-1-1-2 0,-1-1 1 0,1-2 1 15,-2 0-2-15,0-2-4 0,0 0 0 0,0-1 8 0,0 0-2 0,2-2-3 16,-1-1-2-16,1-1-7 0,0-2 8 0,1-1 4 0,-1 0 0 15,1-2-4-15,0-2 0 0,0 0-6 0,1-2 4 0,1 0 4 0,0 1 0 16,1 1-2-16,1 0-11 0,0 2-6 0,1 1-14 0,0 0-28 16,0 0-40-16,0 0-63 0,1 3-80 0,-1-2-106 0,0 1-134 0,1-1-181 15,-1 0-316-15</inkml:trace>
  <inkml:trace contextRef="#ctx0" brushRef="#br0" timeOffset="48790.06">17429 9747 1290 0,'-2'-6'373'0,"0"1"-200"0,-1-2 16 0,2 0-3 15,0 1-20-15,1 1-15 0,1 1-10 0,0 2-14 0,0 1-14 0,0 1-5 16,1 1-10-16,-1 1-13 0,1 0-5 0,1 2-8 0,1 1-5 0,1 2-6 15,1 2-2-15,1 1 1 0,2 3-4 0,0 2-3 0,1 3-9 16,2 2-4-16,1 3-9 0,1 3 0 0,-1-1-4 0,2 2-5 0,2 0-1 16,-1 2-5-16,0 1-4 0,2 1-2 0,0 0 3 0,-1 1-5 0,0-3-20 15,-1 2 10-15,0-1 1 0,-1-1 2 0,0 0 9 0,-1 0-4 16,1-2-8-16,-2-2-2 0,-2-1 4 0,1-2-23 0,-2-2-17 16,-1 1-26-16,-1-3-40 0,-2 1-34 0,-2-1-52 0,-3-3-89 0,-1 0-130 15,-2-2-223-15,-3-1-481 0</inkml:trace>
  <inkml:trace contextRef="#ctx0" brushRef="#br0" timeOffset="76535.14">10518 11802 1220 0,'-19'-12'101'0,"0"-1"-19"16,-3-2-39-16,4 2-8 0,6 0-9 0,1 1-7 0,2 0 0 0,2 2 1 16,2 0 0-16,0-2-5 0,1 1-5 0,1-1-13 0,1 1-3 15,1 0-5-15,2 1-2 0,0 0 4 0,1-1-4 0,2-1 0 0,0 0 3 16,1 0 1-16,1 0 6 0,0-1-1 0,2-1 4 0,1 0 2 15,-1 1 3-15,2-1 5 0,1-1 1 0,-1 1 9 0,4 0 3 0,1-1 2 16,1 0 8-16,1-1 0 0,3 1 3 0,0-1 11 0,2-1-3 0,2 1-11 16,4-1-6-16,4-1-13 0,3-1-2 0,6 0 7 0,2 0 4 15,3-1 1-15,5 1 3 0,3 3 3 0,2-1-2 0,2 3-1 0,1 0 0 16,2 3-16-16,2-1 1 0,1 2-6 0,2 2-3 0,-1 1 5 0,5 1-3 16,0 0-1-16,1 2-4 0,1-1 1 0,-1 1-5 0,1 0-5 15,0 0 2-15,-1 1 1 0,-1 0 3 0,0 1 1 0,-2 0 2 0,-2-1-5 16,0 1 2-16,-2 0 6 0,-2 0-13 0,0 0 2 0,1 0-2 15,-1 1 0-15,-1 0 7 0,1-1-3 0,-1 2 5 0,-3 0-4 0,0 1 0 16,-3 3 5-16,-1-1-3 0,1 1 3 0,-3 2-1 0,0 0-2 0,-2 2 4 16,-1-1-2-16,0 1-1 0,-1 2-1 0,-1 3-4 0,-1 0 3 0,0 2-1 15,-3 0 0-15,-1 3-3 0,0 2-6 0,-2 1 0 16,-2 3-5-16,0 3 5 0,-4 0 1 0,0 2-7 0,-3 0 2 0,-2 2 4 0,-3 0 5 16,-1 3 4-16,-4 2-2 0,-2 0-4 0,1 2 4 0,-5 0 6 15,2 1-3-15,-2 0 7 0,-2 1-5 0,-2 0 0 0,-3-1 4 16,-1 1-6-16,-2 2 2 0,-1-2-2 0,-3 0-11 0,-1 0 7 0,-3-1-3 0,-2-1-2 15,-3 2 5-15,-2-3-6 0,-5 0-3 0,-2-2 0 0,-2-1-7 16,-3 0-3-16,-3-2 2 0,-2-2 1 0,-5-2 9 0,-1-2 7 0,-5-1 3 16,-2-4 9-16,-1 0 6 0,-4-2-1 0,-1-4 3 0,-2-1-2 0,-2-2-3 15,-1-2 3-15,-4-3 0 0,1-2 2 0,0-2-1 0,-2-1 1 16,0-2 2-16,-1-3 10 0,-2 0 4 0,2-3 8 0,0-1 4 0,1-2 5 16,1-2 7-16,0-1 11 0,0-1-1 0,1-1-2 0,2-1 8 15,2-2-1-15,0 1 0 0,2-1 0 0,-1-2-13 0,2 0-10 0,1 1-10 16,3 0-6-16,0-1-4 0,4 2-6 0,1-1-4 0,0 1-3 0,2 0 4 15,2 3 6-15,3-1-4 0,2 0-4 0,3 3-6 0,0 0-1 16,3 0 3-16,0-1-1 0,2 1 0 0,3 1-2 0,1 0-2 0,1 1 1 16,2 0 4-16,2 2-4 0,2 0 10 0,2 1-2 0,0 0-1 15,1 0 1-15,1 2-10 0,1-1 2 0,0 1-6 0,2 0 2 0,1 1-14 16,-1 0-5-16,2 1 0 0,0 1-10 0,0 0 3 0,2 1-9 0,-2 0-20 16,2 0-31-16,0 1-41 0,1 1-42 0,2 2-37 0,3 0-31 15,2 1-60-15,4 2-42 0,3 0-25 0,5 0-118 0</inkml:trace>
  <inkml:trace contextRef="#ctx0" brushRef="#br0" timeOffset="77226.8">16249 11159 1412 0,'-5'-9'879'0,"-1"1"-781"0,-1-2-58 0,-1 1-23 0,3 1-23 16,0 1-34-16,1 1-35 0,1 0-56 0,2 1-42 0,0 0-26 0,1 1 8 16,0 1 21-16,0 0 18 0,0 1 26 0,0 0 23 0,0 1 30 0,-1-1 26 15,1 2 20-15,-1 0 13 0,1 0 5 0,0 1 10 0,0-1 2 16,1 0 2-16,0 1 4 0,1 1-3 0,1-1 3 0,2 0 4 16,1-1 10-16,2 1 23 0,2-1 24 0,2 1 20 0,1-1 8 0,3-1 2 15,1 1-12-15,2-1-9 0,2 0-3 0,2 1-6 0,0-1-2 0,4 0-3 16,0 2-2-16,2-1 6 0,1 2-6 0,1 0-2 0,1 0-8 0,5 1-10 15,0 0-5-15,2 1-2 0,-1 2-9 0,2 0-2 0,2 2 1 16,3-1-7-16,0 0-5 0,2 1-3 0,4 0-5 0,-1-1-5 0,0 1 7 16,1 0-2-16,1 0-4 0,1 0 4 0,1 0 3 0,1 0-3 0,-2-1-1 15,1 0-4-15,-1 2-1 0,0 0 0 0,-1-1 8 0,-1 1-2 16,-1 0-9-16,-2 0 1 0,-2 1-4 0,-1 0 3 0,0 0 3 0,-3 3-3 16,-1 0-1-16,-1 0-6 0,-3 3 6 0,0 0-9 0,0 2 7 0,-4 1 6 15,1 2-1-15,-5 4 13 0,-1-1-6 0,-2 5 3 0,-2-1 4 16,-1 4 1-16,-2 1 1 0,-2 5 2 0,0 1 2 0,-5 2-8 0,0 3 0 15,-1-3-5-15,-3 1-6 0,-1 1-2 0,-2 2-4 0,-1-3-6 16,-2 0-13-16,-2 0-13 0,-3-3-9 0,-1 0-17 0,-2-1-5 0,-3-3-1 16,-1-1 1-16,-4-3 17 0,-2 0 6 0,-3-4 14 0,-1 0 6 0,-4-5 8 15,-2-1 10-15,-1-2 14 0,-4-5 10 0,-1 0 17 0,-2-3 13 16,-2-1 14-16,-3-2 8 0,1-1-2 0,-2-2-2 0,-2-1-12 0,1-2-8 16,-3-1-2-16,-3-2-7 0,-1-1-3 0,-2-2-3 0,-1-1 1 15,0-1-9-15,-1 0 3 0,2 0 3 0,1 0 5 0,2 1 9 0,1 1 1 16,3 0-3-16,2 1-7 0,2 0-7 0,2 0-5 0,1 0-10 0,0 0-3 15,2 1-7-15,2-1-4 0,0 0 4 0,4 0-7 0,-1-1-1 0,2-1-19 16,1 1-24-16,2 0-24 0,1-1-33 0,1 0-30 0,0-1-51 16,2 1-58-16,-1-1-74 0,0-1-104 0,0-3-112 0,-5-6-50 0</inkml:trace>
  <inkml:trace contextRef="#ctx0" brushRef="#br0" timeOffset="106629.63">5413 13124 1057 0,'-11'-4'290'0,"3"0"-149"0,-2 1-39 15,6 1-35-15,3 3-16 0,0-1-17 0,2 1-12 0,-1 1-13 16,1 1-8-16,2 2 3 0,1 0-5 0,1 3-2 0,2 2-7 0,3 0-15 15,3 1-6-15,3 0-9 0,4-1 2 0,3-1 3 0,5-1-1 0,4-2 11 16,5-2 9-16,3-2 12 0,5-1 8 0,5-1 1 0,3-1 3 16,6 0-1-16,1 0 7 0,4 1 4 0,1 0 2 0,2 2 4 0,1 0-5 15,2 0 2-15,1 2 10 0,0-1 0 0,4 2 10 0,3-2 3 0,2 2-4 16,4-2-1-16,1 0-12 0,4 0-6 0,2-2-6 0,5 1-4 16,0 0 4-16,2-1-5 0,2 2 2 0,0-1-2 0,1 2-1 0,3 0-1 15,-2 0 3-15,1 1-2 0,2-1-8 0,-2 2 2 0,0 1-7 0,3 0 5 16,-2 1 15-16,1-1-6 0,0-2-8 0,-1-1 4 0,-1 0-9 15,-1 0-2-15,-1-2 2 0,-2-1-2 0,0-1-3 0,-2-3 5 0,-3 1-3 16,-2-1 1-16,-2-1 3 0,-1 0 1 0,-3-1-6 0,0 0 3 16,-3-2-10-16,-2 1 11 0,-1-1 3 0,-1-1 3 0,-3 0 4 0,1-4-3 15,-1-2 3-15,0 0-8 0,-3-2-2 0,-2 1-4 0,-4-2 1 0,-2-1 5 16,-6 1 5-16,-2-1 4 0,-3 0 4 0,-4 0 5 0,-3 1 4 16,-5-1 10-16,-3-2 11 0,-6 0 10 0,-2-2 7 0,-3-1 4 0,-4-1-4 15,-5-3-18-15,-3-1-14 0,-4-2-12 0,-3-3-20 0,-6-3-16 0,-5-1-33 16,-5-4-8-16,-8-2-2 0,-7-1 9 0,-4 0 28 0,-8-1 0 15,-6 2 10-15,-4 0 8 0,-7 2 9 0,-7-1 3 0,-3-1 0 0,-8 1 4 16,-4 1-2-16,-4 2 6 0,-6 3 7 0,-5 0 7 0,-4 2-2 16,-2 1 2-16,-3 3 3 0,-3 0 5 0,-2 2 8 0,-3 1 1 15,-4 1 6-15,-1 2-11 0,0 1 5 0,-2 2-6 0,0 2-12 0,-2 2 1 16,-5 3-6-16,0 1-4 0,-2 2-2 0,-3 2-7 0,1 3-1 0,-2 2-2 16,0 1 5-16,-1 1-1 0,-1 2-4 0,2 1-2 0,-2 2 1 0,2 1 4 15,4-1 9-15,2 0 0 0,5 0 3 0,0 2 1 0,1-1-1 0,3 2 4 16,0 1-4-16,2 0-2 0,4 0-2 0,1 3 1 0,3 1 3 15,1 2 1-15,1 1 1 0,2 1 10 0,2 4-6 0,5 0-2 0,0 1 4 16,5 2-16-16,4 2-1 0,1 0-11 0,6 2-1 0,3 1 8 16,4 3-4-16,3 1 6 0,3 4-8 0,3 0-18 0,4 4-7 0,1 1-22 15,3 4-29-15,2 3-46 0,2 1-73 0,2 1-127 0,1 2-128 0,2 4-86 16,1 3-317-16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D705-B8EF-0F77-0EE6-450FAB9C4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28F03-A329-5299-B247-6E6AF089A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95D22-D42D-28DC-EE65-C85CCA25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EB34-8219-30D0-CF60-2110E59E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D520E-AB23-C004-3A0F-8D3AF4F0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6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8B59-D6B7-F59B-7D16-517AA704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DFBB-76B3-60E0-7BF3-8EF75ACA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F37D3-CA01-7204-DD32-EFFB0D3C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F1305-6124-A890-E9E7-570AD663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FD85-64F6-5CFB-D70A-DD1B381A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0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49DF-AD21-AE52-C234-6B04716C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243C3-E807-BF1E-309B-640E1BEC8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8B5E2-94BE-DE4F-ADB0-6C0AC496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47A11-70C7-A084-DEC2-37012D04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1584-233B-444F-0076-2DCEEAF1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8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8C6D-7A61-8735-4FB6-12A20916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C971-8A93-44BE-3DDA-36491641F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99941-3CAF-CB55-A3C5-D1180809A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62778-FC03-DFE4-87AB-3CBD20DC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428AE-4BCF-D7C5-B3E9-D1C28E6B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9EE45-9B18-B402-F5DF-C2CB242A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8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2347-8FA4-646E-8807-CD17A27F2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094E1-A4C6-AC61-5D69-BF2FD2D6C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3089E-E7FC-F384-1240-843C8095E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8C7CE-5EB0-3B7E-FD44-6F039A64A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7DD12-F7A4-3344-84D7-B721F0174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3BC0D-9A55-AFEE-5F92-91CEC49B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117F7-24FE-7FE7-FA42-B33EAE1D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5D778-18CF-8052-9FF8-4EDD051D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8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4F66-75BE-C43E-3CF6-666FF3B3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84CF4-0F80-4D3B-280A-F08F0470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A814E-10E8-2393-AF2B-E3C5523E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5A062-DA9D-6D03-E2C4-8C6A72169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4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1A053-87E1-7BFA-770F-AD102600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5C358-CFB8-D787-5A0C-2995B404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DDE77-1ECE-C2A6-372A-8FC4CE08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BF21-DC9F-E236-C2D1-DE623900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1F904-D495-7ED4-0151-719464984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A54F6-E12E-B687-533B-0B1123922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537D7-2DAC-144E-2740-9AA58DBD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60AB3-8742-44B2-BEDA-37DFF4CE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4248E-2E92-D589-C782-65A90EE9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5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0828-F526-9F4F-B84F-5C15902D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68BFD-9D2E-0764-8BA5-616420E83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38CE0-7274-5EE2-B38F-D193C6114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306E4-D8F6-06AB-9504-7C288E46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4B851-BB09-0D9E-CA9F-6A46B3E8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BD785-63CC-E9EE-9D1F-495D732E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7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69B2-E012-D0EF-4A83-5D59B905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69025-C94E-A89E-4625-9612AD8EB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5B44C-5C1C-7990-EDA2-B7993CAB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90181-20E1-4515-7A11-65089603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6254D-208F-4D7C-D199-E005F902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4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E4861-715E-AB9A-738D-287E2608E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605EC-A8F0-4106-DA64-DFC7467C6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F47C3-C490-550A-B8FB-80BE4654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80517-819A-0150-DAF7-C4AF5D7C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69E6-E69C-3D27-F554-FD40F53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11C9DA-959D-D39F-34CF-C9BDD9AF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69F93-8C46-A78D-00BC-078455C8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74C5B-B5E4-35D0-081D-12C621E18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0D3A2-6856-437E-8815-32843E94800C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28911-7458-D064-A6E4-BE577B6F4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5D79-4887-438C-0130-DFAC285E0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EA046-F1BC-4514-9D63-02FD5FB9B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3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Programming(5-dars)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D3FA-A5AC-B7EB-23AF-76A196DA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C017-3B7B-CF94-ABE0-84C77A2D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2 </a:t>
            </a:r>
            <a:r>
              <a:rPr lang="en-US" dirty="0" err="1"/>
              <a:t>xolati</a:t>
            </a:r>
            <a:r>
              <a:rPr lang="en-US" dirty="0"/>
              <a:t>+ 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error(Theory)</a:t>
            </a:r>
          </a:p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error(</a:t>
            </a:r>
            <a:r>
              <a:rPr lang="en-US" dirty="0" err="1"/>
              <a:t>amaliy</a:t>
            </a:r>
            <a:r>
              <a:rPr lang="en-US" dirty="0"/>
              <a:t>)</a:t>
            </a:r>
          </a:p>
          <a:p>
            <a:r>
              <a:rPr lang="en-US" dirty="0"/>
              <a:t>Katta file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githubga</a:t>
            </a:r>
            <a:r>
              <a:rPr lang="en-US" dirty="0"/>
              <a:t> push </a:t>
            </a:r>
            <a:r>
              <a:rPr lang="en-US" dirty="0" err="1"/>
              <a:t>qilish</a:t>
            </a:r>
            <a:endParaRPr lang="en-US" dirty="0"/>
          </a:p>
          <a:p>
            <a:r>
              <a:rPr lang="en-US" dirty="0"/>
              <a:t>Data loading + log(project)</a:t>
            </a:r>
          </a:p>
          <a:p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Project 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523BDD-80E7-DF36-E6BD-167B724426D6}"/>
                  </a:ext>
                </a:extLst>
              </p14:cNvPr>
              <p14:cNvContentPartPr/>
              <p14:nvPr/>
            </p14:nvContentPartPr>
            <p14:xfrm>
              <a:off x="233280" y="2261520"/>
              <a:ext cx="7443720" cy="273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523BDD-80E7-DF36-E6BD-167B724426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920" y="2252160"/>
                <a:ext cx="7462440" cy="27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769098-A3F0-A729-6363-B7B70E8B8516}"/>
                  </a:ext>
                </a:extLst>
              </p14:cNvPr>
              <p14:cNvContentPartPr/>
              <p14:nvPr/>
            </p14:nvContentPartPr>
            <p14:xfrm>
              <a:off x="3452400" y="2663280"/>
              <a:ext cx="4733640" cy="138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769098-A3F0-A729-6363-B7B70E8B85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43040" y="2653920"/>
                <a:ext cx="4752360" cy="140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5718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2 </a:t>
            </a:r>
            <a:r>
              <a:rPr lang="en-US" b="1" dirty="0" err="1"/>
              <a:t>xolati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savol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6967-12E8-AB60-F70E-91B4ED89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64BC-7D83-657D-0FE7-1DC8DBA3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D1EA-F82B-7690-1AFE-434EF2680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2 </a:t>
            </a:r>
            <a:r>
              <a:rPr lang="en-US" dirty="0" err="1"/>
              <a:t>xolati</a:t>
            </a:r>
            <a:r>
              <a:rPr lang="en-US" dirty="0"/>
              <a:t>+ 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Extraction </a:t>
            </a:r>
            <a:r>
              <a:rPr lang="en-US" dirty="0" err="1"/>
              <a:t>va</a:t>
            </a:r>
            <a:r>
              <a:rPr lang="en-US" dirty="0"/>
              <a:t> merging</a:t>
            </a:r>
          </a:p>
          <a:p>
            <a:r>
              <a:rPr lang="en-US" dirty="0" err="1"/>
              <a:t>Githubdagi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gitga</a:t>
            </a:r>
            <a:r>
              <a:rPr lang="en-US" dirty="0"/>
              <a:t> </a:t>
            </a:r>
            <a:r>
              <a:rPr lang="en-US" dirty="0" err="1"/>
              <a:t>ulash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commands</a:t>
            </a:r>
          </a:p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C0F0EE-60E4-4066-9C06-D78C8FDECE16}"/>
                  </a:ext>
                </a:extLst>
              </p14:cNvPr>
              <p14:cNvContentPartPr/>
              <p14:nvPr/>
            </p14:nvContentPartPr>
            <p14:xfrm>
              <a:off x="1068120" y="1606320"/>
              <a:ext cx="8404920" cy="276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C0F0EE-60E4-4066-9C06-D78C8FDEC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760" y="1596960"/>
                <a:ext cx="8423640" cy="27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B0F7-196D-FB85-04F3-87D7EB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1347-B29B-090F-57DE-6A51A102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Logging </a:t>
            </a:r>
            <a:r>
              <a:rPr lang="en-US" b="1" dirty="0" err="1"/>
              <a:t>va</a:t>
            </a:r>
            <a:r>
              <a:rPr lang="en-US" b="1" dirty="0"/>
              <a:t> error</a:t>
            </a:r>
          </a:p>
        </p:txBody>
      </p:sp>
    </p:spTree>
    <p:extLst>
      <p:ext uri="{BB962C8B-B14F-4D97-AF65-F5344CB8AC3E}">
        <p14:creationId xmlns:p14="http://schemas.microsoft.com/office/powerpoint/2010/main" val="155417146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B82D-B3FF-3240-FCE6-D2B6CE21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6EBF6-54B6-8ADD-9F57-C24E9C620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yozilganda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xolatlar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Warnings</a:t>
            </a:r>
          </a:p>
          <a:p>
            <a:pPr lvl="1"/>
            <a:r>
              <a:rPr lang="en-US" dirty="0"/>
              <a:t>Errors</a:t>
            </a:r>
          </a:p>
          <a:p>
            <a:r>
              <a:rPr lang="en-US" dirty="0" err="1"/>
              <a:t>Kodingni</a:t>
            </a:r>
            <a:r>
              <a:rPr lang="en-US" dirty="0"/>
              <a:t> </a:t>
            </a:r>
            <a:r>
              <a:rPr lang="en-US" dirty="0" err="1"/>
              <a:t>nazorat</a:t>
            </a:r>
            <a:r>
              <a:rPr lang="en-US" dirty="0"/>
              <a:t> </a:t>
            </a:r>
            <a:r>
              <a:rPr lang="en-US" dirty="0" err="1"/>
              <a:t>qilishni</a:t>
            </a:r>
            <a:r>
              <a:rPr lang="en-US" dirty="0"/>
              <a:t> 2 ta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yo’li</a:t>
            </a:r>
            <a:r>
              <a:rPr lang="en-US" dirty="0"/>
              <a:t> </a:t>
            </a:r>
            <a:r>
              <a:rPr lang="en-US" dirty="0" err="1"/>
              <a:t>mavjud</a:t>
            </a:r>
            <a:endParaRPr lang="en-US" dirty="0"/>
          </a:p>
          <a:p>
            <a:pPr lvl="1"/>
            <a:r>
              <a:rPr lang="en-US" dirty="0"/>
              <a:t>Logging</a:t>
            </a:r>
          </a:p>
          <a:p>
            <a:pPr lvl="1"/>
            <a:r>
              <a:rPr lang="en-US" dirty="0" err="1"/>
              <a:t>Errros</a:t>
            </a:r>
            <a:r>
              <a:rPr lang="en-US" dirty="0"/>
              <a:t>(Exceptions)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7F60CA-F2A0-844A-11CA-4FC1AD3AE6D7}"/>
                  </a:ext>
                </a:extLst>
              </p14:cNvPr>
              <p14:cNvContentPartPr/>
              <p14:nvPr/>
            </p14:nvContentPartPr>
            <p14:xfrm>
              <a:off x="1484280" y="1272600"/>
              <a:ext cx="10509120" cy="447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7F60CA-F2A0-844A-11CA-4FC1AD3AE6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4920" y="1263240"/>
                <a:ext cx="10527840" cy="449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712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9C37-B613-9B3C-CDDD-F0E63E9A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7950-EADF-81D6-5D82-ACE32C8C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A3FE4-E8D1-6C19-A770-A721CB439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  <a:p>
            <a:pPr lvl="1"/>
            <a:r>
              <a:rPr lang="en-US" dirty="0"/>
              <a:t>Program run </a:t>
            </a:r>
            <a:r>
              <a:rPr lang="en-US" dirty="0" err="1"/>
              <a:t>bo’lgunicha</a:t>
            </a:r>
            <a:r>
              <a:rPr lang="en-US" dirty="0"/>
              <a:t> </a:t>
            </a:r>
            <a:r>
              <a:rPr lang="en-US" dirty="0" err="1"/>
              <a:t>bo’lgan</a:t>
            </a:r>
            <a:r>
              <a:rPr lang="en-US" dirty="0"/>
              <a:t> </a:t>
            </a:r>
            <a:r>
              <a:rPr lang="en-US" dirty="0" err="1"/>
              <a:t>jarayonlarni</a:t>
            </a:r>
            <a:r>
              <a:rPr lang="en-US" dirty="0"/>
              <a:t> (</a:t>
            </a:r>
            <a:r>
              <a:rPr lang="en-US" dirty="0" err="1"/>
              <a:t>xodisalarni</a:t>
            </a:r>
            <a:r>
              <a:rPr lang="en-US" dirty="0"/>
              <a:t>) </a:t>
            </a:r>
            <a:r>
              <a:rPr lang="en-US" dirty="0" err="1"/>
              <a:t>saqlab</a:t>
            </a:r>
            <a:r>
              <a:rPr lang="en-US" dirty="0"/>
              <a:t> </a:t>
            </a:r>
            <a:r>
              <a:rPr lang="en-US" dirty="0" err="1"/>
              <a:t>boradigan</a:t>
            </a:r>
            <a:r>
              <a:rPr lang="en-US" dirty="0"/>
              <a:t> file</a:t>
            </a:r>
          </a:p>
          <a:p>
            <a:r>
              <a:rPr lang="en-US" dirty="0" err="1"/>
              <a:t>Foydasi</a:t>
            </a:r>
            <a:endParaRPr lang="en-US" dirty="0"/>
          </a:p>
          <a:p>
            <a:pPr lvl="1"/>
            <a:r>
              <a:rPr lang="en-US" dirty="0"/>
              <a:t>Debug</a:t>
            </a:r>
          </a:p>
          <a:p>
            <a:pPr lvl="1"/>
            <a:r>
              <a:rPr lang="en-US" dirty="0"/>
              <a:t>Monitor</a:t>
            </a:r>
          </a:p>
          <a:p>
            <a:pPr lvl="1"/>
            <a:r>
              <a:rPr lang="en-US" dirty="0"/>
              <a:t>audit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C61EBD-2A4E-5445-E5C3-1156DEEB1BF1}"/>
                  </a:ext>
                </a:extLst>
              </p14:cNvPr>
              <p14:cNvContentPartPr/>
              <p14:nvPr/>
            </p14:nvContentPartPr>
            <p14:xfrm>
              <a:off x="1338480" y="1673280"/>
              <a:ext cx="1496160" cy="316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C61EBD-2A4E-5445-E5C3-1156DEEB1B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9120" y="1663920"/>
                <a:ext cx="1514880" cy="318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380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741-84F1-0334-FCEE-07109CE3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9174-B7C6-02CE-6D8C-EA1F028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F6C8-DDBA-4B95-F5C9-6954B815A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Xabarlar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DEBUG---</a:t>
            </a:r>
            <a:r>
              <a:rPr lang="en-US" dirty="0" err="1"/>
              <a:t>Muammo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chuqurroq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INFO—Program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lvl="1"/>
            <a:r>
              <a:rPr lang="en-US" dirty="0"/>
              <a:t>WARNING—</a:t>
            </a:r>
            <a:r>
              <a:rPr lang="en-US" dirty="0" err="1"/>
              <a:t>Kodlar</a:t>
            </a:r>
            <a:r>
              <a:rPr lang="en-US" dirty="0"/>
              <a:t> run </a:t>
            </a:r>
            <a:r>
              <a:rPr lang="en-US" dirty="0" err="1"/>
              <a:t>bolishda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kutilmagan</a:t>
            </a:r>
            <a:r>
              <a:rPr lang="en-US" dirty="0"/>
              <a:t> </a:t>
            </a:r>
            <a:r>
              <a:rPr lang="en-US" dirty="0" err="1"/>
              <a:t>nimadir</a:t>
            </a:r>
            <a:r>
              <a:rPr lang="en-US" dirty="0"/>
              <a:t> </a:t>
            </a:r>
            <a:r>
              <a:rPr lang="en-US" dirty="0" err="1"/>
              <a:t>sodir</a:t>
            </a:r>
            <a:r>
              <a:rPr lang="en-US" dirty="0"/>
              <a:t> </a:t>
            </a:r>
            <a:r>
              <a:rPr lang="en-US" dirty="0" err="1"/>
              <a:t>bo’lganini</a:t>
            </a:r>
            <a:r>
              <a:rPr lang="en-US" dirty="0"/>
              <a:t> </a:t>
            </a:r>
            <a:r>
              <a:rPr lang="en-US" dirty="0" err="1"/>
              <a:t>korsatadi</a:t>
            </a:r>
            <a:endParaRPr lang="en-US" dirty="0"/>
          </a:p>
          <a:p>
            <a:pPr lvl="1"/>
            <a:r>
              <a:rPr lang="en-US" dirty="0"/>
              <a:t>ERROR-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  <a:p>
            <a:pPr lvl="1"/>
            <a:r>
              <a:rPr lang="en-US" dirty="0"/>
              <a:t>CRITICAL-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toxtaydi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D15AD3-53E7-D49E-38EE-77AB170B726A}"/>
                  </a:ext>
                </a:extLst>
              </p14:cNvPr>
              <p14:cNvContentPartPr/>
              <p14:nvPr/>
            </p14:nvContentPartPr>
            <p14:xfrm>
              <a:off x="1600920" y="2178000"/>
              <a:ext cx="6071760" cy="256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D15AD3-53E7-D49E-38EE-77AB170B72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1560" y="2168640"/>
                <a:ext cx="6090480" cy="257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2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9669-1C88-83B1-9E45-B323F53E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EE4B-17C5-25E9-6632-42C8EE59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7BA1-DF8E-87C9-1A75-6F161B36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Xabarlar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DEBUG---</a:t>
            </a:r>
            <a:r>
              <a:rPr lang="en-US" dirty="0" err="1"/>
              <a:t>Muammo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chuqurroq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INFO—Program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lvl="1"/>
            <a:r>
              <a:rPr lang="en-US" dirty="0"/>
              <a:t>WARNING—</a:t>
            </a:r>
            <a:r>
              <a:rPr lang="en-US" dirty="0" err="1"/>
              <a:t>Kodlar</a:t>
            </a:r>
            <a:r>
              <a:rPr lang="en-US" dirty="0"/>
              <a:t> run </a:t>
            </a:r>
            <a:r>
              <a:rPr lang="en-US" dirty="0" err="1"/>
              <a:t>bolishda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kutilmagan</a:t>
            </a:r>
            <a:r>
              <a:rPr lang="en-US" dirty="0"/>
              <a:t> </a:t>
            </a:r>
            <a:r>
              <a:rPr lang="en-US" dirty="0" err="1"/>
              <a:t>nimadir</a:t>
            </a:r>
            <a:r>
              <a:rPr lang="en-US" dirty="0"/>
              <a:t> </a:t>
            </a:r>
            <a:r>
              <a:rPr lang="en-US" dirty="0" err="1"/>
              <a:t>sodir</a:t>
            </a:r>
            <a:r>
              <a:rPr lang="en-US" dirty="0"/>
              <a:t> </a:t>
            </a:r>
            <a:r>
              <a:rPr lang="en-US" dirty="0" err="1"/>
              <a:t>bo’lganini</a:t>
            </a:r>
            <a:r>
              <a:rPr lang="en-US" dirty="0"/>
              <a:t> </a:t>
            </a:r>
            <a:r>
              <a:rPr lang="en-US" dirty="0" err="1"/>
              <a:t>korsatadi</a:t>
            </a:r>
            <a:endParaRPr lang="en-US" dirty="0"/>
          </a:p>
          <a:p>
            <a:pPr lvl="1"/>
            <a:r>
              <a:rPr lang="en-US" dirty="0"/>
              <a:t>ERROR-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  <a:p>
            <a:pPr lvl="1"/>
            <a:r>
              <a:rPr lang="en-US" dirty="0"/>
              <a:t>CRITICAL-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toxtaydi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8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B479-0859-E426-7D0C-EC10B1E8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A981-CC3B-BF39-5D8F-2F11B98D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90175-7144-5A75-D664-12D03B97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Errorlar</a:t>
            </a:r>
            <a:r>
              <a:rPr lang="en-US" dirty="0"/>
              <a:t>--- runtime problem </a:t>
            </a:r>
            <a:r>
              <a:rPr lang="en-US" dirty="0" err="1"/>
              <a:t>bu</a:t>
            </a:r>
            <a:r>
              <a:rPr lang="en-US" dirty="0"/>
              <a:t> normal </a:t>
            </a:r>
            <a:r>
              <a:rPr lang="en-US" dirty="0" err="1"/>
              <a:t>bolgan</a:t>
            </a:r>
            <a:r>
              <a:rPr lang="en-US" dirty="0"/>
              <a:t> </a:t>
            </a:r>
            <a:r>
              <a:rPr lang="en-US" dirty="0" err="1"/>
              <a:t>ishlarni</a:t>
            </a:r>
            <a:r>
              <a:rPr lang="en-US" dirty="0"/>
              <a:t> </a:t>
            </a:r>
            <a:r>
              <a:rPr lang="en-US" dirty="0" err="1"/>
              <a:t>toxtadi</a:t>
            </a:r>
            <a:endParaRPr lang="en-US" dirty="0"/>
          </a:p>
          <a:p>
            <a:pPr lvl="1"/>
            <a:r>
              <a:rPr lang="en-US" dirty="0" err="1"/>
              <a:t>SyntaxError</a:t>
            </a:r>
            <a:r>
              <a:rPr lang="en-US" dirty="0"/>
              <a:t> – code is invalid</a:t>
            </a:r>
          </a:p>
          <a:p>
            <a:pPr lvl="1"/>
            <a:r>
              <a:rPr lang="en-US" dirty="0" err="1"/>
              <a:t>TypeError</a:t>
            </a:r>
            <a:r>
              <a:rPr lang="en-US" dirty="0"/>
              <a:t> – wrong type of variable</a:t>
            </a:r>
          </a:p>
          <a:p>
            <a:pPr lvl="1"/>
            <a:r>
              <a:rPr lang="en-US" dirty="0" err="1"/>
              <a:t>FileNotFoundError</a:t>
            </a:r>
            <a:r>
              <a:rPr lang="en-US" dirty="0"/>
              <a:t> – missing file</a:t>
            </a:r>
          </a:p>
          <a:p>
            <a:pPr lvl="1"/>
            <a:r>
              <a:rPr lang="en-US" dirty="0" err="1"/>
              <a:t>ValueError</a:t>
            </a:r>
            <a:r>
              <a:rPr lang="en-US" dirty="0"/>
              <a:t> – invalid value for a function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F59680-B703-0E96-369A-04E60A087C33}"/>
                  </a:ext>
                </a:extLst>
              </p14:cNvPr>
              <p14:cNvContentPartPr/>
              <p14:nvPr/>
            </p14:nvContentPartPr>
            <p14:xfrm>
              <a:off x="1230480" y="1637280"/>
              <a:ext cx="8962200" cy="233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F59680-B703-0E96-369A-04E60A087C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1120" y="1627920"/>
                <a:ext cx="8980920" cy="23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688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B362-1A87-E24F-7788-B357CE2E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72A5-757C-6DB5-24E4-6B99869C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Logging </a:t>
            </a:r>
            <a:r>
              <a:rPr lang="en-US" b="1" dirty="0" err="1"/>
              <a:t>va</a:t>
            </a:r>
            <a:r>
              <a:rPr lang="en-US" b="1" dirty="0"/>
              <a:t> error(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0117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32F0-147E-69F0-6C97-FB2FD69C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D81A-FF3B-86CA-C665-B2EC5F6F2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Katta file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datasetlarni</a:t>
            </a:r>
            <a:r>
              <a:rPr lang="en-US" b="1" dirty="0"/>
              <a:t> </a:t>
            </a:r>
            <a:r>
              <a:rPr lang="en-US" b="1" dirty="0" err="1"/>
              <a:t>githubga</a:t>
            </a:r>
            <a:r>
              <a:rPr lang="en-US" b="1" dirty="0"/>
              <a:t> push </a:t>
            </a:r>
            <a:r>
              <a:rPr lang="en-US" b="1" dirty="0" err="1"/>
              <a:t>qilish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FF46BE-E2DC-ECF8-C5CB-55F322E738B5}"/>
                  </a:ext>
                </a:extLst>
              </p14:cNvPr>
              <p14:cNvContentPartPr/>
              <p14:nvPr/>
            </p14:nvContentPartPr>
            <p14:xfrm>
              <a:off x="1063440" y="2473920"/>
              <a:ext cx="5648760" cy="197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FF46BE-E2DC-ECF8-C5CB-55F322E738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4080" y="2464560"/>
                <a:ext cx="5667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412928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9350-2AA6-7D82-ED05-7D7C9FB3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Katta file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githubga</a:t>
            </a:r>
            <a:r>
              <a:rPr lang="en-US" dirty="0"/>
              <a:t> push </a:t>
            </a:r>
            <a:r>
              <a:rPr lang="en-US" dirty="0" err="1"/>
              <a:t>qilish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53EC-A823-1BEE-6E7B-5B6A5BDCE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Githubda</a:t>
            </a:r>
            <a:r>
              <a:rPr lang="en-US" dirty="0"/>
              <a:t> limit:</a:t>
            </a:r>
          </a:p>
          <a:p>
            <a:pPr lvl="1"/>
            <a:r>
              <a:rPr lang="en-US" dirty="0"/>
              <a:t>100MB 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file </a:t>
            </a:r>
            <a:r>
              <a:rPr lang="en-US" dirty="0" err="1"/>
              <a:t>uchun</a:t>
            </a:r>
            <a:endParaRPr lang="en-US" dirty="0"/>
          </a:p>
          <a:p>
            <a:pPr lvl="1"/>
            <a:r>
              <a:rPr lang="en-US" dirty="0" err="1"/>
              <a:t>Tavfsiya</a:t>
            </a:r>
            <a:r>
              <a:rPr lang="en-US" dirty="0"/>
              <a:t> </a:t>
            </a:r>
            <a:r>
              <a:rPr lang="en-US" dirty="0" err="1"/>
              <a:t>qilinadi</a:t>
            </a:r>
            <a:r>
              <a:rPr lang="en-US" dirty="0"/>
              <a:t>--- 1GB </a:t>
            </a:r>
            <a:r>
              <a:rPr lang="en-US" dirty="0" err="1"/>
              <a:t>butun</a:t>
            </a:r>
            <a:r>
              <a:rPr lang="en-US" dirty="0"/>
              <a:t> repository </a:t>
            </a:r>
            <a:r>
              <a:rPr lang="en-US" dirty="0" err="1"/>
              <a:t>uchun</a:t>
            </a:r>
            <a:endParaRPr lang="en-US" dirty="0"/>
          </a:p>
          <a:p>
            <a:r>
              <a:rPr lang="en-US" dirty="0" err="1"/>
              <a:t>Muammolar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Katta </a:t>
            </a:r>
            <a:r>
              <a:rPr lang="en-US" dirty="0" err="1"/>
              <a:t>filelarni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reject </a:t>
            </a:r>
            <a:r>
              <a:rPr lang="en-US" dirty="0" err="1"/>
              <a:t>qiladi</a:t>
            </a:r>
            <a:endParaRPr lang="en-US" dirty="0"/>
          </a:p>
          <a:p>
            <a:pPr lvl="1"/>
            <a:r>
              <a:rPr lang="en-US" dirty="0"/>
              <a:t>Katta </a:t>
            </a:r>
            <a:r>
              <a:rPr lang="en-US" dirty="0" err="1"/>
              <a:t>filelar</a:t>
            </a:r>
            <a:r>
              <a:rPr lang="en-US" dirty="0"/>
              <a:t> repository performance </a:t>
            </a:r>
            <a:r>
              <a:rPr lang="en-US" dirty="0" err="1"/>
              <a:t>sekinlashtiradi</a:t>
            </a:r>
            <a:endParaRPr lang="en-US" dirty="0"/>
          </a:p>
          <a:p>
            <a:pPr lvl="1"/>
            <a:r>
              <a:rPr lang="en-US" dirty="0"/>
              <a:t>Bazi </a:t>
            </a:r>
            <a:r>
              <a:rPr lang="en-US" dirty="0" err="1"/>
              <a:t>filelarni</a:t>
            </a:r>
            <a:r>
              <a:rPr lang="en-US" dirty="0"/>
              <a:t> </a:t>
            </a:r>
            <a:r>
              <a:rPr lang="en-US" dirty="0" err="1"/>
              <a:t>yo’qolishiga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29C445-D6B9-6DC9-79EF-B3E4D16CC2B3}"/>
                  </a:ext>
                </a:extLst>
              </p14:cNvPr>
              <p14:cNvContentPartPr/>
              <p14:nvPr/>
            </p14:nvContentPartPr>
            <p14:xfrm>
              <a:off x="1078200" y="1330920"/>
              <a:ext cx="6942960" cy="326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29C445-D6B9-6DC9-79EF-B3E4D16CC2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8840" y="1321560"/>
                <a:ext cx="6961680" cy="328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655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2CFD-61C0-56E0-4130-C960922E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20CE-28CC-C144-8B14-0F7655B2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Katta file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githubga</a:t>
            </a:r>
            <a:r>
              <a:rPr lang="en-US" dirty="0"/>
              <a:t> push </a:t>
            </a:r>
            <a:r>
              <a:rPr lang="en-US" dirty="0" err="1"/>
              <a:t>qilish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70A8-D13B-DCB6-0055-79FAC707A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Yechimlari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Git LFS(Git Large File Storage)</a:t>
            </a:r>
            <a:r>
              <a:rPr lang="en-US" dirty="0">
                <a:sym typeface="Wingdings" panose="05000000000000000000" pitchFamily="2" charset="2"/>
              </a:rPr>
              <a:t>- track dataset, files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Cloud Storage for Dataset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.</a:t>
            </a:r>
            <a:r>
              <a:rPr lang="en-US" dirty="0" err="1">
                <a:sym typeface="Wingdings" panose="05000000000000000000" pitchFamily="2" charset="2"/>
              </a:rPr>
              <a:t>gitignore</a:t>
            </a:r>
            <a:r>
              <a:rPr lang="en-US" dirty="0">
                <a:sym typeface="Wingdings" panose="05000000000000000000" pitchFamily="2" charset="2"/>
              </a:rPr>
              <a:t>(keep code, data external)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42FBBB-3042-5657-A4A0-2B1EFC9B8E02}"/>
                  </a:ext>
                </a:extLst>
              </p14:cNvPr>
              <p14:cNvContentPartPr/>
              <p14:nvPr/>
            </p14:nvContentPartPr>
            <p14:xfrm>
              <a:off x="1067040" y="1309320"/>
              <a:ext cx="8463600" cy="327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42FBBB-3042-5657-A4A0-2B1EFC9B8E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680" y="1299960"/>
                <a:ext cx="8482320" cy="329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268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51A1-CF49-9ADC-43A3-506DA3F5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8C9B-C1E0-BAF0-1E52-6F30FC84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Data loading + log(project)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B2025F-E65F-AF52-53A3-E94D319AA9CA}"/>
                  </a:ext>
                </a:extLst>
              </p14:cNvPr>
              <p14:cNvContentPartPr/>
              <p14:nvPr/>
            </p14:nvContentPartPr>
            <p14:xfrm>
              <a:off x="4131720" y="3921480"/>
              <a:ext cx="2894040" cy="2266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B2025F-E65F-AF52-53A3-E94D319AA9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2360" y="3912120"/>
                <a:ext cx="2912760" cy="228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00269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FA3E-3BE2-D619-70CC-A4670582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E35C-FA56-4CF8-44D6-7271AE25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Project </a:t>
            </a:r>
          </a:p>
        </p:txBody>
      </p:sp>
    </p:spTree>
    <p:extLst>
      <p:ext uri="{BB962C8B-B14F-4D97-AF65-F5344CB8AC3E}">
        <p14:creationId xmlns:p14="http://schemas.microsoft.com/office/powerpoint/2010/main" val="21716170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0FFC-7522-5C30-1133-2C85457F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Project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A3CB8-8EB1-20ED-E35B-62AAAB49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5-dars </a:t>
            </a:r>
            <a:r>
              <a:rPr lang="en-US" dirty="0" err="1"/>
              <a:t>bo’yicha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 err="1"/>
              <a:t>Projectga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bo’limlar</a:t>
            </a:r>
            <a:r>
              <a:rPr lang="en-US" dirty="0"/>
              <a:t> </a:t>
            </a:r>
            <a:r>
              <a:rPr lang="en-US" dirty="0" err="1"/>
              <a:t>kiritilingan</a:t>
            </a:r>
            <a:r>
              <a:rPr lang="en-US" dirty="0"/>
              <a:t> </a:t>
            </a:r>
            <a:r>
              <a:rPr lang="en-US" dirty="0" err="1"/>
              <a:t>bo’lishi</a:t>
            </a:r>
            <a:r>
              <a:rPr lang="en-US" dirty="0"/>
              <a:t> </a:t>
            </a:r>
            <a:r>
              <a:rPr lang="en-US" dirty="0" err="1"/>
              <a:t>shart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Professional structure</a:t>
            </a:r>
          </a:p>
          <a:p>
            <a:pPr lvl="1"/>
            <a:r>
              <a:rPr lang="en-US" dirty="0" err="1"/>
              <a:t>Git+github+Local</a:t>
            </a:r>
            <a:endParaRPr lang="en-US" dirty="0"/>
          </a:p>
          <a:p>
            <a:pPr lvl="1"/>
            <a:r>
              <a:rPr lang="en-US" dirty="0"/>
              <a:t>Katta </a:t>
            </a:r>
            <a:r>
              <a:rPr lang="en-US" dirty="0" err="1"/>
              <a:t>filelarni</a:t>
            </a:r>
            <a:r>
              <a:rPr lang="en-US" dirty="0"/>
              <a:t> </a:t>
            </a:r>
            <a:r>
              <a:rPr lang="en-US" dirty="0" err="1"/>
              <a:t>lfs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bajaring</a:t>
            </a:r>
            <a:endParaRPr lang="en-US" dirty="0"/>
          </a:p>
          <a:p>
            <a:pPr lvl="1"/>
            <a:r>
              <a:rPr lang="en-US" dirty="0" err="1"/>
              <a:t>O’tilingan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commandlar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papkalar</a:t>
            </a:r>
            <a:r>
              <a:rPr lang="en-US" dirty="0"/>
              <a:t> </a:t>
            </a:r>
            <a:r>
              <a:rPr lang="en-US" dirty="0" err="1"/>
              <a:t>toliq</a:t>
            </a:r>
            <a:r>
              <a:rPr lang="en-US" dirty="0"/>
              <a:t> </a:t>
            </a:r>
            <a:r>
              <a:rPr lang="en-US" dirty="0" err="1"/>
              <a:t>bajarilishi</a:t>
            </a:r>
            <a:r>
              <a:rPr lang="en-US" dirty="0"/>
              <a:t> </a:t>
            </a:r>
            <a:r>
              <a:rPr lang="en-US" dirty="0" err="1"/>
              <a:t>shart</a:t>
            </a:r>
            <a:endParaRPr lang="en-US" dirty="0"/>
          </a:p>
          <a:p>
            <a:pPr lvl="1"/>
            <a:r>
              <a:rPr lang="en-US" b="1" dirty="0" err="1"/>
              <a:t>Og’zaki</a:t>
            </a:r>
            <a:r>
              <a:rPr lang="en-US" b="1" dirty="0"/>
              <a:t> </a:t>
            </a:r>
            <a:r>
              <a:rPr lang="en-US" b="1" dirty="0" err="1"/>
              <a:t>ximoya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25F0B5-07FC-CAA0-9E25-4A94910870FF}"/>
                  </a:ext>
                </a:extLst>
              </p14:cNvPr>
              <p14:cNvContentPartPr/>
              <p14:nvPr/>
            </p14:nvContentPartPr>
            <p14:xfrm>
              <a:off x="1072080" y="1718640"/>
              <a:ext cx="3348720" cy="188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25F0B5-07FC-CAA0-9E25-4A94910870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720" y="1709280"/>
                <a:ext cx="3367440" cy="19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158298-03F6-C935-5986-3B8DC1735705}"/>
                  </a:ext>
                </a:extLst>
              </p14:cNvPr>
              <p14:cNvContentPartPr/>
              <p14:nvPr/>
            </p14:nvContentPartPr>
            <p14:xfrm>
              <a:off x="1494720" y="2936880"/>
              <a:ext cx="5152320" cy="1864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158298-03F6-C935-5986-3B8DC17357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5360" y="2927520"/>
                <a:ext cx="5171040" cy="188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444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384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Modular Programming(5-dars)</vt:lpstr>
      <vt:lpstr>Bugun</vt:lpstr>
      <vt:lpstr>Project 2 xolati va savol javob</vt:lpstr>
      <vt:lpstr>Takrorlash</vt:lpstr>
      <vt:lpstr>Takrorlash</vt:lpstr>
      <vt:lpstr>Logging va error</vt:lpstr>
      <vt:lpstr>Logging va error </vt:lpstr>
      <vt:lpstr>Logging va error </vt:lpstr>
      <vt:lpstr>Logging va error </vt:lpstr>
      <vt:lpstr>Logging va error </vt:lpstr>
      <vt:lpstr>Logging va error </vt:lpstr>
      <vt:lpstr>Logging va error(amaliy)</vt:lpstr>
      <vt:lpstr>Katta file va datasetlarni githubga push qilish</vt:lpstr>
      <vt:lpstr>Katta file va datasetlarni githubga push qilish </vt:lpstr>
      <vt:lpstr>Katta file va datasetlarni githubga push qilish </vt:lpstr>
      <vt:lpstr>Data loading + log(project)</vt:lpstr>
      <vt:lpstr>Vazifa va Project </vt:lpstr>
      <vt:lpstr>Vazifa va Project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2025-09-27T02:09:32Z</dcterms:created>
  <dcterms:modified xsi:type="dcterms:W3CDTF">2025-09-27T13:05:50Z</dcterms:modified>
</cp:coreProperties>
</file>