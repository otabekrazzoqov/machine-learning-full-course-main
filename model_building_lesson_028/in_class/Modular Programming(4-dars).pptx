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61" r:id="rId5"/>
    <p:sldId id="259" r:id="rId6"/>
    <p:sldId id="264" r:id="rId7"/>
    <p:sldId id="265" r:id="rId8"/>
    <p:sldId id="267" r:id="rId9"/>
    <p:sldId id="268" r:id="rId10"/>
    <p:sldId id="262" r:id="rId11"/>
    <p:sldId id="263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05C54-5421-4E75-9167-40AF381AC835}" v="39" dt="2025-09-25T13:20:43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custSel addSld delSld modSld sldOrd">
      <pc:chgData name="Davronbek Malikov" userId="8ee0eb9faaf3663e" providerId="LiveId" clId="{E168BBCB-B3F2-46CC-B5CA-AAD8B95135CA}" dt="2025-09-25T13:22:32.687" v="1474" actId="9405"/>
      <pc:docMkLst>
        <pc:docMk/>
      </pc:docMkLst>
      <pc:sldChg chg="addSp modSp mod">
        <pc:chgData name="Davronbek Malikov" userId="8ee0eb9faaf3663e" providerId="LiveId" clId="{E168BBCB-B3F2-46CC-B5CA-AAD8B95135CA}" dt="2025-09-25T13:22:32.687" v="1474" actId="9405"/>
        <pc:sldMkLst>
          <pc:docMk/>
          <pc:sldMk cId="4255718068" sldId="257"/>
        </pc:sldMkLst>
        <pc:spChg chg="mod">
          <ac:chgData name="Davronbek Malikov" userId="8ee0eb9faaf3663e" providerId="LiveId" clId="{E168BBCB-B3F2-46CC-B5CA-AAD8B95135CA}" dt="2025-09-25T07:34:45.007" v="189" actId="20577"/>
          <ac:spMkLst>
            <pc:docMk/>
            <pc:sldMk cId="4255718068" sldId="257"/>
            <ac:spMk id="3" creationId="{1DEFC017-3B7B-CF94-ABE0-84C77A2DE9FA}"/>
          </ac:spMkLst>
        </pc:spChg>
        <pc:inkChg chg="add">
          <ac:chgData name="Davronbek Malikov" userId="8ee0eb9faaf3663e" providerId="LiveId" clId="{E168BBCB-B3F2-46CC-B5CA-AAD8B95135CA}" dt="2025-09-25T11:10:42.361" v="1308"/>
          <ac:inkMkLst>
            <pc:docMk/>
            <pc:sldMk cId="4255718068" sldId="257"/>
            <ac:inkMk id="4" creationId="{7BBA0B93-FF8D-E290-A193-248B0AC4F8CA}"/>
          </ac:inkMkLst>
        </pc:inkChg>
        <pc:inkChg chg="add">
          <ac:chgData name="Davronbek Malikov" userId="8ee0eb9faaf3663e" providerId="LiveId" clId="{E168BBCB-B3F2-46CC-B5CA-AAD8B95135CA}" dt="2025-09-25T12:59:09.722" v="1315"/>
          <ac:inkMkLst>
            <pc:docMk/>
            <pc:sldMk cId="4255718068" sldId="257"/>
            <ac:inkMk id="5" creationId="{6720F923-88AD-8954-6159-DC478047C3E2}"/>
          </ac:inkMkLst>
        </pc:inkChg>
        <pc:inkChg chg="add">
          <ac:chgData name="Davronbek Malikov" userId="8ee0eb9faaf3663e" providerId="LiveId" clId="{E168BBCB-B3F2-46CC-B5CA-AAD8B95135CA}" dt="2025-09-25T13:00:52.593" v="1316"/>
          <ac:inkMkLst>
            <pc:docMk/>
            <pc:sldMk cId="4255718068" sldId="257"/>
            <ac:inkMk id="6" creationId="{2D63AC27-2AA6-6717-07B8-F40263FEF376}"/>
          </ac:inkMkLst>
        </pc:inkChg>
        <pc:inkChg chg="add">
          <ac:chgData name="Davronbek Malikov" userId="8ee0eb9faaf3663e" providerId="LiveId" clId="{E168BBCB-B3F2-46CC-B5CA-AAD8B95135CA}" dt="2025-09-25T13:22:32.687" v="1474" actId="9405"/>
          <ac:inkMkLst>
            <pc:docMk/>
            <pc:sldMk cId="4255718068" sldId="257"/>
            <ac:inkMk id="7" creationId="{B2647975-666E-BD6A-5E7B-EFFB3D3DA156}"/>
          </ac:inkMkLst>
        </pc:inkChg>
      </pc:sldChg>
      <pc:sldChg chg="addSp">
        <pc:chgData name="Davronbek Malikov" userId="8ee0eb9faaf3663e" providerId="LiveId" clId="{E168BBCB-B3F2-46CC-B5CA-AAD8B95135CA}" dt="2025-09-25T11:52:55.874" v="1309"/>
        <pc:sldMkLst>
          <pc:docMk/>
          <pc:sldMk cId="1378667" sldId="259"/>
        </pc:sldMkLst>
        <pc:inkChg chg="add">
          <ac:chgData name="Davronbek Malikov" userId="8ee0eb9faaf3663e" providerId="LiveId" clId="{E168BBCB-B3F2-46CC-B5CA-AAD8B95135CA}" dt="2025-09-25T11:52:55.874" v="1309"/>
          <ac:inkMkLst>
            <pc:docMk/>
            <pc:sldMk cId="1378667" sldId="259"/>
            <ac:inkMk id="4" creationId="{83C1BDE3-10EB-0089-9E5B-B96BA3AA087F}"/>
          </ac:inkMkLst>
        </pc:inkChg>
      </pc:sldChg>
      <pc:sldChg chg="addSp">
        <pc:chgData name="Davronbek Malikov" userId="8ee0eb9faaf3663e" providerId="LiveId" clId="{E168BBCB-B3F2-46CC-B5CA-AAD8B95135CA}" dt="2025-09-25T11:10:42.361" v="1308"/>
        <pc:sldMkLst>
          <pc:docMk/>
          <pc:sldMk cId="938157264" sldId="260"/>
        </pc:sldMkLst>
        <pc:inkChg chg="add">
          <ac:chgData name="Davronbek Malikov" userId="8ee0eb9faaf3663e" providerId="LiveId" clId="{E168BBCB-B3F2-46CC-B5CA-AAD8B95135CA}" dt="2025-09-25T11:10:42.361" v="1308"/>
          <ac:inkMkLst>
            <pc:docMk/>
            <pc:sldMk cId="938157264" sldId="260"/>
            <ac:inkMk id="3" creationId="{FAAEA8D0-97BC-2C80-FC33-661D5BD0CDA4}"/>
          </ac:inkMkLst>
        </pc:inkChg>
      </pc:sldChg>
      <pc:sldChg chg="modSp mod">
        <pc:chgData name="Davronbek Malikov" userId="8ee0eb9faaf3663e" providerId="LiveId" clId="{E168BBCB-B3F2-46CC-B5CA-AAD8B95135CA}" dt="2025-09-25T07:34:57.658" v="192" actId="122"/>
        <pc:sldMkLst>
          <pc:docMk/>
          <pc:sldMk cId="2046073214" sldId="262"/>
        </pc:sldMkLst>
        <pc:spChg chg="mod">
          <ac:chgData name="Davronbek Malikov" userId="8ee0eb9faaf3663e" providerId="LiveId" clId="{E168BBCB-B3F2-46CC-B5CA-AAD8B95135CA}" dt="2025-09-25T07:34:57.658" v="192" actId="122"/>
          <ac:spMkLst>
            <pc:docMk/>
            <pc:sldMk cId="2046073214" sldId="262"/>
            <ac:spMk id="2" creationId="{EA4680AB-2329-D0E1-CCFA-40D0C7C6FDCC}"/>
          </ac:spMkLst>
        </pc:spChg>
      </pc:sldChg>
      <pc:sldChg chg="addSp">
        <pc:chgData name="Davronbek Malikov" userId="8ee0eb9faaf3663e" providerId="LiveId" clId="{E168BBCB-B3F2-46CC-B5CA-AAD8B95135CA}" dt="2025-09-25T13:17:21.449" v="1317"/>
        <pc:sldMkLst>
          <pc:docMk/>
          <pc:sldMk cId="1500200348" sldId="263"/>
        </pc:sldMkLst>
        <pc:inkChg chg="add">
          <ac:chgData name="Davronbek Malikov" userId="8ee0eb9faaf3663e" providerId="LiveId" clId="{E168BBCB-B3F2-46CC-B5CA-AAD8B95135CA}" dt="2025-09-25T13:00:52.593" v="1316"/>
          <ac:inkMkLst>
            <pc:docMk/>
            <pc:sldMk cId="1500200348" sldId="263"/>
            <ac:inkMk id="4" creationId="{43BDC251-484B-9A9A-FA6A-F0062079DBB1}"/>
          </ac:inkMkLst>
        </pc:inkChg>
        <pc:inkChg chg="add">
          <ac:chgData name="Davronbek Malikov" userId="8ee0eb9faaf3663e" providerId="LiveId" clId="{E168BBCB-B3F2-46CC-B5CA-AAD8B95135CA}" dt="2025-09-25T13:17:21.449" v="1317"/>
          <ac:inkMkLst>
            <pc:docMk/>
            <pc:sldMk cId="1500200348" sldId="263"/>
            <ac:inkMk id="5" creationId="{76651BD4-AE23-3393-23A0-297157A4FF74}"/>
          </ac:inkMkLst>
        </pc:inkChg>
      </pc:sldChg>
      <pc:sldChg chg="modSp del mod">
        <pc:chgData name="Davronbek Malikov" userId="8ee0eb9faaf3663e" providerId="LiveId" clId="{E168BBCB-B3F2-46CC-B5CA-AAD8B95135CA}" dt="2025-09-25T06:21:11.368" v="3" actId="2696"/>
        <pc:sldMkLst>
          <pc:docMk/>
          <pc:sldMk cId="2239013437" sldId="264"/>
        </pc:sldMkLst>
        <pc:spChg chg="mod">
          <ac:chgData name="Davronbek Malikov" userId="8ee0eb9faaf3663e" providerId="LiveId" clId="{E168BBCB-B3F2-46CC-B5CA-AAD8B95135CA}" dt="2025-09-25T06:20:58.255" v="2" actId="122"/>
          <ac:spMkLst>
            <pc:docMk/>
            <pc:sldMk cId="2239013437" sldId="264"/>
            <ac:spMk id="2" creationId="{C5D98F67-E580-820C-0954-9D1CAEA3945F}"/>
          </ac:spMkLst>
        </pc:spChg>
      </pc:sldChg>
      <pc:sldChg chg="add">
        <pc:chgData name="Davronbek Malikov" userId="8ee0eb9faaf3663e" providerId="LiveId" clId="{E168BBCB-B3F2-46CC-B5CA-AAD8B95135CA}" dt="2025-09-25T06:21:14.294" v="4"/>
        <pc:sldMkLst>
          <pc:docMk/>
          <pc:sldMk cId="3220239150" sldId="264"/>
        </pc:sldMkLst>
      </pc:sldChg>
      <pc:sldChg chg="del">
        <pc:chgData name="Davronbek Malikov" userId="8ee0eb9faaf3663e" providerId="LiveId" clId="{E168BBCB-B3F2-46CC-B5CA-AAD8B95135CA}" dt="2025-09-25T06:21:11.368" v="3" actId="2696"/>
        <pc:sldMkLst>
          <pc:docMk/>
          <pc:sldMk cId="881182414" sldId="265"/>
        </pc:sldMkLst>
      </pc:sldChg>
      <pc:sldChg chg="addSp modSp add mod">
        <pc:chgData name="Davronbek Malikov" userId="8ee0eb9faaf3663e" providerId="LiveId" clId="{E168BBCB-B3F2-46CC-B5CA-AAD8B95135CA}" dt="2025-09-25T12:18:24.914" v="1310"/>
        <pc:sldMkLst>
          <pc:docMk/>
          <pc:sldMk cId="1818883340" sldId="265"/>
        </pc:sldMkLst>
        <pc:spChg chg="mod">
          <ac:chgData name="Davronbek Malikov" userId="8ee0eb9faaf3663e" providerId="LiveId" clId="{E168BBCB-B3F2-46CC-B5CA-AAD8B95135CA}" dt="2025-09-25T06:21:58.199" v="116" actId="15"/>
          <ac:spMkLst>
            <pc:docMk/>
            <pc:sldMk cId="1818883340" sldId="265"/>
            <ac:spMk id="3" creationId="{FFCDF8C0-2F4D-D52B-547B-89956D2D9BE4}"/>
          </ac:spMkLst>
        </pc:spChg>
        <pc:inkChg chg="add">
          <ac:chgData name="Davronbek Malikov" userId="8ee0eb9faaf3663e" providerId="LiveId" clId="{E168BBCB-B3F2-46CC-B5CA-AAD8B95135CA}" dt="2025-09-25T11:52:55.874" v="1309"/>
          <ac:inkMkLst>
            <pc:docMk/>
            <pc:sldMk cId="1818883340" sldId="265"/>
            <ac:inkMk id="4" creationId="{E68C9CC5-EEE8-7DF8-D634-08D06FD1C32B}"/>
          </ac:inkMkLst>
        </pc:inkChg>
        <pc:inkChg chg="add">
          <ac:chgData name="Davronbek Malikov" userId="8ee0eb9faaf3663e" providerId="LiveId" clId="{E168BBCB-B3F2-46CC-B5CA-AAD8B95135CA}" dt="2025-09-25T12:18:24.914" v="1310"/>
          <ac:inkMkLst>
            <pc:docMk/>
            <pc:sldMk cId="1818883340" sldId="265"/>
            <ac:inkMk id="5" creationId="{46A8C31C-FFB2-F175-0327-E7A19DAEE514}"/>
          </ac:inkMkLst>
        </pc:inkChg>
      </pc:sldChg>
      <pc:sldChg chg="modSp mod">
        <pc:chgData name="Davronbek Malikov" userId="8ee0eb9faaf3663e" providerId="LiveId" clId="{E168BBCB-B3F2-46CC-B5CA-AAD8B95135CA}" dt="2025-09-25T13:22:02.787" v="1473" actId="20577"/>
        <pc:sldMkLst>
          <pc:docMk/>
          <pc:sldMk cId="2301950623" sldId="266"/>
        </pc:sldMkLst>
        <pc:spChg chg="mod">
          <ac:chgData name="Davronbek Malikov" userId="8ee0eb9faaf3663e" providerId="LiveId" clId="{E168BBCB-B3F2-46CC-B5CA-AAD8B95135CA}" dt="2025-09-25T13:22:02.787" v="1473" actId="20577"/>
          <ac:spMkLst>
            <pc:docMk/>
            <pc:sldMk cId="2301950623" sldId="266"/>
            <ac:spMk id="3" creationId="{1EFC7F54-444A-51E1-070F-251C1CF46A43}"/>
          </ac:spMkLst>
        </pc:spChg>
      </pc:sldChg>
      <pc:sldChg chg="addSp modSp add mod">
        <pc:chgData name="Davronbek Malikov" userId="8ee0eb9faaf3663e" providerId="LiveId" clId="{E168BBCB-B3F2-46CC-B5CA-AAD8B95135CA}" dt="2025-09-25T12:21:16.902" v="1314"/>
        <pc:sldMkLst>
          <pc:docMk/>
          <pc:sldMk cId="1555375578" sldId="267"/>
        </pc:sldMkLst>
        <pc:grpChg chg="mod">
          <ac:chgData name="Davronbek Malikov" userId="8ee0eb9faaf3663e" providerId="LiveId" clId="{E168BBCB-B3F2-46CC-B5CA-AAD8B95135CA}" dt="2025-09-25T12:21:16.902" v="1314"/>
          <ac:grpSpMkLst>
            <pc:docMk/>
            <pc:sldMk cId="1555375578" sldId="267"/>
            <ac:grpSpMk id="8" creationId="{22189566-F168-29F7-E09B-35F8EA765B7E}"/>
          </ac:grpSpMkLst>
        </pc:grpChg>
        <pc:inkChg chg="add">
          <ac:chgData name="Davronbek Malikov" userId="8ee0eb9faaf3663e" providerId="LiveId" clId="{E168BBCB-B3F2-46CC-B5CA-AAD8B95135CA}" dt="2025-09-25T12:18:24.914" v="1310"/>
          <ac:inkMkLst>
            <pc:docMk/>
            <pc:sldMk cId="1555375578" sldId="267"/>
            <ac:inkMk id="4" creationId="{5FEE8A2C-F4DD-AB8C-DDF4-3700A641EE63}"/>
          </ac:inkMkLst>
        </pc:inkChg>
        <pc:inkChg chg="add">
          <ac:chgData name="Davronbek Malikov" userId="8ee0eb9faaf3663e" providerId="LiveId" clId="{E168BBCB-B3F2-46CC-B5CA-AAD8B95135CA}" dt="2025-09-25T12:19:47.428" v="1311" actId="9405"/>
          <ac:inkMkLst>
            <pc:docMk/>
            <pc:sldMk cId="1555375578" sldId="267"/>
            <ac:inkMk id="5" creationId="{044B19A1-A5E2-8ED4-5951-167E5AE3CF9F}"/>
          </ac:inkMkLst>
        </pc:inkChg>
        <pc:inkChg chg="add mod">
          <ac:chgData name="Davronbek Malikov" userId="8ee0eb9faaf3663e" providerId="LiveId" clId="{E168BBCB-B3F2-46CC-B5CA-AAD8B95135CA}" dt="2025-09-25T12:21:16.902" v="1314"/>
          <ac:inkMkLst>
            <pc:docMk/>
            <pc:sldMk cId="1555375578" sldId="267"/>
            <ac:inkMk id="6" creationId="{B3576F2D-F837-E0E9-2D6B-819FBF08A560}"/>
          </ac:inkMkLst>
        </pc:inkChg>
        <pc:inkChg chg="add mod">
          <ac:chgData name="Davronbek Malikov" userId="8ee0eb9faaf3663e" providerId="LiveId" clId="{E168BBCB-B3F2-46CC-B5CA-AAD8B95135CA}" dt="2025-09-25T12:21:16.902" v="1314"/>
          <ac:inkMkLst>
            <pc:docMk/>
            <pc:sldMk cId="1555375578" sldId="267"/>
            <ac:inkMk id="7" creationId="{1F937DC8-9EFC-5395-BD1C-8B9636A9A60C}"/>
          </ac:inkMkLst>
        </pc:inkChg>
      </pc:sldChg>
      <pc:sldChg chg="addSp modSp new mod">
        <pc:chgData name="Davronbek Malikov" userId="8ee0eb9faaf3663e" providerId="LiveId" clId="{E168BBCB-B3F2-46CC-B5CA-AAD8B95135CA}" dt="2025-09-25T12:18:24.914" v="1310"/>
        <pc:sldMkLst>
          <pc:docMk/>
          <pc:sldMk cId="4169288379" sldId="268"/>
        </pc:sldMkLst>
        <pc:spChg chg="mod">
          <ac:chgData name="Davronbek Malikov" userId="8ee0eb9faaf3663e" providerId="LiveId" clId="{E168BBCB-B3F2-46CC-B5CA-AAD8B95135CA}" dt="2025-09-25T06:34:13.440" v="118"/>
          <ac:spMkLst>
            <pc:docMk/>
            <pc:sldMk cId="4169288379" sldId="268"/>
            <ac:spMk id="2" creationId="{029A857C-C502-B2AF-FBFA-3AF955AAB234}"/>
          </ac:spMkLst>
        </pc:spChg>
        <pc:spChg chg="mod">
          <ac:chgData name="Davronbek Malikov" userId="8ee0eb9faaf3663e" providerId="LiveId" clId="{E168BBCB-B3F2-46CC-B5CA-AAD8B95135CA}" dt="2025-09-25T06:34:35.515" v="166" actId="20577"/>
          <ac:spMkLst>
            <pc:docMk/>
            <pc:sldMk cId="4169288379" sldId="268"/>
            <ac:spMk id="3" creationId="{B6502736-D6AC-F532-96FD-384C2A57EE66}"/>
          </ac:spMkLst>
        </pc:spChg>
        <pc:inkChg chg="add">
          <ac:chgData name="Davronbek Malikov" userId="8ee0eb9faaf3663e" providerId="LiveId" clId="{E168BBCB-B3F2-46CC-B5CA-AAD8B95135CA}" dt="2025-09-25T12:18:24.914" v="1310"/>
          <ac:inkMkLst>
            <pc:docMk/>
            <pc:sldMk cId="4169288379" sldId="268"/>
            <ac:inkMk id="4" creationId="{2E643E31-82F4-3B89-96A1-15F03606CE5B}"/>
          </ac:inkMkLst>
        </pc:inkChg>
      </pc:sldChg>
      <pc:sldChg chg="addSp modSp add mod ord">
        <pc:chgData name="Davronbek Malikov" userId="8ee0eb9faaf3663e" providerId="LiveId" clId="{E168BBCB-B3F2-46CC-B5CA-AAD8B95135CA}" dt="2025-09-25T13:17:21.449" v="1317"/>
        <pc:sldMkLst>
          <pc:docMk/>
          <pc:sldMk cId="1554171463" sldId="269"/>
        </pc:sldMkLst>
        <pc:spChg chg="mod">
          <ac:chgData name="Davronbek Malikov" userId="8ee0eb9faaf3663e" providerId="LiveId" clId="{E168BBCB-B3F2-46CC-B5CA-AAD8B95135CA}" dt="2025-09-25T07:35:53.798" v="198" actId="122"/>
          <ac:spMkLst>
            <pc:docMk/>
            <pc:sldMk cId="1554171463" sldId="269"/>
            <ac:spMk id="2" creationId="{A8501347-B29B-090F-57DE-6A51A102ADD3}"/>
          </ac:spMkLst>
        </pc:spChg>
        <pc:inkChg chg="add">
          <ac:chgData name="Davronbek Malikov" userId="8ee0eb9faaf3663e" providerId="LiveId" clId="{E168BBCB-B3F2-46CC-B5CA-AAD8B95135CA}" dt="2025-09-25T13:17:21.449" v="1317"/>
          <ac:inkMkLst>
            <pc:docMk/>
            <pc:sldMk cId="1554171463" sldId="269"/>
            <ac:inkMk id="3" creationId="{03AD7F63-4344-75A7-ED5A-B60C7E357E68}"/>
          </ac:inkMkLst>
        </pc:inkChg>
      </pc:sldChg>
      <pc:sldChg chg="addSp modSp new mod">
        <pc:chgData name="Davronbek Malikov" userId="8ee0eb9faaf3663e" providerId="LiveId" clId="{E168BBCB-B3F2-46CC-B5CA-AAD8B95135CA}" dt="2025-09-25T13:20:43.516" v="1318"/>
        <pc:sldMkLst>
          <pc:docMk/>
          <pc:sldMk cId="607120608" sldId="270"/>
        </pc:sldMkLst>
        <pc:spChg chg="mod">
          <ac:chgData name="Davronbek Malikov" userId="8ee0eb9faaf3663e" providerId="LiveId" clId="{E168BBCB-B3F2-46CC-B5CA-AAD8B95135CA}" dt="2025-09-25T07:35:56.373" v="200"/>
          <ac:spMkLst>
            <pc:docMk/>
            <pc:sldMk cId="607120608" sldId="270"/>
            <ac:spMk id="2" creationId="{BB24B82D-B3FF-3240-FCE6-D2B6CE216D29}"/>
          </ac:spMkLst>
        </pc:spChg>
        <pc:spChg chg="mod">
          <ac:chgData name="Davronbek Malikov" userId="8ee0eb9faaf3663e" providerId="LiveId" clId="{E168BBCB-B3F2-46CC-B5CA-AAD8B95135CA}" dt="2025-09-25T07:37:43.622" v="377" actId="15"/>
          <ac:spMkLst>
            <pc:docMk/>
            <pc:sldMk cId="607120608" sldId="270"/>
            <ac:spMk id="3" creationId="{8576EBF6-54B6-8ADD-9F57-C24E9C620466}"/>
          </ac:spMkLst>
        </pc:spChg>
        <pc:inkChg chg="add">
          <ac:chgData name="Davronbek Malikov" userId="8ee0eb9faaf3663e" providerId="LiveId" clId="{E168BBCB-B3F2-46CC-B5CA-AAD8B95135CA}" dt="2025-09-25T13:20:43.516" v="1318"/>
          <ac:inkMkLst>
            <pc:docMk/>
            <pc:sldMk cId="607120608" sldId="270"/>
            <ac:inkMk id="4" creationId="{C84368F5-49C1-0A8B-9FFF-59417A79F689}"/>
          </ac:inkMkLst>
        </pc:inkChg>
      </pc:sldChg>
      <pc:sldChg chg="modSp add mod">
        <pc:chgData name="Davronbek Malikov" userId="8ee0eb9faaf3663e" providerId="LiveId" clId="{E168BBCB-B3F2-46CC-B5CA-AAD8B95135CA}" dt="2025-09-25T07:40:20.060" v="557" actId="15"/>
        <pc:sldMkLst>
          <pc:docMk/>
          <pc:sldMk cId="1413809839" sldId="271"/>
        </pc:sldMkLst>
        <pc:spChg chg="mod">
          <ac:chgData name="Davronbek Malikov" userId="8ee0eb9faaf3663e" providerId="LiveId" clId="{E168BBCB-B3F2-46CC-B5CA-AAD8B95135CA}" dt="2025-09-25T07:40:20.060" v="557" actId="15"/>
          <ac:spMkLst>
            <pc:docMk/>
            <pc:sldMk cId="1413809839" sldId="271"/>
            <ac:spMk id="3" creationId="{73EA3FE4-E8D1-6C19-A770-A721CB43905C}"/>
          </ac:spMkLst>
        </pc:spChg>
      </pc:sldChg>
      <pc:sldChg chg="modSp add mod">
        <pc:chgData name="Davronbek Malikov" userId="8ee0eb9faaf3663e" providerId="LiveId" clId="{E168BBCB-B3F2-46CC-B5CA-AAD8B95135CA}" dt="2025-09-25T07:43:18.431" v="1070" actId="15"/>
        <pc:sldMkLst>
          <pc:docMk/>
          <pc:sldMk cId="401428635" sldId="272"/>
        </pc:sldMkLst>
        <pc:spChg chg="mod">
          <ac:chgData name="Davronbek Malikov" userId="8ee0eb9faaf3663e" providerId="LiveId" clId="{E168BBCB-B3F2-46CC-B5CA-AAD8B95135CA}" dt="2025-09-25T07:43:18.431" v="1070" actId="15"/>
          <ac:spMkLst>
            <pc:docMk/>
            <pc:sldMk cId="401428635" sldId="272"/>
            <ac:spMk id="3" creationId="{5A53F6C8-DDBA-4B95-F5C9-6954B815AA7A}"/>
          </ac:spMkLst>
        </pc:spChg>
      </pc:sldChg>
      <pc:sldChg chg="add">
        <pc:chgData name="Davronbek Malikov" userId="8ee0eb9faaf3663e" providerId="LiveId" clId="{E168BBCB-B3F2-46CC-B5CA-AAD8B95135CA}" dt="2025-09-25T07:43:19.785" v="1071" actId="2890"/>
        <pc:sldMkLst>
          <pc:docMk/>
          <pc:sldMk cId="1556988559" sldId="273"/>
        </pc:sldMkLst>
      </pc:sldChg>
      <pc:sldChg chg="addSp modSp add mod">
        <pc:chgData name="Davronbek Malikov" userId="8ee0eb9faaf3663e" providerId="LiveId" clId="{E168BBCB-B3F2-46CC-B5CA-AAD8B95135CA}" dt="2025-09-25T08:10:13.422" v="1168" actId="15"/>
        <pc:sldMkLst>
          <pc:docMk/>
          <pc:sldMk cId="1536885485" sldId="274"/>
        </pc:sldMkLst>
        <pc:spChg chg="mod">
          <ac:chgData name="Davronbek Malikov" userId="8ee0eb9faaf3663e" providerId="LiveId" clId="{E168BBCB-B3F2-46CC-B5CA-AAD8B95135CA}" dt="2025-09-25T08:10:13.422" v="1168" actId="15"/>
          <ac:spMkLst>
            <pc:docMk/>
            <pc:sldMk cId="1536885485" sldId="274"/>
            <ac:spMk id="3" creationId="{42690175-7144-5A75-D664-12D03B9734AB}"/>
          </ac:spMkLst>
        </pc:spChg>
        <pc:spChg chg="add">
          <ac:chgData name="Davronbek Malikov" userId="8ee0eb9faaf3663e" providerId="LiveId" clId="{E168BBCB-B3F2-46CC-B5CA-AAD8B95135CA}" dt="2025-09-25T08:09:49.454" v="1160"/>
          <ac:spMkLst>
            <pc:docMk/>
            <pc:sldMk cId="1536885485" sldId="274"/>
            <ac:spMk id="4" creationId="{E2BFB04E-5150-DB93-DE2D-C85F2D358E6B}"/>
          </ac:spMkLst>
        </pc:spChg>
      </pc:sldChg>
      <pc:sldChg chg="add">
        <pc:chgData name="Davronbek Malikov" userId="8ee0eb9faaf3663e" providerId="LiveId" clId="{E168BBCB-B3F2-46CC-B5CA-AAD8B95135CA}" dt="2025-09-25T08:10:15.347" v="1169" actId="2890"/>
        <pc:sldMkLst>
          <pc:docMk/>
          <pc:sldMk cId="1139910053" sldId="27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1:07:20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7423 5790 146 0,'17'-1'22'0,"3"1"-7"0,5 2-5 0,2 0-2 0,-4 1-2 15,2 0-5-15,0 0-4 0,-2 1 1 0,2 0-21 0,-2 0-13 0,1 0-15 16,-1 1-2-16,-1 1 22 0</inkml:trace>
  <inkml:trace contextRef="#ctx0" brushRef="#br0" timeOffset="699.52">7987 5911 13 0,'19'9'16'0,"2"3"14"0,6 3 11 16,-2-2 7-16,-3 0-2 0,1 2-3 0,0 0-11 0,1 0-5 15,1 0-8-15,0 0-9 0,2-1-2 0,1-1-4 0,3 0 0 0,-1 0 0 16,3 0 2-16,1-1 6 0,2-1 6 0,1 0 8 0,2 0 5 0,3 1 2 16,0-1-1-16,2-2-1 0,3-1 5 0,2 0 1 0,1-1 3 15,2-1 2-15,1 0-7 0,2-2-3 0,3 0 5 0,1-1 3 0,1 1 5 16,3-1-2-16,0 0-1 0,3 0-4 0,2-1-5 0,3-1 3 0,1 0-9 15,2 1-4-15,1-1 2 0,3 0-10 0,1-1 2 0,1 0-4 16,1 1-5-16,4 0 1 0,-1 0-2 0,4 0-4 0,0 0 3 0,2 0-2 16,0 0-6-16,2 0 4 0,1 0-6 0,3 1 4 0,-1 0 2 15,2-1-2-15,0 1 9 0,2-1-7 0,0-1 1 0,-1 0 8 0,4-1-4 16,-2 0 5-16,2-2 6 0,2 0-2 0,-1-2 6 0,0 0 1 0,1-2-4 16,0 0 3-16,-1 0-4 0,2-2 0 0,-1 0 3 0,-1-2 2 15,0 0 3-15,0-1 2 0,-2 0 1 0,0-1 0 0,-1 0 4 0,-3 0 2 16,0 0-1-16,-1-1-3 0,-2-1-5 0,0 0-3 0,-3 0 3 0,0-2-9 15,-3 0 1-15,0-2 0 0,-1-1-6 0,-3-1 0 0,0 0 3 16,-5 0-4-16,0-1 1 0,-3 2 1 0,-3-3-4 0,-2 0 0 0,-3 1 2 16,-2-3-3-16,-2 2-4 0,-4-2 3 0,-2 1 0 0,-4 1 8 15,-1-2 3-15,-4 0-1 0,-5-1-3 0,-1-1-5 0,-4 0-1 0,-5-2-1 16,-2 2 2-16,-4-3 2 0,-2 1-2 0,-5-3-5 0,-1 0-2 0,-5-2-5 16,-5 0 0-16,-4 0-1 0,-5 0-5 0,-3-1 2 0,-5-1 0 15,-5-1 1-15,-5 0 10 0,-4 0-1 0,-5 0 3 0,-3-2-3 0,-4 1-8 16,-6-1 0-16,-5 2-5 0,-4 0 3 0,-5-2-9 0,-4 0 2 0,-4 1 0 15,-4-1-1-15,-4 2 11 0,-3-1-2 0,-3 1 1 0,-3 1 2 16,-4-3-6-16,-1 3 7 0,-5 0-1 0,-3-1 3 0,-3 2 4 0,-2 0-7 16,-3 1-2-16,-3 0-5 0,-3 1 2 0,-5 1 0 0,-2-1 4 0,-3 0 4 15,-2 1-9-15,-3 2 4 0,-1 1-3 0,-5 2-1 0,-1 1 8 16,-4 1-4-16,-3 3-2 0,-1 1-1 0,-3 1 0 0,-2 2 1 0,0 0 4 16,-1 1 1-16,-4 2 3 0,2 2 0 0,-1 1 3 0,-1 0 4 15,2 0-4-15,-2 2 1 0,0 2-3 0,0 0 2 0,0 2-2 0,1 1 3 16,-2 2-6-16,0 0-1 0,1 2 4 0,-2 2-1 0,0 0 0 0,0 2 2 15,-2 1-3-15,0 2 1 0,-1 2-1 0,-1 0-2 0,-1 3 0 16,1 2 2-16,-2-1-5 0,0 3 6 0,-1 1-1 0,0 1 3 0,-1 3 1 16,0 1-4-16,-2 2 3 0,2 2-3 0,0 1 1 0,0 1 5 15,3 2-4-15,1 1 2 0,3 2 1 0,3 1-8 0,2 0 3 0,4 2-3 16,2-2 0-16,2 1 2 0,3 3 1 0,3 0 0 0,4 3-1 0,4-1-6 16,5 1 4-16,2 3-1 0,2 0 9 0,2 3 4 0,2 0-7 15,6 4 1-15,4-1-8 0,5 0 2 0,6 0 0 0,4 0-2 0,5 0 2 16,6 1-5-16,3 1-6 0,4 0 13 0,4 0-4 0,4 2-1 0,5 1 6 15,4-1-12-15,5 2 0 0,5-2-4 0,2 1-4 0,7-1-5 0,3-1-1 16,4 0 0-16,4 1-10 0,4-2 8 0,3 1-1 0,3-1-1 16,6 0 1-16,3 0-11 0,4 0-12 0,5-1-11 0,4-2-3 0,3-1 5 15,5-3 9-15,6 0 11 0,2-2 5 0,9-3-2 0,3-3-2 16,6-3-14-16,7-2-28 0,5-4-36 0,5-1-84 0,5-3-224 0</inkml:trace>
  <inkml:trace contextRef="#ctx0" brushRef="#br0" timeOffset="2550.3">4138 7653 1030 0,'8'0'35'0,"4"0"-12"15,7 0 9-15,4 0 5 0,3 1 1 0,2 1 3 0,1-1-8 0,1 1-6 16,3 0-8-16,-1 0-6 0,5 0-7 0,0 1-2 0,2 0 3 16,4 0-5-16,1 1-1 0,2-1-2 0,3 0-1 0,2-1 2 0,-1-1 3 15,2-2 3-15,2 0-12 0,0 0 2 0,1-1-4 0,0 1 1 0,-1 0 8 16,1 0-7-16,2 0 4 0,-3 0-2 0,0 0 1 0,-1 0 6 15,0-1-1-15,0 1 1 0,1-1-2 0,0 0-1 0,1 0 7 0,-1-1 0 16,0 1 8-16,1-1 9 0,0 0-2 0,1 0 6 0,0-1 2 0,-1 2-1 16,0-1 3-16,0 0-6 0,0 0-1 0,2 1-2 0,-1 0-1 15,0 1-1-15,0-1 2 0,1 0-4 0,-1 1-4 0,1-1 2 0,-1 0-1 16,-1-1-2-16,2-1-3 0,-1 1 3 0,1-2-6 0,0 0 4 16,0 1 1-16,-2-4-8 0,0 1 9 0,-1-2-8 0,-1-2 0 0,-2-1 0 15,-2 0-7-15,0-2 5 0,-2 0 1 0,0-1-2 0,-3-1-3 0,0 1 1 16,-2-1 3-16,-3 0-5 0,0 0 10 0,-2-1-6 0,-2-2 1 15,1-1 2-15,-4 0 3 0,-1-3-1 0,-3 0 0 0,-2-1 5 0,-1-2-7 16,0 0 9-16,-2-2-1 0,-1 0 1 0,0-1 2 0,-4 1-2 0,-1-2-3 16,-2 1-7-16,-1-1 9 0,-2 0-1 0,-2-2 0 0,-2 0 2 15,-1-3-3-15,-1 1 0 0,-1 1 0 0,-2 1 1 0,-2-1-3 0,-1 1-2 16,-3-2 1-16,-2 0-3 0,-2 0 4 0,-3 0-3 0,-2 2 2 16,-3-1-6-16,-3 1 1 0,0-2-4 0,-5 2 2 0,-2 0 4 0,-1 0-6 15,-2 1 0-15,-3 1 0 0,-2-3-3 0,-4 2 6 0,-3 0-3 0,-2 3 1 16,-3-1-1-16,-1 3-1 0,-3-2-1 0,-3 2 1 0,-2-1-1 15,-2 0 2-15,-4 3 2 0,1-1-2 0,-3 4 1 0,-2-1-2 0,0 2-1 16,-3 0 4-16,-1 0 1 0,1 1 4 0,-3 1 0 0,0-1 1 0,2 2-11 16,-2 0 0-16,-2 1-2 0,1 1-1 0,-2 3 20 0,-1 1-8 15,0 2 4-15,-2 3 0 0,0 0-5 0,-3 1 0 0,-1 3-2 0,-2 2 0 16,-1 4 2-16,-3 1-4 0,2 3 5 0,-2 1-9 0,1 3 0 16,0 3 9-16,-2 2-4 0,1 3 7 0,-1 5-2 0,-2 2-2 0,-1 4-4 15,1 2 2-15,-2 4 0 0,1 2-6 0,0 2 6 0,1 3-6 0,3 0 3 16,-1-1 0-16,5 4-3 0,2 0 0 0,0 1-9 0,4 1 8 15,4 1 1-15,1 1-3 0,5-1 6 0,2 2-12 0,2 0-7 0,3 0-5 16,5 0-6-16,4-1-10 0,3-2-14 0,4 0-49 0,3 0-56 0,1 1-69 16,4 0-90-16,5 1-465 0</inkml:trace>
  <inkml:trace contextRef="#ctx0" brushRef="#br0" timeOffset="59261.41">14545 8358 1054 0,'-3'0'156'0,"-1"0"-38"0,-1-1-12 16,1 1-4-16,1 0-7 0,1-1-3 0,0 0-6 0,1 0-10 0,0-1-8 15,0 1-9-15,0-1-8 0,1-1-5 0,0 1-4 0,0-1-4 16,0 0 0-16,1-1-4 0,0 2-1 0,0-2 0 0,1 1-3 0,0 0 0 16,-1-1-1-16,1 2-5 0,0-1 0 0,-1 0-3 0,1 1-4 15,0 0 0-15,-1 0-3 0,0 2 2 0,-1-1-5 0,0 1-6 0,0 0-1 16,0 1 0-16,0 0 0 0,0 1-1 0,-1 0 1 0,0 0 0 0,-1 0 0 15,1 0-3-15,-2 1 4 0,1 0-5 0,-1 0 2 0,0-1 1 16,0 1-5-16,0-1 4 0,-1-1-1 0,0 1-1 0,0-2 2 0,0 1-5 16,0 0 3-16,0 0 0 0,0 0-2 0,1 0-1 0,-2 0-5 0,2 0-3 15,-1 1-7-15,0-1-5 0,1 0-7 0,-1 0-9 0,1-1-4 16,0 1 1-16,1 0 0 0,-1-1 4 0,1-1 4 0,0 0 1 0,0 1 7 16,0-2 2-16,0 1 7 0,1 0-4 0,-1-1 10 0,1 0-4 15,-1 0 4-15,1 0 4 0,-1 0-2 0,1 0 3 0,0 0 3 0,-1 0 1 16,1 0-1-16,-1 0 0 0,1 0 0 0,1 0 3 0,0 0-1 0,-1 1-4 15,1-1 5-15,-1 1-1 0,0 0 5 0,0-1-1 0,1 1-3 16,-1-1 4-16,0 1 2 0,0 0 0 0,0 1 5 0,1-1 1 0,-1 0-4 16,1 1 7-16,-1 0-4 0,0-1-4 0,0 1 4 0,1-1 2 0,-1 0 4 15,1 0 5-15,0 1 3 0,-1-1-4 0,1 0-1 0,0 0 1 0,-1 0-3 16,1 0 4-16,-1 0 0 0,0 0-3 0,1 0 4 0,-2 1 0 16,1-1 2-16,0 1-3 0,-1 0 0 0,1 0-5 0,-1 0 3 0,0 1-1 15,1 0-3-15,0 0 0 0,0 0 3 0,1 0 5 0,-1 1 0 16,0-1 2-16,0 1 5 0,0 0 0 0,1 1 0 0,-1 0-3 0,2-1-6 15,-1 2-6-15,2-1 3 0,-1 2 1 0,0 0-2 0,1 0 1 0,0-1-4 16,1 2-3-16,1 1-2 0,1 0-1 0,0 1 3 0,0 0-7 16,0 0 0-16,2 2 2 0,-1-2-4 0,1 2 1 0,0 1-1 0,0 0-1 15,1 0-2-15,1 1 0 0,0-1 3 0,-1 1 1 0,1 0-6 0,0 0 4 16,0 1-6-16,0-2-3 0,-1 1 6 0,1 0-6 0,-1 0-2 16,1 0-1-16,0-1-9 0,-1 1-5 0,1-1-16 0,-1-2-12 0,1-1-16 15,-2-2-20-15,1-1-10 0,0-1-18 0,0-1-14 0,1 0-19 0,-1-1-19 16,-1 0-24-16,1-2-32 0,-3 0-56 0,2-2-93 0,-1 0-296 15</inkml:trace>
  <inkml:trace contextRef="#ctx0" brushRef="#br0" timeOffset="59528.41">14865 8371 1533 0,'3'6'210'0,"2"1"-61"0,2 1-19 15,-1-1-11-15,2 1-8 0,0 1-12 0,1 1-14 0,0 0-13 0,2 0-11 16,0 0-13-16,-1-1-9 0,1 2-10 0,-1 0-8 0,0 0-3 16,1 1-5-16,0 0-2 0,0 1-4 0,0 1-2 0,-1 0-2 0,0 1 0 15,1 0-1-15,-2 1-2 0,1 0-2 0,-1-2 1 0,-1-1-3 16,0 0-4-16,0-2-5 0,0-1-13 0,-1-1-19 0,-1-3-20 0,0 0-19 15,0-1-7-15,-2-1-14 0,0-2-23 0,-2 0-33 0,0-2-48 0,-1-1-75 16,0-1-128-16,0-3-365 0</inkml:trace>
  <inkml:trace contextRef="#ctx0" brushRef="#br0" timeOffset="59845.42">15274 8069 1401 0,'6'-3'531'0,"2"-1"-427"0,2-2 11 0,0 0-5 0,0 1-5 15,1-1-4-15,0 3-13 0,2 0-7 0,1 0-16 0,0 2-10 0,-1 1-8 16,0 0-14-16,0 0-8 0,-2 2-8 0,1 0-2 0,0 1-4 16,-3 0 0-16,2 2-1 0,-3 1-4 0,0 0 1 0,0 1-2 0,-2 1-1 15,-1 1-1-15,0 1-3 0,-3 0 0 0,0 2-3 0,-2 1-1 0,0 1-1 16,-2-1 0-16,0 0-5 0,-1 1 7 0,-1 0 1 0,1 0 0 15,-1-1 7-15,1-1-6 0,1 1-1 0,0-2-10 0,1-1 0 0,1-2 6 16,2 1-3-16,2-1 13 0,1 0-6 0,1-2-1 0,2 0 3 16,-1-2-2-16,2-1 2 0,2 0 5 0,0-2-7 0,2 0 1 0,0-1 4 15,1-1-5-15,1-1 2 0,0-1 0 0,0-1-15 0,-1-1-10 0,1 0-13 16,-1-2-21-16,-1 0-23 0,-2-1-28 0,-1 0-25 0,0 0-40 16,-1-2-57-16,-1 0-62 0,-1-3-123 0,-1-1-445 0</inkml:trace>
  <inkml:trace contextRef="#ctx0" brushRef="#br0" timeOffset="60361.42">14562 8181 1164 0,'-24'12'534'0,"-4"0"-477"0,-6 2 18 0,3-2 21 16,6-2 16-16,2-1-8 0,2-2-9 0,5 0-5 0,0-2-4 15,4-1 0-15,1-2-8 0,2-1-7 0,3-1-15 0,1-2-2 0,4 0-8 16,1-1 6-16,1 0 0 0,3-2-3 0,2-1 2 0,3-3-11 16,3-2-7-16,1-2 0 0,3 1-7 0,2-2 0 0,3-2-1 0,2 0-8 15,2 0 7-15,3-3-12 0,0 0 2 0,4-1-7 0,0 1-3 0,4-1 1 16,2-1-3-16,0 2 2 0,3-3-3 0,-1 1 3 0,2-1 0 16,2-1-3-16,1 2 1 0,3 0-5 0,0 1 1 0,2 1 0 0,2 1 0 15,-1 0 2-15,3 0 0 0,0 2 0 0,2 0 0 0,-1 1 0 0,1 1 4 16,-1 2-2-16,0 0 3 0,1 1-3 0,2 1 0 0,-2 2 1 15,-1 0-8-15,0 3 1 0,-1 2 1 0,-1 2-1 0,-2 3 2 0,-2 2 8 16,-2 1-8-16,-2 3 4 0,-2 3-2 0,-1 2-4 0,-4 3 6 16,-3 0-6-16,-2 4 6 0,-4 2-2 0,-2 0 0 0,-3 3-2 0,-4 2 6 15,-2 2-2-15,-4 2-2 0,-5 3 3 0,-2 0-8 0,-2 2 7 0,-4-3-4 16,-2 2 0-16,-4-1 0 0,-2 2-7 0,-2-1 2 0,-5 1-16 16,-4 1-2-16,-3-1 6 0,-2 2 1 0,-6 0 18 0,-1-1 0 0,-5 0-11 15,-3-1 4-15,-3 1 0 0,-4-2 0 0,-2 0 13 0,-2-1-5 0,-3-3-1 16,-2-1 0-16,-2-2-1 0,-1 0 4 0,1-2 9 0,-1 1 1 15,1-2 4-15,2-3 1 0,0 0 0 0,3-4-13 0,1-3 11 0,2-1-5 16,0-3 1-16,1-1 12 0,0-3-12 0,2-3-1 0,0-3-4 16,2-3-3-16,1-2 1 0,-1-3 3 0,1-3-14 0,2-1 17 0,-1-2-5 15,1-2-5-15,3-3 12 0,-1-5-18 0,3 0-4 0,3-4-6 0,-1-2-5 16,2-1-9-16,1-1-8 0,2-3-15 0,3 1-11 0,2-4-17 16,4-1-18-16,1 0-15 0,0-2-19 0,2-1-15 0,3-2-21 0,1-3-26 15,2 1-18-15,3-1-20 0,2 0-28 0,3-3-34 0,2 0-96 0,3-1-207 16</inkml:trace>
  <inkml:trace contextRef="#ctx0" brushRef="#br0" timeOffset="61995.95">24656 9912 1285 0,'-7'-12'64'0,"-1"1"-2"0,0-2 2 15,3 7-6-15,3 1-14 0,0 2-14 0,1 1-9 0,0-1 0 0,0 1-2 16,1 0-2-16,0 0-4 0,1 0-4 0,0 0-3 0,0 1 2 0,0-1-2 15,0 1 1-15,1 0-2 0,1-1 3 0,3-1-3 0,1 0 2 16,3-1 1-16,1 0-3 0,2 0 1 0,3-1 4 0,1 1-2 0,2-1 0 16,3 0 2-16,1 2-4 0,1-1 2 0,0 0 1 0,0 0 2 15,-1 1-1-15,0 1 5 0,-2 1 3 0,0 0 8 0,1 2 8 0,0 1 1 16,-1 1 0-16,1 1-3 0,-3 1-3 0,-1 1-4 0,0 3 3 0,-1 0-2 16,-2 3-1-16,0-1 7 0,-3 2-4 0,-1-1-3 0,-2 2 1 15,-2 1-8-15,-1 0 0 0,-2 0-2 0,-1 2-2 0,-3-1-2 0,0 1-3 16,-2-1-1-16,-1 0 3 0,-1-1-4 0,0-1 1 0,0-2-3 15,0 0-5-15,-1-2 3 0,-2-3 0 0,1 0-6 0,0-2 3 0,1 1 0 16,0-1 3-16,0-2 4 0,1 0 3 0,0-1-7 0,1-1-2 0,0-1 9 16,0 0-4-16,0 0 3 0,2 0 4 0,0-1-6 0,0 0 3 15,1-1-1-15,0 0-4 0,1 0 1 0,0-2-7 0,0 1 2 0,1 0-4 16,2-1-2-16,1 1 5 0,1 0-4 0,0 1 2 0,0 0 19 0,0 0-9 16,1 2 10-16,1 0-9 0,0 1-20 0,-1 0 17 0,3 2-7 15,-1 1 5-15,1 1 4 0,1 1-1 0,0 2-3 0,-1 0 4 0,1 1 7 16,-1 1-1-16,1 1 1 0,0 0-3 0,-1 0-4 0,-1 0-3 15,-1 0 3-15,1 1-1 0,-2-1-1 0,0 1 4 0,-2-1-2 0,-1 0-1 16,0 0 1-16,-1 0-2 0,-1-1 4 0,-1 0 0 0,-2-1-2 0,-1 2 3 16,-2 0-1-16,0 0 5 0,-4 0 2 0,-1-1-7 0,-1 2 1 15,-3 1-4-15,0 0-4 0,-1-1 2 0,-1-1 0 0,0-3 3 0,2 0-3 16,-2 0-1-16,0-2-3 0,0-1-1 0,2 0-6 0,1-2-1 0,0 0-13 16,0-1-6-16,1-1-7 0,-2-1-18 0,2 0-12 0,-2-2-19 15,0 0-16-15,0-1-24 0,1 0-21 0,-2-2-24 0,0-1-22 0,-2-1-17 16,1-1-40-16,0-2-58 0,0 0-428 0</inkml:trace>
  <inkml:trace contextRef="#ctx0" brushRef="#br0" timeOffset="62462.95">24094 9540 1711 0,'-5'-18'40'0,"2"1"14"0,2-2 3 16,3 5-4-16,5 4-22 0,3 3-4 0,5 0-6 0,3 1 0 0,6-1-3 16,3 1-8-16,4-1-3 0,1 0 0 0,1 1-2 0,2 0-4 15,2 1 3-15,1 0-2 0,1 0 2 0,2 1 0 0,1-1-1 0,1 1 0 16,3 1-1-16,1 0 2 0,1 0-1 0,4 0-2 0,2 0 2 0,2 1 3 16,2 0-3-16,0-1 2 0,3 2 1 0,0 0 0 0,1 1 1 15,1 1-1-15,0 0 2 0,1 2-3 0,0 0-1 0,0 2-5 0,-1 1 1 16,-1 1-6-16,0 3 9 0,1 2 7 0,0 1-4 0,1 2-6 0,-2 1-5 15,0 4-6-15,0 2 5 0,-3 0 7 0,-2 6-2 0,0 0 7 16,-4 4-8-16,-1 0 4 0,-1 3 4 0,-4 0-6 0,-4 3 2 0,-1 1-2 16,-4 0-1-16,-5-1 1 0,-3-1-3 0,-6 0-3 0,-2 2-1 15,-3 1-2-15,-3-1-4 0,-2 1 5 0,-4-1-1 0,-3 2 2 0,-5 0 3 16,-5-1-12-16,-4 3-2 0,-4-2-13 0,-5 2-2 0,-4-1 3 0,-6-1 1 16,-4-3 8-16,-7-1 5 0,-5-4 9 0,-6-2 7 0,-6-5-1 15,-4-3 9-15,-4-3 4 0,-2-4 6 0,-5-3 12 0,-3-4-8 0,-4-2 1 16,-3-3-1-16,-5-3-6 0,-4-2 13 0,-1-2 4 0,-4-4-5 0,-1-1 3 15,-3-4-4-15,2-1 2 0,3-1 3 0,5-3 1 0,4-1 0 16,6-1-6-16,2-1 2 0,3-1-12 0,4-1-3 0,2 0-7 0,4-3-4 16,3-1-3-16,3-4-3 0,4-3-8 0,4-4-2 0,3 0-4 15,4-3-10-15,3-1-2 0,3 0-8 0,3 0-11 0,2 1-2 0,3 1-9 16,3 2-15-16,4 1-17 0,1 0-40 0,2 1-55 0,2 2-96 0,1-1-229 16,2 1-113-16</inkml:trace>
  <inkml:trace contextRef="#ctx0" brushRef="#br0" timeOffset="101830.44">9791 11171 277 0,'-1'-2'189'0,"0"2"-57"15,0-1-15-15,0 0-4 0,-1 0-2 0,0 0 3 0,1 0-2 0,-1-1-2 16,1 0-12-16,-1 1-4 0,0 0-6 0,1 0-3 0,0 0-2 16,0 0-4-16,0 0 3 0,-1 1-2 0,2-1-1 0,-1 2-2 0,0-1-7 15,-1 0-1-15,1 1-1 0,1-1-8 0,-1 1 2 0,0 0-3 0,1 1-6 16,-1 0 0-16,0 1 5 0,1 0-1 0,0 1 8 0,-1-1-3 15,1 1-7-15,0 0-4 0,-1 1-17 0,0 0 2 0,1 2-10 0,0-2-12 16,0 1 0-16,2 0-9 0,-1 0-2 0,0 1-1 0,0-1 5 16,1 0-3-16,1 0-3 0,1 0 1 0,0 0 0 0,1-1 1 0,0 0 1 15,0 0-8-15,2-1 4 0,0 0-5 0,2-1 7 0,0 1 0 0,0-1-6 16,-1-1 6-16,0 0 0 0,-1-1-2 0,2 0 1 0,-2 0-2 16,1 0-1-16,-1-1 4 0,0 1-4 0,1-1 2 0,-1 0-5 0,-1 1 5 15,1-2-2-15,0 1 2 0,-1 0 5 0,-1-1-1 0,0 1-4 0,-1-1-11 16,1 1 6-16,-2 0-11 0,1-1 8 0,0 1-1 0,0-1-14 15,0-1 5-15,-1 1-6 0,1-1-4 0,-1 0-1 0,-1-1-3 0,1 0-10 16,0-1 2-16,0 1-3 0,-1-2-3 0,1 0-1 0,-2 1 3 16,1-2 1-16,-1 0 3 0,1-1 7 0,-1 0 2 0,1-1 6 0,1 0 5 15,-2 1 7-15,1 0 4 0,0 1 10 0,-1-1 6 0,1-1-6 0,-1 1 2 16,1-1-3-16,-2 1-3 0,2 0 3 0,-2-1 0 0,1 2 2 16,0 0 2-16,-1 0 3 0,2 0-1 0,-2 0 3 0,0 1 0 0,0 0-1 15,-1 0 2-15,1 0-1 0,0 1-3 0,0-1 0 0,0 1 4 0,1 0-7 16,-1 1 6-16,1-2-4 0,-1 1 3 0,1 0 6 0,0 1-3 15,0 0 2-15,1 0-3 0,-1 0-4 0,1 1 4 0,0 0 3 0,-1 2-7 16,1-1 5-16,-1 1-1 0,1 0 3 0,-1 0 13 0,0 1-10 16,1 0 0-16,-2 0-3 0,2 0 2 0,-1 0 3 0,1 0 0 0,-1 1 1 15,0-1-5-15,-1 1 6 0,0-1-5 0,0 1 6 0,0 0-1 0,1 0 0 16,-1 0 7-16,1 0-3 0,-1 0 2 0,0 1-4 0,-1 0-12 16,1-1 2-16,0 1-1 0,0-1 1 0,0 1 8 0,0 0 0 0,0 0-8 15,0 0 7-15,0 0-7 0,0 1 1 0,0-1-1 0,0-1 0 0,1 2-1 16,-1-1 5-16,1 0 0 0,-1 0-6 0,0 1 3 0,0-1-1 15,1 0-1-15,0 1-4 0,-1 0 4 0,1-1-2 0,0 1-2 0,0 0 2 16,2 1 2-16,-1 0-7 0,0 1 5 0,0 0-6 0,1 0-3 0,0 1 6 16,1 0-6-16,0 0-2 0,-1 0-2 0,2 2 2 0,-2 0 4 15,2 1 0-15,0-1 0 0,-1 0-2 0,1-1-2 0,0-1 6 0,-1 1-4 16,0 0 0-16,0 1-4 0,-1-1 2 0,0-1-3 0,0 0 3 16,0-1 4-16,0-1-6 0,0 1 6 0,1-1 0 0,-3 1-6 0,2-1 11 15,-1 0-7-15,0 0-3 0,0-1 5 0,-1 1-2 0,0-1 1 0,-1-1-2 16,1 1-7-16,-1 0 3 0,1-1-11 0,0 0 16 0,-1-1-15 15,1 0-10-15,-1 1 15 0,0-1-15 0,1 0 10 0,-1 0 7 0,0 0-5 16,0-1-3-16,0 0 2 0,1-1-9 0,-1 0 2 0,0-1 2 0,1 1-7 16,-1-1-7-16,0-1-1 0,0 0-6 0,0 0 0 0,0-1-13 15,0 0-2-15,0 0-19 0,-1 0-16 0,0-1-10 0,0-2-35 0,0 1-12 16,0 0-17-16,-1-1-27 0,0-1-33 0,0 0-52 0,-1 0-75 16,1 0-379-16</inkml:trace>
  <inkml:trace contextRef="#ctx0" brushRef="#br0" timeOffset="102530.44">10462 11309 1389 0,'-1'0'345'0,"1"0"-147"16,0 0-33-16,-1 1-16 0,1-1-14 0,0 1-19 0,0 0-23 0,0 0-6 16,0 1-17-16,0-1-8 0,1 0-2 0,0 0-13 0,1 0-3 15,-1 1-8-15,1 0-12 0,1 1-8 0,0 0 8 0,0 1-5 0,1 0 0 16,0 1-2-16,0-1-11 0,1 1-1 0,0 1 0 0,1 0 0 0,-1 0-5 16,1 2 7-16,-1-2-15 0,1-1 1 0,0 2-2 0,-1-1-10 15,0 0 15-15,-1 2 1 0,1-1-3 0,0 0 5 0,-1-1-11 0,0-1-25 16,0 1-26-16,0-2-28 0,-1 1-14 0,0-1-3 0,-1 1-10 0,0-2-21 15,0-1-21-15,0 0-37 0,-2-2-18 0,1 0-31 0,0-1-40 16,-1-1-63-16,1-2-321 0</inkml:trace>
  <inkml:trace contextRef="#ctx0" brushRef="#br0" timeOffset="102864.44">10691 11004 983 0,'-1'0'254'0,"-1"1"-55"0,0 0-16 16,1 1-20-16,0 1-15 0,0 1-13 0,1 1-16 0,-1-1-5 0,0 1-9 16,1 1-11-16,0 0-1 0,0 1-10 0,0-1-6 0,1 1-3 15,0 0-19-15,1 0-4 0,1 0-2 0,1-1-10 0,0 1 4 0,0-1-8 16,-1-1-2-16,2 1-6 0,0 0-5 0,1 0-2 0,1 1-10 0,1-1 8 16,0 0-7-16,0 0 1 0,1 1-1 0,-2 1-9 0,2-1 1 15,0 0-1-15,1 0 0 0,0 0-2 0,1-1 0 0,-1 0 2 0,1 0-4 16,0 0 5-16,-1 0-1 0,2 0-4 0,-2 0 2 0,0 0 4 0,0 1-6 15,-1 0 0-15,-1 0 4 0,-1-2-2 0,-1 2 2 0,-1 0-2 16,-1-1 0-16,0 0-2 0,-1 0 4 0,-1 0 0 0,0-1-4 0,-1 0 2 16,0 0-2-16,-1 0 2 0,0-2-5 0,-1 1 5 0,-1 0-4 0,1-1 4 15,-2 0-7-15,-1 0-12 0,-1-1-13 0,-1 0-18 0,-1-1-7 16,-1-1-21-16,-2-2-11 0,-1 0-22 0,1-1-17 0,-2-2-11 0,1-1-7 16,1 1-19-16,0-4-14 0,1 1-24 0,0-2-29 0,0-1-21 15,0 0-24-15,-1-1-29 0,1 1-259 0</inkml:trace>
  <inkml:trace contextRef="#ctx0" brushRef="#br0" timeOffset="102997.45">10725 11086 732 0,'-4'-14'227'0,"-1"-2"-41"0,0-5-8 0,0 3-9 16,2 2-11-16,1 0-10 0,0 1-17 0,-1 1-24 0,2 1-11 0,0 1-13 16,0 2-12-16,2 0-9 0,0 1-10 0,1 1-2 0,2 1-1 0,-2 0 1 15,3 0-1-15,-1 0-4 0,1 0 0 0,1 1-3 0,1-1-6 16,1 1-6-16,0 0-5 0,0-1-7 0,1 0-6 0,-1-1-6 0,1 0-2 16,1 0-9-16,-2 1-2 0,1 0 2 0,0 0-3 0,-2 0-2 15,0 0-28-15,0 0-43 0,-1 2-46 0,1 1-55 0,-1-1-60 0,-1 1-43 16,-1 0-86-16,-1 0-224 0,0 0-78 0</inkml:trace>
  <inkml:trace contextRef="#ctx0" brushRef="#br0" timeOffset="103497.45">9489 11140 1528 0,'0'-7'201'0,"0"-2"-89"0,1-2 23 0,2 0-2 16,1-2-9-16,2 1-15 0,2-3-16 0,2-1-3 0,2 0-11 0,2 0-2 16,2-2-10-16,2 0-11 0,2 0 4 0,3-1-18 0,2-2-1 0,1 1 0 15,3 0 0-15,-1-2 5 0,5 2-9 0,1-1-6 0,4-1-8 16,2 2 2-16,2-1-2 0,3 1-2 0,0 2-7 0,2-2-8 0,1 1 1 15,2 1-5-15,2 1 5 0,-1 0-2 0,2 1 2 0,1 1-1 16,-1 2-5-16,1 0 5 0,2 1-15 0,1 2 3 0,1 1-6 0,-2 4 1 16,0 0 17-16,-1 3-3 0,-1 1 1 0,0 2-4 0,-1 3-4 0,-2 1 4 15,-2 3-2-15,1 3 1 0,-2 2-8 0,-2 3-4 0,-1 2 6 16,-3 3-4-16,-2 3 3 0,-3-1 6 0,-2 4-7 0,-4 0-12 0,-1 1 7 16,-2 0-7-16,-1 2 5 0,-1 1 5 0,-4 1-3 0,-3 0 4 0,-1 3-6 15,-4-1 6-15,-2 2 3 0,-2 1-3 0,-3 1 4 0,-2 1 5 16,-3-1-5-16,-3 2 6 0,-2-1-1 0,-4 2-4 0,-3 0 10 0,-2-2-16 15,-4 1 13-15,-3 0 3 0,-5-2-5 0,-2 0 21 0,-4 0-11 16,-2-1 1-16,-3-1 3 0,-1-2 1 0,-3 0 3 0,-3-2-2 0,-2-3 5 16,-2-2 14-16,-4-3-3 0,0-3 7 0,-3-2-7 0,-1-3-14 0,-2-3 7 15,-2-2-1-15,0-3 3 0,-2-3-1 0,0-3-10 0,-1-3 1 16,1-3 1-16,0-5 4 0,0-3 8 0,2-2 0 0,2-5-8 0,-1-2-7 16,2-4-9-16,2-3-4 0,4-3-4 0,3-2-4 0,3 1 2 0,1 0-7 15,4 1 4-15,3-2-20 0,0 0-30 0,4-2-42 0,-1-2-64 16,3-2-55-16,0-3-76 0,3-2-104 0,1-4-181 0,2-4-545 0</inkml:trace>
  <inkml:trace contextRef="#ctx0" brushRef="#br0" timeOffset="153500.34">3532 12938 598 0,'-14'-1'415'0,"0"0"-295"0,-4 0-36 0,3-1-32 0,2-1-16 16,2-1 1-16,0 0 1 0,-1 0-1 0,1 0-13 0,-1-1-10 16,1-2-18-16,0 1-15 0,0-1-8 0,1 1-17 0,-2 1-8 0,1-1-1 15,0 0-2-15,1 0 8 0,1 0 0 0,0 1 10 0,-1-1 10 0,0 0 4 16,1 0 13-16,-1-1 6 0,0 1 2 0,-1-1 4 0,1 1 9 15,0 1 9-15,0 0 12 0,1 2 10 0,0-1 7 0,-1 0 3 0,0 1 1 16,1 0 2-16,0 0-8 0,1 0-4 0,2 0-2 0,0 0-4 0,1 0 0 16,2 0-1-16,1-1-5 0,0 1-2 0,2-2-7 0,1-2 2 15,2 0-1-15,2-1-5 0,2-3-3 0,2-2-5 0,3-2 0 0,4-1 10 16,0 0 6-16,1-3 3 0,3-1 6 0,2-1-3 0,2-2-3 16,3 0 0-16,2 0-1 0,2-1-8 0,0 1 3 0,3-1-8 0,0 0-2 15,3 0 0-15,0-1-3 0,3 0 2 0,3-1-4 0,0 0-1 0,3 2-2 16,2 1 1-16,0 3 4 0,-1 0-3 0,3 2 1 0,0 0-3 15,0 3 0-15,4 1-4 0,-1 2 2 0,0 2 3 0,2 2 2 0,2 3-2 16,-1 1-1-16,-1 1-7 0,0 3-1 0,-1 2 3 0,2 1 0 0,0 1-4 16,0 2 1-16,1 1-3 0,-1 3 5 0,1 0-2 0,-1 3-7 15,0 0 5-15,0 1-5 0,-2 1 3 0,-1 0 10 0,0 1-10 0,-3 0 7 16,0 2-2-16,-1 1 1 0,-3-1 8 0,-1 2-3 0,-2 2 7 0,0-1-7 16,-2 2 3-16,0 1 5 0,-3 0-5 0,1 3 7 0,-3 1 1 15,-2 3-6-15,-2 2 1 0,-4 2-4 0,1-1-7 0,-2 2 3 0,0 1 0 16,-2 1-1-16,-6 4 4 0,0-1-10 0,-4 1-2 0,-3 2 3 15,-4-1-1-15,-3 0 5 0,-2 0 2 0,-4-1 1 0,-3-1 3 0,-2 1-4 16,-5 0 9-16,-3-1-10 0,-1-1 7 0,-2 0 5 0,-2-2 0 0,-3 0 8 16,-2-1 0-16,1-3-7 0,-1 0 2 0,1-4 1 0,-3 0-4 15,0-3 1-15,-2-1 0 0,-2-3 0 0,2-3 3 0,-3-2 3 0,0-2 1 16,-1-2 1-16,-3-2 4 0,1-1-4 0,-3-1-1 0,1-1 0 0,-1-1-9 16,0-1 4-16,-2-1-1 0,-2 0-4 0,-1 0 0 0,0-2 0 15,-1 0 0-15,1-1 2 0,-2 0 4 0,1-2-1 0,-1 0 2 0,0 0 3 16,1-2-3-16,-2-1 10 0,3 0 2 0,3-2 3 0,-2 0 2 15,3-1 1-15,-2-1-4 0,1 0 0 0,3-1 1 0,2 0-6 0,2-1 1 16,1 0-5-16,2 0-2 0,0 0-4 0,2 0 4 0,0 0-5 0,3 0-4 16,-2 0-3-16,3 0-2 0,-1 0 0 0,2 0-1 0,1 0-1 15,0 1-7-15,0-1 7 0,2 2-1 0,0-2 0 0,1 1 3 0,1-1-9 16,-1 1-3-16,1-1 1 0,-1 0-1 0,2 1-2 0,-1 1-6 0,0 1-12 16,0-1-8-16,4 1-12 0,0 0-18 0,1 2-4 0,1-1-14 15,0 1-20-15,1 0-20 0,0-1-38 0,0 1-40 0,1 1-45 0,0 0-66 16,0 0-96-16,0 0-475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2:59:06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4182 9406 1018 0,'-9'-17'557'0,"0"0"-429"0,-1-4-33 0,4 4-65 0,3 2-34 16,0 0-3-16,0 0 4 0,-1 0-2 0,1 0 1 0,0 3-3 0,0 0-17 16,0 2-17-16,2 2-29 0,0 1-29 0,0 1-18 0,1 1-7 15,-1 0 21-15,1 1 26 0,-1 0 32 0,0-2 32 0,0 1 9 0,-1 0 9 16,0 0 1-16,0 0 0 0,1 0 3 0,1-1 2 0,-1 1 5 15,2-1 0-15,0 0 6 0,1 1 1 0,1-2-1 0,0-1 0 0,2 1-2 16,1 0-2-16,0 0-5 0,2 0-3 0,0 1-2 0,1 1-2 0,1 0 1 16,0 2 5-16,3 0 7 0,-1 1 0 0,2 1 3 0,0 0 4 15,1-1-2-15,3 1-2 0,3 1 1 0,0 0-11 0,3 0-2 0,3 0-3 16,1 0-2-16,6-1 2 0,1 0-2 0,1 0 1 0,4 0-3 0,0 0 1 16,3 0-2-16,2 1-3 0,0 0 2 0,2 1-3 0,-2 2 0 15,3 1 2-15,-1 0-2 0,-1 2 1 0,1-1 1 0,0 3 1 0,2 1 11 16,0 0 2-16,0 1-1 0,2 1 2 0,1 0 0 0,2 1 2 15,2 1-1-15,0-2 3 0,3 0-8 0,1-1-3 0,3-2 1 0,1 0 0 16,2 1 4-16,2-1 0 0,2 0 0 0,3 0 0 0,1 0-1 0,1-1-4 16,1 0 1-16,2 1-1 0,1-1 2 0,2 1 2 0,0 0 1 15,2-1-4-15,0 1 5 0,1-1-8 0,0 1-2 0,-1 1 2 0,0 0-6 16,2 1 8-16,-1-1 0 0,2 1-3 0,-2-1-5 0,2 1-1 0,0 0 0 16,-2 0 5-16,2 0 5 0,-1-1-1 0,1 0 2 0,2-1 0 15,-1 1-2-15,2-2 4 0,-1 0-2 0,3-2 5 0,-1 0 6 0,3-1 4 16,0 1 9-16,0 1 6 0,1-1-1 0,-1 1 3 0,-1 0 1 15,2 1 3-15,-2 0-2 0,3 4-4 0,-3-1-6 0,0 1-16 0,-1 1 0 16,-1-1-4-16,0 1-1 0,0 1-1 0,0-1-7 0,2 1 4 0,-2 1-6 16,1 0 2-16,0 1-1 0,-1-1-4 0,0 0 5 0,2 1-10 15,-2-2 2-15,4 1 16 0,2-2-1 0,2 1 12 0,0-2 1 0,-3-1-13 16,-1-1-7-16,-2-1 0 0,2-1 0 0,0 0-4 0,1-2 14 0,0-2-4 16,2 0-6-16,0-1 1 0,-1-2-6 0,-1 1 3 0,-2-1 12 15,2-2-1-15,1 1 0 0,1-2-7 0,-1 0-4 0,-3 0 5 0,1 0 0 16,-1-2 4-16,2-1 1 0,-1-1-5 0,1-1-3 0,-3-2 6 15,0-2-3-15,-2 1 1 0,1-2 7 0,-2 1-5 0,2-1 4 0,-3 0-1 16,1-3-3-16,-3 2 1 0,1-2-2 0,0-2 3 0,-1 0-5 0,2 0 2 16,-4-3-1-16,1-1 1 0,-2 1-5 0,-3-3-2 0,2 1 4 15,-3-2 2-15,-2 0 9 0,0 1-6 0,-4-2 0 0,-2 1 0 0,-3-1 3 16,-4-1 2-16,-2 1-1 0,-2 0-3 0,-3 0-6 0,-1 0 2 16,-3-2 5-16,-2-1 0 0,-2 0-1 0,-4-2 0 0,-1 3 2 0,-4-1-1 15,-3-1 0-15,0 2 2 0,-4-3 0 0,-1 0-16 0,-4 0 2 0,-2 1 8 16,-1 0-4-16,-4 0 9 0,-1-1-4 0,-1 0-7 0,-2-1-1 15,-1 1-1-15,-3 0 2 0,-1 0-6 0,-5-1-2 0,-2-2 2 0,-2 0 2 16,-3-2 2-16,-3 1-2 0,-2 0 2 0,-3 0-2 0,-4 1 0 16,-3-3-2-16,-3 2 11 0,-2-1 0 0,-2 1-2 0,-3-1 0 0,-2 0-9 15,-4 1 2-15,-2-1-1 0,-4 2 2 0,-3 0-2 0,-3 0-5 0,-2-2 5 16,-3 1-5-16,-3-1 4 0,-2 1 4 0,-4 2-4 0,-2-2 6 16,-3 3-6-16,-3-2-1 0,-2 3 3 0,-3-1 7 0,-3 3 2 0,-4-1 3 15,-4 2-1-15,-3-1-4 0,-4 1-7 0,-3 2 5 0,-1 1-1 0,-3 1-2 16,-3 1 1-16,-2 1 3 0,-3 1-4 0,0-1-1 0,-2 1 5 15,-1-2-6-15,-3 2 2 0,-2-1 1 0,-2 2-5 0,-1 1 6 0,-2 1 0 16,0 1-1-16,-4-1-1 0,0 2-2 0,0-1 2 0,-1 1 0 0,-1 1-1 16,-1 2 3-16,0-2-8 0,0 1-3 0,0 1 2 0,-1 1-4 15,0-1 9-15,-3 1 12 0,1 1-6 0,-2 1 6 0,0 0 1 0,0 1-13 16,-2 0 0-16,0 0-2 0,-1 1 0 0,-2 0 6 0,-3 1 2 16,-1 1-3-16,-1 1-3 0,-1 1-2 0,1 2 1 0,-3-1 2 0,3 1 1 15,-2 1-4-15,1 1 4 0,1 0-4 0,0 1 2 0,-2 1 2 0,2 0 0 16,2 1-4-16,-2 2 2 0,1 1-2 0,0 0 4 0,2 1 2 15,1 1-1-15,1 1 5 0,4 0-8 0,2 1 3 0,2-1-6 0,2 0-10 16,1 1 4-16,2 1 0 0,1 2 5 0,-1 0 19 0,2 3 1 0,-1 0-1 16,2 2-1-16,1 1-12 0,0 2 9 0,1 3-4 0,-1 0 2 15,2 3-1-15,1 2-8 0,2 5 9 0,2 1-2 0,1 2 1 0,1 0-5 16,4-1-6-16,4 2-5 0,3 1 6 0,3 1 8 0,2 1-17 16,4 0 2-16,2 1 16 0,3 1-5 0,6-1 13 0,2-1-2 0,6 1-15 15,4-1 4-15,2 0 1 0,3 2 3 0,3-3-4 0,4-1-2 0,4-2 0 16,0-1 0-16,5 1 0 0,3-1 0 0,1 0-10 0,4 0-3 15,0 0 10-15,3-1-1 0,2 1 11 0,1-1 3 0,2 1-12 0,3-1 4 16,0 1 0-16,4 0-6 0,0 0 8 0,1 1-6 0,2-2-4 0,4 0 2 16,0-1-7-16,3 1 0 0,2 0-1 0,2 0-5 0,3 0-18 15,2 0-12-15,3 1-8 0,1-1-31 0,3 1-29 0,3-1-44 0,2-1-73 16,4 1-104-16,2-1-152 0,4 2-82 0,3-2-307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3:00:01.3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16927 8242 2039 0,'-2'0'-10'0,"1"3"-15"0,-1 2-14 0,0 3-9 0,1 2 0 0,2 1 13 0,1 3 11 16,0 1 7-16,2 0 10 0,1-1 2 0,0 3 4 0,-1 1 1 15,1 1-2-15,0 1 5 0,1 1 4 0,0 3 7 0,0 1 9 0,1 2 12 16,0-1 1-16,0 3 8 0,1-1 2 0,1 1 4 0,1 3 3 0,-1 2-3 15,1 3-3-15,-1 2-5 0,1 2-12 0,1 1 1 0,0 2-5 16,0 1-2-16,0 0 5 0,-1 0-8 0,2 2-1 0,0-3 4 0,3-3 9 16,0-3 18-16,3-6 22 0,4-6 18 0,4-6 22 0,6-8 8 15,4-9-7-15,7-10-10 0,9-11-16 0,9-14-11 0,12-14 2 0,10-14-2 16,11-13 2-16,9-13-10 0,11-11 5 0,12-13-13 0,14-16-13 0,14-12-8 16,16-14-19-16,18-10-7 0,15-11-10 0,13-8-10 0,12-7-25 15,12-8-23-15,10-5-30 0,9-3-29 0,10-6-44 0,6-1-45 16,3-2-50-16,1-2-75 0,4-1-58 0,-4 1-117 0,-2-3-85 0,-2 0-219 0</inkml:trace>
  <inkml:trace contextRef="#ctx0" brushRef="#br0" timeOffset="985.54">9071 7119 1 0,'37'49'88'0,"-4"-3"643"0,4 5 719 0,-13-11-332 0,-13-13-1078 16,4 5-36-16,4 9-24 0,6 4-4 0,4 3-5 0,5-2-13 0,2-3 8 15,4-8-3-15,3-6-2 0,3-6 9 0,3-5 2 0,6-6 5 0,0-4 9 16,3-7 7-16,1-6 9 0,2-7 5 0,-15 1-7 0,22-14-228 16,1-8 33-16,1-5 6 0,18-14 14 0,-15 1 214 0,-2-3-13 0,3-5-6 15,-2-4-3-15,3-4-3 0,1-3-11 0,0-5-6 0,1-4 7 0,2-2-13 16,1 1 1-16,0 0 10 0,1 2-14 0,-2 5 7 0,1 4-4 16,-4 3 3-16,0 7-23 0,-1 5 19 0,-3 5-6 0,-2 6-10 0,-2 5-11 15,-2 3-46-15,-3 4-66 0,-1 3-87 0,-2 3-101 0,-3 2-83 16,0 2-8-16,0 2-74 0</inkml:trace>
  <inkml:trace contextRef="#ctx0" brushRef="#br0" timeOffset="1359.53">16482 4905 3346 0,'-1'1'49'0,"0"2"-18"0,1 2-31 0,-1 4-9 0,1 3-2 0,0 2 4 16,1 3-6-16,0 1-7 0,0 4-11 0,1 1-24 0,-1 3-6 15,0 4 3-15,-1 0 7 0,1 4 20 0,0 0 12 0,0 1 5 0,0 0 5 16,0 0 9-16,0 1 9 0,2 0 1 0,1-1 11 0,1-2 10 16,3-3 1-16,2-4 10 0,3-2 6 0,3-5 5 0,5-1 10 0,6-4 4 15,6-3-2-15,6-3-6 0,4-5-9 0,8-5-7 0,8-5-12 0,7-6-11 16,8-8-12-16,5-5-12 0,7-10-11 0,6-8-17 0,5-9-17 16,7-9-33-16,4-9-22 0,5-5-19 0,4-6-38 0,3-9-21 0,2-5-49 15,1-9-66-15,0-4-60 0,-1-2-49 0,-1-3-47 0,1-2 16 0,-1-1-123 16</inkml:trace>
  <inkml:trace contextRef="#ctx0" brushRef="#br0" timeOffset="5218.47">3940 10860 869 0,'-38'-18'16'0,"-4"0"29"0,-7-5 8 0,7 4 9 0,8 5 2 0,4 0-1 16,1 0-12-16,2 0-9 0,2 1-12 0,1-1-10 0,3 0-3 15,2 2-8-15,1 1-3 0,2 2-5 0,2 0 3 0,3 1-3 0,0 0 0 16,2 1 2-16,1 1-5 0,1 0 4 0,1 1-2 0,0 0 1 0,2 0-2 16,0 3-2-16,3-1 1 0,0 1-4 0,0 1-1 0,1 0-7 15,0 1-6-15,1 0 2 0,1 0 1 0,3 0 8 0,2-1 6 0,3-2 3 16,3-1 0-16,4-2-2 0,3-1 4 0,5-2-3 0,2-1 1 15,4-3 1-15,3-3-2 0,5-2-1 0,1-2-3 0,3-1 1 0,4-3-1 16,0 0 3-16,1-1 1 0,1 2 2 0,-1 3-1 0,1 1 1 0,-4 2 0 16,-2 2-2-16,0 4 2 0,-3 2-1 0,-2 1 0 0,0 4 4 15,-4 2-3-15,0 3 3 0,-3 3 8 0,-1 2 2 0,0 3 9 0,0 2 3 16,-3 0 1-16,1 5 3 0,-1 1-6 0,2 1 0 0,-1 3 1 0,1 2-4 16,0 1 0-16,-1 1-6 0,-1-1-4 0,4-3 2 0,0 1-6 15,3-1-1-15,0-1 0 0,2 0-6 0,0-1 0 0,1-3 1 0,3-1-3 16,0-1 4-16,1-1-2 0,1-4-1 0,0 1 1 0,-1-2-1 15,1-2 1-15,-1-2-1 0,-2-1-3 0,2-3 4 0,-3-1 1 0,2-1 1 16,1-3-2-16,0-1-10 0,-1 0 0 0,0-1 0 0,0 1 0 0,-1-1 14 16,-1-1-3-16,-1 2 4 0,-1-1-2 0,-1 2 0 0,2 0 3 15,-2 1 0-15,-1 3 2 0,-2 1 4 0,-1 4 5 0,-1 2 7 0,-1 2 16 16,2 3 11-16,-2 3 12 0,1 2-1 0,0 4-4 0,0 1-13 0,-1 2-12 16,1 2 3-16,0-1-4 0,3 3-4 0,1-1-1 0,3-3-6 15,2 1-8-15,3-4 6 0,3-1-7 0,2-2-8 0,3-3 2 0,2-4-3 16,2-1-2-16,5-4 2 0,1-4-3 0,4-3-3 0,1-4-1 0,3-3 1 15,2-3 0-15,0-3-3 0,2-3 3 0,-1-1-3 0,-2-3-5 16,-1-1 1-16,-1-1-3 0,-2-1-4 0,0-1 13 0,-2 2 1 0,-1-3 4 16,-1 2 6-16,-2-2-1 0,0 2-5 0,-1 2 2 0,-3 2 0 15,-1 4 1-15,-2 1 4 0,-1 3-1 0,-2 4 4 0,-1 2 4 0,-2 4 3 16,0 3 7-16,-3 3 3 0,-2 3 4 0,0 1 7 0,-1 4 3 0,0 1 0 16,2 1 3-16,-2 1-8 0,1 1-2 0,1 0-8 0,2 0-5 15,0-1-6-15,2 1-7 0,3 0-1 0,2-1-2 0,0-2-6 0,2-1-4 16,0 0 0-16,2-3-2 0,3 0 9 0,1-2 5 0,1-2-6 0,-1-2 3 15,2-3-7-15,2-2 2 0,1-3-2 0,1-2-1 0,0-1 6 16,1-3-1-16,0-2-4 0,-1-1 2 0,1-3-6 0,-3 0 4 0,0 1 9 16,-2-1-2-16,-3 3 1 0,0-1-3 0,-4 2 3 0,-1 1 2 15,-1 1-11-15,-1 3 2 0,1 2-1 0,-2 3-1 0,-2 4 12 0,-1 3 3 16,-2 5 5-16,0 1 10 0,-2 5 4 0,-2 3 3 0,0 1-4 0,-2 5-2 16,0 1 1-16,2 2-4 0,0 0-18 0,2 2-11 0,2 0 3 15,-1-1-3-15,3 2 14 0,1-3-1 0,1 0-8 0,5-1 3 0,1-4-6 16,1-1 0-16,2-2-1 0,0-4 1 0,2-1-9 0,2-2-1 0,0-4 1 15,2-2-6-15,0-3 5 0,1-2-1 0,1-4-1 0,-1-2 5 16,-1-2 3-16,2-4-1 0,0-1 1 0,5-4-6 0,5-4 9 0,2-5 0 16,0-2 0-16,-5 0 7 0,-8 4-7 0,-5 2-2 0,-4 1 5 0,0 2 0 15,1-2 4-15,-1-1 7 0,1 4 0 0,0-2-1 0,-1 3 0 16,1 3 3-16,0 1 0 0,-1 3 4 0,1 2-1 0,-2 4 1 0,1 2-1 16,-1 3 3-16,0 4-4 0,-1 1 2 0,1 4-2 0,-1 2-5 15,0 2 2-15,1 2-7 0,2 3 2 0,0 0-6 0,2 0-6 0,1 1 3 16,1 0 9-16,1-2 2 0,2 1 1 0,0-2-3 0,0-1-9 0,4-1 2 15,0-1 3-15,1-3-3 0,3-1 0 0,1-4 4 0,0-3-3 16,2-1 5-16,-3-4-5 0,3-1-1 0,0-3 4 0,-2-4-6 0,0-1-1 16,-2-4-1-16,1-1 6 0,-1 0 0 0,-1-3-11 0,-2-2-1 0,1 1 12 15,-2-3 1-15,-2 0 11 0,0 1-6 0,-3-2-6 0,0 1 5 16,2-1 0-16,-1 0 3 0,0 3-5 0,0 0-3 0,0 3-2 0,2 3 0 16,-2 0 1-16,1 3 6 0,-3 2 2 0,-1 3-6 0,-1 3-1 15,0 2-2-15,-3 4 0 0,0 2 7 0,-1 3-2 0,3 3 0 0,-2 1-3 16,1 2-2-16,0-1 0 0,0 2-2 0,1 0 2 0,0 1-1 0,1 0-3 15,1 0 2-15,-1 1-3 0,1-1 0 0,2-1 5 0,0-1 0 16,2 0-3-16,-1-3 1 0,0 0-2 0,1-3 1 0,1-1 1 0,2-3-1 16,0-3-2-16,2-3-4 0,2-2-3 0,1-3 5 0,2-2 2 0,1-3 0 15,-1-2 7-15,3-1-4 0,-2-3 4 0,0-1 1 0,-2 0-3 16,-1-1 2-16,-1 0-2 0,0 0 2 0,-3 1 1 0,0-1 0 0,-4 3-3 16,-1 0 0-16,-1 0 2 0,2 1 0 0,1 2 0 0,-1 1-2 15,-2 4 3-15,-1 3-3 0,-2 3 3 0,-1 4 4 0,-2 2-5 0,-1 2 8 16,-2 3-3-16,-1 2-5 0,1 3 3 0,-2 2-3 0,2 1 3 0,1 2-5 15,-1 2 0-15,1-1 5 0,1 1 0 0,0 2 2 0,1-2 0 16,-1 1-7-16,0 0 0 0,1 0 4 0,1-1-6 0,1-2 2 0,1-1-2 16,1-2-1-16,0-2 3 0,0 0-2 0,3-3 4 0,-1-2-2 0,3-3-4 15,2-1-1-15,4-3-2 0,2-2 0 0,1-4 0 0,1-2 4 16,-4-2 3-16,-1-2 2 0,-1-2-1 0,-2 1 1 0,0-2 3 0,-2-2 2 16,-1-1 0-16,-1 1 0 0,1 0-4 0,-1 0-3 15,1 2-1-15,0 1-3 0,1 0 4 0,-4 1 2 0,0 2-2 0,1 4 3 0,-2 0 1 16,1 3-4-16,-2 2 5 0,-1 2-3 0,-2 2-7 0,-2 3 5 0,0 2-6 15,-1 1 3-15,0 3 5 0,-1 1-2 0,1 0 3 0,2 2 2 16,-1-1-5-16,2 2 4 0,-2 0-4 0,0 0-2 0,1-1 4 0,-1 0-9 16,0-1 3-16,0-1-1 0,0 0 0 0,-1-2 7 0,0 0-7 0,-1 0 5 15,0-1 1-15,0-1 1 0,-1 1 5 0,1-1-4 0,0-1-6 16,0 0 12-16,-2-2-18 0,0 0 9 0,-2 1 0 0,0-2-7 0,-1 0 9 16,0 0-7-16,1 0 3 0,0 0 0 0,4 0 4 0,1-1-4 0,0 0 7 15,0-1-1-15,-1-1-3 0,-1-1 6 0,0-1-10 0,0 0-1 16,-1-1 8-16,1-2-4 0,-1-1 2 0,-1-2-1 0,3-1-6 15,-3 0 16-15,0-2-1 0,-3-2 6 0,-2 0 5 0,-2-4-13 0,-2 0 1 16,-2-1-4-16,0 0 1 0,-3-2-1 0,1-1 4 0,-3 1-4 0,2-2 4 16,-1 0-4-16,0 1 4 0,0-3-2 0,-2-1 0 0,1-1-4 0,-1-1-3 15,1 0 0-15,-2 0-5 0,1 2 2 0,-3 0 8 0,0 1 2 16,-1 2 5-16,-2-2-4 0,-1 0-8 0,-3 1 0 0,1 0 0 0,-2 0-6 16,-1 1-3-16,-1 1 11 0,-3 0-5 0,-2 1 11 0,1 0 0 15,-2 0-12-15,-2 1 2 0,-2-1-5 0,1 0-4 0,-1 0-1 0,-1-2-7 16,-1 0-4-16,-1 1 4 0,-1-1-6 0,-2-1-3 0,-1 1-5 0,-3-2-4 15,-2-2-5-15,-2 1-3 0,-4-1-1 0,-1 0 4 0,-4 0 4 16,-2 0 10-16,-5 1 7 0,-3-3 3 0,-6 1 3 0,-6-1 9 0,-5 0-7 16,-5-2-2-16,-4 4 12 0,-6-1 0 0,-3 1 9 0,-4 1 14 0,-3 1-3 15,0 1 3-15,1 3 0 0,0 0-5 0,2 2-6 0,-2 2-9 16,-1 0-1-16,-3 2-4 0,0 1 3 0,-3 1 2 0,-3 2 0 0,0-1 2 16,-3 2-2-16,2 2 3 0,-3 1-9 0,-3 2-1 0,-1 1 0 15,-3 1-1-15,-3 1 8 0,1 1-1 0,-5 0-4 0,1 2 3 0,-3 0 0 16,-1 1 1-16,-2 0 1 0,-2 1-5 0,-1 0 1 0,-1-1 4 0,0 0-1 15,0 0-1-15,2 0-1 0,1-1-2 0,4 1 0 0,-1-1 7 16,0 0-1-16,-2-1 1 0,-3-2 0 0,-1 0-6 0,0-2 0 0,-2-1 2 16,1-1 8-16,1-1 3 0,-1 1-3 0,2-2 1 0,1-1-9 0,0 1 5 15,0-2-4-15,-2 1 4 0,0-1 2 0,-1-1 0 0,1 2 5 16,-1-1-4-16,0 0-4 0,-2 0-4 0,-3-1 1 0,-3 0-4 0,1 1 6 16,-1 1 1-16,-2 3 1 0,-1-1-4 0,-5 2-3 0,2 0 3 0,2 1-4 15,0 1 8-15,0 0-5 0,-1 0-1 0,-2 1 0 0,2 0-2 16,2 1 7-16,-1 0-1 0,-1 0 2 0,-1 1 4 0,2-1-5 0,-2 0-2 15,-2 0 1-15,2 0-1 0,-1 0 0 0,2-1 0 0,2 0 0 16,0 0 0-16,-2 0-1 0,-2 0 4 0,-4 1 0 0,0-1-1 0,-3 1 0 16,-5 0-1-16,0 0-2 0,-1 1 2 0,4-1 1 0,7 1-5 15,5 0 4-15,4-1-6 0,1-1 2 0,2 1 5 0,1-1-6 0,-3 1 1 16,-1 0 1-16,-2 1 2 0,-4 1-3 0,1 1 1 0,1 1 1 0,-3-1-4 16,-3 2 2-16,-5 0 1 0,-3 0-3 0,2 1 5 0,1-1 0 0,5 0-2 15,1 1 4-15,3 0-5 0,0 0 3 0,1 0 1 0,0 0 1 16,-2 0 1-16,0 0-1 0,4-2-2 0,3-1 0 0,3-1 2 0,1-1 3 15,-1-1 3-15,-3 0-5 0,0 0 0 0,-3-1 2 0,2 1-3 0,1-2 3 16,0 1 1-16,4-1-4 0,0 0 0 0,0 0 3 0,0-1-2 16,0 0 4-16,0 1-2 0,2 0-4 0,1 0-1 0,-3 0 5 15,-1 0 3-15,1 1 1 0,-1 0 1 0,2 0-9 0,1 1 1 0,0 0 8 16,1 1-3-16,-1-1 1 0,0 0-3 0,-1 1-8 0,-4 1 3 0,-6 0 3 16,-4 1 2-16,3-1 4 0,9-1-3 0,8-2-2 0,4 0-1 0,-3-1 2 15,-3 1 2-15,-2 1-4 0,-3 1 1 0,3-1-8 0,2 0 3 16,0-1 4-16,1 0-3 0,0 0 2 0,-3 1-2 0,1 0 0 0,0 0 0 15,-1 0-2-15,1 1 0 0,1-1 1 0,0 0 1 0,2 0 3 0,2 0-1 16,2-1-1-16,1-1 4 0,-2 1-1 0,1-1-1 0,0 1 1 16,1 0-1-16,3 0-1 0,0 0 8 0,1 2-3 0,-2 0-2 0,-1 1 0 15,-1 1-10-15,0 1 1 0,-3 1-1 0,-2 2 9 0,-3 1-1 16,0 2 2-16,0 0 2 0,4-1-9 0,1-1 4 0,1 2 0 0,0 0-1 16,0 2 4-16,-1 0 2 0,4 1-3 0,5-2-1 0,1 0-6 0,8 0 10 15,0-2-7-15,0 1 0 0,2 1 0 0,-1 0-11 0,-2 3 23 16,-3 2 0-16,-1 1-5 0,-1 0-3 0,1 1-10 0,2 0 0 0,2-4 7 15,6 0 1-15,0-1-5 0,2 1 4 0,0 0-2 0,1 1 1 0,1 0 5 16,-1 2 0-16,1-1 0 0,-1 2-3 0,2 2-7 0,-1-2 1 16,2 1 2-16,1 0 4 0,0-1 2 0,1 1-6 0,0 0 0 0,2 1-1 15,1 2-4-15,1 0 5 0,3-1 0 0,4-1 2 0,2-1 0 16,5 0 0-16,1-1-6 0,5 0 0 0,2-1 3 0,2 0-7 0,5 1 15 16,-1-1 0-16,1 2-3 0,4-1 1 0,0 0-6 0,4 1-2 0,2 0-1 15,-1-1 0-15,3-1-3 0,1 0 1 0,0 0-3 0,4-1 0 16,1 1 2-16,3 0-1 0,2-1 3 0,2 1 0 0,0-2-4 0,0-1 6 15,2-2-5-15,1 0 4 0,2 0 3 0,2-2-9 0,0 0 11 0,2-1-3 16,1-2 1-16,1 2 6 0,2-1-9 0,0 0-1 0,2 1 7 16,3-1-7-16,1 0 7 0,1-1 2 0,3 1-2 0,3-2 2 0,6 1-4 15,2-1 4-15,8-2-6 0,1 0 11 0,5-2-10 0,6 0 1 16,7-1 0-16,6 0-21 0,8 0-18 0,6 1-71 0,5 1-108 0,10 0-139 16,8 2-143-16,10 0-17 0,9 0-226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3:22:32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878 147 6769 0 0,'-82'2'1400'0'0,"-145"21"-1"0"0,172-13-1452 0 0,0 3 0 0 0,1 2 0 0 0,-80 32-1 0 0,120-39 217 0 0,0-1 0 0 0,0 2-1 0 0,1 0 1 0 0,0 1-1 0 0,1 0 1 0 0,0 1 0 0 0,0 0-1 0 0,2 1 1 0 0,-1 0 0 0 0,1 0-1 0 0,1 2 1 0 0,-9 15-1 0 0,-2 7 140 0 0,2 1 0 0 0,1 0-1 0 0,-18 63 1 0 0,31-84-293 0 0,-1 0-1 0 0,2 0 1 0 0,1 1-1 0 0,0-1 1 0 0,0 1-1 0 0,2-1 1 0 0,0 1 0 0 0,1 0-1 0 0,1-1 1 0 0,0 0-1 0 0,1 1 1 0 0,1-1-1 0 0,1 0 1 0 0,0-1 0 0 0,1 1-1 0 0,0-1 1 0 0,2 0-1 0 0,0 0 1 0 0,0-1 0 0 0,21 25-1 0 0,-10-15 21 0 0,0-1 0 0 0,2-1 0 0 0,1-1 0 0 0,1-1 0 0 0,1-1 0 0 0,38 23 0 0 0,-12-13 66 0 0,1-3 0 0 0,81 30 0 0 0,289 84 377 0 0,-213-75-264 0 0,278 58-40 0 0,-422-109-57 0 0,265 52 112 0 0,2-15 0 0 0,618 16 1 0 0,348-103 1132 0 0,-4-58-677 0 0,-1106 77-61 0 0,-1-8 1 0 0,351-95 0 0 0,-489 105-289 0 0,-1-3 0 0 0,79-40 0 0 0,-108 48-232 0 0,-1-1 0 0 0,0 0 0 0 0,0-1 0 0 0,-1-1 0 0 0,0 0 0 0 0,-2-1 0 0 0,1-1 0 0 0,-2-1 0 0 0,19-25 0 0 0,-27 31-43 0 0,0 1-1 0 0,0-1 1 0 0,0-1 0 0 0,-1 1 0 0 0,-1 0 0 0 0,0-1-1 0 0,0 0 1 0 0,-1 0 0 0 0,-1 0 0 0 0,0 0-1 0 0,0 0 1 0 0,-1-11 0 0 0,-2 6-37 0 0,0-1 0 0 0,-1 1-1 0 0,-1 1 1 0 0,0-1 0 0 0,-1 0 0 0 0,-1 1-1 0 0,-10-20 1 0 0,-7-5-69 0 0,-1 2-1 0 0,-2 2 1 0 0,-1 0 0 0 0,-63-62-1 0 0,25 36 60 0 0,-4 2 0 0 0,-2 3 0 0 0,-2 4 0 0 0,-3 2 0 0 0,-2 5-1 0 0,-1 2 1 0 0,-87-33 0 0 0,30 24 114 0 0,-3 6-1 0 0,-2 7 1 0 0,-232-38 0 0 0,230 59-32 0 0,0 7 0 0 0,-1 6 0 0 0,0 6 0 0 0,0 6 0 0 0,1 6 0 0 0,0 7 0 0 0,-194 51 0 0 0,-83 54 19 0 0,-192 112 69 0 0,405-147-179 0 0,-219 99 79 0 0,12 21 81 0 0,314-151-398 0 0,3 3 1 0 0,-127 107 0 0 0,195-142-92 0 0,0 1 0 0 0,-37 46 0 0 0,57-63-233 0 0,2 1 0 0 0,-1 0 1 0 0,1 0-1 0 0,1 0 0 0 0,0 1 0 0 0,1 0 0 0 0,0 0 0 0 0,0 1 0 0 0,2-1 0 0 0,-1 1 0 0 0,-1 18 0 0 0,5-23-447 0 0,0-1-1 0 0,0 0 0 0 0,1 1 1 0 0,0-1-1 0 0,1 0 0 0 0,-1 0 0 0 0,6 13 1 0 0,4 6-3789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1:10:15.4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10262 8489 1763 0,'-24'-7'101'0,"1"1"-93"0,-7-1-48 0,6 1-14 0,3 2 7 16,0 1 7-16,1-1-2 0,0 1-8 0,0-1-18 0,0 0-22 0,0 1-17 16,-4 0-14-16,0 0-1 0,0 0 8 0,-3 2 26 0,0-1 34 0,-1 0 28 15,0 1 27-15,-1-2 18 0,2 0 13 0,-2-1 6 0,2 0 3 16,-3 0-7-16,-1 1-2 0,-2-1-4 0,1 1-2 0,-2 1 2 0,3-1 1 16,-3 1-1-16,2 0 2 0,-3-1 0 0,1 1-4 0,-1 0 1 0,1 1-2 15,-1 1-3-15,-2-1-1 0,0 2-5 0,-1 1-5 0,2 1 0 16,-1 2 0-16,-2-1 3 0,0 1 1 0,-2 1-2 0,0 2-4 0,-1 1-7 15,0 3 0-15,-1 1-5 0,0 0 2 0,1 4 1 0,-1 2-3 16,-1 3 1-16,0 1 6 0,1 1 3 0,1 0 1 0,1 1-2 0,1 1-3 16,-1 0-6-16,1 4 1 0,1-1-2 0,1 2-4 0,2 1 0 0,0 2-6 15,1-1-5-15,0 1 4 0,2 1 1 0,0 0 1 16,1 4 1-16,0-1-2 0,0 1-1 0,1 1-2 0,1 0 11 0,3 0-1 0,0 2 0 16,1-3 3-16,3 1-5 0,0 1 1 0,1 0 4 0,0 1-2 0,1 1 14 15,3 1 0-15,1-1 3 0,2 3 5 0,2-3-2 0,1 2-4 16,2-1-1-16,1 2-3 0,2 0-3 0,2 0 3 0,1-1-3 0,1 1 2 15,2-1 0-15,2 0-2 0,2-1 3 0,0 0 3 0,2-2 0 0,2-2-2 16,2 2 4-16,1-2-6 0,2 0 6 0,2 0-1 0,2-1-1 16,3 0 1-16,0 0-1 0,4-4-1 0,1-1-4 0,2-2 2 0,1 0 1 15,0-2 2-15,3 1 1 0,1-4-10 0,4-1 1 0,1-1-3 16,2-1 3-16,2 0 4 0,0-1-5 0,3 0 1 0,2-3-3 0,1 1 2 16,2-2 3-16,2-1 0 0,2-2-1 0,0-1-1 0,2 0-1 0,-1-1 3 15,1-2-5-15,1 0 4 0,0-1-1 0,1 1 1 0,0-1 3 16,1-2 1-16,2 0-3 0,-1-1-3 0,1-2 3 0,1 0-3 0,-2-2 2 15,2 0 2-15,0-1 0 0,0 0-3 0,0 0 8 0,-1 0-3 0,2-1 1 16,0 0 2-16,-2 0-4 0,1 0-1 0,-1-1 1 0,0 2-2 16,-1-1-1-16,1 2-4 0,-2 0-1 0,1 0-2 0,-1 1 7 0,0 0-1 15,-1-1 1-15,-1 2 0 0,0-1-4 0,-3 0 3 0,2 0 1 0,-1-1-10 16,0 0 4-16,0-1 0 0,-1 0-1 0,-1-2 10 0,-1 0-3 16,1-1-2-16,-1 0-3 0,1-2 1 0,-2-1 2 0,0 1 0 0,-1-2-3 15,-2-2 2-15,1 0-10 0,-1-1 1 0,0-2 4 0,-2 0-4 16,1-1 6-16,-1 0 6 0,0-1-5 0,-1-1 3 0,0-2 3 0,1 0-5 15,-1-1 6-15,-2-1 0 0,0 1 3 0,-1-1 2 0,1 1-4 16,-3-1 4-16,2 0 0 0,-1 1-3 0,-1 0 5 0,0 0-1 0,-1-2-2 16,-1 0 2-16,0 2-3 0,-1-2 4 0,1 1-5 0,-1 0-2 0,1 1-1 15,-2-1-1-15,-1 0-4 0,1 2 11 0,0-1-6 0,0 1 3 0,1-2 6 16,-2 0-10-16,0 1-3 0,1-2 0 0,-2 1-2 0,1 0 4 16,0 1 2-16,-1-1-4 0,-1 1-2 0,1 0 4 0,-4 1-1 0,3-1 3 15,-1 0-2-15,0-1 1 0,-2 1 1 0,-1-1-4 0,-2 0 0 16,1 1 3-16,0-1 0 0,-2-1 1 0,1 1 3 0,-2 0-4 0,1 0 2 15,-1 1 0-15,-1-1-2 0,-1 2 1 0,0-1 1 0,-2-1 2 0,0 0 2 16,0 1 0-16,-2-2 2 0,0 1 2 0,1-1 0 0,-1 1-4 16,-3-1-2-16,2-2 4 0,-3 2-4 0,0-1 10 0,-1-1-1 0,0 0 0 15,0 0 1-15,-2-3-7 0,0 0-1 0,0 1 3 0,-1-3-3 0,0 2 2 16,0-1-1-16,-1-2-6 0,0 2 1 0,-1-3 2 0,0-1-4 16,-2-1 5-16,0 1 0 0,1-3-3 0,-1 1-2 0,0 3-5 0,-1-3 3 15,0 2-2-15,0-2 4 0,-1 0-2 0,0-1-6 0,-2 3 8 16,1-2-2-16,-1 1 4 0,0 0 6 0,-1-1-8 0,0-1 2 0,-1 2-1 15,0-1 1-15,-2 1 2 0,1 0 2 0,-1 0 5 0,-1-1-5 16,1-1 6-16,-3 0-1 0,1 0-1 0,-2 1 3 0,-2 1-1 0,1 0-3 16,-3-2 4-16,-1 1-4 0,-2-2 0 0,0 1-9 0,0 1 8 0,-3-1-3 15,1 0-1-15,-2 1 8 0,-1-2-8 0,-2 1 3 0,0 0-3 0,-3 1 1 16,-1 0-1-16,0 1 1 0,-4-1 1 0,1-1-4 0,-4 0 0 16,1 0 2-16,-3 1-1 0,-1 1-2 0,-1 2-5 0,-1-2-1 0,-1 2-1 15,-5-1-1-15,-1 1 1 0,-2-1-2 0,0 2 8 0,-3 0 2 16,1-1 0-16,-2 2 4 0,-2 0-4 0,-1-1 1 0,-2 4-1 0,-1-2-1 15,-2 3-3-15,-2-1 3 0,0 2-2 0,-2 1 2 0,-1 1-4 0,-2 1-1 16,-1 0 5-16,-2 1 2 0,1 3 2 0,1-2 4 0,1 2-1 16,-2 0 2-16,1 2 2 0,-1 2 2 0,1 0-1 0,2 1-1 0,0 1 4 15,1 1-7-15,-1 1-4 0,1 2 4 0,1 0-8 0,-2 2-1 0,1 1 1 16,-1 2-3-16,1 2 0 0,0 2-3 0,-1 2 1 0,-1 2-3 16,-2 2-2-16,1 4-1 0,1 2-4 0,-1-1-2 0,0 3-2 0,0 1-11 15,0 2-12-15,0 3-13 0,0 0-17 0,-1 4-13 0,2 0-26 16,2 3-30-16,-2 0-54 0,1 3-59 0,-1 1-110 0,-2 3-346 0</inkml:trace>
  <inkml:trace contextRef="#ctx0" brushRef="#br0" timeOffset="5624.43">9715 7856 1352 0,'-2'0'130'0,"0"-1"-76"16,0 1 21-16,1-1 27 0,1 0 29 0,0-1 12 0,2-1-33 0,2-1-27 15,0-1-26-15,2-2-14 0,-1 0 2 0,3-2-7 0,1-1 0 16,0-2 1-16,3-1-8 0,0-1 1 0,1-2 0 0,2-2 1 0,0 0-3 16,1-3-8-16,-1 1 14 0,2 0-1 0,0-2 3 0,0 1-2 0,-1-2-10 15,1 0-8-15,0 0 2 0,0 1-2 0,-2 0-4 0,2 2-1 16,-2-1-3-16,-1 2-1 0,0 0-3 0,1 1 1 0,-1-1-2 0,0 0-3 16,-2 1 1-16,0-1-1 0,-1 1 0 0,0 2-1 0,-1-1-1 0,-1 2-1 15,-1 2 1-15,0 1-9 0,0 3-9 0,-2 1-13 0,1 1-25 16,-3 2-39-16,0 0-43 0,-1 2-48 0,-1 1-62 0,-1 1-117 0,-1 0-179 15,0 1-301-15</inkml:trace>
  <inkml:trace contextRef="#ctx0" brushRef="#br0" timeOffset="5924.43">10038 7047 1276 0,'-1'-3'187'15,"0"0"-48"-15,0-2 19 0,1-1 4 0,1 1-7 0,2-2-21 0,1-1-27 16,2 0-25-16,2-1-7 0,1 1-8 0,2-1-3 0,0 1-8 16,0 0-11-16,1 0-5 0,1 0-12 0,1 2-7 0,1 0-1 0,0 3-2 15,2-1-5-15,0 2 1 0,1 1-4 0,1 0 0 0,1 2 0 0,-3 0 0 16,2 1-7-16,-2 0 1 0,0 1 1 0,-2 0-2 0,1 1 1 16,-1 1 1-16,-1 1-2 0,-1 0-1 0,0 0 3 0,1 1-2 0,-2-1 2 15,0 1 2-15,-1 0 2 0,0 0 1 0,0 1 2 0,-1 0-7 16,-1-1-3-16,0 1-4 0,-3-1 2 0,2 1 3 0,-2 1 1 0,0 0 13 15,-1 1-9-15,-1 1 1 0,-2 0-4 0,0 1-19 0,-2-1-6 16,-1 2-25-16,0 0-20 0,-1 1-30 0,0-1-34 0,-1-1-16 0,0-1-20 16,0-1-15-16,0-2-26 0,0-2-46 0,1-1-70 0,-1-2-84 0,1-1-286 15</inkml:trace>
  <inkml:trace contextRef="#ctx0" brushRef="#br0" timeOffset="6357.43">10728 6319 1690 0,'-3'0'146'0,"0"0"11"0,-2 2 15 0,0 0 6 0,1 1-5 16,1 0-33-16,1 2-35 0,0 1-19 0,0 2-13 0,0 1-7 16,1 2-3-16,-1 0-18 0,1 0-4 0,1 2-5 0,0 1-7 0,1 1 19 15,0-1-6-15,2 0 2 0,1 0-12 0,0-1-16 0,3 0-5 16,-1-2-3-16,1 1-3 0,1-2 6 0,1 0-5 0,1-2-6 0,0-1 7 15,0-1-3-15,3-3-1 0,0 1 6 0,2-2-5 0,-1-2-2 0,3-1 3 16,0 0-8-16,1-2 5 0,-1 0-1 0,1 1-1 0,-1-1 8 16,-1 0-10-16,0 1 0 0,0-1-2 0,-2 2 3 0,0 0 2 0,-1 0 7 15,0 0-1-15,-1 1-7 0,0 1 2 0,-1-1-4 0,-1 1 2 16,0 1 4-16,-2 0-4 0,1 0 0 0,-2 1 7 0,1-1 1 0,-1 1-1 16,-2-1 2-16,2 1-9 0,0 1 4 0,-1-1 1 0,-1 1-3 0,0 0 2 15,0 1-2-15,0 0 0 0,-1-1 3 0,0 2 1 0,0 0-1 16,-1 0-3-16,-1 0 0 0,0 0 4 0,-1 1-4 0,1 1 7 0,-1 0-5 15,0 1-2-15,0-1 5 0,-1 1-9 0,0 0 8 0,0 0 1 0,-1 0-3 16,0 2 4-16,0-2-3 0,0 0-3 0,-2-1 6 0,2-2-5 16,-2 1 3-16,0 0 0 0,-1-1-10 0,0-1 4 0,0 1-2 0,-1-2-2 15,-1 1 2-15,0-2 0 0,-2 0-3 0,1 0-5 0,-1-1-6 0,0-1-12 16,-2-2-13-16,-1 0-18 0,0-2-24 0,0-1-28 0,-1-1-27 16,-1-1-26-16,-1-2-33 0,0-2-38 0,0-1-56 0,3-1-70 15,-3-3-83-15,2-2-199 0,0-1 36 0</inkml:trace>
  <inkml:trace contextRef="#ctx0" brushRef="#br0" timeOffset="6507.63">10703 6305 983 0,'-5'-3'156'15,"0"0"2"-15,0-1 14 0,2-1-11 0,2 0-17 0,1-1-18 0,1 0-21 16,2-1-17-16,1-1-16 0,1 2-13 0,1-2-9 0,2 0-8 16,1-1-4-16,1-1-14 0,0 1-9 0,0-1-5 0,0 3-4 0,0-2-3 15,0 0-6-15,1 0-6 0,2-1-17 0,0 2-18 0,-1 0-22 0,3 1-40 16,0 0-47-16,2 0-59 0,0 0-71 0,2 1-72 0,-1 1-168 15,0 0 27-15</inkml:trace>
  <inkml:trace contextRef="#ctx0" brushRef="#br0" timeOffset="6758.63">11213 6129 705 0,'4'5'253'0,"-1"1"-85"16,2 3 28-16,0 0 24 0,-2-1-3 0,1-1-23 0,1 1-30 0,0 0-26 16,1-1-24-16,0 0-11 0,0 1-12 0,1-2-6 0,-1 0-8 15,2 0-13-15,0-2-16 0,1 1-6 0,0-1-6 0,0-1-6 0,0-1 9 16,0-1-10-16,1-1 0 0,0-1-1 0,0 0-2 0,0-1-5 15,-1-1-2-15,1 0-6 0,-2-1 1 0,0-1 5 0,1-1-3 0,0-2 2 16,-1 0-4-16,1-2-7 0,0 2 5 0,-2-3-5 0,1 0 1 0,-1 0 0 16,-1-1-6-16,0 0 7 0,-2-2 0 0,0 0-3 0,-1-1 1 15,0 1 0-15,-1 0 0 0,-2-1 2 0,0 2-3 0,-2 0-5 0,-2 4-2 16,-1 1-3-16,0 2 0 0,-3 1-5 0,0 1-1 0,-3 2-8 0,0 2 0 16,-1 0 2-16,1 1 0 0,-1 0 0 0,0 2 1 0,1 1 1 15,-1 0-2-15,0 2-1 0,-1 0-11 0,0 1-7 0,1 2-22 0,1 1-19 16,1 2-20-16,3 1-13 0,-1 0-11 0,2 0-9 0,0 2-19 15,2-1-28-15,1 0-68 0,2-2-115 0,-1-1-178 0,3 0-210 0</inkml:trace>
  <inkml:trace contextRef="#ctx0" brushRef="#br0" timeOffset="7674.63">11526 5304 926 0,'-4'10'424'0,"-1"2"-281"0,0 4 32 0,1-2 21 15,1 2 2-15,3 2-23 0,1 1-26 0,2 2-26 0,4 2-10 0,0 0-11 16,2 1-9-16,-1 1-7 0,2-1-10 0,-2 2-11 0,3 1-15 0,1 0-8 16,0 0-10-16,1-1-6 0,0-1-17 0,1-1-7 0,1 0-4 15,-1-2 7-15,1 1 11 0,-1-1 0 0,0-3-7 0,0 1-10 0,1-1-5 16,-1-2 3-16,0-1 1 0,1-2-2 0,-2 0 1 0,0-2-11 15,0-2-1-15,-1 0 1 0,-1-2-2 0,-1-1 6 0,-2-2-2 0,-1-2 6 16,0-1-1-16,-2-2 4 0,0 0 5 0,0-2-6 0,-2 0 4 0,1-2 2 16,-1-1-2-16,0 0 3 0,0-2 1 0,0 0-4 0,-2-1-2 15,2 0 4-15,0 0 1 0,-1 0 3 0,1 1 1 0,0 0 0 0,-1 2-6 16,0 1 5-16,1 1-3 0,0 0 1 0,0 2-1 0,-1 0-1 0,1 2 0 16,-1 0-2-16,1 2 1 0,1 0 1 0,0 2 4 0,0 0-1 15,0 2-3-15,-1 0-1 0,0 1 1 0,0 2-2 0,-1-1 2 0,1 2 0 16,-2 0-6-16,0-1 4 0,0 1 0 0,-1-1-3 0,0 1 3 15,0 2-2-15,0-1 0 0,-2-1 0 0,0 1-3 0,0-3 3 0,-1 0-1 16,1 1 1-16,-2-1 0 0,0-1-7 0,0 0 2 0,-1 0-8 0,1-3-5 16,-1 1 1-16,1-2-9 0,0-1-5 0,0 0-13 0,1-2-14 15,1-1-7-15,0-2-10 0,1 0-5 0,0-2-2 0,0-1-11 0,1-1 1 16,1-1 4-16,1-2-6 0,0-2 0 0,0-1-4 0,1 0-7 0,1 0 5 16,0-2 5-16,1-1 16 0,-1 0 17 0,1 1 22 0,0 2 18 15,0-1 11-15,0 1 8 0,1 1 4 0,0 0 9 0,0 3 8 0,-1-1 5 16,2 2 12-16,0 0 8 0,-1 2 9 0,1 0 18 0,-1 1 7 15,1 1 9-15,0 0 13 0,1 2-1 0,-2 0-2 0,2 1-3 0,0 2-7 16,-1-2-8-16,1 1-3 0,0 1-5 0,-1 0-7 0,1-1 1 0,-1 2-10 16,1-2-2-16,0 1-4 0,0 0-10 0,1 0-2 0,-1-1-7 15,1 0-2-15,-1-1-4 0,1 0 0 0,-1 0-8 0,0-1 3 0,0 0-2 16,0-1-7-16,0 1 1 0,0-1-1 0,-1 0 0 0,0-1-1 0,1-1 1 16,0 1-2-16,-1-2 0 0,0 1 6 0,-2-1-3 0,1 0 5 15,-2-1 1-15,0-2 2 0,-2 1-1 0,1-2 0 0,-2-1 8 0,1 0-11 16,-1 1 1-16,-1-2 3 0,0 1-4 0,-1-1-10 0,-1 1-4 15,0 0-5-15,-1 2-2 0,-2-1 11 0,-1 1 5 0,0 2 9 0,-1 1-17 16,-2 1 11-16,0 1 3 0,-1 1-15 0,1 0 11 0,-3 1-11 0,1 2-1 16,-1 0-12-16,1 1 14 0,-1 1-21 0,0 0 0 0,0 1 8 15,-1 1-9-15,2 2 16 0,1 1-5 0,1 0 3 0,1-1 7 0,1 2 4 16,1 0-1-16,0 0 7 0,2 0-14 0,2-1 1 0,1 0 1 0,1-2-10 16,0 0 0-16,2 1 0 0,0-1-7 0,1-1 2 0,1-1-2 15,0 0-7-15,2 0 2 0,1-1 0 0,0-1-1 0,0-1 3 0,3 0 2 16,1-2 2-16,1 0 4 0,0-1-2 0,-1-1 3 0,2 0 1 15,-1-1-4-15,0 0 11 0,0 0-3 0,0-1 4 0,-1 0 4 0,1 0-3 16,-1 1-1-16,-1-1 1 0,0 2 3 0,-2-3 0 0,0 1 6 0,0-1-3 16,0 0 3-16,0 0-1 0,-1 0 2 0,0 0-8 0,0 0-2 15,0 0-2-15,-2 0 4 0,2-1 9 0,0 1 3 0,0 0-1 0,0 2 5 16,0-1 0-16,-1 2-3 0,1 1 16 0,0 1-13 0,-2-1 14 0,2 1 2 16,0 1-5-16,-1-1 3 0,1 2-12 0,-1-1-11 0,0 1-6 15,0 0 2-15,-1 0-3 0,0 0 10 0,-1-1-2 0,1 0-4 0,0-1 3 16,0 0 11-16,0-1-3 0,-1 0 4 0,2-1-9 0,-1-1-9 15,1-1 7-15,0-2-5 0,0 1 4 0,0-2-1 0,-1 0-6 0,2-1-1 16,-1-1 1-16,0 0-6 0,-1-1-3 0,-1 1-10 0,0-1-11 0,0 0-11 16,-1-1-26-16,0 1-38 0,-2 0-56 0,0-1-78 0,-1 0-73 15,-2 0-109-15,0-1-174 0,-1 0-151 0</inkml:trace>
  <inkml:trace contextRef="#ctx0" brushRef="#br0" timeOffset="7857.68">12368 5048 1455 0,'-7'-6'103'15,"0"1"-8"-15,-1 0 19 0,0 5 17 0,2 3 0 0,0 2-6 0,2 3-9 16,1 2-20-16,0 3-12 0,3-1-3 0,0 2-4 0,2 2-2 0,1 3 3 16,3 3 3-16,1 2-8 0,2 2-16 0,0 1-7 0,2 2-7 15,3 1-7-15,0 0 1 0,3 0-11 0,1 1-8 0,2-2-4 0,0 0-9 16,0-3-3-16,1-2-4 0,-1-2-1 0,0-3-2 0,0-1-11 0,-1-1-16 16,0-4-26-16,0-1-43 0,-1-1-54 0,-2-3-62 0,-1-2-82 15,-2-1-140-15,1-3-201 0,-2 0-230 0</inkml:trace>
  <inkml:trace contextRef="#ctx0" brushRef="#br0" timeOffset="8024.68">12698 4907 1805 0,'-2'-12'192'0,"0"1"-97"0,0 0 29 0,1 7 24 16,2 5-1-16,1 2-15 0,0 3-27 0,1 4-26 0,1 3-18 15,2 3-9-15,0 5-8 0,3 3-6 0,1 4-5 0,1 4-4 0,1-1-17 16,2 4-10-16,0-2 5 0,1 1-9 0,1 1 9 0,0-1-3 15,-1 1-17-15,3-2-9 0,-1 1-35 0,-1-1-44 0,2 1-77 0,0-1-105 16,1 0-156-16,-2-2-370 0,2 0-66 0</inkml:trace>
  <inkml:trace contextRef="#ctx0" brushRef="#br0" timeOffset="8357.68">11804 7864 1924 0,'-6'14'86'0,"-2"3"-13"0,-2 3 8 0,3-2 26 0,2-3 22 15,1-1 6-15,2-4-26 0,2-1-29 0,1-2-16 0,2-2-15 0,1-1-3 16,2-2-3-16,2-2 0 0,1-3-4 0,2-1 1 0,4-2-11 0,1-3 2 16,3-1-1-16,0-4-4 0,3-3 6 0,2-2-2 0,0-1-7 15,3-2-3-15,-1-1 0 0,2 0-10 0,-1-2 5 0,1-1-4 0,1-2-4 16,1 0 0-16,-2 0-18 0,1 1-1 0,-1 1 10 0,-4 1-14 0,2 1 5 16,-3-1-23-16,1 1-51 0,0 1-47 0,-2 0-50 0,0 1-47 15,0 1-66-15,-1 0-107 0,0 0-214 0,-2 0-297 0</inkml:trace>
  <inkml:trace contextRef="#ctx0" brushRef="#br0" timeOffset="8624.68">12536 7078 1523 0,'-1'0'181'0,"2"1"-73"0,0 0-5 0,1 0 11 0,0-1 13 16,2 0-3-16,2 1-12 0,0-2-26 0,2 1-17 0,1-1-13 0,1-1-11 15,0 0-7-15,2 0-5 0,2-1-9 0,-1 1-4 0,0 1-5 16,0-1-9-16,2 1 1 0,1-1-5 0,0 2-2 0,-1 0-2 0,1 1 0 16,0 1-1-16,0-1 3 0,-1 0-2 0,0 1-1 0,-1 0 0 15,-2 0 0-15,-1 1-2 0,-2 0 1 0,1 0-1 0,-1-1 0 0,-1 1 2 16,-1 0-5-16,-1 0 5 0,-1 0-4 0,1 1 1 0,-2-1 1 0,0 0-3 16,1 1-2-16,-1 0-8 0,0 1-8 0,0 1-12 0,-1 1-13 15,0 0-20-15,-1 1-15 0,1 0-18 0,-1 1-22 0,-1 0-11 0,0-1-21 16,0 1-47-16,-1 0-56 0,0-1-68 0,0 1-77 0,1 1-123 0</inkml:trace>
  <inkml:trace contextRef="#ctx0" brushRef="#br0" timeOffset="9641.71">13074 6344 1477 0,'-7'0'189'0,"0"2"-73"0,-1 1 11 0,2 2 26 0,2-1 15 0,0 2-8 15,2 2-19-15,1 0-36 0,0 4-24 0,3 2 0 0,1 2-17 16,2 1-3-16,3 1-14 0,2 2-11 0,3 2 0 0,1-1-8 0,2 2 2 16,3 0-6-16,-1 2 1 0,4 1-8 0,2 0-3 0,-2 1-1 0,3-2-8 15,0 0 0-15,-1-2-3 0,0-3-2 0,-1 0 3 0,1-2-4 16,0-3 1-16,-2-1-2 0,1-1-2 0,-2-3 4 0,-2-1-3 0,1-4-2 16,-2-2-8-16,-1-2 3 0,0-2 4 0,0-1-1 0,-1-2 6 0,1-3-8 15,-1-2-2-15,-1-2 10 0,-2-1-6 0,-1-2 12 0,-1-1-5 16,-1-2 3-16,-1-3 4 0,-1-1-1 0,-1-3 6 0,-2-2-2 0,-1 0 3 15,-1-2 3-15,0 1-2 0,-2-1 7 0,-1 1-1 0,-2 0 1 0,-1 0 2 16,-3-1-5-16,0 1-1 0,-4 0-3 0,-2-1 10 0,-2 2-3 16,-2-2 5-16,-3 2 1 0,-3-1-14 0,-3 2 0 0,-2 0-4 0,-3 2 2 15,-1 2-5-15,-3 1-2 0,-3 1 3 0,0 2-9 0,-1 1 2 16,3 2 0-16,0 3-2 0,1 2 2 0,3 3 0 0,-1 4-3 0,5 4-5 16,0 3 5-16,3 5-5 0,3 5-3 0,0 3 2 0,3 3-2 0,3 3 0 15,2 3 4-15,2 2-6 0,2 2-4 0,2 1-5 0,3 1-17 16,2 2-5-16,2 0-16 0,2 2-23 0,3 0-22 0,1-1-48 0,3-2-41 15,1-2-44-15,2-2-56 0,2-3-98 0,4-3-160 0,1-2-300 0</inkml:trace>
  <inkml:trace contextRef="#ctx0" brushRef="#br0" timeOffset="9957.71">13829 6133 1261 0,'4'5'185'0,"1"2"-35"0,0 3-7 0,1 2 7 0,-1-1 0 16,1 3-19-16,2 0-27 0,0 2-26 0,2 2-27 0,1 0-10 16,0 0-10-16,1 1-6 0,0 0 0 0,0-1-14 0,2-2-9 0,0 0-4 15,-1-2-3-15,0-1 5 0,1 2 8 0,0-1-5 0,0-1-3 0,-1-2-1 16,-3-1 1-16,0-1 0 0,0-2-2 16,-2-1 2-16,-2-1-1 0,0-2-1 0,-2-1 2 0,-1-1 10 0,-2-1 7 0,-1-1 18 0,-2-1 5 15,0-1-1-15,-2-1-2 0,0-2-8 0,-2 0-2 0,-1-2-4 16,-1-1-3-16,-1 0-2 0,-1-2-2 0,0-1-1 0,-2-1-3 0,-1-1 2 15,1 2 7-15,-1-2 3 0,1-1 5 0,-1 0 2 0,-1-1-6 0,0-1-1 16,1-1-3-16,1 1-5 0,0 2-9 0,3 0-6 0,-1 2-2 16,3 1-8-16,2 2-7 0,1 3-4 0,3 0-8 0,1 1-1 0,0 1 0 15,1 0-10-15,-1 1-16 0,3 1-13 0,0 0-35 0,0 1-30 0,1 1-43 16,1 0-54-16,-1 1-52 0,1 0-40 0,1 0-39 0,0 1-47 16,1 0-167-16</inkml:trace>
  <inkml:trace contextRef="#ctx0" brushRef="#br0" timeOffset="10257.71">14100 6198 996 0,'5'2'294'0,"0"1"-104"0,1 1-21 0,-1-1 3 0,1-1-6 16,0-1-10-16,1-1-20 0,-1 0-25 0,2-1-18 0,0-1-13 0,1-1-5 15,-1 0-9-15,0-1-2 0,1 1-11 0,-1-1-5 0,1-2-1 0,-1 1-8 16,0 0 4-16,0-1-4 0,-2 0-4 0,1 0-2 0,-2-1-2 16,0 0-1-16,0-1-3 0,-2 1 3 0,1-3 0 0,-2 1-9 0,-1-1-1 15,0 1-7-15,-1 0-4 0,-1 1 1 0,-2-1-2 0,-1 0-7 0,-1-1 1 16,-1 1-2-16,-2 0-7 0,-1 1-6 0,0 1-1 0,-3 2-6 15,-2 0-1-15,0 0-9 0,0 2-2 0,-1 2-2 0,-1 0 6 0,0 1 5 16,2 1 6-16,-1 2 1 0,1 0 2 0,2 2 9 0,1 1-3 16,2 2 4-16,0 2 1 0,0 1-3 0,4 1 6 0,0 1 0 0,2-1-1 15,3 2 2-15,0-1-1 0,3 1-1 0,2-1 1 0,2-2-5 0,2 2 1 16,0-3-1-16,2 1-5 0,1-2-6 0,1-1-3 0,0-1-10 16,0-2 4-16,1 0-10 0,1-2-1 0,-1-2 5 0,0-2-12 0,0-1 3 15,0-2-7-15,1-1-11 0,0-1-1 0,-2-2-6 0,0-2-13 16,0-1-7-16,-1-2-16 0,0-1-8 0,-2-2-20 0,0-2-22 0,0-1-50 15,-2-2-77-15,0-1-95 0,-1-2-330 0</inkml:trace>
  <inkml:trace contextRef="#ctx0" brushRef="#br0" timeOffset="10574.89">14301 5501 1102 0,'-14'-24'285'16,"-1"-2"-56"-16,-6-7-9 0,3 5-28 16,2 4-14-16,1 3-21 0,1 4-21 0,4 3-24 0,0 2-19 0,1 5-11 0,0 1-7 0,3 4-6 15,0 3-17-15,2 2-2 0,3 3-5 0,0 2-1 0,2 5-1 0,0 2-4 16,3 4 2-16,2 4-9 0,1 3-1 0,4 1-4 0,1 4-8 15,1 0 3-15,3 2-2 0,2 0 0 0,2 2 2 0,2 1-2 0,1-1-10 16,0 0-7-16,1-3 8 0,-1 0-5 0,0-2 7 0,-1-1 2 16,0-2-19-16,-1-2 4 0,0-1-4 0,-1-1 2 0,0-3-3 0,-1-2-4 15,0 0-2-15,-3-1-10 0,0-1-1 0,-2-2-12 0,0 0-21 0,-2-2-10 16,1-2-15-16,-2-2-2 0,1-2 0 0,-1-2 3 0,-2-2 8 16,1-1 9-16,0-3 10 0,-1 0 15 0,0-3 13 0,-2-2 11 0,0-1 15 15,-1-2-2-15,0-1 6 0,1-2 1 0,-1 2-9 0,0-1 4 0,1 0-2 16,-1 2 4-16,0 0 1 0,1 1 0 0,-1 2-3 0,-1 0-2 15,2 2 1-15,-1 1-2 0,-1 2-2 0,1 0 1 0,0 2-6 0,-1 2 6 16,1 0-1-16,0 2-4 0,0 1-7 0,0 1-6 0,-1 1 1 0,1 1-2 16,-1 0 0-16,-1 0-6 0,1-1-6 0,-1-1-10 0,0 0-5 15,0-1-20-15,-1-1-28 0,0-1-46 0,-1-1-70 0,0-2-97 0,-1 0-126 16,-1-1-385-16</inkml:trace>
  <inkml:trace contextRef="#ctx0" brushRef="#br0" timeOffset="10726.89">14682 5641 1273 0,'-6'-10'362'0,"0"1"-281"0,1-1 24 0,1 4 3 16,2 2 8-16,0 2-16 0,2 2-27 0,0 1-20 0,1 2-20 0,0 1-10 15,2 0-5-15,0 1-8 0,0 2-8 0,1 0-5 0,1 2-12 0,1 0-6 16,1 1-2-16,0 1-8 0,0 0-3 0,1-1-15 0,0 0-15 16,0-2-27-16,-1-1-41 0,1-1-37 0,0-1-35 0,0-1-10 0,1-2 2 15,1 2 4-15,-1-1 0 0,0 0-14 0,0 0-133 0</inkml:trace>
  <inkml:trace contextRef="#ctx0" brushRef="#br0" timeOffset="11090.89">14988 5788 301 0,'10'0'110'0,"1"0"-14"0,3-1 2 0,-3-1-5 0,1 0 1 0,-2-2 0 15,1 0-1-15,-1-1 9 0,-1-1-6 0,0-3 5 0,-2-1-2 0,1-1-6 16,-2 0 8-16,0-2 1 0,0 1 2 0,-1-2 2 0,0-2-5 16,-1-1-5-16,0 1-1 0,-2-2 0 0,0 1-8 0,-2 2-4 0,0-2-7 15,-1 1-15-15,-2 1 0 0,-2 1 0 0,-1 0-2 0,-1-2-3 0,-1 2-9 16,-2 0-14-16,-2 2-9 0,0 1-4 0,-3 0-5 0,-2 2-8 15,1 1 2-15,1 2-8 0,-2 3-2 0,1 2 9 0,2 2-4 0,1 2-1 16,0 1 1-16,2 2-4 0,1 1 0 0,1 2 0 0,2 2 3 16,3 1 0-16,1 0 1 0,2 3-4 0,1 0-5 0,4 2-7 0,1 0-2 15,3 2-1-15,3 1 0 0,2 0 1 0,3 1-3 0,1 1-5 0,4-2 4 16,0 3-9-16,2-1-9 0,2-1 6 0,1 2-5 0,1 0-23 16,1 0-10-16,-2 1-8 0,0-1-3 0,-2 1 0 0,0-2-20 0,-2-1-29 15,1 0-20-15,-1-1-5 0,0-1 19 0,0 0 17 0,-2 2 25 0,-2-3 29 16,0 0 26-16,-2-1 31 0,-1-4 29 0,-3-2 20 0,1-1 19 15,-2-1 20-15,1-2 16 0,-3 0 26 0,-1-2 25 0,-1-2 18 0,-3-2 15 16,0-1 1-16,-1 0-6 0,-1-2-11 0,-1-1-17 0,-1-1-15 16,-1-2-21-16,-1 0-20 0,-1-1-18 0,-2-2-15 0,0 0-15 0,-4-1-14 15,-1-2-4-15,-3-2-11 0,-2-2-6 16,1 1-18-16,-3-3-14 0,-2 1-30 0,1 0-30 0,-1 2-38 0,1-1-61 0,-1 2-95 0,2 1-122 16,0 2-104-16,2 0-445 0,2 1 163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1:36:01.6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3858 6289 1069 0,'-1'-1'24'0,"0"2"-12"16,3 0-10-16,2 2-5 0,2 1 4 0,2-1 0 0,2 1 1 0,2-1-2 15,2 0-3-15,2 0 0 0,2 0-7 0,2 0-4 0,2-1 0 0,0 0-4 16,0 0 0-16,0 1-1 0,0-1 2 0,1 0 3 0,-1 0 5 15,3 0 2-15,1 0 3 0,-1-1 4 0,2 2-1 0,0-1 3 0,-1 0 0 16,1 2 2-16,0-1 2 0,1 1 4 0,-2 1 2 0,4 1 1 16,-2 0 1-16,1 1-2 0,1 1 2 0,0 1 3 0,1 1 4 0,3 1-3 15,0 0-2-15,0 0-1 0,1 0-4 0,-1 2 5 0,2 0 1 0,1 1 0 16,1-2 2-16,-1 1-6 0,1 0 1 0,1-1 2 0,0-2-1 16,2 1 4-16,2-3 1 0,-1 1 1 0,2-1 1 0,2-2 2 0,1 0 3 15,1-1-3-15,1-2 0 0,0 0-6 0,2-1-3 0,3 0-3 0,0-1-2 16,0 0 0-16,1-1 0 0,-1-1-1 0,3 1 0 0,-1 0 0 15,0 0 1-15,1 0 3 0,-2-1 0 0,3 2-1 0,-1-1-2 0,0 2 2 16,0-1-1-16,2 0 0 0,0 0 1 0,3-1 2 0,0 0-5 0,0 0-1 16,1 1 2-16,-1 0-4 0,1 0 1 0,2 0 1 0,0-1-6 15,1 1-1-15,2 0 3 0,1 1-4 0,0-2 7 0,2 0-1 0,0 0 0 16,-1 0-2-16,0-2-2 0,2 1 2 0,0 0-1 0,1-3 1 16,1 0 2-16,0-1 1 0,2 0 5 0,0 0 4 0,0-1-3 0,0 0-1 15,0 0 3-15,1 1-3 0,1-1 5 0,0 0 9 0,2 0 0 0,3-2-4 16,-2 0-5-16,1 0-5 0,1 1-2 0,-1 0 1 0,3-1-3 15,-1 1-3-15,-2 2-1 0,0-1-1 0,-1 1-1 0,0-1 1 0,1 1-3 16,1 0 6-16,0 1 1 0,0-1-3 0,0 1 5 0,1 1-5 0,1-1-1 16,-2 2-2-16,1-1 3 0,1 1 2 0,-2-1-2 0,3 0 1 15,-1 2-8-15,0 0 1 0,2 0 1 0,-3-1 5 0,4 1-5 0,-3 0 4 16,0 0-2-16,2 0-1 0,-3 0 4 0,3 0-2 0,-2-1-5 16,2 1 0-16,0 0 7 0,-1 0-7 0,3 1 11 0,-3-1-3 0,2 1-6 15,0-1 5-15,1 1 0 0,0-1-5 0,2 0 5 0,0 1 2 0,2-2-5 16,0 1 2-16,1-1-6 0,-1-1 8 0,0 1-4 0,0 0 2 15,1-1 3-15,0 0-9 0,2 1 0 0,-3-1 2 0,1 1-2 0,-1 0 3 16,-1 0 7-16,3 0 4 0,-2 1 0 0,2-1-4 0,-2 0 3 0,3-1-7 16,-2 1 6-16,3 1-1 0,0 0-3 0,-2 0 8 0,2-2-7 15,1 1 0-15,-1-2 2 0,1 1-5 0,0 1 6 0,1 0 0 0,-1 0-3 16,0 1 1-16,1-1-7 0,0 1 5 0,1 0 1 0,0 0 9 16,-2 0-6-16,1 1 4 0,1 0 1 0,1-1-14 0,0 0 12 0,2-2-5 15,0 1-2-15,1 0 2 0,0 0-1 0,-2 0-3 0,1-2 2 0,0 0-4 16,-2 1 1-16,3-1-4 0,-2 1 5 0,-1-1 2 0,2 0 1 15,1-1-6-15,-2-1 0 0,1 1-1 0,0 0-6 0,-3 0 9 0,2 0 1 16,0 1-3-16,-2-2-1 0,2 1 1 0,-3 0-5 0,0 0 8 0,0 2 2 16,-2-2-4-16,1 0 1 0,-2 0-5 0,0-1 4 0,1-1 2 15,-3 1 2-15,0-2-1 0,1 1-7 0,1-2 0 0,-1 2 0 0,-2-2-3 16,0 0 3-16,-3 0 5 0,2-1-1 0,-1 0 5 0,-3-1-1 16,1 0 1-16,-3-2-3 0,2 0 0 0,-2 0-2 0,0 0-1 0,0-2 0 15,-4-1 0-15,-1 0 5 0,-3 0 0 0,-4-1-2 0,1 0 1 0,-3 0-4 16,-1 1 2-16,-3 0 1 0,-3-2 2 0,-2 0 5 0,-2-2-5 15,-2-1-4-15,-3 0 6 0,-2-2-6 0,-1-1-2 0,-3 1 13 0,-2-2-6 16,-1 1 2-16,-5-4 6 0,-3-1-9 0,-2 1 2 0,-3-1 3 0,-1 1 2 16,-5-2-1-16,-1 1 2 0,-6-2-2 0,0-1 0 0,-4-2-1 15,-3-1-3-15,-1 0 3 0,-5-1-8 0,-3 1-2 0,-3-2-4 0,-3 0-5 16,-5-1 3-16,-3 0 9 0,-4-1-2 0,-3-2 4 0,-5 2-11 0,-4-1-12 16,-3 0 1-16,-5 1-2 0,-4-1 11 15,-4-3-1-15,-5 2-2 0,-3 0 5 0,-4 0-5 0,-4 2 3 0,-4 1-1 0,-3-2-7 0,-3 2 5 16,-5 2 1-16,-3-2-1 0,-5 1 9 0,-5-1-4 0,-2 1 2 15,-3 2 2-15,-2 0-3 0,-3 2 2 0,-2 0 2 0,-4 0-2 0,-4-2 0 16,-2 3 0-16,-1 1 1 0,-4 2-1 0,-1 0 2 0,-6 1-2 0,-1-1-5 16,-4 2 5-16,-1-1 4 0,-3 3 6 0,-4-2-1 0,-2 1 1 15,-4 1 2-15,-3-2-4 0,-5 4 3 0,-4-2-2 0,-1 1 5 0,-3 3 2 16,1-1-5-16,-3 1 1 0,1 0-9 0,-3 1 8 0,-2 1 1 0,-1-2-1 16,-2 1 3-16,-2 0-6 0,1 1-4 0,0 1 1 0,-2 2-4 15,2 2 2-15,-2 0 0 0,-1 0 0 0,-1 1-4 0,-1 1-7 0,-1-2 3 16,-3 2 2-16,-1-1 0 0,-2 0-1 0,0 1 4 0,1 1-12 15,-1-1 12-15,1 1-3 0,-1 1-2 0,-1 0 2 0,-1 1-3 0,-1-1 1 16,-1 0-6-16,2 0 10 0,0 1 7 0,0 1-3 0,1-1 3 0,-1 2-3 16,1-2-5-16,-1 0 4 0,0 0-4 0,0 1 4 0,1 0-4 15,1 2 5-15,1 0 0 0,1 2 0 0,0 0 1 0,-1-1 4 0,0 1 4 16,0 1-4-16,1 1 12 0,1 2-11 0,0 0 1 0,2 1 7 0,-2 0-8 16,2 2 4-16,-1 0-3 0,3 2 6 0,-1 0-5 0,2-1-2 15,1 3 3-15,1 0-3 0,4 2 1 0,0 1 0 0,0 1-4 0,2 1-3 16,0 0 4-16,3 4-3 0,3 1 2 0,1 1-1 0,4 1-1 0,2 2-4 15,1 1 2-15,3 1-1 0,2 3-3 0,3-2 2 0,1 2-3 16,3 1-2-16,3 3 5 0,2 0 0 0,5 1-3 0,0 0 1 0,4 0 1 16,3-1 0-16,2 3 8 0,5-1-1 0,3 3-2 0,2 2-2 15,5 1-10-15,2 1 6 0,2 1 4 0,3 2-1 0,4 1 8 0,2 1-9 16,4 2-2-16,5 3 2 0,2 0-1 0,3 1 1 0,6 2 0 0,4 1-5 16,3 1 2-16,2 2-8 0,4 1 12 0,4 1 7 0,4-1-8 15,3 1 4-15,1 2-10 0,6 0 1 0,2 0 2 0,6-1 0 0,4-2-4 16,3 0 0-16,2-1-11 0,5-1 14 0,3-2 2 0,4-2 1 0,3-1 11 15,4-4-14-15,4-2-4 0,3-4-7 0,5-1 0 0,4-3 5 16,1-4-8-16,3-1 3 0,3-2-1 0,2-1-7 0,4-1-9 0,5-2-30 16,2-1-50-16,3-1-82 0,3-4-124 0,3-2-215 0,5-3-115 15</inkml:trace>
  <inkml:trace contextRef="#ctx0" brushRef="#br0" timeOffset="833.25">3665 6699 1181 0,'-22'-17'64'0,"2"-3"-12"0,-5-4 21 15,6 4-4-15,7 2-1 0,1 1 1 0,3 2-12 0,1 1-9 16,2 1-6-16,2 0-13 0,2 0-8 0,3 1-6 0,1 1-6 0,4-2-1 15,1-1-3-15,4 0-1 0,2-1-2 0,4 0-4 0,3-1 8 16,4 0-9-16,3 2 2 0,3-4-1 0,4 0 4 0,3-2 6 0,5-2-2 16,5-2 1-16,5-2-10 0,5-2 3 0,3 0 3 0,4-1 0 0,3 0-1 15,2-2-3-15,5 3-2 0,4-3 2 0,1 1 1 0,4 0 3 16,1 0 2-16,2 3 0 0,4 2-5 0,-1 1-4 0,5 0-2 0,-2 2 0 16,4 0 1-16,-1 3 4 0,1 1 1 0,2 5-6 0,-1 0 2 0,3 2 0 15,1 2-1-15,0 2 9 0,3 2-1 0,-2 4-3 0,-4 5-2 16,1 3 1-16,-4 3 6 0,-1 4 1 0,-3 2 0 0,-1 2 1 0,-2 5-11 15,0 2 1-15,-2 0-1 0,-1 6-2 0,-3 0 3 0,-1 5-4 16,-3 3 5-16,-3 1-4 0,-5 3 0 0,-2 2 3 0,-4 1-4 0,-7 2-1 16,-5 0-7-16,-5 3 3 0,-5-2-1 0,-6 1 0 0,-2 1 9 0,-6-3-3 15,-4 3 1-15,-3-3-3 0,-6 1-3 0,-2 0-4 0,-5-1-2 16,-3 2 3-16,-5-1-4 0,-4 0-4 0,-5 0 1 0,-6 1 1 0,-6-1 8 16,-5 2 4-16,-9-1 1 0,-5-1-3 0,-4-1-4 0,-4-2 3 15,-3-3-2-15,0-4 8 0,-3-1 3 0,-3-3 3 0,-2-2 2 0,-4 1-1 16,-3-5-5-16,-3-1-2 0,-2-3 3 0,-1-4 3 0,-1-1 6 0,-2-2 7 15,-5-4-1-15,-2-1-1 0,-1-2 4 0,-3-2-4 0,1-3 6 16,-2-3 6-16,-1-3 4 0,1-3 16 0,-2-2 3 0,3-3 9 0,-2-2 10 16,2-2-7-16,2-2 3 0,-1 1-12 0,1-4 1 0,-1-1-2 0,2 2 6 15,4-3 7-15,0-1-7 0,3 1 1 0,2-2-16 0,1 0-3 16,4 1-1-16,0-1 2 0,2 0 2 0,1 1 0 0,4-2-3 0,0 0-9 16,3 2-1-16,2-1-4 0,2 0-6 0,2 1-2 0,4-3-7 15,3 1-2-15,0 2 0 0,3-2-5 0,2 2-4 0,1 0-7 0,2 2-7 16,1 0-6-16,1 2-11 0,4 1-11 0,0 0-16 0,4 2-52 0,1 1-57 15,0 2-76-15,2 1-114 0,1 3-232 0,-1 1-102 0</inkml:trace>
  <inkml:trace contextRef="#ctx0" brushRef="#br0" timeOffset="37951.75">4662 9207 1378 0,'9'-1'45'0,"3"1"-15"0,5 1-8 0,2 0-8 0,0 1-3 0,5-2-2 15,3-1-8-15,4-1 0 0,1-1-11 0,3-1-12 0,3-1-11 0,2 1-12 16,0 0-7-16,4-2 0 0,1 0-3 0,4-2 5 0,1 0 5 16,1-1 11-16,1-2 15 0,1 0 10 0,1 1 9 0,1-3 8 0,1-1-4 15,0 0 3-15,2 1 4 0,1-1-1 0,0 2 9 0,4 1 5 0,1-1-1 16,1 1 3-16,3 0-6 0,-3 1-1 0,2 2-9 0,1 1-5 16,3 2 5-16,-1 1-1 0,4 0 4 0,1 1-3 0,2 0-6 0,4 0 5 15,0 2-3-15,2-2 1 0,2 1 8 0,1 0-6 0,3 2 5 0,0 0-5 16,2 2 1-16,0 1-2 0,1-1 2 0,0 2 8 0,1 1-4 15,1 1-3-15,2 2 3 0,0 1 0 0,2 0-6 0,-2 1 5 0,0 0-8 16,0 0 2-16,0 0 6 0,1-1 1 0,1 0 12 0,0-1 3 16,-2-1-3-16,1 1 1 0,0 0-8 0,0 0-2 0,2 1-1 0,-3-2-1 15,2 1 0-15,0-1 1 0,-1 0 0 0,1-1 1 0,-1 0-3 0,1 0-4 16,-1-1 0-16,-2 1 1 0,1-1 0 0,-2 0-1 0,0 0 2 16,-1 0-1-16,-2-1 0 0,-2 1 4 0,0-2-5 0,-3 1 2 0,1-1 2 15,-2-1-1-15,1 0 4 0,-1 0-9 0,-3 0-1 0,0 0-1 16,-2 0-2-16,-3-1 2 0,3 1-1 0,-4 0 2 0,1 0-4 0,-3 0-3 15,-1 1-1-15,0 0-1 0,-3-1 1 0,-3 0 4 0,0 0-3 0,-2 0 0 16,-2 1 2-16,2-1 0 0,-3-1 5 0,-2-1 0 0,0-1 1 16,-3-2 8-16,-2-3-2 0,-3-1 6 0,-2-4 3 0,0-1 0 0,-2-1 0 15,0-4-1-15,-1-1-3 0,-2-2-2 0,-3-1 0 0,1-1-3 0,-3 0-2 16,-2-2-1-16,-1-2-4 0,-4 1 1 0,-1-3-2 0,-4 1-6 16,0-2-2-16,-5 1 4 0,-1 0 4 0,-2-1 6 0,-5-1 0 0,-1 1-3 15,-3 0-3-15,-2 1 1 0,-4-2-1 0,-2 2-4 0,-3-2-4 16,-3-1-2-16,-3 0-7 0,-4 0-4 0,-3-1-1 0,-2 2-2 0,-3 0 0 15,-6 0 4-15,-1 0 4 0,-4-1-3 0,-2 0 2 0,-4 2 0 0,-4-1 6 16,-3 0 5-16,-4 2 0 0,-2-1 0 0,-1 1-4 0,-5-1 2 16,-1 2-2-16,-4-1 4 0,-1 3 1 0,-4-1-6 0,-1 2 6 0,-3 1 1 15,-4 0-4-15,-3 0 2 0,-4 1-3 0,-3 1-6 0,-3 2 2 0,-2 1 1 16,-4 0 3-16,-3 1 3 0,-2 1 0 0,-2 1 2 0,-2-1-2 16,-2 1-5-16,-4 0 5 0,0 1 0 0,-4-1 0 0,-4 1 2 0,2 1-8 15,-2-1 3-15,-2 1 5 0,1 2 9 0,-4 0 8 0,1 3-6 0,-2-2 1 16,-2 0-11-16,0 0-3 0,-4 1 2 0,1 0 6 0,0 1 1 15,-1-1 4-15,2 0 0 0,-4 0 1 0,2 0 1 0,-1 1-3 0,-2 0 1 16,0 1 1-16,-2 1-4 0,0 0 8 0,0 1-4 0,-1 1 1 16,0 1 2-16,-2 1-5 0,1 1 7 0,1 1 5 0,0 2-2 0,1 1 0 15,0 1-3-15,0 2-13 0,0 2 3 0,-3 0-1 0,1 4-5 0,-1 2 2 16,-1 2-5-16,3 2 5 0,-2 3-7 0,0 5-4 0,3 1 1 16,1 5-7-16,1 2 10 0,3 4 5 0,0 2-4 0,3 3-6 0,2 4-8 15,3 3 4-15,2 2-11 0,0 2-18 0,2-1-26 0,3 3-59 16,2 0-64-16,-1 4-82 0,3 2-117 0,0 1-498 0</inkml:trace>
  <inkml:trace contextRef="#ctx0" brushRef="#br0" timeOffset="57440.74">5002 10877 890 0,'0'-3'3'0,"3"-1"7"0,6-1 6 0,6-2 11 0,7 0 24 0,8-2 13 0,3-1 5 0,6-2 4 0,2 0-19 15,3 0-10-15,2 0-5 0,4 1-12 0,2-2-7 0,4-1-16 0,3 0-6 16,1 1-9-16,3 2 0 0,1 0-1 0,2 1-3 0,3-1 5 0,-1-1-3 15,3 1 3-15,1-1 1 0,1 0-6 0,1 1 2 0,0 0 2 16,0 1 3-16,1 1 6 0,0 1 1 0,0 0 0 0,0 0 0 0,0 0-4 16,1 0 3-16,-1 0 2 0,-1 1 1 0,2 0 4 0,1 0-1 0,0 0 3 15,1 1-1-15,1-1 2 0,2 0 1 0,0-1-3 0,0-1-3 16,4 1 6-16,-2-2 3 0,2 0 4 0,1 1 4 0,-3 0-2 0,1-1 4 16,-3 1 6-16,2-2 12 0,-1-1 5 0,0 0 1 0,0-1 0 15,-1 1-6-15,-2 1-1 0,0-2-1 0,0-1-1 0,-1 0 0 0,1 1-2 16,-1-2-7-16,-1 2-6 0,-2-1-3 0,0 1-2 0,-1 1 2 15,-1-1-14-15,-2 0-3 0,-1 1-4 0,-2 1 4 0,-2 2 6 0,0-2 7 16,-2 0-1-16,-2-1-7 0,1-2 0 0,-3 1-2 0,-2-1 2 0,-1-1 3 16,-4 0 3-16,2 0-1 0,-4-2 5 0,-2 0 5 0,-1-1 2 15,-3 0 6-15,1-3 5 0,-1-2 1 0,-3 0-5 0,-2-1-3 0,-4-1-3 16,-3-1 1-16,-1-2 2 0,-4 2-1 0,-3-1 2 0,-1 1 3 0,-6-2 7 16,-1 1 1-16,-3-2-4 0,-2 0-1 0,-4-1-9 0,-1 1 7 15,-3-4-2-15,-2 2-9 0,-3-2 14 0,-4 0-10 0,-2-1-5 0,-2 1 2 16,-4-1-1-16,-2 1-4 0,-4-2 2 0,-2-1-3 0,-3 0-7 0,-4-2 0 15,-3 3-7-15,-3-1-3 0,-5 1-5 0,-2-1-5 0,-5 0-13 16,-4 1 3-16,-5 1 2 0,-4 1 3 0,-3 2 11 0,-3 0-7 0,-3 0-6 16,-4 3-1-16,-4 0-5 0,-4 2 1 0,-2 1 5 0,-4 1 0 0,-2-1 7 15,-4 0 5-15,-2 1 4 0,-2-1 2 0,-1 2 2 0,-1 2-1 16,-2 0 1-16,-1 2 0 0,-2 0-1 0,0 0 1 0,0 2-1 0,-2 1-2 16,0 1 2-16,0 1-2 0,-1 1 0 0,-2 3 0 0,-1 0-2 15,0 2-5-15,-3 3-2 0,-2 1-2 0,-1 2 3 0,-4 3 3 0,1 1 8 16,-3 2 2-16,2 2-5 0,-1 2 0 0,-1 2-7 0,1 2 1 0,-3 1-7 15,2 2 0-15,1 1 1 0,-2 1 5 0,2 4 9 0,-2 3 3 16,1 2-2-16,2 3-8 0,-1 4 10 0,1 3-2 0,2 1 2 0,1 1 1 16,3 1-9-16,1 2-2 0,-1 2 5 0,3 5-1 0,3-1 2 15,1 3 6-15,3 1-7 0,1 3-39 0,-1 6-5 0,-1 6-6 0,-1 3 1 16,0 1 37-16,5-2 4 0,5-4 6 0,5-3 9 0,6 2-1 0,5-1-2 16,5-2-2-16,6 1-7 0,2 0-2 0,5-3-15 0,7-3-22 0,3-1-44 15,10-1-61-15,4 2-68 0,2 1-101 0,5 4-110 0,1 4-341 16</inkml:trace>
  <inkml:trace contextRef="#ctx0" brushRef="#br0" timeOffset="136692.74">4233 10510 1629 0,'-22'-5'40'15,"-2"1"-34"-15,-2-1-6 0,5 2 0 0,5 2 3 0,2 0 5 0,-1 0-7 16,0 1-7-16,0 0-17 0,2 1-26 0,-2 1-17 0,0 1-12 15,-2 3 7-15,-1 1 14 0,-2 2 15 0,-1 1 8 0,2-1 11 0,-1 1 10 16,1 1 6-16,0-2 11 0,-1 1 1 0,-1-1 5 0,1-1 3 0,0 3 4 16,-1 0 2-16,2 0 3 0,-3 1 2 0,0 0-1 0,2 0 6 15,-3 1 0-15,0 1 3 0,1 1-4 0,-2-1-9 0,1 3-6 0,1-1-8 16,-1 2-4-16,2 0-1 0,0 2-2 0,3 2 0 0,-1 0 2 16,1 1 3-16,-1 1 1 0,-2-1-2 0,2 0 3 0,-2 1 1 0,0 0-1 15,3 1 3-15,-1 0-4 0,2 1 0 0,2-1-2 0,-2 2 0 0,0-3 4 16,0 2-5-16,1 0 1 0,-1 0 2 0,1 3-3 0,1-2-2 15,1 3-1-15,-2-2 2 0,1 1-3 0,0 0 4 0,1 0 7 0,0-1-3 16,0 3 3-16,1-2 4 0,2-1-4 0,1-1-1 0,0-1 1 0,2 0-1 16,1 0 0-16,0 1 0 0,1-1-1 0,1 0-4 0,2 0 5 15,1-2-1-15,0 1-1 0,2 0 4 0,-1 1-1 0,2 0-7 0,0 2 4 16,1 0 2-16,2-1-3 0,0 1-1 0,2-1-4 0,0 2-1 0,2 0 3 16,1 2 4-16,0 0 5 0,2 0-7 0,-1-2-6 0,1 3 0 15,1-2-4-15,1 2 6 0,0 0 3 0,0-1-3 0,2-1 0 0,0-1-3 16,0-1 0-16,1 2 4 0,3-2-1 0,0 1-3 0,0-1-3 15,1 0 2-15,2-1-4 0,-2-2 7 0,3 1 6 0,3-1 0 0,1 1 8 16,3-1 1-16,-1 2 1 0,2-2-2 0,-2-1-4 0,3-1 0 0,0-2-6 16,2 1 6-16,1 0-3 0,2 1 3 0,2 1 3 0,-1-1-3 15,3 0 4-15,1 1-7 0,0-1 3 0,1 0 1 0,4 2-3 0,-2-1 3 16,2 1-4-16,1 0-5 0,1 2 7 0,0 0-6 0,2-1-2 0,1 1 4 16,1 0 1-16,0 0-2 0,0 2 9 0,3 0-4 0,0 0 0 15,1 1 2-15,-1-1 2 0,0 1 4 0,-1 0-7 0,3 1 2 0,0 1-3 16,0 0-2-16,2-2 2 0,-1-1-3 0,2-2-2 0,1 1 0 15,2-1 4-15,0 0 1 0,2-1 1 0,-1-1-1 0,2 1 0 0,1-4-7 16,2-1 4-16,0 0 5 0,1-1 2 0,1 1 4 0,-1 1 0 0,2-2-4 16,-1 2-3-16,2-2 5 0,1 0-1 0,2 0 6 0,0 0 5 15,0-1 0-15,2 2 4 0,-1 0-4 0,0-1-7 0,0 1 8 0,1 0-6 16,0-2 9-16,1 1 7 0,1 0-2 0,1-1 3 0,0 0-6 0,2-1-3 16,-2 0-1-16,3-2 2 0,-1 0-2 0,1-1-2 0,1-1 1 15,-1-1 0-15,3-1-2 0,0 1-4 0,-1-1-2 0,2-1 0 0,0-1 0 16,3-1 0-16,0 0-3 0,1-1-8 0,-1-2-3 0,2 1-2 15,-2-1 6-15,1 0 19 0,-1 0 4 0,1-3 6 0,1 0-2 0,0 0-13 16,0 0-1-16,1 0-2 0,0-1-2 0,-1-1 0 0,1 1-5 0,-3-1-3 16,3 1-4-16,-2 0-4 0,3-1-4 0,-1 2 5 0,1-1 0 15,2 1 6-15,-3 1-19 0,2 0-2 0,-2 0 3 0,2 1 0 0,-2 0 19 16,0 0-2-16,3 0-7 0,-2-1-3 0,0 0-2 0,-3 0 2 0,1 0 9 16,-2-1-4-16,1-1 0 0,0 1-5 0,1-1-4 0,-2 0 6 15,2-1 0-15,0 0 3 0,-1-1 0 0,1 1 3 0,-2-2-8 0,-1 0-2 16,-3 0 7-16,2 0-10 0,-1 0 8 0,1-1 7 0,0-1-6 0,-2-1-6 15,0 0-1-15,-2-1 1 0,0-1 0 0,-1 0 9 0,0 0-4 16,1-2 1-16,-1-1-3 0,0-1-2 0,-1-1 4 0,1-1-9 0,1 0 6 16,-2-1 1-16,2-3 4 0,-1 0 7 0,0-1-4 0,0-3 1 15,-4 0-8-15,1 0 6 0,-3-2-2 0,-1 0-2 0,-1 0-3 0,-1-1 2 16,-2 0 3-16,-1 0 5 0,-2-2-3 0,-2 0 3 0,1-4-4 0,-2 1-4 16,0-2 1-16,-1 2 2 0,-2-2-1 0,-1 0 9 0,-1-1-2 15,-2-1-6-15,-2-2 4 0,-2 3-6 0,-2-3 7 0,-1 2-2 0,-2-2 2 16,-3 0 0-16,-2 0-3 0,-3 1 5 0,-4 0-1 0,-1 1-1 0,-2-1 12 15,-3-1-2-15,-2 0 0 0,-3-2 2 0,-1 2-1 0,-3-1-3 16,-2 2 2-16,-1-2-3 0,-4 0-3 0,-2-1-23 0,-2 0 14 0,-2-1 4 16,-2-1-6-16,-3 0 17 0,-1-2-16 0,-1-2-4 0,-3-1 3 15,-2-2 4-15,-2-1-2 0,-2-3-2 0,-3 3 2 0,0 0-2 0,-4 0 2 16,-1-1-17-16,-3 0 3 0,-3-2 4 0,-1-1-5 0,-4 1 17 0,-1-2-14 16,-3 2-2-16,-2-2 4 0,-2-2 0 0,-2 1 4 0,-4-2-6 15,-1 1 3-15,-5-2 1 0,1 3-4 0,-4-1 2 0,-2-1 5 0,-3 1-1 16,-3-1-4-16,-2 0-3 0,-2 1-1 0,-3-1 0 0,-3 3 5 0,-1-1-2 15,-2 2 1-15,-2 1 5 0,-4 1 2 0,-2-1 1 0,-2 1-6 16,-2 2-2-16,-2 0-3 0,-5 1 0 0,-1 1 4 0,-4-1-4 0,-1 2 5 16,-2 0 0-16,0 3-2 0,-2 2 4 0,-2-1-2 0,-3 3 1 0,-2-3 4 15,0 3 2-15,0 1 4 0,-2-1-2 0,0 3 4 0,-3-1-6 16,0 1-1-16,-1 1 4 0,-1 3-1 0,-1-1 4 0,-3 1-5 0,-3 0 0 16,0 0 2-16,0 1-2 0,0 2 8 0,2 0-4 0,-2 3 1 15,0 2 5-15,2-1-4 0,-1 2 4 0,-2 0-4 0,-1 1 2 0,-3 0 1 16,-1 2-6-16,-1 0 3 0,-2 1-25 0,-8 2-18 0,-8 2 0 0,-10 2 2 15,-1 3 27-15,5 2 19 0,9 2 15 0,11 1-9 0,5 0 18 16,1 0-2-16,-3-1-15 0,-6 0 3 0,-2-1-18 0,1 0 5 0,8 0 2 16,7 0 1-16,2 1-1 0,0-1 0 0,-1-1 0 0,-2 1-7 0,2-1 4 15,-2 1-2-15,1 1 0 0,2 0-3 0,-1 3 6 0,0 0-2 16,1 2-1-16,-1 2 7 0,0 2-15 0,1 2 4 0,1 1 3 0,0 2-9 16,0 3 3-16,1 3 4 0,-1 4-16 0,-1 4 16 0,0 6-15 15,-2 3-38-15,-1 5-11 0,-3 8-40 0,2 5-22 0,-2 5-20 0,3 6-39 16,-1 6-52-16,1 4-49 0,-1 9-77 0,-2 8-299 0</inkml:trace>
  <inkml:trace contextRef="#ctx0" brushRef="#br0" timeOffset="148730.19">3497 13928 1434 0,'-22'0'178'0,"0"1"-107"0,-3-1-49 15,3 0-7-15,4 0 3 0,2 0 15 0,-3 1-2 0,1 0-3 0,1 0-14 16,-2 0-22-16,2 0-3 0,0 1-14 0,1 2-1 0,0 0-6 16,0 2-7-16,1-1 4 0,1 2 1 0,-1 1 1 0,1 0 2 0,0 0 3 15,1 1 3-15,-1 1 14 0,0 0 5 0,1 1 6 0,1 0 5 16,-1 1-5-16,0 1 7 0,0 0 4 0,0 0 0 0,2 2 9 0,-2-1 1 15,1 1-1-15,0-1 1 0,0 1-7 0,3 0-3 0,-1 0-2 0,3-1-1 16,0 2-3-16,1 0-1 0,3 0-3 0,0-2 0 0,2 1 1 16,1 0 2-16,1 0-1 0,1-2 1 0,2 1-4 0,1-1 1 0,1 0 2 15,2 0-3-15,1-1 3 0,1 2-7 0,3 1 5 0,0 0-2 0,2 0 3 16,0 1-2-16,2 0-6 0,2 0 5 0,2-1-3 0,1 2 5 16,2-1-5-16,0-1 4 0,2-1 0 0,2 0-1 0,1 1 7 0,2 0-6 15,2-3-6-15,1 2 1 0,3-2-3 0,0-1 3 0,1 0 5 0,1-1-2 16,3 1-4-16,3 0 5 0,0-1-3 0,3 0 2 0,0 0-1 15,3-3 0-15,1 1-1 0,1 0 1 0,1 0 1 0,2-1-2 0,3 1 1 16,0-1 3-16,2-1-3 0,1 1 5 0,0-3-1 0,3 2 1 16,0 0 3-16,1-1-3 0,3-1 2 0,-2 1 4 0,4-1 3 0,0 1 3 15,0 1 1-15,2-2 2 0,0 0 1 0,0 0 4 0,2 1 0 0,0 1 2 16,0 0-5-16,0 1-2 0,2-2 4 0,0 0-7 0,2 0 5 0,-1 0-9 16,2 0 3-16,1-2-3 0,-2 1-5 0,3-1 1 0,-1-1-4 15,1 0-2-15,0-1 4 0,0-1-1 0,0 0-5 0,0-1 4 0,1-1-1 16,-2 0 0-16,0 0 3 0,-1 0-4 0,-1-1-1 0,0 0 2 15,1 0-1-15,-2-1 2 0,1-1 1 0,2 1-2 0,-3-1-1 0,0-2 3 16,-1 2 1-16,-2-2-1 0,1 2-1 0,-2-1-2 0,0-1 0 0,1 1 2 16,-3 0-1-16,0 1-2 0,-1-1-3 0,-1 0 1 0,-2 1 1 15,1-1 4-15,-2 1-2 0,0 0-2 0,0-2 1 0,-2 0 4 0,-1 0-2 16,-2 0-2-16,0-1-1 0,-3 0 2 0,-1-2-1 0,1 1 5 16,-3-3 0-16,-1-1-2 0,1-2 5 0,-4 0-6 0,0 1 3 0,-1-3-2 15,-2-1-1-15,-3 1 5 0,-1-3-9 0,-3 1 8 0,0 0 5 0,-3 0-3 16,-2-1 6-16,0-2-5 0,-4 1-1 0,0-2 4 0,-3 1 2 15,-4-1 1-15,-2 0 0 0,-2 2 2 0,-1-2 4 0,-3 0 4 0,-2 1 2 16,-2-2 1-16,-4 1 8 0,-1-2 3 0,-2 0 10 0,-3 2 2 16,-2 0 3-16,-2 1 0 0,-3-1-8 0,-1 0 0 0,-4 0-7 0,0-2-4 15,-5 1-8-15,-3 1-9 0,-2-2-12 0,-6 2 6 0,0-2-2 0,-4 1-8 16,-1 0 2-16,-4-1-12 0,-5 1-4 0,-1-2 1 0,-3 1-4 0,-2 2 5 16,-4-2-5-16,-1 1 0 0,-2-2 7 0,-3 0-6 0,-2 0 4 15,-2 0 5-15,-1 2-5 0,-4-1 1 0,-1 1-4 0,-3 1-5 0,-2 0 2 16,-1 2 3-16,-2-1-3 0,-2 0 5 0,-4 3-5 0,-4-1-16 15,-3 0 3-15,-5 1-14 0,-3 0 11 0,0 1 15 0,0 4 8 0,-1 3 19 16,-1 0-2-16,-1 4 2 0,0 0 2 0,-3 3 2 0,2 2 1 0,-2 0 5 16,-3 3 2-16,3 1 2 0,-2 2 5 0,1 1 0 0,0 1 6 15,0 2 0-15,-2 2-7 0,-1 0-4 0,2 2-2 0,-2 2 1 0,1 2 7 16,2 1 2-16,-3 3-12 0,-1 3-9 0,-2 3-9 0,-4 4-5 0,-2 2-1 16,0 4 8-16,2 2 10 0,2 2 5 0,1 3 5 0,2 2-2 15,0 1-5-15,0 1 1 0,1 3-4 0,0-1 0 0,3 2-4 0,0 1-8 16,2 0 4-16,2 1-3 0,1 0-5 0,2-1-1 0,2-1-7 0,3 0-11 15,2-2-12-15,3-1-24 0,3 0-25 0,2-2-39 0,2-1-80 16,3 0-234-16,-3 4-725 0</inkml:trace>
  <inkml:trace contextRef="#ctx0" brushRef="#br0" timeOffset="174477.69">9454 14590 1066 0,'-1'-7'182'0,"-1"0"-125"0,1-3-31 0,2 3-16 0,2-1-6 0,2 2-1 15,2 1-3-15,2 1-1 0,2 0 1 0,2 1-1 0,2 1-7 0,1 0-1 16,-1 1 3-16,2 2-1 0,3 1 1 0,3-1-1 0,2 3-2 16,2-2 0-16,0 2 2 0,4 0 5 0,-1 0-3 0,3 1 3 0,1 0-4 15,2-1 2-15,2 0 4 0,1-1-1 0,3 1 1 0,1-1 1 16,1 0-2-16,1 0 0 0,4-1-3 0,1 1 4 0,2-1-3 0,0 0 1 15,1 0 2-15,1 0-9 0,1 1 2 0,4 0-7 0,2 1-7 0,3 1-19 16,3 0-37-16,1 0-54 0,4 0-73 0,3 2-326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1:40:56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12523 7201 97 0,'-1'-1'64'0,"1"1"-29"0,-1 1-23 0,3 1-10 15,0 0-1-15,1 1 1 0,1 1 0 0,-1 0 2 0,1 2-3 16,-1 0-2-16,0 1-3 0,-1 0-3 0,1 1 2 0,0 0-1 0,0-1 0 15,1 0 4-15,-1 0-2 0,1 1 1 0,-1-1 1 0,-1 0-2 16,0 0 6-16,0 0-1 0,0 0 4 0,0 0 2 0,-1 1 1 0,0-1-1 16,0-1-3-16,0 1-2 0,0-2 1 0,1 1 0 0,1 0 2 0,-1-1 1 15,1-1-1-15,1 1 2 0,1 0 0 0,0-1 4 0,1 0 2 0,0 0 5 16,0-1 6-16,1 0 3 0,-1 0 12 0,1-1 8 0,0-1 3 16,1 0 2-16,0-1-2 0,1 0-2 0,0 0 3 0,-1-1 1 0,1 0-4 15,-1 0-10-15,-1-1 1 0,1 1-2 0,0 0-4 0,0-1-3 16,1 1-9-16,0-1-2 0,1 1-4 0,0-1 2 0,1 1 1 0,1 1 3 15,0 0 6-15,1 0-5 0,0 1 3 0,1 0-6 0,1 1-6 0,0 0-1 16,0-1-5-16,3 1 3 0,-1 0 1 0,1 1 1 0,0-1-2 16,1 0 2-16,2 1-2 0,0-1 0 0,1 2 0 0,2-1-3 0,-1 0 5 15,1 1 0-15,-1 1 3 0,1 1 2 0,1 0 4 0,-1 0-1 16,1 1-1-16,-1 0 1 0,1-1-3 0,1 3 0 0,-1-1 4 0,1 2-1 16,-1 1 0-16,1-1-3 0,1 1-9 0,2-2-3 0,-2 1-4 0,3-1 2 15,-3 1 4-15,0 1-1 0,2-2 3 0,0-2 2 0,1 0 2 16,1-3-2-16,1 0 1 0,-1-1-3 0,1-2 0 0,0-2 0 0,2-2 4 15,-1-1-3-15,0-1 4 0,0 0 3 0,-1-2-3 0,1-1 4 0,-1-3-1 16,2 1 5-16,-2 0 2 0,1 0 1 0,-3 0 3 0,0-2-5 16,-1-1 2-16,2 0-1 0,-2 1-2 0,1 1-4 0,-2 0 3 0,1 1-7 15,-1 0 1-15,0 2-5 0,-2 1-2 0,2 2 1 0,-2 1-4 0,-1 1 1 16,1 1-2-16,-2 2 1 0,1 1 0 0,-1 1 2 0,-1 1-1 16,2 2-3-16,0 0 0 0,0 2-5 0,2 0 4 0,-3 0 1 0,1 0 0 15,1 1-3-15,1-1 0 0,1 0 0 0,3 0 1 0,-1-1-1 16,2 0-1-16,-1-1 2 0,1-1-2 0,0-1 2 0,-1-1 3 0,1-1-4 15,0-1 3-15,-3-2 3 0,2-1-5 0,-3 0 6 0,1-2-1 0,0 0-2 16,1-2 5-16,-2-1-3 0,0 0 4 0,-1-1 4 0,-3 0 2 16,3-1 8-16,-2 1 7 0,1-2 0 0,-1 2 5 0,-1 0-8 0,1 0 2 15,-2 2 5-15,0 0-9 0,-1 3 5 0,-2 1-11 0,1 1-7 0,-2 1-2 16,2 3-10-16,0 1 5 0,0 1-2 0,0 2-6 0,1 2 5 16,-1 2-3-16,2-1-3 0,-1 3 6 0,1-1-4 0,3 2-4 0,-1-1 3 15,3-1-1-15,0 1 2 0,-2-1 4 0,1-1-6 0,0 0 3 16,1-1-2-16,0-2 1 0,0-2 1 0,-1-1 1 0,1-2 4 0,-1-2 1 15,0 0 2-15,1-2-2 0,-1-1-1 0,0-1 3 0,1-1-2 0,-1-1-1 16,-1-1 1-16,2-2 0 0,-1 0 1 0,0-1-1 0,2 1 2 16,-1 0 1-16,1-1-2 0,-3 0 2 0,0 1-2 0,-3 0-3 0,2 1 0 15,1 2-1-15,-3 0-2 0,2 2-1 0,-1 1 4 0,0 0-3 0,-1 1-1 16,0 1 3-16,0 1-3 0,-1 2 0 0,1 2 2 0,0 1-5 16,0 1 0-16,1 1-1 0,0 1 0 0,-2 0 2 0,2 1-1 0,-3-1 1 15,2 0 5-15,0 0 1 0,0-1-4 0,0 0 0 0,1-1 0 0,-1 0-5 16,0-1 6-16,-1-1-4 0,0 0 2 0,0-1 5 0,0-2-5 15,0-1 1-15,2-1-2 0,-2 0 1 0,2 0 2 0,-1-1-1 0,-2 1-1 16,1 0-1-16,-1-1 5 0,0 1-8 0,1-1 7 0,-2 1 0 16,1-1-2-16,-1 1 1 0,0 0-1 0,0-1-8 0,1 1 3 0,-1-1-3 15,1 1 2-15,1 1 8 0,-1-1-2 0,2 1 3 0,0 0 6 0,-2 0-12 16,2-1 6-16,-1 0-6 0,-2 0 2 0,1 0 4 0,1-1-6 16,-2 0 7-16,2 0-4 0,-1 0 4 0,1-2 0 0,-1 1-7 0,-1 1 2 15,2-2 1-15,-1 0-5 0,-1 0 5 0,0 1-5 0,0 0 2 0,-3 1 3 16,1 0-2-16,-2 0 2 0,-1 1 0 0,-2 1 0 0,0 1 0 15,0 1 2-15,0 2-1 0,-1 1-2 0,-1 0 4 0,1 3-6 0,0-1 1 16,0 3-1-16,1 0 0 0,-2-1 5 0,1 1-9 0,1 0 6 16,0-2-14-16,0 0 1 0,0-1 3 0,1 0-3 0,0-1 12 0,0 0-1 15,0-2 3-15,-2 0 3 0,1-2 1 0,1-1-1 0,-1-1 1 0,-1 0-2 16,1-2 4-16,1-1-4 0,0 0 1 0,1-1 2 0,-1 0-2 16,1-1 0-16,0 0 0 0,-1 1 11 0,0-1-2 0,1 0 0 0,1-1-1 15,0 0-11-15,-3-1-1 0,2 0-2 0,-1 1-1 0,-1 1 1 0,1 1 2 16,-1 0 1-16,0 1 1 0,0 0-2 0,-2 1-1 0,0 0-1 15,1 1 1-15,0 0-2 0,0 1-3 0,0 0 2 0,0-1-4 0,1 1 1 16,-1-1 2-16,0 1 1 0,-1-1 2 0,2 0 0 0,1-1 4 16,1 0-4-16,3 0 5 0,-1-1-1 0,3 0-2 0,1 0 4 0,-1-1-5 15,2-1 5-15,0-1-3 0,-1 0 4 0,1 0-4 0,2 1 4 0,-2-1 1 16,3 0-2-16,-1 1 4 0,1 1 0 0,-1 0-3 0,-1 1-3 16,0 0 2-16,-1 2-4 0,1 0 1 0,-1 0 0 0,-1 1-2 0,0 1 4 15,0 0-4-15,-1 0 4 0,1 1-4 0,0 0 1 0,-3-1-3 0,3 1 4 16,-1 0 0-16,1-1 2 0,1 1 0 0,0-1-2 0,0 0 0 15,1 0-4-15,1-1 6 0,-1 0-4 0,1-1 4 0,1 1-2 0,1-1 0 16,0 0 3-16,0-1 0 0,0 1-1 0,-1-1 1 0,1 0-1 0,-2 0 2 16,1-1 1-16,-1 0 2 0,0 0-3 0,1-1 3 0,-2 0-1 15,1 0-4-15,-1 1-1 0,-2-1 3 0,1 0-8 0,-2 0 6 0,-1 1 1 16,2-1-3-16,-1 1 5 0,0 0-3 0,0 0 1 0,-1 1 0 16,-2 0-3-16,0 0 2 0,0 0-4 0,-1 1 4 0,-2 0-2 0,1 1-2 15,-1 1 0-15,0 0-2 0,-1 0 2 0,0 1-1 0,-1 1 1 0,-1-1 2 16,0 2-1-16,-1-1-1 0,-1 1 2 0,1 0-3 0,-1-1 0 15,0 1 1-15,0 0-1 0,-2-1 3 0,1 0 0 0,-2-1 1 0,1 0 1 16,0 0-5-16,-1-1 0 0,2-1-1 0,-1 0 3 0,2 0 2 0,-1 0 3 16,-1-2-3-16,2 1-2 0,-1 0 1 0,-1-1-2 0,1 1 4 15,-1-2 1-15,0 0 2 0,-1 1-4 0,0-1 1 0,-2 0-1 0,1 0-2 16,0 0 4-16,-1 1 0 0,0 0-3 0,0 0 2 0,0 1-5 16,-1 0-4-16,0 0 6 0,0 0 1 0,0 0 1 0,-1 0-2 0,2 0 1 15,-2 1 0-15,2-1-2 0,-1 1 4 0,0 0-2 0,-1 0 0 0,2 0 0 16,-1 0 0-16,0 0-4 0,0 0 4 0,-1 1 0 0,1-1 0 15,-1 0 0-15,1 1-3 0,-1 0 3 0,0 0 0 0,-1-1-1 0,1 1 2 16,0-1-1-16,0 1-1 0,-1 0-1 0,1-1 2 0,0 1-5 0,-1 0 5 16,1-1 0-16,-1 1-1 0,0-1 2 0,0 0 1 0,0 1 1 15,0-1-3-15,0 0 0 0,-1 1 2 0,1-1-4 0,0 0 2 0,-1 0 2 16,1 0-6-16,0-1 4 0,0 1 2 0,0 0-2 0,0 0 0 16,0 0 0-16,-1 0-2 0,1-1 2 0,-1 1 2 0,1 0-2 0,0 0 3 15,0 0-4-15,-1 0-1 0,1 0 2 0,-1 0-2 0,0 0 4 0,0 0-4 16,1 0 1-16,-1 0-1 0,1 0 1 0,0 0 1 0,-1 0-2 15,0 0-3-15,1 0-1 0,0 0 1 0,-1 0 2 0,1 0 3 0,-1 0-2 16,-1 0 2-16,2 0 0 0,-2 1-1 0,2-2-2 0,-1 1 1 0,1 0 0 16,-2 0 1-16,1 0-1 0,0-1-2 0,-1 1-1 0,0 0 0 15,0 0 2-15,0 0 1 0,0 0 1 0,0 0-2 0,0-1-5 0,0 1-5 16,0 0-12-16,-1 0-17 0,0 0-30 0,1-1-44 0,-2 1-70 16,1 0-98-16,-2-1-141 0,-1 2-488 0</inkml:trace>
  <inkml:trace contextRef="#ctx0" brushRef="#br0" timeOffset="562.01">22675 7780 208 0,'-8'0'-34'15,"1"1"-40"-15,-2 1-22 0</inkml:trace>
  <inkml:trace contextRef="#ctx0" brushRef="#br0" timeOffset="784.01">22747 7769 735 0,'8'-2'189'0,"2"-1"-48"0,3 0-27 0,0-1-6 0,0 1 1 16,2 0-7-16,2-1-9 0,1 1-12 0,6 0-14 0,3 0-12 15,5 1-13-15,2 0-13 0,5 0-10 0,2 1-11 0,5 0 2 0,4 1-8 16,5 0-3-16,0 1 0 0,2 1 1 0,0 0 1 0,-1 1 9 15,1-1 5-15,-1 1 5 0,-1-1 9 0,-1 1 6 0,-2 0 5 0,-1 0 1 16,-1 1-1-16,-1-1-1 0,0 1-3 0,-1 0-5 0,0 0 0 0,-2 0-6 16,-2 1-5-16,0-1-8 0,0 1 0 0,-4 1-6 0,-1-2 0 15,-2 1 0-15,-3 0-5 0,-1-1 4 0,-2 0-2 0,-2 1-6 0,-3-1 3 16,-1 0-8-16,-2 1-5 0,-1-1-2 0,-1 1-14 0,-2-2-10 16,-2 0-2-16,-1-1-10 0,-2 0-7 0,-3 0-9 0,0-1-20 0,-1 0-10 15,-2-1-11-15,0-1-8 0,0-1-3 0,0 0-12 0,-2-2-28 0,2 0-36 16,2 0-69-16,2-3-289 0</inkml:trace>
  <inkml:trace contextRef="#ctx0" brushRef="#br0" timeOffset="1417.09">26808 6547 2369 0,'-5'-17'-33'0,"0"-3"-12"15,-6-4-5-15,-1 2 25 0,0 3 11 0,0 3-10 0,3 1-19 16,1 2-52-16,-2 1-69 0,-2 2-52 0,-2 0-25 0,-1 0-5 0,1 2 26 16,-3-1 26-16,1-1 34 0,0 0 47 0,1 0 46 0,1-2 39 0,1 1 31 15,3 0 20-15,2 0 15 0,3 2 11 0,0 0 6 0,3 0 4 16,1 1 0-16,3 0-5 0,2 0 0 0,2 1-4 0,0-1 4 0,3 0 9 16,4-2 8-16,2 1 4 0,3-2 2 0,4 1-9 0,4-1-7 15,3 1-7-15,5 1-9 0,2 1 1 0,3 0-2 0,5 3 2 0,4 2 4 16,3 2 9-16,6 2 2 0,1 2 6 0,2 2 1 0,0 0-6 0,0 3-4 15,1 1-7-15,0-1-6 0,0 4-10 0,0 1-5 0,-2 2 0 16,-1 1 5-16,-2 1 0 0,0 0-4 0,-5 1-4 0,-2 0-12 0,-1 1 3 16,-1 2-6-16,0-1-6 0,-2 3 2 0,-1 1-8 0,-2 1 1 0,-1 4 5 15,-3 0-1-15,0 4-2 0,-3 1 1 0,-3 3 4 0,0 2-3 16,-4 3-5-16,-1 2 1 0,-2 1-2 0,-4 1-2 0,0 2 0 16,-3 3-5-16,-4 2-1 0,-2 1 3 0,-3 0-2 0,-3-1 4 0,-1 0 1 15,-3-1 0-15,-2-1 1 0,-2 0-1 0,-2-5-1 0,-3-1 1 0,-1-3 1 16,-2-1-1-16,-3-2 2 0,-2-1-13 0,-4-1 4 0,-4-2-5 0,-1-1-2 15,-5-3 11-15,-2-2-10 0,-5-3 4 0,-2-4 5 0,-4-3-2 16,-3-4 8-16,-1-2 1 0,-2-3 0 0,-2-2 1 0,1-4 4 0,-1-2 0 16,1-2 0-16,1-4-4 0,-3-1 4 0,-1-4-2 0,-3-2-2 0,-2-3 7 15,-2-4-1-15,2-3-3 0,0-2 7 0,1-3-1 0,1-1 2 16,4 0 8-16,1-3-1 0,2 0-1 0,0-2-1 0,2-1-16 0,2-2-2 16,1 1-1-16,0 0-5 0,2 0 7 0,2 1-6 0,1-1-3 0,2 2-6 15,0 0-2-15,2 3-1 0,0 2-6 0,1 3-7 0,3 0-14 16,-1 0-25-16,2 2-61 0,-3-1-68 0,0 0-96 0,-2-1-122 0,-2-1-323 15</inkml:trace>
  <inkml:trace contextRef="#ctx0" brushRef="#br0" timeOffset="2450.19">5678 7420 327 0,'17'-22'209'16,"4"-2"-229"-16,7-5 124 0,0 4-56 0,1 2-4 0,3 0-15 0,3-2-17 15,0 3-1-15,3 0 1 0,-2 3-2 0,2 3 4 0,3 0-9 0,2 1-2 16,2 1-5-16,1 2-4 0,2 1 1 0,0 1 1 0,1 1 2 15,-1 2 2-15,3 2 3 0,-2 1-3 0,1 4 0 0,-1 2 0 0,0 2 1 16,-1 3 0-16,1 2 0 0,-1 4 1 0,1 1-1 0,-1 3 0 16,0 2 1-16,-1 2 1 0,-2 1 3 0,0 3 4 0,0 1 0 0,0 1 3 15,-3-1 0-15,-2 1 1 0,-1-2 1 0,-3-2 3 0,0 1 4 0,-1-4 6 16,0 1 6-16,-2-1 7 0,-2 1 3 0,0-2 7 0,-4 3-2 16,2-1 1-16,-2 2-10 0,-1 0-5 0,-2 0-3 0,-3 1 2 0,-1 0 4 15,-3 1 1-15,-1 2 1 0,-2-2-14 0,-1 2-1 0,-1-2-3 0,0-1-4 16,-2-1 2-16,-3 0 1 0,-1 0-3 0,-2 0-3 0,-2-2-1 15,-1 0-2-15,-2-1 0 0,-2-1-1 0,-4-1-2 0,-1 1 0 0,-4-3-4 16,-3 2 3-16,-3 1-2 0,-2-1-2 0,-4 1-4 0,-5 0-1 16,-2 0-3-16,-5-2-4 0,-6 0 2 0,-3 0-11 0,-5-2 1 0,-2 1 5 15,-5 0-3-15,-2 1 9 0,-5 0-2 0,-1-1 0 0,-1-1 2 0,-1 0 1 16,0-2 0-16,0-1 6 0,0 0 0 0,0-1 1 0,2-2 2 16,3 0-4-16,-1-3-2 0,2-1 2 0,3-1 0 0,-2-1 2 0,7-1-1 15,1-2 1-15,2-1 3 0,4-1-3 0,1-1 0 0,5-2 0 0,3 0-8 16,2 0-4-16,4-1 0 0,1-1-3 0,6 1 0 0,1 0 0 15,2 0-10-15,4 2-7 0,-1 0-15 0,3 0-14 0,5 1-24 0,3 0-20 16,3 0-39-16,3 1-36 0,3 0-37 0,4 0-256 0</inkml:trace>
  <inkml:trace contextRef="#ctx0" brushRef="#br0" timeOffset="64007.24">14107 8170 1790 0,'47'-5'272'0,"6"3"-245"0,11 0-11 0,-8 6-5 0,-6 3-8 16,0 3-7-16,3 3-5 0,0 3 0 0,2 1 1 0,4 3 4 0,1 2-2 15,3-2-3-15,3 2 2 0,2 0-3 0,1 0-1 0,5 1 0 0,0-1 2 16,1 0 4-16,3 1 0 0,-2 0 4 0,4 1 0 0,1 0-1 16,-1-3 5-16,2-1 1 0,1-3-1 0,-1-2 1 0,5 0 0 0,-1-2-1 15,3-1 1-15,2-3 3 0,0-3-4 0,1-1 0 0,3-2 3 0,0-3-6 16,2-1 4-16,1-3 2 0,-1-2-2 0,2 0 6 0,-2-3 3 15,1-2 0-15,0-1 1 0,2-2 3 0,-2 0 1 0,1-4 2 0,-1-2 0 16,-2-2 2-16,0-3-2 0,-1-1 2 0,0 1-4 0,-1-2-2 16,-1 0 2-16,-1-3-6 0,-1-1 2 0,-2-2-4 0,-2-1-1 0,0-2 3 15,-2 1-2-15,-3-2 0 0,-1-2-2 0,-3-1 0 0,-2-1-4 0,-2-1-1 16,-1 0-1-16,-1-4-2 0,-4-2 0 0,-3 1-3 0,-1-2 6 16,-4 0-8-16,-3-2 1 0,-2-1 7 0,-2 0-8 0,-4-1 11 0,-2 0-1 15,-2-2-5-15,-5-2 1 0,-4 0-4 0,-2-1 2 0,-5-2-1 16,-2 1-7-16,-4-1 0 0,-4 1 3 0,-4-1 0 0,-3-1 7 0,-4 2 1 15,-2-1-2-15,-4-2-2 0,-3 1 2 0,-3-1-3 0,-4 0 2 0,-2 2-9 16,-5 0 3-16,-4 1-2 0,-3 0-3 0,-6 1 7 0,-3 0-5 16,-4 2-5-16,-4-1-3 0,-4 2-6 0,-5 0-1 0,-5 0-2 0,-2 4-7 15,-4 0 4-15,-5 1 5 0,-3 2 7 0,-4 0 9 0,-5 2 2 0,-3 1-2 16,-5 2-1-16,-3 2 2 0,-4 0 2 0,-2-1 12 0,-4 3 1 16,-1 0 3-16,-4 2 0 0,-2 3-11 0,-1 0 1 0,-3 2 2 0,-2 1-2 15,-2 4 9-15,-3-1 1 0,0 3-4 0,-1 0 1 0,-2 2 2 0,1 3-2 16,-4 2 1-16,1 4 0 0,-2 1-8 0,-2 4 3 0,0 1-3 15,-3 2-3-15,-1 3-9 0,-2 2-21 0,-1 3-20 0,-1 2-9 0,-3 3-11 16,0 1-4-16,-2 1-7 0,0 3-1 0,-2 2-5 0,0 2 1 16,-1 2 6-16,0 4-9 0,-1 1 2 0,-2 2 4 0,-1 3 5 0,-2 0 4 15,2 3 11-15,-1 3 7 0,2 1 10 0,1 3 18 0,0 2 9 16,4 3 5-16,0 0 2 0,2 2 4 0,2 1 5 0,1 0 6 0,5 2 6 16,0 1-1-16,3 2 0 0,3 3 8 0,1 0 3 0,4 1 9 0,2 2-1 15,4 2-4-15,4 1-3 0,1 1-6 0,7 1-6 0,5 0-5 0,1 0-5 16,5 1 19-16,2 0 7 0,2 1 5 0,7 2 6 0,4 0-14 15,5-1-6-15,6 0-3 0,6-1-2 0,4-2-1 0,6 0-5 0,2-1 8 16,6 1 1-16,4-2 3 0,6-1 7 0,5 1-2 0,6-1 1 0,3-2-1 16,5-1-4-16,4-3-2 0,4-1 2 0,4-1-8 0,5-1 5 15,4-2 2-15,3 0 0 0,5-1 5 0,5-2-2 0,3-1-5 0,6 0-1 16,2-3-3-16,3-2-3 0,4-2 2 0,3-4-4 0,3 0 1 16,3-3 5-16,3-1 3 0,4-1 10 0,1-2 9 0,4-2 9 0,3-3 8 15,3-2 8-15,1-2 5 0,1 0 3 0,1-1 4 0,0-2-1 0,4-1-7 16,0-1 1-16,3 0-3 0,-1 0-6 0,2-1-1 0,0-1-8 15,-1 0-8-15,1 0-4 0,1 0-5 0,-2-1-5 0,2 0-3 0,-2 0-2 16,0-1-5-16,1 1-4 0,-2-1-1 0,-1-1 2 0,0 1-3 0,-1 0-1 16,-1-1-1-16,-1-1-2 0,-1 0-2 0,-1-2 5 0,-2 1-6 15,-1 0 0-15,0-1 2 0,-3-1-2 0,-1-2 6 0,0-1-2 0,-2-1 1 16,-3 0 2-16,-1 0-2 0,-2-1 1 0,-2-1-2 0,-1 0-1 0,-1 0 0 16,-3-1 0-16,-1 1 0 0,-3 0 2 0,-2-2-2 0,-1 0 0 15,-2 1-3-15,-2-2 0 0,0 1 3 0,-4-1-2 0,-2 0 2 0,-3 0 3 16,0 0-4-16,-1-1 7 0,-2 2-5 0,-3-2-1 0,1 0-3 15,-4 1-1-15,0-1 2 0,-1 0-1 0,-3 1 2 0,-1-1 4 0,0 1-5 16,-2 1 1-16,-1 0-2 0,-1 0-3 0,-1 0 0 0,-1 0-3 0,-1 2-2 16,-2 0-6-16,1-1-6 0,-1 1 0 0,1 1-4 0,0-1-2 15,0 0-3-15,-1 1-1 0,1 0-4 0,-2-1-11 0,1 1-6 0,0-1-14 16,1 0-10-16,1 0-6 0,-1 1-14 0,1-1-7 0,0 0-13 0,1-1-22 16,0 0-27-16,0-1-54 0,0 1-320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2:16:20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14594 1726 992 0,'-19'2'137'0,"1"0"-106"0,-1 3-18 0,-5 0-29 0,-4 3-5 15,-1 2-1-15,0 4 4 0,3 0 7 0,0 3-3 0,2 2-2 16,0 2 2-16,-2 3-11 0,-14 23 0 0,9-3 5 0,5-4-1 0,10-5 12 16,1-1 3-16,-1 3-1 0,1 1 3 0,0 4 1 0,0 2 4 15,-1 1 2-15,-1 0 2 0,0 1 4 0,3 2 0 0,-1 2 2 0,1 0-3 16,-1 1-3-16,2 0-2 0,-1 1 0 0,0 1 1 0,2 3 0 0,-1-1 0 16,4 0 0-16,0 1 0 0,2-2-1 0,3 1 5 0,3-2-4 15,2 1 2-15,3-1 2 0,3 1-5 0,3-1 5 0,1-1-3 0,4 1-2 16,1 0 1-16,2 1 1 0,1-1 0 0,4-1-1 0,3-1-2 0,4-3-6 15,1 0 0-15,3-1 2 0,0 0-2 0,5 0 4 0,1-1 2 16,3-1-3-16,4 2 4 0,0 0 0 0,3 0 0 0,2-1 0 0,2-1-5 16,1 2 0-16,3-3-2 0,-2 0-2 0,3 1 1 0,1-4 1 0,0 1 0 15,3-1 10-15,1-2 3 0,2 0 7 0,2-2 5 0,3-1 5 16,3-2 4-16,2-1-1 0,2-4-2 0,4 0-6 0,1-3-5 0,4-3-3 16,2-2 2-16,2-2-9 0,2-2 3 0,0 0-2 0,3-1-1 0,-2-3 2 15,3 0-1-15,0-3 17 0,0-1 7 0,2-2 5 0,-1-2 8 16,-1 0-9-16,0-3 1 0,-3-2 3 0,2-1 3 0,-3-3 9 0,0-1 5 15,-1-2 4-15,0-1-8 0,-2-2 0 0,0-2-3 0,-2 0-7 16,0-3 9-16,-2-3-6 0,1-2-4 0,-2-1-8 0,-1-4-7 0,-1-2-10 16,-1-2-3-16,-2-1 3 0,-1-3-3 0,-3 0-1 0,-2-1 0 0,-4 1-5 15,-1-1 7-15,-3-1 8 0,-4 0 10 0,-4-3 17 0,-1 2 14 16,-5-3 5-16,-1 0-3 0,-4-2-10 0,-3-3-15 0,-1 2-12 0,-1-1-7 16,-2-2-5-16,-3-1-11 0,-1 0-2 0,-2-1-1 0,-4 1-5 0,-2-2 9 15,-3 0-4-15,-3-1 3 0,-3 0-2 0,-2-2-6 0,-3-1 4 16,-4 1 1-16,-3-1 1 0,-3-2 2 0,-3 0 3 0,-3 0-1 0,-2-1 6 15,-2 1-3-15,-4 0 2 0,-3-1 7 0,-4 1 0 0,-1-2 4 16,-4 2 1-16,-2-2-6 0,-2 0 6 0,-2 1-6 0,-2 0 6 0,-3 2-5 16,0-1-7-16,-3 4 0 0,1-1-9 0,-1 0 9 0,-1 1-5 0,0 0-3 15,-4-1-8-15,-1 2-11 0,0 0-4 0,-3-2-3 0,-1 1-4 16,-1 0 1-16,-3 1 1 0,-2 4 2 0,-1-1 9 0,25 23 18 0,-6-4 12 16,-3-2-1-16,-6-4 1 0,-2 0-17 0,-8-5-8 0,-2 1 4 0,-8-4-2 15,-2 1 4-15,0-1-5 0,-3 4 1 0,0 1 7 0,-2 1 1 16,-2 3 0-16,0-1-6 0,-1 4-6 0,-1 0 2 0,-2 3-6 0,-1 0-19 15,-2 2-21-15,-3 2-7 0,-2 1-4 0,0 3 22 0,-3 2 16 16,-1 3-5-16,0 3 7 0,-3 3-1 0,0 3 2 0,-1 2 15 0,2 4-2 16,-3 1-3-16,1 4-12 0,-2 3-18 0,2 4-22 0,-1 3-13 0,-1 5-9 15,2 5-11-15,0 3-19 0,2 6-23 0,1 5-49 0,2 4-50 16,1 3-62-16,1 6-346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2:16:24.3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3719 5056 221 0,'-5'-2'21'0,"1"2"0"16,0 0 1-16,3 1-8 0,3 0-3 0,0 1-4 0,1 0 2 0,0 1-2 15,-1 1-3-15,1-1-1 0,-1 2-3 0,0 0 1 0,1 0 0 16,0 1 1-16,0-1-2 0,1-1 0 0,1 1 0 0,0-1-2 0,-1 0 2 15,1-2-1-15,-1 0 2 0,-1-1 1 0,0 0 0 0,0 0 1 16,0 0 1-16,0-1 3 0,-1 1 9 0,0-2 4 0,0 1 6 0,-1-2 4 16,1-1 2-16,0 0 6 0,1-1 3 0,0-2 3 0,0 0-4 0,0-2-5 15,1 1-3-15,1-2-2 0,0 1 4 0,0-2 0 0,1-1 3 16,1 0 0-16,3-2 0 0,0 0-4 0,1-1-3 0,1 0-5 0,2 1-4 16,2-2 2-16,1-1 3 0,0 0-1 0,4 0 4 0,1 0-4 0,3-1-2 15,3 2 0-15,1-1-2 0,1 1-1 0,0-1-4 0,1 1-3 16,1 1-3-16,2-1-4 0,1 0 2 0,3-1-1 0,0 2-2 0,1-1 0 15,1 2-1-15,0 0-2 0,0 3 1 0,3-1-4 0,0 1 6 16,0 0-2-16,3 1 2 0,-1-1-1 0,1 2-1 0,0-1 2 0,3 0 2 16,2-1 5-16,0 1-6 0,1 0 2 0,2 0 1 0,-1 2-2 0,2-1 8 15,3 1-1-15,0 0 1 0,2 1-1 0,0 0-1 0,0 1-1 16,0 0 4-16,3 0 0 0,1 1-1 0,1 0-2 0,3 1-7 0,2 0 2 16,1 0 2-16,0 0 4 0,1 0 5 0,-2 1-3 0,1 0-1 0,2 1-2 15,-2 1-1-15,0 1 0 0,0 0-4 0,-1 1 0 0,1 0 3 16,0 0 6-16,0 1-1 0,1-1 8 0,0 1-3 0,-1-1-7 0,2 2 1 15,-1 2-10-15,-1 0-6 0,1 2 2 0,-1-1-2 0,1 1 4 16,-1-1-2-16,-1 2-2 0,-2-1 3 0,1 2-4 0,-1-1 6 0,-1 0-2 16,0 0-2-16,0 0 2 0,-1 1-4 0,1-2 5 0,-1 1 0 0,-1 1 1 15,0 0-4-15,-3 1 0 0,-1 0 2 0,-2 0-2 0,-2 2 2 16,-2 0-2-16,-2 1 0 0,-1 0 0 0,-1 1 2 0,-3 0 2 0,-1 0-2 16,-2 0-1-16,-1-1-2 0,-3 1-1 0,-3 2 5 0,1-1 0 0,-4 2-2 15,0 0 0-15,-3 2-1 0,-3-1-1 0,0 1 1 0,-2 0-1 16,-3-1 1-16,0 2 0 0,-4-1-4 0,-1-1 1 0,-2 1 3 0,-2 1-1 15,-2 0 7-15,-2 2 1 0,-1 0 1 0,-3 0 0 0,-2 2-4 0,-1 1 0 16,-3 0-1-16,-1 0 4 0,-4 3-1 0,-1 1 0 0,-3 0-3 16,-4 1-3-16,-2-2 1 0,-4 0-2 0,-4 0-5 0,-4 2-1 0,-5-1-2 15,-3 0-5-15,-6-1 2 0,-4-1-10 0,-6-2-1 0,-6 1-4 16,-5-4 3-16,-6 2-8 0,-4-2-8 0,-7-3 1 0,-3 0-1 0,-6 0 11 16,-5-3 13-16,-3-1 6 0,-2-2 3 0,-3 0 8 0,1-3 6 0,0 0 7 15,-1-1 16-15,5-1 10 0,1-2 9 0,4-1 6 0,4-1-8 16,2-1-5-16,2 0-10 0,4 0-7 0,0-1-4 0,4 2-6 0,2-1-4 15,2 0 3-15,4-1-7 0,2 1 1 0,2 1 3 0,2 0-5 16,3 1-1-16,3-1 0 0,3 0-5 0,4-2 2 0,4 0 1 0,5-1 0 16,5 0-4-16,4-1-5 0,4 0-4 0,5-1-9 0,4-2-20 0,5 0-28 15,3-2-42-15,3 0-38 0,2-3-54 0,5-1-30 0,2-2-4 16,8-2 8-16,6-2 47 0,7-4-60 0,10-3 10 0</inkml:trace>
  <inkml:trace contextRef="#ctx0" brushRef="#br0" timeOffset="767">12140 5248 1747 0,'-14'-29'17'0,"0"0"-5"16,1-2-19-16,5 10-16 0,6 8-9 0,2 3-16 0,2 2-27 0,0 2-25 16,1 3-21-16,1 1-3 0,1 1 6 0,-1 0 21 0,1 2 15 0,0 0 22 15,0 0 24-15,-1 1 17 0,0-1 13 0,0 1 7 0,0 0 7 16,1-1 9-16,0-2 15 0,2 0 6 0,0-2 8 0,0-1 5 0,4-2 3 16,1-2 7-16,4-1 6 0,0-1 9 0,2-1 2 0,2-3 3 0,2 1 1 15,1-5-11-15,3 0-3 0,3 0 0 0,4-1-9 0,4 0-4 0,3 1 3 16,3 1 0-16,4-1 2 0,2 1 3 0,4 2-4 0,3-1-9 15,4 0 0-15,3 1-9 0,4 1-8 0,5 1-6 0,2 1-6 0,4 1-1 16,3 2-3-16,1 2-5 0,4 3-7 0,-2 0-5 0,1 4 1 16,0 3-1-16,0 0 5 0,-2 4 1 0,-1 0-1 0,-2 1 1 0,0 3-8 15,-4 1 2-15,-3 1-1 0,-2 1 1 0,-4 2 5 0,-2 2-4 0,-4-1 4 16,-1 3 1-16,-6 3-8 0,-2-1 4 0,-3 4-2 0,-3 1 0 16,-3 1 0-16,-3 0-8 0,-4 0 5 0,-4 2 0 0,-2-1 1 0,-4 4 9 15,-3-1-7-15,-4 2-2 0,-4-1-3 0,-2 1 2 0,-4 1-4 0,-5 0-4 16,-3 1-4-16,-4-2-1 0,-5-1-2 0,-5-1 0 0,-4 0 9 15,-4-3-3-15,-6 1 9 0,-4-4 1 0,-5-1 4 0,-4-3 1 0,-4-2-2 16,-6 0 5-16,-7-3-3 0,-3 0 0 0,-5 1 0 0,-6-2-3 0,-6 0 2 16,-4 0 1-16,-2-2 0 0,-3 0 4 0,-1-3 6 0,-1-2 3 15,1-1 7-15,3-1 3 0,1-1-1 0,4 0 3 0,3-1-8 0,3 0-2 16,5 0-3-16,2 0-3 0,5-1 0 0,4 0-2 0,3 0-7 16,4-1-3-16,2 0 0 0,3-1-5 0,4-1-3 0,2 0-1 0,2-1-1 15,1-2 1-15,1 0-4 0,2-2 7 0,2-1-4 0,5 1 3 0,2-3-4 16,2-1-8-16,1 0-21 0,2-1-17 0,1-2-14 0,5-1-14 15,1-1-2-15,2-2-9 0,3-1-8 0,2-2-11 0,3-1 2 0,4-3 0 16,3-1 8-16,5 1 19 0,3-3 16 0,4 0 19 0,5-3 14 16,4-1 7-16,2 0 6 0,5 0 9 0,4-2 2 0,3 2 3 0,4 0 4 15,1 0 1-15,2 2-3 0,2 0-4 0,5 3-12 0,1 2-15 0,2 3-23 16,4 3-18-16,2 2-8 0,4 2-4 0,1 2 2 0,3 2-7 16,2 1 5-16,3 0-6 0,3-1-171 0</inkml:trace>
  <inkml:trace contextRef="#ctx0" brushRef="#br0" timeOffset="1867">16244 5325 2561 0,'-17'-32'526'0,"-1"-2"-445"0,-1-6-106 0,5 9-91 15,8 8-49-15,5 6-25 0,3 2-2 0,3 2 22 0,2 0 30 0,1 3 26 16,3-1 33-16,2 1 20 0,1 1 9 0,0 1 4 0,0 2 5 0,0-1 1 16,0-1 12-16,1 2 16 0,-1-1 6 0,0 1 16 0,1 1 3 15,0-1 6-15,-1-1 14 0,-2-2 7 0,2 0 12 0,0 0 5 0,2-2 11 16,0-2 6-16,2 0 6 0,1-2 0 0,0 0-9 0,3-1-13 15,3-1-13-15,2 1-14 0,6 1-6 0,2-1 0 0,4 0-3 0,4 0-3 16,2 3 0-16,4-1-1 0,5 0-4 0,4 1 4 0,5 1-2 0,1-1-3 16,4 3 2-16,3 0-5 0,3 0-2 0,4 1 4 0,3 2-7 15,2 0-5-15,0 0-4 0,-1 2 1 0,-1 1 5 0,-2 2 5 0,-5 0 3 16,1 2-7-16,-2 1-4 0,-1 1-5 0,-2 1 0 0,-3 1 0 0,-2 0 8 16,-3 1 5-16,-2 1 3 0,-3 0 5 0,-1 1-4 0,-2 1 3 15,-2 1 0-15,0 0 3 0,0 0-6 0,-3 1-1 0,-3-2-3 0,-2 2-2 16,-4 1 6-16,0-1-5 0,-2 2 6 0,-2 0-2 0,2 0-1 15,-3 2 2-15,0 2 1 0,-3 1-2 0,-2 0 0 0,-2 3 2 0,-1 0 0 16,-2 0-2-16,0 4 6 0,-2 1-8 0,0 0-1 0,-2 3-12 0,-3-1-2 16,0 4 2-16,-2 0 0 0,-2 3 12 0,-1 1-5 0,-1 1 0 15,-2 2 2-15,-2 1 0 0,-2 4-2 0,-1 0 3 0,-2 0-5 0,-2 1-3 16,-1 2 0-16,-3-1-4 0,-2 1 0 0,-1 0-2 0,-3 0-2 16,-2-3 2-16,-3-1-2 0,0-2 6 0,-3-2-4 0,-2-2-2 0,-2-1 5 15,-4-2-2-15,-2 0 5 0,-1-3 10 0,-2-1 3 0,0-4 5 0,-3-1 8 16,1-2 0-16,-2-1 7 0,-3 1-2 0,0-1-5 0,-2 0-1 15,0 0-8-15,1-1-4 0,-2 0-1 0,0-1-12 0,0-1 1 0,-1-1 8 16,0 2 1-16,0 0 10 0,-2-1-4 0,2 1-7 0,-1 0-8 0,0-1 3 16,-1 0-1-16,0 0-3 0,-1-2 0 0,2-2 3 0,1 0-6 15,1-1 3-15,-1-1-3 0,1-2 0 0,0-2 4 0,0 0-1 0,2-2 5 16,0-2 0-16,2-1 2 0,1-2 1 0,0-1 2 0,1-2 2 0,-1-1-1 16,2 0 3-16,-1-2 2 0,3-1 4 0,1-1 0 0,1-3 1 15,1 0-10-15,1-1 3 0,0 0 3 0,2-1-2 0,0 0 10 0,1-3-3 16,1 0 0-16,0-1 4 0,2 1-13 0,0-2 2 0,0 1-3 15,2-1 0-15,0 0-3 0,0 0-1 0,0 1 9 0,2 1 0 0,-1 0 6 16,0 1-5-16,0-2-9 0,-1 2-2 0,0 1-2 0,1-1 1 0,-1 2 5 16,1 1 1-16,-1 1-2 0,2 1 7 0,1 0 2 0,0 0 0 15,1 2 4-15,2 0-4 0,-1 1 2 0,2 0-7 0,2 1-1 0,-1 2-2 16,2 0-3-16,0 1 6 0,0 0-5 0,2-1-2 0,1 1 3 0,1 0-7 16,0 1-1-16,1 0 1 0,1 1-7 0,0-1 2 0,1 1 5 15,1 0 0-15,0-1 2 0,0 1 2 0,1 0-2 0,-1 0 0 0,0 0 2 16,1 0 3-16,-1 0 0 0,1 0-1 0,-1 0-2 0,0 0 0 0,1 0-4 15,-1 0 2-15,0 0 0 0,1 0 0 0,0 0 0 16,0 0 0-16,1 0 2 0,-1 0-2 0,0 0-6 0,0 0 6 0,0 0-7 0,0 0 4 16,1-1 3-16,-1 1-2 0,1 0-2 0,-1 0-1 0,0-1 1 15,1 1-3-15,-1-1 5 0,0 1-1 0,1-1-2 0,-1 0 3 0,1 0-2 16,-1 0-3-16,1 0 2 0,0-1-2 0,0 2 0 0,-1-1 2 0,0 0 3 16,1 0-2-16,0 0 4 0,0 0 0 0,-1 1-5 0,1-1 3 15,0 1-1-15,0 0-1 0,0 1 4 0,0-1-1 0,0 0-1 0,0 0-2 16,0 1-1-16,-1-1 2 0,1 1-3 0,0 0 5 0,0-1-5 0,1 1 6 15,-1-1 0-15,0 1-3 0,0 0 6 0,0 0-3 0,1 0 2 16,-1 0-2-16,1 0-2 0,-1 0-3 0,0 0 3 0,-1 0-3 0,1 0 2 16,0 0 1-16,-1 0 2 0,0 0 0 0,1 1 3 0,-1-1-3 15,0 1-1-15,0-1-1 0,0 1 0 0,0 1 0 0,-1-2 2 0,1 0-3 16,0 1 1-16,-1 0 0 0,0 0-1 0,0 1 3 0,0 0-3 0,0 0-1 16,-1 1-1-16,0-1 0 0,0 1-1 0,1 1-2 0,-1-1 1 15,1-1-5-15,-1 0-4 0,0 1-2 0,0-1-5 0,1 0-4 0,-1 0 2 16,1 0-6-16,0-1-6 0,0-1-3 0,0 0-4 0,0 0-10 0,1 0 0 15,0 0-7-15,0-1-7 0,-1 1-10 0,1-1-9 0,0-1-11 16,-1 1-14-16,1-2-6 0,0 2-7 0,0-1-8 0,0 1-9 0,1-1-4 16,0 0-11-16,-1 0-2 0,1-1 0 0,1 0-3 0,1-1 1 0,0 1 1 15,1-2-17-15,1 1-110 0</inkml:trace>
  <inkml:trace contextRef="#ctx0" brushRef="#br0" timeOffset="2683">19398 5895 1039 0,'-4'-2'461'0,"1"0"-355"0,-1-1-168 0,1 0-148 0,0 0-77 15,0 0-15-15,2-1 54 0,1-1 78 0,2 0 76 0,3 0 48 0,0 1 42 16,2 0 44-16,-1 0 33 0,-1-1 39 0,0-1 29 0,-1 0 7 0,0 0 5 16,0-1 3-16,-1 0-6 0,0 0-7 0,0 0-16 0,-1-1-14 15,1 0-14-15,0-1-11 0,0 1-13 0,0-2-18 0,1 0-8 0,1 1-13 16,1-2 7-16,1 0-4 0,0-1 3 0,1-2-2 0,0 0-15 16,3-2-3-16,2 1-8 0,-1-3-4 0,3 0 1 0,0 0-1 0,3 0-3 15,1-2 3-15,1-1 1 0,2 2-8 0,0-3 1 0,0 1-1 0,3-1 0 16,1-3 3-16,3 0 0 0,0-1-2 0,1 0-4 0,0 1 0 15,1 2 2-15,1 0-8 0,1 0 3 0,0 0-2 0,2 2 0 0,-1-1-1 16,2 1-2-16,-2 3 2 0,1-2-4 0,1 3 9 0,-2 2 2 0,0 1-5 16,0 1 8-16,0 0-8 0,1 1-1 0,2 2 1 0,0 1 2 15,-1 0 1-15,2 1-1 0,0 1 1 0,0 1-3 0,4 1-1 0,-2 1-1 16,1 1-4-16,2 1-1 0,-1 1-7 0,1 1-1 0,0 0 4 0,-1 0 0 16,1 0 4-16,1 1 4 0,-2 1 0 0,0 0 1 0,-2 1 5 15,0 0 2-15,-1 0 2 0,1 1 1 0,-1 1 6 0,1 1-1 0,0 1 1 16,-3 1 3-16,1-1-5 0,-1 2-2 0,-2 0 0 0,0 2-1 15,-1 0-12-15,1 0 1 0,2 2 2 0,-3 0 1 0,1 2 12 0,-1 2-3 16,-1 0-5-16,0 0 2 0,0 2-2 0,-1-1 4 0,-2 0 2 0,-2 2-4 16,1-2 10-16,-3 0 4 0,2 2-1 0,-1 2 5 0,-1 0-5 15,-1 3-5-15,-2-2 2 0,-1 0 0 0,-2 2-1 0,-1-1 5 0,-1 0-4 16,-1 2 4-16,-1-1-5 0,2 2 1 0,-2-1-1 0,-3 3-1 0,-1 0-6 16,-2 2-8-16,-1 0-3 0,-2 0-2 0,-1-1 3 0,-1 2 2 15,-1-1 0-15,-2 1-3 0,0-1 0 0,-1 0 3 0,-2-1-1 0,0 2-1 16,-2-1 2-16,0 1-1 0,-2-1 2 0,1-2-1 0,-2 0-1 15,-1 0-1-15,-2-1 2 0,-1 1-1 0,-2 0-2 0,-2 1 0 0,0-2-14 16,-3 0 4-16,2 0-3 0,-4-1-2 0,-1 1 8 0,-1 0-9 0,-3 0 2 16,-2-2-4-16,-2 0 1 0,-4-1 3 0,-1-2 0 0,-4 1 5 15,-1-1-4-15,-2 0 0 0,-4 0 2 0,-1-3-1 0,-1-1 7 0,-1-1 5 16,-2-2 5-16,3-1 12 0,0-3 3 0,3-3 5 0,3-2 8 0,3-2-2 16,2-2 4-16,1-2-3 0,5-1-16 0,1-2-6 0,2-3-17 15,4-1-24-15,0-3-11 0,3-2-33 0,0-3-38 0,0-1-28 0,1-4-61 16,0-6-42-16,-2-4-23 0,-1-10-15 0,-3-9-196 0</inkml:trace>
  <inkml:trace contextRef="#ctx0" brushRef="#br0" timeOffset="4817.31">4661 7098 704 0,'-8'-4'-38'0,"2"0"161"0,-1 1-76 0,5 0-6 0,3 2-14 15,2 0-13-15,3 1 2 0,3 2 2 0,1 0 5 0,5 1 6 0,1 1 0 16,2 2 0-16,3 1 1 0,4 2 0 0,4 1 1 0,3 1 0 0,2 0 1 15,2 1-3-15,2 1-2 0,1-1-3 0,3 2-2 0,2 1 2 16,0 0-1-16,5-1 2 0,2 2-1 0,2-1 2 0,2-1 1 0,3-3 1 16,0 0 0-16,2-2-3 0,2-1-7 0,0-1-4 0,2-1 0 0,0-1-1 15,2-2 9-15,1-1-1 0,0-2 2 0,1 0 3 0,-1-1-3 16,1-1-3-16,-1-1-1 0,-1-1 4 0,-2 0 2 0,0-2 4 0,1 0-3 16,-2 0-5-16,-1-1 0 0,-2 0-2 0,-1 0 2 0,0-3 2 15,-1-2 2-15,1 0 9 0,-1-3 8 0,0 1 1 0,0-2-4 0,-1 0-7 16,-4 2-16-16,-3 1-5 0,-5 0-6 0,-2-1 3 0,-1 0-4 0,-2-1 5 15,-2 0-7-15,-1-1-5 0,-2 0 1 0,-2 0-1 0,-1 1 6 16,-1-1 0-16,-2-1-3 0,-1 1 6 0,-4-1 0 0,0-1 6 0,-3 1 0 16,1-1-8-16,-2-2 4 0,-2-1-4 0,-2 1 4 0,-1-2-1 0,-4 0-2 15,-2 1-1-15,-4-1-4 0,-1-2-3 0,-3 2 5 0,-2-1-11 16,-4 0 0-16,-2-1-5 0,-5-1-10 0,-4 1-5 0,-4 0-9 0,-3 3-3 16,-5 0-1-16,0-1-1 0,-6 2-2 0,-2-1 3 0,-4 1-8 0,-6 2-1 15,-3 0-4-15,-2 1 7 0,-4-1 14 0,-1 3 10 0,-2 0 22 16,-3 1 8-16,-1 1 9 0,-1 1 2 0,0 0 2 0,0-1-2 0,1 0 5 15,-1 1 10-15,1 1-1 0,1 1 1 0,0 0-10 0,1 2-4 16,0 0-4-16,0 1-6 0,2 1 4 0,0 1-6 0,0 2 1 0,1 1 1 16,1 2-3-16,-2 2 2 0,2 2 0 0,1 1-5 0,-1 2 0 0,-1 2-1 15,-1 1 1-15,-1 2-4 0,0 1 4 0,0 3-1 0,-1 1-4 16,1 0 0-16,-2 1-1 0,1 3-3 0,2 0 2 0,-2 2 13 0,1 2-1 16,1-2-1-16,-1 1 1 0,4 0-12 0,1 0 0 0,-1 0 3 0,3 0 0 15,2-2-8-15,2 2-6 0,3-2-11 0,3 1-17 0,2-2-12 16,3-4-14-16,-1 0-19 0,3 0-15 0,2-2-15 0,4-1-14 0,2 0-3 15,1 0-2-15,1 0-11 0,0-1-6 0,3 3-9 0,1 0-241 0</inkml:trace>
  <inkml:trace contextRef="#ctx0" brushRef="#br0" timeOffset="36352.03">10118 9812 595 0,'-1'-5'45'0,"2"-1"-2"0,1 1-11 0,4-1-6 0,0 1-2 0,1 0 0 16,1 0-4-16,-1 1-5 0,1-1-4 0,1 0-6 0,1 1-2 15,1 0-4-15,0 1-1 0,1-1 2 0,0 2 1 0,2-1-1 0,0 1-1 16,0 1-2-16,1-1 1 0,1-1 4 0,1 1-2 0,-2 1 3 16,-2 1-3-16,1-1-1 0,-1 1 2 0,0 0 5 0,0 1 4 0,-1 0 10 15,0 1 11-15,0 0 6 0,0 1 10 0,1-1 6 0,1 2 1 0,0 0 7 16,2-1 4-16,1 1-7 0,0-1 1 0,2 0-4 0,1 1-8 15,-1 0-5-15,2-1-1 0,2-2-2 0,-1 1 0 0,1-1 1 0,0 1 3 16,3 0-3-16,0-1-2 0,1-1-5 0,1 0-1 0,0-1-5 0,3 0-4 16,1-1 0-16,2 0-9 0,0 0-2 0,1-2 6 0,-1 0-3 15,1-1-4-15,2-1 3 0,-1-1-3 0,3 0-6 0,-1 1 3 0,-1-1-1 16,0 0 0-16,0 0 6 0,-1 0 2 0,0 0 4 0,0-1-4 16,0 1 5-16,-1 1 2 0,2-1-6 0,0 1 6 0,-1 0-3 0,1-1-2 15,0 1-2-15,1-1-5 0,-1 0-2 0,1 0-5 0,0 0 4 0,-1 2-6 16,-1-1-1-16,0 1 3 0,0 0-3 0,0 0 8 0,-2 0-5 15,2 0 1-15,-2 1 1 0,1 0-4 0,-1 1 5 0,0-2 2 0,-1 0-2 16,-3 0-3-16,0-1 1 0,-2 0-2 0,1 0 1 0,-1-2-2 0,2-1-4 16,-2 0 5-16,0-1 2 0,0 1 11 0,-3-2 5 0,1-1-4 15,0-1 0-15,0-2-6 0,-2 1-2 0,-1-3 1 0,-1 1 2 0,-2-1 0 16,0 0-1-16,-1-2 1 0,-1 0-2 0,1-1-1 0,0-1 3 16,-2 0 2-16,-2-1-4 0,-2 0-1 0,-2-1-1 0,0 0-3 0,-2-2 2 15,-1 2 2-15,-1-2-4 0,-1 1 4 0,-2 2-5 0,-1-1 2 0,-2 0 2 16,0 0-3-16,-2-1 1 0,-1 0 3 0,-1 0-16 0,-2-1 5 15,0 1 8-15,-3-1-2 0,1 0 11 0,-3 0-4 0,-1 0-7 0,1 0 2 16,-3 1-4-16,0 0 6 0,-3 1-6 0,-1 0 2 0,-3 2 1 0,2 1-3 16,-3-1-1-16,-1 1-1 0,-1 0 1 0,-2-1 1 0,-2 1-2 15,-2 1-1-15,-1 1 0 0,-4 2-1 0,0-1 8 0,-5 2-3 0,-1 1 2 16,-2 2 0-16,-4 0-8 0,1 0 4 0,-3 1-3 0,-1 0-2 0,-3 3 9 16,0 1-3-16,-1 0-1 0,2 2 2 0,-1 0-4 0,-1 2 1 15,1 0 5-15,0 0-4 0,0 2 2 0,2-1-2 0,1 1 0 0,0 0 0 16,1 1-2-16,-1 0 4 0,4 1-2 0,0 0 2 0,3 0-1 0,0 0-2 15,0 1 4-15,2 0 2 0,-1 1-4 0,1 0 4 0,-1 1-7 16,0 1 4-16,2 0-2 0,1 1-3 0,-1 0 6 0,0 1-6 0,0 1 3 16,-2 2-3-16,-1 1-1 0,-1 2 0 0,-2-1-1 0,-1 2 8 15,2 0 2-15,0 0 4 0,1 1-4 0,0-1-3 0,1 0-2 0,1 1 0 16,2 1 0-16,1-2-2 0,-1 1 5 0,3-1 1 0,0-1-3 0,5-1 1 16,2 0-5-16,2 1-1 0,1-1 4 0,3 1 2 0,1-1-2 15,2 1 2-15,2 1-7 0,1 1 5 0,1 0 0 0,1 1-2 0,2 1 5 16,-1 0-6-16,-1 0 0 0,1 2 0 0,1 0 1 0,0-2-6 0,1 2-3 15,0 0 1-15,1 0-2 0,1 0 23 0,1 2 2 0,0-1-2 16,0 0 0-16,0 1-11 0,2 1-2 0,1-3-1 0,0 0 0 0,2 0-2 16,0-2 5-16,1 1 0 0,0 0-3 0,0-1 1 0,1 1 1 15,-1-1 2-15,1-1-1 0,-1-2 0 0,2 0 0 0,-1-1-3 0,2-1 2 16,-1-1-1-16,1-2 5 0,1 1-3 0,0-1 0 0,1-1-1 16,0-1-1-16,0-1 2 0,1 0 0 0,0-1 0 0,1 1-2 0,0-2 2 15,-1 1 2-15,1 1-2 0,1-1 2 0,-1 0-4 0,1 0 2 0,1 0-2 16,0-1 1-16,0 1 4 0,1 0-3 0,0 0 0 0,1 0-2 0,-1 0-2 15,2 1 2-15,0 1-1 0,1 0-2 0,1 0-3 0,2 0-5 16,-1 1-6-16,2-1-8 0,1 1-10 0,2-3-27 0,0 1-65 0,5-2-59 16,3-1-85-16,1-1-102 0,7-2-217 0,4-2-59 0</inkml:trace>
  <inkml:trace contextRef="#ctx0" brushRef="#br0" timeOffset="67886.48">18918 8885 2438 0,'-4'5'79'0,"1"3"-91"0,1 5-16 0,4 5-8 0,2 2-2 15,2 4-2-15,3 4 4 0,0-2 4 0,2 2 5 0,0-2 8 0,-1 1 10 16,0 0 5-16,-1 3 2 0,-1 1 2 0,2 0 2 0,0 0-4 16,-1 0 1-16,1-1-2 0,1 3 0 0,-2-1 4 0,1 2 2 0,0 0 3 15,0-1-4-15,0 0 0 0,0 2 6 0,-1-3-4 0,-3 1 4 0,2 0-2 16,0-3-3-16,-2 0 4 0,2-2-2 0,-1-2-1 0,-1 0 5 15,1-3-3-15,0-2 6 0,-3-2-1 0,2-5 1 0,-1-2 4 0,0-4 1 16,-1-2-2-16,-2-2 2 0,0-2-5 0,-1-2-10 0,0-1-17 0,0-3-27 16,-2-3-31-16,0-4-32 0,-1-3-35 0,-1-4-36 0,-2-6-47 15,-2-3-45-15,-1-4-35 0,-2-1-22 0,-2-5-77 0,-3-1 98 0</inkml:trace>
  <inkml:trace contextRef="#ctx0" brushRef="#br0" timeOffset="68070.37">18559 8976 1131 0,'-15'-3'191'0,"0"2"-89"16,-2-1-10-16,6 1-2 0,3 1 2 0,2 0-1 0,4 0-19 16,1 0-18-16,1 0-16 0,4 1-16 0,1 0 6 0,1 1 4 0,3 0-7 15,2 0 5-15,2 1-3 0,4-1-5 0,2 1 0 0,0-1-3 0,4-1-8 16,1 1-2-16,3-2-4 0,3 0 1 0,0 0-9 0,2-1 4 16,2 0 1-16,1-1-8 0,0 1 6 0,0-1-3 0,1 1-8 0,-2 0 1 15,1 0-7-15,-2 1-11 0,-1 1-3 0,0 0-12 0,-2 0-22 0,-3 1-25 16,-1 0-20-16,-5 1-21 0,-1 0-17 0,-1 2-23 0,-3 2-34 15,-1 0-51-15,-1 3-36 0,-3 2-162 0</inkml:trace>
  <inkml:trace contextRef="#ctx0" brushRef="#br0" timeOffset="68237.37">18825 9842 2246 0,'0'2'96'0,"4"1"-96"15,3 2-11-15,7 1-1 0,4-2 2 0,5 1-2 0,5-1 0 0,2-1 0 16,4-2 4-16,1 0 1 0,4-1 5 0,-1-1-1 0,1 0-9 0,1 0-27 16,-3 0-46-16,1 0-50 0,-1-1-53 0,-1-1-47 0,-1-2-51 15,-3 0-49-15,-2-1-81 0,-3-2-11 0</inkml:trace>
  <inkml:trace contextRef="#ctx0" brushRef="#br0" timeOffset="68570.17">20020 9390 2073 0,'-8'4'213'16,"1"3"-180"-16,-1 2-27 0,5 2-6 0,2 1-3 0,1 4 5 15,2 2-1-15,1 2-5 0,1 0 2 0,2 3 2 0,0-2 3 0,0 0 9 16,1 0-10-16,0 0-1 0,2-1-1 0,2 0-3 0,1-1 0 0,1-2-1 16,2-2 1-16,0-1 0 0,1-1 1 0,1-4 1 0,0 1-4 15,3-2-2-15,-1-2 1 0,0-1 1 0,1-4 2 0,0-1 6 0,0-3 2 16,0-2 1-16,1-2 0 0,-1-2 0 0,0 1 3 0,0-4 3 15,0 0 1-15,-3-3-1 0,0-1 4 0,0 0 0 0,-3-3 6 0,0 0 3 16,-1 0 4-16,-1-1 2 0,0 0 4 0,-4 0 4 0,-1-1-2 0,-2-1 1 16,-2 2-5-16,-3-3-9 0,-1-1-3 0,-2 1-4 0,-2-1-3 15,-3 1 0-15,-3-1-10 0,-2 0 0 0,-3 1-1 0,-1 0 4 0,-3 2-4 16,-2 2 5-16,-2 1 7 0,-4 2 0 0,-2 2 5 0,-1 3-3 0,0 2-4 16,1 2-1-16,-1 3 1 0,1 3-1 0,-1 3 2 0,2 2-9 15,1 2-5-15,2 4-5 0,1 2-7 0,2 4-3 0,1 2-4 0,0 3-11 16,4 0-18-16,0 2-15 0,2 0-28 0,2 3-31 0,1 0-49 15,1 0-58-15,0 0-73 0,2-2-101 0,2 0-98 0,2-4-185 0</inkml:trace>
  <inkml:trace contextRef="#ctx0" brushRef="#br0" timeOffset="68754.12">20470 8503 2038 0,'0'3'269'0,"2"4"-218"0,1 5-35 0,3 7-6 16,0 5 6-16,1 5 2 0,1 6 7 0,-1 2 3 0,1 4 6 0,-3 6 7 16,1 4 0-16,-1 6-4 0,-1 3-12 0,-1 3-10 0,0 2-10 15,0 3-2-15,0 0-10 0,2 1-12 0,-1-2-18 0,1-1-25 0,1-2-44 16,1 0-56-16,0-1-88 0,2-4-92 0,1-2-105 0,0-4-215 0</inkml:trace>
  <inkml:trace contextRef="#ctx0" brushRef="#br0" timeOffset="70154.16">21698 7798 2224 0,'-14'4'38'0,"1"5"-42"0,-2 4-13 0,4 6 4 16,6 2 10-16,1 6-1 0,0 1 1 0,2 6 4 0,0 0 1 0,2 1 1 16,0 4 0-16,0 4 0 0,1 4-9 0,0 8 9 0,2 5-2 0,0 5-1 15,0 7 9-15,1 8-9 0,-1 5 2 0,1 7-2 0,1 8-8 16,0 6 2-16,1 8-6 0,0 6 2 0,1 5 6 0,-1 3-2 0,2 4 3 15,0 3 0-15,0 3 0 0,0 4-1 0,1 2 1 0,-1-2 0 0,-1 5 1 16,1 0-9-16,-2 1-7 0,0 1 0 0,-1-1-4 0,-1-2 11 16,1-4 6-16,-1-6 3 0,1-8 7 0,-2-8-3 0,0-9 3 0,0-8 1 15,0-11-7-15,0-8 1 0,0-10-12 0,1-9-21 0,1-5-40 16,-1-7-63-16,1-8-79 0,2-6-88 0,1-8-98 0,2-10-265 0</inkml:trace>
  <inkml:trace contextRef="#ctx0" brushRef="#br0" timeOffset="71637.34">15455 7508 1733 0,'-20'1'356'0,"1"6"-227"0,-2 4-20 16,4 6-33-16,4 5-38 0,1 3-21 0,1 2-4 0,1 4-7 0,0 2 3 15,1 1-3-15,0-1-3 0,2 2-4 0,0-2-5 0,0-1-7 0,2 1-4 16,1-4-5-16,-1-1-8 0,0-3-1 0,1-6-2 0,0-1 0 16,0-4 3-16,0-3 10 0,1-2 10 0,-2-1 4 0,1-3 12 0,0-1-2 15,1-1 4-15,0-2 5 0,1-2-1 0,1 0 0 0,-1-1-1 16,2-1-1-16,-1 0 2 0,2-1-7 0,0 0 1 0,2-1 1 0,0 1-4 15,2-2 13-15,0-1-7 0,2 1-2 0,2-1-1 0,1 1-4 0,1-1-1 16,-1-1 2-16,3 1-1 0,2 0 1 0,2-2-3 0,0 0 2 16,1 0-1-16,1-1 2 0,-2-1 3 0,1-2-1 0,1-2 6 0,0-1-5 15,-1-2 2-15,2 1 2 0,0-2-3 0,-1-1 2 0,1 0 0 0,-2-2 4 16,-1-1 1-16,1-1 0 0,-2-2-3 0,-1 0 1 0,-3-1 1 16,-1 0 6-16,-2 0 0 0,-1-2 0 0,-1 0-4 0,-2-3-7 0,-1 1-5 15,-3-1 0-15,-1 0 2 0,-2 0-3 0,-2 1-1 0,-1-2-2 0,-3 2-4 16,0 0 2-16,-2 3 3 0,-2 2 0 0,0 5 0 0,-5 2 4 15,-1 4 4-15,-2 3-6 0,-3 2 4 0,-1 3-2 0,0 2-1 0,-2 3 5 16,0 3 0-16,-2 2-1 0,1 2-1 0,1 2-3 0,-1 0-1 16,1 2 3-16,-1 2-4 0,2 1-1 0,0 3-4 0,2 0-1 0,0 3-7 15,0 1 1-15,2 0-5 0,-1 2-8 0,3 0-5 0,1 0-14 0,3-1-25 16,2 1-43-16,1-1-60 0,2-1-66 0,4 1-48 0,2 0-41 16,3-1-24-16,3 1-265 0</inkml:trace>
  <inkml:trace contextRef="#ctx0" brushRef="#br0" timeOffset="72053.35">16146 7168 2585 0,'-17'-9'88'0,"2"2"-37"0,-1 1-25 16,7 6-23-16,6 3-11 0,2 2 1 0,2 2-4 0,1 1-7 16,1 1-6-16,0 1-9 0,0 0-10 0,-1 1-11 0,1-1-37 0,0-1-70 15,-1 1-93-15,0 0-73 0,0 0-45 0,-1 0-22 0,1-1-268 0</inkml:trace>
  <inkml:trace contextRef="#ctx0" brushRef="#br0" timeOffset="72170.34">16049 7557 1701 0,'-3'-1'60'0,"2"2"-43"16,2 0-18-16,3 3-7 0,4 0 3 0,1 0-3 0,0 1-13 0,3-1-31 15,1-1-22-15,-1 0-72 0,0 0-74 0,-1-1-74 0,2-1-329 0</inkml:trace>
  <inkml:trace contextRef="#ctx0" brushRef="#br0" timeOffset="72354.34">16616 7059 1881 0,'0'-6'145'0,"1"3"-26"16,0-2-42-16,1 5-20 0,3 2 4 0,1 2 0 0,1 1-2 15,1 3-8-15,0 4-13 0,0 2-3 0,-1 3-16 0,1 1-6 16,-3 4-7-16,2 1-6 0,-1 2 2 0,-1 3-6 0,1 1-7 0,-2 1-16 0,1-1-22 16,-1 1-38-16,-1-3-62 0,1 2-79 0,-3-1-64 0,1 1-55 15,-1-1-33-15,-1 1-206 0</inkml:trace>
  <inkml:trace contextRef="#ctx0" brushRef="#br0" timeOffset="72803.98">14876 7357 2055 0,'-5'-25'131'0,"4"-2"-83"0,4-6-8 0,11 6-1 0,6 2 0 15,6 0-2-15,7 0-3 0,4-1-10 0,5 1-7 0,6 2-3 0,1-2-7 16,4 2-3-16,3-2-2 0,3 1 1 0,2 2 6 0,2 0-3 16,1 0 7-16,2 3-4 0,2 0-5 0,1 2 0 0,-1 3-4 0,1 1 0 15,2 2-3-15,-1 2 3 0,0 3 0 0,1 4 0 0,-1 2 2 0,0 5-9 16,2 4 1-16,-1 4-8 0,0 5 2 0,0 5-6 0,-2 5-6 16,-1 5-4-16,0 5-6 0,-3 3 2 0,-2 6-1 0,-2 2-3 0,-4 3 4 15,-3 4 3-15,-2 0 7 0,-2 0 4 0,-3 2 6 0,-3-2 3 0,-3 0-5 16,-6 0 5-16,-4 0 2 0,-5 0-2 0,-4-3 12 0,-5-1 0 15,-5 0 0-15,-5-4 11 0,-7-2 1 0,-4-4 4 0,-8-3 6 0,-4-4 1 16,-9-1 4-16,-5-4 0 0,-7-1-3 0,-8-2-3 0,-6-2-15 16,-6-3 2-16,-7 0-2 0,-5-3-6 0,-4-3 5 0,-6 0-4 0,-1-3-2 15,-5 0-4-15,-4-2-2 0,-1-4-5 0,-3 0-2 0,0-2-6 0,0-3 1 16,1-1 1-16,1-2 0 0,2-1 9 0,2-2 4 0,4-1 1 16,2 0-1-16,5-1-2 0,5-2-5 0,4-1-2 0,7-2 4 0,6-1-8 15,4-2-1-15,9 1-14 0,6-2-30 0,6 1-33 0,9-1-40 0,7 2-47 16,6-2-46-16,7-1-45 0,5-1-34 0,6 1-62 0,7-3-75 0</inkml:trace>
  <inkml:trace contextRef="#ctx0" brushRef="#br0" timeOffset="73970.69">22338 8771 1420 0,'-10'-9'872'0,"3"2"-812"0,0 0-25 0,6 4-24 0,2 2-13 15,2 1-1-15,2 1 3 0,1 2 2 0,0 0-2 0,1 3 3 0,0 1-1 16,-3 2 1-16,3 2 1 0,-1 4 1 0,2 1-2 0,0 3-2 0,0 2-7 16,0 0-3-16,2 1 9 0,-2 3 0 0,2-1 8 0,0 3 3 0,-1-1-16 15,1-1 2-15,0 0-3 0,-1-1-5 0,0-1-1 0,1 0 0 16,-2-2-1-16,-1-1 0 0,0-2 1 0,-1-2 0 0,0-2 0 0,-2-3 7 15,0-2 2-15,-2-3 6 0,2-2 3 0,-1-1-3 0,-1-1 2 0,0-2-1 16,0 0 2-16,0-2 0 0,1-1-1 0,-1-2-2 0,0-1-3 16,1-3 0-16,-2-2-3 0,0-3 1 0,0 0 1 0,0-3 2 0,-1-1 4 15,-1 1 2-15,1-2 2 0,-1-1 2 0,0-1-2 0,-1 0 5 16,-1-2 0-16,-1-1 7 0,0-2 1 0,1 0-11 0,0 0-4 0,2-1 6 16,-1 2 1-16,2 0 8 0,2 1 3 0,-1 1-8 0,2 1 2 0,0 4-4 15,0 0-1-15,1 2-1 0,0 3-2 0,0 3 5 0,-1 2-2 16,1 1 1-16,0 2-2 0,0 3 0 0,0 0 0 0,0 2 0 0,1 2-2 15,-1 1 4-15,2 3-3 0,1 2-4 0,0 1-3 0,0 5-5 16,1 1 3-16,1 1-1 0,-1 1-4 0,0 1 4 0,2 0-4 0,0 0 0 16,2-2 6-16,1 0-4 0,0-2-10 0,1-1 0 0,1-3 0 0,1 1 12 15,0 0 11-15,-2-2 0 0,2-1-3 0,-2-1-12 0,-1-2 2 16,-2-2 0-16,-1-2-1 0,-1-1 4 0,1 0-6 0,-2-1 6 0,-1-1-1 16,0-1-6-16,-3-1 1 0,0-1-4 0,0-1-1 0,-1-1-13 0,0-1-5 15,0-1-4-15,-1-1 5 0,1 1 4 0,-2-2-3 0,0 0-8 16,0-2-19-16,0 0-13 0,0 0-23 0,2 0-18 0,-1-2-16 0,3 0-3 15,0 0-3-15,1 0-1 0,2-2 2 0,0-1 0 0,1 1-8 0,2 0-3 16,0-1-5-16,0 0-5 0,1 2 7 0,-1-1 5 0,1 3 7 16,-1 2 7-16,-2 2 10 0,-1 1-1 0,-2 3-32 0</inkml:trace>
  <inkml:trace contextRef="#ctx0" brushRef="#br0" timeOffset="74304.19">23135 8804 1860 0,'-2'-2'173'0,"1"1"-114"0,0 0-46 15,3 1-3-15,2-1-2 0,0 1 10 0,0-2 6 0,2 1-2 16,0 0 4-16,0 0-2 0,-1 0-3 0,1 0-8 0,0 0 1 0,-1 0-1 16,0-1-2-16,0 0-7 0,0 0-1 0,0-1-3 0,-2-1 8 0,2-1 7 15,-1 0-2-15,-1-1 6 0,0-1-3 0,-1-2 4 0,0 0 3 16,-1-2-7-16,-2 0 2 0,-1-2-4 0,0 2-4 0,-2-1 2 0,0 0-9 15,-1-1 5-15,0 0-2 0,0 0 1 0,-1 0-1 0,0 0-5 16,-1 1 1-16,0 2-4 0,1 0 1 0,0 0-1 0,0 2-2 0,0 1-3 16,1 0-1-16,0 2 1 0,0 1 0 0,0 0-7 0,0 2-6 0,-1 1-1 15,0 1-7-15,-1 1 0 0,-1 2-1 0,-1 1-7 0,-1 2-4 16,-1 2-12-16,-2 1-11 0,-1 2-2 0,0 1-1 0,2-1 5 0,0 0 3 16,1 1 1-16,1-1-7 0,2 1-11 0,0-2-12 0,3 1-15 0,2 0-19 15,1-1-14-15,2 0-17 0,0 0-8 0,3-2-5 0,-1 2 1 16,3-2 14-16,0 0 17 0,1-2-1 0,0-1-51 0</inkml:trace>
  <inkml:trace contextRef="#ctx0" brushRef="#br0" timeOffset="74971.6">23187 8728 214 0,'9'-2'142'15,"-1"0"-20"-15,1-2-29 0,0 0-12 0,-1 1-8 0,-2 0 2 16,1-1 1-16,0 2 2 0,0-1 0 0,-1 2-8 0,-1-1-1 0,1 2-11 16,-1 0-2-16,0 0-5 0,0 1-5 0,-2 0 0 0,1 0 2 0,0 1-3 15,-1 2-3-15,1 0-3 0,0 1-6 0,0 1-2 0,1 1-7 16,0 2-2-16,-2-1-4 0,2 1-5 0,0 0-3 0,1 0 1 0,0 1-7 15,2 1 1-15,0 0-2 0,-1 0-5 0,1-1 6 0,-1-1-5 0,1 0 1 16,0-1 3-16,0-2-6 0,0-2 3 0,1 0 1 0,1-1 5 16,-1 1 7-16,0-2 6 0,1 0 1 0,1-1 2 0,0-1 4 0,0-1 1 15,0-1 5-15,1 0 0 0,-1-1 4 0,0 0-4 0,-1-1-2 0,0 0-1 16,-1-2-12-16,1-1 3 0,-1-1-1 0,1 1-2 0,-1-1 2 16,0 2-5-16,-1-2 2 0,-1 1-1 0,0 0-4 0,-1 1 9 0,0 1 1 15,0 1 3-15,0 0 3 0,0 1-6 0,0 1 0 0,-1 0-1 16,0 2 3-16,-1 1 0 0,0 0-4 0,-1 1 0 0,1 1-7 0,0 1-7 15,-1 0 3-15,1 2-7 0,0 1-1 0,0 0 2 0,0 1-5 0,0 0 3 16,1-2-2-16,0 1-1 0,-1 0-2 0,1 0-1 0,-1-1 0 16,2-1 1-16,1-1-6 0,-1-1 3 0,1-1 1 0,0-1 4 0,1-1 6 15,-1 0 1-15,1 0 4 0,-1 0-2 0,0-1 13 0,1 0 0 0,-1-2-4 16,1 1 6-16,0-2-12 0,0-1 3 0,0 0 0 0,0 0-1 16,1-1 4-16,-1 0 1 0,0-1-3 0,1 1-1 0,-2-1 0 0,1 0-4 15,-1 1 1-15,-1 0-2 0,0 1-2 0,0 1 0 0,1 1-2 0,-1 1 2 16,0 0 0-16,0 1-2 0,0 1 0 0,0 0-1 0,1 0-2 15,-3 1 1-15,2 0 3 0,-1 1-3 0,0 0 3 0,-1 0-3 0,0 2-1 16,2-1 0-16,-2 0-1 0,1 1-1 0,0-1 2 0,0 1-3 16,0 0 3-16,0-1 0 0,2-1 0 0,0 1 0 0,1-1 0 0,-1-1-2 15,0 1 0-15,1-1 4 0,0-1 0 0,-1 1-4 0,1-1 4 0,0 0-4 16,0-1-1-16,0 0 4 0,0 0-2 0,-1 0-1 0,0 0 7 16,-1 0-3-16,-1 0-1 0,1 0 3 0,0 0-6 0,1 1 5 0,0-1-3 15,1 1 0-15,0 1 0 0,0 0-3 0,-1 0 0 0,3 0 1 0,-1 0 0 16,1 0-1-16,1 1 3 0,0-1-1 0,0 1-1 0,2-2 5 15,0 1-4-15,1 0-1 0,0 0 5 0,-2 0-3 0,2-1 5 16,0 0-2-16,-1-1-1 0,1 0 3 0,-2-1 0 0,1 0 0 0,-1-1 3 16,-1-1-2-16,1-1 3 0,-1-1 2 0,0-1 1 0,0-1 1 0,0-1 0 15,-1 0-1-15,-2-1-1 0,0-1 3 0,0-2-3 0,-3 0-1 0,-1-1 4 16,-2 2-6-16,-2-1-3 0,-3 0 4 0,-1 1-6 0,-4-1-5 16,-2 3 1-16,-3-1-3 0,-3 2 4 0,-2 2 9 0,1 2 6 0,-2 3 2 15,-1 1 5-15,0 3-5 0,2 2-1 0,1 3-3 0,0 2-9 16,3 3 1-16,1 2-9 0,0 4 3 0,2 3-6 0,2 1 0 0,2 3-2 15,3 1-4-15,3 0 1 0,1 0-5 0,3-2-9 0,5-1-2 0,2 0-6 16,4-3-13-16,3 0 0 0,3-3-20 0,4-3-27 0,3 0-41 16,5-3-108-16,2 0-96 0,3-2-97 0,4-1-100 0,3-2-147 0</inkml:trace>
  <inkml:trace contextRef="#ctx0" brushRef="#br0" timeOffset="75754.71">28262 8019 2494 0,'-3'1'61'0,"1"2"-55"0,1 2-10 0,4 2 1 16,2 4-1-16,0 3 4 0,3 4-3 0,-1 0 3 0,1 4 0 0,-1 2 2 15,-1-1 1-15,-1 3-1 0,0-1-6 0,-2 1 3 0,-2 1-2 16,0-3-1-16,-2 1 9 0,0-2-8 0,-1-1-2 0,0-1-1 0,0-2 0 16,0-2-1-16,1-2 1 0,0-1-2 0,1-3-3 0,0-1 2 0,0-1-8 15,0-3-6-15,0-2-19 0,0-2-43 0,0-2-47 0,-1-1-40 16,-1-2-49-16,-1-3-57 0,0-3-83 0,-2-3-125 0,-1-4-34 0</inkml:trace>
  <inkml:trace contextRef="#ctx0" brushRef="#br0" timeOffset="75938.86">27759 7885 2330 0,'-11'-4'65'0,"3"1"-33"0,0 0-12 15,7 2-12-15,5 1-11 0,3 0 0 0,5 2 3 0,4-1 0 16,3 1 0-16,3-1 1 0,3 0-2 0,2 0-2 0,5 0 1 0,2-1-1 16,0 0-2-16,2 0-2 0,0 1-6 0,1 0-2 0,-1 0-3 15,0 0-11-15,2 0-12 0,-4 1-11 0,0-1-23 0,-2 0-44 0,-2-1-48 16,-3-1-38-16,0 1-14 0,-4 0 8 0,-1 1 2 0,-1 1-14 0,-4 0-52 15,-2 2-144-15</inkml:trace>
  <inkml:trace contextRef="#ctx0" brushRef="#br0" timeOffset="76087.72">28122 8489 1511 0,'2'1'108'16,"2"1"-163"-16,4 1 3 0,4 0 19 0,5-2 13 0,3-1 4 0,1-1 0 15,4-1-3-15,0-1-2 0,1 0-8 0,0-2-25 0,-1-1-37 16,1-1-41-16,-1-1-32 0,-2 0-18 0,0 0-6 0,-2-1-18 0,0-1-70 16</inkml:trace>
  <inkml:trace contextRef="#ctx0" brushRef="#br0" timeOffset="76370.63">28762 8235 296 0,'6'-6'167'0,"1"1"-36"0,1-1-15 0,-2 2-7 0,-1 2-22 15,-1 1-15-15,-1 0-16 0,0 2-13 0,0 0 2 0,-1 2 1 16,0 1-3-16,1 1 4 0,-2-1-6 0,0 2-3 0,0 1 0 0,0 1-3 15,1 3 10-15,1 1-3 0,-1 0 0 0,2 2-5 0,1-1-7 16,1 0-6-16,1-1-1 0,1 1-5 0,2 1-4 0,0-2-1 0,2 1-6 16,1-2 1-16,2-1 1 0,2-1-2 0,-1-1 4 0,1-2 0 0,1-1 3 15,-1-1 7-15,3-1 3 0,-2-3 10 0,-1-1 1 0,-3-1 3 16,0-2 9-16,-1-1 0 0,-1 0 7 0,0-2-2 0,-2 0-5 16,-1-1 2-16,-1-1-3 0,-1 1 4 0,-1-3-7 0,-1 0-2 0,-2 0-2 0,-2-1-11 15,-2 2 0-15,-1-3-3 0,-3 0-3 0,-1-1 0 0,-1-1-2 16,-3 0-7-16,-1 1 11 0,-2-1 0 0,-1 0 0 0,0 2 2 0,-2-3-15 15,1 2-4-15,-2 2-1 0,-1 2-7 0,1 2-3 0,1 1-2 16,-2 2-5-16,1 2-7 0,-1 1-5 0,0 2 1 0,-1 1-5 0,0 1-12 16,1 1-17-16,-2 1-34 0,1 0-25 0,1 2-21 0,1-2-14 0,0 1-12 15,2 0-30-15,2 0-29 0,0 0-37 0,2-1-39 0,2 0-132 16,1-2 55-16</inkml:trace>
  <inkml:trace contextRef="#ctx0" brushRef="#br0" timeOffset="76537.63">28969 7668 2010 0,'2'-17'79'0,"2"-1"-35"16,3-3 12-16,2 6 8 0,-1 5 1 0,3 1-17 0,-1 3-13 0,1 3-6 15,1 3-6-15,-2 4-2 0,-1 2 7 0,0 3 0 0,-1 2-11 16,1 4-3-16,-1 5-2 0,0 5-8 0,-1 6 9 0,-1 4-7 0,-3 4-6 16,0 3-3-16,-2 3-11 0,0 3-19 0,-2 1-47 0,-1 1-71 0,0 0-88 15,-1 0-81-15,1 0-76 0,2-1-107 0,0-2-128 0</inkml:trace>
  <inkml:trace contextRef="#ctx0" brushRef="#br0" timeOffset="76820.63">30107 7128 2514 0,'-2'8'17'0,"1"5"-34"0,-1 8 11 0,1 9 6 0,1 8 8 0,0 10-2 16,1 6-1-16,-1 8-5 0,-1 6 4 0,1 4-4 0,-1 9 8 16,0 5 7-16,-2 6-3 0,1 7 9 0,0 6-5 0,-2 9-13 0,-1 7-3 15,0 11-5-15,-1 8-1 0,1 5-4 0,1 8 2 0,1 3 0 16,1 3-1-16,4 0 10 0,4 0-8 0,3-1 2 0,4-6-2 0,3-4-10 16,4-6 3-16,2-8-11 0,0-3-6 0,3-5-8 0,0-4-31 0,2-4-23 15,1-7 2-15,-1-6 8 0,0-9 26 0,0-7 28 0,-2-7 2 16,0-5-6-16,2-9-9 0,-2-6-28 0,-1-6-43 0,-2-5-40 0,-1-4-39 15,-2-6-24-15,0-5-19 0,-1-6-48 0,-1-8-182 0</inkml:trace>
  <inkml:trace contextRef="#ctx0" brushRef="#br0" timeOffset="77137.64">30804 7957 2325 0,'-1'1'405'0,"0"2"-421"0,2 2-12 0,1 2 7 0,1 4 13 0,1 2 7 15,1 2 1-15,1 2-2 0,-1 2 2 0,1 1 0 0,-1 2 10 16,1 3 4-16,-2 1-1 0,0 2 5 0,0 2-3 0,0 0-15 0,0 3-2 15,-1 2-6-15,-1 2 0 0,2 4 11 0,-2-1-5 0,1 2 2 0,0 2-3 16,0 0-2-16,0 1 2 0,0-1-2 0,0-3 2 0,1-3-2 16,0-1-5-16,0-4-3 0,0-1-9 0,0-4-16 0,1-2-21 0,-2-3-27 15,0-2-23-15,0-1-15 0,0-4-9 0,0-1-3 0,0-2-7 16,0-4-14-16,0-3-37 0,-1-2-49 0,0-2-41 0,0-2-41 0,-1-1-135 16</inkml:trace>
  <inkml:trace contextRef="#ctx0" brushRef="#br0" timeOffset="77437.87">30721 8279 2007 0,'-7'-9'151'0,"1"-1"-147"0,1-2 5 16,3 1 3-16,4 2-1 0,1-1-2 0,2 0-6 0,2-1-3 0,2 0 3 15,1 0 10-15,0 0 15 0,3 1 20 0,-2 1 14 0,3-1 4 16,1 0-4-16,2-1-19 0,1 1-5 0,1 0-6 0,2 2-1 0,1 0-9 15,2 0 4-15,1 2-8 0,-1 0-4 0,2 1 1 0,0 1-7 0,2 0 2 16,-1 2-5-16,1 0-2 0,-1 2 2 0,-3 1-2 0,-1 2-3 16,-4 0 0-16,-2 1-6 0,-2 0-2 0,-1 1-6 0,-3 0-3 0,-2 2-5 15,-2 0-3-15,-3 1-8 0,-2 0-5 0,-2 1-6 0,-2 0-13 16,0 1-10-16,-4 0-3 0,-3-1-1 0,1 0 9 0,-5 1 5 0,2-1-4 16,-3 0 5-16,-1 0-1 0,2-1 8 0,-3-1 8 0,1 0-8 0,0-2-4 15,0-1-18-15,0 1-22 0,0-2-19 0,2 1-20 0,1 1-13 16,2-2-5-16,0 1-6 0,3-2-11 0,1 0-14 0,2-1-68 0,2 0-36 15</inkml:trace>
  <inkml:trace contextRef="#ctx0" brushRef="#br0" timeOffset="78020.92">31511 7940 1436 0,'2'-12'80'0,"1"-1"-28"15,0-2 9-15,2 2 5 0,-1 3-6 0,1 1-9 0,0 1-17 16,-2 2-10-16,0 2 8 0,-1 2 7 0,0 0 19 0,1 2 6 0,-3 0-4 15,0 1-2-15,1 1-14 0,-2 2-2 0,2 0-5 0,1 2-7 0,0 3-1 16,-1 1-8-16,0 2-3 0,1 3-5 0,-1 3-6 0,1 2-5 16,1 1-2-16,-2 1 3 0,1-1-4 0,2 0 7 0,-1 0-2 0,4-2-2 15,-2-1 1-15,1 0-2 0,1-1-2 0,0-1-4 0,1-2 1 16,-1-1-6-16,0-1 3 0,1 0 1 0,0-1 1 0,0-2 2 0,0-1 3 16,-1-1 5-16,0-1 1 0,-1-1 0 0,1-1 2 0,0-1-1 0,0-1 2 15,0-1-9-15,1 0 8 0,-1-1-11 0,2 0-3 0,0 1 14 16,0-2-15-16,-1 1 18 0,0 0-1 0,0-1-14 0,-1 1 12 0,0-1-17 15,2 0 12-15,-3 1 2 0,2 0-7 0,-1 0 8 0,-1 0-12 0,0 0 5 16,0 1-3-16,0-1-8 0,-1 1 4 0,-2 0-7 0,0 0-3 16,-2 1 8-16,1 0-3 0,0 3 7 0,-1-1 1 0,-1 2 5 0,2-1-2 15,-2 0 2-15,1 2-1 0,1-1-5 0,-1 0 1 0,1 0-7 16,1-1-1-16,0 0-5 0,1 0-2 0,0-1 2 0,2-1-1 0,0 0-3 16,2-2-2-16,1 0 2 0,-2-1-1 0,1-1 5 0,1 0 8 0,2-1-3 15,-1 0 9-15,-1-2 3 0,-1 1-1 0,-1-2 6 0,0 0 1 16,1 0 2-16,0 1 5 0,0-1 2 0,-1 0 1 0,-1 0 2 0,-1 1-4 15,0 1 0-15,0 0-4 0,0 2 0 0,-2 0 4 0,2 0-4 16,1 0 2-16,-4 2 28 0,2 0-36 0,-2 0 33 0,1-1-3 0,-1 2-34 16,1 0 27-16,1 0-33 0,2 1 1 0,0 0-1 0,1 1 2 0,1 0-1 15,0 0-2-15,3 0 5 0,0 1 0 0,1-1 3 0,0 0 3 16,1 0 2-16,1-1 1 0,0 0 0 0,1 0 2 0,-1-1 1 0,1-1-6 16,-1 0 3-16,0-2-1 0,0 0-7 0,0-1 8 0,-1 0-3 0,0-1 4 15,-1 0 0-15,1-1-1 0,-2-1-1 0,1 0 1 0,-1 0 2 16,-1 0 1-16,0-1 2 0,-2 0 3 0,0 0 2 0,-2 1 12 0,0-1 2 15,-2 0-2-15,-1-1 0 0,-1 0-24 0,-2 1-8 0,-1 0-9 0,-1 0-6 16,-2 0 4-16,-2 0 0 0,-1 2 0 0,-1-1-2 0,-1 1-2 16,-2 1 7-16,0 0-2 0,-2 1-3 0,0 1 0 0,0 1-10 0,-1 0-2 15,1 2-3-15,0 0-11 0,1 0-23 0,1 1-29 0,1 0-44 16,2-1-32-16,0 1-30 0,2-1-25 0,1 0-13 0,2 0-21 0,1-1-10 16,1-1-147-16</inkml:trace>
  <inkml:trace contextRef="#ctx0" brushRef="#br0" timeOffset="78470.63">32509 8082 714 0,'7'1'287'0,"-2"-1"-144"0,2 2-24 16,1 0-3-16,2 1-4 0,1 0-12 0,-1 2-19 0,1 1-18 16,-1 2-9-16,0 0-5 0,1 2 4 0,-2 1-4 0,1-1-6 0,-1 3 2 15,0 0-13-15,-2 0-3 0,-1 0-8 0,0 0-11 0,-1 0 3 0,1 0-1 16,-2 0-1-16,0-1 4 0,1-2-6 16,-1 1-5-16,0-2-2 0,0 0-2 0,0-1-6 0,1-2 3 0,-1-1-2 0,0-1 7 0,-1-1 2 15,2-1 68-15,1-2 2 0,-1 0-3 0,1-1 3 0,0-1-66 16,0-2 1-16,1 0 0 0,0-2 4 0,1-1-4 0,-1 0 2 0,1-1 0 15,0-1 2-15,-4 5 1 0,0-1 8 0,0 1 2 0,1-1 2 0,0 0 0 16,1 0-9-16,-1 0 1 0,0-1-1 0,0 1-1 0,1 0 0 16,0 1 1-16,0-1-4 0,0 2 3 0,1-1 3 0,0 1-5 0,-1 1 1 15,1 0-3-15,-1 1-9 0,0 0-1 0,0 2-2 0,0 0-7 0,0 1-11 16,1 0 1-16,0 1-2 0,-1 1 4 0,0 0 11 0,1 0-4 16,-1 1 0-16,1 0 1 0,1 0-6 0,-1 0 3 0,1-1-1 0,0 1 0 15,-1-1 1-15,1 0 0 0,-1-1 5 0,1-1 0 0,0 1-3 16,-1-1 4-16,1-1-3 0,0 0-3 0,0-1-4 0,-1 0-2 0,0 0-5 15,1-2-4-15,0 1-5 0,0-1-3 0,0 0 1 0,1 0 4 0,0 0 4 16,-1-1-5-16,1 0 12 0,0 0-8 0,1 1 7 0,0 0-10 16,-1 0-14-16,1 0 5 0,-1 1 4 0,0 1 11 0,0 1 8 0,-2 0 1 15,2 1-5-15,-2 2 4 0,0 0 4 0,-2 1 6 0,1 0 2 16,-3 2 4-16,1 0-7 0,-2 2-5 0,0 0 3 0,-1 1 1 0,0 0 9 16,-2-1 4-16,1 1 1 0,-1 0 2 0,0 0-2 0,-1-1-4 0,0 0-5 15,0-1-16-15,0-2-16 0,0 1-22 0,1-1-16 0,-1-2-17 16,0 0-12-16,1-1-2 0,0-2-4 0,0-1-1 0,0-1 3 0,1-2 1 15,1 0 9-15,-1-2 10 0,1 0 4 0,-1 0 7 0,2-1 1 0,0 0 2 16,-1-1 6-16,1-1 0 0,0 1-1 0,0 0-11 0,1 0-16 16,-1 0-25-16,0 2-61 0</inkml:trace>
  <inkml:trace contextRef="#ctx0" brushRef="#br0" timeOffset="78737.91">33387 8354 467 0,'1'0'149'16,"0"0"-113"-16,-1 0-16 0,0-1 10 0,1 1 15 0,0 0 4 0,1 0-6 15,-1 0-17-15,2 0-9 0,-1 0 3 0,1 1 11 0,0 0 5 0,0-1 8 16,1 1-3-16,0 0-4 0,0 0-1 0,0 0 3 0,0 1 3 16,3-1 5-16,-2 1 8 0,1 0 7 0,0-1 7 0,1 1 10 0,1 0-9 15,-1-1-1-15,2 0-6 0,1-1-5 0,-1 0-1 0,0 0-9 0,1-1 2 16,1 0-6-16,-1-1-2 0,2-1-1 0,0-1-4 0,-3-2-1 16,2 0 1-16,0 0-3 0,-1-2-9 0,-1 0 2 0,-1 0 48 0,1-2 5 15,-4 0 7-15,0 0-2 0,-2 0-48 0,0 0-2 0,-2-1 6 16,-2 1-6-16,0-1-5 0,-2 1-5 0,-2 1-9 0,-2 1-7 0,1 0-3 15,-3 1-52-15,-1 0-5 0,-1 1-1 0,-2 0-6 0,0 1 46 0,-1 1-8 16,0 0 0-16,-1 1-4 0,-1 0-1 0,1 2-6 0,-1 1-14 0,-1 0-18 16,2 3-29-16,-1 1-33 0,1 1-46 0,0 3-101 0,1 2-29 15,0 2-16-15,2 2-13 0,1 4 20 0,-1 2-57 0</inkml:trace>
  <inkml:trace contextRef="#ctx0" brushRef="#br0" timeOffset="79620.41">25552 12989 2937 0,'8'-5'42'15,"5"0"-27"-15,9-2-15 0,10-2-1 0,7-1 8 0,8 0 10 16,7 0-4-16,6 0 3 0,3 1-4 0,4 0 12 0,4 1 4 0,3 1 4 15,1 0 1-15,1 1-7 0,-1 1-8 0,3 1-5 0,-3 2-12 0,0 0-6 16,-3 1 0-16,-2 0-15 0,-1 0-8 0,-1-1-25 0,-3 0-28 16,-1-1-56-16,-3-1-84 0,-2-2-114 0,-1-3-163 0,-2-4-200 0,0-6-142 15</inkml:trace>
  <inkml:trace contextRef="#ctx0" brushRef="#br0" timeOffset="79756.41">26869 11865 3621 0,'-24'0'70'16,"3"4"-40"-16,-1 4-22 0,5 10-6 0,8 9 0 0,0 8-6 16,3 13 21-16,0 13-1 0,-1 10 5 0,1 13 25 0,0 6-15 0,-2 7-4 15,-1 6 12-15,1 5-17 0,-1 4-12 0,1 6-6 0,1-2-14 0,1-1-24 16,3-2-43-16,1-5-79 0,1-1-117 0,1-2-160 0,2-3-246 16,-3-1-653-16</inkml:trace>
  <inkml:trace contextRef="#ctx0" brushRef="#br0" timeOffset="80421.41">17830 15684 2141 0,'-10'4'245'0,"1"1"-157"0,-1 1 9 15,2-1-1-15,3 1-18 0,1 2-35 0,2 0-37 0,0 3-1 0,1 2-6 16,1 3 1-16,1 1 0 0,0 0-5 0,0 3 13 0,-1 3-6 0,-1 0 6 15,0 2 7-15,-1-1-17 0,1 3 2 0,1-3-2 0,-2 4-9 16,0 0 13-16,1-1-1 0,-1 4-4 0,-1-2 5 0,0 0-2 0,-1 0 4 16,0-1 3-16,0-3-10 0,0 1 1 0,0-2 0 0,-1 0 4 15,1-2 8-15,0-2-12 0,1 0 2 0,1-1 5 0,-1-2-5 0,2-1 7 16,0-2-14-16,1-2-1 0,1-2 18 0,-1-1-8 0,2-1 19 0,0-1-7 16,0 1-19-16,0-3 5 0,0 1-12 0,1-1 2 0,-1-1-7 15,0-1-27-15,-1-1-41 0,0-1-55 0,0-1-81 0,0-1-77 0,-1-1-97 16,1-3-121-16,-1-3-282 0</inkml:trace>
  <inkml:trace contextRef="#ctx0" brushRef="#br0" timeOffset="80621.41">17354 15609 2871 0,'-8'1'108'0,"1"0"-5"16,0 0 18-16,4-2-12 0,3 1-48 0,3-1-39 0,2 0-20 0,5 0-7 15,2 1-1-15,4 0 2 0,1 1 1 0,2-1-1 0,2 2 4 16,0 0-9-16,0 0-16 0,0 0-9 0,1 1-24 0,-1-1-23 0,1 2-31 16,-1 0-35-16,-1 0-25 0,0 1-37 0,-1 1-46 0,-2 0-53 0,1 2-47 15,-1 0-60-15,-1 4-80 0,-4 2-52 0</inkml:trace>
  <inkml:trace contextRef="#ctx0" brushRef="#br0" timeOffset="80771.41">17353 16736 2110 0,'-2'2'98'0,"1"-1"-21"0,1 0 12 0,4-3 6 0,3-2-28 15,5-1-42-15,3-4-15 0,5-1-13 0,2-2-4 0,3-2-2 16,2-2-15-16,2 0-9 0,0-1-22 0,2-2-49 0,0-1-65 0,2-1-88 16,-1-2-76-16,1-3-81 0,0 1-251 0</inkml:trace>
  <inkml:trace contextRef="#ctx0" brushRef="#br0" timeOffset="81087.5">18380 15937 2119 0,'-5'8'179'0,"2"2"-82"0,-1 1 16 0,3 1 7 0,2-2-32 16,1 2-36-16,1 0-39 0,1 2-5 0,2 0 2 0,-1 2-8 0,2 2 11 15,1-2-1-15,-2 1 9 0,1 1 4 0,0-1-6 0,2-1-7 16,0 0-7-16,1-2 0 0,1-1 8 0,1-2-2 0,0-2-10 0,2-1 13 15,0-1-13-15,2-3 10 0,1 0 1 0,-1-2-16 0,-1-1 9 16,3-2-13-16,-2-1 6 0,2-2 16 0,-4-2-9 0,1-1 7 0,-1-2-4 16,-3 0-9-16,0-1 14 0,-1-1-2 0,-2-1-3 0,0-1 1 0,-1 0 1 15,-2-2 8-15,0 0 2 0,-2 0 0 0,-2 2-3 0,-2 0 6 16,-1 0 5-16,-1 0 2 0,-3 0-10 0,-1 1-3 0,-2 1-2 0,-2-1-1 16,-1 0-2-16,-3 0-8 0,-2-1-2 0,-2 2-11 0,0 0 2 15,-3 1-2-15,0 1-11 0,-1 2 1 0,-1 2-10 0,2 1-10 0,-3 4 10 16,-1 0 4-16,2 2-11 0,-2 2 1 0,2 1-1 0,1 3 0 0,1 1 14 15,3 1-14-15,-1 1-11 0,2 0-19 0,2 2-42 0,0-2-53 16,2 0-75-16,1-2-79 0,1 0-77 0,3-2-89 0,1 1-296 0</inkml:trace>
  <inkml:trace contextRef="#ctx0" brushRef="#br0" timeOffset="81271.5">18538 15139 2733 0,'0'-1'210'0,"1"0"-111"0,1 0 23 16,1 0 12-16,0 1-22 0,3 2-37 0,1 1-44 0,2 3-8 0,1 4-1 16,3 4-3-16,0 3 3 0,1 6-10 0,-2 4-5 0,1 7 2 0,0 5-7 15,-1 5 0-15,0 3-4 0,-1 5-5 0,-1 5-4 0,0 3 1 16,-1 4-9-16,-1 1-16 0,-2-1-13 0,0 1-37 0,0-1-36 0,-1-3-40 16,0-2-56-16,2-1-87 0,1-3-110 0,2-1-92 0,1-1-67 0,3-2-236 15</inkml:trace>
  <inkml:trace contextRef="#ctx0" brushRef="#br0" timeOffset="81538.5">20145 14617 2804 0,'1'4'134'0,"0"0"-31"16,1 4 12-16,2 3-11 0,1 4-29 0,2 6-33 0,2 5-22 0,1 9 6 15,1 7 3-15,-1 8 8 0,-2 8-2 0,-2 7-2 0,0 7-12 0,-2 8 5 16,-2 8-13-16,-1 6-1 0,-1 7 3 0,0 3-12 0,0 4-1 16,-1 6 8-16,1 2-1 0,0 4-3 0,2 2 0 0,0 1-14 0,1 2 10 15,2 1-8-15,0-1-20 0,3-2-23 0,0-8-31 0,0-9-9 0,-3-57 6 16,1 11-2-16,2-6 7 0,2 8 17 0,1-6 11 0,2 7-4 16,0-6-9-16,1 5-20 0,1-6 2 0,0-6-9 0,0-6-10 0,-3-5-24 15,1-4-45-15,0-8-34 0,-1-3-56 0,0-8-93 0,-1-6-72 16,0-8-250-16</inkml:trace>
  <inkml:trace contextRef="#ctx0" brushRef="#br0" timeOffset="82071.5">20869 15366 1932 0,'-6'1'1143'0,"0"1"-1082"0,0 1-13 0,3-1 5 15,0-1-7-15,3 1-15 0,0 0-24 0,0 1-12 0,1 1-10 16,0 1 15-16,-1 1 6 0,0 3-1 0,0 0 4 0,-2 0-4 0,0 4 1 16,0-1 1-16,-2 2-5 0,1 1-9 0,0 0 5 0,0 3-5 0,1 2 3 15,0 2 2-15,1 2 0 0,0 3 1 0,0 4 1 0,1 3 1 0,-1 6-2 16,1 2 2-16,0 2 7 0,1 3-12 0,1-1 6 0,1-1 0 16,-1-1-1-16,3-3 5 0,0-3-13 0,1-1 8 0,1-2-1 0,1-5-1 15,-1-2 8-15,1-5-13 0,-1-4 5 0,0-3 13 0,-1-2 1 0,0-3-11 16,-1-4 7-16,0 0-6 0,-2-2 5 0,-1-2 12 0,1-3-17 15,-2-1 3-15,0-2-15 0,0-1-6 0,-1-1-5 0,0-3-12 0,0-4 15 16,0-4-11-16,0-3 8 0,1-2 9 0,-1-6-5 0,0 0 7 16,1-6 1-16,-1 0 4 0,1-2 6 0,0-2 7 0,0-3 0 0,-1 0 3 15,1-2-10-15,-1 1 14 0,1 1 5 0,0 0-6 0,0 1 8 0,0 1-7 16,1 3 0-16,1 4-3 0,0 5-2 0,0 3 0 0,0 5 4 16,0 3 3-16,-2 5 0 0,1 2 0 0,0 2 1 0,-1 2 9 0,0 3-6 15,-1 1 2-15,0 0-4 0,0 3-14 0,1 3 0 0,0 3-10 0,0 2-5 16,1 4 3-16,1 5 0 0,1 3-1 0,2 5-1 0,0 4 10 15,2 1-2-15,1 2 0 0,0 1-2 0,-1-2 12 0,2 0-3 0,0-4 1 16,2-1-3-16,1-4-12 0,0-2 3 0,0-1-1 0,1-4 8 16,1-3 8-16,0-3-3 0,1-3 9 0,-1-2-15 0,1-2 3 0,-1-4 16 15,-1 0 3-15,2-3-1 0,0-3-15 0,1-2-1 0,-1-3-5 0,0-2 13 16,1-3-7-16,-1-3-4 0,0-3 2 0,1-4-6 0,0-3-12 16,-2-3 1-16,-1-4-10 0,-1-1-9 0,0-1 13 0,-1-3-17 0,-2-2-17 15,1 1 7-15,-2 0-10 0,0 0-11 0,-1 2-9 0,-1 2-32 0,-1 2-25 16,-1 7-31-16,-1 1-42 0,-1 6-51 0,-1 1-75 0,-3 3-91 15,1 4-101-15,-3 4-301 0</inkml:trace>
  <inkml:trace contextRef="#ctx0" brushRef="#br0" timeOffset="82871.5">21616 15873 1764 0,'7'1'890'0,"3"2"-781"0,4 0-6 0,1-2 5 16,0-2-14-16,1-1-29 0,1-2-39 0,1-1-22 0,1-1-8 15,0-1 9-15,-1-1-15 0,-1 1 5 0,-4-1 1 0,-1-1-5 0,-1-1 22 16,-2 0-12-16,-2 0-4 0,-1-1-9 0,-2 0-1 0,0-2 13 16,-2 0 0-16,-1-1 6 0,-2 1 2 0,-1-2-1 0,-2-2 4 0,-1-1-4 15,-2 2-2-15,-2 0 9 0,0 1-7 0,-1 2 7 0,0 2-5 0,-1 1-9 16,-2 1 7-16,-2 4-8 0,-1 2-5 0,0 2 4 0,1 0-3 16,0 2 3-16,-2-1 1 0,2 4-3 0,-1 1 2 0,1 2 4 0,1 2 0 15,-1 1-7-15,3 3-1 0,1 2-4 0,1 2-1 0,2 2-5 0,3 3 1 16,1 0 4-16,3 0 6 0,2 1 3 0,2-1-12 0,3-4-3 15,2-1-4-15,4 0 12 0,3-5 9 0,1 1 0 0,3-2 2 0,2-2-5 16,0-2-1-16,3-2 14 0,1-2 1 0,-1-3 3 0,2 0 0 16,-1-4 5-16,1 0 11 0,-3-2 1 0,1-2 3 0,0-1 1 0,-3-1-29 15,1 1 1-15,0-1 11 0,-3-1-15 0,1 0 13 0,0-1-3 0,-3 0-11 16,1 0 5-16,-2 0-3 0,-1 2-1 0,-2 0-1 0,-2 3 2 16,0 2 5-16,-1 0 0 0,0 2 5 0,-1 2 2 0,-2 0-3 0,0 2 5 15,-1 0-1-15,-1 1-4 0,0 2 0 0,-1 2-13 0,1 3-6 0,-2 0 4 16,1 2-5-16,0 0 9 0,-1-1-2 0,1 3-4 0,-1-2-7 15,1 0 0-15,0-1 9 0,1 0 6 0,-1-2 11 0,1 1 5 0,0-2-15 16,0-1-8-16,1-2 8 0,0 1-7 0,0-2 8 0,0-1 5 16,0-1-17-16,0-1 19 0,1-1-15 0,1-1 8 0,1-2 11 0,0-1-14 15,1 0 14-15,0-2-17 0,-1 1 0 0,1-2-8 0,-1 1 10 16,1-1 11-16,0-1-3 0,-1 1 10 0,0-1-9 0,0-1-3 0,0 1-6 16,-1 0 1-16,-1 0 7 0,1 2-6 0,-1 0 5 0,-1 2-7 0,0-1-2 15,0 1 4-15,1 2-4 0,-1 1 0 0,-1 1-12 0,0 0 9 0,-1 1-1 16,0 1 4-16,0 1-2 0,0 1-4 0,0 1-3 0,0 0-6 15,-1 1 2-15,1 1 0 0,-2 0 2 0,3-1 0 0,0 1 5 0,-1-1-5 16,2 0 4-16,-1-1-1 0,1 0-3 0,0 0 2 0,2-2-8 16,-1 1 10-16,1-1 0 0,0 0-2 0,0-1 3 0,1 0-8 0,-1 0 4 15,1-1 7-15,-1 1 3 0,0-1 2 0,-1 0-1 0,2 0-2 0,-1 1 2 16,1-1 7-16,0-1-8 0,0 2 5 0,2-1-8 0,-1 1 4 16,1-1 5-16,1 1-4 0,-1-1 1 0,1 0-1 0,-1 2-4 0,3-1 6 15,0 1 0-15,0-1-8 0,0 1 4 0,1 0 2 0,1 0-13 0,-1-1 18 16,1-1-21-16,-1 0 19 0,1 1-7 0,0-1-9 0,0 0 31 15,1-2-18-15,0-1 18 0,1 0-1 0,-1-1-16 0,1-1 6 0,1-1-1 16,-3-2 8-16,1-1-3 0,-1 0-3 0,-1-2 1 0,-3-2-4 16,1 0 1-16,-2-1-7 0,-2 0 7 0,-2-2-1 0,-1-2-3 0,-2 1 0 15,-2-2-6-15,-2 0 6 0,-3 0-2 0,-1 0-1 0,-2 1-4 0,-2 0 1 16,-1 2 6-16,-1 1 1 0,-1 3 3 0,0 3-12 0,-3 3 11 16,1 3-3-16,-1 3 6 0,2 1 8 0,0 1-1 0,1 2-2 0,1 2 4 15,0 2-7-15,3 2 1 0,1 2 4 0,3 0-6 0,3 3-5 0,1 2-10 16,2 3 1-16,3-1-1 0,2 3-2 0,3-1 6 0,3 0-2 15,2 1 2-15,1-1 6 0,3-1-2 0,2-1-1 0,0-2 1 0,3-1-8 16,-1-3-20-16,3-2-7 0,0-2-14 0,2-3 13 0,1-1-9 16,-3-2-16-16,2-2-37 0,-1-5-45 0,1-1-21 0,1-3-52 0,2-4-49 15,-1-4-73-15,1-3-95 0,-2-6-101 0,0-4-380 0</inkml:trace>
  <inkml:trace contextRef="#ctx0" brushRef="#br0" timeOffset="83054.5">24211 14476 2799 0,'-4'2'175'0,"1"3"-44"0,0 1-38 0,3 3-13 0,1 2-15 15,1 3-15-15,1 6-9 0,0 3-5 0,0 9 9 0,1 6 1 0,-2 8 10 16,0 8-3-16,0 9-2 0,-2 6-7 0,0 7-13 0,-1 7-10 16,-1 3-7-16,1 7-1 0,-1 5-3 0,1 6-6 0,-1 3-2 0,1 3-2 15,-1 5-4-15,1 0 4 0,-1 2-10 0,1-3-23 0,0-4-15 0,0-3-47 16,3-3-57-16,2-2-83 0,2 0-115 0,3-1-156 0,2 3-464 15,-5-49-63-15</inkml:trace>
  <inkml:trace contextRef="#ctx0" brushRef="#br0" timeOffset="83321.5">25366 15006 3529 0,'-1'3'118'0,"1"1"-44"0,0 2-33 0,1 1-28 0,1 4-11 15,2 2-4-15,1 4 0 0,0 5 0 0,0 5-2 0,0 7-7 0,-1 5 9 16,-2 6 4-16,-1 8 5 0,-3 3 9 0,-2 4-18 0,-1 4 2 16,-2 3-6-16,-1 2 2 0,0 1-1 0,-1-2 1 0,2 0 2 0,0-3-19 15,2-3-6-15,1-4-20 0,1-6-27 0,2-2-15 0,1-5-30 0,1-5-23 16,1-4-28-16,2-5-46 0,0-4-35 0,2-2-37 0,1-5-28 15,1-5-14-15,0-5-36 0,0-7-34 0,0-6-243 0</inkml:trace>
  <inkml:trace contextRef="#ctx0" brushRef="#br0" timeOffset="83720.86">25360 15123 1866 0,'-4'1'1237'16,"2"-1"-1084"-16,-1 1-48 0,3-2-38 0,0-1-4 0,2-1-10 0,0 0-17 15,1 1-14-15,0 0-12 0,2-1-8 0,-1-1 13 0,1 0-2 0,1 0-2 16,-1 0-1-16,2 0-7 0,0-1 1 0,0 1 0 0,2 0-2 15,2 0-2-15,0 0-8 0,2 0 6 0,-1 0-5 0,1 0-3 0,1 2 7 16,1-1-5-16,-1 3 2 0,0 0 1 0,0 0-1 0,-1 2-1 16,2 0 1-16,-2 2-3 0,2 1-3 0,0 2 3 0,-2 0 0 0,-1 2 7 15,-1 0-4-15,0 1 1 0,-1-1 3 0,-1 2-2 0,-1 0 4 0,-2 0 2 16,-1-1-10-16,-2 0 5 0,-1-1-9 0,-2 0-21 0,-2 1 4 16,0-2-12-16,-4 1 1 0,-2-1 11 0,-3 1-3 0,-2-1 5 0,-3 1 0 15,-1-1 7-15,-4 1 6 0,-1 0 9 0,1-2 3 0,-3 1 0 0,1-1 2 16,2 0 2-16,-1 1 3 0,1-1 6 0,0-1-11 0,2 0-11 15,1-1-14-15,4 1-17 0,0-2-12 0,1 0-26 0,3 0-29 0,0-1-32 16,4-1-40-16,0 2-32 0,1 0-34 0,1-1-44 0,2 0-66 0,1 1-77 16,2 0-307-16</inkml:trace>
  <inkml:trace contextRef="#ctx0" brushRef="#br0" timeOffset="84304.86">25894 14839 3086 0,'1'0'131'0,"0"1"-47"0,1 0-46 0,1 0-13 0,1 2-5 15,0 0-7-15,1 3-7 0,0 3-1 0,-2 2 2 0,1 3 2 0,-2 3-7 16,0 0 2-16,0 2-2 0,-1 4 0 0,0 1 1 0,-1 3-5 0,1 3 4 16,0 0-7-16,1 3 8 0,0-2 1 0,0 0-4 0,1-2 4 15,0 0-1-15,0-3-1 0,1 0 4 0,1-2-3 0,-1-1-4 0,1-2 4 16,1-3-8-16,0-1 8 0,0-3 5 0,0-1-3 0,0-3 3 0,0-1-10 15,-1-1 7-15,0-2 1 0,1-2 1 0,-1-2-7 0,2-1-7 16,0 0-6-16,0 0 2 0,1-3 4 0,0 1-4 0,0-3 3 0,0 1-1 16,0-1 4-16,1-1 3 0,-1-1 2 0,0 0 5 0,0 1-1 15,0-1 1-15,0-1-1 0,0 1-8 0,1 0 8 0,-1 1 2 0,0 2-5 16,-2 0 5-16,1 1-1 0,-1 1 5 0,-1 1 3 0,-1 1-2 0,0 2 0 16,-1-1-6-16,1 2-5 0,0 1-5 0,0 0-12 0,-1 2 6 15,0 0-4-15,-1 0-1 0,0 2-3 0,0 1-6 0,-1 0 3 0,1 0 0 16,0 0-5-16,1-1 2 0,0-1-2 0,1 0-3 0,0 0-4 0,1-1-7 15,-1-1 1-15,3 0 7 0,0 0 3 0,0-2 11 0,1 0 2 16,1-1 7-16,0-2 5 0,0 1 0 0,1-2 13 0,0 0 4 0,1 0 2 16,0 0 7-16,-1 0-1 0,0 0 1 0,0 0 7 0,0 0-5 0,0 0-5 15,1 0-1-15,-1 0 1 0,1 0-2 0,-2 0-4 0,1 2-3 16,0 0-3-16,0 1 4 0,-1 1 1 0,1 0-4 0,-1 0 0 0,2 1-7 16,-1 0-1-16,1 0-1 0,1 1 2 0,-1 0-2 0,1-1 0 15,1 1-3-15,0-2-2 0,2 1 7 0,-2-1 1 0,3-1-1 0,0-1-3 16,1 0 5-16,0-1-1 0,1 0 5 0,-1-2 1 0,-1 0-2 15,-1-1 8-15,1-1 1 0,0-1 3 0,-1-1 1 0,-2 0 3 0,2-1 1 16,-2-1 4-16,0 0-4 0,-3-2-8 0,-1-1 9 0,-1-1-14 0,-2 2-6 16,-1-3 7-16,-2-1-12 0,-2-1 9 0,-2-1-5 0,-3 2-7 0,-1-2 3 15,-3-1-2-15,-1-1-3 0,-2 1 5 0,-2 0-11 0,-1 0 2 16,-1 2-8-16,-1 1-6 0,-1 1 5 0,-1 1-6 0,-1 1 6 0,1 2-1 16,-1 3-6-16,-1 1-2 0,3 2-9 0,0 1-9 0,2 1-24 15,1 1-27-15,2 1-22 0,0 1-21 0,3 0-26 0,1 1-23 0,2-1-32 16,2 0-26-16,2 0-28 0,2-1-36 0,2 0-41 0,4-1-55 0,2 0-55 15</inkml:trace>
  <inkml:trace contextRef="#ctx0" brushRef="#br0" timeOffset="84620.86">26975 15297 1906 0,'10'7'230'16,"-2"1"-77"-16,5 2-35 0,-1 0-23 0,-1 0-10 0,2 2-21 0,-2-1-22 16,0 2-11-16,0-1 1 0,-2 2-2 0,0 1-3 0,-1 0 4 0,-1 2-4 15,-2-1 3-15,0-1-3 0,-1 2-5 0,-1 0-3 0,1-1-7 16,-1-2-2-16,0 0-1 0,1-3-3 0,-1 0 6 0,1-2-3 0,0-1 5 15,0-3 6-15,0 0 3 0,-1-2 12 0,0-1 2 0,2-1-2 16,-2 0 4-16,2-2 0 0,-1 0-3 0,-1-2 0 0,1 0-5 0,-1 0-4 16,1-2-2-16,0 1-8 0,0-2-1 0,1-1 10 0,1 0-7 0,-1 0 3 15,1-1-7-15,-1 0-4 0,1-1 2 0,1 1 4 0,0-1 0 16,0-2-8-16,0 0 8 0,0 0-10 0,0 1 3 0,0 2-1 0,0 0-3 16,2 1 0-16,0 0-3 0,1 2-1 0,0 1 10 0,0 0 5 15,-1 3 0-15,-1 0 4 0,1 2-12 0,-1 1 9 0,1 1-7 0,-1 0-9 16,-1 2 2-16,1 0-6 0,-2 3-6 0,1 0 8 0,0 0-4 0,-2 2-1 15,1 1 3-15,0 1-2 0,0 1-2 0,0-2 6 0,0 0-2 16,0 0-1-16,1-2-11 0,-2 0-5 0,1-1-13 0,1-1-15 0,-2-1-15 16,-1-3-38-16,0 1-26 0,0-3-49 0,-1 0-60 0,-1-2-55 0,0-2-51 15,0-2-20-15,1 1-38 0,-1-3-57 0,2-1-294 0</inkml:trace>
  <inkml:trace contextRef="#ctx0" brushRef="#br0" timeOffset="84921.86">27815 15669 3061 0,'8'5'160'16,"2"-2"-94"-16,3 1-45 0,3-3-12 0,1 0 9 0,2-1 4 0,-1 0-2 15,1-1-7-15,0-2-11 0,-1 0-2 0,-1 0-2 0,0-3 7 16,-2 1-3-16,-1-1-2 0,0-2-7 0,-1 0-8 0,0-2 1 0,-1 0-6 16,1-2-4-16,-1-1 1 0,0-2 3 0,-1-1 11 0,-2 0 0 0,-1-1 8 15,-1-2 2-15,-1 1-1 0,-2 0 4 0,-2-2 0 0,-2 0-6 16,-1 1 4-16,-2 0-6 0,-2 0 2 0,-2 1 6 0,-1 2-4 0,-2-1 2 15,-3 4-10-15,-1 2 7 0,0 2 1 0,1 3 1 0,-1 2 8 16,-1 2-7-16,0 2 5 0,1 1 8 0,0 3-3 0,1 2-1 0,0 0 0 16,2 4-4-16,1 3 7 0,2 1 5 0,1 1-5 0,2 1 12 15,2 3 5-15,4 2-2 0,2 1 4 0,4 2-7 0,2 2 0 0,2 2-5 16,3 2-1-16,4-2-3 0,2-1-9 0,5-1 5 0,3 0-11 0,3-2-8 16,4 0 2-16,1-3-13 0,1-2-7 0,3-2-17 0,1-2-39 0,1-3-27 15,2-5-45-15,-2 0-60 0,0-5-93 0,1-2-127 0,2-5-208 16,3-6-426-16</inkml:trace>
  <inkml:trace contextRef="#ctx0" brushRef="#br0" timeOffset="91521.28">19007 8638 166 0,'11'-10'79'0,"4"-1"-47"0,5-4-14 0,-1-1-2 16,1 2 7-16,2-1 13 0,2-1 13 0,2 0 7 0,2 1 2 15,4-2-7-15,1 0-3 0,5 0-5 0,0 0-4 0,3 0 0 0,2 0-1 16,1 1-4-16,2-1 7 0,1 1 0 0,4 0-1 0,0 2-1 16,1 0-4-16,0 1 2 0,0 2-1 0,1 1-3 0,0 3-6 0,1 2-7 15,0 1-3-15,-1 4-2 0,-1 3-1 0,-2 2-3 0,1 5-4 0,-2 4 1 16,-3 5-4-16,-2 4 4 0,-4 6 4 0,-1 5-2 0,-3 7 0 15,-2 4-1-15,-2 6-3 0,-2 4 1 0,-4 6-5 0,-1 3-2 0,-4 2-1 16,-1 0-6-16,-1 3 1 0,-3-1 2 0,-1 0 0 0,1 2 6 0,-2-2 1 16,-2-1-2-16,0 1-1 0,-1 0 2 0,-2-2-3 0,-2 3 2 15,-1-1 4-15,-3-1-3 0,0-1 3 0,-2 1 1 0,-2-3-3 0,-1 0 5 16,-1-2-1-16,-3-4 5 0,0-1 3 0,-3-4 11 0,-1-4 17 16,-2-3 6-16,-1-2 6 0,-3-3-2 0,0-3-6 0,-1-4 4 0,-2-3 13 15,-1-2 5-15,-3-5-8 0,0-4-1 0,-2-3-10 0,-1-7-15 0,-1-4-1 16,1-2-11-16,-2-4-6 0,0-3-2 0,2-1-7 0,-2-3-1 15,2-1-2-15,-3-4-1 0,0-3-7 0,-1-3 3 0,0-1-1 0,0-3-5 16,1-2 3-16,-3-1-14 0,1-3-7 0,0-1-5 0,-1-3-5 0,0-2-2 16,0-3-3-16,-3 1-6 0,2 0-7 0,-3-2-9 0,0 1-3 15,0-2-7-15,-2 3-8 0,0 0-8 0,-3 1-8 0,-2 2-6 0,-1-2-2 16,-1 4 5-16,-1 0-8 0,-1 3-10 0,0 2-10 0,-1 2-23 0,1 1-33 16,-2 2-131-16</inkml:trace>
  <inkml:trace contextRef="#ctx0" brushRef="#br0" timeOffset="92088.53">28580 7238 1 0,'-34'6'124'0,"12"-4"369"16,14-2 347-16,-1-1-840 0,2 2-13 0,5 0 1 0,3 0 19 16,2 0 15-16,4 2 13 0,1 0 2 0,4 2-3 0,3 0-10 0,2 0-6 15,2 2-8-15,3 1-2 0,2 1 0 0,2 1 4 0,2 2 4 16,-1 2 1-16,2 1 2 0,-1 2-5 0,2 2 3 0,1 2-6 0,1 1-1 15,0 2-2-15,2 3-7 0,1 1 1 0,3 3-5 0,0 2-4 0,3 1-7 16,1 2-11-16,1 1-18 0,0 3-36 0,-1 2-18 0,0 2-19 16,-1 2-5-16,-2 4 6 0,1-1 5 0,-3 0 14 0,0-1 26 0,-3 0 27 15,-2-1 27-15,-1-2 24 0,-3-2 30 0,-4-1 39 0,-4-3 43 0,-3-2 29 16,-5 2 9-16,-4-3-7 0,-3 0-14 0,-6-1-7 0,-3 0-2 16,-6 1-3-16,-4-2-11 0,-6 0-10 0,-6-3-23 0,-4-2-16 0,-8-1-11 15,-2-1-26-15,-6-1-6 0,-3-1-13 0,-4-1-12 0,-4-3-8 16,-2-1-10-16,-4-2-26 0,-4-4-6 0,-5 0-6 0,-5-3-17 0,-3-1-4 15,-2-1-13-15,-3-1-9 0,-3-3-2 0,-3-1-1 0,-3-1-8 0,-5-2-11 16,-1-3-20-16,-3-3-27 0,-3-3-41 0,-1-4-39 0,-2-2-98 16,0-3 27-16</inkml:trace>
  <inkml:trace contextRef="#ctx0" brushRef="#br0" timeOffset="93638.22">20196 10780 2686 0,'5'2'308'16,"1"0"-146"-16,1 0-111 0,-2-1-42 0,3 0-73 0,2 1-76 15,5 0-156-15,7 1-150 0,7 1-85 0,12 2 38 0,11 1 135 0,6 1 149 16,6 2 107-16,0 0 65 0,-1 1 33 0,0-1 13 0,-3-2 24 0,-2-1 29 16,-1-2 36-16,-2-2 44 0,1-1 36 0,-2-2 16 0,0-2-6 15,0-1-19-15,-1-2-26 0,3-1-22 0,2-2-12 0,3 1-16 0,3-1-22 16,2 1-21-16,4 0-24 0,2-1-7 0,3-2-10 0,0 1 8 0,1 0-4 16,2 0-4-16,-1 0 11 0,-1 0-4 0,2-1 5 0,0 0 4 15,-1 1 8-15,0 1 4 0,0-1 3 0,-1 1 10 0,0 1-2 0,-2-1 8 16,0 0 3-16,0 0-8 0,-2 0-10 0,0 0-8 0,-1-1-16 15,-1 1-9-15,1 0-5 0,0-1-11 0,-3 1 10 0,1-1 3 0,-2 2 0 16,-2 1 0-16,-3 1-5 0,-2 0 0 0,-2 1 0 0,-4 0-12 0,-3 1-3 16,-4 0-5-16,-5 0-10 0,-2 1-1 0,-6 1-11 0,-3 0-18 15,-4 0-20-15,-3 0-23 0,-4 0-18 0,-1 0-21 0,-5 1-13 0,-1-1-7 16,-3 0-16-16,-3 1-6 0,-2-1-16 0,-2 0-26 0,-2-1-17 0,-2-1-7 16,-2 0-58-16,0-1 46 0</inkml:trace>
  <inkml:trace contextRef="#ctx0" brushRef="#br0" timeOffset="94255.28">28196 10056 2765 0,'7'1'197'0,"1"0"-115"0,4 1-61 0,0-1-21 16,0 0-7-16,1-1 2 0,0 0-6 0,1 1-4 0,1-1-14 0,1 1-27 15,3-1-30-15,4 0-38 0,3 1-21 0,3-1 1 0,5 0 26 16,3 0 39-16,2-1 44 0,4 0 40 0,1-1 38 0,0 1 40 0,2-2 39 15,1 0 18-15,-1 0 6 0,2-1-17 0,2 1-29 0,3-1-31 0,3-1-19 16,2-1-13-16,3 0 1 0,4 0 5 0,0 0-1 0,4 1-8 16,1-2-9-16,2 1-8 0,2-1-12 0,1 1 0 0,3 0-5 0,4 0 0 15,1 0-1-15,4 0-3 0,2 0 4 0,3 0-2 0,2 0 6 0,0 0-2 16,4-1-1-16,0 1 3 0,2-1-2 0,4 0 7 0,3-1 0 16,0 0 2-16,4 1 0 0,2-1-9 0,2 0-1 0,6 0 9 0,1-2-1 15,6 0-6-15,3-1-1 0,-66 6-20 0,17-1 29 0,0 0 2 0,18-1-12 16,-1 2-1-16,15-3 52 0,-56 5-10 0,7-1-6 0,9 1-10 15,8-1-97-15,-3 2 84 0,9-1-2 0,-1 2 6 0,4 0 13 0,0 1-68 16,5 0 48-16,-2 2 40 0,1-1-50 0,-10 2 0 0,1-1 0 0,-7 0 0 16,-2 1 0-16,-6 0 0 0,-9 0 0 0,-8 0 0 0,-6 0 0 0,-48 0 0 0,0-1 0 0,0 0 0 0,0-1 0 0,0 1 0 0,0-1 0 0,0-1 0 0</inkml:trace>
  <inkml:trace contextRef="#ctx0" brushRef="#br0" timeOffset="95256.68">20449 8412 1 0,'-12'136'250'0,"-13"-73"575"0,-9-46 554 0,-8-37-1422 0,6 0 55 16,8 6-3-16,4 3 2 0,5 4 3 0,0 2-1 0,1 2-13 0,3 2-10 16,1 2-5-16,4 3-11 0,1 4-8 0,1 2-9 0,2 3-15 0,-1 3-9 15,3 3-18-15,2 2-16 0,3 0-17 0,3 2-20 0,4 0-48 16,3 0-26-16,3-1-12 0,4-1-6 0,5 1 11 0,3-3-126 0,4-3 42 16</inkml:trace>
  <inkml:trace contextRef="#ctx0" brushRef="#br0" timeOffset="95607.68">24046 9163 3149 0,'-22'-13'17'0,"-12"-9"11"0,-12-9 1 0,-8-5 1 0,15 7-19 0,6 9-17 16,9 8-3-16,5 5-17 0,5 5-19 0,3 3-35 0,2 5-51 16,2 4-43-16,2 6-42 0,2 7-30 0,3 4-15 0,4 6-50 0,2 3-31 15,3 3-9-15,2-1-9 0,3-1-167 0</inkml:trace>
  <inkml:trace contextRef="#ctx0" brushRef="#br0" timeOffset="96172.01">29575 9199 2 0,'-32'42'449'0,"0"-25"775"15,-6-9 700-15,8-38-1951 0,6-9 18 0,0 4-17 0,3 3 41 0,3 3-8 16,1 0-12-16,2 1-7 0,1-1-1 0,1 2-9 0,2 1-7 0,0 5-15 16,3 5-27-16,2 5-30 0,3 6-46 0,1 4-48 0,1 3-32 15,2 5-20-15,2 2 7 0,2 4 3 0,2 1-15 0,3 4-13 0,3 1-47 16,3 1-36-16,7 2-218 0</inkml:trace>
  <inkml:trace contextRef="#ctx0" brushRef="#br0" timeOffset="106839.99">5143 11718 1559 0,'-12'-2'259'15,"1"0"-212"-15,-2 1 39 0,7 1 8 0,4 0 0 0,2 0-9 16,1 1-36-16,1 1-3 0,1 0 3 0,0 2-5 0,2 2 10 0,-1 2 0 16,2 0 0-16,0 2 0 0,1 3-12 0,0 1-6 0,1 2-2 0,-1-1-9 15,1-1 3-15,0 1-8 0,0 0-6 0,1 0-4 0,0-1-1 16,1 1-3-16,0-1 1 0,1-1-5 0,-1-2-6 0,-1 1 8 0,-1-1-4 16,1-1-2-16,-2-1-1 0,0-1-4 0,0-1 2 0,-1-1 5 0,0-1 2 15,-1-1-1-15,-1-1-7 0,-1-1 9 0,0-1-5 0,0-1 11 16,-2-1 11-16,1-1-7 0,0-1 7 0,0-2-4 0,1-2 6 0,-1 1-7 15,-1-3 0-15,1-1 1 0,-1 0-13 0,0 0 11 0,0-1-6 16,-1 1-1-16,0-1 3 0,0 0-6 0,-1-1-1 0,0 0 1 0,-1 0-4 16,0-1 0-16,1 2 3 0,2 1-6 0,0 3 4 0,2 1-1 0,-1 2 0 15,1 2 0-15,0 1 0 0,1 2 2 0,-1 1-2 0,1 2 0 16,-1 2-3-16,1 1-1 0,0 3 4 0,1 0-3 0,0 2 3 0,-1-2 0 16,2 2 3-16,-1-1 2 0,0-2-3 0,1-1-2 0,0 0-3 15,0-2-2-15,0-2 5 0,1 0 0 0,0-2-4 0,1-1 6 0,0-1 0 16,0-1-4-16,0-2 5 0,1-1-4 0,0-2-1 0,0-1 4 0,-1-3-1 15,0 0 4-15,0-2-5 0,-2 0 2 0,2 0-2 0,-2-1-2 16,0 0 4-16,0 0 0 0,-2 0 1 0,0 1 3 0,0-2-1 0,0 1 3 16,0 1-1-16,0 0 2 0,1 2-2 0,-1 1 0 0,1 1 3 0,2 0 4 15,-1 2 2-15,1 2 2 0,0 1-4 0,1 2-4 0,-1 1 6 16,2 1-5-16,-1 2-4 0,0 0 2 0,1 1-9 0,1 2 3 0,0 0 1 16,2 0-10-16,-3 1 6 0,1 0-1 0,0-2-1 0,-1 2 4 0,-1-1-2 15,0-1-7-15,0 1-1 0,-1-2-2 0,0 1-6 0,0-1-2 16,1-1-6-16,0 0-1 0,-1-2-13 0,0 0-5 0,-1 0-27 0,1-1-47 15,0-1-37-15,-1 1-42 0,1-1-24 0,-1 0-2 0,-1-1-11 16,1 0-21-16,-2-1-24 0,1 1-15 0,0 0 1 0,0 1-51 0,0 0 43 16</inkml:trace>
  <inkml:trace contextRef="#ctx0" brushRef="#br0" timeOffset="107291.09">5920 11818 459 0,'5'3'222'0,"0"-1"-37"0,2 1-6 0,-1 0-10 0,-2-3-19 16,2 0-14-16,-1 0-12 0,2-2-26 0,0 1-10 0,1-1-15 0,1-1-10 15,0-1-6-15,0 1-8 0,0-1-9 0,1-1-7 0,0-2-4 16,0 0-9-16,0-1-3 0,0-1-5 0,0-1-4 0,-1 0-6 0,1-1 4 15,-1-2 3-15,-1 0-6 0,0 0 2 0,0 0-5 0,-2-2 1 0,0 0 3 16,-2 0-4-16,0 0 3 0,-1 0-3 0,-1 0-1 16,-1 0-1-16,-3-1 0 0,0 2-1 0,-2-1-3 0,-2 0 3 0,1 0 3 0,-2 1 1 15,0 0 2-15,-2 1 5 0,-1 1-8 0,0 2-9 0,-2 0 6 16,2 3-5-16,1 1 4 0,-1 2 8 0,1 1 2 0,-1 3 3 0,0 1 4 16,2 2 2-16,1 2-4 0,0 1 10 0,1 2-3 0,0 1 1 0,1 2-1 15,1 2-7-15,0 2-5 0,3 0 2 0,0 0-1 0,2 3-2 16,2-1-1-16,-1-1-4 0,2-1-1 0,0 0-2 0,2-1 0 0,0 0-2 15,1-2 2-15,0 0-1 0,2-1 1 0,1-1-4 0,-1-1 1 0,1-2 0 16,1-1 0-16,-3-1 0 0,2-2 6 0,-1-1-1 0,1 0 5 16,0-1 1-16,0-1-10 0,0 0 2 0,-1-2-1 0,2-2 2 0,0-4-1 15,0 0 0-15,-1-2-1 0,0-2-1 0,1 2 7 0,0-1 2 16,0 1-2-16,0 1 7 0,0-1 3 0,0 2-2 0,-1 1 1 0,1 2-3 16,1 1 1-16,-1 1-2 0,1 2 4 0,1 2-6 0,-1 0 1 0,1 3 3 15,-2 2-6-15,0 3 2 0,-2 1-5 0,1 0-2 0,-1-3 4 16,0 0-1-16,-2 0-1 0,1 0 2 0,-1 1-5 0,-2 0 3 0,-1-1-3 15,0-1 0-15,-2-3 1 0,-1-1 2 0,-1-2 6 0,-1 0-4 16,-1-2 5-16,-3-1 0 0,-1-1-4 0,-1-2 1 0,-3-1 4 0,-1-1-3 16,-1-1-1-16,1-1 0 0,1-1-6 0,-1 0-1 0,0-2 8 0,2 1-4 15,-2-2 2-15,2 1 3 0,1-2-1 0,1-3 1 0,1 1 2 16,0 0-6-16,1-3-7 0,1 2-4 0,1 0-4 0,1 0-1 0,1 1 6 16,3 2-1-16,1 3-2 0,3 0-9 0,0 2-16 0,1 1-23 0,1 1-20 15,1 1-22-15,1 0-16 0,2 3-25 0,-1-1-46 0,1 1-70 16,-1 0-107-16,3 1-354 0</inkml:trace>
  <inkml:trace contextRef="#ctx0" brushRef="#br0" timeOffset="107906.09">6841 11439 2337 0,'-7'-8'89'0,"1"0"-20"0,2-2 13 16,4 3 0-16,3-1 11 0,1 0-28 0,1 0-21 0,-1-2-19 0,1 0-18 16,-1 1-6-16,-1 0-7 0,-1 0 6 0,-1 0-4 0,0 1 1 0,-2-1-6 15,-1 1-6-15,-1 0-3 0,-2 0-2 0,-1 1 4 0,-1 0-3 0,-1 1 8 16,-1 1-1-16,1 0 6 0,-1 2 1 0,-2 0 2 0,0 2-1 16,-1 1 1-16,-1 2 1 0,1 0 4 0,0 1 1 0,0 2-3 0,1 0-3 15,1 1 1-15,0 2 1 0,2 0 2 0,-1 1 6 0,1 0-5 16,1 2-1-16,1 0-1 0,2 2-5 0,1 0 7 0,2 1-7 0,1-1-5 15,2 0 0-15,1 2-3 0,3-2 12 0,1 2 11 0,0-2-4 0,3 1 1 16,-1 1-14-16,3-1 1 0,0 0 2 0,1-1-2 0,1 2 1 16,-2 0 5-16,2 1-2 0,0-3 2 0,-1 2-1 0,1-1-9 0,-3 1 5 15,2 2 0-15,-1 4 5 0,0 3-3 0,-3-1 1 0,-1-2 4 0,0-3-4 16,-2-4 6-16,0 0-3 0,-3 2 1 0,-1-1-1 0,-1-2 1 16,-2 1 0-16,-1-1-4 0,-1 0 4 0,-1-1-10 0,-1-1-4 0,-2-1-2 15,0 0-7-15,-1-2-8 0,-2-2-3 0,-1 0 4 0,1-2 3 0,-1-1 15 16,1-2 6-16,1-2 2 0,-1-2 11 0,0-1 2 0,1-2 8 15,1-1 7-15,1-1-4 0,2-1 5 0,2 0 3 0,1 0 1 0,3-1-5 16,0 1 6-16,3 0 6 0,2 0 2 0,1 0 8 0,2 0-9 0,1 0-6 16,2 0-9-16,-1-1-7 0,4 2 2 0,-1-2-4 0,3 0 1 15,-1 0-1-15,2-2-3 0,1 0-1 0,0-2-6 0,-1-2-2 0,2 1-3 16,0-2 2-16,-3-1 3 0,1 1 2 0,-2-2 0 0,1-1 0 16,-3 0 5-16,1-1 1 0,-2-1 2 0,-3 2 6 0,-1-2-1 0,-1 2 3 15,-1 0-16-15,-2-1 2 0,-2 2 10 0,-3 0 2 0,-2 2 17 0,-2 1-9 16,-2-1-9-16,-1 4 3 0,-1 0-3 0,-3 4 2 0,1 2 0 15,-2 3-9-15,0 3 3 0,0 2 3 0,-1 3-6 0,-1 3 3 0,-1 3-3 16,1 3 4-16,0 2-8 0,-1 3 2 0,2 1-12 0,1 1 8 16,2 3 10-16,3 2 0 0,1 1 5 0,3 2-9 0,2 0-5 0,2 2-4 15,2 0 1-15,3 1 3 0,1-1-6 0,3 1 2 0,4-2-6 0,1-1-8 16,1-4 6-16,2-1-3 0,1-4-4 0,2-2-10 0,2-3-22 16,3-2-17-16,0-1-79 0,2 1-68 0,-2-1-17 0,-2 3-55 0,-1-3 0 15,-1-4-69-15,1-4-196 0,1-3-414 0</inkml:trace>
  <inkml:trace contextRef="#ctx0" brushRef="#br0" timeOffset="108406.06">4816 11828 3687 0,'-25'-23'100'0,"9"1"-48"0,2-5-15 0,17 2-8 0,13-2-10 16,7-5-11-16,6-4 2 0,6-2-12 0,4 0-2 0,2-2-6 16,4 1-11-16,0 3 21 0,4-2-2 0,0 2-2 0,3 0 8 0,2-1-16 15,2 2-2-15,3 0-9 0,2 1 0 0,4 0-14 0,3 0-3 16,3-1-6-16,2 2-1 0,2 2 0 0,3 3 5 0,-1 3 3 0,2 4-9 15,-2 1-3-15,3 3-2 0,3 3 13 0,0 5 0 0,4 2 11 0,1 6-3 16,0 4-3-16,0 5 7 0,0 2 7 0,0 3 1 0,-1 1 8 0,-1 2 2 16,-3-1-4-16,-3 3 12 0,0 2 0 0,-3 1-7 0,-4 6 9 15,-1 1-1-15,-6 0 11 0,-5 4 13 0,-5-2 7 0,-7 3 3 0,-3 0 1 16,-8 3 3-16,-7 3 8 0,-5 1-18 0,-8 2 11 0,-6 5-6 0,-8 2-17 16,-6 3 14-16,-8 4-22 0,-9 5-12 0,-7 2 1 0,-9 3-5 15,-7 1-4-15,-7 0 2 0,-5 2 4 0,-5 1 5 0,-4 0 4 0,-5 2 2 16,-7 1-2-16,-4-1-2 0,-5-1 0 0,-2-3 0 0,-2-5 0 15,-1-2 0-15,-3-3 0 0,1-5 0 0,-1-5-4 0,0-4-2 0,1-5 1 16,2-5 5-16,0-5 0 0,4-6 9 0,-1-5-5 0,4-5 7 0,0-8-4 16,-1-6-9-16,0-7 9 0,2-8-3 0,1-6 7 0,3-6 6 15,5-7-3-15,3-3 5 0,5-5-10 0,6-3-15 0,5 1 16 0,10 1-10 16,8 1 0-16,8 1 11 0,7 2-22 0,10-1 0 0,5-2-17 16,6-3-27-16,7-5-52 0,4-3-84 0,8-5-85 0,5-4-146 0,4-6-318 15,8-8-350-15</inkml:trace>
  <inkml:trace contextRef="#ctx0" brushRef="#br0" timeOffset="109473.06">9714 9780 1660 0,'5'8'52'0,"3"2"26"0,6 3 21 0,10 0 9 0,5-2-5 0,9-1-36 15,4-1-21-15,6-1-7 0,5-1-11 0,4-1-5 0,6 0 1 16,4 0-2-16,6 0 6 0,3 0 15 0,5-1 20 0,5-3 19 0,5-2 2 16,6-3-3-16,6-2-15 0,6-2-8 0,1-1 1 0,1-1-19 0,0-1-16 15,-4 2-13-15,1-2-11 0,-3 1 1 0,-2 0 1 0,2-1-7 16,-5-1-2-16,0-1-2 0,-3-1-1 0,-4 0 9 0,-2-1 1 0,-5-1-2 15,0 0 2-15,-6-4 2 0,0 0 1 0,-6-2 5 0,-4-3 10 0,-2-1 9 16,-5-3 13-16,-2-3-8 0,-2-2 0 0,-4-4 5 0,-3-3-8 16,-4-1 9-16,-4-2-10 0,-4-1-8 0,-6 0-8 0,-5-2-5 0,-8 0 2 15,-5-3-5-15,-7 0 3 0,-6-2 4 0,-8 0 2 0,-6-1-10 0,-5-2 13 16,-4-1 3-16,-7 0-5 0,-3 1 12 0,-8 0-15 0,-5 0-2 16,-7-1-4-16,-5-1-1 0,-6 0-4 0,-6-1-2 0,-3 2-3 0,-6 3 10 15,-4 3 4-15,-6 6 4 0,-6 7 6 0,-6 6-12 0,-2 8-2 16,-5 8-1-16,-2 6 0 0,-2 6 3 0,-1 6 2 0,-2 6-3 0,-1 4 0 15,-1 5-6-15,0 5 3 0,2 2 3 0,2 6-14 0,1 2 12 0,4 5-6 16,6 2 0-16,4 4 25 0,6 2-14 0,5 4 4 0,10 3 0 16,5-1-13-16,6 3 2 0,6 0-2 0,3 5 2 0,4 3-11 0,7 5 12 15,5 2-1-15,4-2-4 0,6 1 14 0,6-3-16 0,4-4-2 16,7-2 1-16,3-4-1 0,3-1-11 0,6 0-1 0,3-3 16 0,6-1 0 16,4-4 7-16,5-4 1 0,5-3-23 0,5-4 4 0,3-4 0 0,4-2 4 15,2-5 5-15,5-5-1 0,1-5 3 0,1-4-2 0,2-5 1 16,-2-2 1-16,2-3-2 0,2-3 2 0,-1-2-7 0,2-1 2 0,-3-4-4 15,-2-1-2-15,-3-2-5 0,-2 0-19 0,-3-2-26 0,-2 1-41 0,-2-2-48 16,-1 0-60-16,-2 1-85 0,-3 0-92 0,-3 4-149 0,-2 0-170 16,-3 1 8-16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2:19:4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1618 2168 0 0,'-1'-2'184'0'0,"-1"0"-1"0"0,1-1 0 0 0,0 1 0 0 0,0-1 0 0 0,0 0 0 0 0,0 1 0 0 0,0-1 0 0 0,0 0 0 0 0,1 0 0 0 0,0 1 0 0 0,-1-1 0 0 0,1 0 0 0 0,0 0 0 0 0,0 0 0 0 0,1 1 0 0 0,-1-1 0 0 0,0 0 0 0 0,2-4 0 0 0,2-6-583 0 0,1-1 1 0 0,10-20-1 0 0,4-14-452 0 0,-18 42 858 0 0,0 1 0 0 0,0-1-1 0 0,-1 0 1 0 0,0 0 0 0 0,0 0-1 0 0,0 0 1 0 0,0 0 0 0 0,-1 0-1 0 0,0 1 1 0 0,-1-1 0 0 0,1 0-1 0 0,-1 1 1 0 0,0-1 0 0 0,-1 1-1 0 0,1-1 1 0 0,-1 1-1 0 0,0 0 1 0 0,0 0 0 0 0,-1 0-1 0 0,1 0 1 0 0,-1 1 0 0 0,0 0-1 0 0,-6-6 1 0 0,-11-8 819 0 0,-1 1 1 0 0,-1 1-1 0 0,-45-24 0 0 0,9 5 822 0 0,47 27-1357 0 0,4 4-199 0 0,0-1 1 0 0,0 0 0 0 0,1 0-1 0 0,0-1 1 0 0,0 0 0 0 0,1-1-1 0 0,-11-11 1 0 0,19 19-263 0 0,9 14 149 0 0,0 52 154 0 0,-9-52-83 0 0,0 1-1 0 0,1-1 0 0 0,7 20 0 0 0,-8-29-1 0 0,1 0 0 0 0,-1 0 0 0 0,2-1 0 0 0,-1 0 0 0 0,0 1 0 0 0,1-1 0 0 0,0 0 0 0 0,0 0 0 0 0,1-1 0 0 0,-1 1 0 0 0,11 6 0 0 0,-2-3 109 0 0,0 0-1 0 0,0-1 1 0 0,1 0 0 0 0,0-2-1 0 0,0 1 1 0 0,1-2-1 0 0,23 5 1 0 0,110 10 1026 0 0,-118-16-952 0 0,305 21 2487 0 0,279 35-647 0 0,-54 48-2158 0 0,-54-8-60 0 0,-341-76 365 0 0,1-6-1 0 0,199-7 0 0 0,332-52 1344 0 0,-565 33-1545 0 0,-1 5 1 0 0,0 7-1 0 0,0 5 1 0 0,137 27-1 0 0,86 36-18 0 0,37 7 304 0 0,-281-64-198 0 0,1-5 1 0 0,1-5-1 0 0,-1-4 1 0 0,151-21 0 0 0,-43-12 329 0 0,257-73 1 0 0,-352 72-226 0 0,-1-6-1 0 0,-2-5 0 0 0,-3-6 1 0 0,-1-4-1 0 0,129-84 1 0 0,-215 118-172 0 0,-1-2 1 0 0,-1 0-1 0 0,-1-2 1 0 0,0-1-1 0 0,-3-2 1 0 0,0 0-1 0 0,-2-2 1 0 0,0 0-1 0 0,-3-1 1 0 0,26-52-1 0 0,-37 63-10 0 0,-1 0 1 0 0,-1-1-1 0 0,0 0 0 0 0,-2 0 0 0 0,0 0 0 0 0,-2 0 0 0 0,0-1 1 0 0,-1-31-1 0 0,-3 35-3 0 0,-1 1 0 0 0,0 0 0 0 0,-1 0-1 0 0,-1 0 1 0 0,-1 0 0 0 0,0 0 0 0 0,-1 1 0 0 0,-1 0 0 0 0,0 0 0 0 0,-2 1 0 0 0,-14-23 0 0 0,1 11-60 0 0,0 0 0 0 0,-2 1 1 0 0,-1 1-1 0 0,-1 2 0 0 0,-1 0 0 0 0,-54-34 1 0 0,-3 8 0 0 0,-106-47 1 0 0,66 44 16 0 0,-2 6 0 0 0,-2 5 1 0 0,-256-45-1 0 0,220 62-22 0 0,-2 7 0 0 0,1 8 0 0 0,-1 6-1 0 0,-1 8 1 0 0,2 7 0 0 0,-279 57 0 0 0,350-47 40 0 0,1 3 0 0 0,0 5 0 0 0,3 4 0 0 0,1 4 0 0 0,-109 63 1 0 0,-168 129-166 0 0,312-191 117 0 0,1 2-1 0 0,3 3 0 0 0,1 2 1 0 0,-61 75-1 0 0,96-102 55 0 0,0 0 1 0 0,2 1-1 0 0,0 0 0 0 0,1 1 0 0 0,1 0 0 0 0,1 1 0 0 0,1 0 1 0 0,0 0-1 0 0,2 1 0 0 0,1 0 0 0 0,-2 25 0 0 0,5-31 14 0 0,1 1-1 0 0,2-1 1 0 0,-1 0-1 0 0,2 1 1 0 0,0-1-1 0 0,2 0 1 0 0,-1 0-1 0 0,2 0 0 0 0,0-1 1 0 0,1 1-1 0 0,1-1 1 0 0,1 0-1 0 0,0-1 1 0 0,1 0-1 0 0,16 22 1 0 0,-4-13 10 0 0,0-1 0 0 0,2-1 0 0 0,1-1 0 0 0,1 0-1 0 0,0-2 1 0 0,1-1 0 0 0,1-2 0 0 0,1 0 0 0 0,50 20 0 0 0,22 2 80 0 0,157 36-1 0 0,-238-69-113 0 0,552 116 221 0 0,-466-107-228 0 0,0-5-1 0 0,1-5 1 0 0,159-12 0 0 0,-77-16 65 0 0,311-81 0 0 0,169-102 581 0 0,-223 69-570 0 0,-176 56 23 0 0,-242 72-12 0 0,-1-1 0 0 0,-1-1 0 0 0,0-2 0 0 0,24-16 0 0 0,-45 28-70 0 0,21-12 58 0 0,-19 12 14 0 0,-1-1 1 0 0,1 1-1 0 0,-1-1 1 0 0,0-1-1 0 0,7-5 1 0 0,-11 8-62 0 0,-1 0 0 0 0,0 0 0 0 0,0 0 0 0 0,0 0 0 0 0,1 0 0 0 0,-1 0-1 0 0,0 0 1 0 0,0 0 0 0 0,0-1 0 0 0,-1 1 0 0 0,1 0 0 0 0,0 0 0 0 0,0 0 0 0 0,-1 0 0 0 0,1 0 0 0 0,-1-1 0 0 0,-2-16 34 0 0,3 17-54 0 0,1 1-1 0 0,-1 0 1 0 0,1-1-1 0 0,-1 1 1 0 0,1 0-1 0 0,-1 0 1 0 0,1-1-1 0 0,-1 1 0 0 0,0 0 1 0 0,1 0-1 0 0,-1 0 1 0 0,1 0-1 0 0,0 0 1 0 0,-1 0-1 0 0,1 0 1 0 0,-1 0-1 0 0,1 0 1 0 0,-1 0-1 0 0,1 0 1 0 0,-1 0-1 0 0,1 0 1 0 0,-1 0-1 0 0,1 0 1 0 0,-1 0-1 0 0,1 0 1 0 0,-1 1-1 0 0,1-1 0 0 0,-1 0 1 0 0,1 1-1 0 0,0-1 5 0 0,0 1 0 0 0,0-1-1 0 0,1 0 1 0 0,-1 1-1 0 0,0-1 1 0 0,0 0-1 0 0,0 0 1 0 0,0 0-1 0 0,0 0 1 0 0,1 0 0 0 0,-1 0-1 0 0,0 0 1 0 0,0-1-1 0 0,0 1 1 0 0,2-1-1 0 0,21-16-151 0 0,-21 15 95 0 0,0 1 0 0 0,-1-1 0 0 0,1 0 1 0 0,0 0-1 0 0,-1 0 0 0 0,1 0 0 0 0,-1 0 1 0 0,0 0-1 0 0,0-1 0 0 0,0 1 0 0 0,0-1 0 0 0,2-3 1 0 0,-4 5-239 0 0,-1 0 1 0 0,1 0-1 0 0,0 0 1 0 0,0 0 0 0 0,-1-1-1 0 0,1 1 1 0 0,-1 0-1 0 0,1 0 1 0 0,-1 0 0 0 0,1 0-1 0 0,-1 0 1 0 0,0 0-1 0 0,1 0 1 0 0,-1 1 0 0 0,0-1-1 0 0,0 0 1 0 0,0 0-1 0 0,0 0 1 0 0,1 1 0 0 0,-1-1-1 0 0,0 1 1 0 0,0-1-1 0 0,-2 0 1 0 0,-24-16-7123 0 0,15 11 1950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2:21:15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122 542 3793 0 0,'-12'-7'343'0'0,"1"0"0"0"0,1-1 0 0 0,-1 0 1 0 0,1 0-1 0 0,1-1 0 0 0,-12-13 0 0 0,17 16-254 0 0,0 0-1 0 0,0 1 1 0 0,0-1 0 0 0,1 0-1 0 0,0-1 1 0 0,0 1 0 0 0,0-1-1 0 0,1 1 1 0 0,0-1 0 0 0,0 0-1 0 0,1 0 1 0 0,0 1 0 0 0,-1-14-1 0 0,3 16-69 0 0,-1 0-1 0 0,1 0 1 0 0,0 0-1 0 0,0 0 0 0 0,1 0 1 0 0,-1 0-1 0 0,1 0 1 0 0,0 0-1 0 0,0 0 1 0 0,0 1-1 0 0,0-1 1 0 0,1 1-1 0 0,0-1 0 0 0,-1 1 1 0 0,1 0-1 0 0,0 0 1 0 0,4-3-1 0 0,10-7 21 0 0,1 0 0 0 0,22-13 0 0 0,-13 9 51 0 0,21-14 257 0 0,2 2-1 0 0,1 3 1 0 0,1 2 0 0 0,0 2-1 0 0,2 2 1 0 0,59-13 0 0 0,-40 17 312 0 0,0 3-1 0 0,0 4 1 0 0,1 2 0 0 0,90 5 0 0 0,914 105 1419 0 0,-912-73-1576 0 0,-1 7-1 0 0,193 70 1 0 0,298 169 856 0 0,-584-241-1368 0 0,229 100 144 0 0,-262-120-474 0 0,1-3-1 0 0,0-1 1 0 0,1-2-1 0 0,0-2 1 0 0,76 4-1 0 0,-96-11-596 0 0,0-1 1 0 0,-1-1-1 0 0,1 0 0 0 0,0-2 0 0 0,-1-1 0 0 0,1 0 1 0 0,-1-1-1 0 0,27-14 0 0 0,23-18-4837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5T12:21:15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266 144 5273 0 0,'-35'-11'160'0'0,"1"1"64"0"0,-7-4 0 0 0,9 2-8 0 0,8 2-88 0 0,2-1-64 0 0,4 1-8 0 0,1-1-40 0 0,2 3 24 0 0,4-1-40 0 0,4 3-48 0 0,1 0-40 0 0,4 2-80 0 0,1 1-144 0 0,4-2-216 0 0,0 4-288 0 0,1-5-464 0 0,4 0-1129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2:18:20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5961 4736 1062 0,'-63'-6'25'0,"-5"1"-16"15,-15 0-5-15,9 4 2 0,9 3-1 0,1 2 1 0,-2 3 3 0,1 1-4 16,0 4 0-16,-2 3-5 0,0 2-3 0,-3 3 0 0,-1 2-2 0,-1 2 6 16,1 0 2-16,0 3-2 0,2-1 0 0,2 0-3 0,-1 0 0 15,2 1 0-15,-3-1 1 0,1-2-8 0,3 1 2 0,0-2 3 0,1 2 5 16,1 1 8-16,0-1 0 0,2 2-1 0,0-1-1 0,3 2 7 15,0-1 4-15,2 2 3 0,2 1 6 0,1 2-4 0,2-2 1 0,1 2-2 16,2-2-3-16,1 0 3 0,2 0-4 0,1 1-1 0,1 1-2 0,1 1-2 16,1-1-8-16,0 3-3 0,3-1 4 0,1 1-3 0,2 1 7 15,1 1 0-15,-1 2-5 0,5-2 2 0,0 3 5 0,4-1-5 0,3-2-1 16,3 0 1-16,5-4-8 0,4-3 1 0,4-2 1 0,4 0-2 0,4-2-1 16,4 0 1-16,5-1-1 0,2 0-4 0,6-2 2 0,3-2-4 15,2 0 0-15,5-2 5 0,3-2 7 0,5-1 1 0,5-2 6 16,2-2-3-16,5-3-7 0,3-2 4 0,4-2-4 0,4-2 7 0,5-2 1 15,2-1 2-15,4-2 2 0,4 0 0 0,3-2-2 0,3 0-2 0,2-1 5 16,0-1-2-16,5 0 6 0,1-1 0 0,2 0 0 0,2 0-3 16,4 0 0-16,1 1 8 0,4-1-1 0,2 1 4 0,1-2-13 0,1 1-10 15,5 0 1-15,-1 0-7 0,2 2 16 0,2-2-2 0,1 2-2 0,2-1 1 16,3 0-7-16,1 1 1 0,0-1-3 0,1 0-5 0,-1 1 3 16,2 1 1-16,-1 0 3 0,2 2 3 0,-1 0-6 0,0 0-1 0,3 1 1 15,-3 1 1-15,2 0 3 0,-1 2 0 0,-2 0 2 0,3 0-4 0,-2 0 1 16,2 0 2-16,0 1-1 0,-1-1-2 0,1 0 2 0,-3 0 1 15,0 0-2-15,0 1 2 0,-2 0 2 0,-1 0-3 0,0 1 1 0,-2-1 0 16,0 1 4-16,1 0-3 0,-3-1 2 0,2 0-6 0,-3 0 3 16,0-1-2-16,-1-1-3 0,-1 1 5 0,-1-1-5 0,-1 1 5 0,-2-1 0 15,-1-1 2-15,-2 0-6 0,-2 1-1 0,0-1 6 0,-1 0-1 0,-2-1 8 16,-1 0 0-16,-1-1-3 0,-2 0 4 0,-2-1 3 0,-1 0-3 16,1-1 5-16,-3-1-4 0,-1-1-6 0,-2 1 3 0,-3-3-1 0,0 0 5 15,-4-1-3-15,-1 0 1 0,-3-1-2 0,-2-2-2 0,-1 0 0 16,-3-2 2-16,-2-2-1 0,-1-1-2 0,-3 0 4 0,-2-2-2 0,-3-2-3 15,0 0 1-15,-2-3 2 0,-2-1 0 0,-2-2 3 0,-3-2 2 0,-4-1 2 16,-1-1-4-16,-3 0 1 0,-1-2-2 0,-4 0 7 0,-2-1-5 16,-3-3-3-16,-2 1 11 0,-6-2-1 0,-1 1 4 0,-4-2 13 0,-5-1-5 15,-2 1-8-15,-3-1 5 0,-3-1-3 0,-4 0-1 0,-4-2-1 0,-3 0-2 16,-4 0-3-16,-4 2-8 0,-2-1 7 0,-4 0-17 0,-5 0 8 16,-1-1 3-16,-7 0-10 0,-2 0 10 0,-5 0-14 0,-4-1-7 0,-3 2-1 15,-4-1 0-15,-4-2 1 0,-4 0 2 0,-4 0 0 0,-5 0 2 0,-5 0 0 16,-4 2 1-16,-5-1-10 0,-4 2 4 0,-5 0 0 0,-4 0 3 15,-5 2 10-15,-2-1-5 0,-5 2 7 0,-3 1-4 0,-4-1-1 0,-3 2-1 16,-4-1-4-16,-2 1 3 0,-6 2-3 0,1 1-1 0,-7 2 1 16,-3 2-3-16,-4 3 7 0,-2 2-6 0,-3 3 2 0,0 3-2 0,2 3 5 15,-2 4 5-15,0 3 7 0,-2 4-9 0,0 2 8 0,-1 4-8 0,1 1-6 16,-1 4 11-16,-1 3-14 0,2 3 4 0,-3 4 7 0,0 2 0 16,1 3-2-16,0 3 2 0,3 1-6 0,1 3-1 0,1 0-1 0,1 4-4 15,2 0 9-15,4 3-2 0,1 2 1 0,2 2 6 0,2 0-9 0,1 1-1 16,5 2 0-16,4 2-2 0,2 1-11 0,4 2 14 0,2 2-8 15,5 5 2-15,3 0 8 0,3 2-13 0,4 2 10 0,5 1-8 0,5 0-1 16,6-2-7-16,8 0-16 0,6-3-21 0,4 2-33 0,5 1-14 0,6-1-21 16,6 0-14-16,7-3-8 0,11-4-19 0,9-5-22 0,11-4-29 15,9-3-9-15,8-6 6 0,10-3 23 0,7-4 31 0,6-2-227 0</inkml:trace>
  <inkml:trace contextRef="#ctx0" brushRef="#br0" timeOffset="467.15">14288 4953 2050 0,'1'-26'333'0,"5"1"-324"0,2-3-30 0,7 9-25 0,6 11-9 16,3 4-2-16,6 3 8 0,1 2-2 0,4 2-9 0,-2 0-14 15,2 1-36-15,-2 0-21 0,-1 3-2 0,-3 2 10 0,-3 2 31 0,-3 1 31 16,-1 2 21-16,-2-1 18 0,-3 2 12 0,-1 1 4 0,-2 0 2 15,-1 0 3-15,0 3-2 0,-2 1 2 0,1-2 0 0,0 3 2 0,-1 0 13 16,0 1 5-16,-2 3 18 0,2 2 21 0,0 4 15 0,0 2 13 0,2 3 11 16,1 1-2-16,-1 5-2 0,2 1 8 0,1 1-4 0,0-1 0 15,0 1-10-15,3-3-19 0,0 0-7 0,1-1-17 0,4-5-9 0,1-2 1 16,1-7-9-16,4-3 0 0,1-6 1 0,4-7 4 0,3-5-6 0,4-7 11 16,6-7-3-16,6-5-5 0,4-10-3 0,5-5 0 0,4-11 5 15,7-6-1-15,6-7-7 0,4-8-10 0,3-7-13 0,5-4-3 0,2-6-4 16,3-4-3-16,3-2 9 0,2-2 1 0,2-3-4 0,1-3 4 0,-1-2-15 15,-1 0-11-15,-2-1-13 0,-1 0-13 0,-2 2-14 0,-1 2-18 16,-3-1-15-16,1 5-51 0,-4-2-70 0,-1 2-62 0,-2 4-71 0,1 0-32 16,-3 6-306-16</inkml:trace>
  <inkml:trace contextRef="#ctx0" brushRef="#br0" timeOffset="1384.14">2609 7660 2310 0,'-26'-17'24'0,"-13"-8"5"0,-9-6 9 0,-7-9 4 0,22 12-24 15,6 1-5-15,9 2-9 0,5 2-7 0,5 2-5 0,5 3-9 16,3 1-9-16,5 0-9 0,3 3-12 0,7 0-1 0,8 0-10 0,6 1 0 16,8-1 9-16,7 2 3 0,5-1 12 0,6-1 2 0,6 0 6 0,3 0 7 15,6 0 4-15,3-3 5 0,4-1 4 0,4-1 2 0,7-4 3 16,6-2 1-16,7-3-1 0,3-4-10 0,6 0 11 0,2-1 0 0,5-1 1 16,5 0 10-16,3-4-8 0,5 1-2 0,5-1-1 0,2 3 1 0,1 2-1 15,1-1 2-15,1 0-6 0,0 1 2 0,3 0 6 0,1-1 3 16,4 2 9-16,4-2 0 0,1 1 7 0,3-1-16 0,3 1 5 0,5 1 4 15,0-1-4-15,5 2 23 0,1 2-3 0,4 0 0 0,3 2 5 16,1 2-4-16,3 2 1 0,2 2-1 0,3 0-6 0,3 1-9 0,1 2-4 16,1 2-2-16,1 5-3 0,0 1-3 0,3 4 3 0,0 4-7 0,0 2 1 15,3 4 1-15,0 4-2 0,-1 2-5 0,0 5-2 0,-3 3 2 16,-1 1-12-16,-2 2 10 0,-4 2-2 0,-2 2-4 0,-3 3 13 0,-1 2-8 16,-3 0 4-16,-5 1-5 0,-7 3 2 0,-5-1 8 0,-5 3-1 15,-5 1 5-15,-7 1-4 0,-8-1-12 0,-12 0 3 0,-7 2 5 0,-6 0-1 16,-3 0 1-16,-8 1 2 0,-3-3-2 0,-4 2-1 0,-5-1 5 0,-5 1-6 15,-6 2-1-15,-6 0 4 0,-5 1 3 0,-7 0 6 0,-6 2 3 16,-8-1 3-16,-5 2-6 0,-5 3 5 0,-6-1 1 0,-6 2 6 0,-7-1-2 16,-7 1 2-16,-7 2 0 0,-5 0 0 0,-8 2-3 0,-8 1-6 0,-6 2 10 15,-7 0-8-15,-6 1 10 0,-7 3 0 0,-7-1-8 0,-9 1 3 16,-9 0 2-16,-8-1-1 0,-10-1-12 0,-8 1 0 0,-7 1 0 0,-8 0-3 16,-10 0 8-16,-8 1-2 0,-8 1-4 0,-6-1 0 0,-6-1 1 0,-2-1-2 15,-7-1 1-15,-4 0-7 0,-6 0 8 0,-6 2-5 0,-5-1 7 16,-6 2 17-16,-5 2-17 0,-2 0 0 0,-4 1 1 0,-2 0-7 0,2-1-3 15,0-3-2-15,5-1 11 0,7-4 2 0,6-5 4 0,7-6 8 0,6-6-11 16,5-6 1-16,6-4 3 0,5-5-3 0,3-1-2 0,7-2 0 16,2-3-11-16,5-2 6 0,6-1-3 0,0-2-6 0,3 0-12 0,0 0-27 15,0 1-40-15,3 1-46 0,2 1-47 0,4 0-62 0,3 2-93 0,3 3-132 16,1 2-180-16,1 4-40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3:00:18.8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3445 6418 184 0,'9'3'17'0,"5"0"-6"0,6 1 2 16,0 0 9-16,3-2 3 0,0 0 0 0,1-1-6 0,2 0-9 0,1-1-2 15,2 1-4-15,0 0-1 0,1 0 1 0,2 0-3 0,2-1 2 0,0 2 1 16,2-1 2-16,-3 0 11 0,5 0 10 0,-1 1 17 0,2-2 19 16,1 1 9-16,0 0 5 0,1-2-5 0,3 2-11 0,1-1-10 0,-1-1-12 15,2 1-8-15,2 0-5 0,0-1-5 0,0 0-5 0,1 0-3 0,3 0-1 16,2 0-3-16,-1-1 3 0,1 0-4 0,1-1-2 0,0-1-2 15,2 0-6-15,0 0 6 0,0-1 5 0,0 1 3 0,1 0 10 0,1-1 7 16,0 1 2-16,-1-1 4 0,2 0 2 0,-2 1-4 0,2 0-3 0,1 1-1 16,-1 1-4-16,1 0-2 0,0 0-1 0,0 0 2 0,1-1-7 15,-1 1 0-15,1 0-1 0,0-1-7 0,0-1-3 0,0 0-3 0,-2-1-6 16,2 0 2-16,-2-1 1 0,1 0-6 0,0-1 8 0,-2-2-4 16,0 2 4-16,-1-2 2 0,-2-1-1 0,-1 1 1 0,-1-2 2 0,-2 0 8 15,-1 0 2-15,-2-2 7 0,0 0 4 0,-2-1 5 0,-2 1 7 0,-1 0 6 16,0-1 4-16,-3 0-7 0,-3-1-3 0,-1 0-1 0,-2-2-3 15,-1 0 3-15,-2 0-5 0,-2 0 1 0,-3-2 0 0,-2 1-3 0,-4 0 2 16,0 0-3-16,-3 0-3 0,-3 1 5 0,-1-1-1 0,-2-1 3 0,-3 1-2 16,-1-1-5-16,-3 0 2 0,-3-1-2 0,-3 0-1 0,-3-2-3 15,-2 1 3-15,-2 0-3 0,-2 0 3 0,-3-1 4 0,-2 1-7 0,-2-2-2 16,-4 2-5-16,-1-2-1 0,-4 0-3 0,-2 1 0 0,-2 0 0 0,-3 1 2 16,-2 0-1-16,-2 0 1 0,-2-1-1 0,-1 2 0 0,-2-3 0 15,-4 1 0-15,-1 1 0 0,-2 0 0 0,-1 0-1 0,-1 2-3 0,-2-1 8 16,-4 1-4-16,0 0 2 0,-1-1 1 0,-1 2-7 0,-3 0 6 15,-1-1-4-15,0 1-9 0,-1 1 0 0,0 0-2 0,0 1 15 0,-3 0 3 16,-2 4-1-16,2-1-3 0,-2 0-13 0,-2 1 3 0,-1 1-1 16,-1 2-1-16,-1 2-1 0,-1 0-7 0,0 3 1 0,-2 1-2 0,2 1-12 15,-4 3-1-15,-1 2-3 0,-2 3-2 0,-3 2 8 0,1 1 12 0,0 3 2 16,1 2 1-16,1 2-11 0,-2 1-3 0,2 3 2 0,0 2 10 0,1 2 15 16,0 2 2-16,2 2-3 0,2 1-7 0,1 2-4 0,2 1-1 15,2 1 4-15,0 5-7 0,2 2 5 0,2 2-7 0,1 1-1 0,3 0 3 16,2 3-8-16,1 1-4 0,3 2-17 0,1 0-5 0,2 1-9 15,3 1-26-15,2 1-28 0,5 3-79 0,2 0-105 0,1 1-81 0,2 2-49 16,3 0-122-16,1 2 41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3:12:35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8203 7162 735 0,'6'-13'143'15,"2"1"-114"-15,3-1-28 0,1 3-5 0,-1 5 0 0,1-1 4 0,-1 1 0 16,-1 0-2-16,0 2-2 0,0 0-6 0,0 1-3 0,-1 2-3 0,-1-1 3 16,1 2 0-16,-1 1 7 0,0 1 2 0,0-1 3 0,-1 0 3 15,1 1-5-15,0-1 6 0,1 1-3 0,0 0 1 0,0 0 5 0,0 0-3 16,1-1 0-16,-1 1 2 0,-1 0-1 0,1 1-2 0,-1 0 2 16,-1 0-3-16,0 0 1 0,2 1 0 0,-1-1 1 0,1 0 4 0,1 1 0 15,1-1 0-15,1 1 5 0,0 0-2 0,2-1 4 0,1-1 6 0,3 0 7 16,2 0 11-16,0 1 10 0,3-2 8 0,2 1 11 0,0-1 1 15,3 0 2-15,0 1-1 0,3-1-7 0,1 2-8 0,4 0-7 0,-1 0-9 16,1 2-8-16,2 0-6 0,0 1-5 0,0-1-3 0,0 3-6 0,0 1-4 16,0-1 1-16,-1 1-5 0,-1-1 3 0,1-1 2 0,-1 0-2 15,0 1 1-15,-2 0-2 0,0-1 3 0,-2 1-1 0,1-1 2 0,0-1 4 16,-1 0 1-16,2-2 4 0,-1 1 4 0,1-2 7 0,1-1 7 16,1-1 3-16,0 0-2 0,-1-1 0 0,1-1-7 0,-1 0-1 0,1-2-1 15,-1 1-6-15,1-1 2 0,-3 0-3 0,1-1 0 0,-1 1 2 0,0-1 2 16,0-1-1-16,-3 1 2 0,1-1-6 0,-3-1 4 0,0 0-2 15,-2-1-2-15,0 0 4 0,1 0-5 0,-3-1-1 0,0 0 4 0,-3-1-6 16,0 1 5-16,-1-3-1 0,-1 0-4 0,-2-2 7 0,0-1 0 0,0 0 8 16,-4 0-3-16,0-2-3 0,-2 0 0 0,-1-3-10 15,-1 0 7-15,-2-2-12 0,-2-3 0 0,-3-1-6 0,-2-4-5 0,-2-1 1 0,-2-3-16 16,-1 1 13-16,-2-3-6 0,-2-1 10 0,-1 1 10 0,0-3-6 0,-2 2 4 16,1 0-8-16,-2 1 4 0,-1-1-3 0,1 0-2 0,1-1 6 15,-2 0-4-15,0 1 1 0,-2 1-5 0,0 2-4 0,-2-1-4 0,-1 1-7 16,-4 0-1-16,0 1 5 0,-2 2 4 0,-1 2 0 0,0 0 3 15,0 1-9-15,-4 2 0 0,-1 0-6 0,-2 5 2 0,-3 1-2 0,-2 3-5 16,-2 3 6-16,-4 2-2 0,-3 4-2 0,-4 1 7 0,-1 2 1 0,-4 2 7 16,-2 2 1-16,-2 3-2 0,-3 1 5 0,-1 3-1 0,-2 1 7 15,-2 3-2-15,-1 2 1 0,3 2 1 0,1 0-2 0,1 0 2 0,2 4 0 16,2-1-3-16,2 2 0 0,2 2-4 0,3 2-7 0,2 0 8 0,1 3-3 16,2 2 5-16,2 2 4 0,2 1-6 0,3 3 3 0,2-2-3 15,1 2-6-15,5 1-2 0,3-3-7 0,7 1-1 0,4-4 2 0,6 0-5 16,4-2-1-16,6 1-5 0,4-1-7 0,6 3-3 0,4-2-3 15,5 1-11-15,5 0 7 0,6 0-4 0,4-1-7 0,6 3 6 0,2-2-17 16,5 0-13-16,3-1-10 0,2-1-5 0,6-2 6 0,0 1 1 0,5-3 3 16,1-2-6-16,4-2 4 0,3-5 18 0,2-2 8 0,4-2 4 15,1-2-9-15,2-3-11 0,4-3-1 0,0-2 4 0,4-3-66 0,3-3-52 16</inkml:trace>
  <inkml:trace contextRef="#ctx0" brushRef="#br0" timeOffset="578">12296 7093 1468 0,'17'-14'521'0,"1"1"-453"0,6-1-58 0,2 7-12 16,-1 2-4-16,2 1 2 0,3 1 5 0,2-1 2 0,3 1 1 15,2-1-4-15,1 1 0 0,3 2-3 0,-3 1-1 0,1 1 0 0,-1 2 0 16,1 0-1-16,-1 1 4 0,3 1-1 0,0 1 2 0,-1 0 3 0,3 0-3 16,-1 2 2-16,3 1-2 0,2 0 3 0,2 1 1 0,2 1 3 15,2-1-3-15,2 0-4 0,3 1 4 0,1-1-2 0,2 0 2 0,2 1 0 16,2 0-1-16,2-1 3 0,2 2 0 0,1-1 4 0,1-1-2 0,2 0-1 16,2-1 4-16,0-1-3 0,2 1 8 0,-2-1 4 0,2-1 7 15,0-2 1-15,1-1 6 0,0-1-1 0,0 0 0 0,-2-1 0 0,1-2-9 16,-2 0-2-16,0-1 1 0,1-1-5 0,-2 0 2 0,-3-3 4 15,-1 0-9-15,-2-2 1 0,-1 0-2 0,0-1-6 0,-1 1 0 0,0-1 1 16,-1-2 1-16,-1 0 1 0,-2-1 0 0,-3-1-1 0,-1-1 1 0,-2 0-1 16,0 0-2-16,-2 0 0 0,-2-1-4 0,-2 1 4 0,0-3 4 15,-2 1-4-15,-2-1 1 0,-2 1 0 0,-1-2-5 0,-7 0-4 0,-2 0 5 16,-5 0 3-16,-3-1 7 0,-4-2 0 0,-2 0-2 0,-3-3-16 16,-4-3-17-16,-3-1-4 0,-5-4-10 0,-3-2 5 0,-5-3-2 0,-4-4-2 15,-5-3 6-15,-3-3 5 0,-5-2 3 0,-3-1 6 0,-3-1-2 0,-3-1 4 16,-3-1 0-16,-5-1 10 0,-2-2-3 0,-2 1 3 0,-2 3 2 15,0 0 1-15,1 2 4 0,-3 1-1 0,-1-3 0 0,0 3-7 0,-1 3 8 16,0 0-1-16,-3 2 0 0,2 3 5 0,-2 2-5 0,-1 1 3 0,-1 4-8 16,-3 0 0-16,0 4-2 0,-2 3-1 0,-1 4 8 0,-1 2-5 15,0 5 6-15,1 3-1 0,-1 4 1 0,0 2 4 16,2 3-1-16,1 3-6 0,0 2-3 0,2 4-3 0,1 1-3 0,2 4 7 0,1 2-4 0,4 3-2 16,2 3-2-16,1 3-3 0,2 2-2 0,3 2-1 0,3 3-1 15,2 1-14-15,2 3-19 0,1 2-31 0,3 2-36 0,1 2-39 0,0 2-40 16,4 2-35-16,-1 3-23 0,2 1 5 0,2 2 26 0,0 1 24 15,2 3 34-15,2-1-4 0,0 1-138 0</inkml:trace>
  <inkml:trace contextRef="#ctx0" brushRef="#br0" timeOffset="4082.76">12047 8756 1105 0,'-14'1'49'0,"0"2"-19"16,-3-1-10-16,4 1-1 0,4-1-5 0,2-1 2 0,1-1-1 0,2 0-4 16,0 1-4-16,2-2-4 0,0 2-5 0,2-1 0 0,0 0-2 15,0 1 0-15,-1-1 0 0,1 0 3 0,-1 0 0 0,0 1 1 0,-1 1 1 16,-1 0-2-16,0 2 5 0,-1-1-1 0,-1 1 1 0,0-1 3 15,-1 1 1-15,0 0 5 0,0 0 7 0,-1-1 10 0,1 0 9 0,-2 0 7 16,0 1 1-16,1 0 0 0,0 1 1 0,2-1 5 0,1 1-2 0,0-1-2 16,0 1-3-16,0-1-11 0,1 1-6 0,2 0-3 0,0 1-4 15,2 0-3-15,1 1-1 0,0 0-7 0,3-2-3 0,1 2 2 0,0 0 6 16,4 1 7-16,1 0 6 0,4 1 4 0,1-1-5 0,3 0 4 0,3-2-5 16,3 1-4-16,2-1-1 0,3 0-6 0,2-1-2 0,3-1-4 15,4-1-4-15,1 0 0 0,1 0-5 0,2 0 1 0,2 0 1 0,2-1-3 16,3 0 3-16,2 0-2 0,1-1-2 0,1 1 2 0,1-2-2 0,4 1 1 15,1-2 1-15,2 0 2 0,4-1 2 0,-1 1-2 0,3 0-3 16,1-1 3-16,1 0 0 0,0-1-2 0,2-1 5 0,1 0-6 0,-2-1 0 16,2-1 2-16,-1-1-4 0,1-1 1 0,1 0-2 0,-2 1 1 0,-1-1 4 15,0 0-1-15,-1 1 1 0,-1-1-4 0,-1 1-1 0,-2 1 14 16,-1 1-1-16,-2 1 7 0,-3 1-1 0,-2-1-8 0,-3 0-4 0,-3 0-2 16,0 2 2-16,-3 1-1 0,-2 0 0 0,-3 2 0 0,-4-1-1 15,0 1-1-15,-2 0 1 0,-2 0-8 0,-2 1 1 0,-2-1-5 0,0 0-8 16,-3-2-8-16,0-1-13 0,0-1-26 0,-2-3-40 0,0-2-56 15,-2-4-54-15,0-4-46 0,-2-3-26 0,3-7 3 0,-2-5 15 0,0-7-191 16</inkml:trace>
  <inkml:trace contextRef="#ctx0" brushRef="#br0" timeOffset="26612.81">3036 9379 1152 0,'-2'0'51'0,"2"2"-4"16,1 1-30-16,4 2 8 0,2 2 22 0,2 1 10 0,3 1 2 15,0 1-4-15,2 0-16 0,4 0-11 0,3 1-10 0,1 1-7 0,5 1-3 16,2 1-1-16,2-1 12 0,2 3-4 0,2 0 2 0,1 0-4 0,3-1-8 15,1 1 0-15,-1 1 0 0,1-1 6 0,0 1 1 0,2 0 1 0,1 0 6 16,1-2-1-16,0 2 6 0,0 1 7 0,3 0-1 0,-1 0 10 16,1 2 1-16,4-1 3 0,-1-1 2 0,2 0 0 0,1-1 1 0,1 0 2 15,3 0 8-15,4-1-3 0,2 0-9 0,3-1-8 0,0 2-12 16,2 1-2-16,0-1 5 0,1 0-4 0,4 0 3 0,0 0-1 0,5 0-2 16,2 0 0-16,3-1-10 0,3 0-9 0,1-1 3 0,2 0 12 0,6 3 16 15,2-2-3-15,3-1-3 0,1 0-17 0,2-1-4 0,0 0 6 16,0 0 0-16,2 0-12 0,2 0-4 0,-2-1-1 0,4 0-3 0,1-2 17 15,4 1-3-15,3 0-7 0,-1 0 3 0,3-1-8 0,0-1 4 0,3 1 8 16,2-1-6-16,3 0 5 0,4 0 7 0,8-2 3 0,4-1 4 16,1 0-9-16,-2 0-4 0,-5 2-9 0,-2 0 0 0,1 0 0 0,2-1-7 15,4 0 4-15,-1-1 1 0,1 2 7 0,2-1 4 0,1-1-9 16,0 0 1-16,2-1-2 0,0-1-8 0,0-1 9 0,0 0 0 0,3-2 0 16,4-1-2-16,3-3 2 0,6-3-1 0,4-2-1 0,-2-1 4 0,-5 1-4 15,-8 0-5-15,-8 2 7 0,-2-1-6 0,1-1-1 0,5-1-1 16,3-3-1-16,0 0 1 0,-1-3 3 0,-2-2 7 0,2 0-6 0,-2-3 8 15,3 0-3-15,-1 0 1 0,-4-1 1 0,0-2 7 0,-4 0-3 16,2-2 0-16,5-2-1 0,2-4 4 0,2 0-8 0,-3 0 8 0,-3 0-3 16,-7 0-2-16,-1-2 8 0,-1 0-6 0,0-2-2 0,-1-1 0 0,2 2-3 15,-3-3 6-15,-2 0-1 0,-2-3-2 0,-6-2 5 0,-2 0-4 16,-2-1 0-16,-2-1 1 0,-1-1-2 0,-2-1-8 0,-1-2-1 0,-4 0 8 16,-3 0-4-16,-3-1 14 0,-4-2-2 0,-2-1-4 0,-3-2 2 0,0-1-3 15,-2-3 0-15,1-2 0 0,-4-1-5 0,0-1 10 0,-7 0 2 16,-5-1 1-16,-5 0 11 0,-5 0-12 0,-4-1-3 0,-2-2 1 0,-3 0-7 15,-5-2 4-15,-3 1-7 0,-4-1 12 0,-2-1-2 0,-3-1-1 0,-4 1 8 16,-4 0-13-16,-4-2-3 0,-4 0 1 0,-3-1-4 0,-4 0-2 16,-3 1 7-16,-4-2 1 0,-3 1-6 0,-3 0 10 0,-4-2-10 0,-4 1 0 15,-3-1 0-15,-4-2-12 0,-3 1-1 0,-4 1 6 0,-3 1-2 0,-3-1 1 16,-4 2 2-16,-3-2-8 0,-5-1 0 0,-4 2 5 0,-6-3-5 16,-3 2 6-16,-4 0-1 0,-3 0-2 0,-5 2 10 15,-4-1 2-15,-4-1 3 0,-3 2 5 0,0 0-4 0,-2 1-14 0,-4 2 11 0,0-1-6 16,-4 0 6-16,-3 2 16 0,-1 0-8 0,-5 0 1 0,-4 0-4 0,-5 1-9 15,-1 0 2-15,-4 3-5 0,-1 2 6 0,-5 0 6 0,-5 1-1 0,-6 2 2 16,-1 2-4-16,-1 1-6 0,0 2 0 0,-1 1 2 0,-6 1-1 16,-1 2 1-16,0 2-7 0,-3 2-7 0,2 3 5 0,-6 1-2 0,-9 1 15 15,-6 3-4-15,-5-1 0 0,2 4 0 0,3 2-4 0,1 2 1 0,-1 2-4 16,1 1 0-16,-1-1 0 0,1 1 3 0,-3 1 1 0,-2 0 3 16,-3 5-4-16,0 1-1 0,-2 1-5 0,2 3-1 0,-2 0 6 0,-3 1 3 15,0 1-1-15,0 3-2 0,-2 1-1 0,2 0 0 0,-1 2 4 16,-2 1-2-16,-1 1-3 0,-1 1 6 0,0 3-3 0,-1 0 3 0,1 2 9 15,-1 2-8-15,0 1 5 0,-2 2 1 0,2 2 2 0,2 1 4 0,-1 2-5 16,2 1 2-16,1 2-7 0,0 1-4 0,0 2 2 0,1 0 2 16,1 1-2-16,1 3 1 0,2 1 3 0,1 0-1 0,2 4-1 0,2 1 3 15,0-1 1-15,4 1-8 0,-1-1 0 0,1 1-3 0,4 1 1 0,-2 1 1 16,3 2 3-16,-1 2-2 0,3 1-3 0,5-1-2 0,1 1-5 16,4 2 12-16,0-1 0 0,0 5 5 0,2 0 5 0,-1 2-13 0,3 3 3 15,3 0 0-15,1 2-2 0,3 0 2 0,-5 5-3 0,-3 2 3 0,-3 4 0 16,2 2-12-16,6 2 10 0,6-1-3 0,8 0 5 0,6 2 8 15,4 1-9-15,3 0 6 0,4 0-9 0,4-1 3 0,7 0-1 0,3 0-21 16,4 1 5-16,2 4-22 0,2 0-41 0,1 7-19 0,2 3-47 16,2 0-37-16,1 2-36 0,4 3-59 0,1 3-53 0,2 4-15 0,3 7 3 15,0 2-290-15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3:17:12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14869 7302 536 0,'-59'-5'46'0,"-7"3"0"0,-16 1-17 16,5 3-11-16,10 4-8 0,0 1-5 0,2 2-2 0,-1 2-2 0,1 2-3 15,-3 2 0-15,-2 1 0 0,-1 4-4 0,-3 1 2 0,1 2 0 16,0 2-2-16,-1 0 2 0,1 4 1 0,1-3-1 0,-3 5 1 0,1-1 2 16,-1 3 0-16,-2 2 3 0,3 1-1 0,-2 2 0 0,2 1-2 0,1 2 0 15,-2 2 1-15,0 2-2 0,1 2-1 0,1 1-1 0,0 1 2 16,1 1-1-16,0 2-1 0,2 1 0 0,2 0 1 0,-1 0 1 0,3 1 4 15,-1 2 5-15,2 0 1 0,3 2 4 0,2 0 4 0,1-1 0 0,3 3-5 16,1 0-2-16,1 0 2 0,4 2-3 0,1 0-1 0,2 1 4 16,1 3-9-16,2-1 2 0,3 2-3 0,3-1-3 0,2 1-2 0,2 0 1 15,2 0 1-15,3 0 5 0,2 1 2 0,3 1-2 0,2 1 0 0,1 1-2 16,3-2 1-16,2 1 0 0,2 0 0 0,3-1 0 0,2 1-3 16,3-2 3-16,3 1 2 0,2-1 1 0,3-2 0 0,1 0-2 0,4-2-1 15,3-2-5-15,3 0 7 0,2-1-1 0,2 0 2 0,4 0 5 16,3 1-5-16,2-2-4 0,4 0 2 0,0-1-4 0,5-2 2 0,2 1-2 15,2-2-7-15,3-1 4 0,3-1 2 0,2-1 0 0,2-1 5 0,3 2 0 16,1-1-1-16,2 0 6 0,4-1 1 0,2 0 6 0,3-3 4 16,1-1 7-16,3 1 1 0,3-2 2 0,2-2 3 0,3 0-4 0,2-1 5 15,1-4-8-15,6-1-1 0,2 0 2 0,2-2-2 0,2 0 4 16,1-2-5-16,4-4 1 0,-1-1-5 0,4-1-5 0,2-1 0 0,0-1-6 16,3-3 5-16,3 0 3 0,0-4-4 0,2 1 2 0,3-2-5 0,1 0 1 15,3-1 13-15,1-1 8 0,2-1-3 0,3-2 1 0,1-1-13 16,0-1-8-16,2-1 2 0,2 0 5 0,2-2-6 0,3-1 6 0,1 0-5 15,1-1 1-15,0-1-1 0,1-1-1 0,1-1 0 0,1 0-5 0,1-1 2 16,-1 0 4-16,4-1-1 0,1-1-1 0,0-1-1 0,1-1-5 16,0-2-2-16,-1 0 3 0,2-1-1 0,1-1 2 0,-1-2 0 0,1-1 0 15,3-2 18-15,1 0 0 0,2-2-2 0,-2-2-1 0,-3 1-22 0,-4 0 2 16,2 0-6-16,1-1-1 0,0 0 6 0,0-3 2 0,-1-1 9 16,-3-1 4-16,0-4 0 0,0 0-3 0,-1-1-2 0,-1-1 2 0,0-2 0 15,-3 0 0-15,-3-2 5 0,2-1 1 0,-1-2 4 0,-1-3-3 16,-2 1 2-16,-5-1 1 0,-4 1 2 0,-3-1 0 0,-1-1 2 0,-1-3 3 15,-1-1-2-15,-1-1 7 0,-3 0 5 0,-2-1 0 0,-2 0 8 0,-5-1-7 16,-4-1 0-16,0-1-9 0,-4-4 3 0,-2-1 4 0,-2-1-5 16,-3-2 6-16,-3-1-6 0,-2 0-13 0,-3-2 5 0,-3-1-1 0,-2-1 0 15,-2 0 9-15,-3-2-9 0,-2-3-1 0,-2-1-5 0,-2-2 2 0,-4-2-2 16,-3 2-4-16,-4-2 0 0,-3-1-4 0,-2 0-3 0,-3-1-1 16,-1-2 4-16,-5 0 2 0,-4-2 6 0,-2 0-3 0,-5 1 5 0,-1 0 0 15,-3 0 5-15,-4-1 2 0,-4 0-3 0,-4-1-4 0,-4 0 2 16,-2 0-1-16,-4-3-13 0,-3 0 6 0,-3 0-7 0,-3 1-2 0,-5 0 8 15,-5-3-15-15,-3 2-3 0,-5-3 2 0,-3 0-6 0,-1 1 2 0,-5 0 4 16,-3 1-3-16,-4 0 8 0,-5 1 0 0,-1-2-7 0,-3 1 4 16,-4 0-4-16,-2 1 10 0,-4 0 11 0,-4 2 1 0,-1 2 5 0,-2-1-6 15,-4 3-6-15,-2-1 2 0,-5 1-10 0,-7 5 7 0,-1 0 0 0,-6 2-4 16,1 2 11-16,-3 3-11 0,-4 2-1 0,-4 1 3 0,-3 2-3 16,-3 0 1-16,-4 4-3 0,-2 4 2 0,-5 2-11 0,0 2 11 0,-3 3 0 15,-2 3-4-15,-2 0 16 0,-5 3-18 0,-2 0 3 0,-3 4-5 0,-4 1 0 16,-2 4 7-16,-6 3 3 0,-2 2-1 0,-1 3-3 0,0 0-3 15,-1 1-4-15,-1 3 0 0,-2 1 7 0,1 3 0 0,-2 1 3 0,0 4 1 16,-3 1-4-16,-1 3 3 0,0 2-1 0,-2 2-2 0,-1 4 0 16,-1 2 0-16,-2 3 0 0,0 0 2 0,0 4-2 0,-1 2 0 0,-1 2 3 15,0 3-3-15,1 3 4 0,1 2-1 0,-3 5-3 0,1 4 0 0,-2 4-14 16,-1 5-1-16,-3 5 1 0,0 5-1 0,-2 4-7 0,0 7-42 16,-2 3-45-16,-1 5-55 0,0 5-71 0,-3 3-69 0,-2 7-53 0,-3 6-59 15,-4 9-17-15,-6 7-176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5T13:18:58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3057 5595 2143 0,'-14'-8'16'0,"2"2"19"15,0-1-29-15,5 4-9 0,3 1 3 0,1 0 2 0,-1 1-2 16,1-1-5-16,0 2-22 0,1 1-40 0,1 0-33 0,1 2-15 0,0 1 8 0,1 2 30 15,1 0 25-15,1 0 10 0,3-1 10 0,0 0 7 0,1-2 6 16,0-2 6-16,2-2 10 0,2-1 6 0,0-3 8 0,1-2 10 0,2-1 9 16,2-3 9-16,3-2 9 0,3-2 6 0,1-2 5 0,5-2-2 15,1-2 1-15,6-2-9 0,2-4-2 0,6-3 0 0,6-2-5 0,2-2 3 16,4-1-11-16,4-1-7 0,3-2-2 0,4 0-8 0,2 0-9 0,1 0 2 16,-1 2-3-16,3 0 2 0,0 2 11 0,1-1-11 0,2 4 0 15,0 1 0-15,3 4-3 0,1 1 3 0,-1 4-3 0,-2 2-2 0,-2 4 2 16,-3 2-3-16,-4 6 2 0,0 1-4 0,-1 1-2 0,2 2-1 0,-1 2-1 15,-2 0 2-15,-1 3 1 0,1 2 0 0,-2 0 1 0,0 2-1 16,-1 0 2-16,-4 2 2 0,-3 2-4 0,-1 1-1 0,-4 1-2 0,-1 2-2 16,-2-1 4-16,-2 3-5 0,-4 1 3 0,-2 0-2 0,-1 1 4 15,-3 2-4-15,0 0 1 0,-5 1 2 0,-3 2-1 0,-2 0-4 0,-3 3-2 16,0 1 6-16,-3 1 0 0,-4 4 7 0,-4 1 1 0,-5 2-5 0,-4 2 1 16,-6 1-1-16,-6 5 3 0,-6 0 0 0,-4 2-1 0,-7 1 2 15,-3 0 1-15,-7-1-2 0,-3 1-2 0,-4 1-8 0,-4 0 8 0,-4 0-1 16,-6 0 2-16,-3-1 11 0,-2-1-8 0,-3-3 2 0,1-2 2 0,-1 2-3 15,-1-4 2-15,1-1 0 0,-3-3 1 0,1-2-2 0,0 1 10 16,0-4 0-16,0 1-2 0,1-4 2 0,-1 0-12 0,-1-2 0 0,-1-1 15 16,-3 0-4-16,1-4 10 0,3-1-4 0,-1-3-12 0,4-3-1 0,2-3-2 15,1-4 2-15,3-3 1 0,2-3 1 0,4-3 5 0,3-4-7 16,4-4 3-16,1-3-14 0,0-3-6 0,3-3-2 0,2-3 1 0,2-4 12 16,4-4 0-16,2-1 0 0,4-5-6 0,4-1-14 0,3-2-22 0,2-5-39 15,4-2-42-15,3-5-65 0,3-2-65 0,3-3-91 0,4-3-141 16,5-3-264-16</inkml:trace>
  <inkml:trace contextRef="#ctx0" brushRef="#br0" timeOffset="4820.51">5043 7128 321 0,'10'-7'109'0,"1"1"-31"0,3-1-30 16,0 1-16-16,-2 2-6 0,-1 1-2 0,1 1-4 0,0 0-2 15,-1 1-4-15,1 1-5 0,1 0-3 0,0 0 0 0,1 2-2 0,0-1 0 16,1 1-1-16,1 0-1 0,-1-1 2 0,0 1 4 0,1 0 9 0,0 1 10 16,0 0 12-16,-1 0 10 0,3-1 6 0,1 1 2 0,1-1 0 15,2 2-3-15,1-1-5 0,2 0-2 0,2 0-4 0,2 0-4 0,2 0-5 16,-1 0-1-16,4 1-2 0,0 0 0 0,4 1 5 0,0 0 5 0,1 2 4 16,3 0 5-16,1-1 6 0,1 2-4 0,4 1 1 0,-1 0-7 15,1-1-9-15,0 1-1 0,1 0-13 0,2 0-4 0,0 2 0 0,-1 0-6 16,0 0 2-16,-1 1 3 0,-1-1-4 0,2 0 4 0,-2 0-2 0,0 1-3 15,-1-1 1-15,1 0 0 0,-1-2 3 0,0 0-4 0,-1-1-2 16,0 0 1-16,2-1-6 0,-1-1 4 0,0-1-3 0,1-1-4 0,2-1 2 16,-1-2 1-16,2-1 4 0,0-1 0 0,1-2-1 0,1-2-3 15,1-2-7-15,1-2 1 0,-1-1-2 0,0-2 5 0,0-1 3 0,-1-2 1 16,0-2 0-16,-1 0-2 0,-3-1 1 0,1-2 1 0,-3-1-1 0,-2 1 4 16,-1-2-4-16,0 0-1 0,-4 1-1 0,-3-2 0 0,-2 1 5 15,-3-1 3-15,-3 0 2 0,-2 1-8 0,-3-1 1 0,-2 0 1 0,-4 1 4 16,-1-3 6-16,-2 2-3 0,-2-3 1 0,-3-1-2 0,-2 1-5 0,-2-2 0 15,-5 0-1-15,-2-1-5 0,-4 1 2 0,-4-2-7 0,0 0 1 16,-6-3 1-16,-3 1 0 0,-1-2-5 0,-4 1-4 0,-5 0-3 0,-1-1 1 16,-6 0 0-16,-2 1-2 0,-2 0 8 0,-6 0-1 0,-1 2 3 15,-4 0 9-15,-1 1-10 0,-3 0 1 0,-4 2 4 0,0 2-2 0,-3 1 1 16,-1 3 1-16,0-1-1 0,0 2 6 0,-2 2-1 0,1-2-1 0,0 1 2 16,1 3-4-16,-1-1 1 0,-1 4-2 0,1 3-2 0,-1 3-1 15,-1 1-2-15,0 3 5 0,-2 3-2 0,-1 3 2 0,-2 3-2 0,0 3-8 16,-3 2 7-16,0 5-2 0,-1 3-1 0,0 2 2 0,3 3 2 0,-2 1-2 15,3 0-6-15,2 1 4 0,4 1-8 0,3 1-8 0,2 2 1 16,4 0-14-16,3 2-10 0,6-2-14 0,2 1-40 0,5-1-53 0,3 1-38 16,4 1-41-16,3 1-23 0,5-1-7 0,2 0-84 0,3-1-92 0</inkml:trace>
  <inkml:trace contextRef="#ctx0" brushRef="#br0" timeOffset="5571.51">4687 7845 1830 0,'-22'-21'50'0,"1"-1"11"0,-2-4 5 0,8 3 3 0,7 5 0 0,1 2-2 16,2-1-9-16,0 1-21 0,2 1-11 0,2 3-23 0,3-1-14 0,3 0-4 15,3 2-3-15,2-1 3 0,3 3-1 0,3 0 11 0,3 1-4 16,0 0 6-16,1 1 0 0,2-1-4 0,0 1 1 0,4 0 0 0,1 1 8 16,0-1-2-16,4 1 1 0,-1 1 2 0,4-1-6 0,1 2 6 15,1-1-1-15,2 1-4 0,2 0 8 0,2 0-3 0,2 2 0 0,3-1 1 16,1 2 2-16,1-1-4 0,2 0-1 0,3 1-2 0,1 2-1 0,1 0-2 15,1 0-2-15,0 1 2 0,0-1-2 0,0 2 7 0,0 0 1 16,-1 1-2-16,0 0 3 0,-2 1 1 0,0 1-3 0,1 0 4 0,-3 1-1 16,0 2-8-16,-2 0-1 0,-2 3 5 0,-1-1-11 0,-3 3 2 0,-3 0 6 15,-2 1 0-15,-3 4 13 0,-1 1 4 0,-2 1-3 0,-4 2-3 16,-3 2 1-16,-4 0 0 0,-1 2 0 0,-2 0 3 0,-2 3-5 0,-3 1 2 16,0 2-3-16,-2 0 2 0,-1 2-1 0,-2-3-1 0,-2 3 0 15,-2 0-1-15,-1 0-1 0,-2 1-4 0,-2-2-6 0,-1 1 0 0,-1-3 12 16,-3-2 3-16,0-1 10 0,0-1 2 0,-2-2-4 0,-1-2 3 0,-1-3 2 15,-3-4-2-15,-1 0 0 0,-1-1 0 0,-3-1-2 0,-3 0 2 16,-2-1-6-16,-3 0 2 0,-5-2-6 0,-3-2-4 0,-2-1 5 0,-4-2-1 16,0-2-4-16,-1-2 2 0,-4-1-4 0,0-3 7 0,-1-1-8 0,-3-2 5 15,-2-1-5-15,0-2-6 0,-1-1-2 0,-1-1-1 0,-2-2-2 16,-1 0 3-16,0-1 3 0,-2-1 1 0,4 1 2 0,0-2-2 0,0-1 12 16,3 2 3-16,1-2-2 0,0 2 7 0,5-3-11 0,3 0-1 0,2-1 1 15,0 2-5-15,3 0-1 0,3 1 1 0,4 1-8 0,2 2-8 16,4-1 3-16,0 0-3 0,2 2 10 0,3 1 0 0,1 3 11 0,2 0-6 15,2 3-1-15,2 0-2 0,2 1-12 0,0 0-5 0,1 1-1 16,2 0-5-16,0 1-3 0,1 1 0 0,2 0 0 0,0 1-4 0,0 0 3 16,1 0-8-16,0 0 2 0,0 0 4 0,0 0 1 0,2 1 9 0,0 0 1 15,0-1 1-15,1 1 3 0,-1 0 1 0,1-1 4 0,0-1 0 16,0 0 2-16,1-1 2 0,-1 0 0 0,0-1 6 0,1 1-1 0,1-2-1 16,0 0 1-16,0-1 1 0,1-1-3 0,1 1 0 0,0-2 6 0,1 1 1 15,0-2-1-15,0 0 0 0,0-2-9 0,0 1 1 0,0 0-3 16,1-1-2-16,0 1 0 0,-1 1-2 0,-1 1-2 0,1-1 1 0,0 1-6 15,1-1-4-15,-1 2-1 0,-1-1-3 0,1 2-4 0,-1-1-4 0,1 1-4 16,-1 0-6-16,1 1-4 0,-2 0-3 0,1 1-6 0,-1 0-5 16,-1 0-11-16,1 1-12 0,-1 0-12 0,0 0-21 0,0 1-18 0,0-1-26 15,0 1-31-15,0 1-75 0,1 0-129 0</inkml:trace>
  <inkml:trace contextRef="#ctx0" brushRef="#br0" timeOffset="60487.77">3607 6449 208 0,'0'5'91'0,"2"3"-24"0,0 2-11 16,1-1-9-16,-1 1-9 0,1-1-4 0,0-1-3 0,0 3 1 0,0-1 0 16,-2 3 1-16,2 0-3 0,0 1-3 0,0 1 4 0,-1 2 1 0,1 1 4 15,0 0 5-15,0 2 2 0,1-1 1 0,0 0-2 0,0 1 1 16,1 1-5-16,-1-1 4 0,2 2 1 0,-1 0-2 0,0 1 0 0,0 0-2 15,-1 0-3-15,1-1-1 0,1 0-8 0,-1-2-1 0,0 2-4 0,1-2 3 16,0 0 4-16,1 2-7 0,0-3-1 0,0 0-9 0,0 0-4 16,1 0-1-16,-1-1-4 0,1-3 0 0,0 1-6 0,0-2-2 0,0 1-1 15,1 0-5-15,-2 0-4 0,1 1-2 0,-1-1-7 0,0-1-9 0,-1 2-10 16,0-1-16-16,-1-1-17 0,-1-2-20 0,0 2-26 0,-2-1-36 16,1 2-72-16,-2-1-232 0</inkml:trace>
  <inkml:trace contextRef="#ctx0" brushRef="#br0" timeOffset="65575.33">13479 8740 355 0,'-14'-4'221'0,"0"0"-133"0,-2-1-7 16,4 1-28-16,2 2-26 0,1-1-15 0,0 1-6 0,1-1-5 0,1 0 0 16,-1 1 0-16,1 0-1 0,-1 0 3 0,-1 0 0 0,2 0 1 15,-2 0 3-15,2 0 2 0,-1 0 10 0,-1 0 8 0,1 0 6 0,0 0 4 16,2 0-6-16,0-1-2 0,0 1-5 0,1-1-4 0,1 1 2 0,1 1 1 16,0-1 0-16,1 0 4 0,0 0 2 0,1 0-2 0,0 0 1 0,1 0-3 15,1 0-5-15,1 0-4 0,2-1-3 0,2-1 3 0,3-1-4 16,5-2 2-16,2 0 2 0,4-2-1 0,2-2 0 0,3-2 3 15,2-1-2-15,4 0-1 0,2-3 6 0,3 0-2 0,0-1 4 0,0 1 3 0,4-1 0 16,0-1 7-16,3 3 3 0,3-1 3 0,1 0 4 0,1 2-1 16,2 1 0-16,2-1-3 0,3 2-4 0,3-2-4 0,0 3-6 0,1 0-4 15,3 1-7-15,0 2 0 0,2 0-4 0,4 2-3 0,-1 0-3 16,3 2-1-16,2 1-2 0,0 1-2 0,1 1 2 0,0 0 1 0,2 2 0 16,0 1 0-16,2 0-2 0,0 2 1 0,-1 2-2 0,2-1 2 15,0 3 2-15,-1 1-4 0,1 2-2 0,-2 1 6 0,1 3-2 0,-2-1 1 16,-1 4 2-16,2 1-3 0,-2 2-1 0,-1 1-1 0,-1 3-1 0,-1 1 5 15,-1 3 3-15,-2 0-3 0,-1 3-3 0,-3 0-6 0,0 2 0 16,-2 0 5-16,-1 3-5 0,-2 1 1 0,-2 4 2 0,-3-3-11 0,-3 2 7 16,-3 1 0-16,-4-1-4 0,-6 0 8 0,-3 1-6 0,-4-2 8 0,-5 2-2 15,-3 0 3-15,-6 0-7 0,-4-3 0 0,-5-3 5 0,-4-4 2 16,-1-2 7-16,-3-3-1 0,-2-1 0 0,-2-1 0 0,-1-2 3 0,-4 0 3 16,-3-2 0-16,-2 0 1 0,-2 0 1 0,-3-2 7 0,-3 0 5 15,-3 1 7-15,-2-2-6 0,-4 0-6 0,-1-1-4 0,-4 1-3 0,-5 0 0 16,-1-2-8-16,-3 1-3 0,-4 1-1 0,-4-1-4 0,-3 2 2 0,-2 0 2 15,-4 0-5-15,0-1 4 0,-1 0-2 0,-1-1 2 0,-1-2 1 0,0-3-5 16,1-1 9-16,0 0-5 0,1-2 3 0,1-1 7 0,0-2-7 16,1-1 5-16,1-2-6 0,0-1-1 0,1-1-2 0,-1-2-14 0,-1 0-36 15,0-1-44-15,-2 0-59 0,-3-1-80 0,-4 1-157 0,-6-1-494 16</inkml:trace>
  <inkml:trace contextRef="#ctx0" brushRef="#br0" timeOffset="66471.33">5096 10156 724 0,'-17'-8'6'0,"-1"1"31"0,-2-2 2 0,6 3 9 0,5 0 1 16,0-2-5-16,2 2 1 0,1-1-6 0,1-1-3 0,0 0 0 15,0-2 0-15,2 0-6 0,-1 0 0 0,3 0 1 0,0-2-4 0,1 0-1 16,2-1-1-16,1 0-4 0,0-1 2 0,2-1 0 0,2 0 3 0,0-1 0 16,2 1 0-16,2-2 2 0,0 0-5 0,1 1 5 0,4-1-1 15,1 0-1-15,1-2-2 0,4 1-4 0,1 0-1 0,4 0-1 0,6 1-1 16,1 2 3-16,5-2 0 0,1 3 1 0,3 0 0 0,1 3 2 15,5 0-5-15,0 1-4 0,2 1-6 0,2 3 4 0,2 1-2 0,2 0 8 16,3 1-1-16,1 1-2 0,1 1 0 0,2 1-5 0,-2 0 1 0,3 1-12 16,-1 0-4-16,-1 1 0 0,-1 2 0 0,-1 2 2 0,-1 1 3 15,0 3 1-15,-2 0-1 0,-2 3 3 0,-3 0-3 0,-2 1 0 0,-4 1 3 16,-2 4-10-16,-5 1 3 0,-1 2-5 0,-5 2 3 0,-2 0 7 0,-3 1-1 16,-3 2 0-16,-4-1 1 0,-4 2 1 0,-2-1 0 0,-3 2 11 15,-4 0-8-15,-2 3 6 0,-4 0 2 0,-3 3-11 0,-3-1 8 0,-4 1 4 16,-3-1 0-16,-4 2 14 0,-4 0-7 0,-2-1-3 0,-6 0-1 15,-2-1-1-15,-3 1 1 0,-4-1-5 0,-3 1 6 0,-3-3 1 0,-2-1 6 16,-2-2 0-16,0-1-11 0,-1-2 0 0,-2-1-7 0,2-2 0 0,1-4 5 16,1 0-4-16,0-1-1 0,0 0-5 0,0-3-4 0,1 0 2 15,-1-2 2-15,2-2-2 0,2 0-9 0,1-1-2 0,3 1-5 0,2-1-6 16,2-1-25-16,2 1-45 0,2-2-38 0,1 1-39 0,2-2-47 0,0 1-65 16,3 0-273-16,0 0 5 0</inkml:trace>
  <inkml:trace contextRef="#ctx0" brushRef="#br0" timeOffset="67022.33">4517 11535 1397 0,'-20'-11'-10'16,"2"0"55"-16,-4-2-2 0,7 1-1 0,6 1 2 0,1-1-8 0,4-1-3 16,1 2-5-16,0-3-14 0,4 2-1 0,1-1-3 0,1 1 6 0,0 2-2 15,1-1 0-15,2 1 3 0,2-2-8 0,0 1-1 0,3 1-1 16,-1-1-5-16,1 0 0 0,2 0-2 0,1 0 1 0,2 0 3 0,2 2 1 16,-1-1 1-16,3 0-4 0,2 1-3 0,0-1-2 0,3 1 7 15,0 0-2-15,0 1 3 0,2-1-2 0,1 1-5 0,3-1 2 0,0-1-1 16,2 2 0-16,2-1-6 0,2 2 3 0,2-2-4 0,-2 1 1 0,4 0 7 15,1 1-2-15,-1 0 2 0,3 2 0 0,0 0-2 0,0 0 2 16,1 2-1-16,-1-1-3 0,0 3 0 0,0 1 2 0,0 0-1 0,1 2-4 16,-3 1 1-16,-1 1-1 0,0 3 2 0,1-1 0 0,-3 2 4 0,0 0-3 15,0 0 2-15,-2 3 2 0,0 0-2 0,-1 1 2 0,-2 1-3 16,-1-1 4-16,-1 1 1 0,-2-1-5 0,-3 2 4 0,0 2 2 0,-2-1 0 16,-2 1 4-16,-1 0 1 0,-2 1 9 0,-4 1 11 0,0-2 11 0,-2 2 6 15,-2-1 3-15,-2-2-3 0,-2 0-1 0,-1 0 5 0,-2 1 1 16,-3 0-5-16,-1 0 1 0,-2 1-13 0,-2 0 1 0,-2 1-1 0,-3 2-3 15,-1-1-5-15,-4 0-6 0,-4 2-1 0,-1 0 3 0,-3 1 4 16,-6 2-2-16,-1-1-3 0,-6-1-6 0,0 2-9 0,-3-1 1 0,-2 0-4 16,-3 0 3-16,-6-1 1 0,0 1-3 0,-2 0 3 0,-1-3-4 0,0 1-1 15,0 0 1-15,-1-4 7 0,3 1 1 0,2-2-1 0,5-3-10 16,2-2-7-16,7-1-2 0,4-2 4 0,4 0 8 0,2-1-7 0,4 0 0 16,3-2-3-16,2-2 5 0,2 0-5 0,3-1-6 0,2 0-9 0,3-1-13 15,1 0-22-15,2-1-29 0,2 1-24 0,2 0-17 0,2 0 4 16,4-1 2-16,3-1-7 0,2-1-31 0,4-3-54 0,5-3-57 0,3-2-182 15,4-1 4-15</inkml:trace>
  <inkml:trace contextRef="#ctx0" brushRef="#br0" timeOffset="67510.33">7518 12044 1676 0,'-1'0'19'0,"2"0"20"0,4 1-22 16,4 0 17-16,3 1 27 0,6 0 8 0,4-2 17 0,4 1-12 0,4-1-24 16,3 0-17-16,4 0-19 0,2 0-8 0,4-1-1 0,2 1 12 15,5-1-11-15,1 1 3 0,3-1-2 0,5 1-13 0,0 0 6 0,4-1 8 16,1 2-1-16,2-1 3 0,3 0 1 0,-1 1-14 0,2-1-3 0,1 1 4 15,1-1 0-15,3-1 2 0,0 0 0 0,-1 0-9 0,1-1-3 16,1-1-1-16,0-1 1 0,-1 0 8 0,-1-1 5 0,1-1 0 0,0-1-1 16,-2 1 9-16,-1-2-3 0,-3 1 1 0,-4-2 1 0,-3-2-7 0,-2-2 5 15,-1-2 6-15,-2 0-5 0,-1-2 8 0,-1-2 5 0,-2-1 1 16,-3 1 9-16,-1-3 0 0,-1 2 0 0,-2-2 3 0,0-1 2 0,-3 0-2 16,-4-1 3-16,-1-2-3 0,-3 0-3 0,-1 0-1 0,-2 0-11 15,-2 1-7-15,-3 0-3 0,-2-1-7 0,-4 1 4 0,-2 0 8 0,-4-1-1 16,-3 1-3-16,-4 0 8 0,-4-1-11 0,-3 1 2 0,-2-1 7 0,-3-1-8 15,-5-1-1-15,-5 0-6 0,-4 0-8 0,-5 1-2 0,-6-1-6 16,-4 1-10-16,-9 1-5 0,-4-2 0 0,-7 1-2 0,-6-1 3 0,-5 1 7 16,-5 0 6-16,-5 2 3 0,-5-2 11 0,-4 0 7 0,-6 2 3 0,-1-2 2 15,-5 3-4-15,0 0-8 0,-1 1 1 0,-2 3 5 0,3-1 5 16,0 0-1-16,2 2 7 0,0 1-6 0,3 5 1 0,-2 5 4 0,2 6-10 16,1 6 4-16,3 5-4 0,4 5 0 0,4 5-8 0,6 3-12 0,5 6 4 15,2 4-9-15,5 7-24 0,3 4-39 0,1 6-83 0,5 5-82 16,2 6-117-16,2 5-402 0,2 10 106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FE28-DFE9-7B66-6DDE-77CBAC899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E14F1-D6E3-DA9E-34AA-B58B359A2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5BFA3-457D-A00E-0095-B8529D7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EE562-FF43-866D-1FBA-4A5E84AC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D7313-533E-6558-D3A0-FC05DB66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84CF-6122-8D84-8957-5ED36A7A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051E7-FD2C-E89D-00B0-31D875721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AD1D6-5746-BD43-9E2E-DF1192CE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1104A-734D-FC27-75C3-C9071949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E7AC-5E2C-5423-063A-28148F5F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76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944D-5ABD-C308-AAC7-BFC024101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035CE-1757-84AE-23D9-A2DFA0014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A9314-66DC-D318-B0B4-03BFCD35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3232F-10C1-4425-FEA6-A442A95F9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D678F-A43C-7A28-9671-E974BBCC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7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083C-A39B-B359-B229-C8444539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415AE-AFA5-DC57-4725-5DDFB00E4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3E2A8-D8E0-06A1-BD77-8485B4C5E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0D9D2-173C-939E-64BC-A03EF3081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4FDCF-02C5-BE9A-C16C-1997A44E2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D47A6-B2C2-5AD8-F3A4-9ECD992F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2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7734-4DC9-9828-928B-0CF4C8E01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29DC4-DEAE-12D1-8161-F6CD40F0F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180E4-342B-4FD8-BA4B-4E5FFE560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8B9BB3-B46C-9B0C-210B-DEBE8C3E0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F4D3C-A268-D849-D597-9E18784BE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D8452-5D40-AD21-D639-FF407D96F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764EAA-5B97-860A-8CE4-A0026311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65B6-E67A-2A17-3395-EB19E7E7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98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88D6-E02E-7EEA-8A07-4D3BE8247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7D4E9-9CAF-2D2C-9D94-1839C974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25906-1D0B-ADBC-FD7D-3071ABA8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EAA38-FDD6-7953-1799-3AA68055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2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79E02-70D3-DC1A-9BA4-73A11B19E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ABC214-4351-049F-AE96-9E6F340A9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B0BA9-551D-02A9-D288-FB7DCBC7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4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096F-AFDC-E8CB-B210-0F06E3AD4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67D29-13BD-9863-5C97-6D6D00BFF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23DC2-F892-9969-122D-1F17CB684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8D010-8D21-A774-3C4C-110F604E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64FEF-A38A-2DC4-3F54-74BDCC06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66D5D-AE5D-463E-1C6C-E3156CAF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20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AC9F-D23B-CA04-9A34-E903D774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A4DE4-E81F-82AA-A006-38D178BB4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63325-126D-0B63-5807-1EA28B1F0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8FAA21-1236-9E95-257B-79B71AE3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6F5C0-8431-134E-A994-FBDC7E7C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576A8-73CA-7709-C101-0D279B10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6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D6E5-609F-B3B5-45E9-92237B4A8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708F9-BA99-CFEE-5E2E-084DD1726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AF998-5533-71DD-9E19-257E869D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530C6-9D89-88B7-08B4-C80B82436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DF759-F2CB-3A73-CD36-50B0656C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8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3BD48-6202-4B83-FFA9-10CB7935F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5417A-5086-789E-1F43-6FF7CEBA1F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B27F-967C-A400-292E-9D059268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A9D8C-25DD-66FA-40B8-DBC42403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DB14-FC96-0A6B-43CD-935DAE9D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29472-D477-E609-2E54-FE6ACE99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A8C3A-4705-2711-B1E7-233EA39B8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96D4B-E354-0D10-40B0-758EDCBBF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F7026-1103-431B-8F52-D1930D7A1B9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2D0FE-4C7B-DE3B-1074-35A54EF1D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46865-1751-C4B8-0A9F-28B18C07F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21896-DBBE-4065-8D74-64D946195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6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0.png"/><Relationship Id="rId4" Type="http://schemas.openxmlformats.org/officeDocument/2006/relationships/customXml" Target="../ink/ink10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Programming(4-dars)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D3FA-A5AC-B7EB-23AF-76A196DA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C017-3B7B-CF94-ABE0-84C77A2D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2 </a:t>
            </a:r>
            <a:r>
              <a:rPr lang="en-US" dirty="0" err="1"/>
              <a:t>xolati</a:t>
            </a:r>
            <a:r>
              <a:rPr lang="en-US" dirty="0"/>
              <a:t>+ Savol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Data Extraction </a:t>
            </a:r>
            <a:r>
              <a:rPr lang="en-US" dirty="0" err="1"/>
              <a:t>va</a:t>
            </a:r>
            <a:r>
              <a:rPr lang="en-US" dirty="0"/>
              <a:t> merging</a:t>
            </a:r>
          </a:p>
          <a:p>
            <a:r>
              <a:rPr lang="en-US" dirty="0" err="1"/>
              <a:t>Githubdagi</a:t>
            </a:r>
            <a:r>
              <a:rPr lang="en-US" dirty="0"/>
              <a:t> </a:t>
            </a:r>
            <a:r>
              <a:rPr lang="en-US" dirty="0" err="1"/>
              <a:t>Projectni</a:t>
            </a:r>
            <a:r>
              <a:rPr lang="en-US" dirty="0"/>
              <a:t> </a:t>
            </a:r>
            <a:r>
              <a:rPr lang="en-US" dirty="0" err="1"/>
              <a:t>gitga</a:t>
            </a:r>
            <a:r>
              <a:rPr lang="en-US" dirty="0"/>
              <a:t> </a:t>
            </a:r>
            <a:r>
              <a:rPr lang="en-US" dirty="0" err="1"/>
              <a:t>ulash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commands</a:t>
            </a:r>
          </a:p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BA0B93-FF8D-E290-A193-248B0AC4F8CA}"/>
                  </a:ext>
                </a:extLst>
              </p14:cNvPr>
              <p14:cNvContentPartPr/>
              <p14:nvPr/>
            </p14:nvContentPartPr>
            <p14:xfrm>
              <a:off x="1122480" y="1342080"/>
              <a:ext cx="8496720" cy="362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BA0B93-FF8D-E290-A193-248B0AC4F8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3120" y="1332720"/>
                <a:ext cx="8515440" cy="36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20F923-88AD-8954-6159-DC478047C3E2}"/>
                  </a:ext>
                </a:extLst>
              </p14:cNvPr>
              <p14:cNvContentPartPr/>
              <p14:nvPr/>
            </p14:nvContentPartPr>
            <p14:xfrm>
              <a:off x="1288080" y="2469960"/>
              <a:ext cx="4478760" cy="1068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20F923-88AD-8954-6159-DC478047C3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720" y="2460600"/>
                <a:ext cx="4497480" cy="10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63AC27-2AA6-6717-07B8-F40263FEF376}"/>
                  </a:ext>
                </a:extLst>
              </p14:cNvPr>
              <p14:cNvContentPartPr/>
              <p14:nvPr/>
            </p14:nvContentPartPr>
            <p14:xfrm>
              <a:off x="940680" y="1522440"/>
              <a:ext cx="8660880" cy="2441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63AC27-2AA6-6717-07B8-F40263FEF3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1320" y="1513080"/>
                <a:ext cx="8679600" cy="24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647975-666E-BD6A-5E7B-EFFB3D3DA156}"/>
                  </a:ext>
                </a:extLst>
              </p14:cNvPr>
              <p14:cNvContentPartPr/>
              <p14:nvPr/>
            </p14:nvContentPartPr>
            <p14:xfrm>
              <a:off x="1107804" y="3786725"/>
              <a:ext cx="2603880" cy="643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647975-666E-BD6A-5E7B-EFFB3D3DA1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1684" y="3780605"/>
                <a:ext cx="2616120" cy="65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571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2 </a:t>
            </a:r>
            <a:r>
              <a:rPr lang="en-US" b="1" dirty="0" err="1"/>
              <a:t>xolati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savol</a:t>
            </a:r>
            <a:r>
              <a:rPr lang="en-US" b="1" dirty="0"/>
              <a:t> </a:t>
            </a:r>
            <a:r>
              <a:rPr lang="en-US" b="1" dirty="0" err="1"/>
              <a:t>javob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AAEA8D0-97BC-2C80-FC33-661D5BD0CDA4}"/>
                  </a:ext>
                </a:extLst>
              </p14:cNvPr>
              <p14:cNvContentPartPr/>
              <p14:nvPr/>
            </p14:nvContentPartPr>
            <p14:xfrm>
              <a:off x="2740680" y="1752840"/>
              <a:ext cx="2851920" cy="2283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AAEA8D0-97BC-2C80-FC33-661D5BD0CD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1320" y="1743480"/>
                <a:ext cx="2870640" cy="23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47E0-1E1D-5D84-3E40-2A1E902C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ED55B-8814-1558-9AE6-5AECA71EA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1 + Modular Structure(</a:t>
            </a:r>
            <a:r>
              <a:rPr lang="en-US" dirty="0" err="1"/>
              <a:t>yakuniy</a:t>
            </a:r>
            <a:r>
              <a:rPr lang="en-US" dirty="0"/>
              <a:t> </a:t>
            </a:r>
            <a:r>
              <a:rPr lang="en-US" dirty="0" err="1"/>
              <a:t>xolat</a:t>
            </a:r>
            <a:r>
              <a:rPr lang="en-US" dirty="0"/>
              <a:t>)</a:t>
            </a:r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Folder Structure review</a:t>
            </a:r>
          </a:p>
          <a:p>
            <a:r>
              <a:rPr lang="en-US" dirty="0"/>
              <a:t>Git-Bash </a:t>
            </a:r>
            <a:r>
              <a:rPr lang="en-US" dirty="0" err="1"/>
              <a:t>ichkari</a:t>
            </a:r>
            <a:endParaRPr lang="en-US" dirty="0"/>
          </a:p>
          <a:p>
            <a:r>
              <a:rPr lang="en-US" dirty="0"/>
              <a:t>Virtual Environment</a:t>
            </a:r>
          </a:p>
          <a:p>
            <a:r>
              <a:rPr lang="en-US" dirty="0"/>
              <a:t>Virtual Environment </a:t>
            </a:r>
            <a:r>
              <a:rPr lang="en-US" dirty="0" err="1"/>
              <a:t>yaratish</a:t>
            </a:r>
            <a:endParaRPr lang="en-US" dirty="0"/>
          </a:p>
          <a:p>
            <a:r>
              <a:rPr lang="en-US" dirty="0"/>
              <a:t>Data Extraction</a:t>
            </a:r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C1BDE3-10EB-0089-9E5B-B96BA3AA087F}"/>
                  </a:ext>
                </a:extLst>
              </p14:cNvPr>
              <p14:cNvContentPartPr/>
              <p14:nvPr/>
            </p14:nvContentPartPr>
            <p14:xfrm>
              <a:off x="1051560" y="1123920"/>
              <a:ext cx="6875280" cy="4250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C1BDE3-10EB-0089-9E5B-B96BA3AA0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2200" y="1114560"/>
                <a:ext cx="6894000" cy="426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647ED-689F-020C-BF3A-9DA1DD22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8F67-E580-820C-0954-9D1CAEA3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Data Extraction </a:t>
            </a:r>
            <a:r>
              <a:rPr lang="en-US" b="1" dirty="0" err="1"/>
              <a:t>va</a:t>
            </a:r>
            <a:r>
              <a:rPr lang="en-US" b="1" dirty="0"/>
              <a:t> merging</a:t>
            </a:r>
          </a:p>
        </p:txBody>
      </p:sp>
    </p:spTree>
    <p:extLst>
      <p:ext uri="{BB962C8B-B14F-4D97-AF65-F5344CB8AC3E}">
        <p14:creationId xmlns:p14="http://schemas.microsoft.com/office/powerpoint/2010/main" val="322023915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1DB4A-376A-832B-E513-D19840E34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 </a:t>
            </a:r>
            <a:r>
              <a:rPr lang="en-US" dirty="0" err="1"/>
              <a:t>va</a:t>
            </a:r>
            <a:r>
              <a:rPr lang="en-US" dirty="0"/>
              <a:t>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F8C0-2F4D-D52B-547B-89956D2D9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Extraction</a:t>
            </a:r>
          </a:p>
          <a:p>
            <a:pPr lvl="1"/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websitelardan</a:t>
            </a:r>
            <a:r>
              <a:rPr lang="en-US" dirty="0"/>
              <a:t> </a:t>
            </a:r>
            <a:r>
              <a:rPr lang="en-US" dirty="0" err="1"/>
              <a:t>etiketga</a:t>
            </a:r>
            <a:r>
              <a:rPr lang="en-US" dirty="0"/>
              <a:t> </a:t>
            </a:r>
            <a:r>
              <a:rPr lang="en-US" dirty="0" err="1"/>
              <a:t>rioya</a:t>
            </a:r>
            <a:r>
              <a:rPr lang="en-US" dirty="0"/>
              <a:t> </a:t>
            </a:r>
            <a:r>
              <a:rPr lang="en-US" dirty="0" err="1"/>
              <a:t>qilgan</a:t>
            </a:r>
            <a:r>
              <a:rPr lang="en-US" dirty="0"/>
              <a:t> </a:t>
            </a:r>
            <a:r>
              <a:rPr lang="en-US" dirty="0" err="1"/>
              <a:t>xolda</a:t>
            </a:r>
            <a:r>
              <a:rPr lang="en-US" dirty="0"/>
              <a:t> </a:t>
            </a: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tortib</a:t>
            </a:r>
            <a:r>
              <a:rPr lang="en-US" dirty="0"/>
              <a:t> </a:t>
            </a:r>
            <a:r>
              <a:rPr lang="en-US" dirty="0" err="1"/>
              <a:t>olish</a:t>
            </a:r>
            <a:r>
              <a:rPr lang="en-US" dirty="0"/>
              <a:t> </a:t>
            </a:r>
            <a:r>
              <a:rPr lang="en-US" dirty="0" err="1"/>
              <a:t>processi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8C9CC5-EEE8-7DF8-D634-08D06FD1C32B}"/>
                  </a:ext>
                </a:extLst>
              </p14:cNvPr>
              <p14:cNvContentPartPr/>
              <p14:nvPr/>
            </p14:nvContentPartPr>
            <p14:xfrm>
              <a:off x="2044080" y="1760400"/>
              <a:ext cx="8214120" cy="1355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8C9CC5-EEE8-7DF8-D634-08D06FD1C3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4720" y="1751040"/>
                <a:ext cx="8232840" cy="13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A8C31C-FFB2-F175-0327-E7A19DAEE514}"/>
                  </a:ext>
                </a:extLst>
              </p14:cNvPr>
              <p14:cNvContentPartPr/>
              <p14:nvPr/>
            </p14:nvContentPartPr>
            <p14:xfrm>
              <a:off x="5007240" y="456480"/>
              <a:ext cx="2076120" cy="1353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A8C31C-FFB2-F175-0327-E7A19DAEE5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7880" y="447120"/>
                <a:ext cx="2094840" cy="137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888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9F55-F02E-71E9-DDF3-DCC9D8CF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0F4B-C713-3374-4782-8CC495E6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 </a:t>
            </a:r>
            <a:r>
              <a:rPr lang="en-US" dirty="0" err="1"/>
              <a:t>va</a:t>
            </a:r>
            <a:r>
              <a:rPr lang="en-US" dirty="0"/>
              <a:t>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74BF0-E949-CBF3-1E40-85FED6BD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xolatdagi</a:t>
            </a:r>
            <a:r>
              <a:rPr lang="en-US" dirty="0"/>
              <a:t> </a:t>
            </a:r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birlashtirib</a:t>
            </a:r>
            <a:r>
              <a:rPr lang="en-US" dirty="0"/>
              <a:t> yagona dataset </a:t>
            </a:r>
            <a:r>
              <a:rPr lang="en-US" dirty="0" err="1"/>
              <a:t>xosil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/>
              <a:t>—merging</a:t>
            </a:r>
          </a:p>
          <a:p>
            <a:r>
              <a:rPr lang="en-US" dirty="0" err="1"/>
              <a:t>Usullari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Bir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ustunlar</a:t>
            </a:r>
            <a:r>
              <a:rPr lang="en-US" dirty="0"/>
              <a:t> (</a:t>
            </a:r>
            <a:r>
              <a:rPr lang="en-US" dirty="0" err="1"/>
              <a:t>concat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Join(</a:t>
            </a:r>
            <a:r>
              <a:rPr lang="en-US" dirty="0" err="1"/>
              <a:t>comman</a:t>
            </a:r>
            <a:r>
              <a:rPr lang="en-US" dirty="0"/>
              <a:t> </a:t>
            </a:r>
            <a:r>
              <a:rPr lang="en-US" dirty="0" err="1"/>
              <a:t>key:join</a:t>
            </a:r>
            <a:r>
              <a:rPr lang="en-US" dirty="0"/>
              <a:t>/merge)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FEE8A2C-F4DD-AB8C-DDF4-3700A641EE63}"/>
                  </a:ext>
                </a:extLst>
              </p14:cNvPr>
              <p14:cNvContentPartPr/>
              <p14:nvPr/>
            </p14:nvContentPartPr>
            <p14:xfrm>
              <a:off x="1333800" y="1609560"/>
              <a:ext cx="10859400" cy="4757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FEE8A2C-F4DD-AB8C-DDF4-3700A641EE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4440" y="1600200"/>
                <a:ext cx="10878120" cy="47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4B19A1-A5E2-8ED4-5951-167E5AE3CF9F}"/>
                  </a:ext>
                </a:extLst>
              </p14:cNvPr>
              <p14:cNvContentPartPr/>
              <p14:nvPr/>
            </p14:nvContentPartPr>
            <p14:xfrm>
              <a:off x="2069724" y="2966285"/>
              <a:ext cx="2885760" cy="700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4B19A1-A5E2-8ED4-5951-167E5AE3CF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63604" y="2960165"/>
                <a:ext cx="2898000" cy="71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22189566-F168-29F7-E09B-35F8EA765B7E}"/>
              </a:ext>
            </a:extLst>
          </p:cNvPr>
          <p:cNvGrpSpPr/>
          <p:nvPr/>
        </p:nvGrpSpPr>
        <p:grpSpPr>
          <a:xfrm>
            <a:off x="1451964" y="3835685"/>
            <a:ext cx="2652480" cy="333360"/>
            <a:chOff x="1451964" y="3835685"/>
            <a:chExt cx="265248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576F2D-F837-E0E9-2D6B-819FBF08A560}"/>
                    </a:ext>
                  </a:extLst>
                </p14:cNvPr>
                <p14:cNvContentPartPr/>
                <p14:nvPr/>
              </p14:nvContentPartPr>
              <p14:xfrm>
                <a:off x="2515764" y="3885005"/>
                <a:ext cx="1588680" cy="284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576F2D-F837-E0E9-2D6B-819FBF08A56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09644" y="3878885"/>
                  <a:ext cx="16009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F937DC8-9EFC-5395-BD1C-8B9636A9A60C}"/>
                    </a:ext>
                  </a:extLst>
                </p14:cNvPr>
                <p14:cNvContentPartPr/>
                <p14:nvPr/>
              </p14:nvContentPartPr>
              <p14:xfrm>
                <a:off x="1451964" y="3835685"/>
                <a:ext cx="95760" cy="51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F937DC8-9EFC-5395-BD1C-8B9636A9A6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5844" y="3829565"/>
                  <a:ext cx="108000" cy="6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537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A857C-C502-B2AF-FBFA-3AF955AA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Extraction </a:t>
            </a:r>
            <a:r>
              <a:rPr lang="en-US" dirty="0" err="1"/>
              <a:t>va</a:t>
            </a:r>
            <a:r>
              <a:rPr lang="en-US" dirty="0"/>
              <a:t> merging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2736-D6AC-F532-96FD-384C2A57E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Extraction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/>
              <a:t>Data merging </a:t>
            </a:r>
            <a:r>
              <a:rPr lang="en-US" dirty="0" err="1"/>
              <a:t>amaliy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643E31-82F4-3B89-96A1-15F03606CE5B}"/>
                  </a:ext>
                </a:extLst>
              </p14:cNvPr>
              <p14:cNvContentPartPr/>
              <p14:nvPr/>
            </p14:nvContentPartPr>
            <p14:xfrm>
              <a:off x="842040" y="1329840"/>
              <a:ext cx="5581080" cy="2278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643E31-82F4-3B89-96A1-15F03606CE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2680" y="1320480"/>
                <a:ext cx="5599800" cy="229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288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BB68-0BEF-7FD1-9E70-CDF15D75D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80AB-2329-D0E1-CCFA-40D0C7C6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Githubdagi</a:t>
            </a:r>
            <a:r>
              <a:rPr lang="en-US" b="1" dirty="0"/>
              <a:t> </a:t>
            </a:r>
            <a:r>
              <a:rPr lang="en-US" b="1" dirty="0" err="1"/>
              <a:t>Projectni</a:t>
            </a:r>
            <a:r>
              <a:rPr lang="en-US" b="1" dirty="0"/>
              <a:t> </a:t>
            </a:r>
            <a:r>
              <a:rPr lang="en-US" b="1" dirty="0" err="1"/>
              <a:t>gitga</a:t>
            </a:r>
            <a:r>
              <a:rPr lang="en-US" b="1" dirty="0"/>
              <a:t> </a:t>
            </a:r>
            <a:r>
              <a:rPr lang="en-US" b="1" dirty="0" err="1"/>
              <a:t>ulash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yangi</a:t>
            </a:r>
            <a:r>
              <a:rPr lang="en-US" b="1" dirty="0"/>
              <a:t> commands</a:t>
            </a:r>
          </a:p>
        </p:txBody>
      </p:sp>
    </p:spTree>
    <p:extLst>
      <p:ext uri="{BB962C8B-B14F-4D97-AF65-F5344CB8AC3E}">
        <p14:creationId xmlns:p14="http://schemas.microsoft.com/office/powerpoint/2010/main" val="20460732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53BD-0D9B-C4CD-3051-D2490EF7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Githubdagi</a:t>
            </a:r>
            <a:r>
              <a:rPr lang="en-US" dirty="0"/>
              <a:t> </a:t>
            </a:r>
            <a:r>
              <a:rPr lang="en-US" dirty="0" err="1"/>
              <a:t>Projectni</a:t>
            </a:r>
            <a:r>
              <a:rPr lang="en-US" dirty="0"/>
              <a:t> </a:t>
            </a:r>
            <a:r>
              <a:rPr lang="en-US" dirty="0" err="1"/>
              <a:t>gitga</a:t>
            </a:r>
            <a:r>
              <a:rPr lang="en-US" dirty="0"/>
              <a:t> </a:t>
            </a:r>
            <a:r>
              <a:rPr lang="en-US" dirty="0" err="1"/>
              <a:t>ulash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0A5F1-3605-6662-1E05-C07A89FF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Clonning</a:t>
            </a:r>
            <a:endParaRPr lang="en-US" dirty="0"/>
          </a:p>
          <a:p>
            <a:pPr lvl="1"/>
            <a:r>
              <a:rPr lang="en-US" dirty="0" err="1"/>
              <a:t>Desktopga</a:t>
            </a:r>
            <a:r>
              <a:rPr lang="en-US" dirty="0"/>
              <a:t> </a:t>
            </a:r>
            <a:r>
              <a:rPr lang="en-US" dirty="0" err="1"/>
              <a:t>folderni</a:t>
            </a:r>
            <a:r>
              <a:rPr lang="en-US" dirty="0"/>
              <a:t> auto </a:t>
            </a:r>
            <a:r>
              <a:rPr lang="en-US" dirty="0" err="1"/>
              <a:t>yaratadi</a:t>
            </a:r>
            <a:endParaRPr lang="en-US" dirty="0"/>
          </a:p>
          <a:p>
            <a:r>
              <a:rPr lang="en-US" dirty="0" err="1"/>
              <a:t>Qolgani</a:t>
            </a:r>
            <a:r>
              <a:rPr lang="en-US" dirty="0"/>
              <a:t> </a:t>
            </a:r>
            <a:r>
              <a:rPr lang="en-US" dirty="0" err="1"/>
              <a:t>eski</a:t>
            </a:r>
            <a:r>
              <a:rPr lang="en-US" dirty="0"/>
              <a:t> </a:t>
            </a:r>
            <a:r>
              <a:rPr lang="en-US" dirty="0" err="1"/>
              <a:t>xolatda</a:t>
            </a:r>
            <a:r>
              <a:rPr lang="en-US" dirty="0"/>
              <a:t>(git push)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BDC251-484B-9A9A-FA6A-F0062079DBB1}"/>
                  </a:ext>
                </a:extLst>
              </p14:cNvPr>
              <p14:cNvContentPartPr/>
              <p14:nvPr/>
            </p14:nvContentPartPr>
            <p14:xfrm>
              <a:off x="1065240" y="1805040"/>
              <a:ext cx="1665000" cy="51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BDC251-484B-9A9A-FA6A-F0062079D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5880" y="1795680"/>
                <a:ext cx="1683720" cy="5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651BD4-AE23-3393-23A0-297157A4FF74}"/>
                  </a:ext>
                </a:extLst>
              </p14:cNvPr>
              <p14:cNvContentPartPr/>
              <p14:nvPr/>
            </p14:nvContentPartPr>
            <p14:xfrm>
              <a:off x="1076760" y="1396440"/>
              <a:ext cx="5673600" cy="239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651BD4-AE23-3393-23A0-297157A4FF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7400" y="1387080"/>
                <a:ext cx="5692320" cy="241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020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3B0F7-196D-FB85-04F3-87D7EBC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1347-B29B-090F-57DE-6A51A102A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Logging </a:t>
            </a:r>
            <a:r>
              <a:rPr lang="en-US" b="1" dirty="0" err="1"/>
              <a:t>va</a:t>
            </a:r>
            <a:r>
              <a:rPr lang="en-US" b="1" dirty="0"/>
              <a:t> error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AD7F63-4344-75A7-ED5A-B60C7E357E68}"/>
                  </a:ext>
                </a:extLst>
              </p14:cNvPr>
              <p14:cNvContentPartPr/>
              <p14:nvPr/>
            </p14:nvContentPartPr>
            <p14:xfrm>
              <a:off x="4005360" y="2371320"/>
              <a:ext cx="4720680" cy="2229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AD7F63-4344-75A7-ED5A-B60C7E357E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6000" y="2361960"/>
                <a:ext cx="4739400" cy="22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417146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B82D-B3FF-3240-FCE6-D2B6CE21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6EBF6-54B6-8ADD-9F57-C24E9C620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yozilganda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xolatlar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Warnings</a:t>
            </a:r>
          </a:p>
          <a:p>
            <a:pPr lvl="1"/>
            <a:r>
              <a:rPr lang="en-US" dirty="0"/>
              <a:t>Errors</a:t>
            </a:r>
          </a:p>
          <a:p>
            <a:r>
              <a:rPr lang="en-US" dirty="0" err="1"/>
              <a:t>Kodingni</a:t>
            </a:r>
            <a:r>
              <a:rPr lang="en-US" dirty="0"/>
              <a:t> </a:t>
            </a:r>
            <a:r>
              <a:rPr lang="en-US" dirty="0" err="1"/>
              <a:t>nazorat</a:t>
            </a:r>
            <a:r>
              <a:rPr lang="en-US" dirty="0"/>
              <a:t> </a:t>
            </a:r>
            <a:r>
              <a:rPr lang="en-US" dirty="0" err="1"/>
              <a:t>qilishni</a:t>
            </a:r>
            <a:r>
              <a:rPr lang="en-US" dirty="0"/>
              <a:t> 2 ta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yo’li</a:t>
            </a:r>
            <a:r>
              <a:rPr lang="en-US" dirty="0"/>
              <a:t> </a:t>
            </a:r>
            <a:r>
              <a:rPr lang="en-US" dirty="0" err="1"/>
              <a:t>mavjud</a:t>
            </a:r>
            <a:endParaRPr lang="en-US" dirty="0"/>
          </a:p>
          <a:p>
            <a:pPr lvl="1"/>
            <a:r>
              <a:rPr lang="en-US" dirty="0"/>
              <a:t>Logging</a:t>
            </a:r>
          </a:p>
          <a:p>
            <a:pPr lvl="1"/>
            <a:r>
              <a:rPr lang="en-US" dirty="0" err="1"/>
              <a:t>Errros</a:t>
            </a:r>
            <a:r>
              <a:rPr lang="en-US" dirty="0"/>
              <a:t>(Exceptions)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4368F5-49C1-0A8B-9FFF-59417A79F689}"/>
                  </a:ext>
                </a:extLst>
              </p14:cNvPr>
              <p14:cNvContentPartPr/>
              <p14:nvPr/>
            </p14:nvContentPartPr>
            <p14:xfrm>
              <a:off x="1077120" y="1718280"/>
              <a:ext cx="5106600" cy="262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4368F5-49C1-0A8B-9FFF-59417A79F6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7760" y="1708920"/>
                <a:ext cx="5125320" cy="264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712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9C37-B613-9B3C-CDDD-F0E63E9AC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7950-EADF-81D6-5D82-ACE32C8C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A3FE4-E8D1-6C19-A770-A721CB439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  <a:p>
            <a:pPr lvl="1"/>
            <a:r>
              <a:rPr lang="en-US" dirty="0"/>
              <a:t>Program run </a:t>
            </a:r>
            <a:r>
              <a:rPr lang="en-US" dirty="0" err="1"/>
              <a:t>bo’lgunicha</a:t>
            </a:r>
            <a:r>
              <a:rPr lang="en-US" dirty="0"/>
              <a:t> </a:t>
            </a:r>
            <a:r>
              <a:rPr lang="en-US" dirty="0" err="1"/>
              <a:t>bo’lgan</a:t>
            </a:r>
            <a:r>
              <a:rPr lang="en-US" dirty="0"/>
              <a:t> </a:t>
            </a:r>
            <a:r>
              <a:rPr lang="en-US" dirty="0" err="1"/>
              <a:t>jarayonlarni</a:t>
            </a:r>
            <a:r>
              <a:rPr lang="en-US" dirty="0"/>
              <a:t> (</a:t>
            </a:r>
            <a:r>
              <a:rPr lang="en-US" dirty="0" err="1"/>
              <a:t>xodisalarni</a:t>
            </a:r>
            <a:r>
              <a:rPr lang="en-US" dirty="0"/>
              <a:t>) </a:t>
            </a:r>
            <a:r>
              <a:rPr lang="en-US" dirty="0" err="1"/>
              <a:t>saqlab</a:t>
            </a:r>
            <a:r>
              <a:rPr lang="en-US" dirty="0"/>
              <a:t> </a:t>
            </a:r>
            <a:r>
              <a:rPr lang="en-US" dirty="0" err="1"/>
              <a:t>boradigan</a:t>
            </a:r>
            <a:r>
              <a:rPr lang="en-US" dirty="0"/>
              <a:t> file</a:t>
            </a:r>
          </a:p>
          <a:p>
            <a:r>
              <a:rPr lang="en-US" dirty="0" err="1"/>
              <a:t>Foydasi</a:t>
            </a:r>
            <a:endParaRPr lang="en-US" dirty="0"/>
          </a:p>
          <a:p>
            <a:pPr lvl="1"/>
            <a:r>
              <a:rPr lang="en-US" dirty="0"/>
              <a:t>Debug</a:t>
            </a:r>
          </a:p>
          <a:p>
            <a:pPr lvl="1"/>
            <a:r>
              <a:rPr lang="en-US" dirty="0"/>
              <a:t>Monitor</a:t>
            </a:r>
          </a:p>
          <a:p>
            <a:pPr lvl="1"/>
            <a:r>
              <a:rPr lang="en-US" dirty="0"/>
              <a:t>audit</a:t>
            </a:r>
          </a:p>
        </p:txBody>
      </p:sp>
    </p:spTree>
    <p:extLst>
      <p:ext uri="{BB962C8B-B14F-4D97-AF65-F5344CB8AC3E}">
        <p14:creationId xmlns:p14="http://schemas.microsoft.com/office/powerpoint/2010/main" val="1413809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741-84F1-0334-FCEE-07109CE3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9174-B7C6-02CE-6D8C-EA1F028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F6C8-DDBA-4B95-F5C9-6954B815A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Xabarlar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DEBUG---</a:t>
            </a:r>
            <a:r>
              <a:rPr lang="en-US" dirty="0" err="1"/>
              <a:t>Muammo</a:t>
            </a:r>
            <a:r>
              <a:rPr lang="en-US" dirty="0"/>
              <a:t>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chuqurroq</a:t>
            </a:r>
            <a:r>
              <a:rPr lang="en-US" dirty="0"/>
              <a:t> </a:t>
            </a:r>
            <a:r>
              <a:rPr lang="en-US" dirty="0" err="1"/>
              <a:t>malumot</a:t>
            </a:r>
            <a:endParaRPr lang="en-US" dirty="0"/>
          </a:p>
          <a:p>
            <a:pPr lvl="1"/>
            <a:r>
              <a:rPr lang="en-US" dirty="0"/>
              <a:t>INFO—Program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lvl="1"/>
            <a:r>
              <a:rPr lang="en-US" dirty="0"/>
              <a:t>WARNING—</a:t>
            </a:r>
            <a:r>
              <a:rPr lang="en-US" dirty="0" err="1"/>
              <a:t>Kodlar</a:t>
            </a:r>
            <a:r>
              <a:rPr lang="en-US" dirty="0"/>
              <a:t> run </a:t>
            </a:r>
            <a:r>
              <a:rPr lang="en-US" dirty="0" err="1"/>
              <a:t>bolishda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kutilmagan</a:t>
            </a:r>
            <a:r>
              <a:rPr lang="en-US" dirty="0"/>
              <a:t> </a:t>
            </a:r>
            <a:r>
              <a:rPr lang="en-US" dirty="0" err="1"/>
              <a:t>nimadir</a:t>
            </a:r>
            <a:r>
              <a:rPr lang="en-US" dirty="0"/>
              <a:t> </a:t>
            </a:r>
            <a:r>
              <a:rPr lang="en-US" dirty="0" err="1"/>
              <a:t>sodir</a:t>
            </a:r>
            <a:r>
              <a:rPr lang="en-US" dirty="0"/>
              <a:t> </a:t>
            </a:r>
            <a:r>
              <a:rPr lang="en-US" dirty="0" err="1"/>
              <a:t>bo’lganini</a:t>
            </a:r>
            <a:r>
              <a:rPr lang="en-US" dirty="0"/>
              <a:t> </a:t>
            </a:r>
            <a:r>
              <a:rPr lang="en-US" dirty="0" err="1"/>
              <a:t>korsatadi</a:t>
            </a:r>
            <a:endParaRPr lang="en-US" dirty="0"/>
          </a:p>
          <a:p>
            <a:pPr lvl="1"/>
            <a:r>
              <a:rPr lang="en-US" dirty="0"/>
              <a:t>ERROR-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  <a:p>
            <a:pPr lvl="1"/>
            <a:r>
              <a:rPr lang="en-US" dirty="0"/>
              <a:t>CRITICAL-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toxtaydi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8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9669-1C88-83B1-9E45-B323F53E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EE4B-17C5-25E9-6632-42C8EE59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07BA1-DF8E-87C9-1A75-6F161B366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Xabarlar</a:t>
            </a:r>
            <a:r>
              <a:rPr lang="en-US" dirty="0"/>
              <a:t> </a:t>
            </a:r>
            <a:r>
              <a:rPr lang="en-US" dirty="0" err="1"/>
              <a:t>turli</a:t>
            </a:r>
            <a:r>
              <a:rPr lang="en-US" dirty="0"/>
              <a:t>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darajada</a:t>
            </a:r>
            <a:r>
              <a:rPr lang="en-US" dirty="0"/>
              <a:t> </a:t>
            </a:r>
            <a:r>
              <a:rPr lang="en-US" dirty="0" err="1"/>
              <a:t>bo’ladi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DEBUG---</a:t>
            </a:r>
            <a:r>
              <a:rPr lang="en-US" dirty="0" err="1"/>
              <a:t>Muammo</a:t>
            </a:r>
            <a:r>
              <a:rPr lang="en-US" dirty="0"/>
              <a:t>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chuqurroq</a:t>
            </a:r>
            <a:r>
              <a:rPr lang="en-US" dirty="0"/>
              <a:t> </a:t>
            </a:r>
            <a:r>
              <a:rPr lang="en-US" dirty="0" err="1"/>
              <a:t>malumot</a:t>
            </a:r>
            <a:endParaRPr lang="en-US" dirty="0"/>
          </a:p>
          <a:p>
            <a:pPr lvl="1"/>
            <a:r>
              <a:rPr lang="en-US" dirty="0"/>
              <a:t>INFO—Program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umumiy</a:t>
            </a:r>
            <a:r>
              <a:rPr lang="en-US" dirty="0"/>
              <a:t> </a:t>
            </a:r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beradi</a:t>
            </a:r>
            <a:endParaRPr lang="en-US" dirty="0"/>
          </a:p>
          <a:p>
            <a:pPr lvl="1"/>
            <a:r>
              <a:rPr lang="en-US" dirty="0"/>
              <a:t>WARNING—</a:t>
            </a:r>
            <a:r>
              <a:rPr lang="en-US" dirty="0" err="1"/>
              <a:t>Kodlar</a:t>
            </a:r>
            <a:r>
              <a:rPr lang="en-US" dirty="0"/>
              <a:t> run </a:t>
            </a:r>
            <a:r>
              <a:rPr lang="en-US" dirty="0" err="1"/>
              <a:t>bolishda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etadi</a:t>
            </a:r>
            <a:r>
              <a:rPr lang="en-US" dirty="0"/>
              <a:t>,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kutilmagan</a:t>
            </a:r>
            <a:r>
              <a:rPr lang="en-US" dirty="0"/>
              <a:t> </a:t>
            </a:r>
            <a:r>
              <a:rPr lang="en-US" dirty="0" err="1"/>
              <a:t>nimadir</a:t>
            </a:r>
            <a:r>
              <a:rPr lang="en-US" dirty="0"/>
              <a:t> </a:t>
            </a:r>
            <a:r>
              <a:rPr lang="en-US" dirty="0" err="1"/>
              <a:t>sodir</a:t>
            </a:r>
            <a:r>
              <a:rPr lang="en-US" dirty="0"/>
              <a:t> </a:t>
            </a:r>
            <a:r>
              <a:rPr lang="en-US" dirty="0" err="1"/>
              <a:t>bo’lganini</a:t>
            </a:r>
            <a:r>
              <a:rPr lang="en-US" dirty="0"/>
              <a:t> </a:t>
            </a:r>
            <a:r>
              <a:rPr lang="en-US" dirty="0" err="1"/>
              <a:t>korsatadi</a:t>
            </a:r>
            <a:endParaRPr lang="en-US" dirty="0"/>
          </a:p>
          <a:p>
            <a:pPr lvl="1"/>
            <a:r>
              <a:rPr lang="en-US" dirty="0"/>
              <a:t>ERROR-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  <a:p>
            <a:pPr lvl="1"/>
            <a:r>
              <a:rPr lang="en-US" dirty="0"/>
              <a:t>CRITICAL-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toxtaydi</a:t>
            </a:r>
            <a:r>
              <a:rPr lang="en-US" dirty="0"/>
              <a:t> </a:t>
            </a:r>
            <a:r>
              <a:rPr lang="en-US" dirty="0" err="1"/>
              <a:t>juda</a:t>
            </a:r>
            <a:r>
              <a:rPr lang="en-US" dirty="0"/>
              <a:t> </a:t>
            </a:r>
            <a:r>
              <a:rPr lang="en-US" dirty="0" err="1"/>
              <a:t>jiddiy</a:t>
            </a:r>
            <a:r>
              <a:rPr lang="en-US" dirty="0"/>
              <a:t> </a:t>
            </a:r>
            <a:r>
              <a:rPr lang="en-US" dirty="0" err="1"/>
              <a:t>muammo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88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B479-0859-E426-7D0C-EC10B1E8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A981-CC3B-BF39-5D8F-2F11B98DE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90175-7144-5A75-D664-12D03B97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Errorlar</a:t>
            </a:r>
            <a:r>
              <a:rPr lang="en-US" dirty="0"/>
              <a:t>--- runtime problem </a:t>
            </a:r>
            <a:r>
              <a:rPr lang="en-US" dirty="0" err="1"/>
              <a:t>bu</a:t>
            </a:r>
            <a:r>
              <a:rPr lang="en-US" dirty="0"/>
              <a:t> normal </a:t>
            </a:r>
            <a:r>
              <a:rPr lang="en-US" dirty="0" err="1"/>
              <a:t>bolgan</a:t>
            </a:r>
            <a:r>
              <a:rPr lang="en-US" dirty="0"/>
              <a:t> </a:t>
            </a:r>
            <a:r>
              <a:rPr lang="en-US" dirty="0" err="1"/>
              <a:t>ishlanri</a:t>
            </a:r>
            <a:r>
              <a:rPr lang="en-US" dirty="0"/>
              <a:t> </a:t>
            </a:r>
            <a:r>
              <a:rPr lang="en-US" dirty="0" err="1"/>
              <a:t>toxtadi</a:t>
            </a:r>
            <a:endParaRPr lang="en-US" dirty="0"/>
          </a:p>
          <a:p>
            <a:pPr lvl="1"/>
            <a:r>
              <a:rPr lang="en-US" dirty="0" err="1"/>
              <a:t>SyntaxError</a:t>
            </a:r>
            <a:r>
              <a:rPr lang="en-US" dirty="0"/>
              <a:t> – code is invalid</a:t>
            </a:r>
          </a:p>
          <a:p>
            <a:pPr lvl="1"/>
            <a:r>
              <a:rPr lang="en-US" dirty="0" err="1"/>
              <a:t>TypeError</a:t>
            </a:r>
            <a:r>
              <a:rPr lang="en-US" dirty="0"/>
              <a:t> – wrong type of variable</a:t>
            </a:r>
          </a:p>
          <a:p>
            <a:pPr lvl="1"/>
            <a:r>
              <a:rPr lang="en-US" dirty="0" err="1"/>
              <a:t>FileNotFoundError</a:t>
            </a:r>
            <a:r>
              <a:rPr lang="en-US" dirty="0"/>
              <a:t> – missing file</a:t>
            </a:r>
          </a:p>
          <a:p>
            <a:pPr lvl="1"/>
            <a:r>
              <a:rPr lang="en-US" dirty="0" err="1"/>
              <a:t>ValueError</a:t>
            </a:r>
            <a:r>
              <a:rPr lang="en-US" dirty="0"/>
              <a:t> – invalid value for a function</a:t>
            </a:r>
          </a:p>
        </p:txBody>
      </p:sp>
    </p:spTree>
    <p:extLst>
      <p:ext uri="{BB962C8B-B14F-4D97-AF65-F5344CB8AC3E}">
        <p14:creationId xmlns:p14="http://schemas.microsoft.com/office/powerpoint/2010/main" val="1536885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53CE4-B8E8-966B-9DC9-1956A262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F28F-17E5-2101-9E06-55E7E1DD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</a:t>
            </a:r>
            <a:r>
              <a:rPr lang="en-US" dirty="0" err="1"/>
              <a:t>va</a:t>
            </a:r>
            <a:r>
              <a:rPr lang="en-US" dirty="0"/>
              <a:t> error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BDBF0-74AE-CE61-036D-0F2A888FF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Errorlar</a:t>
            </a:r>
            <a:r>
              <a:rPr lang="en-US" dirty="0"/>
              <a:t>--- runtime problem </a:t>
            </a:r>
            <a:r>
              <a:rPr lang="en-US" dirty="0" err="1"/>
              <a:t>bu</a:t>
            </a:r>
            <a:r>
              <a:rPr lang="en-US" dirty="0"/>
              <a:t> normal </a:t>
            </a:r>
            <a:r>
              <a:rPr lang="en-US" dirty="0" err="1"/>
              <a:t>bolgan</a:t>
            </a:r>
            <a:r>
              <a:rPr lang="en-US" dirty="0"/>
              <a:t> </a:t>
            </a:r>
            <a:r>
              <a:rPr lang="en-US" dirty="0" err="1"/>
              <a:t>ishlanri</a:t>
            </a:r>
            <a:r>
              <a:rPr lang="en-US" dirty="0"/>
              <a:t> </a:t>
            </a:r>
            <a:r>
              <a:rPr lang="en-US" dirty="0" err="1"/>
              <a:t>toxtadi</a:t>
            </a:r>
            <a:endParaRPr lang="en-US" dirty="0"/>
          </a:p>
          <a:p>
            <a:pPr lvl="1"/>
            <a:r>
              <a:rPr lang="en-US" dirty="0" err="1"/>
              <a:t>SyntaxError</a:t>
            </a:r>
            <a:r>
              <a:rPr lang="en-US" dirty="0"/>
              <a:t> – code is invalid</a:t>
            </a:r>
          </a:p>
          <a:p>
            <a:pPr lvl="1"/>
            <a:r>
              <a:rPr lang="en-US" dirty="0" err="1"/>
              <a:t>TypeError</a:t>
            </a:r>
            <a:r>
              <a:rPr lang="en-US" dirty="0"/>
              <a:t> – wrong type of variable</a:t>
            </a:r>
          </a:p>
          <a:p>
            <a:pPr lvl="1"/>
            <a:r>
              <a:rPr lang="en-US" dirty="0" err="1"/>
              <a:t>FileNotFoundError</a:t>
            </a:r>
            <a:r>
              <a:rPr lang="en-US" dirty="0"/>
              <a:t> – missing file</a:t>
            </a:r>
          </a:p>
          <a:p>
            <a:pPr lvl="1"/>
            <a:r>
              <a:rPr lang="en-US" dirty="0" err="1"/>
              <a:t>ValueError</a:t>
            </a:r>
            <a:r>
              <a:rPr lang="en-US" dirty="0"/>
              <a:t> – invalid value for a function</a:t>
            </a:r>
          </a:p>
        </p:txBody>
      </p:sp>
    </p:spTree>
    <p:extLst>
      <p:ext uri="{BB962C8B-B14F-4D97-AF65-F5344CB8AC3E}">
        <p14:creationId xmlns:p14="http://schemas.microsoft.com/office/powerpoint/2010/main" val="1139910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9284-FB02-1FCE-DB69-29C450CAB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C7F54-444A-51E1-070F-251C1CF4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</a:t>
            </a:r>
            <a:r>
              <a:rPr lang="en-US" dirty="0" err="1"/>
              <a:t>uchun</a:t>
            </a:r>
            <a:r>
              <a:rPr lang="en-US" dirty="0"/>
              <a:t> data </a:t>
            </a:r>
            <a:r>
              <a:rPr lang="en-US" dirty="0" err="1"/>
              <a:t>collectionni</a:t>
            </a:r>
            <a:r>
              <a:rPr lang="en-US" dirty="0"/>
              <a:t> </a:t>
            </a:r>
            <a:r>
              <a:rPr lang="en-US" dirty="0" err="1"/>
              <a:t>boshlang</a:t>
            </a:r>
            <a:r>
              <a:rPr lang="en-US" dirty="0"/>
              <a:t>(web scraping </a:t>
            </a:r>
            <a:r>
              <a:rPr lang="en-US" dirty="0" err="1"/>
              <a:t>orqali</a:t>
            </a:r>
            <a:r>
              <a:rPr lang="en-US" dirty="0"/>
              <a:t>)</a:t>
            </a:r>
          </a:p>
          <a:p>
            <a:r>
              <a:rPr lang="en-US" dirty="0"/>
              <a:t>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commandslarni</a:t>
            </a:r>
            <a:r>
              <a:rPr lang="en-US" dirty="0"/>
              <a:t> </a:t>
            </a:r>
            <a:r>
              <a:rPr lang="en-US" dirty="0" err="1"/>
              <a:t>yozing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Rasmini </a:t>
            </a:r>
            <a:r>
              <a:rPr lang="en-US" dirty="0" err="1"/>
              <a:t>yuklang</a:t>
            </a:r>
            <a:endParaRPr lang="en-US" dirty="0"/>
          </a:p>
          <a:p>
            <a:r>
              <a:rPr lang="en-US" dirty="0"/>
              <a:t>Problem </a:t>
            </a:r>
            <a:r>
              <a:rPr lang="en-US" dirty="0" err="1"/>
              <a:t>solvingni</a:t>
            </a:r>
            <a:r>
              <a:rPr lang="en-US" dirty="0"/>
              <a:t> </a:t>
            </a:r>
            <a:r>
              <a:rPr lang="en-US" dirty="0" err="1"/>
              <a:t>kuchaytiring</a:t>
            </a:r>
            <a:r>
              <a:rPr lang="en-US" dirty="0"/>
              <a:t>(</a:t>
            </a:r>
            <a:r>
              <a:rPr lang="en-US" dirty="0" err="1"/>
              <a:t>codewars</a:t>
            </a:r>
            <a:r>
              <a:rPr lang="en-US" dirty="0"/>
              <a:t>, </a:t>
            </a:r>
            <a:r>
              <a:rPr lang="en-US" dirty="0" err="1"/>
              <a:t>leedcode</a:t>
            </a:r>
            <a:r>
              <a:rPr lang="en-US" dirty="0"/>
              <a:t>)</a:t>
            </a:r>
          </a:p>
          <a:p>
            <a:r>
              <a:rPr lang="en-US" dirty="0" err="1"/>
              <a:t>Monkeytype</a:t>
            </a:r>
            <a:r>
              <a:rPr lang="en-US" dirty="0"/>
              <a:t>(</a:t>
            </a:r>
            <a:r>
              <a:rPr lang="en-US" dirty="0" err="1"/>
              <a:t>tezlik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195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2761</TotalTime>
  <Words>389</Words>
  <Application>Microsoft Office PowerPoint</Application>
  <PresentationFormat>Widescreen</PresentationFormat>
  <Paragraphs>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Modular Programming(4-dars)</vt:lpstr>
      <vt:lpstr>Bugun</vt:lpstr>
      <vt:lpstr>Project 2 xolati va savol javob</vt:lpstr>
      <vt:lpstr>Takrorlash</vt:lpstr>
      <vt:lpstr>Takrorlash</vt:lpstr>
      <vt:lpstr>Data Extraction va merging</vt:lpstr>
      <vt:lpstr>Data Extraction va merging</vt:lpstr>
      <vt:lpstr>Data Extraction va merging</vt:lpstr>
      <vt:lpstr>Data Extraction va merging</vt:lpstr>
      <vt:lpstr>Githubdagi Projectni gitga ulash va yangi commands</vt:lpstr>
      <vt:lpstr>Githubdagi Projectni gitga ulash</vt:lpstr>
      <vt:lpstr>Logging va error</vt:lpstr>
      <vt:lpstr>Logging va error </vt:lpstr>
      <vt:lpstr>Logging va error </vt:lpstr>
      <vt:lpstr>Logging va error </vt:lpstr>
      <vt:lpstr>Logging va error </vt:lpstr>
      <vt:lpstr>Logging va error </vt:lpstr>
      <vt:lpstr>Logging va error 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2</cp:revision>
  <dcterms:created xsi:type="dcterms:W3CDTF">2025-09-20T10:43:40Z</dcterms:created>
  <dcterms:modified xsi:type="dcterms:W3CDTF">2025-09-25T13:22:43Z</dcterms:modified>
</cp:coreProperties>
</file>