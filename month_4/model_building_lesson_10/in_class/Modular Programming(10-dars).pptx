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0" r:id="rId4"/>
    <p:sldId id="261" r:id="rId5"/>
    <p:sldId id="270" r:id="rId6"/>
    <p:sldId id="264" r:id="rId7"/>
    <p:sldId id="265" r:id="rId8"/>
    <p:sldId id="266" r:id="rId9"/>
    <p:sldId id="286" r:id="rId10"/>
    <p:sldId id="287" r:id="rId11"/>
    <p:sldId id="289" r:id="rId12"/>
    <p:sldId id="288" r:id="rId13"/>
    <p:sldId id="290" r:id="rId14"/>
    <p:sldId id="269" r:id="rId15"/>
    <p:sldId id="273" r:id="rId16"/>
    <p:sldId id="274" r:id="rId17"/>
    <p:sldId id="272" r:id="rId18"/>
    <p:sldId id="267" r:id="rId19"/>
    <p:sldId id="271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1:06:01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4559 6337 367 0,'-6'-1'122'0,"0"0"-89"0,2 1-8 15,4 1-13-15,3 0-7 0,2 0 4 0,2 0 1 0,4-1-1 0,1-1-3 16,4 1-3-16,1-1-3 0,2 1-3 0,2 0-2 0,0 1 0 15,3-1-2-15,0 0-3 0,0 1 2 0,3-1-3 0,0 1 4 0,2-1-1 16,-1 1 5-16,0-1 0 0,0 1-1 0,-1 1 1 0,0 1 0 0,0-1 2 16,0 1 2-16,2 0 2 0,0 0 0 0,1 0 2 0,1 1 2 15,0-1-1-15,5 1 2 0,-1-1 1 0,2-1-1 0,2-1 2 0,0 0 1 16,2 0-1-16,3-1 0 0,2 0 4 0,1 1-2 0,0-1 1 16,3 0 1-16,0 1-1 0,1-1 4 0,1 0 2 0,1 1 3 0,0 0 0 15,1 0-1-15,0 1 4 0,-1 0 1 0,2 1-3 0,1 0-2 0,0 1-5 16,2 1-2-16,-1 0 2 0,1 0 0 0,2 1-1 0,0 0-1 15,0 0-1-15,1 0-1 0,0-1-3 0,2 1-3 0,1 0 1 0,3 1-2 16,0-1 1-16,1-1-2 0,2 1-1 0,0 0 1 0,-1-1-2 0,3 1 0 16,-1-1-1-16,1-2-2 0,2 2-1 0,-3 0 1 0,2-2 1 15,1 0 2-15,0 0-2 0,0-1 8 0,-1 1 2 0,2 0 3 0,-1 0 7 16,1-1-2-16,0 1 4 0,0 0 3 0,1 0 0 0,1 1 4 0,0 0-4 16,-2 0-3-16,1 0-5 0,-1 0-5 0,0 1 2 0,1 0 0 15,2 0 8-15,0 0-2 0,2-1-2 0,-2-1-1 0,0 0-4 0,2 0 1 16,-2-1-1-16,4 1-3 0,0-1-1 0,-2-1 0 0,3 0-1 0,-1 0 5 15,1-2-2-15,1 0 1 0,0-2-1 0,-1 0 0 0,0 0 0 16,-2-1-3-16,0 0 6 0,0-1 0 0,0-2 2 0,1 0 6 0,0 1 1 16,-1-2 2-16,0-1-1 0,1 0-2 0,-2 0-4 0,-1 0-2 15,1-1 0-15,-1 0 1 0,-1-1-3 0,0 0-3 0,-3 0 3 0,1 0-3 16,-3 1 4-16,1-1-2 0,-1-1-2 0,-1 0 2 0,0-2-6 0,-1-1 0 16,2 1-1-16,0-2 8 0,-1 0 1 0,-3 0 4 0,1 0-1 15,-4-3-14-15,1-1 3 0,-1 1 0 0,-2-1 3 0,-1-1 4 0,-4 2 3 16,0-3-3-16,0-1-2 0,-1 1 4 0,0-3-3 0,-2 1 3 15,-3-2-2-15,-3-1-6 0,-2 1 2 0,-3-2 2 0,0 3-6 0,-5-2 5 16,-2 2-2-16,-3-2 3 0,-5-1-5 0,-2 0-6 0,-3-1 7 0,-2 2 2 16,-2-2 2-16,-5 1 5 0,-2-2 0 0,-2 0-13 0,-4-1 5 15,-2 0-3-15,-4-1-5 0,-4 1 7 0,-3-1-5 0,-4 0-3 0,-3-2 1 16,-4 0-5-16,-3 1-4 0,-4 0 2 0,-3 2-3 0,-3-2-1 16,-3 1 6-16,-4-1-7 0,-2 1 1 0,-4 0 7 0,-1 2-3 0,-3-3 6 15,-3 3-1-15,-4-2-7 0,-5 1-2 0,-1 1-3 0,-5 2-1 0,0-1 5 16,-4 1 6-16,-1 0 0 0,0-1 7 0,0 0-2 0,-2 2-2 0,0-2 1 15,-3 3-2-15,-1 2-1 0,0-1 0 0,-3 3-3 0,1-1 1 16,-4 1 0-16,-4 2-5 0,1 1-4 0,-5-1 0 0,0 3-3 0,-3 1 11 16,-1 0 2-16,-3 2-1 0,-1 1 5 0,-2-1-4 0,-1 2 0 0,-1-2-4 15,-4 2-1-15,-3 2-8 0,-1 0 9 0,-2 0-5 0,0 0-2 16,-3 0 4-16,-3 1-5 0,1 1 8 0,0 1 11 0,1-1 4 0,-1 0 0 16,-1 1 4-16,-1 1-8 0,1-1 1 0,-1 1 4 0,1-1-4 15,-1 1 2-15,2-1-7 0,2 1 3 0,0 1 6 0,2 0-5 0,-2 1 4 16,1 0-3-16,-1 1-5 0,-1 1 0 0,-2 1 0 0,0 2 1 15,0 0-1-15,3 0 6 0,2 0-2 0,3 0-4 0,1 1 0 0,-4 2-4 16,0 2 2-16,-4 1 2 0,0 1 0 0,-1 0 2 0,1 2-1 0,1-1-4 16,1 1 2-16,0 2-1 0,-2 0-3 0,3 0 2 0,-1 1 3 15,0 2-3-15,2-1 5 0,2 0 2 0,0 1-1 0,3 0-2 0,-2 3-1 16,0-1-11-16,1 2 1 0,0 2 4 0,6-2 13 0,3 2 9 0,2 0-2 16,3-1-3-16,1 4-8 0,3 0-4 0,2 0 2 0,5 0 1 15,2-1-2-15,4 1 0 0,1 2 1 0,6 0-1 0,1 2-4 0,1-1 1 16,2 1-3-16,2 0 1 0,1 1 2 0,2 1-2 0,3 1 0 15,2 0-1-15,3 0 2 0,1-1-9 0,2 1 6 0,3-1 0 0,4 0 4 16,3-1 8-16,5 1-5 0,3-1 1 0,2-2-8 0,4 2-1 0,4-2-4 16,2 1-6-16,2 1 2 0,4 1-5 0,2 1-5 0,3 0-7 15,2-2-14-15,3 2-30 0,2-1-55 0,4 1-69 0,2 0-63 0,4 1-48 16,3-2 30-16,4-1-102 0</inkml:trace>
  <inkml:trace contextRef="#ctx0" brushRef="#br0" timeOffset="12700.96">7263 8042 763 0,'-9'-6'105'0,"2"1"-68"0,0 1-39 15,6 2-12-15,2-1 1 0,3 1 2 0,1-2 3 0,2-1-1 0,4 0-1 16,3 0-4-16,0 2-4 0,3 0-7 0,0 1-5 0,1 1-2 15,1 0 3-15,2 0 10 0,1 0 4 0,1-1 7 0,1 1 3 0,-1-1 2 16,2-1 5-16,1 0 1 0,2-1 7 0,2 1 5 0,1 0 5 0,3-1 4 16,-1 0 2-16,3-1-3 0,3 0-2 0,1 1-2 0,1-2-1 15,3 1 2-15,0-2 3 0,2 0 2 0,2 1-1 0,2 0-2 0,0 0 0 16,1 1-3-16,2 0 1 0,0 0-4 0,3 0 0 0,0 1 0 16,0 1 0-16,2-1 5 0,-1 2-2 0,0 0 5 0,3 0 2 0,0 2-4 15,0 1-1-15,0 0-10 0,0 1-5 0,1 1 0 0,-2 0-4 0,1 0 2 16,-1 1-1-16,-2 1 1 0,2 1-2 0,-2 1 1 0,-2-1-1 15,-1 4 0-15,-1 0 0 0,-1 1 3 0,-1 1-2 0,-2 0-4 0,-3 0 2 16,-3 2 1-16,0 1 4 0,-4 2 1 0,-1 1 0 0,0 1-1 0,-5 2-3 16,0 0 1-16,-4 2 1 0,-2 2 1 0,-2 0 0 0,-1 3 0 15,-2 0-7-15,-3 1 8 0,-1 1-1 0,-3 1 5 0,-2 2 5 0,-5 0-5 16,-1 0 1-16,-3 1-2 0,-2-2 3 0,-1 2 0 0,-3-1-2 16,-2 0 2-16,-2 1 0 0,-2-3-2 0,-3 1 0 0,-3 0 2 0,-2 1 2 15,-3 1-2-15,0 1 1 0,-3-1-4 0,-2 2 1 0,-3-1 2 0,-3 2 1 16,0 2 6-16,-3-1-5 0,-3 1-1 0,-2 0-5 0,-4 0-2 15,0 0 1-15,-2-1 2 0,0-3 4 0,-2-1 1 0,2-2 3 0,0 0 2 16,0-2 3-16,0 0 1 0,0-2 1 0,2-3-11 0,-2-2 4 0,1-2 4 16,-1-1-2-16,-1-1 9 0,1-3-2 0,-1-2-6 0,-2-1-1 15,-1-3-2-15,-2-2 3 0,-1-1-1 0,1-2-3 0,-2-1-2 0,-3-2-3 16,-1-3 6-16,1-1 7 0,-1-3 2 0,1-2 11 0,3-2-9 0,-2-4-3 16,2-2-4-16,1-4-17 0,1-1-5 0,2-4 6 0,1-2-2 15,1-3 10-15,2-3-4 0,-1-6-4 0,5 0-6 0,0-3-1 0,2-2-7 16,4-2-8-16,0-3-10 0,4-1-18 0,0-1-17 0,2 0-26 15,0 0-29-15,5-1-17 0,1 0-26 0,4-1-38 0,3 0-35 0,2-2-45 16,2-1-16-16,3-3 56 0,2-2-103 0</inkml:trace>
  <inkml:trace contextRef="#ctx0" brushRef="#br0" timeOffset="24351.49">11225 9340 204 0,'-21'-5'65'0,"-1"1"-19"0,-6 0-10 0,4 2-13 0,5 0-10 15,0 1-7-15,0 1-4 0,2 0-1 0,-1 2-1 0,0 0-1 16,2 2-2-16,-3 0-3 0,1 2-1 0,-1 2-1 0,1 0 1 0,-3 2 1 16,1 0 0-16,1 1 0 0,1 1 3 0,1 0 0 0,2 0 2 15,-2 1 2-15,1 1-1 0,0 1 3 0,1 1 0 0,0-2 3 0,-1 1 4 16,1 2 7-16,1 0 5 0,0 0 2 0,-1 2 2 0,1 0-3 0,1 1 0 15,-1 1-3-15,1 0 1 0,-1 0-1 0,2 0-3 0,2 1-2 16,-2 0-4-16,1 2 2 0,1 1-2 0,0-1 0 0,2 1 2 0,1-2-2 16,0 2 3-16,1-2-1 0,2-1-2 0,1 2-2 0,1-2 0 0,1 2-1 15,2-1 0-15,2 0 1 0,1 0-1 0,2 1 1 0,0-3-5 16,1 2 4-16,2-2 0 0,2 1-1 0,1 1 6 0,1-1-7 0,0 2-7 16,1 0 1-16,2-2-1 0,0 1-1 0,1 0 6 0,1-1 0 0,0 2-2 15,1 1 1-15,1 1 0 0,2-1-2 0,1-1 0 0,-1-1 1 16,2-1-1-16,0 0 1 0,2 1-2 0,1-2-3 0,1 0 2 0,3 0 1 15,-2-2-2-15,0 0 3 0,1 0-1 0,2-3 2 0,2 1 2 0,2-2-3 16,1-2-2-16,1-1-3 0,2-1 0 0,-1 1 8 0,2-1 2 16,1-1 0-16,-1 0 4 0,2-3-6 0,0 1 6 0,3 0 3 0,-1-1-1 15,-1 0 2-15,1 0 0 0,0-2 1 0,0 1 3 0,0-2-2 16,2 0-4-16,-1 0 2 0,0-1 2 0,0 0 6 0,0-1 3 0,1 0-6 16,-2 0 0-16,1-2-5 0,-2 0 2 0,2-1 2 0,-3-2-4 0,1 0 0 15,1-1-1-15,-2 0-4 0,1-2-1 0,-1-1-1 0,1 0 0 16,-1-2 3-16,-2 1-1 0,2-2 2 0,-1-1-4 0,-1 0 3 0,1-2 1 15,-2-1 1-15,-2 1 7 0,1 1 0 0,-2-3-6 16,0 1 5-16,-1-3-6 0,-1 2 0 0,-1-2 4 0,-1-1-3 0,-1 0-3 0,-1 1 1 16,0-2 4-16,-1 0-1 0,-1 0 3 0,-2-1-1 0,1-1-5 0,-1 1 4 15,0-2 0-15,-2-1-5 0,1-1-3 0,-3-2 0 0,-1 0 1 0,-2 0 4 16,0 0-1-16,-3 1-3 0,1-3 0 0,-2 1 2 0,-2-2 2 16,-2-1 0-16,0 0 1 0,-1-1 3 0,-1 0-5 0,-2-1 3 0,-1-1-4 15,-2-1-4-15,-3 0 5 0,0 0-1 0,-1 1-1 0,-2-2 1 16,-1 1 0-16,0-2-1 0,-4 1 3 0,0-1-1 0,-2 3 3 0,-2 0-1 15,0 0-2-15,-3 0-1 0,0-1-2 0,-3 2 6 0,-1-1-4 0,-1 2-2 16,0 0 2-16,-2 0-6 0,0-1-3 0,-2 3 2 0,-3 0-2 16,0 0-3-16,-4 1 0 0,-1 1 0 0,-1-2-2 0,0 1-2 0,-4 0-2 15,1 1-1-15,-4 1-3 0,0 2-3 0,-2 0 8 0,-3 0 3 16,0 1-1-16,-2 2 1 0,-1-1-8 0,-1 2-1 0,-2 2-3 0,-2 0-2 16,-1 2 6-16,-3 3 1 0,-1 1 4 0,-1 1 3 0,-2 1 0 0,0 1 0 15,-2 2 0-15,0 2-5 0,-2 2-9 0,-1 1 3 0,-3 3 0 16,-1 2 1-16,0 2 5 0,1 3 0 0,-1 1 8 0,1 3-2 0,-2 1 0 15,0 2 5-15,0 2-6 0,1 3 2 0,1 1 1 0,-1 4-14 0,2 4-4 16,-2 3 1-16,-2 4-17 0,1 6-15 0,1 2-34 0,3 3-46 16,2 0-45-16,1 4-50 0,0 0-28 0,1 4 34 0,2 2-30 0</inkml:trace>
  <inkml:trace contextRef="#ctx0" brushRef="#br0" timeOffset="99743.06">10845 11856 2368 0,'-11'1'-13'0,"-3"2"-20"0,-6 3-28 0,-7 2-35 0,5 2-29 0,-2 2-11 0,0 1 6 0,-1 2 28 0,-1-2 34 0,1 3 34 0,-3-1 19 16,1 1 13-16,-3-2 1 0,1 1 3 0,-2 0 12 0,1 1 17 0,0 0 14 15,0 2 11-15,0 0 7 0,0 0-10 0,-2 1-1 0,2 1-6 16,-2 2-2-16,4-1-1 0,-1 2 1 0,1 0 3 0,1 0-6 0,1 2-2 16,2 0-11-16,1 2-9 0,2-1-4 0,2 2-8 0,1-1 2 0,1-1 2 15,2 4-5-15,0-1-5 0,1 5 1 0,0 1-4 0,2 0 1 16,0 3 4-16,1-1-5 0,1 3-1 0,2 0 2 0,2-1-2 0,1 2-2 16,1-1 2-16,3 2 2 0,1 0-10 0,2-1-3 0,2-3-2 15,2 1-1-15,2-2 7 0,3-2-2 0,2 1-2 0,2-3-6 0,4 0 12 16,1-2 6-16,2 1 2 0,4-2 11 0,2 0 1 0,2-1 11 0,5-2 14 15,1-1-1-15,2 0 2 0,4-2-1 0,3-1 2 0,3 0-2 16,1-2-5-16,3-2-4 0,2-1-8 0,2-1-4 0,3-4-8 0,1 1-1 16,2-1-2-16,-1-2-2 0,3-2 5 0,0-1-2 0,0-3 1 0,1 0 9 15,0-2 4-15,1-2-12 0,1 1 5 0,-1-3-2 0,0-1 3 16,-1-1 10-16,1-2 2 0,0 0-6 0,0-1-1 0,1-1 4 0,0-2-3 16,-1-1-4-16,2-1-5 0,-2-2 1 0,-1 1-5 0,-1-3 4 0,-1-1 2 15,-1-1-3-15,-1-1 0 0,0-2 5 0,-2 0 2 0,-2 0 0 16,1-3 3-16,-3-1-5 0,-2 0 4 0,0-3 5 0,-4 0 0 0,0-2 0 15,-3 1-17-15,-1-1 15 0,-3-1-3 0,-4-3 7 0,-1 1 11 16,-3-4-9-16,-1 2-2 0,-1-3 0 0,-3 2 6 0,-1-2-8 0,-3-2-1 16,-3 1-2-16,-1-2-6 0,-3-2 3 0,-4 1 2 0,-1 0 3 0,-2-2-4 15,-3 1-3-15,-2 0-5 0,-3-1-2 0,-2 0 0 0,-2 0 0 16,-3-1-1-16,-4 2-5 0,-3 0 3 0,-3-1-10 0,-2-1-1 0,-5 3-4 16,-3-1-2-16,-3 1 0 0,-5 1-17 0,-2 0 1 0,-5 0-6 0,-4 2 6 15,-1 0 9-15,-5 0 2 0,-2 3 11 0,-5 0 8 0,-1 3 1 16,-1 0 3-16,-1 3-2 0,-3 0 4 0,0 0 8 0,-2 0-5 0,-1 3 3 15,2-1-6-15,-2 3-6 0,0 2 3 0,-1 2-3 0,0 2 3 16,1 3 3-16,-1 2 2 0,1 2 7 0,0 3-3 0,1 3 1 0,0 4-1 16,0 4-10-16,1 4-5 0,0 4-9 0,1 2 0 0,0 4 5 15,1 0-18-15,-1 4-21 0,2 2-48 0,-1 2-71 0,2 3-87 0,-1 1-119 16,0 3-204-16,-1 0-202 0,-1 0 182 0,-1-1 82 0</inkml:trace>
  <inkml:trace contextRef="#ctx0" brushRef="#br0" timeOffset="131261.29">4911 13433 1680 0,'-21'-13'168'0,"-4"0"-63"16,-4-1-90-16,-1 1-25 0,3 4-2 0,-1-1 2 0,0 1 6 0,1 1 2 16,-3 3-6-16,0 0-10 0,-2 2-13 0,-5 2-8 0,1 2-7 0,-4 3-4 15,-1 2 4-15,0 1 12 0,-4 3 11 0,0 1 9 0,0 0 10 0,-2 3-2 16,-3-1 6-16,1 5-1 0,-1 2-4 0,-3 0 0 0,0 5-4 15,-2 3-2-15,-3 4 0 0,1 5-3 0,0 4-1 0,-1 1 8 0,0 2 3 16,2 3 6-16,3 1 0 0,3 0 1 0,4 1 8 0,4 1 11 0,1 2 6 16,5-1 0-16,1 1-10 0,7 4-9 0,1 1-3 0,2 2 5 15,3 2 1-15,1 0-4 0,7 0-12 0,1 0 2 0,2 0 4 0,4 0 0 16,1 0 5-16,4 1-10 0,4-1-1 0,3-1-1 0,4-2 1 16,3-3 4-16,5 0 0 0,2-4-1 0,4 1 7 0,3-4 3 0,4-3 3 15,2 0 11-15,6-1-6 0,2-3 3 0,3-1 1 0,4-1-4 0,0-3 2 16,4-1 0-16,4-3 1 0,1-2 1 0,3-3 2 0,3-1 3 15,1-4 1-15,4-1-4 0,1-1 2 0,2-5-5 0,0-3-9 0,-1-3 3 16,0-3 1-16,1-2 0 0,3-5 7 0,0-3-1 0,3-3-2 16,0-4 3-16,1-2-2 0,1-1 4 0,-1-6 8 0,-3 0-4 0,-1-2 7 15,-2-2 4-15,0-1-3 0,0-4 6 0,-3-1-1 0,-2-2 0 0,-1-3 4 16,-3-3 0-16,1-1 1 0,-3-3-6 0,-1-3-4 0,-2-4-15 16,0-2 7-16,0-4 0 0,0-4-6 0,0-1 9 0,-4-5-13 0,-1-1-2 15,-3-1 2-15,-2-3-3 0,-2 0 4 0,-6-1-7 0,-3 1-6 16,-3-2 8-16,-4 0 0 0,-4 0 4 0,-5-2 0 0,-3 1-10 0,-4-2 2 15,-6-1-11-15,-4 1-1 0,-5-2-7 0,-7 3-13 0,-6 1-4 0,-7-1-16 16,-9 2-20-16,-8 2-11 0,-9 1-4 0,-8 6-17 0,-9 4 16 16,-5 5 5-16,-8 8-3 0,-5 9 20 0,-7 7-4 0,-4 11 6 0,-4 9 15 15,-2 8 2-15,-3 8 5 0,-5 7 1 0,0 7-6 0,-1 6-4 0,-1 6-8 16,2 9 3-16,2 6-7 0,1 7-19 0,5 6-39 0,0 8-81 16,6 5-98-16,0 2-43 0,5 6 16 0,3-1 92 0,5 2-51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2:57:53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4136 8770 274 0,'-12'-3'1'0,"1"0"54"0,-3-1 1 0,4 1-14 0,1 0-3 15,2 1-3-15,0 1 0 0,2-1-6 0,0 2-7 0,2-1-3 16,1 2-5-16,0-1-6 0,2 1-1 0,0 0-5 0,2 2 0 0,0 0-1 16,0 0-2-16,1 0 1 0,1 1 1 0,1 0-2 0,1 0 1 0,0-1-1 15,1 1 3-15,0 0-1 0,1 0-3 0,0-1 3 0,1 0-1 16,2-1 0-16,1 1 3 0,0-1-1 0,2 0 2 0,-1 0 1 0,2 0 3 16,0 0 2-16,0 0 4 0,0 1 3 0,0 0 4 0,1 0 4 15,-1-1 0-15,1 1 3 0,2 1 0 0,0 0 1 0,2-1 1 0,-2 1 1 16,2 0-2-16,2-1 2 0,1 0-7 0,1-1-1 0,2 0-2 0,0-1-4 15,0 2 1-15,4-1-5 0,1 2 0 0,2 0-2 0,-1 1-1 16,-1 2 1-16,0-1-2 0,1 1 1 0,-1 1 1 0,4 0 1 0,0 0 1 16,1 1-6-16,-1 0-1 0,1 0-3 0,0 1 1 0,2-1 5 0,1 1-2 15,0-1 0-15,1 0 1 0,2 0-4 0,0-1 1 0,2 0 3 16,0 0-2-16,0 0-1 0,1 0 2 0,2 1-5 0,1 0-2 0,1-2 0 16,0 3 2-16,0 0-3 0,1-1 6 0,0 2 0 0,2-1-3 15,-1 0 1-15,-2 0-2 0,-1 0 2 0,-3 0 6 0,1 0-3 0,-1-1 7 16,0 0-5-16,-1-3 9 0,1 1 8 0,-2-1-1 0,-1-1 3 0,1 1-3 15,-1 0-4-15,0-1-3 0,2 1 1 0,0-2-4 0,-1 1 0 16,0-1 3-16,2 0 0 0,-2-3 0 0,2 1-4 0,0-1-1 0,1-1-5 16,0 0-4-16,1-2 9 0,0 1 2 0,3-3 4 0,0-1 1 0,1-1-3 15,0 0-2-15,0 1-9 0,-1-2 2 0,1 1-1 0,-1 0-8 16,0-1 5-16,-1 1-4 0,0-1-2 0,2-2 10 0,-2-1-4 0,2 1 3 16,-1-1 3-16,1 1 2 0,1 0 0 0,0 0-2 0,0-1-5 0,-2 2-3 15,0 1-2-15,-3 0 0 0,1 1 4 0,-1 0-2 0,-1 0 4 16,-1 1 5-16,1-1 1 0,1 1-2 0,-2 0-2 0,0 1 1 0,0 1-7 15,-2 0 4-15,-1 2-2 0,1-1-1 0,-1 2 4 0,-1 0-1 16,-1 0-2-16,-1 1-4 0,-1 0-2 0,-1 1 4 0,-2 0 1 0,-1 0-5 16,2 0 9-16,-2 0-5 0,3 0-1 0,-2-1 9 0,-1 0-6 15,2-1 6-15,-1 0-3 0,1 0 0 0,0-1-4 0,0 1 3 0,0-1-3 16,-1-1-2-16,2 0 3 0,0 0-1 0,2 0 7 0,-2-2-1 0,0 0-1 16,1-1 2-16,0 0-2 0,0 0-1 0,-1-1 0 0,0-1-1 15,0 0 2-15,-1-1-2 0,0 0 3 0,1-1-6 0,-1 0 0 0,0-2 4 16,-1 1-4-16,0-1-1 0,-3-1 3 0,1 0-2 0,-1 0-9 0,-2 0 1 15,0 2-1-15,-2-1 6 0,0-1 9 0,-1 1-1 0,-1-2 1 16,-1 1-6-16,-5-1 1 0,-1 0 1 0,-2-1 1 0,-2 1 1 0,-3 1 1 16,0-1 0-16,-2-1 4 0,-3 0 2 0,-2 0-2 0,-2-2 4 0,-2-1-2 15,-1 0-1-15,-3-1 1 0,-1-2-7 0,-2-2-1 0,-4-1 0 16,-1-3-3-16,-3 1 2 0,-4-3-5 0,-2 0-5 0,-2 0 1 0,-4-2-1 16,-4 0 2-16,-1-1 0 0,-4-1-9 0,0 0 6 0,-2-2 2 0,-2 0 1 15,-2-1 10-15,-4 1 1 0,-3 1-1 0,-4 4 5 0,-2 1 1 16,-3 4-6-16,-2 1-1 0,-3 1-1 0,-1 4 1 0,-2-1-1 0,-3 1-2 15,0 2-3-15,-4 1 1 0,1 0 2 0,-1 3 2 0,-1-1-4 16,-2 2 2-16,3-1-1 0,-3 0-2 0,-1 1 0 0,1 0 2 0,-1 2-4 16,-1 0-1-16,-2 0 0 0,-1 1 0 0,2 2 0 0,-2 0 1 0,-3 3 1 15,0 0 2-15,-4 2 2 0,-1 1 0 0,-3 2-1 0,0 2-7 16,-4 1-1-16,0 1 5 0,-1 1 4 0,-2 1 0 0,-2 0 1 0,-3 1-5 16,-1 3-1-16,1 1 2 0,-4 3 3 0,2 0 3 0,1 2-2 0,-2 2-3 15,1 0-1-15,3 0 6 0,2-1 3 0,2-1-1 0,7-2 0 16,0 0-7-16,3 2-2 0,-1 0 1 0,0 2 0 0,3 2 6 0,2-2 0 15,4 1 5-15,2 2 0 0,-2 1-9 0,2 3-2 0,0-1-10 16,0 2 4-16,4 0 15 0,3-1 2 0,4 1 10 0,4-2-4 0,4 0-16 16,2-1 1-16,3 0 0 0,5-2-2 0,3-1-4 0,5 1 1 0,4-2-8 15,5-2-3-15,4 0-1 0,4-2-4 0,3-1-7 0,3-1-7 16,3-1-9-16,4-1-14 0,2 0-22 0,3-3-44 0,4 1-39 0,3-1-35 16,3 0-25-16,5-1 2 0,3-1-10 0,5-3-20 0,5 1 5 0,5-3-13 15,6 0-28-15</inkml:trace>
  <inkml:trace contextRef="#ctx0" brushRef="#br0" timeOffset="6283.98">4465 12564 58 0,'0'-2'40'0,"0"-1"-15"0,1 0-4 16,0-2 1-16,1 1 0 0,1-1 5 0,-1-1 3 0,2 0 3 15,0-1-1-15,0 1 1 0,2-1-4 0,0 0 0 0,1 0 0 0,1 0-4 16,0 2 0-16,0-3-2 0,1 1 1 0,0-1 3 0,2 0 4 0,2 0 2 15,2 0 5-15,1-1 0 0,-1 0 3 0,4 0 2 0,1-2-3 16,0 1-2-16,4-1-3 0,1-1-8 0,1-1 1 0,3-2-1 0,2 0 1 16,2 0-2-16,1 0-7 0,2-1-2 0,2 0 0 0,1 0 2 15,2 1 4-15,3-1-1 0,1 0 0 0,2-1-1 0,2 2-3 0,1-1 1 16,1 2-2-16,1 0-1 0,3 2-3 0,2 0-3 0,2 1-2 0,2 1 4 16,1 1-3-16,2 1 2 0,2 2 2 0,0-1 0 0,3 1 12 15,0 1 4-15,-1-1 7 0,0-1 4 0,0-2-2 0,3-1 1 0,0 0-1 16,3-1-3-16,0 1-2 0,-2 0-1 0,2 1-3 0,-1 0-2 0,1 1-2 15,0 2-1-15,-1 0 0 0,2 1-2 0,-1 2 1 0,0 0-5 16,0 1-3-16,-1 2 5 0,1 0-12 0,-2 3-1 0,0 2 0 0,-2 1-4 16,0 2 4-16,1 0 0 0,-1 3-6 0,0 2-2 0,-3 1 1 0,-1 2 0 15,-1 0-6-15,0 0 1 0,-1 2 2 0,-1 1 1 0,-1 2 4 16,-2 0 2-16,-2-1-8 0,-1-1 0 0,-2 0-5 0,-1-2 4 0,-2 0 5 16,-1-1-1-16,-2-1 3 0,1-2-3 0,-2 3 1 0,-2-1 1 0,1 0 1 15,-2 0 2-15,0 2-3 0,-3 1-2 0,-1 1 1 0,1 0 3 16,-4 1-2-16,1 0 0 0,-2-1-1 0,-3 1-1 0,-1 0 4 0,-3 0 1 15,0 1-1-15,-1 2 2 0,-2-1-2 0,-1 1 0 0,-1 0-2 16,-2 0-6-16,-3 1-4 0,1-1 4 0,-2 3-1 0,-1 0 6 0,0 2-3 16,-3 0-3-16,-1-1 0 0,-3 1-2 0,-1 0 7 0,-1 2-4 0,-2 0-3 15,-2 2 3-15,-2-1-2 0,-2 0 2 0,-1 0-2 0,-3-1 0 16,-2-1-1-16,-1 2-1 0,-2-1 1 0,-2 2-6 0,-1-1 0 0,-4 0-2 16,-3-3 0-16,-4 1 3 0,-1-3-3 0,-2 2 3 0,-1-1 1 15,-3-1 7-15,-3-1 15 0,-4-3 1 0,-2-1 7 0,-2-1 4 0,-4-1 0 16,-2-1-1-16,-4 1 4 0,-2-2 0 0,-1 1-5 0,-6-1 3 0,-2-1-5 15,-2-3-3-15,-4 0-2 0,-3 1-4 0,-4-1-5 0,-4-2 6 16,0 2 3-16,-4-3 2 0,-1 2 6 0,1-2-7 0,-3 1 2 0,-1-1-3 16,1 1-6-16,-4 0 2 0,-1 1-7 0,-3 1-3 0,-1 0 2 0,-1 3-2 15,-2 1 2-15,0 1 7 0,-1-2-7 0,1 1 8 0,-1 0 8 16,3 0 6-16,-2-1 8 0,3 2-5 0,1-2-1 0,0-1 5 0,2-1 0 16,0-2-2-16,4 0 1 0,-2-4-5 0,1-1 5 0,3-3 4 0,1-3 1 15,3-1-3-15,2-1 3 0,1-4 1 0,2-2-3 0,2-2 0 16,1-1-10-16,0 0 3 0,0-1-7 0,1 0-7 0,1-3 4 0,2 0-7 15,-1-1-10-15,1-1-1 0,2 3 8 0,0-2-5 0,0 0 10 0,0 0-1 16,0 0-12-16,-1-1 0 0,2 0 1 0,1-1 1 0,1 1-4 16,2-2 1-16,1-1-1 0,0 0 2 0,2-1 0 0,0-1-5 0,1 0 0 15,1-2 1-15,-2-1 4 0,3 0 1 0,2-1 1 0,1 1-4 16,2-2-2-16,2 2-2 0,0 1 7 0,1-1-1 0,4 1 3 0,0-2 1 16,4-1-4-16,2 1 2 0,2-1-12 0,3 2 1 0,2-1 1 0,1 1-3 15,4 1 9-15,2 0-14 0,4 1-10 0,5 0-12 0,1 1-24 16,3-1-27-16,2 1-46 0,3-1-50 0,3 1-41 0,3-1-30 0,4-1-19 15,3-1-24-15,5-1-4 0,3-1-34 0,3-2 52 0</inkml:trace>
  <inkml:trace contextRef="#ctx0" brushRef="#br0" timeOffset="12317.64">9289 13540 747 0,'-6'4'62'0,"0"-1"-44"16,0 0-12-16,3-1 4 0,1-1 1 0,2 0 1 0,0-1-2 0,1 1-1 16,0 0 7-16,0 0 1 0,0 0-1 0,0 1-5 0,1 0-6 0,-2 1-2 15,2 1-3-15,0-1 2 0,0 1-2 0,0 1-4 0,0-1 4 16,0 1-1-16,0 0 1 0,0 1 1 0,-1 1 0 0,0 0 0 0,0 1 2 16,1 0 1-16,0 0-7 0,0 0-1 0,0 0-1 0,2-1-2 15,2 0 5-15,1-1-2 0,2 0 8 0,2 0 9 0,1 0 12 0,2-1 16 16,2 0 12-16,2-1 11 0,1 1-1 0,2 0-2 0,1 0-10 0,2 0-7 15,1 0-5-15,0 1-2 0,2 0-8 0,4 2-1 0,-2 0-8 16,4 0-7-16,-3 3-2 0,1 0-5 0,1 1 0 0,1 0-5 0,-1 1 0 16,3 0 1-16,0 1-7 0,-1 1 0 0,1 1-1 0,-1-1-4 0,1 0 3 15,0 0 5-15,1 1 0 0,0-1 2 0,0 4 2 0,2 0-2 16,0-2-6-16,0 2 4 0,1 0-3 0,-2 0 0 0,3 0 5 0,-1 1-6 16,2 0 6-16,1-1-5 0,0 1-4 0,0 1 0 0,1-1-3 15,0 2 9-15,1 0 3 0,0-2 0 0,3 1 1 0,-1-1-5 0,1-2 7 16,-1 0-1-16,2-2 2 0,-1-1 3 0,2-1-5 0,0-2 2 0,1-1 7 15,1-1 13-15,-1-2 20 0,2-2 25 0,1-1 18 0,2-1 3 16,2-2-3-16,1 0-6 0,0-1-11 0,0-1-13 0,2-1-10 0,0 0-11 16,0 0 4-16,1 1-2 0,0-1 1 0,0-1-3 0,1-1-7 0,-1 0-6 15,0-1-5-15,-1 1-4 0,1-2-7 0,1 0-5 0,-1-1-5 16,0 0 1-16,0 0 4 0,-1-1 3 0,1 0-2 0,0 0 1 0,0-1-1 16,1 2 2-16,-1-2-4 0,1-1-1 0,0 0-4 0,0-2 1 0,-2 0 3 15,-2 0-2-15,1 0-1 0,-1-2-3 0,-2 1 6 0,1-1-3 16,-4 1 4-16,-2 0 1 0,-1-1-5 0,-1 2 3 0,-2 1-2 0,-2 0 2 15,-4 3 0-15,-3 1 3 0,-3 0-1 0,-3 1 1 0,0 1-1 0,-4-1-5 16,0 0-8-16,-6 0-27 0,-3 1-60 0,-3-1-79 0,-4-1-89 16,-3 0-99-16,-4-1-39 0,-1 0-6 0,-4-4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1:39:05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5679 9466 777 0,'-23'-12'8'0,"2"0"2"0,-6-1 10 16,5 3 8-16,6 1 4 0,0 0-6 0,1-1-8 0,0 1-8 0,1 0-9 16,0 2 0-16,0-1-3 0,1 0-2 0,0 0 1 0,0 0-1 0,-1 0-1 15,-1 1 3-15,-1-1-3 0,0 0 3 0,-3 0 1 0,-1-2 0 16,0 0 4-16,-4 0-1 0,0-1 2 0,-2 1 2 0,0 1-1 0,0 0 3 15,-1 1 2-15,2 1 4 0,0 1 4 0,-2 0 3 0,1 1 0 16,-3 0 0-16,3 2 0 0,-2-1 5 0,0 1 6 0,-1 0-1 0,0 1 7 16,-1 1-5-16,2-1-3 0,-2 2 3 0,1 0-9 0,0 0 2 0,-1 1-2 15,1 0-5-15,-1 1 3 0,-2 1 1 0,2 1 0 0,-3 2 2 16,3-1-1-16,1 3-1 0,2 1-4 0,-1 0-1 0,2 3-2 0,0-1-1 16,1-1-1-16,3 2-3 0,0 0 0 0,0 1 3 0,4 1-1 15,-2-2-2-15,2 3-2 0,1 1-6 0,0 0-2 0,1 2 1 0,0 1 1 16,2 1 1-16,-1 1-4 0,0 1 0 0,1-1-8 0,0 1 3 0,2 3 9 15,-1 0-2-15,1 1 10 0,-1 2-4 0,1-1-7 0,2 0 0 16,-1 0 3-16,1 1 0 0,0-2-2 0,2 1 1 0,0-1-4 0,2 0 5 16,-1 1-3-16,2-2 2 0,1 0 0 0,1-3-3 0,2 0 4 0,0-1 0 15,3-1-3-15,1 0 7 0,1 0-8 0,3-2 4 0,-1-1 0 16,1 1-5-16,2-1 5 0,1 1-4 0,0-2-3 0,1 0 7 0,1 0 3 16,-1-1 2-16,3 1 5 0,-1 0-1 0,2 0 1 0,-1-2 0 15,2 0 5-15,1 0 1 0,2 0 2 0,-1-2 1 0,3 1-1 0,0-1-1 16,1 0 6-16,1-1-5 0,0-1-2 0,2 1-1 0,1 1-3 0,-1-1-5 15,2-1 0-15,0 1-5 0,2-3-2 0,-1 2 4 0,3-1-6 0,-1-1 1 16,3 0-1-16,0-1-4 0,2 0 4 0,0-2-2 0,0-2 1 16,1-1 1-16,0-1-5 0,2-1 1 0,1-1-2 0,1 0 1 0,-1-1 2 15,0-1 2-15,2-2 2 0,-2 0-2 0,0-2 2 0,3 0 0 16,-2-1 0-16,1 0 1 0,0 1 5 0,-2-1-2 0,-1 2 5 0,1-1-1 16,-1-2-4-16,0 1 3 0,1 0-11 0,0 0 0 0,1 1 1 0,-2 0-3 15,1 0 10-15,0-1-3 0,0-1 1 0,0 0-1 0,0 0-1 16,0-1 1-16,-1 0 2 0,3 0-4 0,-3-1-2 0,0 0 3 0,-1 0 2 15,-1-1 0-15,1 1-5 0,-3 0-5 0,2 0-2 0,-2-1-5 16,-1 1 4-16,0 0-1 0,-2 1-1 0,0-1 17 0,-2 1-3 0,1-1 4 16,-2 0 0-16,0 0-5 0,-1-1 2 0,-1 0-1 0,-1 0 2 0,-3-1 0 15,0 3 0-15,-1-2-5 0,-3 0 6 0,0 0-2 0,-1-1 2 16,-1 1 1-16,-1 2-1 0,-2-1 2 0,0 0 3 0,-2-1 3 0,0 0-3 16,-1 0-2-16,-1-2 1 0,-1 1-4 0,0-1 1 0,-1 0 1 0,0-1 0 15,-1-2-2-15,-1 0 1 0,-2 0-4 0,0 0-1 0,-1-1 7 16,-1 0-4-16,0 1 0 0,-1-1 1 0,-1 1 0 0,-2 1 5 0,0-3-1 15,-2 0 1-15,-1 1-1 0,-1-1 1 0,-2 1 1 0,-1 0-17 16,-1 0 4-16,-1 2 0 0,0-1 4 0,-2 1 10 0,-1 1-2 0,-1-1-4 16,-1 0-2-16,-1 1 0 0,-1 0-3 0,-1 0 1 0,-1 0-1 0,-1 1-3 15,-1 0 1-15,-2 0 2 0,-1 0-3 0,-2 1 0 0,0 1 0 16,2-1-1-16,-2 1 2 0,0 0-1 0,-2 0 0 0,1 1 0 0,-2-1 0 16,1 1 8-16,-2 0 0 0,0 1-3 0,-1 0 1 0,-1 1-6 15,-1 0 0-15,1 0 2 0,0 2-2 0,-1 0 0 0,2 1-3 0,-4 1 3 16,1 0 0-16,-1 1-3 0,-1 1 4 0,2 2-4 0,-1-1 0 0,0 1 4 15,0 1-2-15,0 1 9 0,2 1-4 0,-1-1 4 0,2 2-1 16,-1 0-7-16,1 2 3 0,3 1-3 0,-2 1 0 0,3 0 0 0,-1 2 0 16,1-1 1-16,-2 3-1 0,2-1 2 0,0 0-4 0,2 2-1 0,0-1 2 15,1 0-1-15,1 0 1 0,0 2-4 0,3-1 2 0,0 1-1 0,0 1 4 16,2-2 5-16,1 1-3 0,0 2 3 0,2 0-2 0,-1-1-6 16,1 2 1-16,1-1-1 0,1 1 1 0,1-1 1 0,1 1-3 0,1 0 4 15,0 0-9-15,1-1 3 0,1 1-2 0,1 0 1 16,1 0 18-16,1-2-1 0,1 1 3 0,0 0-1 0,1-1-12 0,1-2 0 0,0 0 2 15,0 0-2-15,1-1 1 0,1 0 1 0,0 0 3 0,1-2-2 0,0 0-1 16,0 0 2-16,1-2-2 0,1 1 0 0,-1 0-1 0,1 0-6 16,1-1 1-16,0 0 2 0,1 1 0 0,-1-1-2 0,1 0-4 0,0 0-7 15,0-1 0-15,1 0-6 0,1 1-4 0,1-2-12 0,0-1-28 0,-2 0-41 16,4 0-41-16,-1-2-50 0,1 1-44 0,0-1-46 0,2-1-20 16,0-1-11-16,3-1-58 0,1-1 24 0</inkml:trace>
  <inkml:trace contextRef="#ctx0" brushRef="#br0" timeOffset="691.69">4085 11033 1586 0,'-41'-31'192'16,"0"0"-142"-16,-4-5 44 0,16 8 10 0,12 6-14 0,5 0-28 0,3 0-22 15,2 0-19-15,4 1-20 0,2 0-1 0,3 1-9 0,2 0 0 16,1 1-5-16,3 2-13 0,2 0 0 0,1 1-10 0,2 2-1 0,1 1-8 15,3 0-5-15,1 1-2 0,0 1-7 0,0 0 0 0,0 3 2 16,-1-1 1-16,-2 1 12 0,2 0 13 0,-1-1 12 0,-1 1 12 0,0-2 8 16,2 2 0-16,0-3 3 0,-1 1 5 0,1-1-3 0,0 0 6 0,2-1 3 15,0 0 5-15,2-2 4 0,2-1 4 0,0 0 7 0,1 1-2 16,1-2 12-16,2 0 5 0,0 0 6 0,3 1 5 0,-1 0 0 0,3 0-6 16,-2 0-9-16,4 2-7 0,2-1-6 0,1 1-4 0,1 1-6 0,-1 1-4 15,2 2-5-15,0 1-1 0,4 0-3 0,-1 1-7 0,0 1 1 16,1 0-5-16,2 2 4 0,-1 1 4 0,-1 1-5 0,1 2 2 0,-2 1-6 15,0 2 2-15,-1 0 2 0,0 3-4 0,-4 2 3 0,2 0 0 0,-2 3-1 16,-2-1 2-16,2 3-4 0,-4 3-6 0,0 1-3 0,-1 0 5 16,-2 2 7-16,-1 0 0 0,0 0 3 0,-3 1-3 0,-1 3-8 0,-2-2 11 15,-2 4 2-15,-1 0-1 0,0 0 1 0,-2 1-4 0,0 0 2 16,0 0 2-16,-3 2-4 0,-1-1 2 0,-2 2 0 0,-3-1-4 0,0 1 7 16,-4 0-11-16,0 0 7 0,-4 0-1 0,-1 1-2 0,0 1 7 0,-4 3-2 15,-2-1-2-15,-3 2 1 0,-3 0-5 0,-3-1 1 0,-2 2 7 16,-2-3 1-16,-2 1 4 0,1-3-2 0,-2 0-6 0,-2-1 6 0,0 0-4 15,-2-2 1-15,0 0 3 0,-1-2 0 0,-1-2-6 0,-1 0 2 0,0-4 10 16,0 2 0-16,-1-1 9 0,0-2 7 0,-1 1-8 0,-1-1-2 16,1-3 4-16,0 0-1 0,-1 0-2 0,1-2 0 0,-4-2 1 0,2-1-4 15,-1-1 2-15,1-1-5 0,2-1 1 0,0-1-3 0,0-2-2 0,0-2-1 16,0-1-2-16,0-2 0 0,2-1 6 0,-1-3-1 0,2-2-1 16,-2-2-7-16,2-1-2 0,-1-2 2 0,1-2-2 0,3-1-1 0,-2-3-1 15,1-2-6-15,0 0-2 0,1-3-3 0,0-1-2 0,0 1-9 0,2-2 3 16,1-1 1-16,2 1-12 0,2-1-3 0,1 0-17 0,1-1-16 15,3 0-11-15,-1 1-19 0,2-1-28 0,1 1-38 0,2 0-45 0,1 0-53 16,3-2-83-16,0-3-93 0,2 0-226 0</inkml:trace>
  <inkml:trace contextRef="#ctx0" brushRef="#br0" timeOffset="23015.68">4622 4561 551 0,'-26'-12'315'0,"-3"0"-309"0,-4-1-2 0,3 5-2 0,7 4 0 15,0 2-3-15,1 2-2 0,0 1-6 0,-1 2-5 0,-2 2-13 16,0 1-21-16,-1 3-21 0,-2 3-13 0,-1 2-3 0,-1 4 12 0,-3 1 17 15,2 0 13-15,-4 3 19 0,2 1 9 0,-3 1 8 0,-1 3 9 0,0-1 3 16,-1 3 4-16,0-2 6 0,0 2 2 0,0 1 0 0,-1 1 1 16,0 1-1-16,1 3-4 0,0 1-1 0,1-1-5 0,2 0-2 0,0-1 1 15,4-2-4-15,-1 2 2 0,4-2-1 0,2-1-2 0,0-1 0 0,2-2 1 16,2-1-1-16,-1 1 0 0,3-1 0 0,2 0 0 0,0-2 1 16,3 1 0-16,0 0 1 0,2-1 1 0,0 2 1 0,0 0 0 0,1 0 3 15,2 0 0-15,1 1-1 0,3-3-1 0,0 3 0 0,1-1 3 0,3 0 2 16,0 3 1-16,2 0-2 0,2 1-3 0,1-1-1 0,1 2 0 15,1-2 1-15,2 2-1 0,3-2 0 0,2 1-2 0,3-3-1 0,0 1-1 16,2-3-3-16,2 0-1 0,2-1-1 0,1 0 2 0,4-1-1 0,0-2-1 16,3 1 1-16,0-1 2 0,1 0-2 0,1-1 2 0,2-2 0 15,0-1 1-15,4-2 5 0,1-1-1 0,3-3-1 0,0-1-1 0,0 0-2 16,4-2 2-16,1-2 1 0,1-2 1 0,3 0-1 0,0-2 1 0,2 0-2 16,1-1 0-16,-1-1 1 0,1-1 0 0,0-2-2 0,2 0 1 15,0-1 1-15,1-1 1 0,-1 0 0 0,-1-2 1 0,3 0 0 0,-2-1 2 16,0-1 4-16,0 0-3 0,-2 0 3 0,0 1-4 0,1-2 0 15,0-1 7-15,1-1-2 0,-2-1 5 0,1 1 5 0,0 1-3 0,-1-3 0 16,2-2 2-16,0-1-6 0,0 0-1 0,-2-1-1 0,1-1-6 0,2 1-2 16,-2-1 0-16,1 0-4 0,-2-1 4 0,-1 2-1 0,-1-1-1 15,-1 1 2-15,-2 0-3 0,-3-1 4 0,-1-2-2 0,-3 0 1 0,0-1 4 16,-1-1 1-16,-4-1 1 0,2-1 1 0,-4 0 2 0,0 0 3 16,-1-3 1-16,-1-1 0 0,-4-1-2 0,0 0-3 0,-3-2-2 0,-2 1 5 15,0-3-2-15,-3 1 3 0,0-1 2 0,-3 0-4 0,-2-2 1 0,-2 2-3 16,-4-4 1-16,-2 1-4 0,-4-2-2 0,-2-3 3 0,-4 1-3 15,-2 1-1-15,-4-2 0 0,-4 1-3 0,-2-2 0 0,-5-1 5 0,-4 1 4 16,0 1 1-16,-5 0 4 0,-3-1-6 0,-4 3 0 0,-3-1 0 0,-4 2 0 16,-4 1 2-16,-1-1 0 0,-4 2 2 0,-2 1-6 0,-2 3-3 15,-5 2-3-15,-2 3-5 0,-3 0 1 0,-3 3-1 0,-1 2-4 0,-2 3 0 16,-2 3-3-16,-3 2-4 0,0 3 0 0,-2 1 2 0,-2 4-3 0,-3 4 0 16,1 2-3-16,-3 5-17 0,0 4-19 0,0 4-35 0,-3 6-62 15,0 4-46-15,-4 6-88 0,-3 5-206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1:41:43.7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10949 8646 1780 0,'2'1'-16'0,"2"3"-17"0,2 0-7 0,1 3-6 0,0 0 13 0,1 0 15 0,0 2 8 0,1-1 3 0,0 1 7 0,0 0 3 16,1 0 6-16,0 2-1 0,1-1 9 0,2 3 12 0,1 0 10 0,4 2 15 16,2 3 2-16,1 1-4 0,5 1-8 0,2 4 5 0,4 1-4 15,2 4-5-15,5 2 1 0,2 2-14 0,3 2 0 0,3 2-2 0,3 2-8 16,1 2-4-16,1 1-5 0,0-1-5 0,1-2 3 0,0-1 1 0,1-5 10 15,2-3-6-15,-1-7 5 0,1-5 9 0,1-6 16 0,-2-6 24 16,3-6 16-16,0-6 3 0,0-5-4 0,1-7-11 0,-1-3-11 0,1-6-12 16,2-2-11-16,1-6-12 0,1-3-8 0,1-6-8 0,4-5-7 0,3-3 3 15,3-4-6-15,3-2-12 0,2-4 3 0,0-2-1 0,1-3-7 16,-3-2-3-16,2-3-30 0,-2-3-32 0,-1-3-33 0,-1-4-31 0,1 0-14 16,-1-3-2-16,-1-1 15 0,-4-1 35 0,-4-3 40 0,-2 2 37 15,-3 0 25-15,-4 1 10 0,-2 1 4 0,-2 2 5 0,-2 2 1 0,-1 3 5 16,-1 3-1-16,-3 7 4 0,0 1 1 0,-4 5 5 0,-4 5-1 0,-2 3 1 15,-6 4 2-15,-4 5-10 0,-3 4-5 0,-1 3-3 0,-2 5-6 16,-2 3 0-16,-1 3 1 0,0 5-2 0,-2 3 1 0,-1 2 4 0,0 2-1 16,-2 3 1-16,0 3 0 0,-1 4-5 0,0 3-6 0,1 3-2 0,0 3-6 15,1 4 1-15,0 1 0 0,-1 3 0 0,0 3 3 0,-2 0-6 16,0 1 6-16,-2-1-4 0,0 2 0 0,0-1-2 0,-3 0-4 0,0 0-2 16,-1 0 1-16,0-1 3 0,0 0 2 0,-1-2 3 0,2-1 5 0,-1-1 0 15,0 0 4-15,0-3 1 0,-1 0 1 0,1-2 4 0,-1-1 0 16,1-1 7-16,-1-2 0 0,-1-1 3 0,0-1 1 0,1-3 0 0,1 0 0 15,1-2-6-15,0-2 1 0,1-1-1 0,0-3-3 0,0 0 3 16,1 0-2-16,-2-2 1 0,1 0 1 0,0-1-4 0,-2 1 3 0,1-1-3 16,-2-1 1-16,0 0-1 0,-1 2-2 0,0-2-3 0,0 0-36 0,-1 0-72 15,0 1-83-15,-1-2-93 0,-1 1-59 0,-1-1-143 0</inkml:trace>
  <inkml:trace contextRef="#ctx0" brushRef="#br0" timeOffset="5798.87">20930 8881 925 0,'-31'-17'81'0,"-3"-1"-12"0,-7-5-31 0,5 4-20 0,8 2-24 16,1 0-7-16,1 1-3 0,1-1 2 0,0 2 4 0,1 2 3 15,-2 2-5-15,0 1-6 0,-2 0 1 0,-1 2-6 0,1 0-3 0,-2 2 1 16,0 1-2-16,-5 0 1 0,-2 2 5 0,-2 2 1 0,-4 1 6 0,0 3 5 15,-4 1 4-15,-2 1 5 0,-2 1 2 0,-2 1 3 0,0 0 5 16,0 1 2-16,-1 1 3 0,0 1 1 0,-4 4-1 0,0 2 5 0,-1 2 2 16,-2 1 8-16,3 2 9 0,-1 2 9 0,1 0 2 0,2 3-3 0,-1 2 0 15,1 2-4-15,2 0 0 0,0 5 1 0,1 0-6 0,2 3-6 16,0 2 0-16,3 4-5 0,1 3-3 0,3 0-3 0,4 1-8 0,2 0 1 16,5 1-3-16,2 3-1 0,5 0-3 0,2 5-3 0,4 1-1 0,4-1-1 15,3 3 0-15,5 0-3 0,2-1-3 0,5-1-1 0,3-3-1 16,4-2-3-16,3-1 1 0,3-2-6 0,4-1-2 0,4-2 1 0,4-1-2 15,2-2 5-15,4-1 1 0,2-3 3 0,4-2 3 0,2 0 0 16,3-1-1-16,5 0 2 0,1-4-2 0,3 1-2 0,1-3-2 0,0 2 0 16,3 0-3-16,-1 1-7 0,1 1 12 0,1 1 3 0,2 2 8 0,1 1 11 15,4 1-8-15,2 0 3 0,1-2-8 0,3-1-3 0,-2 0-1 16,3-2-6-16,0 0 0 0,2-2-1 0,2-3-3 0,1-1 0 0,2 0 5 16,1-2 4-16,2 1 2 0,0-1-1 0,0 0 2 0,1-2 0 15,1-2 2-15,1-1 4 0,3-2 0 0,0 0 2 0,1-1 1 0,1-3 4 16,0-3 1-16,2-2 2 0,-1-2-4 0,1-3-10 0,-1-3-8 15,-3-2-1-15,1-3 1 0,0-3 8 0,1-3 1 0,2-4-6 0,-2 0 0 16,0-5-8-16,-4-2-3 0,-1-3-4 0,-1 0-10 0,-3-4-3 0,2-1 6 16,2-3 11-16,-1-5 7 0,1-3 6 0,-2-1-11 0,-5 0-14 0,-3-4-6 15,-4 0 2-15,-2-2 12 0,-3 0 18 0,-2 0 7 0,-3-1 8 16,-4 0 5-16,-2 0 9 0,-5-2 2 0,-5 3 4 0,-4 0 1 0,-2-1 1 16,-5-2 9-16,-2 1-2 0,-4-3 4 0,-4-1 1 0,-3-1-4 0,-5-3 2 15,-3-4-8-15,-3-1-3 0,-5-3-2 0,-3-1-4 0,-5 0 0 16,-3-1-2-16,-3-1-5 0,-5 0-5 0,-4 0 3 0,-3 0 0 0,-5 0-3 15,-3 2 9-15,-4-1 5 0,-4 3 3 0,-2 3 6 0,-4 2 3 16,-2-1-9-16,-1 3-7 0,-3 0-7 0,-4 1-8 0,-4 2-6 0,-3 1-6 16,-1 3-10-16,-4 4-1 0,-2 3 1 0,-2 4-3 15,-4 4-3-15,-2 0-8 0,-2 4-6 0,-5 3-2 0,0 5-4 0,-6 3-10 0,-1 4-15 16,-4 4-23-16,-3 4-22 0,-2 5 2 0,-4 5 9 0,0 4 16 0,1 5 19 16,0 3 5-16,2 3-1 0,3 4-4 0,0 4-15 0,4 2-37 15,-1 4-32-15,-1 4-32 0,2 6 1 0,-3 4 15 0,5 5-82 0</inkml:trace>
  <inkml:trace contextRef="#ctx0" brushRef="#br0" timeOffset="6942.09">22499 11291 491 0,'-45'4'24'0,"-5"-1"-32"0,-16-1-23 0,3-1-10 0,4-3 4 16,-1 0 8-16,3 0 5 0,1 2 13 0,1 1 10 0,3 2 7 0,3 1 5 15,2 1 3-15,2 1-4 0,0 0-4 0,2 0 0 0,-2-1 0 0,2 2 3 16,-1-2 10-16,1 1 8 0,2 1 1 0,-1-1 4 0,2 0-8 16,3 0-3-16,0 0 0 0,2 0 1 0,0-1 5 0,2 0 12 0,1-1 9 15,3-1 7-15,2-1 4 0,2-1 0 0,3-1 6 0,2-2 6 16,5-1 1-16,1-1-5 0,3-2-14 0,3 1-14 0,4-3-16 0,2 0-6 15,3-1-3-15,3-3-3 0,3-1 1 0,3-1 3 0,5-3 2 0,1-1 1 16,5-2-2-16,5 2 0 0,3-1 1 0,5 0 3 0,4 2 5 16,2-2 6-16,3 1 4 0,0 2-1 0,2-2 0 0,3 1-3 0,1 0 2 15,1 1 2-15,2 0 1 0,0-1 1 0,4 2-5 0,0 0 0 0,1 1-7 16,2 0 1-16,1 1-13 0,2 1-2 0,1 0 3 0,1 0-10 0,2-1 6 16,0 1-5-16,0 1 0 0,2 0 0 0,-1-1 3 0,1 0-5 15,1-1-1-15,0 0 2 0,2-1-4 0,3 0 11 0,0 0 1 0,0-1-6 16,-2 2 2-16,2-3-5 0,1 1-4 0,0-1-2 0,0 3-1 15,-3-1-5-15,1 2 8 0,-1 0 4 0,2 1 4 0,0 2-6 0,-2 0-6 16,1 1-1-16,-4 1 5 0,-1 2-1 0,-1 1 5 0,1 1-3 16,0 2 0-16,-1 2 0 0,0 0-4 0,-1 2 5 0,0 1-4 0,-2 1 1 15,2 2 7-15,-1 1-5 0,0 1 0 0,1 0 0 0,-3 4-4 0,2 2 0 16,-2 2 0-16,0 3 4 0,-1 3-10 0,-1 1 3 0,-2 0-1 16,-2 4-2-16,-1 0 7 0,-1 4-1 0,-1 1 5 0,-2 1-2 0,-3 0 4 15,-1 0 0-15,-4-3 1 0,-2 1 3 0,-2-2 5 0,-1 1-2 0,-1-1-2 16,3-1-2-16,1-2-5 0,1 0 1 0,2-2-1 0,0 0 0 15,0-3 9-15,0-1-1 0,2-2 3 0,-2-2-6 0,0-3 4 0,2-2 1 16,0-1 5-16,1-3 15 0,0-1-1 0,1-1 9 0,0-1-5 0,1-2 4 16,4-1 0-16,-1-1 2 0,1 0 9 0,2 0-2 0,0-2 6 15,2 1-2-15,2-1 3 0,2-1-2 0,1 0 1 0,1 1-4 0,1-3-9 16,1 0-12-16,1-3-4 0,2-1-17 0,0-1 6 0,4-5 6 16,4 0-6-16,3-7 2 0,2-3-15 0,3-3-15 0,0-5-25 0,1-4-31 15,1-5-49-15,1-6-77 0,3-7-116 0,-2-7-154 0,3-10-110 0,0-11-235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1:55:47.2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4401 6170 1058 0,'15'4'33'0,"5"1"-19"0,9 1-6 0,2-1 3 0,1-1 2 16,0-1 6-16,2 0 0 0,3 2-5 0,1 0-9 0,2 2-10 0,0 0-10 16,1 2-10-16,1 2-2 0,0 1-1 0,0 1-1 0,3 1 5 15,-2 0 2-15,2 1 6 0,1-3 9 0,-1 2 3 0,1 1 12 0,1-1 1 16,0-1 2-16,1 1 4 0,-1 0-4 0,-1 1 3 0,2-1 3 0,2 0 0 16,0 0 4-16,1 0 3 0,1-1 8 0,-1-1 7 0,2 0 9 15,1-1 4-15,1 0 5 0,2-1 1 0,1-1 2 0,0-2 2 0,1-2-3 16,1 0-6-16,1 0-7 0,0 0-3 0,0-1-2 0,1-1-1 0,1 1 3 15,-2-2-6-15,2 0-5 0,-2 0 0 0,1-1-7 0,0 0-1 16,0 0-3-16,1-1 1 0,-1-1-4 0,0 0-2 0,0-1-2 0,0 0-5 16,0-1 1-16,1 1 1 0,-4-1-6 0,1-1-1 0,0-1-4 0,0 0 2 15,0-1 2-15,-1 0 2 0,-1 0 0 0,1-2-2 0,-1 0 3 16,0-2-2-16,1 1 3 0,0-2-2 0,1 0-1 0,-1-2-1 0,-1 0 0 16,-2-2-2-16,-2 0 4 0,0 1 1 0,0-2-1 0,-1-1 1 15,-1-1-2-15,-1 1-1 0,-3-2 2 0,1 1 6 0,-3 0 3 0,1-2 0 16,-3-1 2-16,-2 0-1 0,2 0 1 0,-4-1 1 0,-2 1 0 0,0-2-1 15,-3 1-2-15,0 0-1 0,-2 0-1 0,-3 0 1 0,-2-1 0 16,-2-1-2-16,-4 0 2 0,1-1-2 0,-4 1 1 0,-2-1 0 0,-1 1-4 16,-4 0 5-16,-2-1-4 0,-4 1-1 0,-1-3-1 0,-2 0-8 15,-3 0-6-15,-2 0 3 0,-3 1 3 0,-1 0-3 0,-2 0 9 0,-4-1-9 16,-2 0-2-16,-3 1 3 0,-2-2-1 0,-3 2 3 0,-1-1-1 0,-1 1-4 16,-4-1-3-16,-3-2 3 0,-4-1-1 0,-1 2 1 0,-1-3 4 15,-3 2-3-15,-1 2 4 0,-2-2-1 0,-4 1 1 0,0-1-3 0,-1 0-4 16,-2-1 1-16,-2 2 6 0,-1 0 3 0,-2 0-1 0,-2 0 1 15,-1 1-8-15,-2-2-1 0,-2 2 3 0,-1 1 0 0,-3 1-3 0,-1 0-2 16,-2 1 3-16,-2-1-3 0,-2 0 4 0,0-1 4 0,-2 1-2 0,0 0 5 16,0 2-1-16,-1 0-2 0,1 1 1 0,2 1 1 0,-1 0-1 15,1 0-1-15,1 1-1 0,-1 0-2 0,1 1-5 0,-2 3-4 0,0-1 4 16,-2 2-1-16,1 3 12 0,0 1 6 0,-2 3-4 0,-1-1 1 0,-1 1-6 16,0 1-3-16,-1 0-2 0,0 2 5 0,2 1-3 0,-4 3-2 15,0 1 2-15,-2 1-8 0,-3 3 5 0,0 2-1 0,-3 3 0 0,0 1 3 16,-1 1-10-16,1 1-4 0,-1 3 2 0,0 1 16 0,1 3 8 0,1 1 6 15,3 3 1-15,0 1-15 0,3 0 2 0,1 2-1 0,1 1 1 16,5 2 1-16,1 2-5 0,2 4 1 0,3-1-1 0,2 3-1 0,2-1 1 16,3-1 2-16,2 4-9 0,3-1 2 0,4 1-2 0,4 1-8 0,4-1 6 15,4 1 7-15,5-2 1 0,4 0 4 0,2-1-8 0,5-1 1 16,2-2-5-16,3 2 1 0,5-1-4 0,1 0-5 0,3-2-4 0,2 1-9 16,3-2-24-16,2 2-55 0,2-1-84 0,1 1-88 0,2 0-62 15,2-1-39-15,1 1-19 0,2 0 33 0</inkml:trace>
  <inkml:trace contextRef="#ctx0" brushRef="#br0" timeOffset="25651.07">4303 6678 705 0,'-29'-15'113'0,"0"1"-94"0,-5-1 15 0,6 6-16 0,7 3 0 16,-1 0-3-16,1 1-2 0,1 1-4 0,-1 0-5 0,-1 1-2 0,1 2-7 15,-1 3 1-15,-1 2-4 0,-1 2-4 0,-2 3-2 0,1 0-4 16,0 2-1-16,0 3-3 0,-4 0 2 0,0 2 7 0,-2-1 4 0,0 2 6 15,-1-1 2-15,0 0 0 0,-3-1 2 0,2 0 3 0,-2 1-1 16,2-1 3-16,-1-1 3 0,3 2 2 0,-2-1 4 0,2 1 1 0,0 0 3 16,0 0 0-16,1 1 3 0,-1-1-5 0,2 1 2 0,3 0-2 0,1-1-6 15,1-2 2-15,1 2-1 0,2 0 3 0,3 1 4 0,2-1-1 16,0 0-3-16,2 0-11 0,3 0-2 0,0 0-1 0,2 2-3 0,1 1 2 16,1-2-3-16,2 1-1 0,2 0 1 0,2 0 0 0,1 0 1 0,2 2 0 15,2 1-2-15,2-2-1 0,1 2 4 0,2-1-1 0,1-1 1 16,3 1 0-16,-1-1-2 0,3 0 1 0,1 0-1 0,4 0 1 0,-1-1-1 15,3 0-1-15,1 0 1 0,1 0-1 0,3-2 0 0,2 1 2 0,3 0 0 16,0-2-6-16,5 0 0 0,-2-1 1 0,2 0 1 0,2 0 10 16,1 0 1-16,1 0-4 0,2 0 1 0,-1-1-4 0,1-1 2 0,2 1 2 15,1-1-1-15,0 1 0 0,2 1-3 0,1-3 1 0,2 1 1 0,0-1 2 16,0 0-1-16,2 0 2 0,1-1 0 0,0 1-3 0,1 1 3 16,0-1-3-16,1 1 2 0,0 0 5 0,2 0 0 0,0 0 4 0,1 0 0 15,1 0-1-15,0-1-1 0,2-2-4 0,0-1-1 0,0 0-1 16,1-2 0-16,0 0 6 0,3-2-2 0,0-1 5 0,1-2-1 0,1-1 2 15,1-2 3-15,0 0-8 0,0-2 2 0,1 0 1 0,-2 0-3 0,2-1 3 16,0-1 2-16,-2 1 5 0,0-1 3 0,-1 0 10 0,-1 0 2 16,0-1 5-16,-1 0 3 0,-2 0 3 0,1 0-1 0,0 1-3 0,-1-1-7 15,1 1-2-15,-1 0-3 0,-1 0-3 0,0-1-1 0,0 0-3 0,1-1-4 16,0-1-4-16,0 1-4 0,0-1 0 0,-1 2-3 0,-1-1 1 16,0-1-3-16,-1 0-3 0,-2-1 3 0,1-1 0 0,-1 0 1 0,1 0-2 15,-3-1-2-15,0-1 0 0,1 2 1 0,-3-1 2 0,1 2 1 16,-1-2-1-16,-2 1-4 0,-1-1-5 0,0 1-2 0,-2 0-1 0,-2 0 0 15,-2 2 14-15,-1-2-1 0,0 1 4 0,-3 0-1 0,0 0-5 0,-1-1-1 16,-1-1 2-16,0-1 0 0,-4 0 6 0,1 0-1 0,-2-2-1 16,-1-1 4-16,0-2-4 0,-2 0-1 0,2-1 3 0,-2-2 1 0,-1 0 0 15,-1-3 1-15,-3-2 3 0,0 0 0 0,-2-3-2 0,-2 0 1 16,-2-1-5-16,-2 1 2 0,-1-1 8 0,-3-1-5 0,0 0 2 0,-2 0 3 16,-2-1-9-16,0 2 10 0,-3-1-5 0,-3 0-2 0,-1-1 4 0,-2-1-7 15,-3-1 2-15,0 3-3 0,-3 0-1 0,-3 0-2 0,-1-1-4 16,-1-1-5-16,-2-1 1 0,-2 0 1 0,-1 1-2 0,-2-1-3 0,-2 2-4 15,-1-1-3-15,-4 1 4 0,-1-2-2 0,-3 3 9 0,-1-1 1 0,-2 2-2 16,-4-2 2-16,-2 1-8 0,-1-1-1 0,-5 2-3 0,-1 1 0 16,-2 0 5-16,-3 0-3 0,-3 2 4 0,-1-2 1 0,-3 2-8 0,-1-1 6 15,-2 1-4-15,-3 2 8 0,-1 2 4 0,-1 2-1 0,-1 1-1 0,-2 0 0 16,-1 2-7-16,-3 0 2 0,-2 1 2 0,-1 1-5 0,0 2 0 16,-1 1-1-16,-1 1 6 0,1 3-3 0,-3 2 6 0,0 2 0 0,-1 3-7 15,-4 1 1-15,3 2-5 0,-4 2-4 0,-1 1 7 0,1 3 3 16,0 2 8-16,0 1 6 0,0 1-3 0,1 1 0 0,-1 1-4 0,-1 4-4 15,0 1 7-15,0 1-5 0,0 1 1 0,2 1 4 0,-2 2-6 0,2-1 3 16,0 3 1-16,1 2 2 0,0 2-3 0,1-1 1 0,2 3-1 16,-1-3-1-16,3 2 7 0,0 1 0 0,0 0 0 0,3 1-2 0,0 3-3 15,3-2-10-15,1 3 1 0,1-1 10 0,1 1-2 0,3 1 12 0,2-1-3 16,0 2-11-16,1 0-1 0,1 2-2 0,2 2 0 0,1-3-2 16,3 0 1-16,2-2-2 0,3-2-1 0,2 3 0 0,1-1-1 0,2 1-4 15,1 0-1-15,0 0 7 0,2 1 4 0,0-1 3 0,1 0 10 0,1 1-8 16,2-2-1-16,1-1 2 0,0 2-1 0,1-2 0 0,0-1 3 15,3-2 2-15,3-4-4 0,2-1 4 0,0-1-4 0,3-1 0 0,0 0-1 16,3-2-1-16,2-1 0 0,0 1 0 0,1-3-5 0,3 0-3 0,-1-1 1 16,2-2 11-16,2 1 4 0,1-2 4 0,2-1-4 0,1-3-8 15,2 1-1-15,2-2-3 0,0 0 2 0,1-1 0 0,1-2-1 0,1 0 0 16,2-1 1-16,1 0-5 0,0 0-1 0,1-1 1 0,0 0 1 16,1-1 3-16,1-1-1 0,0 1 0 0,2 0-3 0,1-1-7 0,1 0-2 15,-1 0-28-15,2 0-42 0,2-1-45 0,-1-1-56 0,3 0-31 16,1-1-23-16,-2 0-5 0,4-2-84 0</inkml:trace>
  <inkml:trace contextRef="#ctx0" brushRef="#br0" timeOffset="26818.4">3851 13114 723 0,'-26'-17'84'0,"0"-4"14"0,-7-4-13 15,8 3 0-15,6 1 9 0,1-1 0 0,3 1-2 0,0-1-15 16,1 1-21-16,2 2-16 0,0-1-13 0,3 3-12 0,1 0-11 0,0 0-5 16,2 1-6-16,2-1-4 0,2 1-6 0,1-1-5 0,2 0 3 0,2 0-1 15,1 1 1-15,2-1-3 0,1 1 4 0,2 1 1 0,1-1 3 0,2 1 6 16,2-1-3-16,3 1 0 0,0-1 7 0,2 2-4 0,2-2 7 15,0 3 2-15,5-3 2 0,1 0 4 0,1 0 1 0,4 1 4 0,0-1 3 16,3 1 1-16,2 0 2 0,1 1 2 0,1-2-1 0,1-1 7 0,2-1-3 16,1 1 3-16,3-1 9 0,0 0 3 0,1 2 8 0,1 1 4 15,3-1-6-15,0 0 1 0,3 1-5 0,0 2-5 0,1-1 0 0,2 1-4 16,0 0 1-16,1 1 3 0,2-1-4 0,2 2-6 0,2 0 1 0,-1 1-9 16,2 1 0-16,0 2 2 0,1-1-6 0,2 1-3 0,2 2-2 15,0 0-6-15,0 0 0 0,3 2 2 0,0 0-5 0,2 0-4 0,0 2 7 16,-2 0-6-16,4 0 9 0,-2 2 4 0,2 1-16 0,-1-1 10 15,1 2-6-15,2-1 0 0,0 1 12 0,-3 1-3 0,3 0-6 0,0 1 1 16,-1 0-5-16,3-1-1 0,-1 2 5 0,0 0 0 0,2-1 0 0,-1 1 0 16,1 0 2-16,0 0-1 0,-1 1 2 0,0 1 1 0,-2 1 2 15,1-1 6-15,-1 0 6 0,-3 1-2 0,2 1 0 0,-2-1 1 0,0 1-1 16,1 0 1-16,-1 1-2 0,-2 0 1 0,0 3-2 0,-2 1 0 0,2 1-2 16,0 1-2-16,-1 2-4 0,-1 0 1 0,-1 0-7 0,-1-1 1 15,-1 1 2-15,-1 0-1 0,-4 1-1 0,0 1-4 0,-2 1 6 0,-2 1-3 16,-2 0 2-16,-3 1-1 0,-1 0 1 0,-3-1-2 0,-1 1-6 15,-4 0-2-15,0-1 0 0,-3 2 8 0,0 0 5 0,-2 0 1 0,-4 1-3 16,0-1 2-16,-3 0-2 0,-1-1-3 0,-1 1 3 0,-1 1-8 0,-4-2 4 16,0 4 2-16,-3-2-4 0,-1 1 8 0,-1-1 3 0,-4-2-2 15,0 1 0-15,-4-1 0 0,0 1-3 0,-3-1 2 0,-1 0-1 0,-2 1 1 16,-4-2 0-16,-1 1 1 0,-2-1-3 0,-2-1 6 0,-2 1 5 16,-4-2 0-16,-3 2 2 0,-4 0-5 0,-2-1-1 0,-3 0 1 0,-4 0 3 15,-1-3-3-15,-4 0 7 0,-3-1 4 0,-4-1-1 0,-2-1-4 0,-4 0-13 16,-2 0-1-16,-2-3-1 0,-2 2 1 0,-3-2-2 0,-1-1-2 15,-1-1-1-15,-2-3 7 0,1-1 5 0,-1 0 3 0,-2-2 1 0,0 1-7 16,-1-1-1-16,-1 1-1 0,-2-1-5 0,-1-1 2 0,-1 0-1 0,-1-1-2 16,-2 0 2-16,0 1 1 0,-2-2-7 0,-2 2 5 0,-2-1-10 15,-2 1 6-15,-2-1 0 0,0 1-2 0,-4 0 4 0,0 1-4 0,-1 0 2 16,-3 1 0-16,1 1-3 0,-4 0 9 0,0 0-7 0,0 1 2 0,-1-1 4 16,3 1-1-16,0 0 5 0,-1-1-3 0,5 0-2 0,-1 0-2 15,1 0 2-15,3-2 3 0,-1 1-1 0,2 0-2 0,0 0-3 0,2 0 3 16,0 0-2-16,0 1-1 0,1-2 1 0,1 2 2 0,0-1 0 15,-1 1-3-15,0 3 1 0,-1-1-9 0,-1 2 5 0,2 0 4 0,-1 1 5 16,0 2 9-16,1 1-6 0,1 2 2 0,2 0-5 0,-3-1 1 0,0 2 2 16,1 0-1-16,0 0-5 0,0 0 0 0,3 0 3 0,-1-2-3 15,2 0 2-15,4 0-2 0,0-1-2 0,0 1 2 0,1-2 2 0,0 1-2 16,1 1 0-16,-1-3 3 0,3-1 0 0,1-1 1 0,1-2 2 16,3 0-3-16,0-2-1 0,1-1 4 0,0-1 1 0,-1 0 0 0,3-3 4 15,1 1-6-15,1-1 3 0,1-1 2 0,0 0-7 0,1-2 1 0,2 0-1 16,3 0-6-16,2-1 4 0,-1 0 1 0,4 0-5 0,-1-1-4 15,3-1-4-15,2 0-6 0,0 1-7 0,3 0-20 0,2-1-35 0,3 1-49 16,1-1-62-16,1 0-83 0,2 0-103 0,0 0-109 0,0 1-13 0,1 0-32 16</inkml:trace>
  <inkml:trace contextRef="#ctx0" brushRef="#br0" timeOffset="38535.44">4672 8342 1385 0,'-18'-3'256'0,"-1"0"-233"0,-3 0-48 0,5 0 2 0,7 0 9 16,1 1 17-16,1 0-1 0,0 0-35 0,-1 0-72 0,2 1-70 0,1-1-44 15,-2 1-3-15,2 1 41 0,-1 0 48 0,0-1 44 0,0 1 31 16,0-1 28-16,1 0 18 0,-1 0 13 0,2-1 11 0,-2-2 10 0,-1 0 11 16,0-1 12-16,0 0 10 0,0-2 9 0,1 0 5 0,0 2-2 15,2-3 0-15,2 0-6 0,-1 0-4 0,2-2-6 0,0 1-4 0,2 0-7 16,0 0-12-16,2-2-6 0,1-1-11 0,1 0-5 0,1 0 0 0,3-1-5 15,3 0 2-15,1-1 1 0,2-1 4 0,1-1 5 0,2 1 1 16,3-2 1-16,0 0-4 0,2 2-1 0,5-2 1 0,2 0-2 0,3 0-2 16,1 2-2-16,0-2-2 0,2-1-2 0,1 1 0 0,3 0-2 0,2 0-1 15,-1 2-8-15,0 1 0 0,1 3 5 0,1-1-2 0,2 0 7 16,0 1 4-16,1 1-5 0,4 0 5 0,1 1 1 0,2-1 0 0,1 1 7 16,0 0 1-16,1 1-1 0,1 0 1 0,0 1 0 0,1 0-1 0,0 1 2 15,0 1 2-15,0 0 0 0,-1 2-2 0,1 0-5 0,0 1 3 16,-3 3-2-16,1 1 6 0,-2 2 0 0,1 1 1 0,-3 3 0 0,-2 0-5 15,0 2 5-15,-4 3-1 0,2 0-1 0,-3 2-4 0,-2 0 0 0,-1 2-4 16,-3 1 5-16,-4 1 1 0,0 2-1 0,-3 3-1 0,0 0-7 16,-4 2 0-16,-2 0 1 0,-1-2-2 0,-2 3 4 0,-2-2 0 0,-2 3 1 15,-2-1-2-15,-3 1 4 0,0 2 0 0,-3-3-9 0,-1 2 2 0,-3-1 8 16,-4 0-5-16,0 0 10 0,-3 2 0 0,-3-2-6 0,-1 2 7 16,-4 0-4-16,-3-1 2 0,0 1 3 0,-5 3-4 0,-1-1 2 0,-3 3-3 15,-4-2-2-15,-2 0 1 0,-3 0 3 0,-1 1-2 0,-3 0 2 16,-1 1-3-16,-3-1 0 0,-1-2 1 0,1 1 6 0,-1-3 7 0,1 1 3 15,1-3 2-15,1-1-8 0,1-4 4 0,2-1-3 0,0-3 6 0,0-3 0 16,2-2 0-16,-1-2-5 0,3-1-6 0,-2-2-2 0,2-3 0 16,2-3 4-16,-2-2 6 0,2-2-2 0,-1-3 6 0,-3-1-6 0,3-3 0 15,-2-2 1-15,3-2 1 0,-2 0-4 0,1-3 0 0,-1-3-4 0,0-2-6 16,0-1 3-16,2-2-2 0,0-2 7 0,2 0-10 0,-1-3-8 16,1 0 7-16,2-2-6 0,0-1 6 0,2-2-8 0,0-1-10 0,2-1-7 15,2 0-10-15,1-1-2 0,1-1-27 0,1 0-31 0,2-2-41 0,0 0-64 16,2 1-49-16,1-2-68 0,1 1-46 0,1-1 2 0,1-2 7 15,0-1-76-15</inkml:trace>
  <inkml:trace contextRef="#ctx0" brushRef="#br0" timeOffset="48935.86">4987 9774 121 0,'-2'-4'52'0,"0"-1"-2"0,1 0-19 0,0 2-5 0,1 1-6 16,0 0-3-16,0 0 0 0,1 0-5 0,-1 0-3 0,1 1-4 0,0 0-3 15,0 0 0-15,0 1 0 0,1-1 0 0,-1 1 0 0,0 0 0 0,1 0 0 16,-1-1-2-16,1 1 2 0,0 0-1 0,0-1-1 0,0 0 2 15,0 0-1-15,1 1 0 0,-1-1 0 0,2-1-1 0,0 1 3 0,-1-1 0 16,0 0 2-16,1 1 3 0,0-1 4 0,-1 0 4 0,2 0 5 16,0 1 4-16,0-1 6 0,0 0 2 0,2 0 2 0,0 0 1 0,1-1-2 15,0 0 3-15,1 0 2 0,0 0 1 0,2 0 2 0,0 0-3 0,0 1-3 16,2 0-1-16,0 2-2 0,2-1 2 0,1 2-2 0,2 0-1 16,0 0-5-16,2 2-3 0,1 0-5 0,1 1-8 0,1 0-2 0,0 0-4 15,2 0 0-15,2 0-2 0,0 0 1 0,3 0-3 0,1 0 0 16,1-1 2-16,0 0-7 0,1-1-2 0,0-1 0 0,1 1 0 0,1 0 10 15,-1-1 0-15,1 0-2 0,-1 0 3 0,0 0-5 0,0 0 4 0,0 1 6 16,0 1 9-16,-2-1 9 0,0 0 10 0,-1 1 4 0,0 0 6 16,0 0 2-16,1 1-1 0,-1 0-1 0,0 0-12 0,-1-1 0 0,1 1-14 15,0 0-6-15,2 1-2 0,0-1-5 0,2 1 1 0,0 0-4 16,1-1 0-16,-1 1-2 0,2-1-3 0,2 0 3 0,-2 1 0 0,1-1 0 16,-2-1 1-16,1 0-2 0,1-1-1 0,-1 1-1 0,1-1 1 0,-1-1 3 15,-2-1-3-15,-1-1 6 0,0 1 5 0,-1-1 0 0,-2-1 6 16,2-1 0-16,-2 1 0 0,2-1 2 0,-1 0-1 0,0-1-5 0,-1 0-2 15,-1 0-2-15,-1 0-3 0,0-1 1 0,-1-1 1 0,0-1-1 0,-2 1 0 16,-1-1 1-16,-2 1-7 0,-1 0 1 0,0-1 3 0,-2-1-1 16,0 1 6-16,-2-1-2 0,-2 0 2 0,1-2 2 0,-2-1 0 0,1 0 3 15,-1 0 1-15,1-2-3 0,-1 1-2 0,0-3-5 0,-2-1-3 0,2-1 5 16,-1 0-3-16,-1-3-1 0,-1-2-6 0,-1 1-3 0,1-4 11 16,0 1 2-16,-2-2 5 0,-1-1 5 0,-2-1-4 0,-2-2-2 0,-4 0 4 15,0-1-8-15,-2 1 0 0,-2-1 5 0,-2-1-5 0,-2-3-1 0,-2 1-3 16,-3-1-2-16,1 1-1 0,-2 4 3 0,0 0 0 0,-1 1 0 15,-3 1 2-15,0 0-14 0,-2 2-2 0,-5 0 2 0,0 3 5 0,-4 0 10 16,-1 1 0-16,-2 2 3 0,-2 0-8 0,-4 1 4 0,-2 3-7 16,-3 0 2-16,-2 2 2 0,0 2-5 0,-2 2 4 0,-3 1-2 0,-1 2-4 15,-1-1 2-15,-1 2 0 0,0 0 2 0,-1 1-4 0,-1 1 5 0,-1 2-1 16,-2 0-1-16,3 3 1 0,-1 0-4 0,1 2 5 0,1 0-3 16,1 0 5-16,1 1-4 0,1 2 1 0,1 1 1 0,1 2-5 0,1 0 7 15,1 2 1-15,-1 3-5 0,1 1 1 0,2 2-2 0,0 0-3 16,1 3 4-16,2 1-4 0,-1-2-7 0,2 4-1 0,2 1 1 0,2 0 5 15,0 4 10-15,3 0-8 0,0 1-6 0,2-1-15 0,3 2-41 0,4-1-50 16,1 0-68-16,2 2-86 0,4 0-60 0,0-1-37 0,4 0 17 16,1-4-120-16</inkml:trace>
  <inkml:trace contextRef="#ctx0" brushRef="#br0" timeOffset="66720.62">4868 10949 242 0,'-6'-5'109'0,"0"0"-48"15,0 0-10-15,4 1-10 0,0 1 2 0,0 1-2 0,0-1-4 0,0 1-2 16,0 1-10-16,1 1-7 0,-1 0-10 0,2 1-7 0,-1 0-5 15,2 1-1-15,0 0 1 0,-1 0-3 0,1 0 5 0,0 0 0 0,0 0-1 16,0 0 3-16,0 0 0 0,-1 1 0 0,1-1 0 0,-1 0 0 0,2 0 0 16,-2 0 0-16,1 1 0 0,0-1-1 0,-1 0 3 0,1-1 2 15,-1 1 2-15,0 0 3 0,1-1 3 0,-1 2 4 0,2-1 10 0,0 2 3 16,1-1 1-16,-1 0 5 0,1 1 0 0,1-1 1 0,1 2 2 16,1-1-1-16,0 1 0 0,2 0 2 0,0 0-1 0,1 0 1 0,0 1-2 15,2-2 0-15,2 0 6 0,2 0-4 0,0-1 6 0,1 1-4 0,2-1-2 16,2 0-4-16,1 0-5 0,2-1-1 0,2 1-3 0,-1-1-4 15,2 1-7-15,1-1-4 0,2 0 0 0,0 0 1 0,3-2 0 0,-1 1 1 16,1 0-2-16,0-1 1 0,3 0-1 0,0-2 0 0,1 1-1 0,2 0-3 16,-1 0-2-16,3 0 2 0,-2-1-4 0,2-1 7 0,0 1 1 15,-1 0-5-15,1-1 5 0,1 2-1 0,0-1 2 0,0 1 4 0,0 0-2 16,-1 0-2-16,0 0 2 0,1 1 6 0,1-1 5 0,-2 0-1 0,1 0 1 16,-2 0 0-16,0-1 5 0,2 0 7 0,-2 0 1 0,2 0-1 15,-1 1-2-15,0-1-6 0,3 0 1 0,-1 1 0 0,-1-1-5 0,1 0-4 16,0 0-8-16,1 0 1 0,-1 1-1 0,1 0 2 0,0 0-4 0,-2 0-2 15,1 1 0-15,0 0-3 0,-1 0 3 0,1 1-3 0,0 0-4 16,-2 0-1-16,1 1-1 0,-1 0 3 0,-1 1 3 0,0-1 2 0,0 2 3 16,1-1-4-16,0 0-3 0,-2-1-3 0,1 1 1 0,0 1 2 0,-2-1 2 15,1-1 5-15,1 0-2 0,0 0 4 0,2-1 4 0,2 0-5 16,-1-1 4-16,0 1 1 0,2-1-6 0,-1-1 4 0,2 1-3 0,0 0-9 16,2 0 5-16,-1 0-8 0,0 0 5 0,1 0 1 0,0 2-1 15,1 1-3-15,-2 0-2 0,2 0-2 0,0 0 1 0,-1-1 2 0,-2 0 1 16,0 0 1-16,1-1 5 0,-3 1 5 0,0-2-2 0,-1 2-1 0,0-1 2 15,-1 1-5-15,-2 0 9 0,2 0 7 0,0 0-12 0,-1 2 2 16,2-2-8-16,-2 1-2 0,0 1-3 0,2-1 2 0,-2 2-2 0,1 0-2 16,0 0 2-16,-2 0 2 0,-1 0-1 0,-2-1-5 0,0 1-14 15,0-1-10-15,-1 0-14 0,-1 1-15 0,-1-2-52 0,-1 1-98 0,1-2-152 16,-2-2-123-16,1-1-58 0,-2-4-148 0</inkml:trace>
  <inkml:trace contextRef="#ctx0" brushRef="#br0" timeOffset="90454.96">6363 14623 690 0,'0'0'147'0,"1"0"-95"0,1 0-27 16,1 0-16-16,1 0-2 0,0 0 9 0,2 1-1 0,1-1-3 15,2 1-1-15,0-1-9 0,1-1 0 0,2 2-2 0,0 0 2 0,1 0 0 16,2 1 0-16,0-1-4 0,1-1 1 0,3 1-1 0,0 0-1 16,-2 1 3-16,1 0-2 0,-1 0 1 0,1 0 1 0,-2 0 1 0,1 1 0 15,1 0 0-15,0 1 3 0,0 0 2 0,0 0 2 0,-1 0 6 16,0 2-1-16,2 0 2 0,0 1 2 0,1-1-2 0,1 0 2 0,0 1 1 15,-1 0-1-15,3 0-2 0,-1 1-1 0,1-1-1 0,2-2-1 0,0 1-6 16,2-2 3-16,0 1-1 0,-1 0 2 0,2-1 2 0,2-1-6 16,1 0-3-16,1 1 1 0,1-2 0 0,-2 1 3 0,2-1 0 0,1 0-2 15,0-1 0-15,2-1-3 0,-1 0 4 0,2-1-3 0,-1 0 3 0,1-1-4 16,2 1-1-16,-1-1 3 0,1-1-3 0,1 0 2 0,0-1-2 16,2 0 0-16,0-1 2 0,-1 1 0 0,2-1-1 0,-1 1-3 0,2-2-3 15,0 0 0-15,2 0 1 0,-2 0 1 0,1 1-4 0,0-1 1 0,2 1 2 16,-2-1 1-16,1 1 1 0,-1 0-1 0,2 1 0 0,-2 0-4 15,-1 0 1-15,0 0 3 0,1 1 0 0,-2-1 1 0,0 1-3 0,0 0 2 16,-3-1-1-16,-1 1 3 0,1-1-1 0,-3 0 1 0,0 0 0 0,0 0 1 16,-3 0 1-16,1-1-3 0,-2 1 2 0,0-1-2 0,-4-1 4 15,2-1 2-15,-3 1-2 0,0-2 6 0,-1 0-1 0,-1 2 6 0,-1-1 12 16,-1 1 12-16,-1-2 14 0,-1 0 4 0,-2-1 4 0,-1 0-1 16,-2 0 4-16,-1-1 1 0,-2 1-1 0,-2-1 3 0,0-1-5 0,-4 1-5 15,0-1-1-15,0-1-5 0,-2 0-1 0,-1-2 4 0,-3 0-2 0,-2-1-11 16,-3-1-8-16,-2-2-7 0,-1-3-10 0,-2 0-4 0,-3-5-5 15,-1-1-6-15,-3 0-5 0,-2-4 1 0,-3 2-7 0,-2-3-4 0,-3 0 8 16,-2-1-4-16,-2 0 2 0,-2-2 6 0,-2 2-3 0,0 0 9 16,-2 0 3-16,0 2 3 0,-1 1 5 0,-2 1 4 0,-2 1 7 0,-1 1 0 15,0 0 4-15,0 2 1 0,-1 2 1 0,-2 1 2 0,-1 1 0 0,1 1-6 16,-2 2 3-16,1 0 0 0,2 5-3 0,-1 1 7 0,1 2-10 16,0 3-1-16,-1 2-2 0,-2 2-3 0,1 2 0 0,1 2-6 0,0 2-9 15,-1 2-4-15,1 3-1 0,-2 2-6 0,1 3 1 0,-1 1-8 0,0 4-1 16,2 1-4-16,1 1-14 0,-2 3-1 0,0 1-21 0,0-1-11 15,0 4-8-15,0 0-12 0,3 2-1 0,2 1 1 0,0 1 8 0,2-2 7 16,1 1-1-16,4-2-8 0,2 0-8 0,1 1-17 0,4-2-19 0,1 0-2 16,2-3-9-16,5 1-4 0,0-2-6 0,4 1-12 0,3-1-16 15,1-2 4-15,4 2 15 0,3 0 32 0,2-2-88 0</inkml:trace>
  <inkml:trace contextRef="#ctx0" brushRef="#br0" timeOffset="91355.8">11852 14679 1585 0,'-4'5'362'16,"-1"-1"-186"-16,-1 2-71 0,0-2-42 0,3 0-41 0,0-2-49 0,3-1-48 15,0-1-57-15,2-1-36 0,0-1-8 0,2 0 2 0,1 1 20 16,2-1 24-16,2 1 28 0,1 0 31 0,4 0 23 0,1 0 20 0,1 0 6 16,1-1 6-16,2-1 4 0,1 0 2 0,1 0 4 0,1 0 1 15,2 1 7-15,-1 1 7 0,1 0 7 0,-1 1 15 0,0 0 9 0,0 2 8 16,2 0 3-16,1 0-4 0,0 2 0 0,0-2-6 0,1 2-8 0,-2 1-10 16,3 0-10-16,0-1-3 0,1 1-1 0,1-1-2 0,2-1-6 15,-2 1-9-15,3 0 0 0,-1-1 4 0,1 0-1 0,0 0 7 0,2 0 1 16,-2-1-3-16,2 2 5 0,-1-1 2 0,1-1 5 0,2 2 3 15,-1 0 1-15,0 0 1 0,-1 0-3 0,0 0 2 0,2 0-4 0,-1-1-3 16,3 1-3-16,-3-1-11 0,2 0 4 0,0 0-1 0,-2-1-1 0,3 1 7 16,-2 0-2-16,1 0-2 0,1 0-1 0,-1 0 2 0,0-1-3 15,2 0 3-15,-2 1-3 0,0 0 1 0,0 0 1 0,-2 0 0 0,1 0 2 16,-1 0-3-16,0-1-4 0,-1 0 0 0,-2-1 2 0,0-2-2 16,-1 1 6-16,0-2-1 0,-2 0-2 0,0 0-2 0,-2-1-1 0,0 0 4 15,-1-1 2-15,1-1-2 0,-2 0 5 0,-2 0 0 0,-1-2 2 0,-2 1 8 16,0 0-2-16,-2-2-2 0,-1 0 4 0,-1-1 1 0,-1 0 7 15,-1-1-1-15,-2-2-1 0,-2-1-5 0,0-1 0 0,-1-1-3 0,-2 0 1 16,-1-2 1-16,-2-2-2 0,-1 1 2 0,-2-2 3 0,-2-1 7 0,-1 0 5 16,-3-2 3-16,-1-3 4 0,-2 1-2 0,-2-2-4 0,-2 0-4 15,-3-2-2-15,0 1-9 0,-5-2 0 0,-2 1-2 0,-2-3-11 0,-4 1 1 16,1-1-4-16,-5 0-3 0,-2 0 2 0,-3 1-3 0,-2-1-1 0,-3 2 1 16,0-2-4-16,-2 1 5 0,-3 1 3 0,-2 2 1 0,-2 1 1 15,-2 0 0-15,0 0 4 0,-2 1-5 0,-1 2 2 0,-3 1 3 0,0 4-4 16,-3 2 9-16,-1 1-1 0,-1 3-2 0,-3 1 5 0,-1 2-3 0,-2 2 0 15,-1 3 2-15,-2 2 0 0,-1 4-4 0,-1 1 2 0,0 4 1 16,1 3-1-16,-1 1 2 0,3 2 0 0,1 2 1 0,2 3-5 0,2 2-5 16,2 1 0-16,3 3-4 0,1 0-1 0,4 2-7 0,2-1-2 15,2-1-15-15,2 1-14 0,5 0-23 0,3 1-53 0,3 1-32 0,6-2-51 16,1 2-53-16,4-1-59 0,1 3-46 0,2 1-120 0</inkml:trace>
  <inkml:trace contextRef="#ctx0" brushRef="#br0" timeOffset="94571.91">4890 15802 529 0,'-12'-8'119'0,"0"1"-29"0,-2-1-39 0,4 0-11 0,2 0-1 0,1 1 0 16,0-1-1-16,2 2-2 0,0 1 2 0,0 1-2 0,2 1 0 0,-1 1-1 16,2 0-3-16,0 1-3 0,1 1-3 0,1 0-7 0,-1 1-5 15,1 0-3-15,-1 1-2 0,0 1 2 0,0 1 2 0,0 0 0 0,2 2 9 16,-2 1 2-16,1 0 4 0,1 1 12 0,-2 1-5 0,2-1 5 16,1 3 0-16,0-1-3 0,1 0 0 0,2-1-3 0,1 0 8 0,1 0 3 15,1 0 4-15,2 3 8 0,2-1-11 0,2 2-7 0,1 0 2 0,2-1-3 16,2 2 7-16,0-1 0 0,4 1-7 0,0-1 2 0,2 0 0 15,3 2-6-15,-1-2 4 0,2-1-11 0,1-1-6 0,1 0 0 0,2 0-6 16,1-1 1-16,0-2-6 0,0 0-2 0,1-2 0 0,0-2-7 0,1 1 4 16,-1-2-2-16,3-1-3 0,1 0 0 0,0-1-2 0,2 0 4 15,-3-2 2-15,1 1-7 0,2-2 2 0,-1 0-7 0,0-1 7 0,1-1 2 16,0 1-4-16,-2-3 3 0,-1 1-1 0,0-1 1 0,-1-1 4 0,1 1-4 16,0 0-4-16,-2 0-1 0,-1 0-7 0,0 1 6 0,-1 0 3 15,0 0-2-15,1-2 7 0,-2 0-9 0,1 0 11 0,-3-2 0 0,2 1-8 16,-1-2 7-16,0 0-14 0,-2 2 9 0,-1-3 7 0,-3 1-7 15,2 0 5-15,-3-1-12 0,0-1 8 0,0 1 5 0,-3 0-1 0,0-1-3 16,-2 1 5-16,0-1-17 0,-1 2 10 0,-1-1 5 0,-1 0-3 16,1-2 16-16,-1 0-12 0,-1 0 1 0,1-1 2 0,-1-1 2 0,0 0-1 15,-1 1 4-15,0-2-7 0,-1 0 4 0,0-1 2 0,-3 1-3 0,1-1 4 16,-1 1-1-16,0-1 0 0,-2 1 0 0,0-2-5 0,-2-1 0 16,-1 0 5-16,0-3 3 0,-1 1 2 0,-1-1-6 0,-1 0 2 0,-1-1-2 15,0 1 6-15,-2-2-2 0,-2 1-1 0,0-3 5 0,-2 0-6 0,1 0 11 16,-2 0-15-16,-1 1 13 0,-1-1 0 0,-2 1-6 0,-1 1 8 15,-2-2-7-15,-2 2 1 0,-2-2 0 0,-3 2-6 0,-2-1-1 0,-3 2-2 16,-2 1 4-16,-3-1-2 0,0 2-3 0,-5 0-2 0,-2 0 5 0,-1 0-10 16,-3 2 3-16,0 2-3 0,-2 0-1 0,-2 4 2 0,-1-1-2 15,-3 2-1-15,-1 2-3 0,-1 0 3 0,-2 2-6 0,-1 2 4 0,-1 2 8 16,-1 0-4-16,0 3 7 0,2 0-6 0,-1 2-2 0,0 2-1 0,-1 1 4 16,-2 0 1-16,4 3-1 0,0 1 1 0,1 1 2 0,2 1 0 15,-1 1-3-15,3 1 3 0,-1 1-5 0,1 3 0 0,1 3 1 0,2 0-2 16,2 4 1-16,2-1 5 0,2-1-4 0,1 1 3 0,4 0-11 15,2 0 4-15,3 2-7 0,0 2-2 0,3 2-3 0,1 1-15 0,2 2-15 16,2 0-40-16,1 3-21 0,3-2-58 0,4 1-64 0,1-2-58 0,3-1-63 16,1-1-41-16,2 0-24 0,3 0-167 0</inkml:trace>
  <inkml:trace contextRef="#ctx0" brushRef="#br0" timeOffset="96856.22">10372 15568 798 0,'-26'10'86'0,"-1"1"7"0,-8 1-13 0,6-1-19 0,4 0-21 16,2-1-15-16,0 1-5 0,3 1 3 0,3-1 9 0,-1 1 6 0,1 1 0 15,2-2 0-15,1 0-10 0,1-3-5 0,2 1-5 0,1-1-4 16,2-1-2-16,2 0-5 0,3-1-5 0,0 0-5 0,0-2-2 0,2 1-2 16,0 0 2-16,1-1 2 0,1 1-3 0,1 0 2 0,1 1 0 0,0 1 6 15,2 0-4-15,1 1 3 0,3 0-2 0,2 1 0 0,3 0 6 16,1 0 1-16,2 1 0 0,2-1-4 0,2-1 3 0,0 0-10 0,4-2 7 16,2-1 1-16,1-2-6 0,2 0 7 0,0-3-6 0,0 0 6 15,3-2 2-15,-1-1-2 0,3-1-2 0,1-2-2 0,2-1-2 0,-1 0 7 16,3 1-3-16,0-1 2 0,2 0 7 0,1 0-7 0,2 0 6 0,1 1 0 15,1-1-8-15,0 2-2 0,1-1 6 0,0 0-4 0,0 1 4 16,-1-2 5-16,2 2-17 0,0 0 4 0,0 1 4 0,0 1-4 0,-2 1 9 16,0 2-2-16,1 1-2 0,-2 2 1 0,-1 0 6 0,0 3-2 15,-1 2-3-15,-1 1 10 0,-1 1 2 0,2 2-1 0,-3-1-5 0,-2 3-13 16,2-2-1-16,-2 1-4 0,1-2 8 0,0-3 3 0,-1 0-8 0,-2-3 2 16,1-1-1-16,-2-1-1 0,-1-1 8 0,-3-1 1 0,-3 0-1 15,-2-1-3-15,0 1-2 0,-3-1 8 0,-1 1-4 0,-2-1 2 0,-4 1 8 16,0 1-7-16,-2-1 16 0,-2 1 4 0,-2 0-2 0,-1 0 10 15,-1 1 2-15,-1-1 4 0,-2 1 8 0,-1 1 2 0,0-1 3 0,-2 1 9 16,1 0 1-16,-2 1-6 0,0 1-9 0,0 0-17 0,0 1-8 0,-1 0-13 16,0-1-7-16,1 1 3 0,-1 1-9 0,1-1-7 0,0-1-16 15,0 2-9-15,2-1-14 0,1 1-32 0,0-1-44 0,2 1-99 0,2-1-77 16,2 0-54-16,1 0-14 0,6-1 64 0,6 1-60 0</inkml:trace>
  <inkml:trace contextRef="#ctx0" brushRef="#br0" timeOffset="97556.8">14254 15846 1248 0,'-8'8'151'0,"0"1"-24"0,-2 1-23 0,3-3-35 0,1-3-41 16,2-2-25-16,2-1-13 0,1 0-16 0,1-1-5 0,2 0-1 15,1 1 7-15,2-2 4 0,2 1 6 0,2 0 1 0,2-1 6 0,4 0 3 16,2-2 5-16,2 0 4 0,0-1-12 0,3-1 5 0,3-1-8 0,0 0 0 16,3-1 7-16,-1-1-2 0,2 2-3 0,0-1 2 0,1 0 2 15,-2 1 8-15,1-1 6 0,-2 0 1 0,3 0 1 0,-2 1-4 0,2 1 7 16,-3 1 2-16,0 1 0 0,-1 0 4 0,-1 1 0 0,1 0 4 15,-1 1 0-15,0 1 1 0,0 0 1 0,-2 1 4 0,0 1 6 0,-1 0 12 16,-1 2 9-16,0-1 7 0,-2 2 8 0,0 1-11 0,-1 0 1 0,-2 1-4 16,-2-1-4-16,0 0 9 0,-1 1-7 0,0-1-4 0,-2 0-9 15,0 0-13-15,-1-1-8 0,-1 1-7 0,-1-1 1 0,-1 0 2 0,0 0-9 16,0-1-6-16,-2 0 2 0,0 0 0 0,0 0 9 0,0 0-4 0,0 0-7 16,-1 0 3-16,-1 1-4 0,0 0 3 0,0 0 0 0,-1 2-2 15,0-1-3-15,1 1 0 0,0 1 3 0,1 1-5 0,0 1 4 0,-1-1-8 16,1 2-10-16,1 1 0 0,2-1-7 0,0 0-2 0,1-1-10 0,1 0-13 15,1 1-9-15,1 1-15 0,-1-1-27 0,3 1-27 0,2-1-35 16,1 2-41-16,2-1-39 0,2 2-33 0,2 0-20 0,3-1-2 0,4 1 41 16,2-1-14-16</inkml:trace>
  <inkml:trace contextRef="#ctx0" brushRef="#br0" timeOffset="99272.84">20280 16112 1165 0,'-33'34'229'15,"-5"-1"-184"-15,-10 8-9 0,3-8-13 0,5-11-27 0,-2-4-23 0,0-4-25 16,1-3-21-16,1-3-16 0,-1-1-1 0,3-3 0 0,0 1 9 16,0-1 9-16,3-1 10 0,0 0 16 0,4 1 17 0,1-1 17 0,3-2 9 15,0-1 3-15,2-2 5 0,3-1 2 0,1 0 2 0,3-2 5 0,2 0-3 16,0-2 1-16,3 2 3 0,2-1-3 0,1 1 2 0,2 0-5 15,1 1 4-15,2 0-1 0,1 1 1 0,1 1 8 0,3 1-2 0,1 0 3 16,1-1 4-16,3 1-2 0,1 0 4 0,3 0 1 0,2 0-5 16,4 0-3-16,2 1-1 0,4-1-5 0,0 0-2 0,3 1 0 0,2-1-10 15,3-2 5-15,1 0-3 0,3-2 2 0,1 0-1 0,4 0-5 0,0-2 3 16,2 0-3-16,3-2-1 0,-1-1 5 0,4-1-5 0,3-1 0 16,0-3 1-16,1-2 3 0,1-2-2 0,1-1-1 0,2-1 1 0,1-1-9 15,1 0 10-15,1-1-3 0,-1-1-1 0,-1 1 3 0,2-2-6 0,-1 1 7 16,1-1 1-16,-1-1-1 0,0 4-8 0,-1-3-2 0,1 2 1 15,-1 0 0-15,-1-2 10 0,1 1-3 0,-1-2 1 0,-2 0-5 0,0-1 1 16,0 2 5-16,-3-2-1 0,0 1 2 0,-3-1-2 0,-1-2-4 0,-2 2 0 16,1-2 2-16,-4 3 1 0,-1 0 0 0,0 0 2 0,-5 2 2 15,-1 0 8-15,-4 1 2 0,-2 1 10 0,-3 0 8 0,-1 2 11 0,-5-1 4 16,-3 2-5-16,-2 2 5 0,-3-1 4 0,-4 1 6 0,-3-1 9 0,-2 0 3 16,-4 0-6-16,-3 0 0 0,-2 0 1 0,-4-1-3 0,-2 0-1 15,-4 1-5-15,-4-1-6 0,-4-1-7 0,-3 0-2 0,-2-2 0 0,-5-1-4 16,-1 0-5-16,-6-1-3 0,-2 1-3 0,-4 1-6 0,-1 0-1 15,-3 1-7-15,-2 0-7 0,-2 1 4 0,-3 1-1 0,-1 1-3 0,-2 1 2 16,-2 2-5-16,-1 3 4 0,-1 0 2 0,-2 3 3 0,0 1 0 0,-1 3-4 16,0 3 0-16,0 1 3 0,0 3 4 0,-3 1 5 0,0 2-3 15,-1 3-1-15,1 3-2 0,2 1 3 0,0 4 1 0,2 4 3 0,1 1 4 16,2 2 1-16,1 3 4 0,1 3 3 0,1 3-2 0,2 2-2 0,4 4-13 16,2 0 0-16,4 2-11 0,3 2-13 0,3 0 1 0,3 3-39 15,4 3-13-15,2 3-33 0,5 2-52 0,3 2-47 0,5 3-84 0,4 3-125 16,4 3-136-16,3 2-61 0,6 4 122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1:58:12.8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15450 9445 257 0,'-25'-15'28'0,"0"-1"-27"0,-4-1 8 16,7 5 0-16,6 5-8 0,2 2-7 0,3 3-10 0,1-1-9 0,1 1-9 15,0 1-2-15,1 0 0 0,0 3 6 0,-1 0 9 0,0 2 4 16,1 0 4-16,0 1 5 0,-1 1 3 0,1 0 8 0,-1 0 10 0,0 0 6 16,0 1 8-16,1 0 1 0,0 1 3 0,1-1 3 0,0 2 1 0,1 0 0 15,-1 0 2-15,1 1 2 0,1 1 0 0,0 1 2 0,1 0 1 16,1 1-2-16,2 2 0 0,2-1 0 0,1 1-1 0,1 1 1 0,2 1-1 15,1 1 1-15,3-2 1 0,1 2 2 0,1 0 3 0,3-3 5 16,1 2 3-16,1 0 3 0,1-1 6 0,2 0 0 0,2 1 6 0,2-1 1 16,3 0 1-16,2-2 0 0,3-1-8 0,1-1-3 0,2 1-2 0,2-2-6 15,3-1-4-15,2 0-10 0,3 1-1 0,1-1-2 0,4 0-1 16,1-1-2-16,3-2-10 0,1 0-4 0,4 0-2 0,1 0-7 0,2-1 2 16,1-1-1-16,1-1-3 0,2-1 3 0,2 0-4 0,0 0-1 0,0-2-2 15,0 2-2-15,0-2 2 0,-1 1 0 0,2-2 3 0,1 0-2 16,-1 0-4-16,1-1 0 0,1 0 4 0,-1 0-1 0,0-1 4 0,-2 0-1 15,1 0-3-15,0 0 1 0,4 0 6 0,-1-2 0 0,0 0-3 0,-2 1 0 16,-2-1 0-16,0 0-2 0,2-1 2 0,0 0-1 0,0-1-2 16,0 0 5-16,-3 1-1 0,-1-2 4 0,-3 0-2 0,-3-1-2 0,-3-1 0 15,-3 0 3-15,-1 0-1 0,-2-2 5 0,-2-1 4 0,0-1 2 0,-2-2 3 16,-2-2 4-16,-1 0-4 0,1-1-2 0,-4-1-7 0,-1 1-6 16,0-1 0-16,-2-1-1 0,0 2-1 0,-3-1 4 0,-1-1-3 0,-3 0 0 15,-1-3 1-15,-3 0 2 0,1 0-2 0,-4-3 4 0,-1 1 2 16,-3 0 1-16,-4-2 4 0,-1 0 2 0,-3-2-9 0,-1 1 0 0,-4-2-4 15,-2 2-2-15,-3-2 1 0,-3 1 0 0,-3-1-5 0,-4-2 0 0,-3-1 2 16,-5-1-5-16,-4-1-2 0,-8 1-3 0,-5-3-1 0,-6 1 1 16,-5-1-3-16,-4 0 5 0,-4 1 6 0,-6-1 4 0,-2 2 7 0,-3 0-1 15,-1 0-7-15,-1 2 1 0,-3 0-1 0,0 3-4 0,-2 0-1 0,0 1 2 16,-2 0-3-16,-1 2 4 0,1-1-4 0,0 3 0 0,-1 2-4 16,-2 0 0-16,-2 2 2 0,-4 1-4 0,0 0 2 0,-5 2 1 0,1 1-5 15,-3 1 2-15,0 3 1 0,-3 2-1 0,-2 1 1 0,-1 1 3 16,1 1-1-16,0 1 1 0,-1 3-2 0,-4 2-1 0,-2 3 0 0,-2 2-5 15,-1 2 4-15,2 1-3 0,0 1 4 0,0 1 0 0,2 3 2 0,-1 0-2 16,0 4 0-16,3 1 2 0,4 0 0 0,3 1 2 0,7 1 1 16,6 1-2-16,2-1-1 0,7 3 1 0,1 1 4 0,3 2-5 0,4 3 0 15,5 0-4-15,3 2-2 0,4-1 0 0,2 1-2 0,0 1 1 16,3-1 3-16,1 3 0 0,3 2 7 0,0 1-1 0,3 0-9 0,2 1 1 16,3 1 3-16,2-1-2 0,4 2 13 0,1 0-5 0,7-2-5 0,2 1 4 15,4-2 1-15,4 1-2 0,2 0-2 0,4-2-1 0,3-1 2 16,2-3 4-16,3 1 1 0,2-2-2 0,2 2-2 0,2-3 1 0,1 1-2 15,2-3-3-15,3 0 6 0,2-1-8 0,0-2 13 0,4 3 2 0,0-4-5 16,4 1 9-16,1-1-13 0,5 0 2 0,1-1 2 0,3 0-1 16,1-2 4-16,2 1-4 0,3 0-1 0,1-1 0 0,0 1-1 0,0-1 2 15,2-2 1-15,0 0-1 0,0-3 4 0,-2-1-5 0,0-2 3 0,-1 1-1 16,-2-2-2-16,1-1 0 0,-1-2 0 0,-1 1 1 0,1-1-1 16,-2-1 2-16,-2-1-1 0,-1-1 1 0,-3-1-4 0,0-2 8 0,1-1-1 15,-2 0 0-15,0-3 10 0,-2 0-7 0,-1-2 3 0,-1 0 3 16,-1-2-8-16,-2 0 1 0,1 0 2 0,-3-1-3 0,-1 0 1 0,0-2 2 15,-2 2-6-15,-1 1 0 0,0-1 2 0,0 1-3 0,-2-1-1 0,1 1 3 16,-1 1-3-16,-4-1-1 0,0 2 3 0,0 0-3 0,-2 1 0 16,-1 0 3-16,-1-1-4 0,-1 1 4 0,-1 0 3 0,-1 0-6 0,0 1 2 15,-2 1 0-15,1 0-6 0,-2 0 4 0,1 1 0 0,-1 0-1 16,-1-1 1-16,1 1-3 0,-1 0 4 0,-1 0 1 0,0 1-4 0,0-1 5 16,-1 2-4-16,0-2 2 0,-1 1 3 0,0 0-4 0,0 1 4 0,0-1 1 15,0-1-5-15,0 1 7 0,-1-1-4 0,1 1-3 0,0 0 0 16,-1-1-2-16,0 1 4 0,0 0-4 0,0 0 1 0,0-1-1 0,-2 1-6 15,1 0 3-15,-1 1-3 0,0 0 0 0,0 0-4 0,0 0 4 0,-1 0-10 16,2 0-12-16,-1 0-21 0,0 0-44 0,1 0-49 0,-1 1-53 16,2-1-51-16,0 1-21 0,1-1-7 0,0-1 4 0,1 1 5 0,2-1 28 15,0 0 36-15,3-2-25 0</inkml:trace>
  <inkml:trace contextRef="#ctx0" brushRef="#br0" timeOffset="1632.16">12878 10849 45 0,'-5'0'51'0,"-1"0"0"15,-1 0-9-15,1 0 2 0,0-1-2 0,0 1 5 0,0-2 1 0,-1 1-3 16,-1 0-2-16,0-1-1 0,-1 2-5 0,0-1-1 0,0-1-2 16,0 1-6-16,2 1-1 0,-1-2-7 0,0 2-3 0,1 0 0 0,-1 1-4 15,1 0-5-15,-1 0 2 0,0 2-6 0,3 0-2 0,-2 2 0 0,0 0-2 16,1 0 2-16,-1 2-1 0,1 0 1 0,0 0 0 0,0 0 0 16,0 0-1-16,0 0-1 0,1 1 0 0,-1 1 1 0,0-1 1 0,0-2-2 15,-1 0 1-15,1-1 0 0,0 0-1 0,1 0 6 0,1-1-3 16,1-2 3-16,0 0 5 0,1-1 3 0,0-1 9 0,2 0 6 0,-2-1 2 15,0 0 3-15,0 0 1 0,0-2 2 0,1-2 0 0,-1 0-3 16,1-1-5-16,0-1-5 0,0-2-5 0,1 0-2 0,0-2-3 0,1 2 1 16,0-2-2-16,1-1-7 0,2 1 5 0,0-2-3 0,1 1 0 0,3-2 3 15,0-1-4-15,4-1 2 0,0 0 2 0,3 0 5 0,-1 0-1 16,2 0-2-16,1 1-1 0,1-3-6 0,3 0 1 0,2 0-3 0,0 0 5 16,2 0-1-16,1 1 1 0,0 1 2 0,1 1-3 0,-2 0 3 0,2 1-2 15,-1 1 2-15,1 2 1 0,1 0-5 0,-1 0 0 0,1 1-4 16,-2 1-2-16,1 1 5 0,-2 2 0 0,1 0 0 0,-1 1 0 0,2 1-1 15,0 1 0-15,-1 1-1 0,1 0 2 0,-1 1-2 0,1 2-2 16,0 0 7-16,2 1-7 0,0 2 1 0,0 1 3 0,-1 1-5 0,0 0 6 16,-1 1-2-16,0 2-3 0,0 1 0 0,-2 1-2 0,2 1 0 0,-3 1 4 15,2-1-3-15,-2 2 1 0,-1 2-2 0,0 0 2 0,-1-1 1 16,-2 4 1-16,0 0 3 0,-1 1 2 0,-1 2-2 0,-1 0 8 0,-2-2-7 16,-4 1 4-16,-2 0 7 0,-2 0 9 0,-1 2 24 0,-2 1 10 0,-2-2 11 15,-2 2 5-15,-2-2-4 0,-3 1-5 0,-1 1-8 0,-2-1-8 16,-1 2-10-16,-3 1-6 0,-3 2-10 0,-2-1-5 0,0 1-5 0,-2-1-5 15,-1-1-5-15,-1 1-10 0,-1-3 5 0,-2 0 1 0,0-1 3 0,0-1 3 16,-1-1-1-16,-2-1-8 0,-1-3 0 0,1 0 1 0,-1-1-7 16,1-2 1-16,-1 0-2 0,1-2 8 0,-2 0 5 0,0-2 4 0,-1-1 0 15,1-1-10-15,1-1 3 0,1-1 0 0,-2-2-1 0,0-2 4 0,1-1-5 16,0-1 3-16,0-1 2 0,1-3-2 0,0 0 1 0,-1-1 3 16,2-1-1-16,-1 1 1 0,1-2-5 0,1 0-3 0,-1-1 2 0,2-1-2 15,0 0 6-15,1-2 3 0,-1 2 4 0,0 0 2 0,0-1 1 16,-2 0-1-16,2 0-8 0,-2-1-4 0,2 1 0 0,1-1 0 0,0-2-1 15,-2 1 1-15,2-1-2 0,-2 0 4 0,2 0-3 0,0-2-2 0,0 1 4 16,1-1 1-16,2 1 3 0,1-1 0 0,4 0-6 0,0-1-1 16,1 1-6-16,2-1 7 0,1-1-4 0,4 0 1 0,0 1 2 0,0-3-5 15,1 1 5-15,1 2-2 0,0-1 2 0,0 0 2 0,1 1-7 16,1 2 4-16,1-2-2 0,1 2 4 0,1 0-2 0,0 1 0 0,0 1-4 16,1 0 1-16,0 1 3 0,1 1-3 0,0 1 6 0,1 1-3 0,1 0-4 15,-1 0 2-15,1 0-8 0,0 1 6 0,1 1 1 0,-1-1 1 16,2 1 4-16,0 2-6 0,1 0 4 0,-1 0-1 0,0 0-4 0,1 1 5 15,0 1-5-15,-1 0 5 0,2 0 0 0,-2 1-3 0,1 1 2 0,0 0 1 16,-3 0-3-16,2 0-5 0,-2 0 0 0,1 1-3 0,0 1 6 16,0-1 5-16,0 1 2 0,0 0-2 0,-1 0 0 0,0 0 2 0,1 0-2 15,-1 1 1-15,-1-1-1 0,0 0-3 0,-1-1 1 0,2 0-1 0,-1-1 2 16,0 1 2-16,-1-1 6 0,0 1-7 0,-1-1 3 0,1 0-3 16,-1 0 0-16,0 1 1 0,0-1-1 0,-1 0-1 0,1 0 2 0,0-1-1 15,-1 1 3-15,1 0-1 0,0-1-2 0,0 1-3 0,0-1 0 0,0 1 4 16,0 0-2-16,1-1-2 0,0-1-1 0,1 0-6 0,-1 0-3 15,2-1 1-15,0 0-14 0,0 0-13 0,3-1-20 0,0 0-17 0,4 0-19 16,2 1-20-16,2-2-26 0,2 0-33 0,-1 0-31 0,3-1-14 16,1 1 5-16,1-1 18 0,3-1 21 0,0 0 13 0,1 0 19 0,1 0 16 15,0 1 21-15,0 0-56 0</inkml:trace>
  <inkml:trace contextRef="#ctx0" brushRef="#br0" timeOffset="3233.56">18609 10904 1207 0,'-19'-5'98'0,"-1"0"-45"16,-3-1-43-16,3 3-30 0,3 1-27 0,4 3-26 0,0 2-15 0,3 0-2 15,2 1 11-15,1 1 17 0,1-1 12 0,0 2 3 0,0 1 4 0,0 0 3 16,0-1 5-16,0 0 10 0,1 0 9 0,1-1 9 0,0-1 5 16,1 0 4-16,0-1 4 0,2-1 6 0,1-1 7 0,0-1 11 0,0 1 14 15,1-1 11-15,-1 0 14 0,0 0 8 0,1-1 2 0,0 1-3 0,1-2-3 16,0-1-6-16,1 0-10 0,1-1-6 0,0 0-7 0,2-1-8 15,1 0 0-15,2-2-6 0,0-1-1 0,3-1-6 0,2 1 0 0,2-1 1 16,1-1-2-16,2-1-1 0,1-1-1 0,0 1-3 0,3 0 1 0,1-1-2 16,0-1-2-16,4 0-2 0,0-2-5 0,3 3 5 0,1-3 4 15,2 0 3-15,1 0-1 0,1-1-6 0,0-1-2 0,1 0-5 0,2 1-1 16,0 0 0-16,3-2-3 0,1 0 2 0,1 1 0 0,-1 1-3 16,1-1 0-16,-2 2 1 0,1 1 2 0,1 0-2 0,-1 1-2 0,-1 0-1 15,-1 2 1-15,0 2 1 0,-1 0-3 0,0 0 3 0,-1 0-4 0,0 1 3 16,1 0 0-16,-2 1 1 0,0 2 1 0,-1 0-2 0,-1 3-3 15,0 0 0-15,-1 1 0 0,0 1 2 0,0 0 0 0,-2 1-4 0,2 1 4 16,-3 1-1-16,1 1 2 0,0 2-3 0,-1 1 0 0,-1-1 2 16,0 2-2-16,-1 0 3 0,1 0 0 0,-1 0-1 0,-1 0 2 0,-2 0 2 15,-2 0-2-15,-2 0 2 0,-1 0 1 0,0 1 1 0,-2 0 5 0,1 0-1 16,0 1 2-16,-3 1 0 0,-1-1 1 0,0 2-3 0,-2-1 2 16,2 1-2-16,-2 1 5 0,0 1 0 0,-2 1-2 0,-1-2 0 0,0 3-7 15,1 0 4-15,-2 1 0 0,0-1-3 0,-2 1-5 0,0 0-7 0,-1 0 5 16,-1 0 4-16,0 1 6 0,-1 1-2 0,0-3-2 0,-1 1-6 15,-1 1 5-15,-2 0 4 0,-1-2-4 0,0 1 7 0,0-2-8 0,-2 0 3 16,-1 0 0-16,0 0 4 0,-2 0-2 0,0 1 2 0,-3-1 0 16,0 1 2-16,-2 1 1 0,-1-1 0 0,-1 0-3 0,-1 0-3 0,-1 1 4 15,-3-2 0-15,-1 1-3 0,1 1 2 0,-3-2-2 0,-1 0-1 0,0 1 2 16,0 0 4-16,-2 1-8 0,1-2 5 0,-1 0-3 0,-1 1-3 16,0 0 0-16,0 0 0 0,-1 0-8 0,0 0-7 0,-3-1-2 0,2-1 1 15,-2 0-3-15,2 1 6 0,0-2-2 0,0 0-5 0,0-1 12 16,-1 0-3-16,0-2 3 0,-1-1 5 0,0 0 1 0,0-3 2 0,-1 1 1 15,-1-1-4-15,0 0 3 0,-1-1 1 0,-2-1 2 0,0-1 3 0,-2-1-5 16,1-1 7-16,0 0 2 0,0-1 6 16,0-1 3-16,-1-1-6 0,2-1 6 0,1 0-6 0,3-2-4 0,-1 0 3 0,2-1-11 0,1-2 2 15,0 2 2-15,1-2-2 0,1-1 6 0,1-1-5 0,0-1 2 0,0-2 2 16,2 1-2-16,-2-3 1 0,2-1-1 0,-1 0 8 0,0-1 0 16,1-1 1-16,-1-2 0 0,0 0-8 0,2-2-6 0,-1 1 2 0,1 0-3 15,1 0-1-15,-1 1-2 0,1 1-5 0,2 0 2 0,-1 1 0 0,2 1-1 16,1 2 4-16,2 1-3 0,1 0 1 0,0 0-3 0,2 1-2 15,0 0 4-15,1 1-4 0,3 1 6 0,-2 2-5 0,1 1 0 0,1 1 1 16,1 0-1-16,0 1 5 0,0 1-4 0,1 0-3 0,2 0 7 0,-1 2-5 16,1 1 7-16,1 0-2 0,0 1-2 0,0 0-2 0,0 0-7 15,2 2 2-15,-1-1-5 0,-1 0 4 0,2 0 2 0,-1 0 2 0,0 1 4 16,1 0-3-16,-1 1 4 0,1-1-1 0,0 0 2 0,0 0-4 0,0 0 2 16,0 0 0-16,0 0-3 0,1 0 3 0,0 1 0 0,1-1 1 15,-1 0-4-15,1 1 0 0,-1-1 1 0,0 1-1 0,0-1 2 0,0 0-2 16,1 0 0-16,-1 0 2 0,2 1-3 0,-2-1-2 0,1 0 0 15,-1 0-6-15,0 0 1 0,0 1 2 0,1-1-3 0,-2 1 5 0,1-1 1 16,0 1 0-16,0 0 4 0,0-1-1 0,0 1 6 0,-1-1-1 16,0 0 2-16,1 0-7 0,-1 1 3 0,0 0 1 0,1 0-1 0,-2 0 1 15,2 0-2-15,-1 0 7 0,0-1-3 0,0 1 3 0,-1 1-5 0,0-2 1 16,1 2-1-16,-1-1 2 0,0 1-1 0,1 0-5 0,-1-1 5 16,1 1-2-16,-1 0 3 0,0-1 2 0,0 1-1 0,0 0-1 0,0 0-1 15,-1 0 1-15,1-1 0 0,0 0-2 0,0 0 1 0,-1 0 4 0,1 0-5 16,0-1 1-16,0 0 4 0,-1 0-9 0,1 0 10 0,0 0 2 15,0 1-5-15,-1-2 2 0,0 1-4 0,1-1 3 0,-1 1 0 0,0 0 2 16,1 1-4-16,-2-1-6 0,2-1 9 0,-1 1-3 0,0-1 0 0,0 0 3 16,0 0-3-16,1 1 0 0,-1-1 2 0,0 1-2 0,1 0-2 15,0 0 2-15,-1 0-4 0,1 0 5 0,-1-1-5 0,0 1 1 0,1 0 3 16,-1 0-4-16,0 0-2 0,1 0 1 0,-1 0 2 0,0 0-1 0,0 0-1 16,0 0 1-16,0 0 0 0,1 1-2 0,-1-1 5 0,0-1 2 15,1 2-1-15,-1-1 3 0,0-1 0 0,0 1-2 0,0 0-3 0,0-1 0 16,0 0 5-16,0 0-2 0,0 1 2 0,0-1 1 0,1 0-4 15,-1 1 2-15,0-2-1 0,0 1 5 0,0 0-3 0,0 0 1 0,0 0-1 16,0 0-2-16,0-1 3 0,0 1 3 0,0 0-1 0,0 0-6 0,-1 1 3 16,1-2-4-16,-1 2 1 0,0-1 4 0,1 0-3 0,0 0-2 15,-2 0 1-15,2 1-3 0,-1 0 3 0,0-1-3 0,1 2 2 0,-1-2-5 16,0 0 0-16,1 1 5 0,-1 0 0 0,0-1 2 0,1 1-1 16,0 0 1-16,-1 0 1 0,1 0-4 0,-1-1 7 0,0 1-7 0,1 0 1 15,-1 0 1-15,0 0 0 0,2-1-3 0,-2 1 4 0,1 0-2 0,-1 0 0 16,0 0-4-16,1-1-3 0,-1 1-10 0,1-1-20 0,0 1-20 15,0-1-22-15,0 1-22 0,0 0-15 0,1 0-8 0,-1 0-11 0,0 0-1 16,0 0-4-16,0 0-3 0,0 0-5 0,-1 1-12 0,2-1-2 16,-1 1 12-16,-1-1 32 0,1-1-56 0</inkml:trace>
  <inkml:trace contextRef="#ctx0" brushRef="#br0" timeOffset="5415.65">21304 8568 1493 0,'-20'-41'543'0,"-4"-2"-466"0,-7-15-81 0,-5 5-57 15,-4 2-29-15,-9-4-3 0,-7 0-9 0,-6 0-6 0,-7 1 3 16,-5-1-1-16,-4 0 15 0,-7-1 17 0,-2 2 23 0,-2 0 18 0,-1 2 18 15,2 1 12-15,-2 2 18 0,3 0 15 0,0 1 4 0,2 0 4 16,-1-2-10-16,-3 2-9 0,-2-1-5 0,-3 0-6 0,-1 0 5 0,-3-1 0 16,2 1 3-16,-2 2 4 0,-1-1-1 0,1 1 2 0,0-1 17 0,0 3 11 15,2 1 5-15,-1 2 8 0,0 1-13 0,-2 2-9 0,-2 0-8 16,-3 3-7-16,-3 0-9 0,-3 0-1 0,1 2-6 0,1 3 2 0,-1 4 8 16,0 1-4-16,-3 1 3 0,-2 1-3 0,-2 0-6 0,0 4-4 15,-1 1 0-15,-2 3-1 0,-5 3-2 0,-5 3 5 0,-6 1-9 0,-4 3 1 16,1 3-3-16,0 3 0 0,-1 3 2 0,2 2-6 0,-3 3 4 0,-1 2-2 15,3 2 8-15,-2 3 0 0,1 2-4 0,1 2-1 0,-2 2-5 16,-3 2 4-16,-1 2-1 0,-1 2-3 0,-2 1 3 0,1 5-5 0,-1 2 6 16,-2 3 1-16,2 2-1 0,0 1 4 0,2 3-1 0,2 0 0 0,2 3 2 15,0 3-8-15,-3 3 5 0,-2 5-5 0,3 1-1 0,4 1 4 16,4 3-2-16,2 2 2 0,-2 3 4 0,-3 3-2 0,-1 1-9 0,0 4 8 16,3 3-1-16,0 1 6 0,2 6 4 0,-1 0-3 0,3 2 0 0,3 1 1 15,2 2 1-15,3 2 2 0,4 3-2 0,1 2-5 0,1 3-3 16,5-1-3-16,5 2 0 0,4 0 2 0,4 2-1 0,3 2-3 0,2 2-4 15,2 2 0-15,4 1 1 0,3 1 5 0,4 2-2 0,3-1-4 0,4 1-6 16,1 0-8-16,5-1 10 0,4 1-8 0,2 4 10 0,4 2 7 16,1 1-12-16,5 0 14 0,5-4-1 0,3 0 1 0,3-3 9 0,4 2-7 15,2-1 3-15,5-1-4 0,3-2 0 0,7-2 1 0,1-2-1 16,3 0 3-16,5 2 6 0,1 0 7 0,6 1 1 0,3-1 0 0,3-3-5 16,5 0-2-16,2-4-3 0,5-3 6 0,4 0-4 0,4-3 2 0,3 2-2 15,4-2-1-15,4-2 0 0,4 1 4 0,3-4-2 0,5 1 8 16,3-2 2-16,2-1 0 0,5-3-2 0,4-1-3 0,1-3 2 0,4-2 2 15,3-2 7-15,4-1-3 0,3-2 5 0,1-3-1 0,4 0 2 0,2-3 4 16,3-1-1-16,5-2-2 0,5-1-2 0,1-4-4 0,4-1-6 16,4-2-1-16,3-3-7 0,5-1-2 0,5-3-2 0,3-2 0 0,4-2-2 15,3-2-14-15,3-3 6 0,5-2-4 0,2 0 9 0,1-2 15 16,2-1-17-16,2-2 3 0,5-2-6 0,1-1 4 0,6-2 7 0,3 0-4 16,5-3 5-16,2-1 2 0,2-5-6 0,1-1-2 0,-1-1-4 0,0-4-5 15,2 1 7-15,2-2-2 0,2-2 6 0,4-1 3 0,3-4 3 16,3-1 8-16,3-1-8 0,2-3-2 0,1-3 7 0,-3-1-11 0,1-3 7 15,-1-1-7-15,-1 0-4 0,1-3 3 0,2 0-4 0,2-2 4 16,1-3-6-16,2-1 5 0,1 0-2 0,0 0-2 0,0-1-2 0,0-2-5 16,-2 0 3-16,4-1 1 0,2-4 2 0,6 0-2 0,4-2-9 0,1-2-24 15,-1 3-20-15,-3-1-16 0,-3-1-11 0,0-2 21 0,3-2 10 16,5-2 4-16,0-2 10 0,-4 1-16 0,-7-1 3 0,-2-3 12 0,3-1 9 16,0-3 17-16,1 1 0 0,-6 0 7 0,-6 0 8 0,-3-1-1 0,0-2 8 15,-3-3-1-15,-1 1-6 0,-6 0 4 0,-6 1 2 0,-1-3 1 16,-6 2-1-16,-2-1 4 0,0-1 5 0,-1 0 2 0,-1-1 8 0,-5 0 11 15,-2-1 3-15,-5-2 5 0,-2 1-3 0,2-2-4 0,-2-1-11 0,0-1 0 16,-4-1-1-16,-4 0-5 0,-4-2 1 0,-4-1-2 0,1-2-4 16,-2-1 2-16,-3-1-7 0,-3 0 3 0,-5-1-2 0,-3 0-2 0,-2-2 0 15,-1-3-12-15,0-3-3 0,-2-1 8 0,-6 2 19 0,-7 4 22 0,-8 0 11 16,-7 2 1-16,-3-2-11 0,-4-3-6 0,1-1-1 0,-3 0 7 16,-4-2 7-16,-6 3 4 0,-3 1-1 0,-5 0-4 0,-3-1-13 0,-5-1-11 15,-4-2-8-15,-2 2-11 0,-4-2-1 0,-2-3-5 0,-2-1-8 16,-3-4-3-16,-3-2 1 0,-3-1 3 0,-2-1 4 0,-5 2-4 0,-2 0-2 15,-4-2-5-15,-5 0 1 0,-3-2 4 0,-4 1 3 0,-5 0 2 0,-3 1-9 16,-6 3 7-16,-4 1 0 0,-2 1 4 0,-4 3 6 0,0 1-4 16,-5 1-4-16,-1 0 4 0,-7-2-6 0,-5 2 4 0,-5 0 3 0,-5-1-8 15,-5 3 7-15,-3 1-7 0,-4 1-9 0,-5 1 1 0,-2 3-1 16,-6-1 1-16,-5 1-1 0,-1 4-3 0,-4 0 4 0,-2 4-7 0,-3 1 12 16,-4 2 2-16,-4 1-5 0,-3 0 7 0,-6 1-3 0,-2 1-5 0,-2 1-3 15,-5 1 0-15,-1 2-4 0,-2 2 8 0,-1 0 3 0,-2 1 3 16,-4 2 2-16,-1 1 0 0,-2 1-4 0,-1 2 4 0,1 2 4 0,-2-2 5 15,-3 1 0-15,0 0 8 0,-1 1-5 0,1 4 1 0,4 1 1 16,2 1-2-16,2 1 11 0,1 0 3 0,-1 0-1 0,0 2 3 0,0 2-5 16,2 0-2-16,2 4 4 0,1 0-6 0,0 1 5 0,2 2-5 0,0 1-2 15,3 1-1-15,0 3-3 0,0 3 4 0,1 2 1 0,-2 3-1 16,3 2-5-16,0 2-9 0,3 3-13 0,0 3-11 0,-1 2-23 0,1 1-39 16,-5 3-90-16,-1 1-66 0,-3 2-50 0,-1 1-36 0,-2 0-121 0</inkml:trace>
  <inkml:trace contextRef="#ctx0" brushRef="#br0" timeOffset="7650.13">28239 15782 2998 0,'0'-2'343'0,"0"-1"-208"0,1-2-72 0,0-2-32 0,2 0-16 16,1-1-9-16,2 1-13 0,0 0 7 0,0 0-4 0,2 1 2 0,0 1-4 15,3-2-10-15,0 2-9 0,1 0-8 0,2 1-4 0,4 1 2 0,1 0 10 16,2 1 6-16,3 0 5 0,2 0 3 0,0 0 2 0,3 0 5 0,1-1 3 16,6-1-1-16,1 0 7 0,4 1 1 0,3-1 3 0,2 2-6 15,4-2-1-15,2 0 2 0,3 1-1 0,3 0 10 0,1-1-4 0,2 0-1 16,0 0 8-16,1 0-3 0,-1 0 7 0,1 0 0 0,-1 0-3 15,0 1-2-15,-1 0-10 0,-2 2 4 0,1 0-1 0,-4 1 3 0,-2 0 2 16,-2 1-6-16,-2 0 5 0,-1 1 3 0,-3 0-4 0,-3 0-6 0,-3 0-5 16,-2 2-3-16,-1 0 3 0,-2 1 0 0,-2 0-4 0,-3 0-7 15,-2 0-21-15,-1 1-24 0,-4 0-41 0,-2-2-60 0,-3 0-44 0,-4 2-86 16,-1-1-116-16,-2 2-125 0,-4-1-107 0,-2 0 89 0,-5 1 15 0</inkml:trace>
  <inkml:trace contextRef="#ctx0" brushRef="#br0" timeOffset="7999.97">28753 16789 2517 0,'8'-1'864'0,"3"-2"-701"0,6-2-101 16,4-2-51-16,2-3-7 0,6 1 5 0,2-2-7 0,3 0 21 0,0-1-2 16,1 1-16-16,-1 1 7 0,-1 0-16 0,1 2 4 0,-2 0 2 15,1 3-8-15,-1 0 6 0,1 0 0 0,-1 0-4 0,-1 0 1 0,-2 1-3 16,1-1 0-16,-2 3 8 0,3-2-6 0,-1-2 8 0,3 1-6 0,0 0 10 16,2 0-1-16,-1 1-12 0,1-1 9 0,0 0-10 0,0 1 6 15,1-2 9-15,-1 1-12 0,0 0 8 0,0 1 3 0,-2 0-14 0,1 0 14 16,-1-2-10-16,-1 1 2 0,0 0 0 0,0-1-4 0,-3 2 15 0,2-1-7 15,-3 1-2-15,0-1-4 0,-2 1-13 0,-1 0 0 0,-2 1 0 16,-2-1-25-16,-2 1-14 0,-1-1-19 0,-2 1-16 0,-4-1-22 0,-1 0-27 16,-1 0-37-16,-3 0-59 0,-1 0-53 0,-2-2-72 0,-3 0-109 15,-3-1-26-15,-3-3 24 0,0-2-67 0</inkml:trace>
  <inkml:trace contextRef="#ctx0" brushRef="#br0" timeOffset="8399.68">30340 15354 2416 0,'3'-3'722'0,"0"-1"-530"0,2 0-125 0,2 0-54 0,0 2-15 0,3-1 6 16,0 2-1-16,3 0-1 0,1 2 2 0,0 0-2 0,3 2-2 15,1 1-4-15,1 2-9 0,3 2-9 0,1 3-5 0,1 4 2 0,1 1 0 16,1 2 8-16,2 0 3 0,-1 2 2 0,3 2 1 0,0-3 4 0,1 1 3 16,1 0-3-16,1-1-4 0,1 3 1 0,3 1 3 0,-1 0-2 0,1 1 4 15,1 0-4-15,-3 1 0 0,3 0 7 0,-3-2 2 0,-1 0-5 16,0-2 5-16,-4-1 12 0,1 0 4 0,-5-1 11 0,2-1-10 0,-3-1-2 16,-3 0-10-16,1-2 4 0,-6 1 0 0,-2-1-16 0,0-1 21 15,-4-2-9-15,-2 0 6 0,-3 0 9 0,-4-1-16 0,0 1 6 0,-5-1-4 16,-2 0-6-16,-4 1 3 0,-4 0-6 0,-3 1-4 0,-2 1 7 0,-4-1 9 15,-3 1-2-15,-2-1 9 0,0-2-14 0,1-1-4 0,-1 0 4 16,4-1 0-16,-2 1 7 0,-1-1-6 0,2-1-1 0,-1 0 2 0,1-1-6 16,1 0-2-16,2 0-5 0,1 0-12 0,0 0-10 0,-2 0-25 0,0 0-27 15,-2 1-41-15,-1 1-53 0,-3 0-85 0,-2 1-130 0,-3 1-136 16,-2 0-82-16,-4 2-17 0,-4-2 213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1:58:37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14916 12975 23 0,'17'12'24'0,"3"1"-1"0,4 2 0 0,-2-2-1 16,-2-4 0-16,-1 0-2 0,2 0-4 0,-1 0 0 0,0-1-2 0,1 1 0 16,0-1-2-16,0 0-3 0,0-1 0 0,1 1-2 0,-3 0 0 15,1 0 0-15,0 1-2 0,-1-1 3 0,3 0-1 0,0 0-1 0,-2 1 3 16,1-1-2-16,-2 1 2 0,0 0 2 0,0 0 3 0,1 2 3 0,-1-2 5 16,2 2 2-16,0-1-1 0,0 1 1 0,1-1-5 0,0 0-2 15,0-1 1-15,1 1 3 0,-1 1 1 0,0 1 3 0,1 1 3 0,-1-2-3 16,1 2 6-16,0 0-1 0,1 0-3 0,1 0-3 0,-1-2-3 0,-1 2-5 15,1 0-1-15,-1 0-5 0,3 0-2 0,0-1-2 0,0 1 1 16,1 0 0-16,-1 1-2 0,0-1 0 0,0-1-1 0,1 1 3 0,1 0 1 16,2 0 4-16,0-1 1 0,2 2 2 0,0-2 3 0,2 0 4 0,0-1 2 15,2-2 0-15,1 0 2 0,1 0-3 0,0 0 0 0,0 0 0 16,2-1-4-16,0-1-4 0,0 0 1 0,1-1-4 0,-1 2 6 0,0 0 4 16,1 0-2-16,1 0 7 0,-1 0-1 0,3 0 4 0,-1 1 6 15,1-2-2-15,0 2 6 0,2-1-2 0,0 0-1 0,0-1-1 0,2 0-1 16,1 1 1-16,-1-2-5 0,1 0 3 0,0 1-2 0,1 0-1 15,1 1-1-15,-1-1-3 0,1 0 0 0,-1 0-1 0,0 0-2 0,1-1 0 16,0 0-6-16,0 0-3 0,1-1 3 0,-1 1 5 0,1-1 12 0,0 0-2 16,1 0-2-16,0-1-1 0,1-1 0 0,-1-1 0 0,0 0-4 15,3-1-1-15,-2 0-9 0,1 0 7 0,-1-1-3 0,-1-1 0 0,2 0-3 16,-1 0-7-16,1 0 4 0,0-1-4 0,-1 0-2 0,1-1 2 0,-1 0-13 16,2-1 3-16,2-1 11 0,0 0-4 0,1-1 10 0,0 0 0 15,0-1-10-15,2 1-1 0,-1-1 2 0,0 0-6 0,-2 0 1 0,0-1 1 16,-1 1-1-16,0 0-1 0,-1 1-2 0,-1-1 1 0,-1 1-4 0,2-1 6 15,1 0 0-15,0 0 1 0,0 0 2 0,0 0-3 0,-1 0 3 16,1-1-1-16,-1 1 1 0,-1-2 0 0,3 1-5 0,0-1 4 0,2 0 4 16,2 0-2-16,-2-1 0 0,-1 2-5 0,-2-1-4 0,0 0 2 0,1-1 2 15,-2 1-7-15,0-1 5 0,-1 1-1 0,-1 0-2 0,2 0 10 16,-2 0-2-16,-1 0 3 0,0 0-3 0,-1 0-5 0,-2 0 3 0,1 2-5 16,-1 0-1-16,-1 1 0 0,1 0 0 0,-2 0-2 0,0 1 4 0,3-1 2 15,-3 0-2-15,0 1 2 0,-2-1 5 0,1 1-9 0,-1-1 2 16,-1 0-6-16,1 0-2 0,0-1 9 0,2 0 2 0,0 1-2 0,1-1-2 15,-2 0 2-15,0 1-1 0,1-2 2 0,-1 0 5 0,-1 0-4 16,-1-1 1-16,2 0-3 0,-3 1 2 0,-1-1-1 0,2 2 2 0,-1-1-1 16,-1-1-4-16,-1 0 2 0,1-1 2 0,-2 1-1 0,-1-2 2 15,1 2-1-15,-3-2 3 0,0 0-2 0,0 1-8 0,-1-1 4 0,-1 0 4 16,-4-1-2-16,0-1 13 0,-3-1-3 0,-1-1-4 0,0 0 7 0,1-1-2 16,-2-1 1-16,0 0 1 0,-2 0-4 0,0-2 4 0,-1-2 1 15,-2 1-1-15,3-2 4 0,-2-2-2 0,2 1-1 0,0-4-7 0,-2 0-2 16,1-1 2-16,-2-1-3 0,-1 1-2 0,0 0-1 0,-2-1 1 0,0 0 1 15,0-2 9-15,-1 0 1 0,-4 0-5 0,1 0 5 0,-2 0 3 16,0 1-2-16,-2-2 3 0,-1 0-5 0,-1-1-3 0,-1 1 0 0,-2-2-1 16,0 0 1-16,0-3-3 0,-2-1-2 0,0 0 0 0,-1-2-4 0,0 0 3 15,-1 0-6-15,-1-3-1 0,0 0-7 0,0 0-2 0,-2-3 2 16,-1 1-7-16,1-1 2 0,-4 0 2 0,0 0 0 0,-2-4 4 0,0 1 1 16,-2-2-5-16,-3 1 0 0,-1 0-9 0,-3-2-2 0,-2 3 3 15,-2 0 3-15,-1 1 10 0,-2 1 5 0,-1-1 3 0,-1 3 6 0,-2 1 4 16,0 0 3-16,-2 0-7 0,-1 2-4 0,-1 0-1 0,-1 0-1 0,-2 2 4 15,0-1-8-15,-4-2-4 0,-2 1 2 0,-1 1-2 0,-2-1 3 16,1 3 0-16,1 1-1 0,1 3 1 0,-2 2-5 0,1 2 7 0,-1 2-2 16,-2-2-3-16,-1 3-6 0,-3-2-10 0,-2 3-11 0,-4 0 3 0,-2 4 4 15,2 1 9-15,0 2 10 0,4 2-1 0,1 2 10 0,-1-1 4 16,-1 1-6-16,-1 1 0 0,-1-1-1 0,-1 2-3 0,1-1-5 0,-3 1 5 16,0 1-5-16,-1 1 10 0,-3 0 1 0,0 0-3 0,-1 1-8 0,-5 0-6 15,-2-1 2-15,0 0 3 0,1 1 7 0,0 0 3 0,0 2 1 16,0 0-1-16,0-1 1 0,-2 1 1 0,-1 0-6 0,1-1 0 0,-1 1 0 15,2 1-3-15,-2-1 6 0,1 1 0 0,0 0 0 0,-1 0 3 0,2 2 7 16,-1-1-4-16,-1 0 0 0,1 2-6 0,-1-1-3 0,0 1 8 16,-2 1-2-16,1 0 7 0,-1 0-2 0,0 1-1 0,-1 1-1 0,1 0-1 15,-1 0-2-15,1 1-5 0,-3 1 8 0,0 2-3 0,-4 0 0 16,-2 0 5-16,1 2-5 0,1-1 0 0,1 0-3 0,0 1 3 0,-1 0 0 16,-3 1-3-16,0-1 0 0,-2 0 0 0,0-1 4 0,0 1-1 0,3 0 5 15,1-1-2-15,1 0-2 0,4-1 1 0,-3 1-4 0,2-1 1 0,1 1-4 16,0-1 1-16,0 1 2 0,0-1-2 0,-2 1-2 0,2 0 4 15,0 1-1-15,1-1 3 0,3 1 2 0,1-1-5 0,2-1 4 16,1 1 1-16,1-1-4 0,-1 1 7 0,0 0-1 0,1 2-2 0,0-1 2 16,1 2-2-16,1 1 1 0,-1-1 3 0,1 2-2 0,2 1-1 0,0 1 0 15,-2 2-1-15,0 1-2 0,-2 3-2 0,1 0 2 0,1 0-7 16,2 1-2-16,0 1 4 0,1-1-1 0,0 4 11 0,2 1 2 0,-2 0-4 16,1 2-3-16,1 0 0 0,1 0 0 0,2 0-3 0,1 0 2 15,2 1-2-15,1 0-3 0,3-1 7 0,2 0-2 0,1-2-1 0,5 1 4 16,1-1-8-16,0-2 4 0,2 0 4 0,1 0-5 0,3-1 6 0,3 1-5 15,0 0-2-15,3-2 4 0,0 1-6 0,1-1 9 0,3 0-2 16,1 0-2-16,2-1-4 0,-1 0-5 0,2-2 1 0,2 2 7 0,0 1 10 16,1 0-5-16,1 0 4 0,2 1-10 0,0 0 0 0,1-1 5 0,1 2-7 15,-1 0 5-15,3 0-1 0,-1 1 1 0,1 0 3 0,1 0 0 16,0 2-5-16,1-1-1 0,1-1 2 0,1 0-2 0,1-2 0 0,-1 0 0 16,1 0 1-16,1 2-1 0,1-2 2 0,0 1-1 0,1 0-5 0,0-1 4 15,2 1-3-15,-1-1 0 0,2 0 0 0,0 0-2 0,1-1-11 16,1 0 6-16,1-2 4 0,1 1 3 0,1 1 14 0,0 0-6 0,0-1-2 15,0 1 0-15,1-1 2 0,0-1-1 0,1 1-4 0,0 0-2 16,0-1 2-16,2 1 3 0,-1 0 3 0,0 1-5 0,1 0 2 0,1 1 0 16,0 1 2-16,0 0-2 0,-1 1 3 0,3-1-2 0,0 0 0 0,1-1-1 15,0 0 0-15,0 0 3 0,1-1-3 0,-1-1 3 0,1-1-4 16,-3-2 4-16,1-1 3 0,0-1 1 0,-1-3 0 0,0 0-2 0,-2-2 4 16,1-3-5-16,-1 1 8 0,-1-1-4 0,-1-1 2 0,0 0 2 15,-2-1-4-15,2-1-1 0,-3 0-1 0,1 0-1 0,1 0 1 0,-2-1 0 16,0 0-3-16,0 0 0 0,-1 0 0 0,0 0-2 0,0 0 4 0,-1 0-4 15,1-1-2-15,-2 0 2 0,1 0 1 0,-1-1-2 0,0 1 3 16,0-1 0-16,1 0-6 0,-1-1 9 0,0 1-4 0,0-1 1 0,-1 0 4 16,1 2-8-16,-1-3 4 0,0 2-3 0,-1 0-5 0,1-1 7 0,-1 2-5 15,0-1 1-15,0 0 1 0,0 1 1 0,0-1-2 0,0 2-3 16,-1-1 2-16,1 1 2 0,-1-1-4 0,1 0 1 0,0 1-2 0,0-1-3 16,-1 1 1-16,1 1 1 0,-1-1 2 0,1 0-4 0,0 0-4 0,0 0-5 15,-1 0-5-15,1 1-8 0,0 0-4 0,0 1-11 0,0-1-10 16,1 1-7-16,-1 0-12 0,1 1-7 0,0 2-23 0,0 0-17 0,0 0-23 15,1 1-26-15,-1 2-14 0,1 0-12 0,0 2 3 0,1 1 9 0,0 1 19 16,0-1 30-16,2 0 21 0,0 3-25 0</inkml:trace>
  <inkml:trace contextRef="#ctx0" brushRef="#br0" timeOffset="2133.15">18504 8897 249 0,'-17'-14'19'15,"0"-1"-11"-15,-4-2 5 0,7 6 1 0,3 4-3 0,3 0-3 0,0 3-4 16,2-2-2-16,0 2-1 0,1 1-4 0,1 0 0 0,1 2-4 0,0 1-4 15,0 1-1-15,-1 0-1 0,1 2-1 0,-1 0 2 0,-1 0 1 16,0 2 0-16,-1-2 3 0,-2 1 3 0,0-1 2 0,0 0 4 0,0-2-1 16,-1 1 3-16,0 0 2 0,0-2-2 0,1 0 3 0,-1 0-1 0,1 1 1 15,0 0 1-15,-2-1 1 0,1 0 1 0,0 1 3 0,0-1-1 16,-1 0 1-16,2 0-1 0,0-1 0 0,-1 2 1 0,1-1 3 0,1 0 2 16,-2-1 2-16,1 0 1 0,0-2 6 0,0 0 3 0,0 0 2 0,-1-1 3 15,0 0 0-15,-1 1-1 0,-1-2 0 0,1 1 1 0,1-1-1 16,-2 0-1-16,1 1 0 0,-1-2-1 0,1 1-2 0,0-1 2 0,3 0-2 15,-1-1-1-15,1 2 0 0,1-2-3 0,0 1 1 0,1-1 0 0,1 1-1 16,0-2-4-16,1 1 0 0,1-1-4 0,-1-1 1 0,2 3-2 16,0-3 5-16,0 1-2 0,1-1-1 0,0 2 5 0,1-1-8 0,1 1 4 15,0 0-2-15,0 0-3 0,2 0-1 0,-1 0-3 0,2 1-3 16,0 0 2-16,1-1-3 0,0 1 2 0,2-1-2 0,1 0-5 0,1 2 1 16,1-1-2-16,2-1 1 0,-1 1 3 0,1 0-1 0,0 0 2 0,-1 0-1 15,2 0-2-15,0 0 1 0,0-1-1 0,0 1 0 0,1 0 2 16,0 0-2-16,2 0 2 0,-2 1-1 0,2 0-1 0,1 0 3 0,1 1 0 15,1-1 4-15,3 1 2 0,0 0 0 0,3-1 5 0,-1 1 0 16,3-1 5-16,1 0-2 0,2-1 3 0,1 1 6 0,3 0-2 0,-1 0-3 16,0 0 4-16,1 0-6 0,0 0-1 0,1 1 3 0,1 0 1 0,0 0-4 15,0 1 5-15,-1 1-1 0,1 0-2 0,0 0 2 0,2 0-5 16,0 1 1-16,0 1-2 0,1 1-3 0,0 1 0 0,0 0-4 0,-1 1-1 16,-2 0-5-16,1 1 0 0,0 2 1 0,0 0-1 0,1 1 2 0,-1 2 0 15,1 0-3-15,-1 1-1 0,0-1 1 0,2 1 0 0,-2 1 0 16,1 1-2-16,1 1 1 0,-2 1-3 0,-1-1-2 0,0 0 4 0,-4 0-1 15,1 0-1-15,-2 0 3 0,2 1-3 0,-2 0 3 0,0 0 2 0,-4-1 1 16,0 0 4-16,-3 2-2 0,0 1 3 0,-1 1 6 0,-2-1 0 16,1 1 3-16,-2 0 0 0,0 0-2 0,-1 1 2 0,-2 1 0 0,-2 0-7 15,0-1-1-15,-1 1-5 0,-2-1 2 0,0 0 4 0,-2 0 1 0,0 0 2 16,0-1-1-16,-3 1-3 0,-2 0-3 0,-1-1 0 0,-2-2 1 16,-1 1-1-16,-1 0 2 0,-3 1-1 0,-1 1-5 0,-2 1 4 0,-1 0-3 15,-3 0 0-15,-2 0-3 0,-1-1 2 0,-2-2-4 0,0 0 2 16,-3-1 2-16,-2-1-2 0,-1-1 1 0,-2 0-1 0,-4-1 0 0,-1 1 0 15,-4 0 2-15,-1-2 0 0,-2 2-1 0,-1-1 1 0,-3-1-4 0,1 0 7 16,-2-1-3-16,-2-1-1 0,2 0 1 0,-1 0-7 0,-5 0 6 16,0-1-3-16,0-1-1 0,-1 0 6 0,0-2 0 0,1 1-1 0,-3-1 1 15,1-1-1-15,0 0-5 0,-2 0 2 0,2-2 1 0,0 1-2 16,0-1 1-16,-2 0 1 0,-1-1-11 0,1 0-1 0,-1 0 9 0,1 0-6 16,-1 0 10-16,-3 0 1 0,1 0-5 0,-2 0 6 0,-1 0-6 15,0 0 0-15,1 0 2 0,-2 0-4 0,1 0 5 0,1-1-3 0,-1 0 0 16,4 0-1-16,2-1-1 0,0-1 5 0,2 1-1 0,-1-1 2 0,3 0 4 15,2 0-5-15,2-1 5 0,1 1-3 0,0-2-4 0,0 1 6 16,1-1-4-16,2-1-2 0,0 0-1 0,5-1 7 0,-2 1-6 0,2-1-2 16,0 1 5-16,1-1-4 0,1 0 0 0,2-1 0 0,-1 1-3 0,2-1 3 15,-1-1 3-15,3 0 0 0,1 1-3 0,1-1 0 0,2-1 0 16,2 0 0-16,1-1 0 0,1-2-1 0,1 2 2 0,2-3 3 0,1 0-4 16,2-1 0-16,2-2 1 0,0 1-1 0,2-1 0 0,2-2 0 0,1 0-1 15,1-1-3-15,2-2 4 0,2 2-3 0,1-1 0 0,2 2 2 16,1 0-3-16,0 2 3 0,2 0 1 0,0 1-2 0,0 1 2 0,-1 1 2 15,1 0-4-15,1 0 1 0,-1 1-1 0,1 2 2 0,-1 0 3 0,-1 2-3 16,1-1 2-16,-1 2-7 0,-1 0-1 0,1 0 0 0,-1 2-5 16,-1 0 9-16,1 0 1 0,0 2-1 0,0-1 4 0,1 1-5 0,-1 0 1 15,1 0 0-15,0 2-1 0,0-1 0 0,-1 1 2 0,0 1-1 16,1-1 2-16,-1 2-1 0,1-1-1 0,0 1-1 0,0 0 1 0,-2 0 2 16,1 1-3-16,0 0 2 0,0-1 1 0,0 1-3 0,-1 1 3 0,0-1 0 15,1 1 1-15,0-1-1 0,-2 0-1 0,1 0 1 0,-1 1 0 16,0-1 0-16,1 0 1 0,-2 0-1 0,1-1 2 0,1 0-1 0,-2 1 1 15,1-1-1-15,0 0-2 0,-1-1 4 0,1 0-2 0,-1 0 3 0,0 0 2 16,-1 1-5-16,2-1 1 0,-1 0-2 0,0 1 0 0,1-1-2 16,-1 0 4-16,1-1 1 0,0 1-3 0,0 0 0 0,-1 0-2 0,0-1 2 15,0 1 2-15,1 0-2 0,0 0-2 0,0 0 2 0,0 0-1 0,0 1-1 16,0-1 4-16,-1 0-4 0,1 0 2 0,0 0 3 0,0 0-6 16,0 1 3-16,-1-1 2 0,0 1-5 0,1-1 3 0,-2 1 0 0,1 0 1 15,-1-1 1-15,1 0-2 0,-1 1 1 0,0-2-1 0,1 1 0 16,-1 0-1-16,-1 0 4 0,1-1-5 0,0 1 6 0,-1-1-3 0,1 0-1 15,0 0 3-15,-1 0-1 0,0 1-5 0,0-1-2 0,1 0-1 0,0 0 3 16,1-1 3-16,-1 1-2 0,-1-1 2 0,1 1 0 0,-1-1 0 16,1 0 3-16,0 1-4 0,0 0 1 0,-1 0 0 0,1 0-2 0,1 0 2 15,-2 0 0-15,2 1 2 0,-1-1-4 0,0 0 2 0,0 1-1 0,0-1-3 16,1 1 6-16,-1 0-2 0,0-1 2 0,0 1-2 0,-1 0-4 16,1 0 4-16,-1 0-1 0,1 0 2 0,-1 0 1 0,1 0 0 0,-1 0-4 15,1 0 0-15,-1 0 2 0,0 0 2 0,0 0 0 0,0 0-2 16,1 0 1-16,-1 0-1 0,0 0 0 0,0 0 2 0,1 0-4 0,-1 0 1 15,1 0 1-15,-1 1-5 0,1-1 6 0,-1 0-1 0,1 1-1 0,0 0 1 16,-1-1 0-16,1 1-2 0,-1-1 1 0,1 1-1 0,-1 0 2 16,0-1 0-16,0 1 3 0,1-1-4 0,-1 0 1 0,0 1 1 0,0 0-4 15,-1-1 8-15,1 0-2 0,0 1-5 0,0-1 4 0,0 0-2 16,0 0 0-16,0 1 0 0,0-1 2 0,0 1-4 0,0-1 0 0,-1 0 1 16,1 0-1-16,0 0 7 0,0 0-3 0,-1 1-1 0,1-1-4 0,0 0 0 15,0 0 4-15,0 0 1 0,0 0 1 0,0 0-3 0,-1 0 0 0,1 0 0 16,0 0 0-16,-1 0 0 0,1 0-3 0,0 0 3 0,0 0 2 15,0-1-1-15,0 1 1 0,-1 0 1 0,1 0-5 0,0 0 1 0,0-1-1 16,0 1 1-16,0 0 1 0,0-1 1 0,0 1-1 0,0-1 2 16,0 1-1-16,0-1-1 0,0 1 0 0,0 0 2 0,0-1-2 0,1 1 0 15,-1 0-3-15,1 0 1 0,-1-1 2 0,1 1 0 0,0 0 0 0,0 0 2 16,-1 0-2-16,0 0 4 0,1 0-1 0,-1 0-4 0,0 0 1 16,0 0-2-16,0 0-1 0,0 0 3 0,0 0-1 0,1 0 2 0,-1 0-1 15,0 0-1-15,0 0 2 0,0 1-4 0,0-1 3 0,0 0-1 16,0 0-1-16,0 0 4 0,0 0-2 0,0 0 1 0,0 0-1 0,-1 0-1 15,1 1 2-15,0-1 1 0,0 0-4 0,0 0 2 0,0 1-3 0,0-1 1 16,0 0 2-16,-1 1 0 0,1-1-3 0,0 1 3 0,-1 0-1 16,1 0-2-16,0-1 3 0,-1 1-3 0,1 0 3 0,0 0 0 0,0 0 0 15,0 0 0-15,0 0 3 0,0 0 0 0,0 0-3 0,0 0 3 0,-1 0-3 16,1 1 0-16,0 0 5 0,-1-1-7 0,1 0 2 0,0 0 0 16,1 1-2-16,-1-1 2 0,1 0 2 0,-1 0-4 0,1 0 2 0,-1 0 0 15,1-1-3-15,-1 0 3 0,1 1 0 0,-1-1-1 0,0 0 4 0,1 0-2 16,0-1 1-16,-1 1 1 0,1 0-3 0,0 0-3 0,-1-1 3 15,0 1 0-15,0 0 0 0,1-1 3 0,0 1-4 0,0 0 2 0,0 0-1 16,0 0 0-16,-1 0 2 0,0 0-4 0,1 0 4 0,-1 0-4 16,1 0 1-16,-1 0 1 0,1 0-2 0,0 0 2 0,-1 0-2 0,1 1 1 15,-1-1-2-15,1 0 3 0,-1 0 1 0,1 0-2 0,0 0 1 0,0 1 1 16,0-1-2-16,0 0 2 0,1 0-2 0,-1 0-4 0,1 0 4 16,-1 0-6-16,1 1 1 0,-1-1-2 0,1 0-1 0,0 0-14 0,1 0-13 15,0 1-14-15,0-1-9 0,-1 1-1 0,1 0 0 0,1 0 0 16,0 0-4-16,1 0-7 0,0 1 0 0,2 1-1 0,2 1-7 0,-1 1-8 15,2 1-25-15,1 1-24 0,0 4-22 0,1 2-20 0,2 1-7 0,2 3-4 16,3 3 12-16,1 3 16 0,3 3-14 0,2 8 17 0</inkml:trace>
  <inkml:trace contextRef="#ctx0" brushRef="#br0" timeOffset="3299.95">18541 14161 211 0,'-4'0'79'15,"-1"-1"-6"-15,0 1-4 0,-1-1-9 0,1 0-19 0,1 1-14 0,0-2-10 16,-1 2-4-16,1-1-5 0,-2 1-1 0,1-1-4 0,0 1-3 16,0 0 2-16,-1-1-6 0,1 1 0 0,-1 0-2 0,-1 0-2 0,2 0 1 15,0-1-3-15,0 0 2 0,0-1 0 0,0 1 3 0,1 0 4 0,0 0 0 16,-1-1 5-16,1 0-1 0,-1 0 1 0,1 0 5 0,0 1-1 16,-1-1 2-16,0 0-1 0,2 0-3 0,-2 0 3 0,0 0-3 0,1 1 0 15,-1-1-5-15,1 0-2 0,-1 0 1 0,2 1-2 0,-1-1-1 0,1 2 0 16,0-1-3-16,0 0-1 0,1 0 2 0,-1 0-3 0,2 0-1 15,-1 0-1-15,1 1-4 0,0 0 3 0,0-1 0 0,0 2 0 0,1-2 0 16,1 2 0-16,-1-1 1 0,0 0 2 0,0 0 3 0,0 0 2 0,0-1 0 16,0 2 1-16,0-1 2 0,0 1 2 0,0-1 0 0,0 0 0 15,0 0-1-15,1 1-2 0,-1 0 2 0,0 0-2 0,0-1 0 0,1 1-1 16,-1-1-3-16,1 0-2 0,-1 0-2 0,1 0-3 0,0 0 2 16,0 0 0-16,0 0 1 0,1 0 4 0,0 0 1 0,0-1 3 0,0 1 0 15,1-1 0-15,-1 1 1 0,1-1 1 0,-1-1-2 0,1 1 1 0,0-1-3 16,1 0-1-16,-1 0-3 0,1 0-1 0,0 1 0 0,1 0-4 15,-2-1 1-15,0 1-3 0,1-1-2 0,-1 1-1 0,1 0-2 0,0 0-1 16,-1 0-2-16,1 0-2 0,-1 1 0 0,0-1 2 0,0 1 2 0,-1-1 1 16,1 1 4-16,-1-1 0 0,0 1 4 0,-1-1 3 0,1 1 3 15,0 0 2-15,0 0 2 0,0 0 0 0,-1 0 1 0,0 0 1 0,0 0 0 16,0 1 0-16,-1-1 2 0,0 0 1 0,1 0 2 0,0 1 1 0,-2 0 0 16,1-1 1-16,0 1-2 0,0 0 3 0,-1 1-1 0,1-1 0 15,-1 1-2-15,0 0-1 0,1 0-2 0,-1 1-1 0,1-1-2 0,-1 0-1 16,1 1 0-16,-1-1 0 0,1 0 1 0,-1 1 0 0,0-1-1 15,0 0 1-15,0 0-2 0,0 0 2 0,0 1 1 0,0-1-1 0,0 0 1 16,0 0-1-16,0 0 1 0,1 0 0 0,-1 0-1 0,-1 0 2 0,1 0-1 16,-1 0-1-16,0 0 4 0,1-1-1 0,-1 1 2 0,1-1 1 15,0 1-1-15,-1-1 2 0,1 0-4 0,-1 0-1 0,1 0 0 0,1 0-2 16,-1 0 0-16,1-1 0 0,-1 1 0 0,0 0-1 0,0-1 0 0,1 1 2 16,0-1-2-16,0 1 0 0,0-1 2 0,-1-1-1 0,1 1 2 15,0 0 2-15,0 1-2 0,0-1 2 0,0 0 0 0,-1 1-1 0,1-1 1 16,0 1-3-16,0-2-1 0,0 1-3 0,0 0-1 0,1 0-3 15,-1 0 0-15,0-1-1 0,0 1-2 0,1 0 1 0,-1 1-1 0,1 0-1 16,0-1 1-16,-1 0 0 0,1 0-1 0,1 0 3 0,-1 0 1 0,1 0 2 16,-1 1 1-16,1 0 1 0,-1-1-1 0,0 1 1 0,0 0 0 15,-1 0-1-15,1 0 0 0,-1 0-2 0,1 0-2 0,0 0 0 0,-1-1-3 16,2 1-3-16,-1 0-6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2:17:08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22185 5619 1991 0,'-8'-7'170'0,"-1"-1"-134"0,0 0-24 0,3 1-5 0,1 2-5 16,1-1-2-16,0 0 4 0,0 0-7 0,1 2-7 0,1 0 0 0,1 2-12 16,0 1-3-16,1 2 3 0,2 2 5 0,1 3 9 0,2 2 8 15,0 4 4-15,1 2 2 0,0 5 2 0,0 3 7 0,-1 1 3 0,-1 3 0 16,1 1 10-16,1 4 4 0,1 1 5 0,1 4 11 0,0-1 2 16,0 1 8-16,1-1 6 0,1-2 18 0,3-3 2 0,3-4 14 0,3-6 8 15,4-5 0-15,6-8-1 0,4-6-13 0,10-9-14 0,6-10-17 16,7-7-18-16,8-10-12 0,6-7-11 0,5-6-11 0,8-7-7 0,5-7-2 15,3-6-15-15,7-5-19 0,-1-5-22 0,3-6-49 0,4-6-40 0,-1-5-37 16,0-8-33-16,0-2-40 0,-3-6-61 0,0-5-130 0,0-4-101 16,0-2-238-16</inkml:trace>
  <inkml:trace contextRef="#ctx0" brushRef="#br0" timeOffset="13817.45">5519 7743 343 0,'24'-13'-21'16,"6"2"53"-16,9-3 10 0,0 4 6 0,0 3 7 0,1 2-7 15,0 2-3-15,2 2-8 0,0 3-3 0,3 2-6 0,2 2-4 0,4 2-4 16,1 2-6-16,4 3-2 0,2-1-9 0,3 3-3 0,4-2-5 0,2 0 1 16,5-1 3-16,2 1 4 0,3 0 2 0,6 1-2 0,0 0 0 15,4-2-3-15,2 2 0 0,0 0 0 0,3 0 2 0,-2-1-2 0,2-1 7 16,-1-1 1-16,-1-1 1 0,-2-1 0 0,-3-1-6 0,-4 0 1 16,-4-1 6-16,-3 2 13 0,-3-2 19 0,-4 0 26 0,-1-2 25 0,-2-1 19 15,-3-1 11-15,0 0 0 0,-1-1-7 0,0 0-11 0,-2-1-10 0,0 0-11 16,0 0-11-16,-1 0-13 0,1 0-10 0,0-1-6 0,2 0-12 15,1-1-6-15,1-1-6 0,1 0-12 0,-1 1-3 0,0-2-4 0,0 0-4 16,0-2 2-16,-1-1-3 0,-1-2 2 0,-2-1-1 0,-2-1 5 0,-3-2 1 16,0-2-1-16,0-3 6 0,-1-3 0 0,-2-1 4 0,-4-1 4 15,-5 0 1-15,-3-1 1 0,-3 1 1 0,-3 0 5 0,-2-3-2 0,-1 0 2 16,-2-1-3-16,-1 0-6 0,-3-1-2 0,-2 2 8 0,-3 0 1 16,-4-1-3-16,-2 0 3 0,-1 1-14 0,-4-1-1 0,-3 1 1 0,-4 1-8 15,-5 0 2-15,-3 0-7 0,-4-1-3 0,-4 1-2 0,-5-1-10 0,-6-1-16 16,-5-1-9-16,-7 0-10 0,-5 0-3 0,-6 0 7 0,-3 1 8 0,-6-3 6 15,-6 1 8-15,-4-3 7 0,-5 1 9 0,-1-3 5 0,0 2 8 16,-2-2 7-16,0 0-2 0,1 1 1 0,-4-1-8 0,0 1 0 16,-2 3 0-16,2-1-1 0,0 4 1 0,1 1 2 0,2 2-5 0,0 1 0 15,-1 2-4-15,-1 3-7 0,-2 2-2 0,-6 4 2 0,0 3 0 0,-5 3 6 16,2 2-1-16,-4 2-1 0,1 2-1 0,-4 3-4 0,-1 2 8 0,-1 1-6 16,-1 0 5-16,0 1 7 0,0 0-6 0,2 0 3 0,1 3 2 15,0 1-1-15,2 1 0 0,0-1-2 0,-1 2-2 0,1 3 0 0,-1 1 3 16,0 1 5-16,0 1 4 0,4 2-1 0,-2-1-2 0,1 3-4 15,2 1-2-15,0 2 0 0,-1 1 0 0,1 1-1 0,0 2 3 0,1-1 8 16,-1 4 4-16,1 1 1 0,0 1 2 0,3 0-10 0,1 0 1 0,3 3-1 16,1-2 1-16,1 2-2 0,3-2 3 0,3-1 0 0,3 1 1 15,4 0 5-15,3 0 0 0,6 0-2 0,4-3-6 0,6 1-6 0,5-4 1 16,6 1 7-16,3-1 7 0,3-1 0 0,4-1-4 0,4 0-8 16,5-3-5-16,6-2-4 0,7 1-6 0,4-2-11 0,6 1-20 0,6-3-28 15,8 0-53-15,7-1-31 0,6-3-48 0,6 1-42 0,4-1-25 0,7-1-186 16</inkml:trace>
  <inkml:trace contextRef="#ctx0" brushRef="#br0" timeOffset="19601.74">5159 9816 723 0,'-6'0'65'0,"-2"2"-14"0,1 2-22 16,3 0-16-16,2 1-2 0,2 0-4 0,-1 0-1 0,1 3 2 0,0 0-4 16,2 0 0-16,1 3-3 0,1 1-2 0,1 2 2 0,1 0 0 0,-1-1-1 15,1 3 1-15,0 0-1 0,2 1-4 0,0-1 5 0,2 1-3 16,0-1 0-16,2 0 1 0,2-1-3 0,2 1 8 0,2-1 4 0,0 1 9 16,3-1 10-16,3-1 5 0,2-1 5 0,5 1 0 0,3-1 1 0,5 0 3 15,3-1-6-15,3-2-5 0,4-2 2 0,4-2-7 0,3-3 4 16,3-2 0-16,4 0 3 0,1-1 2 0,4-1 3 0,3-2 0 0,1 0-5 15,1-2-3-15,2 0 1 0,-3 1 1 0,3 0 3 0,1-1-6 16,0 0-5-16,0 0-4 0,-1 0-13 0,-2-1 7 0,-2 0-1 0,-2 1 0 16,-1-2 2-16,-2 1 10 0,-2-1-2 0,-1-1 0 0,0-1 4 0,-4-1-11 15,-2-2 0-15,-3 0 0 0,-4-3 0 0,-3-1 4 0,-3-1 3 16,-1 0 2-16,-4-3-2 0,0-2 3 0,-2 1 1 0,-1-3 1 0,-2 1 3 16,-3-4 0-16,-1-1 2 0,-4-1-2 0,0-1 1 0,-3 1 3 15,-2 0 2-15,-1 2 2 0,-4-2-3 0,-1 0 1 0,-2-1-3 0,-3-1-16 16,-2-3-10-16,-3 1 1 0,-3-3-2 0,-5 1 8 0,-3 0 0 0,-4-1-7 15,-6 0-3-15,-4-1-7 0,-6 2 2 0,-5 0-10 0,-6-2-11 16,-5 2-3-16,-8-1-12 0,-5 1 5 0,-6 1 7 0,-5 0 10 0,-3 1 11 16,-7-1-5-16,-4 4 0 0,-3 3 3 0,-5 4-2 0,2 4 13 0,-1 1 2 15,1 2-4-15,2 1 11 0,-2 3-2 0,3 3 3 0,2 2 3 16,-1 3-4-16,2 5-2 0,2 2 5 0,1 4 2 0,2 1 12 0,3 2 3 16,3 1-6-16,2 2-7 0,3 4-21 0,-1 5-8 0,2 5 8 0,0 5 3 15,1 4 7-15,1 3 2 0,-3 6-7 0,3 1-2 0,0 1-6 16,3 1-10-16,5-2-18 0,2-1-24 0,5-2-38 0,4-3-39 0,4 1-43 15,8-3-43-15,6-1-30 0,7-2-20 0,4-4-21 0,6 1-21 0,4-3-236 16</inkml:trace>
  <inkml:trace contextRef="#ctx0" brushRef="#br0" timeOffset="20184.63">5348 12004 2304 0,'-19'-1'96'0,"0"3"-41"0,1-1-44 0,8 1-19 16,7-1 8-16,3-2-5 0,-1 0 1 0,2 0-2 0,1 0-7 0,1 0 3 16,2 0-1-16,2-1 2 0,2 0-4 0,2 1 3 0,2-2 2 0,1 0 0 15,4 0 1-15,2-1-4 0,1 0 4 0,3 0 1 0,2 0 3 16,0 0 3-16,3 1-5 0,0-1-1 0,3 1 3 0,-1 1-3 0,3-1 8 16,1 2-2-16,2 0 1 0,3 1 2 0,2 2 0 0,1-1 6 15,3 2-1-15,0-1 4 0,2 1 4 0,0 1 7 0,3 1 6 0,2 0-9 16,1 0 7-16,2 1-6 0,1 2 0 0,0-1 5 0,2 2-4 15,-1 0-4-15,2 0-9 0,0 1-2 0,0-1-4 0,1 0-2 0,-1 0 11 16,0 1-3-16,-1 1 6 0,-1 1-4 0,-4 1-8 0,0-1-3 0,-3 4-3 16,-3 1 6-16,-3 3 3 0,-4 0-1 0,-3 2 2 0,-4 0-7 15,-2-1 0-15,-4 3 3 0,0-1-2 0,-5 3 6 0,0 1-4 0,-2-2 4 16,-3 2-1-16,0 0 2 0,-4 1 0 0,-1 2-4 0,-4 2 4 0,-1 1-2 16,-1 3 6-16,-4 0 4 0,-4 1-6 0,-3 2 1 0,-2-1-1 15,-3 3-2-15,-4-2 7 0,-3-2-5 0,-5-1 3 0,-2-2-1 0,-5 0-4 16,-2-4 7-16,-6-1 0 0,-5-4-3 0,-4-2 5 0,-6-3-3 0,-6-1 2 15,-5-2 1-15,-5-3 0 0,-6-4-3 0,-4-1-4 0,-5-5 1 16,-3-3-10-16,-3-4 3 0,-2-3-13 0,-1-2-3 0,0-3 4 0,-4-3-4 16,4-2-4-16,0-1 11 0,3 1 2 0,1-2 6 0,4 0 13 0,5 3-3 15,5 0-1-15,8 2 0 0,4 1-12 0,5 3-5 0,4 2-5 16,4 2-16-16,3 4 1 0,5 3-22 0,2 3-20 0,0 5-38 0,2 3-59 16,1 3-55-16,2 3-66 0,2 2-49 15,2 2-47-15,1 2-58 0,3 3-214 0</inkml:trace>
  <inkml:trace contextRef="#ctx0" brushRef="#br0" timeOffset="53086.88">5475 12146 990 0,'-6'3'143'0,"1"2"-61"0,1 1-49 15,3 1-23-15,4-2-9 0,1 1 6 0,2-1 0 0,2-1 1 16,1 1 1-16,1-2-4 0,3 1 1 0,0 0-2 0,2 0-3 0,3 1-1 16,1 0-2-16,1 0 1 0,3-1 2 0,0 0 0 0,3 1-5 0,1-2 7 15,0 1-6-15,1-2 6 0,0 2 5 0,2 0 1 0,3 0 9 16,1-1 13-16,3 1 10 0,1 0 11 0,2 0 7 0,1 2 3 0,1 0 0 16,4 0 0-16,1 2 1 0,1-1-6 0,1 2-5 0,3 0 5 0,3 1-5 15,2 2-3-15,2-2-2 0,2 0-15 0,4-2-3 0,-1 0 6 0,2-1-1 16,1-1 4-16,2-3-5 0,0-2-4 0,1-2-4 0,1-2-2 15,-1 0-5-15,-2-2-1 0,-1-1-3 0,-4-2-5 0,-1 1 0 0,-4-2-1 16,-1-1-2-16,-2-2 3 0,-4-2-1 0,-1-1 2 0,-2-1-1 16,-1-1-1-16,-1-1-1 0,-2 0-2 0,0-2 1 0,-2-1 4 0,2-1-4 15,-3-1 2-15,-2-1-5 0,1 0 0 0,-4 0-8 0,0 0 2 0,-4 1 5 16,0 0 1-16,-3 0 11 0,-1-1 0 0,-2 1-6 0,0-2 5 16,-4 1-2-16,1 1 5 0,-3 0-1 0,-3 0 1 0,-1 1 1 0,-1-1-4 15,-3 1 0-15,-1-3-5 0,-3-1 2 0,-2 1-2 0,-3-2 0 16,-3 2-5-16,-3-1 1 0,-3 0 1 0,-2 0-4 0,-5-1-1 0,-5 1-1 15,-2-1-3-15,-5 2-9 0,-5 0-3 0,-2 1 10 0,-4 1-6 0,-1 0 17 16,-2 2 5-16,-2-3-9 0,-2 1 6 0,1 2-4 0,-2-1 4 16,1 1-2-16,1 3 3 0,0-1-2 0,2 0 2 0,2 2-1 0,-1-1-2 15,1 1 1-15,0 1-1 0,-1 1-3 0,1-1 0 0,0 1-1 16,-3 1-1-16,0 4 4 0,-1 0-3 0,-3 2 3 0,0 1-3 0,-1 1 2 16,-2 2 6-16,-2 2-8 0,0 1 3 0,-2 2-1 0,-2 2-3 0,0 2 0 15,-3 1-3-15,0 2 4 0,-1 1 1 0,-1 1 1 0,0 3-1 16,0 1-2-16,1 1 3 0,-1 1-3 0,1 0 0 0,1 1 4 0,0 1-3 15,-1 0 3-15,3 2-1 0,0 1-6 0,2-2 4 0,3 3 6 0,1 0 3 16,2-1 0-16,3 2-9 0,1 1-1 0,1-2-11 0,0 2 1 16,1 0 0-16,-1 1 7 0,2 1 8 0,1 0 3 0,1 1 0 0,2 0-5 15,1 0 1-15,1 0 1 0,1 1-4 0,1 0 3 0,3 3-1 16,-1-2-3-16,4 1-3 0,0 0 4 0,3-2-1 0,3 1 2 0,1-1 3 16,2 0-10-16,3 0 2 0,2 0-1 0,1-1-2 0,3-1-9 0,3-1-3 15,2 0 8-15,3 0-10 0,2-1 7 0,3-1-7 0,2-1-21 16,2-1-23-16,3 0-63 0,2-2-54 0,4-3-60 0,4 0-55 0,2-3-53 15,6-1-55-15,3-4-212 0</inkml:trace>
  <inkml:trace contextRef="#ctx0" brushRef="#br0" timeOffset="55252.85">8964 11867 1929 0,'-4'1'143'16,"1"2"-61"-16,1 1-66 0,3 0-19 0,3 0 3 0,3-1 5 0,3 1-2 16,3 0 9-16,2 0-2 0,2 0-5 0,1-1-4 0,0 0-4 15,2 0 3-15,2 1-4 0,-1 0 1 0,5-2-1 0,0 2-1 0,2-3-2 16,0 1 4-16,0 0 3 0,1-2-2 0,0 1 2 0,2-1 3 0,-2-1 0 16,1 0 3-16,0-1-3 0,2 0 1 0,-1-1-2 0,1-1 4 15,-2 0 1-15,4 0-5 0,-2 0 1 0,0 0-2 0,-1 0 2 0,-1-2 4 16,-2 1-2-16,1 0-2 0,-3 1-3 0,-1 0-2 0,-2 0 2 0,-1-1-3 15,-1-1-6-15,-3 0-21 0,0 1-53 0,-3 0-56 0,-2-1-62 16,-3 1-76-16,-3-1-76 0,-1 0-120 0,-3 1-57 0</inkml:trace>
  <inkml:trace contextRef="#ctx0" brushRef="#br0" timeOffset="55453.18">8865 12490 2097 0,'8'10'119'0,"4"0"-22"0,5 3-61 0,4-2-7 15,1-5-7-15,5-1-4 0,2-3-7 0,5-1-7 0,-1 0-2 16,3-2-2-16,-1 0 1 0,1-1 6 0,0-1-17 0,0 0-17 0,0 0-34 16,-2 0-41-16,0-1-25 0,-3 0-23 0,-1-1-10 0,-2-1-11 15,-2 0-9-15,-3 0-13 0,0-2-5 0,-3 0-6 0,-1-1 12 0,0-3 13 16,0-1-11-16,-1-3-66 0</inkml:trace>
  <inkml:trace contextRef="#ctx0" brushRef="#br0" timeOffset="55536.46">9931 11753 61 0,'7'-24'12'16,"1"-2"-16"-16,2-6-34 0</inkml:trace>
  <inkml:trace contextRef="#ctx0" brushRef="#br0" timeOffset="55820.39">10025 11575 933 0,'-4'14'269'0,"0"4"-94"0,1 4-36 0,2-2-38 16,3-2-19-16,3 1-20 0,2-3-13 0,2 0-9 0,4-1 1 0,2-2-11 15,3-3-8-15,2 1-4 0,3-1-11 0,1-1 1 0,0 1-1 16,3-1 1-16,2-1-3 0,2-1-1 0,-1 0-4 0,2-1 1 0,-3 0 6 16,0-1-5-16,-1 1 0 0,1-1 4 0,-1 0-3 0,-1 0 5 0,-1 0 9 15,-1 0 4-15,-2-3 9 0,-3 2 9 0,1-1 3 0,-3 1-5 16,-1 0 3-16,-3-1-6 0,-1 1 4 0,-2-2 3 0,-1 1-3 0,-3 0-6 15,-1 0-7-15,-3 0 0 0,0-1 1 0,-1 0 6 0,-2 0-1 16,-2 1-5-16,-1-1-1 0,-2 1-9 0,-3 1-3 0,-3 0-1 0,-2 1-4 16,-3 0-4-16,-2 3 0 0,-2 0 7 0,-2 2-1 0,-2 1 3 0,-1 0-5 15,0 1-8-15,-1 0-7 0,1 1-7 0,3 0 4 0,0 1 4 16,2-1 10-16,4 2 8 0,1 0-6 0,2-1-12 0,2-1-10 0,3 0-20 16,2 0-17-16,1 1-31 0,2-1-32 0,2-1-39 0,2 0-41 0,2 0-25 15,1-2-40-15,1 0-38 0,4-3-35 0,1 0-44 0,0-2-77 16</inkml:trace>
  <inkml:trace contextRef="#ctx0" brushRef="#br0" timeOffset="56304.13">11215 11601 2398 0,'-8'8'133'16,"0"4"-82"-16,0 3-21 0,4 4-12 0,5-1-7 0,2 1-8 0,4-1-6 15,3 2 5-15,2 1-17 0,2-1 6 0,0 2-1 0,0 0-1 16,2-1 14-16,-1 3-4 0,0-1-3 0,-1 4-2 0,2 0-2 0,2-2 6 16,0 0-4-16,0-2-5 0,1 1 9 0,-1-1-4 0,1-1 6 15,1-2 8-15,1-2-2 0,1-2 2 0,1-2 7 0,1-1 2 0,1-1 6 16,1-3 5-16,-2-1 3 0,1-2 7 0,1-2 8 0,-1-2 0 0,2-1 11 15,-3-3 7-15,1-1-6 0,-3-1 9 0,0-3-6 0,-1-2-9 0,-2-2-6 16,1-3-7-16,-1 0-5 0,-1-2-5 0,1 0-2 0,-2-3-16 16,1-1-5-16,-1 0 4 0,2-2-6 0,-2-1 14 0,-2 1-1 0,-1-3-15 15,-1 2 1-15,-1-1-3 0,-1-1 4 0,-2 2 3 0,-2-1-3 16,-1 1 3-16,-3-2-9 0,-1 0 2 0,-1-1 2 0,-2-2-4 0,-1 1 2 16,-2-1 0-16,-1 2-3 0,-3-1-3 0,0 1-1 0,-3 0-2 0,-1 1-2 15,-2 1-4-15,-1 1 4 0,-1 2-16 0,-5 2 11 0,-1 0-4 16,-1 2 13-16,-3 2 16 0,-1 3 0 0,-3 1 14 0,0 3-15 0,-3 2-3 15,1 2 2-15,-3 2-1 0,1 2-1 0,0 2 1 0,1 1-6 0,-1 2-2 16,-1 2 5-16,1 1-1 0,-1 2-11 0,1 0-2 0,1 3-1 16,3 1-3-16,-1 2 30 0,3 1-5 0,-1 0-2 0,2 1 1 0,0 1-20 15,2-1 11-15,1 2 3 0,1-1-10 0,3-2-18 0,0 1-44 16,2-1-27-16,4-1-38 0,1-1-41 0,2 1-50 0,3-2-63 0,2 1-49 16,3-2-35-16,1 0-32 0,2-2-11 0,3 0-200 0</inkml:trace>
  <inkml:trace contextRef="#ctx0" brushRef="#br0" timeOffset="56903.13">10590 11190 2149 0,'-8'-9'179'0,"2"1"-57"0,-1-3-42 0,5 2-30 0,4 1-11 0,4-2-12 15,0-2-3-15,4 0-1 0,3 0-17 0,0 0-2 0,3 2-8 0,-1-4-1 16,2 1 12-16,1-1-7 0,2 0 5 0,3 3 0 0,3-2-4 16,2-1 1-16,3 0-4 0,0 0 2 0,5-2 0 0,2 0 4 0,2-1-4 15,4 0-2-15,-2-2-1 0,3 0-4 0,3 1 7 0,2-1-14 16,3 1 1-16,0 1-4 0,0 3 5 0,1 1 21 0,1 1-1 0,2 2 8 15,1 2-6-15,0 1-10 0,0 3 5 0,-2 1-2 0,0 1-3 0,-1 4-1 16,-2 1-4-16,-2 1 2 0,-1 4 9 0,-3-1-6 0,2 3-2 16,-1 2 6-16,-3 2-8 0,1 2 14 0,-2 4 0 0,-2 1-2 0,-2 1-1 15,0 4-6-15,-2 1 2 0,-3 3-4 0,0 2 2 0,-3 2 1 16,-3 2-5-16,-3 2 9 0,-1 1 1 0,-2 0-4 0,-1 1 4 0,-1 0-7 16,-2 1-3-16,-2 1-9 0,-1 0 4 0,-1 1 3 0,-2 0 2 0,-2 0 6 15,-2-1-5-15,0 1-1 0,-3 1 0 0,-2-2-2 0,-2 2 0 16,-3-1 0-16,-3-2 0 0,-2-1 5 0,-2 2 0 0,-3-2 0 0,-1-1-5 15,-3-1 1-15,-4-3 8 0,-2 1 5 0,-3-3 5 0,-5 1 2 0,-2-3-2 16,-4 0 4-16,-3-4-2 0,0-1 11 0,-4-3-1 0,0 0-4 16,-2-1-2-16,0-3-8 0,0 0-6 0,-2-4 3 0,-1-3-4 0,-2-1-5 15,-1-2 0-15,-2-2-5 0,1-1 1 0,-1-2 4 0,-2-1 5 0,1-1 4 16,-2 0 1-16,1-2-2 0,1-1-6 0,2-1 8 0,0-1 4 16,2-1 1-16,2 0 6 0,1-1 1 0,3-1 7 0,3-2 6 0,-1 0 1 15,3-1 10-15,2-2-6 0,-1-2 3 0,4-2-2 0,-3-2-14 0,2-3-2 16,0-2-9-16,0 1-1 0,3-2-4 0,0-2-6 0,1 1-3 15,1-3-2-15,1 2-7 0,4-2 0 0,1 1-6 0,2 0 2 0,0-1 9 16,1 1-7-16,3-1 6 0,0 0-10 0,2-1-14 0,2 0-9 16,1-1-12-16,4 1-6 0,-1 1-11 0,1-2-13 0,0 1-15 0,1-3-34 15,1 1-38-15,0-1-42 0,0 1-58 0,0 1-86 0,0 0-124 0,-1-2-145 16,0 0 37-16</inkml:trace>
  <inkml:trace contextRef="#ctx0" brushRef="#br0" timeOffset="3327.76">14883 9148 1116 0,'-7'0'174'0,"-1"1"-24"0,-2 1 15 16,2 3 3-16,2 1 5 0,1 2-10 0,0 3-19 0,1 1-7 0,1 3-14 15,-1 4-14-15,1 2-9 0,0 1-14 0,0 5-18 0,1 1-11 0,1 6-9 16,0 4-9-16,1 5-1 0,2 5 7 0,0 3 16 16,0 3-4-16,2 2 7 0,-1 3-6 0,0 2-24 0,1-1-3 0,1 0-7 0,1-1-13 15,1-3-4-15,0 0-16 0,2-1 14 0,1-1 3 0,0 1-6 0,1-3 14 16,0-2-16-16,-2-2-4 0,2-3 6 0,-2-1-4 0,1-4 6 15,-1-4-2-15,1-2-4 0,-1-3 2 0,1-3 6 0,1-4-4 0,0-2 9 16,0-3-10-16,2-4-2 0,-2-5 4 0,1-3-1 0,0-3 9 0,1-3 2 16,0-4-4-16,0-3 4 0,2-3-11 0,0-5 8 0,0-2 6 15,-1-3-4-15,0-1 3 0,0-3-8 0,0-1 1 0,0 1-3 0,1-2 5 16,2 2-5-16,0-1-1 0,0 1 2 0,2 4-1 0,1 0-1 0,-2 3 0 16,1 5 0-16,-1 3 3 0,0 3-1 0,-2 2 3 0,0 2-5 15,0 1 0-15,0 2 4 0,-1 2-3 0,2 0 1 0,0 3 0 16,-1 1 0-16,1 1-6 0,1 2-2 0,0-1 5 0,-1-1-6 0,0-1 8 15,1 0-7-15,-1-1-3 0,1 0 10 0,1-1-12 0,-1-2 11 0,0-1-2 16,1-2-8-16,0-2 13 0,0-2-7 0,0-1-3 0,-1-1 3 0,-2-1-6 16,1-1 2-16,-1-1 6 0,-1-2-6 0,0-3 4 0,0-1 8 15,0-1-12-15,0 1 12 0,-2-2-5 0,0-1-4 0,-2-1 6 0,1 1-5 16,-2-1 0-16,0-2 2 0,-2 0 4 0,0-2 2 0,-1-1 1 16,-1 1 4-16,-2-3-16 0,-1 1 8 0,-1 0 1 0,-2-2-4 0,-2 2 17 15,-1-2-15-15,-1 3 6 0,-2 0-10 0,-2 2 6 0,-1 4-3 16,-1 1-3-16,-2 3-2 0,-1 3-1 0,-2 2-7 0,-1 3 6 0,-2 3 4 15,-2 3-2-15,-1 1-4 0,1 3 3 0,-1 3-7 0,0 3-3 0,-1 3 5 16,0 1-4-16,1 3 7 0,2 2-1 0,2 0 2 0,3 0 6 0,4 0 0 16,1 1-6-16,2-3-13 0,2 1-4 0,2-1 19 0,1-1 4 15,3 0 0-15,2-1 7 0,2-3-20 0,3-2 5 0,1-1 6 0,1-2-5 16,3-2-1-16,2-2-2 0,2-1-1 0,1-1 7 0,2-4 0 0,1 0 4 16,0-2-4-16,2-1 2 0,0-1 4 0,2-1 0 0,0 0-2 15,0 2-6-15,1-3-2 0,-2 2 4 0,-1-1 14 0,1 1-5 0,-2 1-3 16,0 1-2-16,-1 1-2 0,0 0-2 0,0 0 6 0,0 1-6 0,-1 1-4 15,0 0 6-15,-1 1 4 0,-1-1 0 0,1 0 0 0,-1-1-21 16,1 0-10-16,-1 1-3 0,1 0-2 0,0-1 10 0,-2 0-10 16,1-2-20-16,1-2-13 0,-2 0-8 0,2-1 14 0,-1 0 4 0,-1-3 7 15,1-1 6-15,0 0-3 0,0-4 6 0,-2-2 7 0,1 0 3 0,-2-2 5 16,0-1 9-16,-2-2 4 0,1-2 6 0,-1-1 7 0,-1-2-2 16,0-1 5-16,-3-3-1 0,-1-2-1 0,0-1 4 0,-3-2-1 0,0 2 0 15,-3-4 2-15,0 1 2 0,-2-2-10 0,-2-3 11 0,0 1 1 0,-1-3-2 16,-1 0 12-16,1 1-5 0,-1 0-1 0,0 2 1 0,0 0 2 15,0 3 1-15,0-1 1 0,2 4 1 0,0 3-6 0,0 4 0 0,1 4-2 16,0 5-7-16,1 2 4 0,1 4-4 0,-1 4 4 0,1 5-1 0,-1 2 8 16,1 5 4-16,1 2 5 0,-2 4 7 0,3 5 1 0,-1 2 5 15,3 3 0-15,-1 5-3 0,2 3-2 0,0 3-3 0,0 3-2 0,2 3-7 16,-1 1-5-16,2 2-2 0,-2 0-3 0,2 2 8 0,0 2-8 0,0 0-13 16,-1-1 15-16,1 3-9 0,-1-3 2 0,-1-1 9 0,2 0-19 15,-2-2-2-15,0-2-4 0,0 0-3 0,-1-3 1 0,-1-2 1 0,1-3 1 16,-2-3 1-16,0-2-5 0,0-2 7 0,-1-1 5 0,1-3 0 15,-1-1 0-15,0-2-6 0,0-2 0 0,0-5 4 0,-1-1 2 0,0-3 2 16,1-3 6-16,0-1 1 0,0-3 1 0,0-1 3 0,1-4-1 0,-1-1-1 16,2-3 2-16,0-3-3 0,0-2-1 0,1 0 5 0,2 0-3 15,2 0-1-15,1 1 0 0,0 4-8 0,1 0 0 0,1 2 5 0,0 2-5 16,1 2 4-16,0 3 6 0,0 1-7 0,-2 1-1 0,1 2 4 0,-1 2-4 16,1 0-2-16,0 2 0 0,-2 1-2 0,2 1 0 0,-1 1 6 15,-1 1 0-15,-1-1-6 0,-2 1 1 0,1 1-1 0,-1 0 2 0,-1 1 2 16,-1 1-4-16,-2-1-4 0,-2 1 1 0,-1-1 3 0,-2 0-4 15,0-1-2-15,-2 1 2 0,-2-2-8 0,-2 2-7 0,-1 0-6 0,-2 0-4 16,0 0 2-16,-1 0 2 0,-2-3-1 0,1 1-1 0,0-2-7 16,1-2 0-16,-2-1-18 0,1-2 2 0,-1 0 2 0,2-2 4 0,1-2 29 15,0-1-1-15,1-1-10 0,2-1 5 0,1-1-17 0,2-1-5 0,2 0 2 16,1 1-3-16,2-1-3 0,2 1 7 0,1 0-2 0,1 1 5 16,1 0 4-16,1 2-3 0,0-1 6 0,0 1 3 0,2 0 0 0,-1 0 6 15,1 0 6-15,1 0-2 0,0-1 9 0,2 1 3 0,-2-1 0 0,2-1 4 16,0 0 2-16,1 1-1 0,2-2 3 0,0 0 4 0,1-1 0 15,0 0 9-15,-1 0 6 0,1-1 3 0,0 1 10 0,0-2 5 0,-2 0 6 16,1 0 13-16,0 0 3 0,0 0-6 0,-1-1 2 0,-1 2-5 0,1-1-4 16,-2 0 0-16,0-1-9 0,-1 0-6 0,-1-1-1 0,0 2-5 15,-1-2-4-15,-1-1-2 0,-1 0-7 0,-1 0-2 0,-2 0 2 0,0 1-7 16,-1 1 3-16,-3 1-5 0,0 0-3 0,0 1 9 0,-2 0-3 0,-2 2 4 16,0 0-3-16,-2 2-1 0,-1 0-5 0,-1 2 5 0,-1 0-5 15,-1 2 0-15,0 2-2 0,0 1 4 0,0 0-1 0,1 3-1 0,-1 0 4 16,1 0-2-16,1 4-5 0,2-1-1 0,0 2 2 0,1 0-2 0,2 1 4 15,1 1 0-15,2 2-8 0,1 2 2 0,1-1 2 0,3-2 0 16,1 2 4-16,2-1-6 0,2 2-5 0,1-3 5 0,2 0-2 0,1-2 2 16,0-1 2-16,2-1 0 0,2-3-4 0,0 0 0 0,0-1-5 15,1-3-8-15,1 0-6 0,-2-1 0 0,2-1-3 0,0-1-8 0,0-1-23 16,0-1-19-16,0 0 0 0,-2 0-7 0,-1-1 6 0,-1-2-12 0,-2-2-27 16,-1-1-26-16,1-3-33 0,-1-1-31 0,-1-2-51 0,-1-2-50 15,-1 0-92-15,0-4-93 0,2-2 48 0,-1-3 152 0,1-2 24 0</inkml:trace>
  <inkml:trace contextRef="#ctx0" brushRef="#br0" timeOffset="3511.02">17963 8949 1185 0,'-4'-18'360'0,"-2"0"-83"0,-2-3-23 16,1 9-26-16,0 5-27 0,1 4-37 0,0 3-20 0,-1 3-29 16,1 3-9-16,-1 3 0 0,2 5 0 0,-2 4-2 0,0 4-6 0,1 2-13 15,0 6-21-15,1 1-10 0,1 6-10 0,1 2-4 0,2 5 0 0,1 4-9 16,2 2-2-16,2 3-10 0,1 1 3 0,1 3-1 0,1 2-5 15,1 1-7-15,1-1-7 0,1-3-6 0,2-3-5 0,2-2-13 0,0-3-24 16,0-4-47-16,2-2-64 0,1-4-79 0,1-5-145 0,-1-2-262 0,2 0-318 16,-1-2 241-16,1-4 133 0</inkml:trace>
  <inkml:trace contextRef="#ctx0" brushRef="#br0" timeOffset="3961.12">18992 9129 1093 0,'-4'3'491'0,"0"3"-316"0,0 2 27 0,0 0 14 16,3 2-6-16,1 2-10 0,2 1-26 0,1 1-34 0,1 4-31 0,1 0-19 15,1 0-15-15,-2 3-15 0,2 1-17 0,0 0-11 0,0 3-8 0,2 1-8 16,0 2-3-16,-1 0-10 0,1-1-1 0,0 0-7 0,-2-1 3 0,2 1 4 15,1-4-8-15,0-2 12 0,0-3-5 0,1-2-6 0,0-4 1 16,-2-1 1-16,2-2-3 0,1-2-1 0,0-3 2 0,0-2-1 0,1-1 1 16,0-3 3-16,0-2 0 0,0-1-3 0,0-2-2 0,0-2 5 0,-1-1-2 15,2-1 1-15,-1-1-1 0,1-1 0 0,0-2-3 0,-1 0 0 16,1 1-5-16,1 0-8 0,-1 0 4 0,-1 1-4 0,0 1-6 0,0-1-13 16,-2-1-23-16,1 0-25 0,-3 0-18 0,0 2-39 0,-1-1-35 15,-1 0-38-15,-1-2-29 0,-1 1-21 0,-2-2-62 0,-1-1-83 0,-3 0-24 16,-2 1 123-16,-2-2 3 0</inkml:trace>
  <inkml:trace contextRef="#ctx0" brushRef="#br0" timeOffset="4161.97">18898 9147 256 0,'-9'11'184'0,"1"0"-9"0,0 3 19 0,2-2 7 16,2-2-11-16,2-1-13 0,2-2-9 0,2-2-12 0,2-1-13 0,1-2-16 15,1 0-6-15,4-1-5 0,2-2-6 0,3-1 1 0,1-1-12 16,2-2 0-16,1-2-17 0,1 0-13 0,0-3-11 0,3 0-18 0,0 1-3 15,2-2-10-15,0 1-7 0,-1 0-4 0,1 0-8 0,0 0-3 16,-3 1 0-16,1 0-3 0,-2 0 5 0,0 0-4 0,-1 0-4 0,-2 1-6 16,1 1-7-16,-2 2-3 0,-1 0-8 0,-2 1-13 0,1 1-20 0,-2 1-36 15,-1 1-46-15,-1 2-68 0,-2 1-84 0,1 2-108 0,-1 1-123 16,-2 2 9-16,-1 2 162 0,-1 2 49 0</inkml:trace>
  <inkml:trace contextRef="#ctx0" brushRef="#br0" timeOffset="4661.31">19336 9393 435 0,'-2'12'347'0,"0"-1"-154"0,0 2-28 0,1-4-18 16,1-2-8-16,2 0-4 0,1-1-4 0,1-1-9 0,1-1-15 16,2-2-7-16,1 0-12 0,-1-3-13 0,3 0-10 0,1-1-16 0,0-2-8 15,2 0-8-15,0 0-15 0,0-2-2 0,1 0-7 0,0 0 0 16,0 0 3-16,-2-1-5 0,1 0-6 0,-1-1-4 0,1 0-6 0,-1 0-8 16,-2-1-5-16,2 0-2 0,-1 0-17 0,-1-1-16 0,0-1-17 15,0 0-28-15,-1 0-18 0,2-1-7 0,0 1-7 0,-1-2 12 0,1 0 11 16,0 0 8-16,-2 1 15 0,2-2 18 0,-2 1 22 0,1-1 21 0,-1 0 20 15,-1 1 16-15,-1 0 20 0,-1 1 21 0,0 1 20 0,-1 0 10 16,-1 2 2-16,-1 0 5 0,0 1 3 0,-1 2 6 0,-1 1 3 0,0 1 10 16,0 1-6-16,-1 1-6 0,0 1 0 0,0 2-9 0,-1 0-3 0,0 1-3 15,1 0-5-15,-1 3-2 0,1 0-1 0,-1 2-2 0,2 1-2 16,-1 0-4-16,1 0-9 0,1 2 0 0,-1 0-9 0,1 2 0 0,1 0 2 16,-1 2-3-16,2 1-1 0,0 1 1 0,1 0-9 0,0-2-2 0,-1 1-7 15,2 0-3-15,0 0-2 0,0-2-6 0,0-1 1 0,0 0-5 16,0-1-2-16,1-1-3 0,0 0-3 0,0-4-5 0,0 1 1 0,0-2 0 15,1-1 4-15,1-1 1 0,-2 0-1 0,1-2-4 0,0-1 1 16,-1-1 3-16,-2-2 0 0,2-1-3 0,-1 0-3 0,0-3 10 0,0 1-3 16,0-2 1-16,0-2-4 0,0-1-1 0,0 0 1 0,-1-1 4 0,-1 2 5 15,1-2-4-15,-1 0-3 0,0 0 3 0,0 1-5 0,0 0 2 16,-1 1 7-16,1 1-7 0,0 1 2 0,1 2-5 0,-1 2 3 0,1 0 6 16,-1 3-7-16,0 1-1 0,-1 2 4 0,1 1-8 0,1 1 2 0,0 2 2 15,1 0-4-15,0 1 1 0,0 1 1 0,0 0-4 0,1 0 1 16,1 1 1-16,0 0-2 0,-1-1 0 0,1 0 2 0,0-1-2 0,1 0-6 15,0-2 1-15,0 0-7 0,0-1-3 0,-1 0-2 0,2-2-9 16,-1-1-3-16,2-1-10 0,-1-1-8 0,-2-1-12 0,0 0-19 0,-2-1-22 16,0-1-15-16,0 0-23 0,0 0-16 0,0-1-36 0,0-2-42 0,0 0-40 15,0-2-37-15,0 0-53 0,0-2-36 0,-1 0-13 0,2 0 101 16,0-1 127-16,1-1-7 0</inkml:trace>
  <inkml:trace contextRef="#ctx0" brushRef="#br0" timeOffset="5161.33">20554 8990 367 0,'4'-1'256'0,"0"0"-31"0,0 0-8 16,0 1 0-16,-2-1 7 0,0 1-18 0,0-1-35 0,-1 0-26 16,-1 1-30-16,0-1-19 0,-1 0-13 0,1 1-13 0,-2-1-10 0,0 0-6 15,-1 0-11-15,0 0-4 0,-1 0-5 0,-1 1-5 0,0-1-2 16,0 1 2-16,-2 0-6 0,1 1-1 0,0 0 1 0,-1 1-5 0,2 1 3 16,-2 1-4-16,1 1-2 0,0 2 0 0,0 0 0 0,1 1-3 0,0 2 6 15,0 1-4-15,0 1-4 0,0 0 5 0,2 0-7 0,2 1 4 16,0 1-1-16,2-1-3 0,1 1-1 0,1-3 2 0,2 1-1 0,0-1-1 15,1-2-4-15,3 0 1 0,-1-2-2 0,3-2-2 0,0-1 1 16,1-2-2-16,1 0-3 0,1-1 4 0,1-1 4 0,0-2-4 0,1-1 6 16,0-1-4-16,1-1-2 0,-2-1 7 0,0-2-10 0,0 0 3 0,0 1-2 15,-3-1-3-15,1 1 6 0,-1-1 6 0,0 2-2 0,-1-1 6 16,-2-1-1-16,1 1 2 0,-1-1 2 0,1 2-3 0,-1 0 6 16,1 1-1-16,-2 1 1 0,0 1 6 0,0 1-2 0,0 1 6 0,-1 1 0 0,0 2 1 15,-1-1 3-15,0 3-12 0,1-1 5 0,-2 2-4 0,2 0-8 16,-1 1 3-16,1 0-6 0,1 1-3 0,0 1-3 0,0-1-3 0,1 0 2 15,-1 0 0-15,1 1-4 0,0-1 0 0,0-1-1 0,1 0 6 0,1-2-3 16,-1-1 2-16,0-2 0 0,1-2-6 0,-1-1 6 0,0-1 0 16,0-1 0-16,0 0-2 0,-1-2 5 0,0-1 1 0,0 0 3 0,0-2 2 15,-1 1 2-15,0-2 0 0,0 0 0 0,-2-1 3 0,1 0 3 0,0-1 1 16,-1 2 1-16,-1-1-4 0,-1 0-2 0,-1 0 0 0,-1 0 1 16,-2 0 0-16,-2 0-1 0,-1 1-8 0,-1 0 3 0,-1 1-3 0,-1 0-5 15,-2 1 4-15,0-1-4 0,-1 0 0 0,-2 1 1 0,0 0-4 16,-1 1 2-16,0 2-6 0,1 1-10 0,-1 2 5 0,-1 2-1 0,1 1 1 15,0 3 7-15,-1 0-9 0,0 3-3 0,0 0-4 0,0 2 1 0,3 0-5 16,1 1-3-16,1-1-3 0,1 0-10 0,2 1-13 0,1 0-15 16,2-1-14-16,1 1-7 0,1-3-15 0,2 0-21 0,2-1-32 0,1-1-42 15,2-1-56-15,1-1-73 0,1-2-88 0,3-1-54 0,2-1 11 16,1-2 140-16,1 0 132 0,1-2 21 0</inkml:trace>
  <inkml:trace contextRef="#ctx0" brushRef="#br0" timeOffset="5461.66">21344 8874 502 0,'9'1'327'0,"1"1"-45"0,2 1-38 0,-3 1-9 0,0 0-16 0,-1 2-20 16,0 1-26-16,-1 2-27 0,0 0-27 0,1 1-11 0,-3 1-8 16,2-1-12-16,0 1-6 0,1-1-13 0,-1 0-7 0,0 1 0 0,1-1-7 15,-1-1-5-15,0 0-4 0,-1 0-4 0,1-1-3 0,-1-1-3 0,2-1-4 16,-1-1-3-16,2-1-9 0,-1-1 0 0,0-1-3 0,-1-1-3 16,0 0 4-16,2-2-1 0,-2 0-2 0,1-1-4 0,-1-2-4 0,1 0 2 15,-1-2-3-15,1-2 9 0,1-1-4 0,-2-1-6 0,1-1 6 16,-1 1-3-16,1-2-4 0,-2-1 11 0,1-1-10 0,-2 0 5 0,-1 0-3 15,1-1-1-15,-1 1-6 0,0 0 7 0,-2 1 4 0,-1-1-1 0,0 1 7 16,-2 0-6-16,-1-1-7 0,-1 2 2 0,-1 0-3 0,-2 0-1 16,1 1 4-16,-3 1-4 0,0 1 0 0,-2-1-2 0,-2 2 0 0,-1 0 0 15,0 0 2-15,-2 2-1 0,0 0-2 0,-1 2-7 0,2 0-3 0,-2 3-6 16,1 2-2-16,0 1 0 0,1 3-9 0,0 1 0 0,1 1-2 16,0 2-9-16,1 2-5 0,3 0-16 0,-1 0-19 0,1 1-18 0,1 1-18 15,0 0-26-15,1 0-33 0,1 0-64 0,0-1-89 0,2 0-102 0,0-2-111 16,2-1 1-16,0-1 187 0,1-2 32 0</inkml:trace>
  <inkml:trace contextRef="#ctx0" brushRef="#br0" timeOffset="5861.68">21546 8265 1194 0,'-5'-6'186'0,"1"0"-65"0,-2-1 40 0,1 3 15 15,1 3-6-15,0 1-17 0,1 2-19 0,-1 1-16 0,1 0-15 16,1 2-10-16,-1 1-3 0,1 1-11 0,1 2-1 0,0 2-4 0,1 3-10 16,1 2 2-16,2 0-5 0,0 1-9 0,2 3-1 0,1 1-3 0,1 0-1 15,1 3-7-15,2-1-7 0,1 1-1 0,0 2-8 0,2 0-4 0,0 1-5 16,2-1-2-16,0 0-4 0,2-1 2 0,0-2-7 0,0 2-2 16,-1-3-6-16,2 0 2 0,0-1 2 0,-1-4-5 0,0 0-1 0,1-1-3 15,0-2-2-15,0-2-6 0,0 0-6 0,-1-2-3 0,-1-1-3 16,0-1 2-16,-1-2-10 0,0-1 5 0,-2-2 7 0,-1-2 5 0,-1 0 17 15,-1-2-1-15,0-1 18 0,0-1 4 0,-2-1 4 0,-1-2-1 0,1 0-12 16,-1-2 4-16,0 0 0 0,-1 0 8 0,-1-1-2 0,0 1 2 16,-1 0 1-16,1 0-5 0,-1 1-1 0,0 1 3 0,-1 1-2 0,1 2-5 15,0 1 0-15,0 1-5 0,0 2 0 0,-1 1 5 0,0 1-5 0,1 1 2 16,0 1-3-16,0 3 0 0,1 0-3 0,0 1 3 0,-1 0-2 16,1 1-4-16,-1 0 4 0,-1-1-4 0,2 1-15 0,0-2 0 0,0 0-4 15,0-2-3-15,1 0 14 0,-1 0 14 0,0-1-4 0,-1 0-8 0,0-2-9 16,0-1-33-16,1-1-23 0,-1-2-23 0,0-1-27 0,-1 0-35 15,0-2-67-15,-1-2-60 0,0 0-92 0,-3-1-126 0,1-1-116 0,-3-2 123 16,-1-2 133-16</inkml:trace>
  <inkml:trace contextRef="#ctx0" brushRef="#br0" timeOffset="6544.9">21997 8419 1083 0,'-3'2'239'0,"1"1"-30"0,0 1-11 0,0 2 2 0,-1 1-4 16,2 1-20-16,-1 1-25 0,1 0-21 0,0 2-13 0,1 0-15 0,0 1-5 15,0-1-18-15,1-1-7 0,1 0-9 0,0 1-7 0,-1-1-12 0,2 0-8 16,1-1-10-16,0-2-8 0,-1-1 0 0,1-1-11 0,0-1-1 0,0 0-6 16,-1-2-2-16,1 0-2 0,-1-2-3 0,1 0-4 0,0-1-7 15,0-1-7-15,1-1-10 0,0-1-20 0,0-1-15 0,1 1-13 0,1 0-22 16,0 0-17-16,1 0-18 0,0 0-20 0,2 1-14 0,-1 1-19 0,1-1-24 16,0 0-33-16,0 0-19 0,1-1 7 0,0 2 32 0,1-1 51 15,-1 1 53-15,0 0 49 0,1 0 33 0,-2 0 29 0,0-1 28 0,0 1 37 16,-1 0 42-16,0 0 38 0,0 2 34 0,-2 0 15 0,0 1 9 15,-1 0 11-15,-1 1 5 0,0 2-5 0,-1-1-7 0,1 1-13 0,-1 0-18 16,1 2-17-16,-1 0-18 0,1 1-15 0,0 1-11 0,0-1-5 16,1 3-8-16,0-1-1 0,1 2-11 0,-1 0-3 0,0 1-18 0,1-1-1 15,0 2-10-15,1-1-6 0,0 0-5 0,-1 1-5 0,2-3-8 0,-2 2 0 16,1-2 1-16,0 0-6 0,0-2-5 0,0-1-2 0,1-1-5 16,-2-1 0-16,1-2 10 0,-1 0-9 0,1-1 1 0,0-2 2 0,0 0-6 15,0-2 4-15,-1 0-1 0,0-1-1 0,0 1 4 0,-1-3-2 0,-1 1-2 16,0-2-2-16,1 0 1 0,-1 0 1 0,0 0 0 0,0-1 2 15,-1 1-2-15,0-1-4 0,-1 1 4 0,1 1-2 0,0-1-2 0,0 0 4 16,1 1 0-16,-1 2 4 0,2-1-3 0,-1 2-1 0,0 1 2 16,0 0-4-16,0 2 4 0,0 0 0 0,0 1-2 0,2 0 1 0,0 2-4 15,-1 0-1-15,0 0 2 0,1 1-2 0,0 0 7 0,2-1-3 0,-1-1 2 16,2 1-6-16,0 0-2 0,0-1 4 0,2-1-1 0,-1-1 2 16,0-1 1-16,1-1-2 0,-1 0-5 0,0-2 3 0,1 0-2 0,0 0 2 15,0-2 8-15,0 1-4 0,0-1 1 0,-1 0-1 0,2-1-4 0,-1-1 4 16,1 1 0-16,-2-1 2 0,-1 0 0 0,0 1-2 0,-1-1 2 15,-1 1-2-15,0-1 7 0,0-1-3 0,-3 0 1 0,1 0 1 0,-2 0 6 16,-2 0-7-16,-1 0-3 0,-3 2 2 0,-1-1-4 0,-2 0 4 0,-1 1-3 16,-2 1 1-16,-3 1-4 0,0 1-2 0,-1 1 2 0,-2 1 0 15,0 1-2-15,-1 2 2 0,0 1-5 0,0 1 9 0,1 2-6 0,-1 1 2 16,1 2 0-16,0-1-4 0,3 2 2 0,1 1 2 0,2-1 4 16,2 1-2-16,1 0 1 0,2 0-1 0,2 0 2 0,0 0 0 0,3 0 4 15,0-1-4-15,1 0-2 0,2-1 4 0,1 1-3 0,1 0 1 0,2-1 0 16,1 1 0-16,2-2 0 0,2 0-6 0,1-2 2 0,-1 1 0 15,3 0 0-15,-1-1 4 0,2 1 0 0,-1-1-4 0,0 1 4 0,0-1-4 16,-1 1 5-16,-1-1-3 0,-1 1 0 0,0 1 0 0,-1 0-8 16,-3 0 1-16,-1-1-21 0,-2 2-7 0,-1 0-9 0,-4-1 12 0,-1 3-5 15,-3-1-10-15,0 1-16 0,-3-1-41 0,-1 0-30 0,-1-1-36 0,-1 0-44 16,-2 0-68-16,-2-2-107 0,-1-1-152 0,-1 0-152 0,1-2 157 16,-1 0 169-16,0 0 176 0</inkml:trace>
  <inkml:trace contextRef="#ctx0" brushRef="#br0" timeOffset="6995.4">18251 10408 1242 0,'1'0'701'16,"0"1"-524"-16,0-1 10 0,0 1-14 0,0-1-20 0,1 1-10 16,1 2-13-16,0 0-9 0,0 1-8 0,1 1-7 0,0 1-8 0,-1 1-18 15,1 1-13-15,0 2-10 0,0 1-6 0,1 0-10 0,-1 1-5 0,1 1-6 16,0 0-3-16,0 1 3 0,0 1-8 0,1 2-1 0,-1 1-6 16,2 1-11-16,1 4 8 0,1 2-3 0,1 1 1 0,0 3 2 0,2 1-10 15,-1 1-10-15,1 1 2 0,1 1 4 0,-1-1 2 0,2 1 4 0,-2-3-8 16,1-1 0-16,-1-2-2 0,0-2-15 0,-1-3-25 0,-2 1-36 15,2-1-41-15,-2-3-45 0,1 0-42 0,-1-2-63 0,-1-2-99 0,-2-1-173 16,-1-1-221-16,-1-2 150 0,0 0 67 0</inkml:trace>
  <inkml:trace contextRef="#ctx0" brushRef="#br0" timeOffset="7261.51">18226 11154 997 0,'5'7'648'0,"1"2"-424"0,2 0 16 0,0 0-9 0,0-1-22 16,1 0-23-16,2 2-33 0,2 2-21 0,1 1-9 0,0 1-13 15,0 2-13-15,-1 1-17 0,0 1-16 0,0 1-14 0,-1 0-3 0,0 1-11 16,-1 1-25-16,0 0 17 0,-1 1-13 0,0 0 1 0,-1 1 10 16,0 1-24-16,0-1 4 0,0 0-10 0,0-2 4 0,-1-2-2 0,1-2 2 15,-1-2 0-15,2-3 2 0,1-4-8 0,0-2 5 0,2-4 1 0,0-4-10 16,1-4 8-16,1-2-2 0,1-4 6 0,1-4 4 0,1-2 0 15,0-1-4-15,0-4-6 0,-1 0 0 0,1-2-4 0,-1-1-32 0,-1 1 16 16,0 0-19-16,0 1-30 0,0 2-17 0,-2-1-70 0,3 1-65 0,0 1-118 16,-1 1-196-16,-1 2-316 0,1-1 185 0,0 1 98 0</inkml:trace>
  <inkml:trace contextRef="#ctx0" brushRef="#br0" timeOffset="8111.49">23826 7174 936 0,'-3'6'545'0,"0"4"-434"16,-1 4 20-16,2 1 25 0,0 1 17 0,1 4 2 0,2 4-12 16,1 1-17-16,1 5-23 0,3 1-16 0,1 4-2 0,2 4-14 0,1 3-4 15,0 7-5-15,2 3-13 0,0 5 0 0,1 5-15 0,2 3-9 0,2 5-9 16,0 2-8-16,3 2-8 0,2 5-4 0,1 2-16 0,2 2 6 15,1 6 7-15,4 4-4 0,0 5 13 0,1 2-9 0,0 4-2 0,-1 3-12 16,-1 2 1-16,2 4-12 0,-2 1-4 0,4 2 3 0,-1 0-6 16,2-1 5-16,3 2-1 0,2-2 2 0,-1 0 2 0,2-1-2 0,0 1 4 15,-2-2 4-15,1 1 3 0,0-1 6 0,-2 0-3 0,1-2-2 0,-3-1-1 16,-1-1 0-16,0-1 4 0,-2-2 3 0,0-3-1 0,-1-2-1 16,-1-5 3-16,-2-2-1 0,0-5 5 0,-3-3-10 0,1-2 1 0,-2-2-4 15,-1-3-1-15,0-4-1 0,-2-3-26 0,-2-4-26 0,0-4-22 0,-2-5-30 16,-1-3-20-16,-1-5-22 0,-1-4-44 0,0-4-57 0,-2-7-82 15,-3-4-116-15,0-5-98 0,-1-4 58 0,-1-6 119 0,-2-7 148 0</inkml:trace>
  <inkml:trace contextRef="#ctx0" brushRef="#br0" timeOffset="8628.76">25469 7038 569 0,'-2'5'250'0,"-1"2"-158"0,0 2 31 15,0 3 28-15,-1 1 14 0,1 3-12 0,-1 2-18 0,0 4-6 0,0 1 4 16,1 2 7-16,-1 3 6 0,2 1-8 0,0 4-13 0,1 1-14 0,2 3-20 16,1-2-12-16,3 0-13 0,2 1-10 0,1-2 0 0,3 4-4 15,2-1 3-15,2 1-7 0,1 0 15 0,1-1 2 0,0 2 2 0,2-2 3 16,2-2-21-16,-1-1-13 0,1-3-10 0,0-1-6 0,0-2-9 0,1-1 6 16,-1-2-2-16,2-4-4 0,0-3 0 0,0-1-9 0,2-4-2 15,1 0 2-15,-2-3 1 0,3-3 3 0,-2-3-2 0,1-1-6 0,-1-4 5 16,2-1-1-16,1-3 0 0,-1-3 2 0,0-3-2 0,-2-2 2 15,-1-2-3-15,-2-3 3 0,-2-3 5 0,0-3 1 0,-1-3 5 0,-2-2 2 16,0-1-4-16,-1 0 6 0,-3-3 1 0,0-1-1 0,-2-2 2 0,-2-1-13 16,-2-1 17-16,-2-1-4 0,-3 0-2 0,-3-1 16 0,-3-1-26 15,-3 1 1-15,-3 0-2 0,-3-2-3 0,-1 2-5 0,-4 0 4 0,-2 1-2 16,-2 3 2-16,-1 2 8 0,-3 4-4 0,2 2 1 0,-3 3-7 0,0 3-2 16,-2 3-4-16,0 4-9 0,-1 2-5 0,1 4-1 0,0 3-2 15,-2 3-1-15,1 3 3 0,-1 3 0 0,-2 3 4 0,1 4 7 0,0 3-9 16,2 2-8-16,0 3-5 0,3 3-10 0,1 0 3 0,2 1-4 15,5 2-11-15,1-2-16 0,3 1-8 0,3-1-19 0,5 2-18 0,1-1-27 16,4-2-34-16,3 0-42 0,2-2-57 0,3-4-88 0,3-1-137 0,4-2-70 16,4-3 147-16,3-2 3 0</inkml:trace>
  <inkml:trace contextRef="#ctx0" brushRef="#br0" timeOffset="8978.09">26559 7024 1444 0,'3'6'194'16,"0"4"18"-16,1 2 30 0,0 2 0 0,-1 0-37 0,0 2-64 0,2 1-48 16,1 3-37-16,0 1-21 0,1 1-13 0,1 3-12 0,0 1-2 15,1 2-1-15,2 3-3 0,1 1-1 0,0 2-5 0,0-1-3 0,-1-1-2 16,2 0 2-16,-1-1-6 0,1 1-5 0,-1-3 3 0,1-1-7 16,0-3-13-16,0-3 2 0,2-1-7 0,-2-3-5 0,2-1 9 0,-1-2-9 15,-1-2 5-15,-2-2 9 0,-1-3 10 0,-2-3 13 0,-2 0 5 0,-3-3 13 16,-2-2 12-16,-1-1 4 0,-2-1 6 0,-1-2-7 15,-2-2-1-15,-3-2-5 0,0-3-5 0,-3-1 1 0,-2-1-3 0,0-2 1 0,-2-1 15 16,0-2 1-16,0-1 7 0,1-1 18 0,-1-4 0 0,3 1 5 0,-1-3 5 16,2 0-5-16,0-1-6 0,2-2 0 0,0 1-10 0,3 1-9 15,1 0-9-15,2 0-12 0,3 2-4 0,2 3-9 0,2 1-2 0,2 3 0 16,0 3-2-16,3 2-2 0,1 1-3 0,1 3 1 0,1 1 3 0,2 2 1 16,-1 0 0-16,2 0-2 0,0 2 1 0,0-1-4 0,1 2-3 15,2 0-4-15,1 0-9 0,0 1-8 0,0 0-22 0,0 0-37 0,-1 0-51 16,0 0-62-16,-1-1-76 0,0-1-65 0,-2 1-70 0,1-1-78 0,1 1-12 15,-1 0 147-15,-2 0-1 0</inkml:trace>
  <inkml:trace contextRef="#ctx0" brushRef="#br0" timeOffset="9295.24">27212 7299 624 0,'6'14'336'0,"0"1"-88"0,2 3-5 0,2-3-3 15,1 0-9-15,3 0-36 0,1 0-42 0,0-2-39 0,1 0-26 16,1-1-13-16,0 0-10 0,0 0-2 0,0-1-14 0,0-2-17 0,-2 0-5 16,2-1-14-16,0-1 0 0,1-1-1 0,-1-2-4 0,0 0 2 15,1-1-3-15,-1-1 3 0,-1-2 1 0,2-1 1 0,-1-1 7 0,-2-2 1 16,1-2 0-16,-1-1 2 0,-1-2-1 0,0 0 4 0,-1-3 3 16,-2 0 8-16,-1-1 2 0,-1-1 6 0,-2-1 2 0,0 1-4 0,-2-2 1 15,0-1-5-15,-2 0 0 0,-2 1 2 0,-1-3-5 0,-3 0-4 0,-1 0-5 16,-2 0-4-16,-3 0-2 0,-2 2-3 0,-2-2-2 0,-3 2-4 15,0 0 4-15,-3 2-4 0,0 0-3 0,0 0-3 0,-2 3-8 0,0 2 1 16,0 3-4-16,-1 2 4 0,1 2-1 0,0 4-3 0,1 1-2 0,1 3-5 16,2 2-5-16,1 2-1 0,0 1-5 0,1 3-4 0,2-1-5 0,0 0-16 15,1 0-22-15,2 0-33 0,0 0-36 0,1 1-42 0,2-2-73 16,2-3-100-16,1 0-150 0,1-3-151 0,2-1 138 0,1-5 1 0</inkml:trace>
  <inkml:trace contextRef="#ctx0" brushRef="#br0" timeOffset="9678.65">27464 6279 1321 0,'-2'-2'535'0,"-3"2"-438"16,1 1 37-16,0 3 19 0,0 3 5 0,1 3-10 0,0 3-32 15,1 1-22-15,1 3-41 0,1 3-6 0,1 3-5 0,2 5-3 0,0 3 12 16,2 4-17-16,0 0-1 0,2 5-6 0,1 0-6 0,-2 3 2 0,3 2-9 15,0 0-4-15,0-1-3 0,0 0-1 0,1 0-5 0,0-1 1 16,1-2-11-16,2-2 4 0,1-2-4 0,1-4-1 0,-1-1 6 0,3-4-15 16,2-4-10-16,-1-2-20 0,1-2-19 0,0-3-29 0,1 0-23 15,-3-3-26-15,2-2-26 0,0-2-2 0,-3-3 5 0,1-1 29 0,-1-1 38 16,-1-4 38-16,-2-2 35 0,1-3 30 0,-1-2 36 0,-1-2 27 0,-1-1 24 16,-2-2 10-16,0-2-1 0,1-1-3 0,0-1 0 0,0 1-6 15,-1-2-3-15,0 1-8 0,-1-1-7 0,1 2-2 0,0-1-2 0,0 2-5 16,0 1-1-16,0 1-4 0,0 2-6 0,-1 2 1 0,0 2-2 0,0 2-5 15,0 3-6-15,1 0-6 0,-1 3-9 0,1 2-5 0,-2 1-9 16,3 0-6-16,-1 2-3 0,1 2 0 0,1-1 0 0,-1 2-7 0,0 0 0 16,0-1-5-16,0 2-6 0,-1-1 0 0,1 0-3 0,-1-2-14 15,0-2-14-15,-2-2-15 0,2-1-15 0,-1 0-19 0,0-1-21 0,-1-1-25 16,-1-1-47-16,0-1-51 0,-2 0-69 0,-1-2-100 0,-1-1-69 0,-1-1 72 16,-1 0 116-16,-1-1 45 0</inkml:trace>
  <inkml:trace contextRef="#ctx0" brushRef="#br0" timeOffset="9811.71">28051 6610 878 0,'-1'1'114'0,"1"0"11"0,1 2 20 15,-2 2-8-15,1 2-14 0,0 2-15 0,0 4-22 0,0 1-17 16,-1 1-10-16,1 0-19 0,1 0-14 0,-1 1-11 0,0-1-11 0,1-1-22 16,0 0-27-16,-1-2-44 0,1-1-107 0,0-2-116 0,2 0-93 15,0-3 48-15,1-1-62 0</inkml:trace>
  <inkml:trace contextRef="#ctx0" brushRef="#br0" timeOffset="10461.47">28302 6878 1630 0,'2'4'295'0,"1"1"-90"0,-1 2 16 0,1 0-6 0,0-1-20 15,0 2-36-15,1-1-35 0,2 1-25 0,1 2-12 0,1 1-1 16,1 0-25-16,0 0-3 0,1 2 1 0,1-1-11 0,1 3 7 0,1 1-12 15,1-1-15-15,0 0-1 0,0 0-4 0,0-1 1 0,2 0-1 0,0-1-7 16,0 0-3-16,0-1-5 0,1-2 0 0,0-2-1 0,-2-1-5 16,0-2 2-16,-1-1-2 0,1-2 0 0,-2 0 0 0,1-1-2 0,0-1-4 15,-1-2 0-15,0-1-2 0,-2 0-1 0,2-2 3 0,-1-2-6 16,-1-2 3-16,0-1 3 0,-2-3 0 0,0 0 4 0,0 1 0 0,0-1-2 16,-1 0 4-16,-1-1-4 0,0 3 2 0,-1-2 2 0,-1 0-2 0,-1 2-4 15,1 0-2-15,0 2-5 0,-1 3 15 0,1 1 13 0,-1 1-2 16,1 3 3-16,-1 0-20 0,0 1-4 0,-1 2-10 15,1 0-1-15,1 3 2 0,-1 0 5 0,0 2 22 0,0 1 3 0,1 1-3 0,1 0-5 16,0 1-12-16,0-1 1 0,1 0 0 0,0 0 0 0,1-1 2 0,0-1 2 16,0-1 2-16,1-1-8 0,0 0-1 0,0-2 3 0,0 0-4 0,1-1 2 15,0-1 4-15,-1-2-3 0,1 0-1 0,0-1 0 0,0-1 2 16,0 0-1-16,-1-1 3 0,-2 0 4 0,1 0-6 0,0-1 4 0,0 0 0 16,0-1 0-16,0-1 4 0,0 2-6 0,0-2 8 0,-2 1-3 15,1-1-3-15,0 1 6 0,-1 0-4 0,1 1 2 0,-1 1 2 0,0 2-5 16,1 0-2-16,-1 2-1 0,0 1 0 0,0 0 0 0,1 2 6 0,0 0-6 15,0 1 2-15,0 0-4 0,1 0 0 0,0 0 4 0,0 0-2 16,-1-1 6-16,2 0-6 0,0-1 2 0,0-2-2 0,1 1 0 0,0-2 2 16,0 0 2-16,0-1 0 0,0-1-4 0,0-1-2 0,1 0 4 0,-1-2-3 15,-1 1 4-15,-1-2 1 0,-1 0-4 0,0 0 2 0,-2 1 16 16,0-1-3-16,-1-1-1 0,-1 0 1 0,-1 0-15 0,-1-1 0 0,-1-1 2 16,-1 1-9-16,-3 0-5 0,-1-1-5 0,-2-1-6 0,-2 1 6 0,-1 1 6 15,-1 0-6-15,-1 1 15 0,-1 0 2 0,-1 0-5 0,1 2 13 16,0 0-8-16,-1 2 0 0,1 3 2 0,-1 1 0 0,1 2 2 0,-1 3 3 15,1 1 3-15,0 2 1 0,1 1 6 0,3 0 3 0,0 3-3 0,3 0 0 16,1 1 2-16,2 0-7 0,1 0 1 0,3 1 1 0,1 0-24 16,1 0 5-16,4 1 1 0,1-3-2 0,2 2 20 0,3-1-8 0,2 0-1 15,2-3-5-15,-1 0 1 0,3-1 2 0,0-2 1 0,2-1-2 16,-1-2 0-16,3-1 0 0,-1-1-7 0,1-2 3 0,1-2-2 0,-1-1-1 16,1-2 1-16,-1-1-2 0,-1-1-7 0,-1-2-19 0,-2 0-25 0,2-2-34 15,-2-1-43-15,-1-1-42 0,-2-2-50 0,-1 2-58 0,1-1-61 16,-2-2-133-16,-1 0-162 0,0-2 104 0,-1-1 150 0,0-2 105 0</inkml:trace>
  <inkml:trace contextRef="#ctx0" brushRef="#br0" timeOffset="10679.74">29717 5740 1695 0,'-7'1'209'0,"-1"3"-156"15,-1 3 62-15,2 4 25 0,0 4 16 0,1 4-5 0,2 4-29 0,0 4-25 16,2 4-9-16,0 3-8 0,3 4-2 0,1 4 1 0,3 4 3 16,0 2-3-16,2 3-4 0,1 3-6 0,1 2-5 0,2 0-9 0,-1 0-5 15,2-1-9-15,2-3-15 0,1-2 0 0,-1-2-10 0,1-3-13 0,-2-3-3 16,1-3-17-16,-1-2-13 0,-2-6-35 0,-2 0-55 0,0-4-69 16,-1-1-87-16,0-1-141 0,-1-3-235 0,0 1-132 0,0-1 158 0,0-2 195 15</inkml:trace>
  <inkml:trace contextRef="#ctx0" brushRef="#br0" timeOffset="11595.53">27791 8258 426 0,'-4'-1'316'0,"-1"-1"-154"15,0 1 26-15,-1-1 16 0,0 2 3 0,0 0-11 0,-1 0-30 16,1 1-27-16,0-1-24 0,0 1-3 0,1 2-1 0,1 0 2 0,0 0 8 15,1 2-4-15,1 0 4 0,0 1-10 0,1 3-11 0,1 1-10 0,1 3-20 16,2 2-7-16,0 2-8 0,3 3-3 0,1 3-3 0,2 0-3 16,1 4-5-16,1 1-8 0,0 2-5 0,0 1 0 0,1 1-9 0,-1-3 3 15,1 1-7-15,0-5-4 0,-2 0-3 0,2-3-2 0,-1-2-1 0,0-2-3 16,-1-1 2-16,-1-3-4 0,0-4 4 0,-1 0-4 0,-1-2 0 16,-2-2-6-16,0-1 0 0,-1-2 5 0,-1-1 2 0,-1-1 3 0,-1-2-2 15,0-1 2-15,-1-1 0 0,0 0-1 0,1-2 5 0,0-1-4 16,0-1 0-16,0-1 3 0,1 0-1 0,0-2 5 0,1-1-1 0,0-1 0 15,1-1 3-15,1 1-4 0,1 1 1 0,2-1-4 0,1 1 0 0,0 1-4 16,3 0 3-16,-1 2-5 0,1-1 0 0,0 2 0 0,2 1 2 16,1 0 0-16,-1 1-4 0,2 0 4 0,1 1-2 0,0 0 0 0,-1 0 0 15,2 0-2-15,0-1-2 0,0 2 6 0,-1-2-2 0,0 0 4 0,1-2-4 16,-1 1-2-16,2-2-4 0,-1 1-3 0,-1-1-3 0,1-1-3 16,-2 2-2-16,1-3-4 0,-2 1-13 0,-1-2-12 0,0 0-4 0,-2 0-19 15,0 1-5-15,-2-1-15 0,1 1-21 0,-2-2-20 0,-1 0-42 0,-1-1-54 16,-3-1-65-16,-1 0-121 0,-2-1-144 0,-2 1-49 0,-2-1 186 15,-1-1 33-15</inkml:trace>
  <inkml:trace contextRef="#ctx0" brushRef="#br0" timeOffset="11811.58">27743 8134 848 0,'-10'5'317'0,"0"1"-181"16,0 0 32-16,3 0-3 0,3-2-18 0,2 1-15 0,2-1-12 0,1-1 2 15,3 0-7-15,1-2-5 0,2 0-5 0,2-1-13 0,4-2-7 0,2-1-9 16,1 0-10-16,0-2-3 0,2 1-10 0,2-1-11 0,1 0-8 16,1-2-10-16,3-1-5 0,-2 0-5 0,1 0-2 0,-2-1-5 0,-2 0-2 15,-2 1-5-15,-1 0-3 0,-2 0-11 0,-2 1-9 0,-2 0-18 0,-1 0-27 16,-1 1-38-16,-1 0-47 0,-2 1-67 0,0 0-64 0,-1 1-99 16,0 1-118-16,-1 0-16 0,-1 1 149 0,0 1 15 0</inkml:trace>
  <inkml:trace contextRef="#ctx0" brushRef="#br0" timeOffset="11979.01">27897 8330 791 0,'5'8'216'16,"1"1"-78"-16,1 3-8 0,2-4 0 0,-1-1 20 0,2-1 2 16,0 0-14-16,0-2-21 0,3-1-26 0,0-2-24 0,1-2-19 0,0-1-19 15,-1-2-13-15,0-1-14 0,1-2-8 0,0 0-17 0,-1-2-27 16,-1 0-50-16,1-1-64 0,-1-1-54 0,-1-2-53 0,0 0-41 0,-1-2-24 15,0 0 45-15,1 1 96 0,1-2-32 0</inkml:trace>
  <inkml:trace contextRef="#ctx0" brushRef="#br0" timeOffset="12328.84">28450 7948 890 0,'0'3'250'0,"1"0"-46"0,0 1-12 0,-1 0-1 15,1 0-7-15,1 0-5 0,0 1-16 0,0 2-13 0,0 1-11 0,1 0-11 16,0 2-9-16,1 0-15 0,-1 1-9 0,1-1-16 0,0 3-11 15,1 0-7-15,0 1-9 0,1-1-10 0,0 2-4 0,0 0-9 0,-1 1-4 16,1-2-3-16,-1 1-5 0,1 0-4 0,-1-1-6 0,0 0 2 0,-1-3-22 16,1-1 6-16,0 0-2 0,1-1-6 0,0-2 21 0,-1 0 1 15,1-1-5-15,-1-3 1 0,1 1-8 0,0-2-1 0,0 0-4 0,0-2 0 16,1-2 3-16,-1 0-2 0,1-2 2 0,-2 0 1 0,2-2-6 16,0-2-6-16,1 0 19 0,-1-1 1 0,-1-2 7 0,1 0 8 0,0 0-19 15,0-1 4-15,0 0 3 0,1-1-5 0,-1 1 7 0,1 1 0 0,0 0-1 16,0-1 3-16,0 1 0 0,0 1-2 0,-2 1 3 0,1 2-3 15,0 1 4-15,-1 2-2 0,1 1-2 0,-2 1 3 0,1 2-5 0,-1 1 1 16,0 2 1-16,0 1 2 0,0 1-1 0,0 1-6 0,1-1-1 16,0 2-1-16,0 1-1 0,0 0 2 0,0-1 1 0,0 1-7 0,0 0 3 15,0-1 2-15,0 0-8 0,-2 0 5 0,2 0-1 0,-1-1-9 0,1 1 6 16,0-2-6-16,0 1-7 0,-1-1 3 0,0-1-8 0,0 0-2 16,0 0-10-16,0-1-11 0,0 0-16 0,-1-1-14 0,1 1-12 0,-1-1-25 15,0-1-28-15,0 1-53 0,0-2-72 0,-1 0-74 0,-1 0-84 0,1-2-48 16,0 0 34-16,0 0 144 0,1-1-9 0</inkml:trace>
  <inkml:trace contextRef="#ctx0" brushRef="#br0" timeOffset="13078.65">29165 7896 807 0,'-3'-4'223'0,"0"0"-21"0,-1 0-9 0,-1 2-24 0,1 2-28 0,-2 0-35 16,0 2-21-16,0 0-10 0,-1 2-1 0,1 1 3 0,-2 1 1 0,1 0-2 15,-2 2 1-15,0 1-11 0,1 2-13 0,0 0-8 0,1 1-4 16,-1-1-7-16,0 1-2 0,0 1-1 0,2 1-2 0,-1 0-3 0,2 0-1 16,1 0-9-16,1 1-6 0,2 0-3 0,1 1-2 0,1-1 1 15,3 1 1-15,1-2-1 0,1-1-2 0,2-1 1 0,0-1-4 0,0-1-2 16,1-2 2-16,0 0-2 0,2-1-1 0,1-3 0 0,1 1-3 0,1-1 2 16,0-1 0-16,1 0 0 0,0-2-1 0,1-1 1 0,-1 0 0 15,1-1-2-15,-2-1 1 0,0 0 6 0,-2-1 3 0,2-1 2 0,-1-1 4 16,-1 1 1-16,0-1 1 0,-2-2 2 0,2 1 9 0,-1-1-1 15,0 0 6-15,0 0 5 0,-1 1-5 0,-1 0 2 0,0 1-4 0,0 1-2 16,0 0 1-16,0 1-2 0,-1 1 2 0,0 1-1 0,1 1 0 16,0 0-4-16,0 2 0 0,0 1-3 0,0 1-5 0,0 0-4 0,-1 2-2 15,1 0-2-15,1 1-1 0,-1 0-1 0,2 0-4 0,0 1 1 0,-1-1 1 16,2 0 1-16,0-2 2 0,-1 0-10 0,0 0 6 0,-1-1-1 16,-1 0-1-16,1-2 7 0,1 0-7 0,0-2 2 0,-1-1 4 0,0 0 1 15,-3-1 4-15,1-2 0 0,0 1-1 0,0-1 1 0,0-1 7 0,0 0 6 16,-1-1 0-16,-1-1 3 0,0 0-3 0,-2 0-3 0,1-1 3 15,-1 0-7-15,-2 0-1 0,-2 1 1 0,0-1-3 0,-2-1 1 0,-2 0-4 16,-2-1-2-16,-1-1 1 0,-2 1-8 0,0 1 0 0,-2-2-6 0,-1 2-3 16,0 1 3-16,-1 1 1 0,-1 2-5 0,0 1 1 0,0 2-6 15,1 1-5-15,-2 2-2 0,0 2-1 0,-1 2 3 0,2 2-5 0,-1 1 3 16,1 1-2-16,2 1-1 0,0 0 3 0,4 1-5 0,0 0-5 16,1 0-11-16,0-1-14 0,3 0-6 0,0-1-9 0,2-1-5 0,1 0-10 15,2 0-7-15,2-1-6 0,1-1-2 0,1-1-7 0,3 0-3 0,1-2-4 16,-1-1-14-16,3-1-7 0,1 0 1 0,1-2 3 0,1-1 11 15,1-1 18-15,0 0 18 0,0-1 18 0,0 1 21 0,-1-1 17 0,1 0 13 16,0 0 14-16,0-1 14 0,-1 1 17 0,-1 1 17 0,0-1 17 0,-1 1 12 16,2 0 5-16,-1 1 3 0,0 1 7 0,1 0 3 0,-1 0 4 15,1 1 6-15,0 1 2 0,0 0 2 0,0 1-2 0,0 0-6 0,-3 0-13 16,2 0-13-16,-2 1-11 0,1-1-12 0,-2 1-10 0,-1 0-10 16,2-1-2-16,-1 1-8 0,1-1-5 0,-1-1-3 0,1 0-6 0,-1 0 0 15,1-1 5-15,-1 0-8 0,0 0 4 0,0-2-1 0,-1 0-3 0,0-1 5 16,0 0-2-16,0-2 0 0,0 0 0 0,-1-1 0 0,1 0 0 15,-2-1 2-15,2 0 3 0,-3-2 3 0,1 0-1 0,-1-1 0 0,-2-1 1 16,0 1 2-16,0-1-3 0,-3-1-3 0,0 0-6 0,0-1-4 16,-2 1 2-16,-1-1-8 0,-2-1-1 0,0 2-2 0,-2-1-5 0,-1 1 1 15,-2-1-6-15,-1 1-9 0,-2 1-6 0,-2 1-8 0,1 2-8 0,-1 2-11 16,-1 1-10-16,0 1-14 0,-2 2-12 0,1 2-10 0,-1 1-22 0,0 1-23 16,1 3-25-16,3 0-27 0,-1 1-28 0,1 1-26 0,2 1-37 15,1-2-4-15,1 1 77 0,0-1 47 0,1-2 17 0</inkml:trace>
  <inkml:trace contextRef="#ctx0" brushRef="#br0" timeOffset="13445.47">29993 7538 1390 0,'-1'1'309'0,"1"1"-110"0,-1 1 13 0,1 3-21 0,-1 1-4 0,1 1-23 16,1 3-17-16,-1 0-23 0,0 2-34 0,1 1-9 0,-1 2-11 0,2 2-8 15,2 1 6-15,-1 2-10 0,1 1-2 0,0 0-12 0,1 1-4 16,2 1-4-16,0-1-8 0,0 1-2 0,3-1-8 0,-1 2-4 0,2 0-5 16,1-1 0-16,-1 1-3 0,0-3 0 0,0 0-3 0,1-2-1 15,1-3 2-15,-2 0-2 0,0-2-6 0,-1-1-5 0,1-1-4 0,1-2-4 16,0 0-2-16,-1-2-4 0,0 0-5 0,0-2-7 0,0-2-2 0,0 0 2 16,-1-1 1-16,1-2 5 0,-2-1 3 0,1 0 6 0,-1-1 8 15,1-1 5-15,-1-1 7 0,-1-1 0 0,0-1 5 0,0 1 0 0,0-2 3 16,0 1-3-16,0-1-1 0,0 0 3 0,1 0-2 0,-2 1 2 15,-1 0 3-15,0 1-5 0,0 0 0 0,0 1 4 0,0 1-7 0,-3 1 4 16,2 0-1-16,-2 2 1 0,1 1 3 0,1 1-4 0,-3 1-3 0,2 0 0 16,0 2-4-16,0 0-3 0,0 1 1 0,-1 0 2 0,1-1-3 15,-1 2 3-15,0-1-5 0,1 0-3 0,-1 0-4 0,0 0-4 0,-1-1-11 16,0-2-7-16,0-1-17 0,0 0-20 0,0-1-18 0,-2-2-25 0,0 0-30 16,0-1-48-16,0-2-52 0,-2-1-80 0,-1 0-78 0,0-1-64 15,-1-3 1-15,0-1 146 0,-2-1 51 0</inkml:trace>
  <inkml:trace contextRef="#ctx0" brushRef="#br0" timeOffset="13963.27">30262 7785 709 0,'2'0'187'0,"0"2"10"16,1 1-11-16,2 0-22 0,-2 0-34 0,0 1-22 0,3 0-12 0,-1 1-2 16,3 1 3-16,-1 0-2 0,0 0-2 0,1 0-13 0,0-1-9 15,0 1-3-15,0-1-13 0,1-1 1 0,0 1-12 0,0-1-9 0,-1 0-5 16,1 0-9-16,-2-2-7 0,-1 0-4 0,0-1-4 0,-1 0-4 0,0 0-1 15,-2-1-7-15,1 0-1 0,-1 0 4 0,-1 0-2 0,0 0 4 16,1-1-2-16,-1 1-7 0,0-1 0 0,0 1 1 0,0-1-4 0,-1 2 0 16,1-1-2-16,1 0-8 0,1 0-2 0,-2 1-1 0,2 0-5 0,-1 1 3 15,1 0-6-15,1 0 2 0,-2 1-1 0,2 0-4 0,-1 0 8 16,1 0 1-16,0 1 9 0,0 0 7 0,1 0 5 0,-1 0 1 0,0 0 3 16,1 0 3-16,-3 0 2 0,3 2 1 0,-1-1 1 0,1 1 0 15,0-2 2-15,-2-1 5 0,2 0-4 0,-1-1 8 0,-1 0 4 0,2-1 0 16,0-1 8-16,-1-1-4 0,-1 1 4 0,1-3 3 0,0 1 1 15,1-2 3-15,0-1-2 0,0-1 4 0,1 0 0 0,-1 0-1 0,1-1-6 16,0 1-2-16,-2 1 4 0,2-3 1 0,-1 1 5 0,0-1 6 0,0 0 2 16,-1-1 0-16,1 0 5 0,-1 0 1 0,0 0 2 0,1 0 4 15,-1-1-6-15,-2 0-6 0,-1-1-9 0,0 1-6 0,0-1-3 0,-2 0-4 16,-1 1 6-16,-2-1-6 0,0 2 3 0,-2 1-1 0,-2 1-5 0,-2 0-2 16,1 0-5-16,-1 0-5 0,-1 1-1 0,1 1-2 0,-1 0-1 15,0 1-4-15,-1 1-2 0,0 0 0 0,1 1 4 0,-1 1-2 0,1 1 2 16,-3 1-2-16,1 0-2 0,0 2 6 0,1 1-4 0,1 1 6 15,0 1 1-15,1 1 0 0,4 0 6 0,1 0-2 0,1 1-1 0,1-1 3 16,2 2-6-16,1 1 2 0,3 1-1 0,0 1-3 0,2 2 3 0,0 0-6 16,1 1 2-16,2 2-1 0,0 1 1 0,3 0 4 0,0 3-3 15,-1 1 1-15,2-1-1 0,-1 2-1 0,1-1 2 0,1-1-2 0,-2 1-3 16,1-2 3-16,-2 0 2 0,-1 1-4 0,-2-1 3 0,-1 0-3 0,-1 1-2 16,-1-3 0-16,-3 2-2 0,-2-1 2 0,-3 0-11 0,-2-1-19 15,-1 0-17-15,-3-1-32 0,-2-1-33 0,-1 0-23 0,-4 0-42 0,1-1-37 16,-1-4-24-16,0 0-57 0,-1-2-104 0,0-3-153 0,-1-2-28 0,2-3 181 15,-1-2 53-15</inkml:trace>
  <inkml:trace contextRef="#ctx0" brushRef="#br0" timeOffset="14811.93">28072 9130 207 0,'0'1'96'0,"0"1"-10"0,-1 1 13 0,1-2 21 16,-1 1 24-16,0-1 8 0,1 0-2 0,-1 1-14 0,0 0-13 16,0 1-8-16,-1 0-1 0,1 0 6 0,-1 1-1 0,0 0 4 0,-1 0 6 15,0 1-3-15,1 0 0 0,0 1-7 0,0 1-6 0,1 1 0 0,1 1-6 16,0 2-10-16,1 2-11 0,1 1-13 0,2 1-11 0,0 4-2 15,0 2-14-15,2 2-11 0,1 3-5 0,0 1-16 0,0 3-1 0,1 0-17 16,1 2 13-16,-1 0 0 0,0 0-5 0,0-2 8 0,1-1-12 0,-1-2-2 16,2-2 1-16,1-2-3 0,-1-2-5 0,2-1-5 0,-1-1-6 15,0-2-12-15,2-2-17 0,-1 0-19 0,0-2-22 0,-2-2-32 0,0-2-23 16,0-1-28-16,-1-3-32 0,1 0-39 0,0-3-64 0,-1 0-78 16,0-3-53-16,-1-2 40 0,0-1 136 0,0-3-17 0</inkml:trace>
  <inkml:trace contextRef="#ctx0" brushRef="#br0" timeOffset="15012.28">28503 9244 890 0,'6'-18'221'0,"0"-1"-25"0,2-3 15 0,0 2-21 15,1 4-14-15,0 3-21 0,0 2-29 0,1 0-15 0,-2 2-15 0,1 2-8 16,-1 1-1-16,0 3-2 0,-1 1-5 0,-1 2-1 16,0 1-16-16,0 2-8 0,-1 2-4 0,0 1-11 0,-1 1-1 0,1 1-3 0,0 2-8 15,-1 0-2-15,1 3-5 0,-1 1 0 0,0 2-3 0,-1-1-2 0,0 2 0 16,-1 1-4-16,0 0 3 0,1 0-5 0,-1 1-3 0,0 2 0 15,-1-2-5-15,-1 2-4 0,1-1 4 0,-1-1-12 0,2 1-5 0,-1-1-4 16,2-2-20-16,-1 0-16 0,2-2-44 0,0-1-34 0,0-3-44 16,2 1-59-16,0-1-77 0,1 0-153 0,0-2-143 0,-1-1 104 0,-1-1-6 15</inkml:trace>
  <inkml:trace contextRef="#ctx0" brushRef="#br0" timeOffset="15279.11">28248 9488 908 0,'-7'2'497'0,"-1"0"-420"15,-1 0 23-15,2 2 22 0,3 0 3 0,2 0 3 0,1 2 0 0,2 0 0 16,1 2 8-16,2 0-7 0,1 1-14 0,1 0-9 0,1 1-19 16,1 1-12-16,2 0-1 0,1 2-18 0,2 0-10 0,2 0-8 0,1 2-12 15,1 0 1-15,-1 1-8 0,3-1-2 0,-1 1-1 0,-1 0-9 0,1 0 4 16,-1 0-8-16,-1 0-1 0,-2 0 2 0,2-1-4 0,0-3-2 15,0 0-2-15,0-1-1 0,0-3-6 0,2 0-1 0,-2-3-9 0,1 0-3 16,-1-2 1-16,0-3-5 0,0-1 2 0,1-2 0 0,-1-3-3 16,0-1-8-16,-1-2-23 0,0-1-36 0,-1-1-38 0,-2-1-52 0,-2 1-58 15,0-1-73-15,-1-1-128 0,0 0-113 0,-1 0 118 0,-1-1 18 0</inkml:trace>
  <inkml:trace contextRef="#ctx0" brushRef="#br0" timeOffset="53047.45">16590 12893 485 0,'-5'-2'89'0,"2"1"12"0,-1-1-8 0,2 1-31 16,1 1-21-16,1 0-9 0,2 1-8 0,-1 0 3 0,1 0 0 16,0 1 1-16,0-1 0 0,0 1-3 0,1 2-1 0,-1 0-5 0,0 2 1 15,0-1 0-15,0 1 3 0,0 0-3 0,0 1 4 0,-1 0 0 0,1 1 5 16,-1 1 2-16,0 0-2 0,1 0-1 0,0 0-6 0,1 2-5 15,1 1-2-15,-1 1-3 0,2 1-7 0,1 0 1 0,0 3-8 0,1 0 5 16,1 0 0-16,0 2-3 0,1-1 5 0,-1 1 0 0,0-2-3 16,2 1 7-16,-1-1-6 0,1-2 1 0,1-1 9 0,-1-1-7 0,1-2 7 15,0 0 9-15,1-2 7 0,-1-2 18 0,0 1 15 0,-1 0 11 0,1-3 20 16,-1-1 0-16,-1 0 2 0,0-2-4 0,-1 1-16 0,0-1-2 16,-1-1-11-16,1 0-8 0,-1 0-13 0,0-1-5 0,0 0-4 0,1 0-4 15,-1-1-1-15,2-2-24 0,0-1-2 0,2-1-4 0,-1-1-1 0,1-1 8 16,0 0-1-16,1 0 2 0,0 1-2 0,0 0 10 0,1-1-7 15,1 2 4-15,-1-1-7 0,0 0-8 0,-1 1 7 0,1 0-10 0,-2-1 9 16,1 1-2-16,-1 0-7 0,1 0 6 0,0 0-6 0,1-1 1 0,0 1 0 16,-1 0-2-16,2-1-5 0,0 1 1 0,0-1-12 0,-2 1-9 15,-1 0-7-15,1 0-11 0,-1 1-24 0,-1 0-36 0,-1 0-46 0,-2 0-80 16,1 0-121-16,-2 0-33 0,0 0 24 0,1-1 85 0,-1-1 11 0</inkml:trace>
  <inkml:trace contextRef="#ctx0" brushRef="#br0" timeOffset="53331.04">16326 12904 1312 0,'-6'-9'268'0,"3"2"-144"0,1-2-11 0,3 4-28 0,4 1-32 0,3-1-15 16,4-1-14-16,2 1-5 0,5-1 0 0,1-2-11 0,4 1-1 16,0 0-2-16,2 0-7 0,-1 0 5 0,0 1-10 0,2-1-3 0,0 1 0 15,1 0 1-15,-3 0-2 0,0 0 0 0,-1-1-4 0,-2 0-2 0,0-1 0 16,0 0 3-16,-3 0-5 0,2 1-3 0,-1 1-3 0,-3-2-6 16,1 0-1-16,-1 0-20 0,-2 0-39 0,0 1-42 0,-1-1-49 0,0 0-29 15,-1-1-9-15,1 0 3 0,-1-1 16 0,-1 2 30 0,0 0 47 0,0 0-81 16</inkml:trace>
  <inkml:trace contextRef="#ctx0" brushRef="#br0" timeOffset="53698.29">17497 12601 1489 0,'-8'-2'118'0,"1"1"35"0,0 0-25 16,4 1-44-16,3 2-39 0,0 1-14 0,2 2-9 0,2 0-5 16,1 1-1-16,1 1-6 0,0 1-3 0,2 0 2 0,0 2-3 0,0-1 7 15,0 0-3-15,0 2-3 0,1-1 3 0,0 1-10 0,1 0 3 0,0-1-3 16,1-2-7-16,-1 1 4 0,1 0-4 0,-1-1 0 0,0 0 8 15,-1-1-4-15,-1-1 2 0,0-1-2 0,-1 0 0 0,0-1 3 0,0-1 3 16,0 1 3-16,-1-2-9 0,0 0 3 0,1 0 3 0,-2-1-8 0,0 1 2 16,0-2 3-16,-1 1-4 0,0-1 4 0,1-1-1 0,-2 1-7 15,1-1 5-15,-1 1-8 0,0-1 5 0,0-1-7 0,-1 1-14 0,0 0-10 16,0 0-24-16,-1-1-33 0,0 1-35 0,-1-1-41 0,0 0-47 0,0 1-33 16,0-2 3-16,0 0 19 0,-1-1 40 0,1 0 45 0,-1 0 40 15,0-1 14-15,-1 0-26 0</inkml:trace>
  <inkml:trace contextRef="#ctx0" brushRef="#br0" timeOffset="54347.79">18082 12335 1329 0,'-10'-8'164'0,"1"1"35"16,-1 0-26-16,4 4-56 0,4 2-43 0,1 3-40 0,0 0-19 0,2 4-8 16,2 2-6-16,0 2 3 0,2 3-4 0,-2 1 2 0,1 1 1 15,-1 3-5-15,-1 1-1 0,0-1-1 0,-2 2-7 0,0 0-2 0,0 0-6 16,-1 0-2-16,0 0 3 0,0-2-3 0,-1 1-2 0,0 0 2 15,0-3 1-15,-1-1 7 0,0 0 2 0,0-1 18 0,-1 0 1 0,-1-2 1 16,0-1 9-16,0-1-13 0,-1 0 8 0,1-2 1 0,1 0 2 0,-1-2 4 16,1-1 0-16,1 1 3 0,0-2-2 0,1 1 5 0,1-1-7 15,1-1-4-15,0 0-3 0,1 1-6 0,1 0 4 0,1-1 2 0,0 1 1 16,2 0-1-16,1-1 6 0,0 1-4 0,1-1 6 0,1-2 2 0,0 2-1 16,1-3 5-16,0 1-11 0,2 0 6 0,-1-3-4 0,3 1-5 15,-1-3 5-15,1 0-5 0,1-2-1 0,-2-2 5 0,2-1-4 0,-1-2 1 16,0-1-2-16,0 0 1 0,-1-3-4 0,2-1-3 0,0-1-13 0,-1 0-3 15,0-2 1-15,0 0 4 0,2 0 11 0,-1-2-4 0,1-1-1 16,1 1-1-16,-1-1 1 0,-1-1 1 0,-1 2 3 0,-2-1-1 0,1 1-3 16,0 2 1-16,-1 0-2 0,0-1-1 0,-2 1 1 0,0 0-6 15,-1-1 10-15,-1 1-4 0,-1 1 7 0,-1 0-7 16,-3 1 2-16,-1 2 1 0,-2 1 1 0,-2 1 1 0,-1 2-5 0,-2 1-2 0,-2 1-7 0,-2 0 0 16,-2 1 6-16,-3 1 6 0,0 1-2 0,-4 1 2 0,1 2-2 15,-4 0-4-15,-3 3 9 0,0 0-2 0,-3 1-4 0,1 2 1 0,-2 0-3 16,0 0-2-16,-2 2 3 0,0 0-2 0,-1 1 5 0,2 1-1 0,0 1 2 15,2 0-1-15,0 0-4 0,3 1 5 0,-1 1-1 0,0 1 2 16,1 1 1-16,0 1-3 0,3-2 1 0,0 3-7 0,5 0 3 0,0 0 6 16,4-2-6-16,0 1 5 0,1 0-1 0,2 0-9 0,2 0 7 15,2 0-1-15,2 1-5 0,2 0 4 0,1 0-7 0,2-1-1 0,2 2-3 16,1-1-3-16,2-1 2 0,2 1-6 0,1-2-6 0,2 0-10 0,-1-2-16 16,1-1-12-16,1-2-15 0,1-1-18 0,2-1-15 0,2-1-27 15,-2-3-22-15,2 1-25 0,0-2-27 0,-2-1-6 0,0-1 7 0,0-1 19 16,0-2 29-16,0-1 32 0,0-1 37 0,0-1 28 0,1-1-69 0</inkml:trace>
  <inkml:trace contextRef="#ctx0" brushRef="#br0" timeOffset="54981.42">18507 11852 596 0,'-11'-18'420'16,"0"2"-294"-16,-1-2 38 0,3 6-29 0,4 4-39 0,2 2-31 0,2 2-23 15,0 2-19-15,1 1-19 0,1 1-8 0,1 1-5 0,-1 2-4 16,1 1 2-16,1 2-1 0,-1 1-3 0,1 1 3 0,-1 1-3 0,0 0 0 16,1 0 2-16,0 1-1 0,1-1 3 0,1 0-2 0,1-1 2 15,2 0 3-15,0-1 4 0,1-2-1 0,2-1-1 0,0 1 3 0,1-2 3 16,3 0 3-16,-1 0 2 0,1-2-1 0,0 0 5 0,0-1 0 0,0 0 7 16,2 0 1-16,-1-2 6 0,1 0 0 0,-2-1 1 0,1 0 7 15,0 0 8-15,-1-1 1 0,2 0 5 0,-1 1 2 0,1-2 3 0,-2-1 2 16,1 1 0-16,-1 0-6 0,1 0-2 0,-3 0-4 0,0 0-1 0,-1 0-7 15,-2 1-8-15,1 0 4 0,-2 0-3 0,-1 1-1 0,-1 0 0 16,0 1-10-16,-3 0-1 0,1 0 2 0,-2 1-4 0,-1 0 5 0,0 0-5 16,-1-1 0-16,0 1-2 0,-1 1-1 0,0-1 2 0,1 0 4 0,-2 1-6 15,1 0 1-15,0 0-7 0,-1 1-2 0,1-1 0 0,0 1-2 16,0 1 2-16,-1 0 2 0,0 1-1 0,1 1 1 0,-1 0-2 0,0 2-2 16,1 2 1-16,0 1 2 0,0 1 1 0,1 1-5 0,0 1 3 0,1 1 0 15,0 2 3-15,2 2 3 0,0 1-3 0,1 2-3 0,1 1-6 16,0 0 0-16,1 3 12 0,1 1 3 0,0 3-3 0,1 1 2 0,0 1-6 15,0 0-4-15,0-1 7 0,1 2-4 0,-1-3-5 0,0 1-3 16,0-2 4-16,0 0 0 0,0-1 0 0,-2-2 2 0,1 0-3 0,-2-3 4 16,-1-1 2-16,-2-2-4 0,-2-2 4 0,0 0 1 0,-2-2-1 15,-2-3-1-15,-1-1 5 0,-2-1 1 0,-1-2 4 0,-1 1 1 0,-1-2 4 16,-2-1-2-16,-1 0-5 0,-1 0 4 0,0-2-10 0,-2 0 3 0,-1-1 1 16,-1-1-4-16,-1 1-2 0,-2-1 4 0,-1 0-5 0,0-1 3 15,-1-1-4-15,0-1-6 0,1 0 1 0,0 0-8 0,0 1 6 0,1 0-9 16,0 0-5-16,1 0-5 0,2 0-21 0,0 0-24 0,2 0-65 0,2-1-84 15,3 0-110-15,1-2-147 0,2 1-15 0,2 0-78 0</inkml:trace>
  <inkml:trace contextRef="#ctx0" brushRef="#br0" timeOffset="55731.96">16475 14956 1462 0,'-21'-10'448'0,"0"1"-351"0,-5 1 24 0,4 4-22 16,6 3-23-16,2 1-28 0,3 2-28 0,3 1-10 0,3 0-7 16,1 2-3-16,2 0 3 0,1 3-1 0,1 0-5 0,1 2-3 0,1 3-2 15,2 0 4-15,-1 4-3 0,1 3 3 0,1 1 8 0,1 3-7 16,0 0 2-16,0 0-7 0,0 1-1 0,1 0 8 0,-1 2-1 0,2 1 11 16,0-1-1-16,-1 0 6 0,1-2 10 0,-1-1 8 0,0-1 8 0,-1-4 9 15,0 0 3-15,0-1 5 0,0-4 4 0,-1 1-1 0,0-3 5 16,-1-1-1-16,0-2 4 0,0-2-2 0,1-2-2 0,-1 0 2 0,-1-2-8 15,0 0-3-15,-1 0-5 0,0-2-3 0,1 0-1 0,0-1-6 0,-3 0-11 16,2 0 1-16,0 0-8 0,0 0-6 0,1-1 5 0,0 1-8 16,0-1 0-16,1 0-2 0,0 0-13 0,1-1 1 0,0 0 6 0,1-1 1 15,0 1-2-15,0-1-6 0,2 1 0 0,-1 0 0 0,2 0 0 16,1 1 2-16,0 0-7 0,0-1-3 0,0 1 1 0,-2-2-10 0,2 1-3 16,0-1-6-16,0-1-14 0,0-1-6 0,1 0-19 0,0-2-7 0,1-1-4 15,1-1-16-15,-2-1-11 0,1-2-21 0,-1-1-25 0,1-2-38 16,-1-1-41-16,-1 1-24 0,0-1-37 0,-2-1-43 0,-3 0-18 0,-1-1 10 15,-3-1 70-15,-2-1 91 0,-1 0 74 0,-4-3-44 0</inkml:trace>
  <inkml:trace contextRef="#ctx0" brushRef="#br0" timeOffset="55898.16">16282 14818 159 0,'-30'-12'129'0,"0"0"-9"16,-8-4 54-16,5 1 15 0,7 2-7 0,3 1-16 0,2 0-19 0,5 0-28 15,2 0-9-15,2 0-10 0,3 1-12 0,4 0 0 0,2 1-18 16,4 1-13-16,2 0-18 0,2 1-15 0,3 0-8 0,3 2-3 0,2-1-2 15,1 0-5-15,2 1-2 0,3 0-5 0,1 2-1 0,3-1-1 16,1 2-13-16,0 0-14 0,2 1-15 0,0 1-31 0,1-1-35 0,1-1-45 16,-1 1-50-16,1-1-25 0,0 0-25 0,2-1-4 0,-1 1 40 0,2 0 55 15,-1 0-45-15</inkml:trace>
  <inkml:trace contextRef="#ctx0" brushRef="#br0" timeOffset="56098.49">17339 14354 500 0,'-5'-8'188'16,"0"0"-17"-16,-1-1 20 0,1 1-36 0,0 3-40 0,1 0-41 16,1 1-28-16,1 1-18 0,1 2-13 0,0 1-5 0,2 1-6 0,-1 1-4 15,0 1 1-15,1 3 4 0,0 1 3 0,0 3 3 0,1 2 5 0,0 3 2 16,0 2 3-16,0 0 2 0,0 4-6 0,0 3 1 0,1 0-5 16,1 3-6-16,0 1-7 0,1 1 0 0,0 2-2 0,1 2-2 0,0 0 4 15,2 2-6-15,1-3-3 0,1 1-1 0,0 0-12 0,2 1-9 16,-1 2-22-16,1-1-58 0,1 0-126 0,1-4-57 0,1 2-12 0,0-1 59 15,2-1 104-15,1-1-29 0</inkml:trace>
  <inkml:trace contextRef="#ctx0" brushRef="#br0" timeOffset="56297.68">17687 14872 835 0,'-6'-2'270'0,"2"1"-123"15,-2 0-6-15,2 2-41 0,2 0-34 0,0 2-23 0,2 2-29 0,0 3-14 16,2 1 0-16,1 3-5 0,2 1 1 0,2 1 2 0,2 4-3 16,1-1-3-16,-1 3 1 0,1 0-4 0,1 3-8 0,1 1-7 0,1 1-16 15,1 1-15-15,0-3-12 0,3 2-23 0,1-2-44 0,1 1-37 0,-2-2-19 16,1-1-6-16,-1-1 26 0,-2-1 37 0,1-1 39 0,-1-2-48 16</inkml:trace>
  <inkml:trace contextRef="#ctx0" brushRef="#br0" timeOffset="56614.65">18090 14145 1066 0,'4'-12'194'0,"2"-1"-36"0,3-2-11 0,2 3-55 15,2 2-27-15,1 1-26 0,5 3-22 0,5 0-6 0,1 2-4 16,5 1 1-16,2 3-7 0,1 1-1 0,0 3-7 0,0 2-11 0,-3 2-10 15,0 1-19-15,-2 5-18 0,1 1-9 0,-4 3-12 0,1 2-23 0,-3 4-21 16,-4 0-12-16,-1 4 2 0,-3 1 23 0,-3 0 24 0,-1 0 26 16,-1 1 24-16,-3 1 18 0,-4-2 18 0,-1 1 15 0,-4-4 23 0,-2 0 27 15,-2-4 39-15,-1 0 45 0,-1-4 37 0,2-3 29 0,-1-2 9 0,0-1-13 16,2-3-16-16,0-1-31 0,2-1-25 0,2-4-24 0,0 0-26 16,2-1-19-16,1-1-17 0,0-1-10 0,1 1-9 0,1-2-5 0,2 1-1 15,1-1-6-15,2-1-3 0,3 0-3 0,0-1-6 0,3-1-3 16,0 0-5-16,1 0-2 0,1 1-9 0,1 1-6 0,0-1-12 0,1 0-21 15,0 1-28-15,-1-1-51 0,1 1-60 0,0 1-60 0,1-1-74 0,-1 1-55 16,1 0-28-16,0 0 73 0,2 1-23 0</inkml:trace>
  <inkml:trace contextRef="#ctx0" brushRef="#br0" timeOffset="56847.87">19393 14720 1678 0,'-4'-4'1010'16,"1"3"-955"-16,-1-1-15 0,1 4-34 0,2 1 8 0,-1 1-9 0,1 3-9 15,3 3-7-15,-1 3-11 0,3 4-6 0,1 2-4 0,0 3-10 16,1 0-16-16,0 2-34 0,0-2-56 0,1 0-65 0,-2-1-77 0,0-1-108 15,-1 0-77-15,1 0 44 0,-1-2-42 0</inkml:trace>
  <inkml:trace contextRef="#ctx0" brushRef="#br0" timeOffset="57214.64">19498 13997 1771 0,'-2'-6'505'16,"2"2"-361"-16,0 0-23 0,2 4-46 0,2-1-39 0,1 2-19 0,5 1-22 15,5 3-15-15,4 3-7 0,7 2-13 0,2 1-9 0,-1 3-10 0,-1 1-15 16,-3 1-24-16,0-1-34 0,-1 3-26 0,-2 1-24 0,-1 0-18 16,0 2-15-16,-2 2-12 0,-1 0 14 0,0 1 27 0,-2-2 42 0,-3-3 46 15,0 0 33-15,0-3 32 0,-2-2 19 0,1-3 19 0,-1-1 15 16,-2-2 18-16,3-2 28 0,-1 0 23 0,-1-3 31 0,0-1 28 0,-2-2 19 15,1 0 10-15,-1-2-5 0,0-1-8 0,1 0-8 0,1-1-10 0,-2 0-25 16,1 1-17-16,0 0-25 0,-2-1-20 0,1 1-7 0,0 0-7 16,-1 0-5-16,0 1-11 0,1-1-10 0,-2 2-8 0,1 0-5 0,-1 1-2 15,1 0-7-15,-1 0-3 0,0 1-2 0,-1 0-1 0,0 2-5 0,0 0-4 16,0 1-10-16,0 2-7 0,-1 1-1 0,1 2-10 0,-1 2-7 16,-1 1-4-16,-1 0-5 0,-1 2-11 0,-1 2-6 0,0 0-19 0,-2 1-11 15,0 1-18-15,-1 0-22 0,-2-2-23 0,0 0-18 0,-1-1-3 0,1 0-1 16,0-1 11-16,2 0 22 0,0-1 37 0,0-2 42 0,1-2-6 15,1-2 19-15</inkml:trace>
  <inkml:trace contextRef="#ctx0" brushRef="#br0" timeOffset="57730.59">19980 13603 853 0,'0'-6'194'0,"0"0"-37"0,0 0-9 0,0 0-44 0,0 1-32 15,1 0-23-15,0 1-20 0,-1 3-11 0,2-2-8 0,0 2-3 0,1 0-7 16,1 0 3-16,1 1-2 0,-1 0-5 0,2 1 4 0,1 0-7 16,0 1 3-16,2-1-1 0,1 0 0 0,1 0 2 0,1 0-4 0,1 1 2 15,1-2 0-15,0 1 0 0,2-2 4 0,0-1-4 0,0 0-2 0,-1-1 9 16,0 0 0-16,0-1 2 0,0-1 1 0,-1 0-1 0,0-1 2 15,-1 0 4-15,-1-1 3 0,-2 2 0 0,-1-2 6 0,-1 0 3 0,0 1 0 16,-1-1 3-16,-1 0-2 0,0 1-3 0,-2 1-3 0,1 0-2 0,-2 0-3 16,-1 3 0-16,0-2-6 0,0 2-2 0,-2 1-2 0,1-1-2 15,-1 1 1-15,0 0-2 0,0 1-5 0,0 0-2 0,1-1-4 0,-1 2 0 16,0-1-1-16,0 1 0 0,0 1-3 0,0 0-2 0,0 1 1 0,1 0 1 16,0-1 2-16,1 3-3 0,0-1 5 0,1 1-9 0,1 1-3 15,1 1 0-15,1 0-4 0,1 2-2 0,1 1-2 0,1 1-2 0,1 2 1 16,-1 2 1-16,1 2 8 0,1 0 3 0,0 2-2 0,1 1-5 15,-2-1-11-15,3 2-9 0,-1 1-9 0,-1-1 2 0,1 3 5 0,0 0 12 16,1 0 13-16,3 2 10 0,0 0 6 0,0-1 1 0,0 1-3 16,0-2 1-16,-1 1 2 0,-1-1 2 0,1 2-3 0,-1 0-2 0,0 0 4 15,-2 0 4-15,-2-3 3 0,0 0 2 0,0 0-1 0,1-1-1 0,-2 2 9 16,0-2 1-16,-1 1 2 0,-3-1 8 0,1-3-2 0,-1 1 7 16,-2-1 4-16,-1-1-2 0,0 2 1 0,-2 0-6 0,-1 1-3 0,-2 1 3 15,0 0-6-15,-1 0-3 0,-1 1-5 0,-1-2-12 0,1 0 5 0,-1 1-3 16,0 0 0-16,-1 0-2 0,1 0-13 0,-1-2-16 0,2 1-35 15,-1-1-54-15,1-1-66 0,2-1-38 0,-1-2 24 0,2 1-79 0</inkml:trace>
  <inkml:trace contextRef="#ctx0" brushRef="#br0" timeOffset="57881.09">20728 14727 1937 0,'2'-3'132'0,"1"1"-76"0,2-2-32 0,1 0-21 0,3 0-38 0,2-1-84 16,3 0-137-16,3 0-153 0,4-1-95 0,2 1 60 0,5 1 91 0</inkml:trace>
  <inkml:trace contextRef="#ctx0" brushRef="#br0" timeOffset="58031.12">21508 14729 1522 0,'3'-3'507'0,"1"2"-398"0,1-1-47 0,-1 2-25 16,0 0-6-16,0 0-7 0,0 1-24 0,0 0-25 0,-1 0-24 0,0 1-27 16,-2 1-30-16,0 0-59 0,-1 0-89 0,-1 1-71 0,-1 0-43 15,-3 0 34-15,-1 2 90 0,-2 1 90 0,-2 1-26 0</inkml:trace>
  <inkml:trace contextRef="#ctx0" brushRef="#br0" timeOffset="58965.02">27596 9840 664 0,'-7'-4'388'0,"-2"4"-325"0,-2 1-5 0,0 6-42 0,0 2-6 15,2 2 2-15,2 4-4 0,0 2 3 0,2 2-1 0,0 2-4 16,0 4-1-16,1 2 1 0,0 3-2 0,0 1 3 0,1 3 6 0,1 1 6 16,0 2 5-16,1 1 9 0,0 1-3 0,0 1 4 0,0 0 1 0,0 2-4 15,0 2-4-15,0-1-4 0,1 0-4 0,0 0-4 0,0 0 3 16,1 1-6-16,-1 0-6 0,1 3 3 0,-2-1-4 0,1 0 3 0,0 0 4 15,1-1-1-15,0-3-4 0,2-1-2 0,0 0 2 0,2-2 0 0,1-1 5 16,1-2 2-16,1-3 0 0,1-2 7 0,-1-2 11 0,2-3 11 16,1-2 14-16,0-1 8 0,1-2 3 0,-1-3-7 0,1 0-4 0,1-1-2 15,1-2 5-15,0-1 1 0,0 1-1 0,2 0-9 0,1-2-16 0,0 0-2 16,0 0-8-16,2 0 0 0,1-1-5 16,-1 0-1-16,0-2-3 0,-1 1-5 0,0-1 2 0,-2-1 6 0,1-2 0 0,-1 0-3 0,-1-1 2 15,0-1-5-15,-1 0 0 0,0-1-1 0,0-1-6 0,-3 1 1 16,0-1-1-16,-1 0 2 0,-1-1-4 0,-1 1-1 0,-2-2-3 0,1 1-5 15,-3 0 3-15,1 0-3 0,1-1 5 0,-2 1 0 0,0-2 0 0,0 2-3 16,-1-1 5-16,1 0-4 0,-1 0-1 0,-1 0 1 0,0 0 1 16,0 1-1-16,0-1 2 0,0 1 0 0,0 0-2 0,-1 0 2 0,0 0 4 15,0 0-4-15,0-1-2 0,-1 1-1 0,1 0 1 0,0 0-3 16,0 0 5-16,-1-1 3 0,0 2-1 0,1-2 3 0,-2 1-8 0,1 0 3 16,0 0-2-16,-1-1-1 0,1 1 1 0,-1-1-6 0,1 0-2 0,-1-1-3 15,1 0-8-15,-1 0-12 0,0-1-30 0,-1 0-34 0,0-1-57 16,-1-1-85-16,-2-2-117 0,0 1-130 0,-3-4-18 0,-2-1-31 0</inkml:trace>
  <inkml:trace contextRef="#ctx0" brushRef="#br0" timeOffset="59464.81">26708 12794 832 0,'-4'-5'353'0,"-1"-3"-204"0,-2-3-73 0,0-1-41 15,1 1 9-15,1 0 7 0,1 2 10 0,1-2-8 0,1 1-4 16,1 0-16-16,0 1-6 0,1 0-13 0,1 0 3 0,0 3 11 0,0 0 0 15,1 0 25-15,1 2 3 0,-1 1 4 0,0 1 11 0,1 0-5 16,0 2-4-16,-1 0-4 0,2 0-12 0,-1 1-8 0,1 0 2 0,0 3 0 16,1 0-2-16,0 4 23 0,1 3-5 0,-1 3-5 0,1 4-6 0,2 3-17 15,-1 3 0-15,0 3 0 0,1 1 1 0,-1 3-6 0,2 0-3 0,-1 3-3 16,0 1-3-16,0 1-6 0,-1-1-5 0,-1-1 1 0,2 0-6 16,-1-1 7-16,0 0 3 0,1 0-1 0,0 0 0 0,0-4-16 0,0 0 15 15,-1-4 4-15,1 0 2 0,0-1 13 0,1-2-20 0,0 1 5 16,1-2-3-16,2-2 2 0,-1 0 4 0,2-2-2 0,1-3 1 0,0 0 5 15,-1 0 7-15,2-1 6 0,1-1 1 0,1-2 1 0,0 1-6 0,1-1 1 16,1 0 3-16,-1 0 0 0,3-2-8 0,-1 0-4 0,0-1 0 16,1-1-6-16,-2-1 10 0,0-1-9 0,0-1-4 0,0-1 2 0,1-1-9 15,-1 0 3-15,2-1-1 0,-1 0-1 0,-1 0 3 0,0-1-10 16,0 0-5-16,-3 0-2 0,0-1-2 0,-1 0-5 0,-1 0-7 16,-1-1-9-16,0 1-11 0,-1-1-1 0,-1-1-14 0,-1 0-22 0,-2 0-16 0,-2-1-31 15,-1-2-33-15,0-1-31 0,-2-1-43 0,0-2-54 0,-2 0-59 0,0-1-56 16,-1-1-16-16,-1-2 81 0,-1-5 12 0</inkml:trace>
  <inkml:trace contextRef="#ctx0" brushRef="#br0" timeOffset="59731.5">26534 12749 2380 0,'-1'-2'274'16,"2"1"-135"-16,1-1-93 0,1-1-28 0,1 1 3 0,1 1 7 0,3-1 3 16,1 1-4-16,2 0 0 0,3 1-10 0,1 1-1 0,0 0-8 15,3 0-6-15,2 0 1 0,1 1-8 0,0 0 2 0,1 0 3 0,-1 0-12 16,1 0 1-16,-2-1 1 0,-1 0-14 0,0-2 4 0,-2 1-11 16,-1-1-7-16,0-1-9 0,0 1-8 0,-2-1 4 0,-1 0 7 0,-2-1 7 15,1 1 8-15,-2 0 1 0,-1-1-1 0,-1 2-3 0,-2-2-13 0,0-1-11 16,-1 1-16-16,-1 1-16 0,-1-2-12 0,1 2-30 0,1-2-30 15,-1 1-43-15,1 1-69 0,-1-2-58 0,3 0-26 0,1-1 52 0,2 0 70 16,1-2 58-16</inkml:trace>
  <inkml:trace contextRef="#ctx0" brushRef="#br0" timeOffset="60131.1">27430 12520 1792 0,'0'2'535'0,"0"0"-368"0,0 1-111 16,0 3-30-16,2 1 10 0,2 0 21 0,0 4 9 0,1 1-2 0,1 2-11 16,-1 2-17-16,2 1-20 0,0 2-7 0,-1 3 6 0,1 1-3 15,0 3 5-15,-2 0-4 0,1 3-14 0,-1-1 4 0,0-1 1 0,-2 4 1 16,1-2-2-16,-1 1-3 0,0 1 2 0,-1-1 0 0,0-2-6 16,-1-1 9-16,1-4-1 0,-1-1 1 0,1-1 3 0,0-3-1 0,0 0 4 15,1-2 1-15,0-1 8 0,1-1 6 0,0-2 4 0,1-1 8 0,1-1-1 16,0 0 0-16,0-2 6 0,1-1-2 0,0 0-1 0,0-2-4 15,0 0-1-15,3 0-8 0,0-1 5 0,0 0-10 0,2-1-9 0,0 1 0 16,2-2-17-16,2 1 0 0,1-2-1 0,-1 0-6 0,1-1 16 0,1 1 1 16,1 0 3-16,-1-1-2 0,0 0-1 0,0-1-2 0,-3 1-8 15,2-2 4-15,0 1 17 0,0-2-4 0,-1 0 0 0,2-1 0 0,1-1-13 16,-1-1-4-16,2 0 2 0,-2-1-7 0,0 1-11 0,-2-1 1 0,1 1 4 16,-1-1-2-16,-1 0 3 0,0 1 1 0,0-1-6 0,-2 2 3 15,-1-1 3-15,-2 2-13 0,-1 0 8 0,-1 0-13 0,-2 1-7 0,0 0-5 16,-2 0-17-16,-1 0-5 0,-1-1-24 0,-1 1-19 0,-1-2-27 15,-1 1-25-15,-1-2-28 0,0 0-28 0,-1-1-25 0,1-1-33 0,-2-1-28 16,0-1-20-16,-1-1 0 0,0-2 46 0,-1-3 74 16,-1-1 73-16,0-4-43 0</inkml:trace>
  <inkml:trace contextRef="#ctx0" brushRef="#br0" timeOffset="60414.15">27406 12542 2035 0,'3'-3'272'0,"0"-2"-133"0,2 0-80 0,2-1-4 15,2 1 13-15,2-1 10 0,2 0-5 0,3 0-6 0,1 0-17 0,2 1-11 16,1 1 0-16,0 0-7 0,1 2-1 0,2 0 0 0,-1 0-3 0,1 1-2 16,0 0-3-16,0 1-4 0,1 1-3 0,-2-1-5 0,1 0 1 15,-1 1-5-15,-2-1-1 0,0 0-5 0,-2 1-4 0,-1-1-1 0,0 0 2 16,-1-1-3-16,-1 1 9 0,-3-1-3 0,1 0 1 0,0 0 4 0,-1-1-8 15,-1 0 4-15,-2 0 3 0,0-1 4 0,-1 1 1 0,-1 0 1 16,-1 1 2-16,-1-1-6 0,0 0 5 0,0 0-1 0,-1 0-11 0,-1 0 4 16,0 2-6-16,0-1 0 0,-1 1-2 0,1 0-12 0,-2 0-12 15,0 1-22-15,0 1-32 0,0 0-46 0,-1 1-75 0,-1 0-123 0,0 2-205 16,-2 2-188-16,0 1 109 0,-2 2 86 0</inkml:trace>
  <inkml:trace contextRef="#ctx0" brushRef="#br0" timeOffset="62132.17">28640 12620 1341 0,'-7'0'389'0,"0"1"-236"0,-3 0-95 0,1 0-30 0,2 1 13 0,1 0 15 16,-1 1 6-16,0 0 0 0,1 0-16 0,2 1-23 0,-1 0-2 16,1 1-4-16,0 0 2 0,0 0 4 15,0 1 6-15,0-1 3 0,2 1 11 0,-1 1 16 0,2 0 13 0,-1 1 8 0,1 0-2 0,0 0-14 0,1 0-21 16,2 0-4-16,-1 2-13 0,2 0 0 0,0 0-4 0,-1 1-2 16,2-1-1-16,0 0 0 0,1-1-9 0,0 1 2 0,0-1 0 0,-1 0 2 15,2-2 0-15,0 1-4 0,0-2-1 0,-1-2-7 0,-1 1 6 0,2-2 1 16,-1-1-9-16,0 0-2 0,0 0-6 0,0-1 4 0,0-1 4 15,-1 0 4-15,1-1-4 0,1-1-2 0,0 0 0 0,0-1 0 0,1-1 6 16,1 0-4-16,-1-2 0 0,1-1 0 0,-1-1-2 0,1 0 7 16,-1-1 1-16,0-1-6 0,1 0 3 0,-1 0-5 0,0-2 1 0,0 0 6 15,-1 0-3-15,-1 0-4 0,-1 0 0 0,1-2-19 0,-1 1 14 0,-1-1-3 16,1 1-6-16,-1 1 18 0,-1-3-14 0,-1 1 2 0,0 0 1 16,-2 2-3-16,0-1-2 0,-1 2 1 0,-1-1-5 0,-1 1 8 0,0 2 2 15,-1-2 3-15,-2 3-2 0,0 0-3 0,-2 1-4 0,0 1-4 16,0 1-6-16,-1 1-6 0,0 1-11 0,1 0-4 0,0 0-2 0,-1 1-10 15,1 1-7-15,0 2-21 0,1 0-25 0,0 1-29 0,1 2-30 0,2 0-37 16,-1 3-32-16,2 1-37 0,1 3-15 0,1 0 7 0,3 1 27 16,2 1 61-16,1 2 65 0,3 3-65 0</inkml:trace>
  <inkml:trace contextRef="#ctx0" brushRef="#br0" timeOffset="62348.45">29153 12663 1477 0,'-6'2'909'0,"2"0"-734"0,-1 0-104 16,1 2-26-16,0 0 5 0,1 1 21 0,0-1 12 0,1 2-12 0,0 0-11 15,1 0-35-15,-1 3-13 0,1 0-12 0,0-1-3 0,-1 3 5 0,1 1-4 16,1 0 0-16,0 2 0 0,0 0-4 0,1 0-1 0,0 2-7 16,1-1 5-16,-1 0-3 0,2 1-5 0,-1 2-5 0,2 0-8 0,1 0-6 15,0 1-9-15,0 1-16 0,1-2-24 0,0 1-39 0,0-1-44 0,0-2-42 16,0-3-43-16,1 0-36 0,-1-1-21 0,1-2-6 0,0-2 15 15,0-2 50-15,0-3 69 0,-1-1 46 0,0-3-15 0</inkml:trace>
  <inkml:trace contextRef="#ctx0" brushRef="#br0" timeOffset="62581.18">29606 12323 2268 0,'-4'4'297'0,"1"2"-163"0,0 4-90 16,1 1-26-16,1 0 24 0,1 2 12 0,0 1 12 0,0 2 0 0,1 1-23 15,1 1-26-15,2 2-18 0,0 3-10 0,2 0-2 0,1 3-6 0,1 1-2 16,1 0-1-16,0-1-10 0,2 0 0 0,-1-1-17 0,0-1-24 16,1 0-25-16,-2-2-45 0,0-1-47 0,-2-1-53 0,1-3-47 0,-2 0-48 15,0-2-5-15,1-2 16 0,-1-2 47 0,0-3 80 0,-1-1 62 0,1-2-34 16</inkml:trace>
  <inkml:trace contextRef="#ctx0" brushRef="#br0" timeOffset="62764.58">29987 12633 670 0,'1'4'536'0,"-1"-1"-241"0,1 1-120 0,0 0-61 0,1 0-2 15,0 1-2-15,0 0 7 0,1 2-3 0,-1-2-26 0,1 3-18 0,1 1-24 16,0 2-29-16,0 1-9 0,1 0-5 0,0 0-1 0,0 2 1 15,-1 0-6-15,2 0-2 0,0 1-6 0,1 0-4 0,-1 0-4 0,1 0-16 16,0-2-17-16,0 1-38 0,-1-1-50 0,0-1-53 0,-1 0-69 0,1-2-46 16,-1-1-33-16,1 0 3 0,-1-2 70 0,1 1 86 0,2-1-19 15</inkml:trace>
  <inkml:trace contextRef="#ctx0" brushRef="#br0" timeOffset="63082.04">30397 12225 2213 0,'1'0'196'0,"1"1"-133"0,0 1-44 16,3 0-5-16,1 0 19 0,2 2 9 0,0 1 5 0,2-1-2 16,1 3-21-16,1 0-11 0,3 2-10 0,1 2-11 0,1 1 7 0,-2 0-6 15,1 0-11-15,0 0-3 0,-2 2-14 0,-2 0-10 0,-2-1-10 0,-1 2-24 16,-2-1-19-16,-1 0-19 0,-2 0-18 0,-2 1-1 0,-2 0 1 15,0 1 18-15,-2-1 37 0,-2 2 28 0,-1-1 34 0,-2-1 28 0,0-1 15 16,0 0 26-16,0-1 22 0,-1-1 30 0,0-1 23 0,1-2 1 0,2 0 3 16,0-1-17-16,2 0-17 0,1-2-14 0,0 0-24 0,2-1-14 15,0 0-5-15,3 0-9 0,0 0-2 0,0 0-4 0,2-2-16 0,1 1-3 16,0 0-2-16,2-1 5 0,0 2 4 0,-1-1-14 0,3 1-8 16,0 0-22-16,3 0-7 0,0 1-14 0,0-2-31 0,3 1-42 0,-2-1-57 15,0-2-76-15,0 0-64 0,1 1-47 0,0-2-10 0,0 1 41 0,-1-1 109 16,2-2-50-16</inkml:trace>
  <inkml:trace contextRef="#ctx0" brushRef="#br0" timeOffset="63248.49">31026 12723 1103 0,'0'5'512'0,"1"0"-285"0,1 3-151 0,0 0-43 0,1 0 9 0,0 2 18 15,2 2 13-15,1 1 1 0,-1 0-16 0,2 2-24 0,0 1-20 0,0 1-7 16,3 1-4-16,1 3-3 0,1 1 5 0,0 0-7 0,1 3-4 15,-4 0-3-15,1 1-7 0,1 0-2 0,0 0-16 0,0-2-19 0,-1-1-34 16,-1 0-72-16,1-1-106 0,-2-2-109 0,0 0-52 0,0-1 56 0,0-1 32 16</inkml:trace>
  <inkml:trace contextRef="#ctx0" brushRef="#br0" timeOffset="63648.36">31288 12185 3006 0,'-2'0'125'15,"0"1"-65"-15,0 1-58 0,1 0-11 0,1 0-2 0,1 2 13 0,0-1 0 16,2 2-6-16,2 0-5 0,0 2-19 0,0 1-12 0,4 2-8 0,-1 1-6 15,3 2 3-15,1 1 11 0,0 1-4 0,0-1-4 0,-1-2-5 16,-1 3-22-16,1-1-13 0,-3 0-4 0,1-1-7 0,0-1-4 16,-2 0-7-16,1-2-11 0,-2 1 4 0,-1-1 13 0,3-2 22 0,-4 0 29 15,2 0 21-15,-2-2 19 0,-1 0 16 0,2-1 6 0,-2-1 9 0,1 0 3 16,0-2 3-16,-1 1 5 0,1-1-5 0,0 0 4 0,-1 1 0 16,3-2-2-16,-2 2-1 0,0 0 0 0,1 1-1 0,0 1 3 0,0-1 0 15,2 1-1-15,-1 1-3 0,1 1 4 0,-1 0 5 0,-2 1-1 0,1 1 7 16,0-1-6-16,1 1-2 0,0 2-2 0,-2 0 1 0,0 1-4 15,-1 1-1-15,0 0-10 0,-1 2-3 0,0-2-4 0,0 2-4 0,-1 0-3 16,0 1-10-16,0 1-19 0,-1 0-16 0,-1 0-17 0,-3 0-17 0,0 0-28 16,-1-1-37-16,0 0-62 0,-2-1-78 0,-1-2-70 0,0-2-19 15,2 0 84-15,-3-1-56 0</inkml:trace>
  <inkml:trace contextRef="#ctx0" brushRef="#br0" timeOffset="63781.91">31757 12735 1310 0,'1'3'806'0,"0"0"-576"0,0 0-161 0,2-1-48 0,-1 1-10 0,2-1 6 16,0 1 8-16,0 1 0 0,2 1-19 0,1 0-26 0,0 0-48 15,0-1-52-15,-1 0-59 0,2 0-74 0,1-1-90 0,0-2-82 0,1-1-6 16,1-1 110-16,0-3 1 0</inkml:trace>
  <inkml:trace contextRef="#ctx0" brushRef="#br0" timeOffset="64298.16">31984 11716 2040 0,'-3'-5'141'16,"3"-1"-57"-16,0-1-55 0,1 1-11 0,3 1 6 0,-2 1 11 0,2 0 1 15,1 2-11-15,0-1-17 0,2 0-18 0,0 2-8 0,2 0-7 16,2 1 2-16,1 0-1 0,-6 0 32 0,2 0-1 0,0 0 7 0,2 0 0 16,1 0-33-16,1 0 10 0,1-1-10 0,2 0-2 0,0 0 4 15,1-1-7-15,0 0 6 0,1 0 5 0,-1 0 3 0,1-1 4 0,-3 1 7 16,1-1 7-16,-1 1 3 0,-2 0 10 0,0 1 5 0,0-1-2 0,-2 2 1 16,-2-1-2-16,0 2-3 0,-1-1-2 0,0 2-2 0,-2-1-6 15,-1 1 1-15,0 1-3 0,1 1 0 0,-1 0 1 0,0 1-1 0,0 1-4 16,1 1-4-16,-1 1-1 0,2 0-4 0,0 3 4 0,1 0-4 15,0 1-3-15,1 0-1 0,0 2-2 0,2-1 2 0,0 1-7 0,1 0 1 16,-1 1 0-16,1 0-2 0,2 1 2 0,0 1 6 0,0 0-11 16,1 0 5-16,0 1 0 0,0 1 0 0,2-1 8 0,0 2-2 0,-1 0 4 15,1-1 2-15,0 3 0 0,-1-1 9 0,-1 0-4 0,1 1 4 0,-2 0 67 16,0 0 2-16,-2 0 1 0,0 1 2 0,0-1-73 0,-1 0-2 0,0 0-1 16,-1 1-1-16,-4-11-1 0,-1 1 3 0,1-1 1 0,1 2-3 15,-1 0-1-15,0 1 3 0,0 0-1 0,-1 0 0 0,1 1-2 0,-1 1-4 16,1-2 1-16,-1 3 0 0,0-1-2 0,0 1-6 0,-1-1-5 0,-1 3-10 15,0-2-17-15,-1-1-11 0,0 1-18 0,-1 0-9 0,-2 0 10 16,0-2 6-16,-2 17 4 0,-4-5 10 0,-2-1-4 0,-2-4 1 0,-1-2 3 16,-1-3-62-16,0-3 8 0,0-5 6 0,-1-1 7 0,0 0 55 0,1-2-8 15,-1-2-32-15,0-1-31 0,2-2-32 0,2-2-46 0,0-1-12 16,0-2 6-16,2-2 27 0,2-2 53 0,0-3 3 0,2-3 22 0</inkml:trace>
  <inkml:trace contextRef="#ctx0" brushRef="#br0" timeOffset="96734.08">30483 6455 1135 0,'-34'-12'7'0,"-12"-3"10"0,-11-6 12 0,-10-6 13 0,21 3 44 0,1-6-8 0,0-5-11 16,-2-3-27-16,-2-1-60 0,-1 6-9 0,0 7-4 0,-2 6 5 0,0 3-5 16,-1 3-11-16,-5 1-14 0,0 1-13 0,-4 1-9 0,-2 0 12 15,-3 0 13-15,-3 0 17 0,-1 1 20 0,-2-1 10 0,1 2 5 0,0-1 5 16,-1 0 0-16,2 0 3 0,-2-1 6 0,2 1 4 0,0 0 5 15,1 0 10-15,-1-2 2 0,0 0-3 0,-2 0 1 0,-3 2-8 0,1-1-5 16,0 1 1-16,0 0 2 0,1 1 0 0,-3 2 3 0,2 0-4 0,-5 4-1 16,-2-2 22-16,0-3-5 0,-7-2-12 0,-2 1-4 0,-8 3-30 15,-2 9 3-15,-1 6 9 0,2 5-3 0,6 1 1 0,4 2 1 0,4 3-2 16,-2 1 5-16,-1 5-1 0,-2 6-1 0,0 1-3 0,3 3 2 0,0 2 0 16,3-1-2-16,-2 5 6 0,2 0-3 0,-2 4-4 0,1 1-3 15,3 3-4-15,2 4 2 0,2-1 4 0,4 4 2 0,1 1 1 0,4-1 0 16,3 2 0-16,0 2 1 0,3-1-1 0,1 3-8 0,3 1-3 15,4 1 3-15,2 3 4 0,3-1 0 0,2 3 6 0,2 1-1 0,4-2-1 16,3 0 1-16,1-1 0 0,5 0-2 0,2 0 5 0,1 0 3 0,3-2 5 16,1-2 8-16,4 0-3 0,3-2 5 0,2 1-2 0,2-2 2 15,3 1 3-15,2-1-2 0,1 0 1 0,2 1 5 0,3-1 6 0,2 0 3 16,3 0-1-16,3-1-5 0,3-2-7 0,5-2-1 0,2 1 4 0,4-2-6 16,5 0 1-16,4-3 3 0,5 0-8 0,5-3 5 0,6 0 4 15,3 0-9-15,7-1 3 0,2-2-4 0,2-1-3 0,3-3-3 0,2-4 0 16,1-1 6-16,6-1 0 0,1 0 9 0,4-1-5 0,2-2-1 15,-2 2 0-15,1-3-8 0,-1 2 6 0,-2 0-8 0,1-3 0 0,0 1 3 16,0-1-2-16,1 0 0 0,3 1 0 0,0 1-5 0,0-2 1 0,1-1 2 16,0-3 4-16,3-1-4 0,0-1 1 0,4-3-2 0,1 0-4 15,3-2 3-15,0-1-1 0,0-1 2 0,1-2 0 0,0-2 5 0,2-2-3 16,-1-2 1-16,-1-2-5 0,-3-2-5 0,1-2 5 0,0-2 12 0,1-1 10 16,1-1 3-16,0-2-5 0,-1 0-1 0,-1-2-4 0,2 0 6 15,0-1 2-15,2-1-8 0,0-2 0 0,2-1-3 0,-2 0-3 0,1-2-1 16,-1-1 1-16,1-2-1 0,0-1 3 0,-1 1-5 0,1-3-3 0,-2-1 0 15,-1-2-4-15,3 1 4 0,-3-2-3 0,2-2 0 0,-2-1 0 16,1-3 0-16,-2 0 1 0,-2-2 2 0,2-2-2 0,-2 1 2 0,2-1-1 16,-4-1-2-16,0 0 6 0,-1-2-1 0,-3 0-9 0,2-1 12 0,-3 0 4 15,-1 1 0-15,-3-2 11 0,-1 0-8 0,-2-1-3 0,-3 2-2 16,-1-2-1-16,-1-1-2 0,-3-1-4 0,-1-1 1 0,-2-1 7 0,-1 2 0 16,-1 0-1-16,-5 1 2 0,-3-2-17 0,-1-2 5 0,-3 1-4 15,-1-1-4-15,-3-1-9 0,-3-3-1 0,-3 1-2 0,-3-1-2 0,-3-3 3 16,-1-3-2-16,-1-3-6 0,-1-1 4 0,-14 27 30 0,2-9 1 0,-2 0 13 15,3-8 6-15,-3-1-27 0,2-8 7 0,-4 0-9 0,3-9-1 16,-3-1-4-16,-1-1-1 0,-3 0-22 0,-2-2 10 0,0-2 0 0,-2-1 1 16,-1-1 14-16,-1-1-8 0,-2 1-3 0,-1 1-1 0,-2 0 5 15,-3 2-12-15,-1 2 7 0,-1 2-3 0,-3 3 1 0,-2 2-6 0,-18-48-11 16,-2 19-4-16,-2 16 0 0,-4 14 15 0,-3 4 8 0,-6 1-6 0,-5 0-15 16,-6-1-1-16,-4 0 1 0,-6 0 5 0,-5 1 14 0,-4 3-2 15,-5-1-4-15,-7 3 3 0,-2 1-7 0,-3 2 4 0,2 1 2 0,-1 1-1 16,-1 2-4-16,-5 3-3 0,-2 0-4 0,-9 0-5 0,-4 3 9 15,-8 2-14-15,-11 3-10 0,-11 4-6 0,-13 5 1 0,-13 7 6 0,-11 7 15 16,-6 5 12-16,-4 7-6 0,2 5 13 0,2 3 0 0,6 4 4 0,5 3 0 16,8 0-6-16,6 3 1 0,6 1 1 0,9-1 8 0,8 2 7 15,11-2 2-15,9-2-2 0,7 0 2 0,7-1 2 0,8-1-10 0,8-1 1 16,6 0-3-16,6 0-1 0,3 1 6 0,2 2-2 0,0 3 0 0,2 1 3 16,6 1-7-16,3-1-3 0,4 2-2 0,6-3-7 0,4 0-3 15,5 2-6-15,6 0-14 0,4 1-13 0,2-1-26 0,4 1-14 0,4-2-15 16,4-2 0-16,5 1 2 0,5-2 8 0,3-2 9 0,2 1 3 0,3 1 4 15,3-2 0-15,1 0-13 0,2 0-49 0,0-1-56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2:19:05.5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13521 6779 804 0,'-14'-16'55'0,"-1"0"-23"0,-3-2 4 0,5 6 4 0,5 3-2 0,2 1-7 16,2 1-12-16,0 0-12 0,2 1-7 0,0-1-5 0,0 1-1 15,0-2-1-15,0 1 0 0,0 0 2 0,-1 0 0 0,-1 1 1 0,-1 0-1 16,-1 0 2-16,-1 0 1 0,-1-1 0 0,0 1 4 0,-3-1 2 16,-1 0 0-16,-2 0 4 0,-1-1-2 0,-1 1 1 0,-3 1 1 0,-3-1-1 15,0 1 3-15,-4 0-1 0,0 0 4 0,0 1-1 0,-3 1 4 0,0-1 0 16,-3 1-2-16,1-1 5 0,-3 0-2 0,0 1 2 0,1 0 2 16,-2-1 3-16,2 1-1 0,-4 1-1 0,1 0-1 0,-1 1-1 0,1-1-4 15,-1 0-1-15,-2 0-1 0,0 1-2 0,-2 1-2 0,-1 1 3 0,-1 0-1 16,0 1-1-16,-3 0 0 0,0 1-2 0,-1 1 0 0,-3 0-3 15,-1 0 3-15,-1 1 2 0,-2-1 2 0,2 0 4 0,2 1-2 0,-2 0-1 16,2 0-3-16,0 1-2 0,-1 2-4 0,2-1 1 0,0 1 0 0,1 0 1 16,-1 1 0-16,0 0-2 0,1 2-1 0,0-1 0 0,1 2-2 15,-1 1-1-15,-1 1 3 0,1 0 1 0,0 1 2 0,2 1-1 0,-1 0 0 16,4 1-1-16,0-3 2 0,0 2 2 0,-3 2-4 0,0 1 1 16,-1 1-1-16,0 1-1 0,1 0-1 0,2 1-3 0,-1 1 1 0,3 0 4 15,-2-1 0-15,4 0-2 0,0 0 2 0,2-2-6 0,3 1-2 0,1 1 2 16,2-2 1-16,1 3 5 0,-1-1 1 0,1 1 3 0,1-1-7 15,1 0 0-15,3 1-2 0,0-1-2 0,0-1 3 0,0 1-2 0,2 0 1 16,1-1 2-16,1 2 0 0,1 0-4 0,0-1 4 0,0 1-1 0,2-2-1 16,0-1 1-16,3 0 4 0,1-1-2 0,3 0-3 0,1 1 4 15,1 1-8-15,2-1 5 0,1 2 2 0,1 0-2 0,0-1 3 16,2 2-4-16,1 0-6 0,1-2-1 0,2 2 3 0,0 0 4 0,1 0 5 16,1 0 2-16,1 1-2 0,1-1 0 0,1 1 1 0,1 0 0 0,2-2 1 15,2 1 2-15,2 0-1 0,0 1 0 0,3 1-3 0,2-2-5 0,0 1 7 16,3-1-2-16,1-1-1 0,3 0 3 0,1-1-4 0,4-1 2 15,0 0-2-15,3 0-3 0,0-1 0 0,2 1 1 0,0-1 2 0,3 0-1 16,3-1 0-16,-1-1-2 0,0 1 1 0,2-4-6 0,1 1 5 16,2 0 0-16,2-1-2 0,0 0 10 0,3 0-1 0,1-1 1 0,2-1 0 15,0 1-2-15,3 0 0 0,1-3 1 0,0 2-3 0,3 0 3 0,-1-1-4 16,1 1-7-16,1-2 1 0,2-1-3 0,0 0 6 0,1-1 3 16,3-1 0-16,1-2 4 0,0 0 0 0,2-1-2 0,2-1 5 0,0 0-4 15,2-2 0-15,1 0 2 0,-2 0-4 0,1-1 5 0,1 1 3 0,0-1-5 16,1 0 8-16,-2-1-5 0,1-1-1 0,2 0 3 0,-2 1 1 15,2-1 4-15,-1-1 1 0,0 0-1 0,2-1-2 0,0 0 0 0,-1-1-2 16,3 1 5-16,1-3-5 0,-1 0 0 0,3-2-1 0,-3 0-2 0,1 1 2 16,-2-1-7-16,-1 3 1 0,-1-3-4 0,-1 0-4 0,-2 0 2 15,0-2 2-15,0 0 1 0,-1-1 0 0,1-1 9 0,-3 0-4 0,2-1-5 16,-3 2 3-16,-3-3-7 0,-4-1 2 0,0-1 4 0,-4 0-1 0,-1-2-1 16,-1-2 0-16,-4 0 5 0,-2-1-2 0,-1-1 1 0,-4 0-4 15,-2-2 0-15,-4-1-1 0,-2-2 2 0,-2-1 4 0,-2-2-1 0,-4 1 1 16,-3-1-2-16,-3 0 3 0,-3 0-3 0,-2 0 3 0,-3 0 0 15,-2 2 2-15,-5-1 1 0,-2 2 3 0,-4-3-1 0,-3 2-2 0,-4-2-4 16,-3 2-5-16,-3 2-1 0,-2-1-2 0,-4 0 0 0,-2 2 0 16,0-3 0-16,-4 2 3 0,-3-1-3 0,-4 0 1 0,-1 0-4 0,-5 3-3 15,-1 0 3-15,-3 0-5 0,-2 2 2 0,-3-1 5 0,-3 2-12 0,-4-1-2 16,-5 2 7-16,-3 1-2 0,-2 2 11 0,-4 0 4 0,-2 1-7 16,-3 0-1-16,-3 1 0 0,-3 0-3 0,-3 4 1 0,-5 0 2 0,-4 3-3 15,-3 2 3-15,-5 2-4 0,-3 3 5 0,-1 2-1 0,-1 1 0 0,1 2 2 16,2 2-4-16,-1 2 1 0,5 3-2 0,2 1-3 0,2 4-9 15,0 1-8-15,4 5-17 0,1 3-33 0,6 1-48 0,5 3-88 0,6 0-131 16,4 4-346-16,0 4 68 0</inkml:trace>
  <inkml:trace contextRef="#ctx0" brushRef="#br0" timeOffset="9700.32">19233 7050 1349 0,'-11'-10'188'0,"-2"1"-141"0,-1-2-57 15,3 2-15-15,4 3-6 0,2 1 1 0,0 1 7 0,0 1 2 16,2 1-5-16,0 1-3 0,0-2-7 0,0 2-4 0,0-1 3 0,-1 1 6 16,0 0 8-16,0 0 14 0,0-1 3 0,1 1 10 0,-1-2 2 0,1 1 2 15,1 0 6-15,1-1-3 0,2 2 8 0,-1-2 0 0,4 0-3 16,0-1 5-16,3-2-5 0,1 0-2 0,2-1 3 0,3-1-4 0,1 0 2 16,2-1-2-16,2-1 1 0,3-1-1 0,1 0-1 0,4 0 3 15,0 1-3-15,3-1 1 0,0 0-2 0,3 1 0 0,1 0 0 0,2 1 2 16,1 2 5-16,3-2 2 0,1 2 1 0,1 0 1 0,4 1-5 0,0 0-3 15,2 1 0-15,1 1 0 0,1 3-1 0,2 1 0 0,-1 1-3 16,2 3-1-16,1 1-3 0,0 2-5 0,1 2-1 0,-1 2 0 0,-1 2-1 16,-1 2 1-16,-1 2-2 0,-3 3 0 0,-1 1 0 0,-3 2 0 15,-3 3-2-15,-1-2-5 0,-2 2 4 0,-3 0-3 0,-1 1-1 0,-4 1 10 16,-1 1-6-16,-3 0 4 0,-1 1-2 0,-1-1 1 0,-3 0-3 0,-1 0 2 16,-2 2 1-16,-3-1-4 0,-1-3 3 0,-1 0-1 0,-3-3 4 0,-1-1 1 15,-3-1 0-15,-2-1 2 0,-2-1-4 0,-3 0 3 0,-2-3-2 16,-4 0 4-16,-2-1 0 0,-2-1-5 0,-5-1-3 0,-3-1-9 0,-5-2-5 15,-4-2-12-15,-8-2-11 0,-3-1-2 0,-6 0-6 0,-5 0 12 16,-6 0 12-16,-4 0 6 0,-5 0 10 0,-5-1 6 0,-4 0 4 0,-3 0 6 16,-1 0 9-16,-1 0 2 0,-2-2 5 0,0 2 5 0,2 0-1 0,0 1 0 15,4 0 3-15,3-1-6 0,4-1-1 0,4 0-6 0,5-2-7 16,5 0-5-16,4-1 2 0,7-1-7 0,5-2-8 0,4-1-15 0,4-2-24 16,3-1-38-16,4-3-50 0,2-3-71 0,4-1-94 0,5-6-146 15</inkml:trace>
  <inkml:trace contextRef="#ctx0" brushRef="#br0" timeOffset="37502.43">5589 8883 824 0,'3'-3'75'0,"4"1"-57"0,3 0-16 0,5 0 4 0,1 1 7 15,3 0 3-15,2 0-5 0,3 0-7 0,3 1-3 0,1 1-4 16,2 1-7-16,1 1-6 0,2 1-8 0,1 0-10 0,2 3-3 0,0 0 0 16,-1 1 8-16,-1 1 10 0,1 1 9 0,-1 0 6 0,1 0 1 0,-1 1-1 15,-2 1 1-15,0 1 2 0,-2 2 2 0,2-2 5 0,-2 1 4 16,1 0 5-16,-2 0 7 0,1-1 6 0,-3 0 8 0,5 1 8 0,-1-1 2 15,1 1 7-15,1-1-3 0,-2 0 0 0,2 1-1 0,3 0-4 0,0-1 1 16,3 0-4-16,0-1-9 0,1-1-3 0,0 0-2 0,2-1-1 16,1-1 1-16,0 1-3 0,2 0-7 0,1-1-5 0,-1-1-1 0,2 0-5 15,0-1-1-15,0-1 0 0,-1-1-6 0,0-1 2 0,0 0-7 16,-2-1-3-16,0-1 5 0,-2-1-1 0,2-1 5 0,-4-2-2 0,2 0 0 16,-1-1 3-16,0-1-3 0,0-1 4 0,-1 0-3 0,-1-3 0 15,-2-1 2-15,1 0-2 0,-1-3 2 0,0 0 2 0,-1 0-2 0,-2-2 3 16,-1-1-2-16,-2-1 3 0,-1-2 0 0,-1 0 4 0,-2-2 1 0,1 1-1 15,-3-1 0-15,0-2-3 0,-2 0 0 0,2-2 0 0,-1-2-5 16,-2 0 2-16,0-2-4 0,-3 0-4 0,-2-1 3 0,-2 1 0 0,-2-2-1 16,-2 1 6-16,-4-2-4 0,-1 0 0 0,-1 0 0 0,-3 1 4 15,-2-1-2-15,-2 2-2 0,-4-2 3 0,0-1-6 0,-5-1 1 0,-3 1-1 16,-1-1 0-16,-5 2 0 0,-1-2 2 0,-4 1 1 0,-2-1-3 0,-3 1 2 16,0 0 6-16,-4 1 3 0,1 0 7 0,-2 1 0 0,-1-1-5 15,0 1 6-15,-1 1-6 0,-2 1 2 0,-1 1-6 0,-1 1-8 0,-1 0-1 16,-2 1-3-16,-2-1 5 0,-1 1-2 0,-2 2-1 0,1 0 3 0,-2 4 0 15,1 0-4-15,-1 2-7 0,-2 1-4 0,-1 2-8 0,-3-1-5 16,-1 3 5-16,-2 0-7 0,-2 1 6 0,-1 3 4 0,0 0-3 0,-2 1 5 16,0 0 0-16,0 1 2 0,-1 0 9 0,1 0 4 0,1 0 3 0,1 0 1 15,-1 1-5-15,0 1 1 0,-1 0 4 0,-2 2-2 0,2 1 12 16,-1 1 4-16,-1 2 3 0,0 1 2 0,-1 2-3 0,-1 2-4 0,-2 3 1 16,2 2-2-16,-1 0-1 0,0 2-1 0,3 0 5 0,-1 2 0 0,2 1-1 15,3 0-2-15,1-1-6 0,4 2-1 0,2 0-3 0,1-1 3 16,2 3-4-16,-1 2-1 0,3 1 1 0,-1 2-5 0,0 1 7 0,2-2-1 15,0 2 1-15,1 0 1 0,0 3-5 0,1-1 2 0,4 1 2 0,-1 0 2 16,1-1 1-16,4-2 4 0,4 0 4 0,2 0 16 0,4-1 5 16,1 0 7-16,5 0 4 0,2 0-11 0,4 0-1 0,1-1-4 0,3 0 0 15,1 0-4-15,2 2-4 0,1 1-3 0,2-1-7 0,3 1-3 16,1-3-1-16,3 0-3 0,1-1 2 0,2-1-1 0,1 1 1 0,3-1-2 16,1 1 1-16,2 1 0 0,2-2-3 0,0 0 3 0,3 0-5 0,1-3-5 15,0-1-2-15,1 1-1 0,3-3-4 0,1-1 3 0,-2 0-9 16,1-1-5-16,0-2-10 0,-1 0-14 0,3 0-10 0,0-2-14 0,-1 1-13 15,0-1-14-15,0-2-10 0,-3 1-10 0,1 0-15 0,0-1-13 0,-3-1-18 16,1-1-14-16,2 0-15 0,-1 0-185 0</inkml:trace>
  <inkml:trace contextRef="#ctx0" brushRef="#br0" timeOffset="64470.93">4678 9997 83 0,'-10'4'90'0,"2"2"-10"0,-2 0-31 0,2 1-12 0,3-1-5 15,-1-1 0-15,1 0 0 0,-1 0-4 0,0-1-6 0,0 1-10 0,1 1-3 16,1 0-6-16,0 2 0 0,0 0 0 0,0 0-4 0,1 0 2 16,0 0-3-16,1-1 3 0,0 1-1 0,-1-1-1 0,1 2 2 0,-1 0-2 15,0 0-1-15,1 1 4 0,-1-1 1 0,2 2-2 0,-1 0 1 0,0 0-2 16,1 0-1-16,1 1 1 0,0-1 1 0,1 2-1 0,1 0 1 15,-1 1-1-15,2-3 1 0,2 1 0 0,1-2 1 0,2 1 5 0,3 1 4 16,1 0 8-16,1-1 5 0,3 1 11 0,0-2 11 0,1 0 5 0,2-1 9 16,2-1 0-16,1-1 0 0,3-1-4 0,2 0-3 0,1-2-1 15,5 1-2-15,-1-1-4 0,3-1-3 0,0 0-3 0,1-2-5 0,5 0 0 16,0 0-5-16,1-1-9 0,5 0-4 0,0-2-3 0,3 0-3 0,1-1-3 16,0-1-2-16,0 0-3 0,3 0-3 0,-1 0-10 0,0 1 2 15,0 1-1-15,1 0 3 0,-1 1 1 0,0-1 1 0,0 2 2 0,0 0-7 16,-3 0 7-16,-1 2-4 0,-2 0-2 0,0 0 5 0,-2 1-8 15,-1-1 3-15,-2-1-3 0,-2-1 1 0,0-3 4 0,-3-1 7 0,0-2-1 16,-1-1 4-16,-2-2 2 0,-1-2 1 0,1-1 6 0,-1-3-5 0,-1 0 8 16,-1-3-2-16,-2-1 3 0,0 0 9 0,1-4 0 0,-2-1 4 15,2 0 1-15,-2-3-8 0,0 1-5 0,-2-2 8 0,0-1-1 0,-3 1 5 16,0-2 3-16,-3 2-13 0,-4 0-1 0,0 1-2 0,-1 0-4 16,-2 0 0-16,-3 1-4 0,-5 0 2 0,-2-3-1 0,-4 0-4 0,-3 0-4 15,-5-1-10-15,-4 4-10 0,-5-3-11 0,-3 1-9 0,-6-1-7 0,-4-1-5 16,-6 0-7-16,-6 2-1 0,-6-1 14 0,-6 4 9 0,-3 1 16 15,-5 1 12-15,-1 3-2 0,-8 0 0 0,-2 3-1 0,-3 4 4 0,-5 0 1 16,-4 3 11-16,-3 1 10 0,-2 4 4 0,0-1 17 0,3 3 5 0,0 0 14 16,5 0-4-16,0 2-5 0,3 1-9 0,3 2-15 0,-1 3 0 15,3 2-6-15,2 2-2 0,3 4-3 0,2 2 0 0,3 3-2 0,2 4-3 16,3 1 2-16,3 2-13 0,-1 3-4 0,3 1 8 0,2 4-1 16,3-1 3-16,4 2-3 0,4-2-26 0,4-1-12 0,4-1-15 0,5-1-11 15,6 1-18-15,2 0-28 0,7-1-11 0,5-1-29 0,5-4-10 0,7 1-4 16,6-3-19-16,6 1-90 0,8-1 1 0</inkml:trace>
  <inkml:trace contextRef="#ctx0" brushRef="#br0" timeOffset="65487.82">11075 10030 1247 0,'-22'-18'53'0,"-2"0"-5"0,-3-2-10 0,6 4-13 0,6 5-13 15,3 1-8-15,2 1-5 0,1 3-4 0,2 0-2 0,1 1-4 16,2-1-10-16,2 1-12 0,0 1-9 0,3-1-10 0,0 2-8 0,1-1 0 15,1 1 0-15,2-1 6 0,1 0 7 0,0 1 10 0,3-1 10 0,-2 0 8 16,3 0 8-16,1-1 4 0,0-1 1 0,3 0 3 0,-1-1 3 16,3-1 3-16,2 0 4 0,1-2 1 0,2 1 5 0,4-3 5 0,1 0 4 15,4-1 3-15,1 1 1 0,3 0-4 0,1 0 0 0,2-1 2 0,2 0-2 16,2 1 7-16,2 0 5 0,1-1-3 0,2-1 4 0,0 0-1 16,3 0 4-16,0 3 2 0,1-2-1 0,2 2 1 0,1 1-15 0,0 0-5 15,1 0-3-15,3 1-12 0,0 1 5 0,0 0-4 0,3 0-5 16,-1 1 4-16,2 0-4 0,2 0-2 0,0 2 8 0,1 1 0 0,0 0-2 15,0 0 1-15,0-1-5 0,1 1-2 0,0 0 2 0,-2 1-2 0,0 0 0 16,-2 1 1-16,0 0-2 0,-1 2-1 0,-3 0 0 0,0 1 2 16,-2 2-1-16,-3 0 1 0,-3 1-1 0,-1 1 2 0,-3 0-2 0,0 1 0 15,-4 0-4-15,-1 1 2 0,-2 4 5 0,-2 2 4 0,-1 0 2 16,-2 1-4-16,-1 0 3 0,-1 1-6 0,-2 3 0 0,0-1 2 0,-2 1-7 16,1 2 6-16,-2 0 1 0,-2-2-4 0,-1 3 4 0,-2 0-4 0,0 0-1 15,-1 3 2-15,0-2-3 0,0 2 0 0,-1-1 3 0,-1-3-2 16,-4 1 4-16,0 0-2 0,-2-2-2 0,-2 0 2 15,-3-1-3-15,-2-1 6 0,-2 1 0 0,-3 0 2 0,0 0-2 0,-2-3-1 0,-3 2 0 0,-2-1 1 16,-2-1-2-16,-4-1 1 0,-2 0 5 0,-3 0 6 0,-6 1 4 16,-4-1-2-16,-1 1-1 0,-3 0-8 0,-2-1-2 0,-1-1 4 0,-3 0-4 15,-2 0 1-15,1 0-2 0,-3 0 3 0,-1-2 0 0,2-1-1 0,-4 0 1 16,3 0-2-16,-1-2 0 0,-2 2 1 0,2-2 4 0,0 0 3 16,1 1 2-16,0-2 3 0,3 1 1 0,2-1 2 0,-2 1-4 0,3-1 2 15,-1 0-3-15,1-2 1 0,1 0-3 0,0 0-1 0,1 0-3 16,-1-1 2-16,1-2 0 0,0 0-3 0,1-3 1 0,-3-1 0 0,0-2 3 15,0 0-1-15,0-2 1 0,-1-1 3 0,0 0-4 0,-2-3 0 0,-2 0 2 16,-1-1-1-16,0-1 0 0,-2-1 3 0,0 1-9 0,-3-3-2 16,1 1 3-16,0-2-4 0,0 0 5 0,0-3 2 0,3 1-5 0,1 0 1 15,0-1 4-15,4 0-9 0,0 1 2 0,1 0 4 0,3 1 8 0,1 2 10 16,4 2-2-16,0-2-6 0,3 1-7 0,1 0-6 0,2 1 2 16,0 1-5-16,2 1-1 0,3 1-1 0,1 1-8 0,2 2 3 0,2 0-7 15,2 1-3-15,2 1-10 0,0-1-10 0,1 2-20 0,2 1-19 16,0 0-30-16,2 2-41 0,1-1-49 0,0 1-60 0,3 0-59 0,0 2-123 15,3 0 93-15</inkml:trace>
  <inkml:trace contextRef="#ctx0" brushRef="#br0" timeOffset="67187.28">14692 10401 734 0,'-22'-9'514'0,"4"1"-502"16,-3-1 20-16,9 3-6 0,7 3-11 0,3 1-24 0,2 0-15 16,2 0-4-16,2 1-2 0,1 0 4 0,3 0-3 0,2-1-10 0,1 2-11 15,4 0-7-15,-1 1-1 0,2 0 6 0,1 0 9 0,-1 0 4 16,1 0 6-16,1 0 7 0,0-1 6 0,0 0 10 0,2-1 5 0,1 1 4 16,-1-2 6-16,1 1 4 0,1 0 7 0,0-2 7 0,1 1 4 0,-1 0 7 15,1-1 1-15,1 0 1 0,0-1 0 0,2 1 0 0,0 0 4 16,3 0 3-16,1-1 2 0,0 1-3 0,3 0-1 0,1-1-5 0,2 1 0 15,2 1-6-15,0 0-2 0,1 1-4 0,0 0-4 0,1 1-4 0,1 0 2 16,1 0-4-16,0 2 1 0,-1-2 2 0,1 1 2 0,-2 0 6 0,1 0 2 16,0 1 2-16,0-1-3 0,-1 0 1 0,1-1-3 0,-2 0-4 15,0 0 1-15,1 0-8 0,-2 0-2 0,3-1 1 0,-1 2-7 0,0-2 7 16,2 1-8-16,-2 0-2 0,0 0 4 0,2 0-10 0,-2 0 2 16,-1 0-1-16,0 0-5 0,-2 0 1 0,0 1 2 0,1-1 1 0,-2-1 3 15,-2 1-2-15,-2-2 6 0,1 1-3 0,-2-1 0 0,0-1 4 0,-2-1-3 16,-2 0-1-16,-1-1 1 0,-1 0 2 0,-3 0 3 0,1-1 11 15,-4-1 3-15,-2 0 7 0,1 0-1 0,-2 0 2 0,-1-2 10 0,-2 1-2 16,-1-1 3-16,-2-1-3 0,-2 0-7 0,-1-1 4 0,-1-1-16 16,-1 0 2-16,-1-1-5 0,-1-1-5 0,-3-2 9 0,0-1-10 0,0-1-7 15,-3-1 0-15,-2 0-3 0,-3 0-7 0,-1-2-6 0,-3-1 0 16,-4 1-3-16,-2-2 6 0,-3-1 2 0,-3 0 2 0,-3-2 3 0,-2-1 8 16,-5 0 5-16,-2 1 2 0,-2 0 7 0,-2 1-4 0,-2 2 9 0,-1 1 1 15,-1 2 2-15,-3 0 1 0,-2-1-7 0,1 2-1 0,-2 2-9 16,1 1-5-16,-2 0-4 0,-1 4-3 0,-1-1 6 0,1 1 6 0,0 1 2 15,-1 2-1-15,1 2-4 0,-4 0-6 0,0 3 2 0,-1 2-2 0,-1 1 0 16,0 3 0-16,-1 0-5 0,-1 3 7 0,1 2-4 0,0 2 4 16,-1 3 1-16,1 2 9 0,0 2 4 0,1 2 4 0,4 1 3 0,2 2-11 15,4-1-3-15,1 4-5 0,1-1 3 0,4 4-6 0,1-1 2 0,2 1 2 16,3 3-7-16,1 1 1 0,3 2-2 0,1 0 0 0,2 0 3 16,2 0-5-16,0 0 3 0,1 3-4 0,3 1 0 0,0-1-3 0,3-1-3 15,4-1 12-15,1 2-3 0,2-1 4 0,2 1 2 0,1-2-7 0,1-1 2 16,2-3 5-16,0-1-6 0,2-2 3 0,1-1 2 0,1-2-2 15,1-2 3-15,1-2 1 0,2-4 0 0,1 1-1 0,0-2 1 0,0-1-2 16,1-1-1-16,-1-1 2 0,1-1 0 0,0 0 0 0,0 0 0 0,1-2 3 16,-1-1-7-16,0 1 2 0,1-1 1 0,-2-1-4 0,2 0 2 15,-1 0-6-15,1-1 3 0,-1-1 5 0,1 0-1 0,-1-1-2 0,0-1-1 16,0 1-4-16,0-1 0 0,-1 0 3 0,1-1-3 0,-1 0 0 16,0-1 1-16,0 0-2 0,-1 0-2 0,1 0-2 0,0-1 1 0,0 0 1 15,0 0 4-15,0 0-2 0,0-1 4 0,0 0-3 0,0 1 1 0,-1-1 1 16,2 0-2-16,0 1 3 0,1-1 0 0,-1 1 0 0,0-1 3 15,1 0 1-15,-1 0-2 0,0 0-1 0,1 1-1 0,0 0-3 0,1 0 5 16,-1 0-2-16,1 0-2 0,1 0 4 0,-1 1-6 0,-1 0 1 16,2 1 0-16,-1-1-5 0,0 0 3 0,-1 1-3 0,0 0-2 0,0 0 2 15,-1 0-7-15,0 0 1 0,0 0-1 0,0 0 0 0,0 0 6 0,-1-1-3 16,1 0 0-16,0 0 1 0,-1 0-3 0,0 0 8 0,0 0 0 16,0-1-1-16,-1 0 5 0,1 1-4 0,0-1 4 0,0 0 2 0,0 0-2 15,0 0 2-15,1 0-3 0,-1-1 1 0,0 1 2 0,0 0 0 0,0 0 2 16,0 0-2-16,0 0 2 0,-1-1 1 0,1 1 0 0,0 0-3 15,-1 0-1-15,0 0-10 0,0 0-1 0,1-1-7 0,0 0-4 0,-1 0-6 16,2 1-6-16,-1-1-2 0,0 0-1 0,1 1-4 0,-1-1-2 0,1 1-7 16,0-1-2-16,-1 0-3 0,0 0-4 0,1 0-1 0,0 0-1 15,0 1-1-15,1-1 1 0,-1 1-1 0,1-1-6 0,-1 1 0 0,1 0-3 16,0-1-3-16,0 2-9 0,1-1-6 0,1 0-3 0,0 0 1 0,1 0 2 16,-1 1-7-16,1-1-77 0</inkml:trace>
  <inkml:trace contextRef="#ctx0" brushRef="#br0" timeOffset="81471.69">4559 11502 420 0,'-7'0'94'0,"1"0"-28"0,0 0-22 0,2 1-10 0,1 0-5 15,-1 0 1-15,1 1-2 0,0 0-3 0,1 2-5 0,0-1-6 0,1 0-2 16,0 1-7-16,1 0-2 0,1 1 2 0,1 1-6 0,1-1 4 0,0 0-5 15,2 1 3-15,2 0-1 0,-1-1 2 0,2 0 4 0,2-2 0 16,2 2 4-16,0-1 0 0,2 0 2 0,-1 1 1 0,3 0 6 0,0 1 7 16,1 0 5-16,0 1 5 0,2 0 9 0,2 0 11 0,2 1 7 0,2 1 2 15,2 0 5-15,3 1-5 0,2 1-3 0,4-1-6 0,1 0-10 16,4 2-6-16,3 0-10 0,2 1-3 0,4-1-4 0,4 0-6 0,1 1-6 16,2 0-6-16,3 0 0 0,0 1-3 0,1-1-5 0,1 1 2 15,1-1-6-15,-1-1 5 0,0-1 2 0,2-2-3 0,-1-1 2 0,0-3 0 16,-1-1-1-16,-2-4 4 0,-1-2 0 0,-2-2 2 0,0-2 2 15,-1-3 2-15,-4 1 8 0,-1-3 0 0,-2-1 1 0,-2-1 4 0,-2-1-1 16,-2 0 3-16,-4-3 1 0,1 0 1 0,-4-1 1 0,-1 1-3 0,0-4 3 16,-2 0-6-16,-1 1 1 0,-1-2-1 0,0 1-1 0,-3 1 1 15,0-1-2-15,-3 0-1 0,0-1-4 0,-2-1 1 0,-3 1 2 0,-2-1-9 16,-1-1 3-16,-3 1 2 0,-2-2-1 0,-2 1 11 0,-2-2-4 0,-3-2-4 16,-1 0-3-16,-3-2-3 0,-3 1 0 0,-3 0-4 0,-4 0-1 15,-4-1-1-15,-3-3-5 0,-4-1-5 0,-5 0-2 0,-4 1-5 0,-6 1 1 16,-5 1-7-16,-7-1 4 0,-4 3 8 0,-6-1 0 0,-2 2 11 0,-4 4 7 15,-1 0-1-15,-3 1 2 0,-1 1 5 0,0 0-2 0,1 3 6 16,-1 0 12-16,0 2 6 0,1 2 1 0,1 3-2 0,0 1-10 0,-1 2-8 16,3 2-1-16,-1 3-6 0,2 2-4 0,2 2 13 0,-2 4-3 0,2 2-6 15,-1 5 2-15,2 2-12 0,1 2-2 0,-1 4 1 0,1 2-2 16,-1 1-4-16,2 4-10 0,-1 1 4 0,1 2 4 0,-1 4-9 0,1 3 6 16,1 1-12-16,1 3-27 0,4 0-22 0,0 2-29 0,2 2-30 15,4-1-28-15,0 1-53 0,6-1-46 0,4 1-66 0,1 2-115 0,6-2-65 16</inkml:trace>
  <inkml:trace contextRef="#ctx0" brushRef="#br0" timeOffset="95956.01">18853 11579 608 0,'-9'7'119'16,"0"0"-54"-16,-1 0-20 0,4-2-14 0,2-1-12 0,3 0-8 15,1 0-5-15,0 1-4 0,4 1-4 0,0-2 2 0,2 3 2 0,1 0-3 16,2 0 4-16,2 0 0 0,2-1-2 0,1 1 0 0,3-1 0 0,2-1-1 16,0 0 2-16,2-2 1 0,1 0-2 0,0 0-1 0,3 0 1 0,2-1-1 15,-1-1 1-15,2-1 1 0,-3 1-1 0,1-1 3 0,-1 0-1 16,1 0 0-16,0 1 1 0,-2-1 1 0,0 0 6 0,-1 1 3 0,1-1 1 16,-1 0 0-16,-3 0 3 0,2-1 0 0,-1 0 5 0,0 0 5 15,1-1-1-15,-1 0 5 0,-1-1-4 0,2 1 4 0,1-1-1 0,-2 0-4 16,1-1 1-16,-3-1-5 0,0-1 0 0,1 0-3 0,-1-1-2 0,-1-1-4 15,2-1 1-15,-2 0-2 0,-1 1 2 0,-1-3 4 0,0 0-6 16,-2-2-2-16,-1-1 2 0,-1-1-4 0,0-2 5 0,-2 0 0 0,-1-1-3 16,0 1 1-16,-3-2 1 0,1-1-4 0,0 2 6 0,-2-2-3 15,-1 0-4-15,-1 0 7 0,-2-3-6 0,-1-1-2 0,-2 1 2 0,-1-1-4 16,-2 0 2-16,-2 0-4 0,-1-1 0 0,-1 2 2 0,-2-2-5 0,-2 0 7 16,-1-2-2-16,-2-1-2 0,-1 2 1 0,-2 1-1 0,-1 3-1 15,-3 0 1-15,-1 2 1 0,-1 3-5 0,-2-1-1 0,1 2 1 0,0 1-4 16,-4 3 6-16,0 1 0 0,-3 0-1 0,1 2 6 0,-2 2-8 0,-1 2 1 15,-1 1 1-15,0 2 4 0,0 1 1 0,-1 3 4 0,2 1 4 16,-1 2-1-16,0 2 3 0,-1 0-5 0,0 3-2 0,2 1-3 0,-1 2-4 16,1 1 2-16,-1 3-6 0,0 2 2 0,0 1-3 0,0 1-3 15,2 2-2-15,1 1-1 0,-1 4-1 0,3-2-3 0,0 1 2 0,3-1-5 16,2-3-4-16,2 1-11 0,4-4-13 0,2 0-16 0,3-1-25 0,2-2-21 16,4-2-35-16,3 0-29 0,2-2-27 0,3-2-28 0,3-2-33 15,2-2-46-15</inkml:trace>
  <inkml:trace contextRef="#ctx0" brushRef="#br0" timeOffset="135625.1">2079 12265 315 0,'-22'8'-9'0,"2"3"44"0,-5 4-16 0,8 0 0 16,4 0-10-16,3 0-2 0,0 0 0 0,2-2-1 0,1 0-1 15,3-2-1-15,2-2-1 0,1 0-4 0,2 0 1 0,2-2 0 0,1 1 0 16,1 0 2-16,0-2-1 0,0-1 0 0,-1 0 0 0,1-1-1 0,-1 0 0 16,1-1 0-16,-2 0 2 0,0 0-1 0,0 1 0 0,-1-1-1 15,0 1 0-15,1 0 0 0,-1-1 0 0,0 1-1 0,-1-1-1 0,1 1-2 16,-1-1 0-16,1-1-3 0,1-1-4 0,1 0-8 0,2-1-10 0,1 0-22 15,0-2-66-15,3-1-45 0</inkml:trace>
  <inkml:trace contextRef="#ctx0" brushRef="#br0" timeOffset="136240.81">2532 7156 730 0,'-30'27'-40'0,"-2"6"124"16,-4 6-55-16,11-2 6 0,7-6 1 0,4 0-4 0,3 0 1 0,2 0-10 15,3-1-2-15,4-1-3 0,3-4-9 0,4 0-6 0,3-5-9 0,4-1 2 16,3-2 4-16,3-3 4 0,1-2-2 0,3-2-1 0,0-3-3 16,3-3 2-16,0-4 2 0,0-2 0 0,2-4-1 0,1-3 1 0,2-2 1 15,0-4 7-15,4-5 2 0,2-3-3 0,4-5 2 0,2-5-8 16,2-3-1-16,2-2-1 0,5-5-1 0,2-3-2 0,3-5-7 0,2-3-4 16,3-2-12-16,1-1-15 0,1-1-20 0,1-2-6 0,-1 0 2 0,0 1 7 15,1 2 23-15,-2 1 8 0,-1 5 8 0,-4 3 6 0,-5 5 1 16,-6 3-4-16,-6 7-9 0,-3 5-14 0,-7 5-14 0,-3 3-16 0,-4 4-21 15,-1 5-108-15</inkml:trace>
  <inkml:trace contextRef="#ctx0" brushRef="#br0" timeOffset="136590.64">1722 9133 1459 0,'-17'6'9'16,"-11"4"10"-16,-8 5 3 0,-10 3 14 0,-6 3 13 0,-4 4 17 0,-4 1 18 16,-4 4-4-16,13-3-19 0,8-3-25 0,9-2-20 0,6-2-5 15,7 0-4-15,11-10-4 0,0 1-6 0,-5 8-4 0,4 1 0 0,4-1 2 16,5-1 6-16,3-2 5 0,4 2-3 0,1-2-1 0,4-4-3 0,2-1-2 15,2-3 3-15,0-1 4 0,2-3-1 0,1-1-1 0,2-4-4 16,1-3-2-16,2-1-2 0,1-4 1 0,1-3 2 0,5-1 5 0,-1-4 3 16,4-4-2-16,0-1-5 0,4-4-7 0,2-2-10 0,1-3-10 0,2-2-30 15,2-2-5-15,7-8 4 0,37-31 2 0,-13 8 21 0,-10 9-5 0,-20 16-1 16,-1-1-1-16,0 1-6 0,0 0 2 0,-4 1 5 0,-3 3-3 16,-1 0-1-16,-1 0-3 0,-1 3-14 0,-1 1-11 0,-1 3-12 0,-3 2-16 15,2 3-8-15,-3 0-18 0,1 3-13 0,-2 1-151 0</inkml:trace>
  <inkml:trace contextRef="#ctx0" brushRef="#br0" timeOffset="136891.67">2221 8850 1101 0,'-42'14'85'16,"-3"3"-21"-16,-5 3-8 0,12 1 17 0,16-4 5 0,7-3-6 16,4 1-15-16,2 1-15 0,3 1-17 0,3-1-10 0,3 2-5 0,2 1-3 15,5-1-3-15,3 2-2 0,4 2-1 0,3 0 3 0,1 2 0 0,4-1-1 16,1 0-2-16,1 0 0 0,0-2-1 0,-1 2 2 0,-1-1-2 16,0 0-2-16,0 3 4 0,0-1-4 0,-1 0-2 0,-1 0 3 0,2-2 0 15,1 0-8-15,0-3 1 0,3-4-11 0,0-5-1 0,3-4 7 16,4-5-8-16,6-6 3 0,2-4-8 0,4-5-16 0,6-4-17 0,0-4-25 15,4-2-21-15,0-1-11 0,-2-1-7 0,-1 0-1 0,-1 1-1 0,-2 4 3 16,-4 0 4-16,-4 1 9 0,-3 2 10 0,-4 0-8 0,-4 2-90 16</inkml:trace>
  <inkml:trace contextRef="#ctx0" brushRef="#br0" timeOffset="137157.54">2430 10523 998 0,'-39'39'23'0,"-1"3"59"0,-4 10-12 0,11-8-2 0,11-11 4 15,6-3-10-15,5-5-13 0,3-2-5 0,2-1-17 0,2-4-4 0,4 1-2 16,2-1-7-16,2-2-4 0,2-2 1 0,1-1-9 0,2-3 3 16,3-3 1-16,4-2-7 0,2-2 5 0,2-4 0 0,2-3-4 0,3-5 2 15,5-3-7-15,3-7-4 0,4-2 1 0,3-7-6 0,3-3 4 16,1-2-2-16,1-2-15 0,3-2-14 0,-2 0-12 0,0-2-12 0,-3 0 0 15,-3 1 7-15,2-1 7 0,-4 2 12 0,0 0 9 0,-3 1 10 0,-3 5 6 16,-3 3 5-16,-4 6 4 0,-3 3 1 0,-2 5-2 0,-4 2-4 16,-3 4-15-16,0 3-22 0,-2 2-28 0,-1 4-22 0,1 3-14 0,-4 3-19 15,2 6-26-15,-3 4-157 0</inkml:trace>
  <inkml:trace contextRef="#ctx0" brushRef="#br0" timeOffset="138324.18">2027 12836 408 0,'-10'3'35'0,"1"1"-5"0,-2 0-8 0,5 1 0 15,3-2 2-15,2 2 2 0,1-2 0 0,1 2-3 0,-1 0-6 16,2 0-5-16,1 1 1 0,0 1-3 0,2 1 3 0,2 0 0 0,1-1 2 15,3 3 0-15,2-1-2 0,2 1 0 0,3 0 1 0,1-2 0 0,-1 0-1 16,4-2 0-16,0-2 0 0,1 1-2 0,3-1-1 0,-1 0-3 16,4-1-1-16,0 0 2 0,2 1-2 0,0-1-1 0,1 0-1 0,0 0-2 15,1-1 2-15,0 0 4 0,1 1 1 0,-1-1-3 0,1 1 3 16,-2 1-4-16,1-1 2 0,1 1 2 0,1-2-1 0,0 0 2 0,-1 0-4 16,0 1-1-16,1 1-3 0,0 1 3 0,0 2 0 0,2 0 0 0,-1 0 0 15,-1 1-1-15,1 2 0 0,-2-1 1 0,2 2-1 0,-1 1 4 16,-1 1-3-16,2-1 1 0,-1-1 2 0,2 1-5 0,-1-1 0 0,1 1-5 15,-2 0 1-15,-1-1 1 0,1-1 1 0,0 1 1 0,1-1 0 0,0-1-7 16,-2 0 7-16,1-2-1 0,-2-2-4 0,0-1 7 0,0 0-6 16,0 0 4-16,-1-2 2 0,0-1 1 0,-1-2-2 0,3-2-4 0,0 0-2 15,0-2 0-15,2 2 2 0,-3-2 3 0,2-2 1 0,-2-1 0 0,2-3-2 16,-3 0-1-16,0-1 3 0,-3 1-1 0,0-2 0 0,-1 0 2 16,0-1-2-16,-1 0 2 0,1 3-3 0,-3-1 4 0,1 1 4 0,0 2 4 15,-3 0 2-15,0 2 5 0,-1 2 4 0,2 0-1 0,-2 0 3 0,1 2-3 16,-1 0-2-16,-1 2-3 0,-2 0-3 0,3 0-2 0,-1 1-4 15,2 0-2-15,2 0-4 0,-2 0 1 0,3 0 2 0,1 0-2 0,0 1-2 16,1-1 2-16,-1 0-3 0,2 1 1 0,-2-2 3 0,2 1-5 16,-1-1 0-16,0 0-2 0,-1 0 2 0,-1 1 2 0,0 1-2 0,0-1 0 15,1 2-1-15,0 0 1 0,0 0 1 0,0 2-3 0,-2 0 5 0,0 1-5 16,-2 0 3-16,1 1 2 0,-2 0-5 0,1 1 2 0,0 0 1 16,-2 0-4-16,3-1 3 0,0-1 0 0,0-1-1 0,2 0 2 0,0-2-2 15,0-1 4-15,1-1 0 0,-1-2 2 0,1-1 3 0,0-2-3 0,0-3 0 16,-1-1 2-16,1-2 0 0,1-2-1 0,-1 0 2 0,0-2 0 15,-3-2 2-15,0-1 4 0,-3 0-7 0,1-2 6 0,-1-4-1 0,-1 0 1 16,0-1 5-16,0-1-1 0,-3-1-1 0,0 2-1 0,-1-3 2 16,-1-1-5-16,-2 0 3 0,0-2-6 0,-1 1-2 0,-1 0 4 0,-3-1 3 15,-1-1 4-15,-2 0 0 0,-1-1-8 0,-2 0-1 0,-1 0-5 0,-4-1-3 16,0 1-5-16,-2-2-7 0,-3 0-2 0,-2-1-6 0,-4 1 1 16,-2 1-1-16,-1 2-5 0,-4 0-2 0,-1 1-3 0,-4 1-4 0,-4 0-6 15,-2 5-1-15,-5 1-1 0,-3 2 2 0,-5 4 0 0,-6 1-8 0,-6 4-1 16,-6 4 1-16,-5 4 9 0,-5 4 14 0,-6 3 7 0,-2 4 7 15,-6 4 2-15,-2 5 5 0,-2 2 5 0,-3 6 14 0,1 4 18 0,-2 2 14 16,1 5 20-16,0 2 2 0,0 3 1 0,3 4-5 0,0 5-11 0,4 1-5 16,3 3-7-16,5 2-5 0,5-1-3 0,8 1-13 0,8-3-12 15,8-1-6-15,10-2 0 0,8 0-2 0,10-1-4 0,8-3-19 16,9-1-23-16,9 0-25 0,8-3-26 0,9-2-25 0,8 1-22 0,8-5-20 0,11 1-14 16,8-2-24-16,9-1-26 0,7-1-118 0</inkml:trace>
  <inkml:trace contextRef="#ctx0" brushRef="#br0" timeOffset="174560.53">21382 12294 301 0,'-12'-7'0'0,"-2"-1"-11"0,-3-1-5 0,2 2-2 0,5 2 3 0,0 1 6 15,1 2 9-15,0 0 6 0,1 1 6 0,-1 0 5 0,2 0 6 0,0 1 6 16,1-1 7-16,0 0 11 0,0 1 7 0,0-1 8 0,1 0 5 16,0 0-2-16,0 1 0 0,0-1-9 0,1 1-11 0,1 1-9 0,0-1-19 15,1 3-9-15,2-1-11 0,0 1-12 0,0 0-3 0,2 2-7 0,1 0 2 16,2 2 1-16,2 1 1 0,2 1 3 0,2 0 2 0,1 0 3 15,1 1 2-15,0 1 2 0,0 0 2 0,1 0 1 0,-1 2 3 0,1 0-2 16,0 0 3-16,0 0 6 0,-1-1 1 0,-3-1 7 0,0 0 2 16,0-1 4-16,0 0 4 0,0-1 7 0,0 0 7 0,-1 0 9 0,0-2 3 15,1 1 4-15,-2 0 0 0,0 0-2 0,1 1-7 0,-1 0-9 0,0 0-11 16,0-1-7-16,2 2-5 0,0-1-4 0,2 1-1 0,1-1-3 16,1 2-6-16,3-1-5 0,0 0 4 0,2 1-5 0,-1 0-1 0,3 0-2 15,0-1-11-15,1-2-10 0,1-1-11 0,0 1-21 0,2-1-16 16,0 2-23-16,0 0-14 0,2 0-2 0,-1 1 5 0,2 1 19 0,-1 1 23 15,3 0 24-15,-1 0 20 0,1 0 15 0,1-1 9 0,0-1 4 0,-1 2-4 16,0-2 0-16,-2 1 2 0,0 1 0 0,-1-3 6 0,-2 1 2 16,-1 1 2-16,-4-2 3 0,-1 0 3 0,-1 1 3 0,-2-1 4 0,-4 1 2 15,0 0 5-15,-1 0 0 0,0 0 1 0,-1 0 0 0,0 0-2 0,-2 0-2 16,1-1-4-16,1 0-7 0,0 0-4 0,1-1-5 0,2-1-1 16,2 0-3-16,2 0 0 0,3 0-3 0,0 0 0 0,4 0-3 0,2-2 0 15,1 1 3-15,2 0 0 0,3 1 2 0,1-1 2 0,2-1 1 0,0 0 1 16,2 1 0-16,-1 0 5 0,2 0 4 0,-2 1 7 0,-1 0 9 15,3 2 8-15,-1 0 6 0,1-1 6 0,0 2 5 0,-1-1 1 0,3 1 3 16,1 1-3-16,0 0-4 0,3-1 2 0,1 2-3 0,1 0-5 16,3 0-3-16,2-1-10 0,3-1-4 0,1-1-8 0,1-1-4 0,3-1-3 15,3-4-2-15,0 0 2 0,1-2 0 0,-1-4-10 0,2 1-4 0,-1-3-2 16,0-2-5-16,1-1 9 0,-2-3-3 0,0-2-2 0,2 0 2 16,-2-2 0-16,2-1 1 0,-1-1-1 0,2-3 0 0,-1 0-1 0,-2 2-3 15,-2-1 4-15,-3 1 0 0,-3 0 3 0,0-1 7 0,-3 0 1 0,-4 1 7 16,-2-1 4-16,-3 0 8 0,-3-1 8 0,-2 2 6 0,-1-1 2 15,-3-1-1-15,1 2-4 0,-4-2-6 0,-1 0-4 0,-4-1 0 0,-2-1-10 16,-2-1 2-16,-1-1-5 0,-4-2-5 0,-2 0-15 0,-4-2-2 16,-4 1-1-16,-3-3 2 0,-4-1 13 0,-3-3 5 0,-3 0 4 0,-4-1 9 15,-5 1 10-15,-3-2-5 0,-1 0 5 0,-3 0 1 0,-2-1-2 0,-1 2 6 16,-5 1-6-16,0 2-9 0,-4 0-9 0,2 2-12 0,-1 0-4 16,-1 3-18-16,0 1 6 0,-2 3 1 0,-1 0-4 0,0 2 10 0,-3 0-10 15,-2 0-5-15,-3 0 9 0,-3 2 6 0,1 1 10 0,-2 2 13 16,1 1 6-16,-1 2 4 0,-3 0 5 0,-1 1-1 0,-2 1 4 0,-2 0-3 15,-2 2-4-15,-5 0 2 0,1 1-5 0,-1 2 3 0,-2 1-3 0,-2 2 0 16,-3 3 0-16,-2 3 5 0,0 3 13 0,-1 1-5 0,0 3 0 0,0 1-8 16,1 0-13-16,1 4-3 0,6 0-2 0,3 2-7 0,4 0-3 15,2 2-1-15,3 1-1 0,4 0-1 0,1 1-1 0,2 1-6 0,2 0-2 16,0 3-8-16,1 1 11 0,0 1 3 0,1 1-2 0,-1 0 12 16,3 0-11-16,2-1 3 0,0 0 6 0,1-1-5 0,4 0 6 0,0-2-3 15,4 1 3-15,1 1 2 0,4-3-7 0,3 0-1 0,3-2 2 16,2-2-4-16,4 0 1 0,2-1-1 0,2-3-4 0,3 1 3 0,1-1 1 15,2 0 1-15,1-2-1 0,2 0-4 0,0 0-2 0,2-1 4 0,-1 1-2 16,2-1 4-16,1 1 1 0,1 0-3 0,1-1-2 0,0-1-6 16,2-1 3-16,1 1 4 0,2-1-2 0,1 2 2 0,0 0-7 0,3 0-12 15,2 0-16-15,2 0-25 0,1 0-40 0,2-2-48 0,1 1-52 0,0-3-64 16,2 2-42-16,0-2-23 0,2 1 20 0,1-1-18 0</inkml:trace>
  <inkml:trace contextRef="#ctx0" brushRef="#br0" timeOffset="179777.14">11345 14417 672 0,'5'3'433'0,"2"2"-349"0,4 2 3 0,2 1-10 15,4-2-2-15,4 1-5 0,2 0-9 0,6 0-14 0,1-2-8 0,4 0-11 16,-1-1-12-16,2-1-10 0,0 1-6 0,2-2 0 0,0 0 1 16,1 0 1-16,2-2-1 0,-1 0-5 0,1-2 1 0,0-1 2 0,2-1 1 15,-1-1 0-15,1-1 0 0,2-1-2 0,-1-1 0 0,2-2 2 0,1 0 2 16,0-3-1-16,0 0-4 0,0-1 3 0,2 1-5 0,0 1 5 15,0-1 5-15,1-1-2 0,1 0 6 0,0-1 5 0,2 1 7 0,-1-1 8 16,1 0 0-16,0-1 4 0,1 1 3 0,0-2-2 0,-1 1 1 0,1 2-3 16,-1 1-5-16,0 0-5 0,0-1-5 0,1 0-9 0,1 2-2 15,1 0 0-15,-2-1-5 0,2 0 3 0,-2 0-4 0,-1 2 4 0,0-2-9 16,-1 1-2-16,-1 0 1 0,-2-1 0 0,-2 2 9 0,-2-2 0 0,-3 1 1 16,-3-1-4-16,-2 0-1 0,0 1-5 0,-1 0 8 0,-1 0 0 15,-5 0 1-15,0-1 4 0,-2 0-2 0,-1-3-1 0,-1 0 3 0,-3-1 4 16,0 1-1-16,-4-2 0 0,-2-1 0 0,-2 2 3 0,-3-2 5 15,-3-1 2-15,-3 0 6 0,-2-3-4 0,-3 0-1 0,-3-1-5 0,-4-2-3 16,-2 0 5-16,-5-2-1 0,-3 0-2 0,-3 2-6 0,-6-4-8 0,-5 1-5 16,-4-2-5-16,-5-2-9 0,-6 1-3 0,-5 1-3 0,-4 0-4 15,-7 3 3-15,-5 0 3 0,-4 2 9 0,-5 2 4 0,-4 3 8 0,-2 0 4 16,-3 3 3-16,-4 2 4 0,-1 0 4 0,-6 1-6 0,-1 1-2 0,-2 2 10 16,-1 4 6-16,5 5 10 0,1 1 6 0,4 4-2 0,3 1-8 15,1 1-6-15,0 3-12 0,1 3-7 0,-2 1-4 0,1 4-2 0,2 0-3 16,1 3 4-16,2 1 2 0,3 2-4 0,0 0-2 0,2 2-2 15,3-1-1-15,6 1 4 0,3-1-5 0,5 0-16 0,5 0 7 0,3 0-8 16,4 0-13-16,3 2-29 0,1-1-47 0,3 2-45 0,3 0-46 0,2-1-57 16,4 1-49-16,2-1-29 0,3 2 35 0,-1 1-75 0</inkml:trace>
  <inkml:trace contextRef="#ctx0" brushRef="#br0" timeOffset="191311.58">22408 14362 191 0,'0'0'23'0,"-1"1"-1"0,1 0-3 0,0-2-3 0,0 1-2 16,0 0 1-16,0 0 4 0,0 0 0 0,-1 0 5 0,1 0 6 0,0 0 0 15,1 0 3-15,-1 0-2 0,0 1 2 0,0-1 2 0,-1 0 0 16,1 1-2-16,0-1-3 0,-1 0-7 0,2 0-9 0,-1 0-3 0,1 0-2 16,1 1 3-16,1-1 2 0,1 0 1 0,1 0 0 0,1-1-2 0,0-1-2 15,2 1-5-15,0-2-2 0,1 0-3 0,1-1 1 0,-1 0 2 16,2 1-2-16,0-1-2 0,0 1 1 0,2 1-2 0,-2 0 3 0,4 1 1 16,1 0-2-16,2 0 1 0,0 0 1 0,3 1 2 0,1-1 4 0,3 0 1 15,3 0-1-15,0 0-3 0,4 0 0 0,1 1 3 0,4 1 0 16,0 1 0-16,2 0 0 0,2 2-2 0,0-1 4 0,2 2-1 0,3-1 2 15,-1 0 4-15,2-1-2 0,0 1-1 0,3 0 0 0,-2 0-10 16,0 0 3-16,2 0 1 0,-2-1-4 0,5-1 2 0,-3-1-2 0,-1-1-4 16,1 0 3-16,0-2 0 0,0-1 0 0,2-1 3 0,-2 0 1 0,0-1-2 15,0-1 6-15,0 0 6 0,2-2 4 0,-1-1-1 0,0 0-1 16,-2-1-4-16,-2 0 0 0,-2 0 0 0,1 0 2 0,-3-1 0 0,-2 0 1 16,-1 0 3-16,-2-1-1 0,-1-1-4 0,-1 1 2 0,-2 2-2 0,-1 0-1 15,-1 1 1-15,0 0 0 0,-2-1-1 0,-1 0-3 0,-2-1 2 16,-1 1-1-16,-2 0 3 0,2-2 0 0,-2 1-1 0,-1-1-2 0,0-1-1 15,-1 2 2-15,-1-2-2 0,-1 0 1 0,0 0-7 0,-2 1 2 16,-1 1 3-16,-1-2-3 0,-2 0 6 0,0-1 1 0,-1 1 1 0,-2 0-1 16,-1 0 3-16,-2-2 3 0,-1 0 3 0,0-1-2 0,-2-2 4 0,0 1-4 15,-2 0 1-15,-1-1 1 0,-2 0-6 0,0-1 2 0,-2 3 1 16,-3-2-1-16,0 1-1 0,-3 0 3 0,0-3-7 0,-4 0 4 0,-3-1-1 16,-1-1-8-16,-3-1 1 0,-2 1-3 0,-4-1 2 0,-3 1 0 0,-3 0 2 15,-4 1 4-15,-3-1-4 0,-2 2 7 0,-3 0 1 0,-4 0-4 16,-3 2 4-16,-2-1-5 0,-3 0 0 0,-1 1 5 0,-2 0-5 0,-3 3-9 15,1 1 2-15,-1 2-7 0,0 0 4 0,0 1 12 0,-2 1-9 0,1 3 1 16,-1 3-5-16,0 1-2 0,1 3-4 0,-2 3-3 0,0 2-4 16,0 3-9-16,-1 3-1 0,2 2-3 0,-2 2 2 0,1 3-1 0,-1 3-10 15,0 1-14-15,0 1-32 0,-3 2-24 0,0-1-29 0,1 1-28 0,0 0-7 16,2-1-87-16,0 0-29 0,3-2-1 0,-1 2-109 0</inkml:trace>
  <inkml:trace contextRef="#ctx0" brushRef="#br0" timeOffset="-211033.87">5355 15649 425 0,'-12'-6'63'0,"1"1"-4"0,-4-2-1 15,4 2 0-15,2-1-7 0,1 2-10 0,1-1-7 0,-1 0-11 16,2 0-6-16,0 0-5 0,1 0-5 0,2-1-4 0,0 0-5 0,2-1-3 15,0 1 2-15,1-1-1 0,1-1 0 0,1 1 0 0,0 1-2 0,2-1-1 16,-1 1 5-16,1-1 2 0,1 1 0 0,0 0 3 0,0 1 0 16,1 1 3-16,-1 0 2 0,1 0 1 0,-1 0-1 0,1 2 4 0,1 0 1 15,2 0 2-15,1 1 8 0,1 0 1 0,3 0 0 0,2 0 1 16,2 2 2-16,0-1 0 0,4 1 4 0,3 0-2 0,0-1-2 0,4 2 0 16,1-3-4-16,3 1-1 0,1-1 1 0,2-1-3 0,2 0 0 0,0-2 7 15,4 0-3-15,0 0 0 0,3-2 5 0,-1 1 0 0,3-1-2 16,-1 0 3-16,2 0-2 0,2-1-4 0,0 0-1 0,2 2-7 0,-2-1-2 15,2 1-3-15,0-1-1 0,2 1-4 0,2-1-1 0,-1 2-1 0,2-2-2 16,-1 1-2-16,3-1-1 0,-1-1 0 0,-1 0-8 0,1-3 4 16,-2 1-2-16,0-1-2 0,0 0 1 0,-2 0-1 0,-1 0-2 0,-2-1-5 15,-2 0 3-15,-2-1 3 0,-1 1 4 0,-2-1 4 0,-2 0-6 0,-3 0 7 16,-2 1 0-16,-2-1 2 0,-2 1 6 0,-2 0-3 0,-4-3 2 16,0 1 3-16,-3-1 1 0,1 1 5 0,0 0-1 0,-3 0 4 0,0-1 5 15,-1 0 5-15,-2 1 10 0,0-1 2 0,-2 0 3 0,-2 1 0 0,1-1 3 16,-1 2-8-16,-1-1 2 0,-2-1-5 0,0 0-1 0,-2 2 2 15,-1-1-4-15,-1 0 5 0,-2-1-7 0,-1-1-3 0,-2 1 1 0,-1-1-8 16,-1 1 1-16,-1 0-1 0,-3 1-2 0,-1-1 1 0,-2-1-4 16,-4 1-3-16,-1-2-4 0,-6 0-13 0,0-2-11 0,-5-1-8 0,-4 0-1 15,0-1 1-15,-6 0 8 0,-3 1-7 0,-4 0 11 0,-5 1 6 0,-1 1 8 16,-2 0 12-16,-3-1-3 0,-2 0-1 0,-6 2 0 0,0 0-1 16,-3 0 0-16,-1 2 1 0,0 0 0 0,-2 1 1 0,-1-1-7 0,-2 3 3 15,0 1-2-15,-1 0-1 0,-2 2 2 0,0 0-4 0,-1 2-4 16,-1 2-1-16,-3 0-3 0,-1 3-1 0,-4 1-5 0,0 4 8 0,-4 4 1 15,-1 1 1-15,0 2 2 0,-1 2-1 0,2 2 5 0,-1 3 4 0,1 1 0 16,3 1-3-16,-1 2 1 0,3 2-6 0,2 0 1 0,1 2-4 16,4 1 5-16,1 2 4 0,3 2-5 0,2 4 10 0,0 1-8 0,1 2-8 15,3 4-1-15,0 0-3 0,4 2 0 0,4 0 0 0,3-1-4 0,5-2-7 16,2 0-16-16,4 0-8 0,5-1-15 0,2 0-23 0,6-2-10 16,4-1-26-16,3 0-24 0,5 0-19 0,5 0-32 0,4-3-22 0,5 0-22 15,5 1-39-15,4-1-153 0</inkml:trace>
  <inkml:trace contextRef="#ctx0" brushRef="#br0" timeOffset="-208534.64">9724 15113 609 0,'-4'0'349'0,"-3"-1"-223"0,0 1-46 0,0 0-29 0,1-2-6 15,1 0-2-15,1 0-20 0,-1-1-5 0,2 0-9 0,0 1-7 16,0-1 8-16,1 1-6 0,0-1 3 0,1-1 0 0,-1 0-3 0,0 1 2 16,0 0 0-16,0 0 2 0,0 0 3 0,1-1 3 0,0 0 0 15,1 0-1-15,0 0 3 0,1 0 0 0,1-2-3 0,1 0 6 0,-1 0-3 16,2 0-3-16,-1 1-1 0,2-1-1 0,2-1 8 0,1 0 2 0,1 1 5 16,2-1 13-16,3 0 2 0,1-1 9 0,3-1-3 0,2 0-7 15,2 0 0-15,4 0-3 0,1 1 1 0,5-1 6 0,2 1-9 0,2 0-10 16,3 1-6-16,1 2-12 0,3 1-1 0,1 0 0 0,1 1-5 15,5 2 0-15,-1 0-2 0,2 1-3 0,0 0 5 0,2 1-4 0,-2 1 0 16,3 0-2-16,1 0-12 0,-1 0 4 0,2 2 0 0,-1 0-1 0,-1 1 8 16,1 1-1-16,-3 1 1 0,0 1 4 0,-1-1-7 0,-4 3 5 15,-1 0-3-15,-2 1-1 0,-1 0-4 0,-4 2-6 0,-3-1 9 0,-2 3-5 16,-5 2 14-16,-1 0 0 0,-4-1 3 0,-3 2 4 0,-3 1-5 0,-4-1 16 16,-6 2-7-16,-1-2 6 0,-4 0 6 0,-4 0-4 0,-2 3 11 15,-4 0 6-15,-1 1-4 0,-5 0-1 0,-4 0 3 0,-4 1-6 0,-3-2 5 16,-4-3-5-16,-2 0-8 0,-5-2 11 0,-2-1-11 0,-4-2 0 15,-4-2-5-15,-3-4-13 0,-2-1 1 0,-2-2-13 0,-3-1 6 0,-2-2-10 16,-3-2 2-16,-1-2 6 0,-1 0 6 0,-3-2 3 0,0-1-2 0,-2-1-1 16,2 0-9-16,-3-1 0 0,1-1 3 0,2-1 2 0,0 0 5 15,3 1-4-15,1 2 8 0,0 0 2 0,5 3 1 0,1 2-1 0,2 3-11 16,4 5 1-16,1 3-3 0,1 5-6 0,4 3 0 0,3 3-18 0,2 5-15 16,3 3-23-16,2 1-40 0,3 5-67 0,2 0-80 0,3 2-79 15,2 3-86-15,3 3-245 0</inkml:trace>
  <inkml:trace contextRef="#ctx0" brushRef="#br0" timeOffset="-147130.67">5265 16458 591 0,'-22'5'102'0,"-2"-1"-1"0,-3 1-24 0,4 0-21 16,5 0-8-16,-2 0 2 0,0 1 0 0,1-1 0 0,0 0-5 0,-2-1-10 15,1 1-4-15,-1-1-5 0,2-1-8 0,1 1-7 0,1-1-2 16,0 1-4-16,0-1 0 0,2 1 3 0,1-2-2 0,-1 0 7 0,2 0 2 16,0 0-2-16,1 0 13 0,2-1 2 0,-2 0 8 0,3-1 4 0,0 0 2 15,0-1 7-15,4 1-4 0,1-2 0 0,-1 0-8 0,3-2-12 16,0 0-3-16,2-3-9 0,3-2-1 0,0 0-4 0,4-4 1 0,1-1 10 16,3-1 14-16,3-1 8 0,2-1 4 0,2-2 8 0,2 1-15 0,3 0 7 15,-1-1 2-15,3 1-8 0,2 1 8 0,2-1-7 0,2 0 12 16,1 1-1-16,2 2-3 0,3-1-5 0,1-1-15 0,4 2 0 0,2-1-5 15,1 0-3-15,0 0-8 0,2 1-5 0,2-1 0 0,1 0 1 0,1 3 1 16,2 1-7-16,1 2 4 0,1 0-3 0,2 0 2 0,1 1 8 16,1 0-13-16,1 1 2 0,-2 1-6 0,2 0 3 0,-2 1 7 0,2-1 4 15,-1 1 11-15,0 0 4 0,2 0 5 0,1-1 5 0,0 1-8 0,2 0-14 16,0 1-2-16,1 0-7 0,0 0-1 0,-1 0 0 0,1 1-9 16,-4 0 2-16,0 1 6 0,-1 1 0 0,-4 1 6 0,0 2-11 0,-4 0-2 15,-4 2 6-15,-2 1-2 0,-2 2 6 0,-2 2-9 0,-3 0 4 16,-1 2-3-16,-2 0 3 0,-1 1 2 0,-2 1-9 0,-2 0 12 0,0 0-7 15,-2 3-3-15,4 1 14 0,-3 2-6 0,1 0-6 0,-3 4-1 16,-3 1-2-16,0 1-1 0,-1 1 14 0,0 0-11 0,-2 2 0 0,1 0 2 16,-2 2-5-16,-2 0 12 0,0 2-10 0,-3-1-1 0,-2 0-14 0,-5 1 10 15,-2-1 9-15,-2 1-1 0,-3 3 10 0,-1-2-6 0,-3 1-6 16,-3-1 14-16,-2 1 2 0,-4-1 1 0,-4 3 0 0,-5 1-15 0,-3 0 11 16,-2-1-6-16,-6-2-3 0,-1 0 3 0,-5-1-9 0,-4 1-1 0,-4 0 1 15,-3 0-19-15,22-18 2 0,-7 3-1 0,-2-1 4 0,-7 4 25 16,-2-3-2-16,-7 3 4 0,-4-1 7 0,-6 1-6 0,-3-1 17 0,1-1 6 15,0-2 9-15,-1-2 13 0,2-2-2 0,1-1 8 0,1-2 6 0,1-2-6 16,1 1 6-16,1-3-16 0,2 0-8 0,0-1 18 0,1 0-1 16,2-1-3-16,1-1 2 0,1-1-16 0,1-1 0 0,1 1-2 0,2-1-11 15,2-1 4-15,0-1-15 0,2 0 10 0,1-1-10 0,2 0-17 0,3-2 15 16,2 0-18-16,1-2 3 0,2 1 3 0,2-1-14 0,3-1 13 16,1-1-6-16,3 1-9 0,1-1 15 0,2-1-12 0,1 0 12 0,2-1-8 15,3-1-5-15,0 0 16 0,1 0 3 0,1-1-2 0,2 0-6 16,2-1-12-16,-1 0 9 0,1 0 12 0,-5-11-18 0,4 3-5 0,2 4 10 15,2 4 4-15,2 1 14 0,-1 2-5 0,1 0-11 0,-1 1-7 0,1 1 9 16,1-2 7-16,0 2-12 0,0 2 5 0,-1-1 2 0,2 1-10 16,-1 1 14-16,1 1-2 0,-1 3-8 0,0-2 6 0,0 2-14 0,1-1 18 15,-1 0 0-15,0 2-8 0,1-1 7 0,0 1-20 0,0 0 6 16,0 1 7-16,-1 0-9 0,1 0 5 0,0 0-2 0,1 0-7 0,1 1 15 16,0 0-13-16,1 2 0 0,0 2 7 0,0 1-16 0,2 0-8 15,-1 0-20-15,2 1-40 0,0 1-13 0,1 0-29 0,0-1-19 0,0 1-19 16,0 1-43-16,2-1-22 0,-2 0-38 0,-2-5-42 0,1 2-28 0,0-1-48 15,3 1 9-15,0 0 104 0,3 0 104 0,0-1-48 0</inkml:trace>
  <inkml:trace contextRef="#ctx0" brushRef="#br0" timeOffset="-145813.68">10413 16416 276 0,'-26'-1'128'0,"-3"0"-119"0,-4 0 0 0,5 1 0 16,6 1-6-16,0-1 0 0,0 1-4 0,2 1 0 0,1 0 0 0,1 1-2 16,1 0 2-16,0 0-1 0,-1 0 0 0,0 1-4 0,1 0-4 15,-1 0-5-15,1 0 0 0,0-1 5 0,0 2-2 0,-1 0 9 0,-1 1 0 16,1 1 8-16,-1-1 9 0,-1 1 4 0,1 1 12 0,-2-1 4 15,-1 1 13-15,2-1 11 0,-2 0 8 0,1 1 9 0,1-2 2 0,1 1 2 16,0-3 3-16,4 0-4 0,-1 0-5 0,2-3-7 0,1 1-7 0,2-2-4 16,2 1 0-16,1-2-10 0,1-1-3 0,1 0-6 0,1-1-9 15,2-1 3-15,0 0-11 0,0-1-3 0,2-2-6 0,-1 1-8 0,1-3 8 16,3 2-2-16,0-1 0 0,1-1-3 0,2 0 3 0,0-2 9 16,1 1 7-16,2 1 6 0,0-2 2 0,1 0-1 0,3-1-1 0,3-2-1 15,1 1-5-15,1-1-8 0,4-1 2 0,3 0-2 0,1-1 0 0,2 1-3 16,2-2-6-16,3 1 4 0,1 0-15 0,4-2 8 0,-1 0-3 15,2-1-1-15,3 2 7 0,1-2-5 0,1 0 5 0,3 0-1 0,0-1-3 16,0 0 0-16,1 1-5 0,0 0 7 0,-1 2 0 0,2 0 2 0,1 1-14 16,1 0-5-16,2 0 6 0,-1 2 2 0,0-1 12 0,0 1-6 15,3 0-1-15,-1 2-1 0,0 1 1 0,1-1-1 0,-1 0-1 0,1-1-2 16,2 0-9-16,1 2 0 0,1 0 9 0,0 0 2 0,1 0 10 0,1 2-2 16,0-2-8-16,-1 3-2 0,0 0 0 0,-3 1 2 0,1 2-1 15,-1 0-3-15,0 1 0 0,0 2 0 0,-2 1-4 0,0 1 5 0,-1 1 3 16,-3 2-2-16,0 0 2 0,-2 2-5 0,0 1 2 0,-2 0 0 0,-1 2 0 15,0 0-5-15,-2 1-10 0,-2 1 3 0,-2 3-3 0,1 0 13 16,-2 2 7-16,-1 3-6 0,-2 0 6 0,-2 3-5 0,1 0-2 0,-2 3 7 16,0 0-4-16,-4 1-1 0,-1 1 0 0,-1 1-1 0,-3 2 4 15,1 1 1-15,-2 2 2 0,0-1-3 0,-3 2-3 0,-2-2 7 0,0 1-3 16,-2-1-2-16,-2 2-3 0,-1-1-4 0,-4 0 4 0,-1 0-2 0,-2-1 3 16,-2 1 4-16,-2 0 0 0,-2 2 6 0,-3-2 4 0,-2 1 3 15,-3-1 0-15,-2 0 3 0,-3 0-4 0,-3 1 4 0,-1-1 4 0,-1-1-4 16,-3-3 3-16,-1 1-7 0,-3-3 1 0,-3 3 1 0,-2-2-2 15,-4 1-1-15,-2-2 2 0,-2 0 3 0,-3-4 8 0,0-1 0 0,21-11 11 16,-5 3 10-16,-2-2 7 0,-5 2 13 0,-1-1-1 0,-5 2-6 0,-1-1 7 16,-6 1-11-16,0-2 0 0,0-2 5 0,0 0-7 0,-1-1-2 15,1-2-5-15,0-1-8 0,0-1 3 0,1-2-5 0,-1-2-6 0,1 0 10 16,1-2-7-16,-1-1 5 0,2-2-1 0,0 0-21 0,2-2-3 0,-1-1 7 16,1-2-3-16,1-1-3 0,0-1-9 0,1-2-4 0,-33-16-7 15,13 3 17-15,11-1-4 0,12 3-8 0,8 3 9 0,0-3-21 0,3 0 9 16,1-1 8-16,2 0-5 0,4 2 13 0,0 0-8 0,2 2-8 0,2-2 12 15,1 0-3-15,0 1-4 0,2-2-2 0,0 0-2 0,3 1 8 16,0-1-2-16,1 3-1 0,1 0 1 0,0 0 0 0,2 3-1 0,0-2 1 16,2 2-7-16,0-1 2 0,1 2 4 0,1 0-2 0,0 0 2 15,1 2-2-15,0 0-20 0,1 0 10 0,1 2-8 0,0 1 19 0,1 2 14 16,0 0-2-16,-1 0 2 0,0 2-21 0,0 0 11 0,0 1-3 0,0 1-2 16,-1 0 1-16,1 3-2 0,-1-1-2 0,2 1 10 0,-1 1-1 15,0 0-10-15,0 1 3 0,0 0-2 0,0 1 6 0,1 0 3 0,-2 0-8 16,2 1 5-16,0 0-4 0,0 1 2 0,0-1 3 0,0 2-6 0,0 0 8 15,-1 0-10-15,1-1 1 0,0 2 11 0,1 0-12 0,-1 1 7 16,0-1-2-16,1 2-4 0,-1-2 6 0,0 2 5 0,0 0-7 0,-1-2-14 16,1 1 14-16,-1-1-7 0,0-1 0 0,-1 2 6 0,0-2-11 15,1 1 13-15,-1 0 1 0,0-1 3 0,0 2-8 0,0-1 1 0,-1 0 6 16,0 0 13-16,1-2 2 0,0 0 0 0,-1 1-5 0,0-1-16 0,0 0-1 16,0 0-1-16,1 0 4 0,-1-1-3 0,0 0-1 0,1 0-3 15,-1 0 6-15,-1-1 6 0,1 1-9 0,0-1-3 0,-1 1 4 0,0-1 5 16,0 0 5-16,0 0-6 0,1 0-1 0,-1 0 2 0,0 0-4 0,0-1 6 15,0 1-6-15,1 0-7 0,-1-1 9 0,0 1-5 0,0 0 7 16,1 0-6-16,-1-1-1 0,0 1-9 0,0 0-13 0,0 0-11 0,1-1-21 16,-1 0-15-16,0-1-21 0,1 1-29 0,0 1-13 0,2-1-27 0,1-1-24 15,1 0-20-15,3 0-27 0,2-1-19 0,3-1-16 0,4-1-24 16,4-1 4-16,3-2 59 0,6-1 85 0,4 0-41 0</inkml:trace>
  <inkml:trace contextRef="#ctx0" brushRef="#br0" timeOffset="-145112.99">14724 16227 594 0,'-15'-6'341'0,"-2"-2"-233"0,-5-1-4 0,2-2-14 0,2-1-27 16,0 0-27-16,4-1-22 0,1 0-9 0,1 0-5 0,2 0 0 0,0 1 3 16,2 0 3-16,2 2 0 0,-1-2 0 0,1 2-4 0,1 0 2 0,0 1 3 15,2 0 4-15,1 2 0 0,0-1-1 0,2 0 3 0,0 1 0 16,2-1 5-16,2-1-1 0,1 0 1 0,2-1 3 0,3 0 2 0,0-1 2 16,2-1 1-16,4-2-2 0,3 0 1 0,3 0-3 0,7-1-1 0,1-1-7 15,4 1 1-15,1 1-2 0,4 0-8 0,1 1 7 0,3 0-7 16,3 0-1-16,3 0 2 0,-1 2-2 0,2 1 3 0,1 1 1 0,0 1-4 15,2 2 1-15,-1-1-1 0,0 1 0 0,0 1 5 0,1-1-1 16,-1 0 3-16,2 1 6 0,-1 1 6 0,0-1 1 0,0 2 4 0,-1-1-6 16,0 0-3-16,0 0 0 0,0 3-6 0,-1 0 0 0,0 1-2 0,-2 2-3 15,-2 1-2-15,-1 1-3 0,0 4-2 0,-3 1 0 0,1 2-1 16,-3 3-2-16,2 1-5 0,-2 4-2 0,-3 2-1 0,1 2-8 0,-1 5 2 16,0 2-7-16,-2 6-3 0,0 4 2 0,-2 2-5 0,-1 4 6 15,0-2 3-15,-4 1 7 0,0 0 10 0,-4-4 3 0,-1-2 7 0,-1-3 4 16,-3 0-6-16,0-1 10 0,-2 0-7 0,-1-1 0 0,-1 0 5 0,-2-3-5 15,-3 1 9-15,-2-2-2 0,-3 0-8 0,-1-3-5 0,-3-1-11 16,-3-1 5-16,-3-2-3 0,-1 0 1 0,-6-1 9 0,-3 0 7 0,-7 0 5 16,-4-2 3-16,-6 1 0 0,-6-3-2 0,-5-2 0 0,-6 0-2 0,-5-4-7 15,-5 1-6-15,-3-2 2 0,-1-4 4 0,-2 0 7 0,1-1 6 16,0-3 5-16,-1-1 5 0,2-3 7 0,2-2 0 0,2-2 11 0,3-3 5 16,-2 1-8-16,3-3 4 0,-1-1-6 0,0-2-5 0,1-2 4 0,0 0-7 15,-2-3-13-15,1-1 0 0,1 1-2 0,2-1 2 0,2 1-3 16,2 1-14-16,-1 3 5 0,3-1-12 0,1 2 5 0,1 1-3 0,0 1-9 15,3 2 2-15,1 0-15 0,-1 1-7 0,3 0-20 0,1 2-26 0,1 0-48 16,2 0-67-16,-1 1-88 0,3-1-167 0,-2-3-152 0,-4-4-69 16</inkml:trace>
  <inkml:trace contextRef="#ctx0" brushRef="#br0" timeOffset="-143730.52">19564 16475 144 0,'-15'5'100'0,"0"0"-27"0,-4 0 5 15,2-1 0-15,3-2-3 0,1-1-12 0,2-2-12 0,0-1 1 0,2-1-9 16,1-1-3-16,0-1 0 0,4 1-12 0,-1-1 8 0,1 2-4 16,2-2-5-16,-1 0 7 0,3 0-8 0,0-2 6 0,2-1 5 0,1 0-8 15,1 0-2-15,2-1-7 0,0-1-2 0,3-1 3 0,3 1 3 0,1-2-1 16,2-1 2-16,1 0-1 0,3-1 7 0,2-3 6 0,2 0-2 16,2 0 6-16,1-1-10 0,2-3-1 0,1-1 2 0,2-1-10 0,3-3 3 15,1 2-5-15,1-3-7 0,2-1 1 0,1 1-1 0,2-1 0 0,2 0-1 16,0 0 1-16,2 0 4 0,1-1-3 0,1 3-6 0,2-2-9 15,-2 3 7-15,3 2-2 0,0-1 10 0,-1 2 6 0,1 0-4 0,-1 2 6 16,1 3 6-16,1 0 2 0,1 2 13 0,0 0 4 0,1 4 0 0,0 0 5 16,1 2-16-16,1 1-1 0,0-1-6 0,0 2-4 0,1 0-6 15,1 0-6-15,-1 2-1 0,0 0-2 0,-2 0 2 0,0 2-2 0,-1 0 2 16,-1 1-7-16,0 2-4 0,1 1 1 0,-3 1 1 0,-1 3 7 16,-1 2 2-16,-2 1-4 0,0 2 1 0,-2 2-2 0,-1 2 8 0,-1 2 5 15,-1 2 1-15,-2 6 2 0,0 3-8 0,-2 2-2 0,-2 4-3 0,0 3 7 16,-3 1-1-16,2 4 3 0,-3 0-8 0,-1 2 6 0,-4 3-5 15,-2-2-5-15,-2 2 4 0,-4 0-15 0,-2 0 9 0,-2-2-5 0,-3-1 5 16,-4-1-7-16,-2-2-7 0,-3-2 17 0,-3-1-2 0,-2-4-6 16,-4-2-5-16,-2 0-14 0,-5-2-7 0,-1-1 6 0,-4-1 2 0,-2-2-3 15,-4-1 4-15,-4-2 1 0,-4 0 1 0,-1 0 7 0,-5-1 7 0,0 0 1 16,-4 0-5-16,-4-2 8 0,-5 0-9 0,-3-1-3 0,-4-1 5 16,-4-2-1-16,-3 0 13 0,-5-1 2 0,-1 1 1 0,-6-1-8 0,-4 0-2 15,0 0 1-15,-4-1 3 0,0 0 2 0,2 3 1 0,-2-2 9 16,44-6 1-16,-12 1 1 0,1 0 11 0,-11 3 9 0,1 0 5 0,-10 3 4 15,2 0-3-15,-9 1-4 0,3 2 6 0,2 0 0 0,2-2-11 0,4 1-2 16,2-1-2-16,4-1 0 0,2-2 2 0,4 0-5 0,4-2-3 16,2-1 3-16,4-1-3 0,2-1-5 0,3-2-12 0,5-1 1 0,1-1 1 15,5-2 1-15,2 1-9 0,4-2-8 0,2-1-4 0,4-1 1 0,2 0 1 16,2-1-2-16,2 0 0 0,2-1-1 0,4 0-8 0,0-1 8 16,2 0-2-16,1-2-4 0,2 0 1 0,0-2-4 0,3-2 2 0,1-1 8 15,1-1 2-15,3-3-3 0,1-3-12 0,2-1-3 0,2-2-14 0,6-7-3 16,14-20-3-16,3 2-14 0,-2 4-11 0,-4 10-26 0,2 0-18 15,3 1-28-15,2 0-25 0,4 1-17 0,1-3-21 0,3 3-48 0,5-1-14 16,3 2-3-16,1 2-6 0,4 2 49 0,2 0 64 0,4 2 60 0,3 0 48 16,5 2-77-16</inkml:trace>
  <inkml:trace contextRef="#ctx0" brushRef="#br0" timeOffset="-142980.02">23685 16481 213 0,'-14'1'52'0,"-2"1"15"0,-6-1 7 15,2-1 0-15,-2 0-12 0,-1-1-6 0,-3 0 1 0,-1 0 1 0,0 0 3 16,0 1-2-16,1-1-3 0,-1 1 1 0,0-1-4 0,-1 0-1 0,0 1-4 16,-1 0-4-16,-1-1 1 0,1 0-1 0,-2-1-5 0,2-1-7 15,-1-2-3-15,0 0-7 0,0-1-1 0,1 0-4 0,-1-3-3 0,2-2-2 16,0 0-5-16,2-1 7 0,-1 0-4 0,2-1-3 0,1-2 0 0,1 0-8 16,3 0 2-16,1 0 0 0,2 0 0 0,4-1-1 0,-2-1-3 15,1 1 4-15,0-2-1 0,2-1 2 0,3 1-3 0,1-2 1 0,1 2 4 16,1 1 2-16,3-1 0 0,0 1 0 0,3 0 2 0,2 2 7 15,1 0 7-15,2-2 2 0,1 0 1 0,3 1 1 0,-1-1-2 0,5 1 3 16,2-1 3-16,1-1 0 0,2 0 1 0,1-1-7 0,2 1-3 0,2-1 6 16,3-2-5-16,3 2 7 0,3-2-4 0,1 0-3 0,4 0 4 15,1-3-4-15,3 1-4 0,3 0 5 0,3 0-5 0,3 1 5 0,3-2-4 16,1-1-6-16,3 2 2 0,-1-1-7 0,3 2 2 0,1 0 0 0,2 1-7 16,2 4 7-16,1-1-4 0,3 3 4 0,4 1 3 0,2 1-6 15,2 4 2-15,0 0-6 0,-2 0-6 0,2 3 2 0,3 1 1 0,-1 4-5 16,1 2 5-16,-1 1 0 0,-4 1-1 0,-1 1 1 0,-2 3 0 15,2 2 1-15,1 3-2 0,-1 2 4 0,0 3-2 0,-6 2-1 0,-2 0 5 16,-4 4-5-16,0 4 1 0,1 2-4 0,-2 2-3 0,0 2-1 0,-4 0-3 16,-3 2 3-16,-4-1 1 0,-3 2 3 0,-3-1-10 0,-3 0 4 15,-1 1-2-15,-5 0-2 0,-2 0 17 0,-4 2-7 0,-4-1 1 0,-2-2 2 16,-5 2 1-16,-1 1-1 0,-2 1-4 0,-3 2-3 0,-3 0 4 0,-4 0 1 16,-4 0 7-16,-5-1-5 0,-3-1-9 0,-4 1 8 0,-3-1-5 15,-1 1 12-15,-4 0 2 0,-2 1 1 0,-4-2 5 0,-4 1 0 0,-1-2 4 16,-5-1-4-16,1 2 2 0,-5 0-7 0,-2 0-6 0,-4-2 7 0,-2-2-4 15,-5 1-6-15,-4-4 4 0,26-16-17 0,-7 3 7 0,-4-3 14 16,-7 5-3-16,-4-3 1 0,-10 0-1 0,-3-1-8 0,-10 1 1 0,-3-2 7 16,-4-5-14-16,-3-1 13 0,-2-4 1 0,-3-2 6 0,0-3 9 15,-2-1-9-15,2-1 13 0,-1-1 2 0,4-1 10 0,1 0 12 0,5 1 9 16,3 0 2-16,6 0-9 0,4-1-4 0,6 1-19 0,5-1-11 16,3-1 0-16,5-2-12 0,5-1-6 0,3-1 8 0,4-2-12 0,1-1-2 15,-2-4 14-15,-21-10 1 0,15 1 6 0,10 2-2 0,13 4-13 0,4 0-9 16,1 0 1-16,4 0-2 0,3 0-9 0,2 0-11 0,3 1-9 15,3-2-13-15,1-2-13 0,3-1-6 0,2-3-19 0,1-1-18 0,4-1-23 16,2-2-24-16,1 0-20 0,4-1-38 0,3 1-133 0,1-1-61 0,3 5 95 16,3 1-44-16</inkml:trace>
  <inkml:trace contextRef="#ctx0" brushRef="#br0" timeOffset="126367.63">12425 15333 629 0,'2'-1'98'16,"2"1"-22"-16,1-1-13 0,0 0-11 0,-1 1-10 0,-1 0-8 15,0 0-1-15,-2 2 3 0,1 0 4 0,-1 1 1 0,1 1-2 0,-2 3-8 16,0 1-3-16,-1 0-4 0,0 3-4 0,0 0 2 0,-1 3-6 16,-1 1 2-16,-1 0 1 0,0 1-5 0,-1 1 2 0,-1-1-3 0,0 1-5 0,0 0-1 15,-1-1-2-15,1-1-1 0,-3 0 2 0,0 0-2 0,-1 0-1 16,-2-1 2-16,1 1-7 0,-1-1 4 0,-1-1-1 0,-1 0 2 0,-2-2 2 15,1 2-5-15,-1-1 1 0,0 0-1 0,0-1 1 0,2-2 3 16,-2 1-6-16,0 1 4 0,0 0-2 0,0 0 2 0,0 1 2 0,0-1-1 16,0 1 1-16,2 0 1 0,-1 1 4 0,-1 0 6 0,0 1 4 15,0 2-2-15,-1 1-1 0,1-1-1 0,0 1 9 0,1 0-1 0,-2 0-2 16,1-1-9-16,-1 1-3 0,0-1-2 0,1 0 3 0,-1-2 0 0,2 1-5 16,-2-1 5-16,-1 0-7 0,0-2 2 0,0 0 2 0,1 0-11 15,-1-1 5-15,1 0-1 0,-2-1 1 0,-1-2 5 0,1 0-6 0,-3 0 1 16,1-1-11-16,1 0 7 0,0 0 4 0,-1-1-6 0,0 0 6 0,-1 1-5 15,-1-3-3-15,0 0 11 0,-2 1-1 0,0 0-3 0,-1-1 0 16,-1 0 3-16,1 0 2 0,-1 0 6 0,0 0-10 0,-1-1 0 0,0 1-5 16,-2 0 6-16,3 0 4 0,-2-1-12 0,2 1 11 0,-1-2-10 0,-1 2 1 15,0 0 9-15,0 1-6 0,0-1 4 0,1 1-1 0,1 0-2 16,-1 0 2-16,1 0 0 0,0 1-5 0,0 0 3 0,-1 0 1 0,0 0 3 16,1-2 11-16,-1 2-8 0,1-2 0 0,-1 0 4 0,1 0-2 0,-1-1 4 15,1 0-6-15,-1 0-3 0,1 0 0 0,0 0-3 0,0 0 7 16,0 1-5-16,-2-1 2 0,2 0-4 0,-2 1-1 0,2 0 7 0,0-1-3 15,0 1-1-15,-2 1 1 0,3 1 0 0,-2 0 2 0,1 1 4 0,0 1-9 16,-1-1 5-16,2 0 0 0,0 0 8 0,2 0 4 0,0 1-9 16,0 2-5-16,2 0-4 0,-1 1 0 0,1-1 6 0,2 1-4 0,-1 1 4 15,3 1-1-15,1 1 0 0,-1 0 3 0,1 0-1 0,1 1 4 16,-1 1-1-16,2 1-8 0,1-1 7 0,4 1 1 0,1 0 2 16,1-1 5-16,1 2-4 0,0 0 4 0,1 2 0 0,2-2 0 0,1 2 0 0,2-1-1 15,1-2 4-15,1 1-1 0,1 1-3 0,1-2-7 0,2 1 0 16,0 1-2-16,3 0 5 0,1 0 1 0,-1 0-7 0,4 1 4 0,2-2-5 15,1 1-4-15,-6-10-7 0,2 2 6 0,-1 0-3 0,4 1-3 0,0 0 8 16,4 2-12-16,0 0 7 0,4 1-5 0,1-1-2 0,1 0 3 16,3-1-4-16,-1-1-6 0,4-2 1 0,0 0-3 0,2-1-1 0,0-1 15 15,2 0 0-15,0-1-7 0,2-1 1 0,1-1-3 0,0-1 2 16,2 0-1-16,0 0-2 0,1-2-1 0,2 0 4 0,-1-1 1 0,1-1-2 16,1-1-13-16,-1 0-6 0,2-2-4 0,0-1-8 0,1 0 8 0,-1-1-12 15,1-1-5-15,2-1-6 0,-2-1-14 0,1-1-8 0,0-1-15 16,2 1-24-16,-1-1-18 0,0-1-19 0,0 0-38 0,0-1-61 0,1 0-168 15</inkml:trace>
  <inkml:trace contextRef="#ctx0" brushRef="#br0" timeOffset="154219.77">30785 11677 2172 0,'-12'5'176'0,"1"0"-57"0,-1 0 1 0,4 1 0 0,4-3-16 16,1-1-16-16,2 0-25 0,0-1-31 0,2 1-11 0,0-1-16 15,0-1 0-15,1 1 0 0,1-1-1 0,1 0 3 0,1 0-4 0,2-1 6 16,1 0-2-16,0-1 0 0,3-1 7 0,1 0 5 0,3 0 10 16,1-1 12-16,1 1 8 0,3-2-3 0,1 0 1 0,0 0-9 0,2 1-9 15,0 0-4-15,2 1-5 0,4 0 1 0,0 0-9 0,0 2 9 0,1-1-3 16,0 1-5-16,0 1 0 0,3-1-7 0,-1 2 3 0,2 0-4 15,-1 1 5-15,1-1 8 0,2 1-8 0,-3 1 12 0,2-1-3 0,-3 2-17 16,2 0 5-16,-2-1-7 0,-1 0 2 0,0-1 4 0,-1 1-2 16,-1-1-4-16,2 0 4 0,-3 2-3 0,2-3-4 0,-6 2 3 0,-2-1 0 15,1 0 2-15,-4 0-4 0,1 1 0 0,-2-1-2 0,-2-1 2 0,-1 0 2 16,-1 0-2-16,-1 0-3 0,-1 1-3 0,-2-1 1 0,2-1-10 16,-2 0-2-16,-2-1-17 0,1 1-23 0,-1-2-31 0,-2 1-31 0,2 0-29 15,-4-1 7-15,1 2-61 0,-1-2-3 0,-2 1-27 0,0-1-82 0,-3 0-77 16,0 1-178-16,-1 0-195 0</inkml:trace>
  <inkml:trace contextRef="#ctx0" brushRef="#br0" timeOffset="154486.86">31070 12144 2340 0,'2'5'168'0,"3"1"-16"0,3 3-13 0,1 0-7 0,2-2-17 0,1-2-37 16,2 0-31-16,0-1-24 0,0-1-9 0,1-1-1 0,-2-2-8 15,0 0 1-15,2-2-6 0,-2 0 0 0,1-1 0 0,-1-1 0 0,0-1-8 16,0 0 3-16,1-3-2 0,-1 0 7 0,-2-1 0 0,2 0-5 16,-1-1-1-16,-1-1 10 0,0 0 1 0,-1-1 2 0,2-1 0 0,1 1-33 15,0 0-8-15,0 2-1 0,-2-1-12 0,1-1-6 0,1 2-24 0,0-2-36 16,0 2-28-16,-1 0-29 0,2-1-33 0,1 1-53 0,-1-1-75 15,1 0-97-15,1 1-461 0</inkml:trace>
  <inkml:trace contextRef="#ctx0" brushRef="#br0" timeOffset="154904.18">32043 11000 2265 0,'0'-4'122'0,"1"0"-21"0,1-2-13 15,0 3-12-15,1-1-14 0,1 1-15 0,0 0-27 0,-2 1-8 0,0 0-11 16,1 1-2-16,0-1 2 0,1 0-1 0,-1 0-1 0,2 0-8 0,0 1 1 16,0-1 5-16,0 0 1 0,0 1 2 0,1 0 4 0,-1 1-3 15,2 0 2-15,0 1 7 0,2 0 0 0,0 1 8 0,1 0 12 0,2 1 2 16,0 1-2-16,2 1-6 0,2 0-9 0,1 2-4 0,0 1-3 15,3 0-3-15,0 2-7 0,0 1 4 0,2 0-4 0,0 2 4 0,-3 1-5 16,2 0 6-16,-2 0 1 0,-1 0 2 0,-1 1 8 0,-2 0 8 0,-1-2 8 16,-3 0 4-16,0 0 3 0,-2 0-6 0,-2 0 1 0,0-1 0 15,-1 1 0-15,-3 0 3 0,-1 0-4 0,-2 1 0 0,1-1-2 0,-3 1-6 16,-1 0 1-16,-2 1-6 0,-1-1-3 0,-1 1-4 0,-2 0-13 0,-1 0-3 16,-1-1 8-16,-2 2 3 0,-1-1 9 0,-2 2 5 0,-1-3-9 15,0 2-2-15,-1 0-3 0,-2 1-3 0,1-2 7 0,-2 1-3 0,0 0-1 16,1-1-2-16,-2 0-4 0,1 0 1 0,1 0 9 0,-2 0-3 15,1-2-5-15,1 0 2 0,-3 3-12 0,-15 10 1 0,4-6-38 0,9-4-14 16,7-7-7-16,4-1-21 0,1-2 18 0,4-2-25 0,1-2-26 0,3 0-33 16,3-2-46-16,2-1-51 0,2-1-88 0,2-3-131 0,5-3-532 15</inkml:trace>
  <inkml:trace contextRef="#ctx0" brushRef="#br0" timeOffset="158670.23">18648 7450 1287 0,'-12'4'157'0,"1"2"-125"0,-2 2-8 0,4 3-6 0,5-1-8 16,1 2-4-16,2 1 3 0,1 0-7 0,1 0 0 0,1-1 1 0,0 1-3 15,2 1 2-15,0-1-1 0,2-1-2 0,1 1-4 0,3 1 1 16,-1-1 0-16,5 2 3 0,1-1 2 0,2 1 0 0,0-1 3 0,4 0 0 16,0 0 0-16,3 0 2 0,3 1 0 0,1 0 0 0,4-1 3 0,3 1-1 15,3 1-1-15,1 0-1 0,5 0 1 0,2 2 1 0,6 1 1 16,2 0 0-16,4 1-3 0,3 1-4 0,5-1 2 0,3 0-4 16,2 1 0-16,6-1-1 0,6 2 1 0,3 0 1 0,7-1 0 0,4 2 2 0,6-1 1 15,4 0 0-15,5 0 2 0,3-1 3 0,5-3-6 0,4 0-2 16,2-1 1-16,5 0 0 0,2 2 3 0,1 0 9 0,5-1-1 0,2-3-2 15,3 1 5-15,3-1-8 0,3-1-2 0,0 0 5 0,5 0 3 0,1-1 6 16,3 0-5-16,3-1 1 0,1-2-3 0,2 1-6 0,3-1 2 16,4-1-3-16,1 0 1 0,3-1 6 0,0 0 2 0,2 1 6 0,1 1 0 15,2 0 2-15,1-1-4 0,-1 0 2 0,0-2 6 0,-2-2-3 0,-1-1 6 16,0-2 8-16,0-2-6 0,1-3 4 0,0-1 7 0,2-4 0 16,-2-3-1-16,-1-3-4 0,-3-2 0 0,-5 0-9 0,-7-1 5 0,-5-1 8 15,-1-1-1-15,-5-1 8 0,-4-3-1 0,-4-1 4 0,-5-4-2 16,-3-2-4-16,-4-2-8 0,-6-1 7 0,-6-2-6 0,-7-1-9 0,-7-2-1 15,-6-2-10-15,-6-1-9 0,-8-2-1 0,-9-2-2 0,-5-4-9 0,-9-3 0 16,-7-2-6-16,-8-3-3 0,-8-3-18 0,-8-2-3 0,-8-4-8 16,-8-2-12-16,-7-1 7 0,-9-3-6 0,-7-1 5 0,-8-2 0 0,-7 0 7 15,-7-1 9-15,-7-2 9 0,-6 1 10 0,-7-2 3 0,-5 1-6 0,-7-1 6 16,-6 4-4-16,-5-1-4 0,-8 0 2 0,-5 3 3 0,-8 0 14 16,-4 3 7-16,-7 1 2 0,-6-1-9 0,-8 2-3 0,-7 1-1 0,-7 3-2 15,-6 4 1-15,-10 4-3 0,-7 3 2 0,-12 3 8 0,-6 5 0 0,-7 3 2 16,-6 7 3-16,-7 4 1 0,-5 6-7 0,-8 5 0 0,-4 4-9 15,-5 6-1-15,-6 7 6 0,-4 7-5 0,-6 9 10 0,-3 8-1 16,-4 8-2-16,-4 11 3 0,-2 7-4 0,-2 11-9 0,0 8 4 0,3 8-3 16,3 6-2-16,5 8-2 0,6 4-3 0,8 4-12 0,10 2-20 0,12 2-44 15,11-2-85-15,13 0-95 0,10 0-169 0,14-3-529 0</inkml:trace>
  <inkml:trace contextRef="#ctx0" brushRef="#br0" timeOffset="198923.12">11059 7211 1904 0,'-69'-58'-2'0,"-3"-4"30"0,-16-11-12 0,19 12-7 0,13 13-9 15,4 2 4-15,3 0-27 0,1 4-22 0,1 2-20 0,1 2-13 16,4 3-4-16,1 2-4 0,1 5 0 0,0 1 5 0,2 7 15 0,0 0 11 16,4 0 18-16,2 2 8 0,3-2 9 0,3 0 11 0,4 2 2 0,2-1 4 15,3 1 2-15,3 1 7 0,0 0 5 0,3 1 6 0,1 1 6 16,4 2 5-16,2 2 1 0,2-2-4 0,3 1-4 0,2 0-2 0,3-1-5 16,5 1 0-16,6-1 4 0,3-2-1 0,8 0 5 0,4 0-2 15,8-1 1-15,6 0 0 0,7 1 3 0,6 1-4 0,5 0 0 0,6-1-1 16,5 2-7-16,3 1 3 0,7 1-4 0,5 1-1 0,3 1 2 0,4 2-4 15,4 1-4-15,3 3-8 0,1 0-1 0,5 3 1 0,1 3 0 16,2 2 4-16,1 2-1 0,1 2-3 0,0 2 3 0,1 1-4 0,0 3 1 16,1 1 0-16,1 1-2 0,-2 1 0 0,2 3 3 0,0 1-6 15,0 1 3-15,0 2-3 0,-1 2-4 0,-3 2-5 0,-2 1 0 0,-4 2 1 16,-5 2-2-16,-5 4 10 0,-5 1 0 0,-4 3 2 0,-5 2 0 0,-4 2 0 16,-6 1 0-16,-6 2-1 0,-4 1 4 0,-7-2-1 0,-4 1 2 15,-3-1-6-15,-6 0 2 0,-5 0 5 0,-3-1-1 0,-3 0 9 0,-3 0 0 16,-5 1-1-16,-3 1 2 0,-6-1 1 0,-5 0 7 0,-4 0 3 0,-4 0 2 15,-6 0 0-15,-4 0-3 0,-6-2-10 0,-6 0-4 0,-9-4 0 16,-5 0-4-16,-9 0 7 0,-8-5 4 0,-6-1 0 0,-8-1 1 0,-7-2 0 16,-12 0-1-16,-7-3 2 0,-8-1-3 0,-7-5 6 0,-4-1 3 15,-3-1 2-15,-4-4 3 0,-1 1-2 0,-3-2 4 0,-3-3 4 0,1 0 7 16,-1-3 4-16,2-3 4 0,2-2 9 0,1-2 0 0,3-3 4 0,3-3-1 16,3-2-11-16,3-4-4 0,3-5-6 0,4-2-6 0,-1-4-4 15,5-3-5-15,1-3-4 0,4-2-7 0,3-4 2 0,2-3-2 0,3-2 2 16,3-3-1-16,3 0 1 0,7 0 3 0,1-1 3 0,5 0 1 0,4-2 5 15,2 2 10-15,4-2 2 0,2 1 1 0,4-3 1 0,4 0-17 16,2 0-4-16,3-1-1 0,3 0-14 0,2-2-2 0,3-2-12 0,2-1-8 16,2-1-11-16,1 0-17 0,2 1 2 0,1-2-9 0,2-1-5 0,0 1-6 15,2-2-21-15,3 1-18 0,0-2-15 0,2-1-24 0,2-2-44 16,1-2-74-16,1 0-162 0,0-2-282 0</inkml:trace>
  <inkml:trace contextRef="#ctx0" brushRef="#br0" timeOffset="201056.16">12779 4496 1687 0,'-33'-7'211'0,"1"2"-187"15,-5-2-7-15,13 3-12 0,8 3-5 0,3 1 0 0,2 0-1 0,1 0-5 16,2 1-2-16,3 0-12 0,0 0-17 0,1 1-19 0,2 0-12 15,-1 1-7-15,2-1 13 0,-1 0 15 0,1-1 14 0,1 0 14 0,1 0 6 16,1 0 6-16,-1-1 4 0,1-1 6 0,-1 0 3 0,0 0 6 0,0-3 1 16,1-1 4-16,-1-1 3 0,2-3-3 0,-1-2 0 0,1 0 4 15,0-1 0-15,3 2 6 0,1-1 8 0,2 2-3 0,1 2 2 0,1 1-4 16,0 3-7-16,0 2 2 0,4 3-2 0,2 3 1 0,2 4 5 0,3 3-3 16,4 5-5-16,1 4 3 0,3 3-15 0,0 4 1 0,1 5 3 15,1 3-6-15,1 5 7 0,1 2-8 0,2 3-2 0,-2 4-4 0,0 2 4 16,-2 1 3-16,0 0 2 0,-2-4 2 0,-1-5-4 0,-4-5 3 15,-1-8 7-15,-4-7 25 0,1-9 29 0,-2-5 20 0,-1-4 11 0,2-4-11 16,2-4-17-16,2-4-8 0,1-6-6 0,3-6-13 0,3-9-9 0,2-9-16 16,5-11-16-16,2-8-4 0,5-12-7 0,4-9-5 0,4-13-6 15,4-11-21-15,4-10-26 0,4-14-45 0,5-12-38 0,2-12-24 0,5-10-22 16,1-8-25-16,0-9-51 0,-2-5-64 0,-1-6-107 0,-3-5-173 16</inkml:trace>
  <inkml:trace contextRef="#ctx0" brushRef="#br0" timeOffset="201105.99">14935 1759 881 0,'10'-42'598'0,"-2"4"-466"0,1-5-88 0,1-6-103 16,3-6-105-16,1-5-92 0,-8 33-90 0,1 0-240 0</inkml:trace>
  <inkml:trace contextRef="#ctx0" brushRef="#br0" timeOffset="42075.01">14686 4994 1432 0,'-14'-3'86'15,"4"2"-7"-15,-2 1-26 0,6 4-20 0,4 3-3 0,1 3-5 0,2 3-2 16,0 2 0-16,1 3-15 0,1 4-3 0,0 4 0 0,0 5-5 0,1 6 10 16,0 4-5-16,-1 4-1 0,-1 4 1 0,-2 2-7 0,1 3 0 15,-1 1 4-15,0 2-5 0,-1 1 4 0,0 0-6 0,-2 2 2 0,0-1 1 16,1-2-2-16,0-2 5 0,0-3 3 0,0-1-8 0,1-3 3 16,2-3 1-16,0-3-8 0,0-5 10 0,2-2 0 0,-1-4-2 0,0-1 2 15,0-5-4-15,-1-3 2 0,0-3-2 0,-2-5-2 0,1-1 3 0,-2-3-2 16,-1-3 7-16,0-2 3 0,-1-2-2 0,-2-3-2 0,-2-2-8 15,-2-3-27-15,-4-5-28 0,-1-4-25 0,-4-4-18 0,-1-7 0 0,-2-4 9 16,-1-4 21-16,0-1 20 0,0-4 21 0,-1-2 20 0,1-4 10 0,-2-5 15 16,1-2 10-16,3-4 6 0,-1-1-4 0,3-3-8 0,4-1-1 0,2 0-4 15,5 2 1-15,3 3 8 0,2 2-5 0,2 5 5 0,2 2-6 16,1 4 1-16,2 4-8 0,1 4-2 0,1 4-3 0,1 2 1 0,1 4 0 16,-1 3-1-16,3 2 4 0,1 4-1 0,1 3 4 0,0 2 8 15,0 3 11-15,0 3 6 0,-1 2 1 0,2 2-1 0,-1 2-6 0,1 2-8 16,2 2 1-16,1 3-3 0,2 1 1 0,0 3 0 0,2 1-5 15,1 1-2-15,0 0-5 0,2 2-1 0,0-1 0 0,1 1-3 0,3-4 0 16,1 1-5-16,2 1 1 0,-1-2 2 0,0 0-7 0,-1-2 5 0,0 1-4 16,-1-1-8-16,-2 1 2 0,0-2-11 0,-3-2-12 0,0-1-9 15,-1 0-20-15,-3-2-38 0,1-1-30 0,-1-1-33 0,-3-2-17 0,2-2-14 16,-2 0-20-16,1-3-39 0,-2-1-54 0</inkml:trace>
  <inkml:trace contextRef="#ctx0" brushRef="#br0" timeOffset="42226.51">15354 4975 965 0,'-9'-18'179'0,"1"0"-40"16,-3-3-32-16,4 8-45 0,2 4-13 0,0 3-12 0,2 2-7 0,0 3-11 16,1 1-2-16,0 2-7 0,0 3-3 0,-1 2 6 0,-2 5 1 15,0 1 2-15,0 5 1 0,0 3 0 0,-2 1-3 0,1 5 1 0,-1 0-8 16,1 4-6-16,-1 1 3 0,0 2-3 0,0 4 3 0,-2 2 4 0,2 1-7 16,-2 0-2-16,-1 1-3 0,-1-2-10 0,0-1-17 0,1 0-19 15,1-5-33-15,0 0-62 0,1-5-75 0,0 0-61 0,2-6-59 0,-1-1-119 16</inkml:trace>
  <inkml:trace contextRef="#ctx0" brushRef="#br0" timeOffset="42424.85">15113 4804 1455 0,'-3'-29'165'0,"3"0"-78"0,2-4 4 0,5 10-27 16,3 10-9-16,2 4-15 0,2 2-7 0,3 4-12 0,1 4-3 15,0 2-2-15,-1 6-5 0,2 1 0 0,0 5 5 0,1 5 4 0,3 4 7 16,1 4 11-16,0 4-3 0,2 4 1 0,1 2-7 0,1 5-11 0,2 6-6 15,2 1-13-15,-1 4-8 0,2 0 1 0,-2 1-1 0,1 0 12 16,-1 0 0-16,1 0-12 0,-3-1-15 0,1-3-20 0,-2-3-28 0,1-1-38 16,-2-1-59-16,1-1-93 0,-2-3-162 0,-4 2-101 0,-1 5 5 15</inkml:trace>
  <inkml:trace contextRef="#ctx0" brushRef="#br0" timeOffset="43992.35">20525 3854 1 0,'-11'37'172'0,"-7"-15"498"0,-6-1 491 0,1-23-1157 0,7 3 3 16,7 3-1-16,5 1-10 0,4 5-2 0,2 2 0 0,3 1 1 15,-1-2 5-15,2-1-2 0,0 1 8 0,2 4-6 0,3 3 1 0,5 4-1 16,3 2-9-16,1 1-3 0,0 1 1 0,-1 3 2 0,1-1 0 16,-2 2 4-16,1-1 1 0,-1 1 1 0,-1 0 0 0,0 4 2 0,0 0-3 15,0 2 2-15,0-2-2 0,1 3 1 0,0 1 2 0,-1 0 0 0,0 4 9 16,1-2-5-16,-2 1 3 0,-1 1-1 0,0 0 0 0,-1 1 3 16,0 0 1-16,-2 1-4 0,0-1 2 0,-1 2 2 0,-1 1-4 0,-1-3-3 15,0 1 3-15,0-1 1 0,1 0 5 0,0 0 9 0,-1 0-3 0,-1 1-3 16,-1 0-3-16,-2 0 2 0,1-1-6 0,-2 0-4 0,2-4 1 15,0-1-5-15,-1 0 2 0,-1-3 2 0,1 0-3 0,0-5-3 0,-1 0 1 16,0-3 0-16,-1-2 2 0,-1-4 3 0,0-3-6 0,0-5-1 0,-1-3-8 16,0-5-2-16,-1-3-3 0,-1-2-34 0,-1-5-52 0,-1-5-61 15,-1-5-53-15,0-7-28 0,-1-7 7 0,0-4 23 0,-2-7 28 0,0-3 35 16,-2-4 37-16,-1-2 38 0,0-2 31 0,-3-3 25 0,1-2 18 16,-1 0 12-16,0-2 11 0,0 1 5 0,-1 2 15 0,0 1 6 0,1 2 0 15,-2-1 5-15,0 4-8 0,-1 1 0 0,1 3 1 0,-3 1 1 16,-1 3-5-16,0 0-5 0,0 2-6 0,0 4-8 0,0 1-7 0,2 1-5 15,-1 2-4-15,1 0 0 0,-1 2 0 0,1 2 1 0,0 1-3 0,1 0 1 16,2 0 1-16,0 0 0 0,2 0 5 0,1 1-1 0,1 0 5 0,1 0 0 16,1 1 3-16,0-1 3 0,1 1 3 0,0-1 6 0,1-1 7 15,1 1 9-15,0 0 14 0,0 1 10 0,1 0 13 0,0 1 4 0,0 2 0 16,1-2-8-16,0 1-16 0,2 0-12 0,0-1-10 0,2 3-7 0,0-1-4 16,2 1-5-16,0 2 4 0,2 0-3 0,1 0 1 0,2 0-3 15,3-1-8-15,2 0-2 0,2 0-2 0,1 0-4 0,3-2-1 0,3 1-3 16,2 0 1-16,4 0 3 0,0 0-1 0,3 1-6 0,0 1 2 15,2-1 1-15,0 2 0 0,1-1 2 0,1 0 3 0,1 0-1 0,2 3 2 16,0 0-1-16,1 1 0 0,-3 4 2 0,0-1 1 0,0 5 0 0,-1 0 0 16,1 1 3-16,0 3-2 0,1 1 3 0,0 1-1 0,0 3-1 15,-1 3-1-15,-1 1-4 0,-1 3-1 0,-2 3-4 0,-2 2 3 0,-3 1 0 16,0 3-1-16,-1 2 1 0,-1 0 0 0,-3 1 1 0,-1 1 0 16,-2-1 3-16,-2 1-1 0,-3 2 3 0,0 1 0 0,-1 1 2 0,-3 2 4 15,-1 1 1-15,-4-1-6 0,-2 3-1 0,-1-1-1 0,-6 1 1 0,-1 1 6 16,-4 0 0-16,-3-1 0 0,-3 0-5 0,-3 0 4 0,-2 0-2 15,-4 1 2-15,-3-1 5 0,-3-3-2 0,-3-1 6 0,-1-4-1 0,1-1-2 16,-1-1 1-16,1-4-7 0,0 0-1 0,1-1 0 0,0-3-6 16,1-2-2-16,-1-1 0 0,2-1-7 0,-2-3 4 0,0 0 2 0,0-1-4 15,0-2 2-15,-1-1-4 0,0-2 1 0,0-1 3 0,-1 0-2 0,0-1 5 16,2-1 0-16,3-1-3 0,1 0 9 0,3-1-4 0,0 1 1 16,2-1-2-16,2-1-3 0,1 0 1 0,1-1 1 0,1 0 3 0,2 0-3 15,1 0 4-15,1-1-5 0,1-2-3 0,1 1 1 0,1-1-5 0,1 1 4 16,1-1-3-16,0 0 1 0,3 0 1 0,0-1-1 0,0 0-2 15,1-2 2-15,2 0 1 0,0-1-6 0,1 2 6 0,0-3-10 0,0 1 7 16,1-1 0-16,1-1 0 0,-1 0 2 0,2 0-2 0,-1 1-2 0,0 1 2 16,0 1 2-16,1 0-4 0,1 1 7 0,-1 1-6 0,0 2-3 15,0 0 3-15,0 3-4 0,1-1 6 0,-1 2-4 0,0 0-4 0,0 0 1 16,0 0-4-16,1 1 2 0,0 1-2 0,0 0-2 0,0 1-1 0,1 0 2 16,-2-1-4-16,2 2-2 0,-1-1-3 0,0 1-10 0,0 0-9 15,2 1-18-15,0-1-19 0,0-1-22 0,0 1-19 0,1-2-21 0,0 1-17 16,0-2-29-16,0 0-37 0,1-2-36 0,-1-1-57 0,0-1-110 15,0-4-17-15</inkml:trace>
  <inkml:trace contextRef="#ctx0" brushRef="#br0" timeOffset="44874.94">29565 5577 2162 0,'0'0'-70'0,"2"1"-1"0,2 0 37 0,5 0 30 16,2 0 10-16,4 1 1 0,3 0-13 0,5-1-4 0,3 0-4 15,4 1 3-15,0 0 6 0,4 0 2 0,1 2 4 0,2 0 1 0,-1 1 1 16,2 0 2-16,0 0 1 0,1-1 1 0,2 0-3 0,0 0 3 16,1 0 0-16,1 1 1 0,2-1 2 0,0 0 0 0,-1-1-5 0,2-1 4 15,0 0-2-15,-2 0-3 0,-1-1 7 0,-1-1-2 0,-4 0 2 0,0-2-2 16,-1-1-4-16,-3 0-3 0,0-3-5 0,-4 0 7 0,-1-2-11 16,-2-2 6-16,-1-2-5 0,-2-1-10 0,-2 0-13 0,-1-3-27 0,-3-1-32 15,-1-3-38-15,-3-2-46 0,-2-4-50 0,-4-3-36 0,-2-4-34 0,-3-2-52 16,-3-3-37-16</inkml:trace>
  <inkml:trace contextRef="#ctx0" brushRef="#br0" timeOffset="45041.37">30508 4679 621 0,'-22'0'47'16,"0"-1"-32"-16,-3 1 26 0,4 2 30 0,4 1 25 0,3 2 14 0,1 2 1 16,2 2-4-16,3 3 3 0,2 3 14 0,3 3 5 0,1 5 0 15,3 3-3-15,2 6-12 0,2 1-17 0,3 5-15 0,2 1-12 0,2 3-14 16,0 4-3-16,2 2-14 0,1 4-7 0,0 4-11 0,1 3-4 15,-1 3-3-15,0 4-6 0,-1-1-5 0,-2 0-6 0,-1 0-2 0,0-4-10 16,1 0-19-16,-1-2-12 0,0 0-26 0,0-1-21 0,-1 1-34 0,2 0-69 16,1-1-60-16,-2 0-64 0,1 1-68 0,-2-2-248 0</inkml:trace>
  <inkml:trace contextRef="#ctx0" brushRef="#br0" timeOffset="45375.27">31290 4578 3452 0,'-15'13'-82'16,"3"5"-23"-16,-2 5 36 0,5 4 36 0,3 2 31 0,0 7 2 16,2 5-26-16,1 5-27 0,2 4-16 0,1 4-2 0,0 3 10 0,2-1-1 15,-1 2-1-15,-1-1-8 0,-1-1-2 0,0-3 11 0,-1-3 4 16,-1-2 6-16,-2 0-4 0,1-5 5 0,0-2 4 0,-1-3 4 0,1-6-1 16,-1-2-9-16,-1-3-4 0,0-2-7 0,-2-3 8 0,2-3 8 0,-2-3 3 15,0-4-6-15,1-5-22 0,-2-2-43 0,1-3-20 0,-1-5-11 0,1-2-27 16,0-6 10-16,0-4 2 0,1-4 1 0,3-5 6 0,1-7-10 15,1-4-129-15</inkml:trace>
  <inkml:trace contextRef="#ctx0" brushRef="#br0" timeOffset="45676.26">31173 4324 1726 0,'-4'5'103'0,"2"0"-115"0,1 2 9 0,4 1 18 0,3 1 12 16,2 1 2-16,3 3-15 0,3 1-18 0,2 1-10 0,4 0-2 15,1 1-4-15,3 1-4 0,2-2-4 0,-2-1-1 0,1-2 8 0,-1 2 1 16,2 0 14-16,-3-2 2 0,-1-1 3 0,-2-1 3 0,-1 0-9 0,1-2-4 16,-3-2-3-16,0 0-5 0,-4-1 0 0,0-1 6 0,1-2 1 15,-3-1 8-15,1-2 3 0,-2-2-2 0,-3 0-2 0,1-2 1 0,-3 0 1 16,0-1-1-16,1-1 5 0,0-1-1 0,0-1 3 0,0 0 2 0,0-1-3 16,-2-1-2-16,2 0 1 0,-1 0-2 0,-1 0 4 0,1 4-2 15,-1-1 14-15,0 2 0 0,-1 1 0 0,0 0 6 0,-2 1-16 0,-1 2 0 16,-1 0-1-16,-1 3 0 0,2 1-6 0,-3 1 0 0,-1 2-22 15,-1 0-1-15,-3 3 3 0,1 2 2 0,-1 2 13 0,-2 5-3 0,-2 3-2 16,0 0-2-16,-2 4 1 0,1 2-4 0,-3 1 0 0,-1 2-1 0,-1 0-5 16,0 2-1-16,-1 1-5 0,-1 2-4 0,1 0-16 0,-3 0-24 15,2-1-28-15,2-2-28 0,-1 0-31 0,1 0-46 0,0 0-236 0</inkml:trace>
  <inkml:trace contextRef="#ctx0" brushRef="#br0" timeOffset="45943.37">31780 4328 1752 0,'5'4'105'0,"2"3"-121"0,3 1 16 16,1 1 16-16,1 1 8 0,0 1-2 0,3 2-11 0,-2 2-11 0,3 2-10 16,1 2-15-16,1 0 3 0,-1 2 2 0,-2 2 3 0,0 3 18 15,-1 2-2-15,-4 2 5 0,0 2 1 0,-2 3 2 0,-2 2-2 0,0 3-6 16,-1 1-3-16,-2 3-3 0,0 2-4 0,-1 2-2 0,-2 0-10 15,0 0-11-15,0 0-27 0,1-1-19 0,0 1-20 0,1-2-15 0,-2-2 4 16,-1-1-6-16,2-2 6 0,-1-3 23 0,0-1 32 0,1-6 42 0,1-5 34 16,0-6 19-16,2-6 5 0,-1-5-10 0,1-3-14 0,-1-5-11 15,2-2-13-15,2-4-7 0,0-5-4 0,-2 4-6 0,2-5-15 0,3-2-21 16,2-6-32-16,3-3-37 0,4-5-28 0,4-4-26 0,4-6-111 0</inkml:trace>
  <inkml:trace contextRef="#ctx0" brushRef="#br0" timeOffset="46592.09">16416 5069 1 0,'62'17'367'15,"-8"-5"752"-15,6 3 697 0,-18-8-1857 0,-5-5-62 0,15-2 5 16,15-1 25-16,10-3 20 0,8 0 34 0,6-2 12 0,4-2-13 0,4 1-13 16,2-2-15-16,-3 1-18 0,-1-1 4 0,-5 2 7 0,-1 2 18 0,-6 2 20 15,-2 1 9-15,-3 2 5 0,-3 1-8 0,-2 1-5 0,-2 0-3 16,-3 0-10-16,-3-1-10 0,-2 0-18 0,-2 0-29 0,-4-1-31 0,-2-1-23 16,-5-1-17-16,-2-3-10 0,-4-2-30 0,-3-2-31 0,-3-3-25 0,-4-4-15 15,-1-3-14-15,-4-4-113 0</inkml:trace>
  <inkml:trace contextRef="#ctx0" brushRef="#br0" timeOffset="46758.53">18497 3793 2292 0,'-26'12'709'0,"3"1"-661"0,-3 8-60 0,10 4-13 0,10 4-3 15,6 10 16-15,4 7 22 0,5 7 4 0,4 7-2 0,4 5-7 16,1 4-10-16,3 4-5 0,1 1-21 0,1 5-8 0,2 4-22 0,0 1-35 15,3 5-37-15,-1-1-69 0,2 2-88 0,1 1-109 0,-1 1-135 0,-1 6-331 16</inkml:trace>
  <inkml:trace contextRef="#ctx0" brushRef="#br0" timeOffset="49208.6">17482 4939 2049 0,'-11'-1'221'16,"0"0"-275"-16,3 0-34 0,9 1 12 0,7 2 28 0,3 1 28 0,0 1 13 15,3 1-20-15,1 2-10 0,0 0 0 0,2 1 5 0,1 0 21 16,1 1 10-16,1 0 3 0,3 0 4 0,2 1-2 0,2-1 5 0,3-1 0 16,1 0 2-16,4-1 10 0,2-1-1 0,3 0 1 0,3-2 6 0,0-1 2 15,3-1 1-15,2 0 2 0,4-2-13 0,1 0-5 0,1-1 5 16,2-1-4-16,2 0 8 0,0 0 2 0,2 1-9 0,0 0-1 0,1 0 2 16,0 0-2-16,1 1 1 0,0-1-5 0,1 1-8 0,0 1 6 15,-1-1 0-15,0 0 3 0,0 1 1 0,-1 0-5 0,0 0-7 0,0-1-1 16,-3 0-3-16,0-3-6 0,-3 0-6 0,-2-2-7 0,-3-2-14 15,-4-1-12-15,-6-2-15 0,-3-2-15 0,-4-2-20 0,-3-3-22 0,-2-2-16 16,-5-5-18-16,-3-2-10 0,-4-4-3 0,-4-3 4 0,-3-6 6 0,-5-3 11 16,-1-2 10-16,-5-4 6 0,-4 0 23 0,-3-2 27 0,-4 0 34 15,-3 1 35-15,-4 0 34 0,-3 5 32 0,-3 0 15 0,-2 2 3 0,-1 1-16 16,0-1-27-16,-2 0-23 0,1-3-28 0,-4 2-44 0,1-2-39 0,-2 0-173 16</inkml:trace>
  <inkml:trace contextRef="#ctx0" brushRef="#br0" timeOffset="49408.94">18879 3679 426 0,'-28'1'160'0,"-2"1"-115"0,-4 2-37 15,6 2-10-15,8 1-2 0,0 3 3 0,1 3-1 0,3 1-1 16,-1 3 3-16,2 0-2 0,-1 5 1 0,2 1 2 0,-1 0-1 0,1 3 5 16,0 1 9-16,1 3 17 0,0 1 26 0,0 4 21 0,0 0 10 0,0 3-1 15,1 0-11-15,-1 4-14 0,0 2-8 0,0 3-5 0,-2 2-4 16,1 1 2-16,-2 3 4 0,1 3-6 0,-1 2 3 0,1 4-1 0,0 1-1 16,-2 6 5-16,2 4-3 0,-3 3-2 0,0 3-4 0,-1 2-4 15,3 2 4-15,-1 2-2 0,2 2 2 0,0 0 2 0,4-1-8 0,0-1-3 16,3 0-10-16,4 2-13 0,2-1-4 0,3 2-5 0,2 0-5 0,3-2 4 15,3-1-5-15,3-1-4 0,2-3-11 0,4 2-17 0,3 0-13 16,1-1-16-16,4 1-11 0,1-5-11 0,3-2-16 0,0-5-32 0,6-5-56 16,1-2-70-16,3-3-107 0,2 2-135 0</inkml:trace>
  <inkml:trace contextRef="#ctx0" brushRef="#br0" timeOffset="67009.8">10514 6956 889 0,'-6'-17'31'0,"3"2"-5"0,0-4 2 0,6 6 1 0,3 4-8 0,2 0-10 16,2 2-5-16,6-1-4 0,3 1-1 0,2 2-4 0,4-1 2 16,4 2 1-16,2-1 0 0,7 1 2 0,5-1-2 0,4-1 0 0,9-2 2 15,5 1 0-15,8-4-2 0,6 0-2 0,4-3-7 0,10-1-3 16,3 0-3-16,8-3-5 0,4 0-2 0,3 0-4 0,5-1-6 0,2 0-1 15,0 1 8-15,1 3 5 0,0 1 6 0,-1 0 3 0,0 3 3 16,-3 2 2-16,1 0 9 0,-4 2 12 0,0 2 9 0,-1 1 7 0,0 2 4 16,1 2 2-16,0 1-8 0,-1 3-5 0,1 3-7 0,2 2-5 0,-1 3-1 15,1 4 0-15,0 3-1 0,0 5-2 0,-2 4-1 0,-2 1-4 16,-3 2-1-16,-2 0-1 0,-4 2-3 0,-3 1-2 0,-3 2 0 0,-4 1 0 16,-7 1 0-16,-5 0 0 0,-5 1 2 0,-9 1 2 0,-6 1 2 0,-8 0 4 15,-6 1 1-15,-8 0 5 0,-6 0 6 0,-9 2 8 0,-7-1 6 16,-6-1 6-16,-6-2 3 0,-6 2-1 0,-6-1-3 0,-4 0-6 0,-8 2-3 15,-5-1-2-15,-2 1-5 0,-6 2 4 0,-6-2-6 0,-4 0-1 0,-5 1-3 16,-3-1 2-16,-4-3 0 0,-1-1-2 0,-3-3 0 0,-3-5-5 16,-1-1-2-16,-2-3 0 0,-1-2-1 0,2-3 1 0,-3-4 0 0,-1-1 0 15,-2-3-2-15,-1-1-5 0,-2-4 1 0,0-4 1 0,-2-1-1 0,2-2 4 16,-1-2 2-16,0-2 8 0,1-2 8 0,2-2 12 0,1-2 3 16,2-1-3-16,1-2 0 0,1-1-7 0,5-1-4 0,1-1-4 0,5-1-7 15,2-2-3-15,3 0-7 0,5 0-1 0,3-2 1 0,3 1-5 16,2 0-5-16,4-2-12 0,6 0-12 0,4 1-18 0,3-2-33 0,3-1-45 15,3 0-69-15,4-2-82 0,6 0-78 0,4 1-245 0</inkml:trace>
  <inkml:trace contextRef="#ctx0" brushRef="#br0" timeOffset="42736.47">13293 6819 1834 0,'3'-7'79'0,"-1"2"-57"0,1-4-44 0,-1 2-47 0,-1-1-84 0,0-2-88 16,-1-1-39-16,0-1 4 0,-3 0 38 0,-4-3 59 0,-4 0 40 16,-5-3 27-16,-4 1 13 0,-7-1 17 0</inkml:trace>
  <inkml:trace contextRef="#ctx0" brushRef="#br0" timeOffset="43169.02">12904 6518 127 0,'-49'-15'70'0,"-6"-5"-10"0,-16-5-2 0,6 3-5 0,6 1-2 0,-1 2-1 15,0 0-6-15,1 0-6 0,0 1-8 0,0 0-4 0,0 1-4 0,-1 0-3 16,-1 1-3-16,-1 2-8 0,1 0-2 0,-1 2 1 0,0 1-1 16,-1 2 3-16,-2 2 4 0,0 1 0 0,-3 3 3 0,0 0 4 0,-3 3-1 15,-2 3 0-15,1 1 1 0,-1 3-3 0,0 3-1 0,0 3 0 0,-2 3-5 16,0 3-3-16,0 3-5 0,1 4-3 0,1-1 6 0,1 5 0 16,2 2 1-16,2 4 0 0,3 2-4 0,1 0-2 0,3 4 0 0,3 1 0 15,4 1-4-15,3 0-1 0,6-2 0 0,3 0-2 0,6 0 1 0,6 4-2 16,4-4-7-16,5 0 3 0,8 2 0 0,5-3 2 0,5 2 7 15,8-1 1-15,3-1 9 0,6 2 9 0,7 0 5 0,3 1 7 0,6-1 2 16,6-1 2-16,6 0-1 0,4 0-6 0,5-1-9 0,4 1-10 0,3-3-2 16,4 1 0-16,1 2 3 0,3-1-1 0,4 0 1 0,2 1 5 15,5 0 0-15,2 1 6 0,5 0 4 0,3-1 1 0,2-1 2 0,3-1 3 16,3 1 1-16,4-2 1 0,4 0-7 0,3-4 3 0,1-1 4 16,3-3-2-16,3-4 6 0,0-1 1 0,3-3-4 0,1-4 5 0,3-2 4 15,3-4 1-15,0-4 5 0,3-4 3 0,1-3 3 0,0-4 0 0,1-2-5 16,-1-4-1-16,2-3-8 0,0-3-5 0,0-2-3 0,1-2-3 15,-2-3-1-15,-2-2 3 0,-2-3-1 0,0-1 2 0,-2-1 3 0,-3-3-2 16,-1 0 3-16,-5-4-5 0,-3 0-2 0,-1 0-2 0,-4-3 0 16,-4 0 2-16,-3-4-8 0,-2-1-2 0,-4-1-2 0,-2-2 0 0,-6-1 2 15,-2 0-2-15,-6-1 5 0,-6-2-6 0,-4-1-2 0,-6-1 1 0,-6-3-6 16,-7 0-4-16,-7-3-4 0,-8-1-5 0,-9-2-6 0,-8 0-8 16,-8 1 0-16,-10 0-4 0,-8-1-2 0,-9 0 4 0,-9 0 3 0,-8 1-2 15,-10 2 6-15,-7 0 7 0,-8 1-6 0,-8 3-4 0,-8 2 4 0,-7 4-4 16,-6 3-3-16,-7 7 13 0,-4 3-4 0,-6 8 4 0,-6 3 4 15,-6 6-8-15,-4 6 4 0,-6 6 1 0,-5 8 1 0,-4 5 1 0,-4 7-8 16,-5 5-6-16,-3 5-6 0,-2 6-1 0,-2 7-16 0,-3 5-42 0,1 4-56 16,0 5-54-16,2 5-56 0,1 2-28 0,5 1-30 0,4 2-8 15,3-1-153-15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2:28:39.4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4504 5416 880 0,'-16'-16'11'16,"3"-3"32"-16,-3-4-16 0,7 5-4 0,4 2-7 0,4 0-5 0,1 0-4 15,1 0-4-15,3-1-3 0,2 0-6 0,2-1-2 0,3 2-7 16,1-2-5-16,3 0-2 0,1 3-3 0,-1-1-1 0,0 1 2 0,1-1 2 16,1 0 6-16,0-2 8 0,-2 0 11 0,3 0 4 0,-1 1 6 0,1-2 2 15,1-1-2-15,0 1 5 0,0 0-2 0,0-1 2 0,2 1-2 16,3 0-2-16,0-1 0 0,4 2 0 0,2-2-1 0,3 0 1 0,2 0-7 16,3-2-2-16,4-1-3 0,3 1-3 0,3-2 2 0,2 1 0 0,5 2-1 15,2 0-1-15,1 1 1 0,0 0 0 0,0 0 2 0,2 0 0 16,1 0 1-16,1 0-2 0,1 0-3 0,1 2 1 0,2-1 2 0,0 1 9 15,1 0 8-15,2 0 3 0,3-1 2 0,1 1-4 0,2 0 1 0,3 0 3 16,1 1-5-16,4 1-1 0,-1-1 0 0,3 2-6 0,2 1 0 16,-2 1-1-16,3 1-7 0,0 2 1 0,2 1-4 0,0 1-2 0,1 1 0 15,0 1 0-15,1 2 3 0,1-1 2 0,2 1 0 0,-1 1-1 16,2 0-2-16,-2 1 0 0,1 0 1 0,2-1 3 0,1 1-3 0,2 0 6 16,-2 0-3-16,0 0 2 0,0 0 5 0,-2-1-4 0,2 0 9 0,-1-1 2 15,1 1 3-15,0-1 10 0,-1 1 2 0,0-1 3 0,-3 0 3 16,2 2-1-16,-1-1 3 0,0 0 1 0,-1 1-1 0,-2 0 0 0,-2 2-14 15,-1 0-6-15,0 1 0 0,-2 2-7 0,-3 0 6 0,-1 1 0 0,-1-1-4 16,-1 2-5-16,0 0-4 0,0 2-3 0,-4-1-3 0,1 2 6 16,-2 1 0-16,-3 1 1 0,-2 0-1 0,-1 2 1 0,-3-1-6 0,-1 1-3 15,-3 1 2-15,-2-1 1 0,-3 2 6 0,-2 0 2 0,-1 2-1 0,-2 0 1 16,-1 0 2-16,-4 2 2 0,-3 1-3 0,-2 1 0 0,-1 0-5 16,-3 1-2-16,-1 0 3 0,-1 2-1 0,-4 1 2 0,-1 0 3 0,-4 2-6 15,-2-2-1-15,-4 1 2 0,-2-1-8 0,-2-1-1 0,-4 1 5 16,-2-1-1-16,-2 3-4 0,-3-1 6 0,-2-1-6 0,-2 1 2 0,-2-2 2 15,-4 2 2-15,-2 0-1 0,-3-1-2 0,-2 1 1 0,-2-1 0 0,-3 2 1 16,-2-1-1-16,-3 1 1 0,-2-1-11 0,-4 0-1 0,0-1 7 16,-4 0-1-16,-1 1 8 0,-2 0 3 0,-2-1-7 0,-4 1 0 0,-2 0 3 15,-2 0-3-15,-2 1 0 0,-2-1 0 0,-1 4-1 0,-1-1 2 16,-2 1-4-16,-3-2 2 0,-1 1-2 0,-1-2-1 0,1 2 4 0,-1-1-1 16,0 0-2-16,-2 2-1 0,-2-1-1 0,-2 0-6 0,-2 0-1 0,-2 0 3 15,-1-2 8-15,0 1 8 0,0 0 8 0,-1-1-4 0,-2 1-9 16,-1-2 5-16,-2 0-9 0,-3-1 2 0,2 0 5 0,-2 0-5 0,2-1 5 15,-1 1-2-15,1-2 1 0,-1-4 2 0,0 1-5 0,-1-2-1 0,0-2 0 16,-1 1 2-16,-3-3 2 0,1-1-1 0,-1-1 0 0,0-2-2 16,-3-1-1-16,0-1 0 0,-2-2 4 0,-1-1-1 0,1-1 4 0,0-2-5 15,2-1 2-15,-1-2-4 0,-2 0-3 0,2-1 3 0,-3-1 0 0,-2 0 5 16,0-2-1-16,-1 0 2 0,0-1-4 0,1 0-2 0,-1-3 0 16,0-1 5-16,-2-1-4 0,0-1 2 0,-1-1 1 0,3-1-2 0,-1-3 1 15,1-1-1-15,2-2-2 0,-2-3 8 0,2 1-3 0,-3-1-2 0,3 0 3 16,-3 1-6-16,2-1 3 0,0-1 1 0,2-1 4 0,2 0-6 15,0 1-3-15,3-1-2 0,-2 3 6 0,1-2 0 0,3 1 6 0,0 1 2 16,2-1-5-16,3 0 0 0,2 0 1 0,2 0-5 0,3 2-2 16,1-1-2-16,1 2-1 0,3 0 5 0,0 0-7 0,2 0 4 0,2 0 0 15,-2 0-1-15,2-1 2 0,2 2-1 0,1-1 1 0,3 2-3 16,-1 2-2-16,2 0 4 0,1 1-4 0,-1 1 0 0,3-1 5 0,2 0-5 16,0 2 7-16,4 0-1 0,1 3 2 0,2-1-4 0,1 1-2 0,3 1-10 15,2 0-5-15,0 3 0 0,4 2-7 0,-2-1 7 0,2 2-11 16,1 0-9-16,3 0-10 0,1 2-22 0,3 0-28 0,2 2-36 0,1 1-39 15,2 1-41-15,0 3-67 0,1 1-348 0</inkml:trace>
  <inkml:trace contextRef="#ctx0" brushRef="#br0" timeOffset="1682.76">5641 6964 362 0,'-21'-9'5'0,"-3"1"40"0,-4-2-4 0,2 1 3 0,3 0-2 16,2-2-6-16,-1 0-3 0,0 0-1 0,0 1-3 0,1 0-4 0,2-1-5 16,-1 0-5-16,-1 1-7 0,2-1 0 0,-1 0-3 0,-1 1 0 15,1-2 1-15,-1 1-2 0,0-1 0 0,4 0-2 0,0 1 4 0,0-1-5 16,3-1 2-16,1-1-1 0,1 0-1 0,1 1 0 0,1-1 2 0,1-2-3 16,3-1 0-16,1 0-1 0,2-2 1 0,2-1 2 0,1 1 2 15,3-1 0-15,2 0 1 0,2 0 3 0,4-2 4 0,1 0 9 0,2 0-1 16,2-1 10-16,4 0 4 0,4 0 6 0,2 1 15 0,5 0-7 0,0 1 3 15,2 0-2-15,-1 1-11 0,4 0 5 0,1 1-6 0,1 3-3 16,4 2-2-16,-1 1-3 0,1 2-1 0,3 2-7 0,-2 3-4 0,1 2-4 16,0 2-1-16,0 2-1 0,1 1-1 0,0 3-4 0,-1 2 0 0,1 2-1 15,-2 1 0-15,-1 3 0 0,3 2-7 0,-3 1-1 0,0 3-2 16,0 2 2-16,-2 2 1 0,-2 1-5 0,-1 3 1 0,-3 2 3 0,-1 3 3 16,-4 2 7-16,2 3-1 0,-4 3-1 0,-2 0-5 0,-4 3-4 0,-2 1 2 15,-4 0 2-15,-2 0-2 0,-4-1 2 0,-2-2 4 0,-2-1-2 16,-3 1 6-16,-3-2-6 0,-3-2 3 0,-3 2 2 0,-2-4 7 0,-3 3 3 15,-4-1 2-15,-2-1-3 0,-4-1-6 0,-4-1 2 0,-2 1-3 16,-4-1-1-16,0-1-2 0,-3-3-1 0,-2-1-1 0,-4-2-1 0,-1-1 7 16,-1-2-4-16,-3-3 4 0,-1-1 1 0,1 0-5 0,1-4 2 0,0 0 3 15,-2-1 1-15,2-3 2 0,0 0 2 0,1-2 1 0,0-3 2 16,2 0-1-16,0-3 2 0,-1 0 3 0,2-2 7 0,2-2-2 0,-2-1-2 16,3-1-1-16,-1-2-3 0,1-1-5 0,3 0 0 0,-1-1-3 15,2-2-6-15,1-1 2 0,0 1-3 0,4-2-1 0,1 0-2 0,3-1-4 16,1-2 2-16,3-1-1 0,0-1-4 0,3 0 2 0,3-1-3 0,1-2-5 15,2 1 1-15,4-3-5 0,0 0-1 0,2 0-4 0,1-2-3 16,2-1-1-16,3 3-5 0,1-1-1 0,3 2-1 0,0 2-8 0,2-2-10 16,2 1-17-16,1 0-21 0,2-2-17 0,5 1-8 0,1 0-11 0,4-1-1 15,4-1-11-15,2 1 0 0,4-2-1 0,4-2-16 0,6 3-70 16,3-3-106-16</inkml:trace>
  <inkml:trace contextRef="#ctx0" brushRef="#br0" timeOffset="2583.28">10053 6885 572 0,'-17'-16'-75'0,"2"1"103"16,-2-3-4-16,9 7-4 0,7 4-14 0,2 1-10 0,5 2-3 15,4-1-4-15,3 0 0 0,5 0 1 0,3 1-4 0,3 1-1 0,2 1 1 16,2 0 0-16,0-1 5 0,1 1 0 0,-1-1 1 0,2 1 6 0,-1-1 0 16,0 0 4-16,-2 0 2 0,-2-2 0 0,-1 0 2 0,-2 0 4 0,-1 0 7 15,1-2 4-15,-1 0 5 0,0-2 6 0,1-1 2 0,0 0 2 16,-1-1 5-16,0 1 3 0,1-3 6 0,2 0 10 0,-1-1 2 0,3 0 0 16,-1-2-5-16,4 0-4 0,1 1-2 0,2 0-2 0,2-1 10 15,4 0-6-15,2 0 5 0,2 2-7 0,1 0-6 0,1-1-4 0,1 1-10 16,3 0-1-16,1 2 0 0,1-1-3 0,0 2-9 0,1 0-1 0,0 1-3 15,0 1 0-15,0-1 7 0,2-1-1 0,-1 0-1 0,0 1 1 16,0 1 1-16,0 2-7 0,2 0 3 0,1-1-2 0,1 2-6 0,1-1 2 16,0 2-3-16,-1 1-4 0,0 1-3 0,0 1 1 0,-1 1-4 15,1 1 1-15,0 0 5 0,0 0-5 0,1 0 3 0,0 1 2 0,4 0-4 16,0 0 4-16,1 1-4 0,-1 0-1 0,-2 1 2 0,-2 0 1 0,1 0-1 16,-2 1-1-16,2-1 1 0,0 0 2 0,-2 0 1 0,0 1-1 15,-3-1 2-15,-2 0-4 0,1 0-2 0,0-2 2 0,-3 1-2 0,-2 1 1 16,-3 1 4-16,-1 1 0 0,-1 0-5 0,0 1 4 0,-1 0 1 0,-3 0 4 15,-2 1 4-15,-1 0-1 0,-2 1 3 0,1-2-1 0,-4 2 1 16,1 1-1-16,-4 2-2 0,1 0-4 0,-1 2 0 0,0-1 2 0,-1 3 0 16,-2 0 2-16,-1 2-3 0,-3-2-3 0,-1 3 0 0,0 0-1 15,-2 0-2-15,-2 2-2 0,-1 1 0 0,-3-1-3 0,-1 1 3 0,-1-1 3 16,-3-1-6-16,-2 0 2 0,-1 0 2 0,-3 0-4 0,-1-1 2 0,-3 3 1 16,-1-1-3-16,-1 0 6 0,-4 1-3 0,-1 0-2 0,-3-1 2 15,-2 1-2-15,-1-1-5 0,-1-2 1 0,-3 0-8 0,-1-1 7 0,-4-1 10 16,-3 1 2-16,-3-1 5 0,-3-1-3 0,-2-1-7 0,-2 0 2 0,-2 0-2 15,-3 0 4-15,-1-2 0 0,-2-1-1 0,-1 1-3 0,-4 0 1 16,2 0 2-16,-1 0-2 0,0 1 2 0,-2 0-3 0,-1-1 0 0,-2 0 3 16,-1 1 0-16,0 0 0 0,-3 1 1 0,-1 0-1 0,-2-2-2 15,-1-1-1-15,0-1 2 0,-2 0-1 0,0-2-1 0,-1 0 3 0,0-2-4 16,-1-1 2-16,0-1 3 0,-1-1-2 0,0-1 1 0,0-2-3 0,-2-1 0 16,0-1 1-16,-1-1 2 0,1 0-2 0,-1-2 1 0,-2-1-2 15,-1-1-3-15,0-1 3 0,3-2-3 0,4 0 6 0,4-3 1 0,3-4 0 16,3-1 1-16,5 0-4 0,2-3 3 0,4 0 2 0,2 0 3 0,2-2-2 15,3 1 0-15,0-2-7 0,2 0 4 0,2 0-5 0,0 0 1 16,1 0 0-16,1 4 0 0,-1-1 9 0,3 3-2 0,3 3-3 0,1 0-1 16,1 3-1-16,2 2-2 0,2 2 2 0,2 2 0 0,4 2-5 15,0 2 2-15,2 1-4 0,0 2 1 0,3 0 2 0,1 1-2 0,1 2-3 16,0 1-3-16,2 1-10 0,2 1-10 0,2 1-13 0,3 0-21 0,3 1-35 16,3 0-49-16,4 1-63 0,5-1-84 0,6 0-198 0,8-2-65 0</inkml:trace>
  <inkml:trace contextRef="#ctx0" brushRef="#br0" timeOffset="4450.16">7624 7734 477 0,'-17'-14'-90'15,"2"0"138"-15,-3-2 2 0,7 4 3 0,3 3-11 0,2 1-7 0,2 1-2 16,1 1-3-16,2-1-1 0,2 1-8 0,3-1-6 0,3 0-5 15,2 0-2-15,4-2 0 0,3 3 2 0,2-1-3 0,3 0 5 0,1 0-2 16,0-2-2-16,3 1 5 0,3-1-5 0,3 1 0 0,1 0-1 0,3-1 0 16,-2 1-2-16,3 0 3 0,0 0 1 0,2 0-1 0,3 0 3 15,0 1-1-15,2-3 0 0,1 0-3 0,2 0-1 0,2 0 2 0,-1-1 0 16,4 1 1-16,2 0 4 0,0-1-3 0,3 0 2 0,-3 0 2 16,2 1-3-16,0 1 6 0,1-1 3 0,2 0 3 0,0 0 5 0,0-1 5 15,0 1 2-15,0 0 2 0,1 2 1 0,-1-1 3 0,2 0-1 0,-1-1-1 16,1 1-2-16,0 2-2 0,0 0-1 0,-1 4-2 0,1-1 0 15,2 1-1-15,0 1 4 0,0 0-1 0,1 0 3 0,0 1-1 0,0-1-4 16,1 0 0-16,2 1-4 0,-2-1 0 0,1 0-8 0,2 0-1 16,-1 0-5-16,2 0 1 0,0 0 0 0,-2 1-8 0,1 1-4 0,0 0 0 15,-1 1-1-15,1 0 7 0,2 1-2 0,-1 1-7 0,-2 1 0 0,0 2-3 16,-2-1 1-16,2 2-2 0,2-2-3 0,2 2 3 0,2 0-1 16,3-1 4-16,2 2 1 0,0 0 0 0,-1 0 1 0,-1 1-5 0,-4-2 0 15,-3 3 0-15,-2-1 1 0,-3 1 1 0,-2 0 0 0,0-1 2 16,-2 1-2-16,-1-3 5 0,0 2-4 0,-3-2 1 0,-3 0-4 0,-2-1 1 15,0 0 4-15,0-1 2 0,1 0 1 0,-2 0 2 0,1-1 0 16,-2 1 0-16,0 0 3 0,-4 1-4 0,-2 1-3 0,-2 0 0 0,-4 0-4 16,-1 2 5-16,-1-1-2 0,-2 2 4 0,-1-1-4 0,-2 1-1 0,-1 1 1 15,-3 0-2-15,0 1 1 0,-2-1-1 0,-3 3-4 0,1-1-6 16,-3 1 7-16,-2 1-4 0,-1 0 4 0,-1 2 7 0,-3 1-5 0,-1 0 2 16,-2 1 2-16,-4 2-5 0,0-1 3 0,-2 2 1 0,-3 0-3 0,-2 0 2 15,-1 1 0-15,-1 0-3 0,-4 2 6 0,-1 1-3 0,-3-1 1 0,0 1-1 16,-1-2-3-16,-3-1 5 0,-2 0-1 0,-3-1 3 0,1 1 0 15,-2 0 0-15,-1 0-2 0,-2-1 0 0,-1 2-2 0,-3-1 2 0,-2 1-6 16,-1 0 0-16,-1 1-2 0,-2 0 2 0,1 0 4 0,-3 1 0 0,-2-1 3 16,-2 1-3-16,-1-1-2 0,-1 0 2 0,0 0-1 0,0-1-2 15,-2 1 6-15,0-1-3 0,1-1-1 0,-3-2-2 0,-2-3 2 0,-1 0-2 16,-2-1 0-16,-2-2 2 0,-3-1-6 0,0 0 1 0,-3-1 0 16,-3 1 2-16,-2-2 4 0,-4-1 1 0,-2-2 0 0,-2 0-3 0,-3-3 2 15,-1-1-4-15,-1-1 2 0,-1-1 5 0,-2-2 4 0,-2-1-2 0,-4 0-2 16,-1-1 2-16,-3-1-3 0,-1 0 0 0,0 0 2 0,-2-2 3 15,0 0 0-15,0-1 0 0,-3-1 0 0,0 1-6 0,-3 0-2 0,-3 0 2 16,0 1 1-16,-1 1-1 0,1-1 0 0,3 1 1 0,2-1-4 16,-1 0 1-16,3 0-2 0,-2 1 0 0,3-1-5 0,-3 1 0 0,0 0-3 15,2 0-3-15,-1-1 5 0,3 0 4 0,2-1 3 0,2-1 5 0,4 2 1 16,4-3-1-16,2-1-1 0,4 0-4 0,3-2 3 0,1-1-2 16,1 0 2-16,2 2 3 0,0-2-4 0,2 0 4 0,3-1-5 0,0-1 1 15,0 2-2-15,0-2 0 0,0 2 4 0,0 0-3 0,2 0 1 0,-1 0-5 16,0 2-3-16,-1-1-1 0,-1 1 0 0,0 0-2 0,-1 1 1 15,2 1 7-15,0 0 2 0,2 0 5 0,4-2 2 0,3-1 0 0,-1 0-2 16,2 1 0-16,1-2-4 0,1 1 1 0,3 1 2 0,4-3-2 16,-1 2 3-16,3-1-1 0,2 0-2 0,0 1 3 0,2-3-5 0,2 1 2 15,0 0 5-15,1 0-4 0,0 0 6 0,-1 2-2 0,2-3-2 0,-1 0 1 16,3 0 0-16,2 1-4 0,0 0 2 0,1 0-2 0,1 0-1 16,-1 1 3-16,2-1 2 0,0 0-1 0,1 0 3 0,2 0 1 0,3-2-2 15,2 1 0-15,2 1-4 0,3-2 0 0,2-1-4 0,2 0-2 0,2 0 0 16,4-2 0-16,3-2 1 0,2-1-1 0,3-1 4 0,3-1 1 15,1 2-1-15,3 0 0 0,3 0 0 0,2 1 0 0,2-1 2 0,3 0-1 16,3 1 0-16,0-1 1 0,1 2-12 0,0 0 3 0,1 2-1 0,1 0 1 16,-1 1 7-16,2 2 6 0,-1 2-2 0,0 1 4 0,1-1-2 15,-2 1-5-15,0 1 3 0,-2 0-4 0,1 3 3 0,0 0-3 0,-2 0 0 16,0 1 0-16,-3 1 0 0,-2 0 1 0,1 2-2 0,-1 0 1 16,-1 0 1-16,-2 2-4 0,-1 0 3 0,0 0-1 0,-1 1 0 0,0 0 1 15,0 0-3-15,-3 0 2 0,1 1-2 0,-2 0 1 0,0 0-2 0,-1 0 0 16,-1 1 2-16,-1-1-3 0,-1 0 1 0,0 0 3 0,0-1-2 15,-1 1 5-15,0-1-2 0,0 1-5 0,-1-1 3 0,0 0-5 0,0 0 4 16,1-1 0-16,-1 1-1 0,2-1 2 0,2 0-5 0,0 0-1 16,2-1-2-16,2-1-6 0,4 0 0 0,2-2-9 0,3 0-5 0,4-1-5 15,2-1-12-15,4 1-12 0,1 0-19 0,2 1-13 0,2 0-6 0,4 1 3 16,3 0 2-16,3 1 0 0,3 2 1 0,-1 1 0 0,-1 2 6 16,2 3-3-16,-3 2-17 0,0 4-22 0,0 2-87 0,-1 3-30 0</inkml:trace>
  <inkml:trace contextRef="#ctx0" brushRef="#br0" timeOffset="5599.86">6193 8914 336 0,'-3'-10'-37'0,"0"0"75"0,1-1-9 0,4 0 1 0,3 2-10 16,2 0-5-16,3 2 1 0,2 0 2 0,3 1 1 0,1-2-1 15,4 0 1-15,3 0-4 0,-1-1-2 0,5 0 1 0,1 1-3 0,2 0 1 16,2 0-2-16,4 1 1 0,2-2 1 0,3 0 0 0,0-1 1 0,2 1 2 16,1-1-4-16,0 1 3 0,2 0 1 0,0 0-1 0,2 0-1 15,-1-1 5-15,1 1 1 0,0 0 8 0,1 0 6 0,3 0-2 0,0-1 3 16,1 0-3-16,1 0-4 0,0 0 2 0,0-1 0 0,2 1-5 0,0-1 3 16,1-2 3-16,0 0 4 0,0-1 15 0,3 0 8 0,1-1 5 15,2 0 5-15,1 1-7 0,2 1-3 0,0 0-11 0,2 1-9 0,0 0 0 16,1 1-3-16,1 3 1 0,2-1-4 0,0 1-2 0,4 1-5 15,0 1-1-15,2 2-1 0,-1 1-2 0,3 1-3 0,0 2-2 0,1 0-2 16,3 1 1-16,2 0 2 0,0 2-5 0,3 0 0 0,-1 2-2 0,1 1-2 16,-1 0 0-16,1 2-1 0,-2 1-4 0,2 0 1 0,-1 1-2 15,-1 0-2-15,-1 1 4 0,-1 0-3 0,-1-2-2 0,-2 2 4 0,0-1-2 16,-2-1-7-16,1 1 1 0,-2-1 1 0,1 1-2 0,0-3 7 16,0 2 0-16,1-2-3 0,1-1 1 0,-4 0-1 0,0-1-1 0,-1 0 8 15,-2-1 1-15,0-1 1 0,2 0 3 0,0-2 2 0,2 1 1 0,-3-2 1 16,1 1 1-16,-1-1 2 0,-1 0-2 0,0 0-3 0,2 1 0 15,0 0-4-15,3 1 3 0,-2-1-2 0,0 0-2 0,-1 1-3 0,-4 0-4 16,-2 1 3-16,0 0 0 0,-1 1 1 0,1-1 0 0,-1 0-1 16,-1 0 4-16,-1 1 1 0,-2-1 3 0,-1 1 0 0,-2 0 0 0,-1 1-2 15,-3-1-3-15,-3 1 0 0,-2-1 0 0,-5 0-2 0,-2 0 0 0,-3 0-3 16,0 0 0-16,-4 1 0 0,-1-1 2 0,-2 0 5 0,-2 1-3 16,-2 1 2-16,-3-1-2 0,-1 0 1 0,-3 0 1 0,0 1 1 0,-2-1 3 15,1 2-2-15,-2 0-1 0,-3 2 2 0,-1 0-5 0,-3 2 2 0,-1 1-1 16,-1-1-5-16,-1 3-2 0,-2 2-1 0,0-1-3 0,-3 1 3 15,-1 1-3-15,0 1 0 0,-2 1 5 0,-2-1-2 0,-2 2 2 0,-1-2-2 16,-3 2 3-16,-1 0 0 0,-2 0-3 0,-2 0 4 0,0-1-5 0,-2 2-1 16,-3-3 2-16,-1 3 1 0,-2 0 0 0,-2-2 1 0,-2 1 1 15,-2-2 0-15,-2-3 1 0,-2 1 1 0,-3-2-1 0,-1 1 2 0,-1-1-5 16,-3-2 1-16,-2 1-2 0,-3-1-1 0,-2-1-1 0,-1 1 5 0,-4-2-1 16,-3 1-1-16,-1-1-1 0,-2 0-2 0,-1 0-3 0,-4-2 4 15,-1-1 0-15,-3 2-4 0,-1-2 6 0,-3-1-9 0,-2 1 6 0,-4-3-4 16,-2 2-2-16,0-1-1 0,-3-2 2 0,-1 1 3 0,-2-1-2 0,-2 0 5 15,-3-2 1-15,-2 0 5 0,-2 1-1 0,-1-2 1 0,0 1 0 16,-1 1-2-16,1-2 0 0,-1 2 8 0,-2-1-6 0,1 0 4 0,-4 0-4 16,2 0-11-16,-1 0 8 0,-2 0 2 0,3 0 6 0,-3 1 0 15,-2-1 2-15,-1 0-9 0,0 1 0 0,0 0 0 0,0 0-3 0,-1 0 7 16,2-1-1-16,-1 0 0 0,1-1-2 0,3-1-2 0,0 1 7 16,4-1 2-16,-3 0 2 0,2 0-5 0,0 0-2 0,2-1-6 0,2 0 4 15,3-1-1-15,0 0-1 0,1-2 2 0,2 1 1 0,-2-1-1 0,1 1-1 16,1-1-3-16,-2 0 0 0,1 0 0 0,-3 0 3 0,-1-1-5 15,0 0 3-15,-1-1 5 0,2-1-1 0,-1 0 3 0,2 0 5 0,1-1-2 16,-2-1-1-16,1 1-6 0,-2 1-2 0,2-1 2 0,0 1 1 0,0 2-5 16,3-1 3-16,-4 1 0 0,2 0 1 0,3 0 7 0,2-1-7 15,5 1 3-15,4-2-2 0,5 2 2 0,6 0 8 0,0 1-6 0,3 1 3 16,1 0-5-16,2 2-7 0,0 0 5 0,2 1-5 0,-1 0 1 0,1 1 5 16,0 1-9-16,1 0 5 0,0 0 2 0,1 2-4 0,0-1 8 15,0 2 4-15,2-1-4 0,0 1 1 0,1 1-4 0,-2 0-1 0,-1 1-4 16,0 1 6-16,0 1-4 0,1-2 2 0,2-1 1 0,3-1-4 15,3 0 7-15,-1 0-5 0,4 0 6 0,0-1 5 0,0 0-5 0,3 0-1 16,-1 0-4-16,3-1-1 0,1 1 0 0,4-2 2 0,-1 1-2 0,3 0-2 16,-3-1 4-16,1 1-1 0,0 1-2 0,1-1 2 0,1 2-1 15,3-1 0-15,3 1 2 0,1-1-2 0,1 1-6 0,0 0 4 0,3 1-2 16,1-1-5-16,1 0 5 0,1 1-8 0,2 0-4 0,1 1-6 0,0-1-22 16,2-1-38-16,1 0-35 0,2 0-37 0,0-1-24 0,1 0-8 15,1 0-12-15,0-1-28 0,1-1-72 0,1-2-223 0</inkml:trace>
  <inkml:trace contextRef="#ctx0" brushRef="#br0" timeOffset="38851.93">14244 8966 1315 0,'1'-2'212'0,"2"0"-163"0,1-1-18 0,2 2 3 0,0 0-8 16,2 0-16-16,2 1-5 0,1 1-4 0,1 1-3 0,0 1-1 0,1 3 0 15,0 1-6-15,0 3-7 0,-2 1-1 0,2 2-4 0,1 1-1 16,-1 2 2-16,1 0 2 0,-2 0 0 0,1 2 7 0,0 1 8 0,-1 0 0 15,1-1 9-15,-1 2 5 0,2-1 9 0,1-2 12 0,1 0 15 0,-1-4 20 16,2-1 22-16,-1-3 16 0,1-1 8 0,0-3 0 0,3-2-6 16,3-4-4-16,1-2-1 0,4-5-9 0,2-2-2 0,3-5-4 0,2-6-11 15,5-4-6-15,5-7-13 0,5-2-10 0,4-6-11 0,3-3-7 0,3-2-10 16,1-4-17-16,4-3 7 0,1-1-8 0,0-3-1 0,2-3-8 16,-1-2-33-16,0-3-26 0,0-2-35 0,1-3-30 0,-2-2-23 0,0-1-20 15,1-4-38-15,-1-3-41 0,1-3-68 0,1-7-89 0,0-4-374 0</inkml:trace>
  <inkml:trace contextRef="#ctx0" brushRef="#br0" timeOffset="47802.34">13257 7728 1465 0,'-8'-1'287'16,"-2"1"-262"-16,-2-1-12 0,1 1-10 0,3 0 1 0,3 1-1 0,1-1-3 16,2 2 2-16,0-1-2 0,1 1-5 0,1-1 1 0,1 0 1 15,0 0-2-15,1 0 5 0,0 0 1 0,2 0-5 0,3-1 0 0,0 1 3 16,2-1-5-16,1 1 7 0,1 0-1 0,1 0-1 0,-1 1 2 0,2 1-5 16,0 1 0-16,2 2-3 0,0 3 6 0,1 2-5 0,3 1 6 15,2 2 0-15,0 3 1 0,2 0 5 0,-1 2 1 0,3 1 5 0,0 2 5 16,3-2 15-16,2 1 18 0,1-2 18 0,4-4 17 0,-1-1 12 0,2-4 6 15,3-2-1-15,-1-4-5 0,3-3-5 0,1-4-13 0,-1-3-12 16,3-4-8-16,1-3-8 0,1-4-9 0,0-3-7 0,1-4-3 0,1-2-17 16,0-3-6-16,1-5-2 0,1-4-18 0,1-3-7 0,3-5-27 0,-3-5-48 15,0-4-47-15,1-4-65 0,-1-6-79 0,1-6-109 0,0-6-165 16,1-8-291-16</inkml:trace>
  <inkml:trace contextRef="#ctx0" brushRef="#br0" timeOffset="49351.71">14956 6424 1301 0,'-14'-4'167'0,"-1"1"-155"15,-1-1-4-15,5 1-11 0,4 1-5 0,3-2 1 0,2 0-8 16,2-1-2-16,0 0-6 0,2 0 0 0,1 2 4 0,0 0-7 0,1 2 2 15,0 0-3-15,2 1 2 0,-1 1 5 0,1 1 1 0,2 3 13 0,-1 2-1 16,1 4 13-16,1 1 5 0,0 3 1 0,0 1 7 0,-1 2 2 16,2 3 9-16,1 1 7 0,1 1 7 0,0 1 12 15,1-3 6-15,0-1 16 0,2-1 10 0,1-3 11 0,0-2 8 0,3-3 4 0,3-3 5 0,0-4-4 16,3-4 2-16,1-5-10 0,2-5-14 0,7-6-14 0,1-4-21 16,3-7-23-16,4-5-12 0,1-6-9 0,3-4-21 0,3-4-3 0,3-5-11 15,2-4-39-15,2-3-33 0,-1-3-73 0,1-5-83 0,2-3-161 0,-3-6-470 16</inkml:trace>
  <inkml:trace contextRef="#ctx0" brushRef="#br0" timeOffset="52985.72">3364 10160 775 0,'-12'-10'118'0,"1"0"-58"0,0-2-3 0,5 3 2 16,6-1-4-16,0 2-10 0,2-3-9 0,4-1-6 0,3 0-6 0,3-2-2 16,3 1-2-16,2-2 0 0,4 0-7 0,5-1-5 0,2 1-1 15,4-1-3-15,2 1-2 0,5 0 0 0,0 2 1 0,1-2-1 0,3 0 0 16,-1 2 3-16,3 0-4 0,1 1 2 0,1 1 1 0,2 0-1 0,0 0 9 15,1 1 3-15,0 1 5 0,1 1 4 0,0 0 4 0,2 1 3 16,1 1-3-16,1 0 4 0,1 1-5 0,1 0 7 0,0 1 1 0,3 0-1 16,-2 1 1-16,4 1-5 0,0 0 1 0,1 2-5 0,1-1-3 0,-1 1-3 15,2 0 0-15,-1 1 2 0,0 0 0 0,2 3-4 0,-2 0-3 16,0 1-2-16,1 2-1 0,0 0-10 0,-1 3 2 0,-1 0-4 0,1 1-6 16,-3 0 13-16,-1 2-4 0,-1 1 3 0,-3 1 1 0,-3-1 0 0,-3 2 0 15,-5 1 2-15,-3 0 1 0,-4-1 4 0,-5 1-6 0,-4 1 7 16,-4-1-2-16,-4 1 1 0,-3 0 9 0,-3 0-1 0,-5-1 9 0,-3 1 1 15,-4 0 5-15,-3-3 2 0,-4 1-3 0,-1-1-6 0,-5 1 0 16,-4-2 4-16,-4 2-2 0,-6 2 7 0,-6-2-3 0,-5-1-9 0,-7 0-2 16,-2 0-9-16,-5 0 0 0,-5-1-4 0,-2 1 2 0,-2-1 0 0,-4 0-2 15,-1 0-1-15,-4-1 4 0,-2 1 2 0,-3 1 1 0,-1 1 0 16,-4 0-9-16,-2 2-1 0,-1 1-3 0,-3 0 3 0,3 1-2 0,-2-1-2 16,0 0 2-16,4-1-2 0,-2 0-3 0,2 0-7 0,2-2-11 15,1 0-22-15,4-2-24 0,4-1-29 0,4-4-27 0,4-2-47 0,5-3-50 16,6-4-96-16,2-3-155 0,1-7-423 0</inkml:trace>
  <inkml:trace contextRef="#ctx0" brushRef="#br0" timeOffset="59336.35">7886 11002 1205 0,'9'-6'153'0,"1"0"-110"0,9-2-13 0,2 1 1 0,1 0 8 0,4-1 7 15,1 0-9-15,5-2-15 0,0 0-9 0,4 0-4 0,1 0-6 16,4 0-1-16,1 2-1 0,1 0-5 0,5 0 2 0,2 0 3 0,1 1-4 16,2 1 3-16,1-1-4 0,2 1 1 0,0 1 5 0,3 0 1 0,1-1 2 15,0 0-1-15,1 0-2 0,3 0 3 0,1 1 1 0,0 0 0 16,3 0 2-16,0 1 5 0,2 1 6 0,0 0 18 0,2 0 3 0,0 1 4 15,2 1-3-15,1 0 0 0,0 0-1 0,4 1-2 0,0 0-1 0,0 0-1 16,1 1 5-16,0 1 4 0,1 1 1 0,1 0 4 0,-1 1 8 16,3 1-4-16,-2 0-7 0,1 0-11 0,-1 2-15 0,-1 0-4 0,1 1 5 15,-1 1 0-15,2-2-8 0,1 2-13 0,-3 1 1 0,1-1-7 16,-4 2 2-16,-1 0 5 0,-1-1-7 0,-2 2-1 0,-1-1-11 0,-3 0 3 16,-3-2-17-16,-1 1-14 0,-3-3-25 0,-2 1-55 0,-2-1-35 0,-1-2-70 15,0-1-88-15,-2-2-109 0,2-4-358 0</inkml:trace>
  <inkml:trace contextRef="#ctx0" brushRef="#br0" timeOffset="73103.14">17764 3935 2300 0,'29'-1'51'0,"8"2"-28"0,14 0-14 0,7 1-6 0,5 1-3 16,8-1-5-16,8-1-5 0,7 0 0 0,5-2-3 0,7-1 1 0,3 0 0 15,7 0-9-15,5 1 1 0,6-2 4 0,7-1 1 0,4-2 9 16,7-1-6-16,8-2 2 0,5-1-2 0,7 0 0 0,4-1 6 0,7 1 6 16,6-1 3-16,6-2 0 0,5 0 3 0,6-1 0 0,4 1-2 0,5-2 5 15,3 1-9-15,3-1-3 0,5 3 9 0,4-1 0 0,5 0 16 16,3 0 7-16,6-1-1 0,3 0 5 0,6-1-8 0,0 2-4 0,3 0 3 15,1 1 4-15,1 0 8 0,3 1 3 0,2 1 2 0,2-1 0 0,1 0 4 16,3 1 3-16,0-1 3 0,0-1 0 0,2 0-3 0,0-1-4 16,1 1-4-16,-1 1-1 0,-1 0-5 0,-3 0 1 0,-4 2-10 0,-4-1 3 15,-5 3-3-15,-5 0-8 0,-6 1 9 0,-7 2-6 0,-7 1 1 16,-8 0 5-16,-12 1-11 0,-7 2-1 0,-10 0 0 0,-10 1-5 0,-10 1 0 16,-10-1-4-16,-10 1-1 0,-10-1-2 0,-7 1 7 0,-10-1 3 0,-11-1-1 15,-6 1-4-15,-9-3-8 0,-7-1-12 0,-5-2-3 0,-9-1-9 16,-3-4-4-16,-6-1-22 0,-5-2-20 0,-2-3-17 0,-5-3-23 0,-5-1-11 15,-4-3-30-15,-5-2-5 0,-3-2-15 0,-5-3-6 0,1-2 27 16,-5-3 2-16,-5-2 17 0,-3 0 14 0,-8-1 6 0,-3 0 15 0,-5-2 10 16,-4 0 15-16,-4 1 12 0,-2 0 7 0,-1 4 9 0,-4 1 3 15,-1 1 7-15,-1 3 11 0,-2 0 9 0,-1 4 13 0,-2 3 18 0,1 1 16 16,0 5 17-16,3-1 14 0,-1 1 4 0,4 2 4 0,4 2-3 0,1 2 3 16,4 0 1-16,2 3 6 0,3 1 4 0,4 0 1 0,2 2 0 0,2 0-5 15,4 2-1-15,2 1-11 0,1 0-5 0,5 1-15 0,4 0-17 16,4 2-2-16,4 1 0 0,5 0-4 0,2 3 0 0,5 2-2 0,5 0-7 15,1 2 0-15,2 2-3 0,4-1-3 0,1 2 5 0,4 1-3 16,0 1 5-16,0 2 6 0,-2-2-5 0,-2 1 6 0,-23-6 10 0,4 2 7 16,1 1 3-16,4 4 1 0,-1 0-8 0,4 6-4 0,-2 2-1 0,6 2-4 15,-4 5-2-15,-2 1-5 0,-2 3 1 0,-3 4-1 0,-3 1-5 16,-3 3-3-16,-5 3-9 0,-3 2-1 0,-5 3-12 0,-3-1 0 0,-8 2-5 16,-4 2-10-16,-5 0-6 0,-6 0-27 0,-5-1-37 0,-7 0-50 0,-5-1-66 15,-8-1-77-15,-53 43-74 0,-8-14-131 0,-5-18-273 0</inkml:trace>
  <inkml:trace contextRef="#ctx0" brushRef="#br0" timeOffset="73637.35">21314 2323 2130 0,'0'5'2'0,"3"4"-74"0,1 5 2 0,4 5 16 16,3 5 27-16,0 1 27 0,1 5 2 0,-1 1 5 0,-1 3-4 0,0 3-6 0,0 5 2 15,-1 3-2-15,-2 4 2 0,-1 3-1 0,-2 6-5 0,-2 3-5 0,-1 3-4 16,-1 4-2-16,-1 1 2 0,-3 1-1 0,-1 3 4 0,-4-1 5 15,-1 0 8-15,-2 2 5 0,-2-2 0 0,0-2 1 0,-1 0-1 0,-1-4 3 16,1-1 3-16,1-1 1 0,0-2 9 0,1-4 11 0,2-3 10 0,3-2 5 16,3-3 3-16,3-1-8 0,4-4-4 0,1-2 5 0,6-4 1 15,2-2 5-15,3-2 11 0,4-4-1 0,2-1-9 0,6-6-2 0,2 0-7 16,6-3-5-16,1-2-1 0,5-1-4 0,1-3-7 0,3-2-8 0,2-3-3 16,4 0 0-16,0-1-2 0,1-2 2 0,0-2-2 0,2 1 7 15,0-2-5-15,2 0-1 0,-1 0-2 0,0-2-10 0,-1-1 1 0,-1-1-4 16,-1 0 0-16,-2 0-7 0,-1-1-3 0,-3-1-8 0,-3 0-22 15,-1-1-29-15,-1 0-33 0,-5-2-33 0,1-1-43 0,-3 0-54 0,0-3-71 16,-2-2-72-16,0-1-60 0,-3-1-189 0</inkml:trace>
  <inkml:trace contextRef="#ctx0" brushRef="#br0" timeOffset="74338.24">27161 1901 2446 0,'19'3'-30'0,"3"0"-32"0,6 2-4 0,6 1 25 0,8 0 25 0,15 5 7 15,46 10 0-15,-8-1 2 0,-11-3 0 0,-23-4 11 0,-2 0 1 16,-2-1-2-16,-1 1 1 0,-2-2-1 0,-1 0-3 0,-1 0 0 0,-4-2 0 16,0 0 0-16,-3 0 6 0,-1-2 6 0,-1-1-1 0,-3 1 1 15,-3-1-1-15,-1 0-4 0,-5 1 1 0,-1 1 2 0,-4-1-1 0,-3 2 2 16,-2-2 1-16,-4 3 3 0,-2 0 3 0,-2 1 5 0,-3 1 0 0,-3 0-2 16,-1 4 2-16,-3 1-1 0,-3 2 1 0,0 0-1 0,-2 1-4 0,-2 2-6 15,1 1-5-15,-3 4-3 0,-1 1-1 0,-1 4-3 0,0 1 0 16,0 2-11-16,0 1 2 0,-1 3-1 0,2 0 3 0,-2 2 3 0,1 1 1 15,0-1 0-15,3 2 0 0,1 2 3 0,2 2-6 0,1-1 4 16,3 1-2-16,1-1 2 0,1 1 4 0,3 0 1 0,-1 0-3 0,3 1 0 16,-1 1 3-16,1 2-2 0,2-2 9 0,-1 1 5 0,0-1 4 0,0-2 5 15,-2 1 2-15,-2-2-2 0,-1-1-4 0,-3 0 0 0,-2 1-1 16,-3-3-11-16,-3 0 0 0,-3 0-4 0,-6-2-13 0,-3-1-8 0,-4-2-27 16,-4-1-28-16,-5-3-29 0,-5-1-40 0,-6-1-39 0,-6-1-44 0,-7-4-53 15,-6-2-54-15,-5-4-84 0,-4-4-234 0</inkml:trace>
  <inkml:trace contextRef="#ctx0" brushRef="#br0" timeOffset="74820.5">21105 2137 1199 0,'-6'-4'229'0,"0"1"-159"0,-1 0-63 16,4 3-12-16,2 0 6 0,1 0 19 0,1 1 22 0,2 1 14 16,1 0 3-16,1 1-1 0,2 0-8 0,1 1-8 0,5-1-4 0,1 1-4 15,5-2-5-15,5-1 0 0,1 0-5 0,5-1 2 0,2-1 2 0,5-2-5 16,0 1 1-16,4-2-2 0,3 1-1 0,1 0 2 0,3 0 2 15,3 0-3-15,0 0 1 0,3-1 2 0,-1 1-7 0,-1 1 2 0,1 0-7 16,0 0-4-16,0 0 0 0,-1 0-3 0,2 2 0 0,-4 0-4 0,1 0 2 16,0 0-8-16,-1 0-5 0,-1 1-14 0,1 1-22 0,-4-1-31 15,0 2-73-15,-1-1-126 0,0 0-195 0,-2 0-403 0</inkml:trace>
  <inkml:trace contextRef="#ctx0" brushRef="#br0" timeOffset="75753.61">18833 2857 694 0,'-35'34'187'0,"-1"3"-175"0,-7 13 27 0,11-1-20 0,4 1-13 16,3 5-3-16,1 3-2 0,0 5 0 0,3 1-2 0,0 2 4 16,1 4 0-16,0 1 1 0,1 2-1 0,-1 2-3 0,0-1-3 0,-3 0-1 15,-1 1 0-15,0-1 1 0,-1 0 5 0,1-1-2 0,-3-4 0 0,-2 0-1 16,0-2-2-16,-1-2 0 0,0-3 0 0,-1 1 4 0,1-4-3 15,-1-3-15-15,2-2-46 0,2-4-70 0,2-4-82 0,2-5-178 0</inkml:trace>
  <inkml:trace contextRef="#ctx0" brushRef="#br0" timeOffset="76121.89">19496 2712 492 0,'28'-35'90'0,"0"5"21"0,6-5 5 0,-12 16-12 15,-7 10-5-15,-5 4-4 0,-4 6 2 0,-5 6-4 0,-4 4-18 0,-5 11-17 16,-6 10-18-16,-2 9-11 0,-6 8-2 0,-3 9-6 0,-3 6-9 16,-5 5-1-16,-4 7-5 0,-1 5-1 0,-5 4-6 0,-1 6 1 0,-3 3-3 15,-2 3-1-15,-3 3 1 0,1 1-7 0,-2-1-3 0,0-1-1 0,0-4 1 16,2-4 2-16,4-7 5 0,3-7 0 0,3-7 7 0,6-8 0 16,1-7-3-16,6-7-2 0,4-5-3 0,4-8-3 0,5-7-5 0,5-5-3 15,4-7-13-15,5-6-11 0,4-6-10 0,6-7 0 0,3-7-2 0,7-9 3 16,5-9 6-16,4-9 0 0,5-8 10 0,4-9 10 0,4-7 5 15,6-5 9-15,2-6 1 0,6-3 5 0,1-4 0 0,4-2 7 0,1-2 3 16,0-1-1-16,1 1-1 0,1-1-3 0,-1 4-3 0,-1 2 2 16,-3 2 5-16,-3 6 9 0,-1 6 6 0,-5 4 4 0,-3 6 11 0,-7 8-2 15,-7 7 9-15,-4 8 11 0,-6 9 11 0,-7 7 16 0,-5 7 23 0,-7 6 9 16,-5 8-6-16,-8 6-14 0,-4 7-22 0,-7 11-17 0,-6 10-1 16,-5 9-5-16,-6 10-9 0,-6 7-3 0,-4 7-10 0,-4 10 1 0,-2 6 0 15,-3 9-8-15,-1 7-8 0,-3 8-7 0,-2 7 0 0,1 7-5 0,1 6-1 16,-2 6-9-16,1 3-7 0,1 4-10 0,2 2-29 0,5-4-59 15,4 0-51-15,8-5-47 0,8-6-64 0,5-7-154 0,9-10-143 0</inkml:trace>
  <inkml:trace contextRef="#ctx0" brushRef="#br0" timeOffset="76853.57">29913 2285 1 0,'-23'37'182'0,"-11"10"437"0,-8 4 437 15,-7 9-1076-15,16-32 30 0,5 8-6 0,2 7-7 0,2 4 3 0,-2 4-1 16,2 1-6-16,-1 4 8 0,0 4-2 0,2 1 0 0,-1 1 3 15,0 2-4-15,-3 0-2 0,-1-1-8 0,0 3 2 0,-2 0 6 0,0-1-1 16,0 0 8-16,-1 0-6 0,0-3 0 0,2-1 1 0,0-3-4 16,0-5 0-16,0-3-2 0,3-4-11 0,1-4 1 0,3-5-5 0,3-4-8 15,3-5-4-15,3-5-7 0,3-5-4 0,5-4-2 0,1-5-7 0,3-5 0 16,4-3 5-16,2-4 8 0,5-4 14 0,3-6 10 0,4-5 7 16,3-6 2-16,5-5 1 0,6-4 3 0,2-5 3 0,5-5-4 0,4-2 6 15,1-4-2-15,4-1-5 0,4-4 5 0,4-2 3 0,1-3 0 0,3-1 2 16,0 1-3-16,1 0-3 0,3 0 3 0,-1 0 0 0,0 1 4 15,-2 3-3-15,-2 3-2 0,-2 6 5 0,-3 2 5 0,-3 7 2 0,-4 5 7 16,-3 3-2-16,-6 8 5 0,-5 5 4 0,-4 5 3 0,-5 5 5 16,-5 5 11-16,-4 3 14 0,-6 5 11 0,-3 5 5 0,-5 5-5 0,-3 9-9 15,-5 6-15-15,-5 6-8 0,-2 4-6 0,-5 5-15 0,-4 3-4 0,-4 4-1 16,-4 3-15-16,-3 2 4 0,-5 2 6 0,-1 0-8 0,-4 2 4 16,-2 1-5-16,-3-1-9 0,0 1 1 0,0-3 1 0,-2-4 2 0,1-2-8 15,1-4 3-15,0-4-1 0,5-4 5 0,4-3 6 0,3-6-1 0,6-6-4 16,6-7-10-16,6-4-2 0,5-7-8 0,7-3-20 0,6-7-5 15,6-7 0-15,5-4 7 0,9-8 15 0,5-7 8 0,8-9-4 0,8-6-6 16,6-7 6-16,8-6-4 0,7-6 2 0,4-6 3 0,8-5-4 16,5-7-3-16,4-2-3 0,4-5-9 0,4-2 4 0,3 3 10 0,1 1 9 15,-1 7 21-15,-1 7 4 0,-6 8 12 0,-4 6 8 0,-7 11 3 0,-8 10 11 16,-8 7 5-16,-8 10 6 0,-10 9 8 0,-11 9 10 0,-10 7 5 0,-12 11 4 16,-10 10-5-16,-12 14-13 0,-11 13-11 0,-12 12-16 0,-10 13-14 15,-10 6-15-15,-9 10-24 0,-9 8-19 0,-8 8-37 0,-6 7-70 0,-9 5-110 16,-4 7-408-16</inkml:trace>
  <inkml:trace contextRef="#ctx0" brushRef="#br0" timeOffset="84437.35">9008 9594 1068 0,'-44'-7'43'0,"-2"-1"-24"0,-10-2-12 16,9 2-2-16,7 3-1 0,1-1-1 0,-1 1 1 0,1 0-4 0,-1 1-6 16,0 0-7-16,0 0-12 0,0 2-17 0,-2 2-21 0,-1 2-17 15,-3 1-11-15,1 1-7 0,-3 2 8 0,0 1 15 0,0 1 24 0,-1 2 24 16,-4 2 17-16,-1 1 16 0,-1 2 8 0,-1-1 8 0,0 3 12 0,-3 2 9 15,-1 0 5-15,0 1 5 0,-1 1-2 0,2 1 0 0,0 0-1 16,0 2-1-16,1 0-3 0,1 4-2 0,3-3-4 0,3 1-5 0,0 0-4 16,5-2-8-16,2-2-8 0,4 1-6 0,4-2-3 0,4 1-3 0,2-2-6 15,4 2-2-15,2-1-3 0,4-1-2 0,5 2 0 0,1-2-3 16,2 0 7-16,3 1-2 0,2 1-2 0,3 0 4 0,3 1-6 0,3 1 3 16,3 0 1-16,3 2-2 0,3-2-2 0,1 1-2 0,3-1-2 15,3 0 0-15,3 2 2 0,3-1 2 0,3 1-1 0,1 0 2 0,3-2 2 16,3 0 0-16,2 0 0 0,4 0 2 0,3 1-3 0,0-2 0 0,3 0 3 15,3-1 3-15,4 1-1 0,3-1-1 0,3-4-2 0,2 1 1 16,2-1 2-16,4-2 3 0,3 1 3 0,0-1-3 0,3 1 2 0,-1-1-2 16,2 0 1-16,1 1 3 0,2 1 0 0,2-2 0 0,0 1 2 0,1 0-1 15,4-1 0-15,-2 1 6 0,2 0 2 0,3-1 3 0,-1 0 1 16,3 1 0-16,0-1-2 0,3-2 2 0,0-1 2 0,1-1-1 0,0 0 3 16,2 0 0-16,0-1-1 0,2-2 2 0,1-1-5 0,-1 0-2 0,4-1-7 15,-2-1 2-15,2-1-6 0,1-1 2 0,0-1 2 0,1-1-7 16,0-1 0-16,-2-2 1 0,1-1 3 0,0-2 9 0,-2-1 3 0,1-2-1 15,-4-2 2-15,-1-3 8 0,0 0 3 0,-4-4 11 0,1-3 4 16,-3 0 0-16,-1-2-2 0,-4-2-2 0,0 0-4 0,-3-2 0 0,-3 1 0 16,-1 0 2-16,-2-2 1 0,-3 0-2 0,-3-2-6 0,-2-1-3 0,-2-2-11 15,-2 2 5-15,-4-2 0 0,-1 0-3 0,-2-2 3 0,-3-2-10 16,-2-2 0-16,-2 1-4 0,-4-1 1 0,-2-1-2 0,-1-1-5 0,-3-2 0 16,-3 1-2-16,-4-1-2 0,-4 0 0 0,-2 0 0 0,-5-1 5 15,-2 0-5-15,-3-2 3 0,-3 0-1 0,-7-1-3 0,-3-2 2 0,-3 1-2 16,-5 1-1-16,-3-2-2 0,-7 0-7 0,-4 1-8 0,-5 2-16 0,-3 1-22 15,-5-1-14-15,-5 2-15 0,-7 1-14 0,-6 1-5 0,-4 2-2 16,-6 4 6-16,-5 0 17 0,-5 4 17 0,-5 2 23 0,-6 4 20 0,-2 5 2 16,-5 4 9-16,-5 5 5 0,-5 3 7 0,-2 7 18 0,-4 6 2 0,-2 3 1 15,-2 8-3-15,-4 5-6 0,-4 7-4 0,-1 8-18 0,0 7-45 16,-2 9-87-16,-1 10-284 0</inkml:trace>
  <inkml:trace contextRef="#ctx0" brushRef="#br0" timeOffset="106555.76">9246 11690 940 0,'-21'-26'13'16,"-2"-1"3"-16,-1-5-1 0,4 7 9 0,7 5-4 0,2 0 0 0,2 0-3 16,3 1-9-16,2 1-1 0,1-1-7 0,2 3 0 0,2-1-5 0,1-1 0 15,1 1-2-15,3 4 6 0,0-2 2 0,3 0 0 0,0 1 1 16,1 0-5-16,2-1-1 0,1-1 3 0,3 1 0 0,0 1-1 0,3-1 1 15,0 0-1-15,2 0 2 0,3 0-3 0,-1 1 1 0,3-1 2 0,2 0-2 16,2-1 2-16,3 1 0 0,4-3 2 0,1 1-2 0,4 0 4 16,3-3 0-16,1 1 2 0,3 0 2 0,0 0-1 0,1 0 3 0,3 1-3 15,0 1-4-15,2 0 6 0,0-1 2 0,0 3-2 0,1-3 3 16,-1 1-1-16,3 1 2 0,-1 1 4 0,1 0 3 0,0 2-4 0,1-2-2 16,1 3-6-16,1-1-4 0,-1 2 5 0,0 1-1 0,1 2 4 0,-1 1-2 15,2-1-1-15,-1 3-6 0,1 0 3 0,1 0 1 0,0 3-5 16,-2 0-3-16,-1 3-3 0,0 1-1 0,-2 3 3 0,1 2 0 0,1 0 4 15,1 2-6-15,-1 2-3 0,1 2 3 0,-1 2-4 0,-1 2 3 16,2 3-1-16,-3 2 2 0,0 2-4 0,0 3 5 0,-1 0-1 0,2 4 1 16,-1-1 4-16,-2 3-1 0,-1 1 0 0,-2 0-3 0,-2 0-6 0,0-2 1 15,-1-1 4-15,-1 0-3 0,-3 0 7 0,-1 0-2 0,-1 0-2 16,-3 0-3-16,1-1-2 0,1 2 4 0,-2-1 2 0,-1 2 6 0,-2 0 1 16,-1-1-5-16,0 1 0 0,0 0 1 0,-3 2 0 0,0 0 1 0,-2 1-1 15,-2-2 0-15,-1 1 1 0,-1-5 0 0,-3 1 3 0,-1-1-2 16,-2 0 1-16,-4-2-1 0,-1 2-2 0,-4-3-2 0,-1 0 0 0,-3 0 3 15,-2 1 2-15,-2-1 4 0,-2 1 1 0,-4 0-5 0,-2 0 0 16,-4 0 1-16,-1-1-2 0,-6 0 3 0,-2-2 0 0,-4 2-4 0,-4-1 0 16,-6 0-1-16,-4-1 1 0,-6-2-3 0,-3 0-6 0,-6-3-2 0,-6 1 1 15,-4-2 4-15,-6-2 10 0,-6-2 1 0,-4-2 4 0,-4-2 7 16,-4-1 0-16,-2-3 15 0,-1-2 4 0,-2-1 2 0,-1-2 5 0,1-1-3 16,1-2 6-16,-1-2 3 0,3 0 4 0,2-2 6 0,3-1-8 0,4-1-5 15,1-1-13-15,3-1-15 0,0-1-6 0,0-1-2 0,4-1 0 16,2-1 0-16,4-1-4 0,3-1-2 0,4-1-6 0,4-3-5 0,2-1-2 15,3-1 2-15,1-2-8 0,6-2-1 0,2 1-2 0,3-1-9 0,3 1 4 16,2-1-2-16,2-1-3 0,4 1-6 0,3-2-12 0,1 0-6 16,6 0-2-16,3 1-17 0,3 2-8 0,4-1-19 0,4 2-32 0,5 0-20 15,6-1-22-15,6 2-28 0,8 0-27 0,8 0-83 0</inkml:trace>
  <inkml:trace contextRef="#ctx0" brushRef="#br0" timeOffset="158892.24">11714 4875 1097 0,'-30'-2'377'0,"-3"-1"-295"0,-10 1-69 0,3 1-40 0,6 2-36 0,-1 1-33 16,5 0-22-16,-2 0-12 0,2-1-1 0,-1 0 8 0,1 0 7 0,0 0 9 15,0 1 16-15,-1-1 21 0,0-1 24 0,0 0 30 0,-1 0 27 16,1 0 31-16,-2 0 29 0,-1 0 32 0,0-1 16 0,-2 0 3 0,-2 0-7 15,-1 1-21-15,-1-1-20 0,1 0-18 0,1 1-13 0,0 0-13 0,-1 0-7 16,1 1-8-16,-2-1 3 0,2 1-2 0,-1 0-4 0,-2 1-1 16,3 1-9-16,-1 0-2 0,-1 0 3 0,1 0 0 0,0 1 0 0,-2 1 0 15,0 2-2-15,2-1 2 0,-2 2-3 0,3 2 2 0,0-1 1 0,1 2-2 16,0 1 11-16,1-1 1 0,1 2 1 0,0 1 2 0,2 1-10 16,0 0 3-16,2 0-9 0,1 2-3 0,1 1 2 0,-1 0-2 0,2 3 7 15,-1 1 1-15,1 1-4 0,0 3 2 0,3 0-2 0,-1 1 0 16,3 2 2-16,-2 0-2 0,0 4-1 0,2-1 1 0,-1 2-2 0,3 0 1 15,0-2-1-15,1 3 0 0,0-1-1 0,2 1 0 0,1 1 2 0,1 1-7 16,3-2-1-16,1 1 8 0,1 1-2 0,2 0 9 0,2 1-1 16,1-1-1-16,3-1 0 0,2 2 2 0,2 0 3 0,1 0 2 0,1 0 2 15,3-3 3-15,1 0-3 0,3-2 2 0,2 1-5 0,1 0-2 0,3-1-2 16,3-2-6-16,0-1 4 0,3-1-4 0,1 0 11 0,1-2 0 16,4 0 0-16,1-1 2 0,1 0-5 0,2-2 1 0,0 0 3 0,3-2-2 15,2-2-2-15,2 1 1 0,1-1 2 0,0-1 0 0,2 0 2 16,-1-3 1-16,4-1 2 0,1-3 1 0,1 0-5 0,1-2 0 0,2-1 0 15,0 0-4-15,1-2 2 0,2-2-6 0,0 0 2 0,0-2 0 0,2 0 0 16,-1-2 3-16,1 0-4 0,0-1-3 0,0-2-1 0,1 0-2 16,0-2 1-16,0-1 2 0,0 1 1 0,1-3 0 0,0-1-1 0,-2 0 1 15,1-2 2-15,0 0 0 0,-2-2-1 0,1 2-3 0,-1-4-3 0,0-1 2 16,-2-2 6-16,1 0-1 0,0-1 2 0,0 0-1 0,-1-1-2 16,-1 0-1-16,-1-2 0 0,0-1 2 0,1-1 1 0,-1-3-3 0,-1 1-7 15,-1-2-3-15,0 1 6 0,-4-2 0 0,0-1 7 0,-1-1 2 0,-1 0-5 16,0-2 3-16,-2 1-2 0,-3 0 6 0,-1 0-4 0,-2-1 5 15,0-1-2-15,-3-1-2 0,0-1 2 0,-2 0-3 0,-1 0-1 0,-2 1 1 16,0-1-2-16,-2 0-7 0,-1-1 1 0,-2 1 5 0,-2-2-2 16,0 1 6-16,-3 0 3 0,-1-3-9 0,-3 2 1 0,-1 0 0 0,-2 0 0 15,-1 1-1-15,-1-3-1 0,-2 0-1 0,-2 0 0 0,-2-1 0 0,-2 2 0 16,-2-1 0-16,-2 1-7 0,-2 0 2 0,-2-1 5 0,-2 2-7 16,-2-1 10-16,-3 0-9 0,-3-1-8 0,-3 1-4 0,-1 1-7 0,-4 0 3 15,-1-1-1-15,-2 0-2 0,-2-1 2 0,-4 1 0 0,-1 3 0 0,-4-1 5 16,-1 4-1-16,-1 1-4 0,-3 2-4 0,-2 1-3 0,-4 3 3 15,-1 2-6-15,-1 2 0 0,-2 5-11 0,-1 0-22 0,-5 4-9 0,-1 4-29 16,-3 3-37-16,-2 3-32 0,-4 4-60 0,1 3-36 0,-5 3-212 16</inkml:trace>
  <inkml:trace contextRef="#ctx0" brushRef="#br0" timeOffset="198928.93">13652 4790 251 0,'-22'-17'8'0,"0"0"-3"0,-5-3 2 16,6 7 1-16,2 2 0 0,-1 3-2 0,1 1 1 0,-1 2-2 16,-1 2-1-16,2 0 2 0,0 2-3 0,1 1 0 0,1 1 1 0,1 2-2 15,0 2 1-15,0 0 0 0,0 2-1 0,0 2 1 0,0 0-1 0,-1 2 0 16,3 1 0-16,-1 0 0 0,0 1-2 0,1 0 0 0,0 0 1 16,2 1 0-16,-1 2 0 0,1-1-1 0,0 1 0 0,1 2 1 0,2 1 1 15,-2 1 1-15,2 3 1 0,-1 1-2 0,0 2 2 0,2 2-2 0,0 0 4 16,1 2 0-16,1-1-1 0,2 1 5 0,3 0-1 0,2 0 3 15,4-4 5-15,3 1 1 0,3-1 1 0,4-3-1 0,4 0-1 0,3-2 6 16,1-4 1-16,5 0 4 0,1-4 5 0,7-1-1 0,2-6 2 16,3-1-3-16,3-2-5 0,3-2-7 0,1-2-3 0,0-2-7 0,2-1 0 15,1 0-2-15,0-3-2 0,3-2 1 0,-1-1 0 0,2-2-2 0,-1-2-1 16,1 1-1-16,-1-2-2 0,2-1 0 0,-3-1 0 0,0 0-1 16,-1-1-1-16,-3-2 0 0,-1 0-1 0,-1-3 6 0,-3 0 0 0,-3 0-2 15,0-2 0-15,-3 1 0 0,-3 0 2 0,-1-2 3 0,-4 2 1 0,-2-2-2 16,-2 1-2-16,-1-2-1 0,-1 1 1 0,-4 0-3 0,-1 0 2 15,-3 2-2-15,-4 2-3 0,-1-1 1 0,-3 1-2 0,-2 0-2 0,-4 1-3 16,-1 0-3-16,-3 2 0 0,-2 3-1 0,-2 1 0 0,-2 1 2 0,-1 2 1 16,-1 0 1-16,-2 3 2 0,-1 1 0 0,-2 0 1 0,1 2-1 15,-1 1 3-15,1 1-2 0,1 1 1 0,1 0-1 0,1 2-3 0,0 0 2 16,0 1-2-16,1 2 2 0,1 0-2 0,0 1-2 0,1 1 0 16,-2 0 0-16,1 1 2 0,-2 0 2 0,0 1 0 0,2-2 2 0,0 1 1 15,0 0 0-15,1-1 1 0,0 1-1 0,1-1 2 0,1-1 0 0,0-1 1 16,1 0 1-16,1-1 1 0,0 0-1 0,2 0-1 0,0-2 4 15,0 1-3-15,0-1 0 0,0 0 0 0,1 0-2 0,0 0 1 0,0 0-2 16,0 0-2-16,0-1-2 0,0 0 0 0,1-1-3 0,-1 1-1 16,1 0-3-16,0 0 0 0,1 0-2 0,0 0-1 0,0 0-3 0,1 1-4 15,-1-1 0-15,1 1-3 0,0 0-5 0,1 1-5 0,-2 0-1 0,1-1-10 16,1 1 0-16,0 0-50 0</inkml:trace>
  <inkml:trace contextRef="#ctx0" brushRef="#br0" timeOffset="209844.68">3254 13479 714 0,'-19'-17'173'16,"1"-2"-102"-16,-2-4 11 0,6 3-3 0,6 3-1 0,3 0-13 0,1 0-10 15,2 1-20-15,3-2-17 0,2 2-4 0,2 0-9 0,4 1 5 16,2-2-4-16,3-1-5 0,4 1 3 0,3-1-4 0,1 1 0 0,5-1-6 16,2 0-4-16,2 0 5 0,2-1-5 0,2 2 1 0,-2 0 1 0,3 0 1 15,-1 0 4-15,1 2 4 0,2-1 0 0,-1 1-5 0,1 1 1 16,0 2 3-16,-1-1 7 0,3 1 10 0,-2 1 8 0,2 2 5 0,-1 0 7 16,1 4 3-16,2-2 7 0,-2 2 4 0,0 0 7 0,1 1 1 15,-1 2 0-15,0 1 1 0,2 2-5 0,-2 2-6 0,1 1-3 0,1 0-9 16,-1 3-8-16,0 1-5 0,1 1-12 0,-1 3-4 0,1 1 2 0,-1 3-2 15,1 0-4-15,-3 3-3 0,0 0-2 0,-1 1-1 0,-1 2 1 16,1 2-3-16,-3 1-6 0,-1 4-3 0,-2 0 0 0,-2 4-7 0,-3 0-8 16,-3 2 12-16,-4 1-2 0,-3 3 4 0,-2 1 14 0,-3 1-11 0,-3 1 7 15,-4 2 3-15,-1 1-2 0,-4 1 4 0,-4 1 6 0,-1 1 0 16,-3-1-1-16,-3 0 3 0,0 0-9 0,-2 1 0 0,-2-1 3 0,-2 0-4 16,-2-1 8-16,-3-1 0 0,-1-1 3 0,-2 2-1 0,-2-2 4 0,-2 1 3 15,-2-3-8-15,-3-3 2 0,1 0 2 0,-3-3-2 0,-1 0 7 16,-1 0-3-16,-5-3-1 0,-1-1 12 0,0-2 8 0,-4 0 7 0,1-2 6 15,-2 0 4-15,-2-2 1 0,0-4 6 0,1-1 1 0,-1-2-5 0,1-3 1 16,2-1-8-16,-3-2 1 0,1-3-8 0,-1-3-7 0,1-4-3 16,3-1-7-16,-2-3 6 0,1-4-5 0,-1-3-1 0,2-4 5 0,2-3-13 15,-1-3 3-15,1-1-10 0,1-5-16 0,-2-2-3 0,2-5-6 16,-2-1-3-16,2-2 11 0,4-1-7 0,1-3-4 0,5 1-4 0,0-3-15 16,2-3-19-16,4-2-25 0,2-3-45 0,4-5-73 0,6-4-88 0,3-7-91 15,6-6-83-15,7-5-22 0,7-11-63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9T12:56:19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4154 5624 269 0,'-14'-5'40'0,"0"1"-10"0,-2-1 8 0,1 3-8 16,4 1 0-16,1-1-4 0,0 0-4 0,1-1-2 0,-1 1-6 16,-2 1-4-16,0 0-5 0,0 1-4 0,0 0-4 0,1 1 0 0,0 1-5 15,0-1-4-15,-1 2-1 0,2-1 1 0,1 1 1 0,-2 0 3 0,-1-1 2 16,-1 1-1-16,-1 0 4 0,0-1 1 0,-2 1 2 0,1 0-1 16,-1 0 2-16,0 0-1 0,0-1 1 0,0 0 2 0,-1-1 2 0,1-1 2 15,0 1 2-15,0-1 2 0,1 0-1 0,2 0-1 0,-1-1 4 16,0-1-2-16,1 0 1 0,1-2 2 0,1-1-1 0,-1-1 3 0,1 0 0 15,0-2-1-15,1-1-2 0,2 0 2 0,-1-1 0 0,1-1-3 0,2-1 1 16,0-1-3-16,2 0 0 0,0 1 2 0,2-1-5 0,0 0 2 16,1-1-2-16,1 2-1 0,1-1 0 0,2 0-1 0,1 0-1 0,2 0 1 15,1 2-1-15,2-3 1 0,2-1-3 0,2 1 4 0,3-1-3 0,2 1-1 16,2-1 1-16,5 1-2 0,1 0 3 0,4 0-3 0,3-1 0 16,1-1 1-16,3-1-1 0,4 0 2 0,2-1-2 0,5-1-3 0,2 2 1 15,3-1-4-15,1-1-1 0,1 1 3 0,3 3 2 0,2-2 5 0,1 0 0 16,2 3 1-16,-1-1-2 0,1 1-2 0,0 3 1 0,0 1-3 15,-3 2 3-15,0 3 2 0,-1 1-4 0,-2 2-1 0,1 3-4 0,-2 1 3 16,-1 1-1-16,0 2 4 0,-2 2 0 0,0 3 0 0,0 1 0 16,-2 4 0-16,-2 0-1 0,-4 3-2 0,-1 4-1 0,-2 0 5 0,-3 2 1 15,-2 3 0-15,-4-1 2 0,-2 3-2 0,-2-1 3 0,-4 1 1 0,-3-1 1 16,-2 2 3-16,-3 1 5 0,-4 1 8 0,-4 0 7 0,-3 0 5 16,-4 0 0-16,-2 1 4 0,-6 1-6 0,-4 2 1 0,-4 0-1 0,-8 0-6 15,-4 1 4-15,-4-1-1 0,-7-1 4 0,-3 0 0 0,-6-1-4 0,-3-3-6 16,-2-1-7-16,-4-4-3 0,-2 1-1 0,-3-1-2 0,-3-1-4 15,-3-1-2-15,-1-1 0 0,-5-3 3 0,-3-2 0 0,1 0-3 0,-1-1 0 16,2-3-6-16,1-3 1 0,5 0-1 0,4-3 1 0,6-1 1 16,7-3 2-16,3-2-3 0,8-2-3 0,5-2-2 0,7-2-13 0,5 0-12 15,7 0-25-15,4-1-34 0,4 1-48 0,5-1-54 0,4-2-8 0,6 0 16 16,7-6 28-16,8-4 49 0,10-4-84 0</inkml:trace>
  <inkml:trace contextRef="#ctx0" brushRef="#br0" timeOffset="816.72">13137 5834 1018 0,'2'-8'33'0,"2"1"11"0,3 1-32 0,3 5-15 0,3 4-5 0,4 1 0 15,2 4 1-15,4 0-6 0,2 4-4 0,0 0-7 0,0 2-11 16,0 1-6-16,1 1-6 0,0 2-3 0,-1 1 4 0,4 0 6 0,-2 2 9 16,2 2 13-16,-1-3 8 0,0 0 5 0,0-1 1 0,1-2 3 15,1-1 0-15,1 0 2 0,2-1 3 0,1-2-1 0,0 0 5 0,3-1-2 16,0-1 3-16,2-2 1 0,2-1 0 0,0-4 2 0,1 0 1 0,3-3 2 15,0-1 3-15,1-1 0 0,-1-2 4 0,1-1 3 0,-1-3 4 0,0-2 5 16,1-3 6-16,-1-1 6 0,-1-2 6 0,0-1 2 0,-1 0 0 16,0-3 0-16,-1 1-2 0,-1-3 1 0,0-1-7 0,-2-1-2 0,-1-1-6 15,-3 1-8-15,-1 1-1 0,-1 0 2 0,-3 2-8 0,1-3-2 0,-2 1-2 16,-2 0-7-16,-1-2 4 0,-1-1 1 0,-1 2-1 0,-3-1 0 16,-1 0 3-16,-2-1-1 0,-2-3-1 0,-2 1 2 0,-1-3-10 0,-3 0 1 15,-3-2 2-15,-2 0 6 0,-4-3-4 0,-2-1 4 0,-3-1-5 16,-4-4-7-16,-4 1 3 0,-2 0-6 0,-2 0-1 0,-3 1 0 0,-3 1-6 15,-3 0-7-15,-5 3 4 0,-4 1-2 0,-5 1 1 0,-4 2 4 16,-5 1-6-16,-4 1 4 0,-7 6-4 0,-4-1 0 0,-6 3 3 0,-3 5 0 16,-3-1 2-16,-3 2 5 0,-2 2-5 0,-1 3 3 0,-1 1 1 0,1 2-3 15,0 2 1-15,0 3 0 0,2 1-5 0,-2 4 1 0,-1 1 1 0,0 3-1 16,-2 2 4-16,0 2 2 0,2 4 2 0,0 2 1 0,3 3 0 16,1 2 2-16,2 3-2 0,3 2 0 0,3 4 2 0,3 2-1 0,3 2-11 15,2 2-1-15,2 3 1 0,3 5-3 0,2 1 1 0,4 3-17 16,4 2-33-16,4 2-43 0,5 0-68 0,2 0-68 0,4 1-57 0,2 2 14 15,0-1 63-15,2 2-56 0</inkml:trace>
  <inkml:trace contextRef="#ctx0" brushRef="#br0" timeOffset="6850.56">3908 8823 280 0,'-13'-9'93'0,"0"-1"-100"0,1-1 16 0,5 2 12 0,3 0 1 0,1 2-1 15,1-1-7-15,1 0-8 0,1 0-3 0,0 0-3 0,2 0-1 0,2 1 0 16,0-2 0-16,3 1-1 0,-1 0 0 0,2 0 1 0,1 0 0 16,0-1 1-16,1 1 0 0,0-1-1 0,1 1 0 0,-1 0 2 0,1 0-1 15,0-1 1-15,0 1-1 0,0 0 0 0,-3-1 1 0,0 1 0 0,1-1 1 16,-2 2 1-16,1-1 0 0,1-1 0 0,-1 0 0 0,0-1 1 16,0 1-1-16,0 0 4 0,0-1 1 0,2-2 0 0,-1-1 2 0,1-1 2 15,1 0 1-15,0 0 0 0,3-2 1 0,1-1 0 0,0-1-1 0,1-2 1 16,2-1-1-16,2 1-2 0,0-2-1 0,3-1-1 0,2 1 5 15,1-2-1-15,2 0 1 0,0 0 3 0,4-1-5 0,-1 2 0 0,3-1-2 16,0 1 0-16,3 2 1 0,2 0-1 0,1 0-1 0,2 1 1 0,2-1 0 16,-1 0 0-16,4 0-2 0,3-2-7 0,3 0-1 0,2 0 0 15,2 1 1-15,3 2 3 0,2 0-3 0,3 0 1 0,1 1-2 0,3-2-1 16,0 1 1-16,3 0-7 0,1 0 2 0,1 1-1 0,-1 1 1 16,2-1 5-16,1 2 4 0,2-2 0 0,1 0 2 0,-1 0-4 0,2-1-5 15,2 1 1-15,-1 0-1 0,1 0 3 0,0 2 1 0,-2-1 0 0,0 2 0 16,-3 0-1-16,-2 3 2 0,0-1-2 0,-2 1 3 0,-2 1 5 15,-3 1 2-15,-3 4 8 0,-1-1 9 0,-3 2 7 0,-1 0 7 0,-3 2 4 16,-2 3 0-16,-1 0 3 0,-2 2-2 0,0 3 0 0,-2 1-10 0,1 2-7 16,-1 4-7-16,-2 2-6 0,0 3-5 0,-3 4-3 0,1 0-2 15,0 3-4-15,-2 2-4 0,0-1 2 0,1 2-5 0,-1 0 1 0,-2 0-1 16,1 1-3-16,-3 0 3 0,-1 1-2 0,0 0 8 0,-3 2-1 0,-1 1-2 16,-5 0 1-16,-1 1 0 0,-3 1 3 0,-2 1 2 0,-2 2-2 15,-1 0 1-15,-3-1-3 0,-2 0 2 0,0 0 2 0,-3 2 2 0,-1-1 0 16,-2 2-3-16,-1 0-4 0,-4-1 3 0,0 0 2 0,0 1 5 15,-3 2 3-15,1 0-1 0,-2 0-1 0,-3 2-4 0,0 0-1 0,0 1-1 16,-2-1 0-16,-1-1 1 0,-1-1 1 0,-2-1 2 0,-1-1 0 0,-1-1 2 16,-1-3-7-16,-1-1 4 0,0-3-1 0,-2 0-2 0,-1 0 4 15,-3 0-2-15,-1-1-3 0,-3 0 1 0,-2-1 1 0,-1 1-6 0,-2-1-1 16,-3 1-4-16,-4 1-1 0,-2-3 3 0,-3 1-5 0,-4-4 1 16,-1 0 1-16,-1-3 5 0,-5-1 3 0,0-1 5 0,-3-1-2 0,-4-3 3 15,-2 0 1-15,-2 0 2 0,-3-2 9 0,-1-1 4 0,-1 0 7 0,1-1 7 16,0 0 3-16,1-2 17 0,1-1 0 0,0-2 8 0,2 0 1 15,1 0-12-15,0 0-4 0,1 1 4 0,2 1-7 0,2-1-5 0,2 0-1 16,1 0-17-16,0-1-4 0,2-1 2 0,-1 0-5 0,1-1-1 16,3 1 1-16,2-2-6 0,0 0-5 0,-2-2-5 0,1 0-5 0,1-2 2 15,0 0 1-15,1-2-1 0,0 0 2 0,-1-1 5 0,-2-1-7 0,-1-1 5 16,-1-1-4-16,-1-2-16 0,1-1 4 0,0-3-2 0,-3 1 7 16,2-1 18-16,0-1-1 0,1-2-3 0,1-2-3 0,-1 0-5 0,2-1 12 15,2 0 5-15,1 0-1 0,3 0 2 0,2 0-2 0,3 1-7 0,2 1-2 16,2 1-4-16,2 0 1 0,3 0-4 0,-1 2 4 0,2-1-4 0,2 2-2 15,3 0-1-15,2 2-2 0,1 0-5 0,2 1-3 0,0 2-5 16,2 1-8-16,-2 1-8 0,2 2-17 0,2 0-18 0,0 2-27 0,3 0-44 16,0 1-60-16,0 1-73 0,1 1-60 0,2 0 6 0,0 2 70 15,1 1-90-15</inkml:trace>
  <inkml:trace contextRef="#ctx0" brushRef="#br0" timeOffset="51436.69">4887 8090 200 0,'-13'-13'-3'0,"2"-2"9"0,-2-3-2 0,4 2 2 0,4 1-2 0,1 0 3 15,0 0-3-15,0 0 2 0,2 1-2 0,-1-1-2 0,1 0 1 16,1-1-1-16,-1 1 1 0,0-1-1 0,-1 2-1 0,0 2 1 0,0 2-2 16,-2-1 1-16,-1 2-1 0,0 0 1 0,-2 1 1 0,-1 2-2 0,-1-1 2 15,-1 2-1-15,-1 0 0 0,-1 1 1 0,-2 0-1 0,-1 1 1 16,-2 0-1-16,1 1 1 0,-2 0-1 0,-2 0-1 0,1 1 0 0,-3 1 1 15,0-1-1-15,2 1 1 0,-3 0 0 0,0 2 0 0,-2 0 0 16,-1 1 0-16,-1 0-1 0,-1 1 2 0,0 1 1 0,-4 1-2 0,0 0 2 16,-1 3 1-16,-1 0-3 0,0 2 2 0,-2 1 2 0,0 2 1 0,-1 1 3 15,-2 2 5-15,-1 2 1 0,0 0 3 0,-1 3 1 0,2 1-3 16,-2 1-3-16,0 2 2 0,1 2-1 0,0 3 0 0,0 1 0 0,1 4-3 16,-1-1-4-16,4 3-1 0,2 1 2 0,0 1-1 0,3 3 3 15,-1-1-3-15,3 0-1 0,3 0-1 0,4 1-1 0,3 0-2 0,3-2-1 16,4 0 0-16,3-2-1 0,3 0 2 0,2 2-2 0,2-1-1 0,2-2-2 15,2 1 4-15,1-2 0 0,2 1 3 0,3-1 2 0,1-1-3 16,2 1 2-16,2-2 1 0,2 1 4 0,1-3 4 0,3-1 3 0,3-4 0 16,2-2-1-16,2-3 2 0,2-2-2 0,0-2 4 0,4-2 4 0,1 1 2 15,4-2 8-15,0 0-2 0,3-2 2 0,1-1-1 0,1-1-4 16,3-1 8-16,3-2 1 0,2-2 1 0,2 0-5 0,3-3-1 0,1 0-7 16,2-2-7-16,0-2-1 0,1-2-4 0,2-1-5 0,2-1-2 0,1-1-5 15,1 0-2-15,0 0 0 0,0-1-2 0,0 1 2 0,1 0-3 16,0 0 0-16,1-2-10 0,3 0-41 0,2 0-60 0,1 0-62 0,3 1-41 15,5-3 26-15,4-1-137 0</inkml:trace>
  <inkml:trace contextRef="#ctx0" brushRef="#br0" timeOffset="52952.3">4875 10379 1467 0,'-6'3'187'0,"-1"1"-12"15,-2 2 10-15,4 0 6 0,0 0 10 0,2 1-22 0,0 1-31 16,-1 2-32-16,1 0-30 0,0 1-8 0,2 1-5 0,0 0-2 0,0 1-5 16,3 0-6-16,-1 1-8 0,2 1-6 0,1-1-8 0,0 2-5 0,1 0-4 15,0 2 1-15,2 3 1 0,1 0-3 0,2 1 2 0,-1 0-11 16,0 2-4-16,1-1-5 0,-2 0-14 0,1 1 0 0,0-3 2 0,-2 1 0 16,1-1 14-16,0-2-1 0,0 0-9 0,-1-2 2 0,-1-2-12 0,-1-1 8 15,0-1 0-15,-1-2-4 0,0 0-5 0,-1-3-14 0,-1 0-12 16,-1-1-19-16,-1-1-18 0,0-1-29 0,-1-1-37 0,0-1-57 0,-1-2-62 15,-1-1-78-15,0-1-81 0,0-1-112 0,0-3-28 0,-1-1 141 0,-1-3-20 16</inkml:trace>
  <inkml:trace contextRef="#ctx0" brushRef="#br0" timeOffset="53302.69">4815 10408 341 0,'-2'-16'213'0,"-1"0"46"0,0-2 28 0,0 7-38 0,1 3-43 15,1 3-39-15,0 2-27 0,2 2-9 0,0 1-17 0,2 2 0 16,0 2 1-16,0 1-8 0,2 1 0 0,1 0-1 0,2 4-4 0,1 0-6 15,0 2-7-15,2 1-8 0,-1-1-14 0,2 0-8 0,0 1-13 0,0 0-5 16,-1 0-9-16,3-2-5 0,0 0-7 0,2-1-4 0,0-1-4 16,-1-1-4-16,2-1-1 0,0 0-5 0,-1-3 0 0,2-1-1 0,-1-2-4 15,-1 0 5-15,-2-2-6 0,2-1-7 0,-1-2-9 0,0 0-21 0,0-1-20 16,-2 0-25-16,1-1-25 0,-1-1-42 0,-2 0-46 0,0-2-52 16,-1-1-53-16,-1 0-54 0,-1-2-36 0,0-1-7 0,0 0 64 0,-2-1 116 15,2 0 95-15,-2-1 69 0,1 0 29 0,-1 0 6 0,-1 2 6 16,0-1 7-16,0 0 10 0,-1 2 5 0,-1 0 3 0,0 0 2 0,0 2 10 15,-1 0 15-15,-1 2 27 0,0 1 30 0,0 2 29 0,-1 1 31 0,0 2 22 16,-1 1 16-16,0 1 6 0,0 2-7 0,0 1-17 0,-2 2-15 16,1 1-6-16,0 2-10 0,-1 1-2 0,0 3-8 0,0 1-9 0,0-1 1 15,1 3-14-15,-1 0-12 0,0 1-7 0,0 0-15 0,0 2-10 0,0 2-14 16,-2 0-14-16,1 2-6 0,-2 1-15 0,1-1 2 0,1 2-6 16,-1-1-6-16,0-2 3 0,1 0-8 0,-1-2 3 0,0-2-5 0,1 0-10 15,0-2-6-15,0-3-38 0,1-1-66 0,-1-3-80 0,2 0-115 0,-1-3-112 16,2-2-111-16,0-1-32 0,1-4 154 0,0-2-31 0</inkml:trace>
  <inkml:trace contextRef="#ctx0" brushRef="#br0" timeOffset="53470.68">5292 10268 549 0,'2'-11'193'0,"0"-1"-28"16,0 0 33-16,1 5 22 0,0 3 5 0,0 2-15 0,0 3-26 16,0 3-18-16,0 1-11 0,0 3-14 0,1 1-9 0,0 2-11 0,1 2-7 15,0 3-13-15,0 1-8 0,1 3-7 0,0 2-8 0,0 0-6 16,1 2-6-16,1 0-9 0,-1 3-6 0,1-1-13 0,-1-1-8 0,1 0-8 15,1-1-11-15,0-1-8 0,1-2 1 0,-1-1-8 0,0-1-3 0,-1-2-8 16,1-1-27-16,0-1-36 0,1-2-40 0,0-3-48 0,1-2-52 16,0-1-86-16,-1-3-78 0,2 0-91 0,0-1-68 0,1-2 94 0,0-1 142 15,0-2-28-15</inkml:trace>
  <inkml:trace contextRef="#ctx0" brushRef="#br0" timeOffset="53602.75">5715 10593 353 0,'5'-11'191'0,"1"-1"17"0,1-2 13 0,-1 4 11 15,-1 3-3-15,0 2-17 0,-1 3-29 0,0 1-28 0,1 2-20 0,-1 1-17 16,1 2-12-16,0 1-8 0,0 3-17 0,-1 1-23 0,1 2-13 15,1 1-10-15,0 0-7 0,0 2-7 0,1 0-10 0,0 1-7 0,-2 1-4 16,3 0 0-16,-1 1 0 0,0-1-2 0,-1-2-6 0,-1 0-18 16,0-3-42-16,0-1-80 0,-1-3-122 0,0-2-169 0,0-2-181 0,-1-3 107 15,1 0-14-15</inkml:trace>
  <inkml:trace contextRef="#ctx0" brushRef="#br0" timeOffset="53752.53">5708 10195 862 0,'-3'9'287'0,"1"0"-148"0,1 4-14 0,0-2-11 0,2-1-10 15,0 0-32-15,1 0-41 0,1-1-26 0,-2-1-32 0,2-2-61 0,0-1-112 16,1-2-152-16,2-1-33 0,0-2-134 0</inkml:trace>
  <inkml:trace contextRef="#ctx0" brushRef="#br0" timeOffset="53953.02">6140 10167 1034 0,'-2'7'494'0,"0"1"-212"0,0 3 7 0,0 2 1 0,0-1-10 0,1 2-46 16,-1 2-60-16,1 1-43 0,-1 1-18 0,0 1-13 0,0 2-17 16,0 1-3-16,0 0-18 0,2 2-19 0,-1 0-7 0,-1 3-17 0,2 0-1 15,-1 0-5-15,1 0-7 0,0-2 5 0,0-2-9 0,0-2-2 0,-1-2-7 16,1-2-9-16,0-2-5 0,0-3-34 0,0 0-34 0,0-3-39 15,0-2-49-15,1-3-56 0,-1-1-119 0,0-2-181 0,-1-2-242 0,-1-1 136 16,0-3 6-16</inkml:trace>
  <inkml:trace contextRef="#ctx0" brushRef="#br0" timeOffset="54119.47">5936 10389 1689 0,'-1'-6'360'0,"-1"2"-130"0,2 0-1 0,2 5-7 0,3 3 10 15,1 3-35-15,2 2-30 0,1 3-23 0,1 1-27 0,3 3-13 0,1 1-24 16,1 1-14-16,3 1-12 0,-1 0-7 0,1-1-8 0,2-2-5 15,2 1-12-15,-1-1-6 0,2 0-8 0,1-2 0 0,-2 1 4 0,1-3-8 16,-1 0 0-16,-2-4-12 0,0-1-2 0,-1-2-10 0,-1-1-28 0,-1-3-15 16,-2 0-65-16,0-2-46 0,-3-1-30 0,1-1-69 0,-2-3-98 15,0-1-154-15,-1-4-208 0,-1-4 71 0,0-3 208 0,-2-1 81 0</inkml:trace>
  <inkml:trace contextRef="#ctx0" brushRef="#br0" timeOffset="54536.07">5719 9439 447 0,'-54'-6'379'0,"-8"3"-273"0,-17 1 26 0,6 7 35 0,6 7 29 16,-2 6-8-16,-3 5-36 0,-1 5-38 0,0 6-4 0,-1 5-18 15,0 6-7-15,1 5-4 0,0 5-17 0,4 5-5 0,0 3 2 0,2 2 1 16,3 5 0-16,2 1-2 0,3 3 17 0,5 3 5 0,0-2 3 16,5 5 7-16,4 1-15 0,3-2-4 0,4 3-3 0,4-1-13 0,4 1 7 15,6 1-5-15,3-1-8 0,4 1 8 0,7-3-22 0,6 0-11 0,4-2-2 16,6-3-22-16,7 1 5 0,7 0-1 0,6-2-4 0,6-3 16 15,5 0-8-15,6-3-5 0,4-2-1 0,3-5-9 0,4-5 1 0,4-5 2 16,4-3 2-16,5-7-4 0,1-4 6 0,3-3-4 0,2-6-2 16,-1-4-1-16,5-4-3 0,0-5-3 0,1-3 4 0,2-1-1 0,1-2-5 15,1-4 0-15,0-3 0 0,0-5 0 0,-1-3 0 0,-1-4 10 0,-3-4-3 16,0-3 4-16,-3-4 4 0,-4-5-2 0,0-2 8 0,-6-5 4 0,-3-1 3 16,-3-4 2-16,-2-1 5 0,-2-4 16 0,-6-3 5 0,-3-2 11 15,-3-2-2-15,-1-4-12 0,-2-1 4 0,-3-2 1 0,-2-3-2 0,-5-1 0 16,-3-3-6-16,-2-3 3 0,-5-4 0 0,-2-1-10 0,-4-4-30 15,-5-3 0-15,-3-2 0 0,-4-3 0 0,-3 0 0 0,-3-2 0 0,-4 0 0 16,-4 1 0-16,-3 0 0 0,-1 3 0 0,-7 2 0 0,-3 3 0 0,-2 6 0 16,-7 3 0-16,-3 5 0 0,-3 8 0 0,-4 5 0 0,-1 9 0 15,-4 8 0-15,-2 4 0 0,-5 7 0 0,-3 6 0 0,1 8 0 0,-5 7-26 16,-1 8-20-16,-1 7-2 0,-1 5 3 0,1 6-4 0,1 4-17 16,3 4-14-16,1 3-32 0,2 4-31 0,5 2-45 0,2 1-80 0,6 2-60 15,3 2-83-15,2 1-93 0,7 2-115 0,4 0 139 0,5 2-68 16</inkml:trace>
  <inkml:trace contextRef="#ctx0" brushRef="#br0" timeOffset="54869.96">7351 10814 1474 0,'0'-1'439'0,"0"0"-226"0,-1-1 0 15,3 0-24-15,0 0 20 0,0 0-23 0,2-1-18 0,0-2-24 0,2-1-29 16,2-1-2-16,1-1-15 0,2-3-19 0,2-1-15 0,2-3-6 0,3-1-16 16,3-2 0-16,1-2-1 0,5-2-17 0,2-1-1 0,1-2-3 15,2 1-6-15,1-2-3 0,2-1-5 0,2-1 8 0,0-1-16 0,1 1 4 16,-1 0 4-16,-1 3-6 0,2-1 0 0,-1 1 4 0,1 0-2 15,0 0 6-15,-1 1-4 0,-2-1-12 0,1 3-18 0,-2-1 6 0,0 2 9 16,-3 1 7-16,0 1 14 0,-3 1-8 0,-1 0-8 0,-1 4 2 0,0-1-14 16,-2 2-7-16,-3 0-9 0,-1 2-16 0,-2 0-12 0,-3 0-20 15,0 2-21-15,-2 0-29 0,-3 0-35 0,0 2-75 0,-3 1-113 0,-3 0-154 16,0 0-243-16,-3 0 104 0,0 1 6 0</inkml:trace>
  <inkml:trace contextRef="#ctx0" brushRef="#br0" timeOffset="55152.56">8157 9835 1587 0,'0'-2'275'0,"2"-2"-65"0,1 0 16 0,3-1-10 0,3 0 3 0,2 0-29 16,1-1-39-16,1 1-32 0,2-1-18 0,2-1-18 0,1-1-8 0,3 1-11 16,3-1-10-16,3-1-3 0,3 1-17 0,1 1-6 0,2-1-5 15,0 1-2-15,2 1 6 0,1-1-6 0,2 2-4 0,2 0-1 0,1 1-1 16,0 1 1-16,1 1 3 0,1 1 0 0,-1 1-1 0,2 1 3 15,-2 1 3-15,1 1-4 0,0 1-3 0,0 1 3 0,-1 0 0 0,-1 1 0 16,0 0 2-16,-3 1 2 0,-2 2-12 0,-3 1-12 0,-5 3 0 0,-5 1 0 16,-4 3 0-16,-4 0 0 0,-5 4 0 0,-2 2 0 0,-4 0 0 15,-4 3 0-15,-4-1 0 0,-4 5 0 0,-3 1 0 0,-6 3 0 0,-5 2 0 16,-3 4 0-16,-7 1 0 0,-3 1 0 0,-5 3 0 0,-2-2 0 16,-2 0-54-16,-3-1-168 0,-4 0-156 0,-4-3-302 0,-3-1-450 0,-2-2 263 15,-2-5 192-15</inkml:trace>
  <inkml:trace contextRef="#ctx0" brushRef="#br0" timeOffset="57519.83">2082 5529 362 0,'-11'-2'16'16,"1"1"50"-16,0 0 18 0,6 1-11 0,1 1-7 0,2-1-13 15,-1 3-9-15,0 1-9 0,0 1-4 0,1 3-1 0,-1 1-1 0,1 4 2 16,-1 3-3-16,0 1 1 0,-1 4 2 0,0 1-2 0,0 1 0 16,-1 2-6-16,1 0-3 0,1 1 4 0,0 1 4 0,0 2 6 0,0 1 0 15,1 0-6-15,2 1-12 0,0-1-3 0,0 0-4 0,2-1 1 0,-1 2-3 16,1-2 1-16,1 0 0 0,-1-3-5 0,1-1 5 0,1-3-6 15,1 0 2-15,-1-1-1 0,0-3-1 0,0 0 1 0,0-1-1 0,0-3 0 16,0-3 6-16,-2 0-4 0,0-1 2 0,-1-2-1 0,-2-2-2 0,1-1 3 16,0-2 2-16,-1 0-2 0,0-1-2 0,0-1-1 0,0 0-8 15,0-2-2-15,-1 0-7 0,2-2-13 0,0 0-30 0,0-2-101 0,2-2-65 16,-1-1-25-16,0-3 35 0,2-1 83 0,1-1-129 0</inkml:trace>
  <inkml:trace contextRef="#ctx0" brushRef="#br0" timeOffset="58103.77">1634 5814 336 0,'-12'-4'113'0,"3"1"-90"0,-2-1 65 16,-2 0-3-16,-1-1-6 0,-2 0-11 0,3 0-7 0,1 0-13 15,2 0-10-15,0 1-8 0,0-1-4 0,1 0-4 0,3 0-1 0,-1 1-6 16,0 0-2-16,0 1-4 0,1 0 0 0,1 0-2 0,0 1-2 0,0 0-1 16,0 0-1-16,2-1 0 0,-1 1 3 0,2 0-1 0,-2-1-1 15,1 1 2-15,1-1 1 0,-1-1-1 0,0 0 2 0,0 1 2 0,2-2 8 16,-1 0 1-16,1-2 3 0,0-1-3 0,1-1-6 0,2-1 4 0,0-1 0 15,1 0 3-15,1-3-2 0,2-2 0 0,1 0 1 0,2-1 2 16,1-2 1-16,2 0 1 0,2 1-2 0,0-3 3 0,2 0-1 0,2 0 0 16,1-1-1-16,0 0-3 0,2 0 1 0,2-1 0 0,2 1 1 15,1 2 3-15,0-1-7 0,3 1-12 0,0 3-5 0,8-3 0 0,27-9 1 16,-6 4 10-16,-6 7-4 0,-11 7 1 0,1 4-6 0,0 2 1 0,2 0 1 16,0 3-7-16,-1 3 3 0,-2 1-4 0,0 3 3 0,2 0 0 15,0 5-6-15,-1 1 5 0,0 3-1 0,-3 3 1 0,-1 2 3 0,-1 3 2 16,-1 2-1-16,-1 1 1 0,-3 3 1 0,1 3-1 0,-2 2 1 15,-2 1 3-15,-3 2 3 0,-2-2-6 0,-5 2 5 0,0 3 1 0,-3-1 0 16,-3 0-4-16,-3 2 2 0,-2 0 5 0,-3 1 3 0,-4 2 11 16,-5-2-3-16,-4 0-8 0,-2 2-1 0,-6-1-3 0,-4 1 0 0,-4 2 4 15,-5-1-5-15,-5-2 3 0,-4 1 0 0,-3 1-2 0,-3-3-1 0,-2 1 12 16,-2-1 3-16,-1-3 1 0,-3 1 4 0,-1-5-11 0,-1-1 0 0,-1-1 5 16,1-4 0-16,-2 1 4 0,2-2-1 0,-2-4 1 0,2-3 3 15,2-5 5-15,26-10 7 0,-5 2-9 0,0-3 21 0,-5 0-10 0,0-2-2 16,-4-1 2-16,2-4-25 0,-6-1 0 0,3-4-3 0,3-4-9 15,0-6-1-15,3-4-6 0,2-3-7 0,2-7 0 0,1-5-4 0,3-5-12 16,1-6 2-16,3-4-9 0,2-6 0 0,3-4 3 0,4-8-7 0,2-4-4 16,4-5-18-16,4-5-5 0,4-5-43 0,4-5-78 0,6-4-133 15,6-6-179-15,10-5-8 0,9-5-81 0</inkml:trace>
  <inkml:trace contextRef="#ctx0" brushRef="#br0" timeOffset="58970.99">1396 8684 1160 0,'-25'4'103'0,"3"0"-18"0,-3 0 37 15,-3 1-12-15,-2 2-13 0,0 1-17 0,3 1-16 0,6 0-23 16,4-2-14-16,4 0-7 0,2-1-11 0,3-1-7 0,2 0-4 0,3-1-5 15,3 1 0-15,2 0 2 0,2-1 0 0,2 1-1 0,2-1 2 0,1-1 3 16,2 0 1-16,1-2 1 0,0 0 2 0,2-1-2 0,-1-1 2 0,1-1 1 16,-1-1-1-16,0 0 3 0,1 0 3 0,-1-1-2 0,0 1 6 15,0-1 2-15,1 0 1 0,1 0 4 0,1 0 4 0,-1 1 3 0,2-1 4 16,2 1 5-16,0-1-6 0,0 0 5 0,2 1-3 0,2 1-4 16,-2 0-2-16,3 0-6 0,0 2-2 0,1 0-2 0,-1 2 1 0,1 1-4 15,0 1-26-15,-2 2-4 0,1 2-1 0,-3 1-1 0,15 13 31 0,-9 3 0 16,-11 0 3-16,-7 0-6 0,-4 0 0 0,-1 4 4 0,-5 1 7 15,-3 5 1-15,0-17-1 0,-2 5-8 0,-3 1-4 0,-1 5 1 0,-2 3 30 16,-4 4 3-16,-1 2 2 0,-3 5 2 0,-3 0-25 0,-2 1 8 0,1 1 10 16,-1-2 3-16,0-1 12 0,1 0 1 0,1-2-2 0,2-3 3 15,1-1-6-15,3-3-6 0,2-3-6 0,2-3-5 0,2-1-1 0,2-3-2 16,2-4-6-16,2-1 3 0,3-2 0 0,1-3-6 0,2 0 11 16,3-2 1-16,1-2-6 0,3-1 9 0,1-2-8 0,3-1-3 0,2-2 5 15,0-2-4-15,4-2 0 0,1-1-4 0,2-2-5 0,2-1 0 16,2-1-2-16,1-3-34 0,1 0 0 0,0-1-3 0,27-11-6 0,-5 0 30 15,-7 2-4-15,-8 3 0 0,-3 2-9 0,-1-2-11 0,0 0-24 0,1-1-27 16,2-3-31-16,-1 1-45 0,0 0-29 0,-3-3-53 0,0 0-49 16,0-1-40-16,1-4-74 0,-1-2-51 0,0 1 16 0,-4-5 112 0,1-1 112 15,-2-1-58-15</inkml:trace>
  <inkml:trace contextRef="#ctx0" brushRef="#br0" timeOffset="59453.35">860 8893 1006 0,'-13'1'16'0,"1"0"137"0,-1 0-30 0,-3 0 4 15,-2 0-8-15,0 0-4 0,0-1-10 0,-2 0-12 0,-1 0 47 0,0-1-11 16,0-1-15-16,0 0-17 0,1-1-83 0,0-2 1 0,5 1-6 16,4-4-62-16,5-1 7 0,4-2-2 0,4-2 3 0,3-2 67 0,5 0 0 15,3-3 0-15,4-1-1 0,2-1 0 0,4-3 1 0,4-1-5 0,2 1 4 16,4-3-1-16,36-25-69 0,1 3 6 0,2 3-5 0,-2 3 1 15,-4 5 57-15,-3 5-4 0,-3 5-3 0,-4 4 3 0,-4 4 6 0,1 2 3 16,2-1-4-16,2 2 0 0,1 3-29 0,50-11-3 0,-15 8 5 16,-13 6-3-16,-16 6 22 0,-9 4 3 0,1 4-6 0,-2 4 7 0,-2 3-7 15,0 4-1-15,0 4-2 0,-1 4 1 0,1 6-2 0,-3 3 4 0,-1 6 1 16,0 3-2-16,-3 4 11 0,-1 4-2 0,-1 3 2 0,0 4 8 16,-2 2-8-16,-1 2 2 0,-2 1-9 0,-5 0 0 0,0 1 3 0,-5-1 0 15,-2 0 7-15,-4 1-5 0,-3 0-4 0,-5-1-4 0,-6 0 3 0,-6 1 0 16,-6-1 0-16,-6 0 6 0,-6 1-3 0,-5-4-1 0,-6-2-2 15,-6 0-8-15,-6-1-1 0,-6-2-3 0,-6-3-1 0,-5-4-5 0,-5-3 4 16,-5-3 4-16,-6-2 2 0,-8 1 8 0,-4-2-4 0,-9 2 4 0,-4 0-3 16,-5-1 0-16,49-17 4 0,-14 3 28 0,-2 0 7 0,-12 4 11 15,-2-2 13-15,-12 4-15 0,48-15 15 0,-7-1 85 0,-4 2 13 0,-5 2 2 16,3-4-22-16,-5 1-90 0,3-2-28 0,-3 0-24 0,3-3-5 16,-4-1 73-16,4-4-1 0,-4 0-3 0,5-3-10 0,-2-2-90 0,3-3-1 15,-2-3-6-15,5-2-1 0,4-4 5 0,4-3-3 0,4-2 2 0,4-2-5 16,3-2-6-16,6-2-16 0,5-1 46 0,5-1-4 0,3-2-23 0,7-2-39 15,5 0-109-15,5-2-91 0,7-1-106 0,5-2-162 0,7 0 46 16,6-5-130-16</inkml:trace>
  <inkml:trace contextRef="#ctx0" brushRef="#br0" timeOffset="60087.23">15406 7195 1492 0,'-10'-9'491'15,"-1"1"-401"-15,-1 0-60 0,4 3-57 0,5 3-16 0,1 1-8 0,3 0 4 16,1 1 0-16,1 0 8 0,0 0 15 0,1 0 12 0,2 1 13 15,-1-1 10-15,1 0 2 0,-1 0 5 0,-1 0 3 0,2 0 8 0,1 1 9 16,1-2 4-16,0 2 10 0,2-2 2 0,0 1 2 0,2 0 7 0,1-1-1 16,2 0 7-16,4 1 2 0,2 0 2 0,4-1-2 0,4 1-3 15,4-2-5-15,5 0-6 0,6 0-6 0,5-2-8 0,5-1-3 0,5-1-3 16,5 0-6-16,2-2-4 0,5 0 0 0,0 1 2 0,3-2 4 16,3 0 4-16,0 1 3 0,1-1 0 0,2 1 4 0,-1-1-1 0,1 1 6 15,-1 0-2-15,1-1-9 0,-1 1-9 0,1 2-9 0,-2 1-5 0,0 0-6 16,-1 2-3-16,-2 0 1 0,0 2-11 0,-3 2 2 0,0 0-5 15,-3 2-11-15,-2 2-10 0,-2 1-18 0,0 1-31 0,-3 2-48 16,-3 0-62-16,-2 1-99 0,-2 1-132 0,-1 1-193 0,-1 2-96 0,0 2 82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8A8D-912E-6483-92D9-D26788818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79445-1D0F-D7A5-5D26-5E2A6332F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09D45-491E-2556-783E-4809C9A13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2A338-5F23-403D-90A0-AB67E05E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AB629-69A4-C8AF-B5D0-8CF12505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0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F7E8-4031-5FEC-0BC5-621F836B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DE84F-1551-8FA4-9A50-602154272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8839E-5117-6BBD-5C71-07EF1A80B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EE3F1-D9DE-16B9-57BE-D4CF3C9B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7496-75D5-07EE-A9CE-CFE3CE6A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1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B2CF-5BA9-9F77-67BE-1505E769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F78DD-CEF1-9AAF-C13B-1D035663B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7542-904B-91D1-1B03-FB5F9B78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28FDF-D339-1DB5-4A31-F627CEE8D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289E4-E24E-7953-B785-C4A831EFD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8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46CEB-EA08-C2EB-FE64-7C579A95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F5501-69CF-883B-D142-AEDD6B58A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B174A-43CB-1F4A-B833-8D9E3AA6F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FE174-7F86-3387-60F5-BB539E30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8EAB1-C5A0-B250-7C54-6DD2C9E2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CCF11-2CB7-D195-2613-2F2F48FC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7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4C56-CF85-432D-B116-D1EAA05CB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9FC3-048B-B068-2F4D-8F33B80A3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A17B7-65FA-C87D-7C2E-3227B1667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586B5-9F6A-7AC1-AA82-510D0B130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3B858-F7C9-1713-68A5-F0A80F57C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9532A-FE71-D9CF-9481-3F7F8A0A9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ADE8E8-A835-489B-797C-49B504A5B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FF639-B731-C51B-71CA-E940252C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7B871-9E84-D398-B77E-B32483DF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8ECDC-A7BD-A2FB-09DD-B7857275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6D199-09A2-1634-C2A5-37298263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9D96F-2D78-C9E0-AFA4-FA79067A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5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DCBAF-A6A9-CAA7-530F-94061756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60B6F6-AB8C-E31C-88EC-E00B579B9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27D1C-FCE3-C4DA-6E85-9A755F17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3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407B8-B5DB-EC3E-A455-AA953192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F63C8-3584-53C5-FAE0-3425B4EA8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48A13-EEAA-E047-ADF8-D904B769C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42033-FF0C-7905-C1FF-98FB573E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E0940-8F09-A8F1-8E13-B3126599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D260F-2C03-4329-2B2D-921AAADE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06CB-49CD-81F1-2248-774F953A4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D9502-C936-927E-3913-D84DD7E1A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475E1-EA75-6BE8-7678-902B86FFD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5C41F-78FE-D419-D6BC-435A70CB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41092-D2D9-1282-E21A-9EB4B363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BA26B-7FCB-7672-AE76-CEB8ED1C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23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2AB8A-A6CD-A96A-B098-7DFE636C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A6457-5177-4231-FF30-6E77195CF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40D2B-2E79-F9A1-5ABD-0DC3A6CEC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8B98D-9C19-CAD8-4121-F3E2B8B3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0D8B7-B6AD-DD5C-A6B1-FE34C208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0B3B50-8720-15BC-0A33-906FBEE90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F6C79-E073-129B-3F05-409B2297C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7B9A6-3FAC-057D-294E-40F57E82A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AB7A7-09F1-D614-A9E3-39C3D22D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A392-E7CF-1178-7B1E-34BEF50F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BF9283-B675-BC12-4448-97B6CA46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F7161-83EA-D3C8-FFD1-231B9214E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3BCA4-8E27-11DF-36D1-6CAC2D06C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E74F8-0C08-4ED5-A61B-BCDAB8AC3FE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A68D4-C56F-88C7-6A5F-991F49437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DA9C0-D715-F494-2A5A-372AD1884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65A35-F35B-4BE6-AE48-4F3C72125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9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C054-2CEF-071E-8BD8-2C0D3E8D4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Modular Programming(10-dars)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6404E-A946-ED00-FAAB-1AE6D50DD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732"/>
            <a:ext cx="9144000" cy="569068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952320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98C-8455-10A7-A130-F1858356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111D-94C6-EDF4-EF03-6E0E250F4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4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savol</a:t>
            </a:r>
            <a:r>
              <a:rPr lang="en-US" dirty="0"/>
              <a:t>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Preprocessing+Training</a:t>
            </a:r>
            <a:r>
              <a:rPr lang="en-US" dirty="0"/>
              <a:t> Pipeline</a:t>
            </a:r>
          </a:p>
          <a:p>
            <a:r>
              <a:rPr lang="en-US" dirty="0"/>
              <a:t>Pipeline + </a:t>
            </a:r>
            <a:r>
              <a:rPr lang="en-US" dirty="0" err="1"/>
              <a:t>Logging+Boshqalar</a:t>
            </a:r>
            <a:endParaRPr lang="en-US" dirty="0"/>
          </a:p>
          <a:p>
            <a:r>
              <a:rPr lang="en-US" dirty="0"/>
              <a:t>Pipeline + Logging: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Class vs Pipeline</a:t>
            </a:r>
          </a:p>
          <a:p>
            <a:r>
              <a:rPr lang="en-US" dirty="0"/>
              <a:t>Class vs Pipeline: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07905D-B4AF-5412-5AE7-965610D5CE7A}"/>
                  </a:ext>
                </a:extLst>
              </p14:cNvPr>
              <p14:cNvContentPartPr/>
              <p14:nvPr/>
            </p14:nvContentPartPr>
            <p14:xfrm>
              <a:off x="1069920" y="1514160"/>
              <a:ext cx="3860280" cy="416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07905D-B4AF-5412-5AE7-965610D5CE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0560" y="1504800"/>
                <a:ext cx="3879000" cy="417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74310-E1C4-F64E-0B75-48A8A00DBD7B}"/>
                  </a:ext>
                </a:extLst>
              </p14:cNvPr>
              <p14:cNvContentPartPr/>
              <p14:nvPr/>
            </p14:nvContentPartPr>
            <p14:xfrm>
              <a:off x="1155960" y="2786400"/>
              <a:ext cx="3928320" cy="2419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74310-E1C4-F64E-0B75-48A8A00DBD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6600" y="2777040"/>
                <a:ext cx="3947040" cy="243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513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4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savol</a:t>
            </a:r>
            <a:r>
              <a:rPr lang="en-US" b="1" dirty="0"/>
              <a:t>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CB3F-A844-9F09-6E68-BA5A4522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D923-013E-155B-0E9A-69A707D0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012459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98C-8455-10A7-A130-F1858356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111D-94C6-EDF4-EF03-6E0E250F4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3: Discussion</a:t>
            </a:r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Preprocessing Pipeline:</a:t>
            </a:r>
          </a:p>
          <a:p>
            <a:pPr lvl="1"/>
            <a:r>
              <a:rPr lang="en-US" dirty="0"/>
              <a:t>Manual</a:t>
            </a:r>
          </a:p>
          <a:p>
            <a:pPr lvl="1"/>
            <a:r>
              <a:rPr lang="en-US" dirty="0"/>
              <a:t>Auto</a:t>
            </a:r>
          </a:p>
          <a:p>
            <a:r>
              <a:rPr lang="en-US" dirty="0"/>
              <a:t>Data Preprocessing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FC08C2-C553-36FD-7E2C-74A9349B8673}"/>
                  </a:ext>
                </a:extLst>
              </p14:cNvPr>
              <p14:cNvContentPartPr/>
              <p14:nvPr/>
            </p14:nvContentPartPr>
            <p14:xfrm>
              <a:off x="1146240" y="1598040"/>
              <a:ext cx="1304640" cy="2588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FC08C2-C553-36FD-7E2C-74A9349B86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6880" y="1588680"/>
                <a:ext cx="1323360" cy="260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3991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47A6F-2026-F235-8B24-F7283B752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C4B5-B18D-1818-955B-AE5EA3D79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Data </a:t>
            </a:r>
            <a:r>
              <a:rPr lang="en-US" b="1" dirty="0" err="1"/>
              <a:t>Preprocessing+Training</a:t>
            </a:r>
            <a:r>
              <a:rPr lang="en-US" b="1" dirty="0"/>
              <a:t> Pipeline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503F4F-FF99-E36E-CACA-B0ABC2B75FCB}"/>
                  </a:ext>
                </a:extLst>
              </p14:cNvPr>
              <p14:cNvContentPartPr/>
              <p14:nvPr/>
            </p14:nvContentPartPr>
            <p14:xfrm>
              <a:off x="3941640" y="2365200"/>
              <a:ext cx="6348240" cy="1792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503F4F-FF99-E36E-CACA-B0ABC2B75F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2280" y="2355840"/>
                <a:ext cx="6366960" cy="181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055742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F3B2-96C6-0F85-E244-6CD90609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B125B-F030-13A9-BB3B-A31926D0A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loading+Data</a:t>
            </a:r>
            <a:r>
              <a:rPr lang="en-US" dirty="0"/>
              <a:t> Preprocessing:</a:t>
            </a:r>
          </a:p>
          <a:p>
            <a:pPr lvl="1"/>
            <a:r>
              <a:rPr lang="en-US" dirty="0"/>
              <a:t>Manual</a:t>
            </a:r>
          </a:p>
          <a:p>
            <a:pPr lvl="1"/>
            <a:r>
              <a:rPr lang="en-US" dirty="0"/>
              <a:t>Auto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3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128E-AF15-0898-B338-C2168216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82D0-D9C0-CA32-6A9E-656C2A1F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9174E-F1C0-AF3F-7F2A-BCBACF390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Simpleimputer</a:t>
            </a:r>
            <a:r>
              <a:rPr lang="en-US" dirty="0"/>
              <a:t>---handling missing values</a:t>
            </a:r>
          </a:p>
          <a:p>
            <a:r>
              <a:rPr lang="en-US" dirty="0"/>
              <a:t>Numeric data:</a:t>
            </a:r>
          </a:p>
          <a:p>
            <a:pPr lvl="1"/>
            <a:r>
              <a:rPr lang="en-US" dirty="0"/>
              <a:t>"mean" → replace </a:t>
            </a:r>
            <a:r>
              <a:rPr lang="en-US" dirty="0" err="1"/>
              <a:t>NaN</a:t>
            </a:r>
            <a:r>
              <a:rPr lang="en-US" dirty="0"/>
              <a:t> with column mean</a:t>
            </a:r>
          </a:p>
          <a:p>
            <a:pPr lvl="1"/>
            <a:r>
              <a:rPr lang="en-US" dirty="0"/>
              <a:t>"median" → replace </a:t>
            </a:r>
            <a:r>
              <a:rPr lang="en-US" dirty="0" err="1"/>
              <a:t>NaN</a:t>
            </a:r>
            <a:r>
              <a:rPr lang="en-US" dirty="0"/>
              <a:t> with column median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most_frequent</a:t>
            </a:r>
            <a:r>
              <a:rPr lang="en-US" dirty="0"/>
              <a:t>" → replace </a:t>
            </a:r>
            <a:r>
              <a:rPr lang="en-US" dirty="0" err="1"/>
              <a:t>NaN</a:t>
            </a:r>
            <a:r>
              <a:rPr lang="en-US" dirty="0"/>
              <a:t> with most frequent value</a:t>
            </a:r>
          </a:p>
          <a:p>
            <a:pPr lvl="1"/>
            <a:r>
              <a:rPr lang="en-US" dirty="0"/>
              <a:t>"constant" → replace </a:t>
            </a:r>
            <a:r>
              <a:rPr lang="en-US" dirty="0" err="1"/>
              <a:t>NaN</a:t>
            </a:r>
            <a:r>
              <a:rPr lang="en-US" dirty="0"/>
              <a:t> with a fixed value you define (</a:t>
            </a:r>
            <a:r>
              <a:rPr lang="en-US" dirty="0" err="1"/>
              <a:t>fill_value</a:t>
            </a:r>
            <a:r>
              <a:rPr lang="en-US" dirty="0"/>
              <a:t>)</a:t>
            </a:r>
          </a:p>
          <a:p>
            <a:r>
              <a:rPr lang="en-US" dirty="0"/>
              <a:t>Categorical data: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most_frequent</a:t>
            </a:r>
            <a:r>
              <a:rPr lang="en-US" dirty="0"/>
              <a:t>" is common“</a:t>
            </a:r>
          </a:p>
          <a:p>
            <a:pPr lvl="1"/>
            <a:r>
              <a:rPr lang="en-US" dirty="0"/>
              <a:t>constant" with </a:t>
            </a:r>
            <a:r>
              <a:rPr lang="en-US" dirty="0" err="1"/>
              <a:t>fill_value</a:t>
            </a:r>
            <a:r>
              <a:rPr lang="en-US" dirty="0"/>
              <a:t>="missing" is also useful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6E023E-7805-2AE4-194E-B04E0B574ECF}"/>
                  </a:ext>
                </a:extLst>
              </p14:cNvPr>
              <p14:cNvContentPartPr/>
              <p14:nvPr/>
            </p14:nvContentPartPr>
            <p14:xfrm>
              <a:off x="1049040" y="1576440"/>
              <a:ext cx="6836760" cy="4313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6E023E-7805-2AE4-194E-B04E0B574E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9680" y="1567080"/>
                <a:ext cx="6855480" cy="43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88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3435-0B2C-DB1B-4715-DC8A4F33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4F9C7-5022-580C-7C57-03AAF7FC3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2800" y="3229769"/>
            <a:ext cx="5486400" cy="15430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9D1E0C-DF27-DA48-AF57-0327A51B7DE4}"/>
                  </a:ext>
                </a:extLst>
              </p14:cNvPr>
              <p14:cNvContentPartPr/>
              <p14:nvPr/>
            </p14:nvContentPartPr>
            <p14:xfrm>
              <a:off x="2965680" y="2287080"/>
              <a:ext cx="8349840" cy="3757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9D1E0C-DF27-DA48-AF57-0327A51B7D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6320" y="2277720"/>
                <a:ext cx="8368560" cy="377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462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53E8-5172-BDE7-672F-F4B0A330A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61F9-26E9-D12A-28A7-730C8CCF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Data Preprocessing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4732871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BC06-CF0F-C41C-682F-A557C2C7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C6E9C-7B11-F313-251C-D6A65D39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Model Training Pipeline</a:t>
            </a:r>
          </a:p>
        </p:txBody>
      </p:sp>
    </p:spTree>
    <p:extLst>
      <p:ext uri="{BB962C8B-B14F-4D97-AF65-F5344CB8AC3E}">
        <p14:creationId xmlns:p14="http://schemas.microsoft.com/office/powerpoint/2010/main" val="332159454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57E8-301E-B946-9B15-014C9B9B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ECF9-2255-8506-57E7-EE4E026D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Pipeline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FA6D8-5CB6-CC42-D7CC-16683B5B3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Preprocessor+Algorithm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438597-6348-B15F-2514-095E4CE8A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000" y="2996220"/>
            <a:ext cx="5267325" cy="27527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30AA654-E6BF-B184-9316-7926C734B9F6}"/>
                  </a:ext>
                </a:extLst>
              </p14:cNvPr>
              <p14:cNvContentPartPr/>
              <p14:nvPr/>
            </p14:nvContentPartPr>
            <p14:xfrm>
              <a:off x="5310720" y="3019320"/>
              <a:ext cx="3351600" cy="2084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30AA654-E6BF-B184-9316-7926C734B9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1360" y="3009960"/>
                <a:ext cx="3370320" cy="21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0436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64FB8-3B91-A536-C5EA-B1CBF925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CDD5-16F0-26DF-9203-9D0D474B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Model Training Pipeline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7027837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91A1A-8C0D-7089-18DF-9801A825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CD56-CA08-2330-C6EE-58F4395E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Pipeline + </a:t>
            </a:r>
            <a:r>
              <a:rPr lang="en-US" b="1" dirty="0" err="1"/>
              <a:t>Logging+Boshqalar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9095117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D6D4-9443-7BEC-396E-01338FDE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Pipeline + </a:t>
            </a:r>
            <a:r>
              <a:rPr lang="en-US" b="1" dirty="0" err="1"/>
              <a:t>Logging+Boshqalar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29568-1E6E-447C-0E07-35AC5859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Pipeline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qilinganda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logging </a:t>
            </a:r>
            <a:r>
              <a:rPr lang="en-US" dirty="0" err="1"/>
              <a:t>ishlaydi</a:t>
            </a:r>
            <a:endParaRPr lang="en-US" dirty="0"/>
          </a:p>
          <a:p>
            <a:r>
              <a:rPr lang="en-US" dirty="0" err="1"/>
              <a:t>Preprocessingda</a:t>
            </a:r>
            <a:r>
              <a:rPr lang="en-US" dirty="0"/>
              <a:t>:</a:t>
            </a:r>
          </a:p>
          <a:p>
            <a:r>
              <a:rPr lang="en-US" dirty="0"/>
              <a:t>Encoding:</a:t>
            </a:r>
          </a:p>
          <a:p>
            <a:pPr lvl="1"/>
            <a:r>
              <a:rPr lang="en-US" dirty="0"/>
              <a:t>One-Hot</a:t>
            </a:r>
          </a:p>
          <a:p>
            <a:pPr lvl="2"/>
            <a:r>
              <a:rPr lang="en-US" dirty="0"/>
              <a:t>error(default)</a:t>
            </a:r>
          </a:p>
          <a:p>
            <a:pPr lvl="2"/>
            <a:r>
              <a:rPr lang="en-US" dirty="0"/>
              <a:t>ignore	</a:t>
            </a:r>
          </a:p>
          <a:p>
            <a:pPr lvl="1"/>
            <a:r>
              <a:rPr lang="en-US" dirty="0"/>
              <a:t>Ordinal </a:t>
            </a:r>
          </a:p>
          <a:p>
            <a:pPr lvl="2"/>
            <a:r>
              <a:rPr lang="en-US" dirty="0"/>
              <a:t>error(default)</a:t>
            </a:r>
          </a:p>
          <a:p>
            <a:pPr lvl="2"/>
            <a:r>
              <a:rPr lang="en-US" dirty="0" err="1"/>
              <a:t>use_encoded_value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859DCD-C5DE-12E6-2D96-DA26516426C8}"/>
                  </a:ext>
                </a:extLst>
              </p14:cNvPr>
              <p14:cNvContentPartPr/>
              <p14:nvPr/>
            </p14:nvContentPartPr>
            <p14:xfrm>
              <a:off x="1414440" y="1654200"/>
              <a:ext cx="10410480" cy="3926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859DCD-C5DE-12E6-2D96-DA26516426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5080" y="1644840"/>
                <a:ext cx="10429200" cy="394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110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44917-C9B1-37C3-23F3-1D0C306E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3D5AE-A50D-D577-D2C7-F0FAAD1C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Pipeline + Logging: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781178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030B-9F12-1628-23CC-0709E442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B10CF-8A8B-DF35-93D5-F45688DE2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Class vs Pipeline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943288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21BC5-DC67-EBFE-A0DB-2E5446BA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8C4BB-3016-7F6A-9AA0-8C965142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 vs Pipeline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5C85-6164-7D2A-BDF0-BDED491D7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vs Pipeline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D9AA9-DC3B-7456-C00B-DD0D6453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2" y="2387600"/>
            <a:ext cx="9820275" cy="39243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F0AD08-0DB0-E981-C15B-1DECC6F08ED8}"/>
                  </a:ext>
                </a:extLst>
              </p14:cNvPr>
              <p14:cNvContentPartPr/>
              <p14:nvPr/>
            </p14:nvContentPartPr>
            <p14:xfrm>
              <a:off x="407160" y="510480"/>
              <a:ext cx="11302560" cy="5739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F0AD08-0DB0-E981-C15B-1DECC6F08E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800" y="501120"/>
                <a:ext cx="11321280" cy="575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8547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FBEA0-0FFC-A70C-13C5-D3186354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10A3-3A9B-49E0-1448-DED01334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vs Pipeline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A2D6B-25D2-56FC-641A-D907BE13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Scikit-learn Pipelines</a:t>
            </a:r>
          </a:p>
          <a:p>
            <a:pPr lvl="1"/>
            <a:r>
              <a:rPr lang="en-US" dirty="0"/>
              <a:t>Standard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qisqaroq</a:t>
            </a:r>
            <a:r>
              <a:rPr lang="en-US" dirty="0"/>
              <a:t> </a:t>
            </a:r>
            <a:r>
              <a:rPr lang="en-US" dirty="0" err="1"/>
              <a:t>kodlar</a:t>
            </a:r>
            <a:endParaRPr lang="en-US" dirty="0"/>
          </a:p>
          <a:p>
            <a:pPr lvl="1"/>
            <a:r>
              <a:rPr lang="en-US" dirty="0" err="1"/>
              <a:t>Automatlashtirish</a:t>
            </a:r>
            <a:r>
              <a:rPr lang="en-US" dirty="0"/>
              <a:t> </a:t>
            </a:r>
            <a:r>
              <a:rPr lang="en-US" dirty="0" err="1"/>
              <a:t>oson</a:t>
            </a:r>
            <a:endParaRPr lang="en-US" dirty="0"/>
          </a:p>
          <a:p>
            <a:pPr lvl="1"/>
            <a:r>
              <a:rPr lang="en-US" dirty="0" err="1"/>
              <a:t>Inson</a:t>
            </a:r>
            <a:r>
              <a:rPr lang="en-US" dirty="0"/>
              <a:t> </a:t>
            </a:r>
            <a:r>
              <a:rPr lang="en-US" dirty="0" err="1"/>
              <a:t>xatosini</a:t>
            </a:r>
            <a:r>
              <a:rPr lang="en-US" dirty="0"/>
              <a:t> </a:t>
            </a:r>
            <a:r>
              <a:rPr lang="en-US" dirty="0" err="1"/>
              <a:t>kamaytiradi</a:t>
            </a:r>
            <a:endParaRPr lang="en-US" dirty="0"/>
          </a:p>
          <a:p>
            <a:r>
              <a:rPr lang="en-US" dirty="0"/>
              <a:t>Manual(Custom Classes)</a:t>
            </a:r>
          </a:p>
          <a:p>
            <a:pPr lvl="1"/>
            <a:r>
              <a:rPr lang="en-US" dirty="0"/>
              <a:t>Complex preprocessing </a:t>
            </a:r>
            <a:r>
              <a:rPr lang="en-US" dirty="0" err="1"/>
              <a:t>yaratish</a:t>
            </a:r>
            <a:r>
              <a:rPr lang="en-US" dirty="0"/>
              <a:t>(scikit-</a:t>
            </a:r>
            <a:r>
              <a:rPr lang="en-US" dirty="0" err="1"/>
              <a:t>learnda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bolmagan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Custom </a:t>
            </a:r>
            <a:r>
              <a:rPr lang="en-US" dirty="0" err="1"/>
              <a:t>metriklarni</a:t>
            </a:r>
            <a:r>
              <a:rPr lang="en-US" dirty="0"/>
              <a:t> </a:t>
            </a:r>
            <a:r>
              <a:rPr lang="en-US" dirty="0" err="1"/>
              <a:t>jalb</a:t>
            </a:r>
            <a:r>
              <a:rPr lang="en-US" dirty="0"/>
              <a:t> </a:t>
            </a:r>
            <a:r>
              <a:rPr lang="en-US" dirty="0" err="1"/>
              <a:t>qilishda</a:t>
            </a:r>
            <a:endParaRPr lang="en-US" dirty="0"/>
          </a:p>
          <a:p>
            <a:r>
              <a:rPr lang="en-US" dirty="0"/>
              <a:t>Mix</a:t>
            </a:r>
          </a:p>
          <a:p>
            <a:pPr lvl="1"/>
            <a:r>
              <a:rPr lang="en-US" dirty="0"/>
              <a:t>Ikkala </a:t>
            </a:r>
            <a:r>
              <a:rPr lang="en-US" dirty="0" err="1"/>
              <a:t>xolatdan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foydalanish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practise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69F6E2-333D-FC5E-9186-F332FD80A9B6}"/>
                  </a:ext>
                </a:extLst>
              </p14:cNvPr>
              <p14:cNvContentPartPr/>
              <p14:nvPr/>
            </p14:nvContentPartPr>
            <p14:xfrm>
              <a:off x="1077840" y="684360"/>
              <a:ext cx="10585440" cy="4647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69F6E2-333D-FC5E-9186-F332FD80A9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8480" y="675000"/>
                <a:ext cx="10604160" cy="46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654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CC981-C751-6112-A1D0-E2DB170B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344C-C304-544B-3D89-B632CDDE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Class vs Pipeline: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214739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454D-7091-3AA4-9419-B9268857F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B02F-F15B-32F9-AE56-0D83CAA1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2766621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42A9-D009-76DD-BBAF-51620ACB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92B48-B4C9-E7DD-EB6D-92D0E02A8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10-dars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/>
              <a:t>Project 4 ga </a:t>
            </a:r>
            <a:r>
              <a:rPr lang="en-US" dirty="0" err="1"/>
              <a:t>finalga</a:t>
            </a:r>
            <a:r>
              <a:rPr lang="en-US" dirty="0"/>
              <a:t> </a:t>
            </a:r>
            <a:r>
              <a:rPr lang="en-US" dirty="0" err="1"/>
              <a:t>tayyorlang</a:t>
            </a:r>
            <a:endParaRPr lang="en-US" dirty="0"/>
          </a:p>
          <a:p>
            <a:r>
              <a:rPr lang="en-US" dirty="0" err="1"/>
              <a:t>Class+Pipeline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kichikroq</a:t>
            </a:r>
            <a:r>
              <a:rPr lang="en-US" dirty="0"/>
              <a:t> dataset </a:t>
            </a:r>
            <a:r>
              <a:rPr lang="en-US" dirty="0" err="1"/>
              <a:t>orqali</a:t>
            </a:r>
            <a:r>
              <a:rPr lang="en-US" dirty="0"/>
              <a:t> model </a:t>
            </a:r>
            <a:r>
              <a:rPr lang="en-US" dirty="0" err="1"/>
              <a:t>yasang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3065561-09C0-BA55-0476-CC89BDE414E3}"/>
                  </a:ext>
                </a:extLst>
              </p14:cNvPr>
              <p14:cNvContentPartPr/>
              <p14:nvPr/>
            </p14:nvContentPartPr>
            <p14:xfrm>
              <a:off x="57960" y="1714320"/>
              <a:ext cx="6487200" cy="2711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3065561-09C0-BA55-0476-CC89BDE414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0" y="1704960"/>
                <a:ext cx="6505920" cy="273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063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294</Words>
  <Application>Microsoft Office PowerPoint</Application>
  <PresentationFormat>Widescreen</PresentationFormat>
  <Paragraphs>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Modular Programming(10-dars)</vt:lpstr>
      <vt:lpstr>Bugun</vt:lpstr>
      <vt:lpstr>Project 4 va savol javob</vt:lpstr>
      <vt:lpstr>Takrorlash</vt:lpstr>
      <vt:lpstr>Takrorlash</vt:lpstr>
      <vt:lpstr>Data Preprocessing+Training Pipeline</vt:lpstr>
      <vt:lpstr>Data Preprocessing Pipeline</vt:lpstr>
      <vt:lpstr>Data Preprocessing Pipeline</vt:lpstr>
      <vt:lpstr>Data Preprocessing Pipeline</vt:lpstr>
      <vt:lpstr>Data Preprocessing amaliy</vt:lpstr>
      <vt:lpstr>Model Training Pipeline</vt:lpstr>
      <vt:lpstr>Model Training Pipeline</vt:lpstr>
      <vt:lpstr>Model Training Pipeline amaliy</vt:lpstr>
      <vt:lpstr>Pipeline + Logging+Boshqalar</vt:lpstr>
      <vt:lpstr>Pipeline + Logging+Boshqalar</vt:lpstr>
      <vt:lpstr>Pipeline + Logging: Amaliy</vt:lpstr>
      <vt:lpstr>Class vs Pipeline </vt:lpstr>
      <vt:lpstr>Class vs Pipeline </vt:lpstr>
      <vt:lpstr>Class vs Pipeline </vt:lpstr>
      <vt:lpstr>Class vs Pipeline: Amaliy</vt:lpstr>
      <vt:lpstr>Vazifa</vt:lpstr>
      <vt:lpstr>Vazifa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4</cp:revision>
  <dcterms:created xsi:type="dcterms:W3CDTF">2025-10-07T06:01:43Z</dcterms:created>
  <dcterms:modified xsi:type="dcterms:W3CDTF">2025-10-09T13:16:43Z</dcterms:modified>
</cp:coreProperties>
</file>