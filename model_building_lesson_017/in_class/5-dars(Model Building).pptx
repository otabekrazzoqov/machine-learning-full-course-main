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58" r:id="rId4"/>
    <p:sldId id="260" r:id="rId5"/>
    <p:sldId id="261" r:id="rId6"/>
    <p:sldId id="264" r:id="rId7"/>
    <p:sldId id="265" r:id="rId8"/>
    <p:sldId id="263" r:id="rId9"/>
    <p:sldId id="262" r:id="rId10"/>
    <p:sldId id="266" r:id="rId11"/>
    <p:sldId id="267" r:id="rId12"/>
    <p:sldId id="268" r:id="rId13"/>
    <p:sldId id="269" r:id="rId14"/>
    <p:sldId id="270" r:id="rId15"/>
    <p:sldId id="27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75EDA1F-9431-4ED5-8E05-2E61CC9388B4}" v="1" dt="2025-08-28T11:56:03.9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9" d="100"/>
          <a:sy n="79" d="100"/>
        </p:scale>
        <p:origin x="85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ronbek Malikov" userId="8ee0eb9faaf3663e" providerId="LiveId" clId="{A75EDA1F-9431-4ED5-8E05-2E61CC9388B4}"/>
    <pc:docChg chg="modSld">
      <pc:chgData name="Davronbek Malikov" userId="8ee0eb9faaf3663e" providerId="LiveId" clId="{A75EDA1F-9431-4ED5-8E05-2E61CC9388B4}" dt="2025-08-28T11:56:03.996" v="2"/>
      <pc:docMkLst>
        <pc:docMk/>
      </pc:docMkLst>
      <pc:sldChg chg="addSp">
        <pc:chgData name="Davronbek Malikov" userId="8ee0eb9faaf3663e" providerId="LiveId" clId="{A75EDA1F-9431-4ED5-8E05-2E61CC9388B4}" dt="2025-08-28T11:56:03.996" v="2"/>
        <pc:sldMkLst>
          <pc:docMk/>
          <pc:sldMk cId="1650883389" sldId="259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1650883389" sldId="259"/>
            <ac:inkMk id="4" creationId="{7F89CEA4-EABA-6913-0A0A-3C11D2DDB501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528739531" sldId="260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528739531" sldId="260"/>
            <ac:inkMk id="4" creationId="{C78DDE9B-60CC-7788-C6E9-83665F0A2FA3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2247669254" sldId="261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2247669254" sldId="261"/>
            <ac:inkMk id="3" creationId="{DBC2B187-2BE9-1ACC-4189-3D6EDDD3F87F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383063499" sldId="262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383063499" sldId="262"/>
            <ac:inkMk id="4" creationId="{CAAC0BB0-EFAA-569C-1954-38D9FD1F8B81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279744958" sldId="264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279744958" sldId="264"/>
            <ac:inkMk id="4" creationId="{18A4467A-E96F-AA46-E56E-D8E0071BA994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3706007265" sldId="265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3706007265" sldId="265"/>
            <ac:inkMk id="4" creationId="{0A9CEDA1-F0C6-A9D6-BB39-084C7F95810D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2318772022" sldId="268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2318772022" sldId="268"/>
            <ac:inkMk id="7" creationId="{0CB94EAD-B9B8-0144-BEEA-BDC663A14E0F}"/>
          </ac:inkMkLst>
        </pc:inkChg>
      </pc:sldChg>
      <pc:sldChg chg="addSp">
        <pc:chgData name="Davronbek Malikov" userId="8ee0eb9faaf3663e" providerId="LiveId" clId="{A75EDA1F-9431-4ED5-8E05-2E61CC9388B4}" dt="2025-08-28T11:56:03.996" v="2"/>
        <pc:sldMkLst>
          <pc:docMk/>
          <pc:sldMk cId="3058637945" sldId="270"/>
        </pc:sldMkLst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3058637945" sldId="270"/>
            <ac:inkMk id="5" creationId="{CACD229F-82A4-5B4C-292A-56D659CC252B}"/>
          </ac:inkMkLst>
        </pc:inkChg>
      </pc:sldChg>
      <pc:sldChg chg="addSp modSp mod">
        <pc:chgData name="Davronbek Malikov" userId="8ee0eb9faaf3663e" providerId="LiveId" clId="{A75EDA1F-9431-4ED5-8E05-2E61CC9388B4}" dt="2025-08-28T11:56:03.996" v="2"/>
        <pc:sldMkLst>
          <pc:docMk/>
          <pc:sldMk cId="47474184" sldId="271"/>
        </pc:sldMkLst>
        <pc:spChg chg="mod">
          <ac:chgData name="Davronbek Malikov" userId="8ee0eb9faaf3663e" providerId="LiveId" clId="{A75EDA1F-9431-4ED5-8E05-2E61CC9388B4}" dt="2025-08-28T05:41:37.629" v="1" actId="20577"/>
          <ac:spMkLst>
            <pc:docMk/>
            <pc:sldMk cId="47474184" sldId="271"/>
            <ac:spMk id="3" creationId="{66ECC23C-F102-7FD5-C09A-3829DFBAAA23}"/>
          </ac:spMkLst>
        </pc:spChg>
        <pc:inkChg chg="add">
          <ac:chgData name="Davronbek Malikov" userId="8ee0eb9faaf3663e" providerId="LiveId" clId="{A75EDA1F-9431-4ED5-8E05-2E61CC9388B4}" dt="2025-08-28T11:56:03.996" v="2"/>
          <ac:inkMkLst>
            <pc:docMk/>
            <pc:sldMk cId="47474184" sldId="271"/>
            <ac:inkMk id="5" creationId="{539A2BFB-C5FA-10A0-AB23-B5DBBC41F12D}"/>
          </ac:inkMkLst>
        </pc:ink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0:14:36.35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4248 4764 1 0,'-34'0'39'0,"1"-7"269"0,-6-3 299 0,7-2-516 16,2 2-104-16,4 6 3 0,-1 5-16 0,1 4-5 0,3 2 0 16,-1 4-1-16,1 2-5 0,-2 1-14 0,-1 2-26 0,-2 1-18 0,-2 3-14 15,0 3 3-15,-2 0-3 0,1 3-138 0</inkml:trace>
  <inkml:trace contextRef="#ctx0" brushRef="#br0" timeOffset="800.99">3233 5300 132 0,'-30'23'101'0,"-1"-1"-23"0,-6 8-5 0,5-4-16 16,4-5-10-16,3 2-6 0,0-2-6 0,3 2-7 0,0 1-6 0,1 0-7 15,3 1-1-15,0 1-5 0,2 0-4 0,1 2 3 0,1-2-5 0,2 2-1 16,-1-1 4-16,1 1 1 0,1 1 4 0,0 0 3 0,2 0-1 0,3 1-4 16,0-2 3-16,3 0-1 0,0 0-5 0,3 0-1 0,0-1 0 15,2-1-3-15,1-1 3 0,3-3 4 0,0-1-2 0,3-1 7 0,2-1-2 16,-1 2 3-16,4-1-1 0,0-2-1 0,1 1-1 0,1-1-2 15,3-1-1-15,2-2 2 0,-1 2 0 0,3-1-3 0,0-2 6 0,1-2-1 16,0 1 1-16,3-2 5 0,-2 1 9 0,3-1 5 0,1-2 6 0,2 0 4 16,1-1-3-16,1 1 0 0,0-2-1 0,2 0-1 0,2 0-7 15,2 0-7-15,2-2-4 0,-2 1-1 0,1-1-7 0,3 1 5 0,0 0-6 16,1-2 4-16,1 1-4 0,0 0-2 0,0-1 2 0,0-1-5 0,0 0 2 16,2 0 3-16,1-1 1 0,0-1 2 0,0 0-4 0,0-1 2 15,1-1-2-15,0 1 1 0,0-2 5 0,1 0-5 0,0 0-3 0,1-1-2 16,-1 0-1-16,-1 0 1 0,1-1 3 0,-1 1 0 0,1-1 2 15,-3 1-2-15,0-1 3 0,-1 0-1 0,1 0 2 0,1 0-7 0,0-1-2 16,-1 2-1-16,0-2 3 0,4 0 7 0,-2 0 0 0,2 0-1 0,0 0-3 16,2 0-3-16,-1 0-2 0,1 0 0 0,2-1 0 0,-2 1-5 15,2 0-2-15,-1 1 3 0,1 1-5 0,0-2 5 0,0 0-4 0,2 0 2 16,-2-1-1-16,-2 0 3 0,1 0 0 0,-2-1-1 0,0 1 5 0,0-1-2 16,0 0 3-16,0 0 2 0,0-2-2 0,1-1-3 0,-3-1 4 15,2-1-2-15,-2 0 3 0,0 1-2 0,0-2 2 0,0-1-6 0,-1 1 0 16,1-1 3-16,1-2-6 0,-1 1 2 0,1 0 1 0,-1 0-1 15,-2-1 7-15,3 0-5 0,-2 1 4 0,1 0-5 0,1 0-1 0,-4-2 3 16,1 0-6-16,-1 0 4 0,1-1-1 0,-2 1 2 0,-2 1-2 0,0 1-4 16,0 0 6-16,-3-1-3 0,0 1 1 0,0 1 7 0,-1-1-7 15,-1 0 0-15,1 0 0 0,-3 0-4 0,-1-1 5 0,1 1-2 0,-3 0 3 16,1 1-6-16,-2-1-2 0,0 0 3 0,-2 0-1 0,1 2 11 0,-3-2 2 16,1 0-2-16,-1 0 2 0,0-1-6 0,-2 0 1 0,0-1 0 15,-3-1-3-15,-1 1 2 0,1-3 3 0,-3 1 1 0,1 1 1 16,-3-1 0-16,-2 0-2 0,-1 1 3 0,-3-1 4 0,-1-1-2 0,-2 1 2 0,-2-2 0 15,-1 0 2-15,-1 1 2 0,-3 0-1 0,0 1-2 0,-2 1-1 16,-2-1-2-16,-2 1-5 0,-1-1-2 0,-2 1-2 0,-1-2-4 0,-2 0-1 16,-2 1 0-16,-2-1-4 0,-3 0-1 0,-3 1 8 0,-1-1-3 15,-4 0 2-15,-1 1-1 0,-2-2-7 0,-1-1-4 0,-4 2 2 0,-1-1-4 16,-4-1 2-16,-2 2 1 0,-2-1 1 0,-4 0 1 0,-1 2-1 0,-2-2 3 16,-3 0 1-16,-2 1 2 0,-4-3 0 0,-2 0 3 0,-3 3 2 15,-2-2 2-15,0 2 4 0,-2 2 3 0,-1-1-2 0,-2 1 0 0,1 1-3 16,-2-1 2-16,-1 1 2 0,1 0-1 0,2 1 4 0,-2 1-4 15,2 0-7-15,-1 2 3 0,0 2-5 0,0 0-3 0,-1 2 5 0,-1 0-2 16,-1 3-2-16,-1 1 6 0,-2 2-2 0,0 1 6 0,0 1-3 0,-1 0 4 16,3 1-7-16,-2 1 0 0,1 1 0 0,0 1-3 0,-3 1 3 15,1 2-1-15,0 1 9 0,2 0-1 0,1 2 4 0,1 1-1 0,1-1 0 16,3 1 4-16,-1 1 0 0,2 1-3 0,1 2 2 0,-1 1 0 0,1 2-3 16,2 0 0-16,1 2-6 0,0-1-1 0,2 4 0 0,0 0-3 15,-1 2 1-15,4 4-3 0,0 0-4 0,1 3 3 0,3-1-1 0,1 0-1 16,1 1 3-16,2 2-4 0,2 1-4 0,0 4-2 0,1 0-9 0,0 2-7 15,2 3 7-15,2-1-8 0,0 2-7 0,3-1-21 0,2 2-48 16,1 0-64-16,2 1-82 0,-1 1-45 0,2 3-14 0,2-1-169 0</inkml:trace>
  <inkml:trace contextRef="#ctx0" brushRef="#br0" timeOffset="25918.97">5543 7888 480 0,'11'-3'52'0,"2"0"-25"0,6 1 0 0,3 1-3 15,2 1 5-15,0 1-1 0,5 1-5 0,1 0-5 0,2 2-6 16,1 2-8-16,2 1-4 0,3 1-4 0,0 1 0 0,2 1-2 0,1 0 3 16,-1 0 0-16,3 1 0 0,1-2 4 0,2 1-4 0,0 0 3 0,3-1-1 15,0-1 1-15,1 0 5 0,0-1 2 0,3 0 6 0,2-3 9 16,1 0 13-16,2 0 9 0,0-2 8 0,3-1 0 0,2 0-3 0,1-3 1 15,2 0 0-15,4-1-3 0,3-1-6 0,2 0-5 0,3-2-6 0,1 1 0 16,2-1-1-16,2-1 2 0,0 0-4 0,3-1 3 0,0-1 3 16,3 0 1-16,1 1-2 0,0-2-3 0,1 0-3 0,0 0-2 0,3-3 5 15,0 0 0-15,2 0-2 0,2-2-2 0,-1 1-9 0,2 1 1 0,0 0-4 16,1 1 1-16,1-1-5 0,1 0-4 0,0 0-1 0,1 1-1 16,-1-2 2-16,1 0 2 0,1 0-2 0,-2 0 0 0,1-1-3 0,0 0-2 15,-2 1 3-15,0 1-3 0,-1-2 2 0,-3 0 0 0,0-1-3 16,-1 1 9-16,-1 0 4 0,-1 0 3 0,-1-1 3 0,-2 0-7 0,-4-1 0 15,2 0-2-15,-5 0 1 0,0 1 0 0,-2-2 4 0,-3 0 0 0,-1-1 1 16,-3 2 2-16,-1-2-3 0,-4 1-4 0,-4 0 0 0,-1-2-5 16,-4 0 4-16,-3 0-2 0,-2-2 4 0,-5 0 3 0,-1 1-3 0,-4-2 2 15,-4 2 1-15,-2 0-1 0,-6-1 4 0,-1 0 1 0,-5-1 0 16,-2-2 2-16,-4 2-7 0,-2-2 3 0,-3 0 4 0,-3 0 2 0,-4-3 6 16,-2 2-2-16,-4-4-5 0,-3 1-8 0,-3-1-5 0,-4 0-1 0,-4-2-8 15,-2 0-2-15,-5-1 1 0,-4-1-4 0,-2-1 0 0,-6 1-1 0,-1 0-2 16,-5 0 3-16,-2 0-3 0,-3-2 7 0,-6 2-11 0,-2-2-5 15,-4 3 11-15,-1 0-2 0,-3 0 12 0,-3 0 1 0,-4-1-2 0,-2 2-5 16,-3 1 1-16,-4 1 7 0,0 0-7 0,-3 1 8 0,0-2-3 16,-2 2 1-16,-2-1 4 0,0 1 4 0,0 1-3 0,-1 1-3 0,-2 2-8 15,1 0-2-15,-4 2 1 0,-1 0-2 0,-4 2 4 0,-2 3-8 0,-4 0 0 16,-2 2-6-16,-2 2 8 0,-3 3 14 0,-2-1-4 0,-2 2 6 16,-4 0-8-16,1 1-1 0,-2 2 0 0,-2 2 2 0,0 1-1 0,0 1-1 15,0 3 2-15,-2 1-1 0,2 3-1 0,-2 1 0 0,1 1 0 0,0 2-1 16,0 1 1-16,0 1 0 0,-1 1-5 0,1 2 1 0,-1 1 6 15,0 2 6-15,2 3 9 0,1-1 1 0,-1 2-2 0,4 1-5 0,0 1 2 16,-2 2-8-16,0 1 2 0,0 2 2 0,0 3-3 0,0 2 6 16,2 3-1-16,-1 0-5 0,1 1 0 0,-2 3 0 0,-2 5 4 0,-5 5 5 15,-2 5-6-15,1 3 14 0,1 0 7 0,7 1-4 0,2-1 2 16,4 1-7-16,5 1-12 0,3 0-1 0,7-1 8 0,4-1-6 0,4 0 4 16,5-1-15-16,3 0-3 0,4-1-2 0,5-3-5 0,2 0 11 0,5 0-8 15,4-1-2-15,3-1 4 0,3-2-5 0,3-3-10 0,4-2-8 0,3-2-20 16,5-2-14-16,3 1-24 0,5-5-55 0,3 1-30 0,4-4-31 15,2-1-23-15,6-1 12 0,2-2 8 0,3-3 6 0,4 0 13 0,2-4 12 16,3 0-15-16,3-3-114 0</inkml:trace>
  <inkml:trace contextRef="#ctx0" brushRef="#br0" timeOffset="26718.97">5194 9121 2107 0,'1'-10'36'0,"6"-1"-9"16,5-3-26-16,10 2-5 0,5 1 9 0,4-2 1 0,4-1 0 0,3 0-1 16,3 0-7-16,5 3-7 0,3 0-14 0,1 3-13 0,3 2-11 15,2 2-13-15,2 2-9 0,2 2-14 0,2 1-10 0,0 2-5 0,2 0 3 16,0 2 9-16,2 1 10 0,1 0 21 0,1 1 14 0,0 0 16 16,-1-1 12-16,3 2 2 0,0-1 9 0,0 0 2 0,1-1 5 0,0 0 4 15,0-2 0-15,0 0 3 0,2 0 10 0,-2-2 8 0,4-1 11 0,2 0 11 16,1-1 10-16,1-1 10 0,2-1 12 0,0-1 10 0,2 1 1 15,-1-1 4-15,3 0 2 0,-1 0-8 0,2 0-2 0,1-1-14 0,-1-1-12 16,2 1-5-16,-3-1-12 0,2 2 1 0,1-1-2 0,-2 1-12 0,3 0-3 16,-2 0-12-16,0 2-6 0,1 0 1 0,-2 0-4 0,-1 0 2 15,-1 1-8-15,-1 0-2 0,-1-1 4 0,-2 1-6 0,1 0 4 0,-3-1-1 16,-1 1-1-16,-2-2 5 0,0 1 0 0,-1-1 2 0,-1-1 2 16,-2 0-7-16,-1-2-2 0,0 1 2 0,-1-2 0 0,-3 0 5 0,0-1 1 15,-4 0 1-15,-1-2 1 0,-2 1-3 0,-2-2 4 0,-3-1-18 0,-2-1 1 16,-2-1 3-16,-4 1 0 0,-2-1 27 0,-1-1 0 0,-4 0 2 15,-1-1 3-15,-1-3-15 0,-2-2 4 0,0 0-4 0,-4 0-5 0,-2-2 4 16,-3 0-2-16,-1 0-2 0,-3-1 2 0,-3 1 3 0,-1-2 1 0,-3-1-3 16,-2-2-1-16,-4-1-1 0,0 0-3 0,-4-3-1 0,-2 2-5 15,-3-2 1-15,-3 0-5 0,-4-2-2 0,-2-1-14 0,-3-1 2 0,-4 1-5 16,-2-2 3-16,-3-1 6 0,-4-1-8 0,-1 0 6 0,-4 2-4 16,-2 0 9-16,-4-1-3 0,0 0-7 0,-2-2 1 0,-3 1-5 0,0 1 3 15,-4 1 2-15,-3 1 6 0,-1-1 3 0,-4 2-8 0,-1 0 0 16,-3 1 11-16,-3 1-4 0,-3 0 6 0,-2 3 0 0,-3-2-11 0,-3 3 4 15,-1 0 6-15,-4 1 0 0,-1 3-1 0,0 0 3 0,-3 2-4 0,0 0 0 16,-1-1 1-16,-1 3 1 0,0 0-1 0,-1 1 3 0,-2 3-6 0,-2 1 2 16,2 2 0-16,-2 1 0 0,0 2 5 0,0 4 2 0,0 1-1 15,-1 1 1-15,1 2 0 0,1 2-2 0,2 1-2 0,2 2 4 0,1 1-1 16,0 2 3-16,0 2 1 0,-1 3 0 0,-2 3-7 0,2 1 2 0,-2 2-2 16,2 4 2-16,0 1 7 0,-1 1 2 0,3 2-3 0,-1-1-2 15,-2 2-6-15,1 2-5 0,-1 1 4 0,2 2 6 0,-1 1-1 0,1 2 5 16,2-1-14-16,0 1-2 0,2 1 8 0,1 0 1 0,2 3 8 15,0-1 4-15,2 2-5 0,1 1-6 0,1 1 3 0,2 2-6 0,1 1-5 16,0-1 1-16,3-1-6 0,1 1-5 0,4 1-8 0,0-1-8 0,1 1-8 16,0 2-7-16,1-2-21 0,3 2-28 0,0 0-46 0,1 1-55 15,1 1-38-15,0 0-41 0,0 1-15 0,3 0-4 0,0-2 9 0,0 1 46 16,3 0-188-16</inkml:trace>
  <inkml:trace contextRef="#ctx0" brushRef="#br0" timeOffset="27753.02">7771 10915 427 0,'-5'-13'4'0,"2"1"-13"0,0-2 2 0,3 4 7 0,2 2 2 15,1 2-6-15,2 1-2 0,0 1-5 0,1 0-2 0,3 3-2 16,1 0-1-16,2 0 1 0,-1 1 2 0,1 0-1 0,-2 0 2 0,1 1-1 16,1-1 3-16,0 0 2 0,1 0 2 0,-2-1 1 0,1 1 1 0,0-2 3 15,0 1 3-15,0-2 3 0,0 1 1 0,1-1 2 0,0 0 4 16,-1 0 5-16,-1 0 6 0,-2-1 3 0,1-1 6 0,0 0-1 0,0-1 7 15,1-1 4-15,1-1 1 0,-1 0 0 0,2-2 0 0,1 0-2 16,-1-2 1-16,1 3 9 0,0-2 5 0,1 0 3 0,1-1 3 0,-1-2 0 16,-1 0-4-16,2-1-4 0,1 1-3 0,2-1-6 0,0-1-2 0,2 0-3 15,-1 0-4-15,2 0-3 0,2 0 1 0,1 1-2 0,3 1 0 16,-1-1-2-16,2 1-1 0,-1 0-1 0,0 2 2 0,2 1 2 0,-1-1-3 16,2 1 0-16,-1 1-4 0,1 1 1 0,0-1 2 0,1 1-2 0,0 1 2 15,0 1-5-15,2 1-3 0,-1 0-3 0,2 2-2 0,-1 0 0 16,2 1-2-16,-1 0 2 0,1 1-2 0,0 0-4 0,0 1 1 0,-1 1 1 15,-1 0-3-15,2 1-1 0,-1 0-3 0,0 1-1 0,0-1 3 0,-1 1 1 16,0 1-3-16,-2 1 3 0,1-1-4 0,0 0-2 0,-2 1 3 16,-1-1-8-16,-1 2 1 0,-2-1 3 0,2 0-3 0,-1 1 3 0,-1 0-1 15,0 0-6-15,-2 0 0 0,-1-1-7 0,-2 0-2 0,0 0-7 0,0 0-7 16,1 1-9-16,-1 0-17 0,-1 0-20 0,0 0-38 0,0-1-54 16,-1 2-44-16,1-1-7 0,0 0 1 0,-1 1 36 0,2-1 33 0,0-1 26 15,0 1 20-15,4-1-102 0</inkml:trace>
  <inkml:trace contextRef="#ctx0" brushRef="#br0" timeOffset="28620.03">12332 10546 1726 0,'2'-16'21'0,"3"0"1"0,2-3-5 0,4 8-9 0,3 3-13 0,5 3-3 15,4 2-5-15,6 2-4 0,4 4-1 0,5 2-7 0,0 3 0 0,3 3 1 16,1 1-2-16,1 2-2 0,2 0-7 0,2 2-3 0,0 1-3 16,2 1 3-16,0-2 6 0,1 0 3 0,0 0 7 0,0-2 9 0,0-1 0 15,-1-1 6-15,-2 0 1 0,1-3 0 0,-3-2 7 0,-1-1 2 0,0-3-3 16,1-1 3-16,0-2 4 0,-1-2-1 0,0-1 10 0,-1-3-4 16,-1-1 4-16,1-3 3 0,1-1 6 0,-1-3 9 0,-1 1 2 0,1-3 8 15,-1-2 1-15,-1-1 6 0,-1-2 4 0,0-2 6 0,-1 1-6 16,0-3 7-16,0 0-2 0,-2-1 0 0,0-3-4 0,-2 0-6 0,1-2 0 15,-2 0-11-15,0 0 3 0,-2 0-5 0,-2-1-7 0,0 1 3 0,-2-1-14 16,-2 1 0-16,-1-1 3 0,-3 0-5 0,0-1 6 0,-3 2 2 16,-3 0-9-16,-1 0 1 0,-3 1-3 0,-1 0-2 0,-1 0 1 0,-3 2-10 15,-2-3 3-15,-1 1-12 0,-2-1-7 0,-2 0-1 0,-2 2-9 0,-3 0 1 16,-1 0-7-16,-4 0-3 0,-1-1-2 0,-3 0-5 0,-1-1 1 16,-2 2 5-16,-4-1 5 0,-4 0 6 0,-1-1 9 0,-2 0-6 0,-1 1 3 15,-3 2 3-15,-1 0-3 0,-2 2 3 0,-1-2 0 0,-3 0 3 0,-2-3 0 16,0 3 6-16,-3-3-2 0,-3 3-1 0,-1 2 1 0,-3-1-5 15,-2 1 7-15,-1 0-1 0,0 0 8 0,0 1 4 0,-1 1-1 0,1 2 1 16,0 0 3-16,1 1 4 0,-3 1-4 0,1-1-1 0,0 2-5 16,0 1-2-16,1 1 1 0,-1 1 1 0,0 2 0 0,-1-1 2 0,0 2 0 15,-1 2-5-15,-1 0 1 0,0 4-5 0,0-2 3 0,0 2 3 0,-1 1 1 16,1 2-3-16,0 1 1 0,-2 0-1 0,1 2 1 0,0 1 2 16,-1 1-1-16,-1 1-4 0,-1 2 1 0,0 0-3 0,0 2 0 0,0 1 4 15,-1 1-4-15,0 1 5 0,-2 2-1 0,0 0 2 0,0 2 1 0,2 1-2 16,0-1-4-16,3 1 1 0,0 1 0 0,0 1-2 0,4-1 6 15,0 3-1-15,2-1-2 0,2 0-1 0,2-1-3 0,2 2-2 0,1 2 17 16,3-1-2-16,-1 3 4 0,1 0-1 0,3 0-8 0,3 1 2 16,2 0-6-16,4 1 5 0,0 1-7 0,4 2 2 0,1 2 0 0,3-1-4 15,1 1 1-15,1-2 3 0,4 0 1 0,1 0 2 0,1 0 3 0,1 2-3 16,1-1-3-16,1 2-3 0,1 0 0 0,1 0-7 0,2 0 3 16,1 1 12-16,2 0 0 0,-1 2 2 0,2-2 5 0,0 1-11 0,1-1-2 15,2 1 5-15,0 0-7 0,0 2 0 0,1 1 5 0,2-2-4 0,0 0 5 16,2-3-3-16,1 1 3 0,1-1 0 0,1 2 0 0,1-2 3 15,1 2 0-15,1-2-9 0,2 1 0 0,1-1 9 0,1 0 4 0,1 0 11 16,3-1-1-16,2-1-20 0,1-1 0 0,0-1 0 0,3 0 0 0,1 0 9 16,1 0-3-16,3 2-2 0,0-3 2 0,2 2-6 0,1-4 0 15,1 0 3-15,3-1-3 0,1-1 3 0,3 2-3 0,0-1-7 0,1 1 2 16,3 0-11-16,1 0-10 0,2 0-12 0,2 0-27 0,2 1-18 16,2 0-31-16,3 0-55 0,3 0-58 0,3-1-70 0,3 2-14 0,2-1 25 15,4-1 48-15,3-1-119 0</inkml:trace>
  <inkml:trace contextRef="#ctx0" brushRef="#br0" timeOffset="54787.05">3650 12825 2794 0,'-8'-17'156'15,"1"1"-91"-15,1-5-65 0,5 2-9 0,4 2-4 0,4-1 13 0,2-1-4 16,4-3-3-16,0 2 4 0,1-2-14 0,2 2 3 0,2 1 1 0,3-2-18 15,1 1-4-15,4 1-7 0,2 0-9 0,2 1-1 0,2 1 1 16,2-1 0-16,1 1 2 0,1 1 1 0,1 2 11 0,0-1 2 0,1 0 6 16,0 2 1-16,2 2-5 0,2 0 7 0,0 0 13 0,1 1 7 0,1 0 13 15,-2 1-1-15,3 2-6 0,0 0 6 0,2 0-4 0,1 1 2 16,2 0 8-16,2 1-9 0,1 1 3 0,3 2-1 0,-2 0-6 0,2 2 5 16,1 0 2-16,-1 1-3 0,1 0 2 0,0 2 4 0,-1 1-4 15,1 2 5-15,-2 1-2 0,0 1-5 0,-1 1 2 0,1 2-4 0,-1 2-4 16,-1 2 3-16,-1 1 0 0,0 0-3 0,-2 2 5 0,1 1-4 0,0 0 1 15,-3 2-3-15,0 0 4 0,-3 1 4 0,0 2 0 0,-4 1-1 16,-1 0 0-16,0 1-7 0,-4 1-9 0,-1 0 10 0,-1 1-3 0,-4 2 11 16,0-1 4-16,-4 3-9 0,0-1 3 0,-3 1-3 0,-3 0 2 0,-1 1 4 15,-4 1 3-15,-2 0-4 0,-2-1-1 0,-2 0 6 0,-2-3-3 16,-3 1 4-16,-2 0 3 0,-3 1-4 0,-3 1-1 0,-3-1-8 0,-4 2-2 16,-2-2 7-16,-3 1-3 0,-5-2 5 0,-1 3 0 0,-6-3-5 15,-2 2-1-15,-5-2 4 0,-2-1 5 0,-3 0 2 0,-3 0 7 0,-3-2-2 16,-1 0-2-16,-3-4 3 0,-2 0-8 0,0-2 12 0,-2-3-2 0,-1 0-1 15,0-2 6-15,0 0-7 0,-1-4 8 0,-1 0-1 0,0-2 1 16,0-1-1-16,0-1-5 0,1-2-1 0,-1-3 7 0,0 0 2 0,0-1 0 16,1-2 3-16,1-1-4 0,0-1-2 0,2-3 3 0,0 0-1 0,0-1-1 15,2-3-5-15,1-1 5 0,0 0 3 0,1-2 0 0,1 0-3 16,2 0 0-16,3-2-5 0,1 0-6 0,0-1 1 0,2 0-3 0,2 1-3 16,0-1 4-16,4-1 1 0,0 0 3 0,3 1-8 0,1 0-6 15,4-1-1-15,0-1-6 0,4 0-2 0,-1-1-9 0,2 0-7 0,2 0-11 16,0 0-11-16,0-1-19 0,1-1-21 0,1 1-27 0,0-1-44 0,2-3-33 15,2 0-60-15,0-4-70 0,2-1-97 0,0-2-68 0,0-3 20 16,2-3-178-16</inkml:trace>
  <inkml:trace contextRef="#ctx0" brushRef="#br0" timeOffset="55505.05">4184 12330 1840 0,'21'-7'154'0,"7"1"-88"0,9-1-46 0,7 3 16 0,1 1 22 0,4-1 15 16,4-2 2-16,1-1-20 0,4-1-23 0,1 1-18 0,3 0-8 0,2 1 1 15,3 0-7-15,3 0-3 0,2 0-3 0,2 0-5 0,2 0 5 16,3 1 2-16,1 0-2 0,2 0-1 0,2-1 6 0,-1 0-8 0,5-1 3 16,-1 1 7-16,3-1-7 0,1 2 8 0,1-1-5 0,3 0-2 0,2 0 2 15,1 1 1-15,3-1 2 0,0 0 5 0,2 1 0 0,3 0 1 16,-1 0-3-16,3 1-8 0,3 0 2 0,2-1 2 0,3 1-2 0,1 0 3 16,0 1-4-16,1 0 3 0,0-1-2 0,-1 0 1 0,0 0 1 15,1 0 1-15,-2 0 6 0,2 0-3 0,-1 0-3 0,-1-1 6 0,1 0-9 16,-1 0-2-16,0-1-1 0,0-1-4 0,-1 1 7 0,1-2 3 0,-3 2 9 15,-1-1-3-15,0 1 14 0,-2 0 1 0,-3 0 8 0,-1-2-6 16,-2-1-4-16,-3 0 4 0,-1 0 6 0,-4-1 10 0,-2 0 2 0,-2 0-1 16,-5-2-4-16,0 1-2 0,-5-2 2 0,-3 1-5 0,-2 0 2 0,-3-2-1 15,-3 1 0-15,-2-1-6 0,-2-1-9 0,-4 2-1 0,-2-3-6 16,-3-1-2-16,-4 0 7 0,-3-1 1 0,-3-2 1 0,-4-2-3 0,-2 0 5 16,-2-2-2-16,-6 2 4 0,-2-2 1 0,-3-1-8 0,-2 1 5 15,-3-4-3-15,-2 1 3 0,-4-5 6 0,-3 1-21 0,-2-1 13 0,-4 0-4 16,-2-2-4-16,-4 1 14 0,-4-4-20 0,-3 3 1 0,-4-2-8 0,-3 0-3 15,-4 0-9-15,-1-3-2 0,-5-1-1 0,-4 0-4 0,-1-1 7 16,-4 3-3-16,-1 0 5 0,-4-1-4 0,-2 0-3 0,-4 2 13 0,-2-2-1 16,-2 2 6-16,-2-1 3 0,-2 1-12 0,-3 2 6 0,-3 0 8 0,-3 2-4 15,-2-1-3-15,-3 1-2 0,-2-1-1 0,-3 2 3 0,-3 1 1 16,-2 3-4-16,-2-1 11 0,-3 2-8 0,-3 1 5 0,-3 0 7 0,-3 1-31 16,-2 1 10-16,-1 3 2 0,-4 1-3 0,-1 1 16 0,-4 2 3 15,-1 1-8-15,-3 1 1 0,-3 2-4 0,0 3-1 0,-3 1 3 0,-2 2-2 16,-3 2 2-16,-3 4 3 0,-1 1-5 0,-2 3 2 0,0 3 4 0,-2 2 1 15,0 2 3-15,0 3 6 0,-1 3 2 0,0 3-4 0,-1 0-3 16,1 3 4-16,0 2 9 0,0 2 9 0,1 2 1 0,1 2-3 0,0 2-17 16,1 3-4-16,0 2 11 0,-2 3-7 0,5 1 0 0,0 2-2 0,4-1-8 15,2 1 5-15,-1 2 4 0,3 3 1 0,1 1-14 0,0 0 9 16,4 3-7-16,0-1 2 0,2 3 8 0,3 2-26 0,1 1-31 0,2 0-45 16,2 0-58-16,3 1-70 0,1 0-75 0,6 1-92 0,1 2-120 15,3 3 7-15,2 0-125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0:16:03.681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3889 7724 101 0,'1'0'15'16,"2"0"8"-16,1 2 12 0,1 0 9 0,1-1 7 0,0 1-9 16,1 0-11-16,2-1-5 0,-1 2-5 0,2-2-3 0,2 1-3 0,2-1-3 15,1 0-1-15,0 0 1 0,2 0 0 0,0 0 1 0,0-1 0 0,1 0 3 16,1 0 1-16,-1-1 3 0,-1 0 3 0,0 0 3 0,1-2 2 16,-2 0 5-16,2 0 3 0,-1-1 3 0,0-1 1 0,-2 1 1 0,1-3 0 15,-1 1 4-15,0-2 2 0,-2 0-1 0,1-1 0 0,0 0-2 16,-1-1-7-16,1 0-2 0,-1-1-5 0,1-1-7 0,-1-1 1 0,0 0 10 15,0 0-2-15,0-1 1 0,1 0 1 0,0-2-10 0,-1 0-2 0,-2 0 0 16,-1-1-3-16,0-1 0 0,-1 2-1 0,-1-2-2 0,-1 2 0 16,0 0 0-16,-3-1-1 0,0 0-2 0,0 0-1 0,-1 1-3 0,0-2 0 15,-1-1 0-15,-1 0-3 0,-1-1 3 0,-1-1-2 0,-1 2 3 0,-1 0-2 16,-1 0 0-16,0 1-2 0,-1 1-1 0,0-2 0 0,-1-1-2 16,0 1-1-16,-2-1-2 0,-1 0 2 0,0 3-5 0,-1-2 0 0,0 0 3 15,-3 2-6-15,-1-1 12 0,-2 0 3 0,1 1-4 0,0 1 3 16,-2-2-7-16,-2 2-2 0,-1 0 0 0,-1 2 1 0,-2 0-3 0,1 1 6 15,-3-1-2-15,0 2 0 0,-1 0 3 0,-1 1-6 0,0 0-1 0,-1 1 2 16,-1-1 0-16,0 3 1 0,-2-1-2 0,-1 0-2 0,-1 1 4 16,0 1-1-16,0 0 0 0,0 2 1 0,0 0-3 0,-1 1 1 0,-2 1 1 15,1 1-3-15,-1 0-1 0,1 1 5 0,-1 1-6 0,-1 1 3 0,1 1 4 16,-1 2-5-16,1-1 4 0,0 2 0 0,1 1-2 0,-1 1 2 16,-1 1-2-16,3 1 1 0,-1 0 1 0,3 2 0 0,-1-1 1 0,1 3-3 15,0 2 2-15,-1 1 0 0,3 1-2 0,-2 4 2 0,3 1 2 16,0 1-4-16,0 2 2 0,2 0-5 0,0 0-1 0,4 2 10 0,0-1-4 15,3 2 9-15,4-1 0 0,-1 1-16 0,4-2 0 0,1 0-7 0,4-1-8 16,3-3-4-16,3 1-13 0,1-1-24 0,4-1-31 0,1 1-23 16,1-2-13-16,3-2-2 0,4-2-5 0,1-2 4 0,3-2 4 0,1-1 6 15,3-2 5-15,3-2-156 0</inkml:trace>
  <inkml:trace contextRef="#ctx0" brushRef="#br0" timeOffset="851.98">5792 7418 960 0,'0'-10'-69'0,"4"0"113"0,3-3-19 0,8 3-2 0,3 1 2 16,5 1 0-16,4 2-4 0,4 1-7 0,2 1-7 0,4 3-2 0,3 2-8 15,4 2 1-15,6 2-1 0,2 1-6 0,4 3 0 0,2 1 0 16,2 1-7-16,3 1 3 0,2 2-4 0,0-1-3 0,1 1 2 0,2 1-4 15,-2-1-2-15,3-1-2 0,1 1-1 0,-1-1 3 0,-1 0 6 0,0 0 7 16,-1-1 5-16,-2-1 3 0,-1 0 2 0,-3-2-3 0,-1-3 0 16,-1-1 0-16,-3-1 9 0,-1-1 6 0,-1 0 10 0,-2-2 7 0,1 0 5 15,-2-1 9-15,0-2 9 0,-2 0 11 0,-2 0 7 0,-1 0 8 0,1 0 8 16,0-1-1-16,0 0-6 0,-1-1-8 0,1 0-12 0,1 0-9 16,-1 0-10-16,2 1-1 0,0 1-7 0,0 1-3 0,2-1-2 0,-1 2-4 15,1 0-4-15,0 0-1 0,0 0-2 0,-2 0-5 0,2-2 7 16,-2 1-3-16,0-2 1 0,2 0 2 0,0 1-10 0,0-2 1 0,1 2 3 15,-2-1-1-15,-1 0 1 0,1-2-6 0,-1 1-2 0,2-1-2 0,-3-1 3 16,1 1 1-16,-1-1-1 0,-1-1-1 0,2 1 1 0,-2-2-1 16,0 1 1-16,-1-1-3 0,0-2 3 0,-2 1-1 0,-2-2-4 0,1 1 6 15,0-1-2-15,-1 1 4 0,-3-1 3 0,0-1-6 0,-3 0 0 0,-1 0 2 16,-3-1-2-16,-1 0 5 0,-3-1 1 0,1 0-2 0,-3-1 5 16,0-2-1-16,-2-1 1 0,-3 0 4 0,-2 1-4 0,-2-1 3 0,-2 0-2 15,0 0 1-15,-2-1 1 0,0-1-4 0,-3 2 7 0,1-4-9 16,-2 0-1-16,-2 1-3 0,-1-1-4 0,-1-1 2 0,-2 2 11 0,0-2-1 15,-2 1-2-15,-1 0 6 0,-2-2-15 0,-1 2 3 0,-2-2 3 0,-1 0-9 16,-1 2 7-16,-2-1-4 0,-2-1-3 0,0 2 0 0,-3-1 0 16,-1 0 2-16,-2-2-4 0,0 0 4 0,-2-1-2 0,-3 0-2 0,-1 3 4 15,-4 0-4-15,-1 0-4 0,-3 1-1 0,1-2-1 0,-2 1 4 0,-3 1-1 16,-3-1-8-16,-2 2 2 0,-2 0 8 0,-2 0-3 0,-2 2 11 16,-2 0-4-16,-1-1-2 0,-2 1-2 0,-1 2 0 0,-2-1 0 0,-2 1-3 15,-3 2 3-15,0-1 0 0,-1 1 1 0,-2 2 1 0,0 1 1 16,-2 3-3-16,0-1 1 0,-2 0-1 0,-1 2-3 0,1 0 8 0,-4 2-7 15,0 1 5-15,-2 1-1 0,-2 3-2 0,-2 1 1 0,0 2-1 0,-3 1 2 16,0 1-1-16,-1 1-1 0,-2 1 3 0,1 1 2 0,-1 0 2 16,0 2 1-16,0 0-4 0,0 0 2 0,1 2-3 0,-2 1 0 0,1 2-1 15,1 1 1-15,-3 0 1 0,3 2 1 0,-2 2 1 0,0 0-5 0,0 3-1 16,-2 1-1-16,0 1-1 0,0 3 2 0,1 0 9 0,1 3 9 16,-2 1-4-16,2 1 2 0,2 2-11 0,-1 2-5 0,3 2 9 0,2 3-5 15,3 0 4-15,2 0-1 0,2 1-8 0,4 1 1 0,4 0-6 16,1 2 3-16,4 3-11 0,3-2 5 0,4 2-1 0,4-1-11 0,2 1-2 15,4 2-25-15,4 0-33 0,3 0-53 0,6-1-43 0,4-1-38 0,4-1-19 16,6-1-1-16,3 1 4 0,3-2 16 0,6 2 27 0,4-1-125 16</inkml:trace>
  <inkml:trace contextRef="#ctx0" brushRef="#br0" timeOffset="30102.18">8943 9014 929 0,'13'-6'395'0,"4"1"-302"0,7-2-64 0,6 2-22 0,2 1-4 15,5 1 0-15,3-2-3 0,2 0-2 0,3-1 0 0,2 0-4 0,1 0-9 16,1 1-9-16,2 0-7 0,0 3-2 0,0-1 2 0,1 2 11 16,1 1 7-16,0 0 9 0,1 0 5 0,1 1-1 0,-2 0 3 0,1 1 1 15,2-1-2-15,0-1 5 0,2 1 1 0,0-1 6 0,3 0 5 16,3-1 2-16,0 0 1 0,2-1-3 0,2-2-3 0,0-1 1 0,0-1-4 16,3-3 0-16,1-2 0 0,1-2-8 0,1-1-4 0,1-2 3 0,-1-2-3 15,2-3 7-15,-3-2 0 0,0-4-1 0,-2-1 4 0,-3-2 7 16,-2 0 10-16,0-1 10 0,-4 0 11 0,-2-2 3 0,-2 0 5 0,-3-2-4 15,-3 2-6-15,-3-2-8 0,-3 3-5 0,-3 0 0 0,-1-1-7 0,-4 2-4 16,-4-2-1-16,-1 3-3 0,-5 0-2 0,-2 1 3 0,-1-1 3 16,-4 1-2-16,-1-2-1 0,-3 2 1 0,-4 0-2 0,-4 1-2 0,-2 3 3 15,-3 0-10-15,-3 0-1 0,-2-1-9 0,-3 1-11 0,-3-1-2 16,-3 0-4-16,-4 2-5 0,-4 0 1 0,-4 2-1 0,-4-2-2 0,-3 2 2 16,-3 0-3-16,-7 1 2 0,-3 1 4 0,-5 2-4 0,-4-1 9 0,-4 1 2 15,-4 3 10-15,-2 2 7 0,-4 0 1 0,-3 3 1 0,-1-1-6 16,-3 0 1-16,-2 3 2 0,1-1 1 0,-1 2 5 0,-1 0 0 0,2 0-6 15,-2 1-1-15,1 2 1 0,0 1-2 0,0 1-1 0,0 1 6 0,1 1-7 16,1 2 2-16,-1 0 3 0,1 2-3 0,0 2 6 0,0 1-2 16,0 1 4-16,2 3-4 0,0-1 4 0,0 3 5 0,1 1-6 0,1 2 6 15,1 1-1-15,1 2 8 0,1 3 4 0,0 2-1 0,1 2-1 16,2 2-11-16,0 0 5 0,1 3-6 0,-1 1-1 0,2 3-1 0,0 2-2 16,2 0-5-16,1 2-2 0,2-3-1 0,2 2-1 0,3 1 1 0,3 1 0 15,1-1-11-15,4 2-1 0,3-2 6 0,0 0-1 0,5 0 7 16,0-2-3-16,3 2-12 0,2-2-2 0,1-1-5 0,2 2-9 0,2-1-2 15,-1 0-15-15,0-2-34 0,0-1-66 0,0-1-73 0,2 1-75 0,1 0-36 16,2-2 19-16,0 0 56 0,1-2-114 0</inkml:trace>
  <inkml:trace contextRef="#ctx0" brushRef="#br0" timeOffset="31302.18">5939 9800 1252 0,'-15'-3'115'15,"1"1"-99"-15,-1 0-57 0,5 3-34 0,4-1-17 0,1 2-3 0,1-2-12 16,2 1-13-16,-1 0-15 0,1 0 0 0,-2 1 17 0,1 1 29 15,-2 1 31-15,1 2 25 0,1 0 19 0,-1-1 14 0,2-2 11 0,-1 0 14 16,2-2 18-16,1 0 20 0,0-1 17 0,1-1 14 0,-1 0 8 16,1 0 2-16,0-1 0 0,0 0 0 0,0-1-1 0,0-1 0 0,1 0 5 15,2-2-6-15,0-2-3 0,0 1-10 0,2-3-13 0,0-1-9 0,2 0-13 16,0-1-7-16,1 1-9 0,3 0-8 0,1-1-3 0,1 1-2 16,0 0 3-16,0 0-1 0,1 1 4 0,0-1-1 0,1 1 2 0,0-1 2 15,1 1-1-15,0-1 1 0,2 0-6 0,0 1-4 0,3-1-3 0,0 0-3 16,2 0 27-16,1-2 33 0,0-3-13 0,-1 0-4 0,0 1-32 15,0 3-45-15,5 3 10 0,4 0-5 0,4 0 7 0,5 0 4 0,1-3 4 16,1 0 0-16,1 0-7 0,-2 1 3 0,-2 0 0 0,1 1-1 0,0 1 1 16,1 1 1-16,0 2-7 0,2-1 1 0,0 2 2 0,0-1-2 15,1 1 7-15,0 0 1 0,1 0-8 0,1 0 7 0,2 1-1 0,0 0 1 16,2 0 1-16,-1-1-1 0,1 2-2 0,2 0-7 0,1-2-2 0,0 1-1 16,0 0 1-16,1 1 9 0,0 0 2 0,1 1-7 0,-1 0 5 15,0 1-3-15,-1 1 0 0,0 0 6 0,-1 2-8 0,1-1 0 0,-1 1 2 16,-1 0-1-16,-1 0 4 0,0 0 0 0,-1 1-2 0,-2 0 1 15,1 0 1-15,0 0-2 0,0 1 0 0,-1-1 1 0,0 0-1 0,0 0 4 16,-1 1 1-16,2-1 2 0,-3 1-2 0,-1 0-5 0,0 0 2 0,0 1 0 16,-1-1 5-16,-1 1 0 0,-2 2-9 0,-2 0 1 0,-2 0-1 15,-3 1 4-15,1 1 6 0,-3 0-5 0,-1 2-1 0,-3 0-4 0,0 0 5 16,-3 1-4-16,0-1-1 0,-3 2-4 0,-1-1-6 0,-2 1 4 16,-1 0 14-16,-2 2-4 0,-4 2 0 0,-1 0 1 0,-1-1-10 0,-1 3 7 15,-3 0 1-15,-1-1-4 0,-3 2 2 0,-2 0-3 0,-1 0 1 0,-2 1 4 16,-2 1-1-16,-1 0-1 0,-3 1 2 0,-2 0-6 0,-2-2 3 15,-2 1-2-15,-2-1-4 0,-3 0 12 0,-3-1-8 0,0 0 4 0,-3 2 4 16,-1-1-4-16,0-1 5 0,-4 0-3 0,-1 0 3 0,-3 0 0 16,-1 0-7-16,0-2-5 0,-3 1-3 0,1-3 10 0,-4 2 11 0,-2 1-1 15,-1-1-1-15,-2 0-10 0,-3 0-4 0,-1 0 4 0,-2-2 1 0,-3 1-7 16,-1-1 3-16,-2-2 1 0,-1 1 2 0,0 0 3 0,-2 0 5 16,0-1-5-16,-1 0 1 0,-1 1-2 0,-1 0 1 0,0 0 0 0,0-2-2 15,-2 0 1-15,1-2-2 0,0 1 0 0,-2-1-2 0,0-1 1 16,-1 0-5-16,0-1 1 0,0 0 5 0,-2-1 3 0,1 0-4 0,-2-1-2 15,0 0-5-15,0-1-1 0,0 1 8 0,-2 0-8 0,-2 0 1 0,0 0 7 16,-1 0-2-16,-3-1 3 0,1 1-5 0,-2-3-6 0,2 2-1 0,-1-2 2 16,-1 1 4-16,2 0 10 0,-3-1-2 0,0 0 7 0,2-1-2 15,-2-1 2-15,2 0 1 0,0-2-1 0,2 0 2 0,1-2 5 0,1-1 0 16,1-1 1-16,4 0-2 0,-2-2-9 0,1 0 0 0,2-2 0 16,-1 0-3-16,0-2-5 0,2-1-2 0,1 0 1 0,1-1 1 0,3 1 7 15,2-1-1-15,0-1-2 0,1-1 1 0,0-2-5 0,1 1 5 0,1-2 3 16,1-2-3-16,1 1 3 0,1-2-1 0,2-1 1 0,1 1 3 15,1 0-2-15,2 0 4 0,-1 0-2 0,0 0 1 0,3-1-1 0,-1-1-3 16,3-1-3-16,0 1-6 0,2-1 3 0,3 0 2 0,1 1 8 0,2-1 2 16,3-1 2-16,0 1-1 0,3-1-5 0,1 0 1 0,3 2 0 15,1 0 0-15,2 0-5 0,2 1 1 0,0 0 0 0,0-1-1 0,3 2 1 16,1-2-4-16,2 0-4 0,3 0 3 0,2-1 0 0,2 0-2 0,3-1-4 16,2 0-6-16,3 1-3 0,2-1-1 0,5-1 1 0,3-1 1 15,4-1-5-15,3 1 6 0,5-3-5 0,5 1 11 0,3-2 9 0,4 0 2 16,2 0 1-16,4 0-2 0,4 0-2 0,5 1 1 0,4-1 4 0,3 1-6 15,5-1 3-15,2 0 0 0,4-1-3 0,3 2-2 0,2-1 1 16,3 3 4-16,2 0-2 0,3 1-3 0,4 3 0 0,0-1-1 0,3 1-1 16,0 2 3-16,0 1-11 0,1 3 2 0,-3 1-7 0,1 2 6 15,-1 2 8-15,0 2-1 0,-1 4 7 0,-4-1-1 0,0 1-5 0,-2 1 2 16,-4 1-12-16,-1 2-5 0,0 2-7 0,-2 2-12 0,-4 2-33 0,1 1-51 16,-4 2-100-16,-1 0-110 0,-1 1-15 0,-3 1 31 0,-1 3-109 15</inkml:trace>
  <inkml:trace contextRef="#ctx0" brushRef="#br0" timeOffset="32902.17">4510 12082 625 0,'3'0'66'0,"3"2"-6"16,3-1 4-16,5 2 15 0,2-1 15 0,4-1 8 0,3-1-1 0,2 1-12 16,3-2-22-16,2-1-21 0,4 0-16 0,3-1-9 0,2 0-9 0,4 0-6 15,0 1-4-15,3 1-7 0,0 0 2 0,4 1 2 0,-1 1 2 16,1 1 0-16,2 1-3 0,0 0-2 0,1 2 0 0,1 0 4 0,-2-1 0 15,2 2 4-15,0 1-6 0,2 0-2 0,0-1 4 0,1 3-5 16,1-1 9-16,1 0 1 0,1 0 2 0,0 0 5 0,2-1 0 0,1 0 6 16,1-1-1-16,3-1 0 0,0 0 7 0,1-1-4 0,1 0 5 0,1 0 3 15,1-1-3-15,0 0 8 0,2-1 7 0,-1 0-3 0,1-1 1 16,1-1-2-16,0 0-8 0,2 0 6 0,1-2-5 0,0 1 1 0,0-1 5 16,1-1-1-16,-3 2-2 0,0-1-5 0,-1 0-1 0,-1-1-1 0,1 0 8 15,1 0 4-15,-2 0-5 0,2-1 4 0,-3 0-6 0,1 0 3 16,0-1-1-16,-3-1-3 0,2 1 3 0,-1-1-9 0,0 1 3 0,-1-2-8 15,2 1-4-15,-2-1-2 0,-2 0-2 0,3 1 2 0,-2-2-1 16,1 0 4-16,0-1-8 0,-1 0 0 0,-1 0-2 0,0 0-5 0,-1 0-5 16,0-2 0-16,-1 1-3 0,-1-2 3 0,-1 1 13 0,0-1-1 0,-1 0 7 15,-1-2-4-15,0-2-4 0,-1 0-3 0,-2-1-4 0,-1-1 1 16,-1 0-5-16,-2-1 3 0,-1-1 9 0,-3 0 2 0,1 0 1 0,-2-2-1 16,-3 0-7-16,-2 1 6 0,-3-2 0 0,-3-2-3 0,-2 2 3 0,-2-3-3 15,-2 1 5-15,-2 0-7 0,-3-1-2 0,-2 2-2 0,-3-2 1 16,-3 0 8-16,-2-1 0 0,-2 1-8 0,-4 0 8 0,-2-1 4 0,-2 1-4 15,-3-1 10-15,-2 0-17 0,-4-1 1 0,-2 1 0 0,-3-1-1 0,-3 2 3 16,-1-1-6-16,-2 1-3 0,-3 1-5 0,-4-2 0 0,-1 0 1 16,-3-1 10-16,-3 2-2 0,-1-1 2 0,-3 2 1 0,-2 1-12 0,-3-2 4 15,0 2-3-15,-2-1 3 0,-2 0-1 0,-3 1-6 0,-3 0 2 16,-1 2 8-16,0 0-2 0,-1 0 10 0,-1 2-2 0,-4-1-1 0,-2 1 1 16,-2 3 3-16,-2-1-2 0,-1 1-4 0,-1 1-2 0,-2 2-4 0,-1 0 1 15,-2 1 3-15,-1 1-4 0,0 1-6 0,-3 0 6 0,0 0-5 16,-1-1 6-16,-2 2 3 0,-2 0-2 0,0 1 2 0,-1 1 2 0,-1-1-5 15,1-1 4-15,-2 0-1 0,4 0-1 0,-3 0 4 0,1 1-1 0,-1 0 4 16,-1 0-6-16,-1 0 7 0,1 1-8 0,-1 0 1 0,1 0 5 16,-2 0-1-16,0 0 1 0,0 0 2 0,-1 1-4 0,-2 0 3 0,2 1 0 15,-3 0 0-15,0 0 0 0,1 0 1 0,0 1-2 0,2-1 1 16,-1 1-4-16,-4-1 3 0,0 1 3 0,-1 0-2 0,3-1 10 0,1 1-3 16,1 0-2-16,0 0-1 0,-2 2-8 0,-1 0 9 0,-1 1-2 0,0 2 1 15,-1 0 2-15,-2 1-10 0,-3 3 3 0,3-1-1 0,0 1 9 16,2 1 1-16,2-1-2 0,0 2 0 0,-1 1-10 0,0 2 0 0,1 1-4 15,2-1 3-15,0 3 2 0,2 0 1 0,1 1 5 0,1 2-9 16,0-2 2-16,1 1 0 0,4 2 0 0,0 2 5 0,4-1-8 0,0 2 3 16,1 0-4-16,3-1 6 0,2 2-2 0,1 0-2 0,3 0 7 0,0 3-8 15,2 0 6-15,3 1-1 0,1 2-4 0,3 1 4 0,0 2-4 16,1-1-4-16,3 3-6 0,2-1 9 0,3 1 0 0,2 2 1 0,3 1 5 16,1 0-8-16,1 2 2 0,1 1-4 0,3 1 7 0,1 3-3 0,5-1 1 15,0 0-2-15,2 1-10 0,1 0 6 0,2 0-3 0,2 3-5 16,3-1 6-16,2-1-5 0,3 1 2 0,1 0 2 0,3-2 3 0,2 2 0 15,2-1 3-15,3-1 2 0,3 1-3 0,2 0 6 0,1-3 1 0,3 0 1 16,1-2-4-16,2-1-1 0,5 1 3 0,0-1-6 0,2 0 1 16,3-1 2-16,1-2-1 0,2 2 4 0,5-2 4 0,1-1-6 0,3-1-9 15,4 0-2-15,0-1-14 0,5 2-22 0,3-1-30 0,3 0-98 16,4-2-138-16,3 1-127 0,5-1-79 0,4 0-193 0</inkml:trace>
  <inkml:trace contextRef="#ctx0" brushRef="#br0" timeOffset="42635.66">12479 5761 207 0,'-7'-2'30'0,"2"-1"-8"0,-1 1-14 16,1 1-5-16,2 1-3 0,0 0-1 0,1 1 1 0,-1 0-1 0,1 0 1 16,-1 1 0-16,1 1-2 0,-2 1 3 0,0 1 0 0,-1 0 2 15,-1 0 1-15,1 2 1 0,1 0 2 0,-2 0 2 0,1 2 3 0,-1-1 0 16,0 1 2-16,1 1 0 0,-2 0 0 0,1 1 2 0,0 0-2 16,-1-1 2-16,2 1 1 0,0 0-1 0,-1 1 2 0,1 1-2 0,0 0-1 15,0 0 2-15,1 0 2 0,-1 2-1 0,1 1 5 0,0 0 3 0,0 1 3 16,1 0 7-16,-1 1 4 0,1-1 3 0,0 1 3 0,1 1-4 15,1 1 0-15,-1 1-8 0,1 2-2 0,0 1-4 0,0 1-5 0,1 2-4 16,-1 0-11-16,2 1 0 0,-2 1-2 0,1 1-1 0,1 1 3 0,-1 2-1 16,1-1-4-16,1 2 0 0,-1 0 0 0,-1 1-1 0,1 2 2 15,-1 0 0-15,1 2 8 0,0-2 0 0,0 1 5 0,0 3 1 0,0-1 5 16,0 3-2-16,-1 2-3 0,0-1-1 0,1 2-4 0,-2-1 4 16,1 3-3-16,0 0 2 0,-1 2-2 0,0-1 1 0,0 1-1 0,-1 1 2 15,0 0-1-15,-1-1-3 0,0 1-8 0,0-1 4 0,-1 2 3 0,0-1 1 16,1 2 7-16,-1 0-10 0,0 1 2 0,0 0-4 0,-1 1 1 15,0 0 2-15,-1-1 0 0,1 1 2 0,-1-1-8 0,0 2 4 0,-2-2 1 16,0 0 6-16,-1-1 12 0,0 1 3 0,1 0 6 0,-1 0 0 0,0 1-1 16,1 0-4-16,-1 0-1 0,0 0-5 0,1 0-6 0,-1 0 5 15,0 1-2-15,2-2-1 0,0 1 0 0,-1 0 2 0,1 0-3 0,0 0 0 16,-1 0-5-16,1-3-1 0,0 1 4 0,0-2-12 0,0 0 10 16,-1 0-3-16,1 1 0 0,0-2 3 0,0-2-4 0,0 0-1 0,0 0 2 15,1 0 1-15,0-2 1 0,2-1 0 0,-2-2-2 0,2 1 6 0,-1 0-6 16,0-3-7-16,1 1 7 0,-1-1-1 0,0-2 1 0,0 3 8 15,1-3-5-15,0-1 0 0,0 1-2 0,1 0 1 0,0-1-3 0,-1 2 1 16,1-3 1-16,0 0-2 0,0-1-2 0,1-1 2 0,-1 2-4 0,0-1 4 16,1-1-9-16,-2-1 0 0,1 0 2 0,0 0-5 0,0 0 15 15,1 1 2-15,-1-1 2 0,0 0-2 0,-1-1-5 0,0 1-2 0,2-2 2 16,-1 0 2-16,0-2-5 0,1-1 4 0,-1-2-2 0,-1 1 0 16,1-1 2-16,0-1-2 0,0-1 0 0,0 0-3 0,0-1-11 0,0-2 0 15,0 0 3-15,0-1 3 0,0-1 10 0,0 0 1 0,1 1-9 0,-1-3-4 16,1 1 3-16,-1-1-4 0,1-1 1 0,-1 0 2 0,0-2 1 15,1 0-1-15,-1-2-3 0,0 1 5 0,0 0-4 0,-1-2-1 0,1 0 2 16,1-1-2-16,0 1 0 0,0 1 0 0,-1-1-2 0,1 0-7 0,-1-3-9 16,1 0-4-16,-1 0-13 0,1-2-19 0,-1 1-48 0,1-1-63 15,-1 0-88-15,1-2-104 0,-2-1-70 0,1-2-1 0,-1-1 54 0,0-2 17 16</inkml:trace>
  <inkml:trace contextRef="#ctx0" brushRef="#br0" timeOffset="159002.99">18720 14692 2056 0,'-13'-5'155'0,"2"2"-32"0,0 1 9 0,4 2-43 0,4 1-35 0,1 1-19 16,0 3-17-16,3 3-11 0,2 3-6 0,1 3 4 0,2 3 0 0,1 1-5 15,-2 3 3-15,2 4 0 0,0 2 2 0,0 2-3 0,1 3-1 16,-2 0 3-16,1 1-4 0,1 1 3 0,-2 2-1 0,1-1-7 0,0 0 6 15,-1-1-9-15,1-1 3 0,-2-1 7 0,1-1 1 0,-1-2 5 0,0-1-3 16,-1-3 3-16,-1-1 4 0,0-4 6 0,-1-1 1 0,-1-2 8 16,1 0-1-16,-1-3 6 0,-1-1 5 0,0-1-5 0,0-3 1 0,0-1 1 15,0-1-3-15,1-3 2 0,-1-1-11 0,0-2-1 0,0-1 0 0,0-1-3 16,0 0-1-16,1-1 2 0,-1-3-3 0,1-2-2 0,-1-3-3 16,1-1-8-16,0-4 5 0,-1-1-7 0,1-3 5 0,0-1-1 0,-1 0-1 15,1-4-1-15,-1-1-1 0,1-1-4 0,0 0 2 0,1 3-7 16,2 0 3-16,1 2 8 0,0 5-4 0,1 1 14 0,0 2-7 0,0 2-7 15,0 2 7-15,0 2-5 0,-1 1 5 0,1 2-3 0,0 2-4 0,1 2-2 16,1 2 6-16,2 2 1 0,0 1 0 0,1 2 4 0,0 3 0 16,0 2-5-16,0 2-8 0,0 1-6 0,-1 0 6 0,-2 1 8 0,2 0 8 15,-1 0 1-15,1-3-15 0,-1 1-5 0,1-2 10 0,-1 0-1 0,-1-1 0 16,1-2 3-16,-1 0-5 0,1 0 0 0,0-2 9 0,-1-1-12 16,-1-1 6-16,-1-1-1 0,-3-1-5 0,1 0 1 0,-1-3 2 0,0 1 7 15,-2-2 0-15,1 1 2 0,0-1 2 0,0-2-5 0,0 1 3 16,0-3 5-16,0-1-1 0,0-1 1 0,0-2 1 0,0-1-6 0,0 0-3 15,0-2 3-15,0-1-4 0,-1-2 5 0,1-1-9 0,0-1-10 0,0-1-2 16,1 0 17-16,1 3 3 0,0 0 4 0,0 1 3 0,0 1-17 16,1 1 2-16,0 4-1 0,0 0 2 0,0 2 4 0,0 1-6 0,0 2 0 15,0 2 2-15,-1 1 0 0,1 2-2 0,0 1 3 0,0 2-5 0,0 3 1 16,1 1 2-16,2 2 1 0,-1 2 2 0,1-1-6 0,0 2-7 16,-1-1-2-16,1 1 7 0,-1-1 8 0,-1 1 5 0,1 0 2 0,0-2-7 15,1 1-4-15,-1-2 0 0,1 0 2 0,-1 0-6 0,0-1 6 0,-2 0-2 16,2-1-6-16,-1 0 1 0,0-1-6 0,0 1-8 0,0-2 15 15,-2-2-10-15,1 1-10 0,-2-1-11 0,1 1-16 0,-1 0-10 0,0-1-19 16,0 1-15-16,-1 1-41 0,0 1-35 0,-1 0-48 0,1 0-68 16,1 3-10-16,1 1-23 0,0 0-57 0,1-2-40 0,1 1-237 0</inkml:trace>
  <inkml:trace contextRef="#ctx0" brushRef="#br0" timeOffset="159420.51">19847 15085 2652 0,'-10'6'108'0,"1"3"-2"16,-1 4-35-16,3 1-17 0,4 2-25 0,2 0-20 0,3 0-11 15,3 2 4-15,2 0 5 0,2 0 6 0,1 0 3 0,0-1-16 0,3 0-2 16,0-2-3-16,1 0-5 0,0-1-1 0,1-2 3 0,1-1-3 16,1-3 3-16,1 0-2 0,-1-2-2 0,0-3 8 0,0 0 2 0,-1-2 2 15,0-2 0-15,-1 1 0 0,0-2 4 0,-3 0 4 0,0-2 1 0,-2 0 6 16,-2-2 11-16,0 0 0 0,-1-2 7 0,0-2-1 0,-1-2-4 16,-1-1 7-16,0-1-1 0,1-1-4 0,-2-2-7 0,-1 0-1 0,1-1-26 15,-2 1 8-15,0-1-1 0,-1 1-5 0,-2 1 15 0,0-1-15 16,-3 0-1-16,-1 2-1 0,-1-2 6 0,-3 1-6 0,1 0-7 0,-4 0-5 15,-1 0 0-15,-3 1 4 0,0-1 3 0,-3 5 0 0,0-1-2 0,-1 1 1 16,0 2 1-16,-2 0 2 0,0 1 0 0,-1 3 5 0,0 1 2 16,1 3-4-16,0 1 1 0,1 0-4 0,2 1 5 0,1 3-5 0,0 1 2 15,2 2-4-15,1 0-9 0,1 3-4 0,1 0-11 0,2 1-9 0,1 2-9 16,0 2-16-16,0 1-23 0,2 1-40 0,1-1-29 0,1 1-35 16,2 1-35-16,1-1-38 0,3 1-51 0,2-1-46 0,3-2-38 0,2-2-181 15</inkml:trace>
  <inkml:trace contextRef="#ctx0" brushRef="#br0" timeOffset="159802.51">20381 15119 2793 0,'-14'5'113'0,"2"1"-16"0,-3 3-32 0,9 0-9 15,3 0-16-15,1-1-26 0,4 1-19 0,3 3 9 0,2 1-6 0,3 2 11 16,2-1 5-16,0 0-14 0,0-1-2 0,-1-1-10 0,3 2-4 16,2-4 0-16,1-1-3 0,0-1 5 0,1-2-2 0,2 1-1 0,-1-3 5 15,1-2 3-15,0-2-1 0,1-2 6 0,-2-1 2 0,0-1 4 0,0-1 3 16,-3-2 7-16,-1 0 13 0,-1 0-3 0,-1-2 12 0,-2 1-3 16,0-3-1-16,0 0 6 0,-2-1-4 0,0 0-5 0,-2-1-11 0,0-1-7 15,-3 2 7-15,1-2-3 0,0 2 9 0,-2-2-4 0,0-2-14 16,-1 2-4-16,-2 0-2 0,-1 0 2 0,-3 0-9 0,0 1 1 0,-2-1-8 15,-2 1-2-15,-3 0 5 0,-3 0-1 0,-2 0 7 0,-1 2-4 0,-2 1-9 16,-1 1 4-16,-1 1-4 0,-1 2 3 0,-1 1 9 0,1 2 0 16,-2 0 2-16,1 3-6 0,1 2 3 0,0 1 0 0,1 2-12 0,1 1 4 15,0 1-8-15,1 1-3 0,1 2 2 0,0-1-15 0,0 2-19 0,2 0-19 16,1 1-23-16,3 0-27 0,1-1-21 0,2 1-34 0,2-1-35 16,2 0-42-16,2 0-45 0,2-1-51 0,2 0-21 0,3-2-218 0</inkml:trace>
  <inkml:trace contextRef="#ctx0" brushRef="#br0" timeOffset="160421.51">20645 14264 2827 0,'-12'-2'106'0,"-1"0"10"0,-1 2-34 15,4 3-29-15,4 3-25 0,2 1-12 0,3 5-11 0,3 3-5 0,2 2-1 16,2 6-5-16,1 2 1 0,0 3 5 0,1 3-4 0,1 3-3 16,-1 2-14-16,0 2 7 0,2 2-7 0,0 1 12 0,0 1 7 0,1-2-6 15,1 0 1-15,0 1-11 0,2-2 6 0,0 0 1 0,-1-2 6 0,1-2-2 16,-1-4 7-16,1-1-1 0,0-2 1 0,0-1 5 0,0-4-9 16,-1 0 4-16,0-2 6 0,0-2 2 0,-1-1-10 0,-1-2 4 0,1-2 10 15,-1 0-1-15,1 0 12 0,0-2 1 0,-1-2-12 0,0-4-1 0,1 0-4 16,-1-3-2-16,-1-1-6 0,-1-2 9 0,0-3-1 0,1-1-7 15,-1-2 0-15,2-3-7 0,1-2-12 0,0-2 1 0,-1-2 3 0,1 0-5 16,-1-3 10-16,-1-2 1 0,-1 0-1 0,0-2 6 0,-1-1 1 0,0 0 3 16,-1-1-2-16,0 0-3 0,-2 1 5 0,0-1 5 0,-1 2-2 15,0-1-1-15,0 1 0 0,-1 2-2 0,0 0 9 0,0 3 1 0,-3 4 2 16,1 3 1-16,0 1 1 0,-1 3 3 0,0 1 1 0,0 2-2 16,-1 2-7-16,1 1-9 0,-1 0 3 0,1 1 1 0,-1 1-3 0,0 3-1 15,1 2-3-15,-1 3-2 0,0 2 6 0,1 3 1 0,0 2 0 0,0 1-4 16,2-1-1-16,-1 1 1 0,1-2 0 0,2 0 0 0,1-1-3 15,1 0 1-15,0-1 1 0,1 0 3 0,0-2 0 0,1 1-2 0,-1-2 2 16,0 0-5-16,0-1 1 0,0-2 10 0,-1 0-5 0,1-1 3 16,-1-2-4-16,1 0 0 0,-2-1 7 0,-1-2 4 0,1 0-3 0,0-1-2 15,0-1-6-15,0-1 0 0,1-1-4 0,1 0 6 0,-1-2-2 0,1 0-2 16,0-1 2-16,-1-2-3 0,1-1-1 0,-1 1 8 0,-2-3-1 0,1 0 3 16,0-1 2-16,0 0-9 0,-1-1 10 0,1 2-1 0,0-2-4 15,1 0 7-15,-1 1-8 0,0 0 1 0,0 1 1 0,0 2 1 0,-1 1 1 16,0 1-2-16,1 1-3 0,0 2-2 0,-1 0 7 0,0 2-1 15,-2 0 1-15,2 1-2 0,0 1 1 0,-1 1-1 0,1 2 8 16,0 1-12-16,1 1 1 0,0 1-4 0,1 2-1 0,-1 0 5 0,2 3-4 0,-1 1-5 16,0 1-1-16,0-1 3 0,0 1-6 0,1 2 8 0,0 0-8 15,0-1-5-15,0 0-4 0,0 1-7 0,0-1-1 0,0-2-15 0,1 0-9 16,0 0-18-16,0-1-22 0,1 0-14 0,-1-3-34 0,-1 0-30 16,0 2-74-16,0 1-17 0,-1 3 14 0,1 0-30 0,-1-3-18 0,0-3-72 15,0-2-259-15</inkml:trace>
  <inkml:trace contextRef="#ctx0" brushRef="#br0" timeOffset="160721.51">21766 13977 2627 0,'-10'-5'220'16,"0"1"-88"-16,0 1-20 0,3 4-40 0,2 2-23 0,2 2-28 0,2 3-12 16,2 4-11-16,2 4-6 0,2 2 2 0,0 6 4 0,2 1-3 15,-2 4 5-15,2 1-3 0,-1 6 3 0,1 2-2 0,-1 4 0 0,0 2 2 16,1 1-4-16,1 0 3 0,-1 2-3 0,1-2-15 0,0 0 12 0,2 1-2 16,1 1-5-16,1 1 9 0,1-2-13 0,0 0-12 0,2 1 1 15,0-2-13-15,0-3-4 0,-2-3 0 0,1-1-11 0,0-2-15 0,-1 0-4 16,-1-1-11-16,0-1-9 0,-1-4 6 0,-1-2-25 0,0-3-15 0,-1 0-16 15,-1-5-29-15,0-1-30 0,-2-3-44 0,0-3-45 0,-1-2-21 16,1-2 8-16,-1-3-114 0</inkml:trace>
  <inkml:trace contextRef="#ctx0" brushRef="#br0" timeOffset="161536.51">22083 14812 2683 0,'-5'5'203'0,"0"3"-100"0,1 4-53 16,3 3-24-16,2 0-7 0,3 1-5 0,3 2-9 0,4 2-7 0,2 0-1 15,0 0-2-15,2 1 5 0,-1-2 1 0,0-1 1 0,1 1-4 16,1-3-8-16,0 0-2 0,1-2 0 0,0-1-2 0,2-1-2 0,0-4 4 16,-1-1-1-16,-1-1 4 0,0-2 4 0,-1-1-2 0,-1-3 7 15,0-1 5-15,-1-2 4 0,-1-1 10 0,-2-1 5 0,1-2 5 0,-1 0 4 16,-1-2-1-16,1-1 1 0,-2-1-10 0,0 0 0 0,-1 0-7 0,0 0-4 15,-1-1-1-15,0-1 0 0,0 0-4 0,-2 0-2 0,-1 0 0 16,-1 0 1-16,-1 0-1 0,-1-1-5 0,-1 0-3 0,-2 1-3 0,-1-1 4 16,0 0-1-16,-2 0 5 0,0 1-4 0,-2-2-4 0,-2 0 3 15,0 1-2-15,-1 1-4 0,-1 1 0 0,0 0-5 0,-3 0-1 0,0 2-2 16,0 1 1-16,-2 3-5 0,1 1-7 0,-1 1 1 0,0 3-4 0,-2 1 2 16,0 2-2-16,0 2-2 0,-2 2-3 0,0 1 6 0,1 2 0 15,1 2-6-15,1 2 3 0,2 0-8 0,0 1-5 0,3 2-1 0,0 0-6 16,3 1-11-16,1-1-13 0,2 1-13 0,3-1-11 0,1 0-13 0,2-1-7 15,2 2-14-15,2-2-13 0,0 0-5 0,3-2-1 0,0 0 11 16,3-1 15-16,0-2 14 0,1-1 15 0,2-3 15 0,0-3 15 0,2-1 17 16,0-1 14-16,3-2 12 0,-1 0 5 0,1-3 9 0,-3 1 6 0,0-4 8 15,0 0 10-15,-1-1 14 0,-1-1 14 0,0 0 17 0,-1 0 16 16,0 0 15-16,0 1 11 0,-2-1-1 0,2 0 0 0,0 0-6 0,-2 1-7 16,1 1-1-16,-1-1-1 0,-2 3 0 0,1-1 3 0,-1 2-3 15,0 0 0-15,-1 3-6 0,0 0-4 0,-1 1-6 0,-1 2-6 0,0-1-6 16,0 1-4-16,0 1-10 0,1 1-12 0,0 2-3 0,-1 1-3 0,1 1 5 15,0 2 0-15,0 0-9 0,1 2 0 0,0 0-6 0,1 1-2 16,0 1 0-16,1 1-6 0,0 1-5 0,1-2-2 0,0 2-1 0,1 0 0 16,-2-1 4-16,2-1 1 0,0 0-7 0,0-1-9 0,0-2-4 0,1 0 6 15,0-2 5-15,0 1 7 0,-1-1-7 0,0-1-14 0,-1-2-19 16,0-1-14-16,1-2-12 0,0-2-7 0,0-1-10 0,0-2-7 0,-1-3-11 16,2-1-10-16,0-2-3 0,0-1-7 0,0-1-17 0,-1 1 8 15,-2-2 15-15,1-2 21 0,0-2 29 0,1-3 20 0,0-1 11 0,-1-2 14 16,-2 1 20-16,1 1 12 0,-1 0 16 0,-1 1 9 0,0 2 4 0,0 1 9 15,0 1 10-15,0 2 10 0,-1 1 10 0,1 4 0 0,0 0-5 16,0 2 0-16,-1 2 0 0,1 1-2 0,0 2 2 0,-2 0-19 0,1 3-9 16,-2 0-8-16,2 3-9 0,2 1 3 0,-2 0-5 0,1 4-8 0,0 0 0 15,0 1-7-15,1 2 4 0,0-2-2 0,-2 4-6 0,2-1 2 16,0 1 1-16,0-2 1 0,0 1 14 0,-2 1 2 0,1-2 7 0,-1-1 6 16,0-2 1-16,-1 0 6 0,1-1-3 0,-2-2-1 0,0-2 1 0,0-1-8 15,-2-2 4-15,0-1 11 0,-1-2-14 0,-1 1 21 0,0-1-12 16,0-1 4-16,-1-2 5 0,-1-2-11 0,1-3 11 0,-1-3-22 0,0-1 1 15,0-4-9-15,-1 1-15 0,2-3 2 0,-1-1-3 0,2 0-3 16,0-3 7-16,1 0-1 0,1 0 2 0,2-2-2 0,1 1 0 0,1-1 1 16,1-2-10-16,2 3-1 0,3-1 3 0,-1 2-7 0,3 3 0 0,0 0 0 15,1 2-7-15,0 3-1 0,2 1-4 0,0 0-15 0,0 1-8 16,-1 0-38-16,1 1-38 0,1 0-59 0,-1 1-62 0,1 1-73 0,1 0-128 16,0 1-164-16,1 0-317 0</inkml:trace>
  <inkml:trace contextRef="#ctx0" brushRef="#br0" timeOffset="162002.51">20745 16407 2042 0,'-11'5'1319'0,"1"3"-1219"0,-3 4 23 0,4 2-67 0,2-1-18 0,2 2 0 15,2 3-33-15,4 2-18 0,3 1-8 0,3 2 6 0,2 0 0 16,2 2 11-16,1 0-2 0,0 1 1 0,1 2-3 0,-1 2-12 0,2 3 1 16,1-1-7-16,0 3-12 0,1-3 5 0,2 1-13 0,0 0 7 0,0 1 21 15,-1 2 0-15,2-2 11 0,-9-17-13 0,2 4 5 0,-1-1 6 16,4 5 0-16,-1-2 4 0,2 4-4 0,-1-2 2 0,2 3-2 0,0 0-7 15,-2-3-15-15,0-1-6 0,-1-1-2 0,-1-3-10 0,0-1-20 16,-1 0-47-16,-2-4-39 0,-1-2-52 0,0-2-43 0,-2-1-44 0,-1-5-85 16,-1-1-63-16,-2-4-28 0,-2-3-104 0</inkml:trace>
  <inkml:trace contextRef="#ctx0" brushRef="#br0" timeOffset="162319.51">20794 16380 1802 0,'-9'-3'734'0,"0"-1"-535"0,-1-2-23 0,4 0-34 0,0 1-41 16,2-1-23-16,1 1-32 0,1 1-28 0,2-1 2 0,1 2-22 0,1-1 7 15,1 0 6-15,0-1-15 0,3 1 3 0,0 0-10 0,3 0 5 16,2 1 5-16,2 0-8 0,2 1 1 0,0 1-10 0,2 1 4 0,1 1 7 16,0 0-9-16,0 2 0 0,2 0-7 0,1 1-12 0,-1 2 5 0,1 0-10 15,0 1-5-15,-2 1 19 0,1 1-1 0,-1 1 6 0,-1 2 13 16,0 1-14-16,1 0 17 0,-3 2-11 0,1 0-9 0,-1 0 13 0,-2 0 11 15,-2-2 6-15,-2 1 6 0,-2 0-4 0,-1-1-9 0,-1 0 4 16,-2-1-4-16,-2 0 2 0,-2 0-1 0,-1 0-3 0,-2-1-2 0,-2 2-8 16,-2 0-1-16,-2 0 3 0,-1-1 9 0,0-1 6 0,-2 0-4 0,0-1 1 15,-2 0-2-15,0 0-5 0,2-1 12 0,-2-3-11 0,2 1 7 16,0-2-9-16,1-1-9 0,0-2 3 0,0 0-16 0,1-1-8 0,2-2-22 16,0 0-20-16,1-1-10 0,2-1-25 0,2 0-22 0,0-1-26 0,1-1-43 15,1 0-32-15,2-1-30 0,1 0-23 0,3-2 3 0,0 0 31 16,4-2-160-16</inkml:trace>
  <inkml:trace contextRef="#ctx0" brushRef="#br0" timeOffset="162586.51">21491 16622 1135 0,'0'6'452'0,"0"0"-270"16,0 1-26-16,1 1-21 0,-1-1-37 0,1-1-26 0,0-1-20 0,0 0-22 15,0-1-8-15,-1 0 1 0,1 0 4 0,-1-2 9 0,-1-2 5 16,1 1-3-16,-1-1-6 0,-1-1 2 0,0 0 4 0,-1-2-3 0,0-1-3 15,-1-2-9-15,0 0-2 0,-1-1 3 0,-1-1 1 0,0 1 6 0,-1-1 1 16,2-2-6-16,0 0 6 0,0-2 5 0,2 0-6 0,-1-1 10 16,0 0 0-16,1 0-10 0,1-2 14 0,-1 0-10 0,2 0-10 0,1-1-6 15,1 0-30-15,1 2 17 0,2 1-5 0,0-1 1 0,2 1 2 16,0-1-17-16,2 1 8 0,1 2 0 0,1 0 1 0,1 2-13 0,-1 1 6 16,1 1-10-16,1 2 2 0,1 1-7 0,0 1-19 0,2 0-3 0,-1 2-16 15,2 2-12-15,0 1-14 0,0 1-24 0,-1 1-11 0,0 0-23 16,-1 1-26-16,0 1-23 0,-1 1-46 0,0 0-50 0,0 2-66 0,0 0-25 15,0 0-162-15</inkml:trace>
  <inkml:trace contextRef="#ctx0" brushRef="#br0" timeOffset="162903.5">21881 16503 1654 0,'-2'2'555'0,"2"2"-392"0,0 0-32 15,3-1-23-15,1 1-12 0,1 1-7 0,1-1-36 0,3 0-30 0,3 1-1 16,1-1-5-16,4 1 5 0,-1-1 0 0,1 0-13 0,-1-1-9 16,1 1-2-16,1-1 5 0,-1-1 4 0,1 0-3 0,0-1-1 0,0-1 0 15,-3 0-9-15,1 0 18 0,0-1-12 0,-1-1 3 0,-2-1 14 0,1 1-13 16,-1-2 11-16,-2-1 0 0,-1 0-6 0,-1-1 7 0,0 0-8 16,-1-1 10-16,-1 0 3 0,-3 1-13 0,-1-2 3 0,0 0-11 0,-3-1 9 15,0 1 3-15,0-1-2 0,-3 1-11 0,0-2-6 0,-2 1-6 0,-3-2 8 16,-1 0 0-16,-1 0-6 0,-1-2 11 0,0 3-10 0,-1-1 3 15,-1-1 3-15,-1 1-13 0,0 0 14 0,-1 0-13 0,-1 3-5 0,0-1 6 16,0 2-14-16,-2 0-4 0,0 1-4 0,2 1-5 0,-1 1-4 16,0 1-5-16,2 1-15 0,-2 2-21 0,0 1-10 0,0 1-4 0,1 2 0 15,2 1-2-15,0 1-4 0,1 1-3 0,2-1-25 0,1 2-23 0,3 0-41 16,0 0-38-16,1 1-35 0,2 0-27 0,1 1-15 0,3-1-32 16</inkml:trace>
  <inkml:trace contextRef="#ctx0" brushRef="#br0" timeOffset="163236.02">22398 16322 2398 0,'-1'2'206'0,"2"1"-72"0,1 1-58 0,0 0-7 0,3 1-12 0,0 1-15 15,0 0-18-15,3 1-20 0,1-1 1 0,2 1-14 0,0 0 9 0,1-1 2 16,-2 0-2-16,1-1 0 0,-1 0-8 0,2-1-3 0,-1-1 3 15,1 0 1-15,0-1-3 0,0-1-6 0,-1 0 10 0,0-1 7 0,-2-1 11 16,0-1-8-16,0 0-1 0,0 0 4 0,-1 0 5 0,0-2 19 16,-2 0-4-16,0 0 8 0,-1 0-1 0,0 0-4 0,-2-1 7 0,0 0-18 15,-1 1 3-15,-1-2-3 0,0-1-8 0,-1 0 7 0,0-2-4 0,-2 1-14 16,0-1-2-16,-2-1-5 0,0-1-6 0,-3 0 6 0,-1 0-10 16,-1 1-14-16,-1 1 0 0,-2-1-3 0,1 0 5 0,-3 1-10 0,-2 2-4 15,0 1-1-15,-3 1-4 0,0 1 9 0,-1 2-1 0,0 0-6 0,1 2-4 16,-1 2-5-16,1 2 1 0,2 2 1 0,0 2-2 0,3 0-5 15,0 1-12-15,2 1-16 0,0 1-14 0,2 0-18 0,2 2-15 0,0 1-20 16,3 0-14-16,1-1-20 0,3 0-25 0,1 1-24 0,1-1-19 0,3 0 8 16,2-1-144-16</inkml:trace>
  <inkml:trace contextRef="#ctx0" brushRef="#br0" timeOffset="163837.02">22646 16451 1552 0,'-1'2'252'0,"0"2"-106"0,1 2-27 0,2 2-30 15,0 0 0-15,1 1-23 0,1 1-39 0,0 2-12 0,3 1-15 0,0 1 2 16,1 1-1-16,0 2-2 0,1 0 8 0,1 2 0 0,-1 1-12 16,2 0 8-16,1 2-4 0,1 2-6 0,-1-1 9 0,1 2-7 0,0 0 2 15,0 2-6-15,1-1 12 0,1-2-4 0,-3 0-8 0,2 0 3 0,-2 1-12 16,0 0 9-16,-2-2 10 0,-1 0-1 0,0-2 3 0,-3 1 2 15,-1-2 2-15,-1-2 8 0,-3-11 16 0,0 4 2 0,-1-1 6 0,0 1-4 16,-2-1-10-16,0 1-6 0,-2-1-10 0,-2 1 4 0,-1 0-16 0,-2-2-5 16,-1-2 5-16,-2 0 0 0,-2-2 10 0,0-2-7 0,0-1 13 15,-2-2-2-15,0-1-6 0,-1-1 8 0,2-2-9 0,-2-2-1 0,1-1 10 16,0-2-2-16,1-2-11 0,0 0 0 0,-14-13-3 0,8 0 0 16,2 2 9-16,5 2-2 0,3-2 0 0,2 0-2 0,0-1-2 0,1-3-3 15,2 1-4-15,2-2-1 0,1 1-6 0,2-1 0 0,1-1 1 0,1-1-1 16,2 1 3-16,2 1-6 0,1 2-2 0,0 2 16 0,2 1 0 15,0 1 6-15,0 3 6 0,2 1-6 0,0 1 11 0,1 1 0 0,-1 2 1 16,1 2-11-16,-1 0 0 0,0 3-1 0,1 0-3 0,-1 2-3 0,1 0-5 16,0 2 1-16,2 1-5 0,0 1 4 0,1 1 9 0,0 2-8 15,0 0 5-15,0 2-6 0,0-1-3 0,1 4 10 0,-1 1-5 0,1 1 1 16,0 2-4-16,0 0 5 0,0 1 8 0,0 0-4 0,-1 2 4 16,-1 0-7-16,-1 1 6 0,-1-2 3 0,-1 0-1 0,0-1-3 0,-2 0-4 15,-1-1 1-15,-2-1-3 0,-1 0 6 0,-2-2-10 0,0 0 5 0,-2-2-5 16,-1-1 5-16,-1 0 2 0,-3-3 2 0,0 1 12 0,-1-2 2 15,-1 0 13-15,0-2 5 0,-2-2 7 0,1-1-2 0,0-2 1 0,-2 0-2 16,1-3 1-16,-1 0-4 0,1-1-7 0,0-1 1 0,0 0-5 0,2-2 6 16,-1-2-1-16,1-1-13 0,0-2 1 0,1 0-1 0,1-2-2 15,0-1 1-15,2 0-34 0,1 0 3 0,2 1-12 0,1 0-5 0,1 0 19 16,3 1-23-16,-1 0 8 0,3 2-6 0,1 1 8 0,1 2 8 16,1 0-6-16,0 2 7 0,1 0-9 0,0 4-4 0,1 0-1 0,-1 2-13 15,0 1-10-15,1 0-15 0,0 1-14 0,0 1-8 0,-1 0-12 0,1 2-13 16,0 0-16-16,1 1-24 0,1 1-24 0,0 0-23 0,-2 1-31 15,0 1-24-15,0 1-3 0,-1 1-175 0</inkml:trace>
  <inkml:trace contextRef="#ctx0" brushRef="#br0" timeOffset="164820.02">23195 16399 1357 0,'0'4'355'0,"1"0"-178"0,1 2-37 0,1-2-18 0,0 1-6 16,0 0-12-16,2 0-34 0,1 1-25 0,2 0-9 0,-1 0-8 15,2-1 14-15,0 1 4 0,1 0-11 0,1 1 6 0,0-1-17 0,1 0 1 16,0-1-4-16,1 1-7 0,-2 0 5 0,2-1-7 0,2 0-2 0,-1-2 15 16,0-1-8-16,-2 0 5 0,0 0 3 0,-1-1-6 0,2-2 6 15,-1 0 6-15,-3-1-2 0,2 0-6 0,-1 1-1 0,-1-2 2 0,0-1 3 16,-2-1-1-16,0 0-2 0,-2-1-4 0,2 0-2 0,-1-1 5 16,0 1-16-16,-1-2-20 0,-2 1 17 0,-1 1-13 0,0-2 13 0,-2 1 6 15,0-2-6-15,-1 0-2 0,0-1-15 0,-2 1 11 0,-1 0-12 0,-3 0 2 16,-1 0 5-16,-1-1-15 0,-1 0 3 0,-1 1-4 0,-1 0-6 15,-1 1-10-15,-1 0-5 0,0 1 1 0,-2 0 0 0,-1 1-1 0,0 2-11 16,0 1-5-16,-2 2-8 0,-1 0 3 0,1 2 3 0,-1 2-8 0,0 1 9 16,1 3-3-16,-1 0 3 0,1 1 9 0,3 1-11 0,0-1-1 15,1 1-6-15,3 1-6 0,1 1-2 0,3-1-19 0,1 0-30 0,1-1-27 16,2 2-28-16,2-2-18 0,1 1 1 0,3 0-1 0,1-2 22 16,2-1 34-16,2-2 38 0,2 0 36 0,1-1 27 0,2 0 20 0,0 0 11 15,0-3 8-15,1 0 4 0,-1 1 6 0,2-1 11 0,-1 0 13 0,0-1 22 16,-1 0 27-16,0 0 29 0,0-1 33 0,0 0 23 0,-1 0 3 15,0 0 0-15,-1 0-12 0,1 1-12 0,1 0-10 0,1 0-14 0,-1 0-15 16,-2 1-17-16,1 1-12 0,1 1-8 0,0-1-5 0,1 1-4 0,-2 0-3 16,3 0-11-16,-2 1-10 0,1-1-10 0,0 1-3 0,0-1-4 15,2 1-5-15,0 0-8 0,-1-2-2 0,-2 1-5 0,2-1 1 0,-1 0 1 16,0 0-8-16,-1-1 1 0,-1-1-10 0,0 0 2 0,-1-1 5 16,0 0-7-16,0-2 2 0,1 0-9 0,-2 0 5 0,1-2 1 0,-2-1-9 15,1 0 2-15,-2-1-11 0,-1 0 4 0,0-2-5 0,1 0 6 0,-2 0 3 16,2 0 7-16,-1 0 17 0,0-2 2 0,-1-1 9 0,-1 0-9 15,0 0 12-15,-1-1-2 0,-1 0 1 0,1 0 8 0,-1 1-11 0,0 0 4 16,-1 0 3-16,1 1-2 0,-1 0 9 0,0 1 4 0,0 1 2 0,0 3 4 16,0 0-1-16,-1 0 10 0,1 2 0 0,-1 0 2 0,1 1-2 15,0 1 0-15,-1 1 2 0,1 1 4 0,0 0-7 0,-1 0 7 0,1 1-1 16,0 1 1-16,0 0 9 0,-1 1-13 0,1 0-1 0,1 0-5 0,0 1-8 16,1 2 4-16,1 1 3 0,1 2-7 0,0 2 1 0,1 1 0 15,1 1-2-15,0 0 1 0,0-1-3 0,1 3 0 0,-2-1-3 0,2 1 9 16,2-1-1-16,-2 0-5 0,1 0-4 0,0-3-16 0,0-1 20 15,-1 0 3-15,1 1-8 0,0-1 14 0,-1 0-22 0,0-1 8 0,0-1 7 16,-1-2-7-16,0 0 0 0,-2-1 2 0,1-2-8 0,0 0 10 0,-1-1 2 16,-1 0-4-16,-1-1 0 0,1-1-15 0,-1 0 15 0,1-2-5 15,0 0-4-15,0 0 6 0,0-1-17 0,0 0 11 0,0-1 4 0,0-1-1 16,-2 1-4-16,2-2 10 0,-1 1-1 0,0-1-4 0,0 0 6 0,0-1-20 16,0 1 11-16,1-1-7 0,0 1-12 0,-1 1 16 0,1 1-9 15,-1 0 8-15,0 2-1 0,0 0-20 0,0 1 11 0,0 0-15 0,0 1 14 16,-1 2-7-16,-1 0-12 0,1 0 1 0,-2-1-3 0,1 0-6 15,0 1 25-15,0-1-10 0,1 2 26 0,0 0 0 0,0 1-26 0,0 0 25 16,1 1-29-16,0-1 10 0,0 0 9 0,-1 0-17 0,1 0 14 0,-1-1-7 16,0 0 1-16,0 0 9 0,0-1-3 0,0-1 8 0,1-1-5 15,-1 1-2-15,0-2 6 0,2 1-6 0,-1-2 8 0,0-1 1 0,2-1-5 16,-1 0 14-16,0-1 5 0,2 1-10 0,-1-2 5 0,0 0-3 0,0 0-11 16,1-1 19-16,-1 2-10 0,1-2-4 0,0-1 12 0,0-2-13 15,2 1 5-15,-3 0-11 0,3 1 0 0,-1 2 0 0,-1 0-2 0,1 0 8 16,-1 1-6-16,0 1 2 0,-1 0 1 0,1 2-5 0,0 1 10 15,0 0 1-15,1 1 5 0,-1 2-7 0,1 1-7 0,-2 0 8 0,1 1-3 16,0 1 5-16,-1 1-6 0,2 0-6 0,-1 3-4 0,3 1 8 0,0 2 5 16,1 1-25-16,1 0 19 0,-2-1-1 0,1 1-1 0,-1 0 21 15,0 0-25-15,1 0 3 0,-1-2-8 0,-1 1-1 0,-1-2 2 0,0-1-7 16,-2-1 0-16,2-2-16 0,-1-1-15 0,0-1-10 0,0-1 0 0,-2 0-16 16,0-3-10-16,0 0-16 0,-1-2-21 0,0 0-10 0,-1-3-36 15,-1 1-35-15,1-2-41 0,-2-2-43 0,0-1-41 0,0-2-26 0,-1-2-23 16,-2-4 0-16,-1-2-93 0</inkml:trace>
  <inkml:trace contextRef="#ctx0" brushRef="#br0" timeOffset="165520.54">24569 16287 2011 0,'-1'0'328'0,"2"0"-148"0,0-1-59 0,1 0-18 0,0-1 0 0,2-1-24 15,-1 0-40-15,0 0-19 0,2 1-13 0,-2 0 7 0,0 0 8 16,2 0-7-16,-1-1 10 0,-1 2-13 0,2-1-7 0,0 0 7 0,0 1-10 16,1-1 8-16,0 1-3 0,-1 0-3 0,1 1 8 0,2 0-5 0,-2 1 4 15,2 0 3-15,-1 1 1 0,0 1 0 0,1 1 0 0,-1 1-9 16,1-1-4-16,-1 2 6 0,0 2-4 0,1 1 8 0,0 1-13 0,2 1 1 16,-2-1-2-16,2 1-2 0,-1-1 10 0,1-1-15 0,-2 1 14 15,-2-2-8-15,2 0 3 0,0 0 10 0,-1-3-17 0,-1 0 5 0,0-2-5 16,0 1-9-16,0-3 16 0,-2 1-2 0,1-2-5 0,-2 0 4 0,0-1-8 15,2 0 11-15,-1-2 9 0,1 0-4 0,1 0-1 0,-1-2-4 16,1 2 3-16,-2-3 8 0,1 1 2 0,-1-1 1 0,-1-1-4 0,2 1-2 16,-1-1-1-16,0 0 0 0,1 1 0 0,0-2 6 0,-1 2-12 0,0-1 7 15,2 0-5-15,-1 2-5 0,0 0 10 0,0 1-17 0,0 1 10 16,0 0 1-16,0 2-7 0,-1 0 1 0,1 1-7 0,-1 1 13 0,-1 0-2 16,1 1 2-16,0 2-6 0,1-1-3 0,-1 1 0 0,1 1 9 0,0-1-6 15,0 1-5-15,1 0 9 0,1 1-14 0,-2-2 2 0,2 2 12 16,0-1-11-16,-1 0 7 0,1-1-1 0,0-1-6 0,1 0 8 0,-2-1-1 15,2 0 4-15,-3 0-1 0,2-1-3 0,0-1 8 0,1 0-1 16,-1-1-1-16,1 0 3 0,0 0-3 0,0-1 2 0,-1-1-3 0,1 1-1 16,0-1 0-16,0-1 11 0,1 1 1 0,-1-2-4 0,0 1-7 0,0 0-1 15,-1 0-7-15,1 0 4 0,0 0 6 0,0 0-8 0,0 1 8 16,1 1-3-16,-2 0-1 0,1 0 4 0,-2 2-3 0,1 1 6 0,-1 1-14 16,-1 1 3-16,0 1 12 0,-1-1 0 0,1 2-5 0,0 0-7 15,1 2-4-15,-1 2 2 0,2 1 3 0,-2 1-8 0,1 0-9 0,0 1 1 16,0 0-4-16,-1 0 10 0,0 0-7 0,-1-2-14 0,1-1-5 0,-1-1 2 15,1-1 6-15,-1-1 3 0,1 0 14 0,-2-2 1 0,2-1 1 16,0-1 9-16,0-1 8 0,0-1 1 0,2-3 7 0,0 0-11 0,-1 0 9 16,2-2 4-16,-2 1-16 0,0-2 19 0,2 0-8 0,0 0-3 0,0-1 18 15,1-1-17-15,-1-1-8 0,0 1 6 0,-1 1-5 0,-1-1 8 16,1 0 6-16,0-1-9 0,1-1 7 0,0 0-7 0,1 0 1 0,0 0-1 16,0-1-10-16,0 4 13 0,1-2-6 0,-1 2 5 0,0 2 7 0,-1 1-4 15,1 2 8-15,-1 2-1 0,-2 0 6 0,1 1 0 0,-2 1-6 16,1 1-6-16,1 0-2 0,0 2 1 0,0 0-1 0,1 1 2 0,0 1-18 15,0 0 2-15,0 1-4 0,2 2 3 0,-1 0 6 0,-1 0-16 16,2 0 4-16,-2-1-11 0,1 1 6 0,0 0-3 0,1-1-13 0,-1-1 0 16,0 0-20-16,-1-1-12 0,0-1 4 0,-2-2-6 0,1 0-15 0,-1-1-10 15,0-1-27-15,-1-1-34 0,-1-1-34 0,0-2-54 0,-1-1-72 16,-1-1-59-16,-1-1-42 0,-2-4-215 0</inkml:trace>
  <inkml:trace contextRef="#ctx0" brushRef="#br0" timeOffset="165686.56">25652 16016 2457 0,'-1'0'362'0,"1"0"-204"0,0 0-72 15,1 1-49-15,0-1 3 0,0 1-14 0,1-1-21 0,0 1-3 16,0-1-18-16,0 1-8 0,0-1-1 0,0 2-13 0,0-1-15 0,0 0-34 16,-1 1-57-16,1-1-54 0,-1 0-48 0,-1 1-44 0,1 0-46 0,-1 0-51 15,0 1-19-15,-1-1 14 0,0 1-43 0</inkml:trace>
  <inkml:trace contextRef="#ctx0" brushRef="#br0" timeOffset="166303.54">25926 16098 1517 0,'3'3'710'0,"1"1"-547"16,2-1-75-16,1 1-24 0,-1 0-10 0,2 0 12 0,1 0-22 0,0-1-23 15,1 0-10-15,-2 0-16 0,0 1 2 0,-2 0 0 0,1 1-7 16,-1-1 2-16,0-1-16 0,-1 1-23 0,1-1 1 0,-1 0-8 0,1 1 10 15,0 0 14-15,0 0 2 0,0-1 21 0,-2 1 1 0,1 0-1 16,-2 0 14-16,0-1-7 0,1 1 3 0,-2-1 1 0,1 0 2 0,0 0 8 16,-1 0 0-16,1-1-4 0,0 1 1 0,0-1-2 0,1 0 0 0,0-1 4 15,1-1-12-15,0-1-7 0,1 0 1 0,-1-2-7 0,2 0-5 16,0 0-14-16,0-2-5 0,1 0-2 0,0 0 6 0,1-2 8 0,1 1 0 16,-1-2 9-16,2 0 3 0,0 1 6 0,0 0 12 0,-1 0 3 0,0 0 5 15,-1 1 1-15,-1 1 0 0,1 1 9 0,1 1 3 0,-2 2 0 16,1 0 4-16,-1 1-1 0,0 1 2 0,-1 0-4 0,0 1-6 0,0 0-3 15,0 1-4-15,0 1-1 0,0-1 0 0,-1 3-3 0,0-1-4 16,0 1-4-16,0 0 2 0,1 0-5 0,0-1 3 0,-1 1-3 0,1 0 3 16,1-2-9-16,-1 1-1 0,0-1 6 0,0 0-2 0,1-1-1 0,0-1-8 15,0 0 5-15,0-1 1 0,1-1 3 0,-1-1 9 0,0 0-4 16,2-1 6-16,0 0 6 0,0-2 2 0,1 1 3 0,-1-3 4 0,1 0-5 16,0-2 4-16,2-3-1 0,-1 0-16 0,1-3 13 0,0 0-19 0,1-3-4 15,0 1 5-15,0-2-23 0,-1-2 10 0,2-1-7 0,-3 2-4 16,-1-3 6-16,-3 1-6 0,-2 0 4 0,-2-2 0 0,-1 4 1 0,-2-1 11 15,-3 1-11-15,-1 2 10 0,-2 2 1 0,-2 1-8 0,-2 3 15 16,-3-1-13-16,0 3-2 0,-1 2-4 0,-2 1 2 0,0 2 5 0,-2 1 2 16,1 3 10-16,0 0 2 0,0 3 6 0,2 3-1 0,3 0-3 0,0 1-8 15,1 4-15-15,2 0-19 0,1 3 2 0,2 3 7 0,1 1 9 16,3 5 12-16,2 0-1 0,3 3 5 0,3 2 19 0,2-2 8 0,2 4 2 16,2-1 5-16,2 2-8 0,3 3 6 0,4 2 9 0,4 2-10 0,4-2-1 15,1 1-5-15,4-1-4 0,1 2-1 0,0 2 4 0,3-2 0 16,-1 4 15-16,2-2 4 0,-3-1 28 0,1 3 5 0,-1-4 0 0,-3-2 8 15,-1 1-26-15,-3-3 12 0,-1 1-1 0,-5-2-8 0,-1-2-1 16,-5-4-20-16,-4-2-1 0,-3-4-3 0,-3-1-8 0,-3-2-6 0,-4-2-5 16,-3-1-6-16,-3-1-3 0,-3-1-6 0,-4-1-23 0,-4-3 10 0,-5-2-9 15,-5-2 5-15,-4-3 11 0,-3-2-7 0,-3-3 5 0,-2-3-17 16,-6-1-7-16,-4-5-13 0,-7-4-15 0,-9-3-18 0,-10-2-31 0,-8-5-37 16,-8-2-18-16,-2-1-35 0,3 0-30 0,4-1-81 0,10 1-156 0,4 0-106 15,4-3-43-15</inkml:trace>
  <inkml:trace contextRef="#ctx0" brushRef="#br0" timeOffset="167136.54">23902 13058 2286 0,'-73'-60'169'0,"-11"-5"-147"0,-29-15-16 0,3 10-39 16,1 15-2-16,-4 6-3 0,-2 8-6 0,-3 6 11 0,-1 2 3 0,-4 5 4 16,-4 2 10-16,-3 4 7 0,-4 5-1 0,-3 3 7 0,0 4 0 0,-3 3 6 15,0 5 9-15,1 2 1 0,-2 4 3 0,-1 4-1 0,0 4 0 16,0 4-4-16,-3 3-4 0,-1 7 2 0,-2 5-1 0,-2 6-1 0,1 5-1 15,-1 5 5-15,-2 7 2 0,1 4 6 0,1 6 11 0,0 4 2 0,4 2 9 16,2 4-3-16,2 2 0 0,6 0-8 0,2 7 5 0,4 3-3 16,5 5 1-16,5 4 2 0,4 0-15 0,6 1 1 0,4 2-1 0,6 1-5 15,6 6-2-15,2 3-5 0,5 1-1 0,6 3 3 0,3 0-5 16,7 1-7-16,5 4 2 0,6-2 2 0,7-1 4 0,7-3-1 0,6-1-3 16,7 0-5-16,7 0 1 0,5-2 5 0,6-3 2 0,6-1-8 0,6-2 8 15,6-3-8-15,5-1 1 0,6-3 5 0,4-5-11 0,5 0 13 16,6-4-5-16,5-3 7 0,8-2 4 0,5-3-6 0,6-2 7 0,6-4-7 15,5-2 0-15,7-4 0 0,3-2-1 0,-34-33-1 0,10 7-1 0,3 0 3 16,13 6 3-16,3 1-8 0,13 5-12 0,2-1 4 0,15 6-2 16,2 0 13-16,4-2 7 0,2-2-6 0,4-1 13 0,1-4 15 0,-54-23-2 15,8 1 5-15,3 0-13 0,7 1-10 0,3 0 11 0,10 1-4 16,2-3 3-16,10 2-4 0,3-1-4 0,9 1 12 0,3-1-17 0,10 0 3 16,3 0-10-16,10-1-9 0,1 1 5 0,11 0-14 0,2-3 11 0,2 0 0 15,1-1 10-15,2-3 11 0,0 0-2 0,1-2 4 0,1-1 3 16,0-2-7-16,2-2 2 0,0-1-7 0,0-3-3 0,1-1 13 0,0-3-8 15,0-2 9-15,0-3-7 0,0-2-15 0,0-2 11 0,0-3-6 0,1-3 16 16,-2-1-1-16,0-3-9 0,1-1 7 0,-2-2-3 0,-1-4 0 16,147-24 7-16,-24 0-9 0,-22-3-13 0,-23 2 4 0,-23 1 4 0,-21 2 8 15,-23 0 14-15,-21 2 8 0,-14 1 8 0,-2-3-15 0,-3-3 8 0,-3-1-1 16,-5-3-17-16,-2-2 12 0,9-12-4 0,83-48-16 0,-36 9 24 16,-35 12-17-16,-46 23-11 0,-6-2 22 0,-3-1-17 0,-6-1 2 0,-2-2-24 15,-5 3 10-15,-4-3 8 0,-4 0-6 0,-5 1 17 0,-5-1-17 16,-4-1 2-16,-5-1 6 0,-5-1 4 0,-4 1-18 0,-6-3 0 0,-5 1 0 15,-7 0 4-15,-6-4 2 0,-5 2-10 0,-6-5 8 0,-6-1-10 0,-5 1 4 16,-5-3 6-16,-4 0-15 0,-7-2 3 0,-6-1 6 0,-6-3-9 16,-3-3-11-16,-4 1-3 0,-5 0-11 0,-4 2-6 0,-3 0 6 0,-5 1 4 15,-4 1-4-15,-4 1 1 0,-5 4 2 0,-2 2 5 0,-4 4 17 0,-3 2 4 16,-4 3 2-16,-5 0 7 0,-4 3-12 0,-5 2-1 0,-3 2 2 16,-6 3 2-16,-3 2 6 0,-6 0 6 0,-3 2-2 0,-6 2-1 0,-4 1 9 15,-3 4-27-15,-5 3 11 0,-3 3 0 0,-4 4-4 0,-3 2 22 16,-4 3-9-16,-2 5-7 0,-4 4-8 0,-3 5 14 0,-1 5-7 0,-1 6 5 15,-1 6 1-15,0 6-9 0,-1 6 0 0,2 7 6 0,-1 5 0 0,1 6-3 16,1 4 3-16,0 5-9 0,0 3-1 0,3 4 6 0,0 4-14 16,0 4-10-16,2 6 4 0,0 2-30 0,5 5-28 0,1 2-44 0,7 4-85 15,0 4-91-15,3 4-181 0,-1 4-207 0,1 4-176 0</inkml:trace>
  <inkml:trace contextRef="#ctx0" brushRef="#br0" timeOffset="194289.04">3107 4971 393 0,'-14'8'14'0,"-1"3"-8"0,-5 2 3 16,2-1 1-16,0-1 2 0,2 0-1 0,-2 2 0 0,0 1-4 15,2 2-1-15,-2 0-3 0,2-1-1 0,-1 1 0 0,0 2 0 0,0-1 0 16,0 4-1-16,1 0-1 0,-1 0 0 0,0 1 4 0,1 1 1 0,4 0-1 15,-1 1 1-15,0 0-4 0,0 0-2 0,0 2 2 0,2 0-2 16,-1 2 1-16,0 0 0 0,1 1 0 0,-1-2-2 0,1 1 0 0,-2 1 1 16,1-1 1-16,0 1 0 0,-1 0 1 0,2 1 0 0,0-2 2 0,-1 1 4 15,2 0 5-15,-1 1 7 0,0 0 8 0,1 2 7 0,0-1 10 16,0 2 5-16,1 0 6 0,0 2 0 0,0 1-5 0,1 1-7 0,0 2-2 16,-2 0-7-16,0 1-9 0,0 1-4 0,0 1-12 0,1 1-4 0,0 3 1 15,-1 0-3-15,1 2 0 0,-1 2-4 0,-1 0-5 0,-1 5-4 16,2-2-6-16,-2 1 0 0,0 1-7 0,1 0-4 0,0 1-2 0,0 0 6 15,2 2 8-15,-2 1 3 0,-1-1 3 0,2 2-2 0,-2 0 4 16,3 1 1-16,-3 1 4 0,1 0-1 0,-1 2 0 0,-1-1 2 0,2 3 3 16,-1 1 6-16,1-1-1 0,2 3 5 0,0 1 1 0,2 0 0 0,-1 3 3 15,2 2 0-15,-1-2-5 0,0 3 2 0,2-1 2 0,-1 1-3 16,1 4 5-16,-1 1-1 0,2 0-1 0,1 3 2 0,0-2 2 0,2 2-2 16,0 1 2-16,0 0-3 0,1 4-2 0,0-1 0 0,1 2-3 15,-1 0 4-15,0 2 0 0,0 1-3 0,0 2 4 0,2-2-6 0,0 0 0 16,1-2 0-16,1-1-3 0,-1-1-1 0,1 0 2 0,0 0 0 0,0 1 2 15,2 2 4-15,0-2-4 0,2-1 4 0,-1-2 1 0,3 1 5 0,-1-1 4 16,2 2-3-16,2-2 0 0,1 1-5 0,2 0-8 0,1-3 3 16,0 0-3-16,0-2 3 0,1 1 6 0,1-3 0 0,-1 0-3 0,3 1-10 15,2-3 0-15,0 0-3 0,1-1 5 0,2-1 7 0,-1 1-4 16,2-3-8-16,2 2-1 0,1 1-1 0,1-4 1 0,3 1 14 0,1 0 2 16,1-3 4-16,0 2 5 0,2-3 3 0,2-2 5 0,0-1 2 0,1 0 0 15,1-3-2-15,0 0-4 0,0-1 0 0,2-4 0 0,1 0-9 16,1-1-1-16,1-1-8 0,2 0 3 0,1-1-3 0,0-3-10 0,1 0 5 15,2-3-6-15,1-2 1 0,2 0 3 0,1-1 0 0,0 0-4 0,2-2 6 16,1-2-3-16,2-1 1 0,-1 2 0 0,1-4-1 0,2 1 4 16,1-2-7-16,2-2 1 0,1-1-1 0,2 0-8 0,0-3 6 0,1 1-3 15,1-3-3-15,-1 0 8 0,3-1-5 0,0-1 4 0,0-2-2 0,1-1 0 16,1-2 2-16,0-2 2 0,1-1 2 0,-3-2-3 0,1 0-1 16,0 0 2-16,0-2 1 0,0 0 2 0,-1 0-7 0,1-4 3 0,2 0-3 15,-1-1 3-15,-1-1 3 0,2-1 0 0,0-2 0 0,2-1-1 16,1 0 8-16,-1-1 0 0,2 0 2 0,-2-1 1 0,1-1 0 0,2 1 2 15,-1-1 2-15,0-1-1 0,2 0-2 0,-2-2-4 0,1-1-1 0,0 0-1 16,0-1 0-16,0 0 0 0,0-2-2 0,-1 0 1 0,-2-3-1 16,0-2 0-16,-3-3-2 0,-1 0-1 0,-1-3-3 0,-2-1 2 0,-3-3-1 15,2-3-4-15,-3-3 3 0,0-2-9 0,0-3 2 0,-2 0-2 16,0-3-2-16,-2 0 7 0,1-2-2 0,-2 1 6 0,1-4-5 0,-1 0 5 16,-1-2-10-16,0-2 2 0,-1-1 2 0,0 0 0 0,-1-3 9 0,-2 0-6 15,-1 0 5-15,0-3-6 0,0-1 2 0,0-2 1 0,-2 0-4 16,-1 0 7-16,1-2-11 0,-2-1-4 0,0-3 9 0,-3 1-6 0,-1-3 9 15,-1-1 5-15,1-1-8 0,-1-3 2 0,1-1 0 0,-2 1-1 0,-1-2-3 16,0 2-5-16,-3-2 3 0,0-3-2 0,0 0 0 0,0-1 7 16,-2-2-2-16,-1 0-2 0,0 0 5 0,-3 1-3 0,0 0-9 0,-2-1 13 15,1-1-2-15,1 0 4 0,-2 0 1 0,0 0-8 0,-3-1 0 0,2 0 1 16,-3 0 4-16,1 2-5 0,-2-1 5 0,-2 0-5 0,0-1 2 16,-1-1 3-16,-1 0-9 0,0 2 7 0,-1 0-3 0,0 0 0 0,-2 0 9 15,-2-1-4-15,0 0 1 0,-2 0 4 0,-2-2-11 0,0 0 4 16,0 0 3-16,-1 1-3 0,-3 1-5 0,0-2 6 0,0 0-5 0,-1 0 4 15,-2 0 4-15,0-2-5 0,-2 2-4 0,-1-1 2 0,-1 1 3 0,-1 0-1 16,-1 0 5-16,-1 0-3 0,-1 1-2 0,-1 1 6 0,-1 0-3 16,0 1 5-16,0 0 1 0,-1 2-10 0,-1 1 5 0,0-1 1 0,-1 1 2 15,-2 0 5-15,0 0 0 0,-1 0 0 0,-1 2 0 0,0-1 2 0,-2 0-2 16,-1 2-3-16,-2-2 2 0,0 0 0 0,-1 2 1 0,1-2 0 16,-2 0-2-16,0 3-1 0,-2-1 1 0,0 1-5 0,-2 1 9 0,-2-2 0 15,-1 1-3-15,0 0 5 0,-3-1-8 0,0-1 2 0,-3 1 0 16,-1 1-4-16,-1-1 4 0,-2 2 0 0,0-1 6 0,-2 0-2 0,-2 0-1 15,1 0-1-15,-3 0-5 0,-1-1 1 0,-1 0 0 0,-3 1-2 0,0-1-1 16,2 2-11-16,-2 0 9 0,-1 1-2 0,0 1 4 0,-3 1 9 16,1 0-2-16,-1 1-3 0,0 0 2 0,-2 1-1 0,2 2-2 0,-1 1 2 15,-1 1 0-15,-2-1-5 0,0 2-1 0,-1-1 2 0,1 2-5 0,-1 0 6 16,-3 1-2-16,1 0-2 0,-2 0-2 0,-2 1-6 0,1 1 5 16,-2 1-2-16,-1 0-7 0,-1 1 15 0,0-1-6 0,1 2-2 0,-2 1 4 15,0 1-13-15,0 0 8 0,-1 2-5 0,1 0 1 0,-1 0 1 16,-1 2-9-16,1 4 2 0,0-1 0 0,0 4 1 0,1-1-2 0,-2 1-5 15,1 4-8-15,-1-1 5 0,1 3 1 0,-1 1-2 0,1-1 3 0,-1 2-16 16,-2 1-3-16,1 3-2 0,1 0-7 0,-2 2-3 0,0 1-8 16,-1 1-4-16,0 2-3 0,-1 0-1 0,-1 3 1 0,2 0 2 0,-2 1 9 15,2 1 2-15,1 1-2 0,-2 2-8 0,1 2-14 0,1 1-2 0,1 2 1 16,-1 2 10-16,1 1 12 0,1 1 2 0,1 2-2 0,1 2 4 16,0 0-9-16,1 4-146 0</inkml:trace>
  <inkml:trace contextRef="#ctx0" brushRef="#br0" timeOffset="-102350.27">10579 11727 769 0,'-15'-8'176'0,"2"1"-98"0,-1-1 2 0,6 0-13 16,7 3-21-16,2 0-21 0,4-1-17 0,3-1 1 0,4-2 3 0,6-1 3 16,4-2-10-16,6 0 1 0,4-3-2 0,6 0 1 0,3-2 5 15,6 1-3-15,3-1-1 0,4 1-3 0,3-1 0 0,1 1 2 16,2-2-3-16,3 1 3 0,1 0-7 0,2 1-2 0,3-1 1 0,1-1 2 15,4 2 9-15,2-2 0 0,1 1 0 0,3-1-3 0,2 0-6 0,2 0-1 16,2 1 1-16,4 0-3 0,2-2 4 0,3 0-2 0,4 0-4 0,0-2-13 16,3 1-17-16,0 1-39 0,1-1-37 0,1 1-42 0,0-1-46 15,2 2-33-15,0-2-179 0</inkml:trace>
  <inkml:trace contextRef="#ctx0" brushRef="#br0" timeOffset="-97883.86">12953 10543 377 0,'-13'-4'31'0,"0"0"-26"0,-2 0-3 16,6 1-5-16,4 2-13 0,2 0-10 0,1 1-12 0,2 1-6 15,1 1-3-15,0 0 2 0,1-1 2 0,1 1-2 0,1 1-25 0</inkml:trace>
  <inkml:trace contextRef="#ctx0" brushRef="#br0" timeOffset="-97466.86">12894 10600 55 0,'-6'6'50'0,"-1"1"-4"0,-3 3-14 16,1-1 2-16,-1 0-2 0,2 0-3 0,0-1-2 0,-1 3-5 0,0-1-3 16,-1 2 1-16,0-1-1 0,0 0 0 0,-1-1-2 0,2 0-3 15,-2-2-4-15,1 1 4 0,-1-1 0 0,1 0-1 0,1 1 3 0,-1-2-2 16,1 1 2-16,0 0 2 0,0-1-2 0,2 0 2 0,0-1 1 0,2 0 3 15,0-2 3-15,2-1-2 0,1-1-1 0,0-1-4 0,1 0-7 16,1-1 1-16,1-1-3 0,1 0-1 0,1 0-2 0,1-1-1 0,3-2 2 16,2 0 0-16,1-1 3 0,3-1 2 0,1-1-1 0,2 1 2 0,2-1 4 15,3 0 4-15,0 0 3 0,4-1 1 0,-1 0-1 0,1 2 6 16,1 0-5-16,0 1-1 0,2 0-2 0,0 1-11 0,2 0 2 0,0 0-4 16,2 2-7-16,-1 0 0 0,1 2-2 0,0 1 0 0,-1 1 2 15,1 1 0-15,0 2-3 0,-2 0-1 0,0 0-1 0,-2 1 2 0,0 2 0 16,0 1 4-16,0 2-2 0,-2 1 0 0,-2 0 2 0,-2 2 1 0,-2 0 2 15,0 1-1-15,-3 2-2 0,-1 1-1 0,-2 1 0 0,0-1-2 16,-2 1 3-16,-1 3 1 0,-3-2 3 0,-2 2 4 0,0 1 0 0,-3 2-4 16,0 1 4-16,-3 0-5 0,-1 0 4 0,-3-2 2 0,-1 1 2 0,-1 0 3 15,-3-3-4-15,-2 3 1 0,-2-2-2 0,-3 0 3 0,0 1 4 16,-3-3-3-16,-1 0 0 0,-1-1 1 0,-3-3 5 0,-3 0 2 0,-1-1 7 16,-2 0-1-16,0-4-3 0,0 1 2 0,-1-3-4 0,-2-2 5 15,-1-1 3-15,-1-2-1 0,-2-1 5 0,1-2-1 0,-1-2-1 0,0-1 0 16,0-1-5-16,-1-2 4 0,2-2-5 0,-1-1-2 0,4-2 2 0,-2-2-3 15,1-1 0-15,1-1-4 0,1-1 0 0,4-1 1 0,2 0-1 16,1 0 7-16,3-2-3 0,1 1-8 0,3-3-3 0,3 2-8 0,2-2-4 16,3 0-3-16,1 0-12 0,3-1-5 0,3 0-9 0,2 1-17 0,3-2-16 15,2-1-19-15,3 0-33 0,2-3-20 0,4-1-26 0,2-2-26 16,4-3-28-16,5 0-29 0,1-2-34 0,5-4-199 0</inkml:trace>
  <inkml:trace contextRef="#ctx0" brushRef="#br0" timeOffset="-43397.07">13054 10583 98 0,'-3'-2'50'16,"0"0"-20"-16,0 0-9 0,0 1-5 0,1 0-2 0,1 1-5 15,-2 1-2-15,2-1-4 0,-1 1-3 0,0 1-1 0,0 0-4 0,-1 0-3 16,0 1-3-16,0 1-6 0,1-1-6 0,-2 1-1 0,0 1-1 0,-1 0 5 15,1 1 2-15,0-2-6 0,-1 0-13 0</inkml:trace>
  <inkml:trace contextRef="#ctx0" brushRef="#br0" timeOffset="-42363.07">13654 10528 102 0,'5'0'38'0,"0"1"-6"16,2 0-10-16,-2 1-2 0,0-1-4 0,0 0-1 0,-1 1-3 0,-1 1-5 15,2-1 0-15,-2 1-3 0,0 0-2 0,1 0-1 0,-1 0-1 0,-1 0 1 16,0 1 0-16,0 1 0 0,-1-2-1 0,0 1-1 0,0-1 1 16,-1 0 1-16,1 0 0 0,-1-1 1 0,0 1 0 0,0-1-2 0,0 1 2 15,0-2 0-15,-1 0 3 0,1-1 3 0,0 1 1 0,-1 0 1 0,1-1 3 16,-1 0 0-16,1 0 1 0,-1 0-2 0,0 0-3 0,-1-1-2 16,1 0-1-16,-1 1-2 0,1-1-1 0,-1 1 1 0,1-1-3 0,0 0 1 15,0 0 1-15,-1 0-1 0,0 0 2 0,1 0-2 0,-1 0-1 16,0-1 1-16,0 1-2 0,1-1 2 0,-1 1-1 0,1-1 0 0,-1 1 1 15,0 0-2-15,0-1 3 0,0 1-2 0,-1-1 0 0,1 1-1 0,-1 0 0 16,1 0 0-16,0 0 1 0,-1 0 0 0,1 0-2 0,-1 0 1 16,1 0-1-16,0 0 2 0,0 0 2 0,-1 0-1 0,1 0-1 0,-1-1 0 15,1 0 0-15,0 0 1 0,-1-1 2 0,1 2 3 0,0-2-1 16,0 1 5-16,0-2 3 0,0 0 3 0,0 1 7 0,0-1 0 0,0 0 2 16,-1 0 0-16,1-1-1 0,0 1 3 0,-1-2-1 0,1 1 0 0,0 0 2 15,1 1 3-15,0-1 4 0,-1-1 2 0,0 1 4 0,-1 1-3 16,1-2 3-16,1 0 2 0,0 0-4 0,1-1-1 0,0 1-4 0,0-1-5 15,0 1-3-15,0 0-4 0,0 0-3 0,0 1 0 0,1-1-2 0,0 0-4 16,1-1 4-16,0 1-4 0,1-1-4 0,-1 0-1 0,2 0-4 16,-1 0 3-16,1-1 3 0,1 0-2 0,0-1-3 0,1-1 1 0,2 0-2 15,0 1 4-15,1-1 6 0,1 1-2 0,1-2 2 0,-1 1 3 0,3 1 1 16,1 0 1-16,0 0 3 0,1 0-1 0,0 1-4 0,2-1 2 16,1 1 0-16,-1 0-5 0,3 1-3 0,0-1 1 0,1 0-13 0,2 2 1 15,1 0-2-15,-1 0-3 0,1 1 7 0,0 0 0 0,0 2 1 0,3-1-3 16,-1 2-2-16,0 1 1 0,-1 0 0 0,-1 2-1 0,0 0 2 15,-2 0-5-15,1 1 3 0,-1 2 1 0,0-1-1 0,0 1 1 16,0 2 0-16,0 0 7 0,0 0-3 0,-3 1 1 0,1 2 2 0,0 0-11 16,-1 2 3-16,1 0-3 0,-1 1 1 0,-1 1 1 0,-1 1 4 0,0 2-3 15,1 1 2-15,-2 0 4 0,0 1-5 0,-1 0 4 0,-1 0-4 0,-2 2 4 16,0 2 1-16,-1 0-4 0,0 2 6 0,-1-1-9 0,-1 0 4 16,-2 1 0-16,0-1-2 0,-1 2 2 0,-1 0-5 0,-2-2 3 0,-1 2-4 15,-1 0 2-15,-2 1 0 0,-1-1 2 0,-1-2-6 0,-2 2-3 16,-1-2-2-16,-1 2-8 0,-2 0 5 0,-1-1-2 0,-2 1 4 0,0-1 8 15,-2 2-1-15,1-2 6 0,-2-2-2 0,-1 0 1 0,-1-2 3 0,1-2 1 16,-2 1 0-16,2-1 3 0,1-2-2 0,-1 0-1 0,-1-2 1 16,1-1-3-16,0-2 2 0,-1 1 4 0,1-1 0 0,-1-1-1 0,1-1 0 15,0-1 0-15,-2-2-1 0,2-1 4 0,1 0 2 0,-1-1-3 0,0-1 0 16,0 0-2-16,2 0-2 0,-2-1 5 0,2 0-5 0,-1-2 0 16,2 0 1-16,-1 0 0 0,-1-2 5 0,1-1 0 0,2 0 2 0,-2-1 1 15,0 0 5-15,1-1-2 0,-1 1-3 0,2-1-2 0,0-1-4 0,1-1-3 16,0 0 0-16,1-2-2 0,1 0-4 0,0-1 1 0,0 1-2 15,0-2 5-15,1-1 0 0,0-1 1 0,0-2 3 0,1 0-5 0,0-3 2 16,0-2-2-16,-1 1 0 0,1-1 3 0,-1-1-3 0,1 1 5 16,1-3-6-16,0 0 4 0,1 0-1 0,0-2 1 0,0 1 2 0,0-1-4 15,0-1 8-15,0 1-4 0,1 0 8 0,0 1-1 0,1-1-9 0,-1 0-1 16,1 0-5-16,1 0 1 0,0 2 6 0,1 1-9 0,0 0-3 16,1 3 2-16,1-1-3 0,0 1 4 0,0 2 2 0,0 0-6 0,0 1-1 15,1 1 4-15,0 2-2 0,0 0 1 0,0 2-1 0,0 0-5 0,0 1-3 16,0 2 1-16,0 0-1 0,0 3-2 0,0-1 0 0,0 1-8 15,0 0 4-15,-1 2 1 0,1-1 2 0,-1 2 2 0,0 0-13 0,0 0-3 16,0 1-7-16,0 0-18 0,0 0-18 0,-1 0-18 0,1 1-24 0,-1 0-12 16,1 0-10-16,0 0-14 0,0 1-8 0,-1 0-8 0,0 0-4 15,-1 2-10-15,0-1-18 0</inkml:trace>
  <inkml:trace contextRef="#ctx0" brushRef="#br0" timeOffset="-41247.07">14362 11529 488 0,'-2'-2'135'16,"2"-1"-55"-16,-1 0-13 0,0 1-13 0,1 0-14 0,0 0-20 0,1 1-19 15,0 1-10-15,1 0-3 0,-2 0-6 0,1 0-3 0,1 1-4 16,0 0-10-16,0 0-10 0,0 1-6 0,0 0 0 0,0 1 5 0,0 1 10 16,-1 0 9-16,0 1 5 0,0-1 9 0,0 0 4 0,1 0 5 15,-1 1 7-15,0-2 2 0,0 1 2 0,-1 0 5 0,0-1 0 0,1 0 4 16,-1 0 2-16,0 1 0 0,0-1 2 0,1 1-3 0,-1 0 5 0,0 0-1 15,0 0 1-15,1 0 0 0,0 0-2 0,-1 0-2 0,1 1-2 16,0 0-2-16,-1 0 1 0,1 1 2 0,-1-1-1 0,1 2 1 0,-1 1-2 16,1 0-3-16,0 2 4 0,0 1-4 0,0 0 4 0,0 1-3 15,0 2-4-15,1 0-2 0,0 1-4 0,0 1-2 0,1 1 0 0,-1 1-1 16,1 0 0-16,1 0-1 0,-1 1 2 0,0 0-1 0,0-1 0 0,0 1 0 16,1-1-2-16,-1 0 2 0,0 0 0 0,0 0 0 0,-1-3-3 15,1-1-1-15,-1 1 5 0,0-1 3 0,0-1 2 0,-1-1 2 0,0 0-6 16,0-1 0-16,0-1 0 0,-1-1-5 0,0-1-11 0,-1-1 0 0,0-1 0 15,0 1 4-15,0-1 10 0,0-1-8 0,0-1-4 0,-1 0-5 16,1-2-9-16,0 1-5 0,0-1-11 0,-1 0-5 0,1-1-9 0,0 0-4 16,0-1-11-16,0 1-10 0,0 0-7 0,1 0-1 0,-1 0 11 0,0 1-79 15</inkml:trace>
  <inkml:trace contextRef="#ctx0" brushRef="#br0" timeOffset="-39746.8">14304 11509 270 0,'-3'-6'74'0,"2"1"-47"0,0-1-11 0,-1 1-3 15,2 1-4-15,0 0-8 0,0 1-7 0,1-1-4 0,-1 1-1 0,1 1 0 16,-1 0 0-16,1 1 0 0,0 0-1 0,-1 0 2 0,0 0 0 0,1 1 4 15,-1-1 5-15,0 1 3 0,0 0 2 0,0-1 1 0,1 1-1 16,-1 0 2-16,1-1 2 0,0 0 3 0,-1 0 2 0,2 0 0 0,-1-1 0 16,1 1-2-16,1-2-1 0,0 2 1 0,1-1 1 0,0-1 3 0,1 0 5 15,1 0 1-15,0 0 4 0,1-1 5 0,1 1 0 0,-1-1 3 16,2 1 3-16,-1-2-4 0,2 0 2 0,-1 1 2 0,2-2-3 0,2 2 7 16,-2 0 4-16,3-1-4 0,0 0 3 0,0-1-5 0,0-1-2 15,2 0-2-15,2-1-5 0,0 1-7 0,0 0-7 0,0 0-2 0,0 0-6 16,-1 0-2-16,2 0 3 0,0 0-4 0,0 1-1 0,1 1 0 0,-1-1-1 15,0 1 3-15,-3 0-2 0,1 1-2 0,-1 0 1 0,-3 0-2 16,1 1 3-16,0-1 3 0,-2 1-5 0,1 0-1 0,-2 2-1 0,1-1-1 16,0 1 3-16,-1 0-1 0,-2 0 1 0,0 1 0 0,-2 1 2 0,0 0-1 15,-1-1 1-15,0 2 1 0,-1 0-1 0,1-1 3 0,-2 2 3 16,1-1 0-16,-2 1-5 0,1 0 1 0,-1-2-2 0,-1 2-1 0,1 1 4 16,0 0-3-16,-2 0 1 0,1 1-4 0,0 0 1 0,-1 0 1 15,1 1-2-15,-1 1-5 0,1 1-3 0,-1 1-4 0,0 1 2 0,0 1 4 16,0 1-2-16,1 0-3 0,-1 0-4 0,0 0 0 0,0 2 3 0,1 2 0 15,1 1 6-15,0-1-2 0,0 2 3 0,1 1 0 0,0 0-3 16,0 2 1-16,0 0 1 0,0-1 2 0,0 0 0 0,1 0-1 0,-1-2-3 16,0 0 5-16,0 1 1 0,0-2 2 0,0-2 4 0,-1 0-3 0,1-2 1 15,-1-1 5-15,0-1-4 0,-1 0 2 0,1 0-2 0,-1-1-18 16,-1 0-2-16,1 0 0 0,-2-1 2 0,1 0 12 0,-1-1 4 0,1-1 0 16,0-1 1-16,0-1 3 0,-1 1-4 0,0-2 2 0,1 0-1 15,-1 0-4-15,1-1 1 0,0 1-2 0,-1-2-3 0,1 1 2 0,-1 0 0 16,0-1-1-16,1 0 1 0,-1 1-4 0,0-2 0 0,0 1 2 0,0 0 0 15,0 0 1-15,-1 0 0 0,0-1-2 0,0 1 1 0,0 0 3 16,0-1 0-16,0 1 1 0,-1-1 0 0,1-1 4 0,-1 1-1 0,-1 0 2 16,1-1-3-16,-2 1-7 0,1-1 2 0,-2 0 0 0,1 0 2 0,-2 0-1 15,0 0-5-15,-1 0-2 0,0 0-6 0,-1 0 4 0,-1 0 2 16,-1 0 1-16,-2 0 9 0,0-1 0 0,1 1 3 0,-3 1 1 0,0-1 4 16,0 1 0-16,1 0 1 0,-1 0 5 0,-1 1-2 0,-2 0 0 15,2 0-2-15,-2 0-4 0,0 0-2 0,0 0 0 0,0 1 3 0,-1 0-4 16,0-1 5-16,1 1 2 0,-2 1-2 0,1-1 4 0,0 1-3 0,2 0-4 15,1-1 1-15,0 2-1 0,1-1-4 0,3 1-2 0,-2-1-2 16,3 0 1-16,0 0 4 0,0 0 0 0,0 0 5 0,3 0-3 0,-1-1 1 16,1-1 2-16,2 0-5 0,0 0 1 0,2 0-1 0,-1-1-2 0,2-1 1 15,0 1 2-15,1-2 0 0,0 0-2 0,1 0 4 0,1-2-5 16,0 1 4-16,0-1 2 0,2-1 0 0,-1-1 2 0,2-1-1 0,1-1 0 16,2-2 2-16,2-2-3 0,1 1-1 0,-1 0 4 0,3 0-4 15,-1-1 6-15,0-1 2 0,1 1-1 0,0-1 0 0,2 2 3 0,-1-1 3 16,2 0 3-16,-2 0-5 0,3 0-5 0,0 1-4 0,0-1-3 0,-1 0-3 15,1 1-1-15,0-2-5 0,0 1 0 0,-1 2 0 0,0-1 3 16,0 1 3-16,-2-1-5 0,1 0 0 0,-2 0-3 0,1 2 2 0,-1 0-4 16,-3 2-7-16,0 1-8 0,-3 0-21 0,-2 1-15 0,-1 2-12 0,-1 1-4 15,-1 0 11-15,-2 0 13 0,0 1 9 0,-3 0 13 0,0 2 9 16,-4-1 10-16,-1 0 11 0,-1 1 4 0,-2-1 7 0,0 1 7 0,0 0 2 16,0 0 3-16,-1 0 2 0,1-1-1 0,0 0 1 0,1 0-5 15,-1 0 1-15,0 0-6 0,1-1 0 0,1-1 1 0,1 0 0 0,1-2 0 16,0 0-3-16,2-1 2 0,0-1-3 0,1-1 0 0,2-1-2 0,1-2-5 15,1 0-6-15,1-3-9 0,1-1-8 0,2-1-10 0,2-2-3 16,1-1-1-16,2-2-3 0,0-2 1 0,1 0-2 0,1-2 4 0,1 0 5 16,1 0 9-16,1 2 10 0,-1 1 7 0,1 1 5 0,0 0 4 15,-1 1 2-15,1 2 3 0,-2 2 4 0,1 1 1 0,-2 3-2 0,0 1 0 16,-2 4-1-16,-2 0-2 0,-1 4-4 0,-2 1-9 0,-1 1-6 0,-2 3-7 16,-1 0-3-16,-1 4 1 0,-3 2-5 0,-1 4-1 0,-3 2-4 15,-3 2-2-15,-1 2 3 0,0 0-1 0,-1-1 8 0,-1 1 5 0,-1-1 7 16,0 1 6-16,0 0 0 0,0-1 6 0,-1 0 5 0,0-1 9 0,-1 1 8 15,1-3 5-15,-1-1 5 0,3 0 7 0,-1-2 3 0,2 1 2 16,1-3-5-16,1 0-7 0,2-2-5 0,0-2-6 0,3-1-9 0,1-2-15 16,1-2-14-16,2-1-15 0,1-1-12 0,1-2-4 0,1-1 0 0,2-1 0 15,0-2 1-15,2-2 4 0,1-2 4 0,1 0 11 0,1-3 7 16,2-1 6-16,0 1 5 0,-1-1 2 0,3 1 5 0,-1-1 0 0,1 0 4 16,0 2 4-16,1 0 9 0,-2 3 11 0,2 0 10 0,0 1 4 15,-2 2 2-15,-1 1-2 0,-2 2-8 0,-1 1-3 0,0 2-9 0,-2 3-3 16,1 2-4-16,-1 2-2 0,-1 2-2 0,-1 3-6 0,0 2-3 0,-2 4-7 15,-1 2-4-15,-1 1-1 0,-2 2-6 0,0 1-3 0,-2-1 0 16,0 2-7-16,0-1 3 0,-2 1 0 0,0-1-4 0,-1-3 5 0,0 0 6 16,0-1 3-16,0-2 8 0,2 0 2 0,-1-1 0 0,1-2 4 0,0-2 2 15,1-3 6-15,1-2 4 0,1-1 1 0,1-4 4 0,0 0-3 16,1-3-1-16,1-1-5 0,1-1-6 0,0-1-6 0,1-3-9 0,1-1-3 16,2-3-8-16,0-2-2 0,2-1-5 0,2-4-2 0,1-1 2 0,2-1-1 15,-1-2 2-15,3-2 2 0,2 2 8 0,0-3 9 0,-1 0 13 16,1 2 12-16,-1 0 5 0,0 1 15 0,-1 3 13 0,1 2 15 0,-1 2 15 15,-1 3-2-15,0 2-1 0,-1 2-23 0,1 3-20 0,-2 3-17 16,0 3-15-16,-1 3-6 0,0 3-7 0,0 2-16 0,-1 7-16 0,1 4-40 16,-1 6-35-16,0 6-42 0,-1 7-64 0,-3 4-10 0,-1 11-89 0</inkml:trace>
  <inkml:trace contextRef="#ctx0" brushRef="#br0" timeOffset="-37880.8">27381 17345 171 0,'-1'-1'118'0,"1"1"-65"0,-1 0-18 0,1 0-7 15,0-1-2-15,0 1 0 0,1-1 0 0,0 0 0 0,1 0 1 16,0 0 3-16,1 0 5 0,0 0 5 0,-1-1 6 0,1 1 0 0,0 0-1 16,1-1 3-16,-1 0 0 0,0 0-1 0,0 0-3 0,-2 1-4 0,2-1 2 15,1 0 2-15,-1 0 0 0,0 0-4 0,0 0-3 0,1 0-4 16,-1 1-1-16,2-1 5 0,-1 1-5 0,0-1 4 0,1 0-5 0,0 0 2 15,1 0 7-15,1 1-6 0,-1-1 1 0,2 1-5 0,0-1-6 16,2 0 3-16,-1-1 0 0,2 1-4 0,-1 0-5 0,2 0-4 0,1 0 2 16,0 1 0-16,1 0-5 0,-1 0 1 0,1 0 0 0,0 1-8 15,0 0 5-15,0-1-2 0,-1 1-2 0,1 0 9 0,-1 1-8 0,0-1 9 16,-1 1-3-16,1-1 2 0,-1 0 0 0,1 1-8 0,-2-1 6 0,0 0 0 16,0 1-1-16,0-1-5 0,0 0 1 0,-1 0-3 0,-1 0 3 0,0 0 1 15,0 0-5-15,-1-1-2 0,1 1 2 0,-2-1 1 0,1 0-2 16,-2 0-5-16,1 0-1 0,-2 1-10 0,0 0-6 0,-1 0-3 0,0 0-11 15,0 0-1-15,-1 0-18 0,0 0-18 0,-1 1-23 0,-1 0-31 16,0-1-20-16,0 2-24 0,0-1-12 0,-2 0-8 0,0 2 5 0,0 0 12 16,-1 0 26-16,-1 0 23 0,-2 2-45 0</inkml:trace>
  <inkml:trace contextRef="#ctx0" brushRef="#br0" timeOffset="-37514.8">27368 17607 370 0,'-1'0'209'16,"-1"0"-117"-16,1-1-38 0,-1 1-20 0,0 0 4 0,1 0 6 0,0 0 3 16,1 0-7-16,0-1-3 0,2 1-6 0,0 0 7 0,0-2 2 0,1 2 9 15,2-1 5-15,-1-1-9 0,2 1 1 0,1-1-4 0,0 0-5 16,1 0 1-16,0 0 0 0,2 0 0 0,0 0 2 0,1-1 6 0,1 2-8 15,0-2-2-15,-1 1 0 0,2 0-3 0,0 0 0 0,0 1-6 0,1-2-3 16,-2 0 4-16,1 2-1 0,-1-1 1 0,1-1-1 0,-1 1-1 16,-1 0-6-16,0 0 1 0,0 2-1 0,-1-1-5 0,1 1 3 0,-2-2-5 15,-1 2-2-15,2 0-6 0,-1 0 8 0,0-1-10 0,-1 1 0 0,1 2 2 16,-1-1 0-16,-2 0-2 0,2 1-1 0,-1 1-6 0,0-1 3 16,0 0 2-16,0 1-1 0,0-2 0 0,0 2-3 0,-1-2-5 0,0 1 2 15,0-1-7-15,0 1 1 0,0 1-13 0,0-1-6 0,-1-1-9 16,1 1-6-16,-1 0-5 0,0 0-10 0,-1-1-15 0,1 1-25 0,-2-2-22 15,0 1-32-15,0 0-24 0,0 0-28 0,-1-1-11 0,-1 0 7 0,0 0 37 16,-1 0-95-16</inkml:trace>
  <inkml:trace contextRef="#ctx0" brushRef="#br0" timeOffset="-37146.8">27955 17283 880 0,'-2'-1'146'0,"0"0"-33"0,0 0-41 16,0-1-8-16,0 0 8 0,-1 1-12 0,2-1-14 0,-1 1-19 0,2 0-19 15,0 0-3-15,0 0-4 0,1 1-10 0,0-1-2 0,0 1-1 16,0 0-7-16,1-1 13 0,0 1-3 0,0 0-1 0,2 0 6 0,-1 1-7 16,0-1 11-16,1 1 3 0,0 0-1 0,2 0-2 0,0 1-9 0,1-1 1 15,1 1 3-15,1 0 6 0,1 1 3 0,0 0-6 0,1 0 4 0,2 1-1 16,0 1 0-16,0-1 0 0,0 1 2 0,0 0 8 0,1 0 6 15,0 1 4-15,0 1 0 0,-2-2 4 0,2 1-3 0,-1-1 3 0,0 1 2 16,-1-1-9-16,0 0 4 0,0 0-7 0,-1 0 2 0,0-2-3 16,-1 2-3-16,-2 0-8 0,0 1-1 0,0 0 3 0,-1 0 4 0,-1-1-1 15,-1 1-8-15,-1 0-1 0,-1 0-2 0,-1 0 7 0,-1-2-4 0,-1 2-4 16,-1 0-1-16,-1 0 6 0,-2 2 4 0,0-1 6 0,-1 0-11 16,-2 1-4-16,0 0 0 0,-1-1-6 0,-1 1 5 0,1 0-4 0,-2 0-3 15,0 0-2-15,0 1-6 0,1-1 0 0,-1 0-10 0,2-1-11 16,0 1-13-16,0 1-17 0,1-2-5 0,0 1-18 0,1-1-17 0,0 1-13 15,1-1-13-15,0-1-6 0,1 1 1 0,1 1-5 0,0-1 14 0,0-1-113 16</inkml:trace>
  <inkml:trace contextRef="#ctx0" brushRef="#br0" timeOffset="-36347.8">27452 17595 296 0,'-1'0'130'0,"1"-1"-35"0,0 0-13 0,0-1 4 0,1 1-5 15,-1-1-7-15,1 0-11 0,1 1-11 0,1-1-2 0,0 0-7 0,1 0 2 16,1 0-6-16,0 0-2 0,2 0 2 0,0 1-4 0,2-1 1 0,0 1-9 16,1-1-3-16,2 1 3 0,-1-1-4 0,2 1 5 0,2 0-2 15,0 0-1-15,-1 0-8 0,3 0 2 0,0 1 0 0,1-1-3 0,-2 1 5 16,2-1-6-16,-1 0 7 0,1 1 3 0,-2 0-1 0,0 0 6 16,0-1-10-16,-2 0 5 0,1 1 3 0,0 0-4 0,-1 0-6 0,-1-1-2 15,-1 0-8-15,1 1 3 0,0-2 1 0,-1 2-5 0,1-2 1 0,-1 1-8 16,0-1-3-16,0 2 10 0,-1-2-11 0,0 0 10 0,-1 3-6 15,-1-1-9-15,0 0 6 0,-1 0-7 0,-1 2-10 0,-1 0-3 0,0 0-15 16,-2 0-8-16,0-1-10 0,-2 0-19 0,1 1-10 0,-2-1-7 0,-1 1-7 16,0 0-11-16,-1 0-13 0,-2 0-2 0,2 0-8 0,-3 1 6 15,-1 0 5-15,0-1-8 0,-1 1 12 0,0-1 3 0,0-1-60 0</inkml:trace>
  <inkml:trace contextRef="#ctx0" brushRef="#br0" timeOffset="-35897.8">27650 17359 465 0,'-2'-1'315'0,"0"-1"-207"15,-1 1-16-15,0-2-25 0,0 1 1 0,0-1 8 0,0 1-15 0,0 0-5 16,1 0-4-16,1 0-13 0,0-1 1 0,-1 1-2 0,1-1 8 15,0 1 7-15,0-1-4 0,0 1-6 0,0-1-11 0,0 0-2 0,0 1 1 16,1-1-2-16,0 1-5 0,0 1 2 0,0-1-9 0,1 0-1 0,0 1 5 16,0 0-9-16,0 0 0 0,0 0-8 0,1 0-2 0,0 0 4 15,0 1 3-15,1-1 3 0,0 1-2 0,1 0-9 0,1 1 8 0,0 0-5 16,2 1-7-16,0 1 2 0,2-1-6 0,1 1 7 0,2 1 2 0,1 0-6 16,1 1 4-16,1 0-3 0,2 1 2 0,0-1 2 0,1 1 1 15,1-1-1-15,0 0-2 0,0 0-2 0,1 0-2 0,0-1 5 0,-1 0-2 16,0 1 4-16,0-2-4 0,-1 2-1 0,-2-2 9 0,0 1-3 15,0-1 4-15,-2-1-2 0,-2 1-1 0,1-2 6 16,-2 2 3-16,-1-2-8 0,0 0 11 0,-2 0-5 0,-1 0 3 0,-1-1 0 0,0 1-5 0,-2 0 5 16,0-1-3-16,-2 1 2 0,0 0 1 0,-1-1-1 0,-1 2 2 15,0-1-6-15,0 1-4 0,-1-1 10 0,0 1-11 0,-1-1 1 0,0 2-5 16,0 0-8-16,0-1 7 0,-1 0-5 0,0 2 2 0,-1 0-4 0,1 1 1 16,-1 0 7-16,-1 1-1 0,2 0-5 0,-1 1-3 0,-1 1 2 15,0 0-6-15,0-1-5 0,0 3-10 0,-1 1 1 0,1 0 5 0,-1 1-6 16,0 0 6-16,0 0-20 0,1 2-19 0,0-1-18 0,-1 0-35 15,1 0-22-15,0-2-44 0,0 0-38 0,0 0-39 0,0 0-14 0,0-1 31 16,0-2-67-16</inkml:trace>
  <inkml:trace contextRef="#ctx0" brushRef="#br0" timeOffset="-34813.8">27493 17116 155 0,'-3'1'67'0,"0"0"-11"0,0 0-5 0,-2 2-8 15,0 0-8-15,1 1-10 0,-2 3-8 0,1 2-5 0,0 3 0 0,1 3 8 16,0 2 5-16,1 5 2 0,0 4 4 0,0 2-1 0,1 5-4 0,0 1 4 16,1 4-2-16,0 1-4 0,0 1-2 0,1 4-8 0,-1-1-8 15,1-1 7-15,0 1-6 0,0-21 2 0,0 3 0 0,-1-2-15 0,1 4-1 16,-1-2-2-16,1 3 7 0,-1-2 2 0,0 2-1 0,0-1 6 0,0 0 2 16,0 0 4-16,0-1 4 0,-1 0-2 0,1 0 0 0,0-2 5 15,-1 2-5-15,1-5 1 0,0-1-3 0,0-2-9 0,1-3-1 0,-1-1-6 16,0-2-2-16,1-2 3 0,-1-2-6 0,1-1 4 0,1-1 1 15,0-3 2-15,0 1 5 0,-1-2 3 0,2 0 0 0,0-1 3 0,1-1 7 16,0 0 2-16,1-1-4 0,1 0 5 0,1 0-5 0,0-1-5 0,1 1 3 16,2 0-6-16,0-1-3 0,1 0 3 0,1 1-4 0,1-1-1 15,1 0-2-15,2 0 1 0,-1 1 1 0,2-1-3 0,2 0 3 0,-1 1 0 16,1 0 1-16,1-1-4 0,0 1-2 0,-1 0-10 0,1 0-14 0,0-1-13 16,-1 1-29-16,0 0-25 0,0-1-19 0,-1 0-21 0,-1 0-4 15,0 0-97-15</inkml:trace>
  <inkml:trace contextRef="#ctx0" brushRef="#br0" timeOffset="-34463.8">27386 17351 1064 0,'-4'-3'268'15,"2"0"-157"-15,-1 0-26 0,1 0-48 0,1-1-8 0,0 0-14 0,3 1-12 16,2 0-9-16,2-1-5 0,4 1 2 0,2 0-3 0,3 0 3 0,4 1 0 16,3-1-3-16,2 1-3 0,4 0 6 15,1 1-5-15,3-1-5 0,0 1-7 0,2 0-11 0,-1 0 2 0,2 0-9 0,-2 0-9 0,1 0-3 16,-1 0-9-16,-1 0 3 0,1 1 0 0,-2-1 4 0,0 0 12 0,-2 1 19 16,0 0 19-16,-2 0 14 0,-2 1 1 0,-2 0 7 0,-2 0 5 15,-1 1 11-15,-2 1 18 0,-3 0 7 0,0 1 3 0,-2 0-5 0,-1 0-13 16,-1 1-3-16,-1 1-4 0,-1 0 0 0,0 2-3 0,-1-1 0 15,0 2-1-15,0 1 0 0,-2 1-5 0,1 1-4 0,-1 2-6 0,-1 1 1 16,0 1-3-16,-1 2-2 0,0 2-5 0,-1 1 0 0,-1 0-1 0,-1 2-6 16,-1 1-3-16,-1 3-6 0,-1-1 8 0,-2 1-10 0,-1 0-10 15,2-13-19-15,-1 2-28 0,-1 2-16 0,0 1-27 0,-3 0-27 0,0 2-40 16,-2 1-26-16,-2 2-19 0,-2 1-131 0</inkml:trace>
  <inkml:trace contextRef="#ctx0" brushRef="#br0" timeOffset="-32663.58">28717 11988 18 0,'21'25'16'0,"1"-1"-6"0,8 5-10 0,3-2-4 0,0-6-2 0,2 0 1 16,4-1 0-16,2-3 2 0,1-3 1 0,4-2 1 0,0-2 0 0,1-1 1 15,1-2 1-15,2 0 0 0,0 0-1 0,3-1-1 0,0 2-1 16,3 2-2-16,3 0-2 0,0 2 1 0</inkml:trace>
  <inkml:trace contextRef="#ctx0" brushRef="#br0" timeOffset="-26430.44">28776 12214 104 0,'-3'-2'43'0,"1"2"-13"16,0-1-6-16,-1 0 0 0,2 0 3 0,0 0 1 0,0 1-3 16,-1 0-4-16,1 0-6 0,0 0-5 0,0 1-3 0,-1 0-3 0,0-1-1 15,1 2-1-15,-1-1-1 0,0 0 1 0,1 1-2 0,0 0 1 0,0 0 2 16,0 0-1-16,0 0-1 0,0 0-1 0,1 0 0 0,-1 0-1 15,1 0-2-15,0 0 1 0,0 0-2 0,1 0 2 0,0 1 1 0,-1-2 1 16,1 0 2-16,0 0 0 0,1 0-1 0,-1 0 0 0,0 0 0 0,1 0 1 16,-1 1-3-16,0-1 1 0,1 1-1 0,-1-1 0 0,1 0 0 15,-1 0-1-15,0 0-1 0,-1-1-1 0,1 0 0 0,0 0-2 0,0 1-3 16,0 0-4-16,1-1-4 0,0 1-2 0,0-1-2 0,-1 0-1 16,1 0-4-16,-1-1-6 0,0 1-1 0,1-1-8 0,-2-1-50 0</inkml:trace>
  <inkml:trace contextRef="#ctx0" brushRef="#br0" timeOffset="-25679.54">28838 12180 597 0,'-2'-1'93'0,"1"0"-44"0,-1 1-42 15,1 0-12-15,1 1 5 0,0 0 0 0,1 0 1 0,-1-1 0 0,1 2-4 16,1 1-3-16,-1 1-2 0,2 1-2 0,-1 0-2 0,2 1 2 0,0 0 0 15,0 1 2-15,0 0 3 0,0 1-3 0,0 0 3 0,0 0 3 16,-1 1 1-16,0 1 0 0,0 0 1 0,1 0-2 0,0 1 2 0,1 1 2 16,0 1 0-16,-1 2 3 0,2 0 4 0,-1-1 4 0,0 2 10 0,0 1 9 15,0 1 8-15,-1-1 4 0,0 2 4 0,-1 1-2 0,1 0-1 16,-1 2-2-16,0 1-3 0,-1 0 3 0,0 2-3 0,0-1-6 16,0 3 7-16,-1 0-6 0,1 1 4 0,-1 1 2 0,0 1-11 0,0 1-4 15,1-1-6-15,0 2-5 0,1 0-4 0,0 3-3 0,1 0-2 0,1 0-5 16,0 2 1-16,1-3-4 0,0 3-2 0,0-3 2 0,1 2 2 15,0 2-2-15,1-4-3 0,0 3 8 0,0-1 0 0,-2 1 3 0,1 1 4 16,-2 0-9-16,0 0 0 0,0-2 3 0,1 2 2 0,-1 2-4 0,0-2 3 16,0 1-4-16,1-1-1 0,-1 0 0 0,1 0 1 0,-1-2 3 15,1 1-3-15,-2-1 7 0,1 0-4 0,0 0 2 0,0-2 4 0,0 2-8 16,1-1 2-16,1 0 2 0,-1 2-6 0,-1 0 3 0,1 1-3 16,-1 2 3-16,0-2-1 0,0 2-1 0,0-1 4 0,0 0-7 0,-1 1 6 15,0 0 3-15,1 0 9 0,-1 0 7 0,1-1 10 0,-1 0 2 0,1 1-2 16,0 0 2-16,-1-1-9 0,0 2-6 0,2 0-5 0,0 1-6 15,0 0-1-15,0-1 0 0,1 0 5 0,-1 1 5 0,1 0 4 0,-1-2 11 16,0 0 3-16,0-1 2 0,0-2-4 0,0 2-6 0,0-3 2 0,-1 1-6 16,1-2-1-16,0 1 1 0,1 3-8 0,1-2-3 0,-2 1 0 15,0-3 0-15,-1 0-3 0,1 1 3 0,0-1-2 0,-1 2-3 0,2-2 1 16,-2 0 2-16,1 0-4 0,0-2 2 0,0 1 7 0,1-1 1 0,-2 0-1 16,2-2-1-16,-1 1-3 0,1-2 3 0,1 2 0 0,0-1 2 15,-1 1-8-15,1-1-3 0,-2-1 0 0,1-2 1 0,-1 0 3 0,0-1 0 16,-1-1-3-16,1-1-1 0,-1 1-4 0,0-2-7 0,1-1 11 15,-2 0-1-15,2 0-3 0,-2 0-1 0,0 0-2 0,1-1-6 0,-1 0 4 16,0 0 0-16,0-1-9 0,0 0 4 0,1 0-9 0,-1-1-7 0,0 2-12 16,-1-1-18-16,0 2-12 0,0 0-5 0,-1 1-8 0,0-1-12 15,0 0-5-15,0 1-21 0,-1 0-8 0,1 1 2 0,0 0 4 0,0 1 14 16,1 0 6-16,-1 1 11 0,-1-14-1 0,1 3 7 0,1 0 3 0,-1 4-1 16,1-1 9-16,1 3-2 0,0 1-3 0,1 2-4 0,0 0-6 15,-1-1 5-15,2-2 9 0,-1 0-50 0</inkml:trace>
  <inkml:trace contextRef="#ctx0" brushRef="#br0" timeOffset="-24713.27">28847 12140 720 0,'-4'-2'149'0,"0"0"-63"0,-2-1-50 0,2 1-20 16,0 0-4-16,1 0 11 0,0 1 9 0,1-1 0 0,0 1-3 16,1 0-9-16,0 0-12 0,0 1-9 0,1 0-12 0,0 0-10 0,0 0-2 15,0 0 1-15,1 0 8 0,1 0 3 0,-2-1 5 0,1 1-1 16,0 0 4-16,1 0 3 0,0 1 0 0,0 0 3 0,-1-1 2 0,1 1 2 16,0-1 3-16,0 1 5 0,1 0 4 0,-1 0 7 0,0-1 5 0,2 1 13 15,-1 0 10-15,1-1 7 0,-1 0 3 0,1 0-5 0,1 0-7 16,-1 0-6-16,2-1-3 0,0 1-5 0,1-1 0 0,1 1-3 0,1-1 2 15,0 0 5-15,1 0-5 0,1-1 1 0,0 1-4 0,1 0-3 0,1-1 2 16,1 1-3-16,0-1 5 0,0 0-5 0,3 1 0 0,0-1-3 16,0 1-3-16,1 1 4 0,2-1-5 0,1 1 5 0,0-1-3 0,4 1 0 15,0-1-4-15,2 1-6 0,0-1 2 0,1 0-6 0,0 0 1 16,1 0-3-16,1 1-4 0,0-1 2 0,3 0-4 0,-2-1-2 0,1 0 6 16,0 0-2-16,-1 0 3 0,0-1 5 0,-1 0-8 0,0 0-6 0,1-1 0 15,-2 1-3-15,2-1 1 0,-3 0 10 0,1 0-13 0,0 0 0 16,0 0 0-16,-3 1-2 0,-1-1 10 0,-3 0 6 0,-1 0-5 0,-1 1 2 15,-1 0 6-15,-1 1-5 0,-1 1 4 0,-2-1-8 0,-3 0-3 0,-1 0 1 16,0 1-2-16,-2 0-6 0,-1 1 1 0,-2 0-6 0,0 0-5 16,-2 0-14-16,-1 0-16 0,0 0-23 0,-2 1-31 0,2-1-23 0,-2 0-17 15,1 0-12-15,-1-1-1 0,0 2-8 0,2 0-4 0,-1 1-2 16,2-1-4-16,1 2-2 0,1 1 8 0,2 2-97 0</inkml:trace>
  <inkml:trace contextRef="#ctx0" brushRef="#br0" timeOffset="-23680.28">29702 17150 158 0,'0'2'53'0,"-1"-1"-26"0,0 0-9 15,0 0-4-15,0 0 1 0,0 0-2 0,-1 0 0 0,1 0 1 0,-1 0-2 16,1 0 4-16,-1 0 4 0,1-1 2 0,0 1 2 0,0 0 0 16,0 0 0-16,0 0-2 0,1 0-3 0,-1-1-2 0,1 0-7 0,0 1-3 15,0-1 1-15,1 0 5 0,0-1 6 0,0 1 6 0,1-1 0 0,0 1 6 16,0-1 6-16,1 0 5 0,-1 1 5 0,1-1-1 0,0 1-2 15,0 0 0-15,0 0 1 0,1 0 1 0,-1 0 2 0,1 0-3 0,0 0-3 16,1 1-4-16,-1-1 1 0,1 0-4 0,1 0 2 0,0 1-6 16,1-1-6-16,0 1 8 0,1 0-6 0,0-1 3 0,1 0-6 0,-1 1-3 15,3-1 5-15,0 1-3 0,1-1 2 0,0 0-8 0,0-1-3 0,2 1-1 16,0-1-1-16,0 0 2 0,0 0-7 0,1-1 5 0,1 1-4 16,1-1 0-16,-1 1 6 0,2-1-4 0,1 0-4 0,0-1-5 0,0 1 4 15,1 0 4-15,0-1-1 0,-1 1-4 0,1-1 4 0,1 1-6 0,-2-1 5 16,0 0 1-16,1 0-7 0,-3 1-1 0,2 0 9 0,-1-1 2 15,-1 1-1-15,-1 0-3 0,0 0-1 0,-1 1-2 0,-1 0 2 0,-1 0 3 16,0 1-2-16,-1 0 5 0,-1 1-3 0,-1-1 4 0,-2 1-2 0,1 1 1 16,-1-1 2-16,0 1-5 0,-2 0 1 0,0 0 1 0,-1 0-2 15,0-1 1-15,-1 1 1 0,-1 0-1 0,-1 0 4 0,0 0 1 0,0 0-18 16,-1 0 6-16,0-1-7 0,-1 1-9 0,0-1 4 0,0 1-26 16,0-1-2-16,-1 0-14 0,0 0-12 0,-1-1-8 0,0 0-40 0,1-1-21 15,0 0-28-15,-2-1-21 0,-1-1-1 0,1-1-1 0,-4-8 3 0,0-3 2 16,0-4-139-16</inkml:trace>
  <inkml:trace contextRef="#ctx0" brushRef="#br0" timeOffset="-21529.26">29529 15774 45 0,'-5'3'31'0,"-1"0"0"0,0 0-2 16,-1-1 4-16,2 1-3 0,1-2 1 0,0 1 1 0,1 0-4 0,0-1 3 15,2 1-2-15,-3 0-2 0,2-1 2 0,-1 0-1 0,-1 0 3 16,2 0 1-16,-1 0 4 0,1 0 2 0,0-1 2 16,0 1 0-16,-1 0-6 0,1-1-2 0,0 1-6 0,0-2-5 0,0 2-7 0,0-1 0 0,-1 1-6 15,1 0 0-15,0 0-3 0,-1 0-1 0,2 0 3 0,-2 0-7 16,1 0 5-16,0-1-1 0,-1 0 0 0,1 0 7 0,0 0-1 0,0 0 5 15,1 0 5-15,-1 0 7 0,1 1 11 0,0-2 7 0,0 2 4 16,1-1 3-16,0 0 2 0,0 0 0 0,1 0-1 0,-1 0-4 0,1-1-3 16,1 1-3-16,-2-1-6 0,2 1 0 0,-1-1-2 0,2 0 1 0,-1 1 5 15,1-1-8-15,1 1 0 0,0-1-7 0,1 1-9 0,1-1-3 16,0 0-8-16,0 0 3 0,1-1-3 0,0 1-3 0,0 0 4 0,0 1-6 16,1 0 7-16,2-1 3 0,0 0-6 0,0 0 4 0,3-1 2 0,-2 1-1 15,2 0 8-15,1-1 3 0,0 1 4 0,0 0 4 0,0-1 8 16,2 1 3-16,1-1 3 0,-1 0-2 0,-1 1 2 0,0-1-9 0,1 0-5 15,0 1-3-15,1-1-2 0,-1 0-1 0,1 0-4 0,-1 1-1 16,1-1-3-16,0 0 0 0,-1 1 0 0,-3-2-4 0,1 1-7 0,-1 1 1 16,0-1-1-16,-1 1-1 0,-2 0 2 0,0 0 2 0,-1 0-4 0,0 1 2 15,-1 0-4-15,-1-1-2 0,0 1-1 0,-2-1 4 0,-1 1-1 16,2-1 1-16,-3 0-2 0,2 1 0 0,-2 0-5 0,-1 0 2 0,0 0-3 16,-1-1-6-16,1 1 2 0,-1 0-8 0,-1 0-2 0,1-1 1 0,-1 1-11 15,-1 0-5-15,1-1-12 0,-1 2-16 0,0-3-18 0,0 1-26 16,0 0-22-16,-2-1-18 0,0 0-27 0,0-2-13 0,-2-1-9 0,-1-3-11 15,-1-1-4-15,-1-3-2 0,-2-2-138 0</inkml:trace>
  <inkml:trace contextRef="#ctx0" brushRef="#br0" timeOffset="-20996.21">29322 15143 1580 0,'-8'4'171'0,"1"-1"-96"0,0 0-61 0,0-1-2 0,2-2 15 15,0 0 11-15,0 1 3 0,1-1-10 0,-1 1-17 0,1 1-21 0,0-2-7 16,1 2-7-16,0-2 1 0,2 1 4 0,-2 0-5 0,1 0 5 16,0-1-4-16,1 0-2 0,1 1 1 0,0-1-4 0,0 1 5 0,0-1-1 15,0 1 5-15,1-1 2 0,0 0-1 0,0 0 5 0,1 0 1 16,1 0 10-16,1 1 8 0,0-1 2 0,-1 1 9 0,2-1 4 0,0 0 5 16,1 0 6-16,0 0-1 0,0 0-3 0,0 0-7 0,-1-1-5 0,1 1-1 15,1 0 0-15,0-1-2 0,1 1 7 0,0 0-5 0,2-1 9 16,-1 1 3-16,-1-1-3 0,0 1 7 0,1-1-5 0,0 0 4 0,0 1-4 15,2-2-5-15,-1 1 1 0,0 0-5 0,1-1-1 0,1 2 4 0,0-2 3 16,-1 1 1-16,-1-1 2 0,2 1-1 0,-1-1-2 0,0 0-1 16,1 1-3-16,-1 0-4 0,-1 0-1 0,2 0-3 0,-1-1-4 0,-2 0-2 15,0 1-7-15,1 0 3 0,-2 0-1 0,2 0 0 0,-1 0 2 16,0 0-7-16,1 0 5 0,-1 0-3 0,-1 0 2 0,0 0 0 0,-1 1-2 16,0-1-4-16,0 0-4 0,0 0 5 0,0 0 3 0,0 0 0 0,-1 1-1 15,-1-1-1-15,1 1-8 0,0-1 4 0,0 0-3 0,-2 1-4 16,1-1-5-16,0 0 0 0,0 0-1 0,0-1-5 0,-1 1-8 0,1 0-7 15,-1 0-20-15,0 0-28 0,-2 1-36 0,1-2-49 0,0 0-21 16,-2-1-20-16,1 0 2 0,-1-1-4 0,-2-1-5 0,1-1 8 0,-3-2 14 16,-1-2 29-16,-1-2-109 0</inkml:trace>
  <inkml:trace contextRef="#ctx0" brushRef="#br0" timeOffset="-20496.21">29221 14733 1456 0,'-12'4'185'16,"1"0"-92"-16,-4 0-50 0,4-1 8 0,1 0 13 0,0 0 16 0,2-1 0 16,0 1-13-16,0-1-27 0,3 0-18 0,1-1-19 0,1 0-3 0,1 0-3 15,1-1-7-15,1 0-5 0,0 0-11 0,1 0-1 0,1 0-10 16,0-1 10-16,1 1 10 0,3-1 2 0,1 1 6 0,1 0 5 0,2-1 1 16,1 1 6-16,2-1 1 0,-1 0-6 0,2 0-1 0,1-1-1 0,-1 1 8 15,-1 0 1-15,1 1-3 0,1-1 3 0,-1 0-7 0,-1 1 4 16,-2-2 4-16,3 2-3 0,-2-1 8 0,1 0-3 0,0 1 2 0,-3-1 7 15,1 1-1-15,-1-1 3 0,0 0 1 0,-1 0-2 0,1 1 7 16,-1-1 6-16,0 1-1 0,-1 0 6 0,1 0-5 0,-2 0-2 0,1 0 1 16,0 0 0-16,-3 0 5 0,3 0-2 0,-2 0-2 0,1 0-5 0,-1 0-9 15,0 1 4-15,0-1-2 0,0 0 3 0,-1 1-6 0,0-1-3 16,1 1-5-16,-2 0-4 0,2-1 6 0,-1 1 0 0,1-1-4 0,0 0-6 16,0 0-5-16,-1 0 2 0,1 0 1 0,-1 0 1 0,0 1-6 0,0-1 1 15,-1 1-4-15,1-1 4 0,0 0 3 0,0 1-5 16,0 0-2-16,-1-1 2 0,-1 1-4 0,0-1-4 0,1 0-2 0,0 0-5 0,-1 0-5 15,1 0-2-15,-1-1-11 0,-1 1-16 0,-1 0-19 0,1-1-36 16,-1 0-37-16,0 0-24 0,-1 0-17 0,1 0-1 0,-1-1 2 0,-1 0 6 16,1 0 13-16,-2-2 4 0,1-1 8 0,-2-1 8 0,-2-2 12 0,-1 0-116 15</inkml:trace>
  <inkml:trace contextRef="#ctx0" brushRef="#br0" timeOffset="-20029.21">29152 14338 1102 0,'-9'1'384'16,"0"-1"-229"-16,-2 1-85 0,3-1-30 0,0-1 15 0,0 0 22 0,0-1 17 16,2 1-4-16,0 0-27 0,1 0-22 0,1 0-26 0,1-1-12 0,0 1-3 15,1-1-5-15,1 1-7 0,0 0-5 0,1 1-8 0,2-1-2 16,-1 0 0-16,1 0 6 0,1-1 1 0,2 0 0 0,0 2 3 0,2-2 10 16,1 0 5-16,1 0 0 0,2-1 5 0,1 0-4 0,2 1 2 0,1-1 0 15,1 0 2-15,0 1 4 0,0 0 0 0,-1 0 2 0,0 0 2 16,-1 0-3-16,1 0 2 0,0-1 1 0,-1 1-2 0,0 0 5 0,1 1-2 15,0-2-2-15,0 1 5 0,-1 0-6 0,0 0 8 0,-1 0 4 0,0 0-2 16,0-1 7-16,-1 1 4 0,1 1-2 0,0-1 5 0,0 2-6 16,-2-2-5-16,0 0 4 0,0 1-5 0,-1-1-2 0,1 0-4 0,-1 1-1 15,-1-1 2-15,-1 1-1 0,-1 0-2 0,1 1-7 0,-1 0-1 16,0-1-4-16,0 0 2 0,-2 1 2 0,1-1-5 0,-1 1 0 0,1 0-5 16,-2 0 2-16,1-1 2 0,0 1 1 0,0 0-10 0,0-1-7 0,-1 1-5 15,0 0-5-15,0-1 2 0,-2 1-7 0,2-1-9 0,-1 0-5 16,0 1-17-16,1 0-12 0,-2 0-38 0,0-2-35 0,-1 1-20 0,1 0-26 15,-2-1-8-15,1 0-7 0,-1-1-23 0,-1-2 1 0,0-2 18 0,0-2-133 16</inkml:trace>
  <inkml:trace contextRef="#ctx0" brushRef="#br0" timeOffset="-19546.21">29098 13800 1065 0,'-9'0'715'16,"-1"2"-509"-16,-2-1-112 0,3 0-46 0,2 0 8 0,1-1 16 0,1 0 17 15,1 1-5-15,1-1-18 0,0 1-28 0,1-1-30 0,2 0-14 0,-1-1-12 16,2 1-4-16,0 1 4 0,2-1-2 0,1 1-2 0,3 0 10 16,2 0-1-16,1 0 3 0,2 0-1 0,2-1-4 0,1 1 7 0,0 0 0 15,1-1-1-15,1 0 2 0,1-1-1 0,0 0 2 0,0 0 2 0,-1 0 1 16,0 1-2-16,-2-1 4 0,0 0 5 0,-1 1 1 0,0-1 2 16,-3 1-4-16,1-1 2 0,0 1 1 0,-1 0 3 0,-1 1 5 0,0-1-4 15,-2 1 2-15,0 0 2 0,0-1 3 0,-2 1 3 0,1-1 0 16,-1 0 5-16,-1 1-2 0,1-1 6 0,0 0-7 0,-1 0 5 0,0 1-3 15,0-1-3-15,0 0 3 0,0 0-2 0,0 0-6 0,0-1 1 0,-1 1-9 16,1 0-2-16,0 0 2 0,0 0-1 0,1 0-5 0,-3 0-2 16,2 0-4-16,-1 0-1 0,1 0 4 0,0-1-2 0,-1 1-4 0,2 0 1 15,-1-1-7-15,0 1-2 0,1-1-1 0,-1 0-8 0,1 0-7 0,-1 0-9 16,-1 0-10-16,2 0-10 0,-1-1-24 0,0 1-29 0,-1-1-34 16,-1 0-21-16,1 0-14 0,-1 0-5 0,-1-1-6 0,0-1-1 0,0 0 10 15,-1-1 15-15,0-2 17 0,-1 0 8 0,1-1 8 0,-2-1 16 0,-1-1-123 16</inkml:trace>
  <inkml:trace contextRef="#ctx0" brushRef="#br0" timeOffset="-19096.21">28958 13471 1408 0,'-11'-1'236'0,"1"-2"-86"0,-4 0-73 0,3 1-8 0,2-1 12 16,2 0 11-16,1 0 4 0,1 1-20 0,0 0-27 0,1 0-23 0,2-1-23 15,1 2-3-15,0 0-8 0,1 1-10 0,0-1-3 0,1 0-6 0,0 0-1 16,1-1 7-16,3 1 3 0,1 0 2 0,2 0 6 0,0 0 1 15,2 0-3-15,2 0 7 0,0-1-6 0,1 0 7 0,2 0 5 0,1-1-2 16,1 0 2-16,0 1-3 0,0-1 0 0,1 2 4 0,-3-2-1 16,2 1 3-16,-2 1-2 0,1-1-2 0,-1 2 4 0,2-1 1 0,-1 1-3 15,-2 0 1-15,0 0 2 0,-2 0-1 0,0 0 3 0,-1 1 1 0,-1 0 2 16,-1 0 2-16,1-1 3 0,-1 2 4 0,-1-2-4 0,-1 1-2 16,-1 1-1-16,1-2 2 0,-1 1-1 0,0-1 2 0,-2 0 2 0,1 2-8 15,0-2 6-15,0 1-7 0,0-1 1 0,-1 0 3 0,1 0-7 0,-1 1 6 16,0-1-5-16,0 1-5 0,-1-1 5 0,0 0-7 0,1 0-1 15,-1 0-2-15,1-1 2 0,-1 1-2 0,1 0-1 0,0-1 0 0,0 0-5 16,0-1-1-16,0 1-9 0,0 0 2 0,0 0-8 0,0-1 1 16,1 1-1-16,-1-1-1 0,0 1-5 0,0 0-12 0,1 0-13 0,-1-1-27 15,0 0-40-15,0-1-35 0,1 0-28 0,-1-1-16 0,1 0 0 0,0-1-1 16,0 0 2-16,1-2 4 0,-1 0 20 0,0-2-127 0</inkml:trace>
  <inkml:trace contextRef="#ctx0" brushRef="#br0" timeOffset="-18513.21">29059 13075 1346 0,'-14'0'142'0,"-1"0"-72"0,-2 0-53 0,2 0-6 0,3-1 13 16,1-1 9-16,1 1-1 0,0 1-6 0,2-1-13 0,1 1-14 15,1-1-12-15,0 1-5 0,0-1-1 0,1 1-3 0,1 0 0 0,1 0-2 16,2 0-7-16,0 0-2 0,1 0-1 0,0 0-2 0,0 0 3 15,0 0-5-15,0 0 0 0,1 1 7 0,-1-1 8 0,2 0 11 0,1 1 5 16,-1-1 4-16,2 0 4 0,-1 1 4 0,1-1 12 0,0 1 10 0,-1 0 8 16,0-1 7-16,-1 0 4 0,1 1 5 0,1-1-2 0,-1 0-3 15,1 0-1-15,0 0-7 0,1 0 6 0,0 0 5 0,0 0-6 0,0 0 3 16,1-1-7-16,0 1 1 0,2-1 0 0,-1 0 0 0,1 0-2 0,1-1-3 16,-1 0 1-16,0 0-6 0,0 0 5 0,0-1-10 0,-1 1-6 15,2 0-3-15,0 0-4 0,1-1 2 0,0 1-2 0,1 0 1 0,0 0-4 16,-1 0 3-16,1-1-3 0,1 1-1 0,1 1-4 0,-1 1 1 15,0-1-1-15,-2 0 1 0,1 0 4 0,0-1-9 0,-1 1-3 0,0 1 3 16,0-1-3-16,0 2 8 0,-1-1-2 0,-1-1-2 0,0 2 1 0,-1-1-2 16,0 0 3-16,-2 1-3 0,2 0-2 0,-1-1 5 0,0 0-6 15,0 1 6-15,-1-1-1 0,0 1 2 0,-1 0-4 0,1-1 0 0,-1 1 0 16,1-1-1-16,-2 1-1 0,0 0 1 0,0 0-4 0,0 0-2 0,-1 0 2 16,2 0-4-16,-2 0-2 0,1 0 1 0,-1 0-2 0,1-1-3 15,-1 1 3-15,-1-1-12 0,0 1-2 0,0-1 0 0,-1 1-20 0,0-1-17 16,0 0-32-16,0 0-16 0,0-1-14 0,0 2 5 0,-1-2 4 0,0 1-5 15,1-1 0-15,-1-1-7 0,0 0 5 0,-1-1 4 0,0 0-1 16,-1-1-1-16,0-3-8 0,0-1 1 0,-1-2 12 0,0-2-7 0,1-2-50 16</inkml:trace>
  <inkml:trace contextRef="#ctx0" brushRef="#br0" timeOffset="-17996.17">28852 12773 1245 0,'-16'-3'236'0,"0"0"-97"0,-2-2-65 0,2 2-7 16,4 0 13-16,1 0 16 0,1 0-1 0,0-1-14 0,1 1-24 0,0 1-27 15,2 0-19-15,1 0-10 0,1 1-5 0,1 0-4 0,1 1-8 16,2 0-7-16,0 0-6 0,1 0-1 0,2 1 0 0,0-1 6 0,1 1 12 16,1-1-5-16,2 2 12 0,0-1 2 0,3 2-3 0,1-2 8 0,2 1-8 15,0-1 3-15,1 1 6 0,2 0-1 0,1 0 2 0,-2-1 3 16,1 1 1-16,1-1 3 0,-1 1-1 0,0-1-5 0,0 1-3 0,2-1 7 16,-2 1-1-16,0-1 4 0,0 1-1 0,-1 0 2 0,1 0 4 15,-2 0 2-15,1-1 4 0,0 1 2 0,-2 0 3 0,0 0 6 0,-2 0-1 16,1-1 4-16,-1 1 2 0,1-1-5 0,0 1 0 0,0-1-7 0,0 0-2 15,0 0-1-15,1 0-1 0,-1 0 1 0,0 0 1 0,-1-1 1 16,0 0-4-16,0 1-1 0,-1-1-4 0,-1 0-4 0,1 0 4 0,0 0-4 16,-1 0-2-16,1 0-3 0,0 0 0 0,0-1-3 0,-1 1-3 15,-1-1-1-15,0 1 1 0,0 0 0 0,-1 0-1 0,1 0 1 0,0-1-2 16,0 1 0-16,-1 0 2 0,0 0-2 0,-2 0 0 0,1 0 0 0,-1 1 1 16,-1-1-1-16,-1 1 0 0,0 0 0 0,0-1 0 0,0 1 0 15,0-1-5-15,-1 1 5 0,0 0-6 0,0 1-2 0,0-1-1 0,0 0-7 16,0 1 0-16,-1-1-3 0,1 1-6 0,-1 0-3 0,1-1-14 0,-1 0-13 15,1 2-11-15,0-1-21 0,0 1-15 0,0 1-17 0,0-2-29 16,0 2-15-16,0-1-19 0,1 1-14 0,0 0 2 0,1 0-1 0,1 0 7 16,-1 0 5-16,2 0 1 0,1 0 14 0,1-1-117 0</inkml:trace>
  <inkml:trace contextRef="#ctx0" brushRef="#br0" timeOffset="-16396.17">29637 16337 660 0,'-1'2'123'0,"1"0"-64"16,0 0-28-16,0-1-14 0,0 0 9 0,0-1 2 0,-1 0-3 0,2 0-3 16,-1-1-10-16,0 1-8 0,1 0-6 0,-1 1 2 0,0-1 0 0,0 0 2 15,0 0 1-15,1-1-2 0,-1 1 4 0,1 0 2 0,0-1-2 16,0 0 1-16,1 0 1 0,0-1 2 0,1 1 5 0,-1-1 2 0,0 1-1 15,1-1 1-15,-1 1-2 0,0 0 3 0,1-1 1 0,1 0-2 16,-1 1 1-16,2-1-3 0,0 0-5 0,0-1 6 0,-1 1-7 0,0-1 1 16,1 1-2-16,-1 0-6 0,2-1 5 0,-1 1 0 0,1 0-4 0,0 0-6 15,-1 1 3-15,-2 0-1 0,3-1 6 0,-2 1 0 0,1 0-6 16,-1 0 2-16,0 0-1 0,0 0 2 0,-1 0-2 0,0 0-4 0,0 0 2 16,0 0-5-16,-1 0 2 0,1 0-2 0,-1-1-1 0,-1 1 2 0,0 1-3 15,-1-1 4-15,-1 1 7 0,0 0 0 0,1 0 1 0,-2 1-7 16,0 0-2-16,0-1 2 0,-2 1 2 0,0 0 4 0,-1 0 2 0,-1 0 8 15,1 1 3-15,-1-1 4 0,0 1-3 0,1-1 5 0,1 0 0 16,-1 0 1-16,1 0 5 0,-1 0-10 0,1 0 6 0,0 0-3 0,1-1-2 16,-1 1 1-16,0-1-9 0,1 1 0 0,-1-1-6 0,1 0 0 0,-1 0 1 15,0 0 0-15,0 0-6 0,0 0 2 0,-1-1 1 0,2 1-4 16,-1-1 5-16,1 1-8 0,-1-1 1 0,1 0 1 0,0 0 4 0,1 0 3 16,-2 0-7-16,1-1 4 0,-1 1-2 0,1-1 3 0,0 1 4 0,-1-1-7 15,0 0 8-15,0 0-6 0,1 1 3 0,-1-1 8 0,0 1-4 16,0 0 5-16,0 0-1 0,0 1 4 0,1 0 11 0,0-1 4 0,-1 1-2 15,1-1 5-15,1 0-4 0,-1 1 11 0,2 0 6 0,-1 1-6 16,1-1 1-16,1 1-5 0,0-1 3 0,0 0 4 0,0 0 0 0,-1 0-4 16,2 0 1-16,-1 0-2 0,0 0 1 0,0 0-7 0,0 1-7 0,2-1 1 15,-1-1-11-15,1 1 6 0,0 0-3 0,0 0-11 0,3 1 10 16,-1-1-16-16,1 0 10 0,2-2 2 0,-1 1-11 0,1 1 8 0,1-2-10 16,0 2 5-16,2-2 7 0,0 0-9 0,1 1 1 0,0-1 0 0,-1 1-9 15,1-1 8-15,-2 0 2 0,1 0-7 0,1-1 5 0,0 2-1 16,-1 0-1-16,1-2 5 0,0 2-3 0,-1 0 2 0,1-1-5 0,-2 0 6 15,2 0-1-15,-1 1 2 0,0-1 1 0,-1 1-3 0,-2 1-1 16,1-1 2-16,-2 1 7 0,1 0-9 0,1-1 6 0,-1 1 2 0,0-1-4 16,0 1 1-16,-1 0-4 0,2 0-2 0,-2 0 5 0,0-1 1 0,1 1-1 15,0 0-5-15,0-1-3 0,0 0-3 0,0 0-5 0,0 0 2 16,-1 0 1-16,1 0 0 0,-1 1-1 0,1-2-11 0,-1 1 3 0,0 0-6 16,-1-2-8-16,0 2-5 0,1-2-8 0,-2 1-6 0,2-1-1 0,-2 0-15 15,1-1-9-15,-1 0-3 0,-1-1-8 0,1 0 0 0,-2 0-5 16,1-3-7-16,-1 1-5 0,0-2-8 0,0 1-11 0,-2 0-8 0,0-1-16 15,-1-2-8-15,0-2-5 0,-1-2-4 0,-2-1-3 0,0-4-21 16,-1-4-50-16</inkml:trace>
  <inkml:trace contextRef="#ctx0" brushRef="#br0" timeOffset="-15279.17">29394 12757 794 0,'-10'-7'111'16,"0"1"-42"-16,-1-2-40 0,0 2-2 0,1 0 6 0,1 0 4 0,-1 0 3 15,1 0-18-15,0-1-9 0,2 1-11 0,-1 1-3 0,0 0 4 16,1 1-7-16,1 1 3 0,0 1 0 0,2-1-6 0,0 1 6 0,1-1-4 15,1 1-5-15,0 0 5 0,0 1 0 0,1 0-5 0,1 1 1 0,0 0-11 16,0 0 0-16,1 2-2 0,0 0 2 0,2 2 12 0,0-1 5 16,2 3 10-16,0 1 5 0,0 1 6 0,1 2 5 0,0 1-2 0,0 1 4 15,0-1-4-15,0 1 2 0,-1 0 1 0,0 0 0 0,1-1 2 16,0 0 2-16,1 0-1 0,-1 0 0 0,1 1 3 0,-1-1-2 0,0-1 6 16,0-2 5-16,0 1 2 0,-1 1 1 0,1 0-4 0,0 1-5 0,1 1 1 15,-1 0-7-15,1 1 2 0,0 1 1 0,1 0-6 0,0 1-1 16,0 2-3-16,0 0-4 0,1 1-4 0,1-1 0 0,0 3-2 0,1 0 0 15,-1 0-1-15,2 3-3 0,1 1-2 0,1 1-1 0,0 3-3 0,0 0 1 16,1 1-9-16,1 2 8 0,1 1-1 0,-2 0 0 0,2 3 11 16,0 1-8-16,-2-1-1 0,2 3-2 0,-2-1 1 0,1 3 0 0,-2 0 3 15,1 1-1-15,0 1-3 0,-1-2 1 0,2 2-3 0,-3 1 2 16,0 0 5-16,-1-1 1 0,-3 1 4 0,0 0 2 0,-1 0-5 0,-2-1-2 16,0 1-1-16,0-3-1 0,-1 1 0 0,0 2 2 0,0-1 1 0,0-1-8 15,1-1 6-15,-1 0-3 0,2-1-5 0,-2 2 7 0,3-2 2 16,-1 0 0-16,1 0 4 0,2-2-3 0,0 1-5 0,0 0 0 0,1 0-3 15,0 0 1-15,0-1 2 0,1 1 2 0,-1 0-4 0,0 0 1 0,1-2 1 16,0-1 1-16,0-1 2 0,1 2-1 0,-2 0-8 0,0-1 3 16,1 1 5-16,-1-1-2 0,1-2 5 0,0 0-2 0,-1 0-4 0,0-3-1 15,-1 2-1-15,0-3 5 0,-1 1-6 0,1-1 4 0,-2 2 0 0,0-2 0 16,0 0 7-16,-1 0-7 0,0-3 1 0,-1 1 2 0,0-1-2 16,-1-1 6-16,0 1-6 0,-1 0-5 0,1 0 0 0,0-1 0 0,0-1 8 15,-2 0-2-15,0 0 3 0,0 0 1 0,0 0-6 0,0 2 5 16,0-3 2-16,0 2-11 0,1 0 8 0,0-2-9 0,0 3 5 0,1 0 7 15,-2 2-7-15,1-1 4 0,-1 2-8 0,0-3 2 0,1 0 6 0,-1-1-4 16,-2-2 5-16,0 1 2 0,0 0-5 0,-1-2 11 0,0 2 1 16,-1-3-7-16,1-1 4 0,-1-1 4 0,-1-2 3 0,1-1 9 0,-1 0-5 15,0 0 1-15,1-2-4 0,-1 1-3 0,0-2 3 0,1-1-1 0,1-1 0 16,-1-2 0-16,0 1 4 0,0-1 2 0,0 1 3 0,1-2-2 16,0-1-9-16,-1 0 6 0,0-1 1 0,1-2-8 0,-1 1-1 0,0-1-12 15,0 1-1-15,1-2 7 0,-1 0 0 0,1 0 1 0,0 0-3 16,0-1-3-16,0 0 2 0,0-1-5 0,-1 0-3 0,0 0 3 0,2-1-9 15,-1 1 1-15,0-2 2 0,0 1-7 0,-1 0 4 0,1-1-5 0,-1 0-4 16,0-1 8-16,0 1-2 0,-1 1-2 0,0-2-6 0,-1 0-4 16,0-1-1-16,0-1 2 0,-1-1-5 0,-3 0-3 0,0-1 7 0,-2 0 1 15,-1-2 9-15,-3 0 6 0,0 0 2 0,-1 0 6 0,-1 1 0 0,0 0 1 16,-3 1 1-16,-1 1-2 0,1 0 4 0,-1 0-8 0,-3 1-3 16,0-1 1-16,-1 2-7 0,-1-1 1 0,1 0-11 0,-2 0-5 0,1 0-2 15,-1 1-7-15,-1-1-7 0,3 0-13 0,-1 0-9 0,1-1-8 0,-1 2-9 16,1-2-13-16,0 0-14 0,1-2-28 0,1 0-15 0,1-1-21 15,0-4-19-15,-1 0 5 0,2-2 0 0,-2-3-13 0,2-4-12 16</inkml:trace>
  <inkml:trace contextRef="#ctx0" brushRef="#br0" timeOffset="-14162.18">28961 12816 836 0,'-9'-3'179'0,"-1"1"-49"0,-1-1-57 0,0 1-23 0,3 0 0 0,0 1 3 15,1-1 0-15,0 1-9 0,1 0-19 0,-1 1-15 0,2 0-13 0,-1 0-8 16,1 0-3-16,1 1-8 0,0 0-3 0,1-1-2 0,-1 1 2 0,1 0 4 16,-1 0-6-16,2 0-1 0,-1-1-5 0,2 2-5 0,-1-1 0 15,1-1 1-15,0 1 1 0,1 0 5 0,0 1 2 0,0-1 4 0,1 2 7 16,0 0 2-16,0 1 9 0,1 1 5 0,-1 0 6 0,1 1 3 16,0 1-3-16,-1 0 3 0,2 1-3 0,-1 1-1 0,1 1 4 0,1 1-7 15,-1 1 2-15,1 0-3 0,0 2 1 0,0 0 3 0,1 1 2 0,-1 1-2 16,0-1 1-16,1 1 2 0,0 0 1 0,0-1 1 0,-1 3 0 15,1-1-2-15,-1 0-1 0,0-1 2 0,0 2-1 0,2 1-3 0,-1 0 0 16,2 1-5-16,-2 2-2 0,2-1 2 0,1 4 0 0,0 0-4 16,2 0 8-16,0 3-2 0,1-1 2 0,0 4 4 0,1 2-4 0,1 0-2 15,0 1 0-15,0 3-2 0,1 0-3 0,1 4 2 0,1 2-7 0,2 2-1 16,2 2 1-16,1 3-5 0,1 3 4 0,1 1-1 0,-2 1-2 0,-1-1 5 16,0-1-3-16,-1 0 4 0,0 1 1 0,-2-1-1 0,1 1 2 15,1-2 3-15,-3 1 0 0,1-2 1 0,-2-1 0 0,0-1 4 0,-1-2 3 16,0 0 2-16,-1-1 1 0,-1 0 3 0,-1-2-2 0,-2 0 4 15,0-2 4-15,0-1-2 0,-2 0 5 0,-2-3-3 0,0-1 4 0,-3 1 5 16,0-2-1-16,0 2 1 0,-1-2 8 0,0-1 2 0,-2 0 8 0,0-2 7 16,-1 1-2-16,-1-1 5 0,-1 0 1 0,1-1 0 0,0 0-4 15,0 0-11-15,0 2-3 0,-1 0-9 0,1-1-1 0,0 1-2 0,1-4-3 16,1 2-6-16,1-1-4 0,0 0-5 0,1 0-2 0,1 1 1 0,1-3-1 16,1 1 2-16,0-2-3 0,1 1 4 0,-1 0-3 0,2-1-4 15,0 1 1-15,0-2-4 0,-1 1 1 0,0-1 6 0,1 1-5 0,0 1-1 16,-1 0 0-16,0 0-7 0,-1 1 13 0,1-2-4 0,-2 1-3 0,2-1 6 15,-1 2-11-15,0-1 4 0,0 3 10 0,0-2-6 0,-1 1 13 16,1-1-7-16,-1 1 3 0,0-2 8 0,-1 2-6 0,1 0 12 0,-1-1-12 16,1 0 3-16,0-1 6 0,-2-1-6 0,1 2 8 0,-1 0-8 15,0-3 1-15,0 0-1 0,0-2-2 0,-1-2-4 0,1-2-2 0,-1-1-1 16,2-2-1-16,0 1 3 0,-1-3-11 0,1-1 1 0,-1-2-16 0,1-2-8 16,-1-1-11-16,1-3-15 0,-1-1-7 0,2-2-13 0,1-2-10 15,0-1-6-15,0 0-9 0,-2-2-11 0,3-1-17 0,1-3-21 0,1-4-12 16,3-1 0-16,0-6 8 0,2-4 5 0,2-5 7 0,1-6 9 0,2-4-133 15</inkml:trace>
  <inkml:trace contextRef="#ctx0" brushRef="#br0" timeOffset="-12896.18">29697 16439 31 0,'0'0'20'0,"1"0"-12"0,0 1-3 16,0-1-2-16,-1 1 3 0,0 0 0 0,0-1-1 0,0 2-1 0,1-1 1 15,0 0-2-15,0 0 2 0,-1 0 2 0,1 0 0 0,0-1 2 16,1 1-2-16,-1 0-4 0,0 0-2 0,1 1-2 0,-1-1 0 0,0-1-1 16,0 0 1-16,1 1-1 0,0 0-2 0,0 0 2 0,-1 1 0 0,0-1 2 15,1 0 0-15,0 0 0 0,0 0 0 0,0-1 0 0,-1 1 3 16,2-1 0-16,0 1-1 0,0 0-1 0,-1-1-2 0,0-1 2 0,1 1 0 16,-1-1-2-16,0 2 1 0,0-1-3 0,-1 1 4 0,1 0 0 0,-1 0 0 15,-1 0 0-15,2 1-1 0,-2 0 1 0,1 1 1 0,0 1-1 16,-1 0 3-16,0-1 2 0,1 1 4 0,-1 1 6 0,1 0 3 0,-1 2 3 15,0 0-2-15,1-1 1 0,-1 2-1 0,0 0 0 0,0 1-2 16,-1 0-4-16,-1 0-4 0,2 0 1 0,-1-2 3 0,0 2-3 0,0 0-1 16,-1 0 1-16,0-1-4 0,1-1 6 0,0-1 0 0,1 0 0 0,-1-2-1 15,0 1-1-15,0-1 0 0,0-1-1 0,1 0 3 0,-1 0 7 16,1 0 5-16,0-1 5 0,-1-2 8 0,0 1-3 0,1-1-1 0,0 0-3 16,0 1-6-16,0-1-3 0,0 0-2 0,0 0-3 0,0 0-5 0,0 0-2 15,0 0-3-15,1-1-4 0,0 0-1 0,0-1-1 0,0 1 1 16,1 0 1-16,1-1 1 0,0 0-1 0,1 0 1 0,0-1 1 0,1 0-3 15,1 0 2-15,0-1-3 0,1 1 0 0,0-1-2 0,1-1 0 16,2 1-1-16,0-2-2 0,1 0 3 0,0 0-4 0,0 0-3 0,0 0 6 16,0 0-2-16,1 0 1 0,-1 1 1 0,0-2-1 0,0 0 0 0,1 0 2 15,-1 0-3-15,1 1-4 0,-1 0 4 0,-1 0-2 0,1 0 4 16,0 1 0-16,-1 2 0 0,0-1 4 0,-1 1-1 0,-2-1 2 0,0 2-5 16,0-1 1-16,0 1-3 0,-2 1 3 0,0 0 5 0,-1 0-3 0,0 1-1 15,-1-1-1-15,0 1-4 0,-1 1-1 0,0-2-2 0,-1 3-8 16,0-2-3-16,0 1-10 0,-1 0-2 0,0 0 0 0,0 1-4 0,-1 0 2 15,0-1-1-15,1 2-1 0,-2 0 8 0,0 0 5 0,-1 1 11 16,-1 0 8-16,0 1 2 0,-2-1 3 0,0 1-2 0,0-1-2 0,0 0 2 16,0 1-3-16,-1 0 5 0,1-1 1 0,-2 0 1 0,0 0 2 0,1 0-4 15,-2 0 3-15,1 0-2 0,0-1 3 0,0 1-1 0,0-1-1 16,0 1-1-16,0-1-2 0,1 1 2 0,-1-1-1 0,0 1 1 0,0-1 2 16,1 0 1-16,-1 1 0 0,1-1-1 0,1 1 1 0,0-1 2 0,0 0 1 15,0 0 4-15,-1 0-2 0,2 0-1 0,0 0 1 0,0 0-1 16,0 0 3-16,0 0-2 0,0-1 5 0,0 0 4 0,0 0 6 0,2-1 4 15,0 0 1-15,0 1-5 0,1-1-11 0,0-1 2 0,2 0-4 16,0 0 0-16,0 1-3 0,0-2-3 0,1 2-2 0,-1-1-4 0,0-1-1 16,1 2 0-16,0-1-3 0,2-1 3 0,0 1 0 0,2-1-3 0,0 0-4 15,0 1 2-15,3-1-1 0,-2 0-1 0,0-1 3 0,3 0-4 16,-1 0-1-16,1-1 0 0,1 1-5 0,-1-1 4 0,1 1-2 0,0 0-2 16,1 1 0-16,0-2 2 0,0 1-1 0,1 0 0 0,-2 0 2 0,2 0-5 15,1 0 5-15,-3 0 0 0,1 1 1 0,-1 0 3 0,-1 0-5 16,0-1 4-16,1 1-3 0,-2 0-3 0,0-1-1 0,-1 0-7 0,0 0-5 15,-2 0-10-15,-1 1-11 0,0-1-7 0,-1 0-4 0,-1-2-1 16,0 0-2-16,-2 0-86 0</inkml:trace>
  <inkml:trace contextRef="#ctx0" brushRef="#br0" timeOffset="-12496.18">29739 16686 47 0,'4'-1'27'0,"2"1"-10"0,1 0-8 16,-1-1-1-16,1 0 0 0,0-1-4 0,0 0 0 0,1 0-1 0,1 1-2 15,1-1 0-15,2 0 0 0,0 0-1 0,2 0 2 0,-1 0-1 16,1 0 0-16,0-1 1 0,-1 1-1 0,0 0 2 0,0 0 1 0,0 0 0 16,1 0 2-16,-2 0-1 0,0 1 1 0,2-2-1 0,-1 2 0 0,0-1 2 15,0 0-1-15,-3 0 0 0,1 0 3 0,-1-1-4 0,-1 1 1 16,0 0-1-16,-2 1-1 0,0-2 1 0,-1 1-1 0,-1-1-2 0,-1 1-3 15,-1-1-2-15,-1 2 1 0,0-1-2 0,-1 0 2 0,-1 0-8 16,-1 0-4-16,-1 0 3 0,-2 1-3 0,-1 0 6 0,0-1-2 0,0 2-1 16,-3 0 0-16,-1 1 0 0,-1 0-1 0,0 0-3 0,-1 1 2 0,-2 2 2 15,2-1 5-15,-2 1 6 0,0 0 0 0,1 0 0 0,0 1 2 16,0 0 0-16,1-1 2 0,-1 0 2 0,1 1-1 0,-1 0 6 0,2 0 3 16,1-1 5-16,-1 1 2 0,0 0-2 0,0-1 0 0,1 2 3 0,1-2 0 15,0 0 0-15,2-1 0 0,1-1-1 0,2 1 0 0,1-1 1 16,-1 1-3-16,2 0-6 0,0-1-6 0,0-1-8 0,1-1-3 0,1 0-2 15,1-1-3-15,1 0 2 0,1 0-3 0,1-1-1 0,2 0 2 16,1 0-3-16,-1-1 0 0,2-1 1 0,2-1-2 0,1-1 2 0,2 1-2 16,0-2-5-16,2-1 1 0,1 1-3 0,-1-1-2 0,2 1-2 0,1 0-20 15,3 0-53-15</inkml:trace>
  <inkml:trace contextRef="#ctx0" brushRef="#br0" timeOffset="-12129.18">29885 16608 346 0,'-9'10'65'0,"-1"0"-25"0,-4 1-14 0,2-1 1 16,0-1 7-16,0-1-1 0,2 0-1 0,1 1-7 0,0-2-13 0,1-1 0 15,-1 0-4-15,1 0-1 0,1 0-1 0,0 0 1 0,1-1 3 16,0 0-1-16,0 0-6 0,2-1 0 0,-1 0-4 0,1-1 1 0,1 0 1 15,1-1-3-15,0-1 3 0,0 0-5 0,1-1 2 0,1 1-3 16,0-1-4-16,0 0 5 0,1 1-4 0,-1-1 4 0,2-1 4 0,0 1-1 16,2-1 2-16,1 1-1 0,2-1 0 0,0 0 2 0,4-1-3 0,1 1-1 15,1-2-4-15,2 0 0 0,-1 0 3 0,4 1-4 0,1 0 2 16,-1-1-2-16,3 0-1 0,-2 0 3 0,-1 0 2 0,1 0-3 0,0-1 3 16,1 0-2-16,-1 0-1 0,1 0 7 0,0 0-4 0,-1 2 3 0,0-2 1 15,-2 1-3-15,0 0 6 0,-1 0-3 0,-1 0-2 0,-1-1 3 16,-2 1-3-16,0 0 3 0,0-1 1 0,-2 1-2 0,0-1-5 0,-2 1 4 15,-2 0-1-15,0-1-4 0,0 1-5 0,-2 0-12 0,1 0-12 16,-1-1-11-16,-1 0-10 0,-2 1-3 0,0-2-1 0,-2 0 4 0,0 0 4 16,-2 0-3-16,-2 1-43 0</inkml:trace>
  <inkml:trace contextRef="#ctx0" brushRef="#br0" timeOffset="-11713.18">29601 16348 419 0,'-1'3'311'16,"1"2"-213"-16,0 2-51 0,2-3-23 0,-1 0-2 0,0-1 17 0,0 1 9 16,1-1-2-16,-1 0 0 0,0 0-18 0,2-1 0 0,0 0-7 0,1 0 1 15,0-1 6-15,1 2-12 0,0-1 3 0,1 0-8 0,1-1-4 16,1 0 0-16,0-2 0 0,1 1-9 0,1 0 0 0,0-2 2 0,0 0-4 16,1 0 4-16,0 0-8 0,0-1-1 0,2-1 6 0,1 0-2 0,2 0 5 15,0-1-3-15,2-1-3 0,1 1 4 0,0 0 1 0,-1-1 1 16,-1 0-6-16,0 1-1 0,-1-1-4 0,1 3 1 0,-1-2 2 0,0 1-2 15,-1 0 3-15,1 0-3 0,0 2-2 0,-2-1 6 0,-2 1-1 0,0 0 0 16,0 0 2-16,-1 1-5 0,0 0 5 0,0-1-2 0,-2 2-5 16,2-2 1-16,-1 2-7 0,-2-1 1 0,1-1-2 0,-2 1-10 0,0 0-10 15,0 0-6-15,0 1-6 0,-1-2-3 0,0 0-7 0,-1 0-6 16,1 0-5-16,0 0-7 0,-1-1-3 0,0 0 1 0,0-1-5 0,-1 0-5 16,1-3-63-16</inkml:trace>
  <inkml:trace contextRef="#ctx0" brushRef="#br0" timeOffset="-11129.18">29671 16231 847 0,'-4'6'280'0,"-1"0"-138"0,-3 1-55 16,3-2-20-16,0-1 7 0,1-2 10 0,1 0 13 0,0-1-12 0,1 1-22 16,0-1-20-16,2 0-29 0,0 0-5 0,0-2-9 0,0 1-9 0,1 0-3 15,0-1-11-15,1 1 1 0,2-1-4 0,0-1-3 0,2 0 2 16,2 0-4-16,1-2 5 0,2 0 3 0,2 0-3 0,0 0-2 0,1-1 3 16,0 0-2-16,1 0 5 0,2-1 7 0,-1 1-7 0,0 0 15 0,1 1-4 15,0 0 5-15,-1 0 13 0,-2 1-9 0,0 1 8 0,0-1-3 16,-2 1-1-16,1 0 7 0,-2 0-3 0,1 1 0 0,-1 0 2 0,-1 1 0 15,1 0 4-15,-2-1 2 0,1 1-5 0,0 0-3 0,0 1-1 0,0 0 0 16,0-1-3-16,0 1-2 0,-2-1-4 0,2-1 3 0,-1 0-1 16,0 0-2-16,1 0-2 0,-1-2 0 0,-1 0-2 0,0 0-2 0,-1-1 2 15,-1 1-8-15,0 0-3 0,-1 0-5 0,-1 0-11 0,-2-1-4 16,0 1-16-16,-1 1-16 0,-1-1-7 0,0 0 4 0,-1-1 22 0,0 1 20 16,-2-1 11-16,-1 1 6 0,0 0 4 0,-1 0 2 0,0 1 8 0,-1-1 3 15,-2 1-1-15,1 1 2 0,-2 0-1 0,-1 0 5 0,1 1 1 16,-2 1 0-16,1 0 5 0,0 1 1 0,0 1 5 0,-1-1 10 0,-1 1 3 15,1 1 8-15,0-1-1 0,2 0 2 0,0 0 3 0,1 0-4 0,2 0-2 16,0-1-9-16,-1-1 3 0,2 1-6 0,1-2-3 0,0 1-4 16,0-1-3-16,1 0-1 0,0 1 1 0,2 0-3 0,-1-1-10 0,1-1 3 15,0 1-5-15,0 0-2 0,2-1 1 0,-1 1-16 16,0 0 3-16,1 0-2 0,0-1-4 0,0 1 5 0,0-1-6 0,0 0 0 0,3 0 0 16,-1 0-2-16,2-1 8 0,0 0-2 0,1 1-6 0,0-1 5 0,1 1-3 15,1-1 6-15,0 1 5 0,0-1-5 0,1 0 6 0,0 0-2 0,1 0 1 16,0 1 2-16,0-1-7 0,-1 0-9 0,-1-1-1 0,1 0-1 15,0-1-6-15,-1 0 0 0,1-1-4 0,-1 0-2 0,-1 0-8 16,-1 1-6-16,-2-1-16 0,2 1-16 0,-1-2-8 0,-1 1-7 16,0-2-2-16,0 0 3 0,-2-1 0 0,0-1-15 0,-2-1-48 0</inkml:trace>
  <inkml:trace contextRef="#ctx0" brushRef="#br0" timeOffset="-10646.18">29616 15637 1426 0,'-4'5'171'0,"0"-1"-85"0,-2 1-51 0,1-1-6 0,0-1 13 16,0 0 10-16,1 0-5 0,0 0-7 0,0 0-21 0,2-1-12 16,-1 0-10-16,1 0-8 0,2-1-5 0,-1 1-10 0,1-1-8 0,0-1-6 15,0 1-16-15,2-1-7 0,1 0-4 0,1 0 4 0,1 1 19 0,2-1 10 16,2 0 17-16,1-1 4 0,-1 1 3 0,4-1 4 0,1 0 0 16,2 1 2-16,0-1 4 0,0 1 4 0,2-1 2 0,-3 1 4 0,0-1-2 15,2 1 2-15,-2 0-1 0,1 0 3 0,-1 0-5 0,1 0-2 0,-1 0 3 16,0 0-6-16,-2 0 2 0,0 1 4 0,-1-1 2 0,0 1 2 15,1-1-3-15,-3 0-1 0,1 0 0 0,0 0 0 0,0 0 0 0,-1-1 0 16,0 1-3-16,1 0 1 0,0 0-1 0,0 0 3 0,-1-1-3 16,0 1 1-16,-1-1 3 0,0 1-1 0,-1 0 1 0,0 0-2 0,0-1 1 15,-1 0-2-15,0 1-2 0,-1-1-3 0,1 0-3 0,-2 1-5 0,1-2-1 16,-1 1-3-16,-1-1-4 0,1-1-6 0,0 1-5 0,-2 0-7 16,1-1-8-16,-2-1-20 0,-1 0-20 0,1-1-11 0,-3 1-2 0,0-1 18 15,-1 0 14-15,0 1 19 0,-2-1 14 0,-1 1 12 0,0 0 2 0,0 1-6 16,-3 0-10-16,-1 1-10 0,1 1-6 0,-3 0-9 0,0 1-5 15,-1-1-10-15,-1 2-7 0,2 1-7 0,-2 0-1 0,-2 2 7 0,0-1 12 16,1 2-46-16,-1 0-3 0</inkml:trace>
  <inkml:trace contextRef="#ctx0" brushRef="#br0" timeOffset="-9929.18">29469 15149 470 0,'-6'0'273'0,"0"0"-158"0,-2 0-40 0,3-1-19 0,0 0 5 0,0 0 9 16,0 0 0-16,1 0-9 0,1-1-18 0,-2 1-15 0,2 1-12 15,-1-1-4-15,1 1-4 0,0-1-1 0,1 1 0 0,0 0-1 0,0 0 2 16,0 1-5-16,1-1 1 0,0 0 3 0,1 0 6 0,0 0 7 0,1 0 9 16,-1 1 12-16,1 0 9 0,0 0-2 0,-1 0-1 0,2-1-14 15,0 1 0-15,0 0 6 0,2 1 5 0,1-1 3 0,-1 0 1 0,3 1-8 16,-1-1-6-16,2 0-6 0,2-1-8 0,0 0-3 0,1 1-5 0,1-1 0 16,-1 0-4-16,0-1 4 0,2 1-1 0,-1-1-2 0,1 0-1 15,0 1-2-15,0-1-2 0,-1 1 5 0,1-2-3 0,-1 1-2 0,0 0-1 16,0 0-2-16,1 0 5 0,-2 1-2 0,1-1 4 0,0 1-7 15,0-1 3-15,-1 1 7 0,0-1-4 0,-1 1 3 0,-1 0-8 0,0-1-2 16,0 0 5-16,1 0-3 0,-1 0 2 0,0 0-2 0,0 0-5 0,-1 1 6 16,0-1 0-16,0 1-6 0,-1 0 6 0,2-1-6 0,-1 1-5 15,-1-1 4-15,-1 0-5 0,-1 0-1 0,0 0-3 0,0 0-6 0,-1-1-3 16,0 1-3-16,-1-1-1 0,0 0-8 0,-1 0-8 0,0 1 2 0,0-1-18 16,-2 1-9-16,1-2-6 0,-2 1-15 0,0 0-3 0,-1-2 1 15,0 0 7-15,-2-1 14 0,-2-1 18 0,-2-1 17 0,1 1-2 0,-3 0-2 16,-1 0-9-16,-2 1 0 0,0 1 8 0,0-1 3 0,-1 2 7 15,0 1 1-15,-1 0 3 0,0 1 3 0,0 1 3 0,-2 0 3 0,0 1 5 16,0 0 4-16,-1 0 4 0,0 0 3 0,1 0 4 0,0 0 8 0,0 1 2 16,1 0 2-16,0-1 7 0,1 2 2 0,0-2 4 0,0 2 1 15,1-1 0-15,1 0 8 0,1 1 12 0,1-1 5 0,1 0-2 0,1 1-5 16,2 0-5-16,-1-1 0 0,2 1 6 0,0-2-1 0,0 0-2 16,1 0-3-16,1 0-3 0,1 1 2 0,1-2 3 0,1 1 2 0,0-1-2 15,0 0 2-15,0 1-3 0,0-1-5 0,1 0-6 0,1 0-14 0,0 0-4 16,1 1-9-16,1 0-5 0,1-1 5 0,1 1-12 0,2 0 9 0,1 0-5 15,2 0-3-15,1-1 6 0,3 1-6 0,1 0 3 0,1 0-2 16,0 1 6-16,0-1 0 0,2-1 0 0,0 1 2 0,0 1-11 16,1 0 4-16,-1-1 2 0,-1 1-1 0,1-1 4 0,1-1-9 0,-2 0 3 15,1 1-3-15,-1-1 3 0,-3 0 1 0,0 0-5 0,-1 0-3 0,0 0-1 16,0-1-3-16,-1 0-4 0,-2-1-12 0,1-1-8 0,0 0-11 0,0 1-22 16,-1-2-21-16,-1 1-20 0,-1-2-13 0,-1 1-2 0,0-1-3 15,-1-2-16-15,-1-1-4 0,-1-2-3 0,-1-1 7 0,-1 0 20 0,-2-3-20 16,-1-2-35-16</inkml:trace>
  <inkml:trace contextRef="#ctx0" brushRef="#br0" timeOffset="-9529.18">29246 14675 1347 0,'-5'2'557'0,"-3"1"-371"0,0 1-114 0,0-3-40 16,1 1-5-16,2-2 16 0,0 1 15 0,2-1 3 0,1 1-14 15,1-1-24-15,1-1-27 0,0 0-16 0,1 0-8 0,1-1-10 0,1 2-4 16,1-3 6-16,4-2 1 0,3 0 6 0,3-2 7 0,2 0-10 0,3 0 3 15,2-1-2-15,2 0 1 0,1-1 10 0,0 2-5 0,3 0 3 16,0 0 5-16,0 1 3 0,2 1 8 0,-1 0 8 0,2 1-5 0,-2 1 0 16,-2 0 3-16,-1 2-3 0,1 0 10 0,-4 0-3 0,-2 1-1 0,-1 1 0 15,-1 0 0-15,-3 0 2 0,0 1 2 0,0 1 7 0,-3-1-1 16,0 0 0-16,-1 1 5 0,-1-1-2 0,-1 1 2 0,-1-1 2 0,-2 0-5 16,-1-1 5-16,0 0-9 0,0 0 1 0,-1 0 3 0,0 1-11 15,-2-2 5-15,1 2-3 0,0-2-6 0,0 0 3 0,0 1-8 0,0-2-5 16,1 1 0-16,0 0-8 0,0 0-9 0,0-1-28 0,0 0-70 15,1-1-88-15,1-2-73 0,0-1-55 0,2-3-17 0,2-2-12 0,3-4 35 16</inkml:trace>
  <inkml:trace contextRef="#ctx0" brushRef="#br0" timeOffset="-5529.08">30190 11973 133 0,'-1'-4'59'0,"1"1"-28"0,1-1 0 0,0 1 5 0,-1 1 0 0,0 1-3 16,-1 0-6-16,-1-1-5 0,2 1-6 0,-1 1-9 0,0 0-1 0,0 0-6 15,0 1-1-15,-1-1 0 0,0 2-3 0,1 1 3 0,-1 0 1 16,0 1 3-16,0-1 1 0,-1 0 2 0,1 0 2 0,0 1 1 0,0-1 5 16,0 0 4-16,-1 0 4 0,1-1 1 0,1 1 3 0,-1 0 0 0,0 0 0 15,0-1-2-15,0 2-3 0,0 0 1 0,0 1 0 0,-1 0 3 16,2 1-1-16,-2 1-2 0,1 0-2 0,0 2 0 0,-1 0 1 0,2 2 3 16,-1 3-1-16,1 1-3 0,1 0 0 0,-1 0 4 0,1 1 0 15,0 2 5-15,1 1 2 0,0 0 1 0,1 1 1 0,-1 1-1 0,1 0 0 16,0 2-4-16,1 4 0 0,0 2-7 0,1 2-6 0,0 2 1 0,0 0-4 15,1 3-2-15,-1 2 1 0,1 2-6 0,0 4 2 0,0 0 2 16,-1 3-2-16,1 1 1 0,0 2-1 0,1 3-4 0,-1 1-1 0,1 3-3 16,1 2 0-16,-1 2-5 0,2 0 3 0,1 1-3 0,-1-1 4 0,1 1 4 15,0 0-1-15,-1-2 6 0,0-1 0 0,-2-1-1 0,0-2 1 16,0-3 2-16,-1-1 0 0,1-3 5 0,1 0 0 0,0-1-13 0,1 0 10 16,-1 0-4-16,1 1-1 0,1 0 8 0,0 0-14 0,2 0 5 15,0 2-2-15,-1 0-1 0,0 0 1 0,0-1-4 0,0-1 5 0,0 0-1 16,-3 0 4-16,0-1 1 0,-1 0-2 0,-2 0 3 0,0 0-3 0,-1 2 1 15,0-1 2-15,-1 2 3 0,-1 1 0 0,1 1 4 0,0 1 4 16,-1 1 4-16,0-1 10 0,-2 0 3 0,-1-1 3 0,0-1-5 0,0-2-3 16,1-1-4-16,-1-1-12 0,0-1-1 0,1 0-8 0,-1-1-3 0,1-3 1 15,1-3 2-15,-1-4-5 0,1 1 5 0,0-3-4 0,-1-2 1 16,0-3 1-16,0 0-3 0,1-2 2 0,0 1-2 0,-2-3 7 0,2 1 4 16,-2-2-2-16,1-1 0 0,0-1-4 0,0-1 8 0,1 1 5 15,-1 0-2-15,1 1 0 0,-1 0-4 0,0 1-1 0,0-2 8 0,1 0 0 16,0-1-8-16,0 1 10 0,1 1-9 0,-1-2 1 0,0 2 4 0,1 0-13 15,1 0-2-15,0 1-4 0,0 0-7 0,0-1 8 0,2 1-5 16,-2-3 1-16,2 1 1 0,-1 1-1 0,1-2 9 0,0 0-3 0,0 0 4 16,0-3-5-16,-1 2-1 0,0-2 5 0,0-2-4 0,-1 1-1 0,0-1 8 15,1 0-2-15,-1 0 5 0,1 0 4 0,-2 0-8 0,1 1 2 16,-1-2-4-16,0 1 1 0,1 0 4 0,-1-1-8 0,1 0 6 0,0 0-3 16,0 0-3-16,0-1 4 0,-1 0-8 0,2 0-1 0,0 1 2 15,0 2-7-15,2-1 2 0,-1 1 2 0,2 1-6 0,0-1 3 0,1 0 0 16,-4-8-1-16,2 3 11 0,0-2-5 0,0 2 4 0,0-1 3 0,0 2-8 15,0 0 10-15,1 2-10 0,0-1-1 0,-1-1 3 0,1 0-3 16,-2 0 11-16,1-1-1 0,-1-1 2 0,0 0 2 0,-1-1-7 0,0-1 13 16,-1 1-4-16,1-1 2 0,-2-2-4 0,0 1-4 0,0-1 0 0,0 1 2 15,0-1 1-15,0 0-5 0,-1-1 1 0,1 0 2 0,-1 1 1 16,1-2 0-16,-1 1-9 0,0 0 3 0,1 0 0 0,-1 0 0 0,0-1 8 16,0 0-12-16,0 0 4 0,-1 0-5 0,1 0 1 0,0-1 1 15,0 0-2-15,0-1 4 0,-1 1-7 0,1-1 5 0,-1 1 2 0,1-1-2 16,-1 0 0-16,0-1-2 0,0 0 1 0,0 1 4 0,-1 0-3 0,1-1-5 15,-1 1-4-15,-1-1 4 0,0 1 10 0,0 0-5 0,-1-1-3 16,0 1 1-16,-1 0-4 0,0 0 9 0,-1 0 2 0,0 1-7 0,-1-1 2 16,0 1-3-16,-1 0-2 0,-1 0 10 0,-2 0-3 0,1 0 1 0,-1 0 1 15,-1 0-11-15,0 1 11 0,0-1-4 0,-1 1 0 0,0 0 6 16,-1-1-10-16,1 1 10 0,0 0-5 0,-1-2-4 0,0 2-1 0,2-1-5 16,-1-1 5-16,1 0 3 0,1 0-5 0,0 0-8 0,2-1 2 15,1 0-7-15,0-1 7 0,0 1-4 0,1-2-11 0,0 1-2 0,1-2-12 16,0 0-1-16,0-1-3 0,1-1 3 0,0-1-2 0,-1-2-17 0,0 0 4 15,0-2-3-15,-1 0 1 0,0-3 8 0,-1-2-10 0,1-1-1 16,-1-2 4-16,1 1 3 0,0-2 2 0,-2 0 9 0,1 0 6 0,0 1 9 16,-1-1 8-16,1 2 8 0,0 1 7 0,0 0 0 0,-1 2 5 0,1 1 6 15,1 0-8-15,0 2 7 0,1 1-2 0,-1 0-1 0,2 1 3 16,1 1 0-16,-1 1 6 0,1 0-7 0,-1 0 6 0,1 2-3 0,0-1-4 16,1 2 0-16,0-1-3 0,0 1 5 0,0 1-4 0,0 0 6 15,1-1-8-15,-1 1 2 0,0 0 3 0,1-1-6 0,-1 1 3 0,1-1-4 16,0 2 0-16,-1-2 5 0,0 1 2 0,1 0 4 0,-1 0-1 0,0 0 2 15,1 0-2-15,-2 1 3 0,1 0 8 0,-1 1-4 0,1 0 0 16,-1-1-1-16,0 1-3 0,0 1 5 0,-1-1 0 0,1 0-2 0,0 0-9 16,-1 0 3-16,1 1 2 0,0-1 0 0,1 1 0 0,-2-1-5 0,1 1-1 15,0-2 5-15,1 2 1 0,-1-1-2 0,0 1-6 0,1-1-3 16,0 0-2-16,0 1 1 0,0-2 0 0,0 1-3 0,1 0 0 0,-1 0-11 16,1 0 0-16,0-1-4 0,0 0-5 0,1 0-4 0,-1-1-12 15,1 1-4-15,-1-1-22 0,1-1-16 0,0 0-16 0,-1 0-15 0,0-3 5 16,0 2 1-16,-1-3 3 0,0-2 4 0,0-1-1 0,-1-3 8 0,0-3 13 15,-6-16-132-15</inkml:trace>
  <inkml:trace contextRef="#ctx0" brushRef="#br0" timeOffset="-4362.29">29243 12765 245 0,'-6'-13'75'0,"-2"-2"-31"0,-2-1-3 0,3 1-3 15,0 3 3-15,1 1 1 0,0-1 3 0,0 1-4 0,-1-1-5 0,0-1-9 16,0 1-9-16,0-1-4 0,1 2-6 0,1-1-2 0,0 0 1 16,0 0-5-16,0 0 0 0,0 0 2 0,0 0 2 0,2 0 1 0,-3 0-3 15,0 0 3-15,0 0-2 0,-1-1-1 0,1 0 4 0,0-1 0 16,0 1 1-16,0 1-1 0,0-1 0 0,1 0-3 0,0 0-3 0,1 2 1 16,1 1 0-16,-1 1 4 0,2 1 3 0,-1 1 2 0,1 1-1 0,-1 1-2 15,0-1 0-15,1 1 3 0,-1 0 4 0,0 0 5 0,1 1 5 16,-2-1 4-16,1 0 8 0,-1 0 4 0,-2-1 3 0,0 1 3 0,0-1-2 15,-1 0 0-15,0 0 2 0,0 0 0 0,0 1-2 0,1-1-3 0,0 0-9 16,0 0-3-16,0 2 0 0,2 0-7 0,-1 0-4 0,2 1-2 16,0 0-5-16,1 1 1 0,0 1 1 0,1 0-7 0,1 1-9 0,0 0-13 15,-1 1-13-15,1 0-2 0,0 1-5 0,2 2 7 0,0 2 4 16,2 2 4-16,0 3 8 0,1 0 2 0,1 4 4 0,1 2 1 0,1 2-1 16,0 1-1-16,0 5 0 0,1 0 2 0,0 3 3 0,1 1 1 0,1-2-5 15,0 3 2-15,0 1-7 0,-2 2 2 0,1 1 1 0,-1 3 0 16,2-1-4-16,0 2 10 0,1 2 1 0,0 0 3 0,-1 3 9 0,0 0-9 15,0 0-3-15,0 3-2 0,1 3 1 0,0 3-3 0,0 4 5 0,2 3-3 16,-1 2-4-16,-1 6 5 0,2 2-4 0,-2 3 7 0,1 5 0 16,2 3-8-16,-1 1-3 0,1 6-9 0,-1 0-3 0,0 4-3 0,-2 1-2 15,-2-1 0-15,-1-2 4 0,-2-5 9 0,1-4 7 0,-2-5 2 16,1-3 3-16,0-1 1 0,0 0-4 0,2-1 2 0,1 1 1 0,0-2-5 16,2-4 7-16,-1 0 2 0,-1-3-4 0,-1-3 2 0,-1-1 4 0,1 1 3 15,-1-2 0-15,0 0 3 0,-1 0-3 0,-1 2-3 0,0-1 4 16,-1-1 1-16,-1 0 2 0,0-3-1 0,-3-2-3 0,2 1-1 0,-1 1-1 15,1 1 3-15,0-2 6 0,0 1 2 0,0 0-2 0,-1-1 6 0,-1 1 0 16,0-2 3-16,-1-2 3 0,-1 0-1 0,1-2 1 0,-1-2-1 16,-1-1 2-16,1 0-3 0,-1-4-7 0,1 0 0 0,1-2-3 0,-2-3 2 15,1-1-4-15,0 0-5 0,1-3-6 0,0-1-2 0,1-3 3 16,-1-1-1-16,2-1 0 0,0-1-9 0,0 0-3 0,0-1 2 0,1 0 3 16,0 0 2-16,0 0-5 0,-1-12-5 0,1 2 8 0,-1 1 3 0,1 1 4 15,0 1 5-15,0 3-4 0,0-1 4 0,1 4-3 0,-1-1 6 16,1 0-4-16,-1 0 0 0,0-1 3 0,0 0 2 0,0-1 5 0,1 0 4 15,-1-2-4-15,0 0 5 0,-1 0-5 0,1-3 9 0,-1 1 4 0,0-2-1 16,-1 0 2-16,0-3-3 0,0 0 0 0,-1-2 4 0,0 0-2 16,0-2-2-16,-1 0-4 0,1-1-1 0,-1-1-4 0,0-1-5 0,-1 0 0 15,1 0-7-15,0 0-3 0,0-1 7 0,0 2-3 0,-1-2 6 0,1 0-4 16,-1 1-9-16,1-1 2 0,0 0-3 0,0-1 4 0,0 1-2 16,0-1-6-16,1 0 2 0,0 0 1 0,-1 1-2 0,1-1 2 0,0 0 0 15,0 0-9-15,1 0 9 0,-1 0-9 0,0-1 0 0,1 1 8 16,0-1-11-16,0-1 8 0,-1 1-1 0,1 0-3 0,1 1 9 0,-1-1-9 15,0 0-2-15,1 0 5 0,-1 0 0 0,1 0-3 0,0 0 1 0,0 0-5 16,1 0-3-16,-1 1 7 0,2 0-2 0,-1 0-1 0,1 0 5 16,1-1 8-16,0 0-4 0,1 1 2 0,-1 0 2 0,3-1-8 0,-1-1 6 15,2 1 7-15,1 0-6 0,0 2 1 0,1-2 2 0,0 0-4 0,1 1 4 16,2 0 0-16,0 0-1 0,1 0-4 0,0-1-2 0,1 0 6 16,1 1-1-16,0 0 2 0,1-1-1 0,1 1-6 0,0-2 13 0,2 1-8 15,0 0-2-15,0 0 5 0,2-2-10 0,2 0 9 0,-2 0-1 16,3 0-5-16,1-1 1 0,1-1 0 0,1 0 1 0,2-1 4 0,0-1-6 15,2 0-1-15,0 0 3 0,1-1-2 0,-1 1 8 0,2 0-1 0,-2 0-1 16,0 2-2-16,-2 0-6 0,1 0 6 0,-1 1 0 0,-1 0-3 16,-1 0 2-16,-1 1-4 0,-1 0 5 0,0 0 0 0,-2 0 1 0,0 1 4 15,-2 0-3-15,-2 0 0 0,1 1 1 0,-2-1 1 0,-2 0-4 0,0 0 2 16,-1 1 0-16,-2-1 0 0,0 1-5 0,-1 0 0 0,0-1 7 16,-2 1-5-16,0-1 4 0,-1 1 2 0,0-1-6 0,-1 1 0 0,0-1-2 15,-2 1 4-15,1-1 1 0,0 1-4 0,-1-1-2 0,0 0-10 16,1 1 1-16,-1-1 2 0,-1-1-7 0,-1 1-4 0,1-1-12 0,-1 0-9 15,1 0-9-15,-1-1-17 0,0 0-33 0,-1-2-22 0,1 0-3 0,0-2-1 16,0-1 18-16,-1-2 1 0,0-2 5 0,0-2 3 0,0-4 1 16,-1-2 15-16,-1-4 2 0,-2-4 2 0,-1-3-3 0,-3-6-34 0,-2-3-46 15</inkml:trace>
  <inkml:trace contextRef="#ctx0" brushRef="#br0" timeOffset="-3528.27">28852 12135 743 0,'-6'-3'148'0,"1"1"-109"0,1-1-44 0,2 2-9 15,3 0 6-15,-1 0 9 0,1 0 10 0,1 1-1 0,1 0 3 0,0-1-8 16,1 1-2-16,1 1-5 0,2-1-2 0,1 2 1 0,1-1 1 15,3 0 2-15,0 0-1 0,0 0 1 0,0-1 0 0,0 0-2 0,2 0 3 16,0-2 0-16,1 1 0 0,1-2 1 0,-1 0-1 0,2 0 1 0,0-1 1 16,-2 0 0-16,2 0 1 0,1 0-1 0,1-1 3 0,0-1 2 15,1 0 0-15,0-2-1 0,-1 1-3 0,1 0 2 0,-1 0 1 0,-1 0 3 16,1-1 1-16,-1 1 5 0,-1 0-2 0,0 0 3 0,0-1 1 16,-1 1 2-16,-2 1 6 0,0 0 4 0,-2 0 4 0,0 0 2 0,-1 0 5 15,-2-1 2-15,0 2 3 0,0-1 0 0,0 0 4 0,0 1-4 0,-1 0-1 16,0 1-7-16,0-1-4 0,0 0-2 0,1-1-3 0,1 1-1 15,2 0-4-15,1-1-1 0,0 0-6 0,2 1-6 0,2 0-6 0,2 1-2 16,1-1-2-16,3 1 4 0,1-1-3 0,0 1-4 0,2 2-3 0,-1-1 1 16,4 1 1-16,0 0 2 0,0 0-3 0,0 1 0 0,-1 1-1 15,-3 0 1-15,1 0 4 0,-1 1-3 0,-2 1 2 0,0 0 1 0,-2 1-4 16,-3 1 5-16,0 0-1 0,-2 0-5 0,-1 0 1 0,-2 1 7 16,-1 0 1-16,-1 0 8 0,-2 0-1 0,-1 0-4 0,-2-1 2 0,0 1-2 15,0 0 4-15,-2 0 3 0,1-1-2 0,-1 0 2 0,-1 1-4 0,1-2 3 16,-1 1 2-16,0 1-2 0,1-1 1 0,-1 0-2 0,-1 1 3 15,1 1-1-15,-1 0 1 0,0 0-5 0,1 1-3 0,-1-1 0 0,0 1 2 16,1-1 2-16,-1 2-3 0,0-2-1 0,0 1-1 0,0 0-12 16,0-1 6-16,0 1-4 0,0 0 0 0,0 0 14 0,0 3-5 0,0 0 7 15,0 1-4-15,1 1-8 0,0 0-1 0,-1 0-8 0,0 1 9 0,0 1-1 16,1 1 2-16,0 1 3 0,-2 0-6 0,1 2 2 0,-2-1 0 0,1 2-2 16,0 3-1-16,0 4-2 0,0 3 0 0,0 4-2 0,2 3 0 15,1 5-2-15,-1 5-8 0,2 8 6 0,0 4-5 0,-1 9-4 0,1 6-5 16,0 8-20-16,0 9-36 0,-1 7-83 0,-2 8-80 0,1 8-61 15,-1 9-41-15,-1 11-206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0:38:46.02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9765 9447 114 0,'-15'-2'60'0,"0"-1"-5"0,-2 0-15 16,2 2-13-16,4 0-6 0,1 0-3 0,-1 2 1 0,2-2-3 0,-1 2 0 15,0-1-6-15,2-1-4 0,0 1-1 0,1 0-2 0,1 0 0 16,0 0-2-16,3 1 0 0,-2-1-2 0,0 0 2 0,1 0-2 0,-1 0 1 16,2 0 2-16,-1 0-1 0,0-1 2 0,1 0-1 0,0 0 0 0,0 0-1 15,0-2 2-15,1 1 0 0,0-2 3 0,0 1 3 0,1 0 0 16,0-1 1-16,0 1-2 0,0-1 0 0,1 0 1 0,0 0 1 0,0 0-1 16,0 1 3-16,2-1 1 0,-1 1-2 0,1-1 3 0,0 0-1 0,0 0 1 15,0 0 3-15,1 0 0 0,1-1-1 0,0-1 3 0,0 1-2 16,2-1 2-16,0-1 4 0,1 0-2 0,1 0 2 0,-1-1-1 0,2 2-2 15,0-1-1-15,2 0-3 0,1 0-2 0,0 0-1 0,0 0-4 16,1 1 2-16,0-1-4 0,1 1-4 0,0 1 2 0,2-1-3 0,1 0 0 16,-1 0 0-16,1 0-2 0,2 0 0 0,0 1 0 0,0 0 0 0,0 1 0 15,1-1 1-15,-2 0 0 0,1 1-2 0,-1 1 1 0,0-1-1 16,-2 0 1-16,2 0-1 0,-1 0 0 0,0 0 0 0,0 0 0 0,0 0 3 16,1 0-1-16,0 0 1 0,2 0-2 0,0 0 0 0,-2 0 3 0,2 0-3 15,-1-1 3-15,0 2 3 0,2-1-2 0,1-1 2 0,0 0 1 16,1 1-1-16,1-1 2 0,-2 0 0 0,1 1 0 0,-1 0 0 0,2-1-3 15,0 1 1-15,-2 0-1 0,3 1 0 0,-2 1 0 0,-1 0 0 16,0 1-1-16,-2 1-5 0,1 1-1 0,-2 2 0 0,-1 0 0 0,0 1 3 16,-1 1 1-16,-1 0-1 0,-2 1 1 0,0 1-5 0,0 1 2 0,0 1 0 15,0 0 0-15,-2 1 3 0,-1 1-2 0,-1 0 0 0,0 0-1 16,-1 0 3-16,1-2-1 0,-2 0 0 0,2 0-2 0,1 0-1 0,-1-1 3 16,2 0-2-16,0-1 2 0,0-1-1 0,3-1-3 0,0 1 5 0,0-1-3 15,-2 0 2-15,2 0 0 0,-1 0-4 0,0 0 3 0,-1 0 0 16,0 0 0-16,0 1 1 0,-2 0 0 0,1 0-2 0,-2 1 3 0,0 1-3 15,0 0 1-15,0 0 0 0,0 1-1 0,0 0 2 0,-1 0-3 16,-1 1 2-16,2 0-2 0,0 1-1 0,0 1 1 0,-1 1 0 0,1-1 1 16,-3 2 0-16,2-1-3 0,-1-1-1 0,1 1 0 0,-2-1-3 0,1 2 9 15,-1 1-2-15,0-1 2 0,-1-1 2 0,0 3-5 0,0 1 0 16,0 0 0-16,-1-1 0 0,1 0 2 0,-1 1 2 0,0 0-1 0,0-1-1 16,1 1 1-16,0 0-3 0,0-1 0 0,1 1 2 0,-1 1-2 0,1 0 1 15,0-2 1-15,1 1-2 0,0-2 2 0,0 0 0 0,0 0 0 16,0 1-1-16,0-1 1 0,0 0 0 0,0 0 0 0,-2 1 0 0,1 1 0 15,-1 0-1-15,-2 0 0 0,1 1 0 0,-2-1 1 0,1-1-2 16,1 2 1-16,-2-1-4 0,1 1 0 0,-1-2 1 0,-1 1 3 0,0 0 4 16,-2-1 2-16,0 1-2 0,0 1-2 0,0-1-1 0,-2-1 3 0,0 1 0 15,0 0-1-15,-2-2 1 0,1-2-3 0,-1 2-2 0,0-1 3 16,0-1-1-16,0-1-2 0,-1 0 2 0,-1 1-4 0,-2 0 1 0,0 1-3 16,-2-1-2-16,-2 2-2 0,1 0-8 0,-2-1 2 0,-2 1 0 0,0 1 0 15,-1-1 2-15,-2 1 2 0,-2-2 4 0,0 1 7 0,0 0 2 16,-2 1 2-16,0-1-1 0,0-1-2 0,-1-1 0 0,0 0 3 0,-1-1-1 15,1-1 1-15,1-1-2 0,0 1 2 0,-1-1 0 0,1 0 1 16,-2-2 1-16,1-1-5 0,-3 1-1 0,0-3-4 0,1 0 2 0,0-1-1 16,1-2 1-16,-4 1-1 0,1 0-5 0,-2-1 1 0,-1 0 0 0,-1 0 3 15,1-1 10-15,-3 0 2 0,2-1 2 0,-2 0 1 0,0 0-1 16,0-1 7-16,1-1 5 0,-1 1 4 0,3 0 3 0,-1-1-1 0,0-1-2 16,0 1 0-16,1-1-2 0,1 0-4 0,3 1 3 0,0-1-3 0,1-1 0 15,-1 0-3-15,1-1-2 0,2-1-3 0,0 0-3 0,0-1-1 16,2 0 0-16,-1 0 6 0,1-1 0 0,1 0 1 0,-2-2-2 0,1 0-3 15,0-1 2-15,-1-2 0 0,1-2 0 0,1-1-3 0,0-1 0 16,2-1-3-16,1-2 1 0,-1-1-1 0,1-2 0 0,1-2 1 0,0-1-1 16,1-4-1-16,-1 1-3 0,2-4 0 0,-2 3-3 0,1-2 1 0,2-1-2 15,1-1 0-15,0 2-7 0,0 0-2 0,1 1 9 0,0 1 0 16,1-1 9-16,0 3 1 0,0-2-6 0,-1 2 3 0,0 1-2 0,-1 1 1 16,2 2 0-16,-1 0 1 0,1 2 2 0,1 3-2 0,0-1 1 0,0 1-3 15,1 2 1-15,-1 2-3 0,1 3 4 0,0 3-4 0,0 2-2 16,0 2-3-16,1 2-4 0,-1 1-6 0,3 3-9 0,-1-1-24 0,2 3-41 15,0 1-40-15,0 2-37 0,3 3-23 0,0 0-20 0,4 2-150 0</inkml:trace>
  <inkml:trace contextRef="#ctx0" brushRef="#br0" timeOffset="1350.14">13288 9278 504 0,'-24'-22'7'0,"-2"0"8"0,-5-5 11 0,8 8-2 0,5 2-5 0,4 2-5 16,3 0-2-16,1 2-7 0,0 1-2 0,2 1-2 0,1 2 0 15,1 1 1-15,1 1-3 0,1 1-1 0,0 1 1 0,1 2-4 0,0 0 3 16,0 1-5-16,1 0 0 0,0 1 0 0,1 1-2 0,1 0 1 0,-1 0 0 15,1 0 2-15,0 1-2 0,0-1 1 0,0 1 2 0,0 0 0 16,1-1 2-16,0 1 3 0,1 0 0 0,0 0 5 0,1-1 1 0,0 1 2 16,3-2 1-16,0 0 1 0,2-1 2 0,1 0 3 0,3-2 2 0,1 0-1 15,1-2 4-15,2 0 0 0,1 0 1 0,1-1 3 0,0 1 3 16,1-1 1-16,0 0 3 0,0 0 1 0,1-1 0 0,0 0-2 0,-1 1-1 16,0-1 0-16,1 0-2 0,-1 1-4 0,2 0-4 0,1 2-5 15,0 0-3-15,2-1-2 0,0 2-1 0,-2 0-4 0,1 1 1 0,-2 1-1 16,3 2-2-16,0 0 0 0,-1 1-2 0,3 1-1 0,-2 0 0 0,2 1 1 15,1 1-3-15,0 1 1 0,1 1 1 0,1-1 0 0,1 4 3 16,1-1-3-16,2 2 1 0,-1-1-1 0,2 0 0 0,-1 1 1 0,0-1-3 16,1 1 3-16,-1-1 0 0,-1 2 0 0,-3-1 3 0,1 2-4 15,-3-2 2-15,2 2-1 0,-2 0 0 0,-2-1-1 0,0 2 2 0,-1 0-2 16,-1 1 2-16,-1 0 1 0,-2 0-4 0,0-1 4 0,0-1-1 0,-2 3 1 16,0-1 3-16,0 1-3 0,-1 0-1 0,3 0 0 0,-2 2-2 15,0 0 3-15,-1 0-1 0,1 2-1 0,1 0 0 0,-2 0 0 0,1 3-1 16,0-1-2-16,-1 0 0 0,0 2-1 0,0 0 4 0,-3 1 5 0,0 3 0 15,-1-2 1-15,-1 3-4 0,0-1-2 0,0 2 1 0,-2-1 0 16,0 2 1-16,1 2 2 0,-2 0-2 0,1-1 0 0,-2-1 2 0,1-2 0 16,-2-1 0-16,1 0-3 0,-1-2 5 0,-1 1-2 0,-1-1 2 0,1-1 2 15,-2 2-4-15,1-3-6 0,-1 2 4 0,0-2 3 0,-1 1 3 16,-1 1 3-16,0-1 1 0,-1 1-2 0,-1 0-2 0,-1 0 0 0,-1-1-1 16,0-1-1-16,-2 1-2 0,0-1 1 0,-1 1 2 0,-2 0 0 15,1-2-1-15,-3 2 2 0,0-3 1 0,-2 2-6 0,-1-1 2 0,-2-1-4 16,-1 2-5-16,-1 0 3 0,1-1-1 0,-3 1 0 0,0-1-4 0,0-2 3 15,-3 0-1-15,0-1-3 0,0-3 4 0,-1 1-1 0,0-2 5 16,2-1-1-16,0-1 5 0,-1-1-3 0,1-1 2 0,-2-1 2 0,-2-1-2 16,2-2 4-16,-1-1 2 0,1 0 8 0,1-2 1 0,-2 0 6 0,1-2-1 15,-1-2 4-15,0 0 3 0,1-2-10 0,-1-1 2 0,0 0-4 16,0-1-7-16,-1-1 3 0,2-1-5 0,-2-1-3 0,0-1 0 0,1-1 2 16,-2-1 0-16,0-1-4 0,-3 1 1 0,1-3-8 0,0 0 5 15,0 0-1-15,1-2 6 0,-2 2 1 0,1-1-6 0,-1-2 0 0,2 1-2 16,0 0 0-16,1 0 1 0,2-1-4 0,0 1 2 0,3 0 0 0,1-1 2 15,1 0-2-15,1-1-4 0,2 2-2 0,0-1 2 0,0-1-1 16,2 0-1-16,2 0 3 0,-1-2-1 0,2-1 3 0,0 1 1 0,1-2-1 16,0 0 3-16,1 0-4 0,0 1 4 0,1 0 0 0,-1 0-6 0,1 0 5 15,0-2-1-15,1 1-2 0,0 0 1 0,1 0-8 0,1 3-1 16,0 0-2-16,2 2-4 0,2 1 5 0,0 2-11 0,0-1-1 0,0 1-4 16,2 0-6-16,1 0-7 0,1-1-10 0,1 0-11 0,1-1-13 15,2 2-13-15,2 1-8 0,1-1-7 0,2 0-3 0,3 1-1 0,2 1 1 16,5-1-3-16,1 2 1 0,6 0-5 0,3 0-112 0</inkml:trace>
  <inkml:trace contextRef="#ctx0" brushRef="#br0" timeOffset="2867.17">15675 10975 525 0,'-8'-9'67'0,"1"0"-9"0,-2-3-9 0,4 3-18 0,3 1-18 16,1 2-14-16,2 1-11 0,1-1-4 0,2 0-2 0,2 0 1 0,2 0 0 15,2-1 2-15,2 0-2 0,3 0 1 0,0-1 4 0,4 1 7 16,2-1 3-16,1 0 6 0,4 1 2 0,1-1 0 0,2-1 2 0,1-1 2 16,3-1-3-16,3 1-2 0,3 0 2 0,1-2 1 0,-1 2 4 0,3-2 3 15,-1 0 1-15,2 1 4 0,2 0-2 0,0 0 6 0,1 0 1 16,2 2 2-16,0 0 2 0,2 2-2 0,1 1 1 0,1 2-5 0,0 0-3 16,1 1-5-16,1 1-1 0,1 1 0 0,2 0-5 0,1 2-3 15,1-1-1-15,2 1-4 0,0 1 3 0,3 1-1 0,2-1-1 0,-2 2-3 16,2-1-1-16,-1 1 0 0,1 1-2 0,1 0 0 0,0 1 0 0,-1 0 1 15,0 2 0-15,0 0 3 0,0 1 1 0,-1 0-2 0,-1 1-4 16,-2 1 0-16,-1-1 0 0,0 1 4 0,1 1 4 0,0 0 0 0,1 2-1 16,-1 0-1-16,0-1 0 0,-2-1 0 0,0-1 3 0,-1-1 1 0,-1 0 2 15,0 0 6-15,-1 0-4 0,0-1-2 0,-2 0 0 0,1-1-6 16,2 0 2-16,-1-1 1 0,1 0-4 0,1-1 2 0,0 0-2 0,0 0 1 16,2-1 1-16,0-1-3 0,0 1 3 0,0-1-1 0,0-1 3 15,1 0 2-15,-2 0 2 0,1 0 4 0,-2 1 1 0,-1-1 5 0,1 1 6 16,-1-2 3-16,1 1-2 0,-1 1 1 0,0-1-6 0,2 1-7 0,0-1 1 15,-1 0-7-15,2 0-3 0,0-1-1 0,2 1-2 0,2 0 4 16,3 0 2-16,1 1-2 0,1-1-3 0,2 0-2 0,-1 0-2 0,1 0 3 16,0 0 2-16,0 0-1 0,1 0 5 0,0 2 1 0,1 0 5 0,0 0 13 15,2 0 19-15,0 0 13 0,0 0 17 0,-4 1 5 0,1 0-7 16,-1 2-2-16,0 0-3 0,-1 2-4 0,1 1-1 0,-1 0-4 0,0 2-9 16,1 0-7-16,-2-1-13 0,2 2-5 0,-1-1-6 0,-3 2-3 15,0 0 2-15,0 0-8 0,-2-2-1 0,0 2-5 0,0-1-2 0,0 0 1 16,0 0-6-16,0-1-5 0,0-1 2 0,-2-1-16 0,-2-2 8 0,0 0 9 15,0 0 1-15,-2-1 13 0,-1 0-8 0,-3-1-8 0,-3-1-5 16,-1-1-2-16,-2-1 6 0,-3 0-3 0,-1-1 1 0,-4-2-2 0,-2 1-5 16,1-1-2-16,-2-1-3 0,-2 0-12 0,-1-1-11 0,-5 0-7 0,0-1-7 15,-2 0 2-15,-1 0 1 0,-2-1 5 0,-3 0 7 0,0 1-1 16,-3-2 3-16,-1 0-1 0,-1 1 3 0,-2-1 10 0,-1 2 9 0,-1-2 10 16,0 1 6-16,-3 1 3 0,2 1 2 0,-2-1-3 0,-1 2 3 15,1-1 0-15,-2 0-3 0,0 1-3 0,0 0-17 0,0 0-15 0,0 1-20 16,0 0-24-16,-1 1-21 0,0 0-13 0,-1 0-14 0,-2 1-5 0,2 0 3 15,-1 1-4-15,2 1 2 0,0 0-11 0,1 2-20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0:39:06.90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11356 7215 69 0,'9'-1'48'0,"2"0"-10"0,6 1 9 0,0 1-12 16,3-1-7-16,0 0-4 0,2 1-5 0,2 0-1 0,5-1-2 15,1 0-6-15,2 0-1 0,1 0-3 0,1 0-1 0,0 0 0 0,3 1-3 16,-1-1 3-16,3 2 3 0,-2 0 3 0,0 1 7 0,2 0 6 0,-3 0 4 15,0 1 3-15,0-1 1 0,-1 2 2 0,1 0 3 0,-2 1 2 0,1 1 0 16,-1 1-3-16,0 1-5 0,0 1-5 0,-2 0-3 0,3 2-1 16,-2 0 2-16,1 1 0 0,0 1-2 0,0-2-2 0,0 1-4 0,0-1 0 15,1 0 1-15,0 1 1 0,0-2 1 0,-1 2 0 0,2-1 1 0,-2 0-1 16,1-1 1-16,2 0 1 0,-1-2 1 0,0 1 2 0,-2-1 1 16,2 1 4-16,0-1 1 0,-1 0-3 0,2-1 1 0,-1 0-1 0,0-1 1 15,0-1 5-15,-1-1 0 0,2-2 2 16,-1-1 1-16,1-2-1 0,0 0-2 0,0-2 0 0,2 0-2 0,-1-2 0 0,2-2-3 0,-2-1-4 15,1-1-3-15,1-1-5 0,1-1-1 0,0-1-4 0,0-1-3 0,1 0-1 16,-2 0-2-16,2-1-1 0,-2 0 1 0,-1 0-1 0,1-1 0 16,-3 2-1-16,0-1 0 0,-1-1-2 0,-3 0 3 0,0 0-1 0,-3 0 2 15,-1-1 0-15,-1-1-2 0,1-2 2 0,-3 1-3 0,0-3 3 0,-2 0-1 16,-1 1-1-16,0-1 5 0,-1 0-6 0,-2 0 2 0,-1-2 2 16,-2-1-1-16,-2 1 2 0,0-3-2 0,-1 1-2 0,-2-2 0 0,-4 0 2 15,-1 1 3-15,-3-3 3 0,-3 1 3 0,-3-1-3 0,-4 0 2 16,-1 0 1-16,-4 0 2 0,-3-1-8 0,-3 1-5 0,-1 0-2 0,-4 0-5 15,-3 0 1-15,-2-1 2 0,-4 2-1 0,-1-2 4 0,-3 4 0 0,-2 0-3 16,-1 3 0-16,-3 0-2 0,1 2 4 0,-3 2 3 0,-3 1 1 16,0 1-4-16,-2 2-1 0,0 0 3 0,-2 4-5 0,-1-1 1 0,0 0 0 15,-2 3-1-15,0 1 4 0,0 1 3 0,0 0 1 0,-1 2-3 0,-2-1-2 16,-1 0-2-16,-2 1 1 0,0 1-3 0,-2 1 3 0,-2 1-2 16,-1 2-5-16,-1 1 9 0,0 2-6 0,-4 3-1 0,-1-1 4 0,-1 2-3 15,-3 2 1-15,2 2 2 0,1 3 1 0,-2 1 8 0,2 1 2 0,1 2 0 16,1 2-3-16,4-1-10 0,1 3-3 0,3 0-5 0,5 1-8 15,2 2-34-15,5 0-61 0,3 4-55 0,2 0-62 0,6 3-29 0,3 1-10 16,4 1-18-16,4 3-153 0</inkml:trace>
  <inkml:trace contextRef="#ctx0" brushRef="#br0" timeOffset="209661.5">2226 1609 135 0,'0'-5'57'0,"0"1"-14"0,0-1-10 0,0-1-5 16,1-1-7-16,-1 0-1 0,0 0-2 0,1 1-4 0,1 1-2 15,-1-1-6-15,0 2-1 0,0-1-3 0,1 1-2 0,0-1 1 0,2 1 1 16,-1-1-1-16,2 0-1 0,0 0 1 0,1-1 1 0,1-1-1 0,1 1 0 16,0-2-1-16,-1 0-2 0,2-1 2 0,0-1 0 0,1-1 1 15,0-1-2-15,1 0 2 0,-1-1 3 0,2-2 5 0,-5 7 3 0,0-1 4 16,0 1 8-16,2-3 0 0,0 0 1 0,0-1-3 0,2-1-6 0,1-1 0 15,0-1-1-15,2-1-1 0,-1-1-2 0,3 0-5 0,0-1 0 16,3-2 0-16,-1 0 1 0,3-2-3 0,1 0-2 0,0 1-3 0,2-1-2 16,0-1-1-16,1 2 3 0,1-1-2 0,1 0 0 0,1 2-1 15,-1-2-1-15,3 1 2 0,0 2 1 0,1-1 2 0,-1 1-1 0,2 1 13 16,0 1 0-16,0 0-3 0,0 1-4 0,2 0-13 0,-1 1 0 0,1 1 1 16,0 1-5-16,0 2 2 0,2 0-5 0,-1 1 0 0,2 1 4 15,-2 1-5-15,2 1 18 0,-1 1 0 0,1 2-3 0,1 0 6 0,-1 1-16 16,0 2 2-16,0 1 2 0,0 2 0 0,0 1 1 0,-1 2-17 15,-1 0 2-15,1 2 1 0,-2 2 2 0,1 3 15 0,-2 0 0 0,-1 3 1 16,-1 1-3-16,0 2 2 0,-2 2 1 0,-1 1-1 0,-1 2 1 0,-1 2-1 16,-2 1-2-16,0 3 4 0,-1-1 2 0,-3 4-1 0,0 0-6 15,-2 5-11-15,14 33 4 0,-6 0 1 0,-6-2 7 0,-4-2 8 0,-5-2-1 16,-3-3 0-16,-4-2-3 0,-4-9 2 0,-2 2-3 0,-1 2 0 0,-1 1-1 16,-3 2-3-16,-2 7 2 0,-10 43-2 0,0-12 4 0,-1-15 1 15,4-22 0-15,-1-1 1 0,-1-2-2 0,-2 0 0 0,-1-2 1 0,-1 0-1 16,-2-3-2-16,-1 0 4 0,-3-1 4 0,0-1-2 0,-4 0 7 0,0-1 2 15,-2-2 1-15,1-2 6 0,0-1 0 0,-1-4 2 0,0-2 1 16,-3-1 1-16,0-3-1 0,-2 0-1 0,-1-2-2 0,-1-1 0 0,-2-2 0 16,1-2-3-16,-1-2 1 0,-1-2 2 0,-2-2 0 0,-1-2 7 15,2-4 0-15,0-1-1 0,-1-4 1 0,2-2-4 0,-1-3-1 0,-2-3 2 16,-1-2 0-16,1-2-7 0,0-3-1 0,1-2 3 0,0-2-8 0,0-3 8 16,0 0 1-16,-1-3 0 0,0 0 3 0,1-3 2 0,2-3 3 15,2 0-1-15,-1-3 2 0,3 0-1 0,0-1-2 0,0-1-2 0,3 1-4 16,2-4-6-16,1-1-4 0,3-4-3 0,0 1-2 0,4 0 1 0,1 0-4 15,2 1 1-15,4 1-5 0,1 0-13 0,3-1-1 0,4 2-3 16,5-2-4-16,3 1 5 0,2-1-8 0,5 0-11 0,2 1-9 0,3 1-10 16,4 3-14-16,5-1-11 0,3 2-9 0,1-1-7 0,5 1 2 0,1 2-6 15,3 0-22-15,3 2-136 0</inkml:trace>
  <inkml:trace contextRef="#ctx0" brushRef="#br0" timeOffset="210461.5">9011 3370 1231 0,'8'-16'-70'0,"6"2"86"0,9-2 13 0,10 6-12 0,4 3-3 0,6 3-4 15,4 1-4-15,2 3-8 0,4 1-7 0,3 2-1 0,2 3-18 16,1 3-32-16,2 0-30 0,3 4-15 0,-1 2-4 0,1 1 15 0,0-1 15 15,0-1 7-15,1 0 11 0,-1 0 15 0,1 0 15 0,-1-3 13 16,0 0 9-16,-2-1 6 0,0-2 6 0,-1-2 9 0,0-2 12 0,1-2 10 16,2-2 6-16,0-2 3 0,2-2 4 0,1-2 6 0,2 0 7 0,2-2 5 15,2-1-1-15,1-1 2 0,0 1-4 0,1-2 1 0,4 0-4 16,0-1 0-16,3 0 2 0,1 1 0 0,3-2-1 0,1-1-5 0,2 1-5 16,2-1-11-16,0 2-2 0,2 0-4 0,2 0-4 0,-1 0-2 0,4 0-2 15,-2 1-5-15,2 0-6 0,2 0 3 0,-1 2-10 0,1 1 6 16,1 1 1-16,-1 2-4 0,1 1 4 0,-2 0-9 0,0 1-3 0,1 1 0 15,-2 0 0-15,2 0 9 0,1 1 0 0,-1-1-2 0,1 0-1 16,0 0-7-16,-2 0 2 0,1 1 4 0,-2 0 1 0,2-1-2 0,0 0-2 16,-1 0-4-16,0 0 0 0,-1-1 3 0,-2 1 5 0,1 0 0 0,-4 1 0 15,2-1-2-15,-3 0-5 0,0 1 4 0,-1 0-1 0,-1 1 2 16,-3-1 1-16,0 1 1 0,-2 0-1 0,1 1 1 0,-2 0 2 0,0-1-1 16,-3 0 0-16,-2 0 0 0,-4 1-3 0,-1 0-1 0,-2 0 6 0,0-1-2 15,-2 1 3-15,-2-1-3 0,-2 1 5 0,-1 0-3 0,-1 0 2 16,-2 0 1-16,-2 0-3 0,-2 0 7 0,-3 1-7 0,0 0-1 0,-3 0-4 15,-2 1-3-15,-3 0 1 0,-2 1 2 0,0 0-2 0,-3-1 0 16,-3 1-2-16,0-1-2 0,-3 1 0 0,-2-1-4 0,0-1 5 0,-2 1-4 16,-3-1 5-16,-2 1 5 0,-2 0-4 0,0 1 5 0,-3-1-3 0,2 0-2 15,-2 0 1-15,-2-1 0 0,-1 1 2 0,-2-1 3 0,-2 1 1 16,-2-1-2-16,0 0-1 0,-2-1 2 0,-1 0-2 0,-2 0 3 0,0 0-1 16,0 1 0-16,-1-2 0 0,-1 1 2 0,-1 0 1 0,0-1-8 0,0 0 4 15,-1 0-7-15,0 1 1 0,-1-1 8 0,0 1-10 0,-2-1 5 16,1 0-4-16,0 0-4 0,-1 1 6 15,0-1-1-15,0 0-1 0,-1 0 1 0,0 0 5 0,1 1-2 0,-1-1 1 0,0 0-2 0,-1 0 4 16,1-1-1-16,0 1-7 0,0 0 4 0,0 0-3 0,-1 0-6 0,0 0 7 16,1-1 3-16,0 1-10 0,0 0 2 0,0 0 3 0,0 0-8 0,-1 0 2 15,0-1 2-15,0 1-4 0,1 0 1 0,0 0-10 0,-1 0-4 16,0 0-6-16,1 0-10 0,-1 0-2 0,0 0-14 0,0 0-13 0,1-1-15 16,-2 1-16-16,0 2-17 0,0-1-23 0,-3 1-33 0,1 1-33 0,-2 0-24 15,-2 1-13-15,-1 3-21 0,-3 2-150 0</inkml:trace>
  <inkml:trace contextRef="#ctx0" brushRef="#br0" timeOffset="211428.5">5140 1832 891 0,'-12'-16'322'0,"2"2"-335"0,0-1 68 16,-1-3-31-16,2-2-9 0,-1-1-13 0,4 2 0 0,5 2-3 0,3 3 1 15,2 1-5-15,4 1-6 0,1 0-10 0,3 2-12 0,3 0-14 16,3 2-8-16,2 0-8 0,3 1-1 0,2-1 3 0,1 0 1 0,3 0 12 15,-1 0 8-15,3 0 10 0,-1 0 12 0,0-1 5 0,-1 0 7 16,1 0 3-16,-3-1-2 0,2 1 3 0,-2 0 1 0,0-1 2 0,0 0 10 16,-2-1 9-16,1 1 5 0,0-1 8 0,0 1 3 0,-1-1 3 0,1-1-4 15,1 0 3-15,0 0-2 0,2 0-5 0,0-1 3 0,2-1-7 16,0 1-1-16,-14 6 16 0,2-1-3 0,1 2-1 0,3-1 12 0,0-1-12 16,4 0-3-16,1 0-3 0,2 0-15 0,1 0-10 0,2 0 0 0,1 2-2 15,5-1 3-15,0 1-4 0,4 0-3 0,0 1 0 0,3 0-3 16,1 1 0-16,1 1 10 0,0 2 1 0,1 0-3 0,0 1 6 0,0 1-19 15,0 2 0-15,1 0-1 0,45 7-28 0,-5 1 13 0,-9 1-1 16,-6 3-1-16,-8 1 25 0,-7 0-2 0,-9 0 4 0,-6 1 0 0,-4 1 2 16,-2 1-1-16,-1-1 2 0,1 3 0 0,-3 0-4 0,-1 1 1 0,-1 2-2 15,0 1 0-15,-2 2 2 0,0 1-4 0,-3 1 5 0,1 1-2 16,-3 1-1-16,0 1 1 0,-3 0-1 0,0 1 0 0,-2 2-6 0,-2-1 2 16,1 6-10-16,11 27 1 0,-7-9 9 0,-7-8-3 0,-9-15 9 0,-1 0 1 15,-2-1-2-15,-2 0 0 0,-1 0 0 0,-2-1-3 0,-2 0 2 16,-1-3 3-16,-2-1-2 0,-2 0 3 0,-3 0-4 0,-1 0 0 0,-3-1 5 15,-3 0 0-15,-3 0 1 0,-2-1-6 0,-4-1 1 0,-1 0 2 16,-2-2 0-16,-2 1 7 0,-3-1 1 0,-2-1 0 0,-2-2 2 0,0-1-1 16,0-2 2-16,-1-1 3 0,0-2 1 0,-1-1 0 0,0-4 2 0,1 0 4 15,-2-1 0-15,1-3 3 0,-1 1-4 0,0-3 2 0,1-2 4 16,0-1 0-16,0-2 3 0,-1-3-3 0,0 0-4 0,2-2 0 0,1-2-3 16,-1-1-2-16,2-2-1 0,0 0 2 0,1-2-2 0,1-1 3 0,0-2-3 15,3 0-2-15,-2-4-2 0,4-1-1 0,0 0-5 0,3-2 0 16,3-1-2-16,0 2 1 0,3-3 1 0,0 0-8 0,0 0 2 0,3-2-3 15,-2 1 0-15,3 1-2 0,2 1 4 0,2 2-5 0,2 0 3 16,1 3 0-16,1 1-3 0,1-1-4 0,3 3-4 0,0-1-2 0,1-1-7 16,1 1-8-16,1 2-10 0,2-1-16 0,1 3-22 0,2 1-17 0,1 1-17 15,0 2-8-15,2 0-5 0,2 0-3 0,1 0-1 0,4 0 2 16,2 1 5-16,3 0 0 0,3 3 5 0,-1-2-6 0,1 2-24 0,2-1-108 16</inkml:trace>
  <inkml:trace contextRef="#ctx0" brushRef="#br0" timeOffset="211828.5">9725 2899 1738 0,'19'-19'-25'0,"12"1"33"15,13-2-7-15,9 6 4 0,6 4-5 0,4 1-2 0,4 2-1 16,4 1-1-16,3 3 3 0,2 1 0 0,4 4-2 0,2 1-5 0,0 3-7 16,3 2-6-16,0 2-4 0,2 0-9 0,2 0-6 0,0 2-8 0,0 0-1 15,-1 1 7-15,0-2 11 0,-1-1 15 0,1-2 3 0,0 0 7 16,-2 0 4-16,1 0 0 0,-2 0 2 0,1-1 1 0,0 0 0 0,-1-1 3 15,2-1 2-15,-1 0 0 0,3-1 1 0,0-1 3 0,3-1-3 16,0 0 2-16,1 0 4 0,2 0-5 0,1-1 3 0,-1 0-2 0,1 1 2 16,-1 0 2-16,1 0-2 0,2 0 1 0,-2 0-1 0,2 0-1 0,0 1-2 15,-2 0 8-15,2 1-3 0,-4 1-1 0,1 0 2 0,-2 1-13 16,1 1 0-16,-2 3 3 0,-1 1-2 0,0 1 0 0,0 3 0 0,0 0-7 16,-1 4-22-16,-2 2-66 0,-1 1-73 0,-2 3-70 0,-1 1-53 0,-2 5-241 15</inkml:trace>
  <inkml:trace contextRef="#ctx0" brushRef="#br0" timeOffset="-206367.24">11184 5255 569 0,'-7'-7'171'0,"0"0"-133"0,-2-1-15 16,3 4-15-16,1 1-9 0,0 0-9 0,2 0-4 0,1 1-8 15,2 0-8-15,0 0-4 0,1 0-7 0,1-1-8 0,1 0 4 0,2-1 5 16,0 1 11-16,2-2 15 0,2 0 9 0,1-1 12 0,0 0 8 16,4-2 11-16,2 0 10 0,2 0 5 0,1-2 3 0,4-1-2 0,3-1-7 15,1-1-3-15,4 0-7 0,3-2-3 0,2 0 3 0,6-1-2 0,4-1-3 16,4-1 2-16,4-3-4 0,6 2-4 0,1-2 2 0,6 0-3 16,5 0-3-16,3-1 2 0,4 1-2 0,5 1 4 0,4 0 2 0,4 0 1 15,7 2 5-15,1-2 1 0,5 1-2 0,4 1-3 0,5-1-8 0,4 1-4 16,3 2-2-16,4 2 0 0,3-2-4 0,1 2 0 0,5 0 1 15,1 0-4-15,1 1 1 0,1-1-4 0,2 2-4 0,1 2 4 0,1 1-4 16,-3 1 5-16,1 1-2 0,0 2-3 0,0 0 7 0,-3 3 1 0,2 1 1 16,-3 3 4-16,0 1 1 0,-2 3-4 0,-2 3 2 0,-2 1-2 15,-1 5-8-15,-3 2 7 0,-1 2-3 0,-6 2 0 16,-3 3-2-16,-3 4-3 0,-4 5 1 0,-4 4-5 0,-6 4 2 0,-6 1-2 0,-7 3-1 0,-5 3-1 16,-6 4 1-16,-5 1-3 0,-6 2 2 0,-6 2 6 0,-6-1-2 15,-6-1 8-15,-6 0 3 0,-6-4 3 0,-5-2 16 0,-4-3 7 0,-6-4 9 16,-4-2 11-16,-7 1 6 0,-5-1 5 0,-7-1 1 0,-7 2-4 15,-7-1-4-15,-7 0-10 0,-6 2-12 0,-8-2-5 0,-10 0-19 0,-6 1-22 16,-8-2-72-16,-7 0-183 0,-9-3-420 0</inkml:trace>
  <inkml:trace contextRef="#ctx0" brushRef="#br0" timeOffset="-186599.91">3312 5796 293 0,'3'6'18'0,"3"3"-5"0,0 4-3 16,4-1-2-16,0 1-1 0,-1 1-2 0,0-2-1 0,-1 0-1 0,-1 0-4 15,0 1-3-15,-1 0-3 0,0 2-7 0,-1-1-4 0,-2 3-5 0,0 0-2 16,-1 2 6-16,-3-1 2 0,0 0 8 0,-3 0 4 0,-1-2 2 0,-2 2 3 16,-2-2 2-16,0 0 4 0,-5-1 3 0,-2 1 3 0,-2 0 1 15,1 0 2-15,-2-1 5 0,-1-1 3 0,2 0 9 0,-3-2-1 0,1-1 8 16,0-1 2-16,-2-1 0 0,1 0 2 0,-1-2-4 0,0 0 1 15,0-2-1-15,2 0 2 0,-2-1 3 0,1-1-5 0,0-1-1 0,-1-1-3 16,2-2-8-16,-1-1-1 0,1-1 1 0,0-2-4 16,1 1-2-16,2-2-1 0,0-1-4 0,2-1-3 0,-1-1-1 0,2 0-3 0,-1-1 0 15,2-2-1-15,0 1 0 0,1-3 0 0,-1-2-6 0,1 1 0 0,3-2-5 16,-1 0 3-16,1 0 0 0,2-1-2 0,0-1 0 0,2-3-4 0,0 1 2 16,2-3 1-16,0-1-1 0,1-1 0 0,2-1-1 0,0 1-2 15,1-2 6-15,1 0 1 0,1-1 3 0,1-1 1 0,1-1-1 0,2 2 7 16,0-2 4-16,2 0 1 0,2 0 6 0,1-1-4 0,1 1-2 15,2 0 3-15,0 0-3 0,0 1-5 0,3 0 0 0,2 1-2 0,-1-3-1 16,3 3-1-16,1-2-1 0,1 2-4 0,3 0 0 0,0 2-1 0,2 1 3 16,1 1-3-16,0 0-4 0,1 3 1 0,0 0-5 0,2 2 4 15,0 1 5-15,0 3 6 0,2 0-3 0,-2 2 7 0,3-1-8 0,0 4-1 16,-1 1 0-16,0 0-4 0,-2 3 1 0,2 2 1 0,0 2 3 0,2 2-2 16,0 1 1-16,0 2-2 0,1 2 0 0,0 1-1 0,0 2 0 15,0 3 1-15,0 0-1 0,-1 4-1 0,-1 1-4 0,1 1-2 0,-2 0-1 16,0 3 6-16,-1 1 9 0,-5 2-1 0,0 3 4 0,-2 1-6 15,0 2-2-15,-2 1-1 0,-4 1 0 0,0 2 1 0,-2 2-3 0,-2 2 1 16,-1-1 0-16,-1 2-1 0,-3-1-4 0,-3 0 3 0,0 0-1 0,-3 0-3 16,1 0 6-16,-3 0-8 0,-1-1 8 0,-1 1 2 0,-3-1-2 15,-1 2 7-15,-2 0-2 0,-1 0 0 0,-2 0 0 0,-3 1 0 0,-1 1-1 16,-4 1 3-16,-2-1-2 0,-2-2-4 0,-1 1-1 0,-3-1-1 0,-2 1 1 16,-2-1-1-16,-2-2-4 0,-1 1 6 0,-2-3-1 0,-1-1 3 15,-2-2 5-15,-2-1-6 0,-1-4 4 0,0-2 1 0,-1-3-1 0,0-4 7 16,-3-1-2-16,2-4 3 0,-1-4 5 0,-1-2 5 0,0-3 4 15,0-3 4-15,0-2 7 0,0-4 2 0,2-4-1 0,-2-2-3 0,2-2-6 16,1-3-15-16,1-2 2 0,3-2-5 0,1-4-7 0,-1-1-7 0,2-2-10 16,0-2-8-16,2 1-16 0,1-3-22 0,2-1-44 0,0 0-62 15,2-3-99-15,-1 1-383 0</inkml:trace>
  <inkml:trace contextRef="#ctx0" brushRef="#br0" timeOffset="-184800.25">10566 6503 141 0,'0'-10'-34'0,"1"-1"14"0,4-2 7 0,3 2 1 0,0 0-18 16,1 3-1-16</inkml:trace>
  <inkml:trace contextRef="#ctx0" brushRef="#br0" timeOffset="-184450.26">10752 6320 147 0,'0'-2'85'0,"1"-1"-6"16,0 0-10-16,-1 0-18 0,1 2-13 0,0 0-4 0,0 0-8 16,0 1-8-16,1 0-6 0,1 0-4 0,-1 1 3 0,2 1-1 0,1 0 3 15,0 1 0-15,2-1 3 0,0 1 3 0,1-2 5 0,1 2 6 0,2-2-2 16,-1 1 3-16,3 0-1 0,2-1 2 0,2 1-1 0,3-1 1 16,2 0-2-16,3-1-4 0,0 1 1 0,1-1-5 0,0 0 2 0,4 0-1 15,-1 1-3-15,2-1 1 0,2 1-1 0,1 1-3 0,0 0 0 16,3-1-1-16,-2 2-3 0,2-2 1 0,2 0 0 0,0 1 1 0,-1 0 6 15,3 0-1-15,1-1 2 0,-1 1 3 0,3 0-4 0,-2 0 2 0,0 2 1 16,1-1-3-16,2 1 1 0,0 0-4 0,0-1-3 0,2 1 6 16,0 0-4-16,0 0 1 0,1 2 2 0,2-1-7 0,1 1 0 0,0 1 3 15,-1-1-6-15,1 0 3 0,-2 1-1 0,4-1 3 0,-1 0 3 16,0 0-6-16,1 0 6 0,0 0-3 0,0 1 2 0,1-2 2 0,1 1-3 16,0 0 1-16,1 0 0 0,-1-1 0 0,0 1 3 0,1-3 0 0,2 1 0 15,-1-1-2-15,1 0-2 0,1 0-5 0,0 0 0 0,2 0 0 16,0 0-1-16,0 0-2 0,1-1-4 0,1-1 1 0,1 1 1 0,1-1-1 15,0 0 1-15,1-1-1 0,2 0 0 0,0-1-4 0,-2 1 2 0,1-1 1 16,-2 2-1-16,1-1 2 0,1 0 1 0,0-1-6 0,-1 1 1 16,-1 0-4-16,2 1-1 0,-2 1 3 0,1 0-6 0,1 1-11 0,-1 1-14 15,0 2-27-15,1 2-29 0,0 0-37 0,-1 2-46 0,3 3-51 0,1 3-50 16,0 3-32-16,4 3-203 0</inkml:trace>
  <inkml:trace contextRef="#ctx0" brushRef="#br0" timeOffset="-176632.17">11883 5146 973 0,'-3'-25'44'0,"1"2"9"0,2-7-10 0,4 6-8 0,1 6-11 0,2-1-13 15,2 1-5-15,0 2-1 0,1-1-2 0,3 1-1 0,1 0-3 16,1 1-2-16,1-1-2 0,0 1-2 0,2 1-3 0,1 1 0 0,-1-1 6 16,1 0 0-16,-1 0 3 0,0 0 0 0,1 1-2 0,1-1 2 15,1-1 2-15,1-1 2 0,2 0-2 0,0-2-1 0,3 1 3 0,-1 2 0 16,3-1 6-16,1 1-2 0,3-1 3 0,3 1 1 0,4-1-2 0,3-1 5 15,4-1 1-15,4 2-1 0,4 0 3 0,3 1-4 0,4 1-4 16,3 3-2-16,4 0-2 0,3 1 1 0,2 1 0 0,3 1 4 0,3 2 0 16,3 1-3-16,4 1 2 0,1 1-7 0,4 0 1 0,3 3 4 0,2 0-4 15,2 0-3-15,3 1 4 0,2 2-6 0,5 0 5 0,0 1 5 16,3 1-6-16,0 1 4 0,3 1-3 0,1 0-3 0,2 1 4 0,4-1 2 16,-2 1 1-16,4-2 2 0,-2 2-2 0,-1 0-4 0,1 1-1 15,-1-1 4-15,-2 0 3 0,-3-1 1 0,-3-2-2 0,-3-1 2 0,-1 2-7 16,-2 2 1-16,2 3-4 0,-2 2-5 0,1 3 4 0,-2 0-7 0,-1 2 4 15,-5 2-2-15,-4-1-1 0,-5 5 1 0,-5-1 0 0,-4 0-1 16,-3 2 2-16,-5-2-3 0,-3 2-4 0,-4 0 3 0,-4 1 0 0,-3 0 4 16,-2 0 3-16,-5 1-4 0,-3 0 2 0,-4 0-1 0,-3 1-2 0,-4 0 1 15,-5 0 0-15,-2 0 1 0,-7 2 2 0,-3 1-4 0,-6 2 3 16,-5 0-1-16,-4 2 1 0,-3 1 4 0,-4 3 0 0,-3 2 4 0,-4-1 1 16,-4-1-4-16,-5 1 1 0,-4 0-5 0,-3 1-2 0,-6 1-2 15,-3-2-2-15,-5 0 3 0,-4 1 1 0,-5 0 0 0,-6-2 1 0,-2 0-2 16,-6-2-2-16,-1 1 6 0,-4-2 4 0,-4-1 2 0,-3 1 1 0,-3-4-2 15,-3 0-4-15,-1-2 0 0,-2 2 0 0,-2-2-2 0,-1 1 3 16,-4-3-6-16,-2 2-2 0,-4-1 1 0,0 0 1 0,-3-1 5 0,-2 0-1 16,-2-2 0-16,-1 0-5 0,0-2 0 0,-2-2 0 0,1-2 3 0,2-1 3 15,0-3 0-15,0-2 1 0,0-1 1 0,-1-3 2 0,-2-3-1 16,0-3 2-16,-3-4-1 0,-3-4 0 0,-2-3 2 0,-3-4-1 0,-3-2 5 16,-1-3-1-16,-3-2-1 0,0-2-1 0,-4-2 0 0,0-2 1 15,-2-2 2-15,-1-2 1 0,2-1 1 0,-2 0-8 0,-2-1 6 0,-1 1-4 16,0-3-2-16,0 2 5 0,3-3-9 0,2 0-2 0,3 0-3 0,5 0-14 15,5-1-45-15,4-1-66 0,4-3-63 0,5-2-97 0,3-1-183 16</inkml:trace>
  <inkml:trace contextRef="#ctx0" brushRef="#br0" timeOffset="-172982.35">2388 5669 240 0,'2'-18'9'0,"1"0"7"16,2-5 1-16,3 2-4 0,2 2 1 0,3-2-1 0,2-1-2 16,1 1 1-16,1-2 0 0,4 2-2 0,1-2-4 0,2-1-2 0,2 1-1 15,-1-2 0-15,3 1-1 0,1 3 2 0,-1-1-1 0,5 3-2 16,0-2-1-16,0 1 0 0,1 0-1 0,-3 2 2 0,2 0-1 0,-1 2-3 16,0 2 2-16,1 0-2 0,1 1 2 0,-2 0-1 0,3 1 0 0,-1 3 1 15,0 2 4-15,2-1-1 0,-1 3 2 0,1 1 0 0,0-1-3 16,1 4 1-16,0-1-2 0,0 2 0 0,-1 1 0 0,-1 2-1 0,0 0 1 15,0 1-2-15,-2 1-1 0,1 2 2 0,-2 2 1 0,-3 0 1 0,0 4 1 16,-2 1 4-16,-2 1 0 0,0 0 0 0,-2 3 3 0,-1 0 7 16,-1 2 6-16,-2 0 7 0,-3 1 1 0,-3 3-1 0,-2-1-3 0,-2 4-3 15,-2-1-1-15,-2 2-4 0,-2-2-1 0,-3 2-4 0,-1-1-3 16,-2 1 2-16,-2 3-4 0,-4 0 2 0,-2 2-1 0,-4 3-4 0,-4-2-2 16,-4 2 0-16,-3 0 3 0,-4-1-1 0,-1 2 4 0,-4-1-3 0,-2 1 0 15,-3-2 1-15,-3 0 1 0,0-1 1 0,-2 1 1 0,0-3 0 16,0-2-2-16,0-1 2 0,-1 0 0 0,2-3-1 0,0 0 2 0,-1-2-2 15,0 0 0-15,2 0 1 0,1-3-2 0,0 0-1 0,3-2 1 0,2-3-2 16,2 0-3-16,4-1 0 0,2-1 2 0,3-1-4 0,3 0-9 16,0-2-38-16,4-1-52 0,2 0-75 0,4-3-249 0</inkml:trace>
  <inkml:trace contextRef="#ctx0" brushRef="#br0" timeOffset="-122879.05">5269 6885 1017 0,'-1'-2'-17'0,"0"0"-27"0,-1-1-26 0,0 1-27 0,-1 1-5 0,-1 0 9 0,0 1 13 16,-2 0 20-16,0-1 21 0,-1 0 19 0,-2-1 14 0,1 0 13 15,-1-2 14-15,-1-1 15 0,0-1 20 0,1-1 12 0,-1-1 9 0,2-1 4 16,1 0-2-16,-2-1-4 0,1 1-5 0,0 0-11 0,0-1-6 0,0 0-6 16,1 2-2-16,0-1-6 0,1 1-6 0,1 0-8 0,-1-1-7 15,3 1-6-15,0 0-4 0,1 0-1 0,1 0-4 0,0 1 3 0,0 2 0 16,1-2-2-16,1 0 2 0,0-1-4 0,3 0 4 0,-1 0-4 0,3-1 0 15,1 0 1-15,2-1-4 0,3 0-1 0,0 0 4 0,3 0-2 16,-1 1 0-16,3-1 1 0,3 2-1 0,0-2 2 0,2 1 3 0,4-1 0 16,-1 1-1-16,3 0-1 0,-2 0 3 0,3 2-1 0,1-2 3 15,2 0-2-15,2 0 1 0,3 0 1 0,1 0-4 0,2 1 3 0,1 1 1 16,2-1-3-16,0 0 10 0,2 1-3 0,1-1 3 0,2 0 7 0,2 1-4 16,2 0-5-16,-1 1 1 0,0 1-2 0,1-1 2 0,1 1 4 15,0 0-4-15,0 1 2 0,0 1-3 0,-1 0 3 0,-3 2-1 0,2 0-4 16,-2 0 3-16,1 1-2 0,0 1 0 0,-3 0 2 0,0 2-6 0,0 1-1 15,-1 1-4-15,0 2-3 0,-3 0 4 0,0 0 6 0,-1 2 4 16,-2 1-4-16,-1 1 2 0,0 2-9 0,-2 1 0 0,0-1 3 0,-1 3-3 16,-3 1 1-16,-2 0 0 0,-3 1 0 0,-1 1 0 0,-2 0 3 15,-1 1-3-15,-2 3-2 0,-3 0 1 0,0 1-2 0,-2 1 1 0,-3-1 0 16,-2-1 0-16,-1 1 0 0,-2-1 0 0,-1 2-1 0,-2-1 2 0,-2 1-2 16,0 0 4-16,-3-1-2 0,-2 0 1 0,-1-1-4 0,-3-1-1 15,-1 0 7-15,-3-1 0 0,0 1 7 0,-4 0 2 0,-2-3-5 0,-2 1 1 16,-3 0-4-16,-1-2-2 0,-3-1-2 0,-3-1 4 0,0-2-4 0,-2-1-2 15,1 0 6-15,-2-1-4 0,-3-1-1 0,-2 0 1 0,-2-2-3 16,-1 2 4-16,-1-2-4 0,0 0 3 0,0 0 1 0,-3-2-1 0,2-1 4 16,-1-1-1-16,0-2-1 0,1 0-1 0,0-1 3 0,1 0-2 0,3-1-3 15,1 0 3-15,2 0-3 0,1-2 1 0,0 0 0 0,2-1-2 16,4 1 2-16,1 0-3 0,4-1-1 0,0 1-1 0,1-1 1 0,2 1-3 16,0 0 4-16,2 1-3 0,3-1-8 0,2 1 1 0,0-1-7 15,0 0-4-15,2 1 1 0,1-1-8 0,2 1-7 0,0-1-19 0,3 0-15 16,-1 0-16-16,2 0-19 0,1 0-9 0,1 0-13 0,1 0-12 0,2-1-5 15,2-1-10-15,1 0-10 0,3-2-1 0,1 0-3 0,4-2-147 16</inkml:trace>
  <inkml:trace contextRef="#ctx0" brushRef="#br0" timeOffset="-122296.06">8304 7268 1902 0,'-1'-29'116'0,"3"3"-78"0,4-4-38 0,7 11-20 0,1 6-9 16,4 2-14-16,3 1-8 0,0 3-12 0,2 1-15 0,1 3-21 15,-2 2-20-15,1 3-15 0,-4 4-1 0,1 2 7 0,-1 3 18 0,0 1 19 16,-1 2 18-16,3 0 25 0,0 0 18 0,-1 0 16 0,3-1 10 0,-2-1 6 16,3-2 4-16,0 0 6 0,1-2 2 0,1 0 7 0,1-3 3 15,2 0 4-15,1-1 5 0,2-2 3 0,0-1 2 0,2-1 6 0,1-1 4 16,2-1 0-16,0-2 0 0,0 1 1 0,0-2-4 0,-1-1 2 0,1-2-1 15,-2 0 2-15,0-1-1 0,0 0 3 0,-2-1 5 0,0 0-5 16,-2 0 2-16,1-1-1 0,-2-1-8 0,2 1-1 0,-3-2-7 0,1 2-8 16,-3-1-1-16,2 0-6 0,0 1-1 0,0-1-1 0,-1-1-2 15,-2 1-5-15,-1 0-1 0,-4 1 4 0,0-1-2 0,-1 0 6 0,-3 0 4 16,1 0-2-16,-2 1 1 0,-3-2 4 0,-1 0-7 0,-1 0 7 0,-2 1-2 16,0 0-1-16,-2-1-1 0,-2-2-8 0,-1 0-5 0,-2 0 2 15,-1-2 1-15,-3-1-4 0,-1-2-2 0,-3 0-5 0,-3-2-6 0,-2-1-2 16,-3 0-2-16,-3-2-5 0,-4-1-6 0,-2-3 3 0,-2-1 4 0,-5-3-2 15,0 2 4-15,-6 0 2 0,-2 0-2 0,-2-1 6 0,-3 0 1 16,0 0-5-16,-2 1-1 0,-2 0 10 0,-2 1 2 0,1 0 10 0,0 3 2 16,-1 1-12-16,0 3 2 0,-1 1-3 0,1 3 0 0,-1 2 0 15,0 6-4-15,0 1-1 0,-1 4-5 0,2 4-9 0,-2 3 5 0,0 3-9 16,0 4-1-16,0 4-1 0,0 3-7 0,3 5-7 0,0 3-7 0,1 3-16 16,1 5-24-16,1 1-30 0,2 4-31 0,2 3-39 0,0 4-52 15,1 4-44-15,0 5-56 0,-2 3-34 0</inkml:trace>
  <inkml:trace contextRef="#ctx0" brushRef="#br0" timeOffset="-113346.05">2400 2740 1012 0,'-35'-10'-108'0,"0"4"215"0,-7 0-94 0,13 9-2 16,9 2-5-16,5 4-3 0,1 2-2 0,0 4-1 0,-1 3-3 0,0 6 0 15,1 5-3-15,-2 6-3 0,-1 4-3 0,-2 6-2 0,-4 4-1 16,-1 2-1-16,0 6 1 0,-3 4-2 0,1 3 17 0,-4 3 2 0,-1 3-1 16,-2 4 4-16,14-37-11 0,-3 10-2 0,-2 1 5 0,-4 11-1 0,-2 1 5 15,-5 12 1-15,-2 2 2 0,-3 12 4 0,0 1-5 0,-2 3 0 16,1 1-3-16,-1 3-1 0,1 0-1 0,2 2 1 0,0-2 2 0,0 3-2 15,3-1-5-15,0 2 4 0,4 1 3 0,16-48 26 0,-1 6 8 0,0 1-6 16,-1 7-5-16,0 0-15 0,0 7 1 0,0 1 4 0,-1 8 26 16,2 1 15-16,-3 7 4 0,2 2-3 0,0 8-22 0,0 0-30 0,-1 7-6 15,3 2-8-15,0 7 17 0,0 0 3 0,2 1-3 0,1 2 6 16,3-1-33-16,1 1 20 0,1 0 3 0,1-1 5 0,3 0 12 0,2-2-14 16,2-1-5-16,1-2 5 0,3 0 7 0,2-3 0 0,2-2 8 15,1-2-2-15,2-1-3 0,3-5 1 0,4 3-44 0,17 81-1 0,5-20 6 16,2-19 7-16,0-16 50 0,2-16 5 0,-4-14 4 0,0-14 2 0,-5-17 4 15,2-3-4-15,1-1 5 0,1-3-4 0,1-4-1 0,1-1 2 0,3-4-10 16,0-3 0-16,3-3-11 0,0-4-24 0,7 2-3 0,38 23 3 16,-9-17-1-16,-12-15 22 0,-18-13 1 0,2-2-1 0,1-4 4 0,1-1-2 15,0-3 1-15,-1-2-3 0,1-2-5 0,1-3-5 0,-1-2-5 0,-1-1-2 16,-1-2 1-16,-2 0 3 0,2-3 6 0,-3-1-1 0,0-1 1 16,-1-2-2-16,-3 0-1 0,-1-1-2 0,-2-1 1 0,-2-1-2 0,-3 1 2 15,-1-1-2-15,-4 0 4 0,1 0-8 0,-3 0 1 0,-1 2 0 16,-4-3-8-16,-2 1 4 0,-4 0-2 0,1-1-2 0,-1 1 3 0,-2 1-5 15,-1-1-4-15,-1 0-2 0,-4 0-8 0,-1-1-5 0,-1 1-9 0,0-2-15 16,-2 1-21-16,0-2-55 0,-1 1-40 0,-1-1-44 0,0-3-39 16,-1 0-6-16,-2-2-21 0,0-2-28 0,-1-2-174 0</inkml:trace>
  <inkml:trace contextRef="#ctx0" brushRef="#br0" timeOffset="-113012.05">2906 8778 547 0,'-20'-9'61'0,"-1"0"-6"0,-2-2 3 0,8 3 7 0,4 2-1 0,3 0-7 16,1 1-8-16,3 0-12 0,2 1-12 0,2 2-15 0,2 1-7 0,1 0-2 15,3 1-1-15,3 0 0 0,0 0 3 0,3 1-1 0,2 0 2 0,4 1 1 16,2 0-2-16,1 0-2 0,4 0 0 0,1 1 0 0,4-1 1 16,0-1 0-16,4 0-4 0,-1-1 1 0,3-1 0 0,2 1 0 0,1-1 4 15,2-1-1-15,0 0-2 0,2 0 2 0,3 1-1 0,0-1 3 16,0 1-2-16,0-1 6 0,1-1 6 0,0 1 1 0,-1-1 8 0,1 0 6 15,1 1 6-15,-2-2 17 0,0 0 13 0,-2-1 5 0,1 2 0 0,-3-1-5 16,-1 1-10-16,-2 1-4 0,-3-1 1 0,-1 2-7 0,-2-1-2 16,-2 2-2-16,0 1-6 0,-4 1-4 0,-1 1-6 0,-1 1-5 0,-4 1-4 15,-1 1-4-15,-1 3 1 0,-4 1-4 0,0 2-3 0,-2 3 0 0,-3 2-4 16,-3 2 2-16,-2 3-1 0,-3 3-8 0,-3 2-1 0,-3 5 3 16,-5 0-4-16,-3 5 9 0,-4 3-1 0,-2 0-8 0,-4 2 3 0,-3 3-1 15,0 1-2-15,-2 1-3 0,-1 1-5 0,-1 1-12 0,1-2-6 16,0 1-7-16,3-3-11 0,3 0 0 0,3-5-15 0,5-3-21 0,4-1-23 15,6-6-39-15,6-2-22 0,6-4-23 0,9-4-33 0,9-5-162 0</inkml:trace>
  <inkml:trace contextRef="#ctx0" brushRef="#br0" timeOffset="-112446.04">12667 6364 422 0,'32'1'22'0,"7"0"11"0,16 0 4 0,5 1 7 0,4 1-3 0,6-2 0 16,7 0-1-16,6 0-6 0,8-1-4 0,6-2-9 0,6 1 3 0,3-2-4 15,4 1-2-15,1-1 7 0,2-1 0 0,3 0 10 0,-2-1 15 0,0-1 13 16,1-1 12-16,-2-1 15 0,2 1 10 0,-2-1 1 0,-1-2 3 16,1-1-7-16,-3-1-4 0,0 1-6 0,-2-1-7 0,-2 2-7 0,-3-1-7 15,-2 1 0-15,-1 0-7 0,-3 1-4 0,-2 1-5 0,-2 1-7 16,-6 0-3-16,-3 2-5 0,-3 1-6 0,-5 1-2 0,-3 1-2 0,-4 2-4 15,-6 0-1-15,-6 2-9 0,-5 1 0 0,-4 1-6 0,-5 0-5 0,-5 1 3 16,-4-1-5-16,-8 1 1 0,-2 0-1 0,-4 1-6 0,-7-1 1 16,-1 0-3-16,-4 0 1 0,-3 0-3 0,-1 0-1 0,-2-1-1 0,-2 1-9 15,-1-1-3-15,-1 1-5 0,-2-1-25 0,-1 0-32 0,-3 1-39 16,-3 1-43-16,-3 0-45 0,-5 1-39 0,-3-1-35 0,-5 1-66 0,-5-1-217 16</inkml:trace>
  <inkml:trace contextRef="#ctx0" brushRef="#br0" timeOffset="-111346.05">5316 9615 1200 0,'-9'-9'25'16,"2"2"11"-16,1-1-5 0,5 4-15 0,3 2-6 0,2 0-2 0,2 1-6 15,1 0-7-15,2 1-3 0,2 1-3 0,1 2-4 0,2 3-1 16,3 1 3-16,2 3 0 0,1 0 3 0,3 2 1 0,1 2 0 0,2 0 2 16,1 0 3-16,-1-1-7 0,2 1 3 0,-1 1 5 0,1-1-3 15,1-2 15-15,2 0 0 0,0-1 1 0,3-1 4 0,1 0 2 0,3 0 4 16,2-2 3-16,2 1 9 0,2-1 7 0,0-2 8 0,0 0 9 0,1-1 3 16,1-1 0-16,-1-1-1 0,0 0 5 0,0-1-1 0,1 0 4 15,-2 0 0-15,-1-1-4 0,-1 1 0 0,0 0 1 0,-3-1-5 0,0 0-2 16,-3 0-6-16,-1 1-9 0,-1-2 0 0,-2 2-10 0,1 0 0 0,-4 0-7 15,1 0-18-15,-2 1-1 0,-1-1-7 0,-3 2-1 0,0-1 6 16,-1 2-7-16,-2 0-4 0,-1 1-9 0,-1 0-4 0,-4-1-8 0,-1 1-13 16,0-1-22-16,-4-1-35 0,1 1-49 0,-2 0-52 0,-3-1-67 15,1-1-46-15,-1 0-61 0,0-1-242 0</inkml:trace>
  <inkml:trace contextRef="#ctx0" brushRef="#br0" timeOffset="-110079.04">10376 8399 2172 0,'-19'-26'64'0,"2"3"-44"0,0-2-29 16,7 11-13-16,6 8-25 0,3 3-26 0,1 2-27 0,2 1-17 0,-1 4-6 15,1 3 15-15,-2 4 11 0,-2 3-8 0,0 4-29 0,-3 2-22 0,-1 1-5 16,1 2 20-16,-1 2 32 0,0-1 37 0,1 1 30 0,-1-2 20 16,0-3 20-16,0-1 11 0,-1-1 10 0,0-3 13 0,-1 0 14 0,1 0 14 15,0 0 10-15,1-1 0 0,0 2-3 0,0 1-7 0,0 2-11 16,0-1-4-16,1 3-4 0,0 1 0 0,0 0 9 0,1 1-5 0,-1 2 5 15,0 3-1-15,0-1-9 0,0 5 2 0,0 1-1 0,0 2-10 0,0 2-3 16,0 1-5-16,-1 0-4 0,1 0 0 0,1 2-1 0,0-2-2 16,0-2-1-16,1 2-1 0,1-1-3 0,1 2-1 0,0-1-8 0,0-2-2 15,1 2 11-15,0-2 1 0,1 2 6 0,0-2-1 0,1-3-6 16,-1-1-7-16,1-1 5 0,1-2 5 0,-1 0-5 0,0 0 9 0,1-4-4 16,-1-1 0-16,0-3 4 0,2-1 4 0,-2-2-3 0,2-2-1 0,0 0 0 15,0-3-2-15,2 2 2 0,-1-2 0 0,-1 0 3 0,2-1 1 16,-1-1-4-16,1-1 3 0,0 1-8 0,-1-1 2 0,0-1 4 0,0 0-3 15,1-1-2-15,0-3-4 0,1 3-1 0,0-2 7 0,1 0-3 0,1 0 5 16,2-1-1-16,1-1-8 0,1 0 3 0,0-2-3 0,3 0 0 16,3-1 3-16,-1-1 1 0,2 0-5 0,0-2 1 0,0 0-4 0,1-1 1 15,3 0-2-15,-1-1-1 0,3-2 2 0,1 1-4 0,0-2 2 0,1 1 5 16,0-1-9-16,1 2 5 0,1-3-1 0,1 1-4 0,-1-2 12 16,2 1-4-16,-1-1 1 0,1 1 1 0,0-1-4 0,2 2 4 0,2-3 2 15,0 1-2-15,2 0-2 0,-1 1 0 0,1-1-4 0,-1 2 5 16,1 0 3-16,3 0-6 0,0 1-7 0,0 0-1 0,0 0 2 0,1 0 2 15,0 1 10-15,0-1-5 0,2 0-1 0,0 0 0 0,2 0 0 0,3-1 3 16,-2 1-2-16,-1 0-1 0,2 0 1 0,0 0-3 0,2 1-1 16,-2 0 4-16,0-1-1 0,1 1 3 0,0 0 1 0,1 1-1 0,1-1 0 15,0 1-1-15,1 0 4 0,0-1-8 0,-1 1 0 0,2-1 2 16,0 2-6-16,1-1 1 0,0 1 0 0,1 1-4 0,-1 1 6 0,-1 0-2 16,2 0-2-16,-1 2 1 0,0-1 1 0,0 1-3 0,-2 1 1 0,1 0 2 15,0 1-3-15,0 0 1 0,0 0 1 0,-1 1-4 0,1 1 2 16,-2 1 4-16,1-2-2 0,-1 1-1 0,0 1-1 0,-1-2-4 0,0 2 9 15,0-1 0-15,-1-1-1 0,0 0-4 0,1 0-5 0,-1-1 6 16,0 1-1-16,-2-1 8 0,1-1 0 0,0 0-5 0,1 0 0 0,-2 0 0 16,-1 0 3-16,-1 0 0 0,0-1 0 0,1 1 1 0,-1-1-3 0,-1 1 1 15,1 1 6-15,-2 0-5 0,-1-1-5 0,2 1 4 0,-2 1-4 0,1 1 4 16,0 1 0-16,1 0-4 0,-3 0 7 0,-1 1-5 0,1 1 1 16,-1-1-1-16,1 0-1 0,-1 1-1 0,0 1 9 0,-1-1-6 0,1 1-6 15,0 0 4-15,-2-1 1 0,2-1 0 0,-2-2 1 0,3 1 1 16,0 0-5-16,-1 0 0 0,2-1 3 0,-2-1 1 0,1 0 1 0,2-1 1 15,-1 0 7-15,0-1-7 0,2 0 5 0,1-1 5 0,-1-1-7 0,0-1 4 16,0 1 1-16,2-2-2 0,0 0 2 0,1 0 2 0,0-1 0 16,1 0 2-16,-1 0 1 0,1-1 1 0,0 0-4 0,0 0 5 0,-1-2 1 15,0 1-4-15,-1 0 0 0,-2-1 2 0,1 0 5 0,-2 0 0 0,-1-1-2 16,1 0 4-16,-4 0-7 0,-2 1-2 0,0-1 1 0,-1 1-6 16,0 2-1-16,-3-2-1 0,0 1-2 0,-2-1-3 0,-1 1-3 0,-3 1 2 15,-1-1-2-15,-3 1 0 0,-1 0 2 0,-1 0-1 0,-3 1-1 16,-2 0 4-16,-1 0-4 0,-2 0-5 0,-2 0 8 0,0 1-10 0,-2 1 2 15,-1-1-4-15,-2 1-5 0,-2 0-4 0,-1 0-5 0,-2 0-6 0,0 2-8 16,-2-2-19-16,-1 1-4 0,0-1-17 0,-2 0-14 0,-1 0-14 16,-4-1-32-16,-4 0-13 0,-3-2-17 0,-6-1-30 0,-6-2-11 0,-3-1-8 15,-7-2 3-15,-3-3 14 0,-3-2 30 0,-3-2 18 0,-4-2 12 0,-1-1 6 16,-5-2-24-16,-6-3-109 0</inkml:trace>
  <inkml:trace contextRef="#ctx0" brushRef="#br0" timeOffset="-109761.42">10867 7985 1873 0,'-9'-12'2'0,"2"3"-73"0,2-2-39 0,7 9 0 0,7 3 8 0,4 1 19 16,5 3-10-16,5 2-40 0,3 1-32 0,0 4-19 0,1 2 5 15,-1 2 21-15,1 1 13 0,2 2 10 0,4-1-51 0</inkml:trace>
  <inkml:trace contextRef="#ctx0" brushRef="#br0" timeOffset="-109328.42">11443 8188 283 0,'37'4'165'0,"4"-1"-25"0,12 1-6 0,-4-2-7 15,-3-1-2-15,-1-1 0 0,3-1-4 0,1 0 3 0,2 0-13 16,2 0-7-16,1-1-8 0,1 0-12 0,2-1-5 0,3 1-8 0,0 0-6 16,2 0-5-16,3-1-9 0,-1 1-6 0,2 0-6 0,1 1-7 0,1-1 0 15,0 1 2-15,2 0 1 0,1 1-1 0,1-2-1 0,2 1 2 0,0-1-4 16,3 0-2-16,2 0-1 0,-2 0-6 0,0 0 1 0,0 0 2 15,0 0-1-15,1 0 0 0,-1 0-3 0,0 1-5 0,2-2 1 0,-2 0 4 16,3-1-5-16,1 0 6 0,-1 0-5 0,-1 1-4 0,0 0-1 0,-2 0-5 16,-1 0-4-16,2-1-2 0,-1 1 3 0,1 1 4 0,-1-1 0 15,-2 0-1-15,1-1 1 0,-2 2-8 0,0 0 3 0,1-1 4 0,-2 2-5 16,1-2 1-16,-3 2 4 0,-1-1-4 0,-1 1 3 0,-1-1 1 16,0 1-2-16,-1-1 3 0,-1 1 1 0,-3 0-4 0,0-1-2 0,-2 1 2 15,0 0-3-15,-1 0 1 0,-2 1 2 0,-3-1 2 0,-1 1-5 0,-1 0 6 16,0 0-5-16,0-1 4 0,-2 2 1 0,-3-1-8 0,-2 1 9 15,-2 0-7-15,0 1-1 0,-2-1 4 0,-3 2-6 0,-1 0 4 0,-4 0 0 16,0 1-3-16,-3 0 0 0,1 1 2 0,-2 1 0 0,-2 0 0 0,0 1 1 16,-3 1-5-16,-2-1 1 0,0 2 2 0,-2 0 3 0,-2 2-3 15,0 1-1-15,-1 1 0 0,-2 0-12 0,-2-1-1 0,-2 3 1 16,0 1 2-16,-1 1 10 0,-1 1 2 0,-2 1-1 0,-1 1-2 0,0 1 4 16,-2 2-3-16,-2 1-2 0,0 0 6 0,-2 2-6 0,-1 1 4 0,-2 4-1 15,0-1-2-15,-2 3 1 0,-1 0 0 0,0 0-2 0,0 1 2 0,-1 2 2 16,-1 2-6-16,0 1 6 0,-3 3-10 0,1 1 3 0,-2 1 6 15,-1 1-2-15,0 3 4 0,-2 1 0 0,-1 1-3 0,-1 2 4 0,0 0 1 16,-2 2-5-16,0 0 1 0,0 1-1 0,-2 1-3 0,-1 1 5 0,-2 3-1 16,0-2-2-16,-1 3 2 0,1 2-12 0,-1 1-20 0,-1 1-38 15,-1 2-73-15,-1 2-100 0,1 0-117 0,-1 5-130 0,0 3-87 0,-4 3-177 16</inkml:trace>
  <inkml:trace contextRef="#ctx0" brushRef="#br0" timeOffset="-95478.43">5840 7380 1312 0,'-13'-6'61'0,"1"0"-122"0,-2-2-10 0,3 3 20 0,3-1 36 0,-1 1 18 15,0 0-8-15,0 0-40 0,-3 1-36 0,1-1-23 0,-3 1-10 16,0-2 17-16,-1 2 13 0,-1 1 6 0,-1 0 5 0,-1 3 7 0,-3 1 17 15,0 3 19-15,-2 0 14 0,-3 2 11 0,-2 0 8 0,-1 0 2 0,-3 0 3 16,1 1 0-16,-2 0-2 0,-3-1-1 0,1 2-1 0,-3 1 2 16,0 0 7-16,0 1 10 0,-1-1 9 0,3 0 8 0,-1-1 0 0,3 1-4 15,0 0-5-15,1 1-7 0,3 0-3 0,0 1-2 0,1 0-5 16,0 1 1-16,0 2-1 0,0 1-1 0,1 0 2 0,1 1-3 0,-1 1 0 16,3 1-7-16,-1-1-3 0,3 2-5 0,-1 0 4 0,1 2-3 0,3 0 3 15,0 2-1-15,3 1-6 0,2 1-3 0,2 1-2 0,0 0 1 16,1 2-4-16,3 0-1 0,0 3-5 0,3 0-1 0,0 2-1 0,0-1 1 15,3 0 0-15,0-1-4 0,2 2 2 0,2-1 1 0,2 0 2 0,2 1 8 16,1-3 1-16,1 1 5 0,2-3 4 0,2 0 0 0,2-2 4 16,2-2 0-16,2-1 0 0,2-2 3 0,3-3 4 0,0 0 3 0,3-3 3 15,2-2 3-15,-1 0 2 0,4 0 1 0,0-1 4 0,3 0 1 16,2-2-1-16,2 1 0 0,2 0-1 0,2-1-3 0,1-1 2 0,3 0 0 16,1 0 3-16,1-1 1 0,1 1-2 0,2-2-1 0,2 1-3 0,2-1-2 15,0 1-2-15,3 0-5 0,0-1-4 0,3 0-5 0,0 0-1 16,2 0 0-16,2-1 4 0,2 1 1 0,1-1 0 0,1-1 0 0,1 1 4 15,1-1-2-15,1 0-4 0,1-2 0 0,2 1 1 0,-1-1 0 0,2 0 8 16,0 0 6-16,2-1 1 0,1-1 7 0,-2 0-3 0,2-1 3 16,-1 0 0-16,2-1 1 0,1 0 7 0,1 0 1 0,2-1 8 0,0-1 5 15,1 0-10-15,0 0 1 0,1-1-6 0,2 0-3 0,0-1 8 16,3-1-4-16,1 0-5 0,1-1-4 0,1-2-6 0,1 1 4 0,1-2-1 16,2 1 1-16,1-1-1 0,2 0-4 0,-1 1-2 0,2-1 0 0,1 0 0 15,0-1 0-15,2 1-1 0,-1-1-2 0,2 0 2 0,-1 1-6 16,2 0 2-16,-1 2-1 0,1 0-3 0,-1 0 4 0,-2 0-5 0,1 1 5 15,1 1-4-15,-2 1 3 0,-2 0-1 0,2 1 0 0,-3 0-2 0,-1 1-2 16,0 0-2-16,-1 1-2 0,0-1 10 0,-1 1 1 0,0-1-2 16,0 1-2-16,0 0-5 0,1 0 1 0,-3 0 1 0,1 0-1 0,-1 1 1 15,-3-1-7-15,3 0 0 0,-3 1 5 0,0-1-7 0,-1 1 8 16,-1-1-2-16,0 0-2 0,-1 1-1 0,0-2-1 0,-4 1 0 0,1-1 6 16,-1 0-3-16,-1 0 6 0,1 1 1 0,-3-2-3 0,1 0 7 0,-1-1-6 15,-3 1 4-15,0 0-1 0,-2-1-1 0,-2 1-1 0,-1-2 1 16,-1 1-4-16,-1-1 0 0,-2 1-6 0,-1-1-1 0,-4 0 1 0,-1-1-2 15,-1 1 7-15,-2-3-4 0,-2 1 1 0,-1-1 2 0,-3 1-2 0,-2 0-4 16,-3 0 2-16,-1 0-3 0,-4 3 12 0,-2-2 3 0,-4 1-1 16,-4 0-1-16,0-1-11 0,-3 0 4 0,-2-1 0 0,-4 1-2 0,-2 0 1 15,-4 1-1-15,-4-2 2 0,-2 2 0 0,-1-1 2 0,-3 1-4 16,-2 0-1-16,-1 0-4 0,-2 0-1 0,-4 0-7 0,0 1-1 0,-2 0-4 16,-3-2-11-16,-2 0-2 0,-3-1-1 0,-3-2-6 0,-3-2-2 0,-2 0-1 15,-6 0-7-15,-6-1 4 0,-4 0 1 0,-4-1 1 0,-6 1 1 16,-2-1-4-16,-5 0 1 0,-5 1 0 0,-6 1 4 0,-3 1 0 0,-4-1 2 15,-3 0-3-15,-5 0-6 0,0 3 0 0,-7 0-6 0,-3 0-6 0,-2 1-7 16,-5 0-6-16,-1 0-11 0,-7 1-17 0,-2 1-18 0,-7 0-20 16,-5 1-9-16,-5 1-7 0,-6 1-3 0,-3 1 0 0,-3 2-37 0</inkml:trace>
  <inkml:trace contextRef="#ctx0" brushRef="#br0" timeOffset="-70343.06">3488 10029 1990 0,'4'-7'-10'0,"1"-2"-13"0,2-3-10 0,2-1-7 0,-2 6 8 0,2-1 8 0,0 0 12 0,1 1 6 15,2-1 8-15,-2 1 0 0,3-1 8 0,1 1 7 0,0 1 2 0,2-1 6 16,0-1 4-16,2-1-3 0,2-1 0 0,1 0-2 0,4-1-2 16,1-1 1-16,5-3-5 0,2-2 1 0,3-2-5 0,3-2-3 0,3 0-3 15,2-1-4-15,3 1 0 0,3-2-4 0,3 2 0 0,3-1 2 0,2 0-4 16,3 0 5-16,2 0 6 0,1-1 2 0,2 3-8 0,1 1 6 15,3-2-1-15,0 5 4 0,3-1 10 0,-1 0-12 0,1 3-5 0,3 1-4 16,-1 0-2-16,0 1-1 0,0 3 5 0,-2 1-7 0,0 3-1 16,-1 1 5-16,-2 2-11 0,-1 2 0 0,-3 1 4 0,-1 1 0 0,-3 1 7 15,0 1 3-15,-2 3-5 0,-3 0 5 0,0 3-3 0,-4 1-3 0,-2 2-1 16,-2 0-11-16,-2 3 1 0,-2 2 1 0,-1-1 17 0,-4 5 5 16,-2 3 3-16,-2 0-2 0,-4 3-18 0,-2 1 10 0,-3 2-5 0,0 2-1 15,-4 4-2-15,-4 1-9 0,-4 2 1 0,-3 1 0 0,-5 0 1 0,-3-1 3 16,-4 1 3-16,-4-1 1 0,-4 0-5 0,-4-1 5 0,-3 1 8 15,-5-1 2-15,-6-1 10 0,-4 0 5 0,-6-1-1 0,-1-2 6 16,-6-1 8-16,-2-2 10 0,-3-1 16 0,-2-3 6 0,-3 0 4 0,-4-3-3 16,-2 0-20-16,-4-1-1 0,-3 1-13 0,-4-1-7 0,-3-2-6 0,-3 0-7 15,-2-3 10-15,-6-3-2 0,-3 0-3 0,-3-1-3 0,-1-3-20 0,-1-3-5 16,1-2 0-16,4-2 7 0,0-1 2 0,5-1 11 0,0-1-1 16,1-2-6-16,5-2 1 0,1-1-4 0,2 0 7 0,3-2-5 0,0-1 11 15,3-1 1-15,4-3-6 0,1-1 9 0,3-2-2 0,2-1 0 0,3 1 5 16,3-2 0-16,2-1 0 0,3 1-4 0,0 0 0 0,4-1 0 15,1 0-4-15,3 0-4 0,2 3-4 0,0-1 1 0,4-1-3 0,1 1 0 16,2 0-6-16,1 1-6 0,1 0-10 0,-1-1-11 0,2 1-24 16,0 0-27-16,2-1-32 0,1 1-27 0,1 0-13 0,2 2-23 0,-1 1-34 15,0-1-47-15,1 0-51 0,1 0-71 0,-1 1-250 0</inkml:trace>
  <inkml:trace contextRef="#ctx0" brushRef="#br0" timeOffset="-45624.22">4355 11592 1444 0,'-5'-5'285'0,"0"-1"-176"0,-1-1-26 16,2 2-35-16,0 0-24 0,1 0-9 0,1-3-12 0,1 0-3 0,1-2-11 15,2-1-9-15,1 0-3 0,1 0-17 0,3-2-15 0,0 0-18 16,3 1-20-16,0 0-2 0,3 1 4 0,1-2 14 0,1 1 17 0,2-1 19 16,2 1 13-16,2 3 13 0,0-2 11 0,2 1 6 0,0-1 5 0,0 0 3 15,3 0-2-15,2 1 2 0,3-2 4 0,1 1 0 0,3-1 8 16,1-2 0-16,4 3 1 0,1-4-1 0,3 0-2 0,1 0-10 0,4 0-4 16,1-1-1-16,3 1-6 0,2-1 4 0,3 2 0 0,3-2-2 0,1-1 0 15,3 1 6-15,1-1 2 0,1 0-7 0,1-1 8 0,3 2-7 16,-3 1 2-16,3 1 3 0,0 1-5 0,0 1 0 0,4 1-2 0,-3 2 3 15,1 0-7-15,0 1 2 0,-2 1-1 0,0 1-2 0,1 1 10 16,0 0 4-16,0 1 3 0,3 3 2 0,-2-1-2 0,-1 1-2 0,-3 2-1 16,1 0-4-16,-3 0-2 0,-1 3-4 0,0 2-3 0,-3 2-4 0,1 0 2 15,-3 1-5-15,-1 1-4 0,-1 2 3 0,-2 0-3 0,0 1 3 16,-3 1 4-16,0 0-5 0,1 1-2 0,-3 2 0 0,-1 2-2 0,-2 0 4 16,-2-2-2-16,-2 2 3 0,-1-2 7 0,-3-1 2 0,-2 2 6 15,-2 0-1-15,-3 1 2 0,-1 1 5 0,-1 1 4 0,-2 0 4 0,-2 0 1 16,-2 1-2-16,-4 0 3 0,0-1-5 0,-2 1 2 0,-1-1 4 0,-2 2-3 15,-1 1 1-15,-1-1 0 0,-3 1-9 0,-4-1-1 0,-1 2-5 16,-1-1 0-16,-2 0 2 0,-1 1 4 0,-2 0 0 0,-1 1-1 0,-3 1-4 16,0-3 3-16,-1 1 1 0,-3-1 0 0,0-1-1 0,-2 1-4 0,-3-1 0 15,-1 1 3-15,-4 0 0 0,0 1-3 0,-4 1 1 0,-2-1-1 16,0 0-5-16,-7 0 0 0,-1 2 10 0,-4-1-4 0,-4 1 3 0,-1 3 6 16,-5-1-10-16,-1 1 4 0,-2 0 0 0,-1 0-2 0,-1 0 0 0,2 2-1 15,-1-4 3-15,1 2 0 0,2-4 0 0,-2-1-3 0,3-2 3 16,-1-1-6-16,0-2 4 0,-1-1-5 0,-2 0-10 0,0-2-12 0,-3-1-11 15,0-1-28-15,-2-1-24 0,-2-2-24 0,-1-2-50 0,-2-1-57 16,-1-4-71-16,-2-2-159 0,-4-3 34 0</inkml:trace>
  <inkml:trace contextRef="#ctx0" brushRef="#br0" timeOffset="-133198.15">20907 5666 1 0,'-7'8'266'0,"0"-6"600"0,-1 1 517 0,-1-3-1382 0,4 10-24 0,3 9-7 0,1 8 10 0,2 6 11 16,-1 3 10-16,0 2-2 0,-1 4-4 0,-1 2 5 0,-3 6 0 0,-2 4 2 16,-2 4-2-16,-1 5-5 0,0 6-7 0,-1 6 0 0,0 5-1 15,0 3-6-15,1 5-3 0,0 0-15 0,2 0-22 0,-1-1-7 0,1-6 9 16,1-4 9-16,2-5 22 0,0-7 13 0,1-3 3 0,0-4 10 0,0-4-5 15,-1-2 6-15,0-3-1 0,1-3-3 0,-1-2 3 0,0-1 5 16,0-4 0-16,2-3 14 0,-1-2-1 0,1-4 4 0,0-2 9 0,1 0-1 16,0-3 10-16,2-2-6 0,1-2 4 0,1-4 7 0,2 0-4 15,2 0 1-15,2-2-2 0,2-3-4 0,1 1 1 0,4-2 6 0,2 0-5 16,2-3 0-16,3-2-1 0,3-2-3 0,2-2-1 0,3-2-2 0,1-1 0 16,2-2-3-16,4-3 4 0,1-1-3 0,2 0 3 0,-1-2 3 15,0 0-1-15,1-1 4 0,-1 0 1 0,2 0 0 0,-1-1-1 0,-2-1-3 16,1 0-3-16,-3 0-4 0,0 2-8 0,-2-1-4 0,-1 0-4 0,1 0 1 15,-4 0-4-15,2 0 2 0,-2 2-6 0,1-2-3 0,-3 1 3 16,-1 1-5-16,-2 0-1 0,-3 0-5 0,-1 2-5 0,-1-2-3 0,-3 1-15 16,-1 1-17-16,-3 1-49 0,-2 0-47 0,-3 0-56 0,-2 0-80 15,-3 0-82-15,-1 0-138 0,-3 1-274 0,-1-1 80 0</inkml:trace>
  <inkml:trace contextRef="#ctx0" brushRef="#br0" timeOffset="-132715.16">22293 7694 2964 0,'0'-14'-17'0,"3"0"-63"15,4-2 7-15,5 1 29 0,2 0 36 0,1-1 18 0,-1-2-14 0,0-1 3 16,-1 1-1-16,-2 3 9 0,-3 1 2 0,-1 2 1 0,-3 1-2 0,1 1-6 16,-1 2 5-16,0 0-2 0,-2 1 5 0,0 1 3 0,-2 2-2 15,0 1 4-15,-2 1 4 0,1 1-4 0,-1 0-2 0,0 1-1 0,0 1-7 16,1 0 0-16,-1 1-1 0,0 2-4 0,1 2-2 0,0 3 0 0,0 1 0 16,1 5 6-16,1 0-4 0,-1 2 0 0,2-1 2 0,0 3-4 15,0 1 0-15,2 0-8 0,0 0-3 0,1 2 8 0,0-1 0 0,1 2 10 16,0 0 1-16,1-1-6 0,0 1 4 0,0-2-1 0,2-1-1 0,0-1-1 15,0 0 3-15,0-2-4 0,0 0 0 0,1 1 3 0,-3-2-6 16,1 0-1-16,-1 1 3 0,0 0-4 0,-2-2 6 0,0-1 1 0,-2 0-4 16,-1-1 4-16,0-1-2 0,-2-2 3 0,0 1 1 0,-2-2-3 15,0-1 1-15,0 0-2 0,-1-1 2 0,-1-1-1 0,-1 0 3 0,0-1 4 16,-1 0-1-16,0 0 0 0,0-1 0 0,-2-1-1 0,-1 0-1 0,0 1 6 16,-1 0-5-16,0-1 5 0,1 1 1 0,2-1-4 0,-2 0 3 15,1 1-1-15,1-1-2 0,1 0-4 0,1 0 3 0,1-1-6 0,2 0 3 16,-1 0-1-16,2-1-4 0,0 0 1 0,1 0-7 0,0 0 2 0,1 0-6 15,0 0-2-15,1 0-1 0,0 0-3 0,1-1-7 0,0 0-5 16,1-2-13-16,-1 1-22 0,1-1-46 0,0-1-78 0,0 0-90 0,-1-4-93 16,1-1-120-16,0-4-66 0,-1-3-87 0</inkml:trace>
  <inkml:trace contextRef="#ctx0" brushRef="#br0" timeOffset="-132498.16">22950 7447 3403 0,'0'-5'130'0,"5"2"-158"0,4 2-16 15,7 3 6-15,7 1 23 0,2 1 11 0,2-2 1 0,1 1-3 0,0-2-5 16,-2 1 4-16,-3 0 2 0,0 0-1 0,-1 1-5 0,-1 0-9 0,0-1-5 16,-2 0-5-16,-1-1-1 0,-2 0 3 0,-1 0-4 0,-2-2-8 15,0 1-11-15,-1-2-15 0,-2 0-14 0,1 0-18 0,-1-1-23 0,2-2-14 16,0 0-27-16,1-1-33 0,-1-2-22 0,-1 0-30 0,-2-1-48 0,2 1-42 15,-1-1-43-15,-1-1-197 0</inkml:trace>
  <inkml:trace contextRef="#ctx0" brushRef="#br0" timeOffset="-132348.16">23249 7721 3058 0,'-3'4'29'0,"3"3"-84"16,4 4-8-16,7 2 9 0,2-2 11 0,4-1-2 0,1-2-22 0,0-3 3 15,0-1 8-15,2-2 8 0,-1-1-20 0,-1-2-43 0,1-1-41 16,1-3-33-16,0 0-8 0,1-3-9 0,0-2-12 0,-1-3-51 0,1-2-67 16,-1 0-297-16</inkml:trace>
  <inkml:trace contextRef="#ctx0" brushRef="#br0" timeOffset="-131914.15">24400 6099 2228 0,'-8'-19'963'15,"3"6"-1012"-15,3-3-21 0,8 9 1 0,5 3 21 0,6 1 26 0,1-1 9 16,3 0 2-16,1-1 5 0,1-1 6 0,1 2 5 0,-1 0-4 0,2 1-1 15,2 1 0-15,0 1-1 0,2 1 2 0,-1 0 1 0,2 1-4 16,0 2 2-16,1-1 2 0,-1 2-4 0,1-1 2 0,-2 1 0 0,0 1 0 16,0 0 2-16,0-1 3 0,0 1-1 0,-1 0-4 0,-1 0 0 15,-1 0 3-15,-1-1 0 0,-3 1 4 0,1-1 0 0,-2 1-4 0,-2 0-1 16,-1 0 1-16,-2 0-3 0,0 1 4 0,-1 0-4 0,0 0 0 0,-3 1 1 16,-1 2-1-16,-3 0 6 0,1 0-1 0,-1 2-4 0,-2 2 4 15,0 2-5-15,-2 3 4 0,-1 1 1 0,-2 4-2 0,-1 1 4 0,-1 3-2 16,-2 2-6-16,-2 3-3 0,0 1 8 0,-2 4-3 0,-1 2 10 0,-2 3-3 15,1 1-9-15,-4 2 2 0,-1 1-2 0,-1 3 2 0,-1-1-1 16,-1-1 2-16,-1 0 1 0,-2-1-4 0,1 0 4 0,-2-2-13 0,0-3 0 16,2-1 4-16,0-2-4 0,1-1 10 0,2-2-2 0,0-3 1 15,1-1-3-15,0-2-4 0,3 1-1 0,0-3-9 0,1-1-13 0,-1-2-8 16,1-4-14-16,0-1-18 0,1-3-15 0,1-3-10 0,0 0-7 0,0-2-6 16,1 0-62-16,-1 0 2 0,1 0 4 0,0-2-13 0,0-1 16 15,1-2-55-15,1-2-46 0,1-2-35 0,0-1-243 0</inkml:trace>
  <inkml:trace contextRef="#ctx0" brushRef="#br0" timeOffset="-131598.16">25088 6712 1278 0,'1'1'63'0,"1"1"-60"0,2 1-1 0,-1 1 17 0,2 0 16 0,0 0 9 16,0 1 18-16,1 1 19 0,0 0 23 0,0 1 17 0,1 2-3 15,1 0-3-15,1 3-12 0,0 2 1 0,4 2 2 0,2 3 0 0,3 3-7 16,2 1-8-16,5 2-20 0,1 2-33 0,5 0-12 0,1 3-7 0,5 0-13 15,1 3 6-15,3 0-4 0,-1 0-13 0,0 1-3 0,0-1-10 16,0 0-9-16,0-1-16 0,-2 0-17 0,-2-3-39 0,-1-2-66 0,-1-5-69 16,-1 0-342-16,-2 3-364 0</inkml:trace>
  <inkml:trace contextRef="#ctx0" brushRef="#br0" timeOffset="-129932.16">26550 6462 2499 0,'-7'1'0'0,"1"3"9"0,-3 2-4 0,4 4-1 15,0 0 3-15,2-1-1 0,1-2 3 0,0 1 1 0,1-2-4 0,-1 1 0 16,0-1-2-16,0 0 4 0,0-1 3 0,0-1 1 0,0-1 3 16,2 0-4-16,-1-1 0 0,0-1-4 0,1 0-4 0,0 1 3 0,1-1-3 15,-1-1-1-15,1 1 3 0,-1 0-4 0,0-1 1 0,1 0 0 16,0 0-1-16,-1 0 1 0,1 0 0 0,-1 0 2 0,0 1 0 0,0-1-1 15,0 0-2-15,0 0-1 0,0 0 2 0,0 1-5 0,1 0 4 0,-1 0-4 16,0 0 5-16,0 0-1 0,-1 1-1 0,1 0 0 0,1 0 0 16,-1 0-1-16,1 0 1 0,-1 0 0 0,0 0-2 0,1 0 1 0,0 0-11 15,0 0-5-15,0 0-17 0,-2-1-26 0,1 1-27 0,0-1-23 0,0 0-25 16,-1 0-17-16,0 0-19 0,-1 0-19 0,-1-1-27 0,1 2-25 16,-2-1-36-16,1 0-287 0</inkml:trace>
  <inkml:trace contextRef="#ctx0" brushRef="#br0" timeOffset="-128581.02">26262 6783 1278 0,'-9'-1'97'0,"1"0"-71"0,-1 2 5 0,4 0 7 0,2 0 14 16,1 0 12-16,2-1 10 0,2 0 2 0,2 0-4 0,1-1-1 15,3 0-9-15,1-1-6 0,1-1-3 0,3-1-4 0,3-1-5 0,1-1 6 16,1-1-7-16,4 0-3 0,-1 0-7 0,0-1-14 0,3 0-5 16,-3 0-8-16,3 0 1 0,-2-1-4 0,-2 1 8 0,-1 0-3 0,-2-1-4 15,-1 1 2-15,-1-1-3 0,-2 1 5 0,0 2-2 0,-1 0-3 0,-2 1-7 16,0 0 2-16,-1 1-1 0,-1-1-2 0,-1 1 2 0,-1 1 2 16,-1 1-5-16,-1-1-3 0,-1 2-2 0,0-1-9 0,0 0-4 0,-1 2-12 15,0-2-13-15,-1 2-8 0,-1 0-1 0,1-1 6 0,-2 2 9 0,1 0 10 16,0-1 11-16,-2 2 4 0,1 0 3 0,-1 0 3 0,-1 2 5 15,0-1-1-15,-2 1 3 0,0-1 4 0,0 0-7 0,-2 2 5 0,0 0 5 16,0 0-8-16,-1 0 6 0,2 0-5 0,-2-1-3 0,1 0-11 0,0 0-15 16,0 0-6-16,0-1-4 0,0 0 7 0,0-2 5 0,1 0 3 15,1-1 3-15,0 0-1 0,1-1 9 0,0 1 4 0,1-2 4 0,1 1 3 16,1-2 1-16,-1 1 3 0,1-1 1 0,0 0 4 0,1 1 0 16,1-1 3-16,-1 0-4 0,1 1 5 0,-1 1 5 0,1 1 3 0,0 0 5 15,0 0 6-15,1 2 4 0,-1-1 6 0,0 2 0 0,0 2 2 0,1 0 1 16,0 2-4-16,0 1-1 0,0 0-2 0,0 0-4 0,1 0 2 15,-1-1-5-15,1 0 1 0,0 0 1 0,1 0-1 0,0 0 2 0,-1-2-1 16,0-1 0-16,-1 0 0 0,0-1 0 0,0-1-1 0,-2-1 1 0,0 0-2 16,-1 0 3-16,-1-1-6 0,-2-1-6 0,-1 1 0 0,-2-2-9 15,-2 0 4-15,-3-1-5 0,-1-1-4 0,-1 0 5 0,-1 0-4 0,-1-1-1 16,-2 0 2-16,1 0 0 0,0 0 2 0,3-1 0 0,-1 0-1 0,2-1-1 16,1 0 3-16,1 0 2 0,1-2-4 0,2 0 4 0,0 0-5 15,2 0 6-15,2 0 7 0,1 1 4 0,3 1 0 0,1 2 0 0,1-1-4 16,3 2 0-16,1-1-1 0,1 2 0 0,1-1 0 0,1 1 1 15,1 1-3-15,1 1-2 0,1 1-3 0,1 2-5 0,0 0 2 0,1 1 2 16,1 1 2-16,1 0 2 0,-1 1-6 0,-1 0 5 0,0 0 0 0,-1 0 4 16,0 1 4-16,-1 1 6 0,-1-1 3 0,0 0-1 0,-1 0-3 15,-1 0-8-15,-2 0 3 0,-1 0-4 0,-2 0 8 0,-2-1-11 0,-1 1 1 16,-2-1 7-16,-3 1-8 0,-1 1 10 0,-3-1-4 0,0 2-14 0,-2-2 4 16,-1 1-5-16,0-1-4 0,-3 0 7 0,1 0-5 0,-1-1-5 15,0 0 5-15,2-3-2 0,-2 1 1 0,1-2 6 0,1 0-2 0,2-1-3 16,2-1 5-16,2 0 0 0,0-1-3 0,0 0 3 0,2-1-3 15,0-1 3-15,1-1 2 0,1-1-5 0,2 1 5 0,1-3-1 0,1 0-4 16,2-1 7-16,2 0 3 0,0 0-4 0,0-1 8 0,2 1-4 0,2 0-7 16,1 1 1-16,1 0 4 0,-1 2 1 0,-1 2-1 0,-1 1 8 15,1 1-10-15,-1 2-2 0,0 1 1 0,0 2-7 0,-1 2 5 0,0 1 2 16,-2 3 0-16,1 0 4 0,0 1-4 0,-3-1 0 0,-1 2-2 0,-1 0 0 16,-1 0-3-16,-1 2 7 0,0-1 0 0,-2 0-4 0,-1 0 1 15,-1-1-5-15,0 0-1 0,-1-1 0 0,-1 1 0 0,0 0-3 16,-2-1 6-16,-1 0-1 0,1-2 0 0,-1 0-4 0,-1-3 4 0,1 1-4 15,0-2 6-15,-2 1-1 0,1-2-6 0,0 0 5 0,1-1-4 0,1-2 2 16,2 0 2-16,-1-1-1 0,1-1-2 0,1-1 6 0,1-1-3 0,0 0 1 16,2-1 3-16,-1-1-6 0,0 0 3 0,1-3 3 0,2-1-3 15,0-1 4-15,1-2-5 0,1 0 7 0,1-2-2 0,1 0 4 0,1 0-4 16,1 0-7-16,0 2 6 0,1 1-3 0,0 2 1 0,2 2 5 0,0 1-3 16,-1 0-5-16,0 2 3 0,-1 2-2 0,1 0-2 0,-1 1 0 15,0 2 0-15,-1 1 2 0,1 1 1 0,0 1-3 0,-1 1 2 0,0 0-2 16,0 2-4-16,-1 0 3 0,0 0-1 0,-1 0 5 0,0 0 3 15,0 0-4-15,-1 0-1 0,-1 0-2 0,0-1-1 0,-1 0 0 0,-1-1 6 16,0 1-1-16,-1-1-1 0,0 0-2 0,-2 0-2 0,0-1-1 0,-2 0 1 16,2 1-2-16,-4 0 1 0,-1 0-1 0,0-1-1 0,-1 1-3 15,0-2 3-15,0 1-1 0,0-1 5 0,-1 1 1 0,0-1-2 0,1-2 4 16,1 0-2-16,0 0-6 0,2 0 6 0,1-1-2 0,0-1 2 0,2-1 4 16,-1 0-4-16,0 0 0 0,2-2 0 0,0-1 2 0,0-1-2 15,0-1 2-15,0-1-6 0,1-1 2 0,2 1 0 0,0 0 4 0,2 0 4 16,0 2-8-16,1 0 4 0,0 1-2 0,2 1-2 0,-1 0 2 15,2 1 2-15,1 1-1 0,-1 1 1 0,1 0-2 0,1 2 4 0,0 1-8 16,-1 1 2-16,2 0 2 0,0 3-3 0,-1 2 5 0,1 0-1 0,0 1 1 16,1 1-5-16,-2 1 3 0,1 0-2 0,0-1 4 0,-2 0 5 15,1-1-7-15,0-1 3 0,-1 0-4 0,0-1-1 0,-1-1-4 0,0 0 1 16,-1-2 5-16,-2 1-5 0,0-3 14 0,-2 0-6 0,0 0-3 0,-1-1 6 16,0 0-8-16,-2 0 5 0,0-1 5 0,-2 0-6 0,-1 0-1 15,-1-3-2-15,-3 1-3 0,-1-1 0 0,-2 0-3 0,0 0 5 0,-1-1 0 16,0 0 2-16,0 0 2 0,-1-1-5 0,3 1-3 0,-2 0-1 15,1-1-6-15,0 1-3 0,-1-1-5 0,1 0-10 0,0 0-6 0,-1 1-12 16,3 0-13-16,0 1-12 0,2 1-11 0,1 0-18 0,2 2-24 0,0 1-25 16,1 0-22-16,1 0-29 0,1 2-21 0,1 1-32 0,1 2-48 15,2 1-58-15,1 0-346 0</inkml:trace>
  <inkml:trace contextRef="#ctx0" brushRef="#br0" timeOffset="-128115.02">27378 5981 1087 0,'-8'0'105'0,"1"-1"-16"0,-2 1 7 0,4 2-12 15,1-1 2-15,0 0-2 0,2 0-3 0,0-1-8 0,2 1-5 0,-1-1 3 16,1 1-6-16,0-1 3 0,1 0 5 0,1-1-3 0,2 0 0 0,2 0-3 16,1-1-9-16,4 1-7 0,2-1 2 0,1-1-16 0,3 0 4 15,3 0-1-15,2 0-6 0,2 0-4 0,4 0-2 0,1-1-12 0,1 0 7 16,2 0-3-16,0-2-4 0,1 1 9 0,2-1-15 0,0 0 2 15,0 0-1-15,-1 0-1 0,0 0 2 0,-1-1 2 0,0 1-1 0,-1 2-1 16,-3-2 1-16,-1 1-6 0,-3 0 0 0,-4 0 0 0,1 1 1 0,-3-1 4 16,-2 1-4-16,0-1 1 0,-3 2-1 0,-1 0-1 0,-2 0 4 15,-1 1-6-15,0 0 3 0,-2 1-1 0,0 0 0 0,-2 0-2 0,-1 1-1 16,0 0-3-16,-2 1 1 0,-1 0 5 0,2 0-7 0,-2 1 0 0,1 0 2 16,-1 1-6-16,-1 0 6 0,1-1-4 0,-1 2-1 0,0 1-2 15,0-1-1-15,-1 1 1 0,0 0-8 0,0 1-20 0,-1-1-26 0,1 0-27 16,-1-1-34-16,0 1-14 0,1-1-19 0,-2 0-13 0,1 1-18 15,-2-1-32-15,0 1-29 0,-1-2-31 0,1 1-24 0,-1 0-42 0,-1 0-168 16</inkml:trace>
  <inkml:trace contextRef="#ctx0" brushRef="#br0" timeOffset="-127565.02">27490 5977 783 0,'-11'2'53'0,"0"-1"-1"16,-4 2 12-16,3 0 3 0,2-1 10 0,1 1 6 0,1-1-3 15,2 0-6-15,-1 0-4 0,2 0-2 0,0 0 4 0,1 0-6 0,2 0 1 16,0 1-10-16,2-2-10 0,1 2 7 0,1-1 1 0,2 1 3 15,1 1 0-15,0 0 0 0,1 1-2 0,1 0-4 0,3 0-7 0,1 1-6 16,1 1-14-16,2 0-4 0,0 0 0 0,2 1-1 0,1-1 2 0,1 2-2 16,1 1 2-16,3 0-8 0,1 0 9 0,2 0-8 0,1 0-4 15,1 1-5-15,3 0-9 0,1 2 6 0,2 2-3 0,0-2 0 0,1 2 0 16,0 0 0-16,3-1 2 0,-1-1 1 0,0 0-2 0,-1 0-2 0,-2-1 1 16,0-1-2-16,-2-1-7 0,0 0-2 0,-1 0-1 0,-1-1 2 15,-3 1 12-15,0 0 3 0,-3-1 1 0,-2-2 0 0,-1 1-3 0,-4-1-1 16,-3 0 1-16,-2 1-5 0,-3-1 1 0,-1-1 4 0,-4 1-6 0,-3 0 3 15,-2 1 1-15,-3 2-2 0,-4 2 1 0,-2 2-2 0,-2 1 2 16,-4 0-1-16,-4 2 2 0,-2 1-2 0,0 1-3 0,-4 2 0 0,-1 2 2 16,-2 1 4-16,0 1-1 0,-2 1 4 0,1-1-3 0,0 2-1 15,0-1-1-15,1 1-5 0,-2-1 5 0,0 2-4 0,1-2-1 0,0 2 7 16,3-1-13-16,2-1 3 0,1-1 4 0,1-2-1 0,3 0 10 0,3-2-4 16,2-3 1-16,2-1-5 0,4-2 0 0,4-2-1 0,3-4 0 15,3 0-2-15,1-2-2 0,4-2 3 0,3 0 2 0,4-2 11 0,3-1 1 16,3-2 4-16,2-1-1 0,5-2-1 0,1-1 4 0,5-2-2 15,0 1 2-15,6-2 5 0,1 0-1 0,2 2 0 0,2-2-3 0,-1 1-5 16,2 0-2-16,1 1-2 0,1 0 2 0,-2 2-2 0,-1 1-7 0,-2 1-2 16,-2 1-7-16,-1 1-6 0,-3 1-2 0,0 0-16 0,-2 1-23 15,0 0-35-15,-2 0-40 0,0 2-41 0,-4-1-40 0,-1 2-68 0,-5 1-100 16,1 1-425-16</inkml:trace>
  <inkml:trace contextRef="#ctx0" brushRef="#br0" timeOffset="-126148.27">28996 5317 1628 0,'-8'-6'289'0,"1"2"-289"15,1 1 13-15,6 6 12 0,1 2 20 0,1 1 32 0,2 2 20 0,2 0 21 16,2 2 6-16,0 2 1 0,3 2-6 0,1 3-11 0,-1 1-12 0,1 3-17 15,-1 3-10-15,1 0-14 0,0 5-7 0,0 2-11 0,0 4-4 16,-2 3-4-16,-1 3-22 0,0 1 2 0,-1 3-7 0,0 4-2 0,-1 3 12 16,1 3-1-16,-2 4-1 0,0 1-8 0,-1 3 5 0,0 2-5 0,0 3-2 15,1 4-7-15,0 3 2 0,1 2-8 0,0 1-1 0,1 3 3 16,0-1-24-16,1 1-27 0,1 1-21 0,1-3-42 0,1 0-15 0,1-4-13 16,1-4-12-16,1-1 12 0,3-5-5 0,0-3-4 0,0-3-28 15,0-5-49-15,-1-2-24 0,-2-4-24 0,0-3-31 0,-1-3-193 0</inkml:trace>
  <inkml:trace contextRef="#ctx0" brushRef="#br0" timeOffset="-125864.27">29701 6028 2343 0,'-5'3'-4'0,"0"1"7"0,-1 4 3 0,0 3 3 0,2 1 8 15,0 1 7-15,2 3 2 0,0 2 2 0,-1 1-2 0,1 1 4 16,-1 3 3-16,0 1 3 0,-1 5 1 0,0 2-5 0,-1 3-6 0,0 1-8 16,1 3-15-16,0 2-6 0,-1 2 1 0,3 3-1 0,0 1 3 15,1 1 0-15,3 1-2 0,0 0 5 0,2-1-4 0,0-1-3 0,0-2-13 16,3 1-20-16,0-3-17 0,1-2-41 0,1-2-22 0,0-5-17 0,2-2-13 15,1-3-26-15,1-3-39 0,-1-3-15 0,-1-2-31 0,1-2-26 16,-1-5-106-16,-3-3-34 0</inkml:trace>
  <inkml:trace contextRef="#ctx0" brushRef="#br0" timeOffset="-125398.27">29513 6145 1997 0,'-6'-7'161'0,"1"3"-158"0,0-3 11 16,5 5 7-16,2-1 14 0,2 1 10 0,3-1 12 0,2-1 11 0,2 1 3 15,2-2 7-15,1 0-3 0,1 2-2 0,1-1 0 0,-1 1-8 16,0 0-5-16,2 2-4 0,0 1-20 0,-1 0-4 0,0 1-10 0,1 0-6 16,0 2-6-16,-1 0 1 0,1 1-6 0,-1 0 0 0,0 2 2 0,-1-1-10 15,0 2 6-15,-1 0-1 0,-2-1 0 0,-2 1 5 0,-1 0-7 16,-1 1-2-16,-1 0 0 0,-1 1-1 0,-1 0 1 0,-2 0-3 0,-1 0-2 15,-2 0 2-15,0 2-11 0,-3-1 2 0,-3 0-3 0,-2 0-5 16,-2-1-1-16,-1 2-2 0,-2-1-1 0,-2 1 3 0,-2-1-3 0,1 0 4 16,-2-1 7-16,2-1-1 0,1-1 4 0,2-1-4 0,1-2-1 0,1 0 7 15,2-2 0-15,2 0 9 0,1-1-3 0,3-1-2 0,1 0-2 16,1 0-7-16,1 0-3 0,2-1-2 0,0 0 4 0,2 0 5 0,1 0 11 16,2 0 3-16,1 1 8 0,2-1-3 0,0 1 2 0,0 0 2 15,3 0 1-15,0 1 3 0,3 0-9 0,-1 0 7 0,1 1-9 0,0 0 8 16,-2 2 1-16,1 1-1 0,1 0 0 0,-1 2 0 0,0-1-1 0,-1 2-2 15,-2 0-2-15,3 0-3 0,-1 2 6 0,-2-1-3 0,-1 1 4 16,0-2 1-16,-2 2-3 0,0-1-1 0,-3 1-2 0,-1 0 3 0,-2 0-2 16,-2 0 4-16,0-1 2 0,-3 0-4 0,-2 0-3 0,-1 1-2 0,-3-1-7 15,-2 0 2-15,-1 1-1 0,-1 0-10 0,-3 1 1 0,-1 0-7 16,0 0-7-16,0 1-6 0,-3-1-14 0,0 3-12 0,-1 0-9 0,1 0-13 16,0-1-13-16,-1 0-11 0,3 0-14 0,1-1-9 0,2 0-21 0,2-1-12 15,3 1-15-15,0-2-17 0,2 0-2 0,2-1-4 0,2 0-9 16,1 0-8-16,3-3-122 0,0 1-10 0</inkml:trace>
  <inkml:trace contextRef="#ctx0" brushRef="#br0" timeOffset="-125081.27">30305 6954 1216 0,'-8'2'398'0,"0"1"-344"0,-1 2 12 0,2 2 14 0,2-1 9 16,0 1 2-16,1 0-8 0,3 1-6 0,0-1-7 0,2 1-6 0,0-2-6 16,1 1 0-16,1 0-9 0,1-1-7 0,0 1-6 0,1-2-9 0,0 2-5 15,2 0-4-15,2 0-4 0,0 1-4 0,0 0-2 0,2-1-3 16,0 1-4-16,1-1 3 0,0-2 0 0,1 1 0 0,1 0-3 0,-2-1-2 15,3-1-4-15,2 0 3 0,-2-1-1 0,1 0-3 0,-2-1 1 0,0 0-6 16,0-2-4-16,0 1-4 0,-1-1-14 0,-1-1-13 0,0 0-14 16,0-1-12-16,-2-1-14 0,-1-2-22 0,0 1-29 0,0-3-43 0,-2-1-68 15,-1 0-59-15,-1-4-68 0,-2-1-280 0</inkml:trace>
  <inkml:trace contextRef="#ctx0" brushRef="#br0" timeOffset="-124898.27">30162 6628 1336 0,'-10'-8'836'0,"-1"1"-840"0,1 0 22 0,5 5 1 0,3 2 3 0,1-1 1 15,1 1 1-15,2 1-1 0,0-1 1 0,0 1-5 0,-1 0-1 0,0-1 2 16,-1 0 2-16,0 0 1 0,-2 0-2 0,0 0-8 0,0 0-9 16,-1-1 2-16,0 0-16 0,0 0-15 0,-1 1-23 0,-1-1-27 0,0 1-37 15,-1-1-39-15,2 0-39 0,-2-1-33 0,1 1-17 0,-2-1-18 16,0-2-28-16,1 0-301 0</inkml:trace>
  <inkml:trace contextRef="#ctx0" brushRef="#br0" timeOffset="-124531.27">30999 4535 1073 0,'-5'-20'251'0,"1"2"-245"15,-1-1 20-15,2 6 7 0,0 5-2 0,0 2 0 0,0 2 0 0,0 3 7 16,-1 1 1-16,-1 3 8 0,-1 1 10 0,0 4 15 0,-2 1 10 16,-1 3 5-16,0 2-1 0,-1 5-11 0,1 5-1 0,0 4-4 0,1 6 0 15,-2 4 2-15,-2 5-5 0,-1 7 0 0,0 5-17 0,0 5-3 0,0 4-1 16,0 4-25-16,2 6 5 0,2 3-10 0,3 4-4 0,3 4 14 15,4 1-12-15,3 2 1 0,4 3-13 0,5 0 9 0,3 6-4 0,4 2-1 16,3 0 9-16,3-5-11 0,-1-5 1 0,2-7-7 0,0-2-13 16,3-3-1-16,1-4-1 0,2-1 4 0,0-3 11 0,-1-4-4 0,-2-1-2 15,0-5 1-15,-4-2-4 0,2-3-7 0,-3-3-5 0,-1-1-9 0,0-2 2 16,-1-4-7-16,0-2-14 0,-1 0-8 0,-4-3-15 0,0 0-22 16,-1-1-34-16,-4-2-66 0,0 1-101 0,-4 0-31 0,-1 4 14 0,-2 3 2 15,-4-1-199-15</inkml:trace>
  <inkml:trace contextRef="#ctx0" brushRef="#br0" timeOffset="-121289.28">23925 7724 672 0,'1'-4'-10'0,"2"2"7"0,2 0-4 0,3 2 1 16,3 2 1-16,2 0-11 0,2-1-26 0,1 1-30 0,-1-2-30 16,3 1-199-16</inkml:trace>
  <inkml:trace contextRef="#ctx0" brushRef="#br0" timeOffset="-119762.28">24481 5884 969 0,'-1'-12'18'0,"0"0"2"15,2-3 1-15,4 3 0 0,2 2-5 0,3 0 0 0,3-1 0 16,3-1 3-16,0 1 13 0,4-1 8 0,2 0 7 0,0-1-1 0,3-1-4 16,2-1-7-16,1 2 0 0,2 0 5 0,-1 2 1 0,4 0-4 0,0 1-1 15,2 0-9-15,0 1-2 0,0 1-7 0,3 2-4 0,0 1-5 16,2 2-1-16,3 1-1 0,0 1 4 0,1 2-2 0,2 1-6 0,0 3 0 16,0 1-4-16,1 3-3 0,2 3 0 0,2 2-2 0,1 4-5 0,1 4 6 15,-1 1-1-15,2 4 5 0,1 3 4 0,0 2-4 0,2 3 4 16,1 5-3-16,1 2-7 0,-1 4 4 0,0 3-7 0,0 3 3 0,-1 6-3 15,-1 3-2-15,-1 3-14 0,-1 6-5 0,-2 3-13 0,-2 4-22 16,-1 4 3-16,-5 2-12 0,-5 2 8 0,-3-2 3 0,-9-1 2 0,-5-1 8 16,-7-4 4-16,-8-3 21 0,-6-1 9 0,-6-4 9 0,-7-3 4 0,-7-3 3 15,-6-4 13-15,-5-4 7 0,-5-2 17 0,-5-4 12 0,-3 0-5 16,-4-3 5-16,-4-2-9 0,-2-2-6 0,-2-1-4 0,-2-3-3 0,-1-3-5 16,-2-2-5-16,0-5 0 0,-2-5 0 0,-1-2 1 0,0-5-2 15,-4-4 0-15,-1-1 3 0,0-4 1 0,-5-3 4 0,-2-3-2 0,0-4 4 16,-2-4 3-16,3-3 3 0,-1-3-1 0,0-1 5 0,1-6 0 0,0-2 0 15,-2-2 3-15,-1-4-7 0,-2-2-2 0,2-3-3 0,1-2-3 16,1-2 3-16,3 1-1 0,4 0-1 0,4-1-2 0,1 0-5 0,5 0 6 16,4 1 3-16,3-1 0 0,5 1-1 0,4-1-7 0,3-1-4 0,6 4 4 15,4 0-2-15,4-1-2 0,5-1-4 0,3-3-3 0,5 0 3 16,6-1-2-16,2-2 7 0,4 1 0 0,4-3-8 0,4-1 9 0,4 1-4 16,4-1-1-16,4 1 5 0,1-1-9 0,4 2 2 0,1 0-3 0,5 1 0 15,1-3 2-15,2 3-3 0,1 0 3 0,2 1 1 0,-2 2-7 16,0 3 2-16,1 0-7 0,-2 3 2 0,-2 2 6 0,-3 3 0 0,0 1 6 15,-3 2-3-15,-1 3-2 0,-2 1-4 0,-3 3 1 0,-2 3-3 0,-2 2 3 16,-2 3-3-16,-3 2 2 0,0 1 6 0,-3 2-6 0,-1 2 4 16,-2 1-3-16,-1 2-7 0,0 1-1 0,-1 2 0 0,-1 1-5 0,0 1 3 15,-2 0-4-15,1 2-2 0,-2 0-5 0,1 0 2 0,-1 2-6 16,0 0-2-16,-1 0-2 0,0 1-7 0,0 0-2 0,0 0-3 0,0 0-7 16,0 0 0-16,0-1-2 0,-1 1 1 0,0 1 5 0,0-2-3 15,-1 0-3-15,1-1-3 0,-1 0-8 0,0 0 0 0,0 1 1 0,1 0-6 16,0 0-5-16,1 0-14 0,0-1-15 0,1-1-7 0,0 0-18 0,1 0-31 15,1-1-221-15</inkml:trace>
  <inkml:trace contextRef="#ctx0" brushRef="#br0" timeOffset="-115864.28">3432 7013 358 0,'-34'-4'51'0,"-4"0"5"0,-10 0 5 0,4 0-5 0,5 1-5 16,1 0-7-16,-3 1-4 0,0 0-6 0,0-2 4 0,-2 1-1 0,1 0 1 16,-3-1 1-16,1-2-7 0,-2 0-3 0,1-1-8 0,-2 0 2 0,-2-1 7 15,0 0 0-15,0-2 3 0,2-1-1 0,-1-2-4 0,1-1 4 16,-4-1 2-16,3-1 1 0,0-3 8 0,-1 1 10 0,4-1 12 0,0-1 5 16,2 0 0-16,0-1-13 0,-1-2-8 0,3-1-5 0,2 0-10 15,2-1-1-15,4 0-3 0,-1-1-7 0,20 14 8 0,-5-3 0 0,2-2 11 16,-3-4 0-16,1 1-14 0,-1-6-13 0,1 0-11 0,0-4-4 0,1-4 5 15,2 1 3-15,4-2-5 0,1 0 1 0,3-2 3 0,1 0-5 16,3-2 0-16,2 0 1 0,2-2-3 0,3 1 3 0,2-1 0 0,2-1 6 16,3-1-9-16,1 0-5 0,5-1 1 0,1 1-5 0,22-42 9 0,4 12 5 15,-1 10 0-15,-2 11 1 0,2 4 0 0,2 0-3 0,4-2 0 16,5 1-1-16,2 0-2 0,4 0 0 0,1 0-1 0,4 2 2 0,3-1 1 16,5 0-1-16,2-1 1 0,4 2 1 0,2 0 1 0,2-1 2 15,3-2 1-15,2-1-6 0,4 2-2 0,1-1-2 0,6 3-7 0,2-3 6 16,2 2 8-16,3 1 0 0,2-1 15 0,1 3 2 0,3-1-5 0,4 2 0 15,3 1-4-15,1 0 1 0,2 0 3 0,3 2 2 0,0 0 0 16,3 3-5-16,2 1-7 0,1 3 2 0,4 1-5 0,0 3-3 0,3 2 6 16,3 2 1-16,0 2 5 0,1 2 3 0,4 2-6 0,1 3 2 0,0 0-5 15,4 1 0-15,0 1-3 0,3 2-5 0,0 1-1 0,2 1 2 16,1 3-1-16,3-1 2 0,0 2 2 0,2 1-1 0,0 2 1 0,-1-1-5 16,0 1 0-16,1 1 0 0,-1-1 1 0,1 2 4 0,0 0-1 15,0 0 2-15,4 1-1 0,-2 0-7 0,-1 2 5 0,2 1-4 0,0 0 4 16,3 2 0-16,0 0 0 0,2 1-2 0,-2 1-10 0,0 1 8 0,0 0-4 15,2 2 5-15,-2-1 3 0,1 2 3 0,1-1 2 0,2 1 1 16,2-1 10-16,1 1-1 0,2 0-1 0,-1 1 3 0,0 0-3 0,1 0 4 16,2 2-3-16,0 1 2 0,2 0 2 0,-1 0-6 0,1-1 4 0,0 1-8 15,3 0 2-15,-2 1-2 0,-2-1 7 0,-3 1 2 0,-2 0-7 16,0-1 17-16,0 0-15 0,3-2 0 0,0 0 8 0,0 1-10 0,-1 0 2 16,-1-2 2-16,1-1-4 0,0 1-3 0,0-2 3 0,1 1 1 15,0-2-6-15,0-1-1 0,0-1-1 0,-3-2-4 0,-1 0-5 0,-1-2 1 16,1-1 3-16,-1-1-4 0,1-2 8 0,-1 0 7 0,0-3-2 0,-1 0 2 15,-2-1 5-15,1-3-9 0,-1 0 4 0,0-2 4 0,0-2-6 16,-2 1 2-16,-1-5-4 0,-3 1 1 0,-1-3 5 0,-1 0-11 0,-1-2 3 16,-1-1 1-16,-2-1 5 0,-2-2 5 0,0-1 3 0,1-4 1 0,-1 0 1 15,-3-3 1-15,0 2-6 0,-2 1 11 0,4 1-11 0,2-2-1 16,3 1 3-16,0-4-5 0,1 0 4 0,3-1 1 0,0 0 1 0,3 0-10 16,7-1 5-16,3 0-8 0,1-3-2 0,-5 3 8 0,-7 0-2 15,-6 2 3-15,-9 2 7 0,-5-1 1 0,-7 2-2 0,-1 1-1 0,2 3-6 16,2 0-7-16,-3 2 1 0,-3 2-3 0,-6 0 7 0,-6 0-6 0,-2 3 6 15,-2 0-3-15,-2 2-1 0,-1 4 2 0,-3 0-3 0,0 1-1 16,-1 0-6-16,-4 3 3 0,-1 2 0 0,-1 1 0 0,-4 2 3 0,0 1-3 16,-1 1 4-16,-3 1-8 0,-1 2 8 0,-1 0-8 0,-4 2-3 0,-3 0 14 15,-4 0-3-15,-3 2 0 0,-2-1-4 0,-2 2-6 0,-3 1 3 16,0 1 3-16,-1 2 5 0,-2 1-10 0,-3 1-4 0,-2 0 7 0,-3 3-7 16,-3-1 5-16,-3 4 1 0,-3 1-10 0,-2-1 1 0,-2 2 3 15,-2 1 0-15,-2 1-2 0,-1 3 4 0,0 2-4 0,-4 0 6 0,0 4-6 16,-1 0 11-16,-4 3 2 0,-1 0-11 0,-1 2 0 0,-2 0-5 0,0 2-1 15,-3 2 11-15,-2-1 1 0,-3 2-1 0,0-1-1 0,-2 1-2 16,-2 1 7-16,2-1-5 0,-1 0 6 0,-2-2 1 0,1 1-5 0,-3-2 1 16,-2 3-5-16,0-2-12 0,-2 1 3 0,-1 1 6 0,-2-3-3 0,1 2 15 15,-1-3-4-15,-1 0-6 0,-1 0 4 0,-1-1-4 0,-2 2 3 16,-3-2 3-16,0 0 0 0,-1-1 0 0,0-3 2 0,0 1-3 0,-2-1-2 16,-1 0 1-16,0 1 3 0,-1 1-4 0,-1-3-9 0,1 1-5 0,-3-2 4 15,0 0-9-15,0-2 5 0,-2 1-6 0,1-1-19 0,-2-3-10 16,-1-1-11-16,0-1-11 0,-1-1-20 0,0 0-15 0,-3-2-15 0,0 1-17 15,-2-1-9-15,-1-3-12 0,-1 0-12 0,-3-3-15 0,1-1-13 16,-3-2-3-16,0-1-6 0,0-1 2 0,-2-1 1 0,0-2-133 0</inkml:trace>
  <inkml:trace contextRef="#ctx0" brushRef="#br0" timeOffset="-115630.28">28826 4882 760 0,'0'-5'147'0,"2"0"-30"0,0 1-13 0,0 0-24 0,1 2-6 16,0 0-14-16,1 0-19 0,1 1-10 0,0-1-8 0,2 1 1 0,0 0 4 15,1-1 0-15,-1 2 7 0,2-2 2 0,-2 1 5 0,1 1 0 16,-1-1-2-16,-1 1-5 0,1 0-9 0,-1 0-7 0,-1 2-2 0,0-1-1 16,1 1-6-16,-1 1 2 0,1 1-3 0,-1 1-5 0,-1 2 1 0,0 0-2 15,0 2 4-15,-1 0-2 0,-1 0 1 0,-1 0 2 0,0-2-7 16,0 2 3-16,1-2 2 0,0 1-1 0,0-2-1 0,1 0 5 0,1-1-3 16,-1-1 8-16,3-1 10 0,1 0 4 0,2-1 2 0,2-1 0 0,2 0-7 15,1-1-3-15,2 1-10 0,2-2-2 0,2 1-8 0,1-2-12 16,4 1-16-16,2 0-14 0,3-1-24 0,1 0-27 0,2 0-35 0,-2-1-46 15,3 1-30-15,-1-1-22 0,1 0-42 0,1 0-325 0</inkml:trace>
  <inkml:trace contextRef="#ctx0" brushRef="#br0" timeOffset="9576.1">8513 9901 773 0,'15'-8'54'0,"4"1"-19"16,8-3-19-16,5 3-6 0,2 0 1 0,6 2-2 0,2-2 4 0,3 2-5 16,1 2-5-16,2 2-2 0,-1 3-5 0,2 1 0 0,2 2 1 15,1 1 1-15,4 0 1 0,-1 1-1 0,-1 1 2 0,2 0 1 0,-1-1-2 16,2 0 3-16,2 0-2 0,1-1 0 0,1 1 3 0,2-3 1 16,-1 1-1-16,3-1 4 0,1 0-1 0,1 1 7 0,4-1 6 0,0-1 5 15,2 1 7-15,2-2 6 0,2 0 5 0,0-1 9 0,3 0 5 0,2 0 2 16,0-1-3-16,4 1-6 0,0-1-3 0,1-1-6 0,1 1 0 15,1-1-5-15,3 0-9 0,-1 2-9 0,2-1 2 0,-1 0-3 0,5 0 2 16,0 0 2-16,0-1-3 0,2 1-5 0,-5-1 1 0,2 0-4 0,-3 1 0 16,2 0 6-16,-1 2-1 0,0-1 4 0,1 0 1 0,-1 0-5 15,0 0 4-15,-1 1-2 0,0 1-4 0,-2 0-2 0,1 0-3 0,-3 0-6 16,1 2 3-16,-1-2-2 0,-1 3-4 0,-2 0 4 0,-3-1-2 16,0 0 1-16,-3 1-1 0,-1-1 0 0,1 2-1 0,-3-2 5 0,-1 1-3 15,0 0 2-15,-3-1 0 0,-1 0-5 0,-1 0 4 0,-1 1-4 0,-3-1 1 16,2 0-2-16,-2 1-1 0,-3-1 0 0,-1 0-5 0,-4-2-7 15,-1 1 2-15,-3-1-11 0,0-1 0 0,0 0 8 0,-2-2-4 0,-1 1 1 16,0-2 4-16,-2 0-1 0,-1 0-4 0,0-1-1 0,-1-1-4 0,0 0-13 16,0-1-11-16,0-1-5 0,-1 0-6 0,-2-1 7 0,-2-1 6 15,-3 1 6-15,1-1-2 0,-4 0-1 0,0 1-4 0,-2-1-9 0,-1-1-9 16,0 2-17-16,-3 0-26 0,-2 0-19 0,-1 1-24 0,1 0-21 16,-1 1-120-16</inkml:trace>
  <inkml:trace contextRef="#ctx0" brushRef="#br0" timeOffset="11226.67">7036 9571 20 0,'-25'-18'40'0,"-2"-2"17"0,-5-5 15 0,3 6-5 16,7 2-11-16,0 1-7 0,2 0-9 0,-1 1-11 0,0 0-9 15,3 0-10-15,-2 1-6 0,1 2-1 0,0 0-2 0,2 0-2 0,1 1 0 16,-1 0-2-16,2 1 1 0,0 1 1 0,1-1 0 0,0 0-1 16,0 1 0-16,0 0 2 0,0 0 0 0,0 1 2 0,2-2 1 0,1 0 0 15,-2 1 1-15,1 0-2 0,1 0 1 0,-1 1 0 0,2 0 2 0,3 0 0 16,-1-1 1-16,1 0-1 0,2 1 0 0,0-1 0 0,1 0 0 0,1 2-2 15,1-2 2-15,2 1-3 0,0-1-1 0,2-1 2 0,2-1 1 16,2-1 3-16,1 1 0 0,3-1 3 0,1 0 1 0,2-1 2 0,2-1 2 16,2-1 2-16,0-1 3 0,3 0-1 0,0 1 5 0,1 0 0 15,4-2-3-15,-1 1-2 0,3 0-1 0,3 0 1 0,2 2 1 0,2-2 0 16,0 2-2-16,3-3-5 0,-1 0-1 0,5 1-1 0,2 1 2 0,2-2-3 16,5-1 2-16,2 0-3 0,4 0-1 0,3 0-2 0,1 0 0 15,4 1-3-15,2-1-4 0,2-1 1 0,2 0-3 0,1-2 3 0,4 0 2 16,2 1 1-16,3-1-2 0,2 0 1 0,-1 0-4 0,5 0 1 0,0-1 2 15,5 2-4-15,0-2 7 0,3 1 0 0,2 0-1 0,1 0 2 16,2 1-6-16,1-1 1 0,5 1 6 0,0-2 2 0,2 3 1 0,3-2 0 16,2-1-4-16,3 2 0 0,1-1 0 0,2 0-1 0,2 1 0 15,1 0 2-15,4 1-1 0,0 1-1 0,4-1 2 0,1 0-4 0,2 1-2 16,3 0 1-16,1-2-2 0,2 1-1 0,0 0 2 0,1 0 0 0,2 2 0 16,0 2 2-16,-1-1-2 0,0 2-4 0,0 0 4 0,-1 3-2 15,0-1 0-15,1 1 2 0,-3 1-2 0,1 2 1 0,1 0 4 0,2 3 1 16,-1 1-1-16,1 0 0 0,-4 3 0 0,-1 0-6 0,-2 3 2 0,0 1-3 15,3 0 0-15,0 4 4 0,0 0 0 0,3 2 1 0,0 1 0 16,0 0-1-16,2 1-1 0,0 1 2 0,-1 1-2 0,1 2-1 0,-2 2 3 16,1 0-2-16,-3 2 0 0,-3 1-7 0,-3 0-4 0,-3 1 0 15,-2 1 3-15,1-3 2 0,3 1 1 0,-2 0-3 0,-2-2-8 0,-6 3-6 16,-7 1-8-16,-8-1-6 0,-6 1-1 0,-2 0 0 0,-2 0 5 0,-1 1 1 16,-1 0 3-16,-2-1 1 0,-4 0-5 0,-1 0-1 0,-4 1-5 15,0 1-3-15,-1 1-4 0,-2 1-3 0,-2 0-3 0,-3 0-11 0,-6 1-16 16,-5-1-41-16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0:45:51.866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2828 5437 17 0,'-7'-7'15'0,"-1"0"-2"15,-2-2 0-15,3 1-1 0,1 2-4 0,2 0 2 0,1 0 2 16,0 0-2-16,1 1 2 0,0-1-1 0,1 0 0 0,1-1 1 0,0 2-2 15,0-1 0-15,0 1-2 0,1-1 0 0,1 0 1 0,-1 0 0 0,2 0 0 16,-1 0 0-16,1-1 0 0,0 0 1 0,1 1 0 0,0 0-2 16,2 1-2-16,-1-1-2 0,1 0 1 0,2 0 0 0,0-1 0 0,1 1 0 15,1-1 0-15,1-1 0 0,1 0 0 0,2 0 1 0,0-1-1 0,4 0 2 16,2 0-2-16,0-1 0 0,2 1 1 0,1 0 0 0,-1 1 0 16,3 0-1-16,0 1 0 0,-1 0-3 0,2 0 0 0,-2 1 2 0,2 0-1 15,0 1 1-15,-1 1 1 0,1-1-1 0,-2 2 1 0,1-2 0 16,1 0-1-16,0 1 0 0,3-1 0 0,-1 2 1 0,1 0-1 0,-1 0 1 15,0 2 3-15,-3 0-3 0,3 1 5 0,-2 1-6 0,1 0-4 0,0 1 4 16,-1 0-4-16,0 2 4 0,-3 1 0 0,1 1 0 0,-1 2-2 16,1-1 0-16,-1 3 1 0,0 1 1 0,0 0 1 0,1 0 1 0,-2 0 0 15,1 2-1-15,-1 2-3 0,0 2 1 0,0 0 0 0,0 2 0 0,0 1 0 16,-1 1 0-16,-2 1 1 0,-1 3 2 0,0 2-3 0,-2 2 1 16,-2 2-2-16,0 0 0 0,-2 0 1 0,-1 3-1 0,0-1-1 0,-3 2 0 15,1 1-1-15,0-2-3 0,-1 2 1 0,-1-1 2 0,-1 1 3 0,-1 0 5 16,-2 1 0-16,-1-2-1 0,-1 2-2 0,-2 1 0 0,-1-1 2 15,-3 2-2-15,-3-1 0 0,-1-2-1 0,-3 1-2 0,-2-2-1 0,-1 1 1 16,-2-2-1-16,-3 0 0 0,-1-2-6 0,-2-1 2 0,-3 0 2 16,0-3 1-16,-3 1 6 0,0-2-3 0,-1 1-3 0,0-3 0 0,-3-2-1 15,0 0 0-15,-2-3 1 0,-1-1 0 0,0-1-3 0,-1 0 0 0,-1-4-1 16,0 0 2-16,0-2 0 0,1-3 0 0,0-1 2 0,1-3-3 16,-1 0 1-16,0-3-2 0,1-1-5 0,-2-1-2 0,3 0-5 0,0-2-4 15,1-1-3-15,1 0-2 0,-1-2-11 0,3-1-6 0,2-1-15 16,3-2-39-16,1-1-94 0</inkml:trace>
  <inkml:trace contextRef="#ctx0" brushRef="#br0" timeOffset="2265.37">5047 7450 215 0,'-8'-9'124'0,"1"-1"-108"0,-2-1 40 0,3 3-7 0,2 1-14 16,-1 0-1-16,2 0-5 0,-1 0-7 0,1 1-6 0,2 1-5 0,0-1-6 15,1 1-2-15,0 0-3 0,1 1-1 0,2 0 0 0,-1 0 2 16,2-1-2-16,0 1 0 0,0 0 1 0,1 0-1 0,-1 1 2 0,1 0 1 15,-1 1-1-15,2 0-1 0,-2 1 0 0,1 1 1 0,0-1 2 0,-1 2 0 16,1-1 1-16,-1 1 2 0,0 0 4 0,2 0 4 0,0 0 1 16,0 1 4-16,-1-1-1 0,1 0 3 0,1 1 1 0,0 0-2 0,2 0 2 15,0 0-1-15,1 0-2 0,1 0 1 0,-1 1-1 0,2-1 0 16,1 1 0-16,1-1 1 0,0 0-2 0,0 1 2 0,2 0-3 0,1-1-2 16,-1 0-1-16,2 1 0 0,-1 0 1 0,0 0 0 0,1 0 0 0,0 0-4 15,2 0 0-15,-1 0-3 0,2 0 3 0,2 1-3 0,-1 0 3 16,2 0 1-16,1 0-2 0,1 1-4 0,-1-1-1 0,1 2 0 0,0-1-1 15,-1 0 6-15,3 1-1 0,-1 0 1 0,2 0-1 0,1 0-2 0,-1 0 1 16,1 0-1-16,2-1 0 0,1 0-1 0,1 0-1 0,1 0 2 16,-1-1-4-16,-1 0 3 0,3 1-3 0,-1 0 3 0,2-1 1 0,-1 0-6 15,0 0 1-15,0 0 0 0,0 0 0 0,0-1 9 0,0 0-1 0,-1 1 1 16,1-1 3-16,-1 1-3 0,3 0 2 0,-2-2 2 0,1 1 0 16,1 1 1-16,-4-1 1 0,3 1-5 0,-1-1 1 0,1 0 0 0,2-1 0 15,-1 0 0-15,2 1 2 0,-2-2-1 0,1 1 1 0,2 0 1 16,-2 0 1-16,1-1-1 0,3 1 3 0,-1-1-8 15,0 0 8-15,0 0-7 0,-2 0-3 0,1 0 5 0,0-1-8 0,2 1 4 0,-2 1-6 0,1-1 4 16,0 0-3-16,0 0 0 0,0 0 7 0,0-1-2 0,-1 0 2 16,1-1-2-16,2 0 1 0,-1 0-2 0,0 1 0 0,-1-1-1 0,0 1 1 15,0-1-2-15,-1 0-2 0,2 0-2 0,0 1-6 0,-3-1 6 0,3 1 4 16,-3 0-2-16,0-1 3 0,0 0-7 0,0 0 1 0,0 0 4 16,2-1-4-16,-2 2 7 0,-2 0-8 0,1-1 3 0,-2 0-2 0,2 0-2 15,0 0 2-15,-2-1-3 0,0 1 4 0,-3 0-1 0,0 0-2 0,-2 0 3 16,1 0-3-16,-3 1 0 0,1-1 3 0,-2 0-2 0,0 1 2 15,0-2-2-15,-1 1-1 0,-2 0 2 0,-1 0-2 0,-2 0 1 0,1-1 3 16,-2 0-3-16,0 0-1 0,-1 0 0 0,1 0-2 0,-2 0 2 16,-1 1 2-16,0-1 0 0,-2 0 3 0,0 0-2 0,-1 0-2 0,-2-1 5 15,-1 0-6-15,0 0 4 0,0-1 0 0,0 0 0 0,-1 0 3 0,-1-1-3 16,0-1 1-16,0 0-1 0,1-1-2 0,0 0 2 0,-1 0-3 16,2-1 2-16,0-1 1 0,-1-1-1 0,1-1 0 0,-1 0-3 0,1 0 3 15,0-2-1-15,1-1 1 0,0-1 0 0,-1-1-2 0,1 1 1 0,-1-2-4 16,-1-1 5-16,-1 0-2 0,0-1-1 0,-1-1 3 0,0 1 0 15,-2-2-3-15,-1 1 3 0,0 1-1 0,-2 0-2 0,0-1 3 0,1 0 0 16,-1 0-2-16,0-1 4 0,-1 0-7 0,-2 1 1 0,-1-1 1 16,-1 1-2-16,-1 1 7 0,1-2 2 0,-3 0 0 0,-1 1 0 0,-1-3-3 15,0 2-3-15,-2-2 3 0,0 0 1 0,-3 1-7 0,-1-1 5 0,-3 0-4 16,-2 1-2-16,-1-1 1 0,-2 0-3 0,0-2-1 0,-1 0-2 16,-1 1 4-16,-3-1-3 0,-3 3 1 0,-3 0-4 0,-2 0-5 0,-3 1 1 15,0-1-5-15,-5 0-2 0,-2 2 6 0,-3-1-5 0,0 1 4 16,-3 0 8-16,-2 1 0 0,0-1 8 0,-4 2 4 0,1 0 0 0,-1 0 0 15,1 0-4-15,-1 3 0 0,-2 1-3 0,-1 0-1 0,0 1 2 0,1 3 0 16,0-1 1-16,-3 3 0 0,0 0 2 0,-2 2-4 0,0 2 2 16,-1 0 0-16,1 2 1 0,-1 1-2 0,-2 2 2 0,0 2-5 0,-2 1-8 15,-1 2-2-15,-1 2-8 0,-1 1 1 0,1 0 0 0,0 1-4 0,-2 2-1 16,0 1 0-16,-1 2 1 0,1 0-2 0,-2 1 9 0,1 0 1 16,-1 0-1-16,0-1 10 0,1 2-2 0,-1 0 6 0,1 2 8 0,1 0 4 15,1 0-3-15,1 1 3 0,2-1-7 0,0 3 1 0,1 0-1 0,2-1-1 16,0 2 5-16,0 0 0 0,1 2 1 0,1 1 2 0,2 1-7 15,-2 0 0-15,1 0 2 0,1-1-4 0,1 1 2 0,4 0-2 0,2 1 1 16,1 0 1-16,0 2 1 0,2 0 4 0,-1 0-8 0,4 1-1 16,2 2 8-16,0-1-4 0,0 2 10 0,2-2-1 0,3 1-7 0,2-1 0 15,3 0-4-15,3 0 2 0,3 1 0 0,0-1-2 0,5-1-2 0,2-1-8 16,2-3-8-16,5-1-8 0,3 0-16 0,2-2-11 0,4-1-7 16,2 0-9-16,3-1-5 0,1-1-1 0,3-2-8 0,4 0-2 0,1-2 6 15,3-1 0-15,3-2 1 0,2 1 4 0,3-2 3 0,1-1-2 0,3-2 4 16,1 0-2-16,3-1 3 0,1 0-134 0</inkml:trace>
  <inkml:trace contextRef="#ctx0" brushRef="#br0" timeOffset="3082.37">11689 7451 644 0,'-3'-8'27'0,"0"1"40"0,0-2 2 0,2 4-11 0,1 1-18 15,1 1-3-15,1 1-4 0,0 0-7 0,1 0-5 0,1 0-5 0,0 0-4 16,2 1-2-16,3 0 1 0,1 0 2 0,2 0 2 0,0 1 2 15,3 0 3-15,0 0 0 0,2 0 1 0,0 1 1 0,2 0 3 0,1 1 1 16,0 0 0-16,1 1 3 0,0-1 0 0,-1 1-1 0,0 0 6 0,0 0-2 16,-2 1 3-16,2 1 1 0,0 0-2 0,0-1 6 0,1 0-3 15,-1 0 7-15,1 0 0 0,1 0-3 0,3 0 0 0,1-2-7 0,2 1-3 16,0 0-5-16,3-1-5 0,-2 0 1 0,3-1-4 0,1-1 1 0,2 0-1 16,1-1-4-16,0-2 4 0,1-1-4 0,0 1 0 0,2-2 3 15,0 1-8-15,0-1 2 0,1-1 0 0,-1 1 1 0,0 0 1 0,1-1 0 16,-1 1-3-16,-1 1 0 0,-3-1-2 0,-1 0-3 0,-1 2 3 15,-2-1 1-15,1 2-2 0,-4-1 5 0,0 1-5 0,-2 1-2 0,-1 1-1 16,0 0-5-16,-3 0 2 0,0 1 4 0,1 1-8 0,-1 1 0 0,1 0-5 16,-1 1-6-16,0 2-9 0,1 1-28 0,0 1-24 0,2 2-35 15,2 3-30-15,-1 0-33 0,2 3-40 0,-1 1-34 0,1 3-29 0,3 3-37 16,3 0-126-16</inkml:trace>
  <inkml:trace contextRef="#ctx0" brushRef="#br0" timeOffset="13666.15">11352 6212 244 0,'-4'-4'90'0,"0"0"-51"16,0 1-14-16,1 0-5 0,2 2-5 0,1 0-3 0,0-1-6 0,1 1-2 15,0 0 0-15,0-1-2 0,1 1 4 0,0 0-3 0,0 0 1 0,1 1 4 16,-1 0-2-16,1 0 3 0,0 0 1 0,-1 1 3 0,2 0 3 15,0 0 3-15,0 0 5 0,0 0 4 0,-1 1 4 0,1 0 4 0,0-1-2 16,1 1-1-16,0 0-4 0,1 0-2 0,0 0-1 0,0 1-3 0,1 0 2 16,1-1-4-16,-1 0 0 0,3-1-4 0,0 1-2 0,1-1-1 15,3 1-2-15,1-1 0 0,1 0 2 0,3-1-3 0,2-1 3 0,2 0-1 16,1 0-2-16,1-1 0 0,2 1 5 0,-1-1 0 0,2 0-1 0,3 0 4 16,-1-1-3-16,4 1 1 0,-1-1 3 0,2 1-3 0,2 0 2 15,-1 0-1-15,4 0-1 0,-1-1 0 0,1 1-4 0,3 1-2 0,1-1 0 16,1 1-1-16,1 0-3 0,1 1-1 0,0 0-1 0,0 0-4 15,1 1 3-15,1-1-3 0,1 1 2 0,0 0 0 0,0-1-4 0,2 1 4 16,0-2-3-16,3 1 2 0,0-2 0 0,2 1 0 0,0 0 2 0,1-1 0 16,1 1 1-16,1-1 1 0,1 1 0 0,0-1 0 0,1 1 1 15,2-1-2-15,1 1 3 0,-2 0-3 0,2 0 2 0,0 0 0 0,-1-1 2 16,2 1 3-16,-1 1-2 0,-1 1 3 0,1-1 0 0,0 0-1 0,-1 1 4 16,0-1-1-16,0 2 1 0,-1 0-2 0,1-1-3 0,-1 1 3 15,2 0-2-15,-2 0-2 0,1 1 1 0,3-1-3 0,-2 1-5 0,2 0 5 16,2 0-3-16,-2 0 3 0,1-2-1 0,1 2 0 0,0 0-2 15,0 1-2-15,0-1 1 0,2 0 0 0,0-1 0 0,0 1 1 0,0-1 4 16,0 1 0-16,0-1 0 0,2-1-1 0,-2 0-2 0,2 0-2 0,-2-1 0 16,0 0 5-16,-1 0-10 0,0-1 7 0,0 0 4 0,-1 0-8 15,-1-1 6-15,-2 0-1 0,1-1-5 0,-1 0 6 0,0 0 0 0,-1-1-5 16,1 0 3-16,-1 0 0 0,0 1-1 0,0-2 2 0,-2 0-2 0,0 0-1 16,1-1-1-16,-2-1 1 0,0 0-4 0,-1 0 2 0,-2 0 4 15,-1-1-10-15,-1 1 1 0,-2-2 2 0,-1-2 1 0,-3 0 4 0,-1-1 2 16,-1 0 1-16,-2-1-2 0,0 0 1 0,-1-2 0 0,-3-2-6 0,-1 0 6 15,-1-1-1-15,-1 0 2 0,-2 2-4 0,1-3-5 0,-4 1 2 16,0 0-2-16,-3 0 4 0,0 0 2 0,-4-2-1 0,-1 1 0 0,-4-2 4 16,-1 0-3-16,-2 0 1 0,-2 0 2 0,-1-1 3 0,-2 1-1 15,-2-1 2-15,-4-2 3 0,-1 0-7 0,-2 1 1 0,-2-1-2 0,-2 0 1 16,-1 1 5-16,-4 0-2 0,-1 0 0 0,-2 2 0 0,-3-3 1 0,-1 1 0 16,-4 0 4-16,-2-1-3 0,-2 1-3 0,-1 1-2 0,-3 1 2 15,-3 0-8-15,-2 2-1 0,-5 0 4 0,-2-1-2 0,-4 2-1 0,-4-1 8 16,-3-1-3-16,-3 2-1 0,-4-1 0 0,-4-1-5 0,-3 2 6 15,-3 0 1-15,-2-2 0 0,-5 2-1 0,-2-1-8 0,-1-2 10 0,-4 3 3 16,0 0 0-16,-1-1 2 0,-4 1-10 0,0 1-5 0,0-1 7 0,-2 0-2 16,0 1 1-16,-2 0 3 0,0 0-1 0,-2 1 0 0,0 1 1 0,0-1-1 15,0 0-1-15,1 0-4 0,0 1-2 0,0 0 2 0,2 2 1 16,-3 1 1-16,1 2 3 0,0 1 0 0,-2-1-6 0,0 1 0 0,-2 1-2 16,0 1-5-16,-4 2 4 0,1 1 3 0,-2 0 1 0,-2 1-5 15,0 1-5-15,-3 0-3 0,-2 2 5 0,-1 0 4 0,-1 2 3 0,-1 0 0 16,-1 0-5-16,-2 1 4 0,0 0-4 0,1 0 3 0,0 2 0 15,-2 0-4-15,1 2-1 0,2 1 2 0,1 0-2 0,2 1 3 0,4-1 4 16,2 2-5-16,3 0 2 0,4 1 1 0,3 1-4 0,3 1 3 0,5 2 1 16,2 1-1-16,4-1 1 0,4 0-1 0,2 0-5 0,2 2 4 0,3-1 0 15,1 0 4-15,2 1-3 0,2 1 1 0,2 0-2 0,2-1 0 16,1 2 4-16,4-1 1 0,1 0 1 0,1 1-5 0,3 0 1 16,1-1-9-16,2 0 1 0,2 1 4 0,2 1-5 0,2-1 16 0,3 1-2 15,1 0-1-15,2 0 3 0,0 1-13 0,1 0-1 0,2 1-5 0,3-1-4 16,2 0-9-16,3 1-14 0,0 0-10 0,2 1-17 0,3 0-16 0,0 0-20 15,2-1-22-15,2 1-22 0,1-1-25 0,2 0-19 0,3 2-25 16,1 0-29-16,2 1-186 0</inkml:trace>
  <inkml:trace contextRef="#ctx0" brushRef="#br0" timeOffset="27950">6837 7811 407 0,'-12'-5'50'0,"1"1"-14"0,-3-1 1 0,4 2-2 16,3 1 1-16,0 0-3 0,1 1-3 0,1 0-3 0,-1 1-9 0,1 1-9 16,1-1-6-16,-1 1-1 0,2 0-2 0,0 1 1 0,-1 0-1 0,1 0-3 15,0 1 0-15,0-1-1 0,0 0-4 0,2-1 3 0,-1 0-2 16,0 0 1-16,1 0 1 0,-1-1 2 0,0 0 1 0,1 0 3 0,0 0 0 16,0-1 1-16,0 0 4 0,-1 1 0 0,1-1 6 0,-1 0 2 0,2 0 0 15,-1-1 1-15,0 0 0 0,1 0-1 0,0-1 5 0,1 1-3 16,1-2-1-16,0 1 0 0,0 1-2 0,2-2 3 0,-1 0-2 0,3 0-1 15,0-1-1-15,1 0-2 0,0-2 4 0,2 1-2 0,1-1 4 16,3 0 0-16,-1 1-5 0,2 0 1 0,1 0-3 0,1 0-1 0,2 0 2 16,-1 1 1-16,2 1 0 0,1-1 1 0,0 1-3 0,2 1 3 0,1 0-4 15,1 0-2-15,2 1 2 0,0 0-6 0,2 0 4 0,0 0-1 16,3 1-5-16,2 0 2 0,2 0-3 0,0-1 1 0,1 1 2 0,0 0-2 16,4-1 1-16,1 0-3 0,1 0 0 0,1 1 0 0,3-1 0 0,0 1 1 15,2 0 1-15,-1-1 0 0,4 1 0 0,-1-1 2 0,1 0 0 16,0 2 0-16,-2-2-4 0,0 1-1 0,0 0 2 0,-2 0-6 0,0 1 4 15,-3-1 0-15,-1 1 2 0,-1 0 5 0,-3 1 0 0,0 1 3 0,-3 1-1 16,1 0 4-16,-1 1 1 0,-2 2 7 0,0 0-2 0,-5 1-2 16,2 1 2-16,-3 2-7 0,1 1 1 0,0 2 2 0,1 0-3 0,-2 2-3 15,0 1 0-15,0 1-1 0,-3 0-1 0,1 3 1 0,-2 2 1 0,1 1-5 16,-1 3 1-16,-3 0-2 0,0 2 1 0,-3 1 0 0,-2-2-2 16,-1 4-1-16,-2-1-3 0,-1 2 1 0,-2 0 0 0,-3 2-1 0,-1-2-4 15,-2 0 2-15,-4 1 0 0,-1-2 4 0,-3 2 1 0,-2-2-4 16,-2 0 1-16,-1-1-2 0,-3 0 2 0,-2-2 1 0,-2 3 3 0,-2-2-2 15,-3 0 4-15,-3 0-3 0,0-4 2 0,-2 0 2 0,0-2-1 0,-2 0 0 16,0-1 0-16,-3-2 3 0,-1-2 1 0,-1 0 4 0,-1-4-2 16,-1 1 1-16,1-1 0 0,-2-1 2 0,1-2-1 0,-2-3-5 0,-2 0 4 15,2-1 2-15,-2-1 4 0,2-2 7 0,-1 0 3 0,-2-1 6 0,1-1-1 16,0-2 4-16,-2 0-3 0,2-2-6 0,1 0-1 0,0-1-6 16,2 0-3-16,1 0-3 0,1-1-5 0,1 1 5 0,-1-1-3 0,1-1-2 15,0 1 3-15,1-2-3 0,2 1-1 0,1 0-3 0,0-2 1 16,2 1-7-16,3-1 2 0,0 1-1 0,4 0 2 0,-1 0 5 0,4 1 3 15,0 0-2-15,4 2-1 0,0-1-13 0,1 1-7 0,3-1-3 0,1 1-14 16,1 0-10-16,3 1-12 0,0-1-18 0,2 0-16 0,1 1-21 16,2-1-21-16,2 0-13 0,1-1 7 0,3-1 6 0,4-1 17 0,4 0 4 15,3-1 8-15,3-1-90 0</inkml:trace>
  <inkml:trace contextRef="#ctx0" brushRef="#br0" timeOffset="29067">11419 8395 881 0,'-10'-5'392'0,"1"0"-323"0,0-1-46 0,5 4-32 0,5 2-8 16,1 2-12-16,2 1 4 0,2 4 6 0,1 0 2 0,3 2 3 0,1 1-2 15,1 2-2-15,2 3-3 0,1 0-3 0,2 3 1 0,1 1 1 0,4 0 2 16,1 0 9-16,1 1 1 0,1 0 4 0,-1-3 6 0,2 0 2 16,-1 0 5-16,1-1 7 0,1-2 2 0,1 0 5 0,2 0 4 0,-2-1 2 15,2-2 0-15,-2 1 2 0,2-1 2 0,-3 0 5 0,2-1 7 16,-1-1 1-16,0-1 0 0,0 0-4 0,-2 0-4 0,0-1 2 0,-3-1-3 16,0 0-2-16,0 0 5 0,-1-1 2 0,-1-1 13 0,-1-1 0 0,-3-1 1 15,1-1-5-15,-1-2-8 0,0 0-2 0,0-2-6 0,1-1-2 16,0-2-8-16,0 0 1 0,2-1-1 0,-2-1-3 0,0-1 3 0,0-2-5 15,-1 1-6-15,-1-3 5 0,0 1-4 0,-2-2 2 0,0 0 4 16,-1 1 1-16,-2-3 5 0,1 1-1 0,-1-1-1 0,-2 0-1 0,0-2-6 16,-1-1 2-16,-3-2-4 0,0 0-3 0,0-2-4 0,-1-1-1 0,0 0-2 15,-2 0-3-15,-1-2 1 0,-1-1-4 0,-2 0-1 0,0-1-2 16,-2 0 1-16,-1-1-1 0,-1 2 13 0,0-2-4 0,-1 0 1 0,-3 0 3 16,0 1-8-16,-1-2 3 0,-1 2-2 0,0-1-1 0,-1 0 2 0,-1 2-2 15,-2 0-2-15,1 0 2 0,-2-1-3 0,-2 1-3 0,-1-1 5 16,1 2-2-16,-2 0-4 0,0 2 6 0,0 1-2 0,-2 0-5 0,0 1-3 15,-3-1-1-15,-1 1 0 0,-2 1-5 0,-2 0 0 0,-1 2 10 16,-1 1 4-16,1-1 7 0,-2 1 2 0,-2 0-13 0,0 2 1 0,-3-1 6 16,1 2 0-16,-3 1 1 0,-2 2 2 0,0-1-6 0,-2 3 0 0,0 0 2 15,-3 3-5-15,-1 1 1 0,-1 1 4 0,-2 3-1 0,0 0 4 16,0 1 2-16,-2 2 1 0,1 0 1 0,0 2-2 0,1 1-2 0,-1 2 5 16,3 2-2-16,0 2-4 0,0 0 7 0,3 3-5 0,1 0-1 0,2 3 4 15,0 2-6-15,3 2 3 0,-1 0-11 0,0 4 2 0,1 1 8 16,1 3-9-16,0 1 9 0,1 2-2 0,3 0-5 0,1 1 1 0,4-1 2 15,3 0-1-15,1 0-3 0,1 1-3 0,3-1-6 0,1 2-6 0,3-2-13 16,3 1-11-16,3-2-10 0,5 0-22 0,2 0-26 0,3 0-29 16,3-1-51-16,4-2-37 0,4 0-27 0,3-2-10 0,9-2 0 0,6 0-18 15,6-3-67-15</inkml:trace>
  <inkml:trace contextRef="#ctx0" brushRef="#br0" timeOffset="30366.98">14079 8775 1814 0,'-10'-12'108'0,"2"0"-50"0,0-3-38 0,5 4-22 0,2 2-6 15,1 2-18-15,2 2-12 0,1 1-11 0,0 0-7 0,2 1-1 0,2 1-4 16,0 0 4-16,2 0 1 0,2 1 2 0,0 2 5 0,1-1 3 0,1 2 6 16,2-1 11-16,0 1 6 0,1 0 8 0,0-1 10 0,2 0-1 0,1 1 8 15,0-1 1-15,2 0 2 0,1 0 6 0,-1-1 2 0,2-1 8 16,1 1 1-16,0 0-3 0,1 0 0 0,2 0-4 0,1-1 1 0,1 1 3 16,4 0-4-16,-2 0 2 0,4 1-4 0,-1 0-2 0,1 1 4 15,1 1 6-15,0 1 3 0,1 0 2 0,-2 1 1 0,1 0 1 0,-1 0 0 16,0 1 3-16,1-1-2 0,-2 0-2 0,1 2-5 0,-1-1 2 0,2-1 1 15,-2 1 0-15,0 0 4 0,0 0-1 0,-2 0-4 0,2-1 0 16,-2 1-1-16,4-1-7 0,-1 1 0 0,1-1-6 0,0 0-7 0,-1-1 4 16,2 1-4-16,0-1-2 0,2 0 4 0,-1 0 0 0,0-2 0 15,1 0 5-15,-3 0-2 0,1-2-2 0,-1 0 1 0,-2-1 2 0,1 0 1 16,-4-1 1-16,1 0 0 0,-2 0 2 0,0 0 1 0,-2 1 5 0,0-2 7 16,-3 0-4-16,1 1 2 0,1-1-2 0,-1 0-1 0,0 0-4 15,1-2 1-15,1 1-3 0,-1-1 7 0,1 0-7 0,-1 0-6 0,-1-1 0 16,1 0-9-16,-2-1 8 0,0 1 0 0,-1 0-2 0,-1 1 0 0,-1-1-3 15,-2 1 2-15,0 0 0 0,-2 1-1 0,-1 1-1 0,0-1 1 16,-1 2-1-16,0-1-2 0,-3 2 4 0,1 0-4 0,-3 1 6 0,0 0-6 16,-2 1 4-16,-1-1 0 0,-1 1-2 0,0 1 1 0,0 0-4 15,-2 0 7-15,1-1-4 0,-1 1-3 0,-1 0 1 0,-1-1-2 0,0 1 1 16,-1-1 3-16,0 0-3 0,0 0 3 0,-2 0-1 0,2 0-2 0,-1 0 6 16,0-1-3-16,0 0 4 0,0 1-3 0,0-1 1 0,-1 0 3 15,1 0-6-15,0 0 1 0,-1 0 0 0,1 0-5 0,-1 0 4 0,0 1-2 16,1-1 1-16,0 0 1 0,-1 0 0 0,0 0-2 0,0 0 1 0,0 1-2 15,0-1-1-15,1 1 0 0,-2 0-7 0,1-1 4 0,0 1 0 16,0-1-4-16,0 0 4 0,-1 0-3 0,1 1 2 0,0-1 3 0,0 0-5 16,-1 1 5-16,1-1 0 0,-1 0 1 0,0 1 2 0,1-1-6 0,0 0 0 15,-1 1 1-15,0-1 0 0,1 0 4 0,-1 0-1 0,1 0-1 16,-1 0 2-16,1 0-1 0,0 0-1 0,-1 0 4 0,1 0-2 0,1 0 2 16,-2-1 1-16,2 1 0 0,-1 0-4 0,-1 0 4 0,1 0-4 15,0 0 0-15,0 0 4 0,1 0-7 0,-2 0 7 0,2 0-2 0,-1 0-3 16,0 0 3-16,0 0-3 0,1 0 3 0,-1 1 1 0,-1-1-2 0,2 1-1 15,-1-1 2-15,0 1-1 0,0-1-1 0,1 1 0 0,0 0-1 16,0 0-1-16,-1 0 5 0,1-1-2 0,-1 1-1 0,1 0 2 0,-1 0 0 16,1-1 3-16,0 1-3 0,-1-1 0 0,1 0 2 0,-1 1-4 0,1-1 7 15,0 1 0-15,-1 0-7 0,0 0 5 0,1 0-3 0,0-1 0 16,0 1-3-16,-1 0-2 0,0 0 4 0,1-1-2 0,-1 0 6 0,1 1-2 16,-1 0-2-16,0 0 1 0,1-1-3 0,-1 1 3 0,1 0 4 15,-1 0-5-15,0-1 1 0,0 0 1 0,1 0-1 0,-1 0 0 0,0 0-4 16,1 1 2-16,-1-1-3 0,1 0 5 0,0-1 4 0,-1 1-4 0,1 0 0 15,-1 0 0-15,0 0 0 0,0 0 0 0,0 0 1 0,0 0-2 16,0 0-1-16,0 0-1 0,0 0 0 0,0 0 4 0,-1 0-2 0,1 0 2 16,0 0-5-16,-1 1-2 0,2-1 1 0,-2 1-1 0,0-1 1 0,1 0 2 15,-1 1-2-15,0 0 1 0,0 0 2 0,-1 1-7 0,1 0 4 16,0-1 5-16,0 1-6 0,0 0 3 0,0 0 2 0,-1 0-1 0,1 1-1 16,0-1 2-16,-1 0-7 0,1 1-3 0,-2-1 4 0,1 1 1 0,0-1 1 15,1 0 1-15,0 0 1 0,0 0 0 0,-1 0-2 0,1 0 5 16,-1 0 0-16,1-1 0 0,-1 1 2 0,1 0-4 0,0 0-4 0,-1 1 5 15,1-1-4-15,-1 0 2 0,0 1 3 0,0-1-1 0,0 0 2 16,0 0-7-16,0-1 5 0,1 1-8 0,0-1-3 0,-2 0 7 0,2 0-2 16,-1 1 7-16,1 0 0 0,0 0-2 0,-1 0-4 15,1-1-1-15,-1 0-2 0,1 0-9 0,0 0-4 0,0 0-4 0,0 0-8 0,0 0 1 16,0-1-6-16,1 1-9 0,-1-1-9 0,1 0-15 0,0 1-12 0,0-1-16 16,0 0-14-16,0-1-20 0,1 1-25 0,-1 0-24 0,1 0-15 0,1-1-11 15,0 0 4-15,2-1-5 0,1-1-56 0</inkml:trace>
  <inkml:trace contextRef="#ctx0" brushRef="#br0" timeOffset="31433.98">19653 8819 1514 0,'1'-1'138'0,"1"-1"-82"0,3-1-42 0,0 0-18 15,2 1-10-15,3 0-26 0,1 0-22 0,4 1-2 0,4 1-4 16,1 0 16-16,5 0 9 0,-1 1 1 0,2 0 4 0,0 1 5 0,0 0 9 16,4 0 10-16,1 0 3 0,2 0 4 0,2 1 4 0,0-1 1 0,3 1 2 15,1-2 2-15,2 1 5 0,4 1 0 0,0-1 8 0,2 0 6 16,2 0 6-16,2-2 13 0,-1 1 0 0,2-1 3 0,-2 0-1 0,1 0-5 15,2-1 1-15,2 1 0 0,3-1-2 0,0 0-1 0,0 0-6 16,2 0-7-16,1 0-3 0,-1 1-7 0,2 0 3 0,-1-1 9 0,-1 1 7 16,1-1 24-16,-1 0 5 0,1 0 2 0,-1-1-2 0,2 1-11 0,2-1-9 15,2-1-5-15,1 1-9 0,2-1-10 0,1 1-4 0,2-1 0 16,0 0-5-16,1 0 5 0,-1-1-5 0,2 0 3 0,0 0 2 0,1-1 0 16,0 0 5-16,-1 0-4 0,2-1 2 0,0 0 2 0,-1 0 2 0,1-2 6 15,2 1 1-15,-1-1 1 0,1 0-2 0,0 1-5 0,1-1-7 16,2 0-7-16,-1 1 0 0,2-2 3 0,0 1 2 0,-1 0-1 0,2 1-6 15,-1-1 1-15,1 0 0 0,0 0-2 0,-1 1 0 0,-1-1 0 16,-2 0-1-16,1 0 0 0,-3 0 2 0,2 1-1 0,-1 0 2 0,-2-1 0 16,-2 2-2-16,1-1 0 0,-2 0 4 0,1-1 2 0,-3 0 4 0,-1 0 5 15,1-1-2-15,-1 1-4 0,-1 1 3 0,0-1-10 0,1 0 4 16,-3-1-2-16,-1 1-1 0,-1-1 4 0,-3 0-2 0,0 0 12 0,-2-1 3 16,-1 0-3-16,-2-1 1 0,-1 0-8 0,-2-1-3 0,-2 0 2 0,-1-2-4 15,-3-1 2-15,-1 0-3 0,-1 1 1 0,-3-1-1 0,-2-1 5 16,-2-1-1-16,-2-1-4 0,-3 0 8 0,-1-2-11 0,-3 0 1 0,-2-1 3 15,-2-2-15-15,-5 0-1 0,-1-3-7 0,-2-1-2 0,-4-3 2 16,-2-1-2-16,-2-3 2 0,-3-4 0 0,-3-5-3 0,-4-2 3 0,-4-3-3 16,-3-2-5-16,-5-2 3 0,-4-1 6 0,-2-4-1 0,-4 0 4 0,-5-1 1 15,-4-2-3-15,-3-1 0 0,-7-1 5 0,-1 1-11 0,-4-1 3 16,-4 2 6-16,-2 2-3 0,-3 1 20 0,-2 1-1 0,-3 1 1 0,-2 2 5 16,-2 3-8-16,-2 2 2 0,-1 1-3 0,-3 2-3 0,-4 1-1 0,-2 1-4 15,-6 3 3-15,0 2-1 0,-4 0 1 0,-3 2-4 0,-1 2 1 16,-1 2-1-16,-2 3 1 0,0 3 3 0,1 2 1 0,2 4-2 0,-1 2-1 15,1 2-4-15,-3 2-1 0,1 4 1 0,-2 2 0 0,3 3 5 16,-1 2-2-16,1 3 5 0,0 2-1 0,0 3-4 0,2 2-3 0,1 1-5 16,2 2-4-16,2 3 2 0,2 3 1 0,2 2 1 0,0 1 4 0,3 4-2 15,-1 1-4-15,0 1 2 0,1 4-2 0,2 1 1 0,-2 3 10 16,2 1-2-16,0 1 6 0,0 3 3 0,0 1 3 0,1 2 0 0,1 0 3 16,3 1-1-16,3-1 1 0,4 3 2 0,3-1-1 0,2 0 3 0,5 1-4 15,5-1 7-15,5 0-2 0,4 0-2 0,5 0 5 0,4-1-14 16,4 1-3-16,2 3-4 0,3 0-4 0,3 1-1 0,2 1-7 0,3 1-7 15,5 1-10-15,2 1-20 0,3 2-6 0,1 1-15 0,1 1-21 16,2 0-13-16,1 1-39 0,1 2-50 0,1-2-54 0,2 2-64 0,0 3-31 16,2 3-26-16,2 4 14 0</inkml:trace>
  <inkml:trace contextRef="#ctx0" brushRef="#br0" timeOffset="152290.98">3385 9907 1011 0,'-10'-7'153'0,"0"3"-141"16,0-1-1-16,5 3 3 0,5 2 3 0,1-1 0 0,0 0-5 16,0 1-4-16,2 0-3 0,1 0 1 0,2 2-6 0,1 0 3 0,0 0-1 15,0 1-3-15,2 1 2 0,0 0-2 0,1 2-1 0,0-2 1 0,0 1 1 16,-1-1-2-16,-2 0 4 0,1 1-1 0,-1-1-2 0,-1 0 3 16,1 0-4-16,-1-1 2 0,-1 1 2 0,1 1-2 0,0-1 4 0,0 1 2 15,0 0 2-15,2 1 3 0,0-1 1 0,1 0 2 0,1 0 2 0,0 0 1 16,2 0 2-16,3 0-2 0,2-1 5 0,1-1-1 0,1 0 0 15,2-2 2-15,2-1-4 0,0 0-1 0,3-1-1 0,0-1 3 0,4 0 0 16,0-1-2-16,4-2 2 0,0 0-6 0,3-1-4 0,0-1 4 16,1 0-5-16,1-1 3 0,0 0 2 0,0-1-4 0,4 0 2 0,-1 0 1 15,1-3-6-15,2 2 1 0,-2-3 4 0,2 1-6 0,0-1 2 0,2 1 0 16,0 1-3-16,0-1-2 0,-1 0 2 0,2-2 2 0,-1 0-3 16,-1 2 0-16,0-2 0 0,2 1-4 0,-1-1-3 0,-2 0 1 0,1 0 0 15,0 0-3-15,-2 0 5 0,1 0 0 0,-1-2 0 0,0-1 5 0,-1 0 2 16,0 3-3-16,-1-3-4 0,-1 1 3 0,0-1-15 0,1 0 2 15,-1 0 1-15,-1-1-5 0,0 1 12 0,-2 0 1 0,-1-2 1 0,0 1 3 16,-4 1-2-16,2-2 4 0,-4 1 2 0,1-1-1 0,-1 0 1 0,-2 1 1 16,-1 0 1-16,-3 1 3 0,-1-1 3 0,0-1-2 0,-3 2-1 15,0-2 1-15,-1 1 0 0,-2 1-1 0,-1-1-1 0,-1 0-1 0,-2 1-3 16,0 2-1-16,-4-1 3 0,0 0-5 0,-2 2 6 0,-1-1-5 16,-1-1 1-16,-2-2-1 0,0-1 1 0,-2-1-12 0,-2-1 8 0,-1 1-8 15,-4-2-2-15,-2 1 10 0,-2-1-4 0,-2 0 7 0,-2-2-3 0,-4-1-4 16,-3-1 1-16,-3 0-5 0,-3-1 4 0,-3-1-5 0,-1 1 2 15,-5-2 1-15,-1 1 2 0,-4-3 4 0,-3 2 1 0,0-2 0 0,-1 2 2 16,0 1 2-16,-2 2 0 0,-3 0 8 0,1 2 1 0,-2 2-2 0,-2 1 1 16,-1 3 1-16,2 3-5 0,-1 1-5 0,-1 2-2 0,-2 2 0 15,-1 2 0-15,-1 4 5 0,-1 2-5 0,-3 3 6 0,-2 3-1 0,-4 5 8 16,-2 4 2-16,-3 4-12 0,-2 5-1 0,-2 3-6 0,-2 4-2 16,-2 3 1-16,-1 4 2 0,-2 3-6 0,-2 4 0 0,-1 4-1 0,-2 2-2 15,1 1 1-15,-3 2-2 0,2 1-5 0,-1 2 5 0,3 2-4 0,1 0-7 16,3 0 3-16,1 2-11 0,4 1-5 0,4 1-6 0,2 0-9 15,4 1-9-15,4 0-16 0,2 1-27 0,4 3-17 0,2 5-27 0,2-1-35 16,4 5-39-16,0 2-57 0,6 0-249 0</inkml:trace>
  <inkml:trace contextRef="#ctx0" brushRef="#br0" timeOffset="154691.56">6980 11287 183 0,'11'-1'32'0,"6"0"-52"16,5 0 71-16,1 0 36 0,1-2-25 0,0 0-12 0,0 0 0 15,2 0 2-15,-1-1-4 0,1 0-4 0,1-1-3 0,2-1-1 0,1-1-5 16,4-1-1-16,1-1-6 0,1 0-9 0,2 1-2 0,2 0-6 0,0-2-2 16,2-1 0-16,1 0-2 0,1 0-4 0,1-1 3 0,0 2-2 15,1 0 0-15,-1 0 1 0,-2 2 1 0,-1-1-2 0,0 1 1 0,-1-1 1 16,-1 2 2-16,0-1-1 0,-2 1 2 0,0-1-3 0,2 2-2 15,-2 0-1-15,1-1-1 0,-2 1 0 0,2-1-3 0,2 1 1 0,-1-1 0 16,0-1 2-16,-1 1 1 0,1-1-3 0,-2-1 1 0,3 0-3 0,-4 1 5 16,0-3 0-16,-1 0 3 0,-3-2 0 0,1-1 1 0,-3 0 1 15,-2 0 6-15,-2-2 14 0,-3 0 8 0,-2 0 11 0,-2-2-4 0,-1-1 5 16,0 1 5-16,-2-1 6 0,-1-1 7 0,-1 0-4 0,-3-1-4 0,-2-2-4 16,-1-1-9-16,0-1 2 0,-1-1-7 0,-2 0-3 0,-1-1-3 15,-2 0-14-15,-2-3-4 0,-1-1-4 0,-3-1-4 0,-2 0-2 0,-1-1 1 16,-3 1-7-16,-1-1 0 0,-2 1-5 0,-2-2-10 0,-3 2-8 15,-4 1 1-15,1 2-1 0,-4 1 4 0,-1 1 6 0,-4 0-8 0,-3 1-6 16,-4-1 3-16,-3 4 1 0,-4 1 5 0,-5 1 4 0,-3 2 3 0,-5 0 7 16,-2 2-2-16,-3 0 7 0,-3 4 2 0,-2-2-2 0,-4 1 7 15,-1 1 0-15,0 1 7 0,-3 4 1 0,-1 1 1 0,-1 1 6 0,0 1-2 16,0 2 10-16,3 1 5 0,0 2 1 0,3 2 5 0,1 2-5 0,2 2-4 16,1 3-4-16,3 2-13 0,3 4 1 0,1 2 0 0,1 3-6 15,2 1-3-15,-2 4-6 0,6 1-2 0,0 4 4 0,1 2 0 0,3 3 6 16,0 3-7-16,2 3-9 0,3 1 6 0,2 2-3 0,2 2 7 15,3 3 2-15,1-1-6 0,5 3-1 0,1-1-8 0,7 0-2 0,2 0-4 16,4 1-12-16,5-1-12 0,0-1-19 0,4-1-24 0,3-1-17 0,4-2-17 16,3-4-15-16,3-1-14 0,3-3-7 0,2-3 2 0,3 0-6 15,4-3-9-15,2-1-9 0,3-4-207 0</inkml:trace>
  <inkml:trace contextRef="#ctx0" brushRef="#br0" timeOffset="165391.68">25287 11196 856 0,'2'2'62'0,"1"0"-30"0,0 1-27 15,1-2-8-15,0-1 2 0,2 0-2 0,1 0-1 0,1 0 4 16,2 0-4-16,-1-1 4 0,2 1-1 0,3-1-3 0,0 0-1 0,1-1-2 16,-1 0 2-16,1 0 2 0,-1 0 3 0,1 0 2 0,-2 1-2 15,2-1 3-15,0 0 8 0,0-1 1 0,0 0 3 0,3 0-1 0,0 0-1 16,1 1 1-16,0 0 2 0,2 0-2 0,0 0 1 0,1 0 1 0,1 0 8 16,0 2 4-16,3-2-5 0,-1 2 1 0,1-2-7 0,2 2-6 15,0 0 1-15,3-1-1 0,-1 1-3 0,3-1 1 0,-1 1 1 0,3 0 0 16,-1 0 1-16,1 0 1 0,-1 0-3 0,-1 0-2 0,3 1 6 15,-1-1-3-15,3 1 2 0,-2 0 7 0,0 0-2 0,3 1 4 0,-2 0 1 16,2 1-7-16,1-1-2 0,-2 1 3 0,2 0-2 0,-1 0 1 0,1 0-2 16,1 1 0-16,-1-1 5 0,-2-1-2 0,2 0 0 0,-1 0 4 15,-1-2-3-15,2 0 8 0,-2-1 3 0,0-1-4 0,1 1-1 0,-2-2-2 16,2 0-7-16,-3-1 3 0,0 0-2 0,1-1-1 0,-1 0-3 0,0 0 0 16,-1 0 0-16,-1 0-5 0,-1-1 5 0,0 0-6 0,-1-1 1 15,0 0-2-15,-1-1-3 0,0-1 0 0,0 0 2 0,-2 1 0 0,1-1-3 16,-4 2-3-16,1-1-4 0,-2-1 5 0,-1 0-1 0,-1 1-1 0,-1-2 1 15,-1 1-3-15,-2 0 0 0,-1 0 8 0,-1-1-6 0,-1 0 4 16,1 0-3-16,-2 0 2 0,-1 0-1 0,0-1-6 0,-2 0 6 0,-2-1-2 16,-2 1 0-16,0 0 2 0,-2 0 1 0,0 0-3 0,-2-1 3 15,0 0-2-15,-1 0 1 0,-2 1 0 0,-1-1 5 0,-1 1-6 0,-2-2 14 16,-1 1-1-16,-1 0 0 0,-2-3 3 0,-3-1-8 0,1-1-1 0,-3 1 0 16,-2-2-4-16,-1 0-6 0,-1 1 0 0,-1-1 0 0,2-1 0 15,-1 1-2-15,1 1-9 0,-1 0-9 0,0 0-7 0,0 2-9 0,-1-1-18 16,-1 0-25-16,-1 0-23 0,0 2-32 0,-1 1-36 0,-2 0-65 0,-3 2-373 15</inkml:trace>
  <inkml:trace contextRef="#ctx0" brushRef="#br0" timeOffset="172974.67">15866 11901 1125 0,'1'-4'101'16,"-1"1"-32"-16,2-1-18 0,1 0-26 0,1 0-17 0,2-1-16 0,3 1 1 15,4-1-1-15,4 0 2 0,3 1 3 0,2 0 0 0,4 1 0 0,0 0 0 16,1 1-2-16,0-1 0 0,0 1-6 0,3 0 1 0,0 0 1 16,3 1 2-16,-1 0 1 0,1 0 0 0,1 0-1 0,-1 0 2 0,2 0-1 15,-1 0 4-15,1 1 4 0,0 0 2 0,1-1-2 0,0 1 2 0,1 0 2 16,2 0-1-16,-1 0 8 0,1 0 1 0,1 1 7 0,1 0 2 16,0-1 1-16,3 1-3 0,0 0-5 0,2 0 2 0,-1 0-1 0,4 1-4 15,-1-1-1-15,0 0-1 0,2 0 2 0,0 1 0 0,1-1-2 0,1 1-4 16,-3-2-7-16,1 1 5 0,0 0-6 0,0 0 0 0,-2-1-2 15,0-1-1-15,0-1 5 0,-2 0 0 0,1-2 5 0,-1-1-3 0,-3-1-1 16,0-1 3-16,-1 0-1 0,-3-3 3 0,0 0-2 0,-1-2-4 16,-1-1 5-16,-1-1 3 0,-2 1 1 0,0-1 0 0,-4-1 1 0,-1-1-1 15,-2 1 4-15,-1-1 8 0,-2 0-1 0,-1 0 6 0,-1 1 0 0,-4-2 2 16,0 1 3-16,-2 0-6 0,-2-1 2 0,-1-1-4 0,-1-3-3 16,0 0-1-16,-1-4-9 0,-3 0-12 0,-3-2-1 0,-5-2-17 0,0-2-6 15,-6-3-6-15,-5-4-11 0,-4-1-8 0,-7-3-7 0,-3-2 0 0,-8-2-6 16,-5-2 13-16,-6-1 10 0,-6-1 9 0,-6 3 12 0,-4 2 9 15,-5 0 3-15,-2 2 13 0,-6 4 1 0,-4 3 5 0,-2 2 7 0,-2 3 0 16,-3 2 5-16,-2 5 0 0,1 4 4 0,-4 3-1 0,1 5 0 16,-1 3 9-16,1 5-1 0,0 3 8 0,1 3 3 0,0 6-3 0,0 3-8 15,1 6-11-15,-1 4-5 0,1 5-11 0,-2 7-6 0,1 6-9 0,-1 5-13 16,1 7-6-16,1 6-22 0,0 5-51 0,1 8-57 0,0 8-79 16,0 6-105-16,0 10-365 0</inkml:trace>
  <inkml:trace contextRef="#ctx0" brushRef="#br0" timeOffset="178191.66">19014 11906 779 0,'1'-1'156'0,"-1"1"-63"0,2-1-35 0,-1 1-22 0,0-1-15 15,0 1-12-15,1 0-12 0,1 0 2 0,1 0-3 0,3 0 0 0,0 0-2 16,1-1-2-16,1 1-3 0,0 0-1 0,1 0 4 0,2 1-3 16,0-1 0-16,1 1 2 0,-1 0 1 0,-1-1 8 0,0 1 3 0,1 0 1 15,-1-1 0-15,0 1 4 0,0 0 6 0,0 0 2 0,1 0 9 0,-1 0 0 16,1 0 5-16,1-1 9 0,0 2 7 0,1-1 10 0,1 0 10 15,-1 0 6-15,1 1 1 0,1-1-4 0,1 1-6 0,1-1-7 0,1 0-5 16,0 1-7-16,1-2-3 0,2 1-2 0,2 0-9 0,-1-1-2 16,3 1-6-16,1 0-6 0,0-1-2 0,1 0-7 0,1-1 2 0,1 0-4 15,4 0 2-15,0 0-3 0,2-2 4 0,0 0 4 0,1 0-5 0,-1-1 6 16,2 0-3-16,2 0 7 0,-2-1-6 0,2 0 4 0,1 1-1 16,-2-1-5-16,1 0 8 0,0 1 4 0,-1 0-1 0,1-1 0 0,1 1 0 15,0 0-3-15,0 0-4 0,0 1 2 0,-2 1 0 0,1-1 2 0,1 1 5 16,0 0 3-16,0 0-5 0,1 1 0 0,-2 1 3 0,0-1 1 15,2 2 6-15,-2 0-2 0,2 2-6 0,1-1 2 0,-1 1 0 0,1 0-2 16,1 1 1-16,-3 1 1 0,-1 1-10 0,1-1-1 0,-2 1 0 16,0 0 10-16,0 1-7 0,-1 0 4 0,-2 0 0 0,3 0-5 0,-4-1 4 15,2 1 0-15,-3-1-1 0,0 0-6 0,0 1 5 0,-1 0-1 0,0-1-4 16,-1 0-7-16,0-1-3 0,-2 1 5 0,1-1-6 0,-2-1 4 16,1 0-1-16,-2-1 1 0,0 1-3 0,0-2 4 0,-4 0 3 0,2 1 1 15,-2-1 2-15,0 1-3 0,-1-1 4 0,-2 0-4 0,1-1 5 0,-3 1 1 16,-1 0-5-16,-2-1 1 0,0 1 4 0,-1-1-9 0,0 1 2 15,-1 0 1-15,-1 0-7 0,0 0 12 0,-1 0-7 0,0 0-7 0,-1 0-16 16,-1 1 9-16,-2-1-14 0,-1-1-5 0,-2 0-1 0,-1 0-40 16,-1 0-21-16,-1 1-38 0,-1-1-59 0,-3-1-52 0,-2 0-58 0,-1-2-58 15,-4 0-102-15,-6-2-407 0</inkml:trace>
  <inkml:trace contextRef="#ctx0" brushRef="#br0" timeOffset="179141.67">18640 11230 1906 0,'-9'-6'149'0,"-2"-2"-26"16,-4-2-83-16,-1 1-46 0,2-2-38 0,0 2-49 0,1 0-52 0,0 2-30 15,3 1-6-15,1 1 22 0,2 1 31 0,1 1 28 0,1 1 12 0,1 0 4 16,0 1 1-16,1-1-3 0,-1 2-1 0,0-1-5 0,1 0-7 16,0 1-8-16,-1 0-2 0,0 1 10 0,0 0 9 0,-1 1 28 0,2 0 27 15,-1 1 27-15,2 0 23 0,-2 0 21 0,0 1 24 0,1-1 7 0,-1 1 8 16,1 0 10-16,-2 0 7 0,1 1 5 0,0 0 8 0,1-1-3 16,-1 0-4-16,1 0-2 0,0 0-11 0,1 0-8 0,1 0-7 0,0-1-2 15,0 2-6-15,2 0-2 0,-1 2-3 0,2 0-10 0,0 2-3 0,2 1-6 16,0 1-7-16,1 1-6 0,1 2-6 0,1 2-8 0,1 1-5 15,0 0-3-15,1 2-3 0,1 1-7 0,1 0 7 0,1 1 1 0,-1 2-2 16,-1-1 10-16,-1 1-8 0,-1 0 1 0,0-1-2 0,-1-1 4 16,0 0-4-16,0-1 0 0,-1 0-2 0,-1 1-2 0,0-2 3 0,-1 1 1 15,0 0-2-15,0-3-5 0,-1 0 0 0,-1 0-6 0,1-3 1 0,-1 0-4 16,1-1-8-16,-1-1 0 0,0-2-2 0,-1 0-3 0,0-3-3 16,0 0-8-16,0-1-6 0,0 0-9 0,-1-2-5 0,1-1-7 0,-2-1-14 15,1-2 1-15,0 0-6 0,0-1-1 0,0 0 8 0,0-2-3 0,-1-1-6 16,0-2-4-16,0-2-31 0,0-2-143 0</inkml:trace>
  <inkml:trace contextRef="#ctx0" brushRef="#br0" timeOffset="179741.66">18657 10963 914 0,'-1'-2'777'0,"0"0"-570"0,0-1-81 0,0-1-50 16,0 1-33-16,2 0-24 0,0-1-19 0,2 1-17 0,2 1-12 0,2-2-7 15,4 1-5-15,3 0 12 0,3-2-1 0,4 1 3 0,1-1-1 0,4-1 3 16,2 0 8-16,1-1 7 0,2-1 6 0,2 0-8 0,1 0-3 15,0 0 1-15,0-1-1 0,1 0 2 0,1 0 6 0,2-1 0 0,-1 0 3 16,1 0-1-16,0 1 2 0,-1 0 3 0,3 0 2 0,-1 3 15 16,1-2 2-16,3 1 6 0,-1 1 4 0,1-2-1 0,1 1-2 0,1 0 0 15,0 1-1-15,2 1-2 0,1 1-5 0,1-1 1 0,2 1-4 0,-1 1-1 16,2 1-1-16,2 1 0 0,-1 0-6 0,1 1 5 0,0 0 2 16,1 1 0-16,-1 1 7 0,1 1-3 0,-2 0 4 0,0 0-3 0,1 1 5 15,-2-1 0-15,2 2-3 0,1 0 3 0,-1 1-3 0,0-1-9 0,-2 1 0 16,-1 1-8-16,-1-2-8 0,-1 1 1 0,1-1-5 0,-3 0 2 15,-1 0 9-15,-1 0 2 0,-1 0 2 0,-1 1-2 0,-1-1-1 0,0 0-1 16,-1 0-1-16,-1 1 3 0,1 0-4 0,-4 0 1 0,0 0-2 16,0 0-2-16,-3-3 1 0,2 2 1 0,-4 0 4 0,0-1 4 0,-1 0-2 15,-3 0-5-15,-1 0-1 0,0 0 3 0,-3-1 2 0,0 1-2 0,-1-2-1 16,-3 1-2-16,0 0 0 0,-1-1 7 0,-4 0-2 0,1-1 1 16,-2 0 0-16,0 1-1 0,-1-1 2 0,-1 1 4 0,-2-2 3 0,0 1-6 15,-2 0 1-15,-1-1-4 0,-1 0 0 0,-3 1 7 0,0-1-1 0,0 1-2 16,-1 0 1-16,-1 0-5 0,0 1 2 0,-1-1 1 0,0 1 0 15,0 1 0-15,-1 0 0 0,1 0-3 0,0 2 0 0,-1 1-5 0,1 0 0 16,0 2-2-16,0 0-3 0,-1 2 2 0,-1 0-6 0,0 4 2 16,0 1-5-16,0 3-6 0,0 2 3 0,-2 4-3 0,0 1 0 0,-1 4-7 15,0 1 3-15,-1 5-7 0,-1 2 0 0,-1 6-1 0,-1 3-11 0,-2 5-4 16,0 3-9-16,-2 6-18 0,-3 2-18 0,-1 5-21 0,-1 3-34 16,-4 1-35-16,-3 5-69 0,-2 3-77 0,-5 3-121 0,-4 4-37 0</inkml:trace>
  <inkml:trace contextRef="#ctx0" brushRef="#br0" timeOffset="180858.55">19160 12116 348 0,'18'11'41'15,"3"3"-17"-15,7 4-14 0,0-2-14 0,1-2-15 0,2 1-13 0,5-1-12 16,1-1-8-16,3-2-3 0,3 0-24 0,2-1-12 0</inkml:trace>
  <inkml:trace contextRef="#ctx0" brushRef="#br0" timeOffset="181208.55">22685 11841 224 0,'18'-11'167'0,"1"-2"-151"0,7-1 7 0,-3 0 4 15,-2 0-2-15,0 0 0 0,1 0-8 0,-1-2-7 0,1 0 0 0,-2-1-6 16,-1 2 0-16,-1-2 0 0,-2-2-4 0,-1 2 0 0,-1-2-1 16,-1 0 1-16,-2-2-2 0,-1-1 0 0,-3-2-6 0,-3 0-4 0,0-1 0 15,-3-1 2-15,-2 0 2 0,-3-3 7 0,-1 1-2 0,-4-3 1 0,-2-1 2 16,-4-1 0-16,-1 1 2 0,-2-1 4 0,-4 1 3 0,-3 0 3 16,0-1 2-16,-4 2 1 0,0 0 4 0,-2 3 4 0,-1 0 10 0,-2 0 6 15,-2 2-1-15,-1 0 6 0,-3 1 4 0,0 1 2 0,-2 1 3 0,-3 1 1 16,1 0-3-16,-2 2-4 0,0 1-1 0,-2 0-9 0,-2 1-13 15,0 3-6-15,-3-1-8 0,-1 1-4 0,-1 2-4 0,-3 0-2 0,0 2 4 16,-2 1-9-16,-1 1 2 0,0 2-2 0,-4 2-4 0,2 1 3 16,-3 2-7-16,0 2 1 0,0 2-3 0,-3 2 2 0,0 1-2 0,-2 3-2 15,0 4-8-15,-2 2-5 0,-2 3-10 0,-2 4-14 0,-4 4-19 0,0 4-37 16,-6 4-36-16,-1 5-75 0,-7 8-107 0</inkml:trace>
  <inkml:trace contextRef="#ctx0" brushRef="#br0" timeOffset="194291.86">5948 10135 471 0,'14'-11'-10'0,"5"0"19"0,5-1 5 15,0 1 4-15,3 0 9 0,0-2 0 0,5 1-5 0,1 0-3 0,2 0-8 16,1 0-1-16,1 1 1 0,4 0-4 0,1-1 4 0,1 0-2 16,2-1-2-16,0 1 0 0,-2 0 0 0,1 1-2 0,-1 1 3 0,-3-2-3 15,1-1 3-15,-1 0 1 0,0-2 1 0,0 0-2 0,-2 0-1 0,-1-1 2 16,-1 0-2-16,-1-2 2 0,-1-1 2 0,1 1-1 0,-3 1 2 15,-2-2 3-15,-1 0-2 0,0 1 3 0,-1-1 1 0,-1 0 0 0,-1-1 2 16,-4-1 1-16,-2-2 0 0,0 0-3 0,-4-2 0 0,2 1 4 0,-2 0-1 16,0-3 1-16,-3 2 0 0,-1-3-8 0,-2 2-1 0,-1-1 2 15,-3 0-1-15,-1 1 0 0,-2-1-3 0,-2 2-3 0,-3-2 0 0,-3 0-1 16,-1-2-4-16,-4 2 0 0,-2-1-3 0,-3 1-3 0,-3 3 3 16,-4-1-3-16,-4 2 1 0,-2 0-5 0,-5 0 1 0,-4 4-1 0,-4 0-8 15,-5 3 0-15,-4 2-7 0,-3 3-4 0,-3 2-4 0,-5 3 5 0,-3 4 6 16,-2 1 7-16,-2 3 6 0,-2 1-1 0,1 4 0 0,-1 5-4 15,-1 1 3-15,1 7-1 0,0 5-3 0,-2 3-7 0,2 6-16 0,0 5-21 16,0 6-22-16,0 6-29 0,3 5-72 0,-1 5-132 0</inkml:trace>
  <inkml:trace contextRef="#ctx0" brushRef="#br0" timeOffset="195958.86">4644 5211 537 0,'-70'-38'88'0,"-7"0"-74"0,-17-6 21 16,12 9-4-16,12 7 5 0,2 2-6 0,2 1-13 0,2 3-2 0,1 2-5 15,-2 1-6-15,1 4 3 0,2 2-7 0,0 2 1 0,2 4-1 0,-1 1-5 16,3 3 2-16,0 3 0 0,-1 2-2 0,1 2 4 0,-1 2-1 16,-2 3-2-16,3 1 2 0,0 2 0 0,0 2-2 0,0 3 1 0,0 1-1 15,1 2 1-15,1 1 1 0,-2 3 2 0,1 1-3 0,-1 3 2 0,0 1 3 16,2 3 1-16,1 3 7 0,-1 2 1 0,1 3-2 0,-1 3 2 16,1 4-4-16,3 2-1 0,-1 0 0 0,1 3-1 0,0-1 0 0,0 4-2 15,1 2-4-15,5-1 4 0,24-26 1 0,-7 7 0 0,2 1 12 16,-3 9-6-16,0 0-1 0,-4 10-2 0,3 0-7 0,-5 9 1 0,4 2 4 15,1 2-1-15,3 2-2 0,1 1 0 0,3 2-4 0,3 1 1 0,2 2-2 16,1 2-8-16,3-1 13 0,2 3-2 0,2 0 1 0,2 0 9 16,1 3-13-16,3 1 1 0,1 2-11 0,2 2 10 0,1 1 1 0,2 4 2 15,1 0 10-15,0 3-10 0,2 2-2 0,2 1-2 0,0 1 1 0,1 3 1 16,1 2 5-16,0 1-1 0,2 0-7 0,0 3 5 0,3-1-2 16,0 1 1-16,2 1 7 0,3 0-7 0,0 0-5 0,3-1 5 0,2-1 1 15,3-1-3-15,2 0-10 0,2-3-6 0,34 85-6 0,-1-32 5 0,-4-31 16 16,-6-30 0-16,-2-13 5 0,4-4-4 0,4-3-3 0,1-3-4 15,2-5-4-15,-1-2 2 0,2-4-3 0,3-2 6 0,2-1 6 0,1-3-2 16,0 0 7-16,3-1 5 0,0-2 3 0,1 0 3 0,1-2 7 16,0-1-1-16,0-1 5 0,1 0 2 0,0-1 3 0,3-3 2 0,1 2 0 15,-2-2-8-15,1 1-3 0,-1-2-2 0,2 0 0 0,2-2 5 16,1 1-3-16,2-2-2 0,-1 0-4 0,1 0-6 0,1-2 2 0,1-1 3 16,1 0 1-16,0-1 4 0,2-2-3 0,-2 1 0 0,1-2-4 0,0 0 0 15,1-2-2-15,-1-1-4 0,1-1 0 0,2-3-2 0,-1-1 1 0,1-3-1 16,-1-2-3-16,0 0-6 0,1-2 4 0,0 0 1 0,0-2 1 15,1-1 1-15,0-2-1 0,1 0 0 0,-1-1-4 0,2-1-1 0,-2-1 3 16,3 0 2-16,-3 2 2 0,1 0 2 0,1-1-4 0,-1 2 3 16,2-1-3-16,-1 1-2 0,1 0-5 0,-4 0-23 0,0 1-30 0,-1 0-19 15,-1-2-26-15,2 0-25 0,0 0-20 0,0-1-47 0,1-3-168 0</inkml:trace>
  <inkml:trace contextRef="#ctx0" brushRef="#br0" timeOffset="196293.85">9624 12787 1911 0,'-13'-4'202'0,"1"0"-51"0,-1 1-70 0,6 2-48 0,4 1-11 16,2 0-26-16,2 1-8 0,2 1-6 0,2 3 0 0,3 1 9 0,5 1 6 16,3 2 9-16,3-1-2 0,2 0 4 0,0-1-5 0,2 0-3 15,0 0-2-15,3 2 1 0,2 1 1 0,0 3-5 0,3 1 2 0,-1 2-4 16,2 0 1-16,-1 4-5 0,1 0 1 0,-1 0-7 0,3 0-14 16,1 1-5-16,2-1-18 0,4 2-8 0,0 0 5 0,4-1-2 0,2 1 11 15,0 1 11-15,0-2 9 0,-4 2 10 0,-1-1 5 0,-1-1 1 0,-3 0-16 16,0 0 2-16,-4 0 9 0,-3 3 4 0,-4-2 16 0,-2 3 5 15,-6 1-1-15,-2 0 3 0,-3 2 3 0,-3 2-8 0,-3 3-5 0,-3 4-10 16,-3 5-25-16,-1 5-44 0,-4 5-67 0,0 6-96 0,-5 7-103 0,-5 10-343 16</inkml:trace>
  <inkml:trace contextRef="#ctx0" brushRef="#br0" timeOffset="212276.88">18740 12594 1 0,'-63'9'33'0,"26"-7"315"0,24-7 372 0,0-1-702 0,3-1 2 0,1 2-7 16,3-1-12-16,2 1-7 0,1-1-1 0,2 0-1 0,1 0 8 16,1-1 6-16,0-2 2 0,1 0 10 0,1 0 1 0,0 0-2 0,2 0 0 15,2 0-4-15,0 1 6 0,2 0 0 0,-1 0 2 0,1-1-5 0,1 1-1 16,2-1 0-16,2 0-7 0,2 1 3 0,1 0-6 0,3 0-4 16,2 0-4-16,0-1 0 0,3 2 3 0,1 0 0 0,5 1 0 0,2 1-3 15,3 2-3-15,0 1 0 0,3 1 5 0,2 4 3 0,2 0-5 0,2 2 4 16,5 0 1-16,1 0 3 0,5 1 3 0,5 1 0 0,4 0-2 15,5 1 3-15,3-2 3 0,7-1 2 0,6-1 8 0,4-2 6 0,6-1 8 16,0-2 13-16,4-1 10 0,4-1 11 0,0 0-1 0,3 0-4 16,1 1-8-16,2 0 7 0,-2 3-4 0,1 1 3 0,-2 1 1 0,-1 1-3 15,-3 0 16-15,-3 0 3 0,-1 0-3 0,-4 2-3 0,-2-1-19 0,-5 0 2 16,-1 1-7-16,-3 0-4 0,-3-1 3 0,-3 0-14 0,-3 1-6 16,-3 0-6-16,-3 0-8 0,-3 0 0 0,-4 2-8 0,-6-1-2 0,-2 2-3 15,-3 1-9-15,-3 0 0 0,-4 1 1 0,-5 1-1 0,-3 0-1 0,-6 1-20 16,-3 1-40-16,-6-1-55 0,-3 2-66 0,-3-2-88 0,-5 0-109 15,-4-2-217-15,-7-1-244 0</inkml:trace>
  <inkml:trace contextRef="#ctx0" brushRef="#br0" timeOffset="-176516.89">11423 8596 814 0,'-2'-2'168'0,"1"0"-113"0,0 0-22 16,3 5-28-16,1 0-9 0,4 2-6 0,1 1-1 0,5 1-1 0,3 0-2 16,2 1 2-16,1 1-2 0,4-3-1 0,2 2 2 0,0 1 0 0,0 1 2 15,0 1 3-15,0 0 5 0,1 0-3 0,1 1 7 0,1-1 0 16,1 1 2-16,2-1 8 0,-1 0 4 0,2-2 5 0,0 2 6 0,2 0 3 15,0 0 4-15,2 1 5 0,2-2 5 0,1 1 0 0,1-1-1 0,4-1 0 16,1 1-3-16,2 1-2 0,1-2-2 0,3 1-3 0,2 1-5 16,2-2-2-16,2 1-4 0,1-1 1 0,1-1 3 0,1-2 9 0,1 1 4 15,3-1 4-15,0-1 5 0,2-1 1 0,1-1-3 0,0 0-1 16,1-1 0-16,2-1-1 0,0 0 4 0,2-1 3 0,1 0-8 0,-1 1 2 16,1-1-8-16,-1 0-4 0,2 0-1 0,0 1-6 0,0-2 0 0,-2 0-4 15,2 1 2-15,-1 0-5 0,-1-1 1 0,0 2 1 0,-2-2 0 16,-1 1-2-16,2 0 2 0,-1-1 0 0,0 2 2 0,-1-1 1 0,-2 1 3 15,0-1-1-15,0 1 1 0,-3 0-4 0,1 0-5 0,0 0-1 0,-2 0-3 16,-1 0 0-16,-2 1-3 0,-1 0-6 0,-1 1 4 0,-1 0-6 16,0 1 1-16,-4 0 2 0,-1 0-5 0,-1 1 5 0,-2 1 0 0,-1 0-2 15,0 0 0-15,-3 1-6 0,-1 1-2 0,-1 0-4 0,-1 0-16 16,-2 0-26-16,-2 1-45 0,-2 1-58 0,-3-1-56 0,-1 1-54 0,-1-1-46 16,-2 2-12-16,-2-2-35 0,-1 3-290 0</inkml:trace>
  <inkml:trace contextRef="#ctx0" brushRef="#br0" timeOffset="-76790.43">25161 3877 1234 0,'-7'-4'75'0,"-1"0"5"0,0 2 4 0,2 3-21 16,2 2-5-16,1 1 2 0,0 1 4 0,1 4 6 0,1 1-2 0,-1 2-2 15,2 2-2-15,0 1-1 0,0 3-3 0,1 2-4 0,1 1-6 16,0 1-6-16,-1 1-5 0,2 1-1 0,-1 3-3 0,1 3-8 0,0 3-5 16,0 0-9-16,0 2 0 0,0 1-10 0,0 3-2 0,0 0-2 15,0 4-1-15,-1 2-7 0,-1 1 1 0,-1 1 1 0,-2-1-3 0,0 0 9 16,0 0-1-16,-1-2 2 0,0-3-4 0,-1 0 5 0,0-4-1 0,1-3 0 16,0-2 2-16,1-3-2 0,0 1 6 0,0-2-1 0,0-2 15 0,2-1 0 15,-1-3 6-15,1 0 7 0,1-3-13 0,0-3 6 0,-1 1-3 16,1-3 0-16,1 1 9 0,0-3 0 0,1-2 4 0,0-1-7 0,0-2 4 15,0 0 2-15,1-2-9 0,1 0 1 0,1-1-2 0,-2-1-3 16,4 0 1-16,0-2-1 0,3 1 1 0,1-2 1 0,2 0-2 0,1-2 0 16,3-1-1-16,0-1-4 0,0 0-6 0,3-2 3 0,2-1 0 0,1-1-2 15,3-1 4-15,1 0-4 0,1 1-5 0,0-1-2 0,-2 0-1 16,1 1 1-16,-2 0 2 0,0 1-2 0,-2 1-1 0,0 1-6 0,-3 2 14 16,-2 1-4-16,-2-1 4 0,-2 2-1 0,-1-1-11 0,-3 0 1 0,-2 1-1 15,-1 1 0-15,-3-1 0 0,0 1 0 0,-1 0-1 0,-1 1 1 16,-2 0-2-16,0 0 0 0,-1 1-1 0,-1-1-6 0,0 1-13 0,-2 1-1 15,-1 0-8-15,-1 0-8 0,-1 1 3 0,0-1-9 0,-2 0-12 16,-1 1-14-16,1-1-7 0,-2 1-11 0,1 0-5 0,-1 0-8 0,2-1-11 16,-1 1-16-16,2-2-11 0,1 0-17 0,0 0-31 0,2 0-26 0,1 0-31 15,1-1-21-15,2 1-47 0,0 0-232 0</inkml:trace>
  <inkml:trace contextRef="#ctx0" brushRef="#br0" timeOffset="-76340.43">25950 5014 1812 0,'-7'-4'131'0,"1"3"-97"0,0 0-3 0,5 2-14 0,2 2-3 15,0-1 6-15,2 1 4 0,1 0 5 0,2 0 0 0,0-1 0 16,1 0-3-16,1 1-4 0,-1 0-1 0,0 1-4 0,2-1 1 0,-1 1 0 15,3 1-1-15,-1 0 1 0,0 0-3 0,1 0-5 0,0 2-1 0,-2-2 2 16,1 1-2-16,-2-1-9 0,0 0 0 0,0 0-1 0,-1-1-1 16,-1 1 7-16,-1 1-2 0,-1-1-2 0,0 2-2 0,-1 1 4 0,-1 1-5 15,-3 0 7-15,-1 1-4 0,-3 3 2 0,-1 2 1 0,-2 0-4 16,-1 1 0-16,0-1 1 0,-2 0 2 0,0 0-3 0,0-1 3 0,-2-1 0 16,0-1 0-16,0 0 0 0,1 0 1 0,1-1 3 0,1-1-2 0,1-1 4 15,2 0 2-15,1 0-2 0,1-1 4 0,2 0 1 0,1 0 0 16,2-2 1-16,-1 1 3 0,3-1 2 0,-1-1 5 0,2-1 4 0,2 1 5 15,0-2-4-15,2 1 3 0,0-1-6 0,2 0-2 0,2 0-4 16,2 0-4-16,1 0-4 0,1 0-3 0,0 0-2 0,1-1-1 0,-2 0 0 16,1-1 1-16,0-1-1 0,0 1-4 0,-1-2 2 0,1 1 0 0,0 0-2 15,0-1 6-15,-2-1-6 0,0 0 1 0,0 0-4 0,-1 0 0 16,-1 1 0-16,-3-1-2 0,1 0 4 0,-2 0-2 0,0 0-2 0,-3 1-1 16,-1-1-9-16,0-1-10 0,-2 1-14 0,0 0-21 0,0-1-16 0,-1 0-10 15,1 0-12-15,-1-1-9 0,0 0-6 0,-1 0-17 0,1-1-9 16,0 0-12-16,1 0-20 0,0-2-21 0,1 1-22 0,1 0-21 0,1-1-12 15,0-1 3-15,3 1-196 0</inkml:trace>
  <inkml:trace contextRef="#ctx0" brushRef="#br0" timeOffset="-75923.43">26852 4686 1713 0,'-10'-8'158'0,"2"2"-101"15,0 2 6-15,4 3-9 0,2 1-4 0,2 0 3 0,0 0 1 0,2-1 3 16,2 2-3-16,1-1-12 0,1 1-8 0,1 0-16 0,1 0-1 16,2 0-6-16,0-1-2 0,1 0 5 0,1 0-9 0,1 1 1 0,2-1-1 15,-1 0-5-15,2 0 6 0,0-1 2 0,-1 1-8 0,-1-1 6 16,2-1-5-16,0 0-2 0,0-1 2 0,-2 0-2 0,1 0-1 0,1 0-5 15,-1 0-9-15,0-1-6 0,0 0-9 0,-1 0-8 0,-1 0-16 0,-1 0-30 16,0 1-17-16,0 1-15 0,0 0-18 0,-2 1-8 0,-1 2-27 16,-3 0-28-16,-1 2-27 0,-1 2-36 0,-3 2-233 0</inkml:trace>
  <inkml:trace contextRef="#ctx0" brushRef="#br0" timeOffset="-75757.43">26979 4960 1663 0,'-1'-3'218'0,"3"1"-188"0,2 0 13 0,4 4-3 16,2-1 4-16,3 0 8 0,0-1 0 0,3 0-5 0,-1-1-9 0,2 0-19 15,1 0-6-15,-1 1-8 0,-1 0-2 0,-1 0-3 0,-2 0-9 0,-2 1-8 16,-3 0-16-16,0 0-24 0,-1 1-39 0,0 0-46 0,-2 0-57 16,1 0-66-16,-2 1-45 0,0-2-54 0,-1 1-195 0</inkml:trace>
  <inkml:trace contextRef="#ctx0" brushRef="#br0" timeOffset="-75224.43">27523 3802 1854 0,'-22'-7'119'0,"0"4"-85"16,-2 1-1-16,7 5-14 0,5 4 1 0,3-1-7 0,2 1 0 16,2-1 2-16,3 0-2 0,1 2 6 0,3 0 1 0,1 2 4 0,2 0-4 15,1 0 5-15,3-1 11 0,3 1-4 0,2 1 2 0,4 0 7 16,2 0-7-16,4 1 1 0,2-2 3 0,5 2-16 0,1-1 6 0,3-1-3 15,1 1 1-15,3-2 2 0,-1-1-10 0,1 1 4 0,3-1-2 0,0 0-2 16,-1-2 0-16,1 0-1 0,-2 0-5 0,-4 0-1 0,2-1-4 16,-3-3 1-16,0 0 2 0,-1 0-2 0,-2-1 9 0,0 0-2 0,-4-1 0 15,0 0 1-15,-1-1-9 0,-4 0-2 0,0 0 2 0,-3 1-2 0,-1 0-2 16,-2 1 2-16,-2 0-5 0,-3 0 2 0,-1 1 0 0,0 1 1 16,-2 1 2-16,-1 1 0 0,-1 1 3 0,-1 0-4 0,-1 2 1 0,-2 3 2 15,0 0 3-15,-1 3 7 0,-1 1 3 0,0 1-1 0,-1 0-2 16,-1 3 0-16,0 1 0 0,-1 0 8 0,-1 1-10 0,0 1 4 0,-1 0 1 15,0 3-10-15,-2 1 8 0,0 0-10 0,0 0-9 0,-2-1-5 0,-1 2-2 16,0-2 6-16,1 2 7 0,-2 0 7 0,-2-2-3 0,1 1-7 16,-3-1 1-16,0 0-1 0,-1-1-4 0,0-1 4 0,0 0-2 0,0-2 0 15,3 0 2-15,-1-2 0 0,1-1-4 0,1-3-2 0,0-1 1 0,3-1-8 16,1-2-3-16,0-2-1 0,1-1-5 0,1-2-4 0,1-2-5 16,0 0-11-16,2-2-15 0,0-1-14 0,1-1-11 0,1 0-20 0,1-2-15 15,0-1-15-15,1-1-18 0,0-2-8 0,2-2-17 0,0 1-56 16,1-1-9-16,0 1 30 0,0-1-2 0,1 0 23 0,1-1-21 0,-1-3-286 15</inkml:trace>
  <inkml:trace contextRef="#ctx0" brushRef="#br0" timeOffset="-74857.43">28423 4380 1035 0,'-5'-4'405'0,"2"1"-344"0,0 1 11 0,2 2-20 0,1 0-10 0,0 1 5 16,0 0 7-16,0 0-2 0,0 1-4 0,1 1-3 0,-1 0-4 16,0 1 2-16,-1 0 5 0,1 1 4 0,-1 0 0 0,0 2 2 0,-1 0-2 15,1 0-9-15,-1 1-4 0,1 0-10 0,-1 0-5 0,1 0-1 0,0 0-4 16,0 1 7-16,1 0-4 0,0 0-2 0,0-1-3 0,0 0 2 16,1-1-3-16,0 0 0 0,1-1 3 0,0 0-8 0,1 0 2 0,1-1 3 15,0 0-3-15,0-1 6 0,1-1-1 0,0 1 1 0,0 0-1 16,0-1 3-16,0 0 4 0,0-1-4 0,-1 0 6 0,1-2-8 0,1 1 0 15,-1-2-3-15,0 0 0 0,-1 1-5 0,0-1 1 0,0 0-4 0,-2 0 1 16,0 0-4-16,0-1 5 0,-2 1-5 0,1-1 0 0,-1 0 2 16,-1 1-5-16,-1 1-2 0,0 0-5 0,-2 0-4 0,1 0-4 0,-2 1-3 15,-1 2-5-15,0 0-5 0,-1 0 0 0,1 2-6 0,1-1-2 0,-2 0-14 16,1 2-5-16,0-1-16 0,0 2-22 0,0 0-14 0,0-1-16 16,0 2-8-16,1 0-14 0,-1 0-16 0,2-1-15 0,1 1-7 0,-1 0 1 15,2-1 7-15,1-1-1 0,1 0 0 0,1-1-4 0,0-1-14 16,1-1-131-16</inkml:trace>
  <inkml:trace contextRef="#ctx0" brushRef="#br0" timeOffset="-74474.43">28331 4549 400 0,'-2'0'133'0,"0"-2"-26"0,-2 0-1 0,2 0-11 0,0 0 2 16,1-1 5-16,1 0 1 0,-1 0-3 0,1-1-2 0,0 0-7 0,0 1-5 15,0 0-3-15,1 0-7 0,0 2-1 0,0-1-9 0,0 1-7 0,1-1 1 16,0 1-6-16,0 0-2 0,0 1-3 0,2-1-8 0,0 1 4 16,1 1 1-16,0 0 0 0,1 1-1 0,0 0-6 0,1 1-3 0,1 0 4 15,1 1-3-15,0 1 1 0,1 2-2 0,1 0-6 0,-1 1 5 16,1 3-6-16,0 0 6 0,0 2 9 0,2 2-11 0,-1-2 9 0,0 3-5 15,0 1-1-15,-1 1 6 0,4 0 2 0,0 3-8 0,0 0 5 0,0 1-3 16,-1 1-7-16,1 0-4 0,1 1-12 0,-1-1-4 0,0-2-1 16,0-1-3-16,-2-2 2 0,0 0-2 0,0-1-5 0,0 1 3 0,0-1-1 15,-1-2-1-15,-2 0-4 0,-2-1 1 0,0-2 0 0,-2-1 3 0,0-2-1 16,-2 0-2-16,-1-2 0 0,-1-1 2 0,-1-1-2 0,-1-1 0 16,-1-1-18-16,-1-1 0 0,0 0-18 0,-2-2-18 0,0 1-14 0,-1-1-22 15,0-1-18-15,-1-1-15 0,-1-1-15 0,1-1-31 0,-1-1-6 16,-1-2-27-16,1-1-7 0,0 0-7 0,1 0-12 0,1-1-11 0,0 0-28 15,2 1-275-15</inkml:trace>
  <inkml:trace contextRef="#ctx0" brushRef="#br0" timeOffset="-73756.43">29303 4495 941 0,'-2'-1'81'0,"1"0"2"15,0 1 23-15,0 1-1 0,1-1 18 0,-1 0 1 0,1 0-19 0,-1 0-13 16,0 0-18-16,0-1-1 0,0 1-1 0,-1 0-1 0,0 0 4 0,-1 0-11 16,0 1-10-16,0-1-5 0,0 0-7 0,0 0-7 0,0 0 0 15,0 1-1-15,0-1-6 0,1 1 0 0,-1 1-3 0,1-2 0 0,1 0-8 16,-1 0 2-16,0 0-4 0,0 2-4 0,0-1 2 0,-1 1-10 0,1-2 3 16,0 1-1-16,-1-1-2 0,1 1 2 0,-1 0 0 0,1 0 0 15,0 0-2-15,1 0-1 0,-1 0-1 0,2-1-2 0,-1 0 2 0,0 1 2 16,1-1-1-16,0 0 1 0,0 0 1 0,1-1 0 0,-1 1 1 15,0 0-2-15,0-1-1 0,0 1 1 0,1-1-1 0,-1 1-2 0,0-1 3 16,0 0-1-16,0 1-2 0,1 0 1 0,-1 0 3 0,0 0-6 16,-1 0 5-16,1 0-3 0,0 0-1 0,0 1 1 0,0-1 0 0,0 1-2 15,0-1 4-15,0 1-1 0,0-1 3 0,0 0-4 0,-1 1 1 0,1-1-4 16,0 1 1-16,0-1 6 0,-1 1-3 0,1-1 2 0,-1 0 1 0,0 1-4 16,-1-1 0-16,2 0 1 0,-1 0-1 0,0 1 0 15,0-1 0-15,0 0-1 0,0 1 4 0,0-1-3 0,-1 0 2 0,1 0-2 0,0 0-2 16,0 1 2-16,0-1-5 0,1 1 5 0,-1-1 2 0,0 0-1 15,0 0 1-15,0 0-2 0,1 0-2 0,-1 1 1 0,1-2-1 0,0 1 2 16,-1 0 2-16,1 0-2 0,0 0 0 0,0 0-2 0,0 0 0 0,0 0-2 16,0 0 2-16,0 0-1 0,1 0-4 0,-1 0 1 0,1 1-2 15,0-1-2-15,0 0-5 0,1 0-5 0,-1 0-11 0,1 0-12 0,0 0-26 16,0 0-24-16,0 0-27 0,1 0-21 0,-1 0-15 0,0-1-9 0,0 0-11 16,1 0-18-16,-1-1-13 0,1 2-16 0,-1-1-20 0,1 0-92 15,-1 0-12-15</inkml:trace>
  <inkml:trace contextRef="#ctx0" brushRef="#br0" timeOffset="-72372.43">30157 3932 800 0,'0'-4'202'0,"1"1"-146"15,0 1 11-15,-1 2-9 0,1 0-4 0,-1 0 3 0,1 0-3 16,0 0 1-16,0 0-3 0,0 1-1 0,0 0 1 0,-2 0 0 0,1 1 2 16,-1 0-4-16,1 0 5 0,0 1-7 0,0 0 0 0,1-2 0 0,1 2-4 15,0-1 6-15,1 0-7 0,1-1 3 0,1 1 0 0,0-1-2 16,1 0 3-16,1-1-4 0,1 0-3 0,2 0-2 0,-2-2-2 0,2 1 0 15,1-2-9-15,0 1 1 0,0 1-4 0,0-2-1 0,-1 2 4 16,1-1-5-16,1 0-3 0,-2 1 1 0,0 0-12 0,-1-1 1 0,1 0 4 16,0 0-5-16,1 1 3 0,-1 0-1 0,1-1-5 0,-2 1 1 0,0 0 2 15,1 0-4-15,-1 0-1 0,1 0 7 0,-1 0-9 0,1 0 4 16,-1-1 5-16,0 2-8 0,-2 1 6 0,-1 0-2 0,-1 1-4 0,0-1 3 16,1 0 0-16,-2 0-2 0,0 1 0 0,0-1 2 0,0 1 0 15,-1 0-3-15,1 0-4 0,-1-1 2 0,1 1 0 0,-1-1 2 0,1 0-2 16,-1-1 0-16,1 1 3 0,-1 0-3 0,1-1 3 0,-1 0-1 0,0 0 0 15,0 0 1-15,1-1-3 0,-2 1 0 0,2-1-2 0,-1 0 4 16,-1 0 0-16,1 1 3 0,-1-1-5 0,1 1 0 0,1 0-4 0,-2 0-1 16,1 0 5-16,-2-1 5 0,2 2-1 0,-1-1-4 0,-2 0 1 0,1 0-2 15,0 0 1-15,-1 1 1 0,1-1-2 0,-1 0-3 0,1 0 6 16,0 1-4-16,-2-2 6 0,1 2-4 0,0-1-2 0,-1-1 0 0,2 2 2 16,-2-1 4-16,1 0-6 0,0 1 4 0,-1-1-6 0,1 0 8 15,0 0-3-15,0 2 3 0,1-1-3 0,-2 0-6 0,1 2 4 0,-1-1-3 16,-1 1 3-16,2 1-1 0,-2 1 4 0,1 2-4 0,0 1 2 0,0 1-2 15,0 0-3-15,-1-1 4 0,0-1-1 0,1 2 2 0,-2 0 0 16,2-1 0-16,-1 0 0 0,1 0 0 0,0 0-1 0,0-1-1 0,0-2 5 16,2 1-3-16,-1 0-1 0,0-1-1 0,0 0-5 0,-1-2 2 0,1 0 0 15,1-1-1-15,-1 0-4 0,0-1 0 0,-1 0-9 0,2-2-9 16,-1 1-6-16,-1-1-20 0,2 0-24 0,-1 0-24 0,0-1-18 0,0 0-5 16,0-1-6-16,0 0-12 0,0 0-14 0,0 0-12 0,-1 0-16 0,0 1-12 15,-1 1-10-15,0 0-12 0,-1 0 2 0,-1 1-180 0</inkml:trace>
  <inkml:trace contextRef="#ctx0" brushRef="#br0" timeOffset="-71823.43">30005 4014 1507 0,'-2'-1'24'0,"-1"2"5"0,1 0-8 0,1 3-3 16,1 0 0-16,2-1 10 0,1 1-1 0,1 0-1 0,2 1-3 0,1-1-4 0,1 1-2 15,-1-1 3-15,1 0 4 0,2 0 0 0,2 0 3 0,0 2-6 16,2 0 2-16,0 1-4 0,1 1-1 0,1 2 3 0,1 0-2 0,0 0-1 15,2-1 1-15,2 0-3 0,-1 1 1 0,1-1-4 0,2 1-2 0,-1 0-2 16,0 0 2-16,1 1-1 0,0 0 0 0,-2 1-1 0,0 0-9 16,0-2 3-16,1 2-5 0,-1 0 2 0,-2 1 2 0,-1 0-4 0,-4 0 4 15,-2 2-6-15,0 2-2 0,-3 2-3 0,-2 2 4 0,-3 0-10 0,-4-1 1 16,-3-1-3-16,-1 2-10 0,-4 2 6 0,-2 1-11 0,-3 3-1 16,-3 0-3-16,-3 0 4 0,-3-1 4 0,0-1 5 0,-2-2 8 0,1-1 5 15,1 0 10-15,-2 0-2 0,2 0 5 0,-3-1 0 0,-1-1 1 16,3-2-2-16,-2 1 1 0,2 0 2 0,0-3-1 0,-1 2 2 0,4-1 2 15,-1 0-3-15,1-1 2 0,2 0 3 0,1-1 0 0,2-1 1 0,1-3 2 16,2 2 2-16,2-3 3 0,2 0 5 0,0 0 3 0,3-4 1 16,2 0 1-16,2-2 0 0,2 0 2 0,1-1 1 0,3-2 0 0,2 1-5 15,2-3 0-15,3 1 0 0,1-2 1 0,4-1 1 0,4 1-1 0,0-1-6 16,4-1-3-16,3 0-3 0,0 1-7 0,3-1 3 0,-1 1-1 16,1 0 1-16,-3 1 0 0,2 0-7 0,-4 0 1 0,-2 0-5 0,-1 0 1 15,-3 2 1-15,0-1-5 0,-1 1 3 0,-5 0-2 0,-1 1-1 16,-2 0-3-16,-3 0-5 0,-1 1-7 0,0-1-14 0,-3 1-17 0,0 0-29 15,-1 1-29-15,0 1-36 0,2 1-56 0,-3 0-134 0,0 3 16 0,-1-1 21 16,-1 0-39-16,1-1-31 0</inkml:trace>
  <inkml:trace contextRef="#ctx0" brushRef="#br0" timeOffset="-71472.43">31144 4425 1586 0,'-5'-3'344'0,"1"3"-326"0,-1 1 16 15,2 5-13-15,-1 4 5 0,1 4 5 0,2 3 2 0,1 1 0 0,0 6-3 16,0 3-5-16,0 2-6 0,0 4 3 0,-1 0-3 0,-1 4 8 16,0 1 0-16,0 1 3 0,0 3 2 0,2-3-5 0,-1 2 1 0,1 2-4 15,1-1-2-15,0 0-11 0,0-2 1 0,-1 1-4 0,0-5 5 0,2 1 5 16,-1-3-5-16,0 0 0 0,1-1-5 0,-1-1-2 0,0 0-1 16,0-3-1-16,0-2-7 0,0-4 3 0,0-4-5 0,0 0-9 0,0-2-2 15,-1-3-16-15,1-2-9 0,-1-1-11 0,2-3-23 0,-1-1-29 16,-1-2-37-16,0-1-46 0,-2-2-35 0,0-2-21 0,-1-2-21 0,2-3-17 15,-1-2 0-15,1-4-168 0</inkml:trace>
  <inkml:trace contextRef="#ctx0" brushRef="#br0" timeOffset="-70973.44">31025 4558 986 0,'-2'-13'424'0,"1"0"-393"0,0-3 43 0,3 6-3 0,1 3 2 15,1-1-3-15,2 1-11 0,1-2-5 0,3 0-2 0,0 1-2 0,0 0-1 16,3 1 1-16,-1 1-1 0,3-1 0 0,0 2 1 0,-1 1-2 16,2-1-4-16,-2 2-6 0,-1 2-7 0,0 0-6 0,1 1-6 0,-1 1 0 15,1 1-4-15,-1 2-2 0,-1 1-3 0,0 0 0 0,0 2-1 0,-1 1 0 16,0-1-2-16,-1 1 0 0,-2 1-3 0,1 0-1 0,-3 1 0 16,0-2-3-16,0 2-2 0,-2-1 5 0,-1 1 2 0,1 0-3 0,-2-1 4 15,-1 0-11-15,0 0 4 0,-2 0 1 0,0-1 4 0,0 0-1 16,-2-1-1-16,0 0-2 0,-1 0-3 0,1-3 3 0,0 2 5 0,-1-2-5 15,1 1 0-15,-1-2 0 0,0 0 0 0,1 1-2 0,1-2 2 0,0 0 0 16,0 0-5-16,2-1 4 0,0 0-6 0,1 0 6 0,2 0-1 16,-1 1 2-16,1-2 0 0,3 2-3 0,-1-1 3 0,3 1 2 0,0 0 4 15,1 0-4-15,0 1 2 0,3 0-1 0,0 2-1 0,1 0 4 0,0 1 7 16,0 0-2-16,1 2-2 0,0 1 3 0,0 1-8 0,0 2-1 16,1-2 2-16,3 1-2 0,-2 1-1 0,1 0 4 0,0 0 1 0,-1 1-2 15,0-1 6-15,-3 0-5 0,2-1 5 0,-1 0 4 0,-2-2-1 16,0-1 2-16,-3 1 1 0,0-2-1 0,-2 0-5 0,-3-1 1 0,-1-1-2 15,-4 0 3-15,-2 0-5 0,0 0 0 0,-4 0-1 0,0 0-12 0,-2 0-2 16,-3 1-8-16,-2 0-6 0,-2 2 3 0,-2-1-3 0,-1 1 0 16,-1-1 0-16,-2-1 3 0,2 2 4 0,0 0 0 0,1 1-2 0,1-1-7 15,0 1-8-15,1-1-12 0,1 0-2 0,1-1 1 0,3-1 7 0,1 1-1 16,2 0-1-16,3 1-13 0,1-1-5 0,3 0-7 0,2-1-16 16,1-1-11-16,1-1-21 0,4 1-29 0,2-2-18 0,1 0-20 0,3 0 0 15,0-3 14-15,2 0 16 0,3-2 14 0,2-1 15 0,0 2 6 16,-1-3 10-16,2 0 21 0,-1 0-97 0</inkml:trace>
  <inkml:trace contextRef="#ctx0" brushRef="#br0" timeOffset="-70723.44">31994 4997 507 0,'-3'5'246'15,"0"2"-119"-15,0 1 15 0,-2 1-17 0,-1-1-11 0,2 0-11 16,-1 1-10-16,2 1-12 0,1 0-14 0,-1 0-6 0,1 0 0 0,1-1-8 15,1 2 0-15,-1-2 1 0,2 1-5 0,0 0 2 0,1 0-2 0,1-1-5 16,-1 1-7-16,1 0-2 0,1 1-4 0,0-1-1 0,1-1 1 16,0-1-4-16,-1-1 3 0,1 0-3 0,0-1-6 0,2 1-1 0,-1-1-5 15,2-1-6-15,0-1 2 0,1 0 0 0,3-1-6 0,0-1 2 0,3 0 7 16,-1 0-5-16,-7-2 2 0,1 0 0 0,-1 0-11 0,2-1 2 16,1 0-2-16,2-1-2 0,-1 0-3 0,1-1 1 0,-2 0-7 0,3-1-9 15,-2-1-19-15,1 0-32 0,-2 0-42 0,-1-1-44 0,0-1-54 16,-1-1-46-16,-1 1-52 0,-1-2-59 0,0 0-259 0</inkml:trace>
  <inkml:trace contextRef="#ctx0" brushRef="#br0" timeOffset="-70572.44">31818 4827 1128 0,'-1'-2'43'0,"0"2"-26"0,2 1 12 0,2 1-3 0,0 1 9 15,3-1-4-15,1 0-4 0,0-1-9 0,0 0-14 0,-1 0-16 0,0-1-34 16,-1 0-51-16,-2 0-62 0,0-1-46 0,-1 0-31 0,-1-1-196 16</inkml:trace>
  <inkml:trace contextRef="#ctx0" brushRef="#br0" timeOffset="-70173.44">31912 3706 1717 0,'3'-8'23'0,"1"4"-4"0,2-2-2 16,1 4-7-16,0 2 0 0,1 0-1 0,1 0-2 0,3 2-3 0,0-1 2 15,0 1-3-15,0 1 0 0,-1-2 1 0,1 1 0 0,-1 1 2 0,-2-1 2 16,0 0 3-16,-1 0 1 0,1 1-1 0,-2 0 0 0,-1 1 0 16,0 1-2-16,-2 0-6 0,0 1 0 0,-1 0-3 0,-1 1-3 0,-1 2 2 15,-3 0 1-15,0 1-2 0,-2-1-4 0,-1 2-1 0,2-1 0 0,-4 0 0 16,1 0 10-16,0 0 6 0,0-1 2 0,2 0-1 0,-2-1-1 16,2-1-3-16,0-1 8 0,2-2 5 0,0-1 9 0,2-1 8 0,-1-1 4 15,2-1 3-15,2 0 0 0,-1-1-2 0,5 0-11 0,2-1-4 0,2 0-3 16,-4 0-7-16,3 0 4 0,1 0-10 0,3-1-7 0,1 0-3 15,4 0-6-15,0 0 2 0,4 0-1 0,1 0-1 0,-2 1-6 0,2 1-16 16,-1 1-17-16,0 2-25 0,-1 1-30 0,0 3-31 0,1 2-33 16,0 1-22-16,-1 2-12 0,1 4 8 0,1 2 13 0,0 1 6 0,1 1 5 15,0 1 17-15,2 1 1 0,0 0-130 0</inkml:trace>
  <inkml:trace contextRef="#ctx0" brushRef="#br0" timeOffset="-68806.7">26081 5592 1361 0,'36'2'449'0,"9"4"-439"0,16 6-12 0,4 5 9 0,0 2-4 16,4-1-1-16,2 0-3 0,3 0-7 0,3-1 3 0,2 1-3 0,3 1 9 15,2 0 3-15,3 1-4 0,0 0 3 0,2-1-3 0,2 2 0 0,3-1 0 16,1-2-2-16,3 2 5 0,1-1 0 0,1 0 2 0,4-1-1 16,0 1-1-16,0 0-3 0,4 0 5 0,1 0 0 0,-1 1 3 0,2-3 0 15,1-1-2-15,0-2 1 0,2-2 5 0,-2-2 5 0,1-3 7 16,-2-1-1-16,1-3-1 0,-1-2 10 0,1-3-4 0,-1-3 6 0,1-2 2 15,-2-3-7-15,1-2 5 0,2-2 0 0,-3-2 0 0,0-2 0 0,0-2-4 16,0-4-6-16,-1 0-6 0,0-1 4 0,-3 0-2 0,-1-1 0 16,1 0 2-16,-7 2-9 0,-2-2-2 0,-3 1-8 0,-3-1-1 0,-3 0 1 15,-3 0-3-15,-2-1 14 0,-2 0-3 0,-2-1-5 0,-1-2-1 0,-4-2-8 16,-38 15 6-16,9-4-5 0,-3-1-1 0,9-4-5 0,-3-3-6 16,7-3-4-16,-2-3-1 0,7-3 1 0,-4-3-1 0,0-1 3 0,-2-2 2 15,0-1 34-15,-5-1 4 0,-25 22 5 0,3-4 5 0,-1 1-32 0,0-6 3 16,0 0-2-16,1-5-3 0,-1 0 0 0,1-4 0 0,-3-2-7 15,2-3 6-15,-4-1 6 0,2-4-4 0,-3-1 10 0,-1-4 0 0,-2-1 4 16,-1-5 0-16,-3 0-6 0,-6 0-3 0,-2-1-14 0,-3 0 12 0,-4 1 3 16,-4-1 0-16,-4 0 5 0,-7-3-5 0,-18-54-1 0,-12 10-12 15,-5 10-1-15,-7 8 6 0,-2 11-13 0,-5 11 9 0,0 9 5 0,3 11-8 16,-4 3 13-16,-5 1-1 0,-18-4-10 0,-66-33 5 0,13 14-1 0,8 9 4 16,31 16 4-16,-2-1 2 0,-8-1 0 0,3 1-2 0,-4 0-6 15,-5 0-3-15,0 0 6 0,-5 0-3 0,-4 2 5 0,2 3 4 0,-4 0-6 16,-2 4 7-16,-2 3 4 0,-2 1-1 0,-1 5 0 0,-1-1-5 15,-2 4-11-15,-4 5 1 0,-2 3-1 0,-3 6 5 0,-3 3 6 0,-2 6-8 16,-1 2 3-16,-3 6-3 0,-2 4-7 0,-2 5 6 0,-5 7-1 0,-2 1-6 16,-3 6 7-16,0 2-1 0,-3 3 2 0,-1 4 0 0,0 4 6 15,-1 5 2-15,1 2-6 0,0 4-2 0,3 2 0 0,1 3 0 0,3 1 3 16,4 4 5-16,4-1 7 0,7 1-2 0,4 0 3 0,9 0 8 0,5 0-4 16,8 4 9-16,8 1 3 0,9 0-6 0,10 1-1 0,10 1-12 15,10-1 1-15,11 0 1 0,10 3-2 0,10 0-1 0,11 3-7 0,9 4 2 16,10 4-5-16,6 5-1 0,8 3-6 0,7 5-1 0,7 4-11 15,7 4-2-15,8 2-3 0,6 4-1 0,9-1 0 0,11-3-10 0,9-3-23 16,10-6-27-16,9-7-20 0,11-7-22 0,9-7-26 0,10-7-35 0,9-4-47 16,6-4-84-16,9-3-117 0,5-5-323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0:50:13.17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3055 4990 618 0,'-1'-5'54'0,"0"1"-21"0,1-1-6 0,1 3-8 15,1 0 3-15,0 0 6 0,1 0-5 0,2 1-3 0,-1 0-10 0,1 1-8 16,0 0-2-16,0 2-3 0,2 1 3 0,0 2-1 0,0 0 3 0,0 2 1 16,0 2 2-16,-1 0 4 0,-1 2-2 0,-1 0 8 0,-2-1 9 15,0 3 5-15,-1-1 5 0,-1 1 4 0,0 1-1 0,0-1 2 0,-1 3 8 16,0 2-3-16,0 1-2 0,1-1-2 0,-2 3-10 0,0 0-4 15,0 0 0-15,0 0-5 0,0 2-2 0,0-1-1 0,0 2-1 0,0 0-1 16,-1 2 1-16,2-1 2 0,0 0 0 0,-1 0 4 0,1-1 2 0,0 1-3 16,0 0-2-16,1-1-1 0,-1 2-6 0,2 1 0 0,-1 0-3 15,1 0-4-15,0 0-4 0,-1-1-6 0,-1 1 4 0,-1 1 4 0,0 0 3 16,0 1 2-16,-1-1-1 0,1 0-8 0,-2 0 1 0,-1 0 1 0,1-2 0 16,1 3 1-16,-1-3 0 0,1 0 1 0,-1 0-2 0,0-3-1 15,1-1 1-15,0-1 5 0,1-3-3 0,1 0-2 0,0 0 4 0,0-3-4 16,1 1 2-16,0-2 5 0,1-1 0 0,1 0 4 0,-1-3-2 15,2 0 4-15,1-1 0 0,0 0-2 0,0 0 1 0,1-1-8 0,0 0 1 16,3-1-3-16,0 0 1 0,0 0 2 0,1-1-6 0,0 2 2 0,1 0-2 16,-1 2 2-16,2-2 10 0,2 2 0 0,0 0 0 0,1 0-1 15,-2 0-5-15,1 0-4 0,1 0-3 0,0 0 1 0,0 2-1 0,2 0 6 16,2-1-2-16,1 1-3 0,0-3 1 0,1 2-1 0,0-1-2 0,0-1-1 16,1 1 0-16,0-2 4 0,-1 0 0 0,1 0 0 0,2-1 0 15,-2 0-5-15,2-2 6 0,1 0-2 0,0-1 1 0,2-1 0 0,0 0 5 16,0-1-3-16,1 0 5 0,0 0-1 0,-1-3-4 0,3 0 2 0,-1 1-1 15,2-1 1-15,0 0 2 0,-2 1 1 0,2-2 0 0,1 1 0 16,1 0-2-16,0-1 1 0,-1 1 2 0,0 1-6 0,1-1 5 0,1 1-5 16,0-1 2-16,2 0 1 0,0 1-4 0,2-1 4 0,-2 1-6 15,2 0 4-15,1 0-2 0,0 0 1 0,1 1 0 0,-1-1-2 0,2 1 0 16,1 0-3-16,0-1 2 0,0 2 1 0,-1 0-2 0,-1 0 3 0,1 1 0 16,1-1-2-16,0 1-4 0,0-1 0 0,1 2-2 0,-1-2 0 15,1 1 5-15,0 0 2 0,-1 1 1 0,1 0 1 0,1 0-3 0,1 0 1 16,0 1-1-16,0 0-4 0,1 0 3 0,0-1-3 0,2-1 3 0,-1 1-2 15,2-1 0-15,-2 0 1 0,1 1-2 0,0-1 4 0,-1 0 2 16,3 0-1-16,-2 0 0 0,1 0 4 0,-1-1-3 0,1 1 1 0,-2 0 2 16,0 0-2-16,1-1 1 0,1 1 3 0,-2 0 0 0,0-1 0 0,0-1 5 15,-1 0-1-15,2-2-6 0,0 1 4 0,0-1-2 0,1-1-4 16,1 1 6-16,-1-1-5 0,1-1 1 0,0-1-2 0,1 0-1 0,1-2 0 16,0 0-3-16,0 2 9 0,0-3-8 0,0 1 4 0,0-1-2 15,1-1 1-15,-1 0 1 0,0 1 1 0,1-1 4 0,0 1-5 0,0 1 4 16,0-1-2-16,2-1 2 0,-2 1 2 0,0-1-2 0,1 1-3 0,-1 0 3 15,1 0 0-15,0 1 2 0,0-1-4 16,1 1-2-16,0 1 1 0,0-1-5 0,1 1 2 0,0 0-3 0,0 1 2 0,-2-1-1 0,2-1 4 16,0 1-3-16,1-1 2 0,0 2-1 0,-1 0-3 0,1-1 3 0,1 1-3 15,-1-1 3-15,1 0-3 0,-2 0 5 0,0 0 0 0,2 0-5 16,-1 0 3-16,1 0-3 0,0 0 0 0,0 1 3 0,0 0-2 0,2-1-4 16,-1 1 3-16,1 0 0 0,-2 0 2 0,0 0 7 0,2 0-1 15,0 1-2-15,0 1 3 0,1 0-1 0,-1 0-3 0,2 0-1 0,-1 1 0 16,0 0-6-16,1 0 4 0,-2 0-1 0,1 1 1 0,1-1-2 0,-1 0 1 15,2-1 4-15,0 0-4 0,0 0 4 0,0 0-3 0,1 0-4 16,1 0 4-16,-4 0-13 0,2 0 1 0,2 1 4 0,-1-1 0 0,4-1 12 16,-2 1 4-16,0-1-6 0,0 1-1 0,1 0 5 0,-1 1-6 0,0 0 5 15,1 0 1-15,0 1-3 0,-1 1-2 0,0 0 2 0,-1 1-2 16,1 1 3-16,0 0-1 0,-1 0-2 0,0 1 11 0,1-1-1 0,0 0 1 16,0 1 1-16,0 1-14 0,-2 0 3 0,0 0 0 0,0 0-2 15,2 0-4-15,-2 1 2 0,-2-1-1 0,0 0 2 0,1 0 1 0,0 1-7 16,1-2 7-16,0 1 1 0,-1 0-3 0,1 0 5 0,0-1-2 0,1 0-1 15,-1 0 4-15,0 0-1 0,-1 0-5 0,0-1 0 0,0 0 3 16,1 0-1-16,-1 0 6 0,0 0-5 0,0-1 2 0,0 1 1 0,-1 0-1 16,0-1 3-16,1 1 3 0,0 0 1 0,0 0 2 0,1 0-1 0,-2 0-3 15,-1 0 0-15,0 0 1 0,0 0 6 0,1 0-7 0,-2-1-2 16,1 1-6-16,1-1 1 0,0 1 5 0,0-2-4 0,1 1 2 0,1 0-4 16,-1-2 1-16,1 1 4 0,0-1-2 0,-1 0 0 0,0 0-4 0,1 0 3 15,-1-1-3-15,0-1 1 0,1 1 1 0,-2-1-3 0,0 1 5 16,0 0 0-16,1 0 0 0,-2 0-1 0,0 0 1 0,2-1-5 0,-2 1 3 15,2 1-1-15,-1 0-2 0,0-1 2 0,-1 1 3 0,0 0 1 16,0 0 1-16,-1 0 0 0,-1 0-4 0,-1 0-6 0,0 0 8 0,0-1-5 16,0-1 1-16,0 1 1 0,-1-1-2 0,-1 1 0 0,1-1-2 0,-1 1 2 15,1 0 0-15,-4 0-1 0,0 0 2 0,0 0 1 0,-1 0-5 16,2 0 6-16,-2 0-1 0,1-1-2 0,-2 1 3 0,-1-1-3 0,0 0-5 16,0 0 2-16,-1 0-2 0,-2 0 5 0,-1 2 1 0,-1-1-1 0,1 0 2 15,-1 0 0-15,-1 1 1 0,-1-1 1 0,0 1-1 0,-2 1-3 16,0 0-2-16,-1 0 6 0,-1 0-4 0,0 0 0 0,-1 1-2 0,-1 1-3 15,-1-1 1-15,0 1 6 0,-2 0 0 0,-2 0-6 0,1 0 6 16,-3 0-4-16,2-1 4 0,-2 0 2 0,1 1-8 0,-2-1 8 0,0-1-3 16,-4 1-1-16,1-1 4 0,-1 0-4 0,-2 0 0 0,1-1 1 0,-1-1 1 15,-1 0 1-15,0-1 2 0,-1 0 1 0,-1 0-12 0,-1-1 5 16,0-1-3-16,-2 0-1 0,1-1 12 0,-1-1-4 0,0 0-1 0,-3 0 5 16,1-2 0-16,-1 0 3 0,0 0 2 0,-2-1-7 0,1-2 5 0,-2 0 0 15,0 0-3-15,-1-1 9 0,-1-2-11 0,1-1-2 0,-2-1-4 16,1-1 6-16,0-1 5 0,-1-1-1 0,0-2-1 0,-1-2-3 0,0-1-3 15,-1-2 2-15,-1-1-1 0,0 0-3 0,-2-1 4 0,0-1 3 0,0-2-4 16,-1-1 0-16,-1-2 1 0,-1 0 3 0,0 1-2 0,-1-1 0 16,0 0 1-16,0 0-6 0,-2-1 8 0,0-1-16 0,0 1 9 0,-1-1 6 15,0 0-12-15,-1 1 21 0,0-2-14 0,-1 2 1 0,-1-1 1 16,0 1-1-16,1 0-3 0,-1-2 4 0,0 0-1 0,0-1-1 0,0 3 7 16,-1 0-6-16,0 1 2 0,1 2 2 0,-1-1-3 0,0 1-4 0,0 3 9 15,1 1-2-15,0 2 0 0,0 2 2 0,1 0-7 0,-1 2-4 16,-1 2-2-16,1 0 1 0,-1 2-6 0,0 2-2 0,-1 2-3 0,1 1-2 15,-1 3-6-15,1 0 6 0,-1 1-12 0,-1 1-15 0,0 1-11 16,0 0-37-16,-2 0-19 0,-2-1-27 0,-2 1-39 0,-1 0-34 0,-4 0-62 16,-4 0-100-16,-3-2-134 0,-7-3-290 0</inkml:trace>
  <inkml:trace contextRef="#ctx0" brushRef="#br0" timeOffset="550">4516 4419 1 0,'152'-11'82'0,"-44"-1"448"0,11-1 479 0,-59 5-710 0,-2 1-332 15,17 4 36-15,15 2-11 0,9-1 5 0,4 2-1 0,3 2-4 0,4 0-2 16,6 0-15-16,7 2-40 0,4 2-79 0,4 2-65 0,3 2-27 0,2 2-3 16,1 1 27-16,2-1 12 0,1 0-97 0</inkml:trace>
  <inkml:trace contextRef="#ctx0" brushRef="#br0" timeOffset="932.99">7807 4515 485 0,'107'1'220'0,"11"-1"-24"0,30-1-9 0,-15-1-2 0,-16-1 0 0,1-1 0 15,3-1-22-15,0-1-19 0,6 0-24 0,1 0-18 0,3 0-18 16,2 0-22-16,3 0-17 0,3 1-16 0,-1 0-8 0,1 1-14 0,0 0 0 16,1 2-4-16,-1 0 5 0,0 0-2 0,0 1 5 0,0-1-5 0,-1 0-6 15,1-1 11-15,1 0-9 0,-1 0 2 0,-1-2 4 0,0 0 3 16,0-2 9-16,-2 0 10 0,0 0 0 0,1-2 5 0,-2 0 5 0,0-2 1 16,0 0 1-16,-2-1 1 0,2 0-4 0,-1-1-2 0,-3 0 3 0,-1 1-8 15,-1-1-3-15,0 1-5 0,-1 0-9 0,1 2 3 0,0 0 0 16,-1-1 0-16,0 0-1 0,-4 0-1 0,0 1 1 0,-2 0 0 15,1 1-1-15,-1 0-5 0,-1 0-4 0,-1 0 5 0,0-1-2 0,-3 0 1 0,2 1 1 16,-3 0-6-16,-2 0-1 0,-1 0 7 0,-3 0 4 0,2 1-1 16,-2-1 1-16,-2 2-8 0,-1 0 0 0,0-2-1 0,-1 2 2 15,0 0-2-15,-1 0-2 0,-2 0 3 0,-2 1-5 0,-4-1-3 0,3 2 0 16,-4-1 0-16,2 0 0 0,-4-1 0 0,-1 1 4 0,-2-1-10 0,-1 0-1 16,-3 0 4-16,-1 1-1 0,-3 0 6 0,-1 0 10 0,-3 0-4 0,-2 1 1 15,-1-1-6-15,-1 1-3 0,0 0 2 0,-4 1 0 0,-3-1 9 16,0 1 0-16,-3 0-4 0,-2 0-2 0,-2 0 1 0,-1 1-1 0,-3 2-9 15,0-1 6-15,-2 1 0 0,-1-1-6 0,-4 2 10 0,-4-1-2 0,0 1-3 16,-1 1 3-16,-3-1 0 0,-2 2-2 0,-1 0-1 0,-3 0 8 16,-2 1-7-16,-1-1 4 0,-2 2-4 0,-2-1-4 0,-3 1 0 0,0 0-7 15,-3 0 0-15,-2-1 1 0,0 2-4 0,-4-1-6 0,-2 0-11 16,-2 1-16-16,-2-1-14 0,-2 0-22 0,-3 0-24 0,-2-1-45 0,-2 0-37 16,-2-1-20-16,-2 0-28 0,-3 0 6 0,-6-1-5 0,-4 0-30 0,-6 0-26 15,-8-2-73-15,-7-2-272 0</inkml:trace>
  <inkml:trace contextRef="#ctx0" brushRef="#br0" timeOffset="2299.98">8637 5820 962 0,'-13'-17'-9'0,"-1"1"52"0,-1-3-15 16,4 5-2-16,4 4-9 0,3 1-4 0,0 1-5 0,3 1-5 0,0 2-7 15,1 2-16-15,0 2-14 0,1 2-10 0,1 1-10 0,1 1-2 0,1 2-2 16,1 2-6-16,0 0-5 0,0 2-5 0,1 0-6 0,0 1-7 16,-1 0-43-16,2 1-125 0</inkml:trace>
  <inkml:trace contextRef="#ctx0" brushRef="#br0" timeOffset="12235.04">4805 8643 1114 0,'-8'-6'51'0,"1"-1"-14"15,1-1-10-15,4 2-9 0,2 2-6 0,1 0 1 0,2 0-5 0,0 0-3 16,3 0-3-16,1 1-3 0,2 0-2 0,0 0-2 0,3 1 0 16,2 0-3-16,-1 0-2 0,3 1 0 0,0 0 0 0,0 1-6 0,0 0 5 15,1-1 5-15,-1 0-2 0,0-1 8 0,1 0 1 16,-2 0 2-16,0 0-4 0,-2 0 4 0,2 0 1 0,0 1-1 0,0 1 6 0,0 0 1 16,-2-1 1-16,0 1 7 0,-1 0-3 0,0 0 1 0,0 1-3 0,-1-1-4 15,1 2 3-15,0 0 0 0,0 0 3 0,1 0 3 0,0 0 2 16,1 1 1-16,0-1 0 0,-1 0 3 0,0 1-1 0,0 0-4 0,2 0 4 15,1 0-5-15,-1-1-2 0,2 1 2 0,2 0-5 0,1 0-2 0,1 1 2 16,1-1-4-16,0 0-3 0,2 1-1 0,1-1-1 0,-2 1-8 16,3-2 0-16,0 1 4 0,0 1-5 0,1-1 8 0,1 1-2 0,0 0-1 15,0 0 1-15,2 1-2 0,-3-1 1 0,3 1-1 0,-1 0-1 16,2 0 2-16,-1 0 0 0,-1-1 3 0,-3-1-2 0,1 1 0 0,-1 0-1 16,0 0-1-16,1 0 2 0,-3-2-1 0,2 0 3 0,-2-1-3 0,1 0-4 15,-1 0 0-15,-1-2 2 0,0 0-2 0,-1-1 8 0,0-1 0 16,-1-1 1-16,0-1 5 0,1-2 1 0,-1 0 6 0,-1-2 1 0,0 0 2 15,-2-2 2-15,1 1 0 0,0-3-1 0,0 0 2 0,1-1-2 16,-4 0-1-16,1 0 3 0,-2-1-4 0,-1-1-1 0,-1-1-1 0,-2 2-3 16,0-1 1-16,-1 1-6 0,-1-1 5 0,-1 2-3 0,0-1-1 0,-1-1 2 15,-1 0-5-15,-1 0 2 0,-1-2-1 0,0 1-1 0,-2 0 4 16,-1 0-4-16,0 0-5 0,-1-2 2 0,-1 1-7 0,0-1 10 0,-2-1 6 16,0 1-1-16,-1-2 0 0,-1-2-4 0,-1 1-1 0,-1-2-2 0,0 2 7 15,0 0-2-15,0-1-1 0,-2 3-1 0,0-2-3 0,-2 0 2 16,0 2 0-16,0-2-1 0,-1 0 1 0,-1 2-1 0,-2-2-1 0,-1 2-1 15,-1 1-3-15,-1 0-2 0,0 1 1 0,1 1-3 0,-2 0 2 0,-3-1-4 16,1 1 2-16,-2 2 2 0,-3 0-2 0,-1-1 1 0,-1 1-5 16,-1 1-2-16,-2-1 8 0,-1 2 1 0,-3 0 4 0,1 3 8 0,-2 1-6 15,0 0 1-15,-1 1 2 0,0 0-6 0,-2 0-3 0,0 2 3 16,-1 0-3-16,1 0-2 0,2 2 1 0,-1 2 1 0,1 0-2 0,-1 1 4 16,2 1-2-16,2 2 9 0,-2 1-4 0,1 0 4 0,-1 2-3 0,3 1-6 15,-1 3-1-15,3 1 1 0,-2 0-11 0,0 4 4 0,-1 1-2 16,-2 4 5-16,1 4 7 0,-1 1-2 0,2 4 2 0,-1 2-7 0,1 2-2 15,1 4-10-15,-2 4-3 0,4 2-10 0,-1 4-27 0,3 2-34 0,1 2-43 16,3 3-53-16,4 2-51 0,2 3-48 0,3 3-87 0,3 4-194 16</inkml:trace>
  <inkml:trace contextRef="#ctx0" brushRef="#br0" timeOffset="13667.53">8558 9988 407 0,'28'2'71'0,"7"1"4"15,8 1-5-15,0 1-3 0,-1 0-4 0,2 0-8 0,1 1-7 0,2-1 1 16,4 0-7-16,3 0 0 0,1 0 3 0,4 0-2 0,1 0 3 0,2 0 1 16,2 1-5-16,2 0-1 0,2-1-2 0,1 0 1 0,3 0 0 15,3 0-1-15,0 0-4 0,1-2 2 0,1 1-4 0,2-3-1 0,2 0-1 16,0-1-4-16,3-1 2 0,-1 0-5 0,2 0-6 0,1 0-1 15,-3-1-8-15,3 0 0 0,-2-1-3 0,-2 0-3 0,0 1 2 0,-2 0 0 16,-1 1 0-16,0 1 1 0,-3 1-6 0,-2-1-4 0,-2 1 2 0,-3-1 5 16,-1 0 2-16,0 0 8 0,-3-1 2 0,0 0-6 0,-4-1 7 15,-3 0-9-15,0-1 3 0,-2 0 1 0,-1-1-3 0,-2 0 7 0,-2-2-5 16,1-1-2-16,-2 2-2 0,-2-3-3 0,0 1 2 0,-2-2 0 0,-1-1 4 16,-1-1 1-16,-2-1-5 0,-2 0-1 0,-3-1 3 0,-3 0-1 15,-2-1 3-15,-4 0 0 0,-1-2 1 0,-4-1-6 0,-3 0 7 0,-2 1 3 16,-4-3-4-16,-2-1 4 0,-4 0-6 0,-1-2-1 0,-2-1-5 0,-4 0-4 15,-2-2-5-15,-2-1 2 0,-4 0-1 0,0-1 2 0,-4 0 0 16,-3-2-3-16,-2 1 9 0,-2-2-3 0,-2 2 5 0,-3-1 2 0,-2-1-5 16,-3 1 1-16,-2 1-4 0,-1 0 4 0,-3 1-2 0,-3 1 0 15,-1-1 2-15,-4 2-7 0,-2-1 3 0,-2 1 0 0,-3-1-4 0,-4 1 2 16,-2 3-5-16,-5 2 5 0,-2 2 4 0,-2 4 3 0,-5-1 10 0,-1 2-5 16,-4 1 5-16,-3 1-5 0,-1 3 0 0,-2 0 5 0,-3 2 5 15,3 1 12-15,-4 1 2 0,0 2 3 0,2 1 1 0,-3 1-5 0,4 2 4 16,3 1-2-16,-1 1-9 0,4 2 5 0,1 0-10 0,2 2-2 0,0 0 3 15,1 2-6-15,2 1-3 0,3 2-5 0,3-1 1 0,1 0-2 16,4 1 0-16,-2 1 2 0,3 3-5 0,2 0 0 0,2 0 1 0,1 1-8 16,1 0 7-16,0 0-12 0,1 1 4 0,2 0-2 0,-1-1-5 0,1 2-3 15,0 0-13-15,-1 0-4 0,3 0-11 0,-1 2-11 0,1 0-18 16,1 3-21-16,2 1-23 0,1-1-22 0,-2 3-33 0,2 0-44 0,1 3-52 16,0 0-64-16,2 4-279 0</inkml:trace>
  <inkml:trace contextRef="#ctx0" brushRef="#br0" timeOffset="28668.81">3979 2398 1211 0,'-19'1'-4'0,"-6"1"-4"0,-7 3-6 0,-9 1-9 0,11 1-9 0,0 3-10 0,0 2-7 0,0 1-12 0,-3 2-9 16,-1 0 5-16,-2 3 7 0,-2-1 14 0,0 0 21 0,-4 1 14 15,0 1 9-15,-3 1 10 0,-3-1 3 0,0 2 5 0,-2 0 2 0,1 1 0 16,-2 2 4-16,-1-1 1 0,-3 3 1 0,0 2 3 0,-2 3 1 15,0 1-1-15,1 3 4 0,-4 2 1 0,-1 1-3 0,-1 2 0 0,-1 2-4 16,1 4 0-16,0 1-3 0,-2 1 19 0,2 2-1 0,2 1-1 0,1 2-4 16,1 1-21-16,-1 1-3 0,2 0-4 0,1 1-3 0,4 0-5 15,27-27 0-15,-5 8-5 0,0 1 9 0,-5 10 4 0,0 1-3 0,-5 11 2 16,3 1-4-16,-8 11-4 0,4 2 2 0,-2 3-4 0,1 2-4 0,2 2 1 16,1 3-3-16,0 2 3 0,0 1 1 0,3 2-2 0,-1 2-9 15,3 2 4-15,18-46 4 0,-2 7 27 0,2 0 13 0,-2 6-6 0,0 2-12 16,1 5-17-16,0 1-1 0,-2 6 6 0,2 1 7 0,1 5 3 0,-1 2 2 15,-1 5 7-15,2 1 1 0,1 7-12 0,1-1-1 0,0 6-11 16,1 2 2-16,3-3-10 0,0 0 22 0,3 1-1 0,1-1-1 0,2 0 9 16,2-1-15-16,3-1 0 0,1 1 7 0,2-2 3 0,2 0 2 15,2-2-1-15,2 0-3 0,1-1 3 0,15 85-54 0,4-13-3 0,4-12 7 16,1-14 1-16,0-13 48 0,0-12 7 0,-1-14-4 0,-2-11-1 0,1-7 22 16,0 2 1-16,2-1-2 0,1-1 2 0,1 2-22 0,0-3-4 15,2 1 7-15,2 0 10 0,2-2 9 0,-2-1-5 0,2 0-3 0,42 65-8 16,-8-19-5-16,-12-21 12 0,-8-23-6 0,-6-9-2 0,3-2-3 0,1-4-12 15,0-1 11-15,0-4-5 0,2-2 2 0,1-3-4 0,2-2-6 16,-1 0 1-16,2-3-6 0,-1-1 11 0,2-2-3 0,2-4-3 0,-2-1 6 16,2-1-1-16,-1-4-5 0,0-1-1 0,1-3 3 0,1-1 10 15,1 0 9-15,0-3 5 0,0 0-11 0,1-2-5 0,-2 0-3 0,0-1-1 16,-2-2 3-16,2 2 3 0,2-2 1 0,1 0-4 0,-1-3 4 0,2 0-7 16,0-1 1-16,1-3 7 0,-1 1-12 0,0-1 4 0,1 0-4 15,1-1-6-15,0-1 3 0,-1 0-4 0,1-1-1 0,-2-2 5 0,1-1-3 16,-1-1-1-16,1-2 5 0,-1 0-9 0,1-2 3 0,-1-3-9 0,-1 0 2 15,-2-3 6-15,-1 1-5 0,-1-2 10 0,-1-1-5 0,-2 1 1 16,-2-2 1-16,-2 1-7 0,0-2 4 0,-3 2-7 0,-1-2 3 0,-3 1 4 16,-3 0-4-16,-1 0 1 0,-2 0-3 0,-2-1-6 0,-1 1-4 15,-2-1-19-15,-5 0-8 0,-1 1-20 0,-3-2-26 0,0 1-22 0,-1 0-30 16,-2-2-17-16,-2 0-21 0,-1-3-32 0,-1-1-23 0,-1-1-8 0,0-4-13 16,-3-2-237-16</inkml:trace>
  <inkml:trace contextRef="#ctx0" brushRef="#br0" timeOffset="29001.8">6326 10557 507 0,'-11'-3'69'0,"3"-1"-1"0,-2 0 10 0,4 1-4 16,3 1-3-16,1 0-10 0,2-1-9 0,-1 1-9 0,2 0-10 0,1 1-6 16,0-2-5-16,3 1-3 0,0-1 0 0,2 0-1 0,1 0-3 15,2 0 2-15,1 2 0 0,0-2 1 0,0 1 7 0,1 1 4 0,-1 0 6 16,3 0 3-16,0 1 3 0,3 0-1 0,0 0-1 0,4 2-2 0,1 0-1 15,0 1-2-15,2 0 0 0,0 0 2 0,2 0-6 0,1 0-1 16,1 0-5-16,2 1-2 0,1-1 1 0,4 1-1 0,0 1-6 0,1-1 0 16,3 1-2-16,-2-1 3 0,4 0 7 0,0 1-3 0,-1-2 1 0,2 1-1 15,1-1 3-15,1 0 6 0,0 0-1 0,1 0 1 0,-2 1-4 16,0-1-5-16,2 0-4 0,0 1-2 0,-2 1-2 0,0 0-4 0,-1 1 2 16,-1 1-2-16,-3 0 0 0,1 0 4 0,-3 2-6 0,1 0 5 0,-1 0-1 15,-2 2-3-15,-1 0 1 0,-4 2-1 0,0 0-1 0,-2 1 1 16,0 1-7-16,-1 2-4 0,-1 2-6 0,-1 0 9 0,-1 5 9 0,-1 1-1 15,-1 3-5-15,-4 2-8 0,1 2-8 0,-2 2-2 0,-3 5-3 16,-1 2-6-16,-2 5-3 0,-2 4-4 0,-2 4-7 0,-3 5-7 0,-3 3-30 16,-2 7-16-16,-3 3-38 0,-2 4-56 0,-2 7-70 0,-2 2-127 15,-2 7-305-15</inkml:trace>
  <inkml:trace contextRef="#ctx0" brushRef="#br0" timeOffset="86655.08">4329 5841 311 0,'-17'-5'198'0,"0"1"-148"0,-6 1 2 15,3 3-6-15,3 0-18 0,-1 1-9 0,-1 0-7 0,1 0-4 0,0 2-3 16,-2-1-5-16,0 1 3 0,0 1 0 0,-2-1 0 0,0 0 0 16,0 0 0-16,0-1-1 0,2 1-2 0,0-1 3 0,1-1 1 0,1-1 2 15,1 0 6-15,0-1 6 0,-1-2 9 0,1 0 1 0,0-2 3 16,1 0-3-16,2-3-1 0,1 1 7 0,0-3-3 0,1-1 2 0,1-1 2 16,1-1-7-16,1 0-1 0,2-2-4 0,0-1-4 0,2-3 2 0,0 2 2 15,2-2 7-15,2 0-1 0,1-1 0 0,1-1 1 0,1-3-5 16,2 0 0-16,2-1 1 0,0-1 0 0,2-1-1 0,3-1 2 0,2 1-2 15,2-2-1-15,2-2-6 0,0-2 0 0,5 0-4 0,2-2 2 0,2 2-2 16,3-1-3-16,0-2 3 0,4 2-14 0,2-3 4 0,3 3 3 16,2-2 1-16,1 0 10 0,1 2 0 0,4-3-5 0,2 2-3 0,3-1-2 15,2 2-1-15,4 0-1 0,1-2-4 0,3 1 2 0,3-1-3 16,2 2 5-16,3 0-4 0,2 2 2 0,2-1-4 0,2 2-9 0,3-2 4 16,1 2-2-16,2 1 7 0,2 0 9 0,1 0 2 0,1 1-3 0,1 0-6 15,2 1 0-15,-1 1-2 0,3 2 1 0,-1 1 3 0,2 1-1 16,0 2 3-16,2 1 1 0,-2 1-1 0,2 3 0 0,-1-1-2 0,1 2 2 15,0 1-2-15,1 4-1 0,-1 1 0 0,0 2-5 0,0 2 1 0,0 2 4 16,0 2-5-16,-1 1 1 0,2 2 2 0,-3 1-2 0,1 2 4 16,-3 1-2-16,2 3-1 0,-5 1 3 0,2 3-2 0,0 2 2 0,-4 1-3 15,0 1 0-15,-2-1 2 0,-2 2-2 0,0 2 0 0,-3 0 3 16,0 2-4-16,-2 2 2 0,-1 2-4 0,0 1-1 0,-3 1 3 0,-2 3 0 16,0-2-1-16,-1 3 2 0,-2 0 6 0,-1 1-4 0,-4 1 4 0,-2 1-6 15,-2 0-3-15,-1 1-1 0,-1 2 4 0,-3 0 1 0,-1 2 1 16,-3 1-4-16,-2-1 0 0,-1-1 3 0,-1 3-4 0,-4-2 3 0,-2 1-6 15,-1 0-4-15,-3 0 9 0,0-1 0 0,-3 2-1 0,-1-1-2 0,-3-1 0 16,-1 3-1-16,-2-2 6 0,0 0 3 0,-2 1-5 0,-3-2 5 16,0-1-5-16,-2 2 2 0,-4-2 0 0,0 2-2 0,-3-1-3 0,0-1 3 15,-4 0 2-15,-1 0 2 0,-2 0 5 0,-3 1-2 0,-2-2 0 16,-2 1-1-16,-3 0 2 0,-2 0-5 0,-2-1 2 0,-4 0-2 0,-2-4 2 16,-4 1-3-16,-3-1-1 0,-1 1 3 0,-4-2-1 0,-2-1-2 0,-3 1 6 15,-3-1 3-15,-2-1-1 0,-3 0 4 0,-2-1-5 0,-2-1-2 16,-3-1 2-16,-2-1-3 0,-3-3 3 0,-1 0-4 0,-2-2 2 0,-1 1 4 15,-3-1-3-15,0-3 3 0,-4-3-4 0,0-2 1 0,-4-3 2 0,0-2 2 16,-1-1 1-16,-1-2-4 0,-1-1 3 0,-2-2-1 0,-1-2-3 16,-2-2 5-16,-2-1-5 0,-1-2-1 0,0-1-2 0,-2-2-1 0,-1-1 2 15,0-2-6-15,-2-1-10 0,0-2-16 0,-2-1-31 0,1-2-24 0,-1-1-31 16,-3-1-39-16,0-1-47 0,-5 0-72 0,0-1-183 0,-4 0-56 16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1:23:02.808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3987 7523 100 0,'-1'-5'65'15,"2"2"-27"-15,2-2-4 0,1 2-8 0,3 0-6 0,0-1-3 0,1 0-3 16,1 1-3-16,-1 0-3 0,1 1-3 0,0 0 1 0,0 1 0 16,1-1 1-16,2 1 2 0,0 1-2 0,0-1 2 0,0 0-1 0,0 1 2 15,1-1 0-15,0 1 4 0,0-1-1 0,-1 1 1 0,0-1 0 0,0 0-4 16,1 1 1-16,-1-1-2 0,-1 0 2 0,2 1 0 0,0 0-1 16,0 0-1-16,0-1-1 0,-1 1-2 0,3 0 1 0,-1 0 0 0,2 0-1 15,-1 0 2-15,0 0-1 0,2 0 0 0,-2 1-2 0,0-1 1 16,3 2 3-16,-1-1 2 0,1 1 6 0,-2-1 0 0,-1 1 3 0,1 0 3 15,-1 0 4-15,0 0 2 0,0 1 5 0,-1 0 1 0,3 0 0 0,-2 0-1 16,1 1-3-16,0 0-1 0,-1 1 0 0,-1 0 2 0,-1 1-4 16,2 0-3-16,-1 2-3 0,-1-1-7 0,1 2-3 0,0 0-5 0,0 0-3 15,1 1 0-15,0-1-7 0,1 0-1 0,0 0 1 0,-1 1-1 0,2 1 10 16,0 0-1-16,0-1 2 0,-1-1-1 0,1-1-9 0,-1 0 0 16,1 0 0-16,-1 0-3 0,1-1 10 0,0 1-3 0,-2-1-1 0,1 0 1 15,0 0 1-15,0-1 2 0,0 2 3 0,0-1 1 0,1-1 4 16,-1 1 1-16,-2-1 3 0,2 0 3 0,0 0-3 0,2-1 3 0,0-1-1 15,2 0-1-15,0 1 1 0,0-1-5 0,0 0 1 0,0 1-3 16,-1-1 0-16,2 0 0 0,0 0-3 0,0 0 0 0,1 0 1 0,0 0 0 16,0 1-2-16,1-1-1 0,-1-1 2 0,2 2-8 0,0 0 4 0,0-1 1 15,1 1-5-15,0-2 8 0,2 0-1 0,0 0-5 0,0 1 2 0,1 0-2 16,0-1-1-16,0 0 2 0,-1 0 3 0,2-1-3 0,0 0-3 16,-1 0 3-16,0 0-3 0,-1 0 4 0,-1 0 2 0,0-1 2 0,0 0 0 15,-1-1 0-15,2 0 3 0,-2 0 0 0,2 0 3 0,-1 0-1 16,-1 0 0-16,2-1 0 0,-2 0-2 0,2 1 4 0,-2-2-1 0,3 1-1 15,0 0-4-15,-2 0-2 0,2 0 1 0,-2 1 1 0,4-1-3 0,-1 2 1 16,1-2-2-16,-1 1-3 0,0-1 3 0,-2 1 2 0,3 0-2 16,-1 0 0-16,0 0-2 0,1 0-2 0,-1 1 2 0,-1 0-6 0,1-1 4 15,0 0-2-15,-1 0-3 0,1 0 8 0,-1-1-3 0,2 0 1 0,-1 0 0 16,1-2-1-16,0 0-1 0,2 0 4 0,1-1-4 0,1 0 4 16,-1 0-1-16,0 0 1 0,-1 0 1 0,1-1-3 0,0 0 6 0,-1-1-1 15,1 1-2-15,-1-1 6 0,0 0-4 0,-1 0-1 0,0 0 2 0,-1 1-2 16,1 0 6-16,-1-1 0 0,2 1 0 0,-1-1-2 0,0 1-5 15,1 1 2-15,2-1-6 0,-2 0 3 0,2 0-3 0,-2 1-1 0,0 0 6 16,-1 0-5-16,1 0 2 0,1 0-2 0,-1 1-1 0,1-1-5 16,-2 1 1-16,2 0-2 0,-1 0 2 0,1-1 7 0,0 1-2 0,0 0 3 15,0-1-5-15,1 0-2 0,-2 1 7 0,2 0-8 0,1-1 3 0,-1 1 1 16,1-1-5-16,-2 0 6 0,1 2 3 0,-1-1-3 0,2-1-1 16,-2 1-1-16,0 0 0 0,2 0-1 0,0 0 0 0,-1 0 3 0,1 0-1 15,0-1 0-15,-2 2 4 0,1-1-1 0,-1-1-1 0,1 2 5 0,2-2-7 16,-1 1 1-16,0 1-2 0,-1 0-2 0,0 0 2 0,0 1-3 15,0-1 7-15,1 1-5 0,0 1 2 0,2 0 3 0,-2 0-3 0,3 1 0 16,-2 0 1-16,0 0-3 0,0 1 2 0,-1 0 2 0,0 0 1 16,0 1 3-16,1-1-8 0,0 1 1 0,0 0-2 0,-2 0 3 0,0 0-1 15,0-2 1-15,-1 1 2 0,0 0 0 0,0 0-1 0,0-1 1 0,2-1-5 16,-2 0 1-16,2 0 4 0,-1 0-4 0,1-1 2 0,-2 0-1 16,0-1 0-16,0-1-1 0,2 0 2 0,0 0 0 0,0-1 0 0,0-1-4 15,-3 0-2-15,3-1 4 0,-1 0 0 0,-1-1 3 0,2 0 4 0,-2 1 3 16,1-1-8-16,-3 2 6 0,1-1-2 0,-2-1-4 0,1 0 5 15,-2 0-6-15,0-1 0 0,-2 1-1 0,1 0 4 0,-1 0-2 0,3 1 4 16,-1-2-4-16,0 1-2 0,1-1 4 0,-4 0-9 0,2 1 7 0,-2-1-3 16,1 0-8-16,-2 1 5 0,0-1-5 0,-1-1 4 0,-1-1 3 15,0 1 0-15,-2-2 4 0,0 1-1 0,-2 0 2 0,1-1 3 0,-3-1-5 16,0-1 5-16,0 0-1 0,-2 0 3 0,1-1 0 0,-1-1-4 16,-1-1 2-16,-2 1-1 0,0-2 4 0,-1-1 0 0,0 2 2 0,-1 0 0 15,0 0 1-15,-2 0 0 0,0 1-4 0,0 0-1 0,-1-1 3 0,-1-1 0 16,0 1-1-16,-1-1 3 0,-1 2 1 0,-1-1-3 0,0 1 3 15,-1 0-8-15,0-2-7 0,-1 1 4 0,-2 2 0 0,1-2 2 0,-3 1 7 16,0 0-8-16,-2 0-1 0,-1-1 0 0,-1 1-3 0,-1 0 2 16,-1 2-5-16,-2-2 4 0,-1 1-5 0,-4 1 3 0,0-1-1 0,-2 2 0 15,-1 0 1-15,-3 0-2 0,-2 1 3 0,-3 0 1 0,-1 1 0 0,-1-1 5 16,-4 0 0-16,-1 1 0 0,-1 0 1 0,-2 1-6 0,-1 1 0 0,-1-1 2 16,-2 0-5-16,-2 0 0 0,-2-1 2 0,-2 1-1 0,0 1 1 15,0 1 5-15,1-1 0 0,-2 1-3 0,0 1 5 0,0-1-1 0,-1 1-3 16,0-1 3-16,-1 1-6 0,2 0-4 0,-3 3 3 0,-2-1-2 15,-1-1 1-15,-4 1 1 0,-1 0 1 0,-1 0-2 0,-3 0 5 0,0 1 2 16,-2-1 0-16,0 1 2 0,-3 0-3 0,-2 1 2 0,1-1-2 0,-1 1-1 16,3 0 3-16,1-1 0 0,-1 1-1 0,1 0 1 0,0 0-1 15,0-1-5-15,-2 2 1 0,1 0 4 0,-2 0 1 0,0 0-2 0,3 1 0 16,-3 0-1-16,-1 0 0 0,2-1 2 0,-2 1-4 0,-1 0 2 16,1 0-4-16,-1 0 3 0,-1 0 2 0,2 0 5 0,-2 0 1 0,0 0-3 15,0 1-4-15,-1 0-4 0,-1 0 1 0,0-1 3 0,-1 1 4 0,1 1-1 16,1-1-2-16,-2 0 1 0,0 1 0 0,0 0 0 0,0-1 0 15,0 1-4-15,2-2 0 0,2 1 5 0,3 0 0 0,1-1 2 0,2 1 2 16,1 0-5-16,3 0-2 0,-3 1 0 0,2-1-2 0,-1 1 5 0,0 0 0 16,1 1 0-16,0-1 1 0,-1 1-1 0,0 1-1 0,-3 1-7 15,-5 2-10-15,-6 2 1 0,-2-1-6 0,0 2 9 0,2-1 10 0,6-1 0 16,1-1 6-16,2 1-1 0,0 1-2 0,0-1 2 0,1 3-2 0,2-2 0 16,4 1 1-16,0-2-1 0,2 0 0 0,0 1 3 0,-2-1 1 15,1 0-1-15,1 1 1 0,-1 0-9 0,0 0 5 0,1 0-2 0,1-1 0 16,2-1 4-16,3 1-4 0,2 0 0 0,1-1 2 0,3 1-4 15,0-1 0-15,-1 0 0 0,2 0-1 0,0 0 0 0,3 1 2 0,-2-1 2 16,3 1-1-16,0-1 4 0,1 0-4 0,2 1 0 0,1 0 2 0,-1 0-1 16,2 0 2-16,-1 0-5 0,1 0 0 0,1 1-3 0,0 0 3 15,2 1 4-15,0-1 0 0,2 2-1 0,2-1-8 0,2 1 0 0,1-1 0 16,3 1 2-16,-2 0 5 0,3 1 10 0,1 0-5 0,3 1 3 16,2 0-5-16,1-1-8 0,2 2-2 0,1-2-4 0,2 2 2 0,3-1 2 15,0-1 1-15,1 2-4 0,1-2 2 0,0 1 0 0,2 0-3 0,-1-2 4 16,2 2-2-16,1 1-2 0,0 0 3 0,1-2 0 0,1 3 2 15,1 1-2-15,0 0 4 0,2-1-4 0,0-1-1 0,1 0 2 0,2 0-2 16,-1-1 1-16,1 0 1 0,0 1 0 0,0-1-1 0,1 1-7 0,2-1-10 16,1 1-25-16,3 1-53 0,2 1-71 0,0 0-54 0,2 0-15 15,5 1 5-15,0 0 36 0,4-1-163 0</inkml:trace>
  <inkml:trace contextRef="#ctx0" brushRef="#br0" timeOffset="18749.82">10028 7769 1686 0,'-3'-20'61'0,"4"2"-10"0,2-1-19 0,4 6-16 0,4 3-4 16,2 2-5-16,3 0-7 0,1 0-3 0,3 3-3 0,1 1-4 15,1 1-2-15,2 2 0 0,1 0-4 0,1 1-1 0,4 1 0 0,0 1 0 16,3-1 0-16,-1 0 1 0,2-1 1 0,0-2 6 0,1 0 6 16,4-3-2-16,2 1 5 0,0-2-9 0,2 0-1 0,-1-1 8 0,0 0 1 15,3-2 5-15,-1 3 7 0,0-2 2 0,2 0-1 0,1-2 2 0,-2-1-2 16,2-2-2-16,-1 0 2 0,3-2 6 0,0-2-3 0,0-1 1 16,1 1-4-16,0-2 1 0,1-1 5 0,0 0-4 0,0-1 8 0,1-2-2 15,1 0 4-15,0-3 1 0,1-1-3 0,1-1-1 0,-1-2-12 0,0 1 1 16,-2 0 4-16,-1 0-3 0,-1-1 9 0,-2 1-3 0,0-2 1 15,-2 0 0-15,-2 0 8 0,-1 0 6 0,-1-1-1 0,-4 2 3 0,-1-3-3 16,-4 2-10-16,-1 0 3 0,-1 1-3 0,-2-1-6 0,-3 1 1 16,-2-1 4-16,-4 0 0 0,-1 0 0 0,-3-2 0 0,-3 2-4 0,-6-1-1 15,-2 0-4-15,-3-1-2 0,-3-1-12 0,-4-3-1 0,-2 1 5 0,-4-2-4 16,-4-1 6-16,-4-1 0 0,-3 0-6 0,-4 2 3 0,-4 0-1 16,-4 1 2-16,-5 2 1 0,-4 0-5 0,-3 4 4 0,-5 1-2 0,-3 5 4 15,-4 2 3-15,-2 3-4 0,-3 2-1 0,-1 2 1 0,-4 4 1 0,-2 3-3 16,-2 5 3-16,0 4-5 0,-3 3 2 0,2 5 3 0,-1 4 4 15,2 3-3-15,3 3 4 0,0 1 3 0,3 6-11 0,2 2 0 0,2 6-4 16,3 3-7-16,3 3 0 0,2 1-14 0,3 3-14 0,3 4-23 16,2 3-42-16,2 2-79 0,2 1-89 0,3 2-103 0,2 1-16 0,1 3 31 15,3 3-120-15</inkml:trace>
  <inkml:trace contextRef="#ctx0" brushRef="#br0" timeOffset="38368.92">3150 8876 338 0,'-15'-3'36'0,"-3"1"-34"0,-2-1 26 0,3 4 5 0,5-1-7 15,-1 1-4-15,0 0-3 0,2 1-4 0,0-1 1 0,2 1-3 0,1 0-2 16,2-1-4-16,1 1-4 0,0-1 0 0,1 1-3 0,1-1 2 15,1 0 0-15,0 0-1 0,0 0 1 0,1 0 1 0,0 0-2 0,0 0 1 16,1-1-1-16,1 0 1 0,-1 0-1 0,0 0 2 0,1 1 0 16,-1-1 2-16,2 0 3 0,0 0 2 0,1-1 2 0,0-1 4 0,0 0 1 15,2 0 2-15,1 1 1 0,0-2 1 0,2 0 3 0,0-1 1 0,1 0 3 16,3 0 4-16,-1-2-5 0,4 1 3 0,-1-2-2 0,2-1-3 16,2 0 4-16,1-1-1 0,2-2 1 0,2 1-3 0,0-1 1 0,0 1-4 15,2-1-2-15,-1 2-2 0,4-2-2 0,0 0-1 0,2 0 0 0,1 0-1 16,2-1 2-16,-2 2-3 0,2-2 0 0,0 1-4 0,2 1 2 15,0 1-1-15,1 1-3 0,-1 1 1 0,0-1 0 0,0 1-4 0,-1 1 2 16,0 1 0-16,-2 0 0 0,1 1-1 0,-2 0-1 0,1 1 0 16,1 1-1-16,0 1 5 0,0 0-3 0,-1 1 4 0,-1 1-2 0,0 1-2 15,0 1 1-15,0 0 0 0,1 2-1 0,-1 1-3 0,-2 2 2 0,-1 0 0 16,2 2-2-16,-1-1 4 0,1 2 0 0,0 1 1 0,0 1-2 16,-1 2 3-16,-1-1-4 0,1 2 0 0,-2 0 3 0,3-1-3 0,-4 0-1 15,0 2 2-15,-3-1-3 0,0 2 2 0,-1-1-4 0,-4 1 2 0,-1 0-1 16,-2 1 4-16,-1 2 9 0,-3 0 0 0,-2 0 2 0,0 2-3 15,-3 0 2-15,-2 0-2 0,-1 2 0 0,-3-2-6 0,-1 2 4 0,-2 1-2 16,-3-1 1-16,0 2 1 0,-3-2-2 0,1 0 2 0,-3-3-4 16,-1 0-1-16,-1-1 2 0,0-2-1 0,1 0 3 0,-2 0-2 0,0-2 0 15,-1-1 1-15,-1 0 1 0,1-3 1 0,-4 0 1 0,0-3 3 0,0 0 2 16,0-1-1-16,0-2-1 0,-1-1-4 0,-1-1-1 0,-2-1-5 16,-1 0 5-16,-2-1-4 0,-1-1-3 0,-1 0 3 0,0-1-13 0,-2 1 9 15,0 0-2-15,0-2 1 0,-1 1 2 0,-1 0-8 0,0-1-1 0,0-1-8 16,2 1-12-16,0-1-1 0,2 1-7 0,0-2-6 0,1 0 0 15,2 0-4-15,1 1-3 0,3 0 4 0,2-1 0 0,2-1-9 0,2 0-12 16,4-2-23-16,1 0-15 0,4 0-11 0,1 0-10 0,3 1-5 0,1-1-1 16,3-1 6-16,2 0 8 0,3 0 20 0,1-2 14 0,2 0-3 15,3 0-100-15</inkml:trace>
  <inkml:trace contextRef="#ctx0" brushRef="#br0" timeOffset="39134.92">3151 9662 686 0,'-14'-16'61'0,"0"-1"-79"0,-2-1 48 16,5 4 11-16,5 4-5 0,1 2-3 0,1 1-5 0,2 1-13 0,0 1-9 16,2 0-12-16,2 2-4 0,1 1-3 0,3 0-2 0,0 1 5 15,3 1 2-15,3 1-1 0,0 1 5 0,2 0-3 0,2 1-1 0,1 0 3 16,1 1 0-16,0-1 3 0,0 1 1 0,1-1 2 0,-2 0-1 15,1 0 0-15,2-1 3 0,-1-1-2 0,1 0 2 0,0-1 3 0,-1 0 8 16,-1-1 6-16,0 1 1 0,0-2 2 0,-1 1 1 0,0-1 3 0,1 0 4 16,-1 0 4-16,0-1 2 0,1 0-1 0,0 1 2 0,-2-1-3 15,1 0 1-15,0 1-2 0,0 0 2 0,-1 0-3 0,0-1-1 0,-2 0-3 16,1 0 0-16,-1 1-8 0,1 0-1 0,0 0 1 0,-1 0-8 16,-1 0 5-16,3 1-1 0,-2 1 1 0,2 0-1 0,-1 0-1 0,1 1-3 15,1 0-6-15,-2 1 7 0,0 0 2 0,1 0 2 0,2 0 3 0,0 1-2 16,-1 1-6-16,2-1 1 0,0 0-5 0,-1 2 0 0,0-1 0 15,0 2-2-15,0-1 0 0,0-1-1 0,0 2 0 0,0 0-2 0,0 1 1 16,1 0 2-16,0 1-6 0,-2 0 3 0,0 0 0 0,0 2-1 0,0 0 2 16,-1 0 2-16,1 0-6 0,-1-1-1 0,-2 2 0 0,1 0-1 15,0 1-2-15,-1 0 7 0,-1-1-7 0,-1 1 7 0,0 1 2 0,-1 0-5 16,0 1 3-16,-1-1-3 0,-1 1 2 0,2 0 0 0,-2-1 1 0,0 0 0 16,-2-1-2-16,-1 1 5 0,-1 0-2 0,-1 0 2 0,0 0 2 15,0-2 1-15,-2 3-1 0,-2 0-2 0,0-1 0 0,0 1-3 0,0 1 4 16,0-1 0-16,0 1 0 0,-1 0 0 0,0-1-1 0,-2 2-4 15,0-1 4-15,-1-2-7 0,1-1 3 0,-1 1-1 0,-1 0-3 0,-1 1 13 16,0-1 4-16,-1 0 0 0,-1 0 0 0,0-1-7 0,0 0-6 0,-2-2 7 16,1 1 0-16,-2 0 0 0,-1 0 1 0,-1 0-4 0,0-1 2 15,-3-1-2-15,1-1 4 0,-1-1-1 0,-1-1 0 0,0-1 4 0,-2 1-2 16,1 0 0-16,-1-2-1 0,-1 1 2 0,2-3-4 0,-2 1 3 0,1-1-2 16,1-1-6-16,-2 0 5 0,0-1 0 0,0-2 1 0,-2 0 6 15,-1-1-8-15,1-1-1 0,-2-1 1 0,-2-2-2 0,1-1 4 0,-1-1-7 16,-1-3 0-16,-2 0-1 0,1-3-4 0,-4-1 4 0,2-2-1 0,-1 1-8 15,-1-2-8-15,0-2-14 0,1 1-6 0,-1-1 9 0,2 0-8 16,0 0 3-16,2 0-11 0,-1 0-9 0,3 0 2 0,1 1 0 0,2 1 0 16,3 2-12-16,0 1-18 0,2 1-34 0,2 1-36 0,3 3-28 15,3 0-20-15,3 1-12 0,1 1-12 0,4 0-61 0,2 0-33 0</inkml:trace>
  <inkml:trace contextRef="#ctx0" brushRef="#br0" timeOffset="52017.6">3828 11010 328 0,'3'2'33'0,"1"1"-5"0,2 0 1 0,-1 0-5 0,0 0-1 0,0 1-4 16,-1-1-3-16,2 0-2 0,-1 0-6 0,-1 0-2 0,2-1-2 0,0 0-2 15,1 1 1-15,0-1-4 0,1 0 2 0,1 0 1 0,0-1 0 16,0 0 0-16,2 0-4 0,0 0 3 0,0-1 0 0,0 0 1 0,-1 1 2 16,-1-2-1-16,2 2 1 0,-1-1 4 0,1 1 6 0,0 0 3 15,0 1 5-15,-1 0 1 0,1 0 0 0,0 0 3 0,1 1-2 0,-1 0 3 16,1 0 3-16,1 1 2 0,1-1 8 0,0 2 2 0,0 0 0 0,0 0 0 15,1 0-6-15,2 1-1 0,0-1-3 0,2 0-5 0,1 0-6 16,1 1-6-16,-1-2-5 0,3 0-1 0,0 0-1 0,2-2 2 0,1 1-4 16,-1-2 0-16,2 1-2 0,-1-2-1 0,2-1 1 0,-1 0 2 0,2 0-2 15,0 0-2-15,0 0 5 0,-2 0-2 0,-2 0 2 0,2 0 5 16,-1 1 1-16,1 0 6 0,1 0 1 0,0 0 4 0,0 0 5 0,1 1-4 16,0-1 5-16,-1 1-3 0,0 0-2 0,0 0 2 0,3 0-3 0,-2 0-1 15,3 0-2-15,-2 1 3 0,1 1-5 0,2-1 0 0,-1 1-4 16,1 0-3-16,-1 1-4 0,0 1-3 0,-1 0 2 0,1 1-2 0,-1 0 1 15,2 0 1-15,-2 0-5 0,1-1-3 0,-1 1-2 0,1 0 6 16,-2 0 3-16,1 0 6 0,1 0-4 0,0-1 3 0,0 0 3 0,0-1 1 16,-1 0-1-16,3 0 5 0,-1-1-2 0,2 0 4 0,-2-1 10 0,0-1-7 15,2-1 4-15,-2-1 1 0,3 0-3 0,0-2 2 0,-1-1-13 16,0-1-8-16,-1-1 0 0,1 0-3 0,0-1 9 0,0-2 1 0,-1 0-4 16,0-1-2-16,-2 0-4 0,2-1-1 0,-2 0 3 0,1-2-2 0,0 0 1 15,-3 0-4-15,2-2 6 0,-3 0-3 0,3-1 2 0,-3 1 0 16,0-2-6-16,-1 1 4 0,0-1-1 0,-1 1 4 0,0-1-1 0,-1-1 0 15,-1 0-1-15,1-2 1 0,-2 0 0 0,-1 1 4 0,0-2-6 16,-3 0 7-16,-1 1-13 0,0-1 4 0,-1 0 3 0,-1-1-5 0,0-1 11 16,-2 0-3-16,-3 0 0 0,0-1 1 0,-3 1-4 0,-2 0 6 0,-2-2-5 15,-3 2 3-15,-2-1-4 0,-3-2-5 0,-3 0-1 0,-1-2-3 16,-4 0 1-16,-2-2-2 0,-5 2 2 0,-2-1-6 0,-2 1-1 0,-1-2-2 16,-4 1-2-16,-2-2 1 0,-3 2-9 0,-3 1 6 0,-1 1 9 0,-3 1 8 15,-3 0 8-15,-1 1-1 0,-4-1 5 0,1 3-7 0,-1 1 7 16,-1 0 3-16,-1 3-2 0,-1 1 3 0,2 0 4 0,0 3-5 0,2 0-1 15,-2 1-3-15,1 2 3 0,-1-1-1 0,2 2-2 0,-2-1-3 0,-1 2-8 16,2 0-1-16,-1 3 0 0,0 1 2 0,-2 2-2 0,1 2 1 16,-2 1-2-16,0 2-1 0,-1 1-2 0,-3 2 10 0,1 2 3 0,-2 2 3 15,-1 3 5-15,2 1-8 0,-2 1-2 0,1 2 3 0,0 1-1 16,1 0-1-16,2 0-2 0,0 3-2 0,3 0 4 0,0 1-2 0,2 0 0 16,2 0 1-16,1 1-7 0,3-1-2 0,2 1 5 0,2 0-4 0,0-1-9 15,0 1 1-15,1 0 6 0,1 3 1 0,1 0 10 0,-2 2 1 16,1 1-10-16,-2 0 1 0,1 1 1 0,0 0 1 0,-3 2-1 0,2 0-1 15,0 3 2-15,0-1-4 0,2 0-1 0,-1-2 3 0,3-1 0 0,0-1-3 16,0-1 3-16,3-1-3 0,1-3-6 0,5 0 0 0,1-2-19 16,3-1-33-16,2-2-37 0,2-1-46 0,2-4-40 0,2 1-27 0,3-2-40 15,3-1-14-15,1-2 6 0,2-2 9 0,2-3 39 0,1 0-145 16</inkml:trace>
  <inkml:trace contextRef="#ctx0" brushRef="#br0" timeOffset="53700.6">4604 12100 229 0,'1'0'85'0,"3"1"-21"0,2 0-4 0,2 0 3 0,0 0 0 15,1 0 0-15,0 1-3 0,1-1-6 0,-1 0-2 0,2 1-3 0,0 0-3 16,1 0-3-16,1 0-5 0,0 1-4 0,2-1-2 0,2 2-2 0,0-1 1 16,0 0 1-16,2 1-2 0,1-2-4 0,1 0-3 0,1 0-10 15,0-1 3-15,1 1-3 0,1-2-2 0,1 0 4 0,0-1-5 0,2 1 1 16,0-1 0-16,2 0 2 0,-1-2-7 0,1 0 1 0,1 1 0 0,1-1 2 16,-1 0 6-16,2 0 0 0,-4 0 5 0,3 0-1 0,-1-1 0 15,0-1 6-15,0 1-4 0,1 0-1 0,-2-1-2 0,-1 0-8 0,-1 0 1 16,0 0-3-16,-1 0 6 0,-1 0 1 0,0 0-2 0,-2 0 7 15,0 1-1-15,0-2-4 0,-2 0 2 0,0-2-5 0,-1 1 3 0,0-2 0 16,-1 0 1-16,1 1-2 0,-2 0-1 0,0-1-2 0,0 0 3 0,-2 0 1 16,-1-1-2-16,0 0 2 0,-1-1-6 0,0 1 2 0,-1-1 1 15,1-1-6-15,-1 0 2 0,1 1-4 0,-1 0-1 0,-1 0 4 0,0-1 2 16,-1 1-2-16,-1-1 3 0,0 1-2 0,-2 0-1 0,-1 0 4 0,0 0-3 16,-3 1 6-16,0-1 0 0,-1 1 4 0,-1-2 0 0,0 1-3 15,-2 0 1-15,-1 0-8 0,-1-1-1 0,-3 1 3 0,-1-2-6 0,-1 1 5 16,-2-1-3-16,2 0-5 0,-4 1 6 0,0-2-3 0,1 1 2 15,-2-1-4-15,0 1 3 0,-1-2-3 0,-2 2 2 0,1-1 5 0,-1 0-7 16,-1 1 6-16,1-1-10 0,-3 0 1 0,0 1 2 0,2 1 6 0,-5-1 8 16,1 0-4-16,0 0 0 0,-2-1-10 0,1 2-1 0,1-1 0 15,-1 0-1-15,-2 1 4 0,-2 1-1 0,1 1-2 0,-1-1 3 0,0 1-4 16,0-1 2-16,-2 1 4 0,-1 1-2 0,0 1 1 0,-1-1-4 0,0 1-1 16,-1 1-1-16,0 0-4 0,-1 0 5 0,1 1 5 0,-1-1-2 15,1 1 6-15,-3 1-3 0,2 2-8 0,-1-1 7 0,1 1 2 0,1-1-3 16,0 0 4-16,-2 1-7 0,3 1-1 0,-3 0 2 0,4 1 1 15,-2 0 7-15,1 0-2 0,-2-1 2 0,1 2-3 0,-1-1-5 0,1 1 4 16,-1 0-7-16,1 0 2 0,0 1-1 0,0 1-4 0,-3 0 10 0,2 1-5 16,-1 0 3-16,0 0 0 0,2 2-5 0,0 2 1 0,-1 0-4 15,0 0-3-15,-1 2 3 0,1 1-1 0,-1 1 0 0,-1 2 0 0,0-1 2 16,0 1 0-16,1 2-5 0,-1 2-3 0,3-1 0 16,-1 0 7-16,2 1 0 0,2-2-2 0,2 0-5 0,-1 1-8 0,2-2-13 0,1 0-5 15,0 1-7-15,3-2-14 0,2 1-15 0,1 0-32 0,-1-1-56 0,3-1-23 16,-1 1-19-16,0 1-4 0,0-1 8 0,2 1-14 0,1 0-197 15</inkml:trace>
  <inkml:trace contextRef="#ctx0" brushRef="#br0" timeOffset="54534.6">3811 12907 1394 0,'-1'0'142'15,"-1"2"-52"-15,2 0-62 0,3 1-6 0,1-1 25 0,3 1 23 0,1 1 13 16,0 0-4-16,3-1-19 0,0 1-15 0,2 0-22 0,3 1-13 0,1 1-4 16,3 0-8-16,2 0 4 0,1 0-2 0,1 0-7 0,2-1-5 15,0 0 2-15,-1 1-1 0,2-1-2 0,0 0-1 0,1 0-4 0,1 1 2 16,3-1-2-16,-2 0 3 0,1 0 0 0,0 0 0 0,-1-1 4 0,0-1 2 15,0 0 4-15,-2-1 1 0,1-1 1 0,-2 1 3 0,-1-2-1 16,-1 0 3-16,-2 0 1 0,3-1 1 0,-3 1 0 0,0-2 3 0,0 0 7 16,-3 1 5-16,0-1 6 0,-1 1-1 0,-1-1 3 0,0-1 1 15,-1 0 9-15,-1 0 5 0,0-2 3 0,0 2 3 16,1-1 1-16,-1-1-1 0,0 0-2 0,0-1-5 0,1 0-6 0,-2 1-7 0,-1-2-3 0,1 2-3 16,0-2-1-16,1-2-7 0,-2 1-3 0,1 0-5 0,0 1-4 15,0-1 6-15,-1 0-3 0,0-1 1 0,2-1-1 0,1 0-8 0,-2 0 3 16,2 0-4-16,-1 0 1 0,0 1 5 0,-1-2-2 0,1-1 1 0,1 0-5 15,-2 0 2-15,2-1 2 0,0 0-2 0,-2-1 4 0,-2 1-2 16,-1 0-3-16,1 2 1 0,-2-3 7 0,-1 1-8 0,0 0 6 0,-4 0 8 16,1 0-3-16,-2-1 13 0,-1-2-2 0,-1-1-8 0,-1-1 2 0,-2-1-5 15,0-1 4-15,-2 0-1 0,-1-1-1 0,-1-1 0 0,-2 2-1 16,-1-1 1-16,1 1-1 0,-3 1 2 0,1 0-1 0,-1-1-5 0,1 0 0 16,-1-1-4-16,1 1 3 0,-1 0-3 0,-1 0 3 0,-2 1-3 15,0 1-4-15,0 0 5 0,0 1-2 0,-2-1-2 0,-2 2 2 0,1-2-10 16,-1 2 0-16,-1 1-5 0,-3 0-9 0,-3 0 3 0,-2 1-15 0,-2 2 1 15,0 2-2-15,-3 0-9 0,-1 2 14 0,-3 2-2 0,-1 2 3 16,-1 1 7-16,-2 0-5 0,1 1 3 0,-2 1 11 0,2 1-8 0,-1 1 4 16,-3 1 1-16,2 2-9 0,2-1 0 0,0 1 0 0,2 1-1 15,0 0 2-15,1 3-2 0,0 1-2 0,2 0-21 0,-1 2-25 0,3 1-29 16,0 0-37-16,2 0-33 0,-1 1-27 0,1 3-17 0,0 1-12 0,2 2 0 16,-2 0 18-16,2 2-150 0</inkml:trace>
  <inkml:trace contextRef="#ctx0" brushRef="#br0" timeOffset="55434.6">3847 13563 978 0,'6'-2'201'0,"3"0"-103"0,5 0-22 0,6 0 11 0,1 1 10 16,2 0 9-16,2 0-15 0,0 0-23 0,1 0-21 0,1 1-24 0,0 0-10 15,4 1-9-15,0 2-8 0,5-1 3 0,-1 1-6 0,2 0-5 16,2 1-3-16,-1 1-5 0,2 1-1 0,0-1-3 0,0 0-5 0,1 1-6 15,-1 1 0-15,0-1 3 0,1 1 7 0,-1-1 6 0,-2-1 5 16,2 0 4-16,-4 0 6 0,0-1 2 0,0 0 1 0,-5 0 3 0,2-1 2 16,-4 1 8-16,0 0 10 0,-2 0 9 0,0 0 5 0,1 1 0 0,-3 0 7 15,0 0 1-15,0 1 9 0,-1 0 13 0,-1 1 3 0,0-1 7 16,1 1-4-16,0 0-12 0,0 2-12 0,0-1-15 0,-3-1-3 0,1 1-9 16,0 0-1-16,-1 0-5 0,0-2-7 0,1 2 1 0,1-1-6 15,1 0 8-15,0-1-2 0,1-1-6 0,-1 0 8 0,2-1-11 0,-1-1 3 16,-1-1 0-16,0-2-3 0,0 0 1 0,2 0-1 0,-1-1 3 0,0-1 4 15,-1-2-4-15,0 0 0 0,1-1-6 0,3-1 1 0,-1 0 2 16,0-2 6-16,0 1-4 0,-1-1-1 0,-2-1 1 0,2-1 1 0,-2 0 3 16,-1-1-1-16,1 1 1 0,-2-2-1 0,2 1-2 0,-2-2 6 0,-1 1-2 15,-1-1-3-15,-1 1 2 0,0-2-1 0,-1 0 0 0,0-1 3 16,-2 0-2-16,-1 2 5 0,1-2-3 0,0 0 5 0,-2-1-7 0,0 0 2 16,2 1 5-16,-2-2-7 0,1 0 4 0,-2-1-1 0,1-2-9 0,0-1 7 15,-1 1-4-15,0-1-2 0,-2-1-1 0,2 2 2 0,-1-2 6 16,-2 1-2-16,0-2 6 0,-2 0-3 0,-1 0-1 0,-1 0 2 0,-1-1 1 15,-2 1-6-15,0-1 2 0,-3 1 1 0,-1 0-5 0,-1-3 0 0,-2 1-9 16,-2-3-1-16,-4 0-7 0,-2-2-4 0,-2 1-14 0,-3 0-8 16,-1-1-5-16,-2 0-5 0,-4 0 11 0,0-1 2 0,-4 2 11 0,-1 1 10 15,-3 0 12-15,-2 2 4 0,-2 1 7 0,0 1 6 0,-3 0-1 16,2 2 6-16,-1 1 3 0,-1 1-6 0,2 0 2 0,0 3-1 0,1 0-7 16,0 2 2-16,-2 2-3 0,3-1-5 0,1 1 3 0,1 2-1 0,0 1-3 15,1 1 3-15,1 2-10 0,0 1-3 0,1 1 0 0,-1 1-3 16,-1 2 2-16,0 2-5 0,0 0-4 0,-1 3-3 0,1 1 1 0,0 1 4 15,0 2-4-15,0 1 3 0,-1 0 2 0,-3 2-3 0,1 0 7 0,1 1 4 16,-2 2-4-16,3 0 10 0,-3 1-5 0,1 1 9 0,-1 0 1 16,2 1 1-16,1 0 4 0,-1 1-3 0,3 0 4 0,0-2 3 0,2 1-3 15,1-1-2-15,4 0 1 0,2-2-6 0,3 1-1 0,1-1-7 16,3-1-6-16,2-2-2 0,0 0-7 0,1 1 11 0,0 0 0 0,2-1 1 16,-1 0 10-16,2-1-4 0,0 1 4 0,1-2-2 0,0 1-2 0,0-1 5 15,1-1-3-15,-1 0 9 0,1-1 2 0,0 0-5 0,0-2 0 16,1 1 0-16,-1 0-1 0,2-1 2 0,0 0 1 0,1-1-2 0,0 0-2 15,0 1-4-15,0-1 2 0,0 1 3 0,1-1-8 0,-1 0 1 0,2-1-1 16,-1 0-2-16,1 0 5 0,0 0-1 0,0 0-4 0,1-1 2 16,0 0-1-16,1-1 2 0,0 1 2 0,-1-1-1 0,1 0-2 0,-1 1 1 15,2-1-3-15,0 0 4 0,-1 0-4 0,0-1-4 0,0 1 2 16,0 0 1-16,1 0-3 0,0 0 0 0,-1 0-2 0,0 1-8 0,0-1 1 16,0 0-8-16,0 0-21 0,1 0-24 0,0 0-41 0,0 0-41 0,0 0-30 15,1 0-30-15,0-1-24 0,1-1-15 0,0 1-12 0,2-2 15 16,0-2-119-16</inkml:trace>
  <inkml:trace contextRef="#ctx0" brushRef="#br0" timeOffset="56253.01">3199 14641 932 0,'-4'-1'253'0,"0"2"-121"0,0-1-69 0,3 1-26 0,1 0 1 16,0 0 16-16,2 0 0 0,-1 1 0 0,1-2-4 0,1 2-16 16,1 0-4-16,0-1-5 0,3 2-13 0,1 0-3 0,2 0-2 0,1 0-2 15,2 0-2-15,1-1 1 0,3 0-4 0,1 0-2 0,2-1 6 0,0 0 3 16,1 1 1-16,1-1 1 0,-2 0 2 0,1-1-2 0,0 0 13 16,0-1 3-16,3 2 18 0,-1-2 5 0,2 0 1 0,0 1 7 0,1-1-5 15,1 0-3-15,0 0-4 0,1 0-11 0,0-1-5 0,1-1-1 16,-1 0-1-16,3 0-5 0,-3-1-7 0,1 0 1 0,-2 0-6 0,-2-1 2 15,2-1 3-15,0 0 1 0,1 0 2 0,-2 1 0 0,-1-3 2 0,-1 1-4 16,-1-2 1-16,1 1-8 0,-3 0 0 0,2 0-2 0,-2 0 7 16,0 1 6-16,0-2 2 0,-2 1-2 0,-1-2-6 0,0 1-4 0,-2-1 6 15,1 0-1-15,-3 0 2 0,1-1 4 0,-1 0-1 0,0-1 1 0,-2 1 1 16,-1 0-3-16,0-2 4 0,0 0-4 0,-1 0 0 0,0 0 2 16,-3 1 1-16,0-1-3 0,0-1 2 0,-2 0-6 0,0 0 3 0,-2-2 1 15,-2-2 0-15,-1-1-6 0,-1 0-2 0,-4-3-3 0,-2 0-4 16,-1 1 6-16,-2-1-6 0,-1-1-3 0,-2 1 7 0,-2-1-5 0,0 2-1 15,-1 0 3-15,-3 0-1 0,0 2 8 0,0 0-3 0,0 2-9 0,-3 1-3 16,2 4 11-16,-2 0 7 0,0 1 7 0,1 1 5 0,0 0-7 16,1 2-5-16,2 1 9 0,-1 1-12 0,0 1-11 0,1 1 5 0,-2 1-10 15,1 1-2-15,0 0 0 0,-2 2-9 0,1 0 5 0,0 2 1 0,-2 0-8 16,2 1 6-16,0 1 0 0,-1 1 0 0,0 1 6 0,0-1 1 16,0 3-5-16,2-1 1 0,1 1-1 0,0 1-11 0,1 0 7 0,-1 0-3 15,3 1 7-15,-1 1 7 0,2 1 1 0,0 1 5 0,1 0-6 16,-1 0-4-16,2 1 2 0,0 1-2 0,0 0-1 0,2 1 1 0,0-1-2 15,1 0-3-15,1 0-1 0,0 0-2 0,1-1-5 0,2 1-7 0,-1 0-10 16,2-2-17-16,1-1-25 0,0 1-27 0,2-1-22 0,1 1-21 16,1-1-29-16,2-2-26 0,0 0-21 0,2 1-21 0,2-2-3 0,1 0 4 15,2-1 13-15,3 0 30 0,1-2-12 0,2 1-45 0</inkml:trace>
  <inkml:trace contextRef="#ctx0" brushRef="#br0" timeOffset="56635.01">4661 14355 2339 0,'-6'-4'196'0,"1"0"-82"0,-1-1-47 0,2 3-13 16,2 0 2-16,2 1 4 0,-1 1-16 0,1 1-21 0,0 0-14 0,-1 2-12 15,1 1-8-15,2 3 1 0,-1 2-3 0,3 5-6 0,-1 4 6 16,0 5-4-16,2 3-3 0,-1 5-2 0,0 1-4 0,-1 5-9 0,0 1-19 15,-1 3-16-15,-2 2-21 0,0 0-24 0,-1 1-22 0,-3 4-31 0,1 0-30 16,-3 1-21-16,-2 2-7 0,-2 1-28 0,-3 1-21 0,-2 1-9 16,-2 1 27-16,-3 0-91 0</inkml:trace>
  <inkml:trace contextRef="#ctx0" brushRef="#br0" timeOffset="56935.01">5924 14624 610 0,'1'-5'8'15,"1"-3"-39"-15,0-3-24 0,3-1-33 0,0 0-27 0,0 0-149 0</inkml:trace>
  <inkml:trace contextRef="#ctx0" brushRef="#br0" timeOffset="57385">5895 14306 2244 0,'-7'-1'236'0,"2"1"-108"0,-3-1-64 0,3 1-16 0,1 0-2 16,2 1-11-16,1 0-12 0,1 0-23 0,1 1-8 0,0 2-10 15,1 1-5-15,1 2 4 0,1 3-5 0,0 2-1 0,2 3 3 0,0 1-1 16,2 1-1-16,2 1 5 0,-1 0-5 0,0-3 6 0,0 2 6 16,2-1-6-16,0-1 2 0,0-1 2 0,2-1-3 0,-1-3 0 0,1 1 0 15,0-2 1-15,3-1 10 0,1-1 20 0,-1-1 3 0,3-1-1 0,0 0 2 16,2-2-7-16,-1-1 0 0,1-1 5 0,0-1-6 0,0 0 4 16,1 0 10-16,0 0-3 0,-1-1 9 0,0-1 2 0,-3 0-7 0,2-1 7 15,0 0-2-15,-1-1-11 0,-1 0 8 0,0 0-7 0,0 0-4 0,-1-2 18 16,4 0-2-16,0-1-2 0,-2-1-1 0,2-1-13 0,-2-1-4 15,-3-1 5-15,1 1-4 0,-1-1 5 0,0-1-1 0,-3 0-1 0,1-1 4 16,0 0 0-16,-2-1 2 0,-1 0-1 0,-2-1-1 0,-1 0-1 0,0-1 1 16,-2-1 1-16,-1-1 0 0,-3 0-3 0,-1-1-3 0,-2-3 3 15,-3 0-4-15,-3-3-5 0,-4 0 0 0,-1-1-9 0,-3 0-2 0,-2 1 2 16,-3 0 2-16,-1 1-7 0,-2-2 3 0,-2 1 4 0,-1 3 1 16,-2-1-5-16,0 3 8 0,0 1-3 0,2 2-1 0,0 1 11 0,0 3-11 15,0 0 0-15,1 2-1 0,2 2-6 0,0 2-4 0,2 3-2 0,-1 1-12 16,0 2 5-16,1 3-6 0,0 1-8 0,-1 3 2 0,0 3-13 15,0 1-4-15,-1 3 0 0,1 1-13 0,-2 2 3 0,0 3 20 0,1 1 0 16,0 1 10-16,2 2-8 0,1-1-23 0,-2 2-24 0,3-1-30 0,1 0-32 16,2 0-29-16,4 0-37 0,4-1-41 0,1 2-29 0,3-1-14 15,1 0 10-15,3 1 26 0,2-2 46 0,2-1-159 0</inkml:trace>
  <inkml:trace contextRef="#ctx0" brushRef="#br0" timeOffset="58052">7269 13974 1991 0,'0'-7'202'0,"1"-3"-100"0,3-1-51 0,-2 0-13 16,2 0 7-16,1 0-14 0,-2 1-10 0,3-1-19 0,-1 1-24 15,0-1-10-15,0 1-26 0,-2 1-30 0,0 0-46 0,-2 0-46 0,1 2-34 16,-2 0-7-16,-1 2 20 0,0 0 42 0,-2 1 52 0,-1 1 59 0,-1 0 42 15,0 1 37-15,0 1 30 0,1 0 26 0,1 1 28 0,-2-1 24 16,0 1 15-16,0-1 5 0,-1 1-7 0,1 0-14 0,-1 0-13 0,-1 1-14 16,0-1-10-16,0 0-16 0,0 1-12 0,-2 0-21 0,0 1-15 15,-1 0-1-15,-1 1-12 0,0 0-6 0,0 0 1 0,-2 0-6 0,-1 0-6 16,-1 1 1-16,-1-1-5 0,2 1-6 0,0-1 1 0,0 1 2 0,0 1-6 16,1 1-4-16,0 0 0 0,0 0 4 0,0 2-1 0,-2 1 2 15,1 0 2-15,0 0-3 0,0 0-3 0,2 2 3 0,0 0 11 0,0 0 0 16,1 2 11-16,0 0 5 0,1 1-4 0,0 0 6 0,3 0-9 15,-1-1 0-15,2 0 0 0,1 0-4 0,1-1 9 0,2 0-3 0,0-2-2 16,1 1 3-16,0-1 1 0,1 0 1 0,1-1-2 0,1 0-7 0,1 1-2 16,2-2 6-16,1 1-5 0,-1-1 1 0,4 1-2 0,-3-1-2 15,3 0-3-15,0 0 0 0,-2-1 6 0,2 1-6 0,-2 0 1 0,1 0-6 16,-1 0 2-16,2 0 4 0,1 0-1 0,-1-1 4 0,1-1-5 16,-2 0 6-16,0 1-1 0,-1 0 0 0,1 1-3 0,0-1 1 0,-1 0 2 15,0 0 5-15,-2 0 0 0,1-2-5 0,-1 2 2 0,2-2-4 0,-1 1 6 16,-3 0-3-16,3-1 1 0,-3 1-2 0,1-2 0 0,-1 1 2 0,1-1-2 15,-2 0 4-15,-1 0-4 0,1-1 0 0,-2 0-4 0,-1 0 6 16,-1 0 11-16,0 0-4 0,-1 0 11 0,-2 0-2 0,0-1-5 0,-3 0 3 16,-1 1-3-16,-1-1-2 0,-2-1-3 0,-1 1-1 0,-4-1 1 15,-1 0-9-15,-1-1 1 0,-1 1-2 0,0-1 1 0,-2 1-1 0,1 0 1 16,0 0-2-16,0 0-2 0,1-1 1 0,2 1-1 0,-1 0-2 0,1 0-11 16,2 0-15-16,0 0-23 0,1 0-27 0,-1-1-44 0,3 0-51 15,-2 1-58-15,0-1-102 0,1 0-165 0,0-1-160 0,-3-1-261 0</inkml:trace>
  <inkml:trace contextRef="#ctx0" brushRef="#br0" timeOffset="60568">4275 15405 912 0,'-18'5'213'0,"-1"1"-102"0,-5 0-85 16,3-1-53-16,4-2-16 0,-1 0-2 0,2 0-2 0,0 0 0 16,2 0-6-16,1-1-5 0,2-1 0 0,0 1-6 0,1 0-7 0,0 1-8 15,1-1 4-15,1 0 7 0,-1-1 14 0,1-1 20 0,0 2 13 0,0 0 11 16,0-1 10-16,0 2 0 0,0-1 4 0,-1 1 1 0,1 0 0 15,0 1 1-15,0-1-1 0,0 2-1 0,2-1 0 0,0 1-2 0,-1-1-1 16,0 1 0-16,0-1-2 0,1 0 1 0,0 0 0 0,1 0-1 0,1 1 1 16,0-1-4-16,1-1 2 0,0 0 3 0,1 1 2 0,0-2 7 15,1 1 4-15,-1-1 5 0,0 0 11 0,1 0 3 0,-1-1 5 0,0 1-1 16,0-1 0-16,0 1-1 0,1-1-2 0,0-1-1 0,0 1 0 0,0 0 0 16,1-1 3-16,-1 0 0 0,0 0 4 0,0-1-7 0,1 1-7 15,-1-1-8-15,1 1-10 0,0-1-2 0,-1-1 0 0,1 1-2 0,0-1-3 16,1 1 4-16,0-1-4 0,0 1 4 0,0-1 1 0,1 1-2 15,0 0 4-15,0 0-4 0,-1 0 1 0,2 0 1 0,-1 1 0 0,1 0 3 16,0-1 4-16,-1 1 7 0,2 0 3 0,0-1 6 0,0 1 1 16,1 0-4-16,0 0 2 0,1 0 2 0,0 0-5 0,-1 0 4 0,1-1-3 15,0 0-1-15,0-1 7 0,0 1 5 0,0 0 0 0,1 0 2 0,0 0-3 16,-1 0-2-16,2 1 0 0,-1-1-5 0,1 0 6 0,-1 1-6 16,0 0-4-16,1-1 1 0,0 1-4 0,0-1 4 0,0 1-3 0,1 1-3 15,0-2 6-15,0 2-6 0,2-1 2 0,1 0 7 0,1 2-1 0,0-1 10 16,1 1-3-16,2 0-5 0,1 0 1 0,1-1-7 0,0 1-2 15,2-1-4-15,2 0-5 0,-1 1-5 0,2 1-1 0,0 0 3 0,2 0 2 16,1 1-1-16,2 0 1 0,1 0 1 0,1 1-2 0,1 0 2 0,1 1 7 16,2 0-4-16,2 1 7 0,2 0-1 0,1-1-2 0,0 0-2 15,1-1-4-15,1 1-2 0,2-2 1 0,1 0 1 0,3-1-3 0,0 0 1 16,1 0-2-16,3-1-6 0,1 0 6 0,4-1-4 0,1 0-6 16,2-2-3-16,2-1-6 0,0-1-6 0,2-2-10 0,0-1-18 0,2-3-25 15,2-3-40-15,0 0-48 0,3-3-65 0,0-2-73 0,2-5-62 0,1-2-33 16,0-3 43-16,6-5-74 0</inkml:trace>
  <inkml:trace contextRef="#ctx0" brushRef="#br0" timeOffset="62619">3441 16330 490 0,'-9'0'105'0,"-1"0"-41"0,-3 0-24 0,1-1-5 16,2-1 4-16,0 0 7 0,1-1 11 0,0-1 4 0,0 0 1 16,0-1 2-16,0 1-11 0,1-1-12 0,0 0-13 0,0 0-9 0,1-1-3 15,1 0-4-15,0 0 3 0,1 1 4 0,0-2 1 0,0 1 6 0,1 0 0 16,0 0-8-16,1 0 6 0,0 0-7 0,0 0 7 0,0 0 8 15,1 0 1-15,0 2 6 0,-1-1-8 0,1 1 2 0,0-2-6 0,1 1-13 16,0-1 0-16,-1 0-6 0,0 0 0 0,-1-1 9 0,1 0-5 16,0 0-6-16,-1-2 3 0,1 0-8 0,0 0 8 0,-1 0-2 0,2 0-5 15,-1-1 8-15,0 2-9 0,1-2 4 0,-1-1 4 0,1 1-5 0,0 0 9 16,0 1-1-16,1 1 0 0,-1 1 9 0,1-1-1 0,0 1 6 16,1 0 9-16,0 0-4 0,0-1 6 0,0 0-3 0,1 0-8 0,1 0-2 15,0-1-1-15,2 0 0 0,0-1-7 0,0 0-6 0,2-1 1 16,-1 0-1-16,3 0 6 0,-2-1 4 0,2 0-5 0,2 0-9 0,0 1-2 15,3 1 7-15,1-1-4 0,0 1 12 0,1-1 0 0,-1-1-5 0,0 2-4 16,1-1-1-16,1-1 6 0,0 1-4 0,1 0 2 0,2 0 2 16,0 2-3-16,0-2 0 0,1 0-2 0,2 0-3 0,-1 0-1 0,2 2 7 15,0-1 0-15,0 2 6 0,2-1 2 0,-1 2 7 0,2 0 4 0,-1 0 2 16,3 0-2-16,-1 1-3 0,1-3-1 0,2 2-7 0,-2 0 7 16,4 0 1-16,0 0-5 0,1 0-1 0,0 0-11 0,-1 0-1 0,2 1 1 15,1-1 0-15,1 0-1 0,1 0-9 0,-1 1-2 0,0 0 5 0,0 1-5 16,-2 1 1-16,1 0-1 0,0 1-3 0,1 1 3 0,-2 0 3 15,0 2-3-15,1 0-1 0,0 1-3 0,1 2 1 0,-2 0 1 0,1 1 1 16,-2 2 2-16,1 1-2 0,1 1-2 0,-1-1 4 0,1 0 1 16,0 1 1-16,-1-2-1 0,-1 2-4 0,0 1 0 0,0 0 2 0,-2 1 4 15,0 0-1-15,0 0-3 0,1 1 0 0,1 0 5 0,1 1-7 0,-4 1 6 16,0 0 2-16,-2-1-1 0,0 1 5 0,-2-1-5 0,2 1 4 16,-2-1 1-16,2 0 2 0,-2 2-1 0,1 0-1 0,-1 0-3 0,-1 1 0 15,0-1-5-15,-3 2 13 0,2 0 4 0,-3 0-4 0,2 2 4 16,0 1-12-16,-3 1 3 0,1 0 0 0,0 3-1 0,-2-2-8 0,1 2 1 15,-1 1 7-15,-3-2 5 0,-1 3-8 0,0 0-4 0,-1 3 2 16,-2 0-4-16,0 0 7 0,-3 1-4 0,0-2-5 0,-2 1 9 0,0 0-2 0,-2 2 6 16,-1 0 3-16,1 2-7 0,-2-2 0 0,1 2 7 0,-2-1 5 15,0 1 4-15,0-2 11 0,-1 1-6 0,-1-2-8 0,0 1 5 0,0-3-2 16,-2 1-7-16,0-2-1 0,-2 0-3 0,0 1 6 0,-3-3 6 16,0 1-2-16,-1-2-6 0,-1-1-8 0,0-2 1 0,-2-2-5 0,-1 0 5 15,-1 0-7-15,-2 0 7 0,1 0 6 0,-3-2-6 0,-2 1 0 0,-2-3-9 16,1 1 13-16,-4 1-13 0,1-2 7 0,9-7-8 0,-3 0 4 15,0 1 5-15,-3 2-10 0,-3-1 22 0,-4 2-12 0,0 0-4 0,-6 1-4 16,1 1-13-16,-2-1 3 0,-1 1 20 0,-1-1-1 0,-1-1-5 0,1 2 1 16,-2-2-3-16,1 1 11 0,-1-1-5 0,1 1-8 0,0-1 2 15,-1 0-4-15,1 0 7 0,0 0 7 0,1 0-7 0,0-1-3 0,0 1 6 16,2-1-14-16,-2 0 15 0,1 0 6 0,0 0-9 0,0-1 2 16,1 1-8-16,-1-1 9 0,2 0 6 0,-1-1 0 0,1 1-1 0,-1-1-7 15,1-2 1-15,0 1-2 0,0-2 0 0,0 1-10 0,0-2 6 0,-1-1 5 16,1 0-3-16,-1-2-8 0,2 0 2 0,-2-1-7 0,1-1-1 15,-1-1 8-15,-1-1 6 0,1 0 6 0,-1-1-14 0,2-2-2 0,-1-2-9 16,1 1 15-16,-1-2 13 0,1-2-5 0,0-1-10 0,1-2 2 0,-1 0 4 16,1-1-2-16,0-2 13 0,1-1-13 0,1-1 7 0,0-2 5 15,1-1-16-15,2 0 8 0,0-4-2 0,-2-5-2 0,-17-22 11 0,9 4-7 16,6 7-20-16,11 13 20 0,1 1-10 0,1 0 2 0,2 2 10 16,0 1-12-16,0 3 14 0,2 1-8 0,1 1-4 0,-1 3 2 0,0 0 4 15,-1-1-2-15,0 2-4 0,0 2 4 0,0-1-1 0,-1 3 1 0,-1 1-5 16,2 0-5-16,-2 2-4 0,1-1 3 0,0 2 1 0,2-1-9 15,-1 1 1-15,2 0-1 0,0 0-2 0,2 2-13 0,0-2-21 0,1 0-24 16,-2-2-22-16,0-1-41 0,1-1-34 0,1 0-58 0,1-3-67 0,1-3-107 16,0-2-138-16,2-5-61 0,1-4-167 0</inkml:trace>
  <inkml:trace contextRef="#ctx0" brushRef="#br0" timeOffset="88353.98">9792 7911 1106 0,'-1'-9'-18'0,"1"-4"-26"0,1-4-37 0,2-3-42 0,3 7-14 0,3-1 4 0,1 1 18 0,2 2 31 15,1 0 27-15,0 1 22 0,1 1 18 0,0 0 12 0,-3 1 5 16,0 2 2-16,-3 0 3 0,0 3 0 0,0 0 4 0,-2 1 3 0,-1 2 1 16,1-1 3-16,0 1 1 0,0 0 2 0,1 0 0 0,-1 0-1 15,2 0-3-15,3 0-3 0,2 0-3 0,3-3-6 0,1 0 1 0,5-2-2 16,5-3-3-16,2-1 0 0,7-4 1 0,4-4-1 0,6-3-2 0,6-3 3 15,6-4 2-15,4-1-2 0,5-3 1 0,6-3-5 0,4-2-5 16,4 0-2-16,4-2-6 0,4 1-3 0,1-1-7 0,4-1-7 0,-1 1-6 16,1 2-109-16</inkml:trace>
  <inkml:trace contextRef="#ctx0" brushRef="#br0" timeOffset="156507.51">18684 8158 1 0,'-5'-2'41'0,"-1"-2"408"0,-3 0 491 0,-2-1-557 0,4 2-353 0,3 0-74 16,2 0-27-16,4 1-4 0,1 0 3 0,3 0 10 0,1 0 1 16,2-1 5-16,2 1-9 0,-1-1-20 0,1-1-23 0,2 0-26 0,1-1-2 15,2 1 23-15,-1-2 34 0,3 1 31 0,0 1 23 0,1-2 10 0,-2 1 11 16,1 0 8-16,0 0 7 0,-2 1 8 0,1 1 8 0,0 1 12 16,0 0 17-16,0 1 22 0,1 0 15 0,0 2 4 0,-1-1-6 0,3 1-19 15,2 1-18-15,1-1-13 0,5 1-10 0,0 0-5 0,3 1-1 16,1 0-3-16,1 0 0 0,3 0-3 0,2 1-3 0,3 0 0 0,2-1-4 15,3-1-3-15,2 0-1 0,2 0 1 0,2 0 0 0,3-1-1 0,4 1-1 16,0-1-1-16,4 0-1 0,3 0-1 0,-1-2-2 0,2 1-3 16,1-1-1-16,2 1 2 0,1-2 0 0,0 1 3 0,1-1 2 0,-1 1-3 15,0-1 1-15,0-2-2 0,-1 0-4 0,-1-1 2 0,2-1 1 0,-1 0 0 16,2 0 4-16,-1-1 4 0,1-1-4 0,-1-1 2 0,0 1 2 16,1-2 2-16,0 0 6 0,-1-2-4 0,0 2-1 0,-1-2-1 0,0 1 3 15,-2-1 1-15,1-2 6 0,-3 1-2 0,-1-1 4 0,-1 1-3 0,-1-2-4 16,-3 1-1-16,-1 1-5 0,-1-1 2 0,-3 0-2 0,0 0 2 15,-3 0 3-15,-3 0 0 0,1-1 3 0,-4-1-5 0,-1-1-4 0,-2 2 2 16,-3-1 0-16,-2 1 3 0,-3-1 0 0,-4 2 2 0,0-3-1 16,-4 3 11-16,-1-2 1 0,-2 2 1 0,0-2 3 0,-2-2-11 0,-3-1 3 15,-2 1-2-15,-1-2-4 0,-2 0-2 0,-2 1-1 0,0-2-4 0,-3 1 0 16,-1 0-4-16,-1-1-3 0,-3 0 2 0,-1 1-1 0,-3-2 0 0,-1-1 6 16,-2 1-5-16,-2-1 1 0,-2 2 5 0,-2-2-6 0,-1 2 1 15,-2 0-4-15,-1-1 1 0,-3 0 1 0,-2 0-3 0,-4-1 3 0,0-1-3 16,-4 2-9-16,-2-1 7 0,-1 2-5 0,-2 1 1 0,-4-1 5 15,-1 2-4-15,-5-1 1 0,-1 1-1 0,-2 1 1 0,-3 1 0 0,-2-1-1 16,0 2-1-16,-2 2 5 0,-2 0-1 0,-1 1 2 0,-1 1 2 0,-2 1-4 16,0 1 2-16,-1 2-5 0,-2 0 0 0,1 0-1 0,-3 2 4 15,1 1 0-15,-2 0-5 0,-1 1 8 0,-1 1-1 0,-2 0 0 0,0 0 9 16,-2 2-12-16,-1-1-1 0,0 2 1 0,-2 0 3 0,2 1-2 0,-3 0-2 16,-1 0 6-16,-2 2-7 0,-1 0 5 0,-3 0 10 0,-1 2-7 15,0 1 3-15,-1 0 0 0,-2 0 0 0,2 2 2 0,-2 0 1 0,0-1-3 16,2 2 1-16,-1-1-4 0,2 2 2 0,1 0 1 0,1 0-4 0,3 1 3 15,0 1-2-15,4 0-3 0,0 2 0 0,2-1-2 0,1 0 2 16,1 0-6-16,1 2 1 0,-1 1-31 0,0 1-26 0,-2 2-24 0,-1 2-16 16,0 0 26-16,0 1 7 0,1 1-21 0,2-1-45 0,1 1-68 15,0 0-44-15,1-1-12 0,2 2 17 0,0-2 51 0,0 2-139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1:26:45.86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4164 5827 160 0,'-6'0'122'0,"1"0"-105"0,0 0-7 16,2 2-4-16,2 0-1 0,1 1 1 0,-1 1 2 0,1 0-3 16,0 1-1-16,1 0-3 0,0 0-1 0,1 0 1 0,0 0 0 0,1 1 0 15,1-1 0-15,0 0 0 0,1 0 0 0,2-2 0 0,-1 0 0 16,2 0 3-16,2-1-1 0,0 0-1 0,1 0 0 0,1-1 1 0,1 0-2 16,0 0 6-16,2 0 7 0,2-1 9 0,0 1 8 0,2-1 2 0,3-1-1 15,0 0-3-15,2-1-3 0,4 1 1 0,0-1-3 0,4 0-2 16,0-1 0-16,2 0-1 0,3 0 1 0,2-1-1 0,2 1 1 0,0-2 1 15,0 2 3-15,0-1 2 0,1 0 1 0,2-1 0 0,2-1-2 0,1-1-3 16,-2 0-2-16,2 0-2 0,0 2-3 0,1-2 0 0,-1 0-5 16,1 0 2-16,-1 0-1 0,0 0-1 0,0 0-1 0,-2-1-1 0,-1 2 4 15,2-1-3-15,0 0-2 0,0-1-1 0,-1 0 0 0,0 0 2 16,1-2 0-16,-2 0 2 0,1 1-1 0,-1 0 5 0,-3 0-1 0,-1-1 1 16,-2 1-3-16,-3-1-2 0,-1 0 7 0,-1 0-1 0,-3 0 4 0,0 0 0 15,-3 0 0-15,0 0 1 0,-1 0-3 0,-3 1 4 0,1-1-2 16,-3-1-1-16,0 0 0 0,-1-1-2 0,-1 0 0 0,-1-1 0 0,-3 0 1 15,0-1 0-15,-3 0 2 0,-2 1 2 0,-1-2-3 0,-2 0 1 0,-1-1 0 16,-2 1-3-16,-2-2 3 0,-2-2-4 0,-2 1 0 0,-2-1-6 16,-1 1-4-16,-4 0 0 0,-1 1-2 0,-2-1-1 0,-3-1 3 0,-3 1-2 15,-3-2-1-15,-1 2 0 0,-3-1-3 0,-1 2-2 0,-2-1 5 16,-2 0-1-16,-2 0 1 0,-1 0 5 0,-2 0-1 0,0 1 3 0,-2 0-2 16,1-2-5-16,0 1 1 0,-3 2-5 0,0-1 2 0,-1 2-1 0,-2-1 2 15,0 2-2-15,1 1-1 0,-2-1 0 0,-1 2-3 0,1 2 2 16,-3-1-3-16,0 2 1 0,0 0 1 0,-2 1 0 0,1 0 2 0,-3 1 0 15,1 1-1-15,0 2 0 0,-1 0-2 0,0 1 0 0,1 0 2 0,0 1 0 16,0 1 3-16,-1 1 1 0,-1 2 0 0,0 1-1 0,-2 1-7 16,2 1 2-16,-1 1-1 0,1 1 3 0,1 2 1 0,-1 0-4 0,2 1 4 15,-1 0-4-15,2 0 3 0,0 2-1 0,1 1 0 0,-1 1 0 16,2 0-3-16,1 1 4 0,1 1-3 0,0 1-4 0,1 1 5 0,1 0-5 16,0 1 4-16,2 1-5 0,2-1 0 0,-1 3 2 0,2-1-1 0,0 1 11 15,4 2 2-15,0 0-2 0,1 1 2 0,1 0-5 0,1-2-3 16,4 0 3-16,1 0-2 0,3 0-1 0,3 1-1 0,0 0 3 0,1 1-2 15,3-2 3-15,2-2 2 0,1-1-6 0,3-1 0 0,1-1 0 0,3-1 1 16,1 1-1-16,2-3 3 0,2 2-3 0,1 0-1 0,2 0 5 16,1-2-3-16,2 1 2 0,1-1-1 0,1 0-4 0,2 0 5 0,1-2-8 15,0 0-3-15,3 0 6 0,0 0-5 0,2 0 11 0,-1 1-2 16,2-1 0-16,1-1 2 0,1-1 0 0,3-1 2 0,0 1 0 0,0 0-1 16,2-1-8-16,-1 1 6 0,1-3-6 0,1 2-9 0,0 0-19 0,1-2-32 15,1 1-35-15,2-1-34 0,0 0-26 0,1 0-27 0,0-1-21 16,1 1 11-16,3 1-193 0</inkml:trace>
  <inkml:trace contextRef="#ctx0" brushRef="#br0" timeOffset="62919.93">8141 6830 1 0,'-37'-15'0'0,"-13"-2"24"0,-10-4 60 0,-9-3-17 0,34 13-24 0,-1-1-4 16,2 0-2-16,-3 1-6 0,1-1-2 0,1 2-2 0,0-1-5 16,1 2 0-16,0 0-2 0,1 2-3 0,-2 0 0 0,3 0-3 0,0 2 2 15,1 0 1-15,0 0-1 0,2 0 5 0,1 0 0 0,3 0 5 16,1 0 1-16,3 0-1 0,3-1 2 0,2 0 1 0,3 0-1 0,2-1 2 15,3 1-5-15,1-1-5 0,1 0-1 0,3 0-6 0,1 0 2 0,3-1-5 16,1 0 0-16,1-2 2 0,3 0 2 0,1-3 2 0,2-1 3 16,3-1 0-16,2-1 5 0,2 1-1 0,2-3-1 0,3 0-1 0,2 0 5 15,0 0 1-15,3 0 2 0,-1 1-2 0,2 1-7 0,1-1-3 0,-1 1 0 16,2 2 1-16,1 0 0 0,1 2 1 0,2 1 0 0,1 0 1 16,1 0 2-16,3 1 2 0,1 1 1 0,1 0 0 0,1 2 0 0,1 0 1 15,0 1 1-15,2 1-7 0,1 1-4 0,0 0-4 0,1 2 0 16,1 1-4-16,0 1 0 0,-1 1-2 0,0 0-3 0,1 1 0 0,0 1-1 15,0 0-3-15,-1 2 1 0,-1 0 1 0,1 0 1 0,1 0-1 0,0 0-1 16,0-1 1-16,1 0 0 0,3 0 1 0,0 0 1 0,0-1-3 16,3-1-2-16,0 0 3 0,1-1-5 0,1 2 2 0,0-2 1 0,0 3 1 15,1 0-2-15,-2 1 2 0,0 2 0 0,-4 2-1 0,0 0-5 0,-2 3 4 16,-2 0-2-16,-1 1 1 0,-4 2 3 0,-2 1-5 0,-3 0-4 16,-4 2-4-16,-2 2 1 0,-4 1 3 0,0 0 5 0,-5 3 0 0,-2-1-3 15,-2 3-5-15,-4-1-3 0,-4 0-6 0,-2 2 4 0,-2-1 2 16,-4 3 3-16,-1-1 7 0,-4 1-2 0,-1-2 1 0,-2 0 3 0,-2-3 0 15,-2-1 7-15,-4-1 4 0,-2-1 0 0,-2-3-2 0,-2 1-1 0,-3-1-9 16,-3-3 2-16,-2 0 3 0,-2-1 0 0,-3-2 0 0,-2-2 5 16,-4-2-1-16,-1-2 6 0,-2 0 5 0,-4-2 2 0,0-1 0 0,-1-2 3 15,-3-1-4-15,0-2 4 0,-3-1 5 0,-1-2 0 0,-1-1 3 0,1-2 0 16,-1-1-2-16,-1-2-1 0,1-1 6 0,0-1 2 0,2 0 5 16,1 1 1-16,2-3 0 0,3 1 1 0,2 0-3 0,3 1 1 0,3-1-4 15,5 1-8-15,2 1-3 0,6 0-7 0,3 2-2 0,5 0-5 16,4 1-6-16,3 1-5 0,3 1-9 0,3 1-9 0,2 2-11 0,3 0-13 15,4 1-17-15,2 1-8 0,4-1-14 0,3 2-22 0,5-1-31 0,4-1-46 16,4 0-40-16,6-1-18 0,2 0 14 0,7 0 23 0,2-1 55 16,6 1-152-16</inkml:trace>
  <inkml:trace contextRef="#ctx0" brushRef="#br0" timeOffset="63236.93">14651 6606 2474 0,'-1'-7'29'0,"0"3"-142"0,2 0-62 0,4 4-16 0,4 4 33 16,3 1 56-16,6 0 36 0,2 1-23 0,-1 0-53 0,2 0-64 16,-1-1-37-16,-2 2-1 0,1 0 34 0,-1 3 50 0,-1 0 56 0,-1 2 39 15,-1 0 17-15,-1 2-32 0,-2-1-9 0</inkml:trace>
  <inkml:trace contextRef="#ctx0" brushRef="#br0" timeOffset="63602.93">14954 6798 86 0,'6'10'97'0,"1"2"-12"15,2 3 9-15,1-2 0 0,-1-3-8 0,2 0-7 0,0-1-13 0,1 1-6 16,0 0-9-16,3 1 1 0,2 0-3 0,1 0-3 0,0 0 0 16,2 0-12-16,1-1-2 0,1 1-2 0,0-1 3 0,0 0 8 0,2 2-1 15,0-2 1-15,2 0 0 0,4 0-7 0,-1-1-9 0,2-1-2 0,0-1-2 16,2-1-6-16,0 0 1 0,2-1-5 0,0-1-3 0,2-1 0 16,1-2 3-16,-1 0-1 0,2-1 1 0,0-2 0 0,2 0-6 0,1-2-3 15,0-1 2-15,-1 1-5 0,3-2-2 0,-1-1 1 0,1 1-1 16,0-3 2-16,1-1-1 0,1-1-3 0,0 0-1 0,0-1 4 0,2 2 3 15,-2-2 2-15,0-1-4 0,-1 0 2 0,0-1-1 0,0 1-2 0,-1-2 7 16,-1 0-4-16,0-1 1 0,-3 1 4 0,-1 0-2 0,-1-1 0 16,0 0 3-16,-1 1-1 0,-2-1-5 0,-1-1 3 0,1-1-4 0,-4 0-4 15,0-1-4-15,-2-1-12 0,-1 0-8 0,-3-3-9 0,-2 1-2 0,-3-2 2 16,-2 1 0-16,-1 0-2 0,-4-2-3 0,-3-1-6 0,-4-1-6 16,-4-3-4-16,-4-2-8 0,-5 0-10 0,-6-3 3 0,-4-1 0 0,-3-3 12 15,-6-1 22-15,-5 0 15 0,-5-2 21 0,-3 1 18 0,-4 0 19 16,-4-2 19-16,-2 3 12 0,-2 0 12 0,-1 1 7 0,-2 2 1 0,-2 1-1 15,-2 3 1-15,0 2-6 0,-3 3-2 0,-1 4-5 0,-2 3-11 0,-1 2-11 16,-2 3-1-16,-1 2-1 0,-2 5 5 0,-2 4 3 0,0 3 0 16,-1 5 0-16,0 4 2 0,2 2-10 0,-1 4-6 0,2 3 1 0,1 3-17 15,2 3 2-15,2 4-6 0,1 3-12 0,2 5 9 0,1 2-12 0,3 4-1 16,2 1-10-16,3 3-5 0,4 2-7 0,4 1-17 0,4-1-17 16,4-1-71-16,6 2-109 0,3 2-120 0,5 0-97 0,1 0 14 0,0 1 8 15</inkml:trace>
  <inkml:trace contextRef="#ctx0" brushRef="#br0" timeOffset="67103.46">15644 7650 1030 0,'-14'-4'341'15,"-1"0"-268"-15,-4 0-61 0,5 0-54 0,5 2-27 0,1-1-29 16,4 0-6-16,1 1 13 0,2 0 21 0,0 1 20 0,1-1 17 0,0 1 10 16,1-1 2-16,0-1 1 0,2-1 1 0,0 0-3 0,0 0 5 0,2-1 3 15,-1 0 3-15,0 0 9 0,-1 0 3 0,1 0 7 0,1 1 3 16,-1-1 5-16,-1 0 10 0,0 0 5 0,0 0 12 0,0-1 2 0,-1 2 4 16,0 0 2-16,0-1-6 0,0 1-2 0,1-2-6 0,-1 0-7 15,1 0-3-15,0 0-2 0,0 0 0 0,0 0 1 0,0 1-3 0,0-1-4 16,0 0-1-16,2 0-2 0,1 0-3 0,0-1 2 0,2 0-4 0,0 0-2 15,1-1 4-15,2-1-2 0,-1 1-2 0,3-1 2 0,1-2-3 16,1 0 2-16,2-1-3 0,3 0 0 0,1 1-3 0,0-3 3 0,3 1-3 16,0-1-1-16,2 0 1 0,3 3-3 0,0-2 4 0,3 1-2 15,-2 1-1-15,2-1-2 0,0 3 0 0,2-2 0 0,1 2 1 0,3 0 1 16,-2 0 0-16,2 1 2 0,1-1-2 0,1 1 2 0,2-2-3 0,0 1-1 16,1-2-1-16,2 1 0 0,0 0-1 0,2 0 4 0,-1-1-1 15,1-1-2-15,1 0-1 0,1 0 1 0,-1 1-3 0,0 0 3 0,-1 1-2 16,0 1 3-16,0 2 1 0,-2 0 1 0,-2 1 1 0,1 0-3 0,-3 1 1 15,0 1 0-15,-1 1 2 0,-3 1-2 0,-1 2-1 0,0 0 0 16,-3 2 5-16,0 1-2 0,-2 2 0 0,0 0 1 0,-3 1-9 0,1 1 2 16,-3 2 13-16,0 0 0 0,-2 3 6 0,0 0 1 0,-2 0-10 0,-2 1-1 15,0 1 0-15,-2 0-1 0,-1 0 4 0,1 2-4 0,0 1 0 16,0 1 0-16,-3-1-1 0,1 2 2 0,-2 1 5 0,-2 1-6 0,0 2 2 16,-1 3 0-16,-1-1-2 0,1 3-4 0,-3 0-1 0,0 0-2 15,0 1-1-15,-3 2-5 0,1-1 1 0,-2 3-4 0,0 1-5 0,-1-1-4 16,-2 0-4-16,0 1-6 0,-2-2-1 0,-2 2 3 0,-2-2-1 0,-1 1 5 15,-2 0 0-15,-1-2 8 0,-3 1-1 0,-1 0 3 0,-3 0 4 16,-1-2-3-16,-3 0 4 0,-3-3 1 0,0 0 3 0,-4 0-3 0,0-1 2 16,-2 0-5-16,-1-1 0 0,-4-1 3 0,-1-1-4 0,-5 1-5 15,0-2-3-15,-1 0 1 0,-3-1 9 0,0 0 6 0,-2-1 8 0,-2 0 1 16,-3-1 0-16,-1-2 2 0,-1 1-2 0,-2-1 6 0,-1-2 1 0,1-1 4 16,0 0 4-16,-2-1 0 0,1-1 3 0,0 0-6 0,-1-1 2 15,0 0-1-15,-1-2-5 0,1-1 4 0,1-1-4 0,-1-1 1 0,1-1-5 16,0-1-6-16,-1-1-3 0,1-2 0 0,1 0 3 0,0 0 3 0,1-1-2 15,-3-1-1-15,0-1-3 0,-1 0-1 0,0-2 4 0,2-1 5 16,2 0 10-16,2-1 4 0,2-1-5 0,2-2-13 0,-1 0-2 0,1-3-3 16,2 0 4-16,0-2 7 0,1 0-7 0,2 0 2 0,4 2-1 0,3-2-7 15,4 0-1-15,2 0-14 0,4 0-9 0,1 2-14 0,5-1-19 16,2 1-13-16,4 2-25 0,3 0-38 0,2 2-42 0,4 0-30 0,4-1-7 16,2 1 42-16,4-3-116 0</inkml:trace>
  <inkml:trace contextRef="#ctx0" brushRef="#br0" timeOffset="91104.23">5373 9353 193 0,'22'-9'12'0,"2"-1"6"15,8-3-3-15,0 3 4 0,-2 1-2 0,0 1-2 0,3 0 2 0,0 0-1 16,1 0 1-16,2-1 1 0,0 0-1 0,2 0-3 0,-3 1-1 16,4 0-2-16,0 0-1 0,-1 1-2 0,1 1-3 0,-3 1 1 0,1 1 0 15,1 1 0-15,0 0 2 0,1 1 1 0,-1 1-3 0,-2 1 0 0,1-1-2 16,-3 1-3-16,2 1 3 0,-2 0 2 0,-1-1-1 0,0 2 2 15,-1-1 0-15,2 1 3 0,-2 0 3 0,1-2 3 0,-3 2-1 0,-1-1 3 16,1 1 2-16,0-1 1 0,-1 0 6 0,2-1 0 0,-1 1 2 0,1-1-4 16,-1 0-1-16,1 0 2 0,-1 0 2 0,1 0 3 0,-1 1-1 15,2-1 0-15,-2 0-1 0,2-1 1 0,-3 1-1 0,4-1 1 0,-2 0-4 16,2 1-5-16,-1-1 3 0,-1 0-6 0,-1 1 0 0,2-1 4 16,-1 1-5-16,1-1 0 0,-1 1 0 0,0-1-6 0,-1 0 0 0,1 1-1 15,-1-1-1-15,1 1 4 0,0-2 0 0,1 1-2 0,-1-2-5 0,1 1-2 16,-1-1 2-16,1-1-3 0,2-1 5 0,-2 0-4 0,1-1-2 15,-2-1 1-15,1 0 0 0,-1 0-2 0,1-1 1 0,-1 1-1 0,1 1 0 16,-2-1-3-16,1 0 1 0,-3-1 0 0,0 1 0 0,-2-2 1 0,0 2 0 16,1-2 1-16,-2 2 0 0,0-1 4 0,-1-1 0 0,-1 0-1 15,0-1 3-15,-2 0 1 0,1 0-2 0,0 0 5 0,-3-1 0 0,0 1 0 16,-1 0 1-16,-3 1 3 0,0-1 0 0,-1 1 7 0,-2 0-7 0,-2 0 3 16,-1 1-3-16,0 0 2 0,-2 0 3 0,-1 0 0 0,0 1 0 15,-1 0-5-15,-1 0 9 0,0 1-4 0,-2-1-1 0,-1-1 1 0,-2-1-9 16,0 0-1-16,-2 0-1 0,-2-2-4 0,-2 0-1 0,-2-1-3 15,-2-1-3-15,-2 1-2 0,-2-3-7 0,-3 0-3 0,-4-1 3 0,-1 1-2 16,-5-1 5-16,0 0 3 0,-4-1 1 0,0 1 4 0,-2-1 4 16,-2-1 0-16,-2 1 1 0,-2-1 2 0,0-1 3 0,-3 0 4 0,0 0 3 15,-2 1 5-15,-1 0 0 0,-2 2 3 0,1-1 1 0,0 1 0 0,-1 1-5 16,0 1-2-16,-2 0-4 0,3-1-4 0,-1 1-1 0,-1 1 3 0,-1 3-4 16,-3-1 1-16,1 3-9 0,-1 1-8 0,1 1 2 0,-2 2-2 15,-2 1 4-15,0 1 2 0,-1 2-4 0,0 0-6 0,-2 3 2 0,-2 0-1 16,-1 1 8-16,0 1 1 0,-1 0 1 0,2 0 0 0,-2 1-3 0,0 0 2 15,3-1 2-15,-1 0 1 0,3-1-1 0,1 0 7 0,-1 0-3 16,2-1 2-16,2 0 1 0,3-1-9 0,2-1 1 0,-1 0 1 0,1 0 1 16,-2-1 1-16,2 1 1 0,1 0-6 0,0 0 6 0,-1 0 7 15,-2 1-1-15,0 1 0 0,1 1-5 0,-2 2-8 0,1 0 5 0,-1 1-4 16,0 1 4-16,-1-1-4 0,1 1-3 0,-2 2-5 0,1 0 6 0,0 2 3 16,-1 0 2-16,0 0 0 0,1 1 2 0,0 1-6 0,1 0 2 15,2 1 2-15,0 0-2 0,1 1 2 0,1-1 2 0,1-1-1 0,2 2-1 16,2 0 0-16,-1 0-1 0,2 1-1 0,2-1 1 0,0 0-3 0,3 0 5 15,2-1-1-15,2 1-1 0,2-1-1 0,0 1-1 0,1-1 2 16,-1 0-1-16,2 1 1 0,0 0-2 0,3-1 2 0,2-1-4 0,2-1-1 16,2 0 1-16,1-1 2 0,0 1 1 0,2 0 4 0,0-2 6 15,3 0 0-15,1-2 2 0,1-1 2 0,3 1-10 0,0 0 0 0,1-1-4 16,1 1-2-16,0-1 0 0,2 0 3 0,-1-1 4 0,2 1-1 0,0 1 1 16,0-1-2-16,2 0-4 0,1 0 4 0,-1 0-2 0,2 0 4 15,0-1-3-15,2 2-1 0,-1 0 6 0,2-1-8 0,3 0 6 0,0-1-1 16,2 0-1-16,0 1 2 0,1-2-6 0,1 2 7 0,1-1 0 0,2 0 1 15,1 1-1-15,3-1 2 0,-1-1-2 0,3 0 0 0,0-2 2 16,3-1-1-16,0 1 1 0,3 0 4 0,1-1-4 0,1-1 6 0,1-1-1 16,2 0-2-16,-2-1 1 0,2-1-5 0,-1 0 5 0,3 1-9 15,-1-1 7-15,3 0-4 0,0 0 0 0,1 0 2 0,0-1 0 0,1 0 0 16,-1-1 2-16,1 0 0 0,0 1 0 0,1-2 0 0,1-1-2 0,0 0 2 16,1 0-2-16,0 0-2 0,-1 0 0 0,-2 1-3 0,1 1 1 15,-1 1 0-15,0 0-2 0,-1 1 2 0,0-1-9 0,-2 2 2 0,1 1 0 16,-2 0-2-16,-1 0 6 0,0 0-2 0,-2 1 1 0,-1-1 2 0,0 0-4 15,-2 2 5-15,2-1-2 0,-3 0-3 0,1 1 4 0,-3-1-5 16,-1 1-1-16,0 0 7 0,-3 0-7 0,0 0 4 0,0 0-1 16,-2-1-2-16,1 1 1 0,0 0 2 0,-2-1-4 0,-1 1-1 0,0 0-2 15,-1 1-6-15,-1-1-4 0,0 1-6 0,0 0-4 0,-1 0-14 0,-2 1-15 16,1-2-52-16,-2 1-58 0,-1-1-49 0,1 0-64 0,0-1 8 0,0-2 37 16,1-1 40-16,1-2 62 0,1-4-169 0</inkml:trace>
  <inkml:trace contextRef="#ctx0" brushRef="#br0" timeOffset="94688.29">6521 11330 115 0,'-3'-4'15'0,"0"0"-8"0,0-2 0 0,1 1-4 16,0 0 2-16,0 1-1 0,1 1 1 0,0 0-2 0,1 0-3 15,0 0-1-15,1 0-4 0,0 1-1 0,0 1 0 0,1-1 2 0,-1 2 2 16,0-2 1-16,1 1 1 0,1 0-1 0,-1-1 0 0,1 0 0 0,-2 0 0 16,1 0 1-16,0-1 1 0,-1 1 1 0,0 1 0 0,1-2 1 0,0 1 6 15,-1 1 4-15,0-1 1 0,0 2 3 0,-1 0-3 16,0 1-3-16,0 1 1 0,1-1 3 0,1 2 3 0,-1 0 0 0,1 2 2 0,1 2 0 16,-1 0-2-16,1 2 0 0,0 0 1 0,0 0-1 0,-1 1 2 15,2-2-2-15,1 1 2 0,0 0-1 0,2 0-1 0,-1-1 0 0,3 0-3 16,-1-1 1-16,3-1 0 0,1-1-1 0,4 1 0 0,2-1-2 0,1-1-3 15,2-1 2-15,3 1-4 0,2-2 1 0,2 0 0 0,1-1-4 16,2-1 0-16,-1 1 0 0,3-1 0 0,0-1 1 0,1 1-1 0,0 0-2 16,1-1-1-16,0 1 0 0,1-1 2 0,2 2 0 0,-2-2-5 0,0 1 4 15,0 0-5-15,0 0 2 0,0 0-1 0,1 0 1 0,0 0-2 16,-1 0 2-16,0-1 1 0,0 1 1 0,0 0 5 0,1-2-4 0,0 1 5 16,1-1-2-16,0 1 0 0,2-1 0 0,1 0 0 0,0-1 1 15,0 1 0-15,2 0-2 0,0 0 3 0,2 1-2 0,-1-1-1 0,2 1 3 16,-2 0-1-16,1 1 2 0,1 0-1 0,1 1-3 0,1-1 1 0,0 2-2 15,0 0 2-15,2 0 0 0,0 0 2 0,-1 1-3 0,1-1 2 16,0 1-1-16,0 0-3 0,0-1-4 0,0 0 3 0,-1 0-2 0,1-1-2 16,1 1 3-16,1 0-9 0,1 1 4 0,1 0 2 0,-1 1-2 0,2-2 2 15,0 1-2-15,0-1-1 0,2 0 2 0,-1 0 0 0,0-1-1 16,1-1 0-16,-1 0 2 0,0-2 1 0,0 0 4 0,-2 0-4 0,0-1-1 16,-1 1-3-16,-2-1 2 0,-1-1 4 0,-2 1 5 0,0-1-3 15,-3 2 5-15,-1-2 1 0,1 0 0 0,-1 0 4 0,0-2-3 0,-2 1-1 16,1 1 2-16,-2-1 1 0,0-1 3 0,1 1-8 0,-2 0 4 0,0 0 4 15,2 0 0-15,-1 0 6 0,0-1-7 0,0 1-9 0,-2 1-6 16,0 0-5-16,1 1 3 0,0-1 1 0,-2 2 0 0,-1-1 0 0,-1 0-2 16,0 0 4-16,-3 0-2 0,1 1 3 0,-3 0-3 0,-1-1-2 0,-3 1 6 15,-2-1 1-15,-2 1 9 0,-1 0 8 0,-1 0 5 0,-3 0 9 16,0-1 10-16,-1 1 0 0,-2-1 4 0,-1-1 3 0,-1-1-4 0,-1 1-2 16,0 0-8-16,-2 0-4 0,1-1-2 0,-1-1-1 0,-1 0 1 15,-1-1 0-15,0 0-4 0,-2-1-7 0,0 0 0 0,-3-2-2 0,0 1-3 16,-1-1-3-16,-1-2-7 0,-3-1 1 0,-1 0-5 0,-2-2 1 0,-3-2-2 15,-1-3-3-15,-4 0-9 0,-1-2-1 0,-2 0-6 0,-5 1-2 16,-3-2 1-16,-2 0-8 0,-4-2 4 0,-2-1-2 0,-3 0 4 0,-2-1 16 16,-5 1 2-16,-2 1 15 0,-3-1 6 0,-2 3-4 0,-2-2 3 0,-4 1-1 15,-1-1 0-15,-3 0 0 0,0 2 7 0,-1-1 4 0,-1 1 6 16,-2 1-2-16,1 2-8 0,-3-1-4 0,0 3-12 0,-1-2-1 0,-1 0-3 16,0 2-7-16,-2 1 3 0,0 1-6 0,-2 2-1 0,0 0-4 15,-4 1-13-15,0 2-3 0,-3 1-5 0,1 0 5 0,-1 2 0 0,-1 0 3 16,1-1 0-16,0 2-6 0,0 1 3 0,-1 1-19 0,0 1-6 0,1 3-5 15,2 1-1-15,-1 1-22 0,3 3-7 0,-3 2 9 0,0 2 5 16,3 2 39-16,1 0 11 0,6 0-12 0,2 2-18 0,1 3-17 0,2 3-12 16,2 2-6-16,-1 4 6 0,3 3 5 0,1 2 16 0,-1 4 3 0,3-1-117 15</inkml:trace>
  <inkml:trace contextRef="#ctx0" brushRef="#br0" timeOffset="95754.28">5325 11352 575 0,'-15'-10'-39'16,"1"1"70"-16,0 0 10 0,6 2 8 0,4 1-5 0,2 0-13 0,0 1-10 15,3-1-11-15,2 0-10 0,2 0-1 0,5-1 0 0,4-1 4 16,5 0 3-16,3-3 2 0,4 0 0 0,4-1 1 0,3 0-2 0,4 0 0 16,5-4-6-16,3 0 0 0,3-2-1 0,4 1-3 0,2-1 5 0,2 2-4 15,-1 5-1-15,0 5-2 0,0 7 0 0,0 5 2 0,1 4 2 16,-1 3-2-16,1 3 0 0,-1 2-3 0,-1 3 4 0,0 3 3 0,-1 0-1 16,-2 3 0-16,-2 1-2 0,-3 2-1 0,-2 0 0 0,-2 1 3 15,-2-3 0-15,-1 2-1 0,-3-1 3 0,-3 0-2 0,-1 1 5 0,-3-2-4 16,-2 0 0-16,-3-2 0 0,-3 0-3 0,-3-2 0 0,-2 0-1 0,-4 1 1 15,-2-1 1-15,-1 0-2 0,-4-2 2 0,-2 1 3 0,-5-1 2 16,-3-1 6-16,-3 1 2 0,-3 0 4 0,-1 0 3 0,-4 0 3 0,-2 0 4 16,-3-2 0-16,-2 2 0 0,-3-1-5 0,-1-1-6 0,-2-1 2 0,-1 0-3 15,-1-1 0-15,1 1-2 0,-1-2-7 0,2-2-5 0,0 0-6 16,3-2-3-16,-2 0-4 0,0-2-5 0,1-2-8 0,3-1-10 0,4-1-13 16,2-1-11-16,4-1-8 0,3-2-9 0,4-1-11 0,3-1-10 15,3-1 4-15,3 1 19 0,4-1 21 0,5 0 13 0,6-1-49 0,5-1-26 16</inkml:trace>
  <inkml:trace contextRef="#ctx0" brushRef="#br0" timeOffset="97205.28">13783 12140 611 0,'1'4'81'16,"2"1"-49"-16,-1 0-12 0,3-1-10 0,-1 0-5 0,1 0-5 0,1 0-6 16,1 0 2-16,2 0 2 0,2 0-1 0,2 1 0 0,1 0 0 0,0 1-5 15,3 0-3-15,2-1-2 0,1 0-1 0,-1 0-1 0,3 0 1 16,0 1 2-16,3-2-2 0,1 1 3 0,-1-2 3 0,1 2-2 0,-2-1 5 15,-1 1 3-15,1 0 1 0,-1 1 4 0,0-1-1 0,0 1 0 16,-2 0 2-16,0-1 0 0,0 1 2 0,-1-1-2 0,1-1 3 0,-1 2-3 16,-2-2 2-16,2 0 3 0,0 0-3 0,-1 0 4 0,1-1-1 0,-1 1 2 15,0 0 4-15,3 0 1 0,-1-1 1 0,0 1-3 0,1-1-1 16,-1-1-4-16,1 0-4 0,3-2-3 0,3 0-5 0,1-2-2 0,2-1 0 16,0-2-1-16,1-3 1 0,2-1 2 0,0-2-1 0,3-2 0 0,-1-1-1 15,1-2 0-15,1-1 0 0,0 0-2 16,0-3 0-16,1-1 0 0,-1 1-1 0,2-2 2 0,-2 0-2 0,1 0 2 0,1-2-3 0,-1 1-1 15,-1 1 4-15,-1-1-5 0,-1 1 1 0,0 0 2 0,-2-1-6 16,-1 1 3-16,-4-1-1 0,1 1 3 0,-3 2 4 0,0-2 3 0,-3 1 2 16,0 0-1-16,-2-1 3 0,-2 0-4 0,-1 2 3 0,-3 0 3 0,-3 1-2 15,-2 1 5-15,0 1 0 0,-3 0-1 0,0 1 3 0,-3 2 2 16,-1 0 2-16,-1-1 3 0,-2 0 4 0,-1 1 0 0,-1-1 2 0,-1 2-1 16,-2-1-4-16,0 0 0 0,-2-1-3 0,-1-1 1 0,-2-1 0 0,-1 1-3 15,-2-1 4-15,-2-2-1 0,-2 1-1 0,-3-2 3 0,-1-1 2 16,-3 2-1-16,-1-2 2 0,-1 0-5 0,-2 1-3 0,0-1 0 0,-3 1 1 15,0 1 8-15,-3 0 11 0,0 1 6 0,-1 0 7 0,0 2 11 16,-1-1-1-16,1 2 6 0,-2 0 2 0,0 4-4 0,1 1 6 0,1 0 1 16,2 2-4-16,-1 1 5 0,1 0-2 0,-1 1-7 0,1 1-1 0,-1 1-14 15,1 0-4-15,-1 1-7 0,-1 0-2 0,0 0-9 0,-1 1-4 16,1 0-4-16,-1 1 1 0,1 0 3 0,-2 1-4 0,-1 0 2 0,-1 1-8 16,0 1 3-16,1 0 3 0,0 1 3 0,-1 1 9 0,2 2 7 0,0-1 3 15,3 3-2-15,-2 0-9 0,0 1-3 0,1 1-7 0,0 0-7 16,0 1-1-16,1-1 0 0,2 4 1 0,-2-1-1 0,2 0 4 0,-2 1-5 15,3-2 1-15,0 0 3 0,3 1 0 0,1 0-2 0,0-2 8 0,0 0-10 16,1 0-5-16,1-1 3 0,1 0-5 0,2 0 1 0,-1 0 2 16,1-1 2-16,2 1 0 0,-2-1 5 0,2 0 1 0,0 1-4 0,0-1 0 15,1-1 1-15,1 1-1 0,1 0-1 0,-2 1 3 0,2-1-4 16,0 0-2-16,2 1 4 0,0-1-5 0,1 1-8 0,0 0 13 0,1-1-4 16,-1-1-2-16,1 0 7 0,1 1-8 0,0-1-1 0,2 0-1 15,-2 1 4-15,1-1-8 0,-1 0 3 0,2 0 4 0,2-1-7 0,-1-1 0 16,3 1 2-16,-2 0 4 0,0-1-4 0,1-1 5 0,0 1-3 0,0-1 0 15,0 0-2-15,1 1 1 0,0-1 2 0,1 0 4 0,0-1 3 0,1 1-8 16,0 1 1-16,-1-1 0 0,0 0 0 0,1-1 5 0,0 0-2 16,0 0-2-16,1 0 2 0,-1 0-1 0,0 0-2 0,1-1 3 0,0 0 1 15,1 1 1-15,0-2-1 0,-1 1-2 0,1-1 1 0,-1 0-2 16,1 0 7-16,0 0-4 0,0 0 2 0,0 0 0 0,0 0-3 0,0 0-3 16,0-1 0-16,0 1 2 0,1-1-1 0,-1 1 7 0,0 0-1 0,0-1 0 15,1 0 0-15,-1 1-1 0,1-1 3 0,-1 0-2 0,0 0 2 16,1 0-2-16,-1 0 1 0,0 0 1 0,1 0 4 0,-1 0-1 0,0 1-1 15,0-1-2-15,0 0-1 0,1 0 3 0,-1 0-5 0,1-1 0 0,-1 1-3 16,1 0-3-16,0 0 4 0,-1 0 1 0,0-1-1 0,0 1-2 16,0-1 1-16,0 1-3 0,1 0 1 0,0-1 4 0,0 1-4 0,-1-1 2 15,0 1-6-15,1-1 6 0,-1 1-2 0,0-1 2 0,0 1 0 16,0 0-4-16,0 0-1 0,0 1 0 0,0-1 1 0,0 0-4 0,-1 0 5 16,0 0 0-16,0 1 1 0,0 0 5 0,-1 0-6 0,0 0-3 0,1 1-2 15,-1-1-4-15,0 1 1 0,-1-1-2 0,0 0-2 0,1 1 0 16,-1-1-7-16,1 0-1 0,-1 1 1 0,1-1-4 0,-1 1 1 0,0 0-4 15,0 0 0-15,0-1-8 0,0 1-2 0,0-1-12 0,0 1-13 0,0-1-6 16,0 1-11-16,0-1-15 0,1-1-20 0,1 1-17 0,-1-2-21 16,1 1-12-16,0-1-12 0,1 0-1 0,-1 0 10 0,0 0 17 0,1 0 18 15,1 0 23-15,-1-2 29 0,0-2-17 0,-1-1-14 0</inkml:trace>
  <inkml:trace contextRef="#ctx0" brushRef="#br0" timeOffset="98155.29">8252 13060 2222 0,'-57'12'11'16,"-2"-2"-20"-16,-10 1-13 0,13-7 23 0,12-3-4 0,3-1-13 0,2-1-17 15,1-1-6-15,3-2 9 0,-1 1 8 0,2-2 17 0,3-1-5 0,2 0-13 16,5-2-16-16,4-1-20 0,2-1-12 0,0-1-11 0,4-3 1 16,-1-2-5-16,3-2 2 0,0-1-4 0,2-3-6 0,1 0 1 0,1 0 4 15,0 0 15-15,0-1 14 0,1 2 13 0,-1-2 11 0,1 2 14 0,-1 1 6 16,1-1 9-16,-2 3 8 0,0 0 4 0,0 2 2 0,1-1 7 15,-2 1 2-15,0 0 0 0,1-2 4 0,-2 1 4 0,1 3 5 0,0-1 1 16,1 1 0-16,-1 1-4 0,2 1-10 0,1-1 0 0,1 0-7 16,0 2-4-16,0 0-1 0,3 1-11 0,0 0-3 0,1-1-2 0,2 0-5 15,1-2 1-15,1 1 1 0,1 1 0 0,2-1-3 0,1-1 6 0,1 1 0 16,1-1-6-16,0 1 7 0,2 1-5 0,1-1 2 0,1 2 6 16,1-1-6-16,0 1 5 0,2 0-3 0,2-1 1 0,0 1 1 0,1-2-2 15,2 1 5-15,0 1 0 0,1-2 1 0,1 1 4 0,2-2-5 0,0 0 4 16,0 1 0-16,-2-1 0 0,1 0 4 0,1 0 1 0,1 0 4 15,2 1 2-15,-3 0 2 0,2 0 9 0,-1-1 5 0,-2 2 7 0,3 3 6 16,-1-2 7-16,1 1 5 0,0 0 1 0,1-1 5 0,0 1-3 0,0 1-7 16,0 1-4-16,2-1-6 0,0 1-2 0,1 0-4 0,3 1-4 15,0 0-8-15,2 1-5 0,1 0 1 0,1 0-3 0,4 0-1 0,1 0-3 16,1-1-3-16,4 1-1 0,0-1 1 0,3 1-4 0,3-1-1 16,0 0 0-16,2 0-2 0,1 1 3 0,1 0-3 0,4 1-3 0,-1 1 0 15,-1 1-2-15,1 1 2 0,-1 1 2 0,1 2 2 0,-1 2 0 16,-1 2 1-16,0 1 0 0,-3 2-1 0,-2 1 2 0,1 2-1 0,-4 1 0 15,-1 2 4-15,0 2-4 0,-5 1 6 0,0 0-4 0,0 3-2 0,-3 1-2 16,-1 0-12-16,-1 2 1 0,-3 1-4 0,-3 2 3 0,1 1 2 0,-3-2-8 16,-1 2-3-16,-2-1-7 0,-3-1-6 0,-2 0 5 0,-4 1 3 15,1-1 5-15,-4-1 10 0,-2 2 12 0,-3-3 6 0,-3 1 10 0,-3 0 3 16,-3 0-5-16,-2 2-3 0,-3 0-7 0,-1 1-3 0,-3-1-4 16,-3-1-6-16,-1-2 4 0,-3 0 1 0,-3-2 8 0,-1-2 12 0,1-1 9 15,-4-2 18-15,0-2 5 0,-1-2 15 0,-2-1 3 0,0-2 2 0,-2 0 3 16,0-3 1-16,1-1 8 0,-3-1 11 0,0-3 13 0,-2 1 7 15,1-1-2-15,-1 0-6 0,2 1-3 0,-1-2-10 0,2 0-10 0,0-2-8 16,-1 0-19-16,2 1-13 0,0-1-2 0,0 0-17 0,0 1-7 0,0-1-1 16,1 1-7-16,1-1 0 0,4 0 4 0,0 1-4 0,1 0-3 15,1 0-3-15,1 0-4 0,0 0-1 0,3 0-5 0,2-1 0 0,1 1-14 16,1 0-10-16,2 0-10 0,1 0-16 0,2-1-7 0,1 0-4 16,1 1 0-16,1-1-8 0,0 1-14 0,1-1-7 0,1 0-15 0,0 0-1 15,2 0 5-15,2 0 10 0,1-2 13 0,2 0 11 0,3-1 5 0,2-1 3 16,2 1-11-16,2 0-3 0,4-1-12 0,3 1-8 0,2-1-1 15,3 0-2-15,0 1 5 0,6 0 11 0,1 0 13 0,5 0 15 0,1 0 13 16,1-3-27-16,3 0-60 0</inkml:trace>
  <inkml:trace contextRef="#ctx0" brushRef="#br0" timeOffset="98688.29">13749 12380 612 0,'0'0'40'0,"1"-1"-50"0,1-3-16 0,4-1 2 0,3-2-2 15,4-2-11-15,3 0-9 0,2-1-3 0,4 0 4 0,3 0 8 0,1 1 9 16,3 2 6-16,2-2 0 0,2 1 2 0,2 0 2 0,4 0-1 0,1-1 4 15,1 0-1-15,2 0 1 0,-1-1 0 0,1 0 2 0,1-2-2 16,0 0-1-16,0-1-6 0,-1 2-18 0,1-2 10 0,-3 1 9 0</inkml:trace>
  <inkml:trace contextRef="#ctx0" brushRef="#br0" timeOffset="99355.29">14806 12078 38 0,'30'-2'37'0,"-2"1"6"0,8 0 8 0,-6 2 0 16,-5 1 5-16,-2 1 4 0,0 0 0 0,1 1 3 0,-4 1-1 0,2-1 5 16,-1 2 5-16,-2-1 3 0,2 0 0 0,0 1-3 0,-1-1 0 15,2 1-6-15,-1 1 0 0,0-1-7 0,2 1-11 0,1-1-4 0,2 1-11 16,2 1-7-16,-1-1-10 0,2-1-8 0,-1 1-4 0,4-1-4 0,-1 0-1 15,3 0 2-15,0 0-1 0,0-1 0 0,2 0-1 0,-2 1-4 16,2-1 3-16,-1 0 1 0,2-1 2 0,-1 0-2 0,1 1 3 0,0-1-2 16,-1 1 3-16,1 1-1 0,-1 0-3 0,0 0 3 0,-2 2 0 0,-2-1 4 15,1 1 0-15,-1-1-2 0,0 1 1 0,-2 1-1 0,1 1 4 16,-2 0 3-16,1 2-3 0,0 0 1 0,-1 1-5 0,0 1 3 0,0 0-3 16,-2-1 2-16,2 1-2 0,-3 0-2 0,1 1 3 0,0 0 0 15,0-2-2-15,-1 1 2 0,-1 0 0 0,-2 1-1 0,-1-1 3 0,-2-1 1 16,1 1-4-16,-2-1 5 0,0-1 3 0,-1 0 1 0,-2 1 5 0,-1 0-2 15,-1 1 1-15,-1-2 12 0,1 1 0 0,-2 0 7 0,-1 0 1 16,0 2-11-16,-1 0 0 0,-1 1-3 0,-1 0-8 0,0 0 2 0,0-1-10 16,-2 1 0-16,1 0-2 0,-2 0-8 0,-2-1 3 0,0-1-9 0,-2-1-4 15,0 1-3-15,-2-2 0 0,-2 0 5 0,-1 1-2 0,-2-2 1 16,-1 0-2-16,-1 0 2 0,-2-2 3 0,-1 2-5 0,-3 0 5 0,-2-1-2 16,-2 0 0-16,-3-1 11 0,-2-2-8 0,-2 0 7 0,-4 0-2 15,-1 0 4-15,-3 0 7 0,-1-1 0 0,-2 0 9 0,-1 0 1 0,-1 0 8 16,-1-1 9-16,1 2 1 0,0 0 3 0,-1 0-2 0,-1 0-1 0,2 1-3 15,-1 0 4-15,1 0-7 0,0-1-7 0,1 1-6 0,-1 0-5 16,1-1-3-16,1 0 1 0,1-1-3 0,0 0-2 0,2-1 1 0,0 0 1 16,4 1 3-16,0-3-6 0,1 1-1 0,2 0-3 0,-1-2 3 0,3 0 4 15,0 0 2-15,3-2 2 0,-1 0-6 0,2 0-2 0,1-1-1 16,2 0 0-16,-1-1 1 0,-1 0 4 0,2 0-8 0,-1-1 1 0,2 0 0 16,0 1-3-16,2-1 4 0,-1-1-1 0,0 1 0 0,1 0-1 15,2-1-4-15,0 0 5 0,0 0-3 0,0 1 3 0,0-1 0 0,1 1 0 16,1 0-1-16,-1 0-2 0,1 0 6 0,0 1-2 0,1-1 4 0,0 1 1 15,0-1-9-15,0 1 1 0,1 0 8 0,0 0-6 0,1 0 4 16,1 0-2-16,0 0-4 0,2 0 7 0,-2 0-1 0,2 1-4 0,-1 0 6 16,1-1-2-16,1 2-4 0,-1-1 5 0,0 0-5 0,1 0 4 0,0 1-3 15,0 0-1-15,1-1 5 0,-1 1-8 0,0-1 4 0,1 0-1 16,0 0 0-16,1 1 2 0,-1 0-4 0,0 0 2 0,1 0-4 0,0-1 0 16,0 1 1-16,0 0-3 0,1 0-4 0,0-1 0 0,0 1-2 15,1 1-2-15,-1-1 6 0,0 1 0 0,-1-1-4 0,1-1 2 0,1 1 0 16,-1-1 2-16,2 2-1 0,-2-1-2 0,1 0 5 0,-1 0-2 0,0 0 5 15,0 0-1-15,1 0 0 0,0 0 0 0,-1 0-2 0,1 0 7 16,-1 0-5-16,0 0 4 0,1 0 3 0,-1 0-7 0,0 1 8 0,1-1-3 16,-1 1-3-16,0-1 0 0,1 0-10 0,-1 1-6 0,1-1-3 0,0 0-16 15,-1 0-16-15,1 0-5 0,0-1-14 0,0 1-5 0,1-2-7 16,0 1-17-16,0-1-10 0,0-1-9 0,0-1-15 0,0-1-5 0,1 0-6 16,-1-2 0-16,0-1 5 0,0 0 6 0,-1-3 26 0,0-1-128 15</inkml:trace>
  <inkml:trace contextRef="#ctx0" brushRef="#br0" timeOffset="101156.29">5241 14458 374 0,'-11'-8'3'0,"0"-1"4"0,-1-2 9 0,3 0 3 0,1 3 5 0,1 0 1 15,1 3-2-15,0-1 2 0,1 2-2 0,1 0-1 0,-1 1-3 16,1 2-1-16,2 0-2 0,-1 0-3 0,1 0 0 0,0 0-1 0,0 0-4 16,1 1 0-16,0-1-2 0,-1 1 1 0,1 0 0 0,-1-1 4 0,0 2 0 15,1-1 1-15,-1 0 1 0,2 0-1 0,-1 0 5 0,0 1 3 16,0 0-2-16,0 0 0 0,1-1-3 0,-1 0-5 0,0 0 3 0,0 1-4 16,1 0 0-16,0-1-1 0,0 0-3 0,1 0 7 0,0 0 0 15,-1 0 3-15,2 1 3 0,-1 1-2 0,2-1 2 0,1 1 2 0,0 0-2 16,2 0-1-16,0 0-2 0,1 0 0 0,3 0 2 0,2 0 0 0,1-1-1 15,2 0-1-15,0-1 0 0,1 0 0 0,2-1-1 0,0 1-1 16,0-2 0-16,1 1 0 0,2-1 0 0,-1 0-1 0,3 0 2 0,-1-1-3 16,3-1 3-16,-1 1-2 0,1 0-4 0,1 0 3 0,-1-1-2 0,3 1-1 15,0-1 1-15,-1 0-4 0,3 1 1 0,-1 0-1 0,2 1 0 16,-2-1 3-16,1 1-1 0,0 1 1 0,2-1 0 0,0 1-2 0,0 0 2 16,-1 0-1-16,0 0 6 0,0 0-3 0,2 0-2 0,-1 0 4 0,2 1-3 15,0 0-1-15,-1-1-1 0,2-1-1 0,-3 1-4 0,3 0 5 16,-1 0-1-16,0 0-2 0,-1 0 6 0,0 1-3 0,1 0 4 0,1 0 2 15,-1 0-4-15,-1 0 0 0,-1 1-7 0,-3-1 3 0,1 1 0 16,-3 0 5-16,1 0 4 0,-3 1-6 0,-1-1 1 0,-1 0 0 0,-2 1 1 16,-1-1 1-16,-2 0 2 0,-2 0-1 0,0 0-3 0,-1 1 3 0,-1 0 2 15,-1 0 1-15,0 1-2 0,-1-2-7 0,0 0 2 0,-2 1 0 16,0 0 4-16,-1 0-6 0,0 0 3 0,-1 0 1 0,-2-1-1 0,0 1 6 16,-1 0-6-16,0 0 2 0,-1 0-3 0,-1 1 1 0,0-1-2 0,-1 1-3 15,1-1 1-15,-1 0-5 0,0 1 1 0,0 0 2 0,0 0-4 16,0 1-6-16,-1 0-2 0,1 0-7 0,-1 2-8 0,1-1-19 0,-1 1-31 15,0 0-39-15,1 1-44 0,-1 0-40 0,2 0-25 0,1 1-6 16,0 0 14-16,1 1 42 0,1 0-142 0</inkml:trace>
  <inkml:trace contextRef="#ctx0" brushRef="#br0" timeOffset="101906.29">6625 13641 1163 0,'-36'0'477'0,"-1"0"-473"0,-9-1-9 0,10-1 12 0,8 0 5 0,2 0-1 15,2-1-5-15,2 0-4 0,2 1-3 0,1-2 0 0,2 0-3 16,4-2-12-16,0 0-4 0,3 0-8 0,3 0-4 0,1-1 0 0,2 0 3 16,1-2-3-16,2-2 6 0,0-1 6 0,1-2 2 0,1 0 3 0,1-1-1 15,2-2 6-15,1-1 1 0,1 0 5 0,0-2 0 0,1 1 0 16,1 2 5-16,1-1 0 0,0 0 6 0,1 0-2 0,0 3 8 0,-1 0 7 15,0 1 7-15,0 1 5 0,0 1-2 0,-1 0-1 0,2 1-2 0,-1 1 2 16,0 1-1-16,2 0-3 0,-2 2-3 0,1-2-5 0,2 0-3 16,1 0 2-16,2-1-1 0,0 0 0 0,0 0 0 0,1-1 5 0,3 1-11 15,-1 0 4-15,4 0 3 0,2-1-4 0,1 1 7 0,3-1-3 0,1 0-1 16,3-1-6-16,1 0-3 0,3 1-1 0,0 0-5 0,2-1-1 16,1-1 3-16,1-1-3 0,1 1 0 0,2 1 1 0,2 0 1 0,2 1-1 15,1 1-1-15,0 1 5 0,0 2-6 0,1 1-2 0,0 1 4 16,2 3-5-16,0 1 0 0,0 3 2 0,1 1-4 0,0 3 3 0,2 0 1 15,0 4 1-15,-1 0-2 0,2 2-3 0,-3 2-4 0,0-1 2 0,0 2 2 16,-1 0 2-16,-1 1-4 0,1 0-2 0,-3 1-6 0,-1 1-2 16,0 0 6-16,-3-1 0 0,-1 2-3 0,-3 0-9 0,-2-1-7 0,-4 3-1 15,-3 0 6-15,-1 0 2 0,-3 3 5 0,-3-2-7 0,-1 1 3 16,-5 1-6-16,-1 0 0 0,-4 5 4 0,-3-1 4 0,-4 1 7 0,-4 0 1 16,-2 0 5-16,-1 0 1 0,-4 0 5 0,-3 4 11 0,-3-1 10 0,-4 0 6 15,0-2 5-15,-3-1 2 0,-2-3 3 0,0 0-2 0,-2-2 3 16,-2 0-7-16,1-3-2 0,-2-1-3 0,-1-2 5 0,1-1 5 0,-6-2 8 15,1-2 6-15,-3-1 3 0,-1-2 18 0,2-3 7 0,-4 1 19 0,2-1 3 16,-3-3-10-16,0 1-2 0,-1-2-10 0,0-1-13 0,0-1-5 16,-1-2-16-16,-1 0-15 0,-1-1 3 0,-1-1-10 0,1-1-6 0,1 1-2 15,-1-1-8-15,2-1-1 0,1 1-10 0,2-1-2 0,4 1 7 0,1 1-5 16,2 0 6-16,3 0-4 0,2 0-7 0,1 2 3 0,3-1-7 16,2 2-9-16,3 0-10 0,1 0-9 0,3 0-14 0,1 0-7 0,4 0-21 15,1 0-19-15,2 1-28 0,2-1-42 0,0 0-35 0,3 0-14 16,2 0 20-16,1 1 40 0,5-1 37 0,3 1 26 0,4 0 10 0,2-1 0 15,3 1 5-15,2 0 3 0,3-1 5 0,3 0 14 0,3-1 11 0,3 0 8 16,2-2-6-16,2 0-91 0</inkml:trace>
  <inkml:trace contextRef="#ctx0" brushRef="#br0" timeOffset="102672.3">10579 12771 503 0,'-7'4'149'0,"1"2"-103"0,-2 1-38 15,2-1-6-15,1-1-2 0,1 0-2 0,1 1 0 0,0 0-3 0,1-1 5 16,1 1 5-16,0-1 0 0,2-1 1 0,0 1 2 0,1-1-4 15,0 0-1-15,0 0 3 0,2-1 4 0,0 1 5 0,0 0 10 0,0 0 10 16,1-1 12-16,1 1 10 0,0-1 5 0,0 0-5 0,0-1-6 0,2 0-2 16,0-1 0-16,3 1 6 0,0-1-5 0,2 0-2 0,0 0-8 15,1 0-1-15,1 0-6 0,1-1-2 0,1 0-3 0,2 0-9 0,1 0-1 16,0 1-6-16,2 0 4 0,1 1-4 0,1 0-1 0,3 0-1 16,0 1-3-16,2 0 5 0,-1 0 0 0,1 0-4 0,-1 0-2 0,4 1 0 15,0 0-1-15,4 0-1 0,0 0-2 0,2 1-10 0,1-1-4 0,0 0 1 16,2 1-2-16,1-2 8 0,1 2-2 0,1-1 0 0,1 1-1 15,-1 0 1-15,1-1 2 0,0 2-3 0,-1 0 4 0,-1 2-5 0,0-1 2 16,0 3-3-16,-2 0 2 0,-2 0-2 0,-1 1 0 0,-3 0 2 0,-1 1-3 16,-2 2 2-16,-2 0 0 0,-2 0 1 0,-1 3 7 0,-3 1 1 15,1 0 3-15,-1 3-2 0,-2 0 0 0,-1 1-1 0,-3 0-1 0,-1 2 4 16,-1-3-3-16,-1 2-4 0,-1-1-7 0,-2 0-10 0,0 0-12 16,-1-2-3-16,0-2 2 0,-2 0-2 0,-3-1 5 0,-2-3-1 0,-2 0-5 15,-2-2-2-15,-1-3-1 0,-2 1-2 0,-3-2 8 0,-2-2 7 16,-2-1 9-16,-3 0 10 0,-1 0 9 0,0-1 9 0,-2 0 7 0,-2-1 2 15,-1 0 3-15,-2 0 1 0,-4 0 1 0,0 0 0 0,-3 0 2 0,-1 0-3 16,0 1 1-16,-2 0-3 0,-2 1-3 0,-1-1-1 0,-2 0-2 0,0 2 1 16,-2-1 4-16,-3 1 3 0,0 1 4 0,-1-1 11 0,-1 1 1 15,2-1 2-15,0 1 1 0,-1-1-7 0,-1 2 3 0,2-2 3 0,-1 1 1 16,2 0 0-16,2 0 0 0,-1 0-2 0,1-2-3 0,0 1 14 0,2-2-1 16,0-1-8-16,-1 0 1 0,2-1-12 15,0-1 2-15,2-1-1 0,0 0-3 0,0-1-4 0,0-1-11 0,-1-2-1 0,1 0-5 0,-1-2-14 16,4-1 0-16,-1-1-9 0,2-1-2 0,2-1-5 0,2 0-11 15,2 0-16-15,3-2-12 0,2 0-24 0,0-2-25 0,3 0-30 0,0-1-54 16,4-3-46-16,1-3-23 0,2-4-3 0,4-6 27 0,4-6 22 0,4-9-17 16</inkml:trace>
  <inkml:trace contextRef="#ctx0" brushRef="#br0" timeOffset="104454.82">8325 14556 635 0,'-29'10'21'0,"-4"1"-33"0,-7 1 24 16,7-4 8-16,4-2 3 0,3-1-10 0,0 0-6 0,2 0 5 0,2-2 2 15,1-1 2-15,0 2 1 0,4-1-9 0,-1-1 3 0,2 1-1 16,4-1 3-16,-1 0 2 0,2 0-1 0,2-1 0 0,1 0-3 0,1 0-1 16,1 0 1-16,1 0-5 0,2-1-3 0,1 0-2 0,1-1-7 0,1 0 0 15,1 0-4-15,1-1-1 0,1-1 3 0,2-1 1 0,4-1 3 16,0-1 3-16,2 1-2 0,1-3 0 0,1 1 1 0,4-2 2 0,2 0 2 15,3 0-7-15,-1 0 1 0,3 1 2 0,0-2 2 0,2-2 5 0,2-2-1 16,1 0-4-16,2 1 1 0,0-3 1 0,2 0 3 0,0 0-1 16,3 1-3-16,2-2 3 0,0 0-3 0,0 1 1 0,1 1 1 0,1-1-2 15,1-1 2-15,0 0-2 0,1 1 1 0,1 0-2 0,1-1-1 16,0 0 0-16,-1 0-1 0,3 1 4 0,-2 1 1 0,2 2-2 0,2 0-1 16,0 1 0-16,-1 1 2 0,0 2 1 0,1 0 5 0,0 4-7 15,1 0 3-15,-1 0-4 0,0 2 1 0,0 2 3 0,0 0-3 0,1 1 5 16,0 1-3-16,-1 2 1 0,-1 1 2 0,1 1-5 0,-2 1 1 0,0 3-1 15,0 1-1-15,1 2-2 0,1 2 0 0,-1 1-2 0,0 2 1 0,-1 2 3 16,0 2 3-16,1 0-1 0,-2 3-1 0,1 0-1 0,0 1-1 16,-1 2 3-16,-1 0-2 0,1 3 0 0,1-1-12 0,-2 4 1 0,1-2 0 15,-1 3-1-15,1 1 6 0,-2 2 2 0,0 3-5 0,1 0-2 16,-3 1-2-16,0 1-5 0,-3 0-4 0,-3-2-6 0,-2 1-4 0,-3-3-1 16,-1-1-2-16,-1 0 1 0,-2-3-1 0,-3 1 1 0,-1-3-4 0,-3-2 1 15,-3-2 0-15,-1 1 1 0,-3-3 7 0,-1 2 6 0,-4-1 3 16,-2 0 7-16,-2-1 3 0,-4-2 6 0,-2 0 6 0,-4-1 1 0,-3 0 4 15,-2 0 3-15,-3-1 4 0,-1 1 2 0,-4 0 4 0,-4-2-3 16,0 0 2-16,-4-1-2 0,0-1 1 0,-2 0 1 0,-1-1 3 0,-2 0 1 16,-2 0-3-16,-4 1 0 0,0-2-4 0,-2 0-1 0,-2 1-2 0,0-1-2 15,-1-2 16-15,-2 1 26 0,0 0 14 0,-1 1 9 0,0-1-15 16,-1 1-13-16,-3-2-8 0,0-1-1 0,-2-2-1 0,-1-1-11 0,-2 0 1 16,-1-1-5-16,1-1-3 0,0-3 8 0,-3-2-11 0,1-3-1 15,-3-1-11-15,-1-2-6 0,0-2 3 0,0-2 5 0,1 1 9 0,3 0 2 16,2 0 3-16,2 1 1 0,3 0-1 0,1 0-4 0,2 1-5 0,1 1 2 15,4 2 3-15,4 0 2 0,5 3 0 0,2 0-3 0,4 2-5 0,1 1-2 16,3 0-3-16,3 1-9 0,2 0-6 0,4-1-9 0,2-1-19 16,6 0-9-16,2 0-24 0,3 0-29 0,5 0-12 0,5 0-10 0,3 1 9 15,10 1 9-15,5 2 3 0,5 0 4 0,6-1 3 0,6 2 8 0,6 0 19 16,6 1-5-16,8 0-124 0</inkml:trace>
  <inkml:trace contextRef="#ctx0" brushRef="#br0" timeOffset="105290.81">14736 14488 887 0,'-11'14'63'0,"0"1"-19"0,-2 2 17 0,4-6-4 15,3-3-32-15,2-3-21 0,2-1-16 0,1-3-19 0,1 0-3 0,1 0-5 16,3 0 0-16,2 0 15 0,4 1 1 0,3 1 7 0,2 1 6 0,4 2 4 16,3 0-1-16,1 0 1 0,2-1 0 0,3 0-5 0,0-2 7 15,4-1-1-15,2-1 1 0,2 0 9 0,5 0-8 0,-2-1 7 0,2 0-7 16,1 0-6-16,-2-1 2 0,1-1 4 0,2-1 6 0,1 1-1 0,1-1 2 15,3 0-7-15,-2 1 3 0,1-2 0 0,2 1 0 0,1 0 9 16,3 1-7-16,3 0 4 0,3 3-1 0,1 2-6 0,5 3 7 0,1 1 2 16,2 2 1-16,3 2 2 0,1 2-1 0,2 5-3 0,3 4 2 15,1 2-4-15,2 3 2 0,1 2 0 0,0 2-1 0,-1-1 0 0,0 3-1 16,-5 0 0-16,1 2 1 0,-5 0 2 0,-3 0-2 0,-2-2 2 0,-2 1-1 16,-3-1-3-16,-2-1-2 0,-5 0 0 0,-1-2-6 0,-3-2 5 15,-3-1 2-15,-3-1-2 0,-5-2 9 0,-3-2-2 0,-4 0 1 0,-3-2 1 16,-3-2-1-16,-4 0 2 0,-3-1 4 0,-3-1 0 0,-2-3 4 15,-3 0 2-15,-3-1 4 0,-3 0 1 0,-4-1-4 0,-1-1 3 0,-2 0-2 16,-4 0-3-16,-2 1 0 0,-4-1-4 0,-3 0-1 0,-2-1 2 0,-2 1 0 16,-6 2 8-16,-2-2-2 0,-3 0 0 0,-4 0 0 0,-4-3-7 15,-2 0 0-15,-4-1-4 0,-5-2-8 0,-5 1-2 0,-3-2-2 0,-6 0-1 16,-4-4 5-16,-3 0-4 0,-3-3-2 0,-2 0 2 0,0 1-1 0,-2-1 1 16,0 1-1-16,0 1 1 0,0 0 5 0,3 0-4 0,1 3 0 15,1 0-1-15,3 0-3 0,1 1-1 0,1 1-2 0,3-2-3 0,2 2-4 16,2-3-6-16,2 1-9 0,1-2-19 0,2-3-24 0,1-2-22 0,2-3-16 15,0-4-6-15,1-4 5 0,3-4 9 0,2-2 5 0,3-3 5 16,4 0 2-16,4-3-2 0,3-3 8 0,2-3 12 0,1-3-4 0,3-1-101 16</inkml:trace>
  <inkml:trace contextRef="#ctx0" brushRef="#br0" timeOffset="116556.24">7798 15888 1022 0,'2'-1'144'15,"1"1"-86"-15,2-1-40 0,0-1-7 0,1 1-1 0,1-2 6 16,1 0-1-16,1 0-9 0,1-2 4 0,3 2-6 0,1-2-1 0,1 1 5 16,0-1-8-16,2-1 7 0,1 3-7 0,1-2 0 0,1 1 0 15,2-1-6-15,-1 1 8 0,1 0-4 0,2 1 10 0,-1 0 2 0,2-2 0 16,0 1-1-16,1-2 3 0,1 1 4 0,-2 0 6 0,2 0 5 0,-2 2-5 15,3-3 1-15,1 1-8 0,0-1 0 0,0 0-3 0,-1 0-6 16,-1 0-1-16,2 0 0 0,-2 0 4 0,0 0-3 0,2 1 4 0,-3 0 1 16,4-1 2-16,-2 1 2 0,0 0 7 0,0 1 4 0,0 1 9 0,-2 0 10 15,2 1-3-15,0 1 2 0,-2-1 0 0,1 2-5 0,-3 2-3 16,1 0 0-16,0 3-7 0,2-1 2 0,-1 2-5 0,-1 0-9 0,-1 1 1 16,-2 0-3-16,0 3-2 0,0 0 3 0,-1 2-9 0,0 1 3 15,-1 0-6-15,-1 1 6 0,-1 0 1 0,-2 0-4 0,-1 1 9 0,-2 1-9 16,-1 3 10-16,0 1 2 0,-1-1-12 0,-2 3 7 0,-2 0-14 0,-4 0 12 15,1 0 9-15,-3 2-5 0,-1-1 4 0,-1 3-4 0,-2 0 3 16,0 2 8-16,-4-1 2 0,-1 2-7 0,-3-2 1 0,-2-1-6 0,-3 1 0 16,1-1-2-16,-4 1-8 0,-2-2-3 0,-1 1-8 0,-4-3 0 0,-1 0-9 15,-3-1-4-15,1-3 6 0,-5 0-3 0,-1 1 5 0,-1-2 4 16,-1-2 0-16,1 0 9 0,2-1 2 0,0-1 8 0,0 0 4 0,2 0 6 16,1 0 6-16,0 0 3 0,3-3 4 0,1 1 0 0,1 0-8 15,3 0-10-15,2-1-1 0,2-2-7 0,0 0 6 0,5-2-4 0,0-1-13 16,4-1-7-16,3-3-16 0,0 1-9 0,3-3-9 0,2 1-29 0,1-1-14 15,2-2-16-15,2 0-20 0,2-3-5 0,4-1-22 0,1-2-39 16,5-2-37-16,1-1-26 0,3-3-15 0,3-2 17 0,0-2 37 0,3-1 38 16,0-4 49-16,3-1 19 0,2-4-99 0</inkml:trace>
  <inkml:trace contextRef="#ctx0" brushRef="#br0" timeOffset="117156.81">11761 15668 1286 0,'13'-3'166'0,"0"-1"-19"0,1 1-65 0,-2 0-24 0,-2 0-24 0,1 0-25 16,1 0-15-16,2 0-7 0,1-2-8 0,3-1 0 0,3 0 3 15,0-2-2-15,4-1 0 0,1 0-3 0,3 1 0 0,0 0 0 0,2-1 3 16,1 2 2-16,4-1 6 0,1 2 5 0,3-1 1 0,-1 2 1 0,2 2 2 15,1 0 0-15,0 1 4 0,0 1-2 0,1 1 1 0,0 0 8 16,-2 2 0-16,2 0 5 0,0 0 3 0,-2 2-2 0,1 2 2 0,0 0-1 16,0 1-3-16,-1 0 0 0,1 1-2 0,-1 1 0 0,-1 1-4 0,3 1 0 15,-2 1-4-15,-2 0-4 0,2 0 2 0,-4 1 1 0,0 2-1 16,1 1 6-16,-4 3 3 0,1-1 0 0,-3 3 9 0,-1 0-2 0,-1 0-6 16,-1 1 8-16,-4 0 6 0,-1 0 4 0,-4 1 9 0,-2 0-11 15,-1 0-10-15,-2 0 0 0,-2-1-6 0,-1 1 2 0,-2-2-4 0,-2-3-12 16,-2 3 2-16,-1-1-8 0,-3-1 3 0,-2 1 2 0,-1 0-6 0,-4 0 5 15,-1-2-2-15,-3 1 2 0,-1-4-1 0,-2 0-5 0,-3-1 4 16,-1 0-8-16,-3-1 10 0,-2-2 4 0,-3-1 0 0,-3-1 5 0,-2 0 4 16,-2-1 2-16,1 1 7 0,-2-2 4 0,-1 1 1 0,-1-2 13 0,-2 0 4 15,1 2 13-15,-2-1 5 0,0 0-3 0,0 0 11 0,-1 0-4 16,0 1 6-16,0 2-5 0,2-1-5 0,0 2 11 0,1 1-20 0,0 0 7 16,0 1 2-16,3-1-4 0,0 1 0 0,4 1-5 0,2 0-13 15,2-1-10-15,0 0 3 0,3 0-11 0,2 0-7 0,0-1-4 0,2-2-7 16,2 1-6-16,-1-1-14 0,3 0-10 15,1-1-19-15,1 0-14 0,2-2-27 0,0-2-42 0,0-1-34 0,2-1-53 0,2 0-67 0,1-2-108 0,1-1-57 16,2 0 51-16,1-2-83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ax="34422" units="cm"/>
          <inkml:channel name="Y" type="integer" max="19362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5811" units="1/cm"/>
          <inkml:channelProperty channel="Y" name="resolution" value="1000.10333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5-08-28T11:28:48.959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4170 7845 469 0,'-11'-4'-11'0,"1"-2"49"0,0-1-10 0,5 1-2 16,3 0-12-16,2 1-3 0,3-1-5 0,0 1-2 0,2-2-3 0,2 1 0 15,2 1-3-15,1-1 2 0,2 1-1 0,2 1 2 0,1 0-1 16,1 0-1-16,0 0 0 0,2-1 0 0,0 0 2 0,1 0 1 0,-1-1-1 15,3 0 5-15,-1 0 0 0,0-1 4 0,3-1 0 0,0 0 1 0,4 0 2 16,1-1-1-16,0-1 1 0,3 1-2 0,2-3 3 0,3 0 5 0,3-3 1 16,1 0 4-16,2 1 4 0,0-2 1 0,2-1 2 0,1-1 2 15,3 0-6-15,1-2-1 0,0 0 1 0,2 2-3 0,-1-1 3 16,0 1-5-16,3 2-1 0,-3 0-2 0,0 2-1 0,-1 0 0 0,-1 2-2 16,2 3 1-16,-2-1 1 0,0 1-2 0,0 1 2 0,-2 1-4 0,1 2-3 15,-3 1-2-15,-1 0-1 0,1 2 0 0,-2 0-1 0,2 2 1 0,-2 1-4 16,-1 2-1-16,-3 2 0 0,-2 1-3 0,0 3 2 0,-2 0-3 15,0 3-6-15,-3 1 1 0,-1 2-2 0,-2 1 3 0,-2 2 3 0,-1 0-1 16,-3 3 3-16,-1 1-4 0,-2 1 4 0,-4 3 1 0,-1 0-5 0,-2 2 4 16,-2 1 3-16,-3 0 6 0,-2 3 7 0,-2 0-3 0,-2 2 0 15,-1 1-7-15,-1 0 3 0,-2 2-1 0,-2 1 3 0,-2-1 4 0,-1 1-5 16,-1-3 2-16,-2-2-1 0,-1 1 1 0,-3 0-2 0,-2-1 3 16,-3 2-1-16,-1-2-9 0,-1 0 6 0,-5 0-2 0,1-2 7 0,-3 2 6 15,-3-2 1-15,-2-1-3 0,-1-1-7 0,-2-1-2 0,-2-1 4 0,0 1-1 16,-1-1 0-16,0-2 2 0,0-2-3 0,-2-3 1 0,2 0 2 15,1-2-1-15,-1-1 2 0,0-3-1 0,2 0 9 0,-1-3 4 0,1 0-3 16,0-2 2-16,-1-3-8 0,2-1-4 0,0-2 1 0,0-1-5 0,1-3 2 16,-2-1 2-16,0-1-5 0,1-2 3 0,1-1-3 0,1-1 0 15,-2-1-3-15,2 0-2 0,-3-1 2 0,2 0 2 0,0-1-3 0,-3 1 4 16,3-2 0-16,-1 0-5 0,1-1 0 0,3 0 1 0,0 1-4 16,2-2 3-16,1 1 0 0,2-1 0 0,1 0 3 0,2 0-5 0,4 0 3 15,3-1-2-15,1 1-3 0,4 1 6 0,0 1-8 0,2 0 4 0,2 0-4 16,1 1-8-16,1 2 4 0,1 0-8 0,3 1-1 0,1 1-3 15,1-1-1-15,2 1-2 0,1 0-3 0,1 1-1 0,2-1-2 0,2 2-3 16,0-1-5-16,2 0-19 0,0 1-33 0,2 0-20 0,1 1-21 0,1-1-4 16,0 1 10-16,2 1 7 0,1 0 11 0,0 0 9 0,1 1 9 15,2-2 5-15,-2 1 8 0,2-1 11 0,1-1 7 0,-2 2 7 0,2-2 9 16,1-1 0-16,0 1-30 0,2-2-116 0</inkml:trace>
  <inkml:trace contextRef="#ctx0" brushRef="#br0" timeOffset="1150.32">5418 8943 1122 0,'-25'-16'316'0,"1"2"-265"16,-2-2 66-16,9 4-24 0,6 4-10 0,2-1-21 0,2 1-15 0,3 2-9 16,1 0-9-16,2 2-15 0,1-1-20 0,2 1-10 15,3-1-9-15,2 2-1 0,4-1 8 0,3 2 9 0,2-1 1 0,3 1-2 0,3 1 4 16,1 1-2-16,3 1 0 0,1-1 4 0,1 1-7 0,0 0 7 16,1-1-5-16,0 1-2 0,-1-2 4 0,0 1-3 0,-1 0 8 0,1 0 4 15,-1-1-1-15,2-1-1 0,-2-1 1 0,1 0 5 0,-1-1-1 0,3-1 4 16,1-1-5-16,1 0 3 0,0-1-2 0,-1-1 1 0,1 0 3 15,2 0-1-15,0-3 9 0,2 1 5 0,-2-1 6 0,2 0 16 0,-1 0 4 16,0 0 2-16,3 0 0 0,-2 0-7 0,2 0 1 0,-1 2-5 0,2-1-2 16,2 2 1-16,2 0-7 0,-2-1 1 0,1 2-5 0,-1 0-2 15,0 1-7-15,0 1 1 0,-1 0-8 0,-1 1-2 0,1 1 3 0,-1 1-1 16,1 0 3-16,1 0 0 0,-1 1-6 0,2 0-3 0,2 0 0 16,2-1-2-16,0 1 2 0,0-1-4 0,1 1 4 0,0-1-5 0,1 0 5 15,1 0-12-15,1-1 4 0,-1-1 2 0,0 1-6 0,-1-1 10 0,-1 1-4 16,2-1-1-16,-1 0 4 0,0 1-2 0,-1-1 0 0,-1 0 5 15,1 1-4-15,-1 1-1 0,1-1-1 0,0 1-7 0,-1-1 3 0,2 0 7 16,-2 2-1-16,-2 0 1 0,1 0-1 0,0 1 1 0,-2 0-4 0,0 1 2 16,1 1 0-16,-4 1 0 0,1 1 3 0,-1 0-3 0,-1 1 4 15,-1 3-6-15,0 1 2 0,-2 1 3 0,2 2 0 0,-1 1 4 0,-2 1-3 16,1 1 1-16,-2 1-5 0,1 2 5 0,-1-2-10 0,-1 3 4 0,1 2 2 16,-4-2-6-16,0 3 4 0,-1 0-1 0,-1-1-1 0,-1 3 3 15,0-1-8-15,-1-1-1 0,-2 1 10 0,1-1-1 0,-2 3 11 0,-2 0-1 16,1 0-12-16,-2 1 4 0,-3-2-1 0,0 2 1 0,-1-1 1 15,-1-2-4-15,0 2 1 0,-2 0 0 0,-2 0 0 0,-2-1 1 0,-1-2-2 16,-2 0 4-16,-1-3-2 0,1 0 4 0,-1-1-2 0,-2-1-1 0,0-1 3 16,-2 0 1-16,-1-1 0 0,-1-2-2 0,-1-2 0 0,-2 0 3 15,-1-1-2-15,-3-1 3 0,0 1 3 0,-3-2-3 0,-4-1 3 0,-3-2 0 16,-2 2-1-16,-2-1 0 0,-2-1 3 0,0 1 0 0,-3-2-2 16,0 1-3-16,-2 0-8 0,0-1 0 0,-1 0-5 0,-1 0 2 0,-1 3 3 15,1-1 2-15,-1 1 12 0,-1 1-2 0,-1 0 4 0,-2 2 1 0,-1 0-19 16,1 1 4-16,0-1 1 0,-3 2-3 0,2-1 3 0,-2 1-3 15,-1 2-6-15,1-2-1 0,-2 2 6 0,0 0-3 0,1-1 6 0,-1 0-4 16,3 0 1-16,-1 0-1 0,-1 0 0 0,0 1-3 0,-1-2 5 16,-1 0-1-16,2 1-3 0,0-1 4 0,-1 0-3 0,0-3-3 0,0 1 6 15,-2-2 0-15,0-1 5 0,0 0 3 0,0-2-5 0,0 0 2 0,1-1-3 16,1 0-2-16,-3-1 1 0,1 0-1 0,2 0 0 0,-2-2 2 0,3 1 0 16,0-1 1-16,0 0-2 0,1-1 9 0,0 0 0 0,-2-1 0 15,2 0 0-15,1-1-7 0,-1 0-4 0,2 0 2 0,0-1-1 0,1-1 0 16,-1 1 0-16,-1-1 2 0,0-1-2 0,-1 0 0 0,3-1-2 0,-1-1 1 15,-1-1-1-15,3 0-1 0,-1 0 8 0,1-1 0 0,1 0 0 16,-1 1 3-16,2 0-8 0,1 1 0 0,3 0 2 0,1 1-2 0,1 2 1 16,2 0-1-16,0 1 2 0,1 0 1 0,0 1-1 0,4 0-2 15,-1 2 2-15,2 1-2 0,2 0 1 0,3 0-2 0,1 2-4 0,0 0 0 16,2 1 0-16,1 1 0 0,0 1 1 0,0 1-2 0,0 0 1 0,1 1 0 16,0 2 2-16,1-1-1 0,2 0-1 0,0 0 2 0,1-1-2 15,0 0 0-15,0-1 0 0,1 0 3 0,1-1-2 0,0 0 4 0,1 0-4 16,0 0-1-16,-1-2 2 0,3 0-4 0,-1 0 1 0,1 0 1 0,1-1 2 15,-1 0 1-15,1 0-3 0,-1-1 2 0,1-1 3 0,0 1-3 16,-1 0 1-16,2-1-1 0,-1 1 1 0,-1-1-1 0,2 0 1 0,-2 0 4 16,1 0-5-16,-1-1 3 0,1 1-2 0,1-1-1 0,-2 1 3 15,0-1-2-15,0 0 4 0,1 0-1 0,-1 0-4 0,1 1 6 0,0-1-1 16,0 0-4-16,0 0 4 0,-1 0-9 0,0 0 7 0,1 0-3 16,-1 0 0-16,1 0 5 0,0 0-2 0,-1 0 0 0,0 0 0 0,1 0-2 15,-1 0-1-15,1 0-1 0,-1 0 1 0,0 0 8 0,0 0-2 0,0 0 1 16,0 0-4-16,0 0-2 0,0 0 2 0,-1 0 2 0,1 0-1 15,0 0 2-15,0 0-3 0,1 1 2 0,-2-1 1 0,0 0-4 0,0 1 1 16,0-1-4-16,1 0 1 0,-1 0 2 0,1 0-1 0,1-1-3 0,-2 1-1 16,2 0-11-16,-1 0-10 0,0 0-11 0,0 0-10 0,0 0-7 15,2-1-7-15,-1 0-1 0,1 0-7 0,0 0 1 0,2-2-7 0,1 0-16 16,0-2-24-16,1 0-27 0,2-2-26 0,1-1-23 0,1-1-10 0,0-1-2 16,0-1 10-16,-1-2 7 0,0-1 17 0,0-1 33 0,-2-3-152 15</inkml:trace>
  <inkml:trace contextRef="#ctx0" brushRef="#br0" timeOffset="2183.62">3779 10519 778 0,'-12'-7'-7'0,"2"0"55"0,0-1-9 0,6 3-9 0,4 2-15 16,1-1-11-16,3 1-4 0,1-1-1 0,6 0-1 0,1 0 1 0,4-1-1 16,3 0-2-16,2 0 0 0,5-2 2 0,1 0 2 0,4-1-2 0,2-2 2 15,3 1-2-15,0 0-1 0,1-1 5 0,3-1-1 0,-1 0-2 16,2-1 1-16,2 0-3 0,-1 0 2 0,1-2 5 0,2 0 2 0,-1-2 8 16,1 0 13-16,1-2 4 0,2 0 9 0,-1 0 2 0,-1-2-3 15,1 0 7-15,-1 1 8 0,-1-1 14 0,0 0 11 0,1 1 4 0,0-2 0 16,0-2-6-16,-1 1-2 0,1 0 2 0,1-1 5 0,-1 2 0 0,1-1-1 15,1 0-7-15,1 1-5 0,2-2-13 0,-1 1-5 0,2-1-6 16,1-1-18-16,2 1-3 0,1-2-2 0,3 2-4 0,1 1 11 0,3 1 0 16,3 0 2-16,0 2-4 0,3-2-7 0,1 2-3 0,2 1-14 0,2 2-3 15,3 1-8-15,1 1-4 0,1 3 6 0,1 1 1 0,2 2 10 16,1 3-1-16,-1 1-7 0,1 3-1 0,-2 3-3 0,0 2-2 0,-1 2 6 16,-4 2 12-16,-1 2 2 0,-1 0 2 0,-1 3-10 0,-1 1-11 15,-1 2-1-15,-3-1-2 0,-4 2 11 0,-1 2-3 0,-2 0 3 0,-3-1-2 16,-1 2 0-16,-3 0 4 0,-2 2-5 0,-2 1 1 0,-2 1 2 15,-2 0-1-15,-2 0 2 0,-3 0-1 0,-1-1 2 0,0 1-2 0,-1-1 3 16,0 1 0-16,-1 0 2 0,0 2 3 0,-2-1-2 0,-1 0 0 0,1 2-8 16,-2-2 1-16,0 2 10 0,0-1 2 0,-4 0 8 0,1 2-2 0,-3 0-9 15,0 0-3-15,-1 0 1 0,-2 2-1 0,-1-2-3 0,-3 0-2 16,-1 1 1-16,-1-1-2 0,-3 0 5 0,1-1 0 0,-2-2 0 0,-2 1 0 16,0-1 0-16,-3-2 3 0,-2 1-1 0,-1-1 2 0,0-1 0 15,-5 1 3-15,0-2 4 0,-3 0-9 0,-2 0 9 0,0-2 1 0,-3 2 0 16,-2 1 12-16,-2-2-12 0,-1 2 1 0,-2-2-1 0,-2 0 1 0,-2 1 1 15,-1 0-3-15,-3-2 1 0,-2 1-2 0,-2 1 3 0,-3-1-2 16,-2 2-2-16,-1 0 1 0,-1-1-13 0,-3 1 8 0,-1-1-2 0,-1-2-1 16,-3 1 4-16,1-1-6 0,-1-1-1 0,-1 2 1 0,-3-1 2 0,-1-1 5 15,-2 1-4-15,0-1 3 0,0 1-5 0,-1-2 4 0,-1 1 1 16,-1-2-7-16,0-1-1 0,-2 1 10 0,1 0 2 0,0-1 8 0,0-1-3 16,-2 0-15-16,0-1 5 0,0-2-6 0,-2 1-1 0,2-3 7 15,-1 1-2-15,-2 0-6 0,0-1 10 0,-1-1-4 0,-1 0-11 0,1 0 8 16,-3-2-9-16,1-1-2 0,-1-1 14 0,-2-1-6 0,1-1 5 0,0 0 2 15,-1-2-9-15,1-1 9 0,2 0-2 0,1-1 8 0,3-2 2 16,0 0 5-16,1 0-2 0,2-2 3 0,1-2 6 0,2 0 7 0,3 0 1 16,0 0 4-16,4-1-4 0,-3 0-5 0,4 1 1 0,2-1-10 0,1 0 2 15,3 1-11-15,1 0 0 0,0 0-1 0,1 0-7 0,1 1-1 16,4 1 5-16,0 0-22 0,2 1 6 0,4 0 1 0,0 1-3 0,3 1 22 16,0-1-8-16,1 2-3 0,0-1-4 0,3 1 2 0,0 0 2 15,1 0 4-15,2 1-10 0,0 1-1 0,1-1-1 0,-1 0 12 0,2 0-1 16,1 1-1-16,0 0 3 0,0 0-10 0,1 1 3 0,0 0 3 0,1 0-3 15,0 0-1-15,1 1-1 0,1-1 0 0,0 0-2 0,0 0 4 16,0 1 0-16,1-1-4 0,1 1 1 0,1 0 1 0,-1-1-6 0,1 1 4 16,0-1 3-16,0 1-1 0,1 0 2 0,0 0-2 0,0-1-2 15,0 1 8-15,0-1-8 0,1 0 13 0,-1 0-1 0,1 0-4 0,0 0 5 16,0 0-13-16,0 0-1 0,0 0-10 0,0 1 9 0,0-1-3 0,0 0-2 16,1 0-4-16,0 1-13 0,0-1-7 0,1 0-22 0,-1-1-10 15,1 1-21-15,0-1-18 0,0 0-5 0,0-1-10 0,1 0-9 0,-1-1-2 16,1-1-19-16,2 0-25 0,-1-2-58 0,1-1-64 0,-1-1-62 0,0-2-24 15,-1 0 26-15,-2-2-98 0</inkml:trace>
  <inkml:trace contextRef="#ctx0" brushRef="#br0" timeOffset="3034.08">3606 11886 1449 0,'-27'-15'88'16,"3"-1"9"-16,-3-3-10 0,9 4-4 0,10 4-18 0,-1-2-21 0,4 1-13 15,1 1-13-15,2 0-7 0,4 1-8 0,2 0-7 0,3 0-4 16,3 0-6-16,3 0 4 0,5 1-1 0,3 0 4 0,2 2 0 0,5-1-2 16,2 1 3-16,2 0 0 0,2 0 6 0,4 0-5 0,1 0 1 0,1 0 0 15,4 1-4-15,0 2 4 0,2-3 1 0,0 1-1 0,2 0-2 16,-2-1 3-16,1-1 3 0,1 1 3 0,0-2-1 0,-2 2-2 0,0 0-4 16,-1-2 6-16,1 1-1 0,-1-1 2 0,-1-1 3 0,0 1 5 15,-1-1 22-15,0 3 26 0,-3-2 14 0,-2 1 17 0,0 0 2 0,-3 0-6 16,1 2-3-16,-2-1-10 0,1 1-8 0,-1 3-9 0,-1-3 0 0,0 2 2 15,0 1-6-15,-1-1-9 0,-1 3-5 0,0-1-3 0,0 1-3 16,3 2 2-16,-2 1-5 0,2 2-7 0,-3 1 0 0,-1 0 4 0,-1 1 1 16,1 3-1-16,-2 0-1 0,2 3-6 0,-1 0-7 0,1 3-6 0,-2 0-1 15,1 4-2-15,-1 2-3 0,-2 0 0 0,2 1 4 0,-3 2-2 16,-1 0 1-16,-1 2-3 0,-2 2 2 0,-2 1-2 0,0-2 3 0,-3 2 1 16,1-2-6-16,0 1 4 0,-3 0-2 0,1 0 2 0,-2 2 3 0,0-1-2 15,-3 1-11-15,-1-2 1 0,-3 1 8 0,0-2-2 0,0 0 13 16,-2-2 0-16,1 0-6 0,-2-2-3 0,-1-1 1 0,0-1 1 0,-2-1-3 15,0-2 7-15,-1 0 3 0,-1 0 1 0,-1-2-3 0,-1 1-3 16,1 0-1-16,-2-2 1 0,-1 0 4 0,-2-1 3 0,1-2-1 0,-2 1 1 16,-3-1-1-16,-1-1-1 0,-3 1 1 0,-1 1-4 0,-1-1 0 0,-2 0-2 15,0 0 4-15,-3 0 0 0,-3 1 0 0,1-1-2 0,-4-1 1 16,2-2 1-16,-3 0 0 0,1 0 5 0,-2 0-1 0,0-2 5 0,0-1 1 16,1 0 3-16,-1-1 2 0,1-1 0 0,-1-1 3 0,2 0-5 0,-1-1 3 15,3 0-1-15,-3 0-6 0,1-2-5 0,-1 1 0 0,2-2-7 16,0 1 9-16,0-2-1 0,1 1-11 0,1-1 9 0,-1 0-14 0,0 0 10 15,2 0 3-15,0 1-1 0,2-1 3 0,1 0-1 0,0 0-6 0,1 0 5 16,1 0-7-16,-1 0 4 0,2 1-4 0,1-1-8 0,0 2 8 16,2-1-6-16,2 1 4 0,-1-1 8 0,1 1-8 0,0-1 5 0,2 1-5 15,0 0-8-15,0 1 8 0,1 0-8 0,0-1 6 0,2 0-2 16,0 1-4-16,0 0 8 0,0 1-6 0,0-1 4 0,3 0-13 0,0 0 13 16,1-1-2-16,0 1 0 0,0 1 4 0,1-1-8 0,2 0 4 0,-2 1 2 15,1-2 0-15,-1 1-4 0,2 0-2 0,-1 0-2 0,1-1-2 16,-1 0 0-16,1 0 4 0,0 1 4 0,0 0 2 0,1 0 0 0,0 0-6 15,0 0 0-15,-1-1-2 0,0 0 0 0,2 0-3 0,0 0-15 0,1 0 3 16,-1 1-16-16,0-1-5 0,2 0-3 0,-1 1 2 0,1 0-7 16,1 1-6-16,0 0 0 0,2 0-14 0,1 1-9 0,0 0 1 0,0 0-18 15,2 0-8-15,2-1-6 0,0 1-21 0,1 0-8 0,1-1-11 0,0 0-6 16,2-1 2-16,0 0-3 0,0-1-23 0,1 0-40 0,-1-2-28 16,2 1-4-16,1-2 23 0,-2-1 43 0,1-1 35 0,1-1 28 0,1 0 24 15,-3 1 27-15,1 0 22 0,0 2-109 0</inkml:trace>
  <inkml:trace contextRef="#ctx0" brushRef="#br0" timeOffset="3400.22">4969 14168 315 0,'1'0'157'0,"4"2"-110"0,2 1 6 0,4 2 2 0,1 2-6 16,0-1-8-16,2 1-8 0,2 1-8 0,1 0-5 0,1 2-3 16,2-1-5-16,3 0-3 0,3 0-1 0,3-2-3 0,3-1-1 0,1-1-1 15,2-2-1-15,1-1-3 0,3-3 0 0,3-1 1 0,2-1-1 16,4-1 0-16,0-1 0 0,1 0-4 0,4-1 3 0,-1-1-1 0,3 2 1 15,2 0 1-15,0 1-2 0,2 1 0 0,-1 0-7 0,1 1-8 0,1 1-14 16,1 1-6-16,-1 1-5 0,0 1 2 0,-1 1 10 0,2 1 5 16,-2 1 9-16,1 2 3 0,0 1 0 0,-3 1-1 0,1 1-1 0,-1 2 0 15,0 0 2-15,-1 1 5 0,2 1 5 0,-1 1 3 0,1 0 2 0,1 2-1 16,0 0-1-16,2 1 2 0,0 0-3 0,1 0 0 0,2-3-4 16,0-1-26-16,1-3-22 0,0-2-6 0,4-3-4 0,0-4-129 0</inkml:trace>
  <inkml:trace contextRef="#ctx0" brushRef="#br0" timeOffset="4849.92">15706 2656 588 0,'-12'-21'141'0,"0"1"-144"0,-2 0 65 15,4 9-38-15,6 7-3 0,2 4-1 0,2 3-16 0,2 4-4 0,1 1 4 16,1 5 1-16,1 3 5 0,1 3-2 0,1 1 2 0,2 6-3 15,0 0-2-15,0 5 0 0,1 2 0 0,0 5 1 0,2 4-1 0,0 3 1 16,1 4 2-16,0 1 4 0,1 3 2 0,0 4-1 0,0 4 6 0,-3 3 3 16,-1 2 11-16,-2 4 16 0,-2 3 12 0,-2-1 12 0,-1 3 10 15,-2 1 5-15,-1-1 2 0,-2 1 3 0,-1 4 1 0,-1 1-6 0,0 2 7 16,-1 1-5-16,-1 0-6 0,0 0-4 0,1 0-15 0,-2 2 0 0,0 2-7 16,0 3-7-16,2 0 1 0,1 1-10 0,1 2-3 0,3 1-9 15,0 3 0-15,0 4 0 0,1 2-10 0,1 2 6 0,1 1-15 0,0 3 0 16,0 3-3-16,1 5 1 0,-1 1 3 0,1 1-2 0,-2 0-8 15,-1 0-4-15,0 2 4 0,-2-3-4 0,1 0 5 0,-1-2-3 0,-2-1 0 16,-2 0 7-16,-1 0 6 0,-1 1 18 0,-1-1-3 0,-1 1 12 0,-2 1 1 16,0 2-2-16,-2 1 8 0,-1 1-13 0,-2 1-12 0,1 2-1 15,-2 3-6-15,1 1 2 0,1 0 6 0,2 0-8 0,0-4-1 0,0-1-3 16,1-3 5-16,1-3 1 0,1 0 2 0,0-2 2 0,1 4-5 0,1 0 2 16,1-1-5-16,1 2-8 0,1-3 0 0,1 0-1 0,1-1-1 15,0 0 8-15,2-3-15 0,1 0 6 0,-1-2 0 0,1 1-4 0,1 0 18 16,-1 0-7-16,1 0 2 0,0-2 0 0,-1-1 1 0,1 1 8 15,0 1 0-15,-1 2 0 0,1 3 0 0,-1-1-4 0,1 4 3 0,0-1 3 16,1 2-8-16,0 1 1 0,0 0 2 0,1 2-8 0,0 2 2 0,1 1-5 16,0 2-3-16,0 0 7 0,1 4-7 0,0 2 5 0,1 3-2 15,0 3-6-15,0 1-2 0,1 3-2 0,0 1 10 0,0 0-8 0,-1 1 5 16,1 2-4-16,-1 2-5 0,-1-1 13 0,0 1-3 0,-1 0 11 0,0 1-7 16,-1 0-3-16,0 4-5 0,1 1 2 0,0 0-4 0,-1-1-2 15,1-2 6-15,0 1-7 0,0-4-1 0,-3-76 0 0,1 18-10 0,0-3 3 16,0 17-24-16,-1-3 5 0,0-45-3 0,-1 7-10 0,0-3-13 15,1 6-44-15,-1 9 1 0,0 7 19 0,0-4 17 0,0 4 18 0,0-5-24 16,-1 0-48-16,0-6-25 0,0 2-33 0,0-8-50 0,-1-1-130 0,1-9-84 16,-1-2-2-16,0-10 52 0,1-9 136 0,-1-14-18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2B2AFA-ABF9-74C9-C8E9-21B32458AC3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944E7D-99D0-DA5A-4221-EDA7284FD3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2F7BE7-950F-04CD-AC6E-0EC76B9A7A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BB7F7E3-45F7-8992-AD60-ECCEC28EC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76EFC3-C355-5BE3-B1D2-02962504B2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88258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716AE0-0D54-A990-7E08-5F5E95CBEC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96CD5D-05F3-0F98-A485-9760EF5E444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7D3CBA-B3D2-217F-A79B-04733EC7A5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E5130B-7A5F-1024-224F-76F99DC14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4AFBA-1EEF-EB39-5251-A134D3D4E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028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CE548D-23A8-8DB6-88FD-D613A125EC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01D697-A206-ADEF-D27A-1C089823C1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222D84-950F-7DF1-239A-15655AAD1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A31DB5-014E-7571-D5B9-D2D37E8328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A85C25-9B87-82D0-9A18-ED26EB244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773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2E9A92-CC00-D4AD-8B75-11E56E12C6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CDF59C-C8FB-5A6D-91C4-F3CA0009EC4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67F5C42-2365-37DE-152A-C7337AE00A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0E8ACE-845C-1826-2E46-FD2BA5995B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D9C541C-6850-0462-706D-E79885654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15F9A28-748F-939D-A090-CDF2BB871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3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12BCD4-16B4-4B03-EBF4-11B2F8A2C4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35DA1A5-B96E-A028-3037-95B2F0C6941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BA3F1C9-8317-847D-B7BC-82291BCFC3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DD7782-22C9-6376-F23F-D623DCE468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39DFEC-0BBF-0991-388F-0CAC24C9D5D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A3198EF-5922-4934-7CD6-702303E60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F956094-F0EB-DCE2-0304-E258B90E63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3108C2-E174-A79D-2682-59892F7107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40389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98BB4F-35C5-775D-7769-4D5FC6297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182E7C-DC2E-9ABE-B492-0A2B36240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1D39D8D-277A-1F89-C18E-19FAA0455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F1B63B-7D8D-CDA2-A4C2-82E651A9E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102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382DD87-F63A-F5B3-959B-BCC1FAF9BA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DC01D30-692B-7345-0A83-1B3AFCCEDD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C3C54A9-E289-02D7-5B02-0CD286AC71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75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C9AED-1A5F-5767-31E4-1B434A29BD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CAAD72-393F-04DE-0FFE-E67CC1A948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4FD7FFF-8743-6355-6812-F4A126B4F5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3336F1-A61F-CD3D-930A-905657706A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22751A-A4CC-3E54-C392-6E0303C783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158DA5-4BDE-1D06-6336-BF7A6CC0B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77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3B3DF-9394-8766-B2A0-56DE123B32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31D7EB9-94BC-A9E5-C477-AAF6F2B033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5787355-750D-6F18-A845-F176FC81AD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CFFFF9-3D6C-A80B-46CF-82B5E0D5D3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81F0F-64E3-CB87-EF96-489F0D5716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8A39CF-F5C9-FCC8-6E4D-7AB0E94A50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29444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54E84-B6F5-CCC9-114C-2EF6344C40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7C3A2-E302-48CA-C193-A858C24FEE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C6E941-39B6-0C29-4730-FC0733CB3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A27FD5-134D-30E9-8AD5-D34DCE005B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88DEEA-969F-7448-F7BB-5E8A98EB1E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664744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E02127-755B-94B6-1123-DBC1E50EE3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D2459A1-C59D-1FCD-A758-CD8C4ED18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A2145A-383D-E841-0679-4CD81D04C9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1B1183D-A9A9-5E1B-90E1-8176CC6307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5BF91BB-8F5C-0BA1-97E6-CBE18A3ADC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3619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C04E873-6606-E2B7-44E2-96EE16C881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A65516-B4AC-E02B-9897-6525998F5C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8E11D-6AD4-7DE3-810C-BC0F5CEED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362E02-0274-4658-BD6C-458F8E80ADB6}" type="datetimeFigureOut">
              <a:rPr lang="en-US" smtClean="0"/>
              <a:t>8/28/2025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80859E-C943-E4ED-BEB3-B358BABDD9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3911C7-413D-9304-780B-5FDA673A1E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A59130-683E-491C-B098-9C6BC3BF2C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59458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customXml" Target="../ink/ink5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customXml" Target="../ink/ink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customXml" Target="../ink/ink7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2FB10D-C358-37EA-9C27-024AAC8B50D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5-dars(Model Building)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7F1D0E-09AA-9756-6FD2-191672872A8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513634"/>
            <a:ext cx="9144000" cy="744166"/>
          </a:xfrm>
        </p:spPr>
        <p:txBody>
          <a:bodyPr/>
          <a:lstStyle/>
          <a:p>
            <a:r>
              <a:rPr lang="en-US" dirty="0"/>
              <a:t>Davronbek Malikov</a:t>
            </a:r>
          </a:p>
        </p:txBody>
      </p:sp>
    </p:spTree>
    <p:extLst>
      <p:ext uri="{BB962C8B-B14F-4D97-AF65-F5344CB8AC3E}">
        <p14:creationId xmlns:p14="http://schemas.microsoft.com/office/powerpoint/2010/main" val="41615778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C07C7F-42DF-423C-516E-2D0240EA1F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Bugun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5DCAC-A41C-9040-8616-F36BB5EB06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/>
              <a:t>L1 </a:t>
            </a:r>
            <a:r>
              <a:rPr lang="en-US" dirty="0" err="1"/>
              <a:t>va</a:t>
            </a:r>
            <a:r>
              <a:rPr lang="en-US" dirty="0"/>
              <a:t> L2 Regularization</a:t>
            </a:r>
          </a:p>
          <a:p>
            <a:r>
              <a:rPr lang="en-US" dirty="0"/>
              <a:t>Lasso Regression</a:t>
            </a:r>
          </a:p>
          <a:p>
            <a:r>
              <a:rPr lang="en-US" dirty="0"/>
              <a:t>Lasso Regression: </a:t>
            </a:r>
            <a:r>
              <a:rPr lang="en-US" dirty="0" err="1"/>
              <a:t>Amaliyot</a:t>
            </a:r>
            <a:r>
              <a:rPr lang="en-US" dirty="0"/>
              <a:t> </a:t>
            </a:r>
          </a:p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r>
              <a:rPr lang="en-US" dirty="0"/>
              <a:t>?</a:t>
            </a:r>
          </a:p>
          <a:p>
            <a:r>
              <a:rPr lang="en-US" dirty="0" err="1"/>
              <a:t>Imtixon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7F89CEA4-EABA-6913-0A0A-3C11D2DDB501}"/>
                  </a:ext>
                </a:extLst>
              </p14:cNvPr>
              <p14:cNvContentPartPr/>
              <p14:nvPr/>
            </p14:nvContentPartPr>
            <p14:xfrm>
              <a:off x="1005480" y="1595520"/>
              <a:ext cx="4278960" cy="33876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7F89CEA4-EABA-6913-0A0A-3C11D2DDB50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996120" y="1586160"/>
                <a:ext cx="4297680" cy="34063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6508833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8418E5-2CF8-99E0-9ADC-D3E13D0170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Takrorlash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75665084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B00805-D183-CA6E-649E-223111F631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78BD9-8582-D8E1-7795-903EC2CD4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F98BB8-496D-AB9E-E435-76E5A26E33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Takrorlash</a:t>
            </a:r>
            <a:endParaRPr lang="en-US" dirty="0"/>
          </a:p>
          <a:p>
            <a:r>
              <a:rPr lang="en-US" dirty="0" err="1"/>
              <a:t>Os</a:t>
            </a:r>
            <a:r>
              <a:rPr lang="en-US" dirty="0"/>
              <a:t> - </a:t>
            </a:r>
            <a:r>
              <a:rPr lang="en-US" dirty="0" err="1"/>
              <a:t>kutubxonasi</a:t>
            </a:r>
            <a:endParaRPr lang="en-US" dirty="0"/>
          </a:p>
          <a:p>
            <a:r>
              <a:rPr lang="en-US" dirty="0" err="1"/>
              <a:t>Datasetlarni</a:t>
            </a:r>
            <a:r>
              <a:rPr lang="en-US" dirty="0"/>
              <a:t> </a:t>
            </a:r>
            <a:r>
              <a:rPr lang="en-US" dirty="0" err="1"/>
              <a:t>saqlash</a:t>
            </a:r>
            <a:r>
              <a:rPr lang="en-US" dirty="0"/>
              <a:t> </a:t>
            </a:r>
          </a:p>
          <a:p>
            <a:r>
              <a:rPr lang="en-US" dirty="0" err="1"/>
              <a:t>Oraliq</a:t>
            </a:r>
            <a:r>
              <a:rPr lang="en-US" dirty="0"/>
              <a:t>: Project</a:t>
            </a:r>
          </a:p>
          <a:p>
            <a:r>
              <a:rPr lang="en-US" dirty="0"/>
              <a:t>Ridge Regression</a:t>
            </a:r>
          </a:p>
          <a:p>
            <a:r>
              <a:rPr lang="en-US" dirty="0" err="1"/>
              <a:t>Vazifa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78DDE9B-60CC-7788-C6E9-83665F0A2FA3}"/>
                  </a:ext>
                </a:extLst>
              </p14:cNvPr>
              <p14:cNvContentPartPr/>
              <p14:nvPr/>
            </p14:nvContentPartPr>
            <p14:xfrm>
              <a:off x="739440" y="1720440"/>
              <a:ext cx="10478160" cy="482364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78DDE9B-60CC-7788-C6E9-83665F0A2F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30080" y="1711080"/>
                <a:ext cx="10496880" cy="4842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5287395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EDD1A6-F3DC-FAB7-4155-7E819972E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50F5D7-C28C-31E3-C72E-8114496FB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L1 </a:t>
            </a:r>
            <a:r>
              <a:rPr lang="en-US" b="1" dirty="0" err="1"/>
              <a:t>va</a:t>
            </a:r>
            <a:r>
              <a:rPr lang="en-US" b="1" dirty="0"/>
              <a:t> L2 Regularization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DBC2B187-2BE9-1ACC-4189-3D6EDDD3F87F}"/>
                  </a:ext>
                </a:extLst>
              </p14:cNvPr>
              <p14:cNvContentPartPr/>
              <p14:nvPr/>
            </p14:nvContentPartPr>
            <p14:xfrm>
              <a:off x="3362760" y="3210480"/>
              <a:ext cx="5533560" cy="9068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DBC2B187-2BE9-1ACC-4189-3D6EDDD3F87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353400" y="3201120"/>
                <a:ext cx="5552280" cy="925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47669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B81CA-6503-8810-08CE-7AD5A0CCE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 </a:t>
            </a:r>
            <a:r>
              <a:rPr lang="en-US" dirty="0" err="1"/>
              <a:t>va</a:t>
            </a:r>
            <a:r>
              <a:rPr lang="en-US" dirty="0"/>
              <a:t> L2 Regularization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5A24CE-34B4-F368-BE65-C7F6A938CF9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L1 Regularization(Lasso Regression)</a:t>
            </a:r>
          </a:p>
          <a:p>
            <a:pPr lvl="1"/>
            <a:r>
              <a:rPr lang="en-US" dirty="0"/>
              <a:t>Absolute value as a penalty</a:t>
            </a:r>
          </a:p>
          <a:p>
            <a:pPr lvl="1"/>
            <a:r>
              <a:rPr lang="en-US" dirty="0"/>
              <a:t>Muhim </a:t>
            </a:r>
            <a:r>
              <a:rPr lang="en-US" dirty="0" err="1"/>
              <a:t>featurelar</a:t>
            </a:r>
            <a:r>
              <a:rPr lang="en-US" dirty="0"/>
              <a:t> </a:t>
            </a:r>
            <a:r>
              <a:rPr lang="en-US" dirty="0" err="1"/>
              <a:t>muhimligi</a:t>
            </a:r>
            <a:endParaRPr lang="en-US" dirty="0"/>
          </a:p>
          <a:p>
            <a:pPr lvl="1"/>
            <a:r>
              <a:rPr lang="en-US" dirty="0"/>
              <a:t>Bazi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tashlab</a:t>
            </a:r>
            <a:r>
              <a:rPr lang="en-US" dirty="0"/>
              <a:t> </a:t>
            </a:r>
            <a:r>
              <a:rPr lang="en-US" dirty="0" err="1"/>
              <a:t>yuboradi</a:t>
            </a:r>
            <a:endParaRPr lang="en-US" dirty="0"/>
          </a:p>
          <a:p>
            <a:r>
              <a:rPr lang="en-US" dirty="0"/>
              <a:t>Analogy:</a:t>
            </a:r>
          </a:p>
          <a:p>
            <a:pPr lvl="1"/>
            <a:r>
              <a:rPr lang="en-US" dirty="0" err="1"/>
              <a:t>Sumkamizda</a:t>
            </a:r>
            <a:r>
              <a:rPr lang="en-US" dirty="0"/>
              <a:t> joy </a:t>
            </a:r>
            <a:r>
              <a:rPr lang="en-US" dirty="0" err="1"/>
              <a:t>yoq</a:t>
            </a:r>
            <a:r>
              <a:rPr lang="en-US" dirty="0"/>
              <a:t> shunda </a:t>
            </a:r>
            <a:r>
              <a:rPr lang="en-US" dirty="0" err="1"/>
              <a:t>muhim</a:t>
            </a:r>
            <a:r>
              <a:rPr lang="en-US" dirty="0"/>
              <a:t> </a:t>
            </a:r>
            <a:r>
              <a:rPr lang="en-US" dirty="0" err="1"/>
              <a:t>bolmagan</a:t>
            </a:r>
            <a:r>
              <a:rPr lang="en-US" dirty="0"/>
              <a:t> </a:t>
            </a:r>
            <a:r>
              <a:rPr lang="en-US" dirty="0" err="1"/>
              <a:t>narsalar</a:t>
            </a:r>
            <a:r>
              <a:rPr lang="en-US" dirty="0"/>
              <a:t> </a:t>
            </a:r>
            <a:r>
              <a:rPr lang="en-US" dirty="0" err="1"/>
              <a:t>qoladi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18A4467A-E96F-AA46-E56E-D8E0071BA994}"/>
                  </a:ext>
                </a:extLst>
              </p14:cNvPr>
              <p14:cNvContentPartPr/>
              <p14:nvPr/>
            </p14:nvContentPartPr>
            <p14:xfrm>
              <a:off x="307440" y="249120"/>
              <a:ext cx="11025360" cy="429012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18A4467A-E96F-AA46-E56E-D8E0071BA99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8080" y="239760"/>
                <a:ext cx="11044080" cy="43088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797449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DE31E1-1FC8-2988-3B3C-84864FFC0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4062D9-E94B-082A-228D-2C828A1B1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L1 </a:t>
            </a:r>
            <a:r>
              <a:rPr lang="en-US" dirty="0" err="1"/>
              <a:t>va</a:t>
            </a:r>
            <a:r>
              <a:rPr lang="en-US" dirty="0"/>
              <a:t> L2 Regularization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A10475-9B2F-845E-C9D7-94904281E0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L2 Regularization(Ridge Regression)</a:t>
            </a:r>
          </a:p>
          <a:p>
            <a:pPr lvl="1"/>
            <a:r>
              <a:rPr lang="en-US" dirty="0"/>
              <a:t>Squared value as a penalty</a:t>
            </a:r>
          </a:p>
          <a:p>
            <a:pPr lvl="1"/>
            <a:r>
              <a:rPr lang="en-US" dirty="0"/>
              <a:t>Bazi </a:t>
            </a:r>
            <a:r>
              <a:rPr lang="en-US" dirty="0" err="1"/>
              <a:t>featurelarni</a:t>
            </a:r>
            <a:r>
              <a:rPr lang="en-US" dirty="0"/>
              <a:t> </a:t>
            </a:r>
            <a:r>
              <a:rPr lang="en-US" dirty="0" err="1"/>
              <a:t>tasirini</a:t>
            </a:r>
            <a:r>
              <a:rPr lang="en-US" dirty="0"/>
              <a:t> </a:t>
            </a:r>
            <a:r>
              <a:rPr lang="en-US" dirty="0" err="1"/>
              <a:t>kamaytiradi</a:t>
            </a:r>
            <a:r>
              <a:rPr lang="en-US" dirty="0"/>
              <a:t>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tashab</a:t>
            </a:r>
            <a:r>
              <a:rPr lang="en-US" dirty="0"/>
              <a:t> </a:t>
            </a:r>
            <a:r>
              <a:rPr lang="en-US" dirty="0" err="1"/>
              <a:t>yubormaydi</a:t>
            </a:r>
            <a:endParaRPr lang="en-US" dirty="0"/>
          </a:p>
          <a:p>
            <a:r>
              <a:rPr lang="en-US" dirty="0"/>
              <a:t>Analogy:</a:t>
            </a:r>
          </a:p>
          <a:p>
            <a:pPr lvl="1"/>
            <a:r>
              <a:rPr lang="en-US" dirty="0" err="1"/>
              <a:t>Sumkamizda</a:t>
            </a:r>
            <a:r>
              <a:rPr lang="en-US" dirty="0"/>
              <a:t> joy </a:t>
            </a:r>
            <a:r>
              <a:rPr lang="en-US" dirty="0" err="1"/>
              <a:t>yoq</a:t>
            </a:r>
            <a:r>
              <a:rPr lang="en-US" dirty="0"/>
              <a:t> </a:t>
            </a:r>
            <a:r>
              <a:rPr lang="en-US" dirty="0" err="1"/>
              <a:t>lekin</a:t>
            </a:r>
            <a:r>
              <a:rPr lang="en-US" dirty="0"/>
              <a:t> </a:t>
            </a:r>
            <a:r>
              <a:rPr lang="en-US" dirty="0" err="1"/>
              <a:t>barcha</a:t>
            </a:r>
            <a:r>
              <a:rPr lang="en-US" dirty="0"/>
              <a:t> </a:t>
            </a:r>
            <a:r>
              <a:rPr lang="en-US" dirty="0" err="1"/>
              <a:t>narsalar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shunda compressor </a:t>
            </a:r>
            <a:r>
              <a:rPr lang="en-US" dirty="0" err="1"/>
              <a:t>orqali</a:t>
            </a:r>
            <a:r>
              <a:rPr lang="en-US" dirty="0"/>
              <a:t>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siqamiz</a:t>
            </a:r>
            <a:r>
              <a:rPr lang="en-US" dirty="0"/>
              <a:t> 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barchasini</a:t>
            </a:r>
            <a:r>
              <a:rPr lang="en-US" dirty="0"/>
              <a:t> </a:t>
            </a:r>
            <a:r>
              <a:rPr lang="en-US" dirty="0" err="1"/>
              <a:t>olib</a:t>
            </a:r>
            <a:r>
              <a:rPr lang="en-US" dirty="0"/>
              <a:t> </a:t>
            </a:r>
            <a:r>
              <a:rPr lang="en-US" dirty="0" err="1"/>
              <a:t>ketamiz</a:t>
            </a:r>
            <a:r>
              <a:rPr lang="en-US" dirty="0"/>
              <a:t>(</a:t>
            </a:r>
            <a:r>
              <a:rPr lang="en-US" dirty="0" err="1"/>
              <a:t>Mr</a:t>
            </a:r>
            <a:r>
              <a:rPr lang="en-US" dirty="0"/>
              <a:t> Bean)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A9CEDA1-F0C6-A9D6-BB39-084C7F95810D}"/>
                  </a:ext>
                </a:extLst>
              </p14:cNvPr>
              <p14:cNvContentPartPr/>
              <p14:nvPr/>
            </p14:nvContentPartPr>
            <p14:xfrm>
              <a:off x="515160" y="782640"/>
              <a:ext cx="11354400" cy="42184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A9CEDA1-F0C6-A9D6-BB39-084C7F95810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05800" y="773280"/>
                <a:ext cx="11373120" cy="42372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7060072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885F4E-9F2C-37D9-57C8-01D4816CA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92D9AB-A487-41E4-A2E5-4FC9FB872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Lasso Regression </a:t>
            </a:r>
          </a:p>
        </p:txBody>
      </p:sp>
    </p:spTree>
    <p:extLst>
      <p:ext uri="{BB962C8B-B14F-4D97-AF65-F5344CB8AC3E}">
        <p14:creationId xmlns:p14="http://schemas.microsoft.com/office/powerpoint/2010/main" val="16625597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7CF2EB-5BE6-494B-11BF-448CC705E5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Lasso Regression 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878A94-F4C8-1644-99AE-730AA6BEA9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Linear Regression+ L1 Regularization</a:t>
            </a:r>
          </a:p>
          <a:p>
            <a:r>
              <a:rPr lang="en-US" dirty="0"/>
              <a:t>Uy prediction:</a:t>
            </a:r>
          </a:p>
          <a:p>
            <a:pPr lvl="1"/>
            <a:r>
              <a:rPr lang="en-US" dirty="0"/>
              <a:t>100 ta feature </a:t>
            </a:r>
            <a:r>
              <a:rPr lang="en-US" dirty="0" err="1"/>
              <a:t>bor</a:t>
            </a:r>
            <a:endParaRPr lang="en-US" dirty="0"/>
          </a:p>
          <a:p>
            <a:pPr lvl="1"/>
            <a:r>
              <a:rPr lang="en-US" dirty="0" err="1"/>
              <a:t>Faqat</a:t>
            </a:r>
            <a:r>
              <a:rPr lang="en-US" dirty="0"/>
              <a:t> 10 </a:t>
            </a:r>
            <a:r>
              <a:rPr lang="en-US" dirty="0" err="1"/>
              <a:t>tasi</a:t>
            </a:r>
            <a:r>
              <a:rPr lang="en-US" dirty="0"/>
              <a:t> </a:t>
            </a:r>
            <a:r>
              <a:rPr lang="en-US" dirty="0" err="1"/>
              <a:t>muhim</a:t>
            </a:r>
            <a:r>
              <a:rPr lang="en-US" dirty="0"/>
              <a:t> </a:t>
            </a:r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CAAC0BB0-EFAA-569C-1954-38D9FD1F8B81}"/>
                  </a:ext>
                </a:extLst>
              </p14:cNvPr>
              <p14:cNvContentPartPr/>
              <p14:nvPr/>
            </p14:nvContentPartPr>
            <p14:xfrm>
              <a:off x="350640" y="863280"/>
              <a:ext cx="6704280" cy="338328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CAAC0BB0-EFAA-569C-1954-38D9FD1F8B8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341280" y="853920"/>
                <a:ext cx="6723000" cy="3402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3063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8DFCAB-9B72-B695-1564-67BA15BAE7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5FDECE-758C-6245-15D5-8CA7AEB87D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Lasso Regression: </a:t>
            </a:r>
            <a:r>
              <a:rPr lang="en-US" b="1" dirty="0" err="1"/>
              <a:t>Amaliyot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91061671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566A50-A376-FD2C-32E0-53B49664C8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217B01-4086-D0CD-B1F5-364653F6B6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/>
              <a:t>Lasso Regression: </a:t>
            </a:r>
            <a:r>
              <a:rPr lang="en-US" b="1" dirty="0" err="1"/>
              <a:t>Amaliyot</a:t>
            </a:r>
            <a:r>
              <a:rPr lang="en-US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2738817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806B8F-B958-ABCC-36F2-DC98CA02AA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Nimalar</a:t>
            </a:r>
            <a:r>
              <a:rPr lang="en-US" dirty="0"/>
              <a:t> </a:t>
            </a:r>
            <a:r>
              <a:rPr lang="en-US" dirty="0" err="1"/>
              <a:t>o’rgandik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471CE41-00A7-9E63-D54F-08292D75973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B8CF62C-293E-D322-454D-965A9D37BB23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Modular programming(basics)</a:t>
            </a:r>
          </a:p>
          <a:p>
            <a:r>
              <a:rPr lang="en-US" dirty="0"/>
              <a:t>Algorithms:</a:t>
            </a:r>
          </a:p>
          <a:p>
            <a:r>
              <a:rPr lang="en-US" dirty="0"/>
              <a:t>Lasso </a:t>
            </a:r>
          </a:p>
          <a:p>
            <a:r>
              <a:rPr lang="en-US" dirty="0"/>
              <a:t>Ridge</a:t>
            </a:r>
          </a:p>
          <a:p>
            <a:r>
              <a:rPr lang="en-US" dirty="0" err="1"/>
              <a:t>Kutubxonalar</a:t>
            </a:r>
            <a:endParaRPr lang="en-US" dirty="0"/>
          </a:p>
          <a:p>
            <a:r>
              <a:rPr lang="en-US" dirty="0"/>
              <a:t>Matplotlib</a:t>
            </a:r>
          </a:p>
          <a:p>
            <a:r>
              <a:rPr lang="en-US" dirty="0"/>
              <a:t>Seaborn</a:t>
            </a:r>
          </a:p>
          <a:p>
            <a:r>
              <a:rPr lang="en-US" dirty="0" err="1"/>
              <a:t>Plotlyexpress</a:t>
            </a:r>
            <a:endParaRPr lang="en-US" dirty="0"/>
          </a:p>
          <a:p>
            <a:r>
              <a:rPr lang="en-US" dirty="0" err="1"/>
              <a:t>Klib</a:t>
            </a:r>
            <a:endParaRPr lang="en-US" dirty="0"/>
          </a:p>
          <a:p>
            <a:r>
              <a:rPr lang="en-US" dirty="0" err="1"/>
              <a:t>Autoclean</a:t>
            </a:r>
            <a:endParaRPr lang="en-US" dirty="0"/>
          </a:p>
          <a:p>
            <a:r>
              <a:rPr lang="en-US" dirty="0"/>
              <a:t>Project 1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81F3E4C-7328-510D-BB9D-39E029D1B0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Python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8F57DD6-E55E-7BA3-AB87-70B3C30A08CD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Built-in functions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0CB94EAD-B9B8-0144-BEEA-BDC663A14E0F}"/>
                  </a:ext>
                </a:extLst>
              </p14:cNvPr>
              <p14:cNvContentPartPr/>
              <p14:nvPr/>
            </p14:nvContentPartPr>
            <p14:xfrm>
              <a:off x="1069560" y="2098080"/>
              <a:ext cx="7218360" cy="418896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0CB94EAD-B9B8-0144-BEEA-BDC663A14E0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60200" y="2088720"/>
                <a:ext cx="7237080" cy="42076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1877202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665ECD-E9AF-AF77-89C5-4493707997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E6EF3-D4C2-69AF-0FF6-CE9AA40AF6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415054"/>
          </a:xfrm>
        </p:spPr>
        <p:txBody>
          <a:bodyPr/>
          <a:lstStyle/>
          <a:p>
            <a:pPr algn="ctr"/>
            <a:r>
              <a:rPr lang="en-US" b="1" dirty="0" err="1"/>
              <a:t>Imtixon</a:t>
            </a:r>
            <a:endParaRPr lang="en-US" b="1" dirty="0"/>
          </a:p>
        </p:txBody>
      </p:sp>
    </p:spTree>
    <p:extLst>
      <p:ext uri="{BB962C8B-B14F-4D97-AF65-F5344CB8AC3E}">
        <p14:creationId xmlns:p14="http://schemas.microsoft.com/office/powerpoint/2010/main" val="134760326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9F90D2-EF3B-4FE7-2E30-75E3946DF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F5E605-4317-7739-1A8B-1F652A3D24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err="1"/>
              <a:t>Tartibli</a:t>
            </a:r>
            <a:r>
              <a:rPr lang="en-US" dirty="0"/>
              <a:t> </a:t>
            </a:r>
          </a:p>
          <a:p>
            <a:r>
              <a:rPr lang="en-US" dirty="0" err="1"/>
              <a:t>Natijalarni</a:t>
            </a:r>
            <a:r>
              <a:rPr lang="en-US" dirty="0"/>
              <a:t> </a:t>
            </a:r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papkada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r>
              <a:rPr lang="en-US" dirty="0" err="1"/>
              <a:t>Alohida</a:t>
            </a:r>
            <a:r>
              <a:rPr lang="en-US" dirty="0"/>
              <a:t> </a:t>
            </a:r>
            <a:r>
              <a:rPr lang="en-US" dirty="0" err="1"/>
              <a:t>projectlar</a:t>
            </a:r>
            <a:r>
              <a:rPr lang="en-US" dirty="0"/>
              <a:t> </a:t>
            </a:r>
            <a:r>
              <a:rPr lang="en-US" dirty="0" err="1"/>
              <a:t>uchun</a:t>
            </a:r>
            <a:r>
              <a:rPr lang="en-US" dirty="0"/>
              <a:t> </a:t>
            </a:r>
            <a:r>
              <a:rPr lang="en-US" dirty="0" err="1"/>
              <a:t>github</a:t>
            </a:r>
            <a:r>
              <a:rPr lang="en-US" dirty="0"/>
              <a:t> profile </a:t>
            </a:r>
            <a:r>
              <a:rPr lang="en-US" dirty="0" err="1"/>
              <a:t>oching</a:t>
            </a:r>
            <a:endParaRPr lang="en-US" dirty="0"/>
          </a:p>
          <a:p>
            <a:r>
              <a:rPr lang="en-US" dirty="0" err="1"/>
              <a:t>Qiziqarli</a:t>
            </a:r>
            <a:r>
              <a:rPr lang="en-US" dirty="0"/>
              <a:t> idea</a:t>
            </a:r>
          </a:p>
          <a:p>
            <a:r>
              <a:rPr lang="en-US" dirty="0"/>
              <a:t>Talab </a:t>
            </a:r>
            <a:r>
              <a:rPr lang="en-US" dirty="0" err="1"/>
              <a:t>qilinadigan</a:t>
            </a:r>
            <a:r>
              <a:rPr lang="en-US" dirty="0"/>
              <a:t> </a:t>
            </a:r>
            <a:r>
              <a:rPr lang="en-US" dirty="0" err="1"/>
              <a:t>qismlar</a:t>
            </a:r>
            <a:r>
              <a:rPr lang="en-US" dirty="0"/>
              <a:t>:</a:t>
            </a:r>
          </a:p>
          <a:p>
            <a:pPr lvl="1"/>
            <a:r>
              <a:rPr lang="en-US" dirty="0"/>
              <a:t>Problem Statement</a:t>
            </a:r>
          </a:p>
          <a:p>
            <a:pPr lvl="1"/>
            <a:r>
              <a:rPr lang="en-US" dirty="0"/>
              <a:t>Feature </a:t>
            </a:r>
            <a:r>
              <a:rPr lang="en-US" dirty="0" err="1"/>
              <a:t>va</a:t>
            </a:r>
            <a:r>
              <a:rPr lang="en-US" dirty="0"/>
              <a:t> output </a:t>
            </a:r>
            <a:r>
              <a:rPr lang="en-US" dirty="0" err="1"/>
              <a:t>xaqida</a:t>
            </a:r>
            <a:r>
              <a:rPr lang="en-US" dirty="0"/>
              <a:t> </a:t>
            </a:r>
            <a:r>
              <a:rPr lang="en-US" dirty="0" err="1"/>
              <a:t>malumot</a:t>
            </a:r>
            <a:endParaRPr lang="en-US" dirty="0"/>
          </a:p>
          <a:p>
            <a:pPr lvl="1"/>
            <a:r>
              <a:rPr lang="en-US" dirty="0"/>
              <a:t>Data preprocessing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datasetni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pPr lvl="1"/>
            <a:r>
              <a:rPr lang="en-US" dirty="0"/>
              <a:t>Data Analysis </a:t>
            </a:r>
            <a:r>
              <a:rPr lang="en-US" dirty="0" err="1"/>
              <a:t>va</a:t>
            </a:r>
            <a:r>
              <a:rPr lang="en-US" dirty="0"/>
              <a:t> report</a:t>
            </a:r>
          </a:p>
          <a:p>
            <a:pPr lvl="1"/>
            <a:r>
              <a:rPr lang="en-US" dirty="0" err="1"/>
              <a:t>Funksiya</a:t>
            </a:r>
            <a:endParaRPr lang="en-US" dirty="0"/>
          </a:p>
          <a:p>
            <a:pPr lvl="1"/>
            <a:r>
              <a:rPr lang="en-US" dirty="0"/>
              <a:t>Turli </a:t>
            </a:r>
            <a:r>
              <a:rPr lang="en-US" dirty="0" err="1"/>
              <a:t>xil</a:t>
            </a:r>
            <a:r>
              <a:rPr lang="en-US" dirty="0"/>
              <a:t> </a:t>
            </a:r>
            <a:r>
              <a:rPr lang="en-US" dirty="0" err="1"/>
              <a:t>algorithmlar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ularni</a:t>
            </a:r>
            <a:r>
              <a:rPr lang="en-US" dirty="0"/>
              <a:t> </a:t>
            </a:r>
            <a:r>
              <a:rPr lang="en-US" dirty="0" err="1"/>
              <a:t>qiyoslang</a:t>
            </a:r>
            <a:endParaRPr lang="en-US" dirty="0"/>
          </a:p>
          <a:p>
            <a:pPr lvl="1"/>
            <a:r>
              <a:rPr lang="en-US" dirty="0"/>
              <a:t>Eng </a:t>
            </a:r>
            <a:r>
              <a:rPr lang="en-US" dirty="0" err="1"/>
              <a:t>zor</a:t>
            </a:r>
            <a:r>
              <a:rPr lang="en-US" dirty="0"/>
              <a:t> </a:t>
            </a:r>
            <a:r>
              <a:rPr lang="en-US" dirty="0" err="1"/>
              <a:t>modelni</a:t>
            </a:r>
            <a:r>
              <a:rPr lang="en-US" dirty="0"/>
              <a:t> </a:t>
            </a:r>
            <a:r>
              <a:rPr lang="en-US" dirty="0" err="1"/>
              <a:t>tabulateda</a:t>
            </a:r>
            <a:r>
              <a:rPr lang="en-US" dirty="0"/>
              <a:t> </a:t>
            </a:r>
            <a:r>
              <a:rPr lang="en-US" dirty="0" err="1"/>
              <a:t>korsating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uni</a:t>
            </a:r>
            <a:r>
              <a:rPr lang="en-US" dirty="0"/>
              <a:t> </a:t>
            </a:r>
            <a:r>
              <a:rPr lang="en-US" dirty="0" err="1"/>
              <a:t>saqlang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ACD229F-82A4-5B4C-292A-56D659CC252B}"/>
                  </a:ext>
                </a:extLst>
              </p14:cNvPr>
              <p14:cNvContentPartPr/>
              <p14:nvPr/>
            </p14:nvContentPartPr>
            <p14:xfrm>
              <a:off x="1222200" y="1720440"/>
              <a:ext cx="5252040" cy="430344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ACD229F-82A4-5B4C-292A-56D659CC252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12840" y="1711080"/>
                <a:ext cx="5270760" cy="4322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5863794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336D4-A993-F29D-3C6B-2388CB48D3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4F94CA-1CDE-D8DF-0691-38B0D0AAC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ECC23C-F102-7FD5-C09A-3829DFBAAA2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Topshiriladi</a:t>
            </a:r>
            <a:r>
              <a:rPr lang="en-US" dirty="0"/>
              <a:t> </a:t>
            </a:r>
            <a:r>
              <a:rPr lang="en-US" dirty="0" err="1"/>
              <a:t>va</a:t>
            </a:r>
            <a:r>
              <a:rPr lang="en-US" dirty="0"/>
              <a:t> </a:t>
            </a:r>
            <a:r>
              <a:rPr lang="en-US" dirty="0" err="1"/>
              <a:t>yuklanadi</a:t>
            </a:r>
            <a:r>
              <a:rPr lang="en-US" dirty="0"/>
              <a:t>:</a:t>
            </a:r>
          </a:p>
          <a:p>
            <a:r>
              <a:rPr lang="en-US" dirty="0"/>
              <a:t>Data</a:t>
            </a:r>
          </a:p>
          <a:p>
            <a:pPr lvl="1"/>
            <a:r>
              <a:rPr lang="en-US" dirty="0"/>
              <a:t>Raw</a:t>
            </a:r>
          </a:p>
          <a:p>
            <a:pPr lvl="1"/>
            <a:r>
              <a:rPr lang="en-US" dirty="0"/>
              <a:t>Preprocessed</a:t>
            </a:r>
          </a:p>
          <a:p>
            <a:r>
              <a:rPr lang="en-US" dirty="0"/>
              <a:t>Data analysis</a:t>
            </a:r>
          </a:p>
          <a:p>
            <a:r>
              <a:rPr lang="en-US" dirty="0"/>
              <a:t>Model </a:t>
            </a:r>
          </a:p>
          <a:p>
            <a:pPr lvl="1"/>
            <a:r>
              <a:rPr lang="en-US" dirty="0"/>
              <a:t>Best model</a:t>
            </a:r>
          </a:p>
          <a:p>
            <a:endParaRPr lang="en-US" dirty="0"/>
          </a:p>
          <a:p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39A2BFB-C5FA-10A0-AB23-B5DBBC41F12D}"/>
                  </a:ext>
                </a:extLst>
              </p14:cNvPr>
              <p14:cNvContentPartPr/>
              <p14:nvPr/>
            </p14:nvContentPartPr>
            <p14:xfrm>
              <a:off x="1253520" y="928800"/>
              <a:ext cx="4456800" cy="57049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39A2BFB-C5FA-10A0-AB23-B5DBBC41F1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244160" y="919440"/>
                <a:ext cx="4475520" cy="572364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4747418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412</TotalTime>
  <Words>236</Words>
  <Application>Microsoft Office PowerPoint</Application>
  <PresentationFormat>Widescreen</PresentationFormat>
  <Paragraphs>76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Calibri</vt:lpstr>
      <vt:lpstr>Calibri Light</vt:lpstr>
      <vt:lpstr>Office Theme</vt:lpstr>
      <vt:lpstr>5-dars(Model Building)</vt:lpstr>
      <vt:lpstr>Bugun</vt:lpstr>
      <vt:lpstr>Takrorlash</vt:lpstr>
      <vt:lpstr>Takrorlash</vt:lpstr>
      <vt:lpstr>L1 va L2 Regularization</vt:lpstr>
      <vt:lpstr>L1 va L2 Regularization </vt:lpstr>
      <vt:lpstr>L1 va L2 Regularization </vt:lpstr>
      <vt:lpstr>Lasso Regression </vt:lpstr>
      <vt:lpstr>Lasso Regression  </vt:lpstr>
      <vt:lpstr>Lasso Regression: Amaliyot </vt:lpstr>
      <vt:lpstr>Lasso Regression: Amaliyot </vt:lpstr>
      <vt:lpstr>Nimalar o’rgandik</vt:lpstr>
      <vt:lpstr>Imtixon</vt:lpstr>
      <vt:lpstr>Project </vt:lpstr>
      <vt:lpstr>Project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Davronbek Malikov</dc:creator>
  <cp:lastModifiedBy>Davronbek Malikov</cp:lastModifiedBy>
  <cp:revision>1</cp:revision>
  <dcterms:created xsi:type="dcterms:W3CDTF">2025-08-28T05:03:17Z</dcterms:created>
  <dcterms:modified xsi:type="dcterms:W3CDTF">2025-08-28T11:56:04Z</dcterms:modified>
</cp:coreProperties>
</file>