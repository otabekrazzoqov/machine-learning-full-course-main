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60" r:id="rId5"/>
    <p:sldId id="310" r:id="rId6"/>
    <p:sldId id="304" r:id="rId7"/>
    <p:sldId id="305" r:id="rId8"/>
    <p:sldId id="287" r:id="rId9"/>
    <p:sldId id="295" r:id="rId10"/>
    <p:sldId id="299" r:id="rId11"/>
    <p:sldId id="289" r:id="rId12"/>
    <p:sldId id="301" r:id="rId13"/>
    <p:sldId id="300" r:id="rId14"/>
    <p:sldId id="288" r:id="rId15"/>
    <p:sldId id="302" r:id="rId16"/>
    <p:sldId id="303" r:id="rId17"/>
    <p:sldId id="306" r:id="rId18"/>
    <p:sldId id="307" r:id="rId19"/>
    <p:sldId id="308" r:id="rId20"/>
    <p:sldId id="309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5721B08-92D2-44E9-AB7D-806E7848ACAC}" v="10" dt="2025-09-10T12:33:23.1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ronbek Malikov" userId="8ee0eb9faaf3663e" providerId="LiveId" clId="{E168BBCB-B3F2-46CC-B5CA-AAD8B95135CA}"/>
    <pc:docChg chg="undo custSel addSld delSld modSld sldOrd">
      <pc:chgData name="Davronbek Malikov" userId="8ee0eb9faaf3663e" providerId="LiveId" clId="{E168BBCB-B3F2-46CC-B5CA-AAD8B95135CA}" dt="2025-09-10T12:34:11.950" v="753" actId="12"/>
      <pc:docMkLst>
        <pc:docMk/>
      </pc:docMkLst>
      <pc:sldChg chg="addSp delSp modSp mod">
        <pc:chgData name="Davronbek Malikov" userId="8ee0eb9faaf3663e" providerId="LiveId" clId="{E168BBCB-B3F2-46CC-B5CA-AAD8B95135CA}" dt="2025-09-10T11:56:07.598" v="552"/>
        <pc:sldMkLst>
          <pc:docMk/>
          <pc:sldMk cId="1528354102" sldId="257"/>
        </pc:sldMkLst>
        <pc:spChg chg="mod">
          <ac:chgData name="Davronbek Malikov" userId="8ee0eb9faaf3663e" providerId="LiveId" clId="{E168BBCB-B3F2-46CC-B5CA-AAD8B95135CA}" dt="2025-09-10T10:58:37.001" v="491" actId="20577"/>
          <ac:spMkLst>
            <pc:docMk/>
            <pc:sldMk cId="1528354102" sldId="257"/>
            <ac:spMk id="3" creationId="{F8D76618-C605-0172-BDE8-6EB334A309BB}"/>
          </ac:spMkLst>
        </pc:spChg>
        <pc:inkChg chg="del">
          <ac:chgData name="Davronbek Malikov" userId="8ee0eb9faaf3663e" providerId="LiveId" clId="{E168BBCB-B3F2-46CC-B5CA-AAD8B95135CA}" dt="2025-09-10T08:47:35.987" v="13" actId="478"/>
          <ac:inkMkLst>
            <pc:docMk/>
            <pc:sldMk cId="1528354102" sldId="257"/>
            <ac:inkMk id="4" creationId="{FF721989-71F7-2C4A-D515-C8C9B82328B9}"/>
          </ac:inkMkLst>
        </pc:inkChg>
        <pc:inkChg chg="del">
          <ac:chgData name="Davronbek Malikov" userId="8ee0eb9faaf3663e" providerId="LiveId" clId="{E168BBCB-B3F2-46CC-B5CA-AAD8B95135CA}" dt="2025-09-10T08:47:41.930" v="15" actId="478"/>
          <ac:inkMkLst>
            <pc:docMk/>
            <pc:sldMk cId="1528354102" sldId="257"/>
            <ac:inkMk id="5" creationId="{552FACBB-2932-B323-3888-95193326FE8E}"/>
          </ac:inkMkLst>
        </pc:inkChg>
        <pc:inkChg chg="add">
          <ac:chgData name="Davronbek Malikov" userId="8ee0eb9faaf3663e" providerId="LiveId" clId="{E168BBCB-B3F2-46CC-B5CA-AAD8B95135CA}" dt="2025-09-10T11:56:07.598" v="552"/>
          <ac:inkMkLst>
            <pc:docMk/>
            <pc:sldMk cId="1528354102" sldId="257"/>
            <ac:inkMk id="6" creationId="{89F4D078-2ECE-147F-6897-91B6C3C09EBD}"/>
          </ac:inkMkLst>
        </pc:inkChg>
      </pc:sldChg>
      <pc:sldChg chg="addSp delSp mod">
        <pc:chgData name="Davronbek Malikov" userId="8ee0eb9faaf3663e" providerId="LiveId" clId="{E168BBCB-B3F2-46CC-B5CA-AAD8B95135CA}" dt="2025-09-10T08:47:46.330" v="16" actId="478"/>
        <pc:sldMkLst>
          <pc:docMk/>
          <pc:sldMk cId="3669179300" sldId="260"/>
        </pc:sldMkLst>
        <pc:spChg chg="add del">
          <ac:chgData name="Davronbek Malikov" userId="8ee0eb9faaf3663e" providerId="LiveId" clId="{E168BBCB-B3F2-46CC-B5CA-AAD8B95135CA}" dt="2025-09-10T08:47:23.796" v="1" actId="22"/>
          <ac:spMkLst>
            <pc:docMk/>
            <pc:sldMk cId="3669179300" sldId="260"/>
            <ac:spMk id="5" creationId="{0BCC6B3D-992F-B0FB-902E-240F47BF311C}"/>
          </ac:spMkLst>
        </pc:spChg>
        <pc:inkChg chg="del">
          <ac:chgData name="Davronbek Malikov" userId="8ee0eb9faaf3663e" providerId="LiveId" clId="{E168BBCB-B3F2-46CC-B5CA-AAD8B95135CA}" dt="2025-09-10T08:47:46.330" v="16" actId="478"/>
          <ac:inkMkLst>
            <pc:docMk/>
            <pc:sldMk cId="3669179300" sldId="260"/>
            <ac:inkMk id="3" creationId="{E39059FB-25B9-06C6-9858-070BF94A880C}"/>
          </ac:inkMkLst>
        </pc:inkChg>
      </pc:sldChg>
      <pc:sldChg chg="del">
        <pc:chgData name="Davronbek Malikov" userId="8ee0eb9faaf3663e" providerId="LiveId" clId="{E168BBCB-B3F2-46CC-B5CA-AAD8B95135CA}" dt="2025-09-10T08:47:38.456" v="14" actId="2696"/>
        <pc:sldMkLst>
          <pc:docMk/>
          <pc:sldMk cId="1966645887" sldId="261"/>
        </pc:sldMkLst>
      </pc:sldChg>
      <pc:sldChg chg="add del">
        <pc:chgData name="Davronbek Malikov" userId="8ee0eb9faaf3663e" providerId="LiveId" clId="{E168BBCB-B3F2-46CC-B5CA-AAD8B95135CA}" dt="2025-09-10T08:50:59.353" v="112"/>
        <pc:sldMkLst>
          <pc:docMk/>
          <pc:sldMk cId="2505277859" sldId="261"/>
        </pc:sldMkLst>
      </pc:sldChg>
      <pc:sldChg chg="del">
        <pc:chgData name="Davronbek Malikov" userId="8ee0eb9faaf3663e" providerId="LiveId" clId="{E168BBCB-B3F2-46CC-B5CA-AAD8B95135CA}" dt="2025-09-10T08:50:47.024" v="93" actId="47"/>
        <pc:sldMkLst>
          <pc:docMk/>
          <pc:sldMk cId="3772898324" sldId="262"/>
        </pc:sldMkLst>
      </pc:sldChg>
      <pc:sldChg chg="del">
        <pc:chgData name="Davronbek Malikov" userId="8ee0eb9faaf3663e" providerId="LiveId" clId="{E168BBCB-B3F2-46CC-B5CA-AAD8B95135CA}" dt="2025-09-10T08:50:47.024" v="93" actId="47"/>
        <pc:sldMkLst>
          <pc:docMk/>
          <pc:sldMk cId="646929887" sldId="263"/>
        </pc:sldMkLst>
      </pc:sldChg>
      <pc:sldChg chg="del">
        <pc:chgData name="Davronbek Malikov" userId="8ee0eb9faaf3663e" providerId="LiveId" clId="{E168BBCB-B3F2-46CC-B5CA-AAD8B95135CA}" dt="2025-09-10T08:50:47.024" v="93" actId="47"/>
        <pc:sldMkLst>
          <pc:docMk/>
          <pc:sldMk cId="2426935754" sldId="264"/>
        </pc:sldMkLst>
      </pc:sldChg>
      <pc:sldChg chg="del">
        <pc:chgData name="Davronbek Malikov" userId="8ee0eb9faaf3663e" providerId="LiveId" clId="{E168BBCB-B3F2-46CC-B5CA-AAD8B95135CA}" dt="2025-09-10T08:50:47.024" v="93" actId="47"/>
        <pc:sldMkLst>
          <pc:docMk/>
          <pc:sldMk cId="910493797" sldId="265"/>
        </pc:sldMkLst>
      </pc:sldChg>
      <pc:sldChg chg="del">
        <pc:chgData name="Davronbek Malikov" userId="8ee0eb9faaf3663e" providerId="LiveId" clId="{E168BBCB-B3F2-46CC-B5CA-AAD8B95135CA}" dt="2025-09-10T08:50:47.024" v="93" actId="47"/>
        <pc:sldMkLst>
          <pc:docMk/>
          <pc:sldMk cId="3893770553" sldId="266"/>
        </pc:sldMkLst>
      </pc:sldChg>
      <pc:sldChg chg="del">
        <pc:chgData name="Davronbek Malikov" userId="8ee0eb9faaf3663e" providerId="LiveId" clId="{E168BBCB-B3F2-46CC-B5CA-AAD8B95135CA}" dt="2025-09-10T08:50:47.024" v="93" actId="47"/>
        <pc:sldMkLst>
          <pc:docMk/>
          <pc:sldMk cId="353721911" sldId="267"/>
        </pc:sldMkLst>
      </pc:sldChg>
      <pc:sldChg chg="del">
        <pc:chgData name="Davronbek Malikov" userId="8ee0eb9faaf3663e" providerId="LiveId" clId="{E168BBCB-B3F2-46CC-B5CA-AAD8B95135CA}" dt="2025-09-10T08:50:47.024" v="93" actId="47"/>
        <pc:sldMkLst>
          <pc:docMk/>
          <pc:sldMk cId="4121373509" sldId="268"/>
        </pc:sldMkLst>
      </pc:sldChg>
      <pc:sldChg chg="del">
        <pc:chgData name="Davronbek Malikov" userId="8ee0eb9faaf3663e" providerId="LiveId" clId="{E168BBCB-B3F2-46CC-B5CA-AAD8B95135CA}" dt="2025-09-10T08:50:47.024" v="93" actId="47"/>
        <pc:sldMkLst>
          <pc:docMk/>
          <pc:sldMk cId="4133694161" sldId="269"/>
        </pc:sldMkLst>
      </pc:sldChg>
      <pc:sldChg chg="del">
        <pc:chgData name="Davronbek Malikov" userId="8ee0eb9faaf3663e" providerId="LiveId" clId="{E168BBCB-B3F2-46CC-B5CA-AAD8B95135CA}" dt="2025-09-10T08:50:47.024" v="93" actId="47"/>
        <pc:sldMkLst>
          <pc:docMk/>
          <pc:sldMk cId="4281022876" sldId="270"/>
        </pc:sldMkLst>
      </pc:sldChg>
      <pc:sldChg chg="del">
        <pc:chgData name="Davronbek Malikov" userId="8ee0eb9faaf3663e" providerId="LiveId" clId="{E168BBCB-B3F2-46CC-B5CA-AAD8B95135CA}" dt="2025-09-10T08:50:47.024" v="93" actId="47"/>
        <pc:sldMkLst>
          <pc:docMk/>
          <pc:sldMk cId="1176177915" sldId="271"/>
        </pc:sldMkLst>
      </pc:sldChg>
      <pc:sldChg chg="del">
        <pc:chgData name="Davronbek Malikov" userId="8ee0eb9faaf3663e" providerId="LiveId" clId="{E168BBCB-B3F2-46CC-B5CA-AAD8B95135CA}" dt="2025-09-10T08:50:47.024" v="93" actId="47"/>
        <pc:sldMkLst>
          <pc:docMk/>
          <pc:sldMk cId="615299914" sldId="272"/>
        </pc:sldMkLst>
      </pc:sldChg>
      <pc:sldChg chg="del">
        <pc:chgData name="Davronbek Malikov" userId="8ee0eb9faaf3663e" providerId="LiveId" clId="{E168BBCB-B3F2-46CC-B5CA-AAD8B95135CA}" dt="2025-09-10T08:50:47.024" v="93" actId="47"/>
        <pc:sldMkLst>
          <pc:docMk/>
          <pc:sldMk cId="3412890541" sldId="273"/>
        </pc:sldMkLst>
      </pc:sldChg>
      <pc:sldChg chg="addSp modSp add mod">
        <pc:chgData name="Davronbek Malikov" userId="8ee0eb9faaf3663e" providerId="LiveId" clId="{E168BBCB-B3F2-46CC-B5CA-AAD8B95135CA}" dt="2025-09-10T11:56:07.598" v="552"/>
        <pc:sldMkLst>
          <pc:docMk/>
          <pc:sldMk cId="4158321505" sldId="274"/>
        </pc:sldMkLst>
        <pc:spChg chg="mod">
          <ac:chgData name="Davronbek Malikov" userId="8ee0eb9faaf3663e" providerId="LiveId" clId="{E168BBCB-B3F2-46CC-B5CA-AAD8B95135CA}" dt="2025-09-10T08:47:32.860" v="12" actId="20577"/>
          <ac:spMkLst>
            <pc:docMk/>
            <pc:sldMk cId="4158321505" sldId="274"/>
            <ac:spMk id="2" creationId="{B2E006BA-A15A-4074-EDF1-67F2617FFE56}"/>
          </ac:spMkLst>
        </pc:spChg>
        <pc:spChg chg="mod">
          <ac:chgData name="Davronbek Malikov" userId="8ee0eb9faaf3663e" providerId="LiveId" clId="{E168BBCB-B3F2-46CC-B5CA-AAD8B95135CA}" dt="2025-09-10T08:47:58.832" v="18" actId="5793"/>
          <ac:spMkLst>
            <pc:docMk/>
            <pc:sldMk cId="4158321505" sldId="274"/>
            <ac:spMk id="3" creationId="{F8D76618-C605-0172-BDE8-6EB334A309BB}"/>
          </ac:spMkLst>
        </pc:spChg>
        <pc:inkChg chg="add">
          <ac:chgData name="Davronbek Malikov" userId="8ee0eb9faaf3663e" providerId="LiveId" clId="{E168BBCB-B3F2-46CC-B5CA-AAD8B95135CA}" dt="2025-09-10T11:56:07.598" v="552"/>
          <ac:inkMkLst>
            <pc:docMk/>
            <pc:sldMk cId="4158321505" sldId="274"/>
            <ac:inkMk id="4" creationId="{D3913CDD-AC5B-DC65-D004-F7179C2C3831}"/>
          </ac:inkMkLst>
        </pc:inkChg>
      </pc:sldChg>
      <pc:sldChg chg="modSp add del mod ord">
        <pc:chgData name="Davronbek Malikov" userId="8ee0eb9faaf3663e" providerId="LiveId" clId="{E168BBCB-B3F2-46CC-B5CA-AAD8B95135CA}" dt="2025-09-10T09:31:43.648" v="291" actId="47"/>
        <pc:sldMkLst>
          <pc:docMk/>
          <pc:sldMk cId="3599144807" sldId="275"/>
        </pc:sldMkLst>
        <pc:spChg chg="mod">
          <ac:chgData name="Davronbek Malikov" userId="8ee0eb9faaf3663e" providerId="LiveId" clId="{E168BBCB-B3F2-46CC-B5CA-AAD8B95135CA}" dt="2025-09-10T08:50:54.704" v="109" actId="20577"/>
          <ac:spMkLst>
            <pc:docMk/>
            <pc:sldMk cId="3599144807" sldId="275"/>
            <ac:spMk id="2" creationId="{775DA1AF-EF01-6F64-4AD6-1E9E8348C354}"/>
          </ac:spMkLst>
        </pc:spChg>
      </pc:sldChg>
      <pc:sldChg chg="modSp new del mod">
        <pc:chgData name="Davronbek Malikov" userId="8ee0eb9faaf3663e" providerId="LiveId" clId="{E168BBCB-B3F2-46CC-B5CA-AAD8B95135CA}" dt="2025-09-10T09:31:43.648" v="291" actId="47"/>
        <pc:sldMkLst>
          <pc:docMk/>
          <pc:sldMk cId="672218440" sldId="276"/>
        </pc:sldMkLst>
        <pc:spChg chg="mod">
          <ac:chgData name="Davronbek Malikov" userId="8ee0eb9faaf3663e" providerId="LiveId" clId="{E168BBCB-B3F2-46CC-B5CA-AAD8B95135CA}" dt="2025-09-10T08:51:03.085" v="125" actId="20577"/>
          <ac:spMkLst>
            <pc:docMk/>
            <pc:sldMk cId="672218440" sldId="276"/>
            <ac:spMk id="2" creationId="{18277CD1-E8A9-CB3E-BCAE-666330A955AF}"/>
          </ac:spMkLst>
        </pc:spChg>
        <pc:spChg chg="mod">
          <ac:chgData name="Davronbek Malikov" userId="8ee0eb9faaf3663e" providerId="LiveId" clId="{E168BBCB-B3F2-46CC-B5CA-AAD8B95135CA}" dt="2025-09-10T08:51:53.860" v="281" actId="15"/>
          <ac:spMkLst>
            <pc:docMk/>
            <pc:sldMk cId="672218440" sldId="276"/>
            <ac:spMk id="3" creationId="{9E7F4743-7A03-EA2A-235F-97E67F6B4965}"/>
          </ac:spMkLst>
        </pc:spChg>
      </pc:sldChg>
      <pc:sldChg chg="addSp delSp add mod">
        <pc:chgData name="Davronbek Malikov" userId="8ee0eb9faaf3663e" providerId="LiveId" clId="{E168BBCB-B3F2-46CC-B5CA-AAD8B95135CA}" dt="2025-09-10T11:56:07.598" v="552"/>
        <pc:sldMkLst>
          <pc:docMk/>
          <pc:sldMk cId="2153083106" sldId="287"/>
        </pc:sldMkLst>
        <pc:inkChg chg="del">
          <ac:chgData name="Davronbek Malikov" userId="8ee0eb9faaf3663e" providerId="LiveId" clId="{E168BBCB-B3F2-46CC-B5CA-AAD8B95135CA}" dt="2025-09-10T09:32:52.658" v="393" actId="478"/>
          <ac:inkMkLst>
            <pc:docMk/>
            <pc:sldMk cId="2153083106" sldId="287"/>
            <ac:inkMk id="3" creationId="{E95C4F05-9965-8797-BDB7-CEBF258D511E}"/>
          </ac:inkMkLst>
        </pc:inkChg>
        <pc:inkChg chg="add">
          <ac:chgData name="Davronbek Malikov" userId="8ee0eb9faaf3663e" providerId="LiveId" clId="{E168BBCB-B3F2-46CC-B5CA-AAD8B95135CA}" dt="2025-09-10T11:56:07.598" v="552"/>
          <ac:inkMkLst>
            <pc:docMk/>
            <pc:sldMk cId="2153083106" sldId="287"/>
            <ac:inkMk id="4" creationId="{91E68DCB-59C5-FEEA-3A49-E8AB76ED87DB}"/>
          </ac:inkMkLst>
        </pc:inkChg>
      </pc:sldChg>
      <pc:sldChg chg="addSp delSp add mod">
        <pc:chgData name="Davronbek Malikov" userId="8ee0eb9faaf3663e" providerId="LiveId" clId="{E168BBCB-B3F2-46CC-B5CA-AAD8B95135CA}" dt="2025-09-10T12:33:23.135" v="560"/>
        <pc:sldMkLst>
          <pc:docMk/>
          <pc:sldMk cId="2367362995" sldId="288"/>
        </pc:sldMkLst>
        <pc:inkChg chg="del">
          <ac:chgData name="Davronbek Malikov" userId="8ee0eb9faaf3663e" providerId="LiveId" clId="{E168BBCB-B3F2-46CC-B5CA-AAD8B95135CA}" dt="2025-09-10T09:33:31.207" v="398" actId="478"/>
          <ac:inkMkLst>
            <pc:docMk/>
            <pc:sldMk cId="2367362995" sldId="288"/>
            <ac:inkMk id="4" creationId="{2FE46951-EBD8-A673-9641-DF645CC3F58F}"/>
          </ac:inkMkLst>
        </pc:inkChg>
        <pc:inkChg chg="add">
          <ac:chgData name="Davronbek Malikov" userId="8ee0eb9faaf3663e" providerId="LiveId" clId="{E168BBCB-B3F2-46CC-B5CA-AAD8B95135CA}" dt="2025-09-10T12:33:23.135" v="560"/>
          <ac:inkMkLst>
            <pc:docMk/>
            <pc:sldMk cId="2367362995" sldId="288"/>
            <ac:inkMk id="5" creationId="{33D2A673-2BCC-3379-7715-F8A8FF17F4DC}"/>
          </ac:inkMkLst>
        </pc:inkChg>
      </pc:sldChg>
      <pc:sldChg chg="addSp delSp add mod">
        <pc:chgData name="Davronbek Malikov" userId="8ee0eb9faaf3663e" providerId="LiveId" clId="{E168BBCB-B3F2-46CC-B5CA-AAD8B95135CA}" dt="2025-09-10T12:33:23.135" v="560"/>
        <pc:sldMkLst>
          <pc:docMk/>
          <pc:sldMk cId="3249164367" sldId="289"/>
        </pc:sldMkLst>
        <pc:inkChg chg="del">
          <ac:chgData name="Davronbek Malikov" userId="8ee0eb9faaf3663e" providerId="LiveId" clId="{E168BBCB-B3F2-46CC-B5CA-AAD8B95135CA}" dt="2025-09-10T09:33:00.584" v="395" actId="478"/>
          <ac:inkMkLst>
            <pc:docMk/>
            <pc:sldMk cId="3249164367" sldId="289"/>
            <ac:inkMk id="4" creationId="{8EB541FB-5319-9A26-2024-4C7F3A37EAC3}"/>
          </ac:inkMkLst>
        </pc:inkChg>
        <pc:inkChg chg="add">
          <ac:chgData name="Davronbek Malikov" userId="8ee0eb9faaf3663e" providerId="LiveId" clId="{E168BBCB-B3F2-46CC-B5CA-AAD8B95135CA}" dt="2025-09-10T12:33:23.135" v="560"/>
          <ac:inkMkLst>
            <pc:docMk/>
            <pc:sldMk cId="3249164367" sldId="289"/>
            <ac:inkMk id="5" creationId="{F70C8954-AA85-95A2-BE41-FC3BB074C470}"/>
          </ac:inkMkLst>
        </pc:inkChg>
        <pc:inkChg chg="del">
          <ac:chgData name="Davronbek Malikov" userId="8ee0eb9faaf3663e" providerId="LiveId" clId="{E168BBCB-B3F2-46CC-B5CA-AAD8B95135CA}" dt="2025-09-10T09:33:21.946" v="396" actId="478"/>
          <ac:inkMkLst>
            <pc:docMk/>
            <pc:sldMk cId="3249164367" sldId="289"/>
            <ac:inkMk id="12" creationId="{4D314209-81E7-7DE4-4B2C-0D9D879CDAEC}"/>
          </ac:inkMkLst>
        </pc:inkChg>
      </pc:sldChg>
      <pc:sldChg chg="addSp delSp add mod">
        <pc:chgData name="Davronbek Malikov" userId="8ee0eb9faaf3663e" providerId="LiveId" clId="{E168BBCB-B3F2-46CC-B5CA-AAD8B95135CA}" dt="2025-09-10T11:56:07.598" v="552"/>
        <pc:sldMkLst>
          <pc:docMk/>
          <pc:sldMk cId="3219936152" sldId="295"/>
        </pc:sldMkLst>
        <pc:inkChg chg="del">
          <ac:chgData name="Davronbek Malikov" userId="8ee0eb9faaf3663e" providerId="LiveId" clId="{E168BBCB-B3F2-46CC-B5CA-AAD8B95135CA}" dt="2025-09-10T09:32:56.564" v="394" actId="478"/>
          <ac:inkMkLst>
            <pc:docMk/>
            <pc:sldMk cId="3219936152" sldId="295"/>
            <ac:inkMk id="4" creationId="{2529375E-8A99-67F4-BE4B-0FD0CED1FE22}"/>
          </ac:inkMkLst>
        </pc:inkChg>
        <pc:inkChg chg="add">
          <ac:chgData name="Davronbek Malikov" userId="8ee0eb9faaf3663e" providerId="LiveId" clId="{E168BBCB-B3F2-46CC-B5CA-AAD8B95135CA}" dt="2025-09-10T11:56:07.598" v="552"/>
          <ac:inkMkLst>
            <pc:docMk/>
            <pc:sldMk cId="3219936152" sldId="295"/>
            <ac:inkMk id="5" creationId="{3C8F855A-8C09-218F-F126-5EC7FCCE89CA}"/>
          </ac:inkMkLst>
        </pc:inkChg>
      </pc:sldChg>
      <pc:sldChg chg="modSp add mod">
        <pc:chgData name="Davronbek Malikov" userId="8ee0eb9faaf3663e" providerId="LiveId" clId="{E168BBCB-B3F2-46CC-B5CA-AAD8B95135CA}" dt="2025-09-10T11:56:11.866" v="559" actId="20577"/>
        <pc:sldMkLst>
          <pc:docMk/>
          <pc:sldMk cId="2900546023" sldId="299"/>
        </pc:sldMkLst>
        <pc:spChg chg="mod">
          <ac:chgData name="Davronbek Malikov" userId="8ee0eb9faaf3663e" providerId="LiveId" clId="{E168BBCB-B3F2-46CC-B5CA-AAD8B95135CA}" dt="2025-09-10T11:56:11.866" v="559" actId="20577"/>
          <ac:spMkLst>
            <pc:docMk/>
            <pc:sldMk cId="2900546023" sldId="299"/>
            <ac:spMk id="2" creationId="{CFFFDDEA-F0B1-D734-7E45-6A310D5A8547}"/>
          </ac:spMkLst>
        </pc:spChg>
      </pc:sldChg>
      <pc:sldChg chg="addSp delSp add mod">
        <pc:chgData name="Davronbek Malikov" userId="8ee0eb9faaf3663e" providerId="LiveId" clId="{E168BBCB-B3F2-46CC-B5CA-AAD8B95135CA}" dt="2025-09-10T12:33:23.135" v="560"/>
        <pc:sldMkLst>
          <pc:docMk/>
          <pc:sldMk cId="631542072" sldId="300"/>
        </pc:sldMkLst>
        <pc:inkChg chg="del">
          <ac:chgData name="Davronbek Malikov" userId="8ee0eb9faaf3663e" providerId="LiveId" clId="{E168BBCB-B3F2-46CC-B5CA-AAD8B95135CA}" dt="2025-09-10T09:33:26.570" v="397" actId="478"/>
          <ac:inkMkLst>
            <pc:docMk/>
            <pc:sldMk cId="631542072" sldId="300"/>
            <ac:inkMk id="4" creationId="{14F75DAE-3DBD-5C6E-6021-EABEF161BCEE}"/>
          </ac:inkMkLst>
        </pc:inkChg>
        <pc:inkChg chg="add">
          <ac:chgData name="Davronbek Malikov" userId="8ee0eb9faaf3663e" providerId="LiveId" clId="{E168BBCB-B3F2-46CC-B5CA-AAD8B95135CA}" dt="2025-09-10T12:33:23.135" v="560"/>
          <ac:inkMkLst>
            <pc:docMk/>
            <pc:sldMk cId="631542072" sldId="300"/>
            <ac:inkMk id="5" creationId="{0BEAC54A-58B2-190F-88EA-30E4B7FC6691}"/>
          </ac:inkMkLst>
        </pc:inkChg>
      </pc:sldChg>
      <pc:sldChg chg="add">
        <pc:chgData name="Davronbek Malikov" userId="8ee0eb9faaf3663e" providerId="LiveId" clId="{E168BBCB-B3F2-46CC-B5CA-AAD8B95135CA}" dt="2025-09-10T09:31:45.008" v="292"/>
        <pc:sldMkLst>
          <pc:docMk/>
          <pc:sldMk cId="2714996662" sldId="301"/>
        </pc:sldMkLst>
      </pc:sldChg>
      <pc:sldChg chg="add">
        <pc:chgData name="Davronbek Malikov" userId="8ee0eb9faaf3663e" providerId="LiveId" clId="{E168BBCB-B3F2-46CC-B5CA-AAD8B95135CA}" dt="2025-09-10T09:31:45.008" v="292"/>
        <pc:sldMkLst>
          <pc:docMk/>
          <pc:sldMk cId="1967258232" sldId="302"/>
        </pc:sldMkLst>
      </pc:sldChg>
      <pc:sldChg chg="delSp add mod">
        <pc:chgData name="Davronbek Malikov" userId="8ee0eb9faaf3663e" providerId="LiveId" clId="{E168BBCB-B3F2-46CC-B5CA-AAD8B95135CA}" dt="2025-09-10T09:33:36.481" v="399" actId="478"/>
        <pc:sldMkLst>
          <pc:docMk/>
          <pc:sldMk cId="1441391487" sldId="303"/>
        </pc:sldMkLst>
        <pc:inkChg chg="del">
          <ac:chgData name="Davronbek Malikov" userId="8ee0eb9faaf3663e" providerId="LiveId" clId="{E168BBCB-B3F2-46CC-B5CA-AAD8B95135CA}" dt="2025-09-10T09:33:36.481" v="399" actId="478"/>
          <ac:inkMkLst>
            <pc:docMk/>
            <pc:sldMk cId="1441391487" sldId="303"/>
            <ac:inkMk id="3" creationId="{65E49D6F-A9EE-EE5F-CF54-5888FE8A17DA}"/>
          </ac:inkMkLst>
        </pc:inkChg>
      </pc:sldChg>
      <pc:sldChg chg="addSp modSp add mod ord">
        <pc:chgData name="Davronbek Malikov" userId="8ee0eb9faaf3663e" providerId="LiveId" clId="{E168BBCB-B3F2-46CC-B5CA-AAD8B95135CA}" dt="2025-09-10T11:56:07.598" v="552"/>
        <pc:sldMkLst>
          <pc:docMk/>
          <pc:sldMk cId="3491878023" sldId="304"/>
        </pc:sldMkLst>
        <pc:spChg chg="mod">
          <ac:chgData name="Davronbek Malikov" userId="8ee0eb9faaf3663e" providerId="LiveId" clId="{E168BBCB-B3F2-46CC-B5CA-AAD8B95135CA}" dt="2025-09-10T09:32:10.404" v="298" actId="122"/>
          <ac:spMkLst>
            <pc:docMk/>
            <pc:sldMk cId="3491878023" sldId="304"/>
            <ac:spMk id="2" creationId="{2B30CFC0-75BF-592A-843E-586A79F53556}"/>
          </ac:spMkLst>
        </pc:spChg>
        <pc:inkChg chg="add">
          <ac:chgData name="Davronbek Malikov" userId="8ee0eb9faaf3663e" providerId="LiveId" clId="{E168BBCB-B3F2-46CC-B5CA-AAD8B95135CA}" dt="2025-09-10T11:56:07.598" v="552"/>
          <ac:inkMkLst>
            <pc:docMk/>
            <pc:sldMk cId="3491878023" sldId="304"/>
            <ac:inkMk id="3" creationId="{1EFF987F-E929-B9F7-A854-179433C85C1A}"/>
          </ac:inkMkLst>
        </pc:inkChg>
      </pc:sldChg>
      <pc:sldChg chg="addSp modSp new mod">
        <pc:chgData name="Davronbek Malikov" userId="8ee0eb9faaf3663e" providerId="LiveId" clId="{E168BBCB-B3F2-46CC-B5CA-AAD8B95135CA}" dt="2025-09-10T11:56:07.598" v="552"/>
        <pc:sldMkLst>
          <pc:docMk/>
          <pc:sldMk cId="3156142684" sldId="305"/>
        </pc:sldMkLst>
        <pc:spChg chg="mod">
          <ac:chgData name="Davronbek Malikov" userId="8ee0eb9faaf3663e" providerId="LiveId" clId="{E168BBCB-B3F2-46CC-B5CA-AAD8B95135CA}" dt="2025-09-10T09:32:12.850" v="300"/>
          <ac:spMkLst>
            <pc:docMk/>
            <pc:sldMk cId="3156142684" sldId="305"/>
            <ac:spMk id="2" creationId="{AC35611B-90CA-3C2D-CC44-07C059166C29}"/>
          </ac:spMkLst>
        </pc:spChg>
        <pc:spChg chg="mod">
          <ac:chgData name="Davronbek Malikov" userId="8ee0eb9faaf3663e" providerId="LiveId" clId="{E168BBCB-B3F2-46CC-B5CA-AAD8B95135CA}" dt="2025-09-10T09:32:48.048" v="392" actId="15"/>
          <ac:spMkLst>
            <pc:docMk/>
            <pc:sldMk cId="3156142684" sldId="305"/>
            <ac:spMk id="3" creationId="{3BBEC018-FE0C-D522-5404-7524C7F451D8}"/>
          </ac:spMkLst>
        </pc:spChg>
        <pc:inkChg chg="add">
          <ac:chgData name="Davronbek Malikov" userId="8ee0eb9faaf3663e" providerId="LiveId" clId="{E168BBCB-B3F2-46CC-B5CA-AAD8B95135CA}" dt="2025-09-10T11:56:07.598" v="552"/>
          <ac:inkMkLst>
            <pc:docMk/>
            <pc:sldMk cId="3156142684" sldId="305"/>
            <ac:inkMk id="4" creationId="{3B9F37DB-F7ED-57D3-C1B5-04BC98EB3E73}"/>
          </ac:inkMkLst>
        </pc:inkChg>
      </pc:sldChg>
      <pc:sldChg chg="addSp modSp new mod">
        <pc:chgData name="Davronbek Malikov" userId="8ee0eb9faaf3663e" providerId="LiveId" clId="{E168BBCB-B3F2-46CC-B5CA-AAD8B95135CA}" dt="2025-09-10T09:34:46.437" v="483" actId="22"/>
        <pc:sldMkLst>
          <pc:docMk/>
          <pc:sldMk cId="4115553613" sldId="306"/>
        </pc:sldMkLst>
        <pc:spChg chg="mod">
          <ac:chgData name="Davronbek Malikov" userId="8ee0eb9faaf3663e" providerId="LiveId" clId="{E168BBCB-B3F2-46CC-B5CA-AAD8B95135CA}" dt="2025-09-10T09:33:53.567" v="412" actId="20577"/>
          <ac:spMkLst>
            <pc:docMk/>
            <pc:sldMk cId="4115553613" sldId="306"/>
            <ac:spMk id="2" creationId="{E0199B4B-4EE9-46B6-4BE4-1F2A741F6055}"/>
          </ac:spMkLst>
        </pc:spChg>
        <pc:spChg chg="mod">
          <ac:chgData name="Davronbek Malikov" userId="8ee0eb9faaf3663e" providerId="LiveId" clId="{E168BBCB-B3F2-46CC-B5CA-AAD8B95135CA}" dt="2025-09-10T09:34:45.925" v="482" actId="20577"/>
          <ac:spMkLst>
            <pc:docMk/>
            <pc:sldMk cId="4115553613" sldId="306"/>
            <ac:spMk id="3" creationId="{5D844C14-0507-9E4E-DBDA-D6BA5CC94F80}"/>
          </ac:spMkLst>
        </pc:spChg>
        <pc:picChg chg="add">
          <ac:chgData name="Davronbek Malikov" userId="8ee0eb9faaf3663e" providerId="LiveId" clId="{E168BBCB-B3F2-46CC-B5CA-AAD8B95135CA}" dt="2025-09-10T09:34:46.437" v="483" actId="22"/>
          <ac:picMkLst>
            <pc:docMk/>
            <pc:sldMk cId="4115553613" sldId="306"/>
            <ac:picMk id="5" creationId="{73A7BE92-FA8F-547F-8145-65E97D53CD00}"/>
          </ac:picMkLst>
        </pc:picChg>
      </pc:sldChg>
      <pc:sldChg chg="modSp add mod ord">
        <pc:chgData name="Davronbek Malikov" userId="8ee0eb9faaf3663e" providerId="LiveId" clId="{E168BBCB-B3F2-46CC-B5CA-AAD8B95135CA}" dt="2025-09-10T10:58:48.313" v="496" actId="113"/>
        <pc:sldMkLst>
          <pc:docMk/>
          <pc:sldMk cId="1747997970" sldId="307"/>
        </pc:sldMkLst>
        <pc:spChg chg="mod">
          <ac:chgData name="Davronbek Malikov" userId="8ee0eb9faaf3663e" providerId="LiveId" clId="{E168BBCB-B3F2-46CC-B5CA-AAD8B95135CA}" dt="2025-09-10T10:58:48.313" v="496" actId="113"/>
          <ac:spMkLst>
            <pc:docMk/>
            <pc:sldMk cId="1747997970" sldId="307"/>
            <ac:spMk id="2" creationId="{7443BF52-DB20-56EC-BFB8-F31318822563}"/>
          </ac:spMkLst>
        </pc:spChg>
      </pc:sldChg>
      <pc:sldChg chg="addSp modSp new mod">
        <pc:chgData name="Davronbek Malikov" userId="8ee0eb9faaf3663e" providerId="LiveId" clId="{E168BBCB-B3F2-46CC-B5CA-AAD8B95135CA}" dt="2025-09-10T12:33:23.135" v="560"/>
        <pc:sldMkLst>
          <pc:docMk/>
          <pc:sldMk cId="858269024" sldId="308"/>
        </pc:sldMkLst>
        <pc:spChg chg="mod">
          <ac:chgData name="Davronbek Malikov" userId="8ee0eb9faaf3663e" providerId="LiveId" clId="{E168BBCB-B3F2-46CC-B5CA-AAD8B95135CA}" dt="2025-09-10T10:58:52.190" v="498"/>
          <ac:spMkLst>
            <pc:docMk/>
            <pc:sldMk cId="858269024" sldId="308"/>
            <ac:spMk id="2" creationId="{D9A26743-930C-1968-2EFD-5CE1F53936C2}"/>
          </ac:spMkLst>
        </pc:spChg>
        <pc:spChg chg="mod">
          <ac:chgData name="Davronbek Malikov" userId="8ee0eb9faaf3663e" providerId="LiveId" clId="{E168BBCB-B3F2-46CC-B5CA-AAD8B95135CA}" dt="2025-09-10T10:59:43.841" v="551" actId="20577"/>
          <ac:spMkLst>
            <pc:docMk/>
            <pc:sldMk cId="858269024" sldId="308"/>
            <ac:spMk id="3" creationId="{348A737F-6414-CA5D-9D08-9CD88DB8F353}"/>
          </ac:spMkLst>
        </pc:spChg>
        <pc:inkChg chg="add">
          <ac:chgData name="Davronbek Malikov" userId="8ee0eb9faaf3663e" providerId="LiveId" clId="{E168BBCB-B3F2-46CC-B5CA-AAD8B95135CA}" dt="2025-09-10T12:33:23.135" v="560"/>
          <ac:inkMkLst>
            <pc:docMk/>
            <pc:sldMk cId="858269024" sldId="308"/>
            <ac:inkMk id="4" creationId="{EB3BBEE3-C42A-2CC0-A124-A60517E389C4}"/>
          </ac:inkMkLst>
        </pc:inkChg>
      </pc:sldChg>
      <pc:sldChg chg="modSp new mod">
        <pc:chgData name="Davronbek Malikov" userId="8ee0eb9faaf3663e" providerId="LiveId" clId="{E168BBCB-B3F2-46CC-B5CA-AAD8B95135CA}" dt="2025-09-10T12:34:11.950" v="753" actId="12"/>
        <pc:sldMkLst>
          <pc:docMk/>
          <pc:sldMk cId="1703650934" sldId="309"/>
        </pc:sldMkLst>
        <pc:spChg chg="mod">
          <ac:chgData name="Davronbek Malikov" userId="8ee0eb9faaf3663e" providerId="LiveId" clId="{E168BBCB-B3F2-46CC-B5CA-AAD8B95135CA}" dt="2025-09-10T12:33:29.820" v="573" actId="20577"/>
          <ac:spMkLst>
            <pc:docMk/>
            <pc:sldMk cId="1703650934" sldId="309"/>
            <ac:spMk id="2" creationId="{8C21ACBF-B094-147A-693B-24C8E8AC93C2}"/>
          </ac:spMkLst>
        </pc:spChg>
        <pc:spChg chg="mod">
          <ac:chgData name="Davronbek Malikov" userId="8ee0eb9faaf3663e" providerId="LiveId" clId="{E168BBCB-B3F2-46CC-B5CA-AAD8B95135CA}" dt="2025-09-10T12:34:11.950" v="753" actId="12"/>
          <ac:spMkLst>
            <pc:docMk/>
            <pc:sldMk cId="1703650934" sldId="309"/>
            <ac:spMk id="3" creationId="{018266AA-E591-F587-ECF3-E850A0013164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2-15T10:04:57.27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4199 6101 47 0,'-4'4'41'0,"0"1"-9"0,-1 1 1 15,0 0-3-15,2-1-10 0,1 1-7 0,-1-1-4 0,2 2-4 16,-1 1 1-16,1 1-4 0,1-1 0 0,0 1 0 0,2 0-2 0,1 0 2 15,0-2-1-15,2 2 0 0,2-1 2 0,2 0 1 0,1 1 0 0,3-2 1 16,1 0 0-16,2-1 2 0,3-2 7 0,2 1 2 0,2-1 6 16,3 0 4-16,0-1 1 0,4-1 1 0,1 1 0 0,5-2 4 0,1 0-2 15,3-1 5-15,2 1-4 0,4-2-4 0,1 0 0 0,4 0-4 0,1-1 1 16,2 0-3-16,2 0-3 0,3 0-7 0,1-1 0 0,2 0-1 16,1-1-3-16,2 1 4 0,1 0-3 0,-2 0 1 0,0 0-4 0,-1-1 5 15,0 0-2-15,0 1-1 0,0-1 2 0,0 0 0 0,0-1 3 16,1 0 3-16,0-1 2 0,1-2-3 0,1 0-1 0,0-2-1 0,1-2-2 15,3-2-1-15,0-1-1 0,0 0-2 0,1-2 0 0,1 0 1 0,-2-1 0 16,1 0 1-16,-3-1-1 0,0-1 0 0,-1 3 3 0,-2-2 5 16,-2 1 8-16,-1 1 3 0,-2 2 6 0,-2 1-1 0,-2 1-3 0,-2 1-1 15,-3 2-7-15,0 1-2 0,-2-1-4 0,1 0-2 0,0 2-3 16,-1-2 0-16,-2 2-2 0,-2 1-4 0,0-1 0 0,-2 2-1 0,-1 0 0 16,0 0 0-16,-1 0 1 0,-3 0 2 0,0 1 0 0,-2-1 0 0,-1 0-1 15,0 1 0-15,-2-4-1 0,0 0-1 0,0-1 2 0,0-1-1 16,-2 0 0-16,1-1 3 0,-4-2 6 0,0-1 0 0,-3-1 5 0,-2 0 2 15,-2-2-8-15,-3-2 3 0,0 1-1 0,-2-1-1 0,-4-2 5 0,-1 1-3 16,-3 0 2-16,-4-2-1 0,-2 1-3 0,-3-1 0 0,-4-1-3 16,-4-1-1-16,-2-1 0 0,-4 1-5 0,-5-2-1 0,-4 2-7 0,-2 2-3 15,-5-1 2-15,-3 1-2 0,-3-1 2 0,-6 1 0 0,-2 1-2 16,-3-1 1-16,-3 1-1 0,-2 1 5 0,-2 0-1 0,-2-2-4 0,-2 1-4 16,-2-3-9-16,-2-1-3 0,-2 0-1 0,1 1 5 0,-2-1 1 0,-2-1 5 15,0 2 5-15,-2-1 0 0,0 1 4 0,0-1 2 0,0 0-2 16,0 0 0-16,0 0 1 0,-2 3-1 0,-1 0 1 0,0 2 0 0,0 2 0 15,-2-1 0-15,-1 1 2 0,-3 4 2 0,0-1-1 0,0 3-3 0,-3 2 0 16,1 0-1-16,1 3 1 0,-3 1 3 0,1 1 1 0,0 2 0 16,-2 2 1-16,2 0 1 0,-2 3 0 0,2 1 2 0,-2 3-6 0,-2 2 2 15,-1 3 1-15,-3 1-1 0,-2 3 7 0,0 1-1 0,-1 3-3 0,1 1 1 16,1 0-8-16,3 2 1 0,0-2 0 0,5 1 2 0,2 1-2 16,4-2 4-16,5 3-2 0,2-1-3 0,2 0-2 0,4-1-1 0,1 0-2 15,6-1-1-15,2 1 2 0,3 1 0 0,2-2 0 0,2 3 0 16,3 0-1-16,2 0 0 0,1 2 2 0,3 0 0 0,2 1 1 0,0 0-5 15,0-1 3-15,1 2 1 0,2-2 5 0,0 4 7 0,2 0-3 0,1 0 0 16,-3 1-4-16,4-2 2 0,-3 1 0 0,2 0-1 0,0 1-2 16,1 0-1-16,2 0 2 0,1-3-1 0,2-1 3 0,2-2-1 0,3-1-3 15,0 0 3-15,4 0-3 0,0-2-1 0,4 0 2 0,3-1-4 0,0-3 1 16,2 2-2-16,1 0-2 0,3-2-6 0,1 1 2 0,1-2 1 16,2 0 3-16,1-1 6 0,2 1-1 0,3 0 8 0,1-1-2 0,1-1 2 15,3 1 1-15,0 1-3 0,2 0 1 0,2 0 1 0,1-1-1 16,1 1-2-16,2 0 4 0,3 0-3 0,2-2-1 0,2 2 2 0,0 1-1 15,2-1 2-15,2-2 0 0,2 2 0 0,2-2 2 0,5-1 3 0,0-2-1 16,2-3 6-16,4 1-4 0,2-1 2 0,2 0 1 0,1-1-3 16,0 1 0-16,2-1 0 0,1 0 0 0,3 1 4 0,3-2 7 0,1 0 4 15,1-1 2-15,4-1-2 0,2-1-6 0,0 0-1 0,2 0-6 0,-1-1 0 16,0 0-3-16,-2 0-4 0,-1-1-3 0,-4 2 3 0,-2 0-1 16,0 0 1-16,-5 1-2 0,0 0 0 0,-5 0-2 0,-4-1 1 0,-3 1 2 15,-2-1-3-15,-3 1-5 0,-2-1 3 0,-5-1-3 0,0-1 5 0,-5-1 5 16,2-1 0-16,-4-1 1 0,0-1-4 0,-1-1 4 0,-4 1-2 15,0 0 0-15,-2-1 2 0,-2 0-4 0,1 0 2 0,-1 0-2 0,-1 1-1 16,-2 1-2-16,1-2 0 0,-1 2-5 0,-2 0-13 0,-1 0-34 16,-1 1-31-16,-1 1-36 0,-2 0-32 0,1 0-16 0,-1 1 1 0,-1 0 16 15,0 0-114-15</inkml:trace>
  <inkml:trace contextRef="#ctx0" brushRef="#br0" timeOffset="1014.99">4090 7735 562 0,'-15'-10'208'0,"0"1"-199"15,1 0-3-15,5 2 0 0,5 3-1 0,1 2-2 0,2 0-9 0,1 1-8 16,1 0 0-16,3 1-6 0,2 0-1 0,2 1-13 0,0 0-19 16,3 0-11-16,0 0-2 0,2 2 9 0,0 0 12 0,-1 1 16 0,2 0 10 15,0 0 8-15,0 0 6 0,0 0 2 0,0 0 3 0,1-1 3 0,1 0 0 16,1 1 2-16,1-1 4 0,1 0 1 0,3 0 6 0,0-1 2 16,4 0 5-16,2 0 5 0,3-1 1 0,2 1 2 0,4 0-1 0,1 1 1 15,3 0 3-15,4 0-1 0,2 2 0 0,2-1-1 0,1 3 2 16,1 0 0-16,4 2 3 0,0 1-4 0,2 1-2 0,2 0 0 0,0 2-2 15,3-1 1-15,2 1-1 0,2 1-1 0,1-2-4 0,2 0-1 0,1-3-3 16,1-1-6-16,1 0-2 0,-1-1-1 0,-2-1 0 0,0 0 2 16,1-1 1-16,-2 0-2 0,0 0 3 0,-1-2 0 0,-1-1-1 0,0-1 1 15,-1-1-2-15,-2-1 1 0,0-2 1 0,0-1-2 0,-1-1 1 0,-2 0-4 16,0-1 5-16,-2 0-3 0,-2-1-3 0,1 0 2 0,-3 0-4 16,0-1-4-16,0 3 3 0,-1-2-1 0,1 0 0 0,-1-1 0 0,1 1 0 15,-1-1-2-15,0 0 1 0,-1-1 0 0,0 1 0 0,-1-2 1 0,-1-2-1 16,-2 1 2-16,-2-2 4 0,-3 1 0 0,1-1 5 0,-4-3 2 15,-1 0 3-15,0-1 7 0,-3-1 13 0,-3 1 10 0,-1-1 5 0,-1 2-1 16,-2-3-10-16,0 0-7 0,-3 0-2 0,1-1-7 0,-2-2-6 16,-1 0-6-16,-2-3-12 0,-2 1 3 0,-2 0-5 0,-2 0-2 0,-4 1 1 15,-2-1-4-15,-3 0 2 0,-4 1 1 0,-3-3-6 0,-4 0-1 0,-3-2-3 16,-4 0-5-16,-2-1-3 0,-6 1 1 0,-3 1 1 0,-4-3 2 16,-4 0 6-16,-3-1-2 0,-3-1 3 0,-2 1 7 0,-2 0 1 0,-1-3 5 15,-1 2-2-15,-2-1-3 0,0 0-2 0,-2 0-1 0,1 0 2 0,0 2-1 16,0-1 0-16,-2 1 2 0,1-1 0 0,0 1-1 0,-1 0-1 15,-2 3-3-15,0 0-1 0,-2 1-5 0,-2 1 4 0,-1 1-2 0,-3 4-4 16,-4 1-1-16,0 1 1 0,-4 4 1 0,-3-1 4 0,-3 3 10 0,-2 2-3 16,-4 2 0-16,-2 4 2 0,-3-1-5 0,-1 2 0 0,-1 2 4 15,-2 2-2-15,0 3 1 0,-3 1-3 0,0 1-3 0,0-1 2 0,0 2-2 16,1 2 6-16,0 2 1 0,2 2-1 0,1 1 4 0,0 0 3 16,1 2 4-16,0 1-6 0,2 2 1 0,-1 2 1 0,1 3-3 0,1 1 1 15,-1 1-1-15,0 3-5 0,0 2-1 0,-2 3 2 0,1 2 3 0,0 1-3 16,-2 0 1-16,3 1-1 0,-3 3 0 0,2-1-1 0,0 3-2 15,0 1-2-15,2 1 6 0,1 1 3 0,0 2-2 0,2 3 8 0,0 2-10 16,2 1 3-16,3-1 3 0,2-1-4 0,6-1 0 0,3-1-4 0,4-1-2 16,5 0-9-16,5 0-3 0,6-2 11 0,5 2-20 0,6-2-63 15,3 0-68-15,4 0-77 0,3 3-50 0,3-1 29 0,4 1-228 0</inkml:trace>
  <inkml:trace contextRef="#ctx0" brushRef="#br0" timeOffset="9147">4595 9444 1 0,'-24'-11'52'0,"-10"-6"471"0,-10-5 570 0,-7-2-410 0,19 9-658 0,1 1-30 0,4 0-13 0,1 1 0 0,1 2 4 0,2-2-4 0,0-1-62 0,0 1-109 15,1 0-129-15,0-1-77 0,0 1 2 0,1 1 66 0,-1 0 78 16,2 1-45-16</inkml:trace>
  <inkml:trace contextRef="#ctx0" brushRef="#br0" timeOffset="9666">3871 9079 542 0,'-20'-7'102'0,"0"2"-28"0,-4-3-6 0,3 2 10 16,4 2 17-16,1-1 4 0,1 1-5 0,0 0-21 0,1-1-27 0,1 1-18 15,2-1-15-15,0 0-5 0,1 0-7 0,0 2 0 0,1 0 0 0,2 1-3 16,1-1 3-16,2 0-5 0,0 1-1 0,1-1-3 0,2 2-10 16,2-1-2-16,1 1-5 0,3 0 1 0,1-1 6 0,3 1-1 0,2-2 10 15,2 1 2-15,2-1 4 0,-1 0 4 0,4-1-3 0,1-1 2 16,1 0 1-16,5 0-2 0,1-1 1 0,1 2-5 0,2-1 1 0,1 1 1 16,0 0 0-16,2 0 1 0,1 1 1 0,0 1-2 0,2 2 2 0,-3 0 2 15,2 1 1-15,1 2 2 0,-1 0 5 0,2 1 1 0,1 1 2 16,1 0 2-16,0-1 1 0,2 3-3 0,3-1 5 0,1 1-3 0,1 1-2 15,3-2 5-15,2 0-5 0,2-1-2 0,1 0 2 0,1-1-4 0,2 0 1 16,1 0-7-16,2-1-1 0,1 0 3 0,2-1-3 0,0-1 4 16,3-1 1-16,1 0-1 0,-1 0 2 0,2-1 1 0,0 1-3 0,0-1-1 15,0 0 1-15,1 0-2 0,-1 1 9 0,1 0 4 0,1 0 4 16,-1 0 14-16,2 0 0 0,1 1 14 0,-1 0-5 0,2 0-6 0,1 1-9 16,-1-1-17-16,3-1 1 0,-1 1-5 0,2 1-2 0,3-1 3 0,-1-1-8 15,0 1-4-15,3-1-1 0,-2 1 0 0,3 0 4 0,1-1 1 16,1 1-2-16,0 0 4 0,0 1-9 0,0-1 5 0,1 1 4 0,1 0-7 15,-1-1 8-15,1 1-4 0,-1 0-5 0,2 1 3 0,-2-1-3 0,1 1 3 16,0 0 0-16,0-1 3 0,2 0 0 0,1 0 0 0,2 0 5 16,0 0-1-16,3 0 4 0,-1-1-1 0,3 0-5 0,1-1 7 0,2 1-7 15,1-1 7-15,-1 0-1 0,1 0 2 0,1 0-1 0,-1 0-2 16,1 0-1-16,0 1-6 0,-2-1 0 0,3 1-1 0,-1 0-3 0,1-1 3 16,1 1 3-16,-1 0-4 0,-2 1 1 0,-1 0-2 0,0 0 0 0,1 0 6 15,1-1 1-15,-1 0 0 0,0 1-8 0,-1-1 4 0,-4 1-3 16,1-1 1-16,-3 1 4 0,1 0 5 0,-1 0-9 0,-1 0 5 0,-3-1-2 15,-1 0 1-15,-2-1 8 0,0 2-3 0,0-2 2 0,-1 1-1 0,0 0-3 16,-2 0 3-16,-4 0-1 0,-2 0-1 0,-1-1 0 0,-1 1-1 16,-3 0-1-16,-1 0-4 0,-3 2 0 0,-2-1 0 0,-5 0-3 0,-3 1 3 15,-3 0 0-15,-4 2-4 0,-1-2 0 0,-2 1-5 0,-4 1 1 16,-3-1-5-16,-3 1-8 0,-2 1-7 0,-3 0-23 0,-1 0-50 0,-2 0-94 16,-4 0-84-16,0 0-44 0,-3-1 21 0,0 1-93 0</inkml:trace>
  <inkml:trace contextRef="#ctx0" brushRef="#br0" timeOffset="36600.99">4320 9434 363 0,'-21'-6'17'0,"1"0"13"0,-5-3 12 0,7 3 3 0,1 2 0 15,2 0-4-15,0 1-1 0,2 2 1 0,-1 0-6 0,1 1-4 0,-1 1-3 16,0 1-8-16,1 0-6 0,0 1-2 0,0 1-2 0,0 1-1 16,-1 0 0-16,0 2-2 0,-1-1 1 0,0 0-2 0,0 0-1 0,0 1 1 15,-1 0 1-15,-2 1-1 0,1 1 3 0,-1 0-2 0,1 1 0 16,0-1 2-16,2 0-5 0,-1 0 3 0,1 0 1 0,1-2-1 0,1 0 6 16,1-1 3-16,1-1 1 0,2-2 5 0,2-1 3 0,1-2-1 0,3 0 6 15,1 0 2-15,2-1-3 0,0-1-1 0,1-1-8 0,1-2-4 16,3-2 3-16,2-2 2 0,1-3-1 0,2 0 3 0,0-1-1 0,1-1-4 15,0 0 5-15,1 0 0 0,1 0-1 0,1 1 1 0,1-2 5 0,3 1-2 16,2-2 5-16,2 0 1 0,3-2 0 0,3-3-5 0,2 2-7 16,3-1-1-16,1-1-9 0,4 3 3 0,4-4 0 0,2-1-4 0,6-1 2 15,2-1-2-15,4 0-2 0,5-2 1 0,4-3-4 0,4 0 1 16,0-2-1-16,2 1-7 0,0 1-1 0,1 4-1 0,-2 1 1 0,1 2 5 16,-2 1 1-16,2-1 2 0,1 2 5 0,0 0-3 0,0 1-1 0,-1 3 6 15,-1 2-14-15,0 2 2 0,-1 1 2 0,-1 4-3 0,-1 2 11 16,0 1 5-16,-1 2-1 0,-2 2 5 0,-1 2-6 0,0 3-7 0,-3 3 0 15,0 1-3-15,-1 4 0 0,-2 3 5 0,1 2-2 0,-1 2 1 0,0 3-1 16,0 1-1-16,-1 1 1 0,-1 1-7 0,2-1-2 0,-1 2 5 16,-1 1 3-16,1-1 4 0,-3 2 2 0,0 0-8 0,1 1 5 0,-3-1-4 15,-1 2 6-15,0-1-2 0,-4 3-8 0,1 0 6 0,-3 1-3 16,0 0-2-16,-1-1 4 0,-1 0-3 0,-1 1-4 0,-1 0 3 0,-1 2 0 16,-2-1-1-16,0 1-2 0,-2 2 7 0,0-2-5 0,-1 1 2 0,-3 2 6 15,-2-1-12-15,-4 2 5 0,0-2-4 0,-1 2-3 0,-3 0 4 16,-2 1 0-16,-2 3 1 0,-4-1 0 0,-2 2-2 0,-2 3 0 0,-3 3-5 15,-2-1 7-15,-2 1 6 0,-3-2-2 0,-2-2 7 0,-3 0-5 0,-2-5 0 16,-1-1 3-16,0 0 1 0,-3-4 1 0,-3-1 0 0,-2-1 2 16,-2-1-3-16,-4 1 1 0,-2-1-4 0,-3 2 1 0,-4-1-6 0,-3 1 1 15,-2-2 5-15,-4-1-8 0,-3 3 2 0,-2-2-8 0,-4 1-3 16,-4-3 3-16,-1 1-1 0,-4-2 1 0,-4 1-3 0,-2 0-3 0,-3-1 5 16,0-3 6-16,-3-2 3 0,0-2 6 0,-1-4-2 0,-1 0-2 0,-1-2 7 15,-1-2 2-15,-2-1 1 0,0-1 6 0,3-3-3 0,-2-1-1 16,0 0 4-16,0-3 7 0,-1 1 2 0,0-1 5 0,0-2-1 0,-1-2-5 15,2-1-7-15,-3-1 3 0,0-2-8 0,1-1 2 0,-2-1-1 0,-1-2-7 16,-2-1 5-16,1 1-12 0,-1-2 10 0,0-1-5 0,0 0 0 16,-2-2 9-16,3 0-5 0,-2 0 2 0,0-2-3 0,3-1-4 0,0-2-4 15,2-2 2-15,4-2 3 0,0-1 2 0,2-2 1 0,3-3 0 16,3-3-5-16,0-1 1 0,3-2-6 0,2-1 2 0,1-1-6 0,5-1 5 16,1-2-4-16,3-2-1 0,2 2 7 0,3-1-4 0,1 1 5 0,3 1 2 15,2 1-4-15,1 3 6 0,1 1-4 0,1 3-3 0,0 0-3 16,4 2 1-16,2-2 1 0,1 3-3 0,2 1 1 0,1 1-3 0,2 6-3 15,3 0-1-15,0 2-5 0,4 2-8 0,1 3-5 0,3 0-12 0,3 1-18 16,2 1-41-16,2 1-97 0,3 2-91 0,2 1-79 0,3 0-30 16,4 1-197-16</inkml:trace>
  <inkml:trace contextRef="#ctx0" brushRef="#br0" timeOffset="46119.99">3497 11131 582 0,'-14'0'41'0,"0"-1"-16"0,-2 1 0 16,4 0 21-16,1-1 14 0,2 0 12 0,0 0-12 0,1 0-21 0,1 0-17 15,0 0-9-15,1 1-8 0,0-1 0 0,1 1-1 0,0 0-1 0,-1 0-1 16,0 0-1-16,0 0-4 0,-1 1 2 0,2 0 1 0,-1 0 2 15,0 1 0-15,1-1 0 0,-2 0-1 0,0 0-3 0,1 0 5 0,-1 1-1 16,0-1 2-16,0 0 0 0,2 0 0 0,-1 1 1 0,1 0 0 0,2-1 3 16,-1 0 0-16,1 0 0 0,1-1 1 0,0 1 0 0,2 0-3 15,1-1 4-15,0 0 2 0,2-1 5 0,1 1 9 0,1-2 7 0,3 0 8 16,2-3 6-16,2-2 1 0,3-3 4 0,2-2 1 0,3-1 0 16,2-2-4-16,1-3-7 0,2 0-5 0,1-1-5 0,0 2-1 0,3-1-3 15,-1 1-3-15,4 0 2 0,0-1 0 0,2 0-2 0,1-1 1 0,1 0-3 16,2 1-2-16,1-1 0 0,3 2-5 0,1-2-2 0,3 1-1 15,1 1 0-15,2 0-1 0,2 0-2 0,0 0-6 0,1 3 2 0,1-1-2 16,2 2 0-16,1 0 4 0,1 1 2 0,0 0-1 0,2 1 0 0,2-1 3 16,1 1-4-16,2 1 8 0,1 1 4 0,-1 1 0 0,3-1 7 15,1 1 5-15,3-1-3 0,1 0 0 0,0 1 3 0,2 1-6 0,-1 0 4 16,0 1-3-16,0 1-8 0,-2 1-13 0,0 2-3 0,0 1 0 0,-3 1-4 16,1 2 8-16,0 1 0 0,-5 1-7 0,1 0 4 0,-3 1 4 15,-2 1-11-15,1 1 3 0,-5 3 0 0,1 1-5 0,-4 2 16 0,-2 3-4 16,-1 1-2-16,-2 4 0 0,-2 2-7 0,-3 1 4 0,-5 2 1 15,1 1-8-15,-5 2 0 0,0 1 4 0,-4 1 2 0,-1 2 4 0,-3 3 7 16,-1 0-2-16,-2 2-4 0,-4 0 3 0,-1 0-1 0,-2 0-2 16,-2-1-3-16,-1-2 3 0,-1-1-6 0,-2-1 3 0,-3 0 7 0,-2-1-3 15,-1 1 6-15,-3-2-10 0,-2 2 8 0,-3-2 3 0,-3 1 2 0,-1 1 6 16,-2 1-8-16,-2-2 2 0,-1 0-3 0,-1 0 1 0,-1-1-3 0,-3 1-1 16,-1 1-2-16,-2 0-2 0,-3 0 1 0,1-1-7 0,-5-2 5 15,-1 2-9-15,-3-3-2 0,-2 2 1 0,-3-2-9 0,-2 1-7 0,-5-2 8 16,-5 0 0-16,-2-1-1 0,-4-2 6 0,-3 0-9 0,-1-3 3 15,-5-1 6-15,0-1 1 0,-3-3 7 0,0-1-1 0,0-2 1 16,-1-3 8-16,0-2 3 0,-1-2 0 0,2-1 5 0,1 0-4 0,1-2-1 0,1-1 5 16,2-2-3-16,2-1 0 0,-1-1 1 0,2-2-6 0,-1 0 2 15,0-3 0-15,2 0-4 0,2 0 6 0,-1-1-6 0,0 0-3 0,0-2 1 16,0-1-4-16,1 0 0 0,0-2-2 0,-2 1 4 0,0-1-1 0,1 0 7 16,2 0-1-16,0 0-6 0,1 2 1 0,0 0 0 0,2-1 1 15,1 1 0-15,1 1-1 0,2 1 3 0,0 0-2 0,1 2 2 0,0 0 3 16,1 0-5-16,3 1 2 0,4 0 2 0,0 1 0 0,4-1-1 15,3 2 7-15,1-2-6 0,4 2 0 0,1-1 1 0,1-1-7 0,4 1 1 16,1 0-7-16,2 0-8 0,2-1-4 0,2 1-2 0,2-1-14 0,1 0-19 16,2 0-41-16,3 0-59 0,0-2-65 0,3 0-79 0,1-1-99 15,3-1-77-15,3-3-269 0</inkml:trace>
  <inkml:trace contextRef="#ctx0" brushRef="#br0" timeOffset="47486">3534 12401 863 0,'-18'-11'65'0,"2"-1"-6"0,-4-2 10 0,5 2 11 16,4 2 0-16,3-1-5 0,-1 0-6 0,2 0-19 0,0 2-13 15,2-1-9-15,1 1-11 0,1 0-6 0,2 0-3 0,2 1-4 0,1 0-4 16,3 1 0-16,0-1-1 0,2-2 1 0,2 0 0 0,1 0 0 0,3 1 0 16,3-1-2-16,0 1 0 0,2-2-3 0,2 0 5 0,1-1 0 15,3 2 1-15,1-1 9 0,2-1-8 0,-1 0 8 0,4-1 6 0,0 1 8 16,5 1 14-16,0-2 4 0,2 1-1 0,1-1-9 0,1 1 2 0,1 1 0 15,2-1 6-15,-1 0 3 0,-1 0-8 0,3 0 4 0,-2 1-10 16,2 1-3-16,0 0 5 0,0 0-7 0,1 1 3 0,0-1-1 0,2 1-3 16,0 1 1-16,1 0-6 0,1-1-3 0,2 1-4 0,0-1 5 0,-1 2 4 15,1-1-3-15,1 1-2 0,0 1-9 0,0-1-4 0,0-1 5 16,0 2-4-16,0-1 2 0,0 0-2 0,0 0-3 0,0-3 3 0,-1 0-2 16,-3-1 2-16,0-1 2 0,-1 0 1 0,0 2-2 0,-4 1 1 0,-3 3-2 15,-1 0 0-15,-5 0-2 0,-2 1 2 0,-2 1 2 0,-2 2-2 16,-2 1 1-16,-2 1 5 0,-1 2 0 0,-1 0 2 0,0 2 0 0,0 1 1 15,-3 2 0-15,2 0 2 0,-2 4 5 0,-2 0 1 0,0 4-3 16,-1 3 0-16,-1 0-3 0,-1 6-2 0,-2 1 3 0,1 2-9 0,-3 4-1 16,-1 3-5-16,-1 4 1 0,-2 5-1 0,-1 2 0 0,-3 1-1 0,-1 1-6 15,-3 2 1-15,0-2 6 0,-1-2 0 0,-1 1 0 0,-3-2 3 16,0-2-4-16,-3-1 2 0,-1-1-1 0,-1-2 3 0,-2 1 0 0,-3 0-1 16,0-2-4-16,-4 0 6 0,-1-3-3 0,0 0 2 0,-3-1 12 0,2-2-7 15,-2 0 1-15,-2-3 1 0,1 1-9 0,-3-2 7 16,0 1-6-16,-1 1 1 0,1-2 0 0,-3 1-1 0,0-1-1 0,-3-1 3 0,0-1 0 15,-1 1-4-15,-2-1 4 0,-1 0-4 0,-1 0 0 0,-2-3 6 16,-1 1-3-16,1-1-1 0,-4-4-12 0,1 0 5 0,0-2 9 0,-1-1 4 16,-1-2 1-16,-4 2 2 0,0-1-9 0,-2-1-4 0,1-1 10 0,-2 0-1 15,0-1-4-15,0 0 4 0,-1-2-1 0,1-1-1 0,-1-2 3 16,1 0 0-16,2-3-1 0,0-1-4 0,2-1 8 0,1-1-1 0,1-1-2 16,-1-1 4-16,3 0-11 0,0-2 6 0,2 0 0 0,1-1-4 15,1-2 0-15,1-1-3 0,0 0 2 0,2-1-4 0,0-1 4 0,1-1-4 16,0 0-4-16,3-3-1 0,0 0-9 0,2-2-2 0,1 2 0 0,-1-3 5 15,2 0 1-15,2-1 3 0,0 0-17 0,4-2-19 0,2-1-17 16,2 0-44-16,1-1-55 0,0-2-53 0,2 1-61 0,2-2-45 0,2 2-28 16,2-2-10-16,4-2-196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2-15T10:20:33.78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21038 3083 1477 0,'-3'0'114'0,"1"0"24"0,-1 1 42 0,1 3 27 15,1 2 13-15,-1 1-20 0,-1 4-43 0,0 3-37 0,0 3-18 16,-1 3-11-16,0 4-16 0,-1 3-9 0,-2 5-8 0,-1 2-7 0,-1 5 7 16,0 0-11-16,0 3-9 0,0 1-14 0,-1 2-10 0,-1 0-1 0,-2 0-7 15,-2 1-3-15,0-2 1 0,1 0-6 0,-1 2 2 0,-1 0-11 16,0-3 2-16,0 0 0 0,-1-3-2 0,0-2 14 0,2-2-1 0,-2-3-5 15,2-3 1-15,0-2-2 0,2-2 0 0,0-2 4 0,1-1 0 0,0-5 10 16,2 0-7-16,0-4 5 0,2-2-1 0,0-2-2 0,1-2 5 16,2-1-3-16,1-2 4 0,1-1 7 0,2-3 3 0,1-1 10 0,1-2 10 15,1-1-7-15,1-2 2 0,2 0-4 0,2-1-11 0,2-2 0 16,-1 0-8-16,3-2-5 0,1 0 2 0,2-1-3 0,1-1 3 0,1 1 0 16,2-3-3-16,1 1-5 0,0-1 8 0,1 1-3 0,1-2 1 0,0 0-2 15,2 0-6-15,0 0 4 0,0-2-6 0,2 0 6 0,0-1-2 16,1 0-4-16,1-2 6 0,-2-1-2 0,0 0-6 0,-2-2 8 0,1 0 7 15,0 0-3-15,-1-1 4 0,1 0-3 0,-2-2-9 0,-1-1 0 0,0 1 2 16,0 0 2-16,-2 1-6 0,0-1 4 0,-1 0 2 0,-3 0 0 16,0-3 0-16,-1 1 2 0,-2-3 0 0,-3 1 5 0,-1-1 3 0,-1 2 0 15,-4-2 4-15,-2 1-1 0,-3-1 5 0,-4 0 0 0,-2-1-4 16,-3 1 14-16,-2-1-14 0,-4 1-18 0,-2 0 0 0,0 2 0 0,-5 1 0 16,0 2 0-16,-4 2 0 0,-2 3 0 0,-1 1 0 0,-2 4 0 0,-5 2 0 15,-1 5 0-15,-5 2 0 0,-2 4 0 0,-2 2 0 0,-2 5 0 16,1 2 0-16,-1 3 0 0,1 4 0 0,1 4 0 0,0 1 0 0,2 3 0 15,-1 3 0-15,4 1 0 0,0 4 0 0,0 2 0 0,1 1-14 0,1 0-38 16,2 3-13-16,4 0-12 0,4 2-4 0,2 0-21 0,3 0-32 16,3-2-28-16,3 0-57 0,5-1-79 0,5-2-98 0,5-2-169 0,4-5-86 15,6-2-238-15</inkml:trace>
  <inkml:trace contextRef="#ctx0" brushRef="#br0" timeOffset="452.99">21455 3622 1065 0,'-1'12'581'0,"0"2"-409"16,0 5 22-16,0 1-4 0,-1-2 3 0,1 3-23 0,1 2-26 0,0-1-36 16,0 3-19-16,0-2-26 0,1 2-8 0,0 0-4 0,1-1-11 0,1 2 6 15,2-2-9-15,1 0-12 0,0-1-4 0,0-3 0 0,2 0-6 0,1-2-5 16,0-2 3-16,2 0-4 0,2-1-4 0,0-1 1 0,1-2-4 15,0-2 1-15,2 0-1 0,0-2 0 0,1-2 1 0,-1-2-3 0,1-2 2 16,-1-1 0-16,0-3 0 0,2-3-2 0,-2-2 5 0,2-2 1 16,0-3-1-16,-1-1 4 0,1-2 7 0,-3-2 3 0,0 0 1 0,0 1 0 15,-1-2-5-15,0-1 3 0,-3 0 0 0,0-1-1 0,-3-1 0 16,-2 2-4-16,-3-2-11 0,-2 0-1 0,-2 1 9 0,-3 0-6 0,-2 1 7 16,-4 0-2-16,-2 1-9 0,-2 1-2 0,-2 2-3 0,-2 4-1 0,0 0-1 15,-3 3 3-15,-1 3-6 0,-1 2 5 0,-1 1-4 0,-1 3-1 16,1 2 1-16,-2 1 4 0,1 3-1 0,-1 1 2 0,3 1 8 0,2 2-8 15,3 1 4-15,2 0 0 0,4 0-5 0,2 1 7 0,4-2-6 0,1 0-11 16,4-1-5-16,2 0-11 0,2-2 0 0,4 0 5 0,3-2 3 16,2 0 3-16,4-1 0 0,3-1 4 0,1 0 9 0,4-1 5 0,2 0 2 15,-1 0 2-15,1 0-4 0,-2 0 0 0,1 1 2 0,1 0 0 0,-2 0 2 16,1 1 0-16,-2 1 0 0,-1-2 3 0,-1 1 0 0,-1 0 1 16,-1 1 10-16,-1 0 2 0,-3 1 2 0,0-1 0 0,0 1-11 0,-2-1-6 15,0 0-3-15,-2-1-3 0,0 1 1 0,0 1-2 0,-2-2-1 0,-1 0-6 16,0-1-16-16,-1-1-27 0,-1 0-45 0,1-2-85 0,0 0-100 15,0-2-115-15,0-1-191 0,-1-2-28 0,1-2-180 0</inkml:trace>
  <inkml:trace contextRef="#ctx0" brushRef="#br0" timeOffset="650">22578 3197 2265 0,'6'-20'237'0,"-1"0"42"0,1-3-23 0,-2 6-31 0,0 7-39 0,-2 3-41 16,-1 3-32-16,-1 2-17 0,0 3-13 0,-2 1-8 0,-1 2-14 15,1 2-7-15,-1 3-34 0,1 4-20 0,-2 2 0 0,0 3 0 0,0 3 0 16,-1 2 0-16,0 4 0 0,0 3 0 0,-1 2 0 0,1 3 0 0,-1 4 0 16,0 0 0-16,1 3 0 0,1 1 0 0,2-1 0 0,0-1 0 15,2-2 0-15,2-1 0 0,0-1 0 0,3-2-102 0,1-2-48 0,1-1-36 16,1-3-36-16,0 0-56 0,1-3-85 0,0-2-98 0,-1-1-132 16,2-3-45-16,-1-2-158 0</inkml:trace>
  <inkml:trace contextRef="#ctx0" brushRef="#br0" timeOffset="916.99">22496 3833 876 0,'-21'-16'307'0,"-3"1"-23"0,-6-6 5 0,3 2-14 0,2 7-14 16,4 0-22-16,-2 4-35 0,3 3-33 0,1 2-24 0,2 2-20 15,1 1-9-15,3 1-15 0,3 0-10 0,3 1-9 0,2 1-3 0,2-1-7 16,3 1-5-16,1 0-7 0,4 0-6 0,2 0-3 0,2 0-7 16,6-1 0-16,2 1-16 0,3-1-30 0,2 0 0 0,1 0 0 0,1 0 0 15,3 0 0-15,0 0 0 0,2 1 0 0,1-1 0 0,0 1 0 16,1 0 0-16,-2 0 0 0,0-1 0 0,-3 1 0 0,0-1 0 0,-1-1 0 15,-1 0 0-15,-1 0 0 0,-2-1 0 0,-2 2 0 0,0-1 0 0,-5-1 0 16,-1 1 0-16,0 0 0 0,-3-1 0 0,0 0 0 0,-2 0 0 16,0-1 0-16,-1 1 0 0,-1-1 0 0,-1 0 0 0,-1-1 0 0,-2 2 0 15,1-1 0-15,-2 0 0 0,-1 1 0 0,0 0 0 0,-1-1 0 0,-1 1 0 16,1 0 0-16,-1 0-102 0,-1 0-17 0,0 0-34 0,0 0-39 16,0 1-63-16,-1-1-88 0,1 0-111 0,1 0-198 0,0 1-15 0,2 0-156 15</inkml:trace>
  <inkml:trace contextRef="#ctx0" brushRef="#br0" timeOffset="1499.99">23079 3632 1860 0,'-11'2'270'0,"-1"1"-117"0,-2 1 33 0,1 0 18 0,5 1 4 16,-1 1-21-16,3 2-34 0,0-1-31 0,0 2-31 0,1 0-14 16,0 0-3-16,1 2-12 0,0 2 1 0,2 0-11 0,1 2-14 0,0-1-1 15,2 3-8-15,0 0-12 0,2 0-5 0,0-1-4 0,2 1 4 0,0 1 13 16,2-3-3-16,1-1-3 0,2-1-9 0,-1-2-4 0,3-2 0 16,2-1-2-16,0-2 2 0,2-2-2 0,-2-2 0 0,4-1 4 0,-1-3-2 15,0-1-4-15,1-2 0 0,-1-1 6 0,0-2-8 0,-1-3 6 0,1-1-4 16,-1-2-6-16,0-1 0 0,-2-2-6 0,-1-1 14 0,-2-1 6 15,-1 1-2-15,0-1 6 0,-4-1-12 0,-1 0-8 0,-2-1 0 0,-3 0-2 16,-2 1-6-16,-3 0 2 0,-1 0 4 0,-3 3 0 0,-1 0 2 16,-2 1 2-16,-2 1 0 0,0 4-2 0,-2 0 2 0,0 3-6 0,-2 2 2 15,2 2 5-15,-2 3-3 0,-2 2 6 0,1 2-4 0,-1 1 0 0,0 3 0 16,3 1 2-16,0 2 2 0,2 0 0 0,3 3-2 0,1-1 0 16,4 1 0-16,2 0-2 0,2 0 6 0,3 3-6 0,1-1 6 0,3 1 2 15,3-1-4-15,2 0 2 0,3 0-2 0,2 0 2 0,3-3 4 0,-1 1 2 16,4-1-6-16,1-1 2 0,1 0-14 0,2-3-2 0,1-1 2 15,0 0 0-15,1-1 12 0,0-1 2 0,1-1-4 0,-2-2 0 0,1-1-2 16,0 0-4-16,-2-3-9 0,1 0-15 0,-1-2-34 0,1-1-33 0,1 0-52 16,-2-2-48-16,1 0-80 0,-2 0-117 0,1-3-195 0,-1-1-154 15,1 0-142-15</inkml:trace>
  <inkml:trace contextRef="#ctx0" brushRef="#br0" timeOffset="1751.99">24933 3176 1163 0,'0'2'947'0,"1"1"-778"0,-1 1 43 0,0 3 24 0,0 1-10 0,-1 0-16 16,1 3-27-16,-1 1-37 0,-1 1-21 0,0 2-15 0,-1 1-16 16,0 3-8-16,-1 1-12 0,0 2-8 0,0 2-18 0,0 3-48 0,-2 1 0 15,1 6 0-15,-1 1 0 0,0 2 0 0,1 3 0 0,0-2 0 0,-1 1 0 16,1 2 0-16,1-1 0 0,0 1 0 0,1 0 0 0,1-1 0 15,1-1 0-15,0 1 0 0,1-2 0 0,0 1 0 0,1-4 0 0,0 0-58 16,0-1-39-16,0-3-12 0,1-2-6 0,0-5-12 0,2-2-10 0,-1-2-17 16,0-3-29-16,0-2-21 0,-1-1-21 0,0-2-26 0,0-2-54 15,-2-2-142-15,-2-4-90 0,-1-1 89 0,-1-3-100 0</inkml:trace>
  <inkml:trace contextRef="#ctx0" brushRef="#br0" timeOffset="2036.99">24710 3526 737 0,'-8'-30'457'0,"-1"-2"-395"0,-2-5 44 0,0 7 43 16,3 8 40-16,-1 1 21 0,0 2-23 0,1 1-29 0,0 2-33 0,1 1-20 16,2 1 2-16,0 4 4 0,1-1-6 0,3 2-9 0,1 0-12 15,1 0-9-15,4 0 2 0,2 0-5 0,3 2-1 0,2-1-6 0,3 2 4 16,2 0-3-16,5 0 1 0,2 1-5 0,3-1-11 0,5 1-4 16,-1 2-7-16,3 1 0 0,-2 2-5 0,1 2-4 0,-2 3-8 0,1 2-9 15,-1 1-8-15,0 2-10 0,-3 2 2 0,-1 1 4 0,-2 3 4 0,-1 1 4 16,-1 1-6-16,-2-1 3 0,-1 1-7 0,-3-1 2 0,-1 0 0 15,-3-1-2-15,-2 1 4 0,-2-2-4 0,-4-1 4 0,-2 1-2 0,-4 0 0 16,-3 0 2-16,-2-1 0 0,-4 0-2 0,-2 1 6 0,-2 0-2 0,-1 0-4 16,-4-3 7-16,-2 1-7 0,0-2 0 0,-3 0 0 0,-1-1-4 15,0-2 0-15,-3 2-2 0,0-2 1 0,-1 0-1 0,1-1-8 0,0 0-4 16,0-1-15-16,1 1-12 0,1-1-19 0,1-2-28 0,0 2-40 16,1-1-62-16,0 1-77 0,1-1-94 0,2 1-123 0,2 0-167 0,0 2 51 15,3 0-143-15</inkml:trace>
  <inkml:trace contextRef="#ctx0" brushRef="#br0" timeOffset="2503.98">21820 4593 816 0,'-4'-7'389'16,"0"2"-202"-16,-1-1 46 0,0 3 15 0,1 2 1 0,-2 2-32 0,1 0-42 15,-1 3-33-15,0 0-19 0,-2 3-4 0,0 0-7 0,-1 2-1 0,0 1-13 16,-2 2-7-16,-2 2-6 0,-1 3-8 0,-3 2-10 0,-2 4-7 15,-3 4-10-15,-2 2-14 0,-2 4-1 0,-4 2-11 0,-1 2-5 0,-4 4-3 16,-2 3-3-16,-3 5-3 0,-5 2-18 0,-1 3 1 0,-3 3-5 0,-2 0 2 16,-2 3 14-16,-2 2-4 0,-2 2 0 0,-3 2 2 0,-3 1-2 15,-1 3-9-15,-1 1 10 0,-1 3 1 0,-2 1 0 0,0 0 8 0,1 2-10 16,0 0-4-16,-1 2 2 0,1-1 0 0,1 0 4 0,-1 1-4 16,2-2 4-16,0-3-4 0,1 2-4 0,2-3 1 0,1 0-1 0,2-3 2 15,1-2-11-15,2-2 13 0,3-1 4 0,0-4 0 0,5-2 17 0,2-4-10 16,3-2 9-16,1-2-7 0,4-5 5 0,2-3-7 0,2-4-1 15,4-5 2-15,2-2-12 0,3-5 4 0,4-2-6 0,3-5 2 0,2-3-12 16,4-3-3-16,1-5 2 0,2-4-12 0,3-2 10 0,1-3-22 0,2-3-19 16,2-2-4-16,2-4-24 0,1-4-22 0,2-4-38 0,3-4-55 15,2-4-59-15,4-2-73 0,2-4-117 0,5-2-157 0,4-5 64 0,3-3-112 16</inkml:trace>
  <inkml:trace contextRef="#ctx0" brushRef="#br0" timeOffset="2936.99">21616 4850 874 0,'-8'0'156'0,"-1"0"39"0,-1 0 37 16,2 1-12-16,3 1-24 0,2-1-38 0,1 1-31 0,1 0-29 15,1 0-14-15,1 0-8 0,1 3-3 0,1-1 7 0,2 2 2 0,1 1 2 16,2 0-3-16,3 3-8 0,0 0-2 0,2 1-18 0,1 2-1 0,0 2-3 16,1 1-7-16,0 1 2 0,3 2-9 0,1 3 4 0,1-1-19 15,0 4 5-15,2 1 11 0,1 1-7 0,2 3 19 0,1 2-6 0,-1 2-11 16,1 0-3-16,1 4-4 0,1 2-5 0,0 2-4 0,2 3-6 16,-1 1 5-16,2 1-5 0,-2 2 0 0,2 2 3 0,-2 3-16 0,3 1 13 15,0 1-1-15,1 1 3 0,0 2 10 0,-1 2-13 0,-2 1 1 0,3 2 1 16,-1 0 3-16,1 0-1 0,0 1-1 0,0 3-9 0,-2 0 4 15,2-1-8-15,-3 0 6 0,0 0 5 0,0-2-11 0,-1 1 6 0,-1-2 0 16,0 0-18-16,-2-2 18 0,1 0-2 0,0-1-2 0,0-1 14 0,-2 0-10 16,1-3 3-16,-2-3-1 0,-2-2 0 0,0-3-2 0,-3-3-2 15,-1-2-1-15,1-3 7 0,-2-4-19 0,-2-2 11 0,-1-5-8 0,-1-2-2 16,-1-3 16-16,-3-4-17 0,0-2-9 0,-2-5-10 0,-1-2-20 0,0-3-16 16,-2-3-16-16,1-3-14 0,-3-4-13 0,1-2-17 0,-1-2-19 15,-1-4-29-15,0-3-30 0,-1-2-41 0,-2-5-50 0,0-4-50 0,0-2-69 16,-1-4-2-16,0-1 68 0,-1-5 118 0,0-2-93 0</inkml:trace>
  <inkml:trace contextRef="#ctx0" brushRef="#br0" timeOffset="3401.03">21775 4172 852 0,'-12'-8'403'15,"0"2"-325"-15,-2 0 12 0,3 2 8 0,3 4 10 0,2 2 3 0,2 2-7 16,2 1-23-16,3 2-20 0,1 2-16 0,3 0-11 0,2 3-7 0,3 2-6 16,1 1-4-16,5 2-4 0,3-1-2 0,3 4-6 0,2 0 0 15,4 2-1-15,2 3 0 0,3 1 10 0,3 2 3 0,3 0-2 0,5 2 8 16,1 1 1-16,3-2 8 0,4 3 14 0,3-1-5 0,2 0-2 15,4 0-1-15,1 1-4 0,4 0 13 0,4 0 1 0,4 2 0 0,2 0 0 16,3 0-2-16,4-1-3 0,3 3-10 0,1 0-5 0,4 1-8 0,2 4-12 16,2-1 0-16,3 0 3 0,1 3 5 0,1 1 11 0,4 0-1 15,0 1-6-15,3 1-1 0,0 1-7 0,0 0 5 0,2 1 0 0,1 0-5 16,1-2 4-16,0 1-6 0,0 1-8 0,0 2 8 0,0-2 3 0,3 2 4 16,-2-1 15-16,1-1-4 0,0 3 0 0,0-2 0 0,1 1 8 15,-1-1-2-15,1 0 2 0,-1 0 2 0,-2 1-7 0,-2-1-11 0,-2 0 19 16,-1 0-10-16,-5 1-1 0,-1 0 11 0,-2-2-20 0,-5 2 5 0,0-1 6 15,-5 1 2-15,-2 1-5 0,-4-3-6 0,-4 1 0 0,-3 0-6 16,-6-2-2-16,-4 1-1 0,-3-3-8 0,-5-2-2 0,-3-1 7 0,-3 0 3 16,-5-3-4-16,-2 0 1 0,-6-1-3 0,-4-2-6 0,-2-1-4 0,-4-6-6 15,-4-2-9-15,-2-3-12 0,-4-2-26 0,-2-3-19 0,-2-3-21 16,-4-4-32-16,-3-1-22 0,-2-2-49 0,-3-3-57 0,-1-2-110 0,-3-3-190 16,-1-4-92-16,-3-3 130 0,-2-4-49 0</inkml:trace>
  <inkml:trace contextRef="#ctx0" brushRef="#br0" timeOffset="6834.08">15787 8013 1500 0,'-2'2'464'15,"-2"3"-315"-15,0 1 23 0,1 1-7 0,2 1-4 0,2 2-16 0,1 2-30 16,1 1-26-16,0 2-8 0,0 2-14 0,0 2-11 0,1 2-4 16,-1 0-15-16,1 4 2 0,1-1-10 0,-1 4-2 0,1 0 4 0,0 2-6 15,0 0 10-15,-1 2-7 0,0-1-12 0,1 1-7 0,-1-2 1 0,1 2-7 16,-1-1 1-16,0 1 0 0,-1-2-4 0,0-1 0 0,-1-2 5 15,0-3-1-15,0-1-2 0,-1-3-2 0,0-1-4 0,0-1 2 0,-1-3 4 16,-1-2-2-16,0-1-4 0,0-2 1 0,-1-2-5 0,0-2-3 16,0-1-5-16,0-3-12 0,-1-2-7 0,1-1-8 0,-1-2-8 0,0-3-8 15,-1-2-5-15,0-3-5 0,0-3-2 0,0-1 2 0,0-3 6 0,0-3 6 16,0 0 9-16,-1-4 13 0,0-1 9 0,-1-2 13 0,1-4 11 16,-2 0 5-16,1-4 4 0,-1-1-1 0,-1 0 4 0,3-1-3 0,-1 1 3 15,1 1-2-15,1 1 2 0,1 5 11 0,1 3 4 0,2 5 6 16,-1 5 11-16,1 2-2 0,0 5 8 0,0 3 13 0,1 2-7 0,-1 3-2 15,0 3-2-15,1 0-9 0,0 3 2 0,0 1-4 0,1 2-4 0,1 1-4 16,1 2-5-16,1 1-8 0,0-1-9 0,1 2-9 0,1 0-2 16,2-1-1-16,-1 1 10 0,2-1-3 0,0 1 5 0,0-1-2 0,2 0-3 15,0-1 3-15,0-1-5 0,2-2-2 0,-2 0-2 0,3-1 1 16,-1 0 2-16,1-2 1 0,0-1 2 0,1-2-4 0,1-1-9 0,-2-2-6 16,0-1-13-16,-1-2 1 0,1-1-6 0,-1-1-7 0,-1-1-2 0,-1-2-1 15,0-1-3-15,0-2 3 0,0 0 3 0,0-1 7 0,-1-1 19 0,1 0 5 16,-1 0 6-16,-1 0 8 0,-1-1-10 0,0 0 5 0,-2 0 1 15,1 2-2-15,-1-1 2 0,-1 0-1 0,0 2 2 0,-1 0 0 0,0 3 1 16,0 0 1-16,-1 1 1 0,-1 2 4 0,1 1 0 0,-2 3 1 16,0 0 2-16,-2 2 8 0,0 2 6 0,0 1 8 0,-1 2 5 0,-1 1-2 15,0 2 1-15,-1 2-7 0,0 1-2 0,-1 1-5 0,0 2 0 0,-1 2-6 16,0 1-1-16,-1 1-1 0,0 1-3 0,0 1-4 0,0 0-16 16,0 2 0-16,0 1-5 0,0 0 9 0,0 1 12 0,1 1-5 0,-1-3 1 15,0 1-5-15,1-2 0 0,-1-3-2 0,1-1-1 0,0-2-8 16,1-2-23-16,2-2-17 0,0-1-30 0,0-2-30 0,1-1-38 0,-1-1-37 15,1-2-57-15,0-1-69 0,1-1-114 0,0-2-146 0,1-3 54 0,-1-1-117 16</inkml:trace>
  <inkml:trace contextRef="#ctx0" brushRef="#br0" timeOffset="7021.08">16154 8096 1061 0,'-2'-19'363'16,"0"-2"-171"-16,1-3 9 0,2 7-10 0,0 6-5 0,1 2-16 0,0 5-12 15,0 1-15-15,0 3-14 0,-1 3-3 0,1 1-17 0,0 3-14 0,1 2-14 16,0 2-14-16,0 2-5 0,0 4-10 0,0 2-8 0,1 1-2 15,1 2-9-15,-1 1-5 0,1 1-2 0,0 1-5 0,0 1-17 0,1-1-4 16,0 0 1-16,1-2-8 0,1 0 20 0,0 0-9 0,0-3-4 0,0-1 5 16,-1-1-5-16,1-2 0 0,0-1-16 0,1 0-59 0,1-1-17 15,-2-1-31-15,-1 0-45 0,1-1-10 0,0-3-48 0,0-1-47 0,2-2-56 16,0-3-91-16,1-1-63 0,-1-1 39 0,1-3 135 0,1-1 106 16,0-3-25-16</inkml:trace>
  <inkml:trace contextRef="#ctx0" brushRef="#br0" timeOffset="7167.08">16530 8375 413 0,'9'-14'279'0,"1"0"27"16,2-3 3-16,-1 3-22 0,0 2-43 0,-1 2-37 0,-1 2-36 15,0 2-21-15,-2 4-13 0,-2 1-4 0,0 4-8 0,0 1 0 0,0 2-15 16,-2 3-13-16,1 1-13 0,-1 2-15 0,0 0-10 0,1 1-11 0,-1 2-9 16,0 0-12-16,0 0-9 0,0-1-10 0,0 1-1 0,0 0-2 15,0 0-1-15,0-1 2 0,-1 1-8 0,2-1-11 0,0 0-7 0,-1 0-13 16,-1-1-29-16,0-1-27 0,0-4-51 0,1-3-47 0,0-3-40 16,1-2-83-16,-1-2-153 0,2-2-181 0,-1-3 93 0,1-3-45 0</inkml:trace>
  <inkml:trace contextRef="#ctx0" brushRef="#br0" timeOffset="7301.08">16742 8070 1477 0,'-5'-11'388'0,"-2"1"-208"0,-1 1 21 0,2 4-21 0,0 6-6 0,0 1-39 15,0 3-33-15,0 0-19 0,0 2-5 0,-1 2-18 0,2 0-11 0,-1 1-14 16,1-1-23-16,0 1 4 0,0-1-11 0,0 1-3 0,0-1-15 16,1-1-36-16,2-1-42 0,0-1-62 0,2-3-77 0,1 0-96 15,1-1-220-15,2-1-112 0,1-1-164 0</inkml:trace>
  <inkml:trace contextRef="#ctx0" brushRef="#br0" timeOffset="7653.08">17016 7982 1363 0,'-6'0'275'0,"-1"1"-45"0,-2 1-8 0,0 1-17 16,1 1-28-16,-2 1-33 0,0 1-27 0,-1 0-8 0,1 1-13 15,-2 0-9-15,3 0-18 0,-1 2-13 0,0 1-8 0,1 0-9 0,0 1 4 16,2 0 0-16,1-2 0 0,3 1-14 0,-1 0-3 0,3 0-10 0,1-1-7 16,3 1 1-16,0 0-5 0,2-1 2 0,2 2-3 0,2 0 0 15,2 0-4-15,1 1-2 0,0-3-16 0,1 0-1 0,3 0 1 0,-1 1-4 16,2 0 13-16,-2 0-6 0,1-1-6 0,0 0 1 0,-2 0-7 16,0 1 5-16,0 1 4 0,-3-1-28 0,0 1 5 0,-3-1 3 0,-1 2 5 15,-2-1 31-15,-1-1 0 0,0-1 4 0,-2 0 3 0,-1-3-3 0,-1 2-2 16,-3-2 0-16,0 1-11 0,-2-2-4 0,1 1-10 0,-3 0-7 15,-1-1-11-15,-1-1-10 0,-1-1-4 0,-2 0 0 0,0-2 8 0,0 0 8 16,0 0 5-16,0-2 7 0,1 0 3 0,0-1 5 0,2 0 4 16,0-1-4-16,0 0 2 0,2-1-6 0,0 1-2 0,1-2-3 0,2 0-5 15,2-1-8-15,1 0-8 0,3-2-10 0,0 0-14 0,3-3-21 0,1-1-23 16,1-2-26-16,3 0-36 0,1-1-39 0,-1-1-52 0,3-2-32 16,2-1 20-16,1 0 84 0,0 0 17 0,2-1-5 0</inkml:trace>
  <inkml:trace contextRef="#ctx0" brushRef="#br0" timeOffset="7985.08">17228 8006 281 0,'1'-7'196'0,"1"-1"-5"0,-1 0 35 0,-3 2 26 0,0 3 2 0,-1 2-23 16,-2 0-34-16,-2 2-34 0,-1 1-24 0,0 0-19 0,0 2-16 16,-1 1-8-16,0 0 1 0,1 2-4 0,1 0-1 0,-1 1-2 0,1-1-8 15,1 1-7-15,-1 0-10 0,2 0-18 0,1 2-12 0,1 1-9 0,1-1-5 16,1 2 0-16,1-2-3 0,2 1 0 0,1 1-8 0,1 0-1 16,2-1-3-16,1-1-3 0,1 1-1 0,2-1 0 0,0 0-4 0,1 0 4 15,1-1-8-15,1 0-6 0,0-2-25 0,0 1-16 0,-2-1-12 0,1 0-7 16,-2 0 2-16,-1 1-11 0,-1 0-7 0,-2 0 3 0,-2 0 0 15,-1 0 1-15,-2-1-2 0,-1 1-6 0,0-2-4 0,-1 0-3 0,-1-1-4 16,-1-1-8-16,1-2 14 0,-2 0 22 0,0-1 28 0,1-1 32 16,0-1 17-16,1-1 11 0,1-1 11 0,0-1 5 0,0-1 4 0,1-3 13 15,1 0 7-15,0-1 13 0,1 0 8 0,1 0 2 0,1-1 2 0,1-1-7 16,1 1-2-16,0 0-6 0,1 1-8 0,0 2-7 0,0 0-9 16,1 0-2-16,-1 1-5 0,0 2-2 0,0 2-2 0,0 1-3 0,-2 1 0 15,1 2 1-15,0 1-3 0,0 1-3 0,0 1-4 0,-1 1-1 0,1 0-2 16,-1 1-13-16,0 1-1 0,0 0-3 0,0 0-1 0,-1 2 9 15,1-1 2-15,-1-1-1 0,1-1-3 0,-1 0 0 0,0 0-6 0,0-1-7 16,-2-1-19-16,1-1-29 0,-1-2-48 0,0-1-70 0,0-1-109 0,0-2-201 16,0-1-135-16,0-3 22 0,0 0 184 0</inkml:trace>
  <inkml:trace contextRef="#ctx0" brushRef="#br0" timeOffset="8135.08">17472 7931 1349 0,'-3'0'262'0,"1"1"-77"0,-1 1-1 15,0 1-13-15,1 2-10 0,0 1-30 0,0 0-28 0,0 1-19 0,0 0-16 16,0 1-16-16,1 0-16 0,0-1-18 0,1 1-9 0,1-2-3 0,-1 1-9 16,2-2-5-16,0-1-22 0,1 0-32 0,1-1-40 0,0-1-55 15,2 0-75-15,0-2-113 0,1 0-134 0,1-1-31 0,0-1 100 0,1 1 0 16</inkml:trace>
  <inkml:trace contextRef="#ctx0" brushRef="#br0" timeOffset="8517.08">17777 8062 494 0,'5'3'169'16,"3"1"-34"-16,1 2-8 0,0-2-6 0,-2 1-12 0,1 0-29 0,-1-1-25 15,0 1-19-15,-1 0-9 0,0 0-7 0,1-2-2 0,-1 0-2 0,0-1-2 16,1-1 5-16,-1 0 0 0,-1-1 4 0,1 0 2 0,-1 0 0 16,-2-1 3-16,3 0 7 0,-1-2 10 0,0-2 19 0,1 0 20 0,0-3 15 15,1 1 12-15,-1-3 10 0,1-1 0 0,0-2 8 0,-1 0-6 0,1 1-9 16,-1-2-13-16,0 0-15 0,-1 1-20 0,-1-2-7 0,0 2-10 15,-1-1-15-15,-1 0-3 0,-1 1-10 0,-2 1-2 0,-2-1-4 0,0 1 3 16,-3 1-4-16,0 1-2 0,-1 2 0 0,-2 1-1 0,0 1 5 0,-1 2 1 16,-1 1 8-16,-1 1 0 0,0 2 5 0,0 0 4 0,-3 2 0 15,-1 0 4-15,0 2-3 0,2 0 5 0,1 1 4 0,3 1 3 0,2 1-1 16,2 0-4-16,2 1-8 0,2 2-6 0,1 0-1 0,2 1-2 16,1 1-1-16,1 1 1 0,2 1-5 0,2 1-3 0,2 0 0 0,4 2-1 15,1 1-2-15,3 0-3 0,2 1-3 0,0 0-2 0,1 1 0 0,1-1-2 16,-1 0 0-16,0-1-1 0,0 0 1 0,0 1-23 0,0-1-1 15,0 1 7-15,-2-1-3 0,-3 0 24 0,-1 0 2 0,-1-3-6 0,-1 1-1 16,-3-2 1-16,-1 1-9 0,-2-2 1 0,-2 2 0 0,-3-1-4 0,-1-1-2 16,-3 0 1-16,-1 0-19 0,-3 0-12 0,0 1-29 0,-4-1-35 15,-1-2-44-15,-2 1-60 0,-1-2-79 0,0 0-150 0,-2-1-333 0,0-2 20 16,0-2-42-16</inkml:trace>
  <inkml:trace contextRef="#ctx0" brushRef="#br0" timeOffset="9134.08">22162 8487 2255 0,'-2'9'177'0,"0"1"10"0,1 3-10 0,1 2-1 0,2 0 8 15,1 2-30-15,0 0-30 0,0 2-21 0,0 0-28 0,1 0-13 0,1 0-13 16,0 2-5-16,0 0-9 0,0 2-6 0,0 2 0 0,1-1-2 15,-1 3-7-15,0 0-22 0,0 1-6 0,-2 1 16 0,-1 0-2 0,0 1 17 16,0-1 1-16,0 1-26 0,0-3 8 0,-1 2-6 0,0-4 4 16,-1 1 1-16,2-2-3 0,-1 1 4 0,1-2 8 0,-1-3 2 0,0 0 6 15,1-4 2-15,0-2 2 0,1 0-12 0,1-3-14 0,0 0 0 16,1-2 0-16,-1-1 0 0,1-1 0 0,1-4 0 0,1 2 0 0,1-1 0 16,1-2 0-16,2 0 0 0,1-2 0 0,0 0 0 0,2-2 0 0,1 0 0 15,1-2 0-15,2 0 0 0,0 0 0 0,1 0 0 0,1-1 0 16,-1-1 0-16,1 0 0 0,2 0 0 0,-2 0 0 0,1 0 0 0,0-1 0 15,-2 0 0-15,2 1 0 0,-2 0 0 0,-2 0 0 0,0-1 0 0,1-1 0 16,-3 1-14-16,0-2-40 0,-3 1-17 0,-1-2-23 0,-3 1-26 16,-1-3-33-16,-2 0-35 0,-1-1-43 0,-1 1-46 0,-2 0-75 0,-2-1-110 15,0 0-162-15,-2-1 40 0,-2 0 189 0,-1 1-19 0</inkml:trace>
  <inkml:trace contextRef="#ctx0" brushRef="#br0" timeOffset="9334.08">22158 8657 1037 0,'-29'-11'109'0,"1"2"36"0,-8-3 40 0,7 4 21 0,5 3 6 16,2 2-7-16,2 1-4 0,3 1-9 0,2 1-19 0,2 0-19 16,4 0-16-16,0 0-20 0,3 0-11 0,2 0-11 0,3 0-19 0,2-1-9 15,1 0-11-15,3-1-8 0,2 0-2 0,3-1-2 0,1-1-2 0,5 0-7 16,1-2-1-16,3 2-8 0,3-2-2 0,0 0-6 0,1-1-6 16,3 0 5-16,-1 0-11 0,2-1-1 0,-1-1 0 0,-2 1-6 0,1 1 4 15,-1 0 0-15,1 0-8 0,-2 1 6 0,-3 1-10 0,-1 1-3 0,-1 1-17 16,-3 1-33-16,0 1-29 0,-1 1-35 0,-1 1-50 0,-1 2-53 15,0 1-87-15,0 1-132 0,-1 2-238 0,-1 2-4 0,-2 1-84 0</inkml:trace>
  <inkml:trace contextRef="#ctx0" brushRef="#br0" timeOffset="9519.08">22212 8856 1081 0,'-5'9'499'0,"-1"1"-273"0,0 1-1 0,3-1-15 0,2-1 12 16,2-1-18-16,2 0-45 0,2 0-26 0,3-2-32 0,0 0-14 0,2-2-15 15,1-2-8-15,3-1-8 0,2 0-14 0,1-2-13 0,-1-1-7 0,3 0-8 16,-1-2-3-16,1 0-1 0,1-2-7 0,-1-2 3 0,0 0-2 0,1-2-19 16,-1 1-9-16,0-1-16 0,-1 1-24 0,-1-2-4 0,1 0-17 15,-2 1-24-15,0-1-40 0,0 1-57 0,-1 0-87 0,0-1-108 0,-1 1-173 16,1 1 0-16,-1 1-110 0</inkml:trace>
  <inkml:trace contextRef="#ctx0" brushRef="#br0" timeOffset="9901.08">22692 8731 1431 0,'-2'1'468'0,"-2"0"-252"0,0 1-3 0,1 0 11 0,2 0-5 15,0 0-25-15,0 1-31 0,0 0-35 0,1 1-11 0,0 0-9 0,0 1-13 16,1 0-12-16,0 2-9 0,0 2-13 0,1 1-11 0,0 2-5 16,0 0 2-16,1 0-27 0,1 2-1 0,0 1-1 0,0 1 6 0,0-1 12 15,0 3-6-15,0-1-18 0,2 1-12 0,-2-1 0 0,2 0 0 0,-1-1 0 16,1-2 0-16,0-2 0 0,1-1 0 0,0-1 0 0,0-1 0 15,1-1 0-15,-2-1 0 0,1-1 0 0,0-2 0 0,0 0 0 0,0-1 0 16,1-3 0-16,0 0 0 0,-1-2 0 0,1-2 0 0,0-1 0 0,0-2 0 16,2-1 0-16,0-1 0 0,1 0 0 0,-1-2 0 0,0-1 0 15,-1 1 0-15,2-1 0 0,-2 0 0 0,0 0 0 0,0 1 0 0,0 0 0 16,-1-1 0-16,1 2 0 0,1 0 0 0,-2 1 0 0,-1 2 0 16,-1 2 0-16,0 2 0 0,-1 1 0 0,-1 2 0 0,1 0 0 0,0 1 0 15,0 1 0-15,-1 2 0 0,0 0 0 0,0 2 0 0,-1 1 0 0,0 1 0 16,0 1 0-16,-1 0 0 0,1 1 0 0,0-1 0 0,1 2 0 15,-1 0 0-15,0 1 0 0,0 0 0 0,-1-2 0 0,1 0 0 0,0-1 0 16,0-1 0-16,-1-1 0 0,1-2 0 0,-1 0 0 0,1-1 0 0,0-1 0 16,1-1-2-16,-1 0-64 0,1-2-19 0,0 0-20 0,0-1-16 15,0-2-23-15,2 1-36 0,-1-2-37 0,0 0-62 0,0 0-81 0,0-1-104 16,1 0-187-16,1 0 76 0,-1-1 9 0</inkml:trace>
  <inkml:trace contextRef="#ctx0" brushRef="#br0" timeOffset="10371.08">23430 8817 1427 0,'-4'-2'606'15,"-2"1"-411"-15,-1-1-3 0,1 2-6 0,-1 0 7 0,1 0-27 0,0 1-42 0,-1 1-20 16,-1-1-25-16,0 1-8 0,0 0-11 0,0 0-7 0,-1 1-9 16,2 0-7-16,0 1 0 0,-1-1-5 0,1 1-4 0,-1 0 1 0,0 0-11 15,-1 0-14-15,2 0-4 0,0 1 0 0,1 1-2 0,-1 0 4 0,0 2 2 16,1 0 15-16,1 1-2 0,0 2-1 0,1-1 3 0,1 2-17 15,1-2-1-15,1 0 3 0,1 1-2 0,1-1 0 0,2 0-2 0,1-1 4 16,1 0-2-16,0-2-2 0,3 1 6 0,-1-1-2 0,1-1-1 0,0 0 1 16,2-1-4-16,0-2 0 0,0 1-4 0,0-2 1 0,0 1-5 15,-2-1 6-15,1 1-6 0,1-2-1 0,-1 1 11 0,0-1-6 0,2-1 2 16,-3-1-2-16,1-1 0 0,0 0 0 0,-1 1 4 0,1-1 0 16,-2 0-2-16,1 0 1 0,-1 1-1 0,0 0 0 0,1 1 2 0,-1 1-2 15,0 0 6-15,0 1-6 0,0 1 0 0,0 0-4 0,0 0 4 0,0 0 0 16,0 1 0-16,1-1 0 0,-1 0-5 0,0 0 5 0,0 0 0 15,-1-1 2-15,0 0-6 0,0-1 2 0,0 0 3 0,-1-1-1 0,1-1 2 16,-1 0-6-16,1 0 0 0,0-1 8 0,-1-1-2 0,1 0 0 16,-1-1 2-16,0 0-4 0,0-2 8 0,1 0-2 0,-1-1-2 0,0 0 1 15,0 0 5-15,-1 0-4 0,0-1 5 0,0 0-1 0,-1 1-2 0,-1-1 7 16,-1 0-5-16,0 1-1 0,-1-1-5 0,-1 1 0 0,-1 0 0 16,0 1 6-16,-1 0 3 0,-1-1-9 0,-1-1-6 0,0 1-3 0,0 1-5 15,-1 1 1-15,-1 1-6 0,-2 1-8 0,0 1-10 0,0 1-2 0,0 1 1 16,-1 1-3-16,0 2-4 0,-1 1 0 0,1 1-6 0,-2 1-3 15,1 0-5-15,1 1-8 0,1-1-13 0,1 0-23 0,2-1-18 0,0 1-19 16,2-2-19-16,2 1-24 0,1-2-34 0,2 0-46 0,2-1-58 0,1-1-56 16,2-1-15-16,1 0 56 0,3-1 112 0,0 1 90 0,3-1-74 15</inkml:trace>
  <inkml:trace contextRef="#ctx0" brushRef="#br0" timeOffset="10602.08">23731 8941 335 0,'8'2'194'15,"1"0"17"-15,1 2 23 0,-1 1 8 0,0 0-6 0,-1 0-30 0,0 0-26 16,1 2-22-16,-1-2-18 0,0 1-14 0,0 0-17 0,0-2-16 15,1 1-19-15,-1-1-9 0,1-2-8 0,0 0-8 0,-2-1 0 0,2 0 1 16,0-1-2-16,0-1 0 0,0-1-2 0,0 0 2 0,0 0 0 0,-1-2-1 16,-1-1 7-16,1 0-3 0,-1-1 2 0,-1 0-3 0,1 0 6 15,-2-1 2-15,0 1-3 0,-1-1 1 0,-1 0-15 0,0 0-9 0,-1 0-8 16,0-1-3-16,-1 0 3 0,-3 0-5 0,1 0-9 0,-2 0-1 16,-2 1-7-16,-1 1 0 0,-2-1-2 0,-1 1 6 0,-1-1-12 0,0 1-2 15,-2 0 3-15,-1 0-20 0,-2 0 8 0,0 1-2 0,2-1-7 0,-3 3-4 16,1 0-8-16,-1 1-12 0,0 2-5 0,-1 1-10 0,0 3-8 15,0-1 2-15,1 3-8 0,0 1-12 0,1 1-19 0,0-1-42 0,3 0-41 16,-1 0-61-16,3-1-74 0,1 0-111 0,3-1-90 0,1-2 91 0,2-1-66 16</inkml:trace>
  <inkml:trace contextRef="#ctx0" brushRef="#br0" timeOffset="10935.08">23930 8592 2136 0,'-1'-7'317'0,"1"1"-74"0,-1-2-38 15,0 2-19-15,0 2-25 0,0 3-27 0,-1 0-22 0,1 3-24 0,0 0-11 16,0 2-5-16,-1 1-9 0,0 2-5 0,0 0-9 0,0 4-10 0,0 3-10 16,0 2 1-16,0 1-2 0,0 4-6 0,0 1-2 0,1 1-8 15,1 2-2-15,-1 2-6 0,2-2-4 0,0 2 0 0,1-3 0 0,1 1-10 16,1-3 8-16,1 0 0 0,1-2 12 0,1-2-6 0,0-2-6 16,1 0-10-16,2-2 2 0,-1 0-2 0,0-3-6 0,1-1-10 0,0-1-2 15,-1-2-1-15,1-1-6 0,-2-1 11 0,1-1-5 0,-1 0 6 0,1-2 9 16,-1-2 3-16,-1 0 3 0,1-1 1 0,0 0 5 0,0-1-2 15,0-1 8-15,1 0 0 0,-1-1 4 0,1-1-3 0,-1 1 1 0,1-1 6 16,1 0-10-16,-1 1 4 0,0 0-2 0,-1 1-8 0,0 1 8 0,-3 0 2 16,2 2-2-16,-1 0 0 0,0 1 1 0,0 2-5 0,-1 0-1 15,-1 2 1-15,1 1-4 0,-2 0 0 0,1 0 6 0,1 2-2 0,-2-1 0 16,0 0 4-16,-1 1-6 0,1 0-5 0,0 0 3 0,1 0-11 16,-1 0 0-16,0-1-18 0,0-2-18 0,0 0-16 0,0-1-23 0,0-2-14 15,-1 1-29-15,1-3-35 0,0 0-70 0,-1-2-95 0,-1-1-133 0,1-2-199 16,0-1 85-16,0-1-55 0</inkml:trace>
  <inkml:trace contextRef="#ctx0" brushRef="#br0" timeOffset="11417.08">24258 8814 1667 0,'-2'-5'286'0,"-1"2"-127"16,0 0 6-16,1 2-2 0,0 2-10 0,0 1-30 0,0 2-30 0,1 0-14 16,-1 1-3-16,1 0-8 0,-1 2-2 0,2-1-10 0,0 0-21 15,1-1-12-15,0 0-9 0,1 0-8 0,0 0 11 0,2 0 1 0,0-1-2 16,1 0-7-16,1-1-3 0,0 0-8 0,1-1 4 0,1-1-2 15,0 1 0-15,0-1-2 0,-1-1-5 0,1 0 3 0,1 0-1 0,0 0-4 16,1 0-7-16,0 0-11 0,-1 0-3 0,-1 1-4 0,1-2 5 0,0 1-6 16,1 0-4-16,-1 0 0 0,0 0-2 0,0 0 0 0,-1 0 4 15,1-1-2-15,-1 1-3 0,1 0 8 0,-1 0 4 0,0 1 1 0,0-1 19 16,-1 2-8-16,2-1 10 0,0 2 5 0,1-1 1 0,-1 1 7 16,1 0-4-16,-1 0-2 0,0 0 2 0,0 1-2 0,0-1 4 0,-1 1 0 15,1-1 1-15,-1 1-3 0,0-1 4 0,-1 0-2 0,1 0-1 0,0 0 9 16,1 0-4-16,-1-1 4 0,0-1 2 0,0-1 4 0,0 0 6 15,-1 0 0-15,0-1 7 0,0-1 4 0,-1-1 1 0,0 0 4 0,1-1 0 16,-1-1 4-16,1-1 2 0,-1 0 4 0,-2-1-2 0,1 0-6 16,-2-1-4-16,-2 1-5 0,-1-2 3 0,-1 1-8 0,-1 0 14 0,-2-1-4 15,0 1-10-15,-3-1-3 0,-1 1-16 0,-1 2-8 0,0 0-4 0,-1 2-1 16,0 1-3-16,0 2 6 0,-2 0 2 0,0 1-2 0,-2 1 1 16,-1 2 1-16,1 0 9 0,1 3 13 0,-1 0 13 0,3 2 4 0,1 1-7 15,4 0 0-15,1 2-4 0,1 1 8 0,3 0 5 0,1 3-5 0,1 0-5 16,1 1-14-16,2-1-1 0,1 1-1 0,1 2-1 0,2 0 3 15,1-1 1-15,2 0-1 0,0 0-5 0,0-1-2 0,1-1 2 0,2 2-8 16,-1-1 2-16,1 0-6 0,-2 1 2 0,-1 0-6 0,1 0 4 0,-1-2 7 16,0 1-7-16,-1-1 6 0,-3 1-2 0,-1-1 0 0,-2 2 2 15,-1-1 0-15,-2 0-4 0,-1-1-4 0,-2 2-6 0,-3-1-6 0,-2 0-5 16,-1-1-13-16,-4 0-9 0,-1 0-15 0,-2-1-17 0,0-2-17 16,-1 0-28-16,-1-2-44 0,1-2-26 0,1-2-80 0,-1-2-100 0,0-1-156 15,1-3-203-15,1-1 132 0,-1-1-1 0</inkml:trace>
  <inkml:trace contextRef="#ctx0" brushRef="#br0" timeOffset="11984.08">27971 8475 1761 0,'-4'-6'204'0,"-2"0"-7"0,-1-1-1 0,-3 1-15 15,-1 0-37-15,-1-1-31 0,-1 1-28 0,-1-1-28 0,-1 1-11 0,-2 1-5 16,-1 0-6-16,1 1 5 0,-1 2-4 0,-1 1 3 0,1 1 0 16,-2 2-4-16,1 0 3 0,1 2 0 0,0 1 0 0,0 1-4 0,1 0-1 15,3 2-4-15,0 0-12 0,1 1-2 0,1 0-2 0,2 1-6 0,1 3 8 16,1-1 0-16,3 1-4 0,2 0 4 0,2 0-2 0,3 0 0 0,3 0 0 15,1-1-4-15,3-2 5 0,0 1-7 0,3 1 6 0,2-1 2 16,1 1-3-16,2-1 1 0,2-1-7 0,0 1-2 0,0-1-3 0,2 0 3 16,-1 0-4-16,0 0 2 0,-1-1-2 0,-2 0 6 0,-1 1-6 15,-3-2 4-15,0 1 0 0,-2-1-4 0,-3-1 5 0,-3 0 1 0,-3 1-4 16,-3 0 0-16,-1 0-8 0,-4 0 4 0,-1 0 0 0,-2 0 2 0,-1-1-7 16,-1-2-5-16,-2 0-14 0,-1 0-12 0,-2-1-4 0,-1-2-2 15,0-1 3-15,-1-1 4 0,0-1 0 0,2-2-9 0,0 0-15 0,1-1-33 16,3 0-38-16,2 0-51 0,-1 1-73 0,3 0-91 0,0-1-133 0,2 0-138 15,1-1 116-15,2 1-75 0</inkml:trace>
  <inkml:trace contextRef="#ctx0" brushRef="#br0" timeOffset="12568.08">28417 8545 1312 0,'0'0'628'0,"0"0"-409"0,-1 0-17 0,0-1-30 0,1-1-7 15,-1 1-29-15,-1 0-35 0,0-2-26 0,0 0-17 16,-1-1 2-16,1-1-8 0,-2-1-2 0,0 1-4 0,0-1-8 0,-1-1-8 0,-1 1-8 16,0 0 0-16,-2 0-4 0,-1 1-1 0,-1 1-3 0,-1 1-3 0,1 0-7 15,-2 2-2-15,-1 2-2 0,0 0-4 0,-1 2-1 0,1 2 3 16,-1 0 5-16,0 2 3 0,-1 1 1 0,1 2 4 0,-1 1-5 0,1 1 3 16,0 2 0-16,2 0-1 0,1 1 1 0,0 0-7 0,3 0 0 15,1 1-2-15,3-1-2 0,2-2 2 0,3 0-4 0,1 1-5 0,3-2 0 16,2 0-4-16,2-2-4 0,2-1-7 0,1-1-9 0,2-1-3 0,3-1-11 15,1-1-2-15,1-2 5 0,2-1 1 0,1-1 7 0,-1-1-1 16,2-2 6-16,-1-1 1 0,0-1 13 0,0-1 8 0,-2 0 6 0,0 0 3 16,-1-1 7-16,-3-1 5 0,0 1 3 0,-1 0 8 0,-1 0-4 15,0 0 5-15,-3-1 4 0,2 1 4 0,-2 1 5 0,0-1-3 0,1 2 5 16,-3 1-6-16,1 0-5 0,-1 1 5 0,-2 0-7 0,-1 1 5 0,-1 1-6 16,0 1-4-16,-1 0-1 0,0 1-9 0,-1 0 0 0,-1-1-3 15,0 2-5-15,1 0 1 0,-1 0-4 0,1 0-4 0,0 1 3 0,0 0-5 16,1 0 2-16,-1 0 2 0,1-1-3 0,1-1 3 0,1 0-4 0,0 0 3 15,1 0-1-15,0-1 2 0,-1 0 0 0,3-1 2 0,0-1-1 16,0 1-1-16,1-2 5 0,0 1-3 0,1 0 2 0,-2-1 2 0,0 1-4 16,0 1 5-16,0-1-3 0,0 0-2 0,-1 1 2 0,-1-1-4 0,-1 0 2 15,1-1 2-15,0 0-2 0,-1-1 4 0,0 1-2 0,0-1 1 16,-1 0 3-16,0-1-4 0,-1 0 2 0,-1-1-3 0,1 0-1 0,-2-1 4 16,0 0-4-16,-1 0 0 0,-1 0-5 0,0-1-7 0,-2 1-4 0,0-1-10 15,-1-1-2-15,0 1-5 0,-2-1-1 0,0 2-1 0,-2 0 3 16,1 1 3-16,-1 0 4 0,0 2 3 0,0 0 1 0,-1 1 0 0,-1 1-1 15,0 0 10-15,0 2-2 0,-2 0 5 0,1 1 1 0,-1 1-1 16,1 1 5-16,0 0-1 0,2 0-2 0,0 0-2 0,1 0-5 0,2 1-6 16,0 1-5-16,2 0 0 0,0-1-5 0,2 0 8 0,0-1 2 15,2 1-2-15,0-1 0 0,1 0-8 0,2 0-9 0,1 0-21 0,2 0-23 16,1-1-29-16,1-1-26 0,2 0-23 0,0 0-11 0,1-1 2 0,1 1 9 16,1-1 10-16,1 1 5 0,1-1 2 0,0 0 9 0,1 0 23 0,-1 0 32 15,-1-1 31-15,0 1 24 0,0-2 13 0,-2 1 4 0,-1-1-4 16,1-1-46-16,-1 1-73 0,-1-2-43 0,0-1 12 0,-2 0-97 0</inkml:trace>
  <inkml:trace contextRef="#ctx0" brushRef="#br0" timeOffset="12934.08">29244 8098 1056 0,'-2'-15'930'0,"0"-1"-720"0,-3-3 34 0,1 5-24 16,0 5-28-16,-1 1-31 0,0 3-36 0,-1 2-30 0,-1 2-14 0,0 1-3 15,0 1-5-15,-1 2 1 0,1 1-9 0,-1 2-5 0,0 1-8 0,1 2-10 16,-1 2 2-16,0 2-13 0,1 3-8 0,0 1-3 0,2 3-5 16,-2 3 3-16,2 0-1 0,1 2-19 0,0 1-2 0,2-1-3 0,0 1-1 15,2 0 16-15,1 0-10 0,2-1 2 0,0 0-2 0,1-2 0 16,2-3 0-16,1 0-2 0,-1-1-2 0,2-3-12 0,0 1-7 0,0-2-10 16,-1 0-15-16,1-2-7 0,-1 0-4 0,1-3-4 0,-2 0-3 0,1-2 2 15,1-1 6-15,-1 0 4 0,1-3 14 0,-1 0 14 0,1-2 8 16,-1-1 16-16,0-2 6 0,0-1 4 0,1 0 2 0,-1-2-2 0,1 2 6 15,-1-2-1-15,0 1 2 0,0-1 5 0,0 0-9 0,-1 1 1 0,1-1 3 16,0 1-4-16,-1 1 4 0,0 0 1 0,0 1 3 0,-1 0 1 16,0 1-2-16,-1 1-3 0,0 0-2 0,-1 1-7 0,0 1-2 0,-1 0-6 15,1 1 0-15,0 1-1 0,-1 0-6 0,0 1 4 0,0-1-3 16,0 1-2-16,0 0-5 0,0 1-5 0,1-1-5 0,-1-1-11 0,0 1-5 16,0 0-14-16,-1 0-20 0,1-1-25 0,0-1-33 0,1-1-30 0,-1 0-44 15,0 0-40-15,0-1-64 0,1-1-103 0,0-2-71 0,1-1 79 16,-1-1-104-16</inkml:trace>
  <inkml:trace contextRef="#ctx0" brushRef="#br0" timeOffset="13085.08">29446 8335 1601 0,'-3'-1'193'0,"-1"-1"-77"0,-1 1 14 0,0 2 1 0,1 1-8 16,0 1-30-16,-1 2-16 0,0-1-13 0,1 2-13 0,0-1-16 0,-1 0-14 15,3 0-13-15,-1-2-7 0,0 1-9 0,2-2-6 0,0 0-21 0,1-1-50 16,2-1-68-16,0-1-70 0,2 0-101 0,1-1-111 0,0-1-32 15,2 1 109-15,1-1-84 0</inkml:trace>
  <inkml:trace contextRef="#ctx0" brushRef="#br0" timeOffset="13651.08">29567 8386 186 0,'2'5'167'15,"-1"1"-54"-15,1 3 5 0,-1-1 12 0,0 1 4 0,1 0-13 0,0 0-19 0,0 2-10 0,0 0-6 16,0 0-4-16,0 1-6 0,-1-1-3 0,1 1-3 0,0-1-6 0,0 2-3 15,1-2-3-15,-1 1-7 0,1-3-6 0,0-1-8 0,1-2-5 0,-1 0-8 16,2 0 7-16,0-1-2 0,1 0 0 0,0-2 3 0,0 0-2 16,0-3 0-16,1 1 6 0,0-2-1 0,0-1 2 0,1 0-2 0,-1-2 2 15,2 1 1-15,-1 0-5 0,-1-2 5 0,1 1-4 0,-1 0 3 0,0 0 0 16,-2 0-1-16,1 0 2 0,0 0 0 0,-1 1 7 0,0 0 9 16,0-1-2-16,-1 1 4 0,1 0-6 0,0 0-16 0,-2 1-7 15,1 1-7-15,0 1-6 0,0 1-1 0,-1 0 1 0,0 0-4 0,1 1-5 16,0 0-6-16,-1 1 1 0,0 1-5 0,0 0 5 0,0 1 1 0,1 0-11 15,-2 0 0-15,0-1-1 0,1 1-4 0,0 0 5 0,-1 1-2 0,2 0-1 16,-1-1-1-16,1 1 2 0,1-1 6 0,-1-1-3 0,1 1 1 16,0-2 3-16,1 0-9 0,1 0 6 0,-1-2 8 0,1 0 3 0,1-1 1 15,0 0 1-15,0 0-4 0,1-2 4 0,0 1 9 0,0-1-2 0,-1 0-4 16,1 0 7-16,-2 0-5 0,1 0 6 0,0 0 0 0,-1 0-2 16,2 0 0-16,-1 0-6 0,1 0 8 0,-1 1-3 0,1 0-4 0,-1-1-2 15,0 1-2-15,0-1 2 0,1 1 5 0,0 0 7 0,0 0 2 16,-1 0-4-16,0 0 6 0,0 0-2 0,1 0 2 0,0 0 0 0,-1 0-2 15,1-1 9-15,-1 0 3 0,1 0 4 0,-1-2 1 0,0 1 4 0,1-2-2 16,0 2-1-16,-1-3 7 0,-2 0-5 0,1-1 4 0,-2 0 1 16,-1-2-9-16,-3 0-2 0,1-1-5 0,-2 1-7 0,-1 0-1 0,-1-1-9 15,-3 1-7-15,-3 0-10 0,0 0-8 0,-2 1-9 0,-2 1 6 16,0 1 3-16,1 1 9 0,-2 2 8 0,-1 1 9 0,-1 1-1 0,1 1 8 16,-2 1 3-16,0 1-9 0,0 0 12 0,2 2-3 0,-1 2-3 0,2 0 7 15,1 2-7-15,1 1 3 0,2 2 2 0,2 1-6 0,1 2-2 0,0 1-4 16,2 2 0-16,2 0-10 0,1 1-4 0,1-2 0 0,2 2 0 15,1 0 0-15,3-2 0 0,-2 2 0 0,2 0 0 0,0-1 0 0,1-1 0 16,0 1 0-16,-1-1 0 0,1-1 0 0,0 0 0 0,0-1 0 0,1 0 0 16,-3-2 0-16,-1-2 0 0,-2 0 0 0,-1-1 0 0,-1 0 0 15,-1-1-14-15,-2-1-26 0,-2-1-20 0,0 0-28 0,-2-3-30 0,0 1-40 16,-2-2-46-16,-1-1-80 0,-1-1-128 0,0-2-229 0,0-2-163 16,-1-1 174-16,-1-4 81 0</inkml:trace>
  <inkml:trace contextRef="#ctx0" brushRef="#br0" timeOffset="15018.08">15758 7555 1400 0,'-36'-45'-14'0,"1"0"33"16,-7-9-6-16,12 9-1 0,8 12 2 0,3 0-1 0,2 4-1 15,2 1-2-15,3 3-1 0,3 1 1 0,4 3-1 0,2 0 0 0,3 0-3 16,3 2-2-16,2-2-1 0,5 1 1 0,2 1-1 0,4-2 0 0,4-1 0 16,5 1 2-16,6-1 13 0,5-2 6 0,6 0 7 0,7-1-1 15,6 0-11-15,6 0-3 0,6-1-6 0,4 3-2 16,7 0 1-16,6 1-1 0,7 1-2 0,7 0-2 0,5 1-3 0,6 1-2 0,3-1 1 16,5 1-5-16,2 2 1 0,2 0-3 0,1 5 4 0,0 1 1 0,-2 2 0 15,0 3-1-15,-5 1-2 0,-2 3 1 0,-4 2 0 0,-3 4 3 0,-1 3-2 16,-5 2-1-16,-5 5 4 0,-2 4 2 0,-6 4 0 0,-3 2-2 15,-1 5-4-15,-3 1-3 0,-1 5-1 0,-1 3-2 0,-4 4 1 0,-5 5 1 16,-2 2-2-16,-4 2 9 0,-5 5-4 0,-5 2 2 0,-5 1 6 0,-5 3-8 16,-5 0 2-16,-3-1 0 0,-5 0-4 0,-2 1 6 0,-6-2-9 15,-3 2 13-15,-5 2-1 0,-5 0 3 0,-3 1 9 0,-5 0-5 0,-4 0 3 16,-3-1 6-16,-5-1 6 0,-5-1 7 0,-4 0-1 0,-7 1 3 16,-5 1-1-16,-8-2 1 0,-5 2 4 0,-7 1-2 0,-7 0 4 0,-6-1-5 15,-6 0 1-15,-6-1-7 0,-4-1-15 0,-8 0-1 0,-4 1-5 0,-5-2-3 16,-4-1 5-16,-1 0-7 0,-4-2 0 0,-3-3 1 0,-1-4-2 15,-3-3 2-15,-1-5 3 0,-1-3-2 0,-2-4-3 0,2-5 1 0,-2-3 1 16,0-6 5-16,0-1 7 0,1-3 5 0,-1-5-1 0,0-3-4 0,-1-2 1 16,0-3-3-16,2-4 0 0,-1-3 4 0,2-2 2 0,2-6 1 15,0-2-4-15,4-7-1 0,1-7 9 0,4-2 16 0,3-8 11 0,6-3 8 16,3-5-7-16,7-5-16 0,3-5-7 0,5-5-7 0,6-4-11 16,4-5-1-16,6-6-10 0,6-3 0 0,7-5 0 0,6-2 2 0,8-6 6 15,5-5-8-15,8-4 0 0,6-2 5 0,6-1-4 0,6 0 4 0,3-1-5 16,0-2-8-16,0 1 2 0,0 1 4 0,1 4 7 15,3 6 11-15,1 7-5 0,4 4 4 0,1 4-4 0,1 7-6 0,1 3-2 0,1 6-7 16,1 5-3-16,3 6 5 0,2 7-1 0,0 6 10 0,2 5-6 16,2 5-6-16,-1 5-1 0,1 4-10 0,0 6 3 0,1 2-13 0,0 4-40 15,-1 4-36-15,2 3-43 0,-1 5-40 0,-1 4-25 0,2 4-59 0,-1 3-80 16,3 4-21-16,2 3 59 0,0 2-178 0</inkml:trace>
  <inkml:trace contextRef="#ctx0" brushRef="#br0" timeOffset="15384.08">18497 6086 1127 0,'-1'4'132'0,"-7"1"2"16,-6 4-5-16,-5 4 1 0,-3 4-157 0,0 10 3 0,-1 9 10 16,-2 12 1-16,-4 7 10 0,-2 10 1 0,-5 7 6 0,-2 10 4 0,-3 6-8 15,-4 6 1-15,-5 6-12 0,-1 4 6 0,-6 5-1 0,-4 7 2 0,-2 2 7 16,-4 3-7-16,-1 1-4 0,-1-2 0 0,0 1 2 0,-1-2 2 15,1-1 6-15,-1-3-5 0,0-4 1 0,-1-4-2 0,-1-3 2 0,-2-2 0 16,0-4 0-16,-1-3-7 0,-2-6-3 0,4-4-2 0,-3-7-17 0,0-5-2 16,2-6 0-16,2-8 2 0,3-8 4 0,3-5-17 0,3-7-46 15,1-5-46-15,0-3-42 0,0-6-14 0,-2-1 6 0,0-5 28 0,-2-4-125 16</inkml:trace>
  <inkml:trace contextRef="#ctx0" brushRef="#br0" timeOffset="15801.08">14733 6783 1083 0,'0'-28'275'0,"8"2"-271"0,6-7-1 0,13 10-1 0,4 7 8 16,9 4 2-16,8 4 3 0,6 6 0 0,7 4-3 0,4 7-6 0,4 5-3 15,4 5 0-15,8 5-5 0,3 6 0 0,6 6-1 0,6 6-1 0,3 7-2 16,4 4-5-16,6 5 1 0,2 5 2 0,3 4 0 0,4 6 8 15,2 1-2-15,4 6-30 0,0 3-22 0,1 3-36 0,-3 6-51 0,-5 1-23 16,-6 2-12-16,-6-2 12 0,-5 0 35 0,-6-2 39 0,-5-3 30 0,-7-2 17 16,-2-1 12-16,-8-3 8 0,-6-4 6 0,-7-2 2 0,-9-4 0 15,-5-4 0-15,-5-3-3 0,-6-3 6 0,-1-2 6 0,-2-5 5 0,-2-2 8 16,-2-5 1-16,0 0 3 0,-3-2 6 0,-1-2 2 0,-4-1 9 16,-5-4 5-16,-3 1 1 0,-2-3 6 0,-2-1 0 0,-1-4 2 0,0-2-1 15,0-4-4-15,0-1-3 0,0-5-3 0,1-1-5 0,1 0-4 0,-1-4-5 16,1 0-3-16,-1-2-5 0,1-1-2 0,0-1 0 0,-2-1-5 15,0-3-2-15,0 0-3 0,-3-2-6 0,0-1-1 0,-2 0 0 0,0 0 2 16,-2 0 4-16,-1-1 2 0,-1 1 2 0,-1-1 1 0,-2 1-1 0,-1 1 4 16,1 1-1-16,-2 0 3 0,0-1-1 0,0 2 0 0,0 1 0 15,-2-1-2-15,1 1 1 0,0 0-3 0,-2 0 1 0,1 0 2 0,-1-1-3 16,0 1 2-16,1 0-3 0,0 0-7 0,0 0-5 0,-1-1-9 16,0 0-6-16,1-1-8 0,0-2-5 0,1 0-5 0,0-1-2 0,1 0-5 15,-1 0 2-15,2-1 9 0,-1 0 8 0,1 0-13 0,1-1-97 16</inkml:trace>
  <inkml:trace contextRef="#ctx0" brushRef="#br0" timeOffset="15901.08">18007 9872 47 0,'-2'3'16'0,"1"-1"-7"0,-1 2-3 15,1-1-3-15,1 1-1 0,-1-1-1 0,1 0-2 0,0-1-1 0,0 0 0 16,0-1 1-16,0 0-2 0,0 0 0 0,0-1-2 0,0 1-4 16,0-2-3-16,1 0-3 0,-1 2-3 0</inkml:trace>
  <inkml:trace contextRef="#ctx0" brushRef="#br0" timeOffset="15972.08">18001 9918 1 0,'1'1'1'0,"0"1"-1"0,1-1 1 0,0-1-1 0,1 0-1 0,0 0 0 0</inkml:trace>
  <inkml:trace contextRef="#ctx0" brushRef="#br0" timeOffset="16771.08">24092 8547 231 0,'-19'-22'-1'0,"-1"0"-4"16,-7-5-1-16,3 5-1 0,0 2 3 0,-4 0 3 0,-1 0 2 16,-6-2 0-16,-2 0 3 0,-3 1 0 0,-6-2 4 0,-1 1 3 0,-3 1 4 15,-4 1 10-15,-2 0 3 0,-3 2 4 0,-3 1 4 0,0-2-3 0,-2 2-4 16,0 2-6-16,0-2-7 0,0 2-3 0,0 0-7 0,-1 0-5 15,-1 0-3-15,1 1-5 0,-2 0 3 16,1 5-1-16,1 0 2 0,1 4 0 0,-1 2 1 0,0 4 2 0,1 4 4 0,-2 3 10 0,0 4 8 0,0 4 13 16,-2 5 14-16,2 3 8 0,1 4 4 0,1 3-4 0,2 1-12 15,4 2-9-15,2 4-6 0,1 1-8 0,2 5-1 0,2 3-6 0,1 1-5 16,3 5 2-16,3 3 0 0,4 2 4 0,1 3 1 0,6 3-3 16,2 2-8-16,6 2 0 0,4 2-2 0,6 0 0 0,6 2 3 0,5 0-7 15,6-1-2-15,5 0 3 0,7-2-2 0,7-3 1 0,6 1 4 0,7-1 3 16,6-4 5-16,8 0-1 0,6-1-1 0,7-3-7 0,3-2-2 15,5-1 3-15,6-3-1 0,2 0 5 0,6-3 10 0,4 0-2 0,3-2-5 16,3-3-2-16,2-2-14 0,-3-3 1 0,2-4 0 0,1-2 0 0,1-1 2 16,4-2-6-16,-2-1-8 0,1-2-18 0,1-3-9 0,-4-3-8 15,3-2 3-15,-3-2 7 0,-1-2-2 0,-1-1 8 0,-3-1 5 16,-2-3 4-16,-3 1 9 0,-3-3 6 0,-1 0-124 0,5 6-18 0,9 6 3 16,8 11-117-16</inkml:trace>
  <inkml:trace contextRef="#ctx0" brushRef="#br0" timeOffset="16986.08">24948 10779 200 0,'45'-24'94'16,"4"-4"15"-16,12-7 17 0,-7 1 26 0,-8 3 14 0,-2 0-21 0,-1 1-26 15,1-1-36-15,-2 0-25 0,-1-3-10 0,0-3-4 0,-6 0-9 0,-1-2-2 16,-4 0-2-16,-4 0-4 0,-1-4 4 0,-7-2 8 0,-3 0 5 0,-7-3 0 16,-4-3 1-16,-4-1-13 0,-6 0-7 0,-2-3-8 0,-7 1-9 15,-4-3-2-15,-4-2-8 0,-5 0-9 0,-4-2-7 0,-5-1 2 0,-5-1 2 16,-4 0 4-16,-6-1 9 0,-2-2-3 0,-4-1 2 0,-2-1-5 16,-4-3-3-16,-1 1 1 0,-3 0 6 0,1 0 11 0,-4 3-2 0,0 3 16 15,-2 2-4-15,-2 2 4 0,2 3 11 0,-2 3-4 0,1 3 1 0,0 6-2 16,-1 4-6-16,1 6-10 0,0 2-4 0,2 8 6 0,1 4-7 15,3 4 2-15,1 5-9 0,2 5-12 0,4 6-7 0,3 4-16 0,0 6-32 16,1 6-26-16,1 5-30 0,1 4-44 0,3 6-37 0,3 3-54 16,2 4-14-16,3 3 39 0,3 5-126 0</inkml:trace>
  <inkml:trace contextRef="#ctx0" brushRef="#br0" timeOffset="17518.08">27679 7630 2563 0,'54'-23'-33'16,"8"5"-50"-16,22-2-3 0,2 10-2 0,-1 7 33 0,3 2 24 15,0 4 12-15,4 2 3 0,1 1-4 0,4 2-9 0,0 0-7 0,1 0 4 16,-1-1 5-16,-2 0 10 0,0 2 12 0,-3 0 6 0,2 1-4 0,-2 1 2 16,3-1 0-16,-3 0-5 0,0 1 2 0,-4 1 1 0,-1 0 0 15,-2 2 1-15,-1 1 2 0,-1 2-2 0,-2 1 2 0,0 1 4 0,-1 1-2 16,-1 2-1-16,-1 1 1 0,-2 3-2 0,-2 2 1 0,-4 1 3 16,-1 2 2-16,-2 0 3 0,-2 2 5 0,-1 2-2 0,-6 1 6 0,-1 4-7 15,-1 0-5-15,-4 1 4 0,0 1-9 0,-3 0 5 0,-4 3 2 0,-2 1 2 16,-1 1-4-16,-3 3 4 0,-4 1-51 0,1 3-11 0,-3 5 1 15,-3 0-5-15,-4 0 45 0,-4-2 11 0,-2-2-5 0,-5 0-6 0,-2-1-3 16,-4 0-3-16,-5 1 2 0,-4-2 1 0,-1-1 2 0,-4-3-3 0,-4-1-3 16,-4-2-7-16,-4-2-1 0,-5-2-5 0,-5-1 8 0,-3-5 14 15,-3-2 1-15,-5-5 14 0,-1-3 2 0,-5-6 6 0,-1-2 10 0,0-3 1 16,-4-3 0-16,-2-4-7 0,-3-4-3 0,-4-2-7 0,-3-3 1 16,-4-1 0-16,-5-2-5 0,-5-4 4 0,-4-2-4 0,-4-4 2 0,-4-2 6 15,-2-1 1-15,-2-5 1 0,-2-1-1 0,-2-1-8 0,-3-3 6 0,-3 0-1 16,-2-2-3-16,-5-2 4 0,-3-4-4 0,-4-1 4 0,-4-2 0 15,-2 0 3-15,-3-2-1 0,-3-3-1 0,-1-1 3 0,-5-2-1 0,-2-1-1 16,-2-2-2-16,-3 1-8 0,-2-2 2 0,-6 1 0 0,-2-1 0 0,-3 0 5 16,2 4-7-16,2 2 0 0,9 3 1 0,13 2-1 0,10 3-3 15,17 2 0-15,12 3-17 0,10 3-35 0,9 5-113 0,7 2-187 0,6 3-147 16,4 2-221-16</inkml:trace>
  <inkml:trace contextRef="#ctx0" brushRef="#br0" timeOffset="65753.64">5326 9323 36 0,'1'-8'16'0,"2"1"-2"0,0-3 3 0,0 2-3 0,1 1-1 15,0 2-4-15,1 0 0 0,0 1-4 0,1 0-3 0,2 0 1 16,2 0-2-16,2-1 2 0,0 0-1 0,3-2 1 0,3 1 1 0,2-2 2 16,3 0 1-16,4-2 0 0,3-3-1 0,4-1-1 0,3-3 0 0,4-1 1 15,4 0 1-15,3 1-3 0,6-2 2 0,3-1-4 0,2 0 1 0,5-3 3 16,1-1 2-16,4 0 0 0,2 0-2 0,1 2 4 0,1 0-1 16,0 1 9-16,2 3 5 0,-2 1 1 0,-1 1 3 0,-3 2-1 0,-2 2 1 15,0 2 2-15,-2 2 1 0,-1 2 0 0,0 2-3 0,1 1-3 0,0 2-2 16,3 2-2-16,1 0 3 0,0 1-5 0,3 0-1 0,1 2-5 15,1 0 1-15,4 1 5 0,0-1-3 0,3 1 0 0,2 0-1 0,1-1-7 16,1-1-1-16,2 0-1 0,2-1-3 0,2 1 4 0,4 0 0 16,1 0 0-16,2 1 2 0,1-2-1 0,-1 1 2 0,2-1 0 0,0 0-3 15,1 1 0-15,-1 0 1 0,-2 2-1 0,0-2-3 0,-5 2 2 0,-2 0 0 16,-3 2-1-16,-2 1 6 0,-3 1 0 0,-4 2 3 0,-2 1 1 16,-2 0 1-16,-4 0 0 0,-2 1 2 0,-2 1 3 0,-2 1 2 0,-2 0 4 15,-4 0-1-15,-1 2-2 0,-3-1 1 0,-2 0 0 0,-2-1 6 0,-3 2 0 16,-1 0-4-16,-1 0-5 0,-2 3-11 0,-3 0-5 0,-2-1-3 15,-3 2 3-15,-3-2-1 0,0-1 5 0,-4-1-3 0,0 0-1 0,-3 0-1 16,-1-1-3-16,-2 0-3 0,-3 0 1 0,-1 0 2 0,-3-2 0 16,-2 2 4-16,-1-1 4 0,-1-1-3 0,-1 0 4 0,-2-1 1 0,-1 1-1 15,-2 0-2-15,-1-1 0 0,-1-2 4 0,-1 1 2 0,-2 1 4 0,0-1 8 16,-2 1-1-16,-1-2-3 0,-1 2 1 0,-1 1-6 0,-2 1-3 16,-1 1-2-16,-2 3 1 0,-3 1-1 0,-3-1 0 0,-2 1 0 0,-3 0 3 15,-5 2 0-15,-4 1-1 0,-6 2 6 0,-6-1-7 0,-5 1-1 0,-6-1 1 16,-7 0-9-16,-3-1 4 0,-5 0-6 0,-6 0-1 0,-2 1 7 15,-4-1-4-15,-2 0 1 0,-4-1-2 0,-4 1-9 0,0-1 1 0,-4-2-6 16,0 0 2-16,-3 0 14 0,-4-1 1 0,-1 1 6 0,0 1-4 16,-2-3-10-16,3 1 0 0,0 0-1 0,-3-1 3 0,0-2-4 0,1 1 4 15,2-2 3-15,5 0-6 0,2-2 8 0,2 0-6 0,1 0 1 0,1 0 1 16,3-2-3-16,2 3 4 0,2 0-3 0,0 2 5 0,0-1 2 16,-4-3-3-16,-1 0 1 0,-2 1 0 0,-1-1-3 0,-1 0 4 0,-1-1 2 15,4 0-5-15,-2-1 4 0,2 0-5 0,-1 0 3 0,1-1-3 0,-3 1-2 16,-2 1 5-16,-2 1 1 0,1-1 3 0,1-1 4 0,4-2-10 15,2-1 2-15,2 0-5 0,4-2 5 0,0 1 1 0,0-3-1 0,3-2 3 16,0-1-9-16,3-4 4 0,4-2 6 0,2-1-3 0,1-2 4 16,3-1 3-16,1-3-2 0,3-1 0 0,0-1 2 0,1 0-5 0,1-2 0 15,-1 0-6-15,0 0 2 0,-2 0 0 0,1-1-3 0,2-2 6 0,1-1-2 16,1-3 3-16,0 0 0 0,1-1-1 0,1-1 0 0,1 1-6 16,-1-2-2-16,1 0-1 0,1-1 3 0,1 0-1 0,3 0-2 0,1 0 0 15,0 0 4-15,2-2 9 0,0 1 5 0,0-2-1 0,1 0-7 0,3-1-2 16,-1 1-3-16,2 1-1 0,1 1 0 0,-1 0 2 0,4-1 0 0,1 0 0 15,0 1-5-15,3 1 0 0,-1 4-4 0,2 1-2 0,3 2-2 16,3 2-8-16,0 1-10 0,3 0-9 0,2 3-19 0,2 3-24 0,3 2-41 16,4 2-52-16,2 2-42 0,4 3-36 0,3 3 13 0,4 3 49 15,2 2 60-15,4 4 50 0,4 1-166 0</inkml:trace>
  <inkml:trace contextRef="#ctx0" brushRef="#br0" timeOffset="66687.67">4085 8013 294 0,'-12'-28'-52'0,"2"1"49"16,-2-8 29-16,4 7-8 0,3 4-2 0,1 2-6 0,3 3-2 0,1 1-1 15,2 2-1-15,1 3 0 0,2 1-2 0,3 1-2 0,1 1-2 16,3 2 0-16,2 0 2 0,2 1-2 0,2 2 2 0,2-1 1 0,3 1-2 16,1 1 2-16,3 0-1 0,2 0 2 0,4 0 2 0,1-1-1 15,5 1 2-15,0 1 0 0,4-1-1 0,2 1 2 0,1-1-1 0,5-1-1 16,1 1 3-16,4-1 0 0,0-2-1 0,4 2 0 0,2-3 1 0,2 0-1 16,4-2 5-16,0-1 1 0,2 1 4 0,4-2 4 0,-1 2 0 15,4-1 3-15,1 0-2 0,0-2-3 0,2 0 1 0,3-2 0 0,2-1 2 16,1-1 3-16,2 1-1 0,-1-2-1 0,1 1-5 0,-3 1-5 0,0-1 0 15,-1-1-1-15,-1 0 2 0,2-1 2 0,1-2 1 0,4-1 0 16,3-3-2-16,3-2 3 0,5-1-1 0,5-1 2 0,2 3-1 0,3-1-4 16,1 1 1-16,-2 0 2 0,1 2-3 0,-2 4 2 0,-2 0-1 0,-2 3-1 15,0 2-1-15,-3 0 2 0,2 3 0 0,1 1 1 0,2 2-2 16,1 2-1-16,0 2-4 0,-1 1-2 0,2 2-1 0,-2 3-2 16,-1 0-4-16,1 3-2 0,-1 1-5 0,-1 0 2 0,1 3 3 0,1 1 0 15,1 2 4-15,1 3-1 0,-1-1 3 0,-1 3 0 0,0 0-2 0,-2 1 2 16,-2 0-5-16,-1 3-1 0,-3 1-2 0,-2 0 5 0,0 0 0 0,0 1 4 15,0-1-1-15,0 1 0 16,-3 2-4-16,-4-1-3 0,-5 0 2 0,-5-1-2 0,-2-2 3 0,-4 0 3 0,-2-2 1 0,-4 0 1 0,-2 1 2 16,-1 0-2-16,-3-1 0 0,-1 1 3 0,-2 0-1 0,-1 0 5 15,-1 1 0-15,-1 0 0 0,-2-2-4 0,-4 2-2 0,-2 0 1 0,-4-1 2 16,0 1 5-16,-5 1 3 0,-3-1-3 0,-3 1-1 0,-4 1-3 16,-1-1-3-16,-5 1 0 0,-2-1-2 0,-3-1 1 0,-4 1-3 0,-4 2-3 15,-3-1 3-15,-4 2-4 0,-1-2 1 0,-4 1 1 0,-3-1-2 0,-2-1 0 16,-3 0 0-16,-5 1-1 0,-4-2 2 0,-2 2-1 0,-6 1-1 15,-5-2 1-15,-3 1 0 0,-5 0 0 0,-6-2 5 0,-2 0-11 0,-4 0 0 16,-3-2 0-16,-5 0-2 0,0 1 6 0,-2-2 0 0,-3 2 1 0,-1-1 0 16,-4 1 3-16,-4 0-1 0,-4-1 2 0,-5 0 1 0,-2-1-2 0,-2 0 1 15,-3 0-2-15,1-1 1 0,-5 1 4 0,-2 1-3 0,-4 0 2 16,-1-2-1-16,1 0-4 0,-3 1 6 0,-2-2-3 0,-2 0 1 0,-3 1-2 16,1-1-5-16,-1 0-1 0,0-1 3 0,-1 1 0 0,-1-1 1 15,-1 1-2-15,1-2 0 0,1 0 0 0,2-1-2 0,1 0 2 0,0-2-2 16,0-1 3-16,0-3 1 0,1 0 0 0,1-1 0 0,2-1-1 0,-2-1 1 15,3-1 0-15,1 0 3 0,-1-3-2 0,2 1 2 0,-2-2 5 16,-3-1-7-16,-2-2 3 0,-1-1-3 0,-1-1 3 0,0-1 2 0,1-1 1 16,1-1 2-16,2-3-6 0,3 0 1 0,-2-1 3 0,4-1-3 0,1-2 1 15,-1-1 1-15,3 1-3 0,-1-2 3 0,4 0-3 0,2 0 5 16,1-1-3-16,4-1 0 0,3 2-3 0,-1-2-6 0,4 2 4 0,1 1-3 16,2 2-3-16,7 1 1 0,5 0-11 0,6 1-33 0,7 1-48 15,7-1-46-15,8 3-32 0,7 3-10 0,6 3 8 0,5 4 11 0,4 4 33 16,6 5 27-16,2 3-145 0</inkml:trace>
  <inkml:trace contextRef="#ctx0" brushRef="#br0" timeOffset="68737.67">6220 10560 284 0,'-20'-10'-26'0,"2"0"25"0,-4 0 8 0,5 2-1 0,6 1-2 0,4-1 0 16,2-1-1-16,3-1-1 0,3 0 0 0,3 0-1 0,2-2 1 0,4 1-2 15,4-2 0-15,4-2-1 0,1 2 0 0,1-3 0 0,3 1-1 16,0 2 3-16,1 0 0 0,1 1 0 0,-1 0 2 0,1 1-1 0,-1 1 3 15,0-1-2-15,1 2 3 0,0-2-2 0,3 1-1 0,1-1 3 16,3 0-3-16,1 0 2 0,0-1 2 0,1-1-2 0,3 0 1 0,2-1-3 16,3 1 0-16,1-3-1 0,5 1 4 0,1-1 0 0,1 0-1 0,3 0 3 15,3-2-1-15,2 0 0 0,2 1 0 0,3 0 0 0,-1 1 1 16,2 0-3-16,2-1 2 0,2 0-1 0,1 0 0 0,1 2 1 0,0 1-1 16,-1 1-1-16,0 1 1 0,-1 1 2 0,-1 1-1 0,-1 1 2 0,1 0 0 15,0 1 0-15,0 0 2 0,1 1-3 0,1 0 2 0,-1-1 0 16,2 2-2-16,0-2 2 0,0 1 0 0,2 1 2 0,0 0-1 0,0 1-1 15,3 0-3-15,0 2 0 0,0 0 1 0,0 1 1 0,-1 0 2 16,2 1 0-16,0 0-1 0,0 1-2 0,0-1-2 0,1 2-1 0,-1 0 0 16,1 2 3-16,-2 1-4 0,3 0 0 0,2 3 1 0,-1 0-2 0,2 4 2 15,1 1 0-15,-3 1-5 0,3 1 1 0,-1 1-3 0,-2 0-1 16,1 0 2-16,-4 3 1 0,-2 2 4 0,-2 1 3 0,-4 2-3 0,-2 2-3 16,-4 1 0-16,-5 1-2 0,-3 1-2 0,-2 1-2 0,-4-1 0 15,-2 1 4-15,-3-1 1 0,-1 1 3 0,-2 0-1 0,0-1-1 0,1 0 1 16,0-1-2-16,0 0 2 0,-2 0 0 0,-3 1-3 0,-1-1 2 0,-3-1-4 15,-2-2 2-15,-5-3 1 0,-2-2-3 0,-4-1 4 0,-3-1-1 16,-3 1 6-16,-3-1 10 0,-3-1 2 0,-4 0 7 0,-3 1 6 0,-4 1 0 16,-4-1 3-16,-2 2 0 0,-4 2-5 0,-4-2-7 0,-3 4-5 0,-5 0-8 15,-2 1-3-15,-4 3-3 0,-1-1 2 0,-4 4 2 0,-1-1-2 16,-4 1 8-16,-4-1-3 0,-1 2-1 0,-1 0 3 0,0 2-3 0,-2-2 6 16,-1 1 9-16,-3-3-1 0,-2 3 7 15,-3-1 1-15,-3 1-4 0,0 1 7 0,-4 1 0 0,0-2-6 0,-3 3 8 0,-2-1-7 0,-2 1 7 16,-3 1 3-16,-1 0-9 0,-3 2-1 0,-3-1-18 0,-1 2 2 0,-4 2-6 15,-4-1-2-15,-3 0 2 0,-2-1-3 0,-4-2 1 0,2 1-10 16,-1-3 4-16,1-1-5 0,2-3-4 0,-1-1 7 0,4-4 1 0,-2 0 6 16,3-2 3-16,1 0 2 0,-2-2-2 0,2-2-5 0,-3-2 8 0,3-3-3 15,-3-2 3-15,0-2-2 0,-2 0-3 0,-1 0 6 0,-2-1 0 16,-1-2-1-16,-1-3 1 0,0 0-2 0,-1-1 0 0,0-2 4 0,0 0-3 16,-3-1-3-16,-1 1-1 0,-1 0-4 0,-2 0 0 0,-1 1 3 0,-3 0-5 15,1 0 4-15,-2 0 0 0,1 0-6 0,2 0 6 0,1-2-3 16,3-2 4-16,3-1 3 0,1-3-4 0,4-1 1 0,2-2 0 0,4-2 5 15,2 1-4-15,4-2 1 0,0 0-5 0,1-1 0 0,3 0-1 0,-1 1-1 16,4 0 4-16,1-1 1 0,2 0 1 0,2-1-2 0,3 0 1 16,0 2-1-16,3-2 3 0,0 0-3 0,1 1-7 0,1 1-1 0,0 3 1 15,3-1 2-15,2-1 4 0,1 2-6 0,1-1 3 0,2 1 0 16,2 1 7-16,3 1-2 0,3-3-6 0,2 1 5 0,3-2-8 0,1 0 2 16,3-1 0-16,3 0-2 0,1 0-2 0,5-1-3 0,2 0 1 0,3-1-3 15,3-1-4-15,3 2-3 0,2-2-6 0,2 1-13 0,3 0-2 16,0 2-10-16,3 0-7 0,1 0 0 0,3 1-5 0,3 0-3 0,1 1-3 15,2 1-15-15,2 0-12 0,1 0-11 0,3 1-2 0,3 2 11 0,4-1 14 16,5 1 13-16,3 0 8 0,5-1 3 0,5 0-2 0,3 0 5 16,8-2 8-16,5-1 1 0,7-1-27 0,5 0-134 0</inkml:trace>
  <inkml:trace contextRef="#ctx0" brushRef="#br0" timeOffset="85472.15">8508 12457 1777 0,'-25'-13'140'0,"-12"-5"53"0,-14-5 48 0,-8-6 24 0,12 8-157 0,6-1-56 0,1 0-53 0,2 2-36 0,4-1-31 16,-2 1-44-16,2 0-34 0,0-1-29 0,-2-2-19 0,0 1-9 0,0-1 4 15,-3 3 17-15,-4 2 36 0,-3 4 50 0,-2 4 43 0,-4 3 41 16,-1 2 32-16,-2 2 18 0,-2 1 21 0,-3 2 5 0,-1 2 2 0,0 1 4 16,-1 1-8-16,-3 2-6 0,0 0-13 0,-2 2-19 0,-3 2-9 0,1 2-8 15,-3 1-5-15,-1 4 3 0,-1 0-3 0,-1 1-2 0,-1-2-2 16,-1 1 6-16,0 0 0 0,-1-1-3 0,1 2 7 0,2-2-4 0,1 0 3 15,0-1-1-15,0-1-7 0,1-1 2 0,1-2-4 0,1-2 7 0,-1 0 5 16,-1-3-2-16,1 1 2 0,0-2 3 0,-1 1-3 0,0 0 1 16,-3 0-2-16,-2 2-1 0,0 0-2 0,2 2 3 0,-2 2 3 0,-1 2-6 15,2 2 1-15,-3 0-1 0,0 1-4 0,1 3 5 0,-1 1 2 0,3 2 1 16,0 1 9-16,4-1 7 0,3 1 16 0,2-1 12 0,3 0 0 16,4 2-4-16,0 0-11 0,3 3-9 0,3 0-2 0,1-1-11 0,3 3-3 15,2 1-1-15,3 2-6 0,3 0 2 0,2 2-3 0,4-1-7 16,5-1 2-16,0 3-8 0,4-2 2 0,5 2 1 0,1 0-7 0,6-2-1 15,1 2 0-15,3-1 6 0,2 1-3 0,3 0 7 0,3-1-10 0,2-1-5 16,2-2 5-16,3 2 2 0,1 0 2 0,4 0-1 0,1-1 0 16,3 0 0-16,2-3 3 0,1 1 4 0,4-1-3 0,2 1 4 0,1-2 0 15,3 1-1-15,0-2 1 0,3 1-6 0,1-2 8 0,2 1 6 0,3 0 8 16,4-2 2-16,1 2-9 0,4-4 0 0,2 1-4 0,1-3 7 16,3 1-1-16,2-2-2 0,5-1 3 0,1 0-3 0,3-1 5 0,3-1-2 15,2-2 2-15,2 0-1 0,4-2-5 0,3-1 6 0,3-2 0 16,3-1-1-16,3-1 1 0,2-1 0 0,3-1-5 0,1-1 1 0,4 1-7 15,2-2-1-15,1 1-3 0,3 0-1 0,2 1 5 0,2-1-1 0,3 1-1 16,1 0 5-16,2 0-5 0,3-1 2 0,2 0 1 0,2-1-7 16,0 0-2-16,2 0-3 0,-1-1-4 0,2-1 8 0,2 1 0 0,-1-1 2 15,3 0-6-15,-1 0-2 0,2-1 11 0,2-2 2 0,0-1 2 0,1-1 1 16,0-2-5-16,1-1-3 0,-3 0 1 0,0-2-6 0,0-1 3 16,-2 1-1-16,1-4 7 0,-1-1-2 0,1-2 1 0,0-2-1 0,0 1 2 15,1-4 3-15,-1-2-3 0,1-1 5 0,-1-4 0 0,1-2 3 16,-2-4 1-16,-1 0-7 0,2-2 3 0,-2-1-2 0,0-2-2 0,0-2 2 15,-2-1-7-15,0-3-1 0,-4-1 11 0,0-2-4 0,-4 0 11 0,-2-1 3 16,-3 0-8-16,-3-2 3 0,-4 0-3 0,-4-2-1 0,-1-1 10 16,-5 2-2-16,0-1-3 0,-4 0-5 0,-3-1-1 0,-3 0 5 0,-4-2 1 15,-5 1 1-15,-2 0 0 0,-5-1-7 0,-3-1 3 0,-5-1-3 16,-4-1 3-16,-2 0-10 0,-4 0-12 0,-4-2 10 0,-3 0-1 0,-5-1 13 16,-5 3 8-16,-6-1-10 0,-5-1 0 0,-5 0-4 0,-5 0 0 0,-5-3-3 15,-3 2-8-15,-3 0-3 0,-6 0 0 0,-5 2 4 0,-5 1 5 0,-4 1-1 16,-6 1-4-16,-3-1-2 0,-6 2 4 0,-4 0-1 0,-3 2 0 15,-6 1-5-15,-1 3-11 0,-3 1 4 0,-7 2 4 0,-3 1 2 0,-7 2 3 16,-4 3 0-16,-4 0 0 0,-4 6 5 0,-2 1 2 0,-6 4 2 16,-2 3-5-16,-5 2 2 0,-5 3 9 0,-3 1-2 0,-4 4 5 0,-4 3 0 15,-3 3-11-15,-4 4 2 0,-3 4 9 0,-2 3-1 0,-3 3 4 0,-3 4-3 16,-3 6 0-16,0 4-2 0,-2 5 4 0,-1 3-4 0,-2 4-5 16,-1 4-1-16,-4 5-1 0,-2 7 5 0,-1 5-8 0,-2 4 12 0,1 6 1 15,-1 3-2-15,1 6 10 0,0 5-12 0,1 3 0 0,2 5-1 16,2 3-11-16,3 2 6 0,3 5 1 0,3 4-5 0,4 3 1 0,1 3-19 15,6 3-24-15,0 3-44 0,7 3-109 0,4 5-162 0,2 2-124 0,7 4 24 16,2 0-102-16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2-15T10:22:12.93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6290 6603 12 0,'1'-2'16'15,"0"0"2"-15,1-1-1 0,1 0-2 0,0 1-3 0,1-1-3 0,-1 1-2 16,1 0-3-16,-1 0 1 0,1 0 1 0,-1 0-2 0,0 1 1 16,0 0-2-16,-1 0 1 0,0 0 4 0,-1 0 1 0,-1-1 6 0,-1 1 1 15,0-1 1-15,0-1 1 0,-2 2-2 0,1-2 1 0,-1 1 4 0,-1 1 6 16,-1-1 5-16,2 0 2 0,-1 1 2 0,-1-1-2 0,0 1-2 16,-1-1-1-16,1 1-4 0,-1 1 0 0,0 0-1 0,0 0-5 0,-1 1 0 15,1 0-3-15,0 1-2 0,-2 0-2 0,0 1-3 0,0-1-2 16,0 0-1-16,0 0 1 0,-1 0-2 0,1 0 1 0,0 0-4 0,-2 0-1 15,1-1 0-15,0 0 0 0,-1-1-3 0,-1 0 3 0,0-1-1 0,0-1-2 16,-1-1 2-16,0 1 0 0,-1-2-1 0,-1 0 0 0,0-1-1 16,-1 0 1-16,0-1 2 0,0 0 2 0,-2 0 0 0,0-1 1 0,0 0-1 15,0-2 2-15,0 1-1 0,-2-2 1 0,1-1-1 0,-1 0-2 0,0-1 2 16,2 0-2-16,-1-1-3 0,0 0 3 0,0-1-6 0,-1 0 0 16,0 1 1-16,-2-2-1 0,2 0 8 0,-2 1 0 0,0 2-2 0,0-1 3 15,-3-1-4-15,0 0 1 0,-1 1 1 0,-1 3-1 0,1 0-2 16,-3 1 1-16,0 1-2 0,-1 2 4 0,-1 1 0 0,-1 1 1 0,0 2 1 15,-4 1-2-15,1 1 2 0,-3 2-1 0,3 0-2 0,-1 1 2 0,-1 1-4 16,1 1 1-16,-4 1-1 0,3 0 3 0,-1 2-1 0,-1 1-1 16,3-1-2-16,-3 2-2 0,2 2 1 0,-1 1-2 0,-1 1-1 0,2-1-1 15,-3 2-2-15,2 1 4 0,1 1 8 0,1 0 1 0,4 0 2 0,1 3-1 16,0 0-1-16,0 3 1 0,2 2 0 0,-2-1 2 0,2 3-2 16,-2 2 0-16,1 3-1 0,0 1-1 0,-1 1 1 0,2-1-2 0,0 1-1 15,1 0-1-15,0 1-3 0,1 2 4 0,0 1-2 0,1 0-5 16,-3 0 4-16,1-1 0 0,1 2 2 0,-1 1 7 0,3 0-3 0,1 3-2 15,-2 0 1-15,1 0-4 0,-1 2 3 0,0-1-3 0,1-1 1 0,0 1 0 16,2 1-1-16,-1 1 1 0,2-1-6 0,-1 0 7 0,0 0 4 16,1 0 0-16,0 1 7 0,1 1-4 0,1 2 0 0,0-1 2 0,0 2 1 15,1 1-4-15,-1-2 2 0,0 1 0 0,0 1-7 0,1 1 3 0,-1-1 0 16,-2 2-1-16,1-2 11 0,0 1-4 0,1-1 2 0,2 0 0 16,1-1-1-16,0-1-1 0,1-2 1 0,4-1 0 0,-1-1-1 0,2-1-7 15,-1 0 2-15,2-3 7 0,0-1 3 0,1 1 8 0,1-3-3 16,0-1-5-16,0 1-2 0,1-3-2 0,1 3-1 0,1-3-2 0,2-1 0 15,1 0 1-15,1-4-2 0,0 2-3 0,1-2-3 0,1 2 0 0,0-2 3 16,2 1-3-16,0-2-1 0,1 1-1 0,2-2 9 0,-1 2 2 16,2-2 3-16,-1 0-1 0,2 0-11 0,0-2-1 0,2 0-1 0,-1-4-3 15,2 2 4-15,-1 0 1 0,3-1-1 0,1 1 4 0,1-2-2 0,-1 1 3 16,2-2 0-16,1-1-1 0,1 0 0 0,-1-1 0 0,0 0 4 16,0 0 2-16,-2-1-1 0,3 0 3 0,-2 0 3 0,0 0 1 0,-1 1-1 15,1-3 0-15,0 1 1 0,0-3-5 0,0 0 3 0,1-2 1 16,0 0 3-16,1 1 9 0,2-3 4 0,0 1 1 0,0-2-5 0,0 1-5 15,0 2-6-15,2-2-7 0,0 1 2 0,0 1-2 0,2 0-7 0,-1 2 0 16,-1 0-3-16,0-1 0 0,0 1-1 16,-2 0 4-16,2 2-4 0,-2 1-4 0,1-1 4 0,-2 2-4 0,-1 2 1 0,-1 0 2 0,0 2 2 15,-1-1 2-15,-1-3-1 0,0 1-2 0,-1 0-4 0,0 0 7 0,0-2-5 16,0 1 1-16,1 0 3 0,0-2-4 16,-2 1 5-16,2-1-1 0,-1 1 1 0,0-3-2 0,-1 1-2 0,1 1 2 0,-1-3-7 0,1 0 5 15,-2 1 1-15,2-1 1 0,0 1 1 0,-1 1 4 0,-2-2-1 0,2 2 4 16,0-1-4-16,0 1-2 0,0-2-2 0,-1 2-3 0,-1 0 7 15,1 0-1-15,-2-2-1 0,2 0-4 0,-1 0 2 0,0 0 2 0,2 0 1 16,-2 0 1-16,0 0-1 0,1 1-1 0,1-1 3 0,0 1-1 16,0-1 1-16,-1 0 2 0,2-1 0 0,0-1 0 0,2 0 6 0,-2-3-2 15,3 1 4-15,0 0 2 0,1-1-1 0,2 0 1 0,1 0-2 0,0-1 1 16,1-2-3-16,1 2 3 0,0 0-7 0,1-1-5 0,0 2-2 16,1 0-9-16,0 0 8 0,-2 1 0 0,1-1-2 0,-1 3 0 0,1 0 2 15,0 0-2-15,-2 1 0 0,0 0 6 0,1-1-5 0,0 1 2 0,0-1-4 16,-2 0-6-16,0 0 9 0,-1-1-1 0,-1 1 0 0,0-2-8 15,0 0-8-15,-1 0 7 0,1 0-2 0,1 0 11 0,-1-1 0 0,2 2 7 16,1-1 4-16,-1 0-2 0,1 0 4 0,0 0-3 0,2 0-5 16,0-2 8-16,-1-1 2 0,2 0 3 0,1-2 2 0,1-1 2 0,0 0-2 15,3-2-1-15,-2 0 0 0,5-2-5 0,-1 0-1 0,2-1-5 0,-1 0 4 16,-1-1-2-16,0 0-6 0,-1 0 2 0,2-1-8 0,0 1 6 16,0-1-5-16,-1 1-4 0,0-2 2 0,-1-1-3 0,2 0 6 0,-1-1 2 15,1 1-10-15,-1 0 0 0,2-1-2 0,-3 0-3 0,2-1 10 0,0 0 7 16,0-2 6-16,2 0 3 0,-2-1-1 0,2-2-6 0,-2 0-9 15,0-2 1-15,2 0-1 0,-2-2 0 0,3-1 0 0,-2-2 0 0,1-2-1 16,0 0 2-16,-1-3 5 0,2-1-5 0,-1-1 6 0,0-2-2 16,0-2-3-16,0-2 3 0,0 0 2 0,-3-1 3 0,2-1-4 0,-2 0 0 15,2-4-2-15,0 0-11 0,0-1 9 0,0-2-4 0,-2 1-1 0,0 0 9 16,-1-1-4-16,0 0 0 0,-1 0 5 0,-1-2-4 0,-2-1 3 16,1-1-5-16,-2 0-1 0,2-2 7 0,-1 1-2 0,-1-2-17 0,0 0 11 15,-3-2-6-15,0 0 0 0,-3-2 21 0,0 0-13 0,-1-1 1 0,-2-1-2 16,1-1 5-16,-1 0-3 0,-1-1 0 0,-4 2-11 0,0 0 7 15,-1-2 1-15,-4 0 1 0,-1 0 6 0,-1 0-4 0,-2 1 3 0,-2-2-1 16,-1 0 3-16,-1 0-2 0,0-2 0 0,-1 2-10 0,-1-1 5 16,-1-2 2-16,-1 1-2 0,-1 0 7 0,0-2-4 0,-1 1 1 0,-1 0-2 15,0-1 1-15,-3-1-5 0,0 0-3 0,-1 1 7 0,-1-2-2 0,-3 2 2 16,-1-1 3-16,-1 1-5 0,-3 2 0 0,-3-1-2 0,0 1 2 16,-4 0-3-16,-2 1 1 0,-4 1-12 0,0 1 9 0,-3 0-1 0,0 0 3 15,0 0 12-15,-3 0-11 0,1 0 2 0,-2 0-4 0,0-1 10 0,0 0 1 16,-2 1-4-16,0 2-8 0,-1 1 1 0,0-1-4 0,-3 1-1 15,1 1 12-15,-3-1-11 0,0 3 4 0,-1-2 1 0,0 2-2 0,-1 1-2 16,-1 0 8-16,-1 4-4 0,-2 1-14 0,-1 3-2 0,-2 3 0 16,-1 1 2-16,-2 2 12 0,-2 2 1 0,-1 2-8 0,-2 3-1 0,1 4 4 15,-3 2-4-15,-1 5-4 0,-2 3-9 0,-3 2-7 0,-3 4-11 0,1 4-7 16,-4 3-17-16,0 4-22 0,-2 4-26 0,0 3-39 0,-2 3-44 16,0 4-79-16,-2 2-83 0,0 6-49 0,-2 3 40 0,-2 5-166 0</inkml:trace>
  <inkml:trace contextRef="#ctx0" brushRef="#br0" timeOffset="3917.88">8816 9028 1261 0,'-3'2'353'0,"0"1"-98"0,-1-1-19 16,1 0 1-16,2-1-2 0,0-1-41 0,1 0-35 0,-1 0-26 0,1 0-21 15,-1 1-15-15,1-2-8 0,-1 0-15 0,1 0-7 0,0 0-10 0,0-1-12 16,1 1 0-16,0-2-7 0,0 1-4 0,2-1 1 0,0 0-3 15,1 0-7-15,-1-1 3 0,2 1-1 0,0-1-10 0,0 0-3 0,2-1 2 16,0-1-7-16,0 0 1 0,1 0 2 0,0 0-28 0,0-1 2 0,1 0 1 16,2 0-5-16,0-1 18 0,1 0 4 0,1-1 8 0,0 0 2 15,3 1 3-15,0-2-5 0,2 0-10 0,-2 1-4 0,1-1 0 0,0 0 6 16,-1 0-6-16,2 1 0 0,-1 1-2 0,1 0-4 0,-2 1 10 16,2 1-2-16,-1-1-6 0,-1 2 2 0,1 0-11 0,-1 0-1 0,-1 2-7 15,-1-1-16-15,-1 2-7 0,0 0-12 0,-1 1-14 0,-1 0-20 0,-2 0-32 16,-2 1-30-16,-1 0-40 0,-1 1-39 0,0 0-44 0,-2 0-99 15,-1 1-145-15,-1 1-64 0,-1 0 45 0,-2 1 65 0</inkml:trace>
  <inkml:trace contextRef="#ctx0" brushRef="#br0" timeOffset="4152.88">8914 9340 850 0,'8'1'295'0,"2"-1"-53"0,1 0 9 0,2-1 15 0,1-2-8 16,1 0-60-16,-1 0-39 0,1-2-30 0,-1 2-16 0,0-2-10 0,0 1-22 16,-1 0-6-16,0-1-14 0,0 0-4 0,-1 0 1 0,-2-1-8 15,2 1-7-15,-1-1-6 0,-1 0-4 0,1 0-10 0,0-1-1 0,-2 0-5 16,1 0-12-16,0-1 6 0,1 0-2 0,-1-1-1 0,0-1-3 0,-1 1-5 16,1-1 0-16,-1 1 0 0,0 0-13 0,0-1-21 0,0 0-35 15,0-1-39-15,-3 0-46 0,1 1-49 0,0 0-51 0,0-2-99 0,-1 0-150 16,1-1-89-16,-1 0 75 0,1-2-25 0</inkml:trace>
  <inkml:trace contextRef="#ctx0" brushRef="#br0" timeOffset="4565.88">9424 8358 987 0,'-4'0'547'15,"-3"1"-235"-15,0 0-61 0,1 0-14 0,1 0-5 0,1 0-28 0,0 0-53 16,2 0-24-16,0 0-26 0,0 1-8 0,1 0-9 0,0-1-13 0,0 1-12 16,1-1-13-16,1 0-2 0,1 1-5 0,1 0-1 0,0-1 3 15,1 1-6-15,2 0 1 0,0 0 2 0,2 0-11 0,0-1-4 0,0-1-5 16,3 0-3-16,1 0 5 0,2-2-3 0,0 1-5 0,0-2 1 16,1 0-9-16,0 0 0 0,1-1 6 0,-1 0-8 0,3 0 4 0,1 0 0 15,0 0-6-15,1 0 2 0,1-1 0 0,-1 1 0 0,0 0 0 0,1 1-4 16,-1 0 8-16,1 2-2 0,-1-1-4 0,-1 2 7 0,0 0-7 15,1 2 4-15,-1-1 2 0,0 3-4 0,0-1 2 0,-1 1 0 0,-2 0 0 16,0 1 0-16,-1 0-2 0,0 0 2 0,-2 1 2 0,0 0-6 0,-1 1 2 16,-1 1 0-16,0-1 0 0,-4 3 6 0,1-1-4 0,-1 1 4 15,-1 0-6-15,0 1 2 0,-2-1-2 0,0 1-4 0,-1 0 6 0,-2 2-2 16,0-1 4-16,-1 1 0 0,0 0 0 0,-1 1-2 0,0 1 0 0,-2 1 0 16,0-1 0-16,-1 0 0 0,0 0 0 0,-1-1-2 0,0-2-2 15,0 0 0-15,-1 0 0 0,1 0 0 0,0-1 0 0,0-3 0 0,-1 2 0 16,1-2-4-16,0-1-14 0,0 0-22 0,1-1-6 0,0-1-26 0,1-2-16 15,-1 0-19-15,0-1-35 0,1-1-28 0,0-1-42 0,0 0-64 16,1-1-116-16,0-1-181 0,0 0-141 0,0-1 28 0,1 0 198 0</inkml:trace>
  <inkml:trace contextRef="#ctx0" brushRef="#br0" timeOffset="7031.91">10519 7960 2400 0,'0'6'85'0,"1"0"-26"0,1 4 35 0,1 0 36 16,4 1 17-16,-1 0-13 0,2 2-31 0,1-1-23 0,-2 2-9 0,2 1-4 15,-2 1-7-15,1 1-5 0,1 1-12 0,2 2-2 0,1 1-6 16,0 2-3-16,0 1 4 0,2 0-21 0,-1 2-3 0,3 0 5 0,0 2-8 16,0 1 16-16,3 3-6 0,0 0-13 0,0 2-2 0,0-1-2 0,0 2-2 15,-1 0 4-15,2-1-6 0,1 0 0 0,-3-2 0 0,1-1-4 16,-2-1 2-16,-3-1-2 0,-1-1-9 0,-1-2-17 0,0-1-18 0,-1-2-19 16,-2-1-26-16,-1-4-19 0,-2-2-16 0,0-1-14 0,-1-2-1 15,0-1-26-15,-1-2-42 0,-1-4-68 0,0-1-86 0,-1-2-42 0,-1-4-53 16,-2-1 65-16,0-3-125 0</inkml:trace>
  <inkml:trace contextRef="#ctx0" brushRef="#br0" timeOffset="7597.43">10403 8060 904 0,'-12'-9'289'0,"-1"-1"-51"16,-4-1-25-16,3 1 9 0,4 3-1 0,1 0-10 0,1 1-21 0,2 1-21 15,2 0-17-15,0 0-16 0,1 0-16 0,1 0-17 0,0 0-18 16,2 0-17-16,0 0-7 0,2-2-6 0,2 0-7 0,2-2 0 0,1 0-1 16,4 0-4-16,-1-1 0 0,4 1-7 0,3-2-7 0,1-1-2 0,2 0 0 15,4-1-2-15,2 1-4 0,1-2-2 0,4 1-5 0,-1 0-6 16,3 0-3-16,0 1-3 0,-1 0 0 0,3 1 2 0,-1 0-2 0,1 2 0 16,1 1 0-16,0 2 2 0,0 1 0 0,0 1-2 0,1 0-2 15,-3 2-2-15,-1 1 0 0,-3 1 2 0,1 1 0 0,-3 1-2 0,1 1 4 16,-3 1-2-16,-2 1 4 0,-1 2-8 0,-3 0 2 0,-2 2-2 0,-1 2 2 15,-3 2 4-15,-2 1-2 0,-2 0 6 0,-2 3-6 0,-1 1-2 16,-3 1 2-16,-1 1-2 0,-3 3 4 0,-2 2 0 0,-2 1-2 0,-2 0-2 16,0-1 0-16,-2 0-2 0,0-1 6 0,-2 0-2 0,1 0-4 0,-3-1 4 15,0 0-6-15,0-1 2 0,0-1 6 0,-1 0-4 0,0-3 6 16,-2-1-17-16,1-2 1 0,1-1 0 0,1-3-1 0,1 0 15 0,1-1 11 16,2-3-1-16,0-1 0 0,2-2-1 0,0-3-9 0,4-1 2 15,-1-2-6-15,2-1-7 0,0-2-3 0,2 0-2 0,1-1 7 0,0-2 8 16,1 1 1-16,1-1 0 0,2 0 8 0,2-1 4 0,1 1-3 0,0 0 7 15,1-1-16-15,0 0 2 0,1 2 2 0,1-1-4 0,1 1 9 16,1 0-7-16,0 0 6 0,1 1 4 0,-1 1 0 0,1 0-3 0,0 1 9 16,0 1-4-16,0 1-2 0,0 1 6 0,0 0-10 0,-1 2 4 0,2 1-2 15,0 0-2-15,0 2-10 0,-3 1 0 0,0 0 0 0,0 2 0 16,-2 1 0-16,1 1 0 0,-2 0 0 0,0 0 0 0,-1 2 0 0,0 1 0 16,-2 0 0-16,-1 1 0 0,-1 0 0 0,0 1 0 0,-3 1 0 15,-1 1 0-15,-1-2 0 0,-1 3 0 0,0-1 0 0,-3 1 0 0,-1 0 0 16,-1 0 0-16,0-1 0 0,-1 0 0 0,-2-3 0 0,1 1 0 0,-1-1 0 15,0 0 0-15,-1-1 0 0,-1-2 0 0,0 0 0 0,0 1 0 16,-1-1 0-16,1 0-20 0,-2-1-20 0,1-3-16 0,0 0-5 0,1-1-11 16,3-1-14-16,-1-2-10 0,1-1-16 0,1-1-28 0,0-3-40 0,1-1-71 15,1-2-92-15,1-2-82 0,0-2-136 0,3-2-62 0,0-4 27 16,1 1 204-16</inkml:trace>
  <inkml:trace contextRef="#ctx0" brushRef="#br0" timeOffset="8464.43">11580 8052 1595 0,'5'5'412'0,"0"0"-164"16,2 2-17-16,0 1 2 0,0 0-14 0,0 1-45 0,1 1-42 0,0 2-24 15,1 0-12-15,0 0-3 0,0 0-15 0,1 1-10 0,-1 1-5 16,2-1-17-16,0 0-1 0,0-1-5 0,1-1-6 0,0 0-3 0,0-1-6 16,2-1-21-16,-1-2-2 0,2-1-2 0,-2-3-6 0,1 1 10 0,0-1 0 15,-1-3-2-15,1-1 4 0,-1-1 2 0,0-2 0 0,1 0 12 16,-2-1 2-16,0-2-2 0,0-2-4 0,-1-1-8 0,0 0-4 0,0-1-2 15,-1 0-2-15,-2-2 0 0,0-2 0 0,-1-2 0 0,-1 0 0 16,-1-1 0-16,-1-1 0 0,-1 2 0 0,-2 0 0 16,0-1 0-16,-2 0 0 0,0 2 0 0,-2-1 0 0,-3 1 0 0,0 0 0 0,-3 1 0 0,-2 0-8 15,0 1-18-15,-3 1-6 0,0 4-6 0,-1 1-9 0,0 2-10 16,-1 2-5-16,-1 2 2 0,-1 3 3 0,3 2 2 0,-2 2 2 0,1 3-1 16,0 0 2-16,-2 3 3 0,1 3 1 0,0 1 3 0,3 1 1 0,0 0 7 15,1 0-2-15,1 0-4 0,0 0-6 0,3 0-14 0,1 0-13 16,1-1-12-16,2-1-16 0,2 1-1 0,1-1 5 0,2 0 7 0,1-1 11 15,1-3 5-15,2 0 8 0,1-1 14 0,3-1 14 0,1-2 22 16,0-1 10-16,2-1 9 0,1-1 5 0,1-1 3 0,2 0 10 0,-1-1 13 16,3-1 13-16,1-1 12 0,-1-1 4 0,2 0 11 0,1-1 5 0,-1 1 10 15,1 0 3-15,0-1-1 0,-1 1-7 0,0 1-6 0,1 0-7 16,0 0-15-16,-3 1-2 0,1 1-9 0,0 0-12 0,-3 1-4 0,2-1-4 16,-1 1-6-16,0 1 1 0,-2-1-4 0,3 0-8 0,-2-1 4 15,-1 0-7-15,0 1 0 0,-2-1 2 0,1 0-8 0,0 0 8 0,-1 0-3 16,0-1 3-16,0-1-2 0,0 0-2 0,-1-1-2 0,1 0-5 0,-2-2 3 15,2 0 2-15,0-1 1 0,-1-1-3 0,0-1 4 0,0-1-5 16,-2-1 6-16,2-1 1 0,0 0 0 0,-1-3 3 0,1-1-6 0,-2-1 2 16,-1 0-2-16,1-3 1 0,0-1 3 0,1 0-1 0,-3-2 0 0,0-2 1 15,-1 1-1-15,-1-2 2 0,-1 1 3 0,0 1-3 0,0 1 3 16,-2 2 0-16,0 2 2 0,0 1-2 0,-1 1 2 0,-1 1 0 0,-1 2 4 16,-1 2 5-16,1 0 4 0,-1 2 0 0,0 1 4 0,-1 1 0 0,0 2 0 15,1 1 4-15,0 1-4 0,-1 1 6 0,1 1-4 0,0 1-4 16,0 0 7-16,0 1-14 0,-1 0-4 0,2 0 2 0,0 2-5 0,1-1 0 15,1 3-3-15,0-1-5 0,1 0-4 0,0 1 0 0,1-1-2 0,0 0 4 16,1 1-1-16,0-1 1 0,2 1 1 0,2-1-6 0,0 1 3 16,0 0-10-16,1 0-12 0,0 2-7 0,-1 1-3 0,1 0 4 0,0-1 5 15,-1 2 3-15,0 0 1 0,0 0 3 0,0 1 7 0,0 1 3 16,-2-1 6-16,-1 3-1 0,0 1 1 0,-1 0 5 0,-1-2-4 0,-1 1 2 16,-2 0-2-16,0-1-1 0,-1 1 5 0,-1-2-3 0,-2 1 4 0,-1-1-4 15,0-2 2-15,1 0 0 0,-1-1 0 0,1-1 3 0,-1-1-3 16,0-1 4-16,1-1-1 0,0-2 3 0,1-1 5 0,1-1-2 0,0-1 2 15,2-3-2-15,-1 0 1 0,1-3 1 0,-1-2-2 0,2-2 2 0,0 0 2 16,0-3-1-16,2-1-3 0,1-1 4 0,2 0-7 0,1-1 3 16,1 0-1-16,1 0-2 0,1 2 1 0,1-2-5 0,-1 3 4 0,1 0 1 15,-1 3 3-15,-1 2 1 0,1 0 1 0,1 0-5 0,1 2 3 16,0 0-4-16,0 2-1 0,-1 1-1 0,1 0 2 0,1 2-2 0,0 0-2 16,-1 1 2-16,0 1-5 0,0 0 3 0,-1 1-2 0,0 0 2 0,-1 2 0 15,0 0-6-15,0 0 2 0,0 1-4 0,-1-1 2 0,-1 0 0 16,0 0 0-16,-2 0 0 0,0 0-3 0,-2 2-3 0,0-1 2 0,-1 0-4 15,0 0-1-15,-2-1-7 0,0-1-13 0,0 0-5 0,-2 0-21 0,0-2-21 16,-1 0-24-16,0-1-29 0,-2-1-32 0,0-1-41 0,0-2-48 16,-2-1-70-16,-1-2-124 0,0-1-146 0,-1-1 42 0,0 0 171 0,-1-2-29 15</inkml:trace>
  <inkml:trace contextRef="#ctx0" brushRef="#br0" timeOffset="8598.44">12751 7644 1346 0,'-5'-11'341'0,"1"-1"-66"0,-1 0-28 15,3 4-1-15,0 2-29 0,1 2-28 0,2 1-35 0,-2 2-24 16,2 1-15-16,0 1-14 0,-1 1-14 0,1 0-15 0,2 2-14 0,-1 0-11 15,2 0-8-15,-1 1-29 0,1-1-4 0,0 0-10 0,1 0-6 0,-1 1 16 16,0-1 2-16,1 0-5 0,-2-1-5 0,1-1-9 0,0 0-30 16,-1-1-27-16,0 0-41 0,0-1-45 0,0-1-50 0,0-1-64 0,1 0-103 15,0-1-95-15,0 0-134 0,1 1 35 0,1-1-77 0</inkml:trace>
  <inkml:trace contextRef="#ctx0" brushRef="#br0" timeOffset="8947.43">13261 7577 1643 0,'3'-2'436'0,"1"-2"-175"0,0 0-24 15,0-1-6-15,-2 1-10 0,0 0-42 0,-1-1-46 0,-1 0-29 0,-1 2-31 16,-1-1-6-16,0 1-8 0,-2-1-10 0,-1 1-7 0,1 0-8 16,-4 0-13-16,1 0 2 0,-3 2-1 0,0 0-7 0,0 1 3 0,-1 0-9 15,0 2 1-15,-1 0-2 0,-2 2 0 0,0 0 0 0,0 2-1 0,0 1 3 16,-1 0 0-16,0 2-6 0,1 0 4 0,1 2-4 0,0 1 0 15,1 1-16-15,0-1-2 0,2 1 4 0,3 0 12 0,1 1 18 0,2-2 4 16,2 2-7-16,1-1-11 0,2-1-2 0,1-1-10 0,2 0 10 16,0-1-6-16,2 0 4 0,1 0 2 0,2-1-2 0,1 0-4 0,1-1 2 15,1-2-4-15,0 1 2 0,1-1 2 0,2-2-4 0,-1-1 8 0,2-2-6 16,0 0 6-16,0-1-2 0,2-1 0 0,-3 0-2 0,2-1-4 16,1 0 6-16,-1 1-2 0,0-1-2 0,0 1 2 0,0-1-2 0,-1 1 2 15,0 0 4-15,1 1-2 0,0 0 0 0,-1-1-2 0,1 1-2 16,0 0 6-16,-1 0-6 0,-2-1 6 0,0 1-2 0,-1-1-8 0,0 1 8 15,-2 0-10-15,-2 0-12 0,-1-1-29 0,-1 0-42 0,-2 0-57 0,0 0-65 16,-2-1-95-16,1 0-160 0,-1-1-299 0,0 0-50 0,1-2-46 16</inkml:trace>
  <inkml:trace contextRef="#ctx0" brushRef="#br0" timeOffset="19117.46">9694 10597 1678 0,'0'4'661'16,"0"0"-515"-16,1 1-17 0,1-2 0 0,1 1 7 0,1-1 2 0,2 0-19 16,-1 0-31-16,1-1-5 0,0-1-13 0,0 0-12 0,1-1-2 0,2 0-14 15,0-1-1-15,1-2-7 0,2 1-6 0,0-1 4 0,1-1-9 16,2 0 0-16,0 0-8 0,-1 0-5 0,3-1-1 0,0 0 3 0,0 1 3 15,-1-2-19-15,1-1 4 0,0 0-4 0,-1 0 6 0,0-1 6 16,0 0-6-16,0-1-2 0,0 1-8 0,-1-1 2 0,0 0 4 0,1-1-7 16,0 1-12-16,-1-1-21 0,-1-1-20 0,-1 4-25 0,0-2-27 0,-1 2-40 15,0 2-55-15,0 0-83 0,-1 1-104 0,0 2-124 0,-1 1-105 16,-2 1 107-16,1 2-58 0</inkml:trace>
  <inkml:trace contextRef="#ctx0" brushRef="#br0" timeOffset="19284.46">10123 10801 1087 0,'0'8'336'0,"1"-1"-104"16,0 0-30-16,2-3-2 0,0-1-8 0,1-2-23 0,1-1-30 0,1 0-18 15,0-3-6-15,1 0-10 0,0-1-24 0,2-1-18 0,0-2-14 0,0 0-9 16,1-1-1-16,0 0-1 0,0 0-4 0,1-1-11 0,2-1-3 16,-2-1-15-16,0 0-6 0,-2-1-5 0,0 2-10 0,1-2-9 0,-1 0-33 15,0-1-54-15,0-1-59 0,1 0-89 0,-2-2-95 0,2 0-110 16,0-1-113-16,0 0 75 0,0-1-87 0</inkml:trace>
  <inkml:trace contextRef="#ctx0" brushRef="#br0" timeOffset="19550.46">10411 10198 1128 0,'-2'2'318'0,"1"1"-69"0,-1-1-37 0,2 0-12 0,1-2-16 0,1 1-32 16,2-1-26-16,1 1-14 0,2-1-10 0,0 0-4 0,1 0-12 0,1 1-9 15,1 0-14-15,2 0-18 0,1 0-8 0,2 1-9 0,1 0-6 0,1-1-5 16,2 2-13-16,0-1-4 0,-1 0 0 0,1 0-7 0,0 1 9 16,-1 0 3-16,1 0 4 0,0 0-4 0,0 1 4 0,-3-1-3 0,1 1-5 15,-1 0 10-15,-2 1 2 0,-2 1-1 0,0-1 3 0,-2 1 3 0,0 0 2 16,-1 0-2-16,-2 2 6 0,-2 0-4 0,0 0-4 0,-1 0 7 16,-1 0-9-16,-1 1-1 0,-1 0-5 0,-1-1 3 0,0 2-6 0,-2 1-5 15,-2 0 6-15,0-1-15 0,0 1 3 0,-1-2 4 0,-1 0-16 16,-1 0-8-16,1-2-15 0,-1-1-22 0,0 0-19 0,0-1-31 0,1 0-58 15,-1-2-83-15,1-1-86 0,1-3-108 0,-1 0-139 0,0-2 47 0,1-2-115 16</inkml:trace>
  <inkml:trace contextRef="#ctx0" brushRef="#br0" timeOffset="20033.46">11223 9680 1225 0,'2'6'577'0,"0"2"-299"0,1 2-39 16,0 1-12-16,-1-1-5 0,3 2-30 0,1 0-35 0,-1 2-28 0,0 3-22 15,0 1-17-15,0 1-13 0,2 2-19 0,1 1-6 0,0 0-10 0,0 1-8 16,1-1-7-16,0 1-4 0,1 1-10 0,1-1-5 0,0 2 3 16,1-1-5-16,-1-1 0 0,0 0-2 0,-1-2-2 0,1-1-21 15,0-1 5-15,-1-3 18 0,0 0-8 0,0-1 16 0,-1 0-9 0,0-2-20 0,-1-2-6 16,-1-1-5-16,-1-1-5 0,0-1 1 0,-2 0-2 0,-2-2-11 15,-1-1-18-15,-2 0-24 0,-1 0-18 0,-2-1 0 0,-1 0-1 0,-2-1 1 16,0-2 6-16,-1-1 9 0,-1-3 11 0,-2-1 1 0,1-2 7 16,-2-1-1-16,-1-2 6 0,-1-2 22 0,-1-1 16 0,0-2 14 0,-2 0 13 15,0-2 1-15,1-1 0 0,-1-2 17 0,1 1 6 0,0-4 17 0,3-1 12 16,-1-1-1-16,2-3 6 0,1 1-1 0,1-1 4 0,2 2-6 16,2 2-10-16,2 1 0 0,1 4-4 0,3 0 14 0,2 2 6 0,1 2 2 15,1 4 1-15,2-1-9 0,0 0-4 0,1 1 0 0,1 1-3 0,1 0 0 16,2 1 2-16,0 3-1 0,-1 0-5 0,3 1-2 0,-1 1 0 15,1 0-2-15,1 2-3 0,-1 1-1 0,2 0-11 0,0 2-5 0,-1 1-1 16,-1 1-1-16,0 1 0 0,1 1-7 0,0 3 4 0,-1 2-7 16,0 1-5-16,1 1 4 0,0 1-2 0,1-1-6 0,-1 1 6 0,1 1-2 15,0 1 2-15,-1-1 0 0,-1 2 3 0,1 0-1 0,-1 0-4 0,1 1 0 16,-1 0-6-16,-2 0 6 0,0 0-4 0,-1 1 0 0,0 1-7 16,0-2-1-16,-2-1-13 0,-2-1-3 0,-1-3-10 0,0-2-2 0,-1 1-16 15,-1-2-19-15,-2 1-30 0,-1-1-38 0,-1-1-38 0,-2-2-55 0,-1 0-80 16,-1-2-128-16,-1-1-193 0,1 1-9 0,-3-2-78 0</inkml:trace>
  <inkml:trace contextRef="#ctx0" brushRef="#br0" timeOffset="20203.46">11361 10105 1165 0,'-3'-5'608'0,"1"-1"-329"0,0 0-36 0,1 2-16 0,0 0-7 16,2 1-32-16,0 0-32 0,1 1-25 0,2 0-13 0,0 0-12 0,1-1-8 15,0 0-20-15,3-1-8 0,-1-1-9 0,2 0-11 0,1 0-5 0,0-2-14 16,2 0-14-16,-2-2-1 0,2 1-3 0,0-1-9 0,0-1 2 15,1 1-2-15,-2 1-4 0,2-1-2 0,-1-1-14 0,0 0-13 0,-1 1-27 16,-1 0-36-16,0 0-33 0,2 0-46 0,0 1-49 0,0-1-65 16,1 0-92-16,-1 1-129 0,2 0-139 0,2 0 62 0,1 0-75 0</inkml:trace>
  <inkml:trace contextRef="#ctx0" brushRef="#br0" timeOffset="20498.46">12001 9748 1068 0,'-1'8'344'0,"-2"2"-90"0,1 3-29 15,0-1 12-15,0 0-10 0,0 1-5 0,0 1-28 0,1 2-17 0,-1-1-13 16,2 0-27-16,-1 0-5 0,2 0-28 0,0-1-17 0,1-1-10 0,2 1-20 16,-1-1-5-16,2-1-10 0,0-1-7 0,1-2-4 0,0 0-8 15,0-1-5-15,1-2-5 0,1 0-5 0,-1-2 2 0,2-1-4 0,0-2 4 16,0-2-2-16,1-1-2 0,0-2 1 0,0-2-3 0,1-1 0 0,0-2 0 16,1-2 2-16,0 1-6 0,-1-3 6 0,-3-2 0 0,0-1 0 15,-1 0 4-15,-1-3-2 0,-1 0-6 0,-1-1-2 0,-1 1 0 16,-1-2 4-16,-1 0 2 0,-1 1 2 0,-1 0 2 0,0 1-8 0,-2 2 4 15,-2 0-6-15,-1 0-4 0,-2 2 6 0,-2-1-4 0,-1 1 6 0,-3 2-2 16,-2 1-2-16,-1 2 4 0,1 1-4 0,-1 1 0 0,1 1-2 16,0 2-2-16,2 2 0 0,-1 2-8 0,1 4-2 0,-1 1 2 0,0 3-10 15,0 2-2-15,-1 2-13 0,2 1-10 0,0 3-5 0,0 1-18 0,-1 1-8 16,2 0-17-16,3 1-11 0,-1 0-9 0,3-2-18 0,2-1-52 0,1-1-82 16,2-1-124-16,1-1-194 0,0-4-115 0,3-1 116 0,1-3 111 15</inkml:trace>
  <inkml:trace contextRef="#ctx0" brushRef="#br0" timeOffset="20699.46">11893 9237 1687 0,'-4'1'192'0,"1"2"-6"0,0 2-11 0,1 1 15 16,1 3-4-16,2 3-26 0,0 2-28 0,2 3-23 0,0 2-7 15,2 5-4-15,1 1-7 0,2 6-13 0,2 0-10 0,1 5-11 0,1 0-20 16,3 4 8-16,1-2-11 0,0-1-12 0,1 1 7 0,0-3-22 0,1-2-5 15,-1-2 0-15,1-2-8 0,1-2-3 0,-2-2-18 0,2-3-42 16,-1-4-41-16,-1-2-64 0,-1-2-79 0,-1-4-102 0,-1-2-142 16,-1-1-206-16,-1-1 54 0,0-2-29 0</inkml:trace>
  <inkml:trace contextRef="#ctx0" brushRef="#br0" timeOffset="20965.46">12260 9610 1547 0,'-9'-22'301'0,"0"2"-124"0,-1-3-16 0,4 5-5 16,1 5 18-16,3 4-12 0,0 3-14 0,1 3-17 0,0 4-21 0,1 1-9 15,0 3-14-15,1 1-16 0,2 3-20 0,0 3-11 0,2 1 11 16,1 1 1-16,1 4 4 0,2 0-2 0,1 2-16 0,1 1-11 0,1 1-1 16,1 0-3-16,2 0-9 0,1-1-1 0,0-2-3 0,0 0-1 0,1-1-1 15,1-2 0-15,0-4-8 0,-1 0 0 0,0-2 0 0,-1-1-4 16,-2-2 0-16,0-1-2 0,-1-3-3 0,-2-2-1 0,-1-2 2 0,-1-3-5 16,-1-1 5-16,-1-3-3 0,-2-2-10 0,1-1 0 0,-2-1-6 15,1-1-3-15,-1-2 15 0,-1 0 0 0,-1-2 8 0,1 1 9 0,-1-3-1 16,0 0 1-16,-1 0 0 0,-1-2-4 0,0-1-3 0,-1 1 5 0,1-2-10 15,0 1-7-15,0 4 12 0,0 0-4 0,1 2-14 0,0 3-3 16,0 1-33-16,1 2-21 0,0 2-21 0,-1 2-47 0,0 2-56 0,0 1-91 16,-1 2-114-16,0 2-143 0,0 0-70 0,-1 1 139 0,1 2 6 15</inkml:trace>
  <inkml:trace contextRef="#ctx0" brushRef="#br0" timeOffset="21565.46">12741 9586 986 0,'9'5'438'0,"0"0"-208"0,3 1-12 0,-3-1 0 0,0-2-7 16,1-1-34-16,-2 0-35 0,1-2-24 0,-1 0-15 0,0-1-9 0,-1-1-16 16,1-2-16-16,-1 0-15 0,-1-1-10 0,1-1-5 0,-2 0 1 0,0-1-2 15,-1-1-1-15,-1-1 2 0,0 0-19 0,-2 0 0 0,0-1 5 16,-1-1-4-16,-1 1 10 0,-1 0-6 0,-1 0-9 0,-1-1-5 0,-2 0 1 16,-1 2-3-16,-1 0-5 0,-2 1 1 0,-1 2-7 0,0 1 1 15,-2 2-3-15,-2 1-3 0,0 1 3 0,1 1-4 0,0 2 4 0,1 1 4 16,2 0-5-16,1 3 6 0,2 2 1 0,0 0-2 0,1 0 3 0,3 1 0 15,1 0-1-15,1 0 5 0,3-1-2 0,1 0 2 16,1 0-11-16,2 0-1 0,2-1 1 0,1 0-3 0,1 0 25 0,1 0-3 0,2-2 1 16,1 0 2-16,2 0-11 0,-1-1-2 0,1-1 2 0,1 0-1 0,-1-1-5 15,-1 0 3-15,2-1-8 0,-1-1 6 0,1 0-3 0,-3-1 1 16,2-1 4-16,0-1-1 0,-1 1-1 0,0-1 0 0,0-1 1 0,-1 0 4 16,0-1-2-16,-1 1-5 0,-2-2-11 0,1-1-20 0,-1 1-4 15,-1-1 15-15,0 0 10 0,-2 0 17 0,0 1 2 0,-3-1-11 0,0-1 4 16,0 2-2-16,-1-2 5 0,0 1 4 0,-2 0 0 0,0-1 1 0,0 1 2 15,-1 0 4-15,0 1-2 0,1 1 7 0,-1 1 2 0,0 1-2 16,0 0-2-16,0 1-2 0,0 0 1 0,0 1-2 0,1 1 5 0,0 1 0 16,0 0 4-16,1 1-1 0,0 1-2 0,1 1 1 0,0 0-8 0,0 0 3 15,1 2 5-15,0 1-7 0,0 0 0 0,1 1 0 0,0 0 2 16,-1 0 2-16,1-1-2 0,1 0-2 0,0 1-4 0,0-2-8 0,0 0 3 16,1-2-4-16,0 0 0 0,0 0 10 0,0-1-3 0,-1-1 3 15,2-1-4-15,-1 0 1 0,0-2 5 0,-2 0-3 0,1-1 4 0,0-1 4 16,-1-1 3-16,0 0 3 0,0 0-5 0,-3-1 7 0,2-2-8 0,-2-1 0 15,1 0 0-15,-1-1-4 0,0-2 0 0,0 0 1 0,-1 0 6 16,0-1 5-16,-1 1 5 0,1 0 6 0,-1-1-2 0,0 0-3 0,1 1-4 16,0 2-2-16,0 1-6 0,1 1 1 0,0 2-5 0,0 1 1 15,1 2 1-15,0 1-1 0,1 2 0 0,0 0-7 0,0 1 1 0,0 1-2 16,1 2 4-16,1 0-6 0,-1 1 4 0,2 1-3 0,-1-1 1 0,0 1 2 16,1 0-2-16,-1-1 2 0,1 1-8 0,0-2 2 0,0 0 2 15,-1-1-8-15,1 0 6 0,1-1-4 0,0-1-6 0,-1 0 7 0,0 0-3 16,-1-2 0-16,-1 1-10 0,-1-1-15 0,0 0-11 0,-1-1-27 0,0-1-21 15,-1 0-33-15,0-1-36 0,0 0-58 0,-1-1-112 0,-1-1-154 16,0-1-201-16,-1-1-7 0,1-2 114 0</inkml:trace>
  <inkml:trace contextRef="#ctx0" brushRef="#br0" timeOffset="22450.46">13676 9129 833 0,'-1'-2'370'0,"-1"-1"-163"0,-1-1-21 0,-1 0 2 0,0 1-6 16,-2 0-32-16,1 1-29 0,-1 0-28 0,-1 2-14 0,0 0-7 0,1 1-4 15,-1 1-8-15,0 0-7 0,0 2-6 0,0 1 2 0,0 1 6 16,0 0 6-16,2 2 0 0,-1 1-5 0,3 1-8 0,0 1-5 0,0 1-1 16,1 0-12-16,0 2 3 0,2 0-4 0,1 0-3 0,2 0 3 15,1-1-4-15,1 0-7 0,2 1 2 0,1-2-8 0,2-1 1 0,0 0-2 16,0-1-6-16,0-2 6 0,0-1-11 0,1-1 0 0,1-1 2 0,0-2-2 15,0 0 2-15,-1-2-4 0,3-2 0 0,-1 0-5 0,0-2-4 16,-1-1-4-16,0 0-8 0,-1 0 3 0,1-1 8 0,-1-1 3 0,-1 0 12 16,0-1-5-16,-1-2 1 0,0 1 4 0,0-2-1 0,-1-1-2 0,0 1 4 15,-1 0-4-15,0-1 5 0,-2 2 2 0,0-1-1 0,-1-1 4 16,1 0-4-16,-1-1 3 0,0-1 3 0,0 1-2 0,-2-1 6 0,-1 2-5 16,0 1-2-16,0 1 5 0,1 1-8 0,-1 0 7 0,0 2-6 15,-1 1-3-15,0 1 5 0,0 2-9 0,-1 0 4 0,1 2 1 0,-1 0-1 16,0 0 3-16,1 1-3 0,0 0-4 0,0 1 2 0,0-1-6 0,-1 1 2 15,1-1 2-15,0 0-5 0,0 0 3 0,0 0 0 0,0 0-4 16,0 0 5-16,-1-1-5 0,0 0-5 0,0 1 0 0,-1-2-4 0,1 1 1 16,-2 0-8-16,0 0-2 0,-1 0-4 0,0 0-7 0,0 1 1 0,0 0-3 15,0 2 5-15,0 1 4 0,0 0 5 0,-1 0 8 0,0 1 6 16,1 1 0-16,-1 0 4 0,0 1 1 0,2 0 3 0,-1-1 2 0,0 1 3 16,2 0-2-16,-1 0-1 0,1-1-1 0,1 1 2 0,0-1-4 15,2-1 2-15,0 0 4 0,1-1-8 0,0 0 3 0,1 0 2 0,0-1 1 16,0 0 5-16,1 0-7 0,1 1 2 0,-1 0 0 0,2-1-4 0,-1 0 5 15,2 0-1-15,-1 0 2 0,1 1-3 0,2-2 3 0,-1 1 1 16,1-1-3-16,-1 0 7 0,1-1-2 0,-1 0 0 0,0-1 5 0,0-1 2 16,1-1-5-16,-1 0 5 0,1-2 0 0,-1 1-1 0,1-1 6 0,-2-1 2 15,2 1 3-15,-1-1-3 0,-1-1-1 0,0 0-4 0,0-1-3 16,0 1-2-16,0-1 0 0,0-1 2 0,-2 0-4 0,1 1 0 0,0-1-2 16,-1 1-1-16,0 1-4 0,0 0 1 0,-1 1-5 0,0 0 4 15,0 2 4-15,-1 0-1 0,1 0 3 0,0 0-3 0,0 1 1 0,-1 0-3 16,1 1 3-16,0 0 1 0,1 0-1 0,1 0-1 0,-1 0 1 0,-1-1-1 15,1 2 3-15,0-1-3 0,1 1 3 0,-1-2-5 0,0 1-4 16,0-2 1-16,-1 1 0 0,0-1-2 0,1 0 2 0,0 1-2 0,-1-1 2 16,1 0 2-16,1 0-2 0,-1-1 0 0,0 1 0 0,0-1-6 0,0-1 2 15,0 1 4-15,0-1-7 0,0 1-2 0,-1 0-6 0,1 1-2 16,-1-1-10-16,0 0-8 0,-1-1-16 0,1 1-14 0,-1-1-11 0,-1 0-14 16,1 0-17-16,-1 0-27 0,-1-1-37 0,1 1-38 0,-1-1-45 15,0 0-44-15,-1 2-37 0,0-2-28 0,0 0 12 0,0-1 63 0,-1 0 74 16,0 0 81-16,0 0 64 0,-1-1 31 0,0 1 20 0,-1 0 8 0,0 0 1 15,-1 0 5-15,1 0 3 0,-1-1 7 0,0 1 7 0,0 0 11 16,-1 1 14-16,1 1 13 0,0 0 12 0,0 1 16 0,0 0 16 0,-1 0 10 16,0 1 13-16,0 0-2 0,0 0-4 0,0 1-3 0,1 0-3 0,-1 0-4 15,1 1-11-15,0-1-12 0,0 2-9 0,-1 0-9 0,1-1-7 16,-1 2-6-16,-1-1-7 0,0 0-11 0,0 2-2 0,-1-1-5 0,1 1-7 16,0-1-4-16,-1 0-6 0,1 0-4 0,1 0-2 0,-2-1-2 15,0 1-2-15,1-1-2 0,1 1-1 0,1 0-1 0,1-1 4 0,1 1 1 16,0 0-3-16,1-1-7 0,1 1-7 0,0 1-5 0,0 0 2 0,2 1 0 15,0 1 6-15,0-1 5 0,1 1-3 0,0 1-2 0,0 1-8 16,1 0-14-16,-1 1-13 0,1 0-18 0,0 0-26 0,0-1-53 0,0 0-69 16,-2-1-35-16,1 0 6 0,0 0 71 0,0-1-76 0</inkml:trace>
  <inkml:trace contextRef="#ctx0" brushRef="#br0" timeOffset="22936.46">14061 8339 1958 0,'-4'-10'164'0,"0"0"-53"0,0-2 25 0,2 4 1 0,2 4 0 16,2 3-2-16,1 1 2 0,2 3-13 0,0 2-14 0,3 4-10 0,2 4-23 16,2 5-11-16,2 5-13 0,2 6-7 0,3 5-2 0,2 5-5 0,3 7-7 15,2 3-4-15,2 5-3 0,2 2-4 0,1 2 1 0,3 0-24 16,0 1 6-16,1-1-8 0,-2-2-5 0,0-4 17 0,-2-3-41 0,-3-6-55 15,-3-3-84-15,-2-2-226 0,-2-5-289 0,-2-2-220 0,-1-4-50 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2-15T10:24:33.19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15316 12621 1190 0,'-9'-1'202'0,"2"3"-167"0,1 1 9 0,9 3-18 15,5 0-11-15,3-1 1 0,4 0-8 0,-1-1-4 0,4 0 10 0,1-1-2 16,-1-2 1-16,1 0-1 0,-1-2-1 0,0 1 8 0,-1-1 3 16,0 0 2-16,-1-1 0 0,-2 1 8 0,-2 0 9 0,-1-1 13 0,-1 0 16 15,-1-1 1-15,-2 0 13 0,-2-2 1 0,0-1-8 0,-2 0-9 0,-2-2-11 16,0-1-16-16,-1-1-17 0,-1-3-1 0,-2-1-12 0,-3-2 0 16,-3-2-2-16,-4-2-5 0,-3-1 1 0,-3 1 0 0,-6 0-1 0,-4 1 0 15,-4 2-4-15,-4-1-2 0,-5 2 7 0,-2 0 1 0,-2 4 5 0,-3 2 0 16,-2 3-2-16,0 4 2 0,-3 4 2 0,-3 3-9 0,-2 5 3 15,-2 2-9-15,0 2-1 0,-1 3 1 0,-1 3-2 0,1 3 5 0,-3 5-6 16,2 5 5-16,0 5 2 0,1 5-4 0,3 1-1 0,2 5 6 16,4 1-1-16,3 2 3 0,4 5 6 0,1 3-3 0,5 4 4 0,5 2 9 15,4 1 3-15,5 1 2 0,6-1-10 0,5 2 5 0,4-1 1 0,6-1-2 16,5 1 4-16,6 0-9 0,6-1 0 0,4-2-2 0,4-3 5 16,5-2 4-16,6-3-14 0,5-4 5 0,2 0 1 0,7-5 6 0,1-1 7 15,4-4-4-15,5-3-1 0,3-4-8 0,3-1 3 0,1-5 7 0,0-2 0 16,1-5-1-16,0-3 3 0,-3-4-7 0,-1-2 7 15,-3-1 0-15,-2-1 7 0,-2-3 6 0,-2-2 8 0,-3-2 3 0,-4-4-3 0,-2-1-9 16,-2-1-7-16,-4-3-7 0,-3-2 6 0,-3 0-12 0,0-3-3 16,-3 1-4-16,-1-1-4 0,-2-1-3 0,-5-1 4 0,-1 0 1 0,-3 1-3 15,-1 0-5-15,-4-1-4 0,-2-1-1 0,-2 2 2 0,-2 0-3 0,-2 1-12 16,-1 1-18-16,-3 0-17 0,-1 1-19 0,-1 1-18 0,-2 0-26 16,0 1-45-16,-2 0-56 0,-1 1-66 0,1 2-96 0,0-1-143 0,1 1-71 15,0 1-94-15</inkml:trace>
  <inkml:trace contextRef="#ctx0" brushRef="#br0" timeOffset="516.51">16016 13330 2423 0,'-35'6'1049'15,"3"5"-999"-15,-3 8 17 0,8 7-35 0,12 2-17 0,4 3-2 0,5 1-15 16,4 4-3-16,6 2-8 0,2 1 7 0,2 1-2 0,1-1 7 16,-3-3 1-16,0 1-14 0,0-1 13 0,0 1-1 0,2-2 2 0,0-1-21 15,1-4 2-15,3 0 3 0,-1-5-1 0,1-1 13 0,2-4-12 0,0-2 1 16,2-2-4-16,-1-3 5 0,3-5 1 0,0-1 4 0,-1-2 1 16,3-4 1-16,0-3-2 0,-1-3 2 0,2-1 1 0,-1-5 6 0,-1-2 4 15,1-3-4-15,-2-2 14 0,-1-3-1 0,-2-4-11 0,1-1 16 0,-1-5-9 16,-1-2 2-16,-2-3 8 0,0-1-15 0,-2-2 1 0,-1 2-3 15,-4-1 5-15,-2-2-8 0,-2 0-11 0,-4-1 11 0,-4-1-7 0,-2 1 8 16,-5-1-5-16,-2 0-8 0,-5-2-18 0,-2 2 7 0,-1 2 4 16,-2-1 3-16,-1 5 10 0,1 2-15 0,-2 5-6 0,2 5-12 0,-2 6-4 15,2 4-18-15,-3 5-17 0,0 5-12 0,-5 6-15 0,-1 5 0 0,-3 6-15 16,0 5-10-16,-2 7-10 0,-3 5-13 0,2 6 9 0,-2 2 6 16,0 4 24-16,3 3 25 0,2 0 14 0,3 2 22 0,5-1 8 0,4-1 9 15,8-4 10-15,6-3-5 0,6-3-27 0,8-6-56 0,7-4-70 0,6-5-40 16,6-4 10-16,6-3 36 0,3-4 54 0,4-1 49 0,2-3 29 0,0-3 25 15,2-4 23-15,0-4 22 0,-1-3 26 0,-2-2 40 0,-2-2 42 16,0 0 37-16,-1-3 24 0,0 0 13 0,-1 1-4 0,0 0-11 0,-3-1-7 16,0 0-13-16,0 1-17 0,0 2-12 0,0 1-28 0,1 2-20 15,0 3-18-15,-1 1-15 0,1 2-18 0,0 2-12 0,0 2-10 0,0 1-8 16,1 2-12-16,-1 2 0 0,1 0-10 0,0 3-7 0,-1 1-15 16,0 1-24-16,3 1-48 0,-2-1-72 0,1 3-82 0,-2 0-78 0,0 0-42 15,-1-1 15-15,0 2 53 0,-1 0 94 0,0-1-63 0</inkml:trace>
  <inkml:trace contextRef="#ctx0" brushRef="#br0" timeOffset="783.51">17243 12173 2092 0,'-15'-20'238'0,"3"2"-46"0,-3-1 0 16,8 9-50-16,3 5-46 0,3 2-30 0,1 3-23 0,3 1-22 0,2 4-9 15,2 3 1-15,3 4 4 0,1 7 1 0,0 6 1 0,3 5 2 16,0 8-5-16,-2 8-2 0,-1 6 0 0,-2 6-8 0,1 6 1 0,-1 4-4 16,1 4-3-16,0 4-3 0,0 4-1 0,-2 0-8 0,2 1-8 0,0-2-5 15,0 0-17-15,0 0-12 0,1-4-20 0,1-1-30 0,1-1-45 16,1-1-26-16,1 0-2 0,-1-3 5 0,0-7 20 0,0-4 3 0,-1-10 5 16,0-5 17-16,-3-5 31 0,1-5 34 0,-3-8 34 0,-1-5-1 15,-3-6-9-15,-1-4-32 0,-2-3-39 0,-1-4-50 0,-2-3-46 0,-2-4-14 16,-2-4 23-16,-3-2 49 0,-3-4 25 0,-2-5-44 0</inkml:trace>
  <inkml:trace contextRef="#ctx0" brushRef="#br0" timeOffset="1385.51">16993 13383 849 0,'-13'-3'260'0,"0"-1"31"0,-1 0-4 0,4 1-63 16,6 0-46-16,1 2-48 0,2 0-30 0,2 0-33 0,2 1-21 0,3-1 0 16,4 0-8-16,3 0 6 0,3 0 7 0,5-1-10 0,3-1 0 15,3-1-10-15,3-2-10 0,-1 1 0 0,5-2-8 0,0 0-17 0,1 0-3 16,0-1-3-16,0 0 2 0,-2-1 21 0,-2 1 3 0,2-1-2 0,-1-2 1 15,1-2-14-15,0-2 4 0,0-1 2 0,-1 1-2 0,0-3 1 16,-2 0 1-16,1-1-5 0,-3-2 3 0,0 0 1 0,-3 2-4 0,-2-2 5 16,0 0-4-16,-3 0 4 0,-1-1 0 0,-1-1-4 0,-5 1 2 15,-1 0 2-15,-3 1 4 0,-3 2 1 0,-3-1 2 0,-3 1-6 0,-2 2 4 16,-3 0 0-16,-3 0 0 0,-3 3 0 0,-2 3-9 0,-4 0 2 0,-1 3 4 16,-1 2 0-16,-3 2-4 0,-1 2-5 0,-1 4-2 0,-3 3 4 15,0 2 5-15,0 2-4 0,0 3-3 0,2 1 0 0,1 3-7 0,3 2 11 16,1 2-8-16,2 3-4 0,2 3 4 0,2 4-1 0,0 3 2 0,2 2 3 15,3 2 0-15,1 0-2 0,3 1 7 0,4 1-10 0,1-1 1 16,3 0-9-16,5 0-4 0,3-4 20 0,3 0-3 0,3-2 12 0,1-1 0 16,4-3-17-16,2-2-5 0,1-3 1 0,2-1 1 0,1-1 2 15,3-2 3-15,-1 0-2 0,1-3 3 0,-1-2 2 0,1-1-5 0,-2-3 4 16,1-4-1-16,-1-2 2 0,-2-3 3 0,-2-3 1 0,-1-3-6 0,-1-4 9 16,-2-3-4-16,0-2-1 0,1-3 3 0,-2-3-3 0,1 1-1 15,-1-4 3-15,-3 0-3 0,1-1 3 0,-2-1-6 0,-1 1 0 0,-1 0-4 16,0 3-1-16,1 3 10 0,-1 2-13 0,-1 3-4 0,0 2 3 0,-1 4-5 15,1 1 15-15,-2 4 6 0,1 2-5 0,0 2 1 0,0 4 3 16,0 1 6-16,1 3 2 0,0 1-2 0,2 3-7 0,2 0-4 0,0 1-1 16,1 1-3-16,3 0 2 0,1-2 1 0,1 2-8 0,1-2 8 0,0-1-1 15,-1-2-1-15,1-2 1 0,-1-1-4 0,0-1 5 0,0-1 9 16,-2-1-3-16,0 0-1 0,-3 0-1 0,-1-2 3 0,0-1 10 0,0-4 4 16,-1-2-2-16,0-3-7 0,0-1 2 0,-1-2 5 0,-2-1 9 15,1-1-6-15,0-3-4 0,-1-2-7 0,0-2-9 0,-3 1 5 0,0-3 2 16,-2-1 3-16,-2 0-15 0,-2 0 14 0,-2-2 1 0,-4 0-1 0,-1-1 9 15,-4-1-13-15,-2-1-10 0,-2 0 5 0,-2-2-2 0,-3 2 0 16,-2-1 2-16,-1 2-7 0,-3 0 4 0,0 0-4 0,0 3 0 0,-1 1-4 16,-1 3-6-16,1 5-1 0,-2 2-2 0,2 4-11 0,-3 3-5 0,-1 4 0 15,0 5-5-15,-3 4 1 0,-2 4-4 0,-2 4-8 0,0 4-9 16,1 3-13-16,1 2-17 0,0 2-17 0,2 0-18 0,2 2-19 0,0 1-3 16,4 1 9-16,3-2 3 0,3 2-5 0,4-3-58 0,4-2-72 15,5 0-22-15,4-3 12 0,2 0 74 0,6-1 19 0,3-2 27 0</inkml:trace>
  <inkml:trace contextRef="#ctx0" brushRef="#br0" timeOffset="1839.51">18591 13588 314 0,'24'18'200'0,"4"3"10"0,9 4 1 16,-2-1-30-16,-3-1-25 0,1-1-28 0,2 3-19 0,1-2-18 0,1 1-16 15,3 0-17-15,-2 1-26 0,1 4-24 0,0 1-9 0,-2 2-7 16,0-3 4-16,-2-1 5 0,-4-3-7 0,0 3-1 0,-3-1 5 0,-2-2 2 16,-3 0 4-16,-4-1-2 0,-2 1-1 0,-2 1-2 0,-2-1 4 15,-5-1 2-15,-2 0-8 0,-5 0-4 0,-2-1-5 0,-3-2-8 0,-3-1-3 16,-4-1 1-16,-4-3-5 0,-2 0 9 0,-3-2 4 0,-3-2-3 0,-2-3 4 15,-2-3-2-15,-1-2-1 0,-1-3 5 0,-3-3 5 0,0-3-4 16,-2-2 15-16,2-6 11 0,0-2 11 0,2-4 27 0,0-2 13 0,2-2 5 16,1-3 1-16,4-1-10 0,2-5-16 0,2 0-7 0,5-3-9 15,1-1-12-15,5 1-10 0,3-3 2 0,3 1-5 0,3 0-6 0,2-1 7 16,2 2-1-16,3 0 7 0,2 2 4 0,1 0-1 0,3 1 1 0,2 0-1 16,1 4 15-16,0-1-1 0,2 2-2 0,1 0 7 0,1 1-8 15,0-2 4-15,-1 3-5 0,0-1-3 0,1 3-3 0,1 1-8 0,0 2-3 16,1 1 4-16,1 1-6 0,-2 0 0 0,0 3-4 0,-1 4 1 0,0 2-8 15,0 3 1-15,-1 4-2 0,1 1-9 0,0 5 6 0,-1 2 5 16,2 3-4-16,0 3-1 0,0 2-3 0,1 3-4 0,0 2 1 0,-1-1-3 16,2 0-5-16,0 0-4 0,2-1-8 0,1 0-12 0,-1 0-10 0,1 0-12 15,-1 0 0-15,1-3 12 0,-4 0 17 0,0-4 24 0,-2-2 25 16,-3-5 13-16,-2-2 22 0,-1-2 14 0,-3-4 12 0,-2-1 17 0,-3-2-6 16,1-1-11-16,-2-1-18 0,0-2-19 0,-1-2-12 0,-2 0-5 15,-2-1-8-15,-1-2-2 0,-3 0-4 0,-3-1-6 0,-2 0 3 0,-3-2-7 16,-1 1 3-16,-4-1 1 0,-1-1-4 0,-3 1-2 0,-3 0 11 0,0 0 4 15,0 1 2-15,0 1 9 0,1 0-12 0,0 3-4 0,-1 1-6 16,0 1-6-16,0 3-4 0,1 0-2 0,1 3-2 0,-1 2-9 0,1 0-4 16,1 2-17-16,-1 2-15 0,1 2-19 0,-1 2-33 0,-1 2-42 0,1 3-65 15,0 0-71-15,0 4-61 0,1 1 8 0,2 3 67 0,0 0-83 16</inkml:trace>
  <inkml:trace contextRef="#ctx0" brushRef="#br0" timeOffset="2167.51">19921 13273 2110 0,'-3'2'87'0,"1"2"-51"0,2 2-33 0,5 3-6 0,3 3 9 0,4 5-6 16,3 2-2-16,1 2 4 0,3 1-4 0,0-1 6 0,-2-2 1 0,-1 0-5 15,-2-3 4-15,-1-2 5 0,-1 0 3 0,-1-3 3 0,-3-3 0 16,0-1 9-16,-3-3 9 0,-1-1 13 0,-3-2 16 0,0-1 8 0,-2-1 11 16,-1-2-2-16,-1-2-10 0,-2-3-15 0,-1-2-14 0,-2-3-11 0,-1-2-8 15,-1-1-9-15,-1-3-3 0,-1-2-8 0,1 1-2 0,1-2 1 16,-1 0 3-16,1 0-8 0,0 0 8 0,1 0 4 0,1 1-5 0,1-2 13 16,2 0-8-16,1-1-10 0,2-1-1 0,2 3-4 0,2 0-11 15,2 2 0-15,3 3-7 0,2 1-5 0,1 2 0 0,2 1-9 0,1 4-14 16,0 0-35-16,3 2-44 0,1 2-57 0,1 1-69 0,0 2-62 0,2 1-81 15,0 2-12-15,1 2 51 0,2 1-95 0</inkml:trace>
  <inkml:trace contextRef="#ctx0" brushRef="#br0" timeOffset="2366.51">20420 13215 2403 0,'-9'2'314'16,"2"0"-218"-16,1 1-48 0,2 2-16 0,4 1-7 0,1 0-10 0,2 3-17 15,1 1-6-15,3 2-9 0,3 1-1 0,-1 1 13 0,1 1-2 16,-1 1 7-16,0-1 2 0,0 1-14 0,1 0-10 0,0-1-9 0,1 0-11 16,0 0-9-16,0 0-4 0,-1-1-15 0,2-2-11 0,-1-2-6 0,-1 0-12 15,-2-2-10-15,-1 1-15 0,-1-2-31 0,-1 0-16 0,-2-2-8 16,0-2-5-16,-2-2 2 0,-1-2-8 0,0 0-8 0,-2-2-5 0,-1-1 19 16,-2-4 22-16,-1-3-89 0</inkml:trace>
  <inkml:trace contextRef="#ctx0" brushRef="#br0" timeOffset="2483.51">20392 13091 972 0,'-13'-21'731'0,"-2"-1"-520"16,-1-3-53-16,5 2-31 0,3 4-28 0,2 3-16 0,0 1-34 0,2 2-19 16,1 4-10-16,1 2-17 0,1 0 0 0,1 4-4 0,0-2-12 0,0 3-38 15,2 0-69-15,1 1-82 0,1 1-100 0,3 0-106 0,2 0-39 16,0 2 46-16,4 0-55 0</inkml:trace>
  <inkml:trace contextRef="#ctx0" brushRef="#br0" timeOffset="3050.51">21202 13052 2972 0,'-1'-2'119'0,"-1"1"-60"0,0-1-60 0,3 1-8 0,0-1-14 16,0 1-31-16,0 0-35 0,-1 1-28 0,-2-1 5 0,-1 1 18 0,-3 0 20 15,-5 0 6-15,-3 2 3 0,-3-1 5 0,-1 2 12 0,-4 0 22 16,-1 1 14-16,-1 2 15 0,-3-1 6 0,1 1 2 0,-2 0 10 0,0 1-2 15,3 0 15-15,-1 1 9 0,1 2 5 0,0 1 7 0,1 0 4 0,4 1-2 16,2 0-10-16,3-1 1 0,2 2-21 0,1 0-8 0,2 2-8 16,2-1-11-16,3 3-1 0,2 0-18 0,3 0 14 0,3 0-1 0,2 0 3 15,2 0 14-15,2-1-14 0,3-2-2 0,0-1 2 0,4-1-1 16,2-3-1-16,2-1 4 0,1-1-3 0,3-2 3 0,0-2 2 0,1-1 1 16,1-1 6-16,0-3 4 0,2 0-2 0,0-3 1 0,0 1-2 0,-2-3-3 15,0 0 1-15,-2-1 1 0,0 1-5 0,-1-1-1 0,-1-1 0 16,1 0 1-16,-2 0 0 0,0-1 1 0,0 0-4 0,-1 1-7 0,0-1 4 15,-1 1-1-15,-1 2 6 0,0 2-4 0,0 1 4 0,-1 2-2 16,-1 1-3-16,-2 1-7 0,2 1 0 0,1 0-3 0,0 2 1 0,-1 3 10 16,2-1 6-16,1 2 4 0,0 1-5 0,1 0-3 0,1 0-3 0,-1 0-5 15,2 0 8-15,-2-2 3 0,0-1-6 0,-1 2-11 0,-3 0-5 16,-1 0-4-16,-3-1 11 0,-1-2 12 0,0-2 10 0,1-2 2 0,0-2 1 16,-2-1 0-16,0 0 0 0,-3 1 4 0,-2-2-6 0,0-1-1 0,0-1-2 15,0-2-3-15,0 0-6 0,-1-1 1 0,-2-2 3 0,-1 1-3 16,-2-1-7-16,-3 0-8 0,-1 1-4 0,-2-2-3 0,-3 0 7 0,-2 0-1 15,-3-1-13-15,0 0 1 0,-2 0-1 0,0 1 2 0,0 1-1 0,-2 3 6 16,-2 2-2-16,1 2 5 0,-2 1 11 0,0 1 8 0,1 3 21 16,0 1 14-16,4 1 10 0,1 2 0 0,3 1-8 0,1 0-6 0,1 1-11 15,3 1-4-15,1 1-6 0,1 0-7 0,2 0 1 0,2 1-4 16,1 1-2-16,2 1-3 0,1 0-2 0,3 0 1 0,3-1 9 0,1 1 9 16,3 0 1-16,3 0 3 0,1-1-16 0,3 0-5 15,2-1-3-15,3-2-7 0,1 0-3 0,2-2-3 0,-1 1-9 0,0-2-7 0,1 0-13 16,1-1-22-16,0-3-23 0,1 0-18 0,0-1-24 0,0 0-39 0,0-2-61 15,0-1-92-15,0-3-76 0,1-2-3 0,1-2-114 0</inkml:trace>
  <inkml:trace contextRef="#ctx0" brushRef="#br0" timeOffset="3216.51">22472 12312 3224 0,'-5'-3'108'15,"2"3"-21"-15,0 1-61 0,1 5-15 0,4 5-21 0,2 6 1 0,4 8-7 16,2 7-8-16,4 7 9 0,2 4-1 0,0 5 0 0,-1 3-11 16,0 4 12-16,0 4-4 0,-1 2-6 0,0 4-22 0,1 1-49 0,-1 0-46 15,0-1-74-15,-2-1-97 0,1-3-141 0,-1-1-175 0,-1 1 51 16,-1 2-57-16</inkml:trace>
  <inkml:trace contextRef="#ctx0" brushRef="#br0" timeOffset="3919.51">15976 16309 1962 0,'-26'3'101'0,"0"1"29"0,-4 3 2 16,8 3-30-16,6-2-29 0,3 3-35 0,3 3-26 0,3 2-7 0,1 2-2 15,1 3-6-15,3 3 11 0,2 2-3 0,3 5-7 0,2 3 13 16,2 4 0-16,4 2-3 0,2 2 0 0,4 3-1 0,4 1-7 0,4 0 3 16,4-2-1-16,1 0-7 0,3-3 3 0,2-2-3 0,1 1-7 0,1-2 4 15,-18-19 12-15,6 3 0 0,0 1 0 0,5 3-4 0,1 0-3 16,5 2 0-16,0-3 1 0,6 4 7 0,0-4-2 0,-1-2 12 0,1-3-1 16,-1-3 2-16,-1-2 0 0,0-3 10 0,-2-1 15 0,0-4 1 15,-2-3 5-15,-1-1-9 0,-2-3-3 0,-2-2 0 0,1-2 3 0,-4-3 1 16,0-2 2-16,-2-2-6 0,0-2-11 0,-2-3 2 0,-2-1 0 0,0-4 6 15,-2-3-7-15,-2-2-18 0,15-30 2 0,-10 0 0 0,-6 5 5 16,-8 6-2-16,-4 5-5 0,-4 0-3 0,-3-1 10 0,-4 1-5 0,-3-2-2 16,-5-2-3-16,-3-1 3 0,-4 1 2 0,-5 0 0 0,-3 1-11 15,-5 2 2-15,-3-1-10 0,-3 2 4 0,-3 3 8 0,-3-1-15 0,-3 3 28 16,-2 1-17-16,-1 1 0 0,-2 4 8 0,0 2-14 0,1 4 1 16,2 5 2-16,2 2-1 0,4 6 6 0,1 4 2 0,4 3-7 15,3 3-4-15,-1 4 2 0,3 2-4 0,1 4-5 0,3 4-16 0,3 2-10 0,3 6-6 16,3 4-2-16,2 4-4 0,3 6-21 0,3 4-16 0,3 1-19 0,4 7-36 15,3 0-57-15,3 2-84 0,3 1-99 0,4-1-108 0,4 1 15 16,4-2-69-16</inkml:trace>
  <inkml:trace contextRef="#ctx0" brushRef="#br0" timeOffset="4401.03">16954 15195 2410 0,'-3'-2'319'0,"0"2"-196"16,1 2-5-16,2 1-37 0,1 3-20 0,2 3-10 0,3 5-25 15,4 5-14-15,2 6-1 0,0 4-9 0,4 4 0 0,1 3 3 0,0 4 2 16,-1 2-3-16,1 4-3 0,1 2 6 0,-1 5-8 0,2-1 2 0,2 1 1 16,-1 2-9-16,3 1 9 0,-1 0-11 0,0 0 4 0,1 0 1 15,-2-2-10-15,0 1 7 0,0-1-4 0,-1-5 2 0,-1-2 4 0,1-5-4 16,-1-4 8-16,-2-4 6 0,1-2-2 0,-1-8-4 0,-1-2-6 0,-2-4 22 15,0-5 5-15,-1-1 14 0,-1-3-2 0,0-3-22 0,-1-2 8 16,0-3 0-16,1-1 0 0,0-3-7 0,0-2-6 0,1-3-14 0,2-2 13 16,1-2-6-16,1-2 0 0,0-3 17 0,1-2-19 0,2 0 6 15,-2-2-2-15,3 2-5 0,1 2 3 0,-1 0-11 0,1 3 6 0,1 2 3 16,-2 2 1-16,0 3-3 0,1 4-3 0,-2 3 2 0,1 1 9 0,0 3-6 16,0 4-1-16,1 4-2 0,0 4-6 0,2 4 19 0,0 1-5 15,-3 4-9-15,-1-1 4 0,-3 0-17 0,-4 1 30 0,-2-1 1 0,-2 1-6 16,-4 1 12-16,-3 2-22 0,-4-1 12 0,-5 2-6 0,-3 0 3 0,-4-1 6 15,-4 1-9-15,-3-2 8 0,-3 2 1 0,-4-2-6 0,-1-1 3 16,-5-1-1-16,-1-2 6 0,-3-3 1 0,-1-3-1 0,-1-2 0 0,-1-2-2 16,2-3 2-16,3-3 7 0,2-2-1 0,2-2-17 0,1-1-4 0,2-4-3 15,0-1 3-15,2-3-10 0,3 0-10 0,1-2-14 0,4 0-11 16,2-1-2-16,2-1-6 0,2 1-2 0,3-1-13 0,4 0-11 0,1 0-12 16,3 0-4-16,3 2-4 0,4-1-13 0,2 2-32 0,5-1-37 15,4 0-28-15,3 1-36 0,2-1-35 0,3 0-40 0,3 0 1 0,1-1 42 16,3 2 78-16,1-2-84 0</inkml:trace>
  <inkml:trace contextRef="#ctx0" brushRef="#br0" timeOffset="4583.03">18251 16394 1030 0,'5'-1'307'0,"0"-1"-73"0,2 0-17 0,-1 1-21 16,0 0-41-16,1 0-55 0,0 1-47 0,1-1-14 0,0 2-9 0,0-1-8 16,0 2 1-16,-1 1-6 0,0 0 3 0,1 4 3 0,0 2-12 0,-1 2 7 15,1 1-10-15,-1 4 14 0,0 1 8 0,-1 6-9 0,1 3 1 16,0 4-20-16,0 2-2 0,0 2 1 0,1 1-1 0,-1 0 2 0,0 2-7 15,0 1-3-15,1-2 10 0,-1-1-10 0,0-4-2 0,-1-1-7 16,-1-3-12-16,0-2-5 0,0-2-27 0,-1 0-42 0,0-4-66 0,-1-1-86 16,0-2-57-16,-1-1-40 0,0-1-55 0,-3-7 60 0,0 2-62 15</inkml:trace>
  <inkml:trace contextRef="#ctx0" brushRef="#br0" timeOffset="4733.03">18186 15913 3115 0,'-6'7'88'0,"0"0"-52"0,0 2-4 0,2-1-5 0,4-2-15 15,2 2-42-15,4 0-34 0,2 3-54 0,3 1-32 0,0-1-43 0,0 1-91 16,0-1-121-16,0 0-190 0,-1 2-2 0,1 0-96 0</inkml:trace>
  <inkml:trace contextRef="#ctx0" brushRef="#br0" timeOffset="5334.08">18882 16393 3003 0,'3'1'98'0,"1"-1"-56"16,1 0 9-16,2-1-12 0,1-4 0 0,3-2-31 0,4-2-21 15,2-3-8-15,3-5-6 0,-1-2 9 0,-1-2-17 0,-2-1 0 0,-1 1-17 16,-2-2-24-16,-5-3-11 0,0-1-18 0,-3-3-12 0,-3-1 8 0,-1-1-1 15,-3 0 12-15,-3 1 22 0,-3 2 12 0,0 0 23 0,-3 2 15 16,-1 3 10-16,-2 2 20 0,0 4 22 0,1 3 12 0,0 4 1 0,-1 3 13 16,-1 4 4-16,-1 2-5 0,0 1 3 0,0 3-4 0,0 1-17 0,4 3-6 15,-1 5-5-15,0 5-24 0,3 3 6 0,2 4-12 0,2 5-8 16,3 2 3-16,3 5-9 0,1 1 6 0,2 5 2 0,3 0-6 0,1-1-1 16,2 1 10-16,2-3 2 0,2-2-3 0,1-1-5 0,3-2 1 0,2 0 3 15,0-5 0-15,2-1 19 0,1-3-7 0,-2-3 4 0,2-1 8 16,0-5-14-16,-1-3 15 0,2-5 8 0,-2-2 12 0,-1-4 6 0,-1-3-7 15,-1-2-2-15,0-4-7 0,1-2-22 0,-2 1 0 0,0-2 3 16,0-2-9-16,1-2 22 0,2-5-13 0,-1-3-5 0,1-3 20 0,-2-1-1 16,-3-2 16-16,1 0-8 0,-3-3-2 0,1 0-7 0,0-1-7 0,-1 2 2 15,2 1-14-15,0 4 5 0,-1 2-2 0,-1 5-7 0,0 6 7 16,-1 2 0-16,0 4 5 0,0 3 8 0,-3 4-5 0,2 3 7 0,0 3-7 16,-2 3-3-16,0 2 2 0,0 1-14 0,-2 5 6 0,0 0-3 0,1 2-2 15,-1-1-4-15,0-1 2 0,0-1-1 0,0-2 9 0,1 0-3 16,-1-1-10-16,0-2 10 0,1-2-9 0,-1-2 9 0,-1-2 11 0,0-1-8 15,-2-1 10-15,-1-3 0 0,0 0 0 0,-1-2 16 0,-1-1-4 0,0-2 4 16,-2-1-3-16,-1-2-18 0,-1-2 4 0,-2-3-7 0,-2-1-11 16,-1 0 7-16,-2-2-4 0,0-1-1 0,-2-1-5 0,-2 0-8 0,0-2-6 15,-1 1 6-15,0 2-3 0,-1 0 0 0,0 2-4 0,0 2-3 16,1 4 9-16,1 4 7 0,1 3 9 0,1 3 12 0,2 0 7 0,2 2 13 16,1 0 1-16,-1 5-4 0,2 2-12 0,2 3-4 0,1 4-8 0,2 4-5 15,2 4 9-15,1 2 2 0,3 4-6 0,1-1 5 0,2 2 3 16,3 1 2-16,0 1 13 0,3 0-10 0,2-1-6 0,3-3-7 0,1-1 8 15,3-2 7-15,0 0-8 0,2-2-4 0,1-2-16 0,2-1-7 0,2-5-1 16,-2 1-17-16,3-2-20 0,-5-2-24 0,1-1-137 0,-2-1 4 16,0-1-5-16,1-4-46 0,0-6 5 0,2-8-69 0,1-7 14 0,0-6 54 15,0-8 81-15,1-7 54 0,1-8-76 0</inkml:trace>
  <inkml:trace contextRef="#ctx0" brushRef="#br0" timeOffset="5503.08">20598 15464 1336 0,'4'-23'283'0,"0"-1"-38"0,0-5-13 0,0 7-6 0,-2 6-37 0,0 3-56 15,-1 4-40-15,0 3-13 0,0 5-3 0,0 2 3 0,0 1-10 0,-1 3-16 16,0 2-14-16,0 3-5 0,1 4-7 0,0 7-10 0,0 5 0 16,1 6-7-16,0 8-10 0,1 6 6 0,0 4-7 0,1 5 4 0,0 3 0 15,1 4 1-15,2 3 4 0,0 0-7 0,1-1-1 0,1-1-13 16,1 0-9-16,0-3 5 0,1-1-27 0,2 0-43 0,3-4-45 0,2 0-62 16,-1-3-55-16,3-2-65 0,1-1-59 0,1-4-70 0,3-2-7 0,-1-3 67 15,-2 4-85-15</inkml:trace>
  <inkml:trace contextRef="#ctx0" brushRef="#br0" timeOffset="5667.08">20167 16235 1370 0,'-21'6'647'0,"-4"1"-508"16,-5 2 20-16,0 0 14 0,6-1-20 0,3 1-34 0,3 0-40 0,3 0-22 16,6-2 6-16,4-1-5 0,5 0-8 0,3-2-10 0,4 1-23 0,8-1-15 15,8-1-9-15,8-1 0 0,9-3-2 0,7-3-7 0,8-2-11 16,6-5-33-16,6-3-15 0,4-3-21 0,1-2-45 0,3-3-42 0,2-2-42 15,3-3-98-15,4-6-157 0,4-3-66 0,5-7-156 0</inkml:trace>
  <inkml:trace contextRef="#ctx0" brushRef="#br0" timeOffset="6084.08">23542 12596 3410 0,'1'-14'66'0,"1"3"-31"0,5 0-46 16,7 5-17-16,6 2-1 0,11 1-11 0,8 0-2 0,6 0 0 0,7 0-6 15,-1-1 3-15,0-1-10 0,-4 0-18 0,-3 1-22 0,-1 0-22 16,-5 2-26-16,-2 0-10 0,0 1-22 0,-1-1-27 0,-2 1-43 0,-2 0-46 16,-2 1-61-16,-3 0-11 0,-3 0 32 0,-2 0 74 0,-4 0-62 0</inkml:trace>
  <inkml:trace contextRef="#ctx0" brushRef="#br0" timeOffset="6220.08">23576 13030 2489 0,'-2'1'144'0,"1"1"-63"0,2 1-78 0,6 1-13 16,6 3-4-16,7 0-4 0,5 0-11 0,8-1-19 0,3-1-11 0,4-3-25 0,1-1-28 15,2-2-41-15,1-2-68 0,1-1-100 0,2-3-78 0,0-3-4 16,2-2 57-16,4-3-67 0</inkml:trace>
  <inkml:trace contextRef="#ctx0" brushRef="#br0" timeOffset="6467.08">24608 12040 1976 0,'-19'-10'875'0,"0"2"-820"15,-2 1-8-15,9 7-52 0,6 2-12 0,5 3-5 0,2 3 17 16,4 2 5-16,3 4 5 0,2-1 9 0,3 2-12 0,2 1-2 0,3 1 1 16,2 1-4-16,5 3-2 0,3 0 8 0,6-1-4 0,4 3-1 0,5 1-5 15,3-1-1-15,3 4-4 0,2-1-1 0,3 2-3 0,3-1-9 16,1 1-1-16,1-1 3 0,0 2 3 0,0 0 8 0,0-2 6 15,0 1 8-15,-4-4 2 0,-4-1 1 0,-5-2 7 0,-6-2 23 0,-4-1 6 16,-6 1 11-16,-4-3 7 0,-5 0-19 0,-6-1-4 0,-4-1-2 0,-4 0-6 16,-5 3-4-16,-4 2-6 0,-6 1-13 0,-6 4-21 0,-7 2-31 0,-10 5-42 15,-10 6-48-15,-10 2-60 0,-11 2-78 0,-9 4-145 0,-9 4-195 16,-7 5-173-16</inkml:trace>
  <inkml:trace contextRef="#ctx0" brushRef="#br0" timeOffset="7417.08">26740 11269 875 0,'-7'-8'101'0,"2"1"-36"0,-1 0-12 0,5 5-28 15,2 2-13-15,2 4-9 0,3 2-3 0,2 4 1 0,0 4 0 16,2 8 3-16,-1 5-9 0,0 9 1 0,-1 7 2 0,-1 6 4 0,0 6 10 15,-2 4 2-15,0 3 3 0,1 3-5 0,1 2-4 0,0 2-5 0,1 0-9 16,1 1-4-16,-1 1-5 0,-1 0-5 0,-1-2-9 0,-1 2-22 16,-2-2-7-16,-2-3-1 0,-3-4 10 0,0-10 22 0,0-9 18 0,0-10 9 15,0-8 1-15,0-7 7 0,-3 0 5 0,-2-3 12 0,-2-1 9 0,-3-2-5 16,-1-1-3-16,-1-2-19 0,0-4-9 0,-1-3-6 0,0-2-15 16,1-4-6-16,1-2-13 0,-1-2-8 0,1-4-5 0,0-2 6 0,1-3 16 15,-1-5 16-15,2-2 17 0,1-4 9 0,2-4 4 0,1-4 5 0,2 0 3 16,1-5 1-16,1 0-1 0,1-4-4 0,0-4-3 0,1-3-2 15,1-5 1-15,1 0-3 0,1-4 9 0,2-4 10 0,0-2 7 0,3-3 20 16,2-2 8-16,2-2 6 0,2 1 6 0,2 0-5 0,0 4-6 16,3 4 1-16,0 3-4 0,0 7 0 0,2 6-1 0,1 9-4 0,-2 9-3 15,2 8 5-15,-1 5 5 0,-1 6 6 0,0 5 3 0,0 3-1 0,0 3-5 16,2 5-9-16,2 2 1 0,1 6-6 0,3 6-5 0,0 6 2 16,0 6-5-16,1 8-6 0,-2 6-13 0,-1 4-2 0,-2 3-2 0,0 3-5 15,0 1 2-15,0 3-13 0,2 1-2 0,-1 1-3 0,3 0 1 0,0 0-1 16,-2-2 1-16,0-2-13 0,-2-2 8 0,1-5 1 0,-3-7 2 15,-1-6 19-15,-1-10-6 0,-1-7 9 0,-2-7 20 0,1-6 15 0,0-3 21 16,-2-4 0-16,0-3-2 0,0-3-2 0,-1-4-15 0,1-3 0 16,0-4-11-16,0-4-15 0,1-5-13 0,-1-4-2 0,-1-6-2 15,0-5-2-15,1-4 4 0,0-5-7 0,-2-4-9 0,1-3 2 0,0-6-1 0,0-4 1 16,0-4-2-16,1-3-4 0,3-4-2 0,1-1-3 0,1-3-4 16,3 0-3-16,1 3-10 0,0 4-8 0,1 7-3 0,-1 7-18 0,2 8 2 15,-2 8 7-15,-3 7-4 0,-2 12 7 0,-4 7-17 0,-3 7-21 0,-4 5-18 16,0 6-28-16,-1 2-13 0,-2 5-26 0,-2 7-38 0,-1 4-34 15,-2 6-77-15,-2 5-60 0,-2 5 5 0,-1 2 59 0,-1 5-98 0</inkml:trace>
  <inkml:trace contextRef="#ctx0" brushRef="#br0" timeOffset="8467.08">28279 11328 1692 0,'-5'-14'712'16,"1"3"-630"-16,0-1-27 0,4 6-35 0,0 5-18 0,2 2-4 0,3 1-2 0,2 1 5 15,2 3-5-15,0 3 4 0,1 2 0 0,-1 2 3 0,-1 2 0 0,0 5-5 16,1 2 5-16,0 4-7 0,1 5 7 0,1 1 3 0,0 2-7 16,0 0-1-16,2 1-3 0,0-1-1 0,0-1 4 0,0-1 1 0,0-3-1 15,1 0-6-15,1-5-3 0,2 0-4 0,-1-4-3 0,2-5 8 0,2-1 0 16,-1-3 6-16,0-3 5 0,0-2 4 0,-2-3-2 0,0-3 5 16,0-3 3-16,0-1-2 0,-1-3 5 0,1-2-3 0,1-3-5 0,-1-1 2 15,0-2-1-15,1-2-3 0,-2-3 3 0,-1 1-7 0,1-3 4 0,-2-3 4 16,1 0-1-16,-2-2 5 0,-3-1 3 0,0 1-1 0,-1-1 9 15,-1-2-2-15,0 1 3 0,-1-1-3 0,1 2-19 0,-2 2-2 0,2 3 1 16,-1 5 6-16,1 2 7 0,-1 5 0 0,-1 2 0 0,-1 3-2 0,-1 3 1 16,-2 1-1-16,0 2-11 0,0 1 3 0,0 2-1 0,0 2-1 15,-1 4-1-15,1 2-11 0,-1 2 0 0,0 4 10 0,-1 3 2 0,0 5 11 16,0 2-1-16,-1 4-14 0,0-1-1 0,1 1-7 0,0-2 2 16,2 1 1-16,0-2-8 0,2 0-3 0,2-2-10 0,2-1-3 0,1-3 2 15,1-2-3-15,1-1-2 0,-2-2 9 0,2-2 1 0,1-2 8 0,-1-2 4 16,1-1 1-16,0-2 4 0,-1-2 0 0,2-3 7 0,-1-2-2 15,1-2 2-15,0-2 3 0,0-3-4 0,2-2 5 0,-1-2 4 0,1-1 0 16,-2 0 1-16,1-2 4 0,0-2-2 0,0-1 2 0,-1-1 1 16,1-2-3-16,0-1 0 0,-1 0 1 0,2-3-4 0,-1-1 0 0,0 2-5 15,1-1 0-15,0 2 2 0,-1 2-2 0,0 2 2 0,1 2-4 0,-2 1-1 16,-1 4 0-16,-1 2 2 0,-2 4 4 0,-1 1 1 0,-1 3-2 16,-2 2 0-16,0 2-4 0,-1 4 2 0,1 2-1 0,0 3 0 0,-2 2 1 15,1 2-3-15,0 1 0 0,0 2 0 0,0 1-7 0,1 0 4 16,0 0 2-16,1-2-4 0,2-2 3 0,0-1-1 0,0-2-5 0,0-1 1 15,2-3 4-15,1-3 2 0,0-2 2 0,1-1 2 0,-1-2 2 0,0-1 2 16,1-3-4-16,-1 0 5 0,1-2-3 0,1-1-2 0,-2-1 0 0,2-1 4 16,0-1-4-16,-1 0 0 0,1-2 1 0,-1 1-6 0,1-2 7 15,0 1 1-15,0-2-2 0,-2 0-1 0,-1 1 0 0,-1 0-1 0,-1 2 1 16,0 0-1-16,-1 2-6 0,0 2 4 0,0 1-1 0,-2 2-3 16,0 0 4-16,-1 2-3 0,1 3 3 0,-3 0-3 0,2 2 0 0,-2 2-1 15,0 2-2-15,0 1-1 0,-1 4-2 0,0 1-1 0,-1 2 0 0,0-1 2 16,1 0 0-16,-1-1 0 0,1 0 2 0,1-1-1 0,0-1 1 15,1 0-4-15,1-2 2 0,0-2-3 0,2 0 5 0,1-3 1 0,-1 0 0 16,2-2 5-16,2-2 0 0,1-1 3 0,2-2-3 0,0-1-1 0,0-2 2 16,1-1-1-16,0-1 0 0,1 0 0 0,-1-2-1 0,3 0 4 15,0-2 0-15,1-1 4 0,-1-2-1 0,1 0 0 0,1-1-4 0,-2-2-4 16,1 0 4-16,0 0-2 0,-1-3 0 0,-1-1 2 0,1 0-9 0,-2 0 7 16,-1-1 0-16,-3 2 2 0,-1-1-1 0,0 0 1 0,-1 1 3 15,-2-1 0-15,-1 0 7 0,-2 2-5 0,-2 1-2 0,-1 0-9 0,-4 1-2 16,1 2-2-16,-3 3 6 0,0 2 7 0,0 1-5 0,-2 3-3 15,-2 0-10-15,0 1-4 0,0 3-1 0,2 1-1 0,-2 3 2 0,0 1 7 16,-1 2-10-16,-1 0 4 0,2 3-5 0,0 2 7 0,3 2 10 0,0 4 0 16,0 0 1-16,1 2-14 0,2 0 3 0,2 1 2 0,1 0 2 15,1-1 3-15,2 0-4 0,2 0 2 0,1-3-3 0,1 1 0 0,0-1 1 16,3 0-4-16,3-2-4 0,0 2-5 0,1-2-2 0,-1 0 3 0,1-3 7 16,3-1 1-16,1-2 2 0,0-2 10 0,3-1 0 0,0-3 6 15,0-1 3-15,0-2-3 0,0-1 4 0,0-1 3 0,-1-1 0 0,1-1-1 16,-1-1 2-16,1 0-4 0,2-1-3 0,-3 2 1 0,2-1-2 0,-2 0 3 15,1 2 4-15,-1 1 1 0,-3 2 5 0,-2 3-1 0,1 3-1 16,-2 2 2-16,0 2-5 0,-4 3-1 0,1 1 3 0,-1 2-9 16,-2 1-2-16,-2 0-2 0,-1 3-8 0,-3 0 0 0,-1 0-1 0,-1 1-3 15,-2 0 2-15,-1-2 1 0,-2-1-2 0,-2-2-1 0,0-2 9 0,-2-2 6 16,0-4 9-16,1-2 3 0,-2-3 3 0,0-1-1 0,1-2 0 0,0-2-13 16,-1-1-4-16,1-2-4 0,2-2-4 0,-1-2 8 0,1-2 5 15,1-1 8-15,1-1 3 0,3-1 7 0,1-2-5 0,2-1-1 0,2-1-1 16,1-1-10-16,2-1-1 0,3 1-8 0,0-2-2 0,1 0 7 15,2 1-10-15,0-1-8 0,1 2-5 0,2 3-12 0,-1 3 3 0,2 4 1 16,-2 2 5-16,1 2 9 0,-2 3 6 0,0 0 0 0,-1 3-2 0,-1 1-10 16,0 2-22-16,-1 1-40 0,0 2-61 0,-1 1-64 0,0 1-80 15,1 1-58-15,1 2 24 0,0-1 45 0,2 1 95 0,0 1 4 0,2 0 7 16</inkml:trace>
  <inkml:trace contextRef="#ctx0" brushRef="#br0" timeOffset="8667.09">31312 11780 479 0,'9'0'328'0,"1"2"-114"0,2 0-49 0,-1 0-42 0,-2-1-22 0,1 1-19 0,0 1-30 15,0 0-19-15,0-1-10 0,-1-1-4 0,2 0-2 0,-2-1 1 16,-1 1-4-16,1 1-2 0,-2-1-3 0,1 1-2 0,-1 0-3 0,-1 0-1 16,-1 2 1-16,0-2 3 0,-1 3 1 0,0 1 1 0,-1 0 2 15,0 1-2-15,0 1-1 0,0 1-2 0,1 1-2 0,-1 0-2 0,0 1-2 16,-1 1 2-16,0 0 2 0,0 0-5 0,0 0-4 0,0-2-3 0,-1 1-8 16,1-2-8-16,0 0-9 0,0-2-18 0,-1 0-8 0,1-2 1 15,-2 0-6-15,1-2-11 0,-1-2-7 0,0 1-2 0,-1-2-8 0,1-2-4 16,-2 0-18-16,1-1-13 0,-1-2 3 0,-1-1 6 0,1-2 3 0,0-2 16 15,0-2 0-15,-1-3-100 0</inkml:trace>
  <inkml:trace contextRef="#ctx0" brushRef="#br0" timeOffset="8784.09">31419 11693 519 0,'-4'-18'179'0,"-2"-2"-52"0,0-4-26 0,0 3-20 0,2 3-1 16,1 2 2-16,1 2-8 0,2 2 1 0,-2 0-11 0,1 2-14 0,1 2-8 16,-1 2-12-16,2 2-14 0,-2 3-10 0,0 0-15 0,2 1-16 15,-1 1-16-15,1 1-17 0,1 2-13 0,-1 1-13 0,1 2-24 0,1 1-30 16,-1 0-25-16,2 2-6 0,0 0 13 0,2 0 20 0,0 2 39 0,2 1-6 15,0 0-48-15</inkml:trace>
  <inkml:trace contextRef="#ctx0" brushRef="#br0" timeOffset="9334.08">31932 11810 1751 0,'11'-4'252'0,"3"0"-133"16,4-2-87-16,-1 2-27 0,0 0-2 0,1-1-3 0,1 1 2 15,-11 2 24-15,2-1 0 0,0 0 7 0,1-1 0 0,-2 1-23 0,0-2-1 16,-1 0-6-16,0 1-7 0,-1-2-20 0,-2 0-18 0,-2 0-25 0,-2-1-17 15,-1 1-1-15,-2 0 7 0,-2 0 19 0,-1-1 14 0,-1 1 9 16,-2 1-19-16,-12-6 5 0,-2 4 6 0,1 4 10 0,2 3 29 0,0 2 4 16,0 0 10-16,3 3 2 0,-2 1 6 0,2 2-2 0,1 0-8 0,2 2-2 15,-1 2-5-15,4 3 2 0,-2 2 4 0,3 0 4 0,5 3 4 16,-2 0 6-16,3-1 0 0,3 1 6 0,1 0-2 0,4-2 3 0,1 0-6 16,3 1-9-16,1-2-3 0,2 1-6 0,2-1-11 0,0-2 4 0,3-1-5 15,3-2 9-15,1 1 5 0,0-1-1 0,1-2-3 0,-11-5-9 16,2 0 30-16,1-1-1 0,2 2 4 0,2-2-1 0,1 0-25 0,1-1 1 15,3-1 5-15,-1 0 1 0,0-2 2 0,1 0 3 0,-2-2-1 16,1-1 5-16,-2 0-5 0,0-1-3 0,2 0 0 0,-2-1-2 0,1 0 2 16,0 1 3-16,-1-1-6 0,2 0 3 0,-2 0-4 0,-1 1 9 15,1 0-5-15,-1 0-2 0,0 1 10 0,-2-1-3 0,1 1 8 0,-1 1-2 16,-1 0-4-16,-1 0-8 0,0 0-2 0,0 1 1 0,-2 0-3 0,-1 0 0 16,1 1-2-16,-1-1 61 0,0 1-1 0,-2 0 4 0,1-1-4 0,0 1-70 15,-1-1-3-15,1 0-7 0,-6 1 6 0,1-1 4 0,-1 0 2 16,0 0 7-16,1-1 2 0,0 0 2 0,0 1 2 0,0-2-10 0,0 0-11 15,-1-1-4-15,0 0 1 0,-1-1 1 0,0-1 13 0,-1 0-5 16,0-1 3-16,-1-1-5 0,-2 0-4 0,-3-1-1 0,-2-10 6 0,-3 1 5 16,-4-1 6-16,-2 2 9 0,-2 1-62 0,0 1 9 0,-2 3 4 0,1 4 5 15,1 0 74-15,-3 2-3 0,0 1 4 0,1 1-5 0,-1 2-5 16,1 1 0-16,0 1-8 0,3 2 2 0,0 1-11 0,-1 1-5 0,3 1-4 16,2 1-2-16,0 2-1 0,1-1-2 0,1 3-5 0,1-1-2 0,2 2-4 15,1 0 2-15,2 1-9 0,1-2-7 0,2 2-3 0,2 0-1 16,3-1 4-16,0 1 7 0,3-3-1 0,3 1-4 0,0 0 2 0,2-2-9 15,2-1 2-15,3-1-11 0,0-1-12 0,1-3-19 0,3 1-22 16,1-3 25-16,0 0-51 0,1-1-48 0,-1-2-46 0,-11 2-40 0,1-1 40 16,1-1 48-16,1 0 42 0,-1 0 26 0,2 0 27 0,0-2 19 0,0 0 11 15,-2 0-87-15</inkml:trace>
  <inkml:trace contextRef="#ctx0" brushRef="#br0" timeOffset="9470.08">33029 11810 309 0,'1'-3'182'0,"-1"0"2"0,1-1 3 0,-1-1-6 0,1-1-8 0,-1-1-16 15,0-1-10-15,0-2-13 0,1 0-7 0,-1-1-4 0,0-1-8 16,1-2-9-16,0 0-18 0,0-1-10 0,1-1-11 0,-1 0-7 0,1 0-4 15,0 1-14-15,1-1-8 0,-1 0-5 0,2 2-2 0,0 1-3 0,0 0-2 16,1 1-1-16,0 2-6 0,0 1-4 0,1 2-11 0,-1 2-6 16,1 3-7-16,0 3-3 0,1 2 0 0,0 5-10 0,0 4-4 0,0 4-8 15,0 4-11-15,1 4-23 0,-3 5-48 0,1 3-118 0,1 6-215 16,-2 3-158-16,1 4-139 0</inkml:trace>
  <inkml:trace contextRef="#ctx0" brushRef="#br0" timeOffset="9936.08">22414 15435 2694 0,'4'1'185'0,"2"2"-71"0,2 0-37 0,4 1-25 16,4 0-10-16,5 0-1 0,7 1-16 0,4-1-4 0,5 0 4 0,2-2-3 16,4-1 3-16,2-1-11 0,0 0 1 0,4-2 1 0,0 0-14 15,3 0 5-15,0 0-9 0,0 0 2 0,0-1 6 0,0-2-6 0,0 0-2 16,0 0-16-16,0-1-6 0,-2 0-3 0,-2-1-21 15,-2 1-21-15,-1 0-28 0,-1 0-32 0,-3 0-19 0,-3 0-22 0,-2 2-29 0,-4-1-32 16,-1 1-58-16,-3 1-54 0,-1 1-34 0,-3 2 20 0,-4 0 57 0,-1 2 83 16,-5 1-67-16</inkml:trace>
  <inkml:trace contextRef="#ctx0" brushRef="#br0" timeOffset="10117.08">23078 15953 2050 0,'-19'12'256'0,"0"0"-112"0,-1 4-50 0,4-3-26 15,8-4-10-15,2-1-16 0,4-1-14 0,2 0-5 0,2 0 3 0,4 0 6 16,1 1-4-16,4-1-5 0,2-1-4 0,2 1-1 0,3-2-6 0,1 0-10 16,2-2-5-16,1-2-4 0,2 0-3 0,3-2 0 0,1-2-14 15,0 0-13-15,3-4-9 0,0-2-26 0,2-2-20 0,-2-2-42 0,2-2-50 16,-1-1-30-16,1-4-64 0,3-3-59 0,0-2-41 0,2-4-10 16,-1-3 69-16,1-4-18 0</inkml:trace>
  <inkml:trace contextRef="#ctx0" brushRef="#br0" timeOffset="10350.08">24072 15015 2461 0,'-3'1'179'0,"1"1"-69"0,0 0-66 16,3 2-17-16,2-2-6 0,3 3-14 0,3 0-12 0,4 3 5 0,5 0-3 16,1 2 6-16,3 1 0 0,2 0-6 0,0 3 1 0,2 0 6 15,2 2 1-15,3 2-5 0,1 0-15 0,4 2 10 0,2 2-4 0,0 0-2 16,3 2 3-16,-1 2-19 0,0 1-4 0,0 2 3 0,-2-2 5 15,-1 2 6-15,-3-2 2 0,-1 0 13 0,-2-1 11 0,-5-3 2 0,-1-1 8 16,-5-1 1-16,-4-4 9 0,-1 1 4 0,-4-2 8 0,-4-1-7 16,-1 0-4-16,-4 1-5 0,-1 0-13 0,-3 0 0 0,-2 0-9 0,-2 0-11 15,-1 0-13-15,-3-1-31 0,-1 0-30 0,0-1-36 0,-1-1-68 0,-1-3-118 16,2-3-188-16,-2-2-126 0,1-4-171 0</inkml:trace>
  <inkml:trace contextRef="#ctx0" brushRef="#br0" timeOffset="11018.08">25608 14427 1523 0,'-12'-6'799'0,"-1"2"-624"16,-1 0-40-16,2 2-64 0,5 2-19 0,3 1-14 0,1 2-12 15,1 1-6-15,1 3-3 0,0 2-7 0,2 4 2 0,0 4-9 0,1 5 4 16,-1 3-11-16,1 5 8 0,0 2 9 0,0 2-10 0,1 2 11 0,0 0-14 16,2-3-14-16,1-1 4 0,2-2 0 0,0-1-7 0,1-1-1 15,2-1-10-15,0-3-17 0,1-3-7 0,-1-3-13 0,1-4-17 0,0-1-10 16,-1-3-18-16,-1-2-15 0,-2-4-33 0,0-1-34 0,-1-2-30 0,-3-2-31 16,1-2-20-16,-2-3 10 0,-1-4 16 0,0-4 35 0,-3-3-133 15</inkml:trace>
  <inkml:trace contextRef="#ctx0" brushRef="#br0" timeOffset="11135.08">25472 14329 1236 0,'-12'-15'289'0,"0"-2"-115"16,-3-2-48-16,3 3-30 0,2 5 2 0,3 2-2 0,1 0-14 15,1 2-9-15,1 2-18 0,0 0-6 0,2 2-11 0,1 2-15 0,1 0-8 16,0 0-10-16,3 1-7 0,0 0-10 0,2 1-9 0,2 0-15 0,1 2-15 16,3 0-24-16,0 1-38 0,1 0-61 0,0 0-74 0,-1 1-65 15,3 0-49-15,-1-1 23 0,0 2 70 0,2 0-79 0</inkml:trace>
  <inkml:trace contextRef="#ctx0" brushRef="#br0" timeOffset="11435.08">25826 14416 1467 0,'1'2'183'0,"2"2"-73"0,2 1-53 0,0 3-21 0,2-1-9 0,2 2-15 16,0 2-6-16,1 0-2 0,1 2-3 0,-3 1 2 0,1-2 0 0,-2 0-9 16,0 0-1-16,-1 0 6 0,1 1-5 0,-1-2 2 0,1 2-13 15,-1-2-30-15,-1 0-15 0,1-1-11 0,0-2-2 0,0 0 9 0,0-2 12 16,0 1 15-16,0-2 12 0,0-2 9 0,-2 0 8 0,1-2 0 15,0 0 14-15,0-1 11 0,2 0 15 0,-1-2 9 0,1-1 3 0,1 0 7 16,-1-2-1-16,1 0 2 0,0 0 7 0,-1-2-1 0,0 1 0 0,0 0-1 16,0-1 1-16,0 1 1 0,0 0 2 0,0 0 1 0,-1 1 0 15,0 0-4-15,-1 1-3 0,1 1-3 0,-1 0-12 0,0 1 1 0,1 0-3 16,-2 2-5-16,1 0-1 0,0 2-8 0,-1 1-5 0,1-1-1 0,1 2-7 16,-1 2-2-16,1-1-7 0,1 3-2 0,1-1-1 0,0 2 0 15,0 0 4-15,0-2-9 0,0 2 7 0,1-1-2 0,-3 0-5 0,2 0 5 16,0-1-10-16,0 0-11 0,1-1-5 0,0-3-15 0,-1 2-13 0,1-2-27 15,-1-1-36-15,1-1-34 0,0-1-26 0,1-1-23 0,-1-1-29 16,1-1-34-16,0-3-10 0,1 0 15 0,2-4 49 0,0-2-112 0</inkml:trace>
  <inkml:trace contextRef="#ctx0" brushRef="#br0" timeOffset="11620.08">26696 14235 2126 0,'0'-13'300'0,"-1"1"-123"0,1-3-74 0,0-1-44 0,2 3-21 16,2-1-15-16,0 2-5 0,1 3 0 0,1 0-1 0,-2 3 2 0,0 1-2 15,0 2 13-15,-1 2 6 0,0 1 0 0,-1 1 0 0,0 1-10 16,0 1-4-16,-1 2-2 0,0 4-3 0,0 2-10 0,-1 6-9 0,1 5-3 16,-1 5 0-16,-1 6 0 0,0 3-4 0,-3 4 4 0,-1 0-13 15,-1 1-3-15,-1 3-1 0,1 0-23 0,1-2 1 0,0 0-31 0,2-2-39 16,0-2-42-16,1 0-59 0,0-3-48 0,2-1-32 0,0-1-33 0,0-2-25 16,2 0 21-16,-1-4 55 0,1-3 82 0,0-4 75 0,0-6-62 15</inkml:trace>
  <inkml:trace contextRef="#ctx0" brushRef="#br0" timeOffset="11767.08">26586 14650 1377 0,'-7'-9'306'16,"-1"-1"-91"-16,-1-3-80 0,3 0-39 0,3 2-17 0,1 0-20 0,2 2-22 15,1 1-5-15,0 3 1 0,2-1-1 0,0 1 10 0,1-1-13 0,3 0-15 16,2 1-9-16,1-1-8 0,3 0-11 0,2 0-14 0,1 0-22 0,4-1-22 16,-1 2-30-16,2-1-50 0,0 0-56 0,1 0-53 0,-2 1-49 15,1-1-8-15,-1 1 35 0,1 0 47 0,0-1 70 0,1 1-81 0</inkml:trace>
  <inkml:trace contextRef="#ctx0" brushRef="#br0" timeOffset="12350.08">27533 14254 2149 0,'-4'-6'208'0,"1"0"-93"16,-1-4-62-16,1 2-18 0,1-1 0 0,0 0-3 0,-1 2-7 0,1-1-8 16,-1 0-5-16,0 0 1 0,-1 2 7 0,0 0 11 0,-2 0 7 15,-1 1-4-15,1 0-5 0,0 1-13 0,0 0-4 0,-1 2 0 0,-1 1-7 16,-1 1 0-16,0 1-5 0,0 2 0 0,0 2 0 0,1 2-5 0,-2 3-7 15,-1 3-3-15,1 4 5 0,1 3 5 0,1 4-2 0,0 2 4 16,1 2-2-16,0 1-2 0,2 4 6 0,2 0 2 0,2 1-2 0,3-1-1 16,3-1-13-16,2-3 5 0,2 0 15 0,1-3 0 0,3 0 12 0,2-2-6 15,1-2-14-15,-1-2 1 0,3 0 6 0,0-4-1 0,1-1 4 16,0-3 3-16,0-1 1 0,-1-2 3 0,-2-2-2 0,2-1 4 0,-2-2 1 16,0-1 2-16,-2-3 3 0,1-1-8 0,-1-2 5 0,0-1-7 0,-2-2-7 15,1-1 3-15,-2-2-3 0,0-1-5 0,-2-1 4 0,-2-1-1 16,-3-2 2-16,-1-1 4 0,-2-1-9 0,-2-1-2 0,-3 1-1 0,0-1 1 15,-3-1 0-15,-3 2-18 0,0 1-6 0,-4 1 6 0,-1 1-4 0,0 2 2 16,-3 0-7-16,-1 3-15 0,2 0 11 0,-3 1 8 0,0 3 4 16,2 2-5-16,-1 2-22 0,-1 2-18 0,1 1-26 0,-1 1-34 0,1 2-61 15,2 1-66-15,2 0-61 0,0 1-63 0,3 0 23 0,2-1 36 16,3 0 84-16,2 0-83 0</inkml:trace>
  <inkml:trace contextRef="#ctx0" brushRef="#br0" timeOffset="12636.09">27836 14345 2243 0,'3'-1'326'0,"3"0"-199"0,3-1-91 0,1 2-30 0,1 1 1 15,0 0-2-15,1 2 3 0,-1 1-6 0,2 1-1 0,-2 3 6 16,-3 0 0-16,0 1-3 0,-2 4 6 0,-1 2-5 0,-1 2-6 0,0 0-6 16,0 3-8-16,-1-1 2 0,-1 1 0 0,0-1-12 0,1-1 4 0,0-1 12 15,0-3-4-15,0 1 3 0,2-1 5 0,-1-2-11 0,2-1 3 16,-1-2 7-16,1-1-4 0,0-2 1 0,1-2 5 0,0-2 8 0,1-1 7 15,1-2 3-15,0-1 9 0,1-2 1 0,1-2 10 0,2-1 2 0,1-1 2 16,-1-2 6-16,1 0 2 0,-1-1 1 0,1 0-5 0,1-1 11 16,1 1 2-16,-2 0-9 0,0 0 11 0,0-1-12 0,-1 2-8 15,0-1-5-15,-2 4-10 0,0-1-11 0,-1 1-1 0,-1 2-1 0,-2 2-9 16,-1 1-10-16,-1 1-12 0,-1 2-7 0,-2 1-12 0,0 2-19 0,-1 1-15 16,-1 1-31-16,-2 2-31 0,-1 1-31 0,0 4-64 0,-3 1-120 0,-3 2-112 15,-2 2-68-15,-4 4 70 0,-3 5-62 0</inkml:trace>
  <inkml:trace contextRef="#ctx0" brushRef="#br0" timeOffset="14367.12">25665 16011 704 0,'-2'-3'603'0,"0"-2"-360"15,0-2-89-15,1-1-50 0,2-2-16 0,1-1-16 0,1-2-22 16,2-3-25-16,1-3-5 0,1-1-6 0,1-2-5 0,1-3 0 0,0 0-1 15,0-4 2-15,0-1 9 0,-2-4-2 0,0 0 2 0,0-1-1 0,-1-1 4 16,0-1-2-16,-1-1-2 0,-3 0 7 0,2 0-4 0,-1 3 0 16,-1 4-3-16,-1 1 2 0,0 4 6 0,-1 4-2 0,0 2 5 0,-1 3-1 15,-1 5 2-15,1 3 12 0,-3 1 5 0,1 3-2 0,-1 2 6 0,-2 1-10 16,0 2-12-16,0 2-11 0,-1 2-23 0,0 4 2 0,-1 5-17 16,1 5 3-16,-2 9-1 0,2 5 1 0,-2 8 8 0,0 8 1 0,1 5 0 15,0 6 0-15,2 5 4 0,1 4-2 0,1 2 0 0,2 5 6 16,1 0-4-16,1 4 0 0,2 2-9 0,1-2-13 0,0-1 2 0,3-1 2 15,0-3 7-15,2-3-4 0,2-4 2 0,1-6 14 0,0-5 3 0,2-9 9 16,1-5 6-16,2-6-4 0,0-6 8 0,1-4 2 0,0-8 11 16,1-3 6-16,0-5 4 0,0-4 5 0,0-4-5 0,-1-4 8 0,0-4-4 15,1-3-9-15,-1-4-11 0,0-4-13 0,0-4 4 0,0-5 0 0,-2-2-2 16,-1-3-1-16,-3 0-5 0,-1-1-4 0,-3-1-3 0,-4-2-8 16,-1 1-6-16,-4-1-18 0,-4 0 9 0,-2 1-2 0,-3-1-13 0,-3 2 11 15,0-1-8-15,-2 4-7 0,-2 1 12 0,1 4 2 0,0 1-2 16,-2 2 1-16,0 4-12 0,-1 1 9 0,-1 2-1 0,0 2 6 0,1 3 6 15,-1 2 0-15,0 3-1 0,3 3 3 0,1 1-11 0,2 2-8 0,2 0-5 16,4 1-10-16,1 0-14 0,2 1-14 0,3 0-26 0,1-1-6 16,2 0-9-16,3-1-1 0,0-1 11 0,3-2 3 0,2 0 23 0,0-1 7 15,4-2 12-15,2-2 6 0,2-2-13 0,2-3 1 0,0-1-16 0,3-3-2 16,1-3 13-16,4-2 14 0,1-2 20 0,-1-2 21 0,0 0 21 16,-1-2 29-16,1-1 36 0,0 2 32 0,-2 0 37 0,-1 2 23 0,-2-1 12 15,-2 0 2-15,-2-1-9 0,-1-1-14 0,-2 2-7 0,0-2-12 16,0 3-20-16,-1-1-18 0,-2 0-22 0,0 3-22 0,-1-1-5 0,0 4-11 15,-1 1-4-15,-1 2-2 0,-1 3-6 0,-1 4 1 0,-1 5 6 0,0 0 4 16,0 4-6-16,-2 0 2 0,-1 3-3 0,0 1-5 0,0 3-3 16,0 5-15-16,1 5-12 0,-1 6-2 0,1 4 4 0,-1 5 3 0,-1 5 2 15,0 4-6-15,0 4 5 0,0 2-9 0,1 0 12 0,0 2 3 0,1 0-5 16,-1 2 13-16,1-2-18 0,0 0 12 0,1 0-4 0,0-1-10 16,2-1-6-16,0-4-19 0,0-3 10 0,1-4-3 0,1-3 2 0,1-3 9 15,1-5-4-15,1-4 8 0,1-4 29 0,1-6 3 0,0-2 4 16,0-2 15-16,-1-3-6 0,1-3 13 0,0-3 5 0,1-2-7 0,0-2-14 15,1-1-2-15,-1-2-5 0,1-3 1 0,-1-2 1 0,0-4 4 0,1-1-3 16,0-3 1-16,-1-2 15 0,-2 0-12 0,3-2-2 0,-1 0-8 16,0 0-8-16,-2 1 1 0,0 0-6 0,0 0-6 0,0 3-3 0,-1 1 0 15,-1 2-2-15,-2 4 3 0,1 4-8 0,-1 2-3 0,0 2 5 0,0 2 0 16,-1 1 3-16,0 3-13 0,-1 0-9 0,0 3-8 0,1 3-8 16,1 2-1-16,0 2 2 0,1 1 10 0,0 2 6 0,1 1 11 15,-1 2 6-15,2 0 3 0,-1-1 0 0,1-1 4 0,0-1-4 0,0-1 13 16,0-2 2-16,1 0-6 0,0-1 12 0,-1-1 0 0,0-1 9 0,0-2 14 15,0-1-12-15,0-1 6 0,0-1-2 0,-1-1-2 0,0-1 4 0,-2-1-12 16,1-2-8-16,1 0-2 0,0-2-3 0,0-1 4 0,0-1-7 16,0-2-7-16,-1-1 1 0,1-1-8 0,-1-3 6 0,0-1 1 0,-2-1-4 15,-2-1 8-15,0 1-4 0,-2 1 8 0,-1-2 0 0,-2 1-3 0,-1 0 2 16,-2-1-7-16,-1 0 3 0,-2-1 6 0,-2 2-6 0,-1-1-5 16,-3 0-8-16,0 2-4 0,-1 1 4 0,-1 1-7 0,-2 2-6 0,-1 2-7 15,0 3-3-15,-2 1-8 0,-1 2-2 0,2 1-13 0,-1 2-6 16,0 2-5-16,1 2-3 0,0 3-3 0,1-1-30 0,2 4-39 0,3 1-30 15,-1 2-3-15,3 3 0 0,1 0-13 0,2 2-17 0,1 2-1 0,2 1 20 16,2-1 38-16,3 1 38 0,2-1 34 0,1-3 23 0,4 1 15 16,0-3-3-16,3-2-7 0,1-1 16 0,0-2 20 0,2-1 16 0,1-1 16 15,2-1 19-15,-1-1 25 0,1-2 21 0,0 2 23 0,-1 0 24 0,0 0 10 16,0-1 3-16,2-2 2 0,-1 0-8 0,0-2-9 0,1 1-9 16,0 0-20-16,1 0-17 0,0-1-20 0,-1 0-8 0,-2 0-5 0,1 0-12 15,0-1-9-15,0-1-15 0,0 2-6 0,2-2-2 0,-1 0 3 16,-1 1-6-16,1-1-7 0,-1-1 1 0,0 0-2 0,-2 1 1 0,1 1 1 15,0 0-9-15,-1 0 3 0,-1 1-6 0,2-1-1 0,-1 0 2 0,1 0-6 16,-2-1 12-16,0 0 3 0,-1 1 12 0,1-1 12 0,-2 1 4 16,1-1 9-16,0 0 4 0,-1-1 6 0,-1 0 9 0,0 0 5 0,-1-1-4 15,0-1-5-15,1 0-2 0,0-1-2 0,-1 0 9 0,0-2-3 0,0-1 4 16,0 0 0-16,0-1 1 0,-2 1-1 0,0 0-3 0,-2-1 1 16,0-1-1-16,-2 0 1 0,-1-1 8 0,-1-2 0 0,-1 1-1 0,-1-1-3 15,-1-1-8-15,-2 1-6 0,-1 1-10 0,0-1-6 0,-3-1-10 16,0 0 1-16,-2 2-6 0,1 1-3 0,-1 1-6 0,-1 0-8 0,0 0 8 15,-1 1-6-15,-1 2 0 0,-1 0-14 0,-1 1-4 0,1 0-4 0,-3 2-4 16,0 0 7-16,0 3-5 0,2 0 6 0,-2 3 3 0,1 1-1 16,1 1-3-16,1 1-8 0,0 0-14 0,0 2-16 0,2 2-14 0,0 1 3 15,2 0 1-15,1 3 8 0,0-1-8 0,1 1-22 0,3 1-31 0,0 0-60 16,3 2-77-16,0 0-22 0,3-1 15 0,1-1 56 0,3-2 85 16,1 1-101-16</inkml:trace>
  <inkml:trace contextRef="#ctx0" brushRef="#br0" timeOffset="14935.12">27973 15235 1663 0,'-4'1'548'0,"0"3"-404"16,-1 0-81-16,0 2-66 0,2 0-9 0,0 2-1 0,3 1 1 0,-1 2-2 15,0 2 1-15,2 3-8 0,-2 3-5 0,2 5 5 0,0 2-4 0,0 7 4 16,1 4-3-16,0 4-8 0,1 5-7 0,1 2-10 0,0 3-18 16,2 3-18-16,0 2-30 0,1 4-33 0,0 1-56 0,-1-1-56 0,2 0-18 15,-1-3 28-15,2-3 63 0,-1-4 65 0,2-5 50 0,2-8 28 0,0-6 22 16,2-7 11-16,-1-3 1 0,2 0-166 0</inkml:trace>
  <inkml:trace contextRef="#ctx0" brushRef="#br0" timeOffset="15088.12">27771 15844 2310 0,'0'-1'384'15,"1"1"-261"-15,1 0-96 0,2-1-50 0,3-1-20 0,3 0 2 0,4 0-5 16,2-1-1-16,2 1 9 0,2-1 1 0,1 0 14 0,1 1 4 0,1 0-11 16,0 0-27-16,0-1-41 0,1-1-55 0,0-1-68 0,1 0-74 15,2-2-56-15,0-2-20 0,4-1 24 0,2-5-123 0</inkml:trace>
  <inkml:trace contextRef="#ctx0" brushRef="#br0" timeOffset="15902.12">28460 14252 2974 0,'-3'-7'141'15,"0"1"-35"-15,-2-1-58 0,1 3-41 0,0 1-18 0,0 1-3 0,1 2-14 16,-1 2-11-16,-2 4-3 0,-3 2-4 0,-3 4-2 0,-3 3 13 0,-3 6 1 16,-4 4 2-16,-3 4 1 0,-4 6-14 0,-2 4-18 0,-4 3-16 15,0 4-28-15,-4 2 4 0,1 2-12 0,-1-1-18 0,-1 1 4 0,0-3-8 16,0-1 11-16,-1-4 20 0,1-4 18 0,2-4 9 0,0-7-10 0,2-5-35 16,-1-4-55-16,-1-4-41 0,1-5-10 0,-2-3 22 0,3-4 42 15,1-5 50-15,1-5-105 0</inkml:trace>
  <inkml:trace contextRef="#ctx0" brushRef="#br0" timeOffset="16009.12">27253 14630 455 0,'-1'-25'294'0,"0"-2"-74"16,0-10-8-16,3 0-22 0,3 3-6 0,1-4-31 0,2 0-33 16,4 3-34-16,2 2-23 0,6 4-5 0,2 3 2 0,2 5 7 0,4 3 10 15,-1 3 8-15,5 5 3 0,-1 3 0 0,3 4-9 0,1 3-20 0,2 5-16 16,2 7-18-16,3 4-9 0,4 6-13 0,2 5-6 0,3 3-5 16,2 5-7-16,2 3 6 0,3 5-4 0,3 1-12 0,3 3 11 0,4 1-20 15,4 2-75-15,2 0-142 0,0 0-237 0,3 3-166 0,2 4-155 0</inkml:trace>
  <inkml:trace contextRef="#ctx0" brushRef="#br0" timeOffset="17067.12">25852 13818 2304 0,'-26'-27'-18'0,"-3"1"63"0,-6-6-42 0,4 6-1 0,5 2-11 16,2 0-5-16,2 1-1 0,4 0-1 0,2 0 1 15,4 3 6-15,3-1 3 0,4 2 7 0,4 2-2 0,3-1-2 0,5-2 1 0,6 0-1 16,7-4 3-16,7-2 0 0,11 0 8 0,11-2-13 0,10 0 4 15,12-2-2-15,11 2-6 0,10 0 15 0,10 3-13 0,8 1-5 0,6 3-22 16,9 6-34-16,4 4-36 0,4 7-39 0,4 8-26 0,0 6-14 0,1 6 3 16,0 5 19-16,-2 5 35 0,-1 4 43 0,-3 5 33 0,-1 2 36 15,-2 2 16-15,-2 4 11 0,0 3 19 0,-2 1 6 0,-1 5 17 0,-1 1 10 16,-1 4 3-16,-3 4 2 0,-4 3-12 0,-4 4-19 0,-5 7-16 16,-3 5-23-16,-5 8-16 0,-6 7-4 0,-6 6-15 0,-8 5-5 0,-8 4-4 15,-7 3-9-15,-9 5-27 0,-7 4-25 0,-7 6-26 0,-7 6-17 16,-7 8 19-16,-7 7 4 0,-8 4 33 0,-8 4 37 0,-8-3 19 0,-6-3 31 15,-6-9 9-15,-2-8 6 0,-3-7 12 0,-2-9 32 0,-4-6 21 0,-4-7 21 16,-4-4 19-16,16-54-3 0,-5 11 20 0,-3-3 36 0,-6 9 32 0,-4-3-7 16,-7 10-8-16,-4-4-39 0,-10 9-47 0,-4-4-6 0,-6-5-13 15,33-34-29-15,-7 2-18 0,-3 0-4 0,-7 2-30 0,-5-2 12 0,-8 2-3 16,-5-3-4-16,-9 3 16 0,-5-4-3 0,-9 3 8 0,-7-5-5 0,-10 2 6 16,-5-4 2-16,-11 1-5 0,-4-5 12 0,-10 1-10 0,-3-6 6 15,-5-3 8-15,-1-5-19 0,-4-5-17 0,-1-4-8 0,-2-6-4 0,-1-5-5 16,1-5-1-16,-1-5-5 0,-7-12-29 0,-133-32-27 0,26-14-4 15,25-9-12-15,26-12 5 0,23-6 7 0,29-4-6 0,13-16-10 0,-44-71-35 16,43 16-74-16,43 19-59 0,52 37-33 0,11-2-10 0,12-3-21 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2-15T10:27:42.35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5303 8707 87 0,'-14'-2'30'0,"2"0"-16"0,-1 1 5 0,3 0 3 0,3 1 0 0,2 0-6 16,1 0-6-16,2 0-3 0,1 1-4 0,-1 1 0 0,1 0-1 0,1 1-2 15,0 0 1-15,1 1 1 0,1 0-1 0,1 0 1 0,1 1-2 16,1-1 1-16,2 0 1 0,1 1 3 0,1-2 1 0,1 0 0 0,2 0 1 16,2-1 3-16,0 1 6 0,1 0 5 0,-1-1 8 15,2 0 6-15,0 1 3 0,0 0 3 0,2 1 2 0,3-1-2 0,0 0-2 0,3 0 3 16,4-2-1-16,-1 0-1 0,5-1-3 0,2 0 0 0,2-1 0 0,2 0 1 16,3 0 6-16,2-1-2 0,1-1-3 0,4 1-2 0,-1-1-3 15,4-1 1-15,2 1 1 0,-1-1 0 0,3-1-3 0,1-1-3 0,0 0-2 16,2 1-5-16,-1-1-2 0,1 0 3 0,0 1-6 0,-1-1 2 0,0 0-2 15,-1 1-2-15,-1 1 0 0,-1-1-2 0,-2 0-3 0,0 0-1 16,-2 0 2-16,-1-1-3 0,-1 1 5 0,0 0-1 0,-2 0 1 0,-1-1 3 16,-2 1 2-16,0-1-5 0,-4 0 6 0,-1 0 0 0,-2-2 2 0,-1 0 9 15,1-2 2-15,-1-1 2 0,0-2-4 0,1 1-1 0,-2-3-4 16,1-2 0-16,-1-1 0 0,-1 0-1 0,-1-2-4 0,0 1-2 0,-2 1-4 16,1-1-2-16,-1-1-1 0,-1 1-2 0,-1-2-2 0,-1-1 2 15,-3 1-2-15,0-1-3 0,-1 1 2 0,-2-1-5 0,0 0 10 0,0 0 2 16,-1-2-2-16,-1 1 1 0,-2-1-6 0,-1 0 0 0,-2-1-2 0,-2 1-4 15,0 0 3-15,-3 2-1 0,-2 0 3 0,-1-1 4 0,-3 2-6 16,-1-2 5-16,-2-1-5 0,-1 1 0 0,-2-2 2 0,-1 1-3 0,-3 0 0 16,-1 2 7-16,-4 1-1 0,-3-1-5 0,-1 0 2 0,-5 1-5 0,-3 0-5 15,-1 1-3-15,-4 1-3 0,-1-1-3 0,-3 2 0 0,-2 1 10 16,-4-1 1-16,-2 1-2 0,-3 1 1 0,-2-1-1 0,-3 0 1 0,2 0 0 16,-2 1 0-16,1-1 8 0,1-1-4 0,-1 0 6 0,2 2-1 15,0-1-3-15,2 0 2 0,-1 1-5 0,2-1 2 0,-1 0-8 0,-3 3-4 16,0 2 2-16,-3 2-5 0,-1 1 7 0,-2 2 3 0,0 2 0 0,-1 1 6 15,2 1-3-15,1 2 0 0,0 1-1 0,-1 3 1 0,0 0 3 16,-1 1-5-16,1 2 2 0,2 1-4 0,0 1 0 0,0 1 6 0,0 1 1 16,1 2-1-16,-2 0 1 0,2 3-3 0,-1 1-5 0,2 2 4 0,-2 2-5 15,-1 1 0-15,2 3 8 0,0 1-6 0,1-1 4 0,2 3-3 16,0-2-4-16,3 1 2 0,2 0 1 0,1-1 7 0,4 0 0 0,2 0 0 16,3 0-5-16,3-1-5 0,3 0 6 0,0 1-2 0,3 0 0 15,-1 1 2-15,0 2-3 0,1 1 2 0,-1 1 2 0,1-3 0 0,3 1-1 16,0 0-1-16,1-1-3 0,1 0 1 0,0 0 1 0,0-2-1 0,2 1 1 15,2-1-1-15,1-1-3 0,1-1-3 0,2-2 3 0,0 1 1 16,2 0 6-16,1-2 9 0,-1 0-1 0,2 0 0 0,0-2-1 0,0-1-8 16,2 0 0-16,0-1-1 0,1-1 2 0,-1-1 0 0,1-1 0 0,1 0 2 15,-1-1-5-15,1-2 0 0,0 1 2 0,1-1-4 0,0 0 3 16,1-1-3-16,0-1-1 0,0-1-6 0,2 1 0 0,0-1-6 0,1 0-7 16,0 0-13-16,1-2-16 0,1 1-31 0,0-1-36 0,2-1-22 15,-1 1-13-15,4-1 1 0,0-1 2 0,3-1 11 0,1 0 6 0,1 0 7 16,4-1 24-16,0 2-46 0,2-1 64 0,3 1 35 0,1 2 14 0,5 0 51 15,0 3-33-15,2 0-11 0,0 2-10 0,-1 1-17 0</inkml:trace>
  <inkml:trace contextRef="#ctx0" brushRef="#br0" timeOffset="915.04">6198 9418 203 0,'2'-1'10'0,"3"1"0"0,1 0 3 0,2 2 5 15,1 0 2-15,1 1 2 0,1 0 1 0,-1 1-4 0,3-1 1 0,2 0-3 16,-1 2-2-16,2-1-1 0,2 1-1 0,2 0-1 0,0 0 0 0,2 1 2 15,0-1 1-15,1 0 5 0,2 1-1 0,3 0 1 0,2-1 2 0,1 2-3 16,1-1 5-16,-3 1-3 0,3 0 3 0,-1 3 1 0,2-1 1 16,1 0 7-16,4 0-1 0,0 0-2 0,0 0 1 0,2-1-6 0,-2 0-2 15,2 0 2-15,-2-1-4 0,1 1 5 0,3-3 0 0,0 1-1 16,3-1 4-16,2-2 0 0,3-2-2 0,0 1 4 0,2-2 0 0,2 1-10 16,0 0 4-16,2-1-3 0,1 2-1 0,1-1 4 0,3 1-5 0,0-1-2 15,2 0 0-15,2-1-1 0,0-1-4 0,2 0-3 0,1-1-4 16,2 0-1-16,0-1 1 0,0 1 1 0,1-1 0 0,0 0-4 0,-1 0-2 15,0 1 0-15,-5 1-1 0,-1 1 2 0,-2 0 1 0,-3 1-2 16,-3 1-2-16,0 0 2 0,-1 0-3 0,-2 0 4 0,1-2 3 0,-4-2-2 16,0 0 3-16,-2-2 0 0,-3 0-1 0,-2 1 3 0,-2-2-1 0,-2-1-1 15,-1 1 1-15,-2-1-2 0,-2-1 2 0,-1 1 0 0,-3-2-2 16,2-1-5-16,-3 0-1 0,1 1-3 0,-3-2 5 0,-2-2 7 0,0-1 1 16,-1 1 7-16,1-1-1 0,-2-1 4 0,1-3-1 0,-1-1-3 0,-1-2 1 15,0-1 0-15,-1-2-3 0,-2 0-1 0,0-3 1 0,-3 1-1 16,-1 0 1-16,-2-1 0 0,-2 1-3 0,-2-3-4 0,-4 0 1 0,-2-1-7 15,-3 2 0-15,-5-1 0 0,-3 2-4 0,-5-1 3 0,-4 0 3 16,-2-1 2-16,-6 1-6 0,-4 1-5 0,-4 0 5 0,-5 2-5 0,-3-1 7 16,-3 0 7-16,-3 1-9 0,-3 0 4 0,-3 2 0 0,1-1-1 0,-3 0-2 15,2 2 1-15,0-1 3 0,0 1-1 0,3 1 2 0,-1-1 0 16,1 0-4-16,4 1-1 0,0-1 2 0,1 2-4 0,-1 1 3 0,1 2 0 16,0 1-3-16,0 3 0 0,-3 2 0 0,1 0-2 0,-3 1 5 0,1 2-1 15,-2 1-4-15,-2 1 2 0,-1 2-4 0,-2 1 2 0,-3 3 2 16,-3 2-5-16,-2 0 3 0,-2 3 2 0,-2 1 0 0,-3 1 2 0,-3 2 3 15,-1 0 2-15,-2 1-3 0,-1 1 2 0,2 1-1 0,-2 1-2 0,3 0 2 16,-1 1 3-16,0 0 0 0,0 1 1 0,1-1-1 0,-2 3-3 16,0 1-1-16,-1 0 2 0,3 0-3 0,2 1 3 0,4-1 1 0,2 0-3 15,2 1 2-15,4 0-3 0,-1 0 0 0,3 1-1 0,2 0-1 0,-1-1-4 16,6 1-2-16,1 0 6 0,2-4 4 0,5 2 7 0,1-2 7 16,2-3-2-16,0 1-5 0,4 0 0 0,-1 1-10 0,2-1-1 0,1 0 0 15,-1 0 1-15,2 0 1 0,-1-1 2 0,6-1-1 0,3 1-2 16,7-3 0-16,0-1-2 0,4 0 1 0,3-2-1 0,0 2-2 0,4 1 0 15,0 1-3-15,3 0-4 0,1 0-4 0,2-2-16 0,2 1-50 0,1 0-63 16,2 0-46-16,2-1-26 0,3-1 21 0,2 1 47 0,6 0 48 16,3-1 33-16,4-1 10 0,3-1-2 0,4 0-82 0,5-1-49 0</inkml:trace>
  <inkml:trace contextRef="#ctx0" brushRef="#br0" timeOffset="1848.12">5893 10801 383 0,'13'-2'5'15,"7"2"8"-15,5-1 8 0,3 1 4 0,0 1-4 0,2 0-1 16,3 1-5-16,3 0-1 0,2 0 0 0,2 1-5 0,1 1-2 0,2 0-4 15,3 0-3-15,1 0 1 0,2-1 0 0,2-1 3 0,1 0 1 0,2-1-2 16,0-1 0-16,2-2-4 0,-1-1 5 0,2-2-1 0,0 0 1 0,0-1-2 16,-2-1 0-16,-1 2 8 0,-1-1 11 0,-1-1 15 0,-2 0 10 15,-2 1 11-15,-2-1 3 0,-1 1 6 0,-2 1 4 0,0 0 3 0,-3 1 3 16,0 1-3-16,1 2-1 0,-1 0-3 0,0 1-4 0,0 1-2 0,1 0-12 16,2 2-6-16,1 0-6 0,0 0-12 0,0 2-2 0,1 0-2 15,1 0-3-15,0 2 6 0,4-3-6 0,0 0 4 0,3-2-5 0,0-1 4 16,0-2 2-16,1 1 3 0,1-3 1 0,-1 1 1 0,2-2 0 15,1-2-2-15,1 0-3 0,2-1-3 0,2 1-4 0,-2 0-8 0,0 2 7 16,-2 0-7-16,-2 1 3 0,2 3 1 0,-2-2-14 0,-1 3 8 0,-1 0-9 16,0 0 5-16,0 1-1 0,0 0-4 0,-1 1 4 0,0 0-5 15,0 1 4-15,0 1 0 0,4 0 0 0,-2 0-1 0,2 1 4 0,0 0-5 16,0-3 0-16,2-1 2 0,1 0-4 0,1-1 4 0,1-3 1 0,-1 0-4 16,2-2 9-16,1-3-3 0,0-2 1 0,1 0 8 0,-1-1-2 15,0-2 5-15,-1 1-10 0,-2-1-1 0,-1-1 1 0,-2 0 2 0,-4 1 13 16,0 1-5-16,-3 0 0 0,-2 1 3 0,0-1-1 0,-3 0 1 15,-1 1-7-15,0 0 2 0,0 0-7 0,-2 0-1 0,-2 0-2 0,-3 0-7 16,-1 1 7-16,-3 0 1 0,-2 1 3 0,-2-2-3 0,-2 0 0 16,-3-1-4-16,-2 1 3 0,0 0 4 0,-3 1 0 0,-2-1 0 0,-2-1 0 15,-4-2 1-15,-2-1 1 0,-2-1 3 0,-2-2-4 0,0 1-3 0,-2-3-3 16,-3 1 1-16,-4-1-3 0,-4-2-6 0,-2 0-3 0,-6-3-6 0,-7-1-5 16,-4-2-16-16,-9 0-5 0,-4 1 1 0,-7-2-1 0,-7 0 12 15,-6-2 8-15,-6 0 4 0,-4-1 9 0,-3 0 7 0,-1-1 4 0,-1 1 2 16,1 0-2-16,0 0 2 0,0-1-1 0,1 2-1 0,-1 0 4 15,-1 2-6-15,0 2 0 0,-2 3-5 0,-1 1-2 0,-2 1-1 0,0 1 5 16,-2 2 0-16,0 1 3 0,0 0-9 0,-1 3-6 0,-1-1-1 0,0 0 0 16,-2 2 7-16,-2 3 4 0,-1 1 4 0,-4 1-4 0,-2 2-2 15,-3 2-4-15,-2 2 1 0,0 2-2 0,-4 3 2 0,1 1 0 0,0 1-10 16,-1 0 7-16,2 1 3 0,5 0 1 0,-1 0 13 0,4 2-2 0,1 1 1 16,4 0-3-16,-2 1 5 0,3 2 4 0,-1 0-2 0,2 3 8 15,2 1-12-15,0 2-3 0,5-2 1 0,1 3-2 0,2 0-2 0,2-1 0 16,0 2-2-16,3 0 4 0,1 1 4 0,1 1-2 0,3 1 2 15,3-2-5-15,2 1-2 0,2-2 4 0,2-1-6 0,2 2 3 0,2-2 0 16,4 1-5-16,3 1 5 0,4 0-1 0,3-1 2 0,3-1 4 0,4 0-5 16,2-1 3-16,4 0-6 0,1 0-6 0,4-1 2 0,4-2-5 15,0 2 3-15,4 0 2 0,1-1 10 0,5-1-6 0,0 0 0 0,2-2-2 16,2 1-21-16,1-3-20 0,3 2-34 0,0-1-39 0,1-2-43 16,2 0-22-16,1 0-12 0,3-3-12 0,1 0 17 0,2 0 14 0,3-2 17 15,3 0 27-15,1 0 19 0,4-1-187 0</inkml:trace>
  <inkml:trace contextRef="#ctx0" brushRef="#br0" timeOffset="2534.12">6115 11704 585 0,'3'-17'-2'0,"2"-1"13"0,3-5 4 0,6 5 5 15,2 1-5-15,3-1-6 0,1 2-3 0,3-1-1 0,3 1 2 0,1-1 0 16,4-1-3-16,2 2-1 0,3-1-5 0,3 0-1 0,3 1-1 0,2-1-2 16,2 1 2-16,3 0 5 0,0 1 0 0,1-1 1 0,3 0 4 15,1-2-6-15,2 1 0 0,1-1 3 0,-1 0-6 0,1 1 4 0,0 0-2 16,0 1 2-16,1-1 3 0,0 1 5 0,1-3 4 0,2 1 2 16,2 0 10-16,1-1 6 0,1-1 7 0,1-1 7 0,3-1 2 0,0-1 2 15,0 3-1-15,2 0 7 0,0 2 3 0,-1 1-1 0,1 0-1 0,-1 1-5 16,-3 0 1-16,2 2 8 0,0 0 1 0,1 1-3 0,0 1-4 15,-1 3-16-15,-1 1-3 0,-2 4 1 0,-1-1-4 0,-2 2 0 0,1 2-1 16,-1 0-6-16,-1 1 0 0,-1 2-4 0,-1 0 1 0,-1 2-3 0,-1 0-2 16,-1 1 1-16,-3 2-4 0,-2 1 1 0,-2 1-1 0,-2 1-2 15,0 2-4-15,-2-1-2 0,-2 3-5 0,-3 1-3 0,-1 2 3 0,-3-1 0 16,-2 4-3-16,-1 1 2 0,-4 2-5 0,-1 4-3 0,-3 0 5 0,-3 0-5 16,-2 0 4-16,-3-1 4 0,-1 1 0 0,-2-1 5 0,-2 1-3 15,-3-1-1-15,-2 0 3 0,-1 0-1 0,-1-2 1 0,-2 0 0 0,-2-2 2 16,-3 1 9-16,-2 0 9 0,-2-3 3 0,0 1 1 0,-2-2-6 15,-2 0-5-15,-5 1-1 0,-4 0-2 0,-4 1 1 0,-6 0 1 0,-4-1-4 16,-5 0 1-16,-3 2-4 0,-4 0-4 0,-3-3 1 0,-3 0 0 0,-5-4-7 16,-5 1 4-16,-3-2 0 0,-4 1-3 0,-2-1 6 0,-3-2-9 15,-1 0 1-15,-3-1 1 0,-1-1-1 0,-1-1 5 0,0-1 0 0,-2-1-1 16,1 0 0-16,0-1 1 0,-2-2 0 0,0 1 3 0,0-2-6 0,1 0 6 16,2-1 2-16,4-1-2 0,3-2 6 0,3 1 0 0,3-1 4 15,3-1 4-15,5-1 1 0,5 0 3 0,4-1-4 0,4 1 0 0,3-1-3 16,2 0-9-16,4 0-1 0,3 1-8 0,3 0-1 0,2 0 1 15,3 2-2-15,1-1 4 0,3 1-5 0,3 0-4 0,1-1-4 0,3 2-13 16,1-1-9-16,5 1-42 0,0 0-77 0,4 0-90 0,0 0-80 0,2 1-21 16,3 0 27-16,1 1 48 0,3 2 62 0,1-2-130 0</inkml:trace>
  <inkml:trace contextRef="#ctx0" brushRef="#br0" timeOffset="3150.12">7665 12280 933 0,'-19'-1'-3'0,"-1"1"40"15,-2 1 5-15,8 1 10 0,4 1-1 0,4-1-18 0,2 0-16 0,0 2-11 16,2-1-3-16,2 1 2 0,0 0 0 0,3 0 0 0,1 2 2 15,3-1 1-15,3 0 2 0,1 0-2 0,6-3 2 0,1 0 3 0,3-2 2 16,4-1-1-16,5-1 0 0,4-3-2 0,3-1 0 0,5-1 1 0,2-1 3 16,3 0-5-16,5-1-2 0,2 0 3 0,3 0-4 0,0 1-1 15,3 0 0-15,0 1-2 0,3 2-2 0,0-1 4 0,1 1 1 0,1 1-2 16,-1 0 1-16,1 2-2 0,0 1 5 0,0-1 4 0,-1 3 6 0,0 0 6 16,2 0 4-16,-2 2 7 0,1 1 5 0,0 1 3 0,-1 1 2 15,-1 0-7-15,1 2 2 0,-1 1-4 0,-1 1-8 0,-1 0 0 0,2 2-10 16,-1 0 0-16,-1 3-1 0,0 0-3 0,-2 1 0 0,-1-1-8 15,1 2 2-15,-3 2-5 0,0 0 5 0,-2 1 8 0,-2 2-2 0,1 1 5 16,-3 0-1-16,1 3 0 0,-3 0 5 0,-2 2-8 0,-1-1-1 0,-1 3 9 16,-2-1-9-16,-2 2 0 0,0 1 2 0,-3 1-15 0,-2-2 2 15,0 1-2-15,-2-2 0 0,-2 1 2 0,-3-1-5 0,-1 0 4 0,0-2-7 16,-4 1 3-16,0-4 6 0,-4 0-3 0,-1-1 2 0,-3-2-2 0,-3 0 0 16,-3-1 1-16,-4-2 1 0,-1-1 7 0,-4 0-2 0,-3-1-1 15,-2-1 3-15,-6-1-4 0,-4 0-1 0,-6-3 5 0,-4 2 5 0,-7-1 1 16,-5-1-1-16,-5 0-3 0,-5-2-6 0,-6 0-2 0,-5-2 8 15,-5 0 3-15,-6-1-2 0,-4-1-5 0,-4-1-9 0,-5 0-2 0,-3-1-2 16,-3-1 6-16,-2-2 11 0,-2 0-5 0,-3-1 4 0,-1-2-5 0,0 1-12 16,-4 0 4-16,0-1 0 0,-1 2 5 0,-3-1 6 0,2 1-1 15,0 0-9-15,-1 1-2 0,0 0-7 0,1 0 1 0,-2 2-2 0,0 0 3 16,0 2 1-16,1-1 3 0,1 2 7 0,1-1-3 0,0-1 2 0,3 0-4 16,0-2 0-16,2-1-1 0,3-1-2 0,-1-1 7 0,5-1-2 15,1-1 4-15,3-1-4 0,1-3-4 0,3 1 9 0,3-2-7 0,3 0 0 16,4-1-5-16,3-2-1 0,3 0 2 0,5-1 4 0,6 0-15 0,6-2-10 15,3-2-17-15,4-2-30 0,4 1-13 0,5-3-35 0,8-1-28 16,3-1-24-16,5-3-35 0,5 0-27 0,4-1-21 0,4-1 10 0,6-1 19 16,3-3 44-16,5-1-168 0</inkml:trace>
  <inkml:trace contextRef="#ctx0" brushRef="#br0" timeOffset="40421.32">3487 8071 595 0,'0'-2'191'0,"-2"1"-39"0,1 0 36 0,1-1 25 0,0 1 0 15,1 0-27-15,-1 0-36 0,1 0-16 0,-1 0-10 0,1 1-2 0,0-1-1 16,-1 1-8-16,2 0-7 0,-2-1-11 0,1 1-9 0,-1 0-4 15,0 0-6-15,1 1-10 0,0 0 0 0,0 2-5 0,0-1-5 0,0 2-3 16,2 1-6-16,0 0-2 0,-1 1 0 0,1 1 1 0,-1 1-2 0,0 2 0 16,1 1-3-16,0 1 0 0,1 1 1 0,1 0-8 0,-1 3-2 15,1 1-3-15,0 1-8 0,1 1-2 0,1 0-13 0,0 3-3 0,0 0-3 16,0 2 12-16,2 0 3 0,-1 3 1 0,2 1-3 0,0 1-11 0,0 2 4 16,0 0-4-16,1 2-4 0,0 5-2 0,1 3-5 0,-1 2 7 15,1 0 0-15,-2-2 0 0,1-2 0 0,-1 3-2 0,1 0-8 0,0 3 22 16,-1 1-4-16,-2 0-4 0,2 0 13 0,0-2-19 0,0 2-1 0,0-2 3 15,-1-1 4-15,-2-1-6 0,0 0 6 0,0-2-4 0,0 0-2 16,-1 1 2-16,-1-2 0 0,1-1-10 0,0-2 24 0,-1-2-2 0,1-1-4 16,-1-1 13-16,-1 1-25 0,2-3 2 0,-2 1 8 0,-1-3-4 15,1 0 0-15,-1 0 0 0,0 0-4 0,-1-1 2 0,1-2 2 0,-2-2 0 16,1-3 2-16,0 0 2 0,-1-3-2 0,0 0-4 0,0-3-2 16,0 0 2-16,0-2 2 0,0-1 4 0,0-1 0 0,1-2-4 0,0 0 6 15,1-1-12-15,0-1 6 0,0-1 0 0,0 1 0 0,2-2 6 0,1 0-4 16,2-1-4-16,0 0 4 0,1-1-4 0,-1 0 6 0,0 0 0 15,-1-1-6-15,1 1 9 0,2-1-10 0,-1-1 1 0,1 0 4 0,1 0-2 16,-1 0 5-16,1 0 1 0,0-1-6 0,1 0 2 0,0 0-2 0,0 0 0 16,0 1 4-16,1-1-4 0,1 0 2 0,0 0-6 0,0 0 4 15,1 1 0-15,0-1 4 0,3 1 0 0,-2 0-6 0,0 0-2 0,2 0-2 16,0 1 2-16,-1-1 0 0,1 2 6 0,1 0 0 0,-2 0 0 0,3 0 0 16,1-1-4-16,-1 1-2 0,1 0-1 0,0 1 7 0,1 0-1 15,0 0-1-15,2 0 4 0,1 1-4 0,0-1-4 0,0 1 3 0,1 0-1 16,-1 0 2-16,0 0 5 0,1 1-20 0,1-1 3 0,0 1 1 15,1-1-7-15,0 1 24 0,0 1-10 0,1 0-2 0,0 1 4 0,0 0 16 16,1-1-1-16,0 0 5 0,1 0-1 0,0 1-17 0,2-1 4 0,-1-1 0 16,2 0 2-16,2 0 6 0,-1 0-4 0,3 0 3 15,-2 0-3-15,0-2 8 0,2 1-2 0,0-1-3 0,2-1 1 0,0 0-20 0,1-2 10 16,1 0-10-16,0-1 5 0,-1 0 14 0,0-1-5 0,3-1 12 0,0 0-14 16,1 1 0-16,0 0 8 0,-1 0-6 0,0-1 4 0,0 1-4 15,2-1-2-15,-1 0-6 0,0 1 8 0,1-1-6 0,0 0 2 0,-2 0 0 16,-1 0 6-16,2 2 0 0,-1-1-8 0,0 0 10 0,2-1-8 0,1 1-2 15,-2 0 4-15,0-1-8 0,0 0-10 0,1 1-10 0,1-1 0 16,-2 1 6-16,0-1 12 0,1-1 16 0,-3 1 0 0,2-1-2 0,1 1 2 16,1 0-10-16,-1-1 0 0,0 0 0 0,0 0-2 0,0 0 6 15,1 1-4-15,0-1 14 0,0 0-2 0,1-1 0 0,-1 1 2 0,-1-2-12 16,0 0-4-16,0 0-4 0,3 0 6 0,-1 1-4 0,-1-1 12 16,1-1-4-16,-2 2-6 0,1-3 4 0,0 1-16 0,-1 0 8 0,1 0 8 15,0-1-6-15,-2 0 10 0,-1 0-6 0,1 1 0 0,0-2 6 0,-1 1-4 16,1 0 0-16,0-1 0 0,-2 0-4 0,0 1 4 0,1 0 0 0,0 0 0 15,-1 0 0-15,-1 0-2 0,0 0 0 0,-1-1 0 0,0 1 0 16,0-1 0-16,-1 1 0 0,0 0 0 0,2-1 0 0,0 0 0 0,-1 1 0 16,-1-1 0-16,0 1 0 0,-1 1 0 0,2-1 0 0,-1 0 0 15,1 0 0-15,-2 0 0 0,-1 1 0 0,-1 0 0 0,0 1 0 0,-2 0 0 16,1 1 0-16,-2 1 0 0,3 0 0 0,-3 1 0 0,-1 0 0 0,0 0 0 16,-3 2 0-16,0 0 0 0,-2 1 0 0,1-1 0 0,-1 2 0 15,0 0 0-15,0 1 0 0,-3 0 0 0,1 0 0 0,-3 2 0 0,1 0 0 16,0 1 0-16,-2 0 0 0,0 1 0 0,0 1 0 0,-3 0 0 0,0 1 0 15,-1 2 0-15,-1-1 0 0,0 1 0 0,0-1 0 0,0 0 0 16,1 1 0-16,-1 1 0 0,0 0 0 0,-2 0 0 0,0 0 0 0,0 1 0 16,-1 0 0-16,-1 0 0 0,0 0 0 0,0-1 0 0,-1 1 0 0,0 0 0 15,-1 1 0-15,1-2 0 0,1 0 0 0,-2 1 0 0,1-1 0 16,-2 0 0-16,1-1 0 0,0 0 0 0,0-1 0 0,0 1 0 0,-1-1 0 16,-1-1 0-16,1 0 0 0,-1-1 0 0,0-1 0 0,0-1 0 15,-1-1-20-15,0 0 10 0,-1 0 0 0,1 0 4 0,0-1 4 0,0 0 0 16,-1 0 2-16,1-2-2 0,-2 0 2 0,1-1 4 0,0-2-4 0,0-1 10 15,2 0-6-15,-1-1-4 0,0-1 8 0,-1-2-10 0,1 1 18 16,1-3-4-16,-1-1-12 0,1-1 0 0,-1-2 0 0,1 0 0 0,-1-2 0 16,-1-2 0-16,0-1 0 0,-1-1 0 0,-1-1 0 0,1-2 0 0,-1 1 0 15,1-2 0-15,-1-2 0 0,1 0 0 0,-2-3 0 0,1-1 0 16,-1-3 0-16,-1 1 0 0,0-2 0 0,-1 1 0 0,0-3 0 0,-1 0 0 16,-1-1 0-16,0-2 0 0,-2 0 0 0,0-3 0 0,-1-1 0 15,0 0 0-15,-1 0 0 0,-1-1 0 0,0 0 0 0,-1-2 0 0,-1-1 0 16,-1-2 0-16,0 0 0 0,0 1 0 0,-2-2 0 0,-2 1 0 0,-1 0 0 15,0 0 0-15,0 0 0 0,-1-1 0 0,-1-1 0 0,-1 1 0 16,1 0 0-16,-3-1 0 0,-1 0 0 0,1 0 0 0,-2 3 0 0,0 0 0 16,-1 0 0-16,-1 1 0 0,-1-2 0 0,1 2 0 0,-2 1 0 0,1 0 0 15,1 0 0-15,-1 0 0 0,1 1 0 0,1-1 0 0,-1 2 0 16,0 2 0-16,-2 1 0 0,2 0 0 0,0 1 0 0,0 1 0 0,1 1 0 16,1 2 0-16,0 0 0 0,-1 2 0 0,2 0 0 0,-2 2 0 0,1 0 0 15,1 3 0-15,-1 1 0 0,0 0 0 0,2-1 0 0,-2 3 0 16,1 0 0-16,0 2 0 0,0 2 0 0,1 2 0 0,-1 0 0 0,3 3 0 15,-2 1-24-15,1-1-24 0,2 2-4 0,-2 1-12 0,1 2-10 16,0 0-11-16,1 0-16 0,-1 1-26 0,-1 2-23 0,0-1-22 0,2 3-23 16,-3-1-15-16,0 0-26 0,1 2-44 0,-1 1-67 0,0 0-79 15,1 1-12-15,1 2 49 0,-1-1 73 0,-1 1 8 0</inkml:trace>
  <inkml:trace contextRef="#ctx0" brushRef="#br0" timeOffset="41234.32">4405 7986 526 0,'-12'-2'89'0,"0"1"-7"0,-2-1 32 16,3 1 30-16,2 0 3 0,0-1-11 0,2 1-19 0,0-1-25 0,1 1-7 15,0-1 4-15,1 1-5 0,1 0-3 0,0 0-5 0,3-1-14 16,-1 0-10-16,1 0-6 0,2 0-11 0,0 1-5 0,1-1-4 0,-1-1-6 16,3 0 1-16,2-1 0 0,2 0 4 0,2 1-1 0,0 0 8 0,0-1-3 15,2 0 4-15,0 0 1 0,3 0-2 0,3-2 4 0,0 1-1 16,2-1 2-16,1 1 2 0,1-1-4 0,1 0-3 0,3 0-2 0,1-1-4 15,3 0 1-15,0 0 3 0,1 0-8 0,0 0 6 0,3 0 0 0,0 0-3 16,3 1 5-16,4-1-2 0,-2-1-7 0,2 0 1 0,2-1-4 16,-1 0-3-16,2 2 6 0,2-3 1 0,1 1 0 0,1 0 2 0,2 0 2 15,0 0 0-15,1 0 0 0,1-1 4 0,2-1-12 0,1 0-10 16,2 0-1-16,-1-2-7 0,2 2 9 0,-1-1 18 0,3 1-2 0,1-1 3 16,0 0 3-16,1 1-17 0,0-1-1 0,0 0-8 0,1 1-3 0,1 0 1 15,1 2 6-15,0 0 2 0,0 0 6 0,1 0-5 0,-1 1-1 16,2 0 4-16,1 0-4 0,-1 1 0 0,2 1-4 0,0-1 2 0,0 1-5 15,1 0 1-15,1 0 5 0,-1 0-7 0,0 1 3 0,1-1 1 0,0 1-14 16,1-1 3-16,-1-1 4 0,-2 2-2 0,1-2 12 0,1 0 1 16,0 0 0-16,0 0-2 0,-1 0 6 0,-2 2-8 0,-1 0 2 0,0-1-1 15,-5 1-1-15,2 2 6 0,0-1-3 0,-3 1-1 0,1 1-1 0,-3 0-5 16,-1 1 5-16,-1 1-1 0,-1-1-1 0,-2 1-2 0,-1 1-2 16,-3 0 3-16,-1 1-3 0,0-1 2 0,0 2 2 0,-2 0-8 0,-1 1 6 15,-2-1-3-15,0 1 1 0,-2 0-2 0,1 0 4 0,0 0 2 16,-3 0-6-16,-1 0 4 0,0 0-4 0,-2 0 0 0,-2 0 5 0,1 0-5 15,-2 0 0-15,1 0 0 0,-2-1 0 0,1 1 2 0,-4 0 2 0,0 0-6 16,-4-1 0-16,1 1 6 0,-2-1-4 0,0 0 0 0,0 0 4 16,-2-1-8-16,0 1 8 0,-2-1-2 0,0 0-4 0,-1 0 4 0,-2 1-2 15,-1-1 1-15,0 0 3 0,-1-1-6 0,-3 1 0 0,0 0-1 0,0 0-3 16,-1-1-5-16,-1 0-16 0,-2 1-7 0,1-1-29 0,-2 0-18 16,-1-1-18-16,-1 1-26 0,0-1-28 0,-1 0-38 0,-1 1-49 0,-1-2-48 15,0 1-68-15,-1-1-101 0,1 0-55 0,-1 0 33 0,-1-1 15 16</inkml:trace>
  <inkml:trace contextRef="#ctx0" brushRef="#br0" timeOffset="42634.32">12748 10261 1744 0,'-7'-5'58'0,"1"2"-4"0,1 0-16 0,3 2-15 0,2 0-11 0,1 0-13 15,1-1-2-15,-1 1 0 0,0-1 3 0,0 1-1 0,-1 0-3 0,-2-1 0 16,-2-1-7-16,-1 0 4 0,-2 0 4 0,0 0 3 0,-3-2 0 16,0-1-1-16,-2 0-2 0,-1-1 3 0,-1-1 3 0,-2-1 6 0,-2 1-14 15,1 0 1-15,0 1 4 0,-2-2-11 0,0 1 18 0,-1 1-2 0,-1 1 2 16,-1 1 4-16,2 2 7 0,-3 0-7 0,-1 1 5 0,1 1-6 15,-1 1 4-15,0 0-2 0,1 0 1 0,-1 2 5 0,3-1-4 0,-1 2 9 16,2 1-6-16,1 2 3 0,-2 1-10 0,0 1 1 0,0 1 5 16,0 1-4-16,3 2-1 0,0 2-3 0,0 1-5 0,-1 2 0 0,1 1 1 15,-3 2 6-15,1 2-8 0,0 0-1 0,0 3 5 0,0 1 1 0,3 5 6 16,-1-1 1-16,1 3 2 0,2 1 6 0,2 0 7 0,1 1 4 16,3 2-8-16,0 2 1 0,1 1-8 0,2 2-5 0,1 2 2 0,2 0-6 15,2 2 5-15,3 1 3 0,0-1 0 0,2 1 2 0,2 0-3 0,1 1-2 16,1 0-6-16,1-3-7 0,1 1 1 0,0-1-1 0,3 0-10 15,-1-1 4-15,2 0 8 0,0 0 1 0,-2-1 13 0,1-2-1 0,1 0-10 16,-1-1 4-16,1-1-2 0,-2 2 6 0,1-2 4 0,0-1-2 16,-1-1 4-16,0-2 3 0,-1-1 0 0,0-1 0 0,1 0-2 0,0-2-13 15,0-2-6-15,-1-1 9 0,3-1-1 0,0-1 8 0,0-2-1 0,0-1-14 16,0-1-1-16,1-2-1 0,0-3 1 0,-2 1 3 0,1-2-2 16,0-1 1-16,0-1-3 0,0-2 1 0,-1-1-2 0,1-1 3 0,1 0 1 15,0-1-4-15,0-2 3 0,0 2-3 0,-1-2 3 0,0 0-1 0,-1 0 1 16,-3-1 4-16,1 0-4 0,0 0 1 0,-2-1 1 0,1 0-7 15,-2 0-3-15,-2 1 0 0,1 0-3 0,-1 1 1 0,-1 0 10 0,0 0-1 16,0 0 1-16,-1 1 1 0,-1-1-3 0,-1 1 6 0,-2 2-5 16,1 0-1-16,-2 2-1 0,-1 1-3 0,-1 1 6 0,-1 1 1 0,-2 1 1 15,-1 1 7-15,-2 1-2 0,0 0 2 0,0 1 4 0,-2-1-16 0,-1 0 0 16,0 1 0-16,-1 0 4 0,1 0 11 0,-1 0 5 0,0 1-1 16,0-2-8-16,0 2-6 0,1 0 3 0,-1-1-1 0,0 1 7 0,0 0-2 15,2-2-5-15,0 2 5 0,1 1-2 0,0-1 6 0,1 3 1 0,2-1-4 16,-1-1-3-16,1 1 4 0,3 0-3 0,-1-1 4 0,1 2-4 15,1-1 1-15,2 2-3 0,0 0 2 0,2 1 8 0,0 0-8 0,2-1 1 16,0 2-6-16,2 0-1 0,0-1 15 0,0 1-6 0,1-2 6 16,2 2-7-16,-1-1 1 0,1-2 2 0,-1 3 2 0,1-4-1 0,0 1 1 15,-2-1-1-15,2-1 6 0,-1 1 0 0,1-1 1 0,-1-3 1 0,0 1-6 16,0-2 0-16,-1-1-2 0,1 1-2 0,-3-1 0 0,2-1 0 16,-1-1-6-16,0 0-1 0,0 0 1 0,-1 1 2 0,1-1-3 0,0 0 3 15,-1 0-3-15,0 1-6 0,1-1-8 0,-1-1 4 0,-1 2 0 0,0-1 8 16,0 0-14-16,-1-1-7 0,1 2 17 0,-1 0-17 0,0 3 6 15,-1-1-44-15,1 2-84 0,-1 1-112 0,-1-1-231 0,0 2-399 0,1 2 1 16,-2-4 76-16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27T14:58:13.2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355 195 4041 0 0,'-14'-15'251'0'0,"1"-1"0"0"0,0-1 0 0 0,1 0 0 0 0,1 0 0 0 0,0-1 0 0 0,1-1 0 0 0,-8-23 0 0 0,17 40-259 0 0,0 0 0 0 0,0 0 0 0 0,0 0 0 0 0,0 0 0 0 0,0 0-1 0 0,0 0 1 0 0,0 1 0 0 0,-1-1 0 0 0,1 1 0 0 0,-1-1 0 0 0,1 1 0 0 0,-1-1 0 0 0,0 1-1 0 0,1 0 1 0 0,-1 0 0 0 0,0-1 0 0 0,0 1 0 0 0,0 1 0 0 0,0-1 0 0 0,-3-1 0 0 0,1 1-9 0 0,0 1 1 0 0,0-1 0 0 0,0 1-1 0 0,0 0 1 0 0,0 0 0 0 0,0 1-1 0 0,0-1 1 0 0,1 1 0 0 0,-1 0 0 0 0,-6 2-1 0 0,-3 2-139 0 0,-1 1-1 0 0,1 0 1 0 0,0 1-1 0 0,-23 17 1 0 0,24-15-428 0 0,1 1 0 0 0,-1 0 0 0 0,-14 20 0 0 0,7-5-1437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27T14:58:13.4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13 190 10754 0 0,'-4'-28'3440'0'0,"-3"-31"-878"0"0,6 48-2634 0 0,1 0 0 0 0,0 0 0 0 0,0 1 0 0 0,1-1 1 0 0,4-19-1 0 0,-5 29 25 0 0,0 0-1 0 0,0 1 1 0 0,0-1 0 0 0,0 0 0 0 0,1 0 0 0 0,-1 0-1 0 0,0 1 1 0 0,0-1 0 0 0,1 0 0 0 0,-1 0 0 0 0,1 1-1 0 0,-1-1 1 0 0,0 0 0 0 0,1 1 0 0 0,-1-1 0 0 0,1 1-1 0 0,0-1 1 0 0,-1 0 0 0 0,1 1 0 0 0,-1-1 0 0 0,1 1-1 0 0,0-1 1 0 0,-1 1 0 0 0,1 0 0 0 0,0-1-1 0 0,0 1 1 0 0,-1 0 0 0 0,1-1 0 0 0,0 1 0 0 0,0 0-1 0 0,0 0 1 0 0,-1 0 0 0 0,1 0 0 0 0,0 0 0 0 0,0 0-1 0 0,0 0 1 0 0,-1 0 0 0 0,1 0 0 0 0,0 0 0 0 0,0 0-1 0 0,0 0 1 0 0,-1 1 0 0 0,1-1 0 0 0,0 0 0 0 0,0 1-1 0 0,-1-1 1 0 0,1 0 0 0 0,0 1 0 0 0,-1-1 0 0 0,1 1-1 0 0,0-1 1 0 0,-1 1 0 0 0,2 0 0 0 0,2 3-394 0 0,-1-1 0 0 0,1 0 0 0 0,-1 1 0 0 0,0-1 0 0 0,0 1 0 0 0,0 0 0 0 0,4 7 0 0 0,-2 1-225 0 0,0 1 0 0 0,-1 1 0 0 0,-1-1 0 0 0,0 0 0 0 0,-1 1 0 0 0,0 0 0 0 0,-1-1 0 0 0,0 20 0 0 0,-4 15-636 0 0,-8 47-1 0 0,9-82 973 0 0,-2 13-837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27T14:58:13.6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88 3273 0 0,'15'-20'336'0'0,"3"2"-432"0"0,3-2-80 0 0,-3 8-128 0 0,-3 6-200 0 0,-1 0-145 0 0,-7 0-991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2-15T10:30:06.34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5378 6769 187 0,'-7'-9'6'0,"2"-1"3"0,-2 0 3 16,3 1 3-16,1 2-3 0,1-1-2 0,1 0-3 0,1 0 1 0,2 0 2 15,1 0 1-15,0-1 2 0,2 0-2 0,1-2 2 0,2 0 1 0,0-3 0 16,3 0 5-16,0-3 0 0,3-1 3 0,3 0-1 0,1-2 3 0,3 0 3 16,4-1 1-16,1-2 2 0,4-1 2 0,0 0-2 0,5-2-4 15,1 1 1-15,5-1-2 0,1 0 7 0,2 0 5 0,3-1-1 16,3 1 2-16,1-2-7 0,1 1-1 0,4-1-4 0,1 2-4 0,3 1-5 16,3-1-4-16,3 2-2 0,1 0-1 0,3-1 1 0,0 3 1 0,0-1-3 15,1 2 1-15,0 2 1 0,-1 0-2 0,2 1 4 0,-1 3 3 0,1-2 3 16,3 0 7-16,3 0 1 0,1-1 2 0,3 0 1 0,2 2-2 15,0 2-2-15,2-1 3 0,1 1-4 0,1 2 4 0,1 0-8 0,-1 3 10 16,4-1-3-16,-3 2 0 0,3 1 0 0,-1 1-10 0,1 1-1 16,0 2-4-16,1 1 2 0,0 1-3 0,-1 2-1 0,-1 3 2 0,-3 0-5 15,-2 2-4-15,-3 2 0 0,-2 1 5 0,-2 3-1 0,-3 1 8 0,-3 3-1 16,-2 1 0-16,-6 2-2 0,-2-1-2 0,-2 4-3 0,-4 1-2 16,-2-1 1-16,-2 2-2 0,-4 0 1 0,-3 1 1 0,0 3-5 0,-5 1 1 15,-2 1-2-15,-3-1 3 0,-4 1 3 0,-2-1 3 0,-3 3 3 0,-2-1 2 16,-3 3 5-16,-4-1 2 0,-2 1-2 0,-1 2 2 0,-3 0 3 15,-3 2-1-15,-2 0 4 0,-2 2-4 0,-3 0-6 0,-3 1-3 0,-3-1-4 16,-2 2 5-16,-3 0-4 0,-3-1 1 0,-3 1 0 0,-2-2-3 0,0 0 1 16,-4 2-2-16,-2-2-5 0,-2-1 2 0,-2 1 5 0,-2-1-1 15,-2 0 9-15,-1 1 0 0,-3-1-6 0,-1-1 5 0,-3 1-5 0,-1 0 6 16,-3 0-3-16,-2-1 3 0,-3-2 4 0,-2 0-5 0,-2 0 3 16,-3-1 1-16,-1 1-4 0,-3-2-5 0,-3 0-4 0,-1-1 3 0,-1-1-1 15,-1-1 6-15,-1 0-1 0,0-2-9 0,0 0 2 0,-2-2-4 0,1 1-2 16,-1-1 4-16,-1 1 1 0,-2-1 2 0,-1-1-1 0,-2 1-3 15,-1-4-1-15,0 2-4 0,-3-1 4 0,1-2 6 0,-3 1-2 0,0-2 4 16,-3 0-2-16,0 0-5 0,0-3 1 0,2-1-2 0,0-1-10 0,0-2 2 16,-1-2 1-16,2-3-1 0,-1 1 11 0,0-2-2 0,3-1-3 15,-1 0 2-15,0-1-3 0,3-2 2 0,1-1 1 0,1-3 0 0,3-2-2 16,2-1-1-16,2-3 4 0,3-2 4 0,2-2-2 0,1 0 0 16,3-1-5-16,-1 0 15 0,2-2-1 0,1-1-2 0,2-3 6 0,1 0-19 15,3-2 4-15,0-1-1 0,3-1-3 0,3-1 1 0,-1 0 0 0,1-1-3 16,3-1 0-16,1 1 3 0,0-3 2 0,4-2 4 0,-2 1-1 15,3-3-2-15,1 1-6 0,0-1 0 0,3 1 0 0,0-2-5 0,2 1 4 16,1-3-6-16,1-1-1 0,0-1 10 0,3-1-1 0,2 0 3 0,4-3-1 16,1 0-6-16,3 0 1 0,2-1-1 0,1 0-1 0,4-3 4 15,2-1-3-15,2-1 0 0,2 1 1 0,3-1-4 0,3 1-17 0,3-1 5 16,3 1 4-16,3-2 1 0,2 2 11 0,4 1-4 0,4-1-9 0,1 1-1 16,6 2-8-16,1 1 0 0,2 0-10 0,2 1-6 0,1 0-8 15,3 5-21-15,1 3-33 0,1 2-44 0,1 3-36 0,-1 3-43 0,0 2-41 16,2 3-21-16,-1 3 6 0,2 1 29 0,2 1 72 0,4 3-166 15</inkml:trace>
  <inkml:trace contextRef="#ctx0" brushRef="#br0" timeOffset="2000.03">6072 10162 754 0,'-10'-4'18'15,"0"1"-37"-15,1 2-10 0,7 4-5 0,4 2 8 0,2 2 14 0,1 3 4 16,1 2 3-16,1 2-3 0,0 2-6 0,1 0-11 0,2 4-11 15,-1-1-8-15,0 0 1 0,-1 1 11 0,1-1 12 0,-2-1 8 0,3 0 8 16,0-3 3-16,0-3 3 0,2-2 2 0,2-3 5 0,1-1 11 0,3-2 18 16,2-2 25-16,2-2 23 0,4-3 19 0,2-2 13 0,5-2 8 15,2 0 1-15,5-3-5 0,3-2-8 0,5-1-17 0,4-1-7 16,4-1-11-16,3-1-16 0,1 0-14 0,3 1-8 0,0 0-6 0,0 1-3 0,1 0 2 16,-2 2 0-16,1 2-7 0,-5 3 5 0,-1 1-4 0,-4 2-6 15,0 1 0-15,-3 1-8 0,-3 1-2 0,-2 0-4 0,0 2 5 0,-3 0-2 16,-2 0 1-16,0 1 2 0,-4-1-7 0,0-1 8 0,-1 1-1 15,-3-1-4-15,-1 0 2 0,-5 0-3 0,-1 0 2 0,-2 0 1 0,-3 0 3 16,-2 1 1-16,-1-1 0 0,-4 0 8 0,-1 0-2 0,-2 0 4 0,-1 0-2 16,-1-1 1-16,-3 1 6 0,-1 0 0 0,-1-1-4 0,0 0 9 15,-1 1-8-15,-2-1 4 0,0 0-1 0,0 0-13 0,0 0 3 0,-1-1-10 16,0-1-5-16,-2 0 1 0,1 0-6 0,-2 0-2 0,-1 0-6 0,0 0-10 16,-1-1-3-16,0 1-8 0,-1 0-27 0,1 1-29 0,-2 0-38 15,1 0-44-15,-1 0-42 0,-1 1-53 0,-1 1-57 0,-1 0-32 0,0 1 9 16,0 2 76-16,-2 0-72 0</inkml:trace>
  <inkml:trace contextRef="#ctx0" brushRef="#br0" timeOffset="2318.03">6469 12102 435 0,'-23'-12'80'0,"1"-2"-81"0,-5-1-6 0,6 3-9 0,6 1-4 16,1 1-2-16,1 1-8 0,1 0-9 0,2 1-13 0,1 0-6 0,2-1-12 15,2 1-102-15</inkml:trace>
  <inkml:trace contextRef="#ctx0" brushRef="#br0" timeOffset="2484.03">6293 11928 1059 0,'-2'-10'98'0,"2"0"-24"0,1-2-14 0,5 3-9 0,2 0-6 15,3 0-9-15,4-1-4 0,1 1-5 0,3 0-8 0,1 1-4 0,2 0-8 16,4 1-5-16,3 1-1 0,2 0-5 0,1 1 2 0,0 0-6 16,3 0-4-16,1 2 1 0,2 0-3 0,1 0-6 0,2 1-17 0,2 1-17 15,0 1-28-15,0 2-47 0,2 0-64 0,-2 2-42 0,-1 2 5 0,1 1-152 16</inkml:trace>
  <inkml:trace contextRef="#ctx0" brushRef="#br0" timeOffset="2917.03">6649 13780 2677 0,'-32'-6'39'0,"4"0"-23"0,-5 0-16 0,13 1-12 0,9 2-10 0,4 1-7 16,4 0-15-16,2 0 4 0,3 1 5 0,3-1 2 0,4 0 15 0,5 0 0 15,3-1 9-15,3 2 1 0,4-1-1 0,1 0 0 0,4 1 4 16,1 0 0-16,4 1 7 0,-1 0 0 0,4 1-2 0,0 0-2 0,0 2 5 16,4 0 2-16,-1 0-4 0,1 0 5 0,2 0 1 0,1 1 2 15,2 0 10-15,-1 0-7 0,1 1-4 0,-2-1 0 0,1 1-4 0,2-1 3 16,-3 1-3-16,1-1 0 0,-2-1-8 0,1 0 4 0,-4-1 2 0,-2-1 1 16,0 0 7-16,-5-1-1 0,1-1 5 0,-4 0 5 0,-2 0 4 15,-3 0 6-15,-2 0 0 0,-3 0 1 0,-2 0 0 0,-1-1-6 0,-1 1 1 16,-1 0 0-16,-1 0-12 0,-1 0-5 0,-1 0 0 0,-1 0-4 15,-2 1 1-15,0-1-4 0,-1 1-4 0,0 0-2 0,0 0-5 0,-2 0-21 16,0 0-20-16,-1 0-58 0,-1 0-101 0,0 0-123 0,-2-1-177 0,0 1-43 16,-2 0 81-16,-2 0 4 0</inkml:trace>
  <inkml:trace contextRef="#ctx0" brushRef="#br0" timeOffset="3501.04">6329 15358 286 0,'-10'-7'23'0,"1"-1"-15"0,-2-1-4 0,2 1 0 16,3 2 1-16,1 1 1 0,0 0 4 0,0 1 3 0,1-1 4 0,0 1 3 15,0 1-2-15,0 0-2 0,1 0-1 0,-1 0-1 0,1 0 1 16,0 0 4-16,-1-1-2 0,1 1 5 0,0-1 5 0,-1 1 2 0,2 0 12 16,-1 0 10-16,2 0 8 0,-1 1 11 0,1-1-1 0,2 0 7 0,1 1 6 15,0 0 8-15,3-1 16 0,0 1 7 0,3-1 9 0,1 1-7 16,2 2-2-16,5-1-14 0,3 1-14 0,1 1-10 0,4 0-8 0,1 2-9 16,3 1-7-16,6 1-3 0,1 0-8 0,1 2-3 0,2-1 0 15,1 2-11-15,1 0 10 0,0 1-3 0,2 0 0 0,1 0 5 0,0 1-15 16,1-1 4-16,-2 0-8 0,2 1-7 0,-3 0 6 0,-2-4-9 0,0 1 7 15,-1-2-6-15,-2-1-6 0,0 0 4 0,-5-1-4 0,-1 0-3 16,-2-1 6-16,0 1-6 0,-2-2 4 0,-1 0 3 0,-1 0-10 0,-3 0 4 16,2-1-4-16,-1 0-4 0,-1 0 8 0,0-1-9 0,0 0 1 0,-2 0 3 15,1 0-5-15,0-1 0 0,-2 2-13 0,1-2-1 0,-1 2-5 16,-1-1-10-16,-1 0-7 0,0 0-19 0,-1 0-18 0,-1 1-30 0,0 0-39 16,0 1-33-16,-1 0-42 0,-1 2-34 0,-2 0-20 0,0 1 6 15,-1 1 38-15,-2 1 53 0,-2 1 51 0,-3 3-98 0</inkml:trace>
  <inkml:trace contextRef="#ctx0" brushRef="#br0" timeOffset="3885.03">6562 17087 2596 0,'-11'14'31'0,"4"-4"-38"16,-1 0 6-16,0 1-4 0,0 1 3 0,1 0-2 0,3-2-11 0,4-2 12 16,3-1 5-16,2 0-2 0,2-1-4 0,1 1 8 0,3 0-4 0,1-1 1 15,2 1-1-15,2-1-1 0,1-1-1 0,1-1-1 0,2 0 8 16,1-1 1-16,1 0-1 0,2-2 0 0,0 0-13 0,0 0 8 0,2-1 8 15,0 0 1-15,1-1 2 0,0 0-4 0,0-1-1 0,0 1 4 16,-1 0-1-16,1 0 1 0,-1 0 1 0,1 1 6 0,-1 1 2 0,0 1 4 16,0 1-7-16,-1-1 7 0,0 2 1 0,-1 1-5 0,1 1 5 0,-1 2-14 15,-1-1 8-15,1 2-6 0,-1 0-4 0,1 0 2 0,0 1-16 16,-2 1 4-16,1 0-8 0,0 0-2 0,-2 0 14 0,0 0-4 0,0-1-3 16,-2 2-3-16,1-1-4 0,0-1-1 0,-3 1-9 0,2-2-21 15,-1 0-22-15,-1-1-27 0,1-1-37 0,-1-1-52 0,0-3-64 0,0-2-54 16,1-3-64-16,1-4-30 0,-2-4 32 0,2-5 52 0,-1-4 16 0</inkml:trace>
  <inkml:trace contextRef="#ctx0" brushRef="#br0" timeOffset="11817.12">3994 4331 2035 0,'-5'9'120'0,"-1"1"-56"0,-2 4 36 0,1 0 22 15,0 1 21-15,0 0-10 0,0 1-29 0,0-1-19 0,0 1-17 16,-2 1-6-16,1 1-5 0,0 0 7 0,0 1 0 0,0 0-11 0,2-1-4 15,0 2-24-15,1 0-5 0,2-1-4 0,0 1-8 0,1 1 3 0,0 0-6 16,2 1 2-16,2 1-1 0,1 1-3 0,0 1-1 0,1-1-2 16,2 1 0-16,1-1 2 0,1-2 0 0,1 0 2 0,1-2-4 0,0 1-4 15,1 0 4-15,1-2-2 0,1 0 4 0,1 0-2 0,-1-1 2 16,-2-3-10-16,2 0 1 0,1-3 0 0,1 0-6 0,-1-2-7 0,1-3 0 16,0-1-3-16,0-1-1 0,1-1 12 0,1-1-3 0,2-2 8 0,-1-1 2 15,0-3 3-15,2-1 2 0,0-1-4 0,-3-1 15 0,1 0 2 16,-1 0-3-16,-1-3 5 0,-1-2-12 0,1-1 1 0,-1-1 0 0,-1 0 1 15,-3-1-1-15,2-2-4 0,-1-1 1 0,0-1-2 0,0-2 4 0,-2-1 3 16,1 0 1-16,-1-2-4 0,-1-1 5 0,-2-1 1 0,0-2-2 16,-2-1 6-16,0 0-4 0,0-1-2 0,-1 1 6 0,-1 2-6 0,-1-3 6 15,-1 1 4-15,0 0-3 0,-2 0-12 0,-2 0-4 0,-2 0 17 0,0 2 0 16,-1-1 13-16,-3 3 3 0,-3-1-14 0,-1 1-4 0,-4 2 6 16,1 1-4-16,-3 3 2 0,-2 2 0 0,2 0-4 0,-4 3 0 0,0 2-5 15,-1 1 1-15,-2 4 1 0,2 0-2 0,-2 3 1 0,0 3-5 16,1 3 0-16,1 2-2 0,2 3-2 0,0 2 0 0,0 3-2 0,2 2-6 15,0 2 4-15,0 2 2 0,3 4-3 0,-2 2 1 0,1 3-6 0,1 2 1 16,2 2-16-16,1 2 12 0,2 4-2 0,2 0-10 0,2 2 7 16,2 1-35-16,1 0-19 0,1 1-32 0,3 1-25 0,1-2-26 0,2-1-31 15,2-3-60-15,0-3-102 0,2-1-134 0,2-3-69 0,2-1 37 0,2-4-70 16</inkml:trace>
  <inkml:trace contextRef="#ctx0" brushRef="#br0" timeOffset="12168.11">4747 4622 674 0,'5'4'554'0,"1"1"-296"16,1 1-5-16,0 1-2 0,-1-1-25 0,2 2-33 0,-1 0-41 0,1 0-33 0,2 2-24 15,1 2-16-15,1 2-12 0,1 2-7 0,0 0-11 0,2 2-14 0,0 2-13 16,0-2-8-16,-2 2-10 0,2-1-2 0,-1-2-2 0,0-1 3 15,-3 0-1-15,2-2 1 0,-1-1 4 0,-2-3-5 0,0 1 2 0,-3-1 1 16,-1-2-2-16,-3-1 6 0,1-1 5 0,-2-2-2 0,-1-1 13 0,-1-1 2 16,-2-1-1-16,-1-1 3 0,-1-2-4 0,0 0-5 0,-3-3-4 15,-2-2-5-15,-2-2-2 0,0-2-2 0,-1-2-1 0,-1 0-5 0,0-3-4 16,-1-2 3-16,1-1 9 0,1-2 2 0,1-3 3 0,-1-1-1 16,1-3-7-16,0-2 5 0,2 2-2 0,1-3 4 0,3 2 1 0,1 0-3 15,2 3-1-15,2 1-1 0,2 2-18 0,2 2-1 0,-1 3 10 16,2 2-3-16,1 1 16 0,1 1 0 0,0 1-13 0,1 1 0 0,0 3 0 15,1 0-10-15,1 2 5 0,-2 2-6 0,1 1-2 0,0 1-6 0,1 1-15 16,0 2-35-16,1 0-57 0,-3 0-66 0,3 1-88 0,-1 0-114 0,2 0-109 16,0-1-66-16,1 2 32 0,1-1-40 0</inkml:trace>
  <inkml:trace contextRef="#ctx0" brushRef="#br0" timeOffset="12351.11">5309 4489 760 0,'2'7'480'0,"1"1"-176"0,1 2-34 0,-1-1-21 16,1-1-33-16,0 0-46 0,1 1-35 0,-1 0-23 0,2 0-17 0,-1 1-15 16,1-1-8-16,0 2-19 0,1 0-12 0,-2-1-11 0,2 1-15 15,-2 0 1-15,1-1-11 0,0-1-1 0,-2-1-8 0,2-1-5 0,-1 0-6 16,-1 0-11-16,1-1-33 0,-2-1-61 0,1-1-92 0,-1-1-122 16,0-1-100-16,-1-1-64 0,1-2 21 0,-1-1 53 0,-1-2 16 0</inkml:trace>
  <inkml:trace contextRef="#ctx0" brushRef="#br0" timeOffset="12487.11">5269 4130 537 0,'-3'-6'453'0,"0"2"-215"0,-1 0-4 0,2 3-41 0,0 1-43 0,2 2-26 16,-1 2-31-16,1 0-23 0,-1 2-10 0,1 1-16 0,1 1-12 16,-1 2-11-16,0 0-11 0,1 0-5 0,1-2-11 0,0 1-13 0,1 0-29 15,1-1-64-15,-1 1-147 0,1-2-112 0,1 1-51 0,2-2 21 0,1-1-81 16</inkml:trace>
  <inkml:trace contextRef="#ctx0" brushRef="#br0" timeOffset="13020.11">5716 4454 1114 0,'8'5'263'0,"1"1"-43"0,4 2 12 0,-1-3-25 16,-2-1-40-16,3-2-43 0,-1-1-31 0,1-1-11 0,0-1-7 15,-2-1-1-15,2-1-3 0,0-1-9 0,-1-2 0 0,0 0-9 0,-2-2-4 16,0-1-3-16,0-1-1 0,-1-1-3 0,0-2 1 0,-1 0-1 0,-1-2-1 16,-2 0-4-16,-1 0-7 0,0-1-3 0,-1 0-3 0,-1 0-5 15,-2 2 0-15,-2-1-9 0,-2 0 3 0,-1 1-4 0,0 2-1 0,-2 0-1 16,-2 2-4-16,-2 2 1 0,0 1-2 16,0 2-2-16,-1 1-2 0,1 2 2 0,-1 2-5 0,0 1-1 0,-1 3 1 0,1 1-4 0,0 2 1 15,-1 3 1-15,2 0-2 0,-1 2 0 0,0 0 0 0,4 2-2 0,0 1 6 16,2 0 3-16,2-1 0 0,1 3-2 0,2 0-5 0,1 1 2 15,4 0-7-15,0 1 8 0,2 0 5 0,2 1-7 0,1 1 5 0,2-1-20 16,2-1-2-16,1 1 19 0,2 1-10 0,0-1 13 0,3 0 1 0,0 1-23 16,0 0 1-16,0 1-65 0,0 0-7 0,-2-1 15 0,0 2 4 15,-2-3 70-15,-1-2 9 0,-1 0-2 0,0-1 3 0,-1-2-1 0,-1 2 9 16,-3 0 1-16,0 0-2 0,-3-2 2 0,-1 1-4 0,-2 0-1 0,-2 0 1 16,-1-1 1-16,0 2-6 0,-3-1 5 0,1 0-4 0,-2-3-3 15,-1 0 3-15,0-2-4 0,-2-1 1 0,0-3 1 0,-1-2 5 0,0-3-4 16,1-1-1-16,2-2 0 0,-1-4-7 0,0-1 5 0,0-4 6 15,-1-3 6-15,2-4 2 0,0-1-2 0,1-3 0 0,2-2 0 0,2 0-2 16,2-2 0-16,-1 1 0 0,4-2-3 0,0 0 4 0,1 1 1 0,2 0-5 16,-1 3 1-16,2 1-6 0,-1 1 7 0,1 2-4 0,0 1 2 15,-1 0 3-15,4 2-6 0,-2 3 3 0,0 1 1 0,1 1 5 0,0 3-3 16,-2 0 8-16,0 3-1 0,0 1-1 0,1 1 2 0,0 1-1 16,1 2 1-16,-1 0-2 0,0 2-3 0,-1 0-3 0,0 2-2 0,1-1-1 15,-3 2-2-15,1 0-3 0,0 0-4 0,0 0 2 0,-1 0 0 0,0-1-2 16,-1 0-3-16,1 0-8 0,-2-1-8 0,1-1-13 0,0 0-31 0,-1-1-48 15,0 0-76-15,-3-2-110 0,1 0-115 0,0-1-147 0,-1-2-40 16,0-1-131-16</inkml:trace>
  <inkml:trace contextRef="#ctx0" brushRef="#br0" timeOffset="13169.11">6127 4193 1654 0,'-3'6'202'16,"1"1"-22"-16,-1 2-11 0,1 0-19 0,1 0-33 0,0 1-34 0,0-1-30 15,0 1-28-15,1 0-7 0,1 0-5 0,0 0-10 0,-1 0-8 16,1-2-16-16,0 2-20 0,0-1-64 0,1-1-110 0,0 0-135 0,2-1-103 16,1 0-24-16,1 0 76 0,2-2-70 0</inkml:trace>
  <inkml:trace contextRef="#ctx0" brushRef="#br0" timeOffset="13734.11">6422 4518 463 0,'6'1'236'16,"2"2"4"-16,2 0-15 0,1-1-27 0,-2 0-34 0,1-1-24 0,1-1-17 16,-2 1-17-16,2-1-4 0,-2 0-3 0,1 0 5 0,-1 0 0 0,0 0-8 15,-2-1-5-15,1 0-8 0,-1-1-14 0,0 0-6 0,0-1-9 16,0 1-13-16,1 0-3 0,-2 0-6 0,2 1-5 0,-2 0-2 0,0 2-1 16,1-1-2-16,0 2-5 0,1 0-3 15,0 1 6-15,-1 1 1 0,0 1-2 0,0 1 0 0,-1 0-11 0,1 0-4 0,-1 0 1 0,0 1 2 16,1 1-2-16,-1-1 1 0,2 0-8 0,-1-1 0 0,0 0-1 0,0 0-6 15,0 0-5-15,0-1 0 0,0 0 0 0,0 0 0 16,1-2-1-16,0-1-4 0,0-1 0 0,-1-2 0 0,-2 0 8 0,2 0 2 0,0-3 7 16,0 0 1-16,-1 0-3 0,0-1 6 0,1 0 0 0,-1 0-2 15,0-1 5-15,0 2-5 0,0-1 0 0,2 1 3 0,-2 1 2 0,1 0 2 16,0 2-4-16,1 0 8 0,-1 2-6 0,0 0 3 0,0 2 1 0,1 0-2 16,0 1 5-16,1 0-2 0,0 1-1 0,0 0-1 0,-1 0-4 15,0 1-2-15,1-2 1 0,0 2-3 0,1-1 3 0,1 0-4 0,0-1-3 16,0 0 4-16,0-1-5 0,0 0 5 0,1-2-2 0,1 0 1 0,1-2-1 15,-3 0 0-15,1 0-1 0,0-2 4 0,-1 0-1 0,1-1 2 16,-3 0 3-16,1-1-6 0,0-1 6 0,-1 0-5 0,-1 1 5 0,0-1 2 16,0-1-2-16,-2 0 2 0,-1 0-3 0,0 0 1 0,-2-1 0 0,1 0 2 15,-1 1 5-15,-1-1-1 0,0 1-1 0,-3 0-10 0,1 0 0 16,-1 1-2-16,-2-1 2 0,1 1 18 0,-1 2-6 0,-2 0 4 0,0 0-4 16,0 3-8-16,1-2 3 0,-1 2-5 0,0 2 5 0,0 0 0 15,0 1-11-15,0-1 4 0,0 3-5 0,0 1 1 0,0 1 17 0,0 1 3 16,2 0 21-16,1 1 6 0,1 1-1 0,1 0 1 0,0-1-15 0,2 2-5 15,1 0 3-15,1 0-4 0,1 0-1 0,1 0-7 0,1-2-4 16,2 2-5-16,0-2 1 0,-1 1-2 0,2-2 1 0,1 0-5 0,1 0-2 16,1-2-1-16,1 0-1 0,-2-2 2 0,2-1 0 0,0 0-3 0,1-2-10 15,-2-1 2-15,2 0-4 0,0-1-7 0,0-2 0 0,-1-2-12 16,1 0-12-16,-1-1 1 0,0-2-19 0,-1 1-19 0,1-1-33 0,0-1-56 16,0 1-57-16,0-1-67 0,-2-2-60 0,2-1-75 0,0-2-50 0,-1 1 68 15,0-3-102-15</inkml:trace>
  <inkml:trace contextRef="#ctx0" brushRef="#br0" timeOffset="13886.11">7678 3748 2315 0,'-7'-14'209'0,"-1"0"19"16,-1-1 6-16,4 7-24 0,0 7-36 0,1 3-44 0,0 4-28 0,0 4-23 16,1 4-2-16,0 5-4 0,0 3-5 0,0 5-11 0,2 3-34 0,1 7-1 15,3 1-12-15,1 5-8 0,3 4 10 0,2 2-14 0,3 3 2 16,1 3-4-16,2 2-16 0,2 0-49 0,1-1-96 0,0 0-190 0,1-1-478 15,-2 0-285-15,-2-1 23 0</inkml:trace>
  <inkml:trace contextRef="#ctx0" brushRef="#br0" timeOffset="14669.11">21312 4197 2136 0,'-17'-18'886'0,"0"-3"-951"15,-4-6 24-15,5 5 4 0,4 3 17 0,0 2 35 0,1 2 7 0,-1 0 0 16,-1 1 3-16,-3 2-3 0,-3 0 1 0,1 3-3 0,-2-1-3 15,-1 2 6-15,0 2-6 0,0 3 5 0,-2 2 1 0,2 2-4 0,-1 2 1 16,0 3-5-16,2 3 1 0,-2 1 0 0,2 2-2 0,0 4-1 0,-1 4-1 16,1 2-3-16,0 7-2 0,0 4 0 0,1 4 0 0,2 3-1 15,0 2 1-15,1 5 0 0,1 3 4 0,4 1-9 0,1 2 5 0,2 1 4 16,3 1-8-16,3 0 10 0,3 0-11 0,4-2-8 0,3-2 4 16,3-4-1-16,4-3-1 0,5-3-1 0,3-5-2 0,3-3-2 0,3-5-6 15,1-3-1-15,4-5-14 0,0-3-4 0,3-2 6 0,0-4-4 0,0-2 13 16,1-1-4-16,-3-5 3 0,2-2-8 0,0-3-5 0,0-3-3 15,1 0-5-15,-3-2 18 0,0-3 23 0,-3-2 10 0,-2-4 7 0,-2-3-2 16,0-4-15-16,-2-3 3 0,0-1-1 0,-2-2 1 0,-1-1 1 0,0-2 1 16,-1 0 0-16,0-4-1 0,0-1 6 0,-2 0-3 0,-2-1 1 15,-1 0 6-15,-5-1 5 0,0 1 0 0,-4-1 2 0,-3 1 8 0,-2 1-1 16,-4 0 4-16,-3-1 9 0,-5 1-13 0,-4 1 0 0,-2 2-1 16,-5 2-1-16,-3 1 4 0,-2 1 3 0,-3 2-4 0,1 1-1 0,-1 3-5 15,1 2-6-15,-4 4-4 0,1 3 2 0,-3 2-10 0,1 4-1 0,-1 3-8 16,1 3-1-16,-1 4 1 0,2 3-3 0,0 3 1 0,1 3-5 15,2 4 0-15,3 3 0 0,1 4-4 0,1 3 1 0,4 2-12 0,0 3-9 16,2-1-10-16,3 1-19 0,0 0-25 0,2 1-33 0,2 0-47 16,3 1-72-16,3-2-123 0,4 0-169 0,2-4-71 0,5 1-221 0</inkml:trace>
  <inkml:trace contextRef="#ctx0" brushRef="#br0" timeOffset="15300.63">22320 4007 982 0,'1'5'387'15,"-1"4"-223"-15,-1 2 43 0,-1 2 6 0,1 1 8 0,-1 1-5 0,0 4-35 16,0 2-38-16,0 2-31 0,0 3-25 0,1 0-18 0,0 3-7 16,0 1-22-16,0 3-2 0,0 2-11 0,1 3-10 0,-1 1-1 0,1 0-16 15,1 1 3-15,0-1-3 0,1-1 2 0,2 1 11 0,0-2-17 0,2-1-3 16,1-4-2-16,0 1-7 0,2-4-3 0,0-1-4 0,0-4-5 15,4-3-8-15,-1-3-2 0,3-5 4 0,0-3 0 0,1-2 8 0,0-4 9 16,-1-2 4-16,0-3 10 0,-1-2 8 0,0-1 0 0,-1-3 3 16,0-2 1-16,-1-1 1 0,0-3 10 0,0 0-3 0,1-2 4 0,-1-1 3 15,0-3 0-15,1-1 5 0,0-1 6 0,0-1 1 0,-1 0 5 0,-2 0-2 16,2-1 1-16,-1 2-4 0,2 1-7 0,1 1-6 0,-2 3-10 16,2 4-2-16,-3 3-4 0,-1 3-3 0,0 2 3 0,-2 2-7 0,1 3 6 15,0 2 1-15,-2 2-3 0,1 2-1 0,-2 4 1 0,0 3-2 0,0 2-1 16,-1 3 1-16,-1-1-5 0,2 2 1 0,-3 1 0 0,1 0-5 15,-1 1 1-15,0 0-5 0,1 0-5 0,-1 0 1 0,0-2-17 0,1-1-6 16,0-1-13-16,0 0-17 0,1-3-7 0,0 0-9 0,-1-1-10 0,0-1-8 16,0-3-16-16,1 1-23 0,0-1-19 0,-1-2-22 0,1 0-14 15,1-2-4-15,0 0 17 0,1-3 29 0,1-1 46 0,0 0 41 0,1-2 28 16,0-1 25-16,0-1 5 0,2-1 7 0,-1-1 3 0,2 0 8 16,0-2 1-16,2-1 12 0,0-1 8 0,1-2 4 0,-1 0 10 0,3 0 8 15,0-3 1-15,1-1 5 0,-1 0-1 0,2-2-5 0,1 0-1 0,-1-1-10 16,2-2-6-16,1 0-2 0,-3-2-1 0,2-2 10 0,0 2 6 15,-1-2 9-15,1 1 3 0,-1 1-1 0,-3 0 11 0,1 0-6 0,-2 0 7 16,0 0 3-16,-4 2-8 0,0 1 4 0,-2 1-6 0,-2 1-5 16,-2 2-1-16,-3 2-2 0,-2 2 10 0,-1 1-1 0,-3 3 5 0,-1 0 2 15,-3 2-8-15,0 1 2 0,-1 1-5 0,-1 3-3 0,-2 2-7 0,1 1-4 16,-4 1-14-16,1 2-2 0,2 3-9 0,-1 1 2 0,2 3 9 16,-2 1-3-16,0 2 2 0,0 1-8 0,1 1-1 0,2 2-6 0,2 2-6 15,1-1-1-15,2 3-7 0,3-1-1 0,1 0 0 0,2 1 2 0,2-1-6 16,2 0 6-16,1-2-6 0,2-3-2 0,2-1 2 0,1-2-7 15,2-3 1-15,0 0-7 0,1-2-6 0,2-2-3 0,1 0-34 0,1-1-47 16,0 0 5-16,2-2-8 0,-2 1-10 0,1-3-11 0,0-1-88 0,-1-2-105 16,0-2-72-16,0 0-61 0,-1-1-33 0,-1-1 58 0,0-1-102 15</inkml:trace>
  <inkml:trace contextRef="#ctx0" brushRef="#br0" timeOffset="15451.63">24008 4854 1115 0,'10'3'408'0,"1"2"-217"15,5 0 6-15,-1 0 17 0,0-2 3 0,4 1-24 0,0-1-48 0,2-1-34 16,3-1-23-16,0-1-19 0,1-1-5 0,0-1-20 0,0-1-14 0,1 0-13 16,0-1-6-16,2-1-6 0,0 0-3 0,1 0-2 0,-1 1-11 15,-1-1-6-15,0-1-16 0,-2 0-22 0,1 0-46 0,-1 1-53 0,1-1-74 16,-1 1-105-16,-1 0-78 0,0 0-66 0,-1 0 0 0,0 0-10 0</inkml:trace>
  <inkml:trace contextRef="#ctx0" brushRef="#br0" timeOffset="16169.15">25248 4201 1491 0,'-9'3'628'0,"0"0"-602"0,-2 3 18 0,3 0 31 16,2 1 21-16,1 2 16 0,1 1 11 0,1 2-12 0,0 3-13 0,1 2-13 16,0 1-9-16,1 4-11 0,0 4-14 0,1 2-8 0,1 4-6 0,0 2-16 15,1 4 2-15,2 2-4 0,-1 3-6 0,1 2 5 0,0 3-6 16,1 1-5-16,0 0 0 0,0 0-3 0,1-1-6 0,1-3 4 0,1-2-4 16,0-3-1-16,2 1-1 0,-1-6-10 0,0-2-4 0,0-4-2 15,2-2 1-15,1-4 8 0,0-3 11 0,0-4-1 0,-1-4-1 0,1-2 2 16,1-2 0-16,0-3 7 0,0-2 9 0,-2-2 3 0,0-1 3 15,-1-4 3-15,0-2 0 0,0-1 7 0,0-3 1 0,-1 0-4 0,1-2 0 16,-1-2 0-16,0-2 6 0,-2 0 6 0,1-2 0 0,-1 0 6 0,0-1 0 16,0 0-5-16,-1 1-6 0,1-1-13 0,-1 3-9 0,1 1-3 15,0 2 3-15,0 4-3 0,0 1-3 0,-1 4-4 0,-1 2 2 0,2 1-2 16,-1 3-2-16,0 2 3 0,-1 3-5 0,1 1 2 0,-1 3 2 0,0 1-4 16,1 3 0-16,0 0 0 0,0 3-2 0,-1-1-9 0,1 0-3 15,0 1-3-15,1-1-3 0,0 0 18 0,0-2-5 0,1-1-1 0,1-1 0 16,-2-1 1-16,3-1-5 0,0-2-1 0,0 1-12 0,0-2-3 15,1-2 5-15,-2-1 2 0,1-2 14 0,0-2-1 0,0 0-3 0,0-2 3 16,-1-1 1-16,0-1 1 0,0-2 2 0,2-1 3 0,0 0 2 0,1-2 1 16,-1-1 2-16,-1 0 0 0,2-1-2 0,-2-1 0 0,2 0-1 15,1-2 3-15,-1 1 2 0,1-1-14 0,0 0 5 0,1 2-1 0,0 1 11 16,-1 2 10-16,1 3-4 0,-1 0 4 0,0 1-19 0,-2 0 4 0,0 2-4 16,0 1-5-16,0 2 7 0,0 0 4 0,1 1-2 0,-1 0-2 15,1 0 0-15,0 1-10 0,1-1-7 0,0 0 6 0,-1 0-8 0,1 0 4 16,1-2 15-16,0 1-7 0,0-1 5 0,-1 1-2 0,1-2 0 0,1 0 6 15,-1 0 11-15,-1-3 6 0,1 0 4 0,-1-1-5 0,-1-1-10 16,0 0-2-16,-1-1-3 0,0-1 3 0,0-1 2 0,-1-1-1 0,-1 2 3 16,-2-2-1-16,-1 1 6 0,-2-1-5 0,0-1 1 0,-1 2 1 0,-1-1-1 15,-3 0 3-15,-1 1-3 0,-1-2 4 0,-1 0-7 0,-3 1 2 16,-1 0-3-16,-2 0-1 0,-2 0 2 0,-1 0-4 0,-1 1 6 0,0-1-10 16,-2 3-2-16,1 1 0 0,0 1-4 0,-1 2 6 0,0 2-2 15,-1 2-6-15,1 3 4 0,0 2-1 0,0 2-3 0,0 3 4 0,1 2-2 16,0 1-1-16,2 1-3 0,0 0-4 0,3 1-3 0,1 1-9 0,2-2-14 15,1-1-15-15,3-1-28 0,0 0-16 0,3-2-34 0,2 0-41 16,2-3-32-16,2-1-55 0,3-2-62 0,0-1-40 0,4-2-52 0,2-4-19 16,3-1 32-16,0-4 96 0,2-1-47 0</inkml:trace>
  <inkml:trace contextRef="#ctx0" brushRef="#br0" timeOffset="16368.15">26813 4485 935 0,'9'-16'724'0,"-1"-1"-422"0,2-4-13 0,-3 3-11 0,-4 3-45 15,1 1-42-15,-1 2-43 0,-2 3-32 0,1 2-18 0,-1 1-17 16,0 3-9-16,0 1-8 0,-2 3-10 0,2 1-5 0,-2 3-7 0,0 2-8 16,1 2 0-16,-2 4-7 0,1 3 0 0,0 5-8 0,-1 1-24 0,0 6 18 15,0 3-13-15,0 5 2 0,1 4 14 0,0 3-26 0,1 4 12 16,2 1-6-16,0 1-6 0,2-1 2 0,0-2-11 0,0-2 2 0,-1-4-14 16,0-4-28-16,0-1-24 0,-1-6-47 0,-1-3-27 0,-1-3-29 15,0-4-52-15,-2-1-76 0,0-2-100 0,-1-3-131 0,-1-3-48 0,-1-1-3 16</inkml:trace>
  <inkml:trace contextRef="#ctx0" brushRef="#br0" timeOffset="16534.14">26450 4786 1654 0,'-2'-10'151'0,"1"-1"-46"0,1-2 30 0,2 3 1 0,0 3-4 0,2 3-10 16,1 0-22-16,2 1-19 0,2 0-7 0,3 1-4 0,0 1-3 15,3 0 4-15,3-1-9 0,0 1-7 0,4-1-10 0,1 0-18 0,1 0-11 16,5-1-7-16,-1 1-4 0,0-1 0 0,2 0 1 0,-3-1-3 0,2 0-6 15,1 0-4-15,0-1-11 0,1 1-10 0,1 0-17 0,-2 2-42 16,1-2-57-16,-3 1-90 0,1 0-132 0,-1 0-125 0,-1 2-82 0,0-1-30 16,-1 2 152-16</inkml:trace>
  <inkml:trace contextRef="#ctx0" brushRef="#br0" timeOffset="18003.66">28066 4821 1398 0,'-7'10'275'0,"0"1"-139"15,-1 1 27-15,1-1 0 0,2-3-1 0,3 0-29 0,1-3-27 0,2-1-23 16,2-1-21-16,1-2-6 0,1-1-4 0,1 0-14 0,2-3-8 0,3-1-11 15,1-2-4-15,2-3-3 0,3-1 3 16,2-1-3-16,0-2-2 0,3-3 2 0,1-1-2 0,0-2 7 0,0-2-5 0,1-1-2 0,-1 0-3 16,-1 0-5-16,-1-1 3 0,-2 2-3 0,0-1-1 0,-3-1 1 0,-2 2 0 15,-1-1 6-15,-4 1 1 0,-2 0-7 0,-3 1-2 0,-2 1 12 0,-3 2 2 16,-2 0 12-16,-2 4 2 0,-3 1-7 0,-1 3 8 0,-2 2 3 16,0 1 4-16,-1 3 3 0,-1 2-10 0,-1 1-1 0,-1 3-6 0,1 1-4 15,-2 3-3-15,-1 3-6 0,1 1-11 0,1 2-13 0,-1 4 3 16,1 1 6-16,0 1 10 0,3 4 14 0,-1 0-5 0,2 5-9 0,1 1-1 15,1 0-8-15,3 3 8 0,2 0-3 0,1 1-1 0,2 0-3 0,2-2-5 16,2 0 1-16,1-4-2 0,3-1 4 0,3-2-5 0,2-2 2 16,2-1-2-16,2-3-1 0,0-2 6 0,2-2 1 0,1-2 0 0,1-3 3 15,3-2-2-15,-1-2 4 0,-1-3-2 0,2-1 2 0,-2-1 0 16,-1-2 6-16,0-2 6 0,-3-2 5 0,0-3-3 0,1-2 1 0,-1-1-6 16,-1 0 3-16,1-2 1 0,-1-1 3 0,0 0 1 0,-2-1-1 0,0 1-1 15,-2-1 0-15,-1-1 5 0,0 1-3 0,-2-2 3 0,0 1-3 16,1-1-2-16,-2 2-2 0,0-1-4 0,-1 3 4 0,0 2-7 0,-1 4 3 15,0 2-1-15,-2 2 1 0,0 2-1 0,0 1 1 0,-1 3 5 0,0 1-1 16,-1 2 0-16,1 3-3 0,-1 2-5 0,0 5-1 0,-1 1-2 16,0 1 2-16,0 1-2 0,0 1 0 0,0 0 1 0,1-1-1 0,0 0 0 15,0-1-4-15,2-2 0 0,1 0 2 0,0-1-3 0,2-1 5 0,0-3-2 16,1-2-2-16,1 0 5 0,0-3-3 0,2 0 4 0,0-3-6 16,0-1 0-16,1-3 8 0,0-1-4 0,1-1 11 0,0-2 7 0,-1-1-7 15,2-1-1-15,-1-1-11 0,2-1-1 0,0-1 4 0,-2 0 0 16,2-1 4-16,-1 2-6 0,0-2 4 0,0 0-3 0,0 0 5 0,0-1 2 15,-1 1-4-15,-1 0 1 0,0 0-1 0,0 0 2 0,0 2-2 0,0 1 0 16,0-1-2-16,1 2-4 0,0 1 7 0,-1 2-3 0,-1 2 0 16,1 2 6-16,-1 2-4 0,1 1-2 0,-1 2 0 0,-1 2-1 0,0 2-3 15,-2 1 2-15,1 0-2 0,-1 2 0 0,1 1 2 0,-1 1-2 0,0 0 4 16,0 0 0-16,0 1-4 0,-1 0 2 0,0 0-10 0,0-1 8 16,1-1-4-16,-1 1 6 0,0-1 0 0,1-1-6 0,-1-1 0 0,-2-1-3 15,2 0 1-15,-2-1-6 0,0-1 2 0,0-1-3 0,0 0-5 16,0-1 1-16,0 0-8 0,-1-2-6 0,1 0-9 0,-1-2-12 0,0 0-8 15,0-1-13-15,-1 0-14 0,1-1-6 0,0-1-8 0,-1-2-6 0,0 0-1 16,1-1-5-16,0 0-4 0,0 0 11 0,0-2 14 0,0 0 18 16,-1 0 20-16,1-1 14 0,-1 2 18 0,1-2 13 0,-1-1 7 0,1 0 7 15,-1-1 6-15,0 0 4 0,0-1 10 0,1 2 6 0,-1-2 9 0,-1 0-1 16,1 0 14-16,-2-1 0 0,0 1 1 0,-2 1-9 0,0 0-11 16,-1 1 1-16,-1 1-3 0,-1 1 6 0,-1 1 1 0,1 1-3 0,-3 1-2 15,0 1-3-15,0 2-3 0,-1 0-2 0,-1 2-8 0,0 1-1 16,-1 1-5-16,0 0-1 0,0 2-2 0,0 2 0 0,-1-1 0 0,1 2-2 15,0-1 2-15,1 2-2 0,0 1 0 0,0 1-2 0,1 2 2 0,1 1 0 16,1 0-3-16,0 2-1 0,2-1-1 0,0 2-4 0,2 0 1 16,1-1 2-16,0 0-1 0,3-1 0 0,0 0-3 0,1-3-4 0,2 2-2 15,1-1 4-15,3-2-15 0,0-1 4 0,3-1-5 0,0-2 0 0,2 1 17 16,1-2 2-16,1-1 6 0,1-1-4 0,0-1 2 0,2-1-4 16,0-2 5-16,-2 0 4 0,1-1-8 0,-1 0-1 0,0-1-2 0,0 0-3 15,-1-1 7-15,2-1-1 0,-3-1-3 0,3-1 6 0,0 0 1 0,-1 1 11 16,-1-1 2-16,-1-1 2 0,0 1-2 0,0-1-11 0,-1 0 1 15,1 2-3-15,-1 0-1 0,0 1 3 0,-2 0 1 0,0 2 3 0,0 0-2 16,0 1 0-16,-1 2 2 0,0 0-7 0,-3 2 1 0,0 0 3 16,0 0-3-16,0 2-1 0,-1 0 2 0,1 0-4 0,0 1 1 0,-1-1 1 15,2 0-2-15,-1-1-12 0,1-1 8 0,0-1-7 0,2-1 4 0,-1 0 3 16,0-1-1-16,3-1 0 0,0-2 1 0,0 0 11 0,0-2-12 16,-2 0 14-16,2-1-11 0,1-1 2 0,-3-1 4 0,1 1-1 0,-2-1 4 15,0 0-3-15,1-3 5 0,-1 0-5 0,1-1 6 0,-1-1 5 0,0 3-1 16,0-2 2-16,-1-1 6 0,0 1-2 0,-1-2 2 0,-2 2 2 15,0-2-2-15,-1 0-2 0,-2 0 1 0,0 0-1 0,-1 0-3 0,-2 0-1 16,0-1-3-16,-1 1 1 0,-1 0-7 0,-2-1 2 0,-1 0 1 16,-2 2-8-16,-2 2 3 0,-1 0-1 0,-1 3-4 0,-1 1 4 0,1 3-8 15,-3 2 2-15,1 2-5 0,-1 2-3 0,-1 3 1 0,0 2-6 16,-2 1-2-16,1 2-7 0,1 1 3 0,0 3-1 0,-1 2-5 0,2 0-5 16,1-1-11-16,4 0-14 0,1 0-6 0,1 1-16 0,2-2-11 0,2 0-8 15,2 0-19-15,2-2-19 0,3 0-18 0,3-3-20 0,2 0-11 0,1-1-6 16,4-1 3-16,0-2 22 0,2 0 30 0,0-2 36 0,1-1 38 15,2-1 27-15,0 0 22 0,0-2 20 0,1-2 16 0,0 0 14 0,0 0 17 16,1-1 16-16,0 0 16 0,-3 0 14 0,3 0 7 0,-1 1 2 16,-2 0-5-16,2 1-6 0,-2 0-14 0,-3 1-11 0,3 0-12 0,-3 0-15 15,-1 1-4-15,-1 1-11 0,1 1-8 0,-1 0-2 0,0 0-1 0,-1 1-3 16,-2 0-1-16,-2 0 2 0,-1 0-7 0,0-1-5 0,-1 1 1 16,0-2-6-16,0 1 1 0,0 0-2 0,0-2 5 0,-1 1-5 15,0-2 1-15,0-1 3 0,1 0-9 0,-1-2 8 0,1 0 0 0,-2-1 5 0,1-1 5 16,-1-1 5-16,1-1 1 0,-1 2 2 15,0-2 12-15,0-1 5 0,-1 1 5 0,1-2 5 0,-3 0-4 0,2-1-3 0,0 1 0 0,-2-2-2 16,0 0 4-16,0 1 3 0,-1-2 1 0,0 1-1 0,-2-3 0 16,-1 1-5-16,-2-1-1 0,1 2-2 0,-4-1-7 0,0 0-3 0,-4 0-5 15,-1 0-4-15,0 2-6 0,-1 0-6 0,-2 1-7 0,1 2-9 0,-3 1 0 16,0 2-6-16,-2 3-3 0,1 1-1 0,-1 3-1 0,0 0-7 16,0 2 3-16,1 2-7 0,-1 0-6 0,0 0-10 0,1 0-15 0,1-1-15 15,2-1-17-15,1-1-30 0,2 0-40 0,2-1-36 0,1-2-42 0,5-1-29 16,0-1-41-16,2-2-39 0,3-3 6 0,1-1 34 0,2-1 73 15,1-4 64-15,2-1-65 0</inkml:trace>
  <inkml:trace contextRef="#ctx0" brushRef="#br0" timeOffset="18351.66">30430 4206 748 0,'9'-21'424'0,"1"-2"-97"0,2-8 7 0,-2 5-48 16,0 2-56-16,0 3-48 0,-1 3-43 0,0 2-36 0,-2 4-29 16,-1 3-12-16,-1 4-1 0,0 4-1 0,0 2 13 0,-2 4 4 0,-1 4-4 15,0 3 2-15,-1 4-21 0,-1 3-13 0,0 7-12 0,-2 5-13 0,1 4-4 16,-1 3-1-16,1 6 0 0,0 2-6 0,-1 5 4 0,0 1-18 15,-1 4 7-15,1 0 2 0,2 0 0 0,-1 0 13 0,1-3-9 0,-1-2 2 16,0-1-3-16,3-2-1 0,-1-3 4 0,1-2-4 0,2-2-6 16,0-2 0-16,1-2-20 0,2-3-9 0,1-1 7 0,0-6-1 0,-1-2 12 15,2-4 6-15,0-4-8 0,1-2-1 0,1-3-3 0,-1-3 4 0,0-2 5 16,1-4 6-16,-2-3 12 0,1-2-8 0,0-3 7 0,0-2-1 16,1-1 3-16,-1-2 6 0,-1-1 1 0,2-2 1 0,-1 0 1 0,1-2-1 15,-1-1-12-15,-1-1 5 0,-1 1 10 0,1-1 2 0,0 1 10 0,0 0-3 16,-1 0-12-16,1 0-8 0,-1 2-7 0,-1 3 4 0,1 1-2 15,-1 3 2-15,2 1-1 0,-1 2 3 0,-1 1 0 0,0 2-3 0,-1 3 1 16,0 0-4-16,-2 2 0 0,2 2 0 0,0 0 0 0,0 1 2 16,0 1-4-16,-1 1-5 0,0 1-3 0,1 1-3 0,1 0 0 0,-2 1-3 15,1-2-1-15,-1 0-20 0,0-2-8 0,1 0-12 0,-2-2-18 0,1 0-9 16,-1 0-24-16,0-2-33 0,1-1-27 0,-1-2-26 0,0-1-19 16,-1 0-30-16,0-2-32 0,-1-1-52 0,0-1-49 0,1-1 11 0,-2 1 68 15,0-3-86-15</inkml:trace>
  <inkml:trace contextRef="#ctx0" brushRef="#br0" timeOffset="18656.66">31015 4747 1018 0,'-1'-1'242'0,"2"1"-37"16,-1 0-15-16,2 1-29 0,1 1-31 0,2 1-28 0,2 1-11 16,1 1-14-16,2 0-11 0,2 1-9 0,0 0-10 0,3 0-7 0,2 1-9 15,-1-1-13-15,1 3-7 0,-1 1-3 0,1 2-3 0,0 0-4 0,-3 1-2 16,2 0-4-16,-2-1-1 0,1 1 6 0,0-2 0 0,0 1 0 15,0-2-2-15,-1 1 1 0,-2 0-6 0,2-1-2 0,0-1 1 0,0 0-3 16,1-3 4-16,-1 0 5 0,2-2 14 0,1-2 9 0,0-3 8 16,3 0 12-16,2-4 2 0,1 1 10 0,1-1 1 0,0-3 7 0,0-1-10 15,1-2-13-15,0-1-10 0,-1-3-12 0,1 1-3 0,-1-2 2 0,-1-1 4 16,-1 0 5-16,0 0-2 0,-5-1 0 0,-1 0-1 0,-6 1-1 16,-2-1 3-16,-2-1-3 0,-5 1 1 0,-3 2 2 0,-5 2 5 0,-3 1 9 15,-1 3-1-15,-6 2-8 0,-2 5-10 0,-2 1-13 0,-5 3-5 0,-1 3-2 16,1 5-3-16,-4 3-2 0,0 6-2 0,0 4-3 0,-1 5-3 15,-1 5-4-15,2 3-25 0,0 4-18 0,2 5-38 0,-1 4-41 0,2 2-45 16,0 3-59-16,2 0-101 0,1 0-128 0,0-1-67 0,2-3 79 16,-3-1-31-16</inkml:trace>
  <inkml:trace contextRef="#ctx0" brushRef="#br0" timeOffset="22399.7">8587 5892 743 0,'59'-32'-211'0,"8"1"132"0,18-3 51 0,-7 14 28 0,-5 10 1 16,4 4-3-16,2 4-3 0,2 3 0 0,1 4-2 0,0 4-10 15,-3 4-12-15,0 6-10 0,-3 4 0 0,-2 3 6 0,-6 7 8 0,-6 3 6 16,-5 8-6-16,-8 5-36 0,-8 5-50 0</inkml:trace>
  <inkml:trace contextRef="#ctx0" brushRef="#br0" timeOffset="65309.77">7243 9103 1 0,'57'85'0'0,"-29"-33"7"0,-24-27 81 0,-16-16-149 0,-1-3 185 15,2 1-94-15,1 1-17 0,0-1-1 0,1 0-2 0,0 0 0 0,1 1-3 16,0 0-3-16,-1 2-2 0,2 2 2 0,-1 1 1 0,1 2-1 16,-1 1 0-16,0 3 2 0,0-2-1 0,0 4 3 0,-1 1 2 0,2-1-8 15,-2 4 3-15,1 2-11 0,-1-1-15 0,0 4-15 0,1-1-132 0</inkml:trace>
  <inkml:trace contextRef="#ctx0" brushRef="#br0" timeOffset="65719.77">7547 9408 47 0,'-26'40'3'0,"-10"18"0"0,-5 14 1 0,5-3 0 0,10-14 3 16,2 2-31-16,1 5-17 0</inkml:trace>
  <inkml:trace contextRef="#ctx0" brushRef="#br0" timeOffset="69456.77">7503 13601 23 0,'-34'58'1'0,"-6"13"0"0,-7 14 0 0,5-10-1 0,13-22 0 15,3 0 0-15,1-1 1 0,3-1 2 0,4-1 1 0,1-1 0 0,3-1-1 16,1-1-2-16,3-1-6 0,1 0-17 0</inkml:trace>
  <inkml:trace contextRef="#ctx0" brushRef="#br0" timeOffset="76071.77">9310 5685 760 0,'-3'8'80'0,"-1"0"7"0,0 1 37 16,-1 0 43-16,2-2 15 0,1-1-1 0,0-2-10 0,0 0-16 0,1-1-19 15,0-1-14-15,0-1-8 0,-1 0-10 0,0-2-7 0,1 1-9 0,0-2-13 16,0 0-7-16,1-1-8 0,0 0 3 0,1 0-6 0,0-2-1 16,1-1-5-16,2-1-5 0,1 0-4 0,1-2 3 0,0-1-10 0,1-1 0 15,2 0 1-15,1-3-9 0,2 1 3 0,2-3-5 0,-1 0-7 16,2 0-3-16,2 0-8 0,2-2 0 0,-1-1-3 0,3 0 1 0,2-3 1 16,-2-2-1-16,3-1-3 0,-1-3 2 0,4 1-3 0,1 0 1 0,0 1 2 15,0-2 0-15,-2 0-4 0,0 0 3 0,-1 0-8 0,0 1-4 16,1 0 16-16,0 1-2 0,4-1 10 0,-1 2 0 0,1-2-25 0,-2 1 3 15,0 1 2-15,-3 0-1 0,1 3 8 0,-1-1 2 0,-1 2-3 16,-1 3-1-16,-2 1 2 0,-1 2-2 0,-2 2-2 0,-2 2 2 0,1 1 0 16,-2 1 4-16,-2 1 0 0,0 2-6 0,-3 1-2 0,0 3-8 0,-2 2-25 15,-1 1-48-15,-3 2-61 0,-1 2-71 0,-1 2-73 0,-2 2-105 16,0 1-134-16,0 0-61 0,-1 0-212 0</inkml:trace>
  <inkml:trace contextRef="#ctx0" brushRef="#br0" timeOffset="76770.77">9983 4471 713 0,'0'-1'268'16,"0"1"-158"-16,0 1-15 0,0-1 2 0,1 0 6 0,2 1 3 0,0-2 6 15,2 1-4-15,1-2-10 0,1 0-10 0,2 0-14 0,2-2-11 16,0 0-15-16,5-1-12 0,1 0-6 0,2-1-9 15,1 1-7-15,1-1-5 0,1 2-8 0,2-1 2 0,2 2-3 0,1 1 0 0,0 0 0 16,-1 1-1-16,1 1 5 0,-2 1-5 0,-2 0 2 0,0 1-2 0,-1-1-4 16,0 1 7-16,-1 0-1 0,-1 1 4 0,-2 0 1 0,0 0 7 0,-2 1 5 15,-1 1 20-15,1-1 16 0,-2 2 15 0,-2 0 12 0,-2 0-1 16,0 2 3-16,-1 0-8 0,-1 1-1 0,-1-1-15 0,-2 1-8 0,-2 0-9 16,-2 3-8-16,0 0 4 0,-2 1-6 0,0 1-11 0,-2 1-4 0,-1 0-8 15,-2 1-4-15,-1 0 1 0,-1 1-8 0,-1 1-3 0,0-1 6 16,1 2-4-16,-2-1-14 0,1-1-30 0,-2 2-49 0,0-1-58 0,-1-1-65 15,1-1-69-15,0 0-64 0,0-2-72 0,3-4-30 0,1-4 36 16,1-4-80-16</inkml:trace>
  <inkml:trace contextRef="#ctx0" brushRef="#br0" timeOffset="77104.77">11149 3890 1138 0,'3'8'183'0,"0"0"-18"0,0 2 27 0,-2-1 15 16,1-1-5-16,-1-3-15 0,1 1-29 0,0-3-30 0,0 0-23 0,0-2-15 15,-1-1-6-15,-1-1-3 0,0-1-13 0,-1 0-12 0,-1-2-16 16,-1 2-10-16,-1-1-8 0,-2 0-4 0,-2 0-1 0,-1 1-4 0,-1 1 1 16,-2 0-5-16,-2 3-6 0,-1 1 3 0,0 2-3 0,0 1-1 0,-1 4 0 15,1 1-1-15,0 1 1 0,3 3 0 0,-2 1 0 0,2 2-2 16,0 2 0-16,3 1 0 0,2 2 2 0,1 3-2 0,3 1-2 0,3 3-4 15,2-2 6-15,1 1-3 0,3-2-1 0,1-1 6 0,3-2-5 0,2-1-3 16,1 0 1-16,1-1 1 0,1 0 4 0,2-1-5 0,0-3 0 16,1-2-2-16,0-2-4 0,1-5 2 0,2-3-6 0,-1-3-6 0,2-3-11 15,-1-2-6-15,1-2-5 0,0-1-10 0,-2-2-5 0,0-1-2 16,-1-2-5-16,-1-1 0 0,-3-2-14 0,1-2-42 0,-3-3-83 0,-1-2-57 16,-2-1-49-16,-2-3-58 0,-2-1-12 0,-1-2 28 0,-1-2-145 0</inkml:trace>
  <inkml:trace contextRef="#ctx0" brushRef="#br0" timeOffset="77838.77">11361 3452 730 0,'-3'0'203'0,"-1"2"-35"0,-2 1 13 0,1 4-14 15,0 3-15-15,2 2 7 0,0 4 9 0,1 1 0 0,1 4-11 16,0 2-18-16,3 0-15 0,-1 2-18 0,2 1-14 0,2 4-2 0,2 1-11 16,2 3-14-16,1 1-7 0,0 2-6 0,2-1-19 0,0 2 2 0,0 1-9 15,0-1-7-15,1 2 4 0,0-1-14 0,1 0-4 0,-1 1-3 16,0-2-2-16,-1 0-3 0,0-1-10 0,0-5-13 0,0-2-25 0,-2-4-39 15,0-2-56-15,0-2-66 0,0-2-86 0,1-3-89 0,1-1-66 0,-1-2-1 16,-1-4 73-16,1-1 127 0,-1-5 110 0,0-2 75 0,0-5 47 16,-2-4 15-16,1-2 9 0,-1-3 6 0,0-2 9 0,-1-2 22 0,0-2 33 15,-2 0 46-15,0-2 54 0,-1 0 33 0,0 0 14 0,0 0-8 16,0 0-29-16,1 2-30 0,-1 1-23 0,1 1-25 0,0 2-19 0,2 3-16 16,0 1-5-16,1 4-12 0,1 1-4 0,0 4-5 0,-1 2-7 0,1 2-4 15,-1 2-8-15,0 2-3 0,1 2-3 0,1 0-7 0,0 1 1 16,0 1-6-16,2-1-2 0,-1 0 1 0,1 1-1 0,0-3 3 0,-1 1-4 15,0-2-3-15,1-1 1 0,0-2-2 0,0-3-4 0,1 1-4 0,0-2 0 16,-1-1 1-16,-1-1 4 0,-2-3 5 0,0-1 4 0,-1-2-1 16,0-2 2-16,0-1 5 0,-1-1 4 0,0-1 5 0,-2-1 5 0,-1 0-4 15,-1 0 1-15,-1-2-2 0,-1 0 7 0,-1 0 7 0,-2 1-2 16,0 1 3-16,-3-1-4 0,-1-1-12 0,-2 2-1 0,-2-1-7 0,-1-1-1 16,0 1-4-16,-1 1-1 0,-1 1 2 0,-1 2-1 0,0 2 1 0,1 2 1 15,0 1-3-15,2 3 1 0,0 2-2 0,1 3-1 0,1 1-1 16,0 3-7-16,0 1 5 0,1 1-4 0,1 3 0 0,2 1 4 0,1 1-4 15,2 3-1-15,1 0 4 0,1 0-8 0,3-1 1 0,1 1 0 0,1 1-5 16,1-1 2-16,2 0-4 0,1 0-6 0,1-1-4 0,0 0-11 16,2-3-3-16,2-1-9 0,0-2-9 0,1-2-12 0,0-1-5 0,1-2 2 15,1-1 9-15,-1-1 22 0,1-2 11 0,2-1 10 0,0 0 2 16,1-2 1-16,0-1-45 0,0 1-33 0,-1-2 8 0,-2 0 5 0,1-1 45 16,-2-1 35-16,0-2 6 0,-1-2-1 0,-1-2 5 0,-1-2 3 0,1-2 3 15,0 2 3-15,0-2 7 0,-2-1 0 0,-2 0 4 0,1-1 4 16,-1-2-1-16,0 0 7 0,-2 0 2 0,0 0 3 0,-1 1 6 0,-3 0-1 15,1 0 3-15,-2 3 6 0,0 4 2 0,-2-1 7 0,0 3 2 0,-1 0-5 16,-1 2 1-16,1 3-2 0,-3 1-6 0,1 1-3 0,-1 3-2 16,0 1-5-16,0 2-10 0,-1 0-1 0,1 2-8 0,-1 0 2 0,1 1 3 15,0 1 0-15,1 0-3 0,0 2-5 0,1 0-10 0,1 0-5 0,1 0-4 16,2 1-2-16,0 0 11 0,1 1 4 0,1 0-8 0,1 1 6 16,-1 0-7-16,1 0-8 0,2-1 1 0,1 1-5 0,-1 1 3 0,0-1 0 15,0 1 0-15,-1 0 0 0,-1 2-2 0,-1 0 0 0,0 0 0 16,-1-1 2-16,0 0 0 0,-2 1 2 0,0-1-2 0,-1 1 4 0,-1-1-1 15,-1 1-3-15,-3 1-2 0,0 1-1 0,-1-2-6 0,-1 1 2 0,0-1-9 16,-1-1-3-16,-1-1-7 0,0-2 2 0,-1 1-2 0,1-1-6 16,-1 0 3-16,-1-3-12 0,3 0-6 0,-2-2-6 0,2-1-16 0,1-1-14 15,1-1-9-15,0-2-22 0,2 0-23 0,1 0-40 0,1-3-40 16,2 1-35-16,1-1-32 0,1-3-2 0,2-1 23 0,1-2 25 0,2-2 61 16,2-2-34-16,0 0 24 0</inkml:trace>
  <inkml:trace contextRef="#ctx0" brushRef="#br0" timeOffset="78138.77">12807 3635 672 0,'-1'-5'254'0,"-2"-1"-33"0,0 1 5 0,-2 2-2 0,-2 3-21 0,0 2-38 15,0 2-35-15,-3 1-16 0,0 1-11 0,0 2-11 0,-1 2 3 0,-1 0-10 16,2 1 0-16,0 1 4 0,0-1-3 0,0 2-5 0,1 1-6 16,0 0-8-16,2-1-8 0,2-1-1 0,0 0-7 0,3-1-5 0,0-1-6 15,2 0-6-15,2-1-3 0,1-3-7 0,1 1-6 0,0-1-5 16,3-1-4-16,0 1-3 0,2-3-14 0,2 0-1 0,0 0 2 0,2-1-10 15,0 0 10-15,1 1-2 0,1-1-4 0,0 1 0 0,-2-1-1 0,1 1-1 16,-1 0 1-16,-1 0 1 0,-2-1 3 0,-2 2 6 0,1 1 4 16,-2 1 4-16,-1 0 5 0,-1 1-8 0,-2 1-2 0,-1 0-1 0,-1 1-5 15,-2-1 5-15,-1 1-5 0,-1 1-8 0,-1 0 4 0,-1 0-6 0,-1 0 1 16,-1 1-6-16,-1-1-8 0,-1 0 0 0,0 1 2 0,0-1 0 16,0-1 4-16,0 0 0 0,-1 0-4 0,2 0-1 0,-1 1-7 0,1 0-6 15,1-1-5-15,1 0-7 0,1-2-10 0,2-2-17 0,1 0-30 16,2-2-32-16,1-1-39 0,1-2-35 0,1-2-22 0,1-2-30 0,2-3-24 15,2 0 0-15,1-4 14 0,0-2 59 0,3-2-110 0</inkml:trace>
  <inkml:trace contextRef="#ctx0" brushRef="#br0" timeOffset="78322.77">13021 3782 576 0,'10'-5'397'0,"-1"0"-87"0,3 0-30 0,-2 2-18 0,-1 1-2 0,0 0-26 16,-1 2-17-16,1-1-36 0,0 0-31 0,1 1-23 0,-1 0-34 0,1 0-14 15,0 0-12-15,0-1-13 0,1 1-11 0,0-2-12 0,0 2-6 16,0-3-1-16,-1 1 0 0,1-1-6 0,0 0-5 0,1 0-10 0,-1 1-3 15,-1 0-1-15,-1 0 2 0,0 0 3 0,-1 0-4 0,0 0 0 0,0-2-2 16,0 1-7-16,0-1-6 0,-1 0 1 0,0 1-14 0,0 0-8 16,-2 1-22-16,0 0-24 0,-1 1-24 0,-2 1-25 0,0 0-34 0,0 0-53 15,-2 1-54-15,0 1-53 0,-1 0-72 0,-1 1-48 0,-2 1 23 0,0 0-147 16</inkml:trace>
  <inkml:trace contextRef="#ctx0" brushRef="#br0" timeOffset="78491.77">13165 4075 1048 0,'2'12'330'0,"2"0"-98"16,2 4 3-16,1-6 15 0,2 0-11 0,-1-2-34 0,2 0-40 16,0-1-33-16,2-1-23 0,1-2-18 0,0-2-15 0,0-2-10 0,2-1-4 15,-1-1-4-15,1-2-1 0,-1-1-4 0,1-2-11 0,0-1-1 0,0 0-6 16,-1 0-13-16,0 0 0 0,2-1-5 0,-1-1-7 0,-2-1-5 16,-2 1-5-16,-1-2-9 0,-1 2-8 0,-1-2-24 0,-1 0-40 0,0-2-54 15,-2 0-63-15,0 0-86 0,0-2-87 0,0 0-158 0,-1-1-142 16,0 0-66-16</inkml:trace>
  <inkml:trace contextRef="#ctx0" brushRef="#br0" timeOffset="78954.78">13532 3680 1937 0,'1'5'237'0,"2"-1"-42"0,1 1-1 0,1-3 6 0,0 0-4 15,2-1-29-15,0 0-33 0,-1-1-24 0,3-2-17 0,0 0-14 0,0-1-11 16,0-1-14-16,0 0-14 0,0-1-7 0,0 0-7 0,0 0-6 16,0-1 1-16,1 1-2 0,-1 0-5 0,1 0 3 0,-1 0-9 0,0 0-2 15,0 1 0-15,0 1-6 0,-1 0 2 0,0 1 9 0,-1 0-5 0,-1 1 6 16,0 1-2-16,0 2-12 0,0 0 2 0,-1 1-6 0,1-1 0 16,-2 3-2-16,0 0 4 0,-1 2-6 0,-1 0 3 0,-1 2 3 0,0-1-10 15,-2 2 6-15,0 0-1 0,-1 1-3 0,0 0 8 0,-1-1 0 16,0 1 2-16,-1-1 2 0,1-1 0 0,0 0-2 0,1 0 2 0,1-2-1 15,0 0-1-15,1-2 2 0,1-1 2 0,2-1-1 0,-1-1-1 0,3-1-1 16,0 0-1-16,0-1 0 0,2-2 4 0,1 0 0 0,1-1-4 16,0-1 5-16,1 0-3 0,2 1 0 0,0-1 2 0,-1 0-2 0,1 1-2 15,0 1 2-15,1 0 0 0,0 2-3 0,0 1 5 0,-2 1-1 0,1 1 1 16,-1 1 4-16,0 2-4 0,1 0-2 0,-1 2 0 0,-1 0 0 16,0 1 2-16,0 1 2 0,0 1-10 0,-1 0 0 0,0 1 2 0,-1-1 6 15,0 1 12-15,1 1 0 0,-3 1-3 0,0 0-1 0,-1 0 0 16,-2-1-1-16,0 0 1 0,-2-1-6 0,1 0 2 0,1-2-6 0,-2 1 0 15,-1 0 8-15,0-1-4 0,-3 1 3 0,1-1 1 0,-1-1-10 0,0 1 4 16,-1 0-2-16,0-1-4 0,-2 0 4 0,0-1 0 0,-1 0 0 16,-1-3-6-16,0-1-9 0,-2 0-7 0,0-1-11 0,-1-1-11 0,-1-1-16 15,1-2-22-15,1 0-25 0,-2-2-29 0,0 0-45 0,-2-2-44 0,0 0-61 16,-1-2-85-16,-1-1-143 0,-2-1-59 0,1 0 67 0,0-1-94 16</inkml:trace>
  <inkml:trace contextRef="#ctx0" brushRef="#br0" timeOffset="79721.77">10846 3306 1180 0,'-11'8'331'0,"1"1"-152"0,-3 1 44 15,1 2 19-15,3 0-10 0,0 3-19 0,2 1-42 0,1 1-36 0,1 4-26 16,1 1-28-16,1 2-13 0,0 7-16 0,0 2-12 0,2 3-7 15,1 3-6-15,1 2-9 0,3 4-6 0,1 5-6 0,0 4-14 0,4 5 8 16,1 5-5-16,4 3-2 0,2 6 3 0,1 3-21 0,3 3-11 16,2 3-24-16,0-2-40 0,3 2-19 0,0-1-28 0,-1-3-14 0,3 0 1 15,0-4-3-15,2-5 8 0,1-3 8 0,2-4 17 0,-1-4 17 0,2-4 17 16,0-4 26-16,1-4 21 0,0-4 22 0,0-3 16 0,0-6 7 16,-1-2 14-16,1-5 7 0,-1-2 12 0,3-3 10 0,-2-4 6 0,2-1 12 15,-2-3 7-15,-1-4 18 0,2-5 13 0,-1-3 15 0,2-4 2 0,-2-4-9 16,2-3-6-16,-1-4-10 0,1-3-10 15,2-1-4-15,0-3-6 0,3-1-2 0,0-1-5 0,2-2-6 0,1 0-5 0,4-2-8 0,-1 1-2 16,2-1-6-16,0 0-2 0,1 2-3 0,3-1-2 0,0 2 6 16,0-2-9-16,2 1-4 0,0 1-6 0,0 1-10 0,2 0 2 0,-1-1 3 15,1 1-7-15,1 0 3 0,-1-1-1 0,1 0 3 0,1-1-1 0,-1-1 0 16,-1 2 1-16,0 0-6 0,-1 2 3 0,0 1-4 0,0-1 1 16,-1 2 0-16,1 0-8 0,-3 1 5 0,1 2 3 0,-1 1 9 0,0 0 0 15,-2 2 2-15,-3 0-6 0,1 2-3 0,-3 1-8 0,1 0-1 0,-1 1 14 16,-2 1-3-16,-1 1 12 0,0-1-1 0,-4-1-6 0,1 0 9 15,-2-1 7-15,-2 0 13 0,0 1 6 0,-2-2-1 0,-1 0 3 0,-1 0-3 16,-1-1-9-16,-4-1 0 0,1-1 2 0,-3-2-7 0,-1 0 3 16,-2-1 1-16,1-2 0 0,0-2 8 0,-3-1-8 0,0-5 4 0,-3 0-10 15,-1-4 3-15,-3-1 0 0,-1 0-2 0,-2-2 6 0,-3-3-30 0,-3 0-4 16,-1-2 0-16,-2-2 0 0,-2 0 0 0,-3 0 0 0,-1-1 0 16,-4 2 0-16,-2 0 0 0,-2 1 0 0,-1 1 0 0,-3 0 0 0,-2 0 0 15,-1 2 0-15,-3 3 0 0,0 0 0 0,-1 2 0 0,0 1 0 0,-1 1 0 16,-1 0 0-16,-1 3 0 0,0-1 0 0,0 3 0 0,1 1 0 15,0 1 0-15,2 3 0 0,-2-1 0 0,1 2 0 0,1 1 0 0,-1 2 0 16,1 1 0-16,-1 1 0 0,0 1 0 0,2 3 0 0,-2 0 0 16,2 2 0-16,-1 2 0 0,-1 1 0 0,1 1 0 0,-1 2 0 0,2 1 0 15,0 1 0-15,1 1 0 0,1 1-24 0,0 0-46 0,0 1-9 0,1-1-22 16,-2 1-23-16,1 0-34 0,0-1-47 0,0 1-69 0,-1-1-87 16,0 1-92-16,0-1-208 0,-2 0 32 0,1-1-94 0</inkml:trace>
  <inkml:trace contextRef="#ctx0" brushRef="#br0" timeOffset="80004.77">11013 3331 1858 0,'-30'2'245'0,"-1"0"-229"0,-6 0 10 16,8-2 23-16,8-1 37 0,6 1 38 0,6-1 46 0,5 0 17 15,5 0-5-15,4-2-25 0,5 0-29 0,7-3-21 0,5-3-18 0,8-2-22 16,5-4-4-16,7-3-11 0,7-1 1 0,6-3 9 0,6-1-18 0,6-3-3 16,4-2-20-16,3 0-7 0,4-3-1 0,2 1-1 0,2-1-4 15,0 0-1-15,1-1-1 0,-1 0 0 0,0-1-4 0,-1 0 2 0,-1 1-4 16,-1 0 0-16,0 1 2 0,0 0-4 0,-1 0 6 0,2 0-2 0,-1 1-10 16,-1-1 14-16,0 2-16 0,-2-2-15 0,1 3-18 0,-2-1-43 15,0 2-17-15,-1 2-29 0,-1 0-35 0,-1 3-46 0,0 1-77 0,0 0-118 16,-1 2-142-16,0 0-111 0,-1-1-172 0</inkml:trace>
  <inkml:trace contextRef="#ctx0" brushRef="#br0" timeOffset="135527.76">6022 8660 396 0,'-24'9'34'0,"-2"4"-27"0,-4 3-9 0,5 0 2 15,6-1 2-15,2 1 1 0,0-1-1 0,2 1-3 0,1 2-1 0,4 0-2 16,2 0-4-16,2 1-1 0,1 1 1 0,1-1 3 0,1 1 2 16,3 1 4-16,0-1 0 0,2 1-2 0,0 1 1 0,1-1 0 0,0 1 2 15,2-1-1-15,0-1 2 0,0 2 1 0,1 1 4 0,2 1 2 0,0 2 2 16,3 0-2-16,-1 3-2 0,1-1-2 0,-1 2-2 0,-1 2-2 16,1 1 0-16,0 2-5 0,1 2 2 0,1-2-1 0,-1 3 5 0,3-1-1 15,2-2 0-15,0 2 0 0,-1-3-3 0,4-1 1 0,1-3 1 16,2-2 3-16,3-1 1 0,1-1 3 0,0-3 1 0,4-2 6 15,1-1 4-15,1-4 9 0,3-3 7 0,1-2 9 0,3-4 6 0,1-2 4 0,3-3-1 16,2-2-7-16,0-1-5 0,1-3-10 0,0-1-2 0,0-1-1 16,2-2-6-16,-1-1 0 0,0 0-4 0,0-2-4 0,0-1-1 0,-1-2-2 15,0-2-1-15,1 0-1 0,-1-2-1 0,0 1-1 0,0-1-3 0,-1-1 0 16,-1-1 0-16,-1 0-1 0,-1-1 5 0,0-2-12 0,-2 0 3 16,-1-3-2-16,0 0-5 0,-1 0 6 0,-1-3 0 0,-2 0 2 0,-1-1 5 15,-2 0 4-15,-1-3-1 0,1 1 0 0,-4-1 0 0,0 0-1 16,-2 0 6-16,-4-4-5 0,-1 0 7 0,-3-1-3 0,-2 2 0 0,-1 0 4 15,-1 0-4-15,-3 1-1 0,-2-2 2 0,-5 1-4 0,-1 3 6 0,-2 0 2 16,-3 1-3-16,-2 0 6 0,-2 1-3 0,-4 0-4 0,-2 3-2 16,-2 0-5-16,-2 2-1 0,0 1-3 0,-4 1-2 0,-2 2-1 0,0-1-5 15,-5 1-1-15,-2 2-7 0,-2 1-3 0,-1 2 2 0,-1 1-3 0,-1 3 1 16,-3 0 0-16,-1 2 1 0,-2 0 2 0,-1 1 5 0,0 2 6 16,-2-1-1-16,-2 2 4 0,1 1-3 0,-1 0 2 0,1 2-1 0,-3 1-4 15,1 1 1-15,1 4-5 0,-2 0-3 0,0 2-2 0,1 3-1 16,0 0 0-16,1 2 0 0,0 1 2 0,1 1-4 0,2 3-3 0,0 0-3 15,2 3-6-15,4 0-4 0,0 3-6 0,2 3-21 0,0-1-32 0,4 4-21 16,2 1-23-16,4 2-2 0,1 2 23 0,4 4-130 0</inkml:trace>
  <inkml:trace contextRef="#ctx0" brushRef="#br0" timeOffset="136408.29">6029 10870 502 0,'3'-14'42'0,"3"-3"-33"0,4-5-13 0,3 2 0 0,2 0 4 0,4 0 7 16,3 0-2-16,1-1-3 0,3-2-1 0,2 1-5 0,3 0 1 15,0-1 0-15,5 2 0 0,1 1 2 0,2 1-1 0,2 0 0 0,0 3 2 16,4 0-2-16,-1 3 1 0,1 1 1 0,-1 1-1 0,2 3 1 0,0 1-4 16,1 1 1-16,0 1-2 0,1 0 0 0,1 2 1 0,1 2-1 15,-1 2 0-15,3 2 1 0,-1 2-1 0,0 3 2 0,0 1-2 0,-1 2-2 16,-1 3 2-16,0 3-3 0,0 3 4 0,-1 0-2 0,-1 4-1 16,-2 1 4-16,-1 2 0 0,-2 1 3 0,-1 3 0 0,-1-1 0 0,0 2 2 15,-2-1-1-15,-1 1 2 0,-4-1 1 0,-1 3 0 0,0-1-3 0,-2 1 2 16,-2 1 1-16,-1 0 1 0,-4 0 3 0,-2-1-2 0,-2 2 2 15,-4-2-2-15,-1-1 1 0,-3 0 3 0,-3-1 2 0,-2-1 4 0,-3 0 0 16,-2-1 3-16,-3 0 0 0,-3-3 6 0,-2 2 2 0,-4-3 0 0,-2 1 6 16,-4 0 0-16,-1 1 1 0,-5-1 2 0,-3-3 2 0,-3-2 0 15,-4-1-1-15,-4-1 2 0,-1 0-3 0,-4-1 4 0,-3-3 2 0,-3 0 5 16,-1-4 4-16,-2-2 3 0,-1-2 9 0,-3-4 3 0,-1-1 0 0,0-2-1 16,-1-3-4-16,1-2-6 0,0-1-3 0,0-5 0 0,0-2 1 15,0-4 0-15,3-2-11 0,1-3-5 0,1-1-8 0,2-1-8 0,2-3 1 16,3 0-1-16,0-1-3 0,5-2-4 0,1 0-6 0,1-1-12 0,4 1-9 15,1-2-5-15,2 1-18 0,0-3-11 0,2 0-18 0,0-2-45 16,4 1-47-16,1 0-66 0,4-2-65 0,2-1-16 0,1-5 30 0,1 0-122 16</inkml:trace>
  <inkml:trace contextRef="#ctx0" brushRef="#br0" timeOffset="150791.89">6627 9019 1002 0,'-26'-11'-29'0,"1"3"65"0,-2-3-18 0,9 5-12 16,7 2-3-16,2 0-1 0,1 1-3 0,3 0-1 0,2-1-1 0,1 1-6 15,0 1-5-15,1-1-17 0,1 2-23 0,-2 0-17 0,1 0-6 16,0 1 5-16,-2 0 13 0,1 0 16 0,-1 0 14 0,-1 1 11 0,-1 1 10 15,-2 1 6-15,-2 0 3 0,-1 1 1 0,1 1 2 0,-2 0 4 0,-2 0 5 16,0 1 9-16,1-1 9 0,0 1 10 0,1-2 11 0,-1-2 8 16,2-1 5-16,-1-1 0 0,3-3 2 0,1-1-6 0,2-1-6 0,2-2-9 15,1-1-13-15,4-3-7 0,2-3-6 0,3-1-6 0,6-4 3 0,4-4-2 16,4-1 3-16,3-3 6 0,6-2-4 0,6-2-3 0,3-2-10 16,7-1-1-16,1 2-6 0,3-1 0 15,2 2 0-15,2 1-2 0,2-1-1 0,3 1 2 0,-1 3-1 0,0 1 1 0,1 3-1 0,-1 4 2 16,1 2-2-16,0 2 1 0,-1 3 0 0,1 1-3 0,0 1-3 0,-1 3-1 15,-2 3-1-15,-1 2 1 0,-2 3 4 0,0 2-1 0,-1 3 1 0,0 3-1 16,-4 3-2-16,-3 1 3 0,-3 4-2 0,-3 3 4 0,-3 1 3 16,-1 6 1-16,-6 3 0 0,-2 1 2 0,-4 3-2 0,-4 1-1 0,-2-1 3 15,-5 3 2-15,-5-1 4 0,-4 1 0 0,-4 2-3 0,-5-1 7 0,-3 2 6 16,-6-2 5-16,-5 2 10 0,-5 1-1 0,-6-1-1 0,-3-1 8 16,-7 2 0-16,-2-2 6 0,-2-1 4 0,-4-2-3 0,-2-5-6 0,-1-1-9 15,-1-2-8-15,-1-1-10 0,0-2-3 0,1-2 5 0,1-3-5 16,1-5 3-16,4-4-2 0,5-4-7 0,5-4 2 0,5-5-2 0,7-5-9 15,4-3-9-15,6-6-20 0,6-5-26 0,6-4-32 0,8-6-47 0,8-5-42 16,9-6-20-16,9-6 28 0,9-5 1 0,10-3 16 0,6-4-5 16,7 1 3-16,6-1-152 0</inkml:trace>
  <inkml:trace contextRef="#ctx0" brushRef="#br0" timeOffset="151791.89">24234 10583 524 0,'3'-22'40'0,"2"-1"11"0,3-3 3 15,1 4 7-15,2 3-6 0,2 0-7 0,2-1 0 0,0-1-2 16,4 1-1-16,1-1 1 0,0 0-2 0,3 2-5 0,1 0-5 0,1 1-6 15,6 2-2-15,0-1-9 0,5 1-5 0,2 1-3 0,2 1-8 0,3 1 1 16,2 1-3-16,2 1-1 0,2 2 0 0,2 2-1 0,0 1-1 16,0 1 0-16,1 3 2 0,0 2 5 0,2 2 1 0,2 1 1 0,1 3-5 15,4 1-1-15,3 4-3 0,4 3 2 0,5 4 0 0,3 2-1 16,-1 3 4-16,-2 2 1 0,-4-1-1 0,-6 3-1 0,-8 3-1 0,-7 1-4 16,-4 1 3-16,-5 2 1 0,-4-2-2 0,-3 2 4 0,-3 1-5 0,-6 1 1 15,-3 1 2-15,-2 0-5 0,-2 1 3 0,-2-3-2 0,-2 1-2 16,-3-2 5-16,-4-2 2 0,-3 0 0 0,-3-3-1 0,-4 0 1 0,-3-2-3 15,-2 0 3-15,-2 0 1 0,-3-3 0 0,-1 0 7 0,-4-3 3 0,-2-2 10 16,-2-1 7-16,-4-2 10 0,-2-2 14 0,-1 0 5 0,-2-1 11 16,0 0-6-16,-2 0-6 0,-3-2-9 0,-3-1-9 0,-4-1-9 0,-4-1-2 15,-5-1-2-15,-4-2 3 0,-4 0 7 0,-4-3 4 0,-1-1 19 0,2-2 14 16,2-3 6-16,6-1 1 0,4-3-18 0,3 0-22 0,5-2-15 16,1 0-17-16,0-1-2 0,0 0-7 0,2 0-4 0,1-1-3 0,-1 0-1 15,3 1 0-15,3 0-2 0,2-1 0 0,7-1-1 0,2-2-3 16,4 1-6-16,5 0-8 0,3-1-9 0,2-1-9 0,4 0-5 0,3 1-5 15,4 0-6-15,3 3-8 0,4-1-16 0,2 1-13 0,3-1-23 0,2 0-27 16,4 0-25-16,3 2-18 0,3 1-9 0,6 0 1 0,0 0 32 16,5 1-75-16</inkml:trace>
  <inkml:trace contextRef="#ctx0" brushRef="#br0" timeOffset="152427.89">29325 10407 685 0,'10'-22'59'0,"2"1"13"0,3-2-9 0,-1 6-11 0,2 5-12 0,1 3-11 16,1 2-12-16,5 2-9 0,2 2-5 0,2 0-2 0,2 2 1 0,2 1-1 15,2-1 0-15,0 2-1 0,2 0 1 0,-1 0 2 0,1 1-2 0,1 0 2 16,3 1-1-16,2 0-1 0,0 1 1 0,1 1-2 0,0 2 0 16,0 1-2-16,0 1 2 0,1 3 2 0,1 0-3 0,-1 4 2 0,0 2-2 15,1 2 1-15,-1 1 2 0,-1 1-4 0,-1-1 2 0,-1 2-4 16,-2 0 2-16,1 1 3 0,-5 2-1 0,-1 0 1 0,-2 2 0 0,-2 1-1 15,-3-2-2-15,0 2 2 0,-5-2-1 0,-1 1-1 0,-1 0 3 0,-3 1 3 16,-1-2-1-16,-2 1 3 0,-3-2-6 0,-2-1-3 0,-3-1 1 16,-3-1-3-16,-3 3 5 0,-5-2-3 0,-3 1 2 0,-4-1 2 0,-3-3 1 15,-1 0 4-15,-5-2-1 0,-2-1 3 0,-2 0 0 0,-3 0 1 0,-3-1 2 16,-4-2 0-16,0 0-1 0,-5-2 1 0,-3-2-1 0,-1-2 3 16,-2-1 1-16,0 0 4 0,-2-2-1 0,-1 0-2 0,-2-2 1 0,2-1-1 15,-1-1 1-15,1-2-3 0,-2-1-4 0,0-1-3 0,1-1 0 16,0 0 2-16,1-1-3 0,0-1-1 0,2 0 0 0,3 0-3 0,1-1 0 15,3 1-2-15,1-1-2 0,2-1 0 0,1 1-6 0,1-1-5 0,3 0-8 16,0-1-25-16,4 0-19 0,1 0-18 0,2 0-10 0,3 0-1 16,-1-1 3-16,3 1 5 0,1 0 1 0,2 0 0 0,2 0-6 0,1 1 7 15,1 0 2-15,1-1-130 0</inkml:trace>
  <inkml:trace contextRef="#ctx0" brushRef="#br0" timeOffset="155408.89">19275 12616 394 0,'-7'-10'55'0,"1"-1"17"15,0-3-1-15,1 4-13 0,1 1-14 0,2 1-12 0,1 1-14 0,-1-1-3 16,1 0-6-16,0 1-6 0,-1-1 1 0,0-1-3 0,-1 1 0 15,-1-2 1-15,1 1 0 0,-1 0-2 0,0-1 1 0,0 0 0 0,-2-1 1 16,1 0-1-16,-1-1 0 0,0-1 0 0,1-2 3 0,0-1-2 16,2-1 0-16,-1-2 0 0,3-2 1 0,0 0 0 0,1-1 2 0,1 1 4 15,0 2 1-15,2 0 2 0,1 0-1 0,3 0 1 0,1-1-2 0,1 0 0 16,2 2 0-16,1-1-4 0,1 1-1 0,3 0-1 0,1 2-1 16,1 0 1-16,1 2 3 0,2 1 3 0,1 2 1 0,-1 1 1 0,2 0-4 15,0 2 2-15,-1 1-2 0,2 3-1 0,-1 1-3 0,1 1-2 16,1 3-1-16,-1 1-1 0,2 2-3 0,-1 2 0 0,2 2 1 0,-1 2 0 15,0 0-6-15,2 0 2 0,-1 4-1 0,1 2 2 0,-1 3 7 0,-1 1-3 16,-1 2-1-16,0 3-1 0,0 0 0 0,-2 2 0 0,2 0 3 16,-1 2 0-16,1 0 0 0,-1 5-1 0,-2 0-2 0,1 2 1 0,-2-2 0 15,-1 0 1-15,-1 1 0 0,-2-1-1 0,-2 1 3 0,-1-1 1 0,1 0-2 16,-3-2 3-16,0 2 2 0,-3-2 3 0,-2 3 5 0,-1-1 4 16,-3 1 0-16,-2 0 1 0,-3-1 3 0,-1 1-2 0,-2-2 4 0,-3 2-3 15,0-4 4-15,-4 0-4 0,-2-3-2 0,-1 1 4 0,-1-2-5 16,-2 1 3-16,-2-2-2 0,-3 0 0 0,-1-3 2 0,-3-2-2 0,0-1 4 15,-4-1 4-15,0-4 4 0,-2 3 6 0,1-2 2 0,-3-3-1 0,1-1 6 16,-1-2 6-16,-3-2 2 0,1-2 3 0,0-1-1 0,1-1-5 16,0-3-2-16,0-2-6 0,0-1-8 0,0-2 0 0,2-3-6 0,0 0-4 15,0-2-5-15,2 0 0 0,-1 0-3 0,2-2 0 0,1-1-5 0,3 0-8 16,0-2 2-16,2 2 0 0,2-1 11 0,-2 1-4 0,2 1-1 16,1-1-2-16,1 0-10 0,4-1 7 0,0 1 0 0,2 0 4 0,2 0-6 15,1 1-7-15,3 1-5 0,0 0-3 0,1 0 1 0,1 0 5 16,2 2-7-16,1 1-4 0,2 0-5 0,2 3-3 0,0-1-15 15,3 1-11-15,0 1-12 0,3-1-18 0,2 0-9 0,3 1-23 0,1 0-26 0,4 0-26 16,3 1-19-16,3 1-2 0,3 0 6 0,4 2 4 0,1 1 27 16,5 0-118-16</inkml:trace>
  <inkml:trace contextRef="#ctx0" brushRef="#br0" timeOffset="156009.89">24464 12984 579 0,'12'-12'157'0,"0"-2"-40"0,4-2-15 0,-1 4-41 0,-1 2-15 16,1 4-18-16,3 0-16 0,1 3-7 0,1 0-7 0,-1 1-3 15,2 2 0-15,0 0-4 0,-2 1-1 0,2 0 4 0,0 1 2 0,0 1 0 16,4-1 2-16,-1 0 2 0,3 0 1 0,1-1 1 0,1 1 1 16,0 1 0-16,2-1-3 0,0 0 2 0,2 2-1 0,0-1 2 0,1 2 0 15,1 0 1-15,1 1-1 0,-2 1 0 0,3 0 0 0,-2 0 2 0,-2 0-1 16,1-1-2-16,-3 0-2 0,0 1 3 0,-1-2 6 0,0 0 6 15,-3-3 13-15,1-3 13 0,-3-1 20 0,-2-3 14 0,-1-1 11 0,0-2-2 16,0 0-4-16,1-3-6 0,-3-2-2 0,0-1-1 0,-1-3-10 0,-2 0-2 16,0-1-8-16,-1 0 2 0,-1 1 1 0,-3-2-3 0,0-1-1 15,-2-1-12-15,-2-2-7 0,-3-2 5 0,-2-1-2 0,-3-3-19 0,-3 0 5 16,-2-3 0-16,-4 1-7 0,-3-3 21 0,-2 0-20 0,-3-1-5 0,-5 0 4 16,-1 1-10-16,-6-2 11 0,-3 0-7 0,-4-3-3 0,-2 0 0 15,-6 0-5-15,-5 0 1 0,-3 0-2 0,-4 2 4 0,-3-1-16 0,-1 2 3 16,-1 1 6-16,-2 3-3 0,-1 2 13 0,-1 4-2 0,-1 0-4 15,-2 5 1-15,2 1 1 0,1 3 1 0,0 3-4 0,3 5 4 0,2 2-1 16,2 2 2-16,3 3 0 0,3 2-6 0,4 2 0 0,3 2-1 0,3 4-9 16,0 3 5-16,1 3 1 0,2 4-4 0,1 2 3 0,4 3-1 15,2 4 1-15,3-1-10 0,4 4 3 0,3 2 10 0,5 3 4 0,2 2 7 16,4 1-3-16,4 4-15 0,2 1-8 0,5 4 1 0,3 1-4 0,3 1-7 16,5-1-5-16,4-2-19 0,4 0-14 0,3 0-20 0,6-2-19 15,2-3-3-15,4 0-6 0,1-4-15 0,3 0-30 0,4-2-23 0,0-2-10 16,2-2 8-16,3-2 36 0,0 0 24 0,2-2 17 0,2 0 24 15,2-3 19-15,2-2 16 0,2-1-29 0,3-4-65 0</inkml:trace>
  <inkml:trace contextRef="#ctx0" brushRef="#br0" timeOffset="156758.89">28511 12845 175 0,'23'2'163'0,"3"2"-100"0,6 2-6 16,0 3-22-16,-4 1-13 0,0 1-3 0,1 1-8 0,-1 2-3 15,-2-2-2-15,1 3-1 0,-2 0 3 0,-1-1 4 0,1 1 3 0,-1 1 4 16,1 1-1-16,1 0-2 0,2 0-2 0,1 1-3 0,1 3-1 15,1 0-3-15,2 1-2 0,0 2 0 0,4-1-4 0,2 0-1 0,1 0-3 16,1 1 3-16,-1-1-1 0,2 1 2 0,0-1 1 0,0-1-6 0,0 1 4 16,0-2 2-16,0-1-1 0,1-1 1 0,2-1-2 0,0 0 0 15,1-2 1-15,1-1 1 0,3-2 2 0,0-3 0 0,2-1 1 0,-1-1 0 16,1 1 2-16,-1-3 10 0,0-1 11 0,-1-2 22 0,-1-2 24 0,-1-1 16 16,-3-2 15-16,0-2 0 0,-1-3-15 0,0 0-20 0,1-1-15 15,2-1-3-15,-4-1 15 0,-2-3 12 0,-1-1-2 0,-1-2-8 0,-1 0-21 16,1-1-17-16,-3-3-5 0,0 0-5 0,-5-2-6 0,-2-2 3 0,-4-1-1 15,-1-1-10-15,-2 0 8 0,0-2-2 0,-3 0 5 0,-2-3 13 16,1-1-6-16,-2-4 5 0,-3 1-6 0,-2-3 4 0,-5-1 2 0,-4-3-5 16,-2-3 1-16,-6 0-5 0,-2-1-7 0,-4 0 3 0,-6-3-20 0,-3-2-5 15,-4-2 8-15,-6-3-7 0,-4-2 16 0,-8-2 0 0,-8-3-9 16,-7 0-2-16,-4-1-1 0,-4 2 0 0,-3 2 0 0,-2 5-4 0,-2 2 5 16,1 2 2-16,-1 3-1 0,1 2 10 0,-3 3-11 0,-1 4-2 15,0 2 4-15,1 4 0 0,-1 3 0 0,1 3 1 0,1 2-2 0,1 3 4 16,4 5-3-16,1 5-2 0,4 3 2 0,2 3-5 0,2 3 2 0,3 3 0 15,3 3 0-15,1 3 1 0,4 3-2 0,3 3 2 0,2 3-4 16,0 2 2-16,3 5 4 0,3 2-7 0,2 0 2 0,4 1-1 0,2 1 1 16,4 2 5-16,1 0-5 0,3 1 1 0,2-1-1 0,1 0 0 0,3 0-1 15,1-3-4-15,1-1-1 0,1-1 7 0,2-1 6 0,1-1 3 16,3-2 1-16,2 0-12 0,0-2-1 0,2-1 1 0,2-1-1 0,0-1 6 16,2-2-4-16,2-1 4 0,0-2-2 0,0 0 0 0,2-1 6 15,-1-1-2-15,0 0 4 0,1-2-1 0,-1 0-8 0,1-1 7 16,0-1 1-16,0-1-1 0,1 0 6 0,0 1-9 0,-1-1 4 0,1 0-3 0,0-1 4 15,-1 1-1-15,1 0-3 0,1 0 2 0,0 0-1 0,1 0 2 16,0-1-2-16,0 1-1 0,-1-1-1 0,1 1-3 0,-1-1 5 0,0 0-2 16,0 0 4-16,-1 0-1 0,0 1-5 0,-1-1 5 15,-1 1-6-15,0-1 3 0,0 0 3 0,-1 0-4 0,0 1-1 0,-1-1 0 0,-1 0-6 16,1 1 2-16,-2 1-2 0,0-1-2 0,0 1 2 0,-1-1-5 0,0 1-2 16,-2 0-7-16,1 1-3 0,-2-1-9 0,1 0-11 0,-1 0-14 15,-1 0-30-15,-1 0-31 0,-2 0-35 0,-1-1-27 0,-3 2-15 0,0-1-8 16,-3 1 7-16,-1 0 12 0,0-1 31 0,-1 1-36 0,-2 1-18 0</inkml:trace>
  <inkml:trace contextRef="#ctx0" brushRef="#br0" timeOffset="159508.92">18788 14277 721 0,'-14'-17'36'0,"1"0"43"16,-1-6-9-16,5 3-15 0,4 4-14 0,2 0-17 0,3 2-11 0,2-1-7 15,1 0-5-15,3 0-2 0,-1 0 2 0,2 0-3 0,0 1 3 0,2-2-1 16,0 0-2-16,1 0-2 0,0 1-2 0,1-1 1 0,1-1 1 16,1 0 0-16,2-1 0 0,1-1 1 0,0 2 3 0,1 0-1 0,3-1 3 15,1 1 1-15,2 1-3 0,1-1 6 0,2 0-2 0,2 2 2 16,3 0 4-16,3 0 0 0,2 1 0 0,2 0 0 0,-1 2-1 0,3 2-2 16,3 0 0-16,0 3-4 0,2 1-2 0,1 2-1 0,0 1 0 0,0 1 2 15,-1 1-3-15,1 1 0 0,1 2-3 0,-1 2 2 0,0 1 1 0,0 1 1 16,0 1 0-16,-2 2-5 0,0 1 2 0,1 2-4 0,0 2-5 15,-1 2 2-15,-1 0-3 0,1 2 4 0,3 2 11 0,0 0 1 0,4 0 2 16,0 1-9-16,-1 0 1 0,1 0 5 0,-3 0-2 0,-1 0 5 16,-1 0-4-16,0 1-4 0,-4 1 5 0,0 2-1 0,-2 0 1 0,-2-1 2 15,-3 2-6-15,-2 0 7 0,-2 5 2 0,-2-2-2 0,-1 4 2 0,-1 0-5 16,-2 0 1-16,-1 3 5 0,-3 1 1 0,-4 0 1 0,0 2-6 16,-3 2-5-16,-4 0 4 0,-2 0 1 0,-5 1 5 0,-2 0 3 0,-3-1 0 15,-3 1 5-15,-3-3 5 0,-3 0 3 0,-3-1 3 0,-1-3 1 16,-4 0 1-16,-3 0 2 0,-1-2-6 0,-5 0-1 0,-2-1-2 0,-3-1-1 15,-2-3 2-15,-3 0 12 0,-1-3 2 0,-3-3 7 0,-1-1 7 0,-1-3 1 16,-2-4 7-16,0-1-3 0,1-2 4 0,0-3-4 0,1-3-6 16,0-1-2-16,0-3-9 0,1-2-13 0,0-3-2 0,-2-1-10 0,1-2-2 15,-1-1-1-15,-1-2-9 0,-1-3 1 0,-1 0-2 0,0-3-4 0,-1-2-8 16,0 0-12-16,-1 0 0 0,-1-2-10 0,0-1-2 0,-1 0-5 16,3-4-15-16,-2 1-6 0,4-1-7 0,2 1-4 0,2 2 0 0,3 0 6 15,5 2 3-15,2 0 4 0,6 2-5 0,3 0-15 0,3 2-27 0,5-1-39 16,2 0-32-16,5 0-16 0,4 4-7 0,5 0 35 0,5 1-134 15</inkml:trace>
  <inkml:trace contextRef="#ctx0" brushRef="#br0" timeOffset="160158.93">24756 15058 319 0,'0'1'55'0,"0"0"-27"0,1 1-15 0,1 0-6 0,-1-1 1 16,1 2-2-16,1-1-3 0,0 1-1 0,1 0-1 0,0-1 1 0,1 0 1 15,-1-1-1-15,1 1-3 0,1 0-4 0,1 1-5 0,1-1-3 0,0-1-2 16,0 1-5-16,0 0-1 0,0 1-1 0,0-1-1 0,-2 1 2 0,1 0 4 15,-1 0 3-15,1 0 3 0,-1-1-2 0,0 1 0 0,-1 0-4 16,-1 0-3-16,0 1-17 0,-1-2-98 0</inkml:trace>
  <inkml:trace contextRef="#ctx0" brushRef="#br0" timeOffset="172543.44">22138 5622 1 0,'10'-3'195'0,"-8"-11"555"0,-4-9 545 0,-10-12-1278 0,-2 3 10 0,7 8-24 0,1 9-18 0,4 8-42 16,2 6-17-16,1 4-3 0,4 3 5 0,1 3 20 0,1 4-2 0,1 4-36 15,0 1-35-15,-2 5-42 0,-1 2-38 0,-2 1-20 0,-2 3 0 0,-3 0 7 16,-2 1 40-16,-1 0-101 0</inkml:trace>
  <inkml:trace contextRef="#ctx0" brushRef="#br0" timeOffset="175993.97">18448 6363 5 0,'-2'-5'3'0,"1"-1"0"0,0 0 0 0,0 2 0 0,0-1 1 0,-1 2-4 16,-2 0-4-16,0 1 2 0,0 1 0 0,2 0 5 0,1 0 4 0,1 0-3 15,0 1-1-15,1 0-3 0,1 0-4 0,0-1 1 0,2 1-1 0,0 0 2 16,0 0 1-16,0 0 0 0,1 0 0 0,0 0 1 0,1 0 0 16,0 0 0-16,0-1 0 0,0 1 0 0,0 0 0 0,0-1 1 0,0 1 1 15,0-2 2-15,1 1 1 0,0-1 2 0,2-1 2 0,2 1 0 16,0-1 0-16,1 0 2 0,0 0 2 0,1-1 4 0,2 0-2 0,2-1 0 16,1-1-2-16,4-1-3 0,1 0 4 0,1-2-2 0,3 1-4 0,1-2-3 15,3-1 2-15,1 0-3 0,2-1 3 0,1 0 0 0,3-1 4 16,-1 0 1-16,-1-1-1 0,1-1-2 0,1 1-6 0,4-1-1 0,4 0-1 15,2 0 2-15,3 0 0 0,3-1-1 0,3 2-1 0,4-1 1 0,3 3 0 16,2-2 1-16,2 0 2 0,5 0 0 0,0 3-1 0,1 2-2 16,2 1 2-16,-1 3 0 0,1 1-1 0,0 1-1 0,0 2 0 0,0 2-1 15,-1 0 0-15,-2 3 0 0,-2 2-1 0,-1 1 2 0,-2 1-4 16,0 4 1-16,-3 2 0 0,-2 1-1 0,-3 1 3 0,-1-1-1 0,-2 3 1 16,-3 0 1-16,-2 2 1 0,-3 1 2 0,-1 2 0 0,-3 1-1 0,-3 1 2 15,-2 2-1-15,-3 0-2 0,-2 1-6 0,-2 0 0 0,-2 2-1 16,-1-1 3-16,-1 1 5 0,-1 1 2 0,0-1 0 0,1 0 1 0,1 1-3 15,-3-1-2-15,-1 3 0 0,-4 0 0 0,-1-1 0 0,-2 2 0 0,-4-4-2 16,-2 0 0-16,-1-1 2 0,-2 1-2 0,-2 0 1 0,-1-2 1 16,-3 1-1-16,-2-3-4 0,-1 0 0 0,-2-1 3 0,-1 0 2 0,-3-1 6 15,-3 0 3-15,-1-1 1 0,-2-1 0 0,-2 0 2 0,-1-1 0 16,-2-2 3-16,-2 0 1 0,-3 0 2 0,-2-2 0 0,-3 0-3 0,-2 0 0 16,-2-1-4-16,0-2-4 0,-2 0 0 0,-1-1 0 0,-2-2 0 0,-2 0 0 15,-3-1-1-15,-3 0-5 0,-1 0 1 0,-1 0-1 0,-3-1 1 16,1 0 1-16,-2-1-1 0,-1 0-1 0,-1 0 1 0,-1 0-3 0,-1 0 2 15,0 0 1-15,0-1-2 0,-1 0 4 0,1 0-1 0,-1-2 0 0,1 0 2 16,1 0-2-16,0-1-1 0,1-1 1 0,0-1-2 0,1 0 0 16,1-1 1-16,2-1 1 0,2 0-2 0,-1-1 1 0,2 0-1 0,-1-1 2 15,2 0-1-15,1 0-1 0,0 1 0 0,3 0-1 0,0 1 0 16,0-1 1-16,0 1-2 0,1 0-1 0,1 1 1 0,3 0-1 0,2 0 3 16,3 1-2-16,-1 0-4 0,2 1-6 0,0 1-17 0,3-1-16 0,0 1-10 15,2 0-9-15,1 1 1 0,2 0 5 0,1 0 5 0,3 0-15 16,0-1-68-16,1 1-31 0</inkml:trace>
  <inkml:trace contextRef="#ctx0" brushRef="#br0" timeOffset="180496.96">19092 16382 146 0,'-8'-3'39'0,"1"0"1"15,-2 0 5-15,3 0-4 0,2 0-7 0,1 1-2 0,0 0-2 0,0-2 4 16,1 1 4-16,-1 0 2 0,0-1 2 0,1 0 1 0,-1-1 1 16,1 0-2-16,1 0-5 0,-1-2 5 0,1 1-3 0,0-1 2 0,0 1 5 15,1-1-6-15,0-1 5 0,0 1 0 0,0-1 0 0,1 1 4 16,0-1-7-16,1 0 1 0,0-1-5 0,0 0 2 0,2-2 3 0,-1 1 0 16,1 0-5-16,0-1-1 0,0 0-3 0,0 0-4 0,1-2 2 0,1 0-10 15,1-1-2-15,1 0-4 0,0 0-1 0,0 0 3 0,1-1-7 16,0 0 5-16,2-1-1 0,0 3 2 0,1-2 6 0,2-2-2 0,-1 1 1 15,2 0-3-15,0 0-4 0,1 2 0 0,0-1 2 0,2 1-8 0,1 3-3 16,0-2-2-16,0 1-10 0,2 1 8 0,0 0-8 0,1 2 6 16,1 1 10-16,0 0-6 0,2 0 8 0,0 1-11 0,0 0-2 0,1 2-2 15,0 0-1-15,2 1 0 0,-2 1-8 0,2 2 3 0,1-1 2 16,0 1-4-16,3 1 10 0,-2 0-2 0,1 0-5 0,-1 2 6 0,2 0-9 16,-2-1 8-16,2 3 5 0,0 0-5 0,-1 0-1 0,2 3-4 0,-3-1-1 15,1 2 0-15,-2 0 0 0,1 2-2 0,-1 1 0 0,0 3 2 16,-1 2 6-16,-2 1-6 0,-1 0-4 0,-1 3 4 0,0 1-2 0,0 1 3 15,-1 1 2-15,-1 1-8 0,-2 0 6 0,0 4-7 0,-1 0 1 0,-1 4 2 16,-1-1-7-16,-1 4 6 0,1-1-4 0,-3 2 2 0,0 1 8 16,-1 1 2-16,-3 1 5 0,0-3 3 0,-2 0 2 0,-2-2 6 0,-2-3 9 15,-1 0-7-15,-3-1 5 0,-1-1-2 0,-2-2 0 0,-1-1 6 16,-4-1-12-16,-2-2-4 0,-1 2-7 0,-3 0-6 0,-2-2 5 0,-1 0-4 16,-3-2 8-16,-2 0-3 0,0-1-2 0,-3-3 11 0,0-1-9 0,-3 0 6 15,0-1 6-15,-2-1-3 0,0-1 8 0,-2-1-3 0,0 0 3 16,-1-3 2-16,-1 0-3 0,-1-3 8 0,0 1-4 0,-1-2 3 0,-1-2 3 15,1 0-2-15,-2-3-2 0,1 1 2 0,0-2-6 0,2 1 0 16,0-3 4-16,-2 0-4 0,1-1 1 0,0 0-1 0,2-1-3 0,1 1 1 16,1-3-2-16,0 0 7 0,0 0-6 0,3-2-1 0,-1-1-2 0,2-1-9 15,1 0 10-15,0 0-3 0,2-1-2 0,0 0 3 0,2 1-8 16,1-1 11-16,0-1 0 0,2 0-4 0,1-1-2 0,1-1-8 0,2 1 2 16,1-3 5-16,0 1 1 0,2-2 1 0,0 2-4 0,3-1-4 0,0 0 0 15,-1 2 1-15,2-1-1 0,1 1 2 0,0 1-5 0,4 0-9 16,0 0 8-16,1 0-2 0,1 1-1 0,0 0-1 0,1 3-9 0,0-1 8 15,1 1 2-15,1 1 3 0,-1 0-4 0,1 2 1 0,0 0 3 0,0 2 1 16,0-1 0-16,0 1-1 0,-1 2-2 0,2-1 6 0,0 1-4 16,0 1 0-16,0-1 2 0,0 2-1 0,-1 0 3 0,1-1 0 0,-1 2-3 15,1-2 5-15,-1 1-2 0,1 1-2 0,1-1 5 0,0 1-3 16,0 0 3-16,0 0 0 0,-1 0-2 0,0-1 7 0,-1 1-8 0,1 0 2 16,0-1 1-16,0 1-6 0,0 0 12 0,-1 0-5 0,1 0-4 0,-1 0 3 15,1-1-7-15,-2 0-5 0,1 0 15 0,0 1-6 0,-1-1-1 16,1 1 14-16,1 1-11 0,-2-2-7 0,1 1 10 0,-1 0-3 0,0-1 2 15,0 1 6-15,0 0-4 0,0 0-2 0,0 0 2 0,0 0 4 0,0 0-10 16,0 0 8-16,-1 0-2 0,1 1-3 0,-1-1-11 0,0 0 7 16,0 0 1-16,-1 0 4 0,1 1 3 0,0 0-12 0,-1 0-7 0,0 0 5 15,0 0 7-15,0-1-2 0,-1 0-2 0,1 1 1 0,0-1-6 16,-1 1 8-16,0-1 1 0,0 1-6 0,0-1 7 0,1 1-12 0,-1 0-1 16,1 0 7-16,0 0-11 0,-1-1 3 0,1 1-14 0,0 0-22 0,1-1-15 15,0 1-20-15,-1-1-25 0,2 0-27 0,-1 0-32 0,0 1-39 16,0 0-33-16,0-1-9 0,1 1 8 0,0-1 59 0,-1-1-97 0</inkml:trace>
  <inkml:trace contextRef="#ctx0" brushRef="#br0" timeOffset="181643.97">22841 6567 481 0,'1'-21'-7'0,"1"-2"9"0,3-3 0 0,1 3 0 16,1 6-1-16,0 2 0 0,0 2-2 0,-1 1 1 0,0 2-1 0,0 1-2 15,0 2-1-15,-1 1-2 0,3 1-4 0,1 0-2 0,1 1-2 16,1-1-2-16,1 1 1 0,-1-2-1 0,1-1 1 0,1-1 1 0,2-1 5 16,1 0 1-16,2 1 6 0,2-2 2 0,2-2 1 0,0 1 2 0,2-2-3 15,3 0 2-15,1 0-2 0,1-1 2 0,3 0 0 0,2 0 1 16,4 1 3-16,3-3 0 0,2 1 0 0,3-1 2 0,4 2-1 0,3-1-1 15,3 0 2-15,2 1 1 0,2 0 0 0,2 0 3 0,3 1-3 0,3 0 0 16,1 2-1-16,1 1-1 0,0 0 3 0,3 1-2 0,-1 0 0 16,2 2-2-16,-1 2 0 0,-1 2 1 0,0 3-2 0,-1 1-2 0,0 2-1 15,1 1-1-15,-2 3 0 0,0 1 2 0,0 2-1 0,-2 1 1 16,1 0 1-16,-1 1 0 0,-1 2 0 0,-1 1-1 0,1 1 3 0,-2 2 0 16,0 1 0-16,-1 2 1 0,-1 0-4 0,0 3 4 0,0-1-1 0,-1 2-2 15,-2 1 0-15,-2-2-7 0,-1 3 1 0,-1 0 0 0,-3 0 0 16,0 0 5-16,-3 2-2 0,-2-1 0 0,-1 1 0 0,0 0 4 0,-4-1-1 15,-1 2 2-15,-1 0 1 0,-2 2-3 0,-4-1 1 0,0 1 4 0,-4-2 0 16,0 2 1-16,-1 1 0 0,-2 0-1 0,-2 4-2 0,-2-2-2 16,-4 4 2-16,-3 0 1 0,-2 1 5 0,-2 4 3 0,-2-1 0 0,-2 1 2 15,-3 3 0-15,-4 1 1 0,-1 0-1 0,-1-1 0 0,-1-2-2 16,-2 1-3-16,-1-2-1 0,-2-1-8 0,-1-2 2 0,-3-1 1 0,-1-3 0 16,-3 2 7-16,-1-3-1 0,-3-1-2 0,-4 1 0 0,-1-2-4 0,-4 1 1 15,-1-1 1-15,-2 1-1 0,0-4 0 0,-3-1-2 0,-2-1 0 16,-3-1 2-16,-1 0 0 0,-1 0-7 0,-3-2 0 0,0 1-2 0,-2-4-4 15,-1-1 8-15,-4-1-2 0,-2-2 2 0,-2 0 9 0,-2 0-1 0,-2-2 1 16,-2-2-1-16,0 1-8 0,-4-2 0 0,-1 0-1 0,-1-2-1 16,-2-1 8-16,0 0-2 0,-1-2 2 0,3-2 1 0,-1 0 0 0,0-2 1 15,-1-1-3-15,-1 0 0 0,-1-1-2 0,2 0 3 0,-2-2-2 16,0-1 1-16,0-1 0 0,-1-2 1 0,1-2-1 0,0 0 1 0,-1-2-3 16,0-3 1-16,1 0 0 0,-2-4 0 0,0-1 1 0,1 0-3 0,0-2-1 15,1-1-5-15,3 2 2 0,-1-2-4 0,2-1-1 0,1 1 5 16,2 0-5-16,2 0-14 0,2-1-26 0,3 1-36 0,3 0-27 0,3-1-16 15,4 2 5-15,4-2 4 0,4-1 3 0,4 2 7 0,5 1 16 0,2-1-48 16,5 1-35-16</inkml:trace>
  <inkml:trace contextRef="#ctx0" brushRef="#br0" timeOffset="186277.51">24138 15992 364 0,'-4'3'120'0,"-1"0"-88"0,-1 0-7 0,2-2-7 0,2 1-1 0,1-2-1 16,0 0-9-16,1 0-5 0,0 0-1 0,-1 0-1 0,2-1 1 0,-2 0-4 16,1-1-1-16,0 1 1 0,0 0 3 0,0-1 5 0,-1 0 2 15,0 0 2-15,-1 0 6 0,0 1 7 0,-1-1 9 0,1 0 11 0,0 1 11 16,-1 0 7-16,0 0 10 0,1 0 6 0,-1 1-1 0,1 0-3 0,0 0-1 16,0-1-6-16,0 1-1 0,1-1-10 0,0 0-20 0,0 0-13 15,1 0-13-15,1-1 0 0,0 0 0 0,0-1-4 0,0 0-2 0,1-1-1 16,1-1-1-16,1-1 7 0,0-1-2 0,1-1-4 0,0 1 5 15,1 0-7-15,0-1 7 0,-1 1-3 0,1 1 0 0,1 0 3 0,0 0-9 16,1 1 15-16,0 0-1 0,2-1 7 0,0 0 6 0,1 1-6 0,0 0 7 16,1 0 0-16,2 1-1 0,0 0-6 0,4-3-5 0,1 2-12 15,2 0 8-15,2-1 1 0,2-1-8 0,1 0 10 0,2-2-14 0,1 1 4 16,2 1-4-16,-1-2-3 0,2 0 4 0,2 1-2 0,0-1 1 16,-1 1-3-16,2 1 3 0,-1 1 0 0,2 1-1 0,-2-1 2 0,0 2 2 15,-1 0-2-15,-2 1 5 0,1 2-4 0,-2 0-3 0,1 1 2 0,-1 1 1 16,0 1 0-16,-1 1 0 0,1 0-1 0,-2 1 3 0,-1 1 1 15,1-1-3-15,-2 2 1 0,1 1 0 0,-2 1 2 0,0 2-4 0,-2 0-2 16,1 1 0-16,0-1-7 0,-1 3 8 0,1 0 3 0,-2 0-4 0,-1 3 2 16,-1-1-7-16,0 4-7 0,-2 1 4 0,-1 1-2 0,-1 2-7 15,-1 2-3-15,-1 0-7 0,0 3 6 0,-3-1 5 0,-1 2 1 0,-2 1 0 16,-1 2-4-16,-2-1 0 0,0 2-3 0,-2-2-4 0,-1 1 1 0,-1-1 1 16,-2 1-4-16,-1-1 6 0,-1 0-4 0,-2-3-1 0,-1 1 12 15,-1-2 2-15,-2 0 9 0,-1-2 12 0,-1 0 2 0,-2-1 4 0,-2-2-8 16,0 1-151-16,-3 0-10 0,0 2 19 0,-1 0 34 0,-3-1 127 15,-1 1 19-15,-2-2-7 0,-2-1-23 0,-1-2-12 0,-1-1-1 0,-1 0 2 16,0 1 6-16,-1-2 2 0,0-1 3 0,0-1 9 0,-1 0 8 0,1-1 5 16,-1 0 6-16,1-2-6 0,-1-1-5 0,2-2-3 0,-1-1-9 15,0-1-6-15,0 0-7 0,0-2-2 0,-2-1-2 0,1-2 2 0,-4-1 5 16,2-3 7-16,-1-1 7 0,-1-2 12 0,1-1 8 0,-2-3 13 0,0-1 1 16,1-1-3-16,-2-4-10 0,1-2-3 0,-2-1 1 0,2 0 4 15,-1-2 4-15,0-1-5 0,0-1 6 0,0-3-1 0,1-1 0 0,0-1-2 16,0-2-6-16,1 1-2 0,2-1-9 0,1 2 3 0,2-1-7 15,1 2 0-15,1 0-3 0,4 1-7 0,1 2 3 0,2 0-7 0,0 1-2 16,2 2-1-16,2-1-11 0,1 1 5 0,0 2 2 0,2-1-9 0,2 0-1 16,1 0-2-16,0 0 2 0,2-1 4 0,0 1 0 0,1 0-2 15,1-2-2-15,1 2 4 0,2 1 2 0,1 1 2 0,1-1 2 0,0 0-6 16,-1 2-4-16,2-2 3 0,1 0-3 0,0 0 4 0,1 1 2 16,-1 0-4-16,1 1 5 0,1 1 0 0,-1 3 0 0,1-1-2 0,0 2-14 15,0 0 4-15,-1 2 8 0,1 0-5 0,0 3 8 0,0-1-10 0,-1 1-9 16,1 0-13-16,1 1-16 0,0 1-18 0,0-1-19 0,1 0-25 15,-1 0-27-15,1 0-33 0,1 0-30 0,1-2 1 0,0 1-6 0,0 0 40 16,1-3-156-16</inkml:trace>
  <inkml:trace contextRef="#ctx0" brushRef="#br0" timeOffset="187095.52">28462 7842 389 0,'0'-13'28'16,"-1"2"-45"-16,1-2 21 0,1 3 4 0,0 3 0 0,0 1 2 16,-1 0 1-16,-1 1 1 0,0 0-2 0,0 2-2 0,1 1-2 0,-1-1-1 15,1 2-4-15,-1 0-1 0,0 1 0 0,-1 0 0 0,0 1-1 16,-1 0 1-16,1 0 0 0,-1 1 0 0,-1 1 0 0,-1-1 1 0,-1 1-1 16,0 0-1-16,-2 0 2 0,1 0 0 0,-1 0-1 0,-1 0 2 0,2-1-1 15,-2-1 0-15,0 1 1 0,1-1 0 0,0 0-1 0,2-1 1 0,0 1-1 16,0-1-1-16,1 0 2 0,2 0 0 0,-1-1-2 0,1 1 2 15,-1-1-2-15,2 1 1 0,0-1 1 0,1 1 1 0,0-1-2 0,1 1 1 16,0-1-1-16,0 1-1 0,2-1-1 0,0 1 0 0,0 0 0 16,1 1 0-16,0 0-1 0,1 1 0 0,-1 0-3 0,1 1-2 0,-1 1-13 15,1 0-21-15,0 1-63 0,-1 1-144 0</inkml:trace>
  <inkml:trace contextRef="#ctx0" brushRef="#br0" timeOffset="147937.37">18373 6807 822 0,'-20'-21'36'0,"1"-2"-20"0,-1-4-7 0,8 1-3 0,7 3-4 16,3-1-2-16,4-2-4 0,3-1-5 0,4-1 1 0,3 1-4 0,1-2-2 16,2 0-2-16,2-2-1 0,2 1 1 0,0-1 6 0,1 4 7 0,1-1 9 15,0 2 9-15,-1 2 11 0,0 0 6 0,-1 3 6 0,0-1 9 16,0 2 5-16,1 1 2 0,2 0-1 0,2 1 3 0,4-1-4 0,3 2 2 16,3-1-3-16,5-1-7 0,4 2-7 0,4-3-5 0,4 1-11 0,4 0-5 15,7 0-5-15,2 2-8 0,4 3 0 0,3 2 1 0,1 0-2 16,0 3-4-16,4 1-1 0,0 2-3 0,1 2 3 0,-1 0 3 0,1 2 0 15,0 0 2-15,0 1-4 0,-3 0 4 0,2 1-2 0,-1 1 1 16,-2 0 2-16,0 3-3 0,-3 0 3 0,-1 3 0 0,-1 2-1 0,-3 3 5 16,-1 2-1-16,0 0 2 0,-2 5 14 0,-1 2 5 0,-1 2 6 15,1 4 1-15,0-1-10 0,0 3-9 0,0 1-2 0,-1 4-3 0,-1 1-6 16,-1 5-4-16,-2 1-8 0,0 3 0 0,-4 3 2 0,0 3 0 0,-4 4 4 16,-2 1-3-16,-2 3 1 0,-4 0-1 0,-4 3-4 0,-4 1 1 0,-4 0-3 15,-3-1-4-15,-4 0 4 0,-2-4 0 0,-3-4-8 0,-2-6 0 16,-3-3-6-16,-4-3-2 0,-5 0 6 0,-5 1 3 0,-7 1 3 0,-5-1 5 15,-7 1 0-15,-7 0 4 0,-4 1 3 0,-7-1-3 0,-7 1 4 16,-4-2 3-16,-5-1 7 0,-5 1 11 0,-2-3 4 0,-6-3 3 0,-2-3 5 16,-4-3 6-16,-2-1 11 0,-4-3 14 0,0-2 6 0,-4-3 1 0,-2-4-1 15,0-1-2-15,-2-1-3 0,-1-3-7 0,-3-1-10 0,1-4-8 16,-1-1-1-16,1-2-2 0,0-1 1 0,3-2-1 0,1-3-1 0,4-3 1 16,1-2-6-16,5-1 0 0,4-3-5 0,3-3-8 0,4-2-2 0,2-1-5 15,3-5-8-15,5-1-8 0,4-2-4 0,3-5-18 0,3-1-14 16,4-3-4-16,4-2-15 0,3-2-4 0,7-3-16 0,2-2-2 0,4-2-5 15,3-3-10-15,4 1 3 0,6-2-6 0,4 1-4 0,4-1-14 16,5-1-19-16,4 2-20 0,4 2 1 0,5 3 17 0,3 3 21 0,5 6 20 16,3 2 6-16,2 4 7 0,6 4 14 0,3 5 20 0,5 4 17 0,4 3 1 15,4 4-54-15,4 2-39 0</inkml:trace>
  <inkml:trace contextRef="#ctx0" brushRef="#br0" timeOffset="148436.37">23168 6615 2598 0,'2'-49'93'0,"7"0"-140"0,9-9-13 0,12 14 14 0,9 9 24 15,6 7 5-15,6 2-2 0,5 4-21 0,6 2-29 0,5 2-16 16,6 5-10-16,4 1 14 0,4 3 14 0,3 4 17 0,0 4 18 0,4 4 15 16,0 3 8-16,2 5 0 0,0 2 1 0,0 5 4 0,3 3 1 0,0 1-8 15,4 4 2-15,2 3-6 0,3 2-16 0,4 4-16 0,2 0-22 16,2 1-16-16,2 1 10 0,1 0 13 0,1 1 19 0,1-3 23 0,-1 0 8 15,2-2 7-15,-2-4 6 0,1 1-4 0,-1-1 10 0,-1 0 1 16,-2-1 7-16,-1 0 3 0,-2 1-5 0,-3-1 10 0,-4 2 10 0,-4-1 7 16,-3 3 8-16,-4-1 3 0,-4 2-10 0,-4-1-3 0,-3 0-1 0,-6 1-8 15,-4 2 3-15,-5 1-9 0,-5 0 0 0,-4 1-2 0,-5-3-6 16,-6 2 2-16,-3 2-3 0,-5-1-2 0,-5 0-11 0,-4 0 2 0,-7 3-6 16,-7 4 2-16,-6 1 9 0,-7-2 6 0,-6-2 0 0,-8-3-9 0,-6-1-12 15,-9 1-10-15,-7-1 0 0,-8-2 5 0,-6-1 13 0,-7-4 7 16,-6 0-1-16,-7-3 9 0,-4-1-2 0,-7-3 1 0,-6-3 2 0,-3-2-3 15,-5-3-4-15,-1-3-16 0,-2-3 2 0,-2-1-4 0,0-3 1 16,2-1 15-16,2-2-2 0,3-3-9 0,3-1 1 0,1-2-6 0,8 0 7 16,4-3 3-16,7 0-3 0,9-3-15 0,7-2-35 0,9 0-56 0,7-1-90 15,11 0-136-15,6 0-85 0,9-3 12 0,10-3-28 0</inkml:trace>
  <inkml:trace contextRef="#ctx0" brushRef="#br0" timeOffset="148836.37">30009 7310 2282 0,'-10'-14'6'0,"0"0"-33"0,1-4 22 0,3 4 29 16,5 3 6-16,0 3 2 0,2 1-25 0,2 0-23 0,5 0-16 0,4 1-7 15,5-1 5-15,5 0-1 0,6 1 7 0,5 1 8 0,4 0 5 16,4 0 11-16,3-1 1 0,4 1 3 0,3-2-1 0,1 1-2 0,6 0 9 16,0 0-5-16,4 1 2 0,2 0 0 0,2 2-5 0,4 2 2 0,1 1 6 15,2 3-6-15,0 2 3 0,2 3 0 0,-1 1-6 0,-3 3 7 16,-1 2-2-16,-4 2 4 0,-1 4-1 0,-3 6 0 0,-3 3 2 0,-4 4-8 15,-1 2 5-15,-6 0-1 0,-4 3 3 0,-5 1 0 0,-5 2-2 16,-4 0-8-16,-7-1 1 0,-7-1 17 0,-8-3 10 0,-5-2 19 0,-7 0-1 16,-6-3-8-16,-6-1-5 0,-8-2-2 0,-8-1 0 0,-8-1-6 0,-8 1-2 15,-8-2-7-15,-7-1-7 0,-8-1-16 0,-9-2-9 0,-5 1-19 16,-7-1-29-16,-6-2-50 0,-7 1-81 0,-7-2-117 0,-6 0-130 0,-7-1-20 16,-12 2-142-16</inkml:trace>
  <inkml:trace contextRef="#ctx0" brushRef="#br0" timeOffset="149836.38">16993 7364 469 0,'5'-7'368'15,"1"0"-286"-15,2-2 33 0,-2 1 32 0,1 1 22 0,0 0 15 16,2-1-5-16,-2 0-13 0,-1 1-16 0,1-1-20 0,-1 0-19 0,-1 1-13 15,0 1-11-15,-1 1 10 0,0 0 3 0,-2 0 1 0,0 0 3 0,-1 2-8 16,-1-1 0-16,0 1-9 0,-1 1-13 0,0-1-8 0,0 1-8 0,-1-1-10 16,0 1-4-16,-1-1-3 0,0 1-4 0,-1 0-8 0,-1 0-1 15,0 0-7-15,-2 0-1 0,-2 1-8 0,-1-1-3 0,-3 2 0 0,-1-1-5 16,-2 2 2-16,-1 0-2 0,-4 1-4 0,-4 1 1 0,-1 1 3 16,-3 1-4-16,-3 2-2 0,-2 0 0 0,-1 2-3 0,-3 3 5 0,0 2-4 15,-1 1 4-15,-2 1-2 0,1 2-2 0,-1 1 2 0,0-2 1 0,3 2 2 16,2 1 1-16,2-2 0 0,2 0-4 0,2 1 0 0,4-1 2 15,2-2-5-15,3 0 3 0,4-1-7 0,1-2 1 0,2-2 4 0,3 0-1 16,3-2 5-16,1-1-8 0,2-2 3 0,3-1-1 0,0-2-5 16,3-1 1-16,1-1-5 0,2-1-7 0,2-2-6 0,1-1-8 0,2-2-19 15,3-2-16-15,2-2-29 0,1-1-32 0,1-2-50 0,0-3-88 0,2-1-99 16,1-2-147-16,1 0-59 0,2-1 81 0,-1 0-61 0</inkml:trace>
  <inkml:trace contextRef="#ctx0" brushRef="#br0" timeOffset="150086.37">16609 7046 1050 0,'-11'5'180'0,"-2"2"22"16,-3 3-6-16,0 1-22 0,-2 1-25 0,0 2-20 0,-3 3-18 16,-1 2-8-16,-2 2-11 0,-2 2-11 0,-4 1-17 0,-2 3-11 0,-2 4-15 15,-1 1-8-15,-3 2-5 0,-2 0-12 0,0 0-5 0,-3 0 1 0,2 3-2 16,0 0 4-16,1 1 9 0,1 0 3 0,2-2 26 0,1 0 3 15,5-3 4-15,3 0 1 0,6-5-19 0,4-2-7 0,3-5-5 0,5-3-9 16,5-3-1-16,4-3-5 0,5-4-4 0,3-1 1 0,3-2 1 0,4-3-2 16,4-1 0-16,2-2-3 0,6-2-3 0,3-2-2 0,4-3-5 15,3-2-1-15,2-2-17 0,-1-1-34 0,3-2-51 0,1-1-138 0,1-1-260 16,2-2-166-16,-2 1 16 0,0-1-44 0</inkml:trace>
  <inkml:trace contextRef="#ctx0" brushRef="#br0" timeOffset="150770.37">12872 7963 1696 0,'-2'4'394'0,"-2"0"-168"0,0 4 2 0,1 3-11 16,1 0-25-16,2 2-35 0,0 0-35 0,0-1-24 0,1 3-9 16,0 1-8-16,1 2-9 0,0 0-12 0,0 2-12 0,2 0-8 0,0-1-12 15,1 1 1-15,0 1-2 0,1-3-16 0,0 1-1 0,0 0-2 0,2-1 3 16,1 1 13-16,2 2-9 0,1-1-3 0,2 2-8 0,-1-2-4 16,3-2 6-16,0-3-4 0,2-3 2 0,0-3-4 0,3-2-2 0,1-4 2 15,-1-2-2-15,3-3 0 0,-1-2 0 0,1-2 2 0,0-3-4 16,-1-2 0-16,1-3-2 0,-2-1 0 0,-1-4 2 0,-2-1 4 0,0-2 2 15,-2-1-7-15,0-2 10 0,0-1 3 0,-1-2-2 0,1 1 6 0,-1-1-14 16,-1 1 2-16,-3-2 2 0,-1 0 2 0,-1-1 0 0,-2 1-3 0,-2 0 1 16,-1 1 4-16,-3-3-6 0,-2 2 2 0,-3-1-2 0,-2 0 2 15,-3 4 2-15,-1 0-4 0,-4 1-4 0,-1 1 2 0,-3 2 0 0,-3 2 2 16,-1 2-9-16,-2 2-5 0,0 4-2 0,1 2-5 0,-2 2 13 16,-2 3 0-16,0 4 6 0,0 3-1 0,-1 4-3 0,1 3-2 0,1 1 8 15,-2 2 2-15,2 4-4 0,1 1-4 0,1 2-15 0,3 3-4 0,1 2-13 16,2 0-18-16,3 1-23 0,2 0-31 0,2-1-29 0,2 1-36 15,1-1-35-15,2 1-56 0,2-2-86 0,2-3-179 0,2-1-105 0,3-4-219 16</inkml:trace>
  <inkml:trace contextRef="#ctx0" brushRef="#br0" timeOffset="151036.38">13377 6656 1664 0,'-11'8'180'0,"0"1"29"0,-3 3 21 0,3-1-18 0,4 1-45 0,1 1-71 15,1 3-23-15,1 1-16 0,0 5-20 0,0 2-5 0,0 2-5 0,0 6-6 16,2 3-2-16,0 4-4 0,1 4-13 0,2 2 10 0,1 5 3 0,1 1 8 16,2 2 15-16,0 2-10 0,1-1 2 0,1 1-10 0,0 1 1 15,0-2 0-15,1 2 1 0,0-2-8 0,0-1 9 0,1-2-1 0,0-6-8 16,1-4 10-16,2-4-19 0,1-5-3 0,2-4 4 0,1-4-8 15,-3-2 2-15,3-3-9 0,1-2-9 0,0-3-29 0,-1-2-28 0,1-3-43 16,1-3-51-16,-1-2-65 0,-1 0-114 0,1-2-204 0,-1-2-102 0,-1 0-197 16</inkml:trace>
  <inkml:trace contextRef="#ctx0" brushRef="#br0" timeOffset="151403.37">13813 7357 1277 0,'-7'10'136'0,"-1"2"30"0,0 3 33 16,2 0 10-16,1-2-10 0,2 2-30 0,1 1-35 0,-1 2-27 16,2 1-15-16,1 2-9 0,0 1-7 0,2 0-17 0,1 2-15 0,0-1-25 15,2 2-7-15,0 0 0 0,3 0-7 0,0 0 9 0,1-1-4 0,1 0-8 16,1-2 1-16,0-2-1 0,3-1-1 0,0-4-6 0,1-2 2 15,2-4-2-15,-1-2-9 0,-1-2 4 0,2-3-13 0,0-1-4 0,0-3-1 16,-1-1-1-16,2-1 7 0,-2-2 0 0,1 0 11 0,-5-3 4 0,1-2 5 16,-2-1 9-16,0-3 0 0,-1 0-1 0,-2-3 3 0,1 0 1 15,-2 0 3-15,-1 0 4 0,0-1-5 0,-3-1 1 0,0 2 14 0,-2 0 0 16,0 0 11-16,1 3-4 0,-1 0-9 0,0 2-1 0,1 3 0 0,-2 2-3 16,2 2-7-16,-1 4-1 0,0 2-3 0,1 4-1 0,0 2 2 15,1 4-4-15,0 3 3 0,0 4-1 0,-1 3-14 0,1 4 3 0,0 3-5 16,0 3 0-16,1 2 12 0,0 2-7 0,0-2-5 0,0 2-5 15,1-3-23-15,0 1-37 0,2-2-48 0,0 0-75 0,2-4-190 0,-1 0-322 16,1-3 41-16,-1-2-119 0</inkml:trace>
  <inkml:trace contextRef="#ctx0" brushRef="#br0" timeOffset="151954.37">14328 7407 938 0,'-3'15'205'0,"-1"3"-10"0,0 5 3 0,3-1-5 0,2-1-22 0,2 2-36 16,2 0-28-16,0 1-18 0,1-1-7 0,0-3-20 0,1 0-11 15,1-1-14-15,-1-2-1 0,2 1 6 0,1-1-3 0,0-3-2 0,1-4-11 16,-1 0-9-16,0-3 0 0,1 0-3 0,-1-3-1 0,0-1 3 0,-1-2 2 15,0-2 2-15,0 0 3 0,-1-3 4 0,0-1 4 0,-2-1 4 16,1-2 7-16,-2-1-1 0,0 0-4 0,0-2 1 0,-2-2-2 0,0 0 1 16,-1 0 5-16,-1 0 5 0,0-1 10 0,-1 0 4 0,-1 0-3 15,0-1-5-15,-1 0-11 0,1 0-5 0,-1 2-10 0,1 0 0 0,0 4-11 16,1 2-3-16,0 1 1 0,1 3-1 0,0 1-8 0,1 1-1 16,0 2-6-16,0 2 0 0,1 1 0 0,0 1 1 0,0 3-1 0,0 0-2 15,2 4 6-15,0 0-4 0,0 2-2 0,1-1 0 0,0-1-1 0,0 1-10 16,0-2 0-16,0 0 0 0,1-2-2 0,-1-1 12 0,-1-1 8 0,2-2-1 15,-1-1 2-15,0-2 3 0,0-1-9 0,0-1 1 0,-1-1-1 16,1-1-8-16,0-1 5 0,-1-1-1 0,-1-1 1 0,1-1 1 0,-1-1 8 16,0-1 11-16,-1 0 1 0,1-2 1 0,-2 0 0 0,1-2-17 0,-1 1 0 15,0-3 4-15,1 1-2 0,-1-2-1 0,0 2 5 0,0-2-2 16,0 0 0-16,0 0 3 0,1 1 1 0,1 2-3 0,0 1-3 0,0 3 0 16,0 1 0-16,1 2-6 0,0 1 6 0,0 1-4 0,0 2 4 15,1 2 2-15,-1 1-1 0,0 1 1 0,0 0 0 0,0 3-6 0,1 0-2 16,0 2 1-16,0 1-3 0,1 1 2 0,0 0 0 0,1 1 3 0,0 1-5 15,0 0 4-15,1 0 4 0,-1-1-8 0,1 0 3 0,0 0-7 16,-1-2-5-16,1 0 2 0,0-2-7 0,0 0-10 0,1-2-9 0,-2 0-9 16,2 0-4-16,-1-1-8 0,0-1-6 0,0-1-17 0,0 0-19 0,-1-1-17 15,-2-1-30-15,1-1-41 0,0-1-55 0,0 0-89 0,-1-1-131 16,1-2-68-16,-1-1-189 0</inkml:trace>
  <inkml:trace contextRef="#ctx0" brushRef="#br0" timeOffset="152638.38">14918 7198 1332 0,'-3'8'341'0,"1"0"-123"0,0 3-16 0,3-1-19 0,0-2-10 0,2 2-26 16,1 0-29-16,1-1-23 0,0 0-15 0,2 1-16 0,1-2-7 0,-1 2-16 15,2 1-10-15,-1-1-3 0,0-1-10 0,0-1-3 0,1-1-1 16,0-1-1-16,1 0-3 0,-1-1 3 0,-1-1-8 0,0-1-2 0,1-1 3 16,0-2-5-16,0 0 8 0,0-2 0 0,-1 0 2 0,-1-2 3 0,-1-1 2 15,0-1 0-15,0 1-1 0,-1-3 4 0,-1 0-4 0,0-3 1 16,1 0-1-16,-1-1-1 0,0 1 6 0,0-1 4 0,-1 0-4 0,0-1-2 16,0 0 4-16,0 0-3 0,-1-1 1 0,1 1 1 0,-2 0-5 0,1 0-6 15,1 3 3-15,0-2-8 0,0 2-1 0,0 3 2 0,0 0-4 16,1 2 0-16,-1 2 1 0,1 0 1 0,-1 2-4 0,1 2-2 0,-1 0-2 15,1 2-3-15,-1 0 1 0,1 2 6 0,1 0-2 0,-1 2 4 16,0 0-4-16,0 1 4 0,0 1-2 0,1-2-3 0,-1 2 6 0,-1-1-3 16,1 0-2-16,0-1 4 0,0 1-5 0,0-2-3 0,1 0 8 0,-1 0-4 15,0-4 4-15,1 2-2 0,-1-2-2 0,0-1 2 0,1-1-2 16,0-1 0-16,0 0 2 0,0-1 2 0,1-1-4 0,-3 0 6 0,2 0-4 16,-1-2 2-16,0 0 0 0,1 0 0 0,-2-2-2 0,1 0 1 15,0-1 3-15,-1 0-2 0,1-1 2 0,0 0-4 0,0-1 2 0,0-1 1 16,1 1-1-16,0 0 2 0,-1 1-4 0,0 1 2 0,1 0-2 0,-1 2 0 15,1 0 2-15,0 2 0 0,-1 0-2 0,-1 2 2 0,1 0-6 16,0 1 0-16,0 2 6 0,0 0-4 0,-1 2 4 0,1 1-4 0,1 0 0 16,-1 2 0-16,1 1 8 0,-1 1-14 0,1 0 5 0,0 2-3 0,1 0-3 15,-2 1 7-15,1-1 0 0,1 0-6 0,0-2-3 0,0-1 4 16,0 0-6-16,0-2-6 0,0 0-5 0,0-1-11 0,0-2-7 0,1 0-2 16,-2-1-8-16,1 0 1 0,1-1 3 0,-1-1-1 0,0 0 0 0,0-2-2 15,0 0 0-15,0-1 1 0,1-1 6 0,-1 0 3 0,0-2 8 16,0-1 9-16,0-1 14 0,0-1 7 0,0-1 8 0,0 0 2 0,0-1 3 15,-1 0 5-15,1-1-2 0,0 0 6 0,-1 1-3 0,1 0 1 16,0 2-5-16,0 0 0 0,0 2-5 0,0 1 5 0,0 3 1 0,1 1 4 16,-2 1 6-16,1 2 4 0,-2 2 8 0,0 1 3 0,0 2-6 0,1 2 3 15,0 1-16-15,1 2-6 0,-1 1-3 0,1 3-10 0,0 0 4 16,-1 1-4-16,1-1 2 0,0 1-2 0,-1 1 0 0,2-1-2 0,-1-1-2 16,0 0 6-16,-1-2-9 0,1-1 2 0,0-1-6 0,0-1-3 0,0-2 0 15,-1-1-6-15,1-1-8 0,-2-1-15 0,1-3-14 0,-1 0-19 16,0-2-26-16,-1-2-40 0,0-1-62 0,-1-2-83 0,0-1-130 0,-1-1-104 15,0-1 29-15,-2-2-123 0</inkml:trace>
  <inkml:trace contextRef="#ctx0" brushRef="#br0" timeOffset="152773.37">15731 6769 1347 0,'-7'-5'330'0,"0"2"-149"16,-2 0 34-16,4 3-20 0,-1 2-25 0,0 2-45 0,1 1-21 0,0 1-28 15,1 1-18-15,0-1-3 0,1 1-20 0,0 0-15 0,1-1-3 16,1 1-15-16,0-1-1 0,1 0-2 0,1-1-6 0,-1-1-8 0,1 0-17 15,1-1-41-15,1-1-87 0,1 0-129 0,0-1-199 0,2-1-119 16,-1-1-160-16</inkml:trace>
  <inkml:trace contextRef="#ctx0" brushRef="#br0" timeOffset="153307.37">15901 6991 1304 0,'2'3'386'0,"1"1"-163"0,1 0-7 0,0-2-30 15,1 0-21-15,1-3-42 0,1-1-27 0,0-1-6 0,0-2-7 16,-1-1-3-16,1-1 0 0,0-3-21 0,-1-1-8 0,1-1-8 0,-1-2-5 16,0 0-1-16,0-1-10 0,0-1 0 0,-1-2-9 0,0 2-7 0,-1-2 1 15,0 1-1-15,-1 1-2 0,-1-1 2 0,-1 1 2 0,0 1-6 16,-2 1 4-16,1 1 0 0,-2 2 2 0,0 1 0 0,-1 1 1 0,-1 2 3 16,-1 2 2-16,1 2 3 0,-2 1-2 0,0 2-3 0,0 2-6 0,0 1-7 15,0 2 2-15,0 3-1 0,0 0 1 0,0 2-4 0,1 2-2 16,0 1-2-16,2 0 0 0,0 3 4 0,0 0 0 0,2 0-2 0,1 0-2 15,1 1-6-15,1 1 5 0,1-2-3 0,1 1-2 0,1-1 5 16,2 0-3-16,1-3 1 0,1 1-5 0,1-1-1 0,1-3-6 0,-1 0-12 16,2-2-12-16,0-3-17 0,0 0-9 0,0-1-14 0,0-2-2 0,2-1-13 15,0-2-8-15,0-2-8 0,1-1-2 0,-3-3-7 0,2-2-19 16,-1-2-14-16,1-3-19 0,-1-2-1 0,2 0 5 0,-1-2 13 0,-1-1 20 16,0 0 24-16,-2-3 32 0,0 1 33 0,1-1 25 0,-1-1 26 0,-1 0 20 15,0 0 17-15,-2-1 23 0,0-1 16 0,0 0 16 0,-2 1 13 16,0 2 9-16,-2 2 1 0,0 1 2 0,0 3-1 0,-1-1-6 0,-1 3-2 15,0 0-9-15,-1 3-4 0,-2 3-5 0,0 2 0 0,-1 1-1 16,-1 3-4-16,0 1-5 0,0 2-17 0,-1 1-5 0,0 1-10 0,1 1 0 16,-1 2 5-16,1 0 7 0,-1 2 3 0,1 1-4 0,1 1-2 0,1 0-6 15,1 1-8-15,2 0-3 0,1-1-14 0,1 2-1 0,0 1-8 16,2 1-4-16,0-1 3 0,1 1-3 0,1 0-3 0,-1 2-4 0,1-1-5 16,2 0-3-16,-1 0 6 0,1-2-2 0,-1-1-6 0,0 0 6 0,-2-1-6 15,0 1 0-15,0-1 2 0,-1-1 0 0,0 0 2 0,-1 0-2 16,-1 1 0-16,-2 0-8 0,-2 0 8 0,-1-1 0 0,-2 1 0 0,-1-1-2 15,-1 1-2-15,-2-1-2 0,-2 1-6 0,0-2-6 0,-1 1-17 16,-3-3-7-16,-2 2-14 0,-2-2-9 0,1-1-15 0,-1-1-9 0,-1-2-20 16,2-1-29-16,1-2-34 0,0-1-67 0,2-1-108 0,1-1-191 0,2-1-149 15,1 0 84-15,1-2 15 0</inkml:trace>
  <inkml:trace contextRef="#ctx0" brushRef="#br0" timeOffset="153887.37">16336 5426 727 0,'-49'-11'532'0,"-7"0"-520"16,-17 0 43-16,2 2 15 0,4 4 21 0,-4 3-2 0,-2 2-1 0,-5 5 3 15,-2 2-10-15,-1 3-11 0,-5 3-8 0,-2 3-19 0,-3 4-11 16,-4 0-6-16,-1 4-15 0,-5 3-5 0,-1 2-5 0,-1 5 1 0,-4 4-1 15,-1 4 4-15,-3 5-7 0,-2 3-2 0,0 4 5 0,-1 4 6 16,-1 6 18-16,-2 3 2 0,0 3 1 0,0 2-12 0,3 6-15 0,1 1 1 16,4 3-2-16,2 3 3 0,0 3 6 0,3 3 7 0,4 0 7 0,4 2 18 15,3-1 11-15,6 0 4 0,5 4 5 0,7 1-12 0,6 0-5 16,8-1-4-16,6-2-26 0,9-2 1 0,9-2-7 0,7-1-8 0,7-1 9 16,9-3-10-16,6-3-2 0,7-3 3 0,7-6-12 0,3-3 0 0,8-4 0 15,4-5 0-15,5-4 10 0,6-5-1 0,5-3 0 0,7-4-5 16,4-5 3-16,5-5 3 0,6-5 1 0,4-4 4 0,6-4-1 0,5-3 1 15,3-4-2-15,7-4 3 0,5-3 2 0,4-4-5 0,2-3 3 16,6-3-4-16,1-4-4 0,3-2 6 0,5-2-4 0,0-3 6 0,2-3 0 16,2-1 6-16,1-1 4 0,2-3 4 0,1-3-2 0,0 0-2 0,3-3-2 15,-1-2-1-15,1-2 0 0,1-2 1 0,-1-2-2 0,1 0-2 16,-2-4 1-16,0-2 3 0,-1-1 11 0,-3-3 2 0,-1-4-1 0,-2 0-2 16,-3-3-10-16,0 0 4 0,-1-5 5 0,-5-1-1 0,-2-1 5 0,-1-2-6 15,-3 0-2-15,-3-1 10 0,-2-2-3 0,-4 0 4 0,-1-1-1 16,-6-2-8-16,-1-2 2 0,-4-1-5 0,-2-2 0 0,-3 1 1 0,-5-1 3 15,-3-1-3-15,-4 0 1 0,-3 0-5 0,-7 1 1 0,-5 0 2 16,-5 0 2-16,-4 0 5 0,-6 0-1 0,-4 2 8 0,-8 2-1 0,-6 0-1 16,-8 3-3-16,-8 1-8 0,-8 1-3 0,-7 1-2 0,-8 3-9 0,-6 0 5 15,-6 5-8-15,-6 1-15 0,-6 1 13 0,-7 4 0 0,-6 2 2 16,-5 4 6-16,-5 2-16 0,-3 7-12 0,-5 2-3 0,-3 5-3 0,-2 4-2 16,-2 3-1-16,-4 7-9 0,0 6-4 0,-2 5 1 0,-1 6-1 15,0 5-5-15,-3 8-7 0,-2 6-18 0,-1 4-25 0,-2 7-39 0,-2 4-41 16,-1 5-45-16,0 6-62 0,0 1-66 0,-2 2-62 0,1 1-17 0,0 1 14 15,2 2 43-15</inkml:trace>
  <inkml:trace contextRef="#ctx0" brushRef="#br0" timeOffset="185891.66">19032 6717 1712 0,'-27'-36'169'0,"1"-3"-150"0,-4-4-9 0,12 10-5 15,6 12-5-15,2 2-5 0,3 1-2 0,1 3-9 0,0-1-6 0,1 2-21 16,0 1-36-16,0 2-38 0,-1-1-34 0,-1 1-10 0,-2 1 19 0,-3 1 31 15,-2 1 39-15,-1 1 34 0,-4 1 20 0,-2 1 11 0,-1 0 7 16,-2 0 4-16,-3 1 5 0,1-1 7 0,-2 1 5 0,2 0 11 0,0-1 8 16,3 1 11-16,0-2 10 0,2 0 5 0,4-2 0 0,2-2 2 15,3 0-3-15,5-1-4 0,3 0-8 0,7-1-12 0,5 0-12 0,7-2-8 16,6-1 1-16,7-1-3 0,5 0 2 0,9-1 3 0,7-1-4 0,7 1-1 16,9 0-5-16,5 1-5 0,5 1 1 0,7 2-8 0,3 1 1 15,2 3 1-15,2 2-5 0,0 3-3 0,0 2 1 0,-1 4-8 0,-2 2 5 16,-2 2 3-16,-4 2 3 0,-2 0 3 0,-2 0 1 0,-3 2-3 15,-1 0-1-15,-2 0-1 0,-1 0 1 0,0 0 0 0,-1 0-2 0,-1 1 4 16,0 1-4-16,-2 1 1 0,0 2 1 0,0 0-1 0,-1 3 0 0,-3 3-2 16,-1 1-1-16,-1 4-5 0,-5 3 2 0,-2 2 3 0,-3 3-1 15,-5 4 0-15,-3 1-2 0,-6 3 1 0,-3 5 1 0,-5 1 5 0,-4 2 1 16,-6 2-1-16,-1 0-3 0,-5 0 0 0,-2 1 0 0,-5-1-1 0,-6 2 8 16,-6 0 8-16,-5 1 2 0,-6 2 9 0,-4-2 1 0,-5 1 3 15,-3-1 3-15,-6-2-3 0,-1-2 4 0,-4-3 2 0,-4-1-5 0,-5-1 1 16,-3-3-4-16,-3-1 7 0,-2-4 5 0,-2 2 2 0,-3-3 1 0,-2-2-10 15,-2-2-7-15,0-1 1 0,-3-2-11 0,0-2 0 0,-2-3-1 16,1-2-1-16,1-4-1 0,2-5 1 0,3-2-4 0,0-3-2 0,3-5-1 16,3-3 1-16,2-4-1 0,2-3-2 0,1-4-1 0,2-3 2 15,4-2-1-15,0-3 1 0,2-4-2 0,1-1-1 0,1-4 3 0,2-1-4 16,2-2 2-16,-1-2-2 0,4-3-1 0,1-2 1 0,1-4-4 16,2 1 10-16,-1-2-2 0,5-1 6 0,3-1 0 0,3 0-6 0,2 0-3 15,2 0 0-15,3 0-2 0,5 1-2 0,2 1-8 0,4 0-3 0,3 3-11 16,3 1-5-16,4 3-20 0,3 1-48 0,3 1-59 0,2 4-66 0,5 0-82 15,3 2-19-15,2 1-5 0,6-1 59 0,5 2-128 0</inkml:trace>
  <inkml:trace contextRef="#ctx0" brushRef="#br0" timeOffset="186389.66">23422 6213 2035 0,'-26'-46'-23'0,"4"0"39"0,-3-7-4 0,9 14 4 0,9 13 1 0,2 4-7 16,4 5-7-16,1 4-13 0,3 3-14 0,3 1-10 0,6 1-2 0,6 3-3 16,4 1-1-16,2 2 2 0,5 1-5 0,1 1-5 0,6 1-3 15,2 2-5-15,2 1 0 0,3 0 5 0,2 3 7 0,3-1 15 0,4 2 9 16,5 0 8-16,2 3 3 0,4 3 6 0,3 2-3 0,4 2 6 0,4 2 2 16,2 2-1-16,2 1 3 0,4 4-3 0,1 2 1 0,3 1-2 15,2 3 3-15,3 0-3 0,2 2 3 0,1-1-4 0,3 0 2 0,-1 1 7 16,1-4-1-16,-1 3 6 0,1-2 0 0,-1-1-1 0,-2 1 4 0,-4 0 6 15,-7 0 4-15,-5 2 3 0,-7 0 2 0,-6 0 2 0,-6 0 4 16,-5 1 6-16,-5 1 8 0,-5 0-1 0,-7 1 0 0,-5 1-12 0,-5-1-1 16,-6 2 4-16,-6-3-9 0,-4 1 5 0,-7-1-7 0,-4 0-11 15,-6 0 1-15,-5 0-7 0,-6 1-2 0,-7 0 0 0,-8 0-4 0,-8-1-1 16,-7-3-3-16,-9 0-2 0,-6-4-4 0,-5-1-4 0,-6-5-3 0,-1-3-5 16,-2-4-7-16,-3-5 1 0,-2-2-12 0,0-5-10 0,0-3-9 15,-1-4-16-15,4-2-8 0,3-2-17 0,2-4-11 0,5-2-18 0,6-3-25 16,6-3-22-16,8-3-18 0,7-2 5 0,5-3 21 0,10-2 15 0,6-3 37 15,10-5 22-15,11-2 17 0,8-4-120 0</inkml:trace>
  <inkml:trace contextRef="#ctx0" brushRef="#br0" timeOffset="186721.66">30039 6658 1428 0,'37'-25'289'0,"6"2"-295"0,14-3 11 0,2 10-10 0,-3 10 1 15,1 4 2-15,2 4 0 0,0 3-3 0,0 5-3 0,0 6-10 0,-2 5-9 16,-4 3-22-16,-3 6-20 0,-5 2-7 0,-5 5 2 0,-5 2 15 0,-5 4 18 15,-5 3 6-15,-5 0 9 0,-7 2 4 0,-3 0 13 0,-6 2 10 16,-5 1 6-16,-4 1 4 0,-4-1 1 0,-2 1 0 0,-5 0-13 0,-2 0-1 16,-3 1-8-16,-4 1-13 0,-3 0 9 0,-2-3-5 0,-4-3-3 15,-2-2 0-15,-2-3-16 0,-4-4-8 0,-1-4-11 0,-3-1-11 0,-4-2-4 16,-2-3-3-16,-5-2-4 0,-3-4-1 0,-2-2-3 0,-3-4-1 0,-7-2 4 16,-6-1 8-16,-9-2-154 0</inkml:trace>
  <inkml:trace contextRef="#ctx0" brushRef="#br0" timeOffset="-51956.6">13633 6930 354 0,'-41'-18'254'0,"0"-1"-252"0,-6-2 0 0,11 5 14 0,12 4 8 16,4 0 1-16,4 1-1 0,5 2 0 0,4 1-2 0,5 0-4 15,3 0-4-15,5 0-3 0,5 0-2 0,6-2-1 0,6-1 0 0,5 1-1 16,6-2 0-16,3 0-5 0,4-1 0 0,5 0-2 0,5 1-2 0,2 0 0 15,2-1-1-15,4-1-2 0,1 0 0 0,3 1-1 0,3 0 1 16,0 0 2-16,3 1 2 0,0 1 0 0,3 0 3 0,4-1-1 0,3 1-1 16,2-1 3-16,7 0-4 0,1 2 0 0,5 0 0 0,2 1-1 15,2 4 1-15,1 2-1 0,3 3-1 0,0 3-5 0,0 5-1 0,1 3-7 16,0 3-5-16,1 4-1 0,-1 4-7 0,1 0-9 0,-1 6-16 0,-2 2-10 16,0 4-3-16,-2 1 10 0,-4 2 17 0,0 1 15 0,-4 1 9 15,-4 3-1-15,-2-1 0 0,-4-2 0 0,0 0-1 0,-4-2-1 0,-4-1 2 16,0 0-2-16,-5-3-8 0,-1-2-123 0</inkml:trace>
  <inkml:trace contextRef="#ctx0" brushRef="#br0" timeOffset="-51536.6">20073 7699 1699 0,'-14'-3'69'0,"2"1"-76"0,1 1-27 0,8 5-8 16,3 3 1-16,5 2 14 0,2 2 12 0,4 0 12 0,2 2 1 0,3-1 1 16,1 0 4-16,4-1-7 0,4-1 6 0,2 0 1 0,6-1-2 15,3-1 5-15,5-1-2 0,6-1 0 0,2 0-2 0,4-1 1 0,5-2-4 16,1 2 2-16,5-1 1 0,3 1-4 0,2 1 4 15,2 0 2-15,1-1 3 0,4-1 8 0,-1 0 1 0,1-1 2 0,-2-1 3 0,0-1 1 16,0-1 4-16,0-2-1 0,-1-1-5 0,0-1-6 0,1-1-3 0,-2 0-6 16,0-1 3-16,-1 0-8 0,-2 0-4 0,0 1-8 0,-2 1-13 15,-1-1-13-15,-2 0-26 0,-1 1-53 0,-2 0-121 0,0 0-63 0,-2-1-32 16,0-1 62-16,2-2-85 0</inkml:trace>
  <inkml:trace contextRef="#ctx0" brushRef="#br0" timeOffset="-51201.6">24964 7964 2066 0,'0'-4'791'0,"2"1"-782"0,3 0-58 16,4 1-7-16,7 1 14 0,4 1 17 0,7 1 6 0,6 1 8 0,6 0-5 15,6-1-8-15,8 0-10 0,6 1-15 0,5-1-11 0,3 1-8 16,4 0-3-16,2-1 3 0,1 0 6 0,0-2 9 0,-1 0 19 0,1 0-2 16,0 0 4-16,-1-1 1 0,0 1-5 0,-2-1 10 0,1 1 3 0,-1-1 11 15,0 0 12-15,-1 0 3 0,-1 0 4 0,0-1-3 0,-3-1-3 16,1 0 5-16,-3 1 1 0,1-2-5 0,-1 1-3 0,-1-1-2 0,2 0-9 15,1-1-21-15,-1 1-49 0,3-3-59 0,-1 0-48 0,-1-1-23 16,-1-2 0-16,-1 0 5 0,-1-1-3 0,0-2 28 0,2-3-177 0</inkml:trace>
  <inkml:trace contextRef="#ctx0" brushRef="#br0" timeOffset="-50935.6">31277 7804 2531 0,'33'0'-93'16,"9"2"-87"-16,16 3 17 0,4 2 48 0,-2 1 70 0,0 0 50 0,3-1-28 16,2-2-146-16,2 2-136 0,5 0-74 0,-2 1-5 0,-33-3 135 15,7 1-94-15</inkml:trace>
  <inkml:trace contextRef="#ctx0" brushRef="#br0" timeOffset="-50514.59">33010 8026 187 0,'0'0'42'0,"1"0"-42"0,0 0-4 0,1 0 9 0,-1 0 11 15,1 0 9-15,0 0 2 0,0 0-9 0,0 0-13 0,1 1-18 16,0-1-14-16,1 1-5 0,-1 0-3 0,1-1 6 0,-1 2 7 0,2 0 7 16,-2 1 7-16,0-1 3 0,0 2 3 0,0-1 0 0,-1 1 0 0,0 0 2 15,0 1-1-15,-1 0 1 0,0 0 2 0,0 1-1 0,-1 0 2 16,0 0 1-16,0-1-1 0,-1 2 1 0,-1-1-1 0,0 0 1 0,0 0 1 15,0 0-1-15,-1 0 0 0,0-1 0 0,-1 0-1 0,1 1 1 0,-1-2 0 16,0 0 0-16,0 0 0 0,0-1-1 0,0 1-1 0,0-1 1 16,0 0-2-16,0-1 0 0,0 0 0 0,0 0 0 0,-1 0 2 0,1-1-1 15,0 1 2-15,0-2 1 0,0 1 3 0,0-1 3 0,1 1 2 0,-1-1 2 16,0-1 0-16,0 1 1 0,0 0 0 0,2-1-1 0,-2 0-1 16,0 0-2-16,0 0-3 0,0 0 0 0,0 0-2 0,0 0-1 0,-1 0-1 15,0-1 0-15,0 0 0 0,-1 1-2 0,0-1 1 0,0 1-1 16,1-1 0-16,-1 0-4 0,-1 1 1 0,0-1-4 0,1 1 2 0,-1-1 0 15,1 1-2-15,-1 0-1 0,-5-1-6 0,9 1-5 0,-3-1-5 0,-2 0-5 16,3 0 3-16,3 1 3 0,0 0 7 0,-1-1 6 0,1 0 4 16,2 1 5-16,-1-1 3 0,-1 1 4 0,1 0 8 0,-1 0 6 0,0 1 4 15,-1 0 1-15,0 0-5 0,1 0-8 0,0 1-5 0,0-1-4 16,0 1-4-16,-1 0-2 0,1-1-5 0,0 1-2 0,0-1-3 0,0 1-4 16,-2-1-6-16,0 0-9 0,0 1-5 0,-2-2-25 0,0 1-14 0,0-1-75 15</inkml:trace>
  <inkml:trace contextRef="#ctx0" brushRef="#br0" timeOffset="-49787.6">10642 5551 1 0,'-86'38'325'0,"1"-22"669"0,7-11 609 0,-3-20-1667 16,11 10 13-16,8 15 4 0,5 15 15 0,3 11-14 0,0 12 9 0,0 12-14 16,-2 9-20-16,0 12-10 0,-3 11-22 0,0 8-7 0,0 8 0 0,0 7 5 15,0 8 7-15,3 5 11 0,1 5 14 0,2 3 11 0,0 3 16 16,1 7 12-16,-1 4 9 0,-1 5 10 0,-3 5 6 0,-1 7 2 0,-2 5 1 15,-4 7 0-15,-2 5 6 0,0 5-3 0,-5 4-2 0,-4 4 4 0,-3 3-1 16,-1 1 9-16,-4 1 5 0,0-1 6 0,-1-1 11 0,-1 0 12 16,-3-1 12-16,-2 0 11 0,-4 1 14 0,-5 1 9 0,-1-2 10 0,-5 0 27 15,-4 3 7-15,-2-2 4 0,-6 2 0 0,-3 2-17 0,-3 0-5 16,-5 0-3-16,0 1-5 0,-4-1-11 0,1-5-11 0,-2-3-18 0,-2-5 1 0,2-3-1 16,-3-5-10-16,2-5-8 0,-1-2-8 0,1-4-5 0,2-4-5 15,1-6 5-15,1-5-17 0,2-6 0 0,3-6 4 0,0-6-8 0,3-10 8 16,4-7-4-16,1-9-11 0,5-10 3 0,4-11 1 0,1-11-1 15,3-9 1-15,3-7-4 0,3-8-6 0,0-6-10 0,3-11 10 16,1-8-36-16,0-8-10 0,1-9-3 0,-1-10-55 0,1-11 17 0,2-11 2 16,3-9-19-16,3-10 1 0,3-9-52 0,6-10-86 0,1-14-70 0,1-15-107 15,5-14-56-15,1-15 1 0,4-15 94 0,3-10-134 0</inkml:trace>
  <inkml:trace contextRef="#ctx0" brushRef="#br0" timeOffset="-48987.59">1480 10892 482 0,'-16'-102'321'0,"1"6"-266"0,-3-23 7 0,-3-23 5 0,-2-22 17 16,0-21 18-16,0 1 2 0,3 3-9 0,5 5-2 0,2 5 3 0,3 5 3 16,1 6 6-16,3 6 1 0,3 7-8 0,2 7-1 0,3 10-8 15,1 7-13-15,3 6-9 0,4 6-11 0,1 6-27 0,3 6 6 0,4 8-4 16,3 3-5-16,3 7 16 0,3 4-15 0,4 6-5 0,2 6-4 0,4 6-4 16,5 5-3-16,3 5-27 0,50-34 2 0,1 24 0 0,-6 18-27 0,-5 15 25 15,-5 10-3-15,3 5-4 0,5 3 18 0,2 5-3 0,4 2-1 16,3 5 5-16,5 1 0 0,1 1 11 0,5 3 0 0,2 1 1 0,3 1 1 15,4 3-9-15,2 0 0 0,1 3-3 0,3 2 0 0,1 3-1 16,0 2-3-16,0 3 6 0,0 1-2 0,2 6 4 0,1 2 4 0,1 3 4 16,1 2 10-16,2 4 10 0,1 3 8 0,3 6 9 0,-1 4 0 0,1 4-7 15,2 7 0-15,-1 4-13 0,0 9-5 0,2 3-1 16,1 8-4-16,1 5-6 0,1 8-3 0,2 6-4 0,0 7-6 16,1 6 4-16,1 6-5 0,0 6-3 0,3 7 2 0,1 6 2 0,0 5-1 0,1 6 3 15,1 6-6-15,-1 1-1 0,-1 4 9 0,-1 1 3 0,-3 1-4 0,-1 3-7 16,0 4 10-16,0 3 1 0,-1 2 4 0,-2 2 9 0,-3 2-17 15,-5-2 1-15,0 1 1 0,-2 1 0 0,-2-1 6 0,1 3-8 0,0 1 1 16,-2 0-7-16,-1 1 6 0,-1-1 1 0,-1 0 8 0,0-4-1 0,-3-2 4 16,-1-2 8-16,-1-4 5 0,-2-2 15 0,0 0 1 0,1-2 5 0,-3-3-1 15,-2-6-3-15,-5-5-5 0,-4-8-2 0,-2-3-7 0,-5-6-16 16,-3-1 15-16,0-6-4 0,-5-2-3 0,-1-2 12 0,-3-4-10 0,-1-1-4 16,-2-5 5-16,-6-4-10 0,-4-7-9 0,-4-7-2 0,-37-56 12 0,7 12-5 15,-2-4 1-15,8 10-5 0,-2-1-10 0,6 8 5 0,-2-2 12 16,7 7-4-16,-2-3 18 0,-27-41 1 0,2 3-1 0,-1-3-7 15,4 4-12-15,-3-4 6 0,4 3-3 0,-3-2 3 0,3 2-15 0,-2-3-6 16,3 3 3-16,-2-4 9 0,2 2 33 0,-2-4-14 0,3 2 1 0,-3 0-3 16,3 0-38-16,-2-2 0 0,-1-4 4 0,-3 0-6 0,1-3-2 0,-3-1 10 15,-1-3-24-15,0-1 10 0,-3-1 10 0,0-1-10 0,-2-2 6 0,-1 0-5 16,0 0 2-16,-2-3 4 0,0 0-8 0,-3-1 5 0,2-2 1 16,-2 0 5-16,0 1-10 0,0-2 0 0,-2 0 0 0,1 0 6 0,-1-1 1 15,1 0 5-15,-1-1-6 0,-1 0 3 0,1 0 16 0,0-1-12 0,0 0 7 16,-1 0 5-16,0-2-11 0,-1 1 16 0,1 0 4 0,-1 0-26 15,0-1 24-15,0 1-18 0,-1 0-12 0,1-1 23 0,-2 0 0 0,0 0 81 16,1 1-10-16,-2-1-14 0,1 1 8 0,0-1-72 0,-1 1 9 16,0 0 7-16,0 0-23 0,-1 0 15 0,0-1-2 0,1 1-5 15,-1 0 12-15,0 1-8 0,0-1-2 0,-1 0 6 0,1 0-24 0,-1 0 10 16,0 0 28-16,0-2-9 0,0 2 4 0,0 0-20 0,-1-1-4 0,0 0 4 16,0 0-2-16,0 0 15 0,0 0-17 0,0-1 15 0,0 1 7 0,-1-2-14 15,1 1 19-15,-1 0-14 0,1 0 0 0,-1 0-5 0,1 0-20 0,-1 0 8 16,1 0 14-16,-1 0-3 0,0 0-1 0,1 0-2 15,-1-1 13-15,0 1 12 0,0-2-7 0,0 1-14 0,1 1-1 0,-1-1-12 0,0 0 17 16,0 0 11-16,-1-1-24 0,1 1 25 0,0 0-29 0,0-1-3 0,-1 1 13 16,1-1-6-16,0 0 21 0,0 0-21 0,-1 0-25 0,1-1 36 15,0 1-1-15,0 0 8 0,-1-2 3 0,1 2-11 0,0-1-8 16,-1 1 0-16,1-1-7 0,-1 1 138 0,1-1 38 0,0 0 3 0,-1 0-1 0,1 1-182 16,0 0-13-16,0-1-6 0,-1 0 22 0,1 0-16 0,-1 1-66 15,1-1 0-15,-1 1-89 0,0-1-80 0,0 1-42 0,-1-1-124 0,0 0-89 16,-1-1-58-16,-1 0 85 0,0-1 51 0</inkml:trace>
  <inkml:trace contextRef="#ctx0" brushRef="#br0" timeOffset="-48317.6">18174 6757 1939 0,'-40'-53'100'0,"-1"-3"-89"0,-4-10-8 0,15 12 0 0,12 12-3 0,8 2-1 16,5 3-15-16,4 3 3 0,4 1-8 0,2 3-5 0,4 1 8 15,2 2-10-15,2 0 1 0,3-1 1 0,2 3 3 0,2-2 7 0,0 1 7 16,3 0 3-16,0 0 5 0,3-3-4 0,2 0 1 0,0-1 1 0,2-1 2 16,1 1 5-16,4 0 1 0,0-1 3 0,2 1 3 0,5-2-2 15,1 2-1-15,3 1 0 0,2 0 4 0,6 3-2 0,3-1-2 0,6 1-9 16,5 1-8-16,5 2 3 0,5 1-4 0,7 2 12 0,3 2-1 15,6 1-5-15,3 2 2 0,3 2-6 0,4 1 0 0,2 2 3 0,2 0-2 16,2 2 5-16,2 2-2 0,0 1 0 0,1 2 2 0,1 2 1 0,0 1 1 16,-1 3-3-16,1 1 3 0,-2 4 0 0,0 3 0 0,-3 2 2 15,-3 3-2-15,-4 3 4 0,-6 3 0 0,-6 3-4 0,-7 5 1 0,-7 3-5 16,-7 3-3-16,-9 3 2 0,-8 3 1 0,-9 3 0 0,-7 7 7 0,-9 1-1 16,-6 6 2-16,-9 2 3 0,-7 3-6 0,-9 3 2 0,-8 3-2 15,-7 1-1-15,-7 5 2 0,-7 1 0 0,-4 1 6 0,-8 3 0 0,-6 0 0 16,-5 3-2-16,-5-1-9 0,-4-1 6 0,-4 0-3 0,-2 0 0 0,-4 0 2 15,-2-2-3-15,-2-2 1 0,1 1-3 0,-2-3-3 0,2-3-4 16,4-3 2-16,3-2-8 0,4-4-6 0,4-3-22 0,6-3-41 0,5-4-66 16,5-4-69-16,5-6-62 0,6-4-15 0,4-5 56 0,9-4-143 15</inkml:trace>
  <inkml:trace contextRef="#ctx0" brushRef="#br0" timeOffset="-47923.6">23616 6238 438 0,'37'-21'55'0,"10"0"-22"0,14-6 15 0,1 5 13 15,-1 3 5-15,4 0-5 0,4 1-7 0,7 1-6 0,4-2-9 16,5 0-7-16,7-2-6 0,4 2-1 0,5 0-3 0,6 2-1 0,2 4-2 16,2 2-1-16,3 3 1 0,1 2-2 0,0 3 1 0,3 4-4 15,-2 1 0-15,0 3 0 0,-1 3 3 0,-4 2-2 0,-1 4-1 0,-2 4-2 16,-3 4-6-16,-4 3-3 0,-5 2 0 0,-1 2 3 0,-7 6-2 0,-1 2 1 16,-5 6-5-16,-5 3 0 0,-1 3-2 0,-5 4 4 0,-5 5 3 15,-3 2 5-15,-6 5 1 0,-5 4 2 0,-4 0-5 0,-4 4-2 0,-7-1 4 16,-5 0-3-16,-4-1 1 0,-4-1 8 0,-8-4 3 0,-5-1 15 0,-7-1 17 15,-7-3 15-15,-7 1 17 0,-8-1 13 0,-9-1 0 0,-7 1-17 16,-8-1-14-16,-6 2-13 0,-7-2-22 0,-7 1-7 0,-4 1-16 0,-6 0-16 16,-1 1-13-16,-6 1-23 0,-1 1-44 0,-1 1-75 0,2-1-88 15,0 2-95-15,2 0-29 0,4 1-64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2-15T11:10:16.53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3728 5549 1673 0,'-29'-23'-21'0,"-6"-4"7"0,-6-6 9 0,-6-4 0 0,26 17 25 0,2 2-5 0,4 2-5 0,1 0-2 15,2 3-6-15,1 2-2 0,3 0-6 0,2 0-7 0,2 0-1 0,1 0-6 16,0 1 2-16,1 0 3 0,0 0-2 0,0 0 2 0,0-1 4 0,0-1 2 15,0 0 7-15,0 0-2 0,0-1 5 0,0 0 2 0,0 0 1 16,0 0 3-16,0 0-6 0,0 1 0 0,1-1-2 0,1-1 0 0,1 1 10 16,3-4-2-16,1 0 2 0,2-2-1 0,3-2-9 0,2-1 4 15,4-1-2-15,2-2-2 0,3-1 1 0,3 0 2 0,1 0-2 0,4 0 3 16,1-2-1-16,3-2 2 0,1-3 2 0,2 2-1 0,3-3 0 0,1 4-4 16,2-2-1-16,1 2 3 0,3-1-1 0,1 2-7 0,3-1 2 15,0 4 5-15,1 1-1 0,2 2 12 0,0 1 1 0,1 2-3 0,1 3 0 16,1 2-1-16,1 2-1 0,1 1 0 0,1 2 2 0,1 3 0 0,0 1-2 15,1 4-1-15,0 1-6 0,0 2-2 0,0 1-1 0,1 1-2 16,-2 2 1-16,0 2-1 0,2 0 0 0,-3 1 5 0,1 2-5 0,-1 1-1 16,-3 0 6-16,-1 4-10 0,-2 1 5 0,-3 1-5 0,-2 1-4 15,-2 3 6-15,-4 3 5 0,-2 1 9 0,0 4 1 0,-4 2-1 0,0 3-6 16,-4 2 3-16,-1 2-1 0,-5 6 3 0,-1 1-3 0,-3 1 1 0,-1 3 0 16,-1 0-2-16,-3 2 2 0,0 1-12 0,-2 1 7 0,-3 3 8 0,0 2-3 15,-4 2 9-15,-1 3-8 0,-3 2-5 0,-2 0-1 0,-3 1 0 16,-2-2 0-16,-3 0-7 0,-2-1 8 0,-1-2 3 0,-4-1 1 0,-3-3 8 15,-3-2-1-15,-1 0-2 0,-4-3 0 0,-2-1 6 0,-4 0-1 16,-3-4 3-16,-5-1 0 0,-3 1-9 0,-5-1 13 0,-5-2-1 0,0 0 2 16,-2-2 9-16,-3-2-7 0,-1-4-3 0,-3-2 4 0,0-3-2 0,-1 0 6 15,-1-5 5-15,1-1 3 0,0-4-3 0,1-3 2 0,2-2-5 16,-1-2 7-16,-2-3 3 0,1-4-5 0,0 0 3 0,0-2-10 0,1-1-2 16,-3-3-2-16,2-3 0 0,-3-1-1 0,2-2 2 0,1-3 2 0,0 0-1 15,0-5 9-15,1-3 2 0,2-2-6 0,0-3-3 0,-1-3-14 16,2-3-7-16,-2-4 1 0,2-2 6 0,3-3-11 0,0-3-1 0,3-2-6 15,1-2-21-15,2-3 9 0,1-1 4 0,4-2-1 0,3-1 12 16,1 2-9-16,4-1-7 0,-1 1 0 0,4-1-3 0,1 0-10 0,4 3-11 16,1 2-14-16,5 0-33 0,0 4-51 0,1 1-47 0,3 2-73 0,3 3-81 15,1 1-90-15,3 3-382 0</inkml:trace>
  <inkml:trace contextRef="#ctx0" brushRef="#br0" timeOffset="15705.05">19648 8614 270 0,'-1'-11'124'15,"-1"0"-53"-15,0 0-12 0,1 2-15 0,1 3-12 0,0 1-5 0,0 0-9 16,0 1-5-16,-1 1-7 0,1 0-2 0,-1 1 0 0,1 0-4 0,0 1 0 16,-1 0 0-16,0 0 0 0,0 1 0 0,-1 0-1 0,-1 0 2 15,0 0-1-15,-2-1 2 0,-1 1 2 0,-1-1 1 0,0 1 6 0,-2-1 0 16,-1 0 3-16,-1 1 1 0,0-1-3 0,2 0 0 0,0 1-3 0,-1-1-2 16,2 0 1-16,0 0-2 0,0-1-1 0,2 0 0 0,0 0-3 15,1-1 2-15,1 0 0 0,1 0 1 0,0-1 0 0,2-1 2 0,0-1 6 16,0-1 4-16,2 0 10 0,0-2 3 0,0 1 1 0,0 0 1 0,1 1-3 15,2-1-2-15,0 0-1 0,1-1 1 0,1 0-6 0,1 1 0 16,0-1-3-16,2 1-2 0,1 0-1 0,1 0-1 0,4 0 0 0,1 0-2 16,3 1-2-16,0-1 0 0,3 0-8 0,1 1 3 0,2-1-2 15,3 0-5-15,3 0 6 0,4 0-3 0,0 0 1 0,2 0 1 0,0 1 0 16,1 1-2-16,2 0 2 0,0 1-2 0,1-1-3 0,0 2-1 0,-1-1-1 16,1 0 3-16,0 2 5 0,-2 1-3 0,-1 0-1 0,-1 1 0 15,-2 1 0-15,1 1 2 0,-3 1 1 0,-2 0 2 0,-1 2-2 0,-3 1 3 16,-2 1-2-16,-1 1 5 0,-2 2-1 0,-1 0 4 0,-2 2 0 0,-2 2 0 15,-1 2 2-15,-1 2-3 0,-1-1 2 0,-3 4-3 0,0 0 2 16,-1 1-4-16,-2 3 2 0,-2 1-2 0,-1 4 1 0,-2 0 2 0,-2 1-2 16,-2 0 0-16,-2-1-2 0,-1 0 3 0,-2-1-2 0,-3 0 0 0,0-2-4 15,-2 1-2-15,-1-4-6 0,-2 0 4 0,-2-3 1 0,-1-4 0 16,0 0 6-16,-2-2 3 0,-1-2-4 0,1-2 1 0,-2-3 2 0,0 0-5 16,0-1 2-16,-2-2 4 0,-2 0 1 0,-1-2 6 0,-2 0-1 15,0 0 0-15,0-2 1 0,1 0-6 0,0-1 2 0,1-1-3 0,-2 1-2 16,0-2-1-16,-2 0-2 0,0 0 1 0,-2-1-3 0,0-1-1 15,-2 0-1-15,0 0 0 0,0-2 1 0,1-2 0 0,-1 0-1 0,2-2-2 16,0-1 0-16,0 2 7 0,0-3 0 0,4-1 4 0,0-1-1 0,6-3-5 16,3 0 0-16,3-3-2 0,5 0 0 0,4-1-2 0,2-2 0 15,4 1-3-15,1-3-1 0,4-1-2 0,3 1-2 0,0-4-1 0,5 0 2 16,2-1 2-16,1 1 1 0,0 1 4 0,1 2 0 0,-1 0 2 0,1 2-2 16,-2 1-3-16,1 1 3 0,-1 4 1 0,-1 0 1 0,-1 3-1 15,-1 1-1-15,1 3 4 0,-1 2 0 0,0 1 1 0,-1 1-5 0,-1 1-14 16,-1 1-18-16,1 2-18 0,-2 1-19 0,1 3-22 0,-2 0-21 0,0 3-34 15,-1 2-33-15,-1 3-30 0,-2 0-31 0,-2 2-184 0</inkml:trace>
  <inkml:trace contextRef="#ctx0" brushRef="#br0" timeOffset="16629.05">19777 9156 114 0,'-1'-13'72'0,"2"-1"-37"0,1-1 31 0,1 2-37 0,0 2-1 16,1 0-1-16,-1 1-3 0,1 1-5 0,0-1-3 0,1 1 1 0,-2-1-4 16,1 1 0-16,-1 1 0 0,0 0-1 0,0 1-1 0,-1-1-4 15,0 0 0-15,0 1-4 0,0-1 0 0,0 1-2 0,1-1-1 0,0 1 1 16,0 1 0-16,1-1 1 0,0 0 3 0,-1 0 4 0,2 1 4 0,0 0 8 16,-1 1 6-16,1 0 2 0,0 0 1 0,0 1-1 0,0 1-5 15,-1 2-2-15,1 0-4 0,-1 1-3 0,1 1-4 0,0 0-3 16,0 2 1-16,2 2-1 0,2 1-4 0,2 1 3 0,0 1-3 0,3 2-1 0,-1 2 4 15,1 0-2-15,1 2-1 0,0 1 1 0,-1 1-5 0,1 0 2 16,-1 1-2-16,-1-1 1 0,-1 1 1 0,-2-1-1 0,0-1 2 0,0 0-3 16,-1-1 2-16,-2-2-1 0,0 0 0 0,-2-1 0 15,-1-1 0-15,-2 0 0 0,-1-2 2 0,-1-1 0 0,0 1 1 0,-1-1 3 0,-1 0-1 16,-2-1 7-16,0 1 4 0,-1-1 5 0,-1-1 4 0,-1-1 0 16,-1 0 1-16,-1 0 0 0,-2-1-1 0,-1 0-2 0,-2-1-1 0,-2 1-7 15,-2 0-3-15,0 0-2 0,-3-1-4 0,-1 0-2 0,0 0-1 0,-1 0-1 16,2-2 2-16,0 0 0 0,0 0 0 0,2-2-1 0,-1 1-2 15,1-2 2-15,2 0 1 0,1-1 0 0,1 0-2 0,1-1-1 0,1 1 0 16,2-2-7-16,2 1 0 0,0 0-9 0,2-1-3 0,3 2-3 16,0-1-1-16,3 1-6 0,0 1-12 0,1 1-9 0,1 0-13 15,1 0-12-15,0 1-6 0,2 1-4 0,1 0-6 0,3 0 1 0,3 1-4 0,0 0-13 16,4 2-62-16,2 0-5 0</inkml:trace>
  <inkml:trace contextRef="#ctx0" brushRef="#br0" timeOffset="17169.05">19790 9766 350 0,'-12'-11'35'0,"1"0"53"0,-1-1-14 0,3 1-10 15,3 3-13-15,1 1-9 0,2 1-9 0,0 1-8 0,2 2-9 0,-1 0-4 16,1 1-4-16,0 0-2 0,1 1-1 0,-1-1-2 0,1 1-2 0,0 1-1 16,0-1 0-16,0 1-1 0,1 0-1 0,0 0 2 0,1-1-1 15,1 1 0-15,1 0 1 0,3-1 0 0,1 1 0 0,2 0 2 0,2 0 0 16,2 0 1-16,0 0-1 0,3 0 4 0,0 2 1 0,0 0 0 0,2 1 5 16,1 0-3-16,1 0 2 0,0 1 0 0,4 0-2 0,0 2 0 15,4-1 0-15,-1 0-2 0,3 1 1 0,0-2 1 0,0 1-2 0,0 0-1 16,1-1-2-16,-1 1 1 0,-1 0-2 0,-3-2 4 15,-2 0 1-15,-3-3 1 0,-2 0 3 0,-2-2 2 0,-3 1 2 0,-3-1 3 0,-3-1 1 16,-1 2-3-16,-1-1 0 0,-3 1-4 0,-1 1 0 0,-2 0 0 0,-1 1-3 16,-1 1 1-16,-1 1-4 0,-1 0 1 0,-3 2 0 0,-1 0-5 15,-2 1 4-15,-3 2-3 0,-2-1-1 0,-4 1 1 0,0 1-4 0,-3-1-4 16,-1 1-4-16,0 1-4 0,-1 0-6 0,-1-1-4 0,3 0-13 16,0-1-8-16,2 1-11 0,2 1-12 0,1 1-7 0,1 0-6 0,3 1-5 15,2-1-2-15,1 2 0 0,1-2 2 0,2 1-4 0,1-1-11 0,1 0-118 16</inkml:trace>
  <inkml:trace contextRef="#ctx0" brushRef="#br0" timeOffset="17715.05">19963 10430 413 0,'-2'-9'49'0,"0"-2"55"0,1-2-17 0,1 1-21 16,3 1-21-16,2 1-13 0,1 2-16 0,1 1-8 0,2 3-2 0,1-1-2 15,2 1-1-15,1 1-3 0,0 1-2 0,2 1-4 0,1 0-3 16,0 1-5-16,-2 0-5 0,2 0-2 15,-1 2 3-15,-1-1 2 0,-1 0 7 0,-2 0 3 0,-1 1 1 0,0-1 6 0,-1 0-2 0,-1 1 1 0,0 0 3 16,-2 0 0-16,1 1 7 0,0-1 2 0,-1 2 2 0,0 0 1 16,-1 0 0-16,-1-1 3 0,1 1 0 0,-1 0 2 0,-1-1-1 0,0 0 2 15,-1-1 2-15,-1-1 3 0,0 0 4 0,-1-1 3 0,1 0 3 16,-1 1-4-16,0-1-2 0,0 0-11 0,-1-1-6 0,1 1-3 0,-1 0-8 16,0 0 4-16,-2 0-4 0,-1 2-9 0,-3 1 0 0,-1 1-10 0,-2 0-8 15,-3 0-4-15,1 1-7 0,-4 1-7 0,1-1 4 0,1 2-3 16,1 0 2-16,-1 0-1 0,2 0-7 0,0 1-3 0,2 0-7 0,2 1-5 15,0 1-3-15,1 1-3 0,0 1 2 0,1 1 3 0,2-1 6 0,2 0-4 16,0 1-21-16,2 2-34 0</inkml:trace>
  <inkml:trace contextRef="#ctx0" brushRef="#br0" timeOffset="18132.06">20101 10953 113 0,'-2'-4'75'0,"1"0"4"0,-1-1-11 0,0 1-9 0,2 1-10 16,0 1-8-16,0 0-9 0,0 1-8 0,0-1-7 0,0 1-7 16,1 0-1-16,0 0-5 0,0 0 1 0,1 0-3 0,0 0 0 0,0 0 1 15,2 1 0-15,0-1 0 0,1 0-2 0,0 1-2 0,1-1 2 0,1 0-1 16,0 1 0-16,0 0 6 0,0 0-5 0,2 0 3 0,1 1 0 15,0 0-2-15,2 0 4 0,0 0-1 0,0 1 4 0,2 1-1 0,1 0 0 16,0 1 1-16,-2 0-2 0,2 1 0 0,-1 1 0 0,0 1 0 16,1-1-4-16,-2 1-1 0,2 2 0 0,-1 0 0 0,-1 0 1 0,-1 0 1 15,-1 0-1-15,-1-1-2 0,-2-2 0 0,-1 0 3 0,-2-1-2 0,-1-1 2 16,-1 0 0-16,-1-1-1 0,-2 0 5 0,0 0 1 0,-3 0 2 16,0 0 3-16,-1 1-1 0,-4-1 2 0,-1 1-2 0,-4-1 1 15,-2 0-3-15,-2-1-2 0,-1 0 0 0,-2-2 1 0,2 0-1 0,-3-1-4 16,1 1-1-16,0 0-2 0,-1-1-4 0,0 0 2 0,3 0-7 15,0 0-3-15,2 1 0 0,2-1-2 0,3 0 6 0,0-1 3 0,3 1 1 0,1-1 0 16,3 1-1-16,1 1 2 0,1-1-4 0,1 0-2 0,1 0-11 16,1 0-12-16,0 1-5 0,1 0-5 0,2 1 0 0,1 0-5 0,4 1-4 15,3 0-6-15,1 0-3 0,3 2-8 0,2 1-5 0,1 0-6 16,0 3-32-16,3 2-7 0</inkml:trace>
  <inkml:trace contextRef="#ctx0" brushRef="#br0" timeOffset="18595.05">20059 12365 473 0,'-5'-10'59'0,"-1"1"-5"0,0 0 6 0,1 3-21 16,3 2-11-16,1 2-17 0,1 0-5 0,0 2-9 0,1 0-7 15,0 1-5-15,0 1-2 0,2 1 2 0,0 1 1 0,1-1 2 0,0 1-1 16,2 1-4-16,0 0-5 0,2 1-5 0,0 0 1 0,0-2 1 16,0 1 2-16,2 0 1 0,0 0 4 0,2-1 4 0,0-1 3 0,0 0 6 15,0 0 1-15,0 0 2 0,0 0 6 0,0 1 1 0,0 1 5 0,0 0 3 16,0 1 4-16,0-1 2 0,0 2 1 0,0 1 2 0,-1 2 0 16,0 0 0-16,0 3-3 0,0 0-3 0,0-1-5 0,-1 3 0 0,-1 0-3 15,1 0-2-15,0 1-2 0,-1 1-4 0,-1 0 0 0,0-1 1 16,-2 1 0-16,-1-1 3 0,0 1-1 0,-1-2-1 0,-1 1-2 15,-2-1-2-15,-1-2 1 0,0-1 0 0,-2-1-2 0,0-1 1 0,-1-1-4 0,-2-1-2 16,0-2-8-16,-3 1-14 0,-1-2-15 0,-1 1-20 0,-2-1-16 16,0 2-25-16,-2-1-137 0</inkml:trace>
  <inkml:trace contextRef="#ctx0" brushRef="#br0" timeOffset="19082.05">20104 13149 125 0,'1'-7'74'0,"1"0"-3"0,1-1-5 15,0 1-2-15,-1 1-8 0,1 1-3 0,0 1-1 0,0 1-1 0,-1 1-5 16,1 1-9-16,0 1-5 0,0 0-7 0,1 1-3 0,2 2-2 16,0 0-3-16,0 2-4 0,2 1-1 0,1 2-3 0,1 1-3 0,0 1-4 15,1 0-1-15,0 1-2 0,0 1 1 0,2 2-1 0,-1-1-1 0,0 0 1 16,0-3-5-16,-2 0-2 0,1 0 2 0,0 0 0 0,-1 1 3 15,0 0 1-15,-1-1-3 0,-2 0 0 0,0 2-3 0,-1-1 0 0,-1 1 2 16,-1 0 1-16,0 1 2 0,-1 2 1 0,-1-1 1 0,-2 0 3 16,0 0 2-16,-1-1 2 0,-2 1 3 0,0-1 3 0,-2-1 0 0,0 1 2 15,-2 0 5-15,0 0 4 0,-1-1 1 0,-1-2 4 0,-1 1 3 0,1-2 1 16,-1 0 4-16,0-2-3 0,0-1 1 0,2-2-1 0,-2 0-5 16,0-1-3-16,0-1-1 0,1-1-9 0,-1-1 2 0,2 0-5 0,0-1-2 15,-1-1 0-15,2-1-7 0,-1-1-6 0,0-2-7 0,0 0-9 0,0-3-7 16,2 1-8-16,-1-1-11 0,0-1-15 0,1 2-13 0,0-2-19 15,2 1-15-15,0 1-17 0,1 1-15 0,1-1-13 0,0 0-162 0</inkml:trace>
  <inkml:trace contextRef="#ctx0" brushRef="#br0" timeOffset="28068.05">19010 9329 494 0,'-15'-17'16'0,"-2"0"119"0,-4-4-67 0,4 3 4 16,4 4-14-16,2 0-7 0,0 0-11 0,2 0-10 0,1 1-9 0,0-2-3 15,2 0-7-15,1 0-3 0,-1 0-2 0,2-2-1 0,-1 0 0 0,0 0-1 16,0 0-3-16,0-2 1 0,-1-1 0 0,0 0-1 0,-1-2 4 16,0-1-2-16,-2-1-2 0,-1-3-1 0,-2 0-1 0,-1 1 5 15,-1-2 2-15,-1 2 1 0,-1-2 1 0,-2 1-8 0,0-1 2 0,0 0 0 0,0 0-1 16,0 0 2-16,2-1 0 0,-2 0 0 0,3-4 1 15,2-1 0-15,2-4-2 0,1 0 1 0,1 0 0 0,2-1-2 0,2 1 1 0,4-3-1 16,1 2 12-16,4-2 3 0,2-1 6 0,2 1 7 0,3-2 0 16,1 1 5-16,4-2 5 0,3 1 3 0,4-2-1 0,3-2 6 0,6 1-3 15,3-2-3-15,8 2-8 0,5-1-10 0,6-1-2 0,7 1-3 0,5-1 3 16,7 2 0-16,5-2-6 0,5 3-2 0,5 0-3 0,4 0-7 16,6-2 2-16,6 1-4 0,7 1-1 0,3 2 4 0,4 0-6 0,6 2 0 15,1 3 5-15,4-1 1 0,1 4 2 0,-1 0 1 0,0 4-6 0,-3 1-1 16,-2 5 1-16,-4 1-1 0,-3 2 0 0,-3 2 0 0,-3 1-1 15,-2 1 1-15,-3 0-1 0,-4 1-1 0,0 0 2 0,-4 3 0 0,-1 0 2 16,-4 2 2-16,0 2-2 0,-3 3-1 0,-1 2-2 0,-2 3-1 16,-4 1 2-16,0 3-2 0,-2 1 4 0,-3 3-1 0,-3 4-1 0,-7 2 1 15,-3 2 2-15,-5 1-1 0,-4 2 2 0,-2 3-1 0,-3 0-4 0,-3 3 1 16,-5 1 2-16,-2 1 2 0,-5 3-1 0,-4 0 7 0,-2 3-2 16,-3 1-4-16,-3 3 0 0,0-1 5 0,-4 3 0 0,-2 1 9 0,-1 1-2 15,-3 3-6-15,-3 1 0 0,0 2-5 0,-2 2 3 0,-1 2-3 0,-2 0-1 16,-1-1-1-16,-2 2-2 0,0-1-6 0,-2 4 0 0,-1-2 1 15,1 0 1-15,-1 1 7 0,0 0-3 0,0 2-1 0,-1-1-1 0,0 1 1 16,-1-3-3-16,1-2-1 0,0 1 3 0,-1-2-2 0,0 0-5 16,1-1 2-16,1-4 2 0,1-1-4 0,2-1 8 0,0-5-2 15,1 0 1-15,1-2-2 0,0-2 2 0,-1-1 0 0,2-4-1 0,-1-1 2 0,0-4 2 16,-1-2-4-16,0-1 1 0,1-2-2 0,-1-2 1 0,1-2-2 16,-2 0 0-16,1 0-4 0,0 0-5 0,0-2-10 0,1 0-5 0,0 0-7 15,1 0-11-15,0-1-6 0,2 1-14 0,-1-1-12 0,0 2-13 0,1 1-14 16,-1-1-24-16,2 1-10 0,1 1-12 0,1 2-5 0,0 4 44 15,0 1 19-15,1 4 11 0,-2 1 6 0,2 0-165 0</inkml:trace>
  <inkml:trace contextRef="#ctx0" brushRef="#br0" timeOffset="28407.06">24353 9228 380 0,'5'-13'39'0,"1"-1"66"0,4-2-28 0,-1 1 6 15,1 4-6-15,0-1-3 0,1 0-11 0,0 1-13 0,1-1-7 0,3 1-6 16,0 0-7-16,2 2-4 0,1 0-9 0,3 1-5 0,3 0-4 0,1 0-2 16,4 1 0-16,1 1-3 0,3 0 0 0,3 1-2 0,1 1 4 15,4 1-1-15,0 0 1 0,-1 1 2 0,0 0-4 0,-2 1-1 0,-1 1 2 16,2 0-4-16,-1 0 1 0,-1 1 5 0,-1 0 0 0,0 1-1 15,-1-2 2-15,-3 0-8 0,0 0 0 0,-5-1-1 0,-1 1 1 0,-1-1-1 16,-3 0 0-16,2 0 0 0,-2-1-4 0,1 1 2 0,-1 0 0 16,-2 0-3-16,-1 0 0 0,-2-1-3 0,-1 1 0 0,-2-1-5 0,0 1-3 15,-2 0-3-15,-1 0-4 0,-1 0 2 0,-2 0 1 0,0 1 2 0,-1 0 1 16,-1 0-1-16,-2 0-5 0,-1 0-5 0,-1 1-6 0,-1 1-5 16,-1-1-4-16,-1 1-10 0,-2 0-7 0,-1 1-5 0,-2-1-10 0,-2 2-8 15,-2-1-30-15,-2 0-137 0</inkml:trace>
  <inkml:trace contextRef="#ctx0" brushRef="#br0" timeOffset="28689.05">25149 8871 587 0,'-5'-12'18'0,"1"0"109"0,-1-1-55 0,3 5-12 0,2 5-18 0,0 1-15 16,2 1-7-16,0 1-10 0,3 1-6 0,3 1-1 0,1 1-1 0,3 1 2 15,3 0 0-15,2 3 2 0,-1 0-3 0,2 0 0 0,1 2-1 0,0 0 3 16,1 1 0-16,1 0-2 0,2 2 1 0,-1 1-4 0,4 0 0 15,0 0 0-15,1-1 2 0,0 0 0 0,1 0 0 0,-3-1-2 0,0-1 1 16,-1-2 3-16,-2 0-2 0,-1 0 1 0,-3-2-3 0,-2 1 0 16,-2 0 3-16,0-1-2 0,-1 0 2 0,0 1 1 0,-2-3 2 0,-1 2 4 15,-1 0-2-15,-2-1 0 0,-2 1 2 0,-2-1 1 0,-1 0 5 0,-2 1 6 16,-2-1 3-16,-3 0 6 0,-2 0-8 0,-2 0 1 0,-4-1-3 0,-2 1-6 16,-6-1 3-16,-3 1-9 0,-2 1-3 0,-4-1 0 0,1 2-5 15,0 0 0-15,1 1-3 0,1 1-10 0,0-1-13 0,-2 2-16 16,2 0-19-16,-2 1-18 0,1 1-18 0,2 0-11 0,-2 2-26 0,0 1-6 15,0 0-15-15,0 2-198 0</inkml:trace>
  <inkml:trace contextRef="#ctx0" brushRef="#br0" timeOffset="29183.05">20450 9466 18 0,'0'-7'18'0,"0"-1"-4"0,1 0 2 0,0 1-3 0,1 4-5 15,0-1-1-15,0 0-4 0,0 0-7 0,-2 0-3 0,1 2-17 0,1-2-21 16</inkml:trace>
  <inkml:trace contextRef="#ctx0" brushRef="#br0" timeOffset="29317.05">20483 9366 62 0,'-1'-2'44'0,"1"1"-10"0,1 0-6 0,0 1-6 0,0-1-2 0,1 0-2 16,0 0 3-16,1 0-3 0,0 0-2 0,0 0-2 0,2-1-7 0,-1 1-1 16,1 0-2-16,1 0-3 0,-1-1 1 0,2 1 1 0,0 0 0 15,0 0 0-15,1 0-1 0,0 0 0 0,1 1-2 0,2-1-2 0,-2 1-6 16,3 0-6-16,1 1-9 0,1-1-10 0,1 2-13 0,1-1-45 0,3 1-17 15</inkml:trace>
  <inkml:trace contextRef="#ctx0" brushRef="#br0" timeOffset="30189.06">21236 8829 246 0,'-6'-12'17'0,"-1"-3"75"0,0-3-21 15,1 3-17-15,2 2-5 0,0 0-5 0,2 2-3 0,0 0-7 0,1 1-8 16,1 1-6-16,1 1-3 0,0-1-6 0,2 0-3 0,0 1-1 16,1 0-1-16,0-1-2 0,2 1-1 0,1 0 0 0,1 0-1 0,1 0 1 15,1-1-3-15,1 0 1 0,2-1-1 0,3 0 1 0,4-1 1 16,0 0 4-16,6-1 2 0,3-1 0 0,4 0 1 0,3 0-4 0,3-1-1 16,2 0-2-16,3 0-2 0,5 2 3 0,3-1-1 0,5 0-1 15,3 1 0-15,3 1 0 0,0 2-2 0,3 3 2 0,1 0 2 0,0 3-1 16,-1 2 2-16,0 3-1 0,-2 3 2 0,-1 3-1 0,-2 0 1 15,-3 4 2-15,-3 1-3 0,-4 3 1 0,-4 0 0 0,-4 2-1 0,-5-1 3 16,-5-1-1-16,-7-1 7 0,-4-1 2 0,-7 1 4 0,-6-2 7 16,-3-2 4-16,-7 2 7 0,-3 0 4 0,-5 0 4 0,-6 2-2 0,-5-1-2 15,-6 1-5-15,-8 2-8 0,-4 0-8 0,-5-1-3 0,-2 1-7 0,-1 0-4 0,-1-1-1 16,0 1-1-16,0-2-7 0,3 1 0 0,1-2 1 0,3 1-6 16,3 0 6-16,4-1-12 0,7-1-8 0,3-1-17 0,7-2-18 0,6 0-15 15,4-1-16-15,6-1-1 0,7 0 8 0,6-1 1 0,8-3 6 16,11 0-1-16,10-3-5 0,10-1 7 0,9-1 0 0,8-1 2 15,6-1-3-15,7 0-119 0</inkml:trace>
  <inkml:trace contextRef="#ctx0" brushRef="#br0" timeOffset="30727.06">27598 8505 310 0,'7'-24'8'0,"2"1"99"0,2-4-39 0,0 4-8 0,1 7-1 16,-1-1-7-16,2 1-1 0,0 1-7 0,1 1-8 0,-1 0 2 0,-1 1-4 16,-1 1-6-16,-1 2 0 0,0 1-7 0,-3 1-2 0,-1 2-4 0,-2 0-2 15,0 1-3-15,-2 1-3 0,-1 1-1 0,1 0-4 0,-1 1-2 0,1 0 0 16,0 1-2-16,1 1 1 0,1 0-3 0,1 1-3 0,3 1-3 16,2 0-1-16,3 2 0 0,3 0 4 0,3 0 2 0,3 1 1 0,2-1 2 15,4 0-2-15,1 0 1 0,2 0 0 0,0-1 1 0,2 0 3 16,2 1-1-16,1-1 2 0,3 2 3 0,1 0 1 0,1 1 3 0,2 1 2 15,-1 0 5-15,3 1 3 0,-2 1 0 0,1-1 4 0,0 2-3 16,2 1-1-16,0 0-2 0,-2 1 1 0,-1 0-1 0,-1 0 2 0,-2 2-3 16,0 0 1-16,-3 2-3 0,-1 0-3 0,-1 2-1 0,-3 0 0 15,-2-1-1-15,-3-1 0 0,-3 0 3 0,-3-1-2 0,-5-1 2 0,-3-1 5 16,-1-1 3-16,-3-2 1 0,-3 1 0 0,-2 0-4 0,-4-1-4 0,-2 1-2 16,-5 1-1-16,-2-2 0 0,-5 0-1 0,-4-1-3 0,-4-3 0 0,-6 1-2 15,-4-2-5-15,-5-2-1 0,-2 1-4 0,-3 0-3 0,-2-1-2 0,-3 0-5 16,1-1-1-16,-2 0-4 0,-2 0-10 0,2 1-4 0,-1 0-9 15,3 0-12-15,2 1-6 0,3 0-9 0,3-1-3 0,1 0-2 16,3 1-5-16,4 1-3 0,0-1-4 0,3 1-1 0,2-1-5 0,-1 1-16 16,2-2-175-16</inkml:trace>
  <inkml:trace contextRef="#ctx0" brushRef="#br0" timeOffset="31918.06">21786 8831 159 0,'-10'-4'0'0,"0"0"70"15,-1 2 8-15,2-1-40 0,4 3-6 0,-1 0-13 0,2 1-7 0,0 1-7 16,1 0-1-16,1 1 1 0,0 1-3 0,1 2-1 0,0 1-1 16,1-1-4-16,0 2-7 0,1-1-6 0,2 0-8 0,2 1-9 0,2-3-2 15,1 2-10-15,4-1-28 0,2 0-79 0</inkml:trace>
  <inkml:trace contextRef="#ctx0" brushRef="#br0" timeOffset="32217.05">28682 9253 113 0,'10'-6'61'16,"5"-4"-35"-16,3-2 1 0,-2 1-3 0,-6 3-7 0,0 0-6 0,-2-1-2 15,1 2-5-15,-2 0-1 0,-1 0-3 0,-1 0-3 0,1 0-7 0,-1 0-3 16,0 0-4-16,-1 1-3 0,2 0 3 0,-1 1 2 0,0-1 2 0,0 1-9 15,-2 2-5-15,1 0 1 0,-2 1 0 0,0 0 10 0,-1 1-1 16,-2 0-6-16,-1 1-6 0</inkml:trace>
  <inkml:trace contextRef="#ctx0" brushRef="#br0" timeOffset="33872.05">26182 9339 94 0,'-3'-16'82'16,"1"-2"-21"-16,-2-4-7 0,2 2-6 0,1 6-8 0,0 0-1 0,2 0-4 15,0 1-4-15,1 1-3 0,1 2-3 0,1 0-4 0,2 2-2 16,1 0-1-16,2 1-2 0,2 2-1 0,2 0 0 0,2 1-2 0,2 1-4 16,3 2 2-16,2 1-3 0,0 2 0 0,3 1 6 0,2 1-4 0,1 2-2 15,2 2 0-15,1 0-6 0,2 3-4 0,-1 0 2 0,1 0-2 16,2 2-3-16,0 1 0 0,2 1-1 0,-1-1-2 0,0 1 2 0,-3 1-1 15,-1-2 0-15,1 0-1 0,-3-1 3 0,0-2 0 0,-3 0 3 16,-2-1 0-16,-3-2 3 0,-3-1 0 0,-2-1 2 0,-3-1 3 0,-1 1 3 16,-3-2 4-16,-2 1 6 0,-2 0 2 0,-1 0 3 0,-3 0 5 0,-2 1 5 15,-3 0-1-15,-2 0 6 0,-4-2 1 0,-2 2 0 0,-6 0 2 16,-4 0-7-16,-3 0-4 0,-5 1-10 0,-3 0-2 0,-5 0-3 0,0 0-5 16,-1-2-1-16,-3 1-4 0,1-1 0 0,0-1-2 0,1 0-1 0,3-2-2 15,2-1-4-15,4 0-7 0,-1-2-4 0,3 0-8 0,-1-1-6 16,3-2-3-16,2-1-3 0,2-2-11 0,4 0 5 0,0-3 3 0,3 0 11 15,1-1 13-15,2 1 12 0,2 0 5 0,1 0 1 0,2-1 0 0,1-1-4 16,3 0 1-16,0 0-4 0,2 2 1 0,3 1-6 0,2 0-3 16,2 1-8-16,2 2-8 0,1 0-10 0,1 1-15 0,1 1-13 0,2 1-12 15,1 1-9-15,0 1-12 0,-1 2-48 0,-2 0-82 0</inkml:trace>
  <inkml:trace contextRef="#ctx0" brushRef="#br0" timeOffset="34391.05">20329 10699 182 0,'0'-11'35'0,"1"-1"39"0,0-2-3 0,1 3-11 0,0 2 2 15,-1 2-5-15,0 1-9 0,0 2-10 0,-1 0-11 0,1 1-12 16,-1 2-3-16,1 0-7 0,-1 0-1 0,1 1-3 0,0 1 1 0,1 0-1 16,1 0-2-16,-1 0-2 0,2 1-8 0,0 1-8 0,1 0-10 0,1 0-10 15,0 0-13-15,2 0-11 0,1 1-8 0,2-1-19 0,4 1-164 16</inkml:trace>
  <inkml:trace contextRef="#ctx0" brushRef="#br0" timeOffset="35020.06">26239 10645 311 0,'-3'-15'19'0,"1"-1"94"0,0-4-36 0,1 6 4 0,2 1-4 0,0 2-8 16,2 1 1-16,0 1-13 0,1 1-6 0,2-1-8 0,-1 0-9 15,1 0-4-15,1 1-3 0,-1 0-5 0,2 0-4 0,0 1-4 0,1 0-5 16,2-1 0-16,-1 1-1 0,3 1-5 0,1-1 0 0,1 2 2 16,1 0 2-16,2-1 1 0,3 2-3 0,0 1-2 0,4 1-3 0,3 1 2 15,1 0-1-15,4 0 1 0,0 3 1 0,2-1-4 0,2 3 5 16,0 0-2-16,2 1 0 0,-2 0 0 0,0 2 0 0,1 0-2 0,-2 2 6 16,1 1-1-16,-2 0 3 0,-2 3 4 0,-1 2 3 0,-2 0 4 15,-2 1 1-15,-2-1-1 0,-4 4-3 0,-1 0 0 0,-3 1-3 0,-4 3 0 16,-1-1-4-16,-5 1-2 0,-2-1-6 0,-3 0 1 0,-3-2 0 0,-2 0-1 15,-4-1 6-15,-2-4 0 0,-5 0-1 0,-4-3-2 0,-7-2-1 0,-6 0-3 16,-7-2-2-16,-7 0 0 0,-3-1 0 0,-6-3-1 0,0-2 3 16,-2-1 2-16,-2-1 0 0,-1-1-1 0,-1-1 1 0,-2-1-4 0,2-1 0 15,1 0 2-15,4-2-7 0,3 1 2 0,3 0 2 0,3-1-2 0,4 1 12 16,4 0 1-16,2 0 1 0,6-1-4 0,0 0 2 16,4 0-2-16,4-2 1 0,2 1 8 0,4 0-5 0,3-3 3 0,2 1 3 15,3-1 0-15,1 0 10 0,5 1 5 0,1 0-5 0,3 0-2 0,2-2-9 16,3 1-3-16,4-1 0 0,0 1-8 0,4 1 0 0,3 1-2 0,1 1 3 15,2 0-2-15,2 1 6 0,-1 0-7 0,0 1 2 0,1 1-2 0,-2 1-2 16,2 0 2-16,-3 0 2 0,1 1 0 0,-2 0-3 0,-3 1 0 16,1 0-1-16,-2 0 4 0,-2 0-2 0,-1 0-6 0,-1 1-8 0,-1 1-13 15,-1-1-12-15,-2 1-17 0,-2 0-18 0,-1 1-25 0,-2 0-23 0,-2 2-25 16,-3 0-12-16,-3 1-11 0,-4 0-6 0,-4 0-27 0,-5 0-109 16</inkml:trace>
  <inkml:trace contextRef="#ctx0" brushRef="#br0" timeOffset="35551.05">20286 13017 451 0,'-8'-15'260'16,"-1"1"-218"-16,-3-2 54 0,2 3-23 0,1 5-17 0,3 0-12 0,1 2-8 16,1 0-8-16,1 0-10 0,1-1-6 0,1 2-6 0,0-1-9 15,1 0-11-15,1 1-8 0,1 0-10 0,2 0-7 0,1-1-3 0,1 1-1 16,4-1 1-16,1 0 2 0,3 0 1 0,1 0-2 0,2 0-2 16,3 0-6-16,1-1-2 0,4 1-1 0,5-1 4 0,0-1 4 0,4 1 0 15,3-1 2-15,3 1-6 0,5 0-4 0,5-1-4 0,4 0-30 0,5-1-52 16</inkml:trace>
  <inkml:trace contextRef="#ctx0" brushRef="#br0" timeOffset="36283.05">26036 12794 305 0,'44'0'35'0,"4"1"12"0,11 3 7 15,-8 4-2-15,-7 2 2 0,-1 2-9 0,-1 2-6 0,-4-1-4 0,-2 3-4 16,-2 1 1-16,-4 0-3 0,-4-1-5 0,-3 2-2 0,-7-2-6 16,-2 0-2-16,-4-1-3 0,-3 0-5 0,-4-1-3 0,-2 1 0 0,-3-3 1 15,-3 1-1-15,-4-2-3 0,-2-1-3 0,-3 0-2 0,-3-1 1 0,-4-3-4 16,-3-2 1-16,-1-1 2 0,-3-1-3 0,0-2 8 0,0-1-2 0,2-1 4 16,2-1 5-16,3-1 0 0,4 0 3 0,3 0 4 0,4-1 1 15,3-1 4-15,3 0 5 0,1-1 7 0,2-1 2 0,1-1 5 0,2 0-5 16,0-2-1-16,2-1-3 0,1-1-2 0,1 0-1 0,2 1-1 15,3 1 1-15,0 0-1 0,2 1-2 0,2-1 0 0,1 2 0 0,1 0 0 16,0 2 1-16,2 1-8 0,-1 1 0 0,0 1-4 0,-1 0-5 0,1 2-4 16,-3 2-1-16,0-1-2 0,-2 1 2 0,-3 1-1 0,-1-1-2 15,-2 2 0-15,-2-2-2 0,-2 1 2 0,-1 1-2 0,-1-1-1 0,0 0 1 16,-1-1-1-16,0 0 4 0,-1 1-1 0,0-1 0 0,0 1 1 0,0-1-2 16,0 0 3-16,-1 1-4 0,-1-1 3 0,0 0 0 0,0 0 0 15,-1-1 2-15,-1 0 0 0,0 1-2 0,-2 0 0 0,1 0-2 16,-1-1 2-16,0 1 3 0,1 0-3 0,1 0 1 0,0 1-3 0,-1-1 1 15,0 2 1-15,0-1-1 0,0 1-1 0,1 0-1 0,0 0-4 0,0 0 0 16,0 0-3-16,0 0-5 0,0 0-1 0,1 1-2 0,0-1 1 16,0 0 3-16,0-1-2 0,1 0 4 0,1 0 0 0,0 0 2 0,2-1 2 15,-1 1-1-15,1-2 6 0,1 1 2 0,-1 0 1 0,0 0 2 0,-1 0-1 16,1-1-1-16,0 1 0 0,0-1 0 0,0 0 3 0,0 0-1 16,-1 1-6-16,1-1 3 0,-1 1-1 0,1-1 3 0,-2 0 3 0,1 0-3 15,1 0 2-15,-1 1-2 0,1-1 3 0,-1 0 1 0,2 0-2 0,-1 0 1 16,0 1-1-16,0 0-2 0,0 0-2 0,0 0-2 0,0 0 0 15,0 1 3-15,0 0-2 0,0 1 3 0,0-1-1 0,-1 0 0 0,1 0 1 16,-1 0-3-16,1 1 2 0,-1-1-1 0,-1 1-1 0,1-1 2 16,0 0-1-16,0-1 2 0,0 1-2 0,0-1-1 0,1 0 1 0,-1 0-3 15,0 0 1-15,0 1-6 0,0-1-8 0,-1 0-6 0,2-1-7 0,-1 1-4 16,-1 0-7-16,1 0-1 0,0 0-10 0,-1-1-8 0,0 0-8 16,0-1-14-16,-1-1-16 0,1 0-11 0,-1-3-15 0,-2 2-22 0,-1-2-96 15</inkml:trace>
  <inkml:trace contextRef="#ctx0" brushRef="#br0" timeOffset="128149.63">19868 7231 1515 0,'-1'-1'-6'0,"0"-1"-8"0,-1-1 1 0,-1-1-4 0,1-1 7 0,-1 0 6 0,-1 0 0 16,0-1 4-16,0-2 3 0,-2-1 0 0,-1 0 2 0,1 0 1 0,0-1 4 15,-1 0 2-15,1-2 2 0,0 0 4 0,2-1 6 0,0 0 0 0,2-2 1 16,2 0 3-16,0 1-3 0,4-2-3 0,2 0-1 0,3-2 1 0,4 1 4 15,5-2 11-15,3-2 3 0,8 0 4 0,6-1 0 0,7-3-3 16,8 1 0-16,8-2-9 0,9 0-3 0,7-1-2 0,10 1-8 0,6 0-3 16,6 2-8-16,7 2-5 0,3 0-2 0,3 2-2 0,2 4 1 0,0 2-3 15,1 3 3-15,-1 4 0 0,-3 1-3 0,-3 5 3 0,-3 0-1 16,-3 3-3-16,-5 1 2 0,-2 3-2 0,-4 2 1 0,-1 4-1 16,-4 2 2-16,2 2 2 0,-2 2-1 0,-1 3-1 0,0 1 1 0,-2 3-6 0,-2 3 3 15,-1 5 2-15,-1 2 1 0,-1 5-1 0,-2 1-5 0,-6 2 0 16,-2 2 0-16,-6 0 1 0,-4 0 5 0,-2 0-5 0,-6 0-1 15,-4 0 2-15,-3-1 2 0,-4-1 3 0,-6 0-3 0,-4-4 0 0,-6 0 2 16,-7-1 5-16,-5 0 0 0,-7-3-4 0,-5-1 3 0,-5-1 5 0,-5-2 4 16,-8 1 6-16,-6-1-1 0,-11-1-2 0,-9 1 3 0,-10-1-3 0,-10 0-7 15,-8 1-2-15,-7 1-6 0,-6-2-3 0,-6 1 2 0,-8-3 2 16,-4-1-2-16,-6 0 5 0,-5-1-3 0,-3 1-1 0,-2-1 2 0,-3 1 4 16,0-1 2-16,-3-1-3 0,0 0 2 0,1-2-1 0,2-1 1 15,4 0 9-15,3-3-4 0,5-1 7 0,3-1 0 0,3-2 5 0,3-1 5 16,2-2-2-16,5-3-2 0,3-3-3 0,8-2 1 0,3-3-2 0,6-4 5 15,6-3 7-15,4-3-2 0,6-5-1 0,4-4-3 0,6-1-7 16,2-4-5-16,7-1-7 0,6-2 5 0,3-3-4 0,9 0 2 0,2-3 1 16,4 1-4-16,5-1-3 0,3-1-4 0,5 2 1 15,4-3-9-15,6 3-2 0,6-3 1 0,4-1-4 0,5 0 0 0,4-1-4 16,4-1-8-16,8-1-14 0,5-1-45 0,5-3-62 0,6 1-57 0,2-2-89 16,5-1-65-16,5-3-33 0,6 0 0 0,4-2-136 0</inkml:trace>
  <inkml:trace contextRef="#ctx0" brushRef="#br0" timeOffset="128773.63">25603 7534 1 0,'-49'-35'237'16,"2"-6"591"-16,-8-11 589 0,17 4-1426 0,13 8 60 0,2 6-16 0,3 4-18 15,4 4-10-15,3 3-11 0,2 4 1 0,3 4-6 0,3 1-5 0,1 2-2 16,3 4-17-16,2 0-20 0,2 3-28 0,1 0-29 0,4 0-9 0,1 1 6 15,3 0 21-15,2 1 26 0,1 0 20 0,4 2 21 0,2 0 10 16,3 1 4-16,3 1 6 0,2 0-1 0,4 1 2 0,1 1 6 0,5 1 0 16,4 0-1-16,4-1 3 0,4 0 4 0,4 1 1 0,5-1 2 15,4 1-2-15,4 0-4 0,5 0-1 0,3 0-2 0,2 1 3 0,5-1 4 16,3 1 1-16,3 0 2 0,4 0-2 0,2 0-1 0,3-1-1 0,-1 3 1 16,2-1 6-16,2 0 3 0,-2 0 2 0,3 0 7 0,0 1-4 15,-2 2 3-15,1 2 5 0,1 0 1 0,-2 3 7 0,0-1-2 0,-1 2-2 16,-3 0-2-16,1 3-5 0,-4 1-6 0,0 2-7 0,-1 1-4 0,1 1-8 15,-3 0 1-15,1 2-2 0,-2 0 4 0,-1-2 0 0,-4 1-2 16,-3-1-5-16,-2 1-7 0,-4 1 4 0,-2 0-4 0,-1 2 13 0,-4 0 2 16,-4 1-4-16,-3-2 3 0,-5 2-6 0,-4 0-1 0,-4 0 1 0,-3 4-3 15,-4 0 3-15,-1 2-3 0,-1 2 1 0,-2-1 4 0,-2 3 1 16,-4 1-5-16,-3 2 7 0,-5 3-16 0,-4-3 4 0,-6 1 1 0,-5-3-2 16,-7-1 8-16,-5-2-3 0,-10 0-3 0,-7-2-6 0,-7 0-3 15,-10 1-7-15,-7-2-7 0,-8-4-2 0,-6-1 3 0,-4-6 7 0,-4-2 8 16,-4-3 4-16,-2-4 5 0,-1-3 10 0,1-3 14 0,-1-2 16 15,0-3 15-15,1-2 7 0,0 1 2 0,3-2-13 0,-2 2-6 0,1-1-13 16,0-1-8-16,-1 1-1 0,0-1-10 0,-3-1-1 0,-4-1-5 0,-2 0-6 16,-3-1-4-16,-5-1 1 0,-1-1 2 0,-3-1-3 0,2-3 0 15,-1-2-9-15,-1-4-13 0,-1-2-17 0,0-2-10 0,-1-5-25 0,1-1-7 16,-1-4-7-16,3-1-18 0,-1-3-13 0,2-2-18 0,0-3-29 0,3-2-35 16,-2-1-49-16,1-4-72 0,-6-5-198 0</inkml:trace>
  <inkml:trace contextRef="#ctx0" brushRef="#br0" timeOffset="159654.95">26805 9645 481 0,'2'-14'-16'0,"0"0"3"0,1-5 1 0,-2 4 4 0,-1 3-2 15,0 0 3-15,-2 1 2 0,2-1 2 0,-1-1 3 0,-1 1 1 0,0 1 0 16,-1 2 5-16,0 0 2 0,-2 1 2 0,0 0 6 0,-1 2-1 0,-1 0 3 16,0 2 1-16,-1 1-1 0,1-1-3 0,-2 2-6 0,-1 0-5 15,-2 0-5-15,-2 2-3 0,0 0-6 0,-1 1-6 0,1 1-12 0,-1 0-30 16,0 0-71-16,1 1-118 0</inkml:trace>
  <inkml:trace contextRef="#ctx0" brushRef="#br0" timeOffset="159999.95">19582 10587 822 0,'7'-13'8'0,"3"1"-3"0,2 0-6 0,2 6-6 16,-1 4-4-16,0 3-7 0,0 3-15 0,0 1-67 0,1 2-73 15,1 1-209-15</inkml:trace>
  <inkml:trace contextRef="#ctx0" brushRef="#br0" timeOffset="161823.96">20036 15172 1292 0,'-11'-7'303'16,"0"2"-211"-16,-2-1 3 0,4 3-6 0,3 1-21 0,1 0-24 0,2 1-20 15,2 0-24-15,0 0-2 0,1 1-2 0,0 0-4 0,0 0 12 16,0 2-5-16,1 0 2 0,-1 1 3 0,1 2-7 0,1 1 5 0,2 3-4 16,-1 1 14-16,3 6 2 0,-1 3 5 0,0 3 5 0,1 5-6 0,0 3 4 15,1 3 0-15,-1 4-3 0,-1 4 0 0,1 1-3 0,-1 4-3 16,0 0 0-16,-1 2-6 0,-1-2-1 0,0 1 0 0,0-1-6 0,1-1 11 16,1-1-9-16,1-4-3 0,0-1 7 0,1-3-8 0,0-4 4 15,1-4 7-15,1-3-8 0,1-4 2 0,-2-1-1 0,0-3 1 0,0-3 7 16,-2-2-2-16,-1-3 2 0,0-1-7 0,-2-3 3 0,-1-3 6 0,-1-1-6 15,1-2-1-15,-1-1-10 0,-1-2-4 0,0-4-3 0,0-3-13 16,-2-3-24-16,0-6-30 0,-1-3-26 0,-1-3-24 0,-2-4-29 0,1-3-25 16,-3-4-15-16,-1 0-6 0,0-1 22 0,-2-3 29 0,-1-1 36 15,1 0 41-15,-1-4 24 0,0 3 26 0,-1 0 13 0,1 3 18 0,1 2 22 16,-1 4 25-16,1 3 30 0,0 4 22 0,0 3 17 0,0 1 9 0,2 4 1 16,0-1-7-16,0 1-4 0,0 2-12 0,2 0-8 0,1 3-9 15,0 0-10-15,2 2-7 0,1 1-11 0,1 0-17 0,2 0-12 0,0 0-6 16,3 2-8-16,1 0 9 0,2-1-6 0,3-1-11 0,2-1-2 0,3 1-10 15,1 0 1-15,4 0 2 0,3 0-1 0,0 2 0 0,2 0-3 16,0 3 5-16,0 1-1 0,0 2-6 0,0 1 2 0,1 3-6 0,-1 2 5 16,0 3-1-16,-1 3-1 0,-2 2-2 0,-2 2-3 0,0 3 2 0,-1 3-7 15,-1 3 5-15,-1 2 2 0,-2 3 6 0,-2 3 2 0,-3 3-1 16,-3 2-3-16,0 3-7 0,-2 1 7 0,-2 3-5 0,-2 2 3 0,-1-2 5 16,-1-2 0-16,0-2 2 0,0-2-5 0,-1-2 3 0,0 0 1 15,0-3-2-15,1-3-3 0,1-2-5 0,0-3 6 0,1-2 6 0,0-3-9 16,0 0-13-16,2-4-32 0,-1-2-38 0,0-3-37 0,-1-2-47 15,0-3-54-15,0-2-61 0,0-2-88 0,0-5-165 0</inkml:trace>
  <inkml:trace contextRef="#ctx0" brushRef="#br0" timeOffset="162008.96">20034 15691 1271 0,'15'-12'238'0,"5"1"-188"0,6-3 6 16,4 0 1-16,1 0-13 0,4-1-21 0,2 2-24 0,3-2-17 15,1 0-13-15,1 1-18 0,0-1-47 0,-3 1-102 0,-1-2-120 0,1-2-370 16</inkml:trace>
  <inkml:trace contextRef="#ctx0" brushRef="#br0" timeOffset="162479.95">20888 14657 2146 0,'-19'-10'363'0,"0"3"-293"0,-2 0-6 0,8 9-24 0,5 5-20 15,2 7-20-15,2 8-10 0,2 7-3 0,3 9 2 0,2 9 1 16,0 3 0-16,1 2-3 0,-2 2-3 0,1 1-3 0,0 3-5 0,-1 3 1 16,0 2-7-16,1 0-11 0,-1 0-9 0,1-1-8 0,2-2-2 0,1-6 6 15,-1-4 5-15,1-8 7 0,0-5 11 0,-2-4 11 16,-1-4 11-16,0-3 12 0,-1-4 3 0,-1-3 14 0,-2-3 0 0,0-3 1 15,0-4 1-15,-1-5-2 0,1-1 10 0,1-3 1 0,0 0 1 0,1-2-2 16,0-2-6-16,2-3-4 0,0-5-9 0,2-4-5 0,3-5 0 0,-1-3-8 16,4-4 1-16,2-1-1 0,1-3-4 0,3 2-2 0,2 0-4 15,2 2-1-15,1 2 0 0,-1 3 4 0,0 2 2 0,-1 4 2 0,-2 3-2 16,-1 5 7-16,0 1 1 0,-3 3-2 0,0 2 1 0,0 4-6 0,-1 2-2 16,-1 2 8-16,-3 2-3 0,-1 4 0 0,-2 3 3 0,-2 3-1 0,-3 2 2 15,-3 3-1-15,-4 0 2 0,-3 1 4 0,-4 1 0 0,-4 2 6 16,-2-2-3-16,-3 2 0 0,-3 0 3 0,-1 2-4 0,0-2 7 15,-4 1-5-15,1-2-6 0,1-3 3 0,1 0-8 0,2 0 1 0,1-3-6 16,2-1-26-16,0-1-30 0,3-3-51 0,1 0-40 0,3-1-30 16,3-3-44-16,3-2-53 0,4-3-63 0,3-2-157 0,2-2 73 0</inkml:trace>
  <inkml:trace contextRef="#ctx0" brushRef="#br0" timeOffset="162775.96">21376 15582 2374 0,'-1'-1'146'0,"-2"2"-49"0,1 0-15 0,0 0-13 16,1 2-18-16,2 0-26 0,2 3-30 0,1 3-10 0,1 2 7 16,1 3 0-16,0 0 6 0,-1 2-10 0,1 1-9 0,1 2-10 0,-1 1-8 15,2-1-4-15,1 1-9 0,1-1-9 0,2-3-8 0,0 0-6 16,1-3 8-16,1-2 8 0,-1-1 21 0,2-6 20 0,1 0 3 0,0-2 12 16,0-3 6-16,2-3-4 0,-1 0 8 0,0-4-1 0,0-1 16 0,-3-2 6 15,1-2 4-15,-3-1 2 0,2-3-13 0,-1-1 7 0,-2-3-2 16,0 1-3-16,-2-2 2 0,-3-2 1 0,0 1-1 0,-3-3 8 15,-1 1 0-15,-3-1-3 0,-3 0-1 0,-2-2-5 0,-1 0-4 0,-3 0-1 0,-1 2-6 16,-2 3 2-16,-1 2-2 0,0 4-2 0,-1 3 6 0,-1 1-4 16,0 2-2-16,-1 3-6 0,-2 2-10 0,0 3-1 0,0 2-6 15,-1 3-7-15,0 3-6 0,1 4-9 0,-2 3-10 0,0 2-2 16,1 3-15-16,1 3-10 0,1 3-16 0,2 2-24 0,2 3-30 0,0-2-41 0,2 2-45 16,2-2-50-16,3-1-69 0,3-1-85 0,3-1-95 0</inkml:trace>
  <inkml:trace contextRef="#ctx0" brushRef="#br0" timeOffset="163304.95">21873 14610 1704 0,'-7'-5'588'0,"2"3"-464"0,-2 1-26 16,3 5-27-16,2 4-23 0,0 5-19 0,2 7-11 0,2 10-13 0,1 4-4 15,1 5 1-15,1 7 1 0,-2 1-1 0,-2 2 8 0,1 3-7 16,-1 2 0-16,0 2 0 0,0 3-16 0,0 2 10 0,0 2-10 0,1-1-5 15,1 2 5-15,0-2-15 0,1-1-8 0,1-4-2 0,0-3-3 0,1-7 1 16,2-3 6-16,1-5 6 0,0-3 1 0,4-6 1 0,0-4 11 16,2-5-2-16,0-4 20 0,0-2-1 0,-1-3-1 0,1-4-2 15,0-4-1-15,-1-3 8 0,3-2 0 0,-1-5 8 0,0-2-8 16,-1-4 8-16,1-3-14 0,0-1 0 0,1-3 10 0,-1-4-7 0,1-2 13 16,1-3-3-16,-1-1-3 0,1-3-3 0,-1 2 4 0,-1 0 0 0,-2 2-3 0,0 0 1 15,-1 3 5-15,-1 1 0 0,-2 1 0 0,-2 4-1 16,0 1-4-16,-2 5 4 0,-1 3 2 0,-1 4 1 0,-1 2-3 0,-1 2-3 0,0 2-1 15,-2 1 4-15,0 2-5 0,0 2-5 0,1 3-4 0,-1 5-11 16,0 4 3-16,1 2-4 0,0 3-3 0,1 2-5 0,2-2-7 0,2 0 0 16,0-1-2-16,1-2-2 0,0 0 2 0,2-2 4 0,1 0 7 15,1-2 6-15,0-1 3 0,-1-2 2 0,2-2 4 0,0 0 4 16,1-1 4-16,-1-2 1 0,0 0-4 0,0-2 11 0,-1-1-3 0,-1-1-1 0,0-2 0 16,-1-1-10-16,0-1 5 0,1-2-6 0,0-1 2 0,0-2-5 0,-1-2-11 15,-1-3 2-15,1-1-18 0,-1-1-14 0,1-3 1 0,-1-3-6 16,0 0 6-16,-1-4 16 0,1-1 2 0,-1 0 14 0,2-3 11 15,-1 3 1-15,1-3 4 0,0 2 6 0,0 2 7 16,0 1 9-16,-1 3 9 0,0 3 17 0,0 3 5 0,-1 2 14 0,1 3 1 0,-2 3-7 0,0 0 2 16,-2 3-7-16,-1 1-8 0,0 3-7 0,-1 1-14 0,1 2-7 0,0 3-2 15,0 3-9-15,-1 7 1 0,-1 2-6 0,-1 7-9 16,-1 0 0-16,0 3-12 0,-1 1 2 0,0-1 0 0,1 1-11 16,0 0-15-16,2-1-14 0,-1 0-18 0,2-1-15 0,2-2-15 0,-1 0-27 0,0-2-1 0,1-1-12 15,1-3-15-15,0 0-10 0,2-1-32 0,-1-2-18 0,1-2-18 16,0-1-13-16,-1-2-40 0,1-3-62 0</inkml:trace>
  <inkml:trace contextRef="#ctx0" brushRef="#br0" timeOffset="163526.95">23337 14554 2472 0,'-10'-3'128'0,"2"0"-45"0,-2 1-34 0,2 1-23 0,4 3-16 15,1 1-13-15,1 4-12 0,-1 1 12 0,1 6-1 0,-1 3 6 0,-1 3 5 16,-1 2-14-16,1 6 4 0,1 1-4 0,0 7-1 0,1 3-5 0,-1 5-8 16,2 7-5-16,1 1-3 0,1 4-6 0,1 3-11 15,0 2-22-15,0 5-21 0,1 2-44 0,1 0-47 0,0 2-36 0,-1-1-26 0,0-3-11 16,0-4 10-16,0-2 3 0,0-6 10 0,0-3-20 16,1-1-89-16</inkml:trace>
  <inkml:trace contextRef="#ctx0" brushRef="#br0" timeOffset="163733.96">23645 15145 1084 0,'0'0'105'0,"1"0"-38"0,-1 1-2 0,1 2-10 0,1 2-7 16,0 2-15-16,1 4-4 0,0 2 6 0,0 5 5 0,-1 5 16 0,0 2-1 15,0 4-6-15,-2 3-2 0,0 3-14 0,0 2-9 0,0 4-5 16,0 3-10-16,1 1-5 0,0 0-1 0,0-1-7 0,1-1-4 15,0-2-6-15,2-1-10 0,0-2-14 0,1-2 5 0,1-1-12 0,0-1-6 0,2-2-13 16,0-2-40-16,-1-3-34 0,1-4-35 0,0 0-12 0,0-5 5 0,1-2 17 16,2-2 18-16,0-4 8 0,1-3-114 0</inkml:trace>
  <inkml:trace contextRef="#ctx0" brushRef="#br0" timeOffset="164365.98">24181 15218 2752 0,'-3'4'97'0,"0"4"-62"0,-2 3-23 16,2 5-12-16,3 6 2 0,1 4 1 0,2 5-15 0,2 4 2 0,-1 3 5 15,0 1 2-15,1 1 8 0,0 0-3 0,-2-2-8 0,2 0 0 0,0 0-13 16,1-1-1-16,1-1-4 15,0-5-11-15,1-2 7 0,0-4 5 0,1-3 13 0,1-3 14 0,1-4 4 0,0-1 0 0,-1-3-10 0,1-2 14 16,-1-3 4-16,1-1 2 0,0-3 9 0,-1-1-4 0,1-2 8 0,-2-2 5 16,3-2-1-16,-1-2-10 0,2-4-8 0,1-2-15 0,0-3-4 15,2-2-20-15,1-3-8 0,-1-2 5 0,-1 0-9 0,-1 0 16 16,0 0-5-16,-4 0 9 0,-1 2 18 0,-4 2 1 0,-1 1 6 0,-1 2 4 16,-2 0-5-16,-1 2 2 0,-1 0-1 0,-2 0-11 0,-1 1-6 0,-1 1-8 15,-3-1-12-15,-1 0-7 0,-1 0-7 0,-3 1-1 0,0 1-7 0,0-1-15 16,-2 2-5-16,-2 1-14 0,-3 2-4 0,1 0-10 0,-3 3-9 15,1 0 2-15,-2 1 5 0,0 2 12 0,2 1 7 16,1 1 2-16,0 2-3 0,1 1-1 0,0 1 1 0,1 1 2 0,1 1 2 16,2 0 3-16,2 1-2 0,3 1-10 0,1-1-15 0,3-1-19 0,0 2-19 0,2-2-20 15,2 2-59-15,-1 2-80 0</inkml:trace>
  <inkml:trace contextRef="#ctx0" brushRef="#br0" timeOffset="164772.95">24643 15638 2669 0,'-5'4'396'0,"0"2"-309"0,0 3-27 0,0 3-39 16,2 5-8-16,1 4-13 0,2 5-13 0,1 4-20 0,1 4 11 0,0 3 0 15,0 0-12-15,0 2 6 0,-1-1-34 0,0-1-52 0,0 2-57 0,1 0-81 16,1 2-62-16,1 1-63 0,2 0-41 0,0-1-21 0,1 1-256 16</inkml:trace>
  <inkml:trace contextRef="#ctx0" brushRef="#br0" timeOffset="165285.96">19948 17093 1826 0,'-17'0'1377'0,"1"2"-1357"0,8 0 15 0,-2 2 6 0,4 2-14 16,0 4-18-16,3 3-45 0,2 7-8 0,4 6 8 0,2 6 4 0,5 6 11 16,3 6-7-16,3 4-33 0,3 5-25 0,2 5-41 0,-1 1-23 15,-9-28-33-15,1 4-17 0,-1 1-1 0,2 3-9 0,0-1 32 0,1 4 36 16,0-2 31-16,0 1 32 0,0 0 16 0,0 0 11 0,0-4 14 15,0 3 0-15,-2-5 39 0,1 1 6 0,-1-5 31 0,0 1 13 16,-2-4-9-16,-1-6 8 0,-3-4-31 0,-1-3 13 0,-2-5-2 0,-2-5 17 0,-1-5 9 16,-2-4 4-16,-2-4-7 0,-2-6-10 0,0-3 2 0,-3-6 2 15,0-4 9-15,-3-8 14 0,-11-35-19 0,0-9-13 0,-1-7-6 0,3-3-16 16,1 0 14-16,5 3-12 0,3 7-5 0,5 12-3 16,4 1-6-16,3-53-4 0,7 24-1 0,6 24-4 15,3 22 3-15,1 13 12 0,1 3 10 0,1 7 10 0,2 3 7 0,-1 5 6 0,3 6-1 0,-1 2 2 16,0 4 3-16,0 2-9 0,-1 5-3 0,2 2-2 0,1 4 2 0,0 3 0 15,2 4-3-15,-2 4-6 0,-1 7-2 0,-1 3-5 16,-1 6-2-16,-1 3-9 0,-11-17 3 0,2 6 3 0,-1 1-13 0,1 6 14 16,0 2-10-16,1 4 7 0,0 2 2 0,2 6-17 0,-3-2 6 0,1-2 1 0,0 0-4 15,-1-1 0-15,0-2-8 0,0-3 1 0,-1-1 0 0,0-3 11 16,1-1-21-16,-1-3-21 0,-5-16-33 0,1 2-65 0,-1-2-48 0,0 1-51 0,-1-1-69 16,2 2-93-16,-2-2-74 0,0 0-225 0</inkml:trace>
  <inkml:trace contextRef="#ctx0" brushRef="#br0" timeOffset="165409.95">20140 17728 1954 0,'1'-1'293'0,"0"1"-222"0,1-1 4 0,2 0 3 0,3-2-18 0,5 0-53 16,5-3-36-16,6-2-16 0,4-1-15 0,6-4 5 0,4 0-29 16,4-4-62-16,3-4-79 0,0-1-95 0,2-2-90 0,-1-2-251 0</inkml:trace>
  <inkml:trace contextRef="#ctx0" brushRef="#br0" timeOffset="165604.95">21405 16535 2771 0,'-11'5'112'0,"1"0"-13"0,-1 1-6 0,1-1-28 15,3 0-27-15,1 2-31 0,2 2-22 0,2 3-10 0,1 5 2 0,1 3 8 16,0 3 9-16,0 7 6 0,1 5-8 0,1 7-3 0,0 5 3 15,2 6-5-15,-1 5-4 0,2 5-9 0,-2-30-8 16,2 11-12-16,0 0-9 0,0 9-14 0,2 3-16 0,1 9-41 0,2 2-50 0,1 9-54 0,2 0-43 16,-6-39-69-16,-1 5-50 0,3 0-36 0,1 5-156 0</inkml:trace>
  <inkml:trace contextRef="#ctx0" brushRef="#br0" timeOffset="165794.96">22209 17204 1891 0,'0'4'155'0,"2"-1"-79"16,0 2-14-16,0 2 0 0,3 2-19 0,2 3-35 15,0 2-37-15,4 4-9 0,1 4 8 0,1 3 7 0,2 4 13 0,-1 2-5 0,1 4-12 16,-1 2-9-16,0 1-5 0,-2 3-21 0,1-1-10 0,-1 1-30 0,-7-22-27 16,2 4-12-16,-1-2-34 0,1 3-11 0,-1-1-7 15,0 1-6-15,1 0-11 0,0 1-80 0,-1-2 33 0</inkml:trace>
  <inkml:trace contextRef="#ctx0" brushRef="#br0" timeOffset="165959.96">22385 16601 3815 0,'-8'9'170'0,"-1"1"-76"0,-2 3-78 0,3-2-16 0,3 0 0 0,2 1 0 0,4 0 0 16,1 2-28-16,3 0-99 0,1 1-38 0,2 1-38 0,0 1-82 0,0-1-131 15,1 0-143-15,0 2-201 0,2-1-328 0</inkml:trace>
  <inkml:trace contextRef="#ctx0" brushRef="#br0" timeOffset="167408.95">26023 15535 2492 0,'0'0'214'0,"1"-1"-99"0,0 0-64 0,1 0-19 0,1 1-11 16,2 0-15-16,3 1-9 0,2 0-2 0,3 2 0 0,0-1-9 16,3 2-1-16,1 1-12 0,1 1-9 0,1 0-11 0,1 2-15 0,3-1-6 15,0 0 1-15,2 1 9 0,-2-1 14 0,2-1 11 0,0-1 16 0,-1 0 14 16,0-1 3-16,0-2 9 0,-1 0 4 0,1-2-2 0,-2-1 10 15,1 0-5-15,-2-2 4 0,2-1 4 0,-2-2-7 0,-1 0 1 0,1 0-12 16,0-1 2-16,-2 0-2 0,1-2-2 0,0 1 0 0,-2-1-2 16,1 1 1-16,-3 1 2 0,0-1-7 0,-4 2-1 0,1 0 2 0,-3 1-7 15,-1 2 8-15,-2 0-4 0,-3 1-10 0,0 0-2 0,-2 2-28 0,-1 0-31 16,-1 1-32-16,-2 0-52 0,-1 0-49 0,-1 3-75 0,-4 1-77 16,-4 2-48-16,-3 3-265 0</inkml:trace>
  <inkml:trace contextRef="#ctx0" brushRef="#br0" timeOffset="167566.95">25958 16011 2896 0,'-1'1'121'0,"2"0"-78"0,2 1-52 0,5 0-17 16,5 1 4-16,6 0-17 0,5 1-22 0,5-2-16 0,2 0-17 0,2 0 0 15,-3-2-11-15,2-1-12 0,-2 0-25 0,3-2-46 0,0 2-49 0,1-2-53 16,-2-1-31-16,2 0-24 0,0-2-296 0</inkml:trace>
  <inkml:trace contextRef="#ctx0" brushRef="#br0" timeOffset="167818.95">27034 15164 2508 0,'-4'-3'141'0,"1"0"-35"0,0 0-53 0,1 1-17 16,2 2-9-16,0 1-22 0,1 0-17 0,1 2 0 0,1 0-6 15,2 4-2-15,1 0-3 0,2 4-2 0,1 4-9 0,3 4-8 0,1 3-15 16,2 4-29-16,0 2-8 0,3 3-5 0,0 0 1 0,1 4 12 0,-1-1 1 16,1 2 4-16,1 0 1 0,-1 0-6 0,1-3 7 0,1-1 12 15,-1-3 20-15,0 0 19 0,0-3 17 0,-2 0 5 0,-2-4 2 16,0-1 5-16,-2 0 1 0,-2-5-2 0,1 0 7 0,-3-1 8 0,1-3 4 16,-1-1 0-16,-1 0 8 0,-3-3-8 0,-1-1-1 0,-2-2 3 15,-2 0-18-15,-2-2-10 0,-2 1-10 0,-3-2-17 0,-3 0-7 0,-5-1-7 0,-2 1-4 16,-3 0-8-16,-2 0-22 0,-2 1-24 0,0 0-49 0,-4 1-63 15,1 4-126-15,-2 2-112 0</inkml:trace>
  <inkml:trace contextRef="#ctx0" brushRef="#br0" timeOffset="168149.95">28095 15414 1796 0,'4'4'769'15,"1"4"-669"-15,3 4-46 0,1 5-36 0,2 5 6 0,1 3 4 0,4 4 0 16,1 1-4-16,1 0-16 0,0 1-3 16,0 2-5-16,0-1 0 0,-1 2 10 0,0-2-17 0,0 0-8 0,2-1 9 0,-2-3-6 0,1-1 12 15,1-3 3-15,0-3-4 0,2-1 2 0,1-3 1 16,-1-1 3-16,4-3 2 0,-1-1 3 0,0-4 5 0,4-3 3 16,-2-2-6-16,2-4 10 0,0-1 2 0,-1-3 16 15,0-3 14-15,2-3-22 0,-1-4 17 0,0-1-16 0,0-3-10 0,0-3 9 16,0 0-20-16,-1-5-6 0,-1 0 4 0,-1-3-1 0,-1 0 0 0,-1-4 14 0,-4 0-12 15,-1-3 0-15,-2 0-4 0,-4 0-2 0,-5-5 4 0,-2 0 0 0,-6-1-3 0,-4-3-6 0,-4 3 2 16,-4 0-2-16,-3 2-2 0,-3 2-7 0,-3 4 3 0,-4 3 3 0,-5 1-1 16,-6 1 10-16,-3 2-10 0,-6 0 9 0,-2 5-6 0,-3 0 1 15,-3 3-4-15,-2 3-12 0,-1 2 0 0,-1 3-11 0,2 2 6 0,1 3-13 16,0 4-24-16,0 3-43 0,2 3-64 0,-2 5-60 0,2 5-60 16,-3 6-71-16,-2 7-86 0,-1 9-74 0,-5 7-245 0</inkml:trace>
  <inkml:trace contextRef="#ctx0" brushRef="#br0" timeOffset="168506.98">24893 17457 2120 0,'0'0'850'0,"1"0"-724"0,1 1-51 0,0-1-16 0,1 1-2 15,3 0-16-15,1 0-19 0,4 1-19 0,2-1-13 0,4 0 6 0,1 0-1 16,3 0 3-16,2 0 7 0,0-1-8 0,2-1-5 0,1 0-4 0,-2-1-6 15,2-1-6-15,-2 0-13 0,2-1-25 0,-1-1-3 0,-1 0-26 16,0-1-23-16,0 0-21 0,-1-1-33 0,1-1-16 0,-2 0-17 0,1-1-14 16,-1 0-21-16,1 0-41 0,0 0-57 0,0 0-100 0,1-2-120 15</inkml:trace>
  <inkml:trace contextRef="#ctx0" brushRef="#br0" timeOffset="168696.95">25063 17929 3126 0,'-2'4'186'0,"1"-2"-132"0,0 0-17 0,0 1-17 0,0 1-13 0,1 0-7 0,0-1-29 0,1 2-11 16,1-1 9-16,1 0-16 0,0 1 22 0,2 0 9 0,0 0-28 0,2-2-5 15,2 1-40-15,0-2-36 0,3 0-12 0,2-2-12 0,3-1-3 16,-1-1-12-16,4-2-18 0,2 0-25 0,0-2-52 0,2-3-79 0,2-2-110 15,1-3-211-15</inkml:trace>
  <inkml:trace contextRef="#ctx0" brushRef="#br0" timeOffset="169007.96">25954 17095 3217 0,'-3'1'182'0,"3"1"-66"0,0-1-47 0,0 1-41 0,2 0-8 16,3 1-22-16,3 2-7 0,3 1-13 0,5 2-1 0,3 1 10 0,5 2 9 16,3 2 2-16,3 2-14 0,2 0-14 0,1 2-5 0,2 1-20 15,-1 0-3-15,2 0-15 0,1 2 4 0,-1 1 14 0,2 0 8 0,-2 2 12 16,0 0 0-16,0-1 18 0,-3 2 5 0,1-2-2 0,-3 1 25 16,0-1-4-16,-3 0-4 0,0-1 7 0,-4 0-10 0,0-2 5 0,-3 1 8 15,-4 0-5-15,-1-2-1 0,-3 0 4 0,-2-2 4 0,-3 0 18 0,-3-2-5 16,-1 1-3-16,-2-1 0 0,-3-1-13 0,-1-7 17 0,0 0-15 15,-2 1-2-15,-1 0 1 0,-2 1-17 0,-2 0-1 0,-2 0 5 0,-1 0 0 16,-2 1 0-16,1-1-6 0,-3 0-17 0,-2 1-19 0,1 0-34 16,-2 1-40-16,-1-2-48 0,0 1-49 0,0-2-24 0,-1 1-31 0,1-1-25 15,2-1-43-15,0 0-45 0,2-1-54 0,3-2-95 0</inkml:trace>
  <inkml:trace contextRef="#ctx0" brushRef="#br0" timeOffset="169437.96">28004 17411 2491 0,'5'1'1050'0,"0"0"-974"0,3 0-40 15,1 0-30-15,5-1-8 0,5 0 4 0,2-2-12 0,4-1 10 0,4-1-2 16,1-1-11-16,3-2-2 0,-2-2 2 0,0 0 19 0,-3-1-3 0,-2-2 1 16,-3 0-17-16,-2-1-8 0,-2-1 8 0,-2 2 10 0,-2-2 8 15,-2 1-1-15,-2 0 3 0,-2 1-12 0,-2 1-1 0,-1 1 4 0,-2 1-7 16,-1 2 11-16,-1 0-13 0,-1 1 11 0,-1 0 13 0,0 2 5 0,-1 1 9 15,-1 1-18-15,-1 0 14 0,0 0-6 0,0 1 5 0,0 1 1 16,0 0-17-16,1 1-4 0,0 0 0 0,-1 0-14 0,1 1-9 0,-1 0-3 16,0 0-14-16,0 2 4 0,-1 1-9 0,0 1-7 0,-1 2 4 0,0 1-9 15,0 2 6-15,-1 3-3 0,1 1-7 0,-1 3 11 0,1 2-2 16,0 1 4-16,-1 3 18 0,1 2 6 0,1 0 3 0,-1 2 5 0,1-1-1 16,1 1 6-16,0 0 6 0,1 1-9 0,0-3 10 0,2 1-6 15,-1-2 4-15,2-1-2 0,0-1-15 0,0-1-1 0,1-3-13 0,-1-1 5 16,0-9-11-16,0-1-5 0,-1 0 8 0,0 1 4 0,1-1 0 15,-2 1-3-15,0-1-12 0,0 0-9 0,-1 0-9 0,0-2-10 0,-2 2-1 16,0-1 3-16,-2 1-47 0,-1 0 23 0,0-1 26 0,-2 1 23 0,0 0 76 16,-2-2 12-16,0 1 3 0,-1-1 19 0,1 1 13 0,-1-1 17 15,1 0 16-15,-1 0 3 0,1-1 20 0,1 0 0 0,1 1 13 0,0-2-8 16,2 1-19-16,1-1-18 0,1 1-31 0,2-1-24 0,1 0-19 0,1-1-12 16,2 1-5-16,1 0-12 0,2 0-14 0,1-1 6 0,1 1-7 15,2-1-15-15,1 1-8 0,0-1-32 0,3 0-33 0,1-1-24 0,1 0-39 16,1-2-60-16,0 0-68 0,3 0-134 0,2-2-215 0,0-3-123 0</inkml:trace>
  <inkml:trace contextRef="#ctx0" brushRef="#br0" timeOffset="170269.49">20337 15156 1193 0,'-11'-7'82'0,"-1"-1"-8"15,-1 0-6-15,4 1-15 0,3 1-18 0,1 2-15 0,2 1-14 16,1 1-4-16,0-1-2 0,0 1 0 0,0-1 3 0,0 0-7 0,-1 1-2 16,1 0 2-16,-2-1 0 0,1 1 6 0,0-1-5 0,-2 0 4 0,1 1 1 15,-1-1-2-15,0 0 6 0,-1 1-4 0,-1 0 3 0,1 1-2 16,-3 0-1-16,1 1 2 0,-1 0-1 0,-1 1 2 0,1 1 4 0,0 1 2 15,2 2-2-15,-1 0-1 0,0 1-1 0,1 1-7 0,0 1 5 0,0 0-8 16,0 2-1-16,1 0 2 0,2-1-6 0,0-1-1 0,1-1 1 16,1-1-2-16,1-1-1 0,0-1 7 0,1 0 1 0,0-1 0 0,1 0 2 15,0 0-3-15,0 0 0 0,1 0-7 0,1 0 1 0,0 1-7 16,3-1-7-16,-1 1-24 0,2 1-62 0,0 0-84 0,1 1-94 0,1 0-310 16</inkml:trace>
  <inkml:trace contextRef="#ctx0" brushRef="#br0" timeOffset="170763.5">19600 15262 1229 0,'-10'-19'108'0,"0"0"5"0,0-6 11 15,4 5-20-15,3 5-23 0,1-1-19 0,2 3-22 0,1 0-12 0,1 3-15 16,1-1-9-16,0 1 0 0,2 1-5 0,-1 0-6 0,2 2 3 16,1-1-5-16,2 2-4 0,0 0 1 0,2 0-2 0,2-1 8 15,3-1 2-15,2 1 2 0,2-2-4 0,6-2 2 0,2 1 4 0,3-2 2 16,2 0 5-16,3 0-8 0,0 0 2 0,3 1 0 0,2 1-1 15,1 0 6-15,0 1-1 0,1 2-4 0,-1 2 3 0,0 2-5 0,0 3 0 16,-1 3-2-16,-1 3-1 0,0 3-1 0,-2 2-5 0,-2 3 4 0,-1 2-4 16,-3 4 2-16,0 3-1 0,-3 4-3 0,-1 4 4 0,-1 2-2 0,-2 2-2 15,0 3 4-15,-2 0 1 0,-1 1 6 0,-1 2 1 0,-4-2 0 16,0 1-1-16,-2-4-3 0,-2-1 6 0,-3-1 2 0,0-3 2 0,-2-1 5 16,-3-4 3-16,-1 0 4 0,-3-3 7 0,-3-1-1 0,-2 1 4 0,-4-1 1 15,-3 0-3-15,-4 1 3 0,-6 0-6 0,-5 1-10 0,-4 0-5 16,-7 0 5-16,-2 0-2 0,-3 0 3 0,-3-1 0 0,0-1-10 0,-2-3 5 15,-2 1-1-15,1-3 1 0,-3-1-5 0,4-3-7 0,0 0 8 0,2-1-1 16,1-1-1-16,2-2-6 0,3-1-4 0,2-4 4 16,4 1 2-16,1-1 3 0,5-1-3 0,1-1-5 0,3-1-5 15,2 1-8-15,2 1-2 0,4 0-18 0,1 0-17 0,2 1-35 0,1 0-42 0,3 1-42 16,1 3-54-16,3 2-54 0,2 2-95 0,2 4-119 0</inkml:trace>
  <inkml:trace contextRef="#ctx0" brushRef="#br0" timeOffset="171272.51">20667 16660 785 0,'-7'-4'159'0,"-1"1"-113"15,-1-1 4-15,1 0-1 0,1 1-9 0,0 1-17 0,1 0-11 0,1-1 4 16,0-1 4-16,0 1 12 0,0-1 4 0,0 1 4 0,1-1 8 16,-1 1-7-16,0 0-4 0,-1 0-9 0,1 2-13 0,-1 0-1 0,0 0-8 15,0 1-5-15,-1 0-4 0,0 0 0 0,0 1 2 0,0 0 3 16,0 0-1-16,0-1 0 0,1 2 7 0,0-1 1 0,1 1 4 0,0 0-6 16,1 0-3-16,1 0-2 0,1 1-4 0,1-1 4 0,0 2-8 0,1 1 0 15,2 0 7-15,2 4 1 0,2 1 12 0,2 1-3 0,3 3-1 16,2 1-5-16,2 1-6 0,4 4 1 0,0 1-4 15,2 1 0-15,1 1-2 0,2 1-6 0,-1 2 9 0,1 3-2 0,-1 0-3 0,-1 4-4 0,0 0-7 16,-2 2 3-16,-11-18 5 0,3 5 0 0,-1-2-2 0,1 6 2 16,-2 0-3-16,0 2 3 0,-1 1 8 0,-1 4-4 0,-2 0 7 0,-3-1-2 15,-5 1 5-15,-2-2 6 0,-4 0 7 0,-4-2 3 0,-2 1 1 0,-5-1 3 16,-4 0 9-16,-1-2 2 0,-5 1 0 0,-1-2 9 0,-2 0 14 16,-1-2 20-16,-1 0 0 0,0-2-10 0,0-3-13 0,18-9-19 0,-4-1 5 15,1 0-9-15,-1-1-11 0,0-1 9 0,-3 1-12 0,2-3 4 16,-3 1-3-16,0-1-10 0,0 0 2 0,-1-2-10 0,0-1-4 0,0 0 5 15,-1-1-7-15,-24-2 15 0,7-1-5 0,6-3-2 0,6-2 7 0,8 1-15 16,6 2 3-16,5-1-9 0,4 2 0 0,3 0 5 0,2 1-3 16,0 1-9-16,2 0-14 0,0 1-7 0,0-1-5 0,2 1 6 15,0 1-4-15,2 1-14 0,0-1-2 0,2 2-8 0,1 0-4 0,-2-1-24 16,1 0-33-16,0-1-46 0,3 0-50 0,6 0-29 0,3-1-42 0,1-1-108 16</inkml:trace>
  <inkml:trace contextRef="#ctx0" brushRef="#br0" timeOffset="171552.49">20113 15190 2558 0,'-16'-10'56'0,"2"2"0"0,-1-1-10 0,6 5-7 16,4 3-29-16,2 5-15 0,1 5-10 0,3 7-8 0,1 11 20 0,2 11 1 15,1 10 2-15,0 11 2 0,-1 11-7 0,0 10-6 0,-3 11-2 0,-1 12-2 16,-1 10-14-16,-2 15-16 0,-1 9-42 0,2 8-27 0,2 4-25 16,3-1-29-16,2 1 5 0,6-5 7 0,-5-76 16 0,1 16 28 0,4-7 22 15,2 12 21-15,2-4 19 0,3 9 26 0,-1-4 36 0,-6-41 4 16,0 6 3-16,0-4-2 0,1 6-15 0,-1-2 16 0,1 3 12 0,-1-3 34 16,0 4 0-16,-2-4-5 0,-1 4-8 0,-2-2-52 0,0 3-9 0,-2-1-13 15,-2 4-28-15,-3-2-47 0,-2 6-132 0,-3-1-132 0,-3-1-296 16</inkml:trace>
  <inkml:trace contextRef="#ctx0" brushRef="#br0" timeOffset="172452.49">20489 15184 426 0,'-21'-2'201'16,"1"0"-129"-16,-5 0 10 0,6-1 7 0,6 1-4 0,1-1-12 0,3-2-12 15,1-2-7-15,3-2-12 0,1-2-10 0,1 0-4 0,2-2-8 0,2 0-3 16,1-2-1-16,2-1 2 0,2 0 0 0,0 0 1 0,2-2 4 16,1 0 6-16,0 0 10 0,0 0 8 0,2 0 5 0,0 1 2 0,2 1-1 15,1-1-3-15,0 0-8 0,3-2-10 0,2-1-6 0,0 1-8 0,4 1-4 16,2-1-2-16,0 1-6 0,3-1 2 0,0 4-4 0,2 0 2 16,-1 2-2-16,0 1-7 0,-1 3 3 0,1 5-4 0,-2 0 0 15,0 5 0-15,0 2 0 0,-2 1-1 0,2 5-2 0,-1 0 4 0,1 3 1 16,-2 0-4-16,-1 0 8 0,-1 0-4 0,0 2 0 0,0 0 0 0,1 2 1 15,-1-1-4-15,2 2 2 0,-3 0-1 0,3 2-1 0,0-2 6 0,-1 2 2 16,4 1-1-16,-2-1-7 0,1 3 0 0,0 1-5 0,1 1 0 16,-2 3 0-16,-1 0-4 0,-2 4 4 0,-3-1-5 0,-3 2-2 0,-2-1 4 15,-3 2 2-15,-2-1 2 0,-4 2 4 0,-3-1-2 0,-3 1-2 0,-2-2 7 16,-4 1 0-16,-3 0 5 0,-1-1 1 0,-3-2-3 16,-1-2 7-16,1-6-6 0,-2-1 9 0,-1-3-2 0,-1-3 1 0,1-2 0 0,-2 0-6 15,0-2 1-15,0-1-3 0,-2-1 2 0,-1 0-4 0,1-3-4 16,-3-2 0-16,1-1-1 0,0-1 7 0,-2 1 1 0,2-2-3 0,1-1 2 15,-1 0 0-15,1 0 2 0,1 0-2 0,0-1 1 0,2 0-2 16,2 0 4-16,-1 0 1 0,0 0-5 0,1 1 1 0,3 0 1 0,0-1 1 16,1 1 1-16,2-1 1 0,1 1-5 0,1 0 1 0,3 0-4 0,0 2-2 15,2-1-8-15,0 1-5 0,1 0-2 0,2 1-5 0,0 0 4 0,1 1-1 16,2-1-3-16,0 0-3 0,1 0-2 0,2-1-4 0,-1-1-4 16,2-2-12-16,0 0-16 0,1-1-4 0,0-1 2 0,-1-1 15 0,0 0 17 15,0-1 11-15,-1 0 14 0,-1-1 1 0,0 0 10 0,1-1 3 16,-2 0 0-16,1-1 1 0,0 0-7 0,0 0 3 0,0 0-2 0,0-1-9 15,0 1-21-15,0 1-60 0,0-1-62 0,0 1-71 0,1-1-246 0</inkml:trace>
  <inkml:trace contextRef="#ctx0" brushRef="#br0" timeOffset="172888.49">20926 15356 1465 0,'-12'-6'88'0,"1"1"-45"0,0 1-1 16,6 1-11-16,1 3-27 0,2 0-19 0,2 2-19 0,1 3-1 16,0 1-2-16,1 2-9 0,0 2-27 0,1 2-92 0,2 1-97 0,0 1-316 15</inkml:trace>
  <inkml:trace contextRef="#ctx0" brushRef="#br0" timeOffset="173037.49">21353 15678 362 0,'-1'6'42'16,"1"-1"-32"-16,1 1-6 0,3-2-9 0,2-2-20 0,2-1-53 0,1 0-169 15</inkml:trace>
  <inkml:trace contextRef="#ctx0" brushRef="#br0" timeOffset="173499.49">21212 17107 1476 0,'-3'0'56'0,"1"-1"-59"0,-3-1-12 0,1-1-28 0,3-1-60 0,3 1-110 15,2-1-97-15,3-1-286 0</inkml:trace>
  <inkml:trace contextRef="#ctx0" brushRef="#br0" timeOffset="173690.49">21008 16255 1528 0,'-7'1'37'0,"1"2"-27"0,1 2-9 0,3 2-7 0,5 3-12 16,3 6-1-16,4 5-5 0,3 6 1 0,6 3-13 0,1 2-11 16,1 5-1-16,4 2-22 0,1 6-35 0,0 4-65 0,3 6-42 0,-1 3-27 15,2 3-172-15</inkml:trace>
  <inkml:trace contextRef="#ctx0" brushRef="#br0" timeOffset="174005.49">22069 18097 291 0,'-4'7'55'0,"-1"-3"-18"16,-2 3-7-16,-1 1 4 0,-3 1 2 0,-3 1-9 0,-2 0 28 16,-3 1 21-16,-3-1 7 0,-4 2 8 0,-2 0-27 0,-5-1-19 0,-3 0-18 15,-3-2 3-15,-5-2-4 0,0-3-5 0,-4-2-7 0,-1-3 25 16,-4-1 45-16,2-4 39 0,-1-1 23 0,0-4-31 0,1-2-48 0,0-4-39 15,-1-2-19-15,3-3-16 0,1-2-19 0,3-2-8 0,3-3-2 0,0-4 0 16,-28-27 3-16,14-2-14 0,14 2 0 0,10 1 2 0,11 3 0 16,11 5 10-16,8 7 2 0,8 8 5 0,4 1 2 0,3 2 3 0,3 0 8 15,4 3 4-15,3 0 3 0,1 5-1 0,3-1-9 0,-1 5 0 0,3 0-7 16,-1 3-2-16,2 2 1 0,-2 5-8 0,2 2 7 0,-3 2 4 16,2 2 5-16,-2 2 9 0,-1 2 6 0,-1 0 5 0,-3 3 4 0,-1-1 1 15,-1 1 6-15,-3 0 2 0,0 0 2 0,-2 0 9 0,-2-1 2 0,-2 0 7 16,-1 0 3-16,-1-1-4 0,-2 1-9 0,-1-2-6 0,0 0-4 15,-2 1-6-15,0-1-4 0,-1 0-5 0,0 0-3 0,0 0-1 0,-1 0 1 16,0 0-7-16,0-1-2 0,0 1-7 0,0-1-16 0,1 1-2 16,-1-1-15-16,0 0-13 0,1 0-14 0,-1 1-13 0,0 0-5 0,-1 1 3 15,0-1 7-15,1 1-7 0,-1 0-12 0,-1 0-130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2-15T11:21:58.04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3028 9176 1548 0,'-14'-40'-3'0,"4"-2"1"0,3-8 7 16,11 8 0-16,8 6-2 0,2 1-6 0,6-2-3 0,3 3 4 16,4-1-3-16,6 3 2 0,3 2 2 0,6 1-12 0,7 2 2 0,4 2 0 15,5 0-4-15,4 4-2 0,4 0 0 0,1 2 5 0,3 2 0 0,1 1 3 16,3 2 2-16,0 0-2 0,2 1 4 0,0 3 3 0,0 1-2 15,3 2 1-15,0 2-2 0,0 3-2 0,3 2 2 0,-1 2 0 0,1 2 0 16,0 2-1-16,0-1 2 0,0 1-4 0,-1 0-3 0,0 0 1 0,1 0 1 16,1 2 1-16,-2 1 5 0,-2 2 0 0,-1 3 2 0,-3 0-1 0,-5 3-5 15,-4 2-1-15,-2 0 3 0,-4 4-3 0,-3 2 7 0,-2 1 0 16,-6 4-1-16,-4 0 3 0,-3 2-5 0,-5 2 9 0,-6 2-1 16,-5 0 4-16,-5 2 5 0,-5 2-1 0,-5 0 0 0,-6 2 1 0,-6 2 2 15,-6 2-6-15,-8 1 2 0,-4 2 0 0,-8 3-2 0,-4 1 0 0,-9 2-3 16,-4 1 9-16,-4 0-5 0,-4-2 3 0,-1-2 0 0,0-1-11 15,0-4 10-15,1-3-1 0,2-5 1 0,2-4-4 0,2-6-4 0,3-2-3 16,-1-3-1-16,1-2 4 0,-1-2-8 0,0-3-1 0,0-2-3 0,-1-1-9 16,1-3-1-16,1-2-13 0,-2-3-10 0,0-1-24 0,2-3-37 15,0-2-27-15,0-1-27 0,3-2-8 0,0 0-1 0,-1 0 1 0,0 1-169 16</inkml:trace>
  <inkml:trace contextRef="#ctx0" brushRef="#br0" timeOffset="391">3357 10070 1622 0,'-22'-12'65'0,"4"0"-49"0,-1 1-8 0,10 3-6 16,8 3-6-16,3 1-4 0,3 0-1 0,5 1-5 0,5-1 4 0,5-1-4 15,7 0-4-15,4-1-1 0,6 0-2 0,2 2 2 0,4-1 1 16,4-1 4-16,1 0 3 0,2 0 2 0,1 1 5 0,1-1 1 0,1 0 2 16,1 0 4-16,0 0-5 0,1 1 5 0,1 2 1 0,1 0-2 0,1 1 4 15,0 2-6-15,0 2 0 0,1 0-1 0,2 2-2 0,-2 3 2 16,1 1 0-16,1 3 0 0,-1 0 3 0,0 3-2 0,0-1-1 16,-1 4 1-16,-1 1-7 0,0 1-1 0,-1 1 0 0,-2 2-8 0,0 0 2 15,-4 2 7-15,-3 2-7 0,-2 1 5 0,-3 2-10 0,-1 1-20 0,-6 1-13 16,-3 2-19-16,-4 3-12 0,-4 2-3 0,-4 3 7 0,-6 3 10 0,-6 1 14 15,-6 0 17-15,-6 0 6 0,-6 3 8 0,-7-2 1 0,-4 0 1 16,-8 0 5-16,-3 0 5 0,-8-1 0 0,-7 2 1 0,-6-1-3 0,-7 2-2 16,-5-2 0-16,-5-3 1 0,-5-1-2 0,-5-1-3 0,-5-3-6 15,-6-1-26-15,-3 0-3 0,-4-4 6 0,-2-2 17 0,2-4 24 0,3-3 12 16,4-5 5-16,2-5-1 0,6-5 2 0,2-4-6 0,4-5-12 0,4-3-22 16,4-4-25-16,5-4-60 0,4-4-64 0</inkml:trace>
  <inkml:trace contextRef="#ctx0" brushRef="#br0" timeOffset="33114.32">10013 11885 1884 0,'0'9'3'0,"0"5"-2"0,1 6 2 0,-1 6 1 0,-1-1-8 0,0 0 0 0,-1 6-4 0,-2 1 8 0,1 3 1 0,0 3 6 0,0 3 0 0,1 0-9 16,1 3 1-16,2 1-5 0,1 2 2 0,1 2 0 0,1 2 3 0,1 2-2 15,1 3-5-15,1 4 7 0,1 2-2 0,0 2 2 0,2 4 6 0,1 2-8 16,0 1-1-16,2-1 2 0,-1-1-1 0,1-4 0 0,0-6-3 16,-1-4 3-16,-1-7 4 0,-1-6 15 0,1-3 28 0,-1-3 25 15,1-3 27-15,-2-2 12 0,0-2 6 0,-2 1-2 0,-1-2-11 0,0-1-3 16,0-1-18-16,0-2-10 0,0-1-9 0,0-1-15 0,0 0-4 0,-1 0-21 16,1-1-6-16,0 0-7 0,-1-2-3 0,0-1 0 0,1 0-3 0,0-2 2 15,1-1-11-15,1-2-3 0,-1-1-1 0,1-2-4 0,1 1 8 16,0-2 9-16,1-2 2 0,1-2-3 0,1-2-1 0,1 0-20 0,-1-1-9 15,3-1 1-15,0-1-7 0,0-2-1 0,1 0-3 0,-1-1-18 0,-1-1 4 16,0 0-5-16,0-3-1 0,-2 0-3 0,1-2-20 0,-1 0-11 16,-1-1-26-16,-1-1-33 0,-3-1-22 0,0-4-20 0,-1-3-17 15,0-1-19-15,-1-2-36 0,-1-3-31 0,-2-1-181 0</inkml:trace>
  <inkml:trace contextRef="#ctx0" brushRef="#br0" timeOffset="33320.32">9659 13164 1711 0,'-21'-7'328'0,"2"0"-173"0,1 0-1 0,8 3-49 0,7 3-33 15,4-1-23-15,4 0-15 0,6 0-4 0,5-1 1 0,6-2-14 16,6 1 6-16,3-2-12 0,2-2-6 0,6 1 0 0,2 0-10 0,3-2 4 16,5 1-11-16,1-2-9 0,0-1-8 0,1 1-29 0,-1-1-19 0,0-2-27 15,1 0-19-15,-2-3-9 0,-2 1-8 0,-2-1-1 16,-3-1 0-16,-3 0 2 0,-2 0 1 0,-1-1 3 15,-4-2-6-15,-1 1-1 0,-3-2 1 0,-2-1 2 0,-2 1 11 0,-1-2 3 0,-1-1 6 0,-2 0 6 0,1-3-124 16</inkml:trace>
  <inkml:trace contextRef="#ctx0" brushRef="#br0" timeOffset="33856.32">10957 11957 278 0,'-2'-39'111'0,"1"-3"-5"0,-1-11-2 0,1 9-14 0,-1 7-15 16,2 0-11-16,1 3-15 0,0 1-17 0,2 5-6 0,1 1-13 0,2 4-8 15,0 3 0-15,1 1-4 0,1 5 0 0,-2 3 2 0,1 2-2 16,-1 5 5-16,-1 1 7 0,1 3 13 0,0 1 14 0,1 3 13 0,0 1 10 15,1 3 7-15,2 2 3 0,1 1 2 0,0 3-3 0,2 4-11 0,0 1-4 16,2 5-10-16,-1 3-7 0,0 5-5 0,3 5-13 0,-1 3-8 16,1 4-9-16,0 2-2 0,0 4 1 0,0 3-3 0,-1 2-2 15,1 2 4-15,1 1-1 0,0 0 2 0,3 2 8 0,0 1-9 0,-2-2 1 16,2 0-2-16,-1 0 5 0,-1-2 7 0,-1-1 5 0,1-1 5 0,0-3 11 16,-1-1 10-16,0-6 14 0,0-5 10 0,-4-4 1 0,0-4 2 0,0-4-3 15,-3-4 2-15,-1-1-5 0,-1-4-4 0,-4-4-1 0,0-2-4 16,-1-4-3-16,0-3-1 0,-2-1-13 0,0-2 3 0,-2-2-7 0,1 0 1 15,-1-2 1-15,0-1-6 0,0-2 2 0,-1-3-9 0,0-4-9 0,0-4-4 16,0-3-14-16,2-5 0 0,2-3 4 0,0-4-4 0,3-2 6 16,1-5-1-16,1-1-3 0,3-3-12 0,1 0 7 0,2 0-2 0,2-1-1 15,1 5 9-15,0 2-7 0,1 2 4 0,0 6 0 0,-2 3 2 16,0 5-5-16,-2 4-3 0,-2 3-1 0,-1 3 4 0,-1 2 8 16,0 3 1-16,-1 2-2 0,2 2-2 0,-1 2-2 0,1 4 2 0,0 2 2 15,1 3-8-15,0 3 3 0,1 3-2 0,1 3-2 0,-1 1 7 0,1 5-5 16,-2 2-2-16,1 1 6 0,0 2-4 0,-2-2-2 0,2 1 14 15,0 0-7-15,-1 1 5 0,0 1 3 0,-1 2-8 0,1-2 2 0,-1 1-6 16,1-4 1-16,-2-2-4 0,-2-2 4 0,1 0 3 0,-1-3 0 0,0 0 3 16,1-3-4-16,-2-3-1 0,1-1 2 0,0-1-3 0,-2-4 3 15,2 0 1-15,-1-3-4 0,0-2 6 0,-1-1-1 0,1-3-4 0,-1 0 2 16,1-1-3-16,-1-1 1 0,0-2-4 0,2-1-11 0,0-4-5 0,1-2-6 16,2-3 0-16,-1-4-5 0,1-2-10 0,0-5 0 0,2-4-12 0,1-1 1 15,1-3 3-15,2 0 6 0,1 0 7 0,3-3-7 0,-1 1 1 16,2-2-13-16,0 1-1 0,-1 2 11 0,1 2 0 0,-2 2 9 0,-2 3-2 15,0 0-3-15,-2 4-10 0,-1 1-10 0,-3 1-10 0,0 3-20 0,-1 3-12 16,0 0-14-16,0 1-6 0,-2 2-9 0,1 1-12 0,0 0-11 16,0 0-4-16,0 0 8 0,1 1 14 0,0-1 18 0,1 1 23 15,-1 1 15-15,0 0-83 0</inkml:trace>
  <inkml:trace contextRef="#ctx0" brushRef="#br0" timeOffset="34115.32">12875 12284 220 0,'3'-1'133'0,"0"-1"-6"0,2 0 7 0,0 1 5 0,-1 1-2 0,0 0-15 0,0 1-10 15,2 0-8-15,0 3-10 0,1 0 2 0,0 2-7 0,0 3-7 16,2 1-2-16,0 4-7 0,1 2-6 0,2 2-7 0,2 0-12 0,2 3-11 15,0 1-15-15,4 1-4 0,0 3-7 0,1 0-5 0,1 4 1 16,0-1-7-16,-1 3 0 0,-1-1-4 0,0 1 5 0,-4-1-2 16,0-1-1-16,-4-3 9 0,-1-3-4 0,-3-3 0 0,-1-5 1 0,-2-3 0 0,-3-3 5 15,-1-4 16-15,-1-2 28 0,-1-2 21 0,0-1 18 0,0-2 0 16,-3 0-12-16,0-2-16 0,-2-2-15 0,1-2-12 0,-1-2-12 0,-1-3-6 16,0-3-9-16,-1-4 1 0,-1-4-1 0,1-3-10 0,-1-2 3 0,0-3 5 15,2-2 1-15,0-1 5 0,1-3-1 0,2 0-1 0,2 1-6 16,2-1 2-16,2 2-6 0,2 0-5 0,2 2 1 0,1 3 2 0,1 6-1 15,-1 4-3-15,1 4 1 0,-2 5-4 0,-1 1 7 0,0 2-6 0,1 3-6 16,-1 1-9-16,1 1-16 0,1 1-19 0,0 2-19 0,1 1-16 16,1 1-36-16,1 2-18 0,0 1-29 0,1 0-31 0,1 1-18 0,0 0-19 15,0 0-18-15,2 1 4 0,2-1 12 0,1 0 20 0,1-1-69 0</inkml:trace>
  <inkml:trace contextRef="#ctx0" brushRef="#br0" timeOffset="34497.32">13786 12197 923 0,'-4'-6'126'0,"2"0"-14"0,0 1-27 16,3 1-41-16,2 0-27 0,2 1-25 0,2 0-9 0,4 0-15 0,0 0-11 15,4 1-9-15,0-1-12 0,1 1-7 0,-1 0-9 0,2 0-7 0,0-1-5 16,1 1 3-16,-2-1 14 0,1 0 17 0,-1 0 21 0,0-3 20 16,-2 0 12-16,2-1 8 0,-1-2 9 0,0-1 12 0,-1-1 14 0,-1-1 16 15,0-1 8-15,-4 0 7 0,0-1-1 0,-3 0 1 0,-1 1 5 16,-1 1-3-16,-2 2-1 0,0-1-8 0,-1 1-15 0,-2 2-7 0,0 0-4 15,-1 1-11-15,-2 2-1 0,0 0-8 0,-1 1-4 0,-2 1-1 0,-2 0-5 16,-2 3 1-16,-3 0-2 0,-1 2 2 0,0 0 6 0,-3 2 3 16,0 1 2-16,2 0 5 0,-3 3-2 0,2 0 0 0,-1 0 3 0,1 2 0 15,0 0-5-15,2-1 4 0,1 0-7 0,4 0-2 0,1 2-8 0,3 0 7 16,2 1-2-16,2 0 1 0,2-2 4 0,3 2-11 0,2 1 2 16,3-1-5-16,4 1 6 0,2-1 0 0,4 0 0 0,4 0 1 15,0 0-5-15,3-1 2 0,1-3-2 0,3 2 1 0,1-2-5 0,1 1 2 16,0-1-2-16,0 0-2 0,-3-1 5 0,0 0-3 0,-1-3 1 0,-1 0-1 15,-1 0 3-15,-2-2-2 0,-1 0-5 0,-1 0 0 0,-3-1-6 0,1-1-3 16,-1 0-5-16,-1-1-7 0,1-1-8 0,0-1-15 0,0 0-16 16,-1-1-16-16,3-1-20 0,0-2-15 0,0-2-13 0,0 1-15 0,-1-1-8 15,-1-2-1-15,1 0 4 0,-1-2 9 0,1-2 21 0,1-2-5 0,0-1-12 16</inkml:trace>
  <inkml:trace contextRef="#ctx0" brushRef="#br0" timeOffset="34806.32">14926 11781 116 0,'8'-23'75'16,"1"0"-7"-16,0-8-3 0,-2 5-7 0,-2 2-3 0,0 2-10 0,-2 1-6 0,0 1-7 15,0 1 0-15,-1 3 2 0,-2 0 3 0,0 2 1 0,-2 0-2 0,-1 1-4 16,0 2-5-16,-3 1-3 0,0 1 2 0,-2 3 4 0,0 1 0 16,0 1 3-16,-1 1-2 0,1 0 0 0,1 3-1 0,1 0-7 0,2 2-5 15,-1 1-8-15,2 1-2 0,0 1-7 0,1 2-3 0,1 2-2 16,1 2 1-16,2 2 2 0,2 0 4 0,1 2-3 0,3 0 0 0,0 1 5 16,5-1 1-16,2 1 8 0,2 2 11 0,2 1 5 0,2 0 6 0,3 2 2 15,0 0 1-15,3-1-2 0,0 2-6 0,4-1-1 0,-1-1-4 16,2 0-2-16,-1 1-1 0,0-2-5 0,-1 1-3 0,0 0-2 0,-3-1-2 15,-1 0 6-15,-2 0 0 0,-4-1 4 0,-1 0-3 0,-4 0-5 0,-3-1 9 16,-4 0 0-16,0 0 3 0,-3 1 5 0,-1-2-8 0,-3 0 9 16,-3 0 1-16,-2-1 4 0,-3-2 9 0,-3 2-3 0,0-3 6 0,-3 0-4 15,-2-2-6-15,-2-1-6 0,0-1-6 0,-1 0-3 0,-1-2-6 0,1-1-1 16,0-1-6-16,0-2 0 0,0-2-7 0,1 0-10 0,0-3-18 16,-1 0-16-16,2-2-18 0,-1-1-14 0,0-1-12 0,1-2-15 0,2 0-10 15,0-4-17-15,3-3-17 0,1-2-14 0,3-1-17 0,2-4-17 16,3-2-8-16,2-2 11 0,4-3 26 0,3-2 20 0,2-4-15 15</inkml:trace>
  <inkml:trace contextRef="#ctx0" brushRef="#br0" timeOffset="35385.32">15458 11346 330 0,'8'-36'276'0,"2"-3"-83"0,2-5 22 0,-3 9-11 15,-2 7-33-15,-1 4-32 0,0 2-27 0,-2 2-34 0,-1 4-18 16,1 4-17-16,-1 0-10 0,0 2-11 0,-1 3-6 0,0 2-6 0,-2 3-9 16,1 2-1-16,-1 0-3 0,0 2 1 0,-1 1-2 0,1 4-2 0,1 2 3 15,0 3 1-15,1 2-1 0,0 1 3 0,0 5-3 0,2 1-1 16,-1 2 3-16,1 3 0 0,0 2 2 0,1 4-4 0,0 1 0 0,1 2-2 15,0 2-3-15,1 0 5 0,1 2 3 0,0 0 4 0,1-1 3 0,0-2-3 16,1-1-5-16,0 0 2 16,0 0-1-16,-1-2 0 0,0-2 6 0,0-1-2 0,1-6 2 0,-1-1 4 0,-1-3 9 0,1-5 15 0,0-1 19 15,1-3 13-15,0-4 3 0,-1-1 1 0,0-3-5 0,0-2-7 0,-1-2-9 16,2-2-16-16,0-3-5 0,1-2-10 0,2-3 0 0,-1-4-8 16,3-1-5-16,1-4-5 0,0-3-3 0,1-1 1 0,0-4-10 0,1 0 0 15,0 0-4-15,2 1 1 0,0 0 9 0,-3 5 2 0,-1 4 4 16,-3 3-3-16,-1 3 6 0,-2 2-4 0,-3 4 1 0,-2 3 1 15,-1 1-5-15,-1 4-4 0,1 1 4 0,0 3 0 0,1 4-5 0,-2 4 0 16,2 4-6-16,-1 2-6 0,-1 5-5 0,0 2-7 0,0 2-9 0,-1-1-3 16,1 1 0-16,1-2 4 0,1-3 10 0,-1-1 7 0,3-1 9 0,1-1 7 15,1-2 0-15,1 0 5 0,2-4 1 0,0 0 2 0,-1-1 2 16,3-3-4-16,0-2 4 0,1-1-1 0,-1-3 5 0,0-1 4 16,0-2 5-16,1-2 1 0,-3-1 2 0,2-3-6 0,0-1-4 0,0-1 2 0,0-1-4 15,0-3 4-15,2-1-10 0,2-2 0 0,0-1-4 0,0-1-8 16,0 0 2-16,-1-1-10 0,-2 1 0 0,1 0 9 0,0 1 1 0,-2 0 10 15,0 1 3-15,-1 2 1 0,-2 3 6 0,0 1 3 0,-1 2 6 0,-1 2-5 16,-2 1 2-16,0 3 0 0,0 1-8 0,0 1 2 0,1 2-1 16,0 1-5-16,-1 1-1 0,2 3-1 0,-2 0-2 0,1 2 1 0,1-1-4 15,-1 0 2-15,0 0-1 0,0 0 2 0,-1 0 2 0,1-2-2 0,0-1-2 16,0-1 2-16,1-3-2 0,1-1 0 0,-1 0 4 0,1-3-1 16,-1-1 0-16,1-1 4 0,0-2 2 0,-1-1 5 0,2-3 0 0,-1 0 2 15,-1-3 5-15,1 0-4 0,0-1 0 0,-1-1-1 0,-1-1-8 16,0-1 1-16,-3-2-2 0,-1 0-2 0,-3-3-6 0,-2-1-8 15,-3-1 2-15,-2-3-4 0,-2 1 1 0,-3-2-3 0,-2 1-7 0,-1 1-2 16,-3-1-2-16,-1 2 0 0,-1 2 11 0,0 1 0 0,1 6 7 0,-1 3 6 16,1 2 0-16,0 4-1 0,-1 3-1 0,2 3-16 0,-1 4-20 0,-1 3-28 15,0 2-31-15,1 5-23 0,-1 2-25 0,1 2-27 0,4 0-32 16,0 2-30-16,2 0-18 0,2 0-5 0,2 0-125 0</inkml:trace>
  <inkml:trace contextRef="#ctx0" brushRef="#br0" timeOffset="35771.32">17168 10720 2200 0,'0'-19'40'0,"1"2"30"0,2-3-26 0,1 10-34 0,2 8-3 16,2 2-10-16,1 2 1 0,1 6-9 0,0 3-4 0,1 5-1 0,-2 3-10 15,-1 4-4-15,-3 6-4 0,-4 2-7 0,-2 6-3 0,-2 3-16 0,-2 3-14 16,0 4-17-16,0 3-5 0,0 3 11 0,2 0 1 0,-2 2 14 15,0 1 8-15,0 0-4 0,-1 2 12 0,0-3 12 0,1-1 11 0,-1-3 22 16,1-5 10-16,-1 0 9 0,1-3 14 0,1 0 15 0,2-4 8 16,0-1 0-16,2-6-6 0,2-1-12 0,1-1-8 0,2-2-3 0,1-3-3 15,-1-1-2-15,1-3-2 0,-1-2-4 0,-1-2-9 0,0-3 1 16,0-3-3-16,-1 0-3 0,-1-2-21 0,0-2-34 0,0-1-48 0,0-2-54 16,-2-3-47-16,1-1-26 0,-1-2-11 0,0-2 18 0,0-4-67 0</inkml:trace>
  <inkml:trace contextRef="#ctx0" brushRef="#br0" timeOffset="36116.32">17634 11647 1002 0,'5'2'230'0,"3"2"-91"0,2 1-9 0,5 4-31 16,1 1-26-16,3 2-25 0,0-1-19 0,2 1-8 0,0 1-12 15,-2 0-1-15,-1-1-7 0,-1 0 2 0,0 0 2 0,0 0-4 0,1-1 3 16,-2 0-2-16,-1-4 3 0,0 0-1 0,-1-1 1 0,1-3 1 16,-2-2 3-16,1-1 6 0,-1-4 2 0,1-1 14 0,1-3 1 0,-1-2 9 15,1-1 4-15,0-4-4 0,0-2 6 0,-1-1-4 0,1-4 3 16,-2-3 2-16,0-1-4 0,-2-3-5 0,-1 0-4 0,0-1-8 16,-3 2-2-16,-1-3-1 0,-2 1 1 0,-3-1-3 0,-2 1-13 0,-1 0-1 0,-2 4 9 15,-3 1 5-15,-1 2 8 0,-2 4 2 0,0 0-13 0,-3 2-3 16,-1 3 2-16,-1 1-5 0,-1 3-5 0,-3 2 1 0,-1 3-5 15,-2 2-4-15,-3 2 1 0,0 4-6 0,0 1-7 0,-4 4-17 0,0 3-21 16,-2 2-32-16,1 0-28 0,0 2-29 0,1 2-20 0,0 0-2 0,0-1-10 16,1 0-5-16,2 1-4 0,2-2-9 0,3-1-1 0,3 0 3 0,2-1 11 15,3-2 10-15,3-2 11 0,2-3 28 0,2-1-73 0</inkml:trace>
  <inkml:trace contextRef="#ctx0" brushRef="#br0" timeOffset="36406.32">18278 10545 2119 0,'2'-10'178'0,"0"2"-94"0,2 1-25 0,-1 8-42 0,3 5-16 0,3 6-6 0,3 7-1 15,1 5-3-15,1 5-14 0,-2 3 4 0,-3 0-13 0,-3 3 4 0,-3 0 17 16,-4 0-4-16,-1 4 15 0,-3 0 2 0,0 2-5 0,-2 4 3 0,-1 0-3 15,0 3 1-15,0 1-1 0,1 2 2 0,-2 1 4 0,1 2-5 16,0 1-8-16,0 1 8 0,-1 2-4 0,-1-1 6 0,1 0 6 0,-3 2-9 16,-1-2-1-16,0-2 1 0,0-2-6 0,2-6 9 0,0-5-2 15,2-5-5-15,0-3 8 0,3-7-11 0,2-4 7 0,2-5-2 0,1-3-3 16,2-5-1-16,0-2-18 0,0-3-17 0,1-2-17 0,0-3-3 16,0-1-10-16,1-4-18 0,0-1-18 0,2-4-60 0,1-5-57 0,2-4-57 15,2-7-12-15,1-3 0 0,4-6-102 0</inkml:trace>
  <inkml:trace contextRef="#ctx0" brushRef="#br0" timeOffset="37222.32">16409 8883 1385 0,'-115'-35'-54'0,"-12"3"100"0,-33-4-9 16,13 16-27-16,10 14-7 16,-4 9-3-16,-6 7-1 0,-9 8 1 0,-5 4 1 0,-5 5-3 0,-5 7 2 0,-4 4 0 0,-3 5 5 0,-4 7 2 15,-5 4 1-15,-1 3 3 0,-5 3 2 0,-1 3 4 16,1 2 0-16,-1 5 1 0,2 4 3 0,0 9 5 0,2 4 2 0,0 4 6 0,2 5-1 0,3 3-10 15,3 2-8-15,6 4-4 0,5 2-2 0,7 1 3 0,7 2-1 16,6 2-4-16,8 0 1 0,3 1-3 0,10 1 2 0,4-1-2 0,6 0-9 16,6 1-8-16,4-3 9 0,6 3 1 0,7 0 2 0,2 0 13 15,1 1-7-15,3 0 5 0,-1-1-3 0,3 2 4 0,0-1-3 0,3 2 7 16,0 1 0-16,3-4 7 0,0-1-1 0,2 0 1 0,3-4-1 0,2-1-11 16,6 0 0-16,3-4-1 0,4-2 1 0,4-1-4 0,6-7 1 15,2-5-2-15,9-7 1 0,6-9-7 0,8-7 7 0,7-6-2 0,6-6-2 16,8-4 6-16,7-2-9 0,8-1 0 0,7-1 5 0,6 0-1 15,7 1 1-15,7-1-1 0,8 1-5 0,9 2 2 0,5-2 0 0,7-1 9 16,6-3-1-16,9-4-1 0,9-2 11 0,7-5-6 0,9-1 6 0,9-3-2 16,6-2-4-16,9-2-4 0,8-1-4 0,9-2-2 0,7-4-8 0,9-3 2 15,6-7-5-15,9-6 3 0,7-5-10 0,8-4-2 16,4-7 7-16,6 0-12 0,5-4 8 0,1-2-6 0,2 3-14 0,4-1 8 0,-5 2-4 16,-1 4-11-16,-2 5 11 0,-6 2 0 0,0 3-1 0,-2 2 15 15,-2 1 0-15,0 2 2 0,-3 1 3 0,-2 3 2 0,-5-1 2 0,-5 0 9 16,-7-2 11-16,-3-2 4 0,-6-3 3 0,-5-2 16 0,-5-1 11 0,-5-3 16 15,-4-1 20-15,-3-5 8 0,-5-2 3 0,-3-3 7 0,-1-4 3 16,-2-2-1-16,-2-2-10 0,-2-3 6 0,-2-3-10 0,-2-3-12 0,-3-4-1 16,1-5-15-16,1-5-10 0,-2-3-10 0,-2-5-2 0,-4-1-9 15,-4-2 0-15,-2-2-11 0,-3 1-11 0,-5-3 0 0,-1-2 1 16,-4-1 7-16,-3-1 2 0,-2-2-14 0,-3 0-4 0,-2 1 0 0,-3-1 4 0,-3-1 1 16,-1-3 0-16,-1-5-1 0,-2-1-4 0,-2-6-2 0,0 0 0 15,-1 1 1-15,-1-4-16 0,-3 2 1 0,2-4-5 0,-1 0-2 0,2-4 10 16,1 0-6-16,-1 0 5 0,-1 1-4 0,-2 3 0 0,-2-1 3 15,-7 4-6-15,-3-2 0 0,-4 2 3 0,-4 0 1 0,-4-1 5 0,-3 0 7 16,-9-4 3-16,-5 0 4 0,-10-3 1 0,-8-1-5 0,-10 0-10 0,-10-2 12 16,-10 1-5-16,-14-1-2 0,-11-3 11 0,-11 1-15 0,-11 1-4 0,-9 1 6 15,-8 4 3-15,-8 3-3 0,-7 6 11 0,-7 1-9 0,-6 7 3 16,-4 2 4-16,-6 5-3 0,-2 6 5 0,-4 4-2 0,-5 6-5 16,-5 5 10-16,-3 6 0 0,-3 5 0 0,-2 7 0 0,0 5 4 0,-4 5-9 0,-1 5 5 15,-4 4 0-15,0 4-5 0,-2 4 5 0,4 4-1 0,4 8-1 16,4 7 2-16,5 9-1 0,5 5-3 0,3 8 1 0,5 4-4 0,4 4 2 15,3 6-7-15,7 2-11 0,5 3-3 0,6 4-23 0,7 2-29 16,5 1-34-16,3 1-168 0,4-2-33 0,-1 2-47 0,2 3-86 0,3 5-34 16,3 9-200-16</inkml:trace>
  <inkml:trace contextRef="#ctx0" brushRef="#br0" timeOffset="81971.95">14963 15787 694 0,'-13'-4'71'0,"1"-1"28"16,-2-2-6-16,5 0-20 0,4 0-25 0,0 1-11 0,1-1-14 0,1 0 0 15,-1 1-7-15,2 1 5 0,-1 1 3 0,0 0 2 0,0 1 5 16,0 2-2-16,0 0-5 0,-2 3 0 0,-1 0-4 0,-1 3-3 0,-2 1 0 16,-1 2 0-16,-1 3 2 0,-1 0-1 0,0 3 7 0,0-2 0 0,0 4 1 15,0-1 13-15,-1 1-7 0,1 0-5 0,1 0-3 16,1 2-11-16,1 0-3 0,1 0-1 0,0 1-7 0,2-1 3 0,2 0-3 0,1 2-2 15,1-2 6-15,1 0-8 0,1-1 6 0,1-1-7 0,0 0 3 16,1-2 4-16,-1-2-3 0,2 0 0 0,-1-3-1 0,1-1 4 0,-1-2 5 16,0-1 6-16,0 1 4 0,0-3 13 0,0 0 13 0,-1 0 6 0,1-1 7 15,0 0-4-15,1-1 0 0,0 0 1 0,1-1-1 0,2 1-2 16,0-2-12-16,3-1-5 0,2-1-5 0,2 0-17 0,2 0 7 0,1 0-8 16,2 1-4-16,1 0 2 0,2 0-10 0,2 0 6 0,1 1-3 0,-1 2-4 15,2 0-1-15,-1 1-2 0,2 2 10 0,-1 0-6 0,0 2 3 16,-1 1-5-16,-1 0-4 0,0 2 9 0,1-1-3 0,-2 1 3 15,0 0-1-15,0 0-2 0,-4 1 0 0,1 2 3 0,-2-1-1 0,-1 2 1 0,0-1 9 16,0 2-3-16,-1 1 11 0,-2 0 0 0,-1 0-7 0,-1 0 2 16,-2 2-15-16,0 0 7 0,-1-3-9 0,-1 3-1 0,-2-2 6 0,0 1 2 15,-2-1 13-15,-1 0 6 0,-2 0-3 0,0 1-13 0,-3-2-4 16,-1 2 3-16,0-1-1 0,-3 0 7 0,-2-2-5 0,0 0 1 16,-2 0-2-16,-1-1 2 0,-1 0 1 0,-3-2 0 0,-1 0 1 15,0 0-6-15,0-1 3 0,-1 1 0 0,0-1 3 0,-1-1 2 0,2-2-3 0,-2 1-2 16,0-1 12-16,1-1 0 0,0-1-2 0,1 0 2 0,2-2 1 15,0-2 7-15,0 1 1 0,2-1-7 0,0-1-2 0,2-1-1 16,1 0-2-16,0-3 3 0,1 2-13 0,0-2 7 0,1 0-1 0,1 1-2 0,1 0 1 16,0-1-11-16,0 1 8 0,1 0-7 0,0 1 0 0,2-1 4 0,0 1-7 15,0 0 8-15,1 1-6 0,0 1-2 0,1-1 6 0,-1 0-5 16,2 1-2-16,-1 0 4 0,0 1-7 0,0-1 5 0,1 1 1 0,1-1-8 16,0 1 4-16,0 1-6 0,1-1 6 0,0 1-1 0,1-1-1 0,1 0-2 15,0 1-1-15,0-1 3 0,0 0 1 0,0 1 1 0,0-1-2 16,0-1 1-16,0 1-1 0,0-1 5 0,-1 1-5 0,1 0-10 0,0-1-14 15,-1 0-24-15,0 0-4 0,0-1-22 0,1 1-19 0,-1-2-23 16,1 0-40-16,0-1-39 0,1-2-39 0,0 0-36 0,1-2-25 0,0-1-13 16,0-1 20-16,1 0 27 0,1-2-130 0</inkml:trace>
  <inkml:trace contextRef="#ctx0" brushRef="#br0" timeOffset="82374.95">14896 15909 271 0,'-10'-16'160'0,"-2"-1"-62"0,-1-2 32 0,2 4-4 0,1 2 1 0,1 3-14 16,0 2-11-16,1 2-15 0,2 0-21 0,0 1-10 0,1-1-17 16,0 1-10-16,2 2-8 0,-2 0-2 0,2 0-2 0,-1 1-2 0,1 0-2 15,1 2 2-15,0-1-2 0,0 1 3 0,1 0 1 0,0 0-3 16,1 0-4-16,0 1 5 0,1 0 2 0,1 1 10 0,-1 1 7 0,2-1 7 16,0 1 12-16,2-1 8 0,1-2 12 0,0 1 5 0,2-1 1 0,2-1-1 15,1 0-9-15,2-3-1 0,2-1-10 0,2-1-2 0,1-2-2 16,2-1-4-16,-1 0-2 0,2-3 1 0,0 2-1 0,-1-2-1 0,0-1-4 15,0 1 0-15,-1 1 0 0,-1 0-8 0,0-1 0 0,-3 1-3 0,1 1-3 16,-1 0 3-16,-2 2-5 0,0 1 1 0,-3 0-4 0,-1 0-7 16,-1 1-5-16,-1 1 2 0,-2 1-2 0,0 0-1 0,-2 1 3 0,0 2-9 15,0 0-3-15,-1 0 5 0,1 0-6 0,-2 0 1 0,0 1 0 16,0 1-2-16,0 0-2 0,-1 0 2 0,1 0 0 0,-1 0 2 0,0 1 1 16,1 2-1-16,-1-1-4 0,0 2 4 0,-1-1 2 0,0 1-1 15,0 0-1-15,-1 1-7 0,0-2-1 0,0 3 6 0,-1-1-1 0,0 2 6 16,0 0-3-16,0 0-6 0,-1 1 6 0,0 0-7 0,1-1 6 0,0 1 5 15,-1-2-10-15,1 1 2 0,0-1-12 0,1-1-3 0,-1 1-8 16,1-1-20-16,1-1-16 0,0 1-24 0,0 0-17 0,1-1-22 0,-1-1-36 16,-1 0-35-16,2 0-41 0,-1-1-46 0,1 0-37 0,-1 0-45 0,-1-1-14 15,1 0-189-15</inkml:trace>
  <inkml:trace contextRef="#ctx0" brushRef="#br0" timeOffset="82683.95">13774 15983 50 0,'-10'0'22'0,"0"1"-13"15,-1 1-4-15,2-1-2 0,1 1-1 0,1 0-1 0,0 0-3 0,1 0 0 16,1 0-6-16,-1 0-17 0,2 1-20 0</inkml:trace>
  <inkml:trace contextRef="#ctx0" brushRef="#br0" timeOffset="83243.95">13600 16055 81 0,'-10'2'82'0,"0"1"16"0,-2 0 3 0,0 0 2 0,2-2 0 0,0 0 1 0,0-1-2 0,1 1-4 0,0-1-7 16,0-1-11-16,-1 0-4 0,1 0-7 0,0-1 1 0,1 0-6 16,2 0-9-16,0-1-5 0,1 0 2 0,-1 1 2 0,0-1 4 15,0 2 1-15,1-1-8 0,-1 1 0 0,0 0 1 0,1-1 1 0,-1 1-3 16,1-1-4-16,-1 0-3 0,2 1-7 0,-1 0 1 0,-1 0-7 15,2 0-10-15,0 1 2 0,-1 0-14 0,1 2 5 0,0-1-5 0,-1 1-6 0,2 0 3 16,-1 1-14-16,0 1 13 0,1 1-6 0,0 0 4 0,-1 2 6 16,2 0-8-16,-1 1 6 0,2 1-3 0,-1 1 4 0,2 0-9 15,0 0 2-15,1-1 3 0,2-1-3 0,0 1 8 0,3-2-7 0,2 1 4 16,1 0-1-16,2 0 6 0,2-1 2 0,2 0-6 0,2-2 6 0,2 0-8 16,0-1 7-16,0-1 7 0,3 0-8 0,2-1 4 0,-1-1-1 0,3 0-7 15,-2 0 5-15,1-1-4 0,0 0 1 0,0 0-1 0,0-1 0 0,-1 0 6 16,-1 1-4-16,0-1-2 0,-2 1-1 0,2 0 1 0,-3-1 1 15,2 0 4-15,-1 0-7 0,0 0-2 0,-1 0-1 0,0 0 1 0,-1 1 4 16,-1 0-5-16,0 0-2 0,-1 0-5 0,-3-1 2 0,2 1 9 0,-1 0-2 16,-2-1 2-16,-2 1-6 0,-1-1-5 0,-2 0 13 0,-2 1-7 15,-2 0-1-15,0 1 4 0,-2 0-9 0,0 0 11 0,-2 0 5 16,-1 2-8-16,-1 0 3 0,-3 1 2 0,0 3 5 0,-4 2 2 0,-2 2-10 16,-2 1-7-16,-4 2 2 0,0-1 0 0,-1 4 2 0,0 0 4 0,-1 0-9 15,-1 1 5-15,2 1-5 0,-2 0 3 0,-1-1 1 0,2 1-10 16,-2 1 1-16,1-1 0 0,3 3 19 0,-2-2 2 0,1-1-1 0,2 1 1 15,-2 1-21-15,2-2 14 0,0-1-3 0,1 0-1 0,0-2-2 16,1-1-3-16,2 1 6 0,1-2-1 0,3-1-2 0,0-3 0 0,2 0 3 0,0-1-5 16,2-1 9-16,0-1-6 0,1-1-2 0,0-2 4 0,1-1-3 15,0 0 1-15,1-1-2 0,1 0 2 0,0-2 2 0,0 1-4 0,0-2 9 16,-1 1-7-16,1 1-1 0,0-1 4 0,0-1-8 0,0 1 8 16,0 0 0-16,1-1 3 0,-1 1-7 0,2-1-2 0,-1-1 5 0,0 1-1 15,0-1 3-15,0 0-5 0,1 0-5 0,0 1 3 0,1-1-4 16,0 0 4-16,-1-2 4 0,2 2-4 0,-1-1 1 0,0 1-9 0,0 0 2 15,0 1-8-15,0 0-3 0,0 1-18 0,-1 0-18 0,1 0-5 0,0 0-12 16,1 0-5-16,0 0-12 0,0-1-15 0,0 0-8 0,1 0-14 0,1-1-16 16,0 0-14-16,2-1-11 0,2-1-1 0,1-1 5 0,2 1 6 15,1-1 9-15,1 0 3 0,0-1 2 0,1 0-9 0,2 0-79 0</inkml:trace>
  <inkml:trace contextRef="#ctx0" brushRef="#br0" timeOffset="83577.95">14323 16538 867 0,'-16'-1'533'0,"1"1"-418"15,-2 0 24-15,6 1-8 0,4 0-27 0,3 0-34 0,1-1-21 0,1 1-19 16,1-1-12-16,-1 1-9 0,2 1 2 0,0 0 0 0,0 0-1 15,0 1-4-15,0-1-3 0,1 0-2 0,-1 2 4 0,1-1 6 0,-1 0-4 16,0 1-7-16,0-2 0 0,-1 2 2 0,0-1 1 0,-1 2 0 0,0 0 0 16,0 1-2-16,-3 2 2 0,-2 0 7 0,-2 2 2 0,-3 1-5 15,-2 1 8-15,0 3-8 0,-2 1 9 0,-2 3-3 0,0 0-2 0,0 4 5 16,-2 0-12-16,0-1 8 0,-1 3 5 0,-1-3-5 0,1 2-2 16,1-1-4-16,2-3 2 0,1 1-1 0,3 0 2 0,2-3-3 0,0 0-1 15,2-1-5-15,1-2 3 0,1-1 4 0,2 0-10 0,1-2 8 0,1-1-10 16,0-3-7-16,2-1 12 0,1-1-18 0,1-1-4 0,1 0-22 15,0-1-29-15,3-1-23 0,1-1-41 0,0 0-35 0,5-1-54 16,0-2-41-16,4-3-43 0,2-1-28 0,2-5-157 0</inkml:trace>
  <inkml:trace contextRef="#ctx0" brushRef="#br0" timeOffset="85095.95">13899 15553 1393 0,'-19'-10'100'0,"0"2"78"16,-3-2-57-16,7 4-21 0,5 1-34 0,3 3-23 0,1 0-15 0,2 1-14 16,1 1-5-16,1 1-8 0,0 0 1 0,1 2 0 0,1 2-2 15,-1 2 3-15,1 2-3 0,-1 0 3 0,-1 3-1 0,-1 1-2 0,1 1-2 16,-1 0 2-16,1 0-1 0,-1 2 2 0,-1 2 3 0,0 0-5 0,-2 3 0 15,0 1-2-15,0-1 3 0,-2 3 7 0,-1 0-3 0,-2 0 3 16,-2 3 5-16,-1-1 3 0,-2 4 16 0,-1-1 1 0,-2 1-6 0,1-1-4 16,-4 3 1-16,-2-2 3 0,1 3-5 0,-2-1-3 0,0 0 1 15,0 1-7-15,-2-2 6 0,-1-1 2 0,-1 2-8 0,1-3 8 0,0 4-11 16,3-3 5-16,-1 0 6 0,2-3-17 0,0-1 13 0,2-2-5 0,2-2 6 16,2 0 16-16,2-4-6 0,1 1-2 0,5-2-15 0,-1 0-7 15,2-2 3-15,2-1 1 0,2-1-4 0,2-1 3 0,2 0 1 0,1-1-1 16,2 1 7-16,2 0-8 0,2-1-1 0,3 0 3 0,2-1-2 0,1 1 3 15,3 0-5-15,2 0 7 0,2-1-2 0,1-1 0 0,4-3 2 16,0 1-7-16,-1-2 5 0,3-1 0 0,-2 0 0 0,2-2 7 0,1-1-3 16,0 0-4-16,1-2 3 0,-1-1-2 0,-1-2 7 0,0-1 4 15,2-2 2-15,-2 1-4 0,2-3-1 0,-1-1 3 0,0 0 5 0,1-1-8 16,-2 1-6-16,0 1-3 0,-2 1-1 0,0-1 5 0,-1 1 3 0,-2 0-6 16,-1 0 1-16,0 2-5 0,-2-1 0 0,0 1 7 0,-2 1-6 15,-1 0 4-15,-1 0-12 0,1 1-1 0,-2 0 5 0,0 0-2 0,-2-1 1 16,2 0-8-16,0-1 7 0,0 0 4 0,0 1-4 0,0-1 10 15,-1 2-15-15,-1 0 3 0,0 0 4 0,0 0-23 0,-2 1-16 0,1 0-28 16,-2 1-31-16,0 1-21 0,0 2-29 0,0 1-52 0,0 1-28 0,-2 2-46 16,1 1-54-16,-1 2-60 0,-1 4-36 0,-2 1-154 0</inkml:trace>
  <inkml:trace contextRef="#ctx0" brushRef="#br0" timeOffset="85477.95">13602 17358 969 0,'-7'0'170'0,"1"1"-22"0,-1 0 6 0,-1 0-34 16,0-1-14-16,-1 0-25 0,2 0-15 0,2 0-14 0,1 0-1 0,1-2-7 15,1 0-8-15,1 0-4 0,1-1-9 0,2 0 5 0,0-1-5 16,3-1 2-16,0-2-7 0,3 0 1 0,2-2 2 0,1 0-2 0,3-3 9 16,3-2-3-16,3 0 8 0,0-2-11 0,4-1-2 0,1-2 2 15,28-18-9-15,-3 1 5 0,-7 6-4 0,-6 5-7 0,-4 3 10 0,-4 2 3 16,1 1-6-16,-1 1-1 0,0 2-7 0,-1 0 0 0,-2 0 5 16,-2 2 0-16,-2 1-2 0,0 2 1 0,0 0-3 0,-1 2-5 0,-1-1 6 15,-1 3-2-15,-2 1-1 0,0 0-5 0,-2 1-3 0,1 1 9 0,-3 1 0 16,1 1 2-16,-2 0-4 0,-1 1-8 0,-2 1 4 15,-2 1 4-15,0 2-6 0,0-1-4 0,-1 2 2 0,-1 0 1 0,-1 0 6 0,-1 1-6 16,0-2-6-16,-2 2-16 0,0 1-24 0,-1 0-17 0,-2 1-34 0,0 0-29 16,-3 1-41-16,-1 1-52 0,-3 0-61 0,-2 1-75 0,-2 3-38 15,-4 1-178-15</inkml:trace>
  <inkml:trace contextRef="#ctx0" brushRef="#br0" timeOffset="85689.96">13690 17439 1491 0,'-8'2'226'0,"1"0"-39"0,0 0-2 0,0 0-22 0,0 0-35 0,0-1-44 0,4 1-31 16,3-2-23-16,4-1-16 0,4-1-15 0,3-1 2 0,3-2-1 15,3 0 2-15,5-1 1 0,3-3-9 0,1 1-2 0,3-2-11 16,0-1 2-16,3 0-7 0,-1 1-8 0,2-1-19 0,-1-1-19 0,0 1-4 16,-1 0-10-16,-1 0-4 0,-1 2-8 0,-1-2-14 0,-2 0 0 0,0 1-3 15,-4 0 4-15,0 0-6 0,-1 1-8 0,-3-1-5 0,1 0-18 0,-2 0-26 16,-1 1-28-16,-2-2-20 0,0 2-143 0</inkml:trace>
  <inkml:trace contextRef="#ctx0" brushRef="#br0" timeOffset="86335.99">14958 14949 1204 0,'-57'-20'19'0,"-7"0"87"15,-17-3-25-15,9 8-21 0,4 9-3 0,-1 4-10 0,0 5-7 0,-3 4-10 16,-1 5-5-16,-1 4-7 0,-2 4 2 0,-1 3 0 0,-4 4-3 0,-1 2 0 15,0 6-2-15,0 2 3 0,1 3 4 0,4 5 3 0,1 1 9 16,1 3-2-16,3 1 2 0,3 3 0 0,4 2-8 0,4 0-8 0,3 3 1 16,6 1-2-16,5 2-6 0,4 1-7 0,3 3-1 0,7 4 4 0,3 0-4 15,6 5 4-15,3 3-1 0,5 1-10 0,5 1 2 0,6 4-15 16,5 0 13-16,7 1 4 0,5 1-2 0,6-1 8 0,7-1-19 0,5-2 2 16,7 1 0-16,5-3-5 0,-18-38 1 0,7 8-1 0,2-1 4 15,9 11 10-15,1-2-3 0,9 7-6 0,3-1-2 0,9 7 0 0,2-4 18 16,2-5 1-16,2-5 1 0,-34-32-5 0,5 3-11 0,-1-4 6 15,6 0 4-15,1-2 14 0,4 0 10 0,1-6 15 0,4 2 18 0,2-5 18 16,4 0 15-16,1-4 0 0,6-1-4 0,0-4-9 0,10-2-3 0,72-3-7 16,-4-7-18-16,-7-10-8 0,-8-4-37 0,-9-3-5 0,-8-4-3 15,-10 1-14-15,-16 0 22 0,-1-1 0 0,1-2 0 0,-2 0 2 0,-1-3-4 16,-2 1-1-16,-3-5 7 0,-1 0-5 0,-2 0 10 0,-4-4 1 0,-4 0 7 16,55-44-14-16,-25 10-1 0,-23 8 9 0,-20 11-9 0,-11 6 15 15,-4 0-5-15,-3 1-11 0,-4-2 8 0,-3 0 6 0,-1 1-10 0,-4-1 2 16,-1 2 0-16,-4 0-19 0,-4-1 16 0,-1 1-4 0,-4 2-12 0,-3 0 22 15,-3 2-13-15,-4 1 2 0,-4 0 8 0,-2 0-16 0,-4 1 8 0,-3-1-8 16,-3 3-8-16,-3 1 16 0,-2-1-11 0,-6 1-10 0,-2 2 5 16,-5-1-10-16,-5 1 1 0,-6 2 15 0,-6-2-6 0,-7 5 0 0,-7 0 2 15,-5 4-2-15,-8 2 7 0,-7 2-3 0,-6 0 6 0,-8 5 4 0,-4 1 0 16,-3 1 3-16,-3 3-9 0,0 0 4 0,-2 1 4 0,3 2 1 16,3 2 3-16,2 0-1 0,6 0-7 0,3 2 0 0,4 1 5 0,6 2-2 15,5 2 1-15,6-1 1 0,6 1-7 0,6 2 2 0,6 2 3 16,8 1 2-16,7 2-10 0,5 0-5 0,6 2-15 0,3 1-21 0,2 1-20 15,4 3-36-15,0 2-41 0,1 2-53 0,1 3-50 0,4 3-42 16,0 3-79-16,2 4-66 0,2 3-271 0</inkml:trace>
  <inkml:trace contextRef="#ctx0" brushRef="#br0" timeOffset="171642">21857 13835 433 0,'-3'-49'333'0,"1"-2"-291"0,0-11 17 0,3 10-4 16,1 7-9-16,1 3-9 0,-1 2-2 0,1 2-4 0,-1 2-5 0,2 0-7 16,2 0-4-16,0 2-5 0,1 0-4 0,2 5 4 15,1-1-4-15,1 2 3 0,0 0-2 0,2 1-3 0,3 0 3 0,2 2-2 0,2-1 3 16,3 2-1-16,4-2-1 0,2 0 0 0,5 0-2 0,5-3-1 15,4-1-1-15,5 0 2 0,5 1-3 0,5-1 1 0,4 2 2 0,1-2 2 16,5 1-1-16,4 0-2 0,4 2 8 0,3 1 11 0,2-1 12 0,1 2 16 16,2 0 4-16,0 1-4 0,1 0-10 0,2 2-4 0,2 1-8 15,-1 1-2-15,1 0 0 0,1 2-2 0,0 1-3 0,2 1-4 0,0 0-1 16,0 3-5-16,1-1 1 0,1 2-3 0,0 1-1 0,4 2-3 0,1 3-5 16,0 0 5-16,2 2-1 0,0 1-4 0,-1 1 3 0,0 2-6 15,-2 1 2-15,-2 2 2 0,0 2-3 0,-2 3 3 0,-1 0-4 0,-1 4 1 16,2 2 6-16,-7 1-3 0,2 3 4 0,-8 3 3 0,-2 4-4 15,-2 2 7-15,-4 5-5 0,-3 1-3 0,-5 4-4 0,-4 3-1 0,-2 3 16 16,-5 5-2-16,-3 4 1 0,-1 2-5 0,-5 6-12 0,0 1 1 0,-2 2 1 16,-5 3-2-16,-1-1 1 0,-6 3-8 0,-3 2 9 0,-6 3 0 0,-2 1 0 15,-3 4 6-15,-3 1-8 0,-1 1 0 0,-2 5 0 0,-2-2 2 16,-2 4 0-16,-1 2-4 0,-2 3 1 0,-1 1-10 0,-2 4 5 0,-2 1-8 16,-2 0 6-16,0 3 8 0,-1 2 1 0,-3 2 10 0,-2 2-7 15,-2 1-11-15,-3 1 11 0,0 2-1 0,-4 3 6 0,1 0 7 0,-2-1-13 16,0-1-2-16,-2-3 1 0,-3-3 4 0,-2-1 2 0,-2-3 4 0,0-3-4 15,-3 0-9-15,-2-4 16 0,-3-1-5 0,-5-4-4 16,-5-1 6-16,-4-3-21 0,-7-2 0 0,-5-3-7 0,27-43-8 0,-9 7 6 16,-5-1 3-16,-11 6 7 0,-5-5 12 0,-13 6 6 0,-3-5 2 0,-14 4 9 15,-4-7 4-15,-3-5 1 0,-3-5-3 0,-4-7 1 0,-2-4-3 0,-3-5-5 16,-4-6 10-16,0-3 2 0,-3-4 3 0,-3-3 4 0,-1-3-2 0,-1-4 9 16,0-3 13-16,0-2-2 0,0-5-2 0,1-3 1 0,1-4-3 15,2-3 8-15,2-4 7 0,2-4-12 0,2-4 8 0,-12-11-20 0,-80-35 3 16,37 3 12-16,32 7-8 0,49 19 36 0,5-3-11 0,4-2-2 0,7-3-5 15,5-3-19-15,3-2-10 0,6-1-20 0,6-2 3 0,3-1-8 16,6 0-7-16,4 1 2 0,6-1-12 0,4-2 4 0,5 0 1 0,6-3 7 16,4 2-14-16,6 0 0 0,4-1 4 0,6 0-6 0,5-2 9 0,6 0-8 15,5-1-1-15,6 0 1 0,5 2-20 0,6 0 6 0,5 0-25 16,3 3-25-16,4 3-17 0,3 1-49 0,3 2-28 0,5 2-42 0,4 1-62 16,5 4-75-16,6 3-62 0,5 1-284 0</inkml:trace>
  <inkml:trace contextRef="#ctx0" brushRef="#br0" timeOffset="172198">27988 13725 1690 0,'18'-39'320'0,"3"-3"-189"16,9-12-20-16,-1 9-54 0,-1 8-21 0,2 1-26 0,0 4-5 0,3 0-8 15,4 2-3-15,1-1-2 0,3 1-11 0,3-1-7 0,1 2 4 16,3-2 4-16,4 0 13 0,2-1 11 0,3 0-3 0,3-1-3 0,0 2 2 16,4-2 5-16,1-1 1 0,2 1 2 0,5-3-1 0,3 2-3 0,6-2-3 15,4 2 2-15,4 2 1 0,4 1 3 0,2 1-3 0,3 1-2 16,3 2-14-16,0 3-2 0,1 0 6 0,0 2 0 0,-1 2 7 0,-2 1 1 15,0 0-4-15,-1 4 2 0,-4 1 2 0,2 4-4 0,-3 3 4 16,0 2-2-16,1 5-3 0,2 1 1 0,0 5-4 0,-1 2 0 0,-1 4 2 16,-1 5 10-16,-4 1-8 0,-1 6-1 0,-5 2 8 0,0 5-14 0,-1 3 7 15,-3 7-2-15,-39-20-14 0,9 9 28 0,-3 1-7 0,8 10 5 16,-3 1-4-16,6 9-26 0,-1 3-8 0,5 8 4 0,-3 5 7 0,-7 1 0 16,-4 3 7-16,-4 4-5 0,-4 0-4 0,-5 3 3 0,-6 1-1 15,-4 2 8-15,-5-1 2 0,-4 2 1 0,-5 0 8 0,-4-1-3 0,-4 2 3 16,-4 0 1-16,-4 0-6 0,-3 0 16 0,-4 1 0 0,-4 1 4 0,-5 1 12 15,-2-1-16-15,-6 2 2 0,-3 0-5 16,-5 2 9-16,-4 0 0 0,-4 2 4 0,-4-1 1 0,-2 2-7 0,-14 11-20 0,-46 72-8 0,9-21 7 16,11-25-4-16,19-35 22 0,-3-1 5 0,-3-3-4 0,-2-2-2 0,0-7-19 15,-3-4 17-15,0-5-3 0,-1-7 3 0,-1-5 15 0,-1-5-18 16,0-5 2-16,-4-4 1 0,-1-6 3 0,-5-6 1 0,-1-6-1 0,-4-7 4 16,0-8-3-16,-3-5 7 0,-2-6 2 0,-2-7-2 0,-3-8-2 0,-1-5-7 15,-3-10 3-15,-2-9-3 0,-1-8-5 0,-2-7-1 0,-1-8-10 16,-1-4-12-16,0-5-6 0,0-9-13 0,2-5-28 0,2-6-26 0,1-8-42 15,4-5-59-15,0-5-58 0,2-7-61 0,0-5-90 0,-1-5-295 0</inkml:trace>
  <inkml:trace contextRef="#ctx0" brushRef="#br0" timeOffset="174624.06">25151 1597 79 0,'2'-8'91'0,"1"1"-17"0,-1-2-26 0,3-2-2 0,1-1-13 0,2-3-12 0,2 1-6 16,0 1 1-16,3 1 5 0,0 1 6 0,2 0-1 0,1 1-5 15,1 2-9-15,-1 0-13 0,1 0-9 0,1 2-4 0,-1-1-5 0,2 0 3 16,-1 0-1-16,0 1 1 0,-3 0 6 0,2 0-4 0,-2 0 1 16,-1 0-3-16,-1 1 0 0,-2 1 7 0,1-1 9 0,-3-1 15 0,0 2 9 15,-2-1 0-15,-1 0-3 0,1 1-8 0,-2 0-8 0,2-1 1 0,-2 1 2 16,2 1 4-16,0-1-3 0,2 1 0 0,0-1-3 0,1 2-1 15,2 0 5-15,1 0 3 0,3 1 4 0,2-1 2 0,2 0-3 0,3 1-2 16,1 0-3-16,3 0-5 0,1 0 4 0,5 1 1 0,0 0 2 0,5 0 3 16,0 2 1-16,4 0-1 0,3 1 0 0,0 0 0 0,2 2 0 15,0 1-4-15,2 1-3 0,-1 1-4 0,1 2 3 0,-1 1-3 0,1 2 3 16,1-1 0-16,-2 4-4 0,1 1 0 0,-1 1-1 0,-1 4 0 16,0 1-1-16,-3 1 2 0,0 2 0 0,0 2 1 0,-2 1-2 0,-2 1-4 15,1 3 1-15,-2 0-1 0,-1 3 0 0,2 0-3 0,-3 2 1 0,3 6-3 16,28 34 2-16,-10-10 8 0,-9-7-4 0,-14-15 6 0,-1 1-3 15,-1 0 1-15,-5-1 1 0,0-2-4 0,-4-3-1 0,-1-1 0 16,-2 0-1-16,-3-1 2 0,-2-1-6 0,-2-1 4 0,-3-1 0 0,-2 1 4 16,-2-1 8-16,-3 0 2 0,-1-1 3 0,-1-1 2 0,-2 2 3 0,-1 0 0 15,-1 0 0-15,-1-2-1 0,-1 0-2 0,-2-1-3 0,-1-1 0 0,-1 1-1 16,-2 0-3-16,0 2-2 0,0-2-10 0,1 2 1 0,-1 0-3 16,0-1-1-16,-2 2 7 0,1-1-2 0,0 1 1 0,2 1 2 0,-1 2-2 15,0 1 0-15,-1-1 0 0,-1 1-2 0,-1-3 1 0,-1-1-2 0,-2 0-2 16,-1-1 1-16,-1 1-1 0,-1-3-8 0,-2-1 4 0,1-2 2 15,-3 0 0-15,0-1 9 0,-2-1 1 0,-4-2-2 0,-2 0 3 16,-6-3-1-16,-2-2 2 0,-5 0-5 0,-4-3 2 0,-3-1 0 0,-3-2-2 16,-2-3 5-16,-4 0-1 0,-3-4 1 0,0-1-1 0,-4-2 3 0,-3-1-2 15,1-4 0-15,-1-2 1 0,0-2 1 0,3-3 2 0,-1 0 1 0,4 0 1 16,1-3 1-16,2 0 0 0,3-1-1 0,1-2 0 0,4 1 2 0,-1-2-2 16,6-2 0-16,-1 0 0 0,5 0-3 0,4-3 0 0,-1-1-3 15,2 0 2-15,0 0-1 0,0 0-4 0,3-2 3 0,1 1 4 0,3-1-2 16,1 0 2-16,4 1 0 0,1-1-4 0,2 2 1 0,3-1-2 15,0 1 2-15,5 1-1 0,-1 0-2 0,2 2 2 0,1 0-4 0,2 2 3 16,-1 1-3-16,2 0 0 0,0 1 0 0,1 3-1 0,3 0 0 0,-1 0-3 16,2 2 0-16,1 0-9 0,2 2-11 0,2 2-28 0,2 0-31 15,4 3-22-15,3 1-14 0,4 1 3 0,6 2-1 0,5 1-3 16,5 3-56-16,6 1-190 0</inkml:trace>
  <inkml:trace contextRef="#ctx0" brushRef="#br0" timeOffset="176675.06">24043 6294 242 0,'-14'-21'41'0,"-2"0"22"0,-4-8-24 0,0 3-2 15,1 3-8-15,1-1-5 0,0 2-4 0,-1-1 1 0,2 1 0 0,0 2-4 16,-1-2 0-16,-1 0-1 0,0 0 0 0,-2-1 1 0,-2 2 3 15,0-1 0-15,-3 1 1 0,-1 3-4 0,-2 1-3 0,-2 1-2 0,-3 3 1 16,-1 0 1-16,-2 3 0 0,0 1-2 0,1 1-1 16,0 3-3-16,0 1-1 0,-1 3-2 0,0 3-1 0,2 1 1 0,1 4 1 0,1 1-2 15,-1 3 0-15,2 1-3 0,0 3-1 0,1 1 1 0,1 3-1 0,1 2 0 16,0 2 0-16,1 1 0 0,-2 3 0 0,2 0 0 0,0 0-1 16,0 1 0-16,3 0-1 0,-1 3 1 0,2-1-2 0,-2 4-1 0,1 0-1 15,-1 1-4-15,0 2 2 0,0 0 1 0,1 3 2 0,-1 0 8 0,0 1-2 16,0 2 1-16,2 1-1 0,0 1 0 0,2 0 0 0,0 0-1 15,1 0 0-15,4 0-2 0,0 1-1 0,0 2-5 0,2 0 0 0,1 1 4 16,0 1 1-16,1 1 8 0,0 3-2 0,0 0 0 0,2-1-2 0,1 1 0 16,0-1 1-16,2-1-2 0,1 0-1 0,1-1-7 0,0 3 3 15,3-2 2-15,1 0 1 0,2 1 8 0,0-1-3 0,1 1 0 0,0-1-2 16,1 2 0-16,1-3 0 0,1-1-2 0,0 1-1 0,0-1-7 16,1 0 3-16,0 1 1 0,2-2 3 0,0 0 6 0,2 1 0 0,1 0-1 15,0-1 0-15,3 0-1 0,0-3-1 0,2 0 0 0,-1 0-3 16,3-2 0-16,0 3-1 0,1-1-6 0,1 1 4 0,1 0 2 0,3-1 3 15,-2 0 6-15,1 0-5 0,1 3 1 0,-1-3-2 0,1 1-4 0,-1-3 0 16,2-1 1-16,-1-3 0 0,-1 0 3 0,3 1 0 0,-2-3-5 0,1-1 2 16,1-2 5-16,-2-1 4 0,2 2 7 0,0-4 4 0,3-1-2 15,1-2 3-15,-1-1 4 0,2-2 1 0,-1 1 4 0,2-2 2 0,-1-2 2 16,4-2-3-16,0-1-2 0,2-1-3 0,1 0-9 0,-1-1-4 0,2-3 2 16,-1 1-3-16,2 0 5 0,0-1-1 0,0-2-2 0,-1 0-1 15,2-1-2-15,-1-2 1 0,2 0 1 0,1-2-2 0,-2 0 1 0,0-1 1 16,0-2-1-16,0-1 1 0,-1 0-2 0,0-2 2 0,1-2-1 15,0-1 2-15,1-2 2 0,0-2 4 0,1-2-1 0,0-1 3 16,3-1 1-16,1-3 0 0,1-1 1 0,-1-3-1 0,-2-1-1 0,1 0-2 16,0-3 1-16,-1 0-3 0,-2 0 2 0,1-2-1 0,-2-2 1 0,-2 0-1 15,-1-2-3-15,-1-1-1 0,-2-1-3 0,2 0 0 0,-2 0 1 0,0-1-5 16,-1-1 3-16,-1 0-8 0,-3-3 0 0,0 2 1 0,-2-1 4 16,1-2 7-16,-3 0 0 0,-1 0 1 0,-2-1-1 0,0 1 1 0,-1-1 0 15,-1-1 1-15,0-1-3 0,-1-2-4 0,-1-1 2 0,-1-1-2 0,1-2-2 16,-4 2 2-16,1-2-6 0,-1-1 0 0,-2 0 6 0,-2 0-2 15,-1-1 5-15,-2 0 3 0,1 0-7 0,-3 0-1 0,0-1 4 0,-2-3-4 16,-2 0-2-16,-1 0 0 0,-2-2-6 0,-2 2 2 0,-1-1 3 0,-1-1 5 16,-1 0 2-16,-1 0 4 0,-1-1 0 0,1 1-7 0,-1-1 0 15,2-1-3-15,-1-1 1 0,0 1 2 0,-1-2-2 0,0 2-5 0,-1 0 1 16,2-1 5-16,-2 1-1 0,1-1 6 0,0 2 1 0,0 0-8 0,0 0 2 16,0-1-2-16,-1 0-1 0,0-1 1 0,0 0-1 0,-2 2-2 15,0 2-2-15,-1 1 5 0,0 1 2 0,-2 0-3 0,0 0-2 0,-3 1-4 16,1 1 2-16,-3 1 2 0,-2-1 2 0,0-1-1 0,-3 3-2 0,-1-1 0 15,-1 3 0-15,-1 2 1 0,-1 0-1 0,-2 1 4 0,-3 3 2 16,-3-1 0-16,1 3 1 0,-2 1-1 0,0 1-4 0,-1 3 1 0,-3 0-1 16,-1 2 2-16,-2 3-7 0,-2 0 0 0,0 2 2 0,0-1-1 15,1 1 2-15,-1 2 2 0,3 0-4 0,-1 1 4 0,0 3-4 0,1 1 2 16,1 2 0-16,2 2-1 0,-2 2 0 0,1 0 2 0,0 3 2 0,-1 0 0 16,0 2 0-16,1 1-2 0,-2 1 2 0,1 2-3 0,1 1 0 15,-3 1 0-15,0 2-1 0,-1 1 1 0,0 1 0 0,1 1-2 0,-1 1 4 16,1 2-4-16,-2 1 2 0,-2 1-1 0,1 2-1 0,1 0-1 0,1 2 0 15,0 1-2-15,4 1-2 0,2 2 1 0,0-1 0 0,1 0 0 16,3-1-1-16,0 0 2 0,6 1-3 0,3-1 1 0,3 1-3 0,3 0 2 16,2 0-1-16,2 1 2 0,3 1 0 0,1-2 2 0,2 2-4 15,1 0 2-15,2-2-4 0,2 0 0 0,0-1 3 0,1 0-3 0,1 1 9 16,-1-1 4-16,2-1-5 0,-1-1 4 0,1-1-2 0,1 1-5 0,0-1 5 16,1-1-2-16,0 0 2 0,0 0-1 0,-1-1 2 0,1-2-2 15,0 2 2-15,1-1 0 0,-1 0-3 0,0 0 2 0,1-1-1 0,0 0 2 16,0 2 0-16,0-1-1 0,0 0 2 0,0-1-1 0,0-2 0 15,0 1 0-15,0 0-1 0,-1-1-1 0,1 0 2 0,0 1 0 0,0-2 0 16,-1 1 0-16,1 0 0 0,-1-1 0 0,0 0 2 0,1 0-4 0,-1-1 2 16,1 0 2-16,-1-1-4 0,1 0 2 0,1 0-1 0,-1 0 2 15,1-1-1-15,0 0 0 0,0-1 0 0,2-1 0 0,-1 0 2 0,0-1-2 16,0 0 1-16,0 0 1 0,0-1-2 0,0-1-2 0,0 1 2 16,0-2 0-16,-1 1 0 0,-1 0 2 0,0-1-2 0,0 1 0 0,0-1-2 15,0 0 5-15,-1 0-2 0,1 1-2 0,-2-1 2 0,1-1-1 0,0 1 2 16,0-1 0-16,0 1 1 0,-1-1-1 0,0 1-4 0,0-1 2 0,1 1 0 15,-1-1 2-15,1 1 0 0,0-1 0 0,0 1-1 0,1-1-2 16,0 1-1-16,-1 1 1 0,1-1 0 0,-1 1 1 0,0 0-2 0,1 1 4 16,0-1-5-16,0 1 3 0,1 0 0 0,0 1-6 0,0-1 5 0,-1 1 0 15,1 0-2-15,-1 0 4 0,0-1 1 0,0 0-2 0,-1 1 1 16,0-1-1-16,0 1 0 0,0-1-1 0,-1 0 1 0,0-1 0 0,-1 1-2 16,0 0 2-16,-1-1 2 0,0 1-2 0,0-1 0 0,1 1 1 15,-1 0-2-15,1-1 2 0,-1 1 0 0,0 0-1 0,1-1-1 0,-1 1 1 16,2 0-1-16,0-1-1 0,1 1 4 0,-1 1-2 0,0-1 1 0,1 0 0 15,0 1-1-15,1-1-1 0,-1 0 1 0,1 1-1 0,0-2-2 16,0 2 3-16,0-1 0 0,-1-1 0 0,1 1 1 0,1 0-1 0,0 0-1 16,0-1 1-16,0 1 0 0,-1 0 0 0,0-1 0 0,0 1 3 15,-1-1-2-15,0 0 0 0,1 0 2 0,-1 0-3 0,1 0-1 0,0 0 1 16,-1 1 0-16,1-1-2 0,0 0 4 0,0 1-2 0,1 0 0 16,-1 0-2-16,1 0 1 0,-1 1 1 0,0-1 0 0,1 1 1 0,0 0 1 15,-1 0-2-15,0-1 1 0,0 1 0 0,0 0-3 0,0 0 2 0,1 0-3 16,-1 0-1-16,0 0 5 0,0-1-4 0,0 0 3 0,0 0 2 0,0 0-4 15,-1 1 2-15,1-1 2 0,-1 0-4 0,0 0 2 0,1 0 2 16,-1 0-4-16,1 0 4 0,-1 0-2 0,1 1-2 0,-1-1 1 0,0 1 2 16,0 0-1-16,0 0 2 0,0 0-2 0,0 0-2 0,-1 0 1 15,1 0 1-15,0 1 0 0,0-1-3 0,0 1 6 0,-1-1-3 0,1 0 0 16,0 0 0-16,0-1-5 0,-1 1 3 0,1 0 1 0,-1-1 0 16,1 0 2-16,-1 0-1 0,1 0 0 0,1 0-1 0,-1 0 2 0,0 0-1 15,0-1-1-15,0 0 3 0,0 1-3 0,0-1 1 0,0 1 0 0,1 0 0 16,-1-1 1-16,0 1 1 0,1 0-2 0,-1-1 0 0,1 1 1 0,-1 0-4 15,1 0 3-15,-1 0 0 0,0-1-2 0,1 1 3 0,-1 0-2 16,0-1-4-16,0 1 5 0,0-1-8 0,0 1 10 0,-1-1-2 0,1 0 2 16,0 0 1-16,0 0-3 0,0 0-1 0,-1 0 1 0,1 0-2 15,-1-1 2-15,0 1 2 0,1-1-1 0,0 1 0 0,-1-1 1 0,1 1 2 16,0 0-3-16,-1 0 6 0,1-1-7 0,0 1 0 0,0-1-1 0,0 1 1 16,1 0 1-16,-1 0-1 0,1-1 0 0,0 1-3 0,0 0 2 15,0 0 0-15,0 0 1 0,0-1 2 0,0 1 0 0,0 0-2 0,0 0 0 16,0 0 0-16,0-1-3 0,0 1 3 0,0 0-1 0,-1 0-1 0,0 1 4 15,0-1-4-15,0 0 2 0,0 1-1 0,0-1 0 0,0 1 1 16,0-1 0-16,0 0 0 0,0 1 1 0,0-1-2 0,0 0 1 0,0 1 1 16,1-1-2-16,-1 0 1 0,1-1 0 0,1 1 0 0,-1-1-2 0,1 1 1 15,0-1 1-15,0 0-3 0,1-1 2 0,-2 1-1 0,1 0 2 16,-1 1-2-16,1-1 3 0,0 0-2 0,-1 1-1 0,0-1 2 0,0 1-1 16,-1 0-1-16,1 0 1 0,0 0-4 0,-1 1-17 0,1 1-46 0,0-1-42 15,0 1-34-15,1 0-19 0,0 1 14 0,1-1 11 0,-1 0 11 16,3 1 3-16,3-1-5 0,1 0-29 0,4 0-137 0</inkml:trace>
  <inkml:trace contextRef="#ctx0" brushRef="#br0" timeOffset="178046.06">27681 5981 20 0,'0'-7'35'0,"-1"0"18"16,1-3 25-16,1 1-8 0,1 0-6 0,0-1 1 0,-1 1-5 0,1-1-3 15,-1 0 0-15,0 1-3 0,0-2 1 0,0-1-4 0,0 1-3 16,-1-1-2-16,1 1-4 0,-1 0-3 0,-1 0-2 0,0 0-5 0,-1 0-5 16,-1 2-8-16,1 0-1 0,-1 2-8 0,0 0-2 0,0 1-1 0,0 1-4 15,1-1-2-15,-1 1 1 0,1-1 0 0,1 0 1 0,1 1 1 16,-1-1-4-16,2 1 2 0,-1-2-1 0,2 1 0 0,2-2 2 16,-1 0-2-16,3 1-1 0,0-1 8 0,2 1-1 0,2 0 1 0,2 0 2 0,1-1-6 15,4 0-2-15,2 1 1 0,0 1-2 0,4 0 3 0,1 1-1 16,1 0-1-16,4 2 1 0,1 0-2 0,3 1 2 0,0 0 1 15,1 2-2-15,-1 0-1 0,-1 0 2 0,-2 1-3 0,0 1 0 0,-2 0 1 16,1 2 0-16,-2 0 5 0,1 1-3 0,-3 1 1 0,0 1-1 0,0 1-4 16,-1 1 0-16,-1 0-4 0,-1-1-3 0,-1 3 3 0,-2-1 0 0,-2 3 4 15,0 1 4-15,-2 1-2 0,0 1 0 0,-2 0 1 0,0 1-3 16,0 0 0-16,-1 2 2 0,0 1-1 0,-1-1 1 0,2 1 0 0,-1 0-1 16,-1 0 1-16,-1 1-1 0,-1 1 0 0,-2-2-1 0,1 0-1 15,-2-1-1-15,-1-3 3 0,-1-1-1 0,-3-1 1 0,-1-1 2 0,-2-3-3 16,-3-1 3-16,-1-2 3 0,-2 0 5 0,-1-1 5 0,-4 0 3 0,-3-2 0 15,-3 0 0-15,-3-1-5 0,-3-1-2 0,-1 0-3 0,-3-1-5 16,-2 0 0-16,0-1 1 0,0 0-2 0,-1 0 1 0,2-2-4 0,1 0 2 16,3 0-7-16,2-1-2 0,1-1 2 0,2 1 2 0,0-1 6 0,1-1-1 15,3 2 1-15,2-2-2 0,1 1 2 0,1 1-4 0,2-1 1 16,1 1-1-16,1 0 0 0,1 0-3 0,0-1-1 0,3 1-5 0,0 0-8 16,1 0-4-16,1 1-12 0,0 0-8 0,2 0-8 0,0 0-7 15,3 0-10-15,0-1-6 0,4 1-11 0,2 0-19 0,4-1-39 0,2 0-216 16</inkml:trace>
  <inkml:trace contextRef="#ctx0" brushRef="#br0" timeOffset="178582.06">29460 5730 363 0,'16'-12'84'0,"1"0"-36"15,4-2 27-15,-1 2-27 0,-3 4-2 0,3 1 8 0,1 1-8 0,-2 1-5 0,0 1-7 16,0 1-16-16,-1 0-2 0,-2 1-4 0,0 1 1 0,-2 2-4 15,-1 1-1-15,-1 0-4 0,0 1-3 0,1 1-5 0,0 2-3 16,1 0 2-16,0 2 1 0,2 2 6 0,2 2-1 0,-2 0 1 0,1-1-1 16,1 2-3-16,-1 1 0 0,-1 0-1 0,-1-2 2 0,0 1 1 15,-2 1 1-15,1-1-1 0,-1 0 0 0,1-1 0 0,-1-1 0 0,0 1 0 16,1-1 0-16,-1 2-1 0,2-2-1 0,1 2 1 0,-2-1 0 0,0 1 2 16,1 0 2-16,-1-2 0 0,-3 1 0 0,1-2-1 0,-1 0-2 0,-1-1 0 15,-1-1 0-15,-2-1 3 0,-2-1 3 0,-1 1 3 0,-2-1 7 16,-1 0 2-16,-2-1 5 0,1 0 1 0,-3-1 2 0,-2 1-1 0,-2-1-1 15,-2 0-2-15,-4-1-4 0,-2 1-2 0,-1-2-6 0,-6 0-3 0,-2 0-2 16,-4-1-1-16,-3 1 2 0,-3-1 0 0,0 1-1 0,-1-2 2 16,2 1-2-16,-2-1 1 0,1 0-1 0,2 0-1 0,0 0 0 0,3 0-2 15,0-1 1-15,0 1 0 0,1-1 1 0,-1 0-1 0,1 1 0 16,0-1-1-16,0-1-3 0,3 0 1 0,-2 1-2 0,2-2 2 16,-1 1 3-16,2-1-1 0,-1 1 1 0,0 0-3 0,3 0-1 0,0 0 1 15,1 1-4-15,4 0 1 0,0 0-5 0,2 1-4 0,2 0-2 0,3 0-5 16,1 1-2-16,1 0-6 0,1 0-3 0,2 0-5 0,1 0-10 0,1 0-2 15,1-1-5-15,2 1-3 0,2-1 0 0,2-1-5 0,3 1-2 16,2 0-4-16,2 0-14 0,2 0-19 0,4 0-49 0,1-2-77 0</inkml:trace>
  <inkml:trace contextRef="#ctx0" brushRef="#br0" timeOffset="179939.13">30804 5752 324 0,'15'-8'55'0,"0"-2"33"15,6-2-19-15,-1 1-3 0,-2 3-1 0,1 1-9 0,0 0-3 0,0 1-11 16,2 0-7-16,0 1-5 0,1 0-12 0,2 1-2 0,3 0-5 0,0 1 0 15,2 2-3-15,-1 1-1 0,1 1 0 0,-2 1-4 0,2 0 1 0,-2 2-3 16,1 0-5-16,-1 0-1 0,1 0-2 0,-1 2 4 0,-2 0 6 16,1 1 1-16,-2 1 2 0,2 0-5 0,-1 2 1 0,-3 0 0 0,-2 1-1 15,1-1-5-15,-4 2 1 0,0 0-3 0,0 2 3 0,-3 2 3 0,1 0 0 16,-2-1 3-16,0 2-2 0,0 0 3 0,-3 1-1 0,0 0 2 16,0 1-2-16,-2 1-1 0,2-1-1 0,-3-1 0 0,-1 0 2 0,-2-2-1 15,-3-1 2-15,0 1-2 0,-3-1 2 0,-1-2 3 0,-3 1 1 0,-2-1 0 16,-3 0 0-16,-1-1 0 0,-2-2-1 0,-1 0 0 0,-2 0-2 15,-3-2-1-15,2 0-1 0,-4-3 3 0,-1 1-2 0,0-2 2 16,-4 0 0-16,0-2 0 0,-1 0-2 0,1-1 3 0,3 1-1 0,-1 0 0 16,1-2 1-16,-1-1-2 0,-1 0 0 0,2-1 1 0,-2 1 1 0,2-2-1 15,-2 0-1-15,0-1 0 0,-1-1-2 0,0 1 1 0,0 0-1 0,-1 1 3 16,3 0-1-16,0 0 0 0,2 0-1 0,0 0-1 0,0 1 0 16,3 0 2-16,-2 0 0 0,1 1-1 0,3 0-1 0,-1 0-1 15,3 0 3-15,0 0-1 0,3 0-1 0,0 0 5 0,0-1-9 0,2 0 1 0,0 0-1 16,3 0-2-16,1 0 8 0,0 0-4 0,1-1 2 0,0-1 4 15,1 0-5-15,1 0 3 0,2-1 0 0,-1 0-1 0,1 1-2 16,1-2 1-16,1 1-2 0,0 0 4 0,1-1-2 0,1 0-1 0,0 1 3 0,1 0-3 16,1 0 0-16,0 0-1 0,1 1 1 0,-1 0 0 0,1 0 0 15,-1 1 1-15,0 0 1 0,0 1 2 0,-1-1-2 0,-1 2 0 0,1-1-2 16,-1 1 5-16,0 1-2 0,1 0-2 0,0 0 2 0,0 1-6 16,-1 0 3-16,0 1-1 0,1-1 0 0,0 1 0 0,-1 0 2 0,1 0-4 15,-1 0 1-15,0 0-3 0,2 0 3 0,-2 0 0 0,1 0 0 0,-1 0-1 16,1 1-2-16,-1-1 3 0,1 1 0 0,-1-1 0 0,1 0 0 15,-1 0 1-15,1 0-1 0,-1-1 0 0,-1 1 1 0,1-1-1 0,0-1 1 16,-1 1 3-16,-1-1-4 0,0 0 2 0,0 1-1 0,0-1-2 16,0 0 2-16,0 0-3 0,0 0 2 0,-1 0 0 0,0 0 0 0,0 0 2 15,1-1-2-15,-1 0 1 0,0 0 0 0,0 0 3 0,0 1-2 0,0-1-1 16,-1-1 0-16,1 1-2 0,0 0 2 0,1 0-1 0,0 0-1 16,-1 0 2-16,0 0-2 0,1 0 3 0,-1 1 0 0,0 0-1 0,2 0-1 15,-1 0 1-15,0 0-2 0,1 0 1 0,-1 0 1 0,0 0-3 0,-1 1 0 16,2 0 1-16,0 0 2 0,-1 0-1 0,1 1 2 0,1 0-5 15,0 0 0-15,2 0 1 0,-1-1 0 0,1 0 2 0,1 0-2 0,-1 0 1 16,1 1 0-16,-1-2 1 0,2 0-1 0,-1 0 0 0,1-2 1 16,2 1 0-16,-3 0 2 0,0 0 0 0,1-1-2 0,-1-1 0 0,0 0-1 15,0 0 1-15,0 1 1 0,-1-1 1 0,1 1 1 0,0 0 0 0,-1 0-1 16,0 1 0-16,-1 0-4 0,0 0 0 0,0 1 6 0,-1-1-4 16,1 1 0-16,-2 1 0 0,0-1-3 0,2 1 1 0,-1 1 2 0,0 0-1 15,1 0 0-15,-3 0 1 0,2 1-1 0,-2-1-1 0,1 1 0 0,0-1 1 16,0 0-2-16,1 1 4 0,-1-2-4 0,1 0 2 0,-1-1 1 15,0 1 0-15,1-1 1 0,-2 0-1 0,1 0 2 0,1 0-2 16,-1-1 1-16,0 1-1 0,1 0 0 0,-1-1 0 0,1-1 1 0,-1 0 0 16,1-1-1-16,-1 0 1 0,0 1-1 0,0-1 0 0,0 1 2 0,1 0 0 15,-2 0-2-15,1 0 3 0,0 1-3 0,-2-1 1 0,2 1 0 0,-2 1-2 16,2-1 1-16,-1 1 2 0,0-1-3 0,0 1 1 0,-1 1-1 16,0-1 1-16,0 0-1 0,1 1 3 0,-1 0-1 0,1 1-2 0,-1-1 1 15,1 1-1-15,-1-1-1 0,1 0 3 0,0 0 1 0,-1 0 1 16,1 0-5-16,1 0 4 0,-1 0-4 0,0-1 1 0,1 0 2 0,-1 0-1 15,1 0 0-15,1 1 0 0,-1-1-1 0,-1 1 1 0,1-1 1 16,-1 0 3-16,1 0-4 0,-1 1-1 0,1-1 1 0,-1 1-3 0,0-1 2 16,0 1 1-16,0 0-2 0,-2 0 2 0,3 0 1 0,-1-1-1 0,1 0 2 15,0 0-2-15,-1 0-1 0,2-1 1 0,-3 1-1 0,2-1 3 0,-1 0 0 16,0 0-1-16,0 1 0 0,-1-1 0 0,1 0 0 0,1 0-1 16,-1 0 0-16,1 0 0 0,-1 0-1 0,0 0 1 0,0 1 1 0,0-1-2 15,0 1 3-15,-1-1-2 0,0 1-1 0,1 0 2 0,-1 0-3 0,0 0 2 16,0 1-1-16,-1-1 0 0,0 1 2 0,-1 0-2 0,1-1 1 15,1 2-1-15,0-2-2 0,1 1 3 0,-1 0-2 0,1-1 1 0,-1 1 4 16,1-1-3-16,-1 0 1 0,1 1 1 0,0-1-5 0,0-1 4 0,1 1-1 16,-1 0 2-16,1-1-2 0,0 1 2 0,0 0-3 0,0-1 0 15,0 1-2-15,0 0 1 0,1-1 2 0,-2 1 1 0,0 0 1 16,1 0 0-16,-1 0-1 0,0 0-4 0,0 0 2 0,0 0-1 0,-1 0 4 16,0 0-1-16,0-1-1 0,0 1 2 0,-1 0-4 0,1 0 1 0,-1 0 1 15,0 0 0-15,0 0-1 0,0 0 2 0,1 0-1 0,-1 0-1 0,1 0 1 16,-1-1-2-16,0 0 1 0,0 0 0 0,1 0 2 0,0 1-2 15,0 0 1-15,0-1-2 0,0 1 1 0,0-1 1 0,-1 1-1 0,1 0-1 16,0-1 1-16,-1 1-3 0,1-1 4 0,-1 0 0 0,0 0 0 16,2 0 0-16,-2 1-2 0,0-1 1 0,0 1 0 0,0-1 2 15,1 1-5-15,0-1-5 0,-2 1-5 0,1-1-6 0,-1 1-2 0,0-1-1 0,1 1-1 16,-1-1-1-16,2 0-1 0,-1 1 0 0,0-1 1 0,1 0-2 16,-2 1 1-16,1-1 4 0,0 1-2 0,1-1-2 0,-1 1-3 0,-1-1-5 15,1 1-2-15,-2 0-3 0,1-1-4 0,0 2 0 0,0-1-1 0,-1 1-5 16,0 0-3-16,1 1-6 0,0-1-5 0,-2 0-7 0,0 1-8 15,0 0-75-15,0 0-12 0</inkml:trace>
  <inkml:trace contextRef="#ctx0" brushRef="#br0" timeOffset="180903.13">24126 13369 112 0,'-8'-28'60'16,"0"1"-12"-16,-3-8-2 0,1 6-6 0,2 2-4 0,-1 0-7 15,0 0-6-15,1-1-8 0,-2-1-2 0,1 2-5 0,0 0-4 0,0 1 1 16,1 1-2-16,0-1-1 0,1 1-1 0,-1 0-2 0,1 2-1 16,-2-2 0-16,2 1 1 0,-1 1 0 0,0 1 4 0,-1 1 0 0,1 1 6 15,-2-1 7-15,-1 0 8 0,0 3 7 0,0-1 6 0,0 1-1 0,-1 1 2 16,1 1 6-16,-2 1 3 0,1 1 12 0,0 3 3 0,1-2-5 15,0 1 0-15,0 0-8 0,3-1-3 0,1 2-6 0,1 0-3 16,3 0-9-16,0 0-6 0,2 0-6 0,3 0-1 0,1 2-3 0,1-2 2 16,3-1 4-16,2 0-6 0,3 0 7 0,3 0-3 0,2-1 2 0,4-1 1 15,3 0 0-15,2-1 2 0,4 1 3 0,2-1 3 0,4 1 2 0,2-1-2 16,3 1-1-16,3-1-1 0,1 0 0 0,2 3 0 0,2 2-5 16,-1 1-2-16,2 1-5 0,-1 2 3 0,0 1-4 0,1 2-3 15,-2 1 0-15,0 2-5 0,-1 2 4 0,-1 2 0 0,1 1-2 0,2 3 1 0,-2 0-4 16,1 1 1-16,-2 4 4 0,-1 1-1 0,1 1-3 0,-1 1 1 15,-2-1-5-15,0 2 1 0,0 0-1 0,-1 0 1 0,0 2-1 16,1 0-1-16,-2 1 2 0,-1-1 2 0,0 2 2 0,-1 1-2 0,-4-2-3 16,-2 1-3-16,-2 1 5 0,-3-1-9 0,-1 1-1 0,-5 0 6 15,-1 2 11-15,-4 3 8 0,-2-1 3 0,-1 2-3 0,-3-1-12 0,-2 2 2 0,-3-1 2 16,-3 2 5-16,-3 1 3 0,-1 3 2 0,-6-1 3 0,-3 1 0 16,-3-2-2-16,-5 2 0 0,0-2-5 0,-6 2-4 0,1-2 0 15,-3-1 3-15,-2 0-11 0,1-2-2 0,-6 0 9 0,2-2 0 0,-3-3 10 0,-3 0-6 16,-1-3-12-16,-4-1-2 0,1-2-2 0,-2-1 8 0,-3-3 0 15,-3 0-2-15,0-1 0 0,0 0-1 0,-2-2 1 0,1 0 1 0,-1 0-4 16,3 0 2-16,0-1 4 0,1 0-1 0,4 1 2 0,-1 0 3 16,4-1-6-16,1 0 4 0,-1-1 0 0,1-1 4 0,0 0-4 0,2-3-4 15,0 0 0-15,0 0-5 0,0-1 6 0,2-2 3 0,2 0-2 0,1-2-3 16,-2-2 1-16,-1 0-2 0,-1-1 0 0,-1-1 1 0,0 1 3 16,-1-2-5-16,0 0 2 0,-2-2 2 0,-1-3-6 0,1-3 3 0,-3-1 0 15,3-2 2-15,1-2 5 0,2-1 10 0,5 0 8 0,1-1 7 0,5-3 5 16,2 0-4-16,2-2 2 0,1-1-7 0,2 1-5 0,3 0-16 15,2 2-4-15,2 1 4 0,3 2-1 0,2 1 7 0,3 2 0 0,1-1-10 16,1 1 9-16,1 4 2 0,0-1-4 0,2 0-5 0,0 2-5 0,0-1 1 16,3 3-6-16,0 0 7 0,0 1-7 0,0 1 2 0,1 1-3 15,-1 0-5-15,1 2 3 0,0 1-11 0,2 1 2 0,-1 2-5 0,2-1-8 16,2 1-8-16,-2 2-15 0,-1 0-15 0,1 1-31 0,0 1-35 16,1 3-34-16,1 1-32 0,1 2-20 0,4 1-4 0,-1 1-13 0,3 1-9 15,4-1-29-15,4 2-212 0</inkml:trace>
  <inkml:trace contextRef="#ctx0" brushRef="#br0" timeOffset="181714.13">29740 13190 1067 0,'3'-19'26'0,"-2"0"69"0,-1-5-37 0,-2 4-7 0,-2 6-8 16,1 2-5-16,0 3-13 0,2 0-7 0,0 3-7 0,-2-1-7 15,0 2 1-15,-1-1-5 0,-1 2 2 0,0-1-2 0,-2-1 0 16,0 0-2-16,0 1 1 0,-1-2 2 0,1 1-1 0,1-1 4 0,0-1-2 0,1 0 3 16,2 0-1-16,0-1 2 0,1-1-1 0,1 0-1 0,1-1 2 15,0-1-2-15,2 0 6 0,0-1 0 0,2 1 1 0,1 0-1 0,3 0-5 16,-1 0 1-16,3-1-3 0,2 1 5 0,0-2 0 0,3 0-1 0,1 0 0 16,6-2 0-16,2 0 1 0,3 0 5 0,6 2 4 0,1 0 16 15,4 1 5-15,2 1 13 0,2 2 6 0,4-1 1 0,3 1 1 0,1 1-4 16,3 1-9-16,1 2-5 0,3 2-3 0,1 1-8 0,2 1-1 0,0 2-3 15,1 0-4-15,0 2-3 0,0 1-2 0,-2 2-3 0,0 3 1 16,0 1-4-16,-3 1-4 0,-1 1 7 0,-3 0-4 0,-2 1 2 0,1-1 5 16,-2 2-17-16,0-1 3 0,-4 0-2 0,-1 1-2 0,-2 1 5 15,-3 1 8-15,0 2 3 0,-2-1-1 0,-1 2-2 0,-3 1-10 0,1 1-5 16,-5 4 0-16,0-1 3 0,-2 0-3 0,-1 2 4 0,-4-3 1 0,3 2-4 16,-1-1 4-16,-3 1-8 0,0 1 7 0,-4 0 2 0,-3 1-7 15,0 1 5-15,-2-1-8 0,-2 0-7 0,-2 2 9 0,-2 0 4 0,-2 0-1 16,-1 4 8-16,-1-1 2 0,-1 2-5 0,-3 0 3 0,0 1-4 0,-3 1-1 15,-1 0-1-15,-2 1 2 0,-3-1-2 0,-1 0 1 0,-2-2 5 16,-1 1-9-16,-2-2 5 0,-5 1 1 0,0 0-5 0,-2-2-4 16,-3-2 0-16,1-1-1 0,-3-4 10 0,-3 0 12 0,-1-4-5 15,-4-4-3-15,-3-1-3 0,-3-3-11 0,-3-3 0 0,-1-3-3 0,-2-4-2 0,-4-3 13 16,-2-3 2-16,-4-2 3 0,-2-3-4 0,-1-2-2 0,-2-1 0 16,1-2 3-16,-1 2-11 0,0-3-4 0,1 1 1 0,1 1-2 15,-1 0 13-15,-1 2 9 0,2-1-2 0,-1 2 4 0,4-2-5 0,-1 0-4 0,0 0-2 16,4 0-2-16,0 0 1 0,1 0-2 0,4 0 4 0,1 1 2 0,1 0 0 15,2-1-4-15,1 0-1 0,3 0 1 0,1 2 2 0,2-3 2 16,-1 1-1-16,3 0-2 0,1-1 3 0,3 2 0 0,2-1 6 16,4 1-3-16,3 2 0 0,4 0 0 0,3 2 2 0,2 2 1 0,3 1 1 0,4 0 0 15,1 0-3-15,1 1-3 0,2-1 7 0,1 2 2 0,1-1 2 16,1 0-6-16,0 0-1 0,1-1 2 0,0 1-1 0,2-1 1 0,0-1-4 16,0 1-4-16,1 0 1 0,0 0 0 0,1 2-2 0,0-1 4 15,1 1-5-15,1 0 5 0,0 0-2 0,2-1-6 0,-1 1 3 0,0 1-5 16,1-1 0-16,0 1 2 0,0 0-11 0,-1 0-6 0,0 0-12 0,-2-1-22 15,-1 0-15-15,-1 0-38 0,-1 0-48 0,-2 0-42 0,-3 0-38 16,-4-3-20-16,-6-2-20 0,-6-3-27 0,-7-3-288 0</inkml:trace>
  <inkml:trace contextRef="#ctx0" brushRef="#br0" timeOffset="182794.14">30654 12134 110 0,'55'4'73'0,"8"2"-1"0,14 2-15 0,-9 2-7 16,-11 0-12-16,-1 0-17 0,-3 3-11 0,-2 2-1 0,-1 0-4 0,-4 2 1 15,-4 1-1-15,-2 2-4 0,-4 3 0 0,-2 0-2 0,-1 3 5 16,-1 3-2-16,-1 1-4 0,-2 4-2 0,1 5-6 0,-5 1-1 0,2 4 0 16,-5 0-2-16,-4 2 1 0,-2 1 3 0,-5 0-2 0,-2 1 2 0,-3 3-1 15,-4 0 0-15,-3 0 0 0,-2 0-1 0,-4-2-5 0,-1-3-19 16,-1-4-57-16,-2-5-66 0</inkml:trace>
  <inkml:trace contextRef="#ctx0" brushRef="#br0" timeOffset="184782.13">27913 13908 390 0,'8'-20'67'0,"-1"-2"-51"0,2-6 6 0,-4 6-12 0,-2 3-3 0,1 2-3 16,-1 2-1-16,1 0-2 0,1 1 0 0,-1 2 2 0,0 2-3 0,2 1-1 15,0-1 0-15,0 1-1 0,2 1 3 0,-1 1-3 0,0 0 3 0,-1 1 0 16,-1 1 0-16,0-1 2 0,0 3-1 0,-1-1 0 0,0 1-5 15,-1 0 2-15,-1 1 0 0,0-1 2 0,-1 1 2 0,0 1-2 0,-1 0-1 16,0-1 3-16,0 1 1 0,-2-1 2 0,0 0 2 0,-1 1 1 16,0-1 2-16,-1 0 4 0,-1 0 0 0,-1-1 5 0,1 1 0 0,-1-1 3 15,2 1 3-15,0-1-2 0,1-1 0 0,1 1 0 0,1 0-2 0,-1 0 3 16,2 0 2-16,-1-1-2 0,1 0-2 0,2 0 1 0,-1 1 2 16,2 0 0-16,-1-1 4 0,1 0-3 0,2 0 1 0,-1 0 3 0,1 1 3 15,0 1 0-15,1-1-4 0,2 1-3 0,0 0-4 0,1 0-3 0,1 1 0 16,-1 0-4-16,2 1-1 0,0 0-2 0,0 1-2 0,1 1 1 15,1-1-3-15,0 1 2 0,3 0-6 0,2 0 5 0,-1 2-4 0,1 0 1 16,0 2 6-16,2 1-4 0,0 2 5 0,1 1 0 0,1 0-2 0,-1 3-1 16,2 0-3-16,1 3 3 0,-1 0 1 0,2 2-2 0,-1 3-3 15,0 0-1-15,1 4 1 0,-1 2 3 0,0 0-3 0,0 0-2 0,0-1-3 16,1-2-5-16,-2-2 6 0,0-3-3 0,-3 0 2 0,-3-1 13 16,1 0-7-16,-3 1 6 0,1-1-5 0,-1 1-9 0,2 1 3 15,-1 1-5-15,-3-2 4 0,1 3 2 0,-3-1-3 0,0 0 2 0,0 3-4 0,-1 2 1 16,-2 1 0-16,-1 2 0 0,-1-1 0 0,0 0 0 0,-2 2-2 15,-1 4-1-15,-3 0 3 0,-2 4-4 0,-1 3-5 0,-2 2 15 16,-1 2-2-16,-1 5 5 0,-3 2 2 0,0 1-13 0,-3 5 0 16,-3 1-6-16,-2 3 5 0,-2 2-2 0,-3 0 0 0,-1 2-3 0,-3 0 8 15,-2 1 1-15,1-2 1 0,-1-4 4 0,1 1-11 0,2-4-2 0,1-4-3 0,2-6 2 16,2-6-5-16,3-4 1 0,1-5-1 0,2-2 0 0,0-4 3 16,2-4-2-16,0-2 3 0,-1-2 13 0,2-1-2 0,-1-2 9 15,0 0 1-15,1-2-4 0,0-3 7 0,1 1-9 0,0-3 8 0,0-1-6 16,-1 1-2-16,-1-2 6 0,-1 0-6 0,-1-1 2 0,-5-1 7 0,0 0-2 15,-2-2-3-15,-4-1-2 0,0-1 0 0,0-2 2 0,-2-2 2 16,2-2-3-16,-5-2-3 0,0-3 3 0,-1-2-1 0,1-3 5 0,0 0-4 16,1-4 1-16,-1-1-5 0,3 0 1 0,0-1 12 0,1-2-2 15,2-1 13-15,0-1-1 0,4-1-10 0,1-2 1 16,2 1-3-16,3-2-1 0,0 0 6 0,2 1-5 0,2-4 5 0,2 0-7 0,1-3-1 0,1-1 3 16,1 0-4-16,3-2 5 0,0 1-3 0,2-2-1 15,-1-3-12-15,2 1 5 0,0-2-3 0,0-1 4 0,2 1 12 0,-1-1-14 16,2 0 7-16,0 0-11 0,1 0-2 0,2-1 5 0,-1-1-3 0,1 1-1 0,2 1-1 15,-1 2 2-15,1-2-19 0,0 1 1 0,1 2 7 0,1-2-4 0,0 3 19 16,0 1 5-16,1-2-7 0,0 3 0 0,-1 0 1 0,1 0-5 0,-1 1 4 16,1 0 4-16,0 0-4 0,0 3 5 0,0 0 1 0,-1 3-5 15,-1 1 2-15,1 3-3 0,0 1-11 0,1 3-2 0,-1 3-2 0,0 2 4 16,-2 3 7-16,1 2-5 0,0 4-7 0,0-1-26 0,-1 2-21 16,0 2-33-16,-2 3-45 0,0 3-44 0,-2 4-35 0,3 4-19 0,1 5-12 15,2 7-1-15,2 7-125 0</inkml:trace>
  <inkml:trace contextRef="#ctx0" brushRef="#br0" timeOffset="185647.65">22101 14184 285 0,'2'-14'102'0,"1"-3"10"0,2-2-17 0,0 2-18 15,2 3-9-15,0 1-8 0,1 0-8 0,1 2-9 0,2-1-8 0,0 0-8 16,2 0-7-16,3-1-4 0,3 1-4 0,3-1-1 0,5 2 0 0,2-1-3 15,2 3 0-15,0 1-6 0,1 2 1 0,0 1 1 0,2 2-5 16,0 3 1-16,2 3 0 0,0 2-3 0,2 3 3 0,0 3-2 16,-1 4-1-16,2 3 1 0,-1 3-1 0,2 3 4 0,1 4-1 0,1 4 1 0,2 4 1 15,0 6-4-15,1 3 1 0,-1 3-1 0,-1 3 1 0,-1 4-1 16,-1 5-6-16,-3 0 6 0,0 3 2 0,-3 2 0 0,1 1 6 0,-3-1-5 16,-3-4-4-16,-4-4 1 0,-1-6-5 0,-5-7-6 0,-1-5-2 15,-2-2 0-15,-3-3-4 0,-5-3 6 0,-1 0 6 0,-5-2-1 0,-3 0 11 16,-3 0-3-16,-6-1 4 0,-1-1 7 0,-6-3 4 0,-3-1 7 0,-1-2 3 15,0-4 9-15,-1-1 7 0,-2-2 3 0,-2 0 2 0,-1-4-5 16,-1 1-3-16,0-4-2 0,1-2-7 0,-3 0-4 0,1-2-6 0,-1-1-5 16,0-3 0-16,-1-2-4 0,0-1-1 0,-1-3-3 0,1-2-1 0,-1-2-6 15,-2-3-5-15,-3-2-5 0,0-1-3 0,-2-1-9 0,3 2-8 16,0 0-2-16,1 1-6 0,4-1-4 0,2 2-10 0,4 0-18 0,3 0-26 16,1 1-36-16,0 2-39 0,3-1-77 0,-1 0-108 0</inkml:trace>
  <inkml:trace contextRef="#ctx0" brushRef="#br0" timeOffset="186898.16">29187 13991 164 0,'11'-4'82'0,"0"-1"-12"0,3-1-22 0,-1 1-7 0,-3 1-3 16,1 0-2-16,0 0 3 0,-1 0-3 0,-1 1-4 0,0-2-5 0,-2 1-8 15,-2-1-4-15,0 0-4 0,0 0-1 0,-1-1-3 0,1 1 1 0,-1-1-4 16,0 0-1-16,0 1 5 0,1 0-2 0,0-1 1 0,1-2-3 16,1 0-2-16,-2-1 3 0,3 1 3 0,0-1 7 0,1 1 5 0,1-1 3 15,2 2 5-15,0-1 6 0,1 0 3 0,0 1 3 0,0-1 1 16,2 0-1-16,-2 0-1 0,3 1-1 0,1 1-2 0,0 0-2 0,0-1-1 15,2 1-2-15,0 1-1 0,-2 0-4 0,3 0-9 0,-1 0-2 0,0 1-5 16,2 1-3-16,0-1 0 0,0 1-2 0,0 1-3 0,0 1 0 16,0 1-1-16,1 0 2 0,3 3-2 0,-2 0 2 0,1 2-1 0,-2 1-2 15,0 0 2-15,0 3 0 0,-3 2 1 0,1 2 1 0,-1 1-2 16,-1 2-1-16,1 2-2 0,0 1 1 0,-2 4 0 0,-2 0-7 0,0 1 1 16,-2 2 9-16,-2 0-7 0,-2 0 12 0,-2 2 0 0,-3-2-9 0,-1 1 0 15,-4-1-7-15,-3-1 1 0,-1 0-5 0,-1-1-3 0,-5 0-3 16,-2-2-4-16,-2-2 4 0,-2-2 3 0,-3-4 3 0,-3-3 6 0,0-1 3 15,-4-3 1-15,-1-2 1 0,-2-2-1 0,-3-2 0 0,-3-4 4 0,0-2-4 16,-1-3 1-16,1-1-1 0,0-3 5 0,-1 1 2 16,2-5-4-16,0 0 0 0,4-2-2 0,1 0 2 0,3 1 2 0,2 2-1 0,2 2-2 15,3 1-3-15,2 1-1 0,3 1 3 0,2 2-1 0,2 0-3 16,2 0 0-16,1 0-12 0,2-1-8 0,1 1-10 0,1-1-22 0,2 1-19 16,1-1-23-16,0 2-21 0,0 1-28 0,1 0-67 0,-1 0-113 0</inkml:trace>
  <inkml:trace contextRef="#ctx0" brushRef="#br0" timeOffset="187381.16">27863 13596 714 0,'14'-16'132'0,"1"-3"-14"0,2-4 8 0,-2 5-16 16,-2 4-15-16,0 2-15 0,0 1-16 0,3 1-14 0,0 2-8 0,1 1-9 15,0 0-1-15,0 2-7 0,2 0-7 0,-1 1-4 0,1 2-4 0,4 0 5 16,1 1-3-16,5 2-3 0,1 0 0 0,5 3-4 0,0 1 4 16,6 2-1-16,4 2-3 0,0 0-4 0,4 4-1 0,3 2 3 0,1 2 2 15,2 2 1-15,0 2-4 0,1 2 1 0,-3 0-3 0,-1 1 4 0,-2-1 2 16,-1 1-3-16,-4 0 1 0,-3 1-4 0,-3 0-1 0,-5-1-1 16,-4-2 0-16,-4 0-1 0,-3-3-1 0,-6 0 4 0,-2-2-4 0,-4-2-2 15,-2-4 0-15,-5 1-5 0,-3 0 4 0,-4 0-3 0,-4 0 8 0,-2-1 5 16,-5-2 0-16,0 1 3 0,-3-1-3 0,-3 0 1 0,-2-1 2 15,-2 0-1-15,-3 0-5 0,0 0 4 0,-2 0-4 0,1-1 2 0,-2 1-1 16,1-1-4-16,0-1 1 0,2 1 4 0,0 0-3 0,1-2 1 16,1 1-5-16,1-2-3 0,2 1-8 0,2 0-16 0,1 0-13 0,2 0-15 15,2-1-14-15,-1-1-14 0,3 0-17 0,0-2-17 0,4 0-19 0,-2-1-18 16,1 0-21-16,3-1-50 0,2-1-139 0</inkml:trace>
  <inkml:trace contextRef="#ctx0" brushRef="#br0" timeOffset="187777.16">30513 13724 883 0,'32'-15'57'0,"3"1"51"0,8-5-21 0,-7 3 1 16,-2 4-14-16,-1 1-11 0,3 1-11 0,-2 2-3 0,1 0-9 15,2 1-4-15,-2 0-3 0,4 2-6 0,-2 1-3 0,1 0-5 0,2 1-2 16,-1 3-10-16,1 1-3 0,0 2 0 0,-3 0-8 0,-1 1 8 16,-4 2-1-16,0 2-1 0,-2 1 1 0,-1 0-5 0,-1 3 4 0,1 0 4 15,-4 3 2-15,-1 2 1 0,-3 0-4 0,0 0-8 0,-3 3-2 0,-2 2 1 16,-3 1 3-16,-2 3 1 0,0 0-1 0,-2 3-4 0,-2 2-1 16,-3 0 10-16,-3 1 3 0,-2 4 6 0,-2-2 0 0,-1 1-8 0,-3-3 3 15,-2-1 1-15,-2-5-4 0,0 0 0 0,-1-3-5 0,-3-2 0 16,-2-1 3-16,-3-3 2 0,0-4-6 0,-5 0-3 0,0-2 6 0,-5-2 0 15,1-3 6-15,-2-2 2 0,1-3-1 0,-1-2-1 0,0-1 2 0,-2-2-4 16,-1-1-2-16,0-1 0 0,1-2-1 0,0-1 1 0,3 1-3 16,-1-2-3-16,2-1-6 0,1-1-7 0,2-2-4 0,-1-1-6 0,3 1-3 15,1-2-6-15,1 2-8 0,4 0-5 0,0 0-3 0,2 0-12 16,1 1-7-16,2-1-12 0,0-1-14 0,-1 3-11 0,2-2-10 0,-2 1-13 16,2 1-11-16,-2 1-6 0,-1 2-45 0,1 0-130 0</inkml:trace>
  <inkml:trace contextRef="#ctx0" brushRef="#br0" timeOffset="188462.16">31985 14033 395 0,'1'-17'321'0,"0"0"-276"0,-1-5 44 16,-1 0-23-16,0 3 1 0,-1-2-4 0,1-2-2 0,0 1-5 16,1-4-12-16,1 1-5 0,-1 0-8 0,1 0-10 0,2 2-3 0,0 0-2 15,2 3-3-15,-2 0 0 0,3 0-2 0,1 3-3 0,2-1-1 0,2 0-4 16,1 2 2-16,-6 8-3 0,4 0 0 0,1 1-4 0,4-1 22 0,2 1 7 15,3 1 3-15,3 2 11 0,4 0-14 0,3 3 3 0,2 3 8 16,3 2 0-16,2 3-3 0,3 4 2 0,1 1-8 0,1 2-4 0,2 3-2 16,1 2-4-16,0 1-11 0,1 3-7 0,-22-10 56 0,1 1-7 0,-1 0 0 15,3 3 0-15,-1 0-76 0,2 3 2 0,-2-1 7 0,2 4-4 16,-2 0 13-16,2 0-4 0,-2 2-5 0,0 0 5 0,-1 1-4 0,-1 1 0 16,-1 0-4-16,0 1 1 0,-4-1 3 0,-2-1 4 0,-2 0 4 15,-4-1 3-15,-4-2 1 0,-1 0 0 0,-3 0 6 0,-4-3 5 0,-3 1 1 16,-2-1 0-16,-5-2-3 0,-3 0 2 0,-4 0 4 0,-2-2-5 15,-31 12-67-15,-5-3-21 0,-6-7-19 0,-4-4-24 0,-1-6 25 0,-2-6-26 16,-1-5-33-16,2-6-36 0,0-4-50 0,-4-3-217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2-15T11:26:22.94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18108 7561 1641 0,'-81'-22'193'0,"-7"-2"-152"0,-19-6-39 16,15 6-15-16,15 5-7 0,4 3-16 0,-1 2-17 0,2 1-20 0,-2 2-19 16,-3 1-12-16,-1 3-12 0,-5 4-4 0,-3 2 13 0,-2 5 28 0,-6 4 29 15,-1 3 30-15,-4 3 19 0,-5 2 6 0,-2 2-1 0,-4 3 1 16,-2 2-2-16,-2 1 1 0,-2 4 7 0,-1 0 8 0,0 1 5 0,-2 3 6 15,2 1 5-15,-1 0-3 0,1 2 6 0,1 2 1 0,1 0-2 16,2 2-4-16,3 0-6 0,0 0-8 0,2 1-6 0,3-1-2 0,2-1-2 16,4 1-1-16,3 0-1 0,1 2-5 0,3 1-6 0,0 1-1 0,3 1 3 15,2 2 1-15,1 2 4 0,2 0 3 0,1 3-3 0,2 3 0 16,2 2-2-16,1 2 0 0,3 2 3 0,2 1-1 0,2 0 0 0,2 5 1 16,1 2 1-16,3 2 0 0,2 5-2 0,3 1 1 0,3-2-2 15,4 2-1-15,3-1-10 0,3 1 4 0,3 1-1 0,4 1 0 0,3 0 8 16,3 0-12-16,4-2 3 0,3 2-5 0,3-1-5 0,5 0 11 0,2-2 2 15,4-1 1-15,3 0 7 0,3 1-5 0,4-1-3 0,4-2 4 16,2 1-2-16,4-3-9 0,4 0 3 0,3-1 2 0,3-2 2 16,3 1 10-16,5-1-5 0,2 0-1 0,5 0-5 0,2-2 3 15,5-1-5-15,2-1-1 0,3-1 4 0,4 0-2 0,3-2 6 0,3 2 2 0,5-1 3 16,2 1-1-16,3 0 0 0,4-1-3 0,3-1 2 0,1-1 1 0,6 2 0 16,2-2 3-16,2 0-4 0,5 0 3 0,2-1-1 0,2 0-4 15,3-1-2-15,2-1 1 0,4 0-5 0,3-2 5 0,0-2 2 0,3-3 7 16,1-3 3-16,3-3 2 0,2-4 6 0,2-5-10 0,2-3 0 0,3-4-1 15,1-2-6-15,3-4 2 0,2-2-5 0,2-2 0 0,1-3 1 16,1-4 1-16,3-3 3 0,-2-5-1 0,3-2-4 0,0-2-1 0,0-5-2 16,2-3 1-16,0-3 1 0,3-3 5 0,0 0 0 0,0-4-4 15,-2-1 1-15,1 0 0 0,0-3 7 0,-1 0 2 0,-1-1 2 0,-3-2 4 16,0 1 2-16,-2-2-7 0,-2 1 2 0,-1-3-1 0,-2 0-5 0,-1 0 12 16,-2-2 1-16,-3 1-4 0,-2 0 4 0,-1-3 1 0,-2 0 0 15,-1-3 12-15,-2-2-6 0,-2 1-2 0,-2-4 0 0,-3 1-6 0,-1-1 5 16,-3-4 2-16,-2 0-7 0,-1-1 0 0,-4-3 3 0,-2-2-4 0,-4-1 7 15,-2-2-3-15,-2-4-5 0,-4-1 0 0,-2-3-5 0,-3-1 3 16,-4-2-1-16,-3 0 3 0,-3-1 3 0,-3-4-2 0,-2 0 0 0,-5-4-4 16,-3-2 1-16,-3 0-5 0,-5-4-1 0,-2 1 1 0,-6 2-1 15,-4-2 2-15,-1 2 1 0,-4-3 2 0,-5 1 3 0,-1-2 4 16,-5-1 3-16,-4 3 2 0,-1 0 2 0,-3 0 1 0,-4 3 0 0,-3-3 1 0,-3-1-9 16,-3 1 6-16,-2-3-2 0,-3 3-2 0,-3-2-1 0,-5 2-4 15,-2-1-1-15,-5-2-5 0,-4 1-1 0,-2-1-8 0,-4 2-1 0,-6 1 2 16,-2-1 1-16,-3 2 2 0,-4 1 4 0,-4 0-3 0,-3 1-2 15,-2 1-6-15,-5-1-8 0,-4 3 13 0,-4 0 3 0,-4 2 5 0,-4 5 5 16,-3-1-3-16,-5 4 2 0,-4 3 2 0,-4 3-6 0,-5 4-2 0,-4 3-14 16,-4 5 6-16,-6 3-3 0,-2 4-8 0,-4 3 15 0,-4 5-14 0,-2 4-1 15,-4 4 3-15,-2 5-5 0,0 4 5 0,-3 5-2 0,1 4-2 16,-2 5-4-16,-2 4-7 0,-2 5 1 0,2 5-1 0,-2 3-7 0,0 7-6 16,1 4-15-16,-2 4-27 0,0 5-28 0,1 5-38 0,-1 5-56 15,-1 5-46-15,2 6-63 0,-1 8-88 0,-2 6-344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2-15T11:27:16.41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3938 6506 546 0,'21'-5'8'0,"5"0"-5"0,7-2 4 16,3 2 3-16,-3 1 0 0,2-1-2 0,3-1-5 0,1 0-1 0,4-1-3 16,2 0-2-16,2 1-3 0,-1 2-2 0,2-1 3 15,2 2 0-15,0 0 0 0,3 0 2 0,0-1 1 0,0 0 1 0,2 0 6 0,-1-1 5 16,2 0 6-16,1 1 9 0,-1 0 6 0,1 2 11 0,-1 1 7 0,1 1 7 16,1 1 10-16,-1 2 4 0,-1 1 4 0,-1 2 5 0,0 2-4 15,1 1-4-15,2 0-3 0,2 1-11 0,2-1-10 0,0 1-8 0,2 0-14 16,2 0-3-16,0-1-12 0,2-1-2 0,0-2 1 0,0-2-9 0,-1-1 0 15,-1-1 0-15,-1-4-3 0,-1-1 0 0,0-2 1 0,-2-1-1 16,-3-3 2-16,-3-2 6 0,0-3 1 0,-4-1 6 0,0-2 2 0,-3-3-2 16,-3-2-2-16,1 0 6 0,-2-3 4 0,-3-2 2 0,0-3 6 15,-1-1-7-15,-2-3-4 0,-1 0-2 0,-3-1-2 0,-2 0 2 0,-4-2-2 16,-1-2 1-16,-3-1 4 0,-2-2 0 0,-2 1 1 0,-2-1 6 0,-2-2-5 16,-3 0-4-16,-3-1 3 0,-2-2-4 0,-3 0 4 0,-2-1 3 15,-3 1-2-15,-3 1-4 0,-3-2-2 0,-2-1-1 0,-3 1-1 0,-2 0 1 16,-2 0-5-16,-3 2 0 0,-1-1-3 0,-2 2 7 0,-4 0-2 0,-1 0 1 15,-4 2-4-15,-1 0-3 0,-4 2 4 0,-3 0-3 0,-4 3 0 16,-3-1-3-16,-3 1-2 0,-1 2-1 0,-6 0 4 0,-1 3-2 0,-2 1 4 16,-3 2 0-16,-2 0 6 0,-1 2-4 0,-3 0-3 0,0 3 5 15,-5-1-2-15,-2 2-1 0,-1 1 6 0,-4 1-5 0,0 3-3 0,-4 1 2 16,-4 3 4-16,0 2 1 0,-3 2 2 0,0 3 3 0,-2 0 1 0,1 3 2 16,-2 2 2-16,0 2-7 0,1 3-2 0,0 0-5 0,-1 4 4 15,2 2-4-15,-2 2-2 0,2 4 0 0,-2 2-5 0,2 4 0 0,-1 1 1 16,2 3-9-16,1 1 2 0,0 2 6 0,4 4 5 0,-2 0 3 0,5 4-1 15,0 2-8-15,2 0-5 0,5 3 1 0,2 2 2 0,2 2-5 16,4 1 1-16,2 2 1 0,2 2-8 0,2 3 8 0,2 1-16 0,2 2 4 16,3 2-9-16,2 1-15 0,3 2-4 0,3 1-28 0,2 2-18 15,2-1-21-15,4 3-16 0,3 0-23 0,4 0-19 0,2 2-13 0,4 1-17 16,1 0-30-16,4 4-20 0,1 0-173 0</inkml:trace>
  <inkml:trace contextRef="#ctx0" brushRef="#br0" timeOffset="3712.03">8329 5541 225 0,'1'0'148'0,"0"1"-46"0,1 0 23 0,0 0 12 15,1-1-3-15,0 0-26 0,0-1-25 0,1 1-19 0,0 0-14 0,1-1-4 16,0-1-7-16,1 1-5 0,0-2-1 0,1 0-4 0,-1-1-3 0,2 0 1 16,1-1-5-16,0-2-1 0,0 0-1 0,1-2-2 0,-1 0 2 15,0-1-4-15,2-2 1 0,-1 2-2 0,1-4 0 0,0-1-4 0,-1-1 0 16,0 1-1-16,0 0-2 0,1 1-1 0,-2 1 1 0,1 0 2 0,-1 1-4 15,-1 1 2-15,0 2-4 0,-1 1 1 0,-1 1-1 0,-1 0 6 16,-2 2 3-16,0 3 1 0,-2-1 9 0,-1 2 4 0,-1 0 9 0,-1 1 1 16,0 1-6-16,-1 1-8 0,-2 0-9 0,0 0-4 0,0 1-1 15,-2 1 0-15,2 0-1 0,-1 1 1 0,0 0-1 0,0 0-2 0,1 0 2 16,1 0 0-16,0-1 3 0,2 1 2 0,0 0-3 0,2 0 1 0,-1 1 1 16,1-1 4-16,1 2 1 0,0 0 0 0,1 0-3 0,0 1-2 15,2 1-1-15,0 2 1 0,1 0-1 0,0 2-1 0,0 1-2 0,1 0-4 16,-2 1 2-16,2-1 0 0,0 1-4 0,-1 2 1 0,0-1 0 0,0 1-1 15,-1 0-2-15,0 2 4 0,0-2-7 0,0 3 5 0,1 0-1 16,-1 0-5-16,0 2 4 0,-1-1-5 0,1-3-5 0,1 0 0 0,-1-2-4 16,0 0 3-16,0-1 11 0,0 1 3 0,-1-2 3 0,0 0-3 15,0-3-4-15,-1 0 1 0,-1 0 1 0,-1 1 0 0,-1-1 4 0,0-2-2 16,-1-1 0-16,-1 1-1 0,-1-2 0 0,-1 0 5 0,-1-1 0 0,0-1 2 16,-1 0 3-16,0 0-3 0,-1-1 1 0,-1 0-3 0,0-2 2 15,-1 1 0-15,0-1-2 0,-1 0-1 0,1 1 5 0,-2-2-2 0,1 1 1 16,0 0 2-16,1-2-6 0,1 1 3 0,0 0 0 0,0 0-3 0,1 0 8 15,1 0-4-15,0-1 1 0,1 1 9 0,1 0-5 0,1 0 11 16,1 0 5-16,0 0 5 0,1-1 3 0,0 0 5 0,1 0 5 0,1 0 1 16,0 0-5-16,0-1-2 0,1 0-4 0,1 0-6 0,1-1-1 15,0 0-7-15,2 0-5 0,1 0 2 0,2-1-1 0,0 1-6 0,0-1-1 16,1 2-4-16,1-1-5 0,0 1 5 0,1 0-8 0,-1 0 1 0,1 1 1 16,1-1-9-16,0 1 6 0,-1 0 3 0,0 0 1 0,0 1 2 15,0 0-4-15,-1 0-4 0,0 0-3 0,0 1 4 0,0 0-2 0,0 0 2 16,-1-1 0-16,0 1 0 0,0-1-1 0,-2 1-4 0,1 0-7 0,-1-1-9 15,-1 1-30-15,0-1-31 0,-1 1-48 0,0-1-61 0,-1 1-69 16,-1 0-88-16,-1-1-135 0,-1 0-469 0</inkml:trace>
  <inkml:trace contextRef="#ctx0" brushRef="#br0" timeOffset="8610.98">14079 6971 309 0,'-11'-4'48'0,"0"0"21"0,0 0 5 0,2 1-9 16,3 3-5-16,1-1-17 0,1 1-12 0,1 0-11 0,0 0-8 0,2 0-8 15,1 1-4-15,0 0-2 0,0 1-5 0,2 0 2 0,-1 1 1 0,1-1 1 16,1 1 7-16,0 0-3 0,0 0-1 0,1 0 0 0,0 1-1 16,0-2 2-16,0 1 0 0,0-1-2 0,0 0 1 0,0-1 1 0,0 1 0 15,0-1 2-15,0-1 1 0,0 1-1 0,-1-1 1 0,1 0-2 16,-1-1 3-16,-1-2 2 0,1 1 0 0,1-2 4 0,0-2 0 0,1 0 2 15,0-1 5-15,1-2 1 0,0-1-2 0,-1-1 2 0,2-1-4 16,1-3-2-16,1-1-1 0,-1-1 1 0,1 1-4 0,0-1 0 0,-2-1-1 16,1 0-1-16,-1 3-2 0,-1 0 2 0,0 0-4 0,0 2 1 0,-2 2 1 15,-1 0-1-15,-1 2 3 0,-1 1 8 0,-2 1 7 0,1 1 4 0,-2 1 1 16,0 1-3-16,-1 1-4 0,0 2-3 0,0 0-3 0,-1 0-2 16,1 2-1-16,-1-1-1 0,-1 2-5 0,2-1-1 0,-1 2-1 15,0 1-1-15,1 1 1 0,2 1-3 0,-1 0-3 0,2 2 0 0,0 1 0 16,2 1-1-16,-1 0 3 0,2 2-4 0,1-1 1 0,0 1 2 0,1 1 1 15,0-1-1-15,1 1 0 0,0 1 2 0,-1-1-4 0,1 0 6 16,0-1-2-16,1 2 1 0,-2-1-2 0,1-1-2 0,0 1 1 0,0-1 1 16,-1 1-4-16,0 0 2 0,0 0-2 0,-1-1 2 0,-1 1 10 0,-1 1 1 15,0 0 7-15,0-1 0 0,0-1 2 0,-1 1 0 0,0-1-5 0,-1 2 1 16,0 0-1-16,-1-1 2 0,1 2-1 0,-2-1-5 0,2-1-1 16,-2-1-3-16,1 2 0 0,0 0-1 0,0 0-1 0,0 0 2 0,-1-2-3 15,0 2 3-15,0 0 0 0,-1-1-1 0,0 0-2 0,0-3 3 16,0 0-2-16,-1 0 0 0,0-1 3 0,0-1 0 0,0-1-2 0,-1 0 4 15,1-2-4-15,-2 0 5 0,1 1-2 0,0-2 1 0,0 0-2 0,0 0 2 16,0-1-2-16,0-1 2 0,0 0 1 0,0-1-1 0,1 0 4 16,0 0-2-16,0-1 2 0,2-1 0 0,-1 1-1 0,1-1 0 0,1 0-2 15,0-1 0-15,1 1-2 0,0-1-3 0,1-1-1 0,1 1-1 16,1-2 1-16,-1 0 4 0,3 0-1 0,-1 0 5 0,2 1-3 0,0-1 3 16,0 1 3-16,0 0-2 0,0 0 6 0,0 1-3 0,0 1 1 15,1 0 0-15,-2 1-3 0,1 0-1 0,1 0-2 0,-2 2-3 0,1 0-1 16,-1 1 2-16,1 0-3 0,-1 0 0 0,0 1-3 0,-1 0-1 0,1 1-1 15,-1 0 2-15,0-1-1 0,0 0 0 0,0-1-1 0,1 0-2 16,-1 0 6-16,0-1-3 0,1 0 1 0,-1-1-5 0,0 0-6 0,0-1-9 16,2-1-21-16,0-2-30 0,1-1-31 0,0-1-24 0,2-2-19 15,-1 0-8-15,2-3-7 0,1-1-13 0,1-2-13 0,0-2-203 0</inkml:trace>
  <inkml:trace contextRef="#ctx0" brushRef="#br0" timeOffset="16552.66">7538 8504 141 0,'-6'0'118'0,"-1"0"-59"0,-2 1 18 0,3 0 7 0,1 1 4 16,1 0-3-16,0-1-2 0,1 1-15 0,1-1-21 0,1 0-15 0,2 1-14 16,0-1-12-16,3 2-1 0,0 0 1 0,3 0-5 0,1-1 1 15,1-1-2-15,1-1 0 0,3-1 0 0,2-1 0 0,2-2 0 0,-1-2-1 16,1-2-1-16,1-2-1 0,0-1-2 0,-1-1 2 0,1 0 0 15,1 0 3-15,-1-2 1 0,1-1 1 0,-2-1 2 0,-1 1-2 0,-2-2 2 16,0 0-1-16,-1 0-1 0,1 0 3 0,-4 0 6 0,2-1 2 0,-1 0 2 16,-1 0 1-16,-1-3 1 0,0 1-3 0,0 0 4 0,-2-1 6 15,-1 2-2-15,-1 1 8 0,-1 1 1 0,-2 3 3 0,-1 1 6 0,-2 1 2 16,-1 1 4-16,0 1 3 0,-2 2 0 0,1 1-2 0,-1 1-3 0,0 2-7 16,-1 1-8-16,2 3-10 0,-1 0-6 0,1 0-9 0,-1 2 0 15,1 2-3-15,1 1-2 0,-1 2-1 0,2 0 0 0,0 3-1 0,0-1 1 16,2 3 2-16,0-1-3 0,0 2 2 0,1 0 0 0,1 2 1 15,0-1 0-15,1 2-3 0,0 1 2 0,1 0 0 0,-1-1 1 0,1 1 1 16,-1 0-8-16,1-1-2 0,-1 0 2 0,0 1-6 0,0 1 15 0,1 0 0 16,-1 1 1-16,1 0 3 0,0-1-3 0,-1-1 0 0,1 1-1 15,-1-2 2-15,0-1 1 0,0 1-1 0,0-1 3 0,1 1-3 0,-1-2 2 16,1 1-1-16,0 0-2 0,1-1-1 0,0 1-2 0,0-2 1 0,0 2 1 16,-1-2-1-16,2 0-2 0,0-2 1 0,1 0-4 0,-1 0 1 15,0-1 3-15,0-1-2 0,0 0 4 0,1-1 0 0,-2-2-2 0,1 2 0 16,0-1-3-16,0 0 2 0,-1 1 2 0,-1 0 0 0,-1 1 6 15,0-1-5-15,-1 2 2 0,0 0-2 0,-2-1 0 0,0 2 3 0,0-1-3 16,-1-1 2-16,0 0 2 0,-1-1-1 0,1-1-1 0,-1 1 1 0,1 0-4 16,-1-1 3-16,0 1-1 0,0 0-2 0,-1-2 2 0,0 1 0 0,0-2-4 15,-1 0 1-15,1 0-2 0,0-1-5 0,0 1 10 0,-1 0-2 16,-1-1-1-16,0 0 1 0,0 1-1 0,-1-1 2 0,0-1 1 0,-2 0 1 16,0-1-2-16,1 1 0 0,-2-2 1 0,1 1 1 0,-2 0 1 0,-1 0-2 15,0 1 4-15,0-1-6 0,-2 0 11 0,1 0-1 0,-1 0-2 16,0 1 6-16,1 0-11 0,-1 0 1 0,1 1 0 0,0 1-1 0,0 0-1 15,0 0-1-15,2 1 2 0,1-2-1 0,1 2 5 0,0 0-4 0,2-2 0 16,1 1-2-16,2-1-3 0,2-1 4 0,3 1 1 0,0-1 6 16,2 0 2-16,2-1 6 0,1-1 4 0,1-1 1 0,1 1-1 15,2-1-1-15,1-1-6 0,1 0-6 0,0-1 2 0,-1 0-1 0,3-1-2 16,0-1 5-16,1 0-6 0,-1-1-4 0,2 0-3 0,0 0 0 0,0-1 2 16,1 0-2-16,1 1 6 0,-1-1-10 0,3-1 0 0,1 1-2 15,-1 0-15-15,2 0 0 0,-1 0-14 0,-1 1-13 0,2 0-19 16,1 1-33-16,1 0-58 0,1 2-67 0,-2 1-90 0,1 0-112 0,-2 0-31 15</inkml:trace>
  <inkml:trace contextRef="#ctx0" brushRef="#br0" timeOffset="49781.15">10069 11894 1091 0,'2'-30'-79'16,"6"-7"167"-16,6-9-3 0,5 2 5 0,7 3-12 0,2 0-3 0,7-1-2 16,5-1-8-16,3-1-9 0,6-4-5 0,3-3 6 0,6-3-6 15,6-3-11-15,6-2-7 0,4-5-11 0,10-6-4 0,6-6 1 0,7-6-8 16,2 1-2-16,3 2-6 0,-2 3 0 0,0 3-1 0,4 2-6 0,0-3 3 16,2 0 1-16,4-3-6 0,2-2-9 0,-1 1 4 0,0 1 1 0,1 2 5 15,-1 3 7-15,1-2-6 0,-2-2 0 0,1 1 1 0,-3 0 0 16,0 3 5-16,0 0-4 0,-4 0 4 0,-1 3 0 0,-1 2-3 0,-2 0 8 15,-4 2-3-15,-3 2 3 0,-6 1-1 0,-4 5-4 0,-4 2 6 16,-6 5 2-16,-3 2 7 0,-5 5 4 0,-5 0 0 0,-4 4 3 0,-5 4 2 16,-3 0 1-16,-3 4-2 0,-3 0-5 0,-1 1-3 0,-5 1 0 0,-3 3-7 15,-2 2 0-15,-3 3-7 0,-2 4-1 0,-3 3-2 0,-3 1-5 0,-4 3 2 16,-1 1-7-16,-2 3-4 0,-3 2-6 0,0 2-12 0,-2 1-12 16,-2 2-13-16,0 1-19 0,-1 1-18 0,-1 3-28 0,-1 1-33 0,-2 1-61 15,-2 3-57-15,-3 2-37 0,-4 2-235 0</inkml:trace>
  <inkml:trace contextRef="#ctx0" brushRef="#br0" timeOffset="50231.15">12512 10925 1667 0,'-29'-3'-32'0,"3"0"141"0,-4 2-13 0,13 2-33 0,9 2-31 15,4 1-13-15,3 1-12 0,2 2-7 0,4 2 3 0,2 0-3 0,4 1 1 16,5 0 2-16,3 0-2 0,2 2-2 0,6-1-8 0,1-1 0 16,3 0 2-16,2-1 4 0,1 1 0 0,1-1-2 0,2-1-3 0,0 0 2 15,2-1 1-15,2-1 1 0,-2 2-2 0,0 0-1 0,-2-1 3 0,-1 1 0 16,1 0 3-16,-1-1 3 0,1 1-6 0,-2-3 3 0,-1 1 1 15,-2 0-4-15,-1-1 12 0,-1 0-2 0,-2-1-2 0,1 0 2 0,-3 1-1 16,-3-1 0-16,0-1 5 0,-3 0-5 0,0-1 2 0,0 0 1 16,-3-1 3-16,-1-1 5 0,-2 0 0 0,-2-1 2 0,-2 0 1 0,-2 0 3 15,-2 0-3-15,0-1 5 0,-2 0-7 0,0 0-4 0,-2-1-2 0,0 1-3 16,-2 0 2-16,-1 2-2 0,0 0-5 0,-1 0-11 0,-1 0-5 16,-2 2 1-16,-2 1-1 0,-3 1 3 0,-3 3 0 0,-4 2 2 0,-3 0 2 15,-2 3 4-15,-3 1 0 0,0 1 0 0,-1 0 1 0,-1 0 1 0,1 0 4 16,-2 0-5-16,2 1 3 0,-1-3-2 0,3 3-1 0,-1-2-3 15,2-1-6-15,0-1 0 0,0 0 1 0,1 1-2 0,-1 1 4 0,1 0-8 16,0 0-6-16,-1-2-4 0,1 1-15 0,3-1-5 0,-1-2-9 16,1 1-18-16,2-3-46 0,-1-2-48 0,0-1-38 0,1-2-44 15,1-1-21-15,0-2-32 0,0 2-71 0</inkml:trace>
  <inkml:trace contextRef="#ctx0" brushRef="#br0" timeOffset="50434.15">12426 10753 1401 0,'-14'-22'0'0,"2"1"93"0,-1-5-14 0,9 5-33 0,6 6-24 0,5 1-15 15,5 1-5-15,4 1-4 0,7 1-3 0,4 2-9 0,3 0-8 0,2 2 1 16,1 1-9-16,1 1 2 0,1 1-5 0,-1 2-6 0,0 1-3 16,-3 1-1-16,1 1-6 0,-3 1-4 0,1 1-9 0,-2 0-8 0,-3 0-7 15,-1-1-3-15,0 1 3 0,-1-1 1 0,0 0 2 0,1-1-1 16,0 0-4-16,-2-1-1 0,3 0-2 0,0-1-7 0,1 0 3 0,-1-1-2 15,2 0-31-15</inkml:trace>
  <inkml:trace contextRef="#ctx0" brushRef="#br0" timeOffset="50776.15">13652 10473 162 0,'4'-11'117'16,"0"0"-12"-16,-1-3-20 0,0 4-1 0,-3 4-5 0,0 2-11 16,0 1-9-16,-1 2-15 0,1 2-14 0,1 0-9 0,-1 1-4 0,2 1 3 15,2 2 8-15,1 2 4 0,3 2 4 0,1 1-4 0,3 1 1 0,2 3-8 16,3 2-6-16,1 3-3 0,3 2-8 0,2 2-3 0,0 4-3 15,3 0-1-15,1 4-1 0,3 0-1 0,0 2-3 0,0 1-3 0,0 2 2 16,0-2 1-16,1 2 8 0,-2-2-4 0,-1-3 1 0,-3-1 2 0,-2-6-1 16,-3-2 7-16,-3-4 6 0,-1-5 9 0,-3-5 31 0,-1-2 34 15,-3-3 33-15,0-3 24 0,-2-3 2 0,0-2-13 0,1-2-22 0,0-4-20 16,0-3-24-16,-1-3-11 0,2-1-14 0,-1-5-13 0,0-4-5 16,-1-1-5-16,0-4-5 0,-1 0-1 0,-2-1 3 0,-1 0-4 0,-2 0-6 15,-3 1 2-15,-1 0-6 0,-4 0-3 0,-2 3 5 0,-3-1-3 16,-3 1-3-16,-1 1-1 0,-4-1 1 0,-1 1 3 0,-1-3 1 0,-3 2 0 15,0-1-3-15,-3 3-6 0,-1 1 1 0,-2 2 1 0,-2-1 1 0,1 2-4 16,-2 2 5-16,-1 1-15 0,0 2 0 0,-3 3-1 0,1 1 0 0,0 3 13 16,-2 2-2-16,1 3 1 0,-1 2-5 0,0 3-10 0,1 2-2 15,-1 2-9-15,2 3-11 0,1 3-14 0,-2 3-23 0,1 2-19 0,-2 2-19 16,3 3-18-16,1 3-25 0,-2 1-24 0,2 3-26 0,-2 2-8 16,2 1 10-16,-1 0 8 0,-1 4-3 0,0 0-74 0</inkml:trace>
  <inkml:trace contextRef="#ctx0" brushRef="#br0" timeOffset="51271.66">11898 10691 658 0,'-41'-13'33'0,"-3"-1"22"0,-8-3 4 15,8 1 1-15,9 2 0 0,3 0-10 0,2 2 1 0,2-1-4 0,1 1-5 16,4-1 5-16,4 1-8 0,4 2-5 0,4-1-8 0,4 0-7 0,1 0-2 16,3 1-5-16,3 1 0 0,0 0-1 0,4 0-1 0,0-1 1 15,3-2-1-15,2-1 0 0,2 0 1 0,3-1-1 0,3-1 1 0,1 0 2 16,2-1 3-16,4 1 2 0,0-1 1 0,3-1 2 0,3 0-3 15,3-3 0-15,3-1 1 0,5 0-3 0,2-2-9 0,4 0-1 16,3 1 0-16,2-1 1 0,5 2 11 0,4 3 3 0,3 0-5 0,2 3-1 0,3 1-7 16,2 4-7-16,3 4-5 0,3 5 0 0,2 6-1 15,2 1 4-15,-1-1 4 0,-2-2-3 0,1-3 2 0,1-2-1 0,1-2-1 16,4 0-1-16,2 0 0 0,0-1-2 0,1 0 5 0,-1 0 3 0,1 1-1 16,-2 1-1-16,0 0 4 0,0 1-5 0,-3 1 6 0,3 2-3 15,-5 1 0-15,1 1 2 0,-2 3-5 0,-5 1 6 0,-3 3-3 0,-2 2-1 16,-4 4 0-16,-1 3-7 0,0 4-2 0,-4 3 8 0,-1 5-2 15,-3 5 3-15,-1 4-1 0,0 4-7 0,-2 2 0 0,-2 5-4 0,-5 2 4 16,-3 4-5-16,-3 3-1 0,-3 1 2 0,-4 3-5 0,-3 1 4 0,-4 1 4 16,-4-2 0-16,-4 0 3 0,-7-1-3 0,-2-3 1 0,-5-4-4 0,-4-3 6 15,-4-4-5-15,-4-1 2 0,-3-3-3 0,-2-2 3 0,-5-2 3 16,-3-1-4-16,-4-1 10 0,-5-3-3 0,-2-4 2 0,-5-3 5 0,-5-1 1 16,-4-3 4-16,-8-1-2 0,-8-1 4 0,-4-2 6 0,-6-3-2 15,-6-2 1-15,-3-3-4 0,-2-2 0 0,-4-4 0 0,-2-1 1 0,-3-2-2 16,-1-2-3-16,-5-2-3 0,-1-3 0 0,-2-1 1 0,0-3-4 15,0-2 2-15,-2-3-1 0,1-3-2 0,1-3 4 0,0-2-3 0,5-4-2 0,3-1 3 16,5-4-1-16,5-3-2 0,5-1 5 0,5-3-3 0,8 1-5 16,4 2-1-16,5 2 4 0,7 3 2 0,4-1 1 0,5 4-1 0,3-3-6 15,5 1-4-15,3 0-1 0,3-2-7 0,4 2-9 0,5 0-3 16,5 0-7-16,4 0-12 0,5-3-31 0,4-4-57 0,6-3-55 0,5-2-56 16,6 0-51-16,5 2-55 0,8 0-79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2-15T11:28:11.76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3375 5081 76 0,'-18'-1'182'0,"-1"3"-155"0,-2-2-22 0,3 3-2 0,4-1 12 0,3-1-1 15,0 1 6-15,1 0 2 0,0 1-5 0,0 0-3 0,0 2 0 0,-1 1-4 16,1 2-1-16,-1 1 2 0,1 1-1 0,-1 2 2 0,-2-1-2 0,0 1 4 15,-1 0 0-15,1 0 1 0,0 0 3 0,-1 1 0 0,2 0 3 0,-1 0-1 16,-1-1-5-16,0 2-3 0,-1-2-3 0,2 1 0 0,-2 1-3 16,-1-1 1-16,0 1-3 0,1-1 0 0,0 1 3 0,-1 0-2 0,0-1 1 15,2-1-1-15,-2-1-2 0,1 0 1 0,-1-1 3 0,0-1-2 16,0-2 1-16,0-1 1 0,0 0 0 0,-2-3 3 0,2 0 1 0,-1-1 4 16,4-1 3-16,-1 0 5 0,1-2 4 0,0 0 1 0,2-1 6 15,2-2 4-15,-1 0 2 0,1-2 3 0,-1 0-1 0,1-1-4 0,0-2 1 16,1-1-1-16,2 0-1 0,-1-1 0 0,1-1-5 0,2-2-4 0,0-1-2 15,2 0-3-15,1-1-4 0,3 0-2 0,0-2-6 0,3 1 0 0,1-1-1 16,2-1 3-16,1-1-1 0,2 2-1 0,2-2 0 0,1-1-3 16,1 1 2-16,0-1 2 0,3 2 7 0,1 2-1 0,0 0-3 15,3 1 1-15,0-1-9 0,0 1-2 0,3 0 3 0,-1 1-3 0,2 1 0 16,3-1-3-16,1 0 2 0,2 0 0 0,2 0-1 0,3 2 0 0,3-2-2 16,2 0-1-16,0 0 1 0,2 2 4 0,-1-1 0 0,1 0 0 0,2 1 1 15,2 2 0-15,2-2 1 0,0 0 2 0,-1 1 1 0,3-1 2 16,1 3 1-16,0 0-2 0,2 0 4 0,2 0-1 0,0 0 0 0,3 0 2 15,3-1-3-15,1 1-3 0,1-1 0 0,0 0-1 0,1 0-4 16,0-1 7-16,1 1-4 0,1-2-1 0,-2 1 1 0,-1 1-1 16,-4 2 1-16,-3 1-7 0,-3 2 0 0,-7 2 1 0,-1 0 2 0,-6 1 2 15,-2 1 3-15,-2 1-1 0,-3 2 0 0,2-1-3 0,-5 2 3 0,2 0-2 16,-2 1 4-16,-1 1 0 0,0 0 0 0,0 0 1 0,0 3-8 0,2 1 0 16,-1 1-2-16,1 1-1 0,-1 0 4 0,1 2-2 0,-1 0-1 15,1 1-1-15,-1 2 0 0,0 0-1 0,-2-1-1 0,-1 2 5 0,-2 0-7 16,-1 2 4-16,-3 0 0 0,0 1-3 0,-1 0 4 0,-4 0-2 15,0 0 1-15,-2 0-3 0,0 0 2 0,-4 1-2 0,-1 2 2 0,-1-1-1 0,-3 3 5 16,0 1-6-16,-3 0 3 0,0 1-1 16,-2 0-7-16,-2 0 4 0,-2 1-1 0,-2 0 7 0,-1 2 5 0,-1 0 0 0,-2 0 1 15,-1-1-5-15,-2 2 1 0,-2-1-1 0,-1 2 2 0,-2 1-2 0,0 2-3 16,-4-2 5-16,-1 0-2 0,-1-2 3 0,-1 2-1 0,-1-2 0 16,0 1-1-16,-2 0-4 0,2 0 5 0,-2 0-6 0,0-1-3 0,-1 1 2 0,-1-1 5 15,-1 1 7-15,0-1 3 0,-3 0-4 0,0 0-3 0,-1-2-2 16,2-1 1-16,-1-1 0 0,1 1 2 0,-2-3-2 0,0-1 2 0,0-1-2 15,-3-4 7-15,0 0-1 0,-1-2-2 0,-1 0 1 0,0-4-7 0,-2 1 4 16,-1-1-3-16,-4-1 2 0,-3-1 0 0,-4-2-2 0,-2 0-1 16,0-2 1-16,-1-1 1 0,-3-2 1 0,-4-1-1 0,-1-2 1 0,0-3-3 15,1-3 2-15,3-3-1 0,0-2 2 0,4 0-3 0,2-4 0 16,4 1-3-16,2-2 0 0,1 0 3 0,4-1-2 0,4-1 2 16,5 0-1-16,5-1 3 0,4 0 3 0,6-1-4 0,2-2 4 0,5 1-5 15,3 1 1-15,3 0 2 0,3 2-3 0,3 0 0 0,2 2-5 16,3-1 1-16,3 0 1 0,2 2-5 0,2 1-2 0,3 1 0 0,1 1-5 0,4 1 2 15,3 1 2-15,1 2-6 0,3 1-1 0,3 1-4 0,5 1-10 16,1-1-7-16,5 2-19 0,3 0-18 0,2 0-36 0,6-1-41 16,4 1-43-16,5-1-17 0,5 0 1 0,3-3-7 0,6-2-21 0,4-2-198 15</inkml:trace>
  <inkml:trace contextRef="#ctx0" brushRef="#br0" timeOffset="893.99">11138 6249 20 0,'5'-2'109'0,"0"-1"-62"0,2 0 3 16,1 1 8-16,0 0-2 0,3 0-6 0,1 0-1 0,1 0-11 0,3-2 0 15,0 1-1-15,0-2-3 0,1 1-2 0,2-1-2 0,1-1-2 0,-1 1 3 16,3-1 4-16,0-1 7 0,1-1 5 0,3-2 3 0,0 0 9 0,3 0 6 16,-1-2 7-16,4 1 13 0,1-1 10 0,2-1 6 0,2 0 8 15,1-1-3-15,2 0-6 0,2 0-9 0,3 1-10 0,2 2-15 0,0 4-11 16,1 1-14-16,0 4-12 0,2 3-8 0,2 2-5 0,1 4-9 15,1 3-2-15,2 3-4 0,1 2-2 0,2 1 1 0,1 0-3 0,2 2 1 16,1-1 2-16,2-1 0 0,-2 1-1 0,3-1-1 0,1-1 2 0,0-2 2 16,0 0-1-16,2-1-1 0,0-1 0 0,-1-2 5 0,-1 0-4 15,-2-2 3-15,-3 1-1 0,-2-1 0 0,-1-2 4 0,0-1-1 0,0-1 2 16,-1-2 1-16,0-2-3 0,-1-1 7 0,1-2-3 0,-2-1 0 16,0-1 2-16,-2 0-3 0,-1 0-1 0,-3-1 6 0,-1 0-1 0,-2 0-3 15,-2 1-2-15,-4 1-3 0,-2-1 6 0,-1 1-2 0,-3 0 3 0,-2 1 0 16,-1-1-2-16,-3 2 2 0,-1 0-1 0,0 0 1 0,-4 1 0 15,1 0-2-15,-4 0-1 0,0 2-2 0,-3-1-3 0,0 2-1 0,-2 0-1 16,-1 1-2-16,-1-1-3 0,-1 1 3 0,-2-1 0 0,0 0 0 0,-1 0 4 16,-1 1-2-16,0-2-4 0,-3 2 2 0,-1 0-3 0,-1-1 3 15,0 1 0-15,-1-1-1 0,0 0-1 0,-1 0-1 0,0 0 2 0,0 0 1 16,-1 0-2-16,0 0 4 0,0 0-4 0,0 0 1 0,0 0 1 0,0 0-4 16,-1 0 4-16,0 1 0 0,0-1 0 0,-1 1-1 0,1 0-1 15,0 0-1-15,-1 0 5 0,1 0-4 0,-1 0 2 0,0 1 2 0,0 0-4 16,-1 0 1-16,-1 0 1 0,1-1 0 0,-1 1-2 0,0-1 1 0,0 0 2 15,0 0-1-15,0 0-1 0,-1-1 2 0,-1-1-1 0,0 1 0 16,0-1 3-16,0 0-1 0,-2 0-2 0,2 0 0 0,-1 0 0 0,0 0 0 16,1 0 3-16,-1 0-2 0,0 0 1 0,-1 0-5 0,0 0 0 0,1 1 1 15,0 0 1-15,0 0 1 0,0 0 0 0,1 0 1 0,0 0-2 16,1 0 1-16,1 1 1 0,-1 0-4 0,0 0 2 0,1 0 1 0,0 0-3 16,0 0 3-16,0 0 1 0,1 0-1 0,0-1-1 0,0 1-1 15,0-1-1-15,0 1 2 0,1-2 1 0,0 0 1 0,1 0 1 0,0-1-1 16,-1 0 1-16,1-1-2 0,-1 1 3 0,1 0-5 0,0-2-1 0,-1 1-4 15,0-1 2-15,0 1-2 0,0 0 1 0,-1-1-8 0,-1 1-11 16,-2-1-5-16,-1 1-4 0,-2 0-9 0,-2-2-5 0,-2-1-16 0,-2-1-19 16,-2 0-16-16,-1-2-20 0,-4 0-31 0,0-1-31 0,0-1-21 0,-3 0-21 15,0-1-9-15,-2-1-22 0,-1-1-141 0</inkml:trace>
  <inkml:trace contextRef="#ctx0" brushRef="#br0" timeOffset="1696.99">3710 6709 274 0,'-19'-30'435'16,"2"-3"-390"-16,-5-7 0 0,7 7 4 0,7 6 5 0,3 0-6 0,3 3-4 15,3 0-8-15,2 1-13 0,4 2-5 0,3 0-8 0,3 1-6 0,3 3 2 16,1 0 5-16,3 2 2 0,5 1-5 0,2 0 3 0,6 0-8 16,3 0-1-16,3 1 2 0,1 2-3 0,5 1 0 0,2 1 0 0,3 2 0 15,1 0 2-15,2 1-1 0,1 1-1 0,3 0-5 0,3 1 1 16,2 2 1-16,0 0-1 0,1 3 4 0,2 0-2 0,1 2 1 0,1 0-2 16,0 1 0-16,1 1 0 0,-1-1-5 0,1 1 2 0,2-1 0 0,-2 0 1 15,1 1 3-15,0 0 0 0,-1 1 0 0,0 1-1 16,-2 1 0-16,1 1 2 0,-1 3 0 0,0 0 7 0,-3 2 1 0,-4-1-3 0,0 1 9 15,-5 2-1-15,-1 1 1 0,-5 2 7 0,-7 2 3 0,-4 1 0 0,-5 0-1 16,-5 3-2-16,-5 1-6 0,-4 4-1 0,-5 0 0 0,-6 4 1 16,-5 2 1-16,-5 2-1 0,-7 0-1 0,-7 1 1 0,-7 2 0 0,-6-1-2 15,-6 1-2-15,-5 2-8 0,-6-1-1 0,-4 0 5 0,-4 1-1 16,-3 0 7-16,-3-2 1 0,-3 4-5 0,-6-2 4 0,-4 0 4 0,-3 0-5 16,-2-2 4-16,-2-5-6 0,1 0 0 0,0-4 1 0,4-1 3 0,1-4 1 15,0-2 1-15,4-4 4 0,2-1-6 0,2-4 2 0,4-2 0 16,2-3-1-16,3-1 4 0,3 0-1 0,2-3-3 0,4-1 2 0,4-2-3 15,4-2 1-15,6-1 2 0,4-2 1 0,6-2 2 0,4-2 3 0,5-1 1 16,2 0-2-16,2-2 3 0,1 0-3 0,3 0 6 0,2 1 0 16,2-1-7-16,2-1-2 0,2-1-14 0,1 1-2 0,2 1-3 0,2 0-4 15,3 1 0-15,2 0-6 0,4 1-3 0,3-1-3 0,3 2-7 16,5-2-4-16,5 0-6 0,5 0-15 0,3-2-17 0,4 0-25 16,5-3-24-16,5-1-42 0,3-1-49 0,7-2-10 0,7 0-9 0,3-1 0 15,5-2-195-15</inkml:trace>
  <inkml:trace contextRef="#ctx0" brushRef="#br0" timeOffset="2878">13986 6667 1 0,'-3'-18'35'0,"-1"-1"8"16,-1-3 0-16,2 3-1 0,2 4-2 0,1 2-20 0,3 0-6 0,1 0-3 16,1 2-3-16,2 0-4 0,0 1-1 0,3 3-1 0,3 0-1 0,2 0 1 15,3 1 2-15,0 0 1 0,3 0 1 0,2 0 4 0,0-1 7 0,2 1 4 16,0 1 5-16,3-2 0 0,1 0 0 0,3 0-2 0,2-1 1 15,4 1-3-15,3 0-2 0,2-1-1 0,6 0-1 0,3 1-3 0,4-3-2 16,6-2-3-16,5-1-1 0,4-1 1 0,4 1 0 0,5-1 7 16,3-2 1-16,3-2-1 0,2-1 1 0,4-3-5 0,2 1-2 0,2-1 3 15,4-2 5-15,0 3 3 0,1-2 9 0,0 0 6 0,0 0 0 0,-1-1 10 16,3 0 9-16,-1 1 0 0,0-2 8 0,1 2-3 0,0 0-4 16,0 3-5-16,1 4-7 0,2 0-5 0,0 4-6 0,2 2-2 0,0 2-3 15,2 3-4-15,-1 3-8 0,-2 4-5 0,-3 1-3 0,-1 4-1 16,-3 3 1-16,-4 2-4 0,-4 4 0 0,-4 2-9 0,-7 5 2 0,-4 4 1 15,-6 1-3-15,-3 4 5 0,-5 0-1 0,-4 0-3 0,-5 4 0 0,-5 0-2 16,-5 2 1-16,-4 3-2 0,-5-1-8 0,-5 2 1 0,-7 1 1 16,-4 0 4-16,-6 3 5 0,-4-1 1 0,-5 3-1 0,-5-1-2 0,-5 2 0 15,-3-1 0-15,-5-2 7 0,-3-1-4 0,-3-1 2 0,-2 1-8 16,-2-3 0-16,1 1 3 0,-3 0 3 0,1-1 7 0,1-1-3 0,-1 1-2 16,1-1 1-16,-3 1-1 0,0-1-3 0,-2-1 3 0,-1-2-2 0,1-1 1 15,-1-3 1-15,0-1-2 0,-3-1-2 0,0-1 3 0,-3-2-5 16,-3-1-1-16,-2-4 7 0,-3-2 0 0,-4-3 5 0,-1-1 0 15,-4-3-5-15,-3-3 1 0,-5-1 2 0,-2-3 0 0,-4 0-1 0,-3-2 0 0,-2-3 3 16,-4-1 0-16,-1-2 1 0,-2-4 0 0,2-1-1 0,1-2-1 16,4-1 3-16,6-1-1 0,5-1 0 0,5-1 4 0,4-1-4 0,4 0 2 15,2 0-3-15,5-2-2 0,3 1 5 0,1-1 0 0,4 0 0 16,0 0 1-16,2-2-5 0,3-1-1 0,2 0 2 0,3-1-1 0,2-1 2 16,3-2 0-16,1 2-1 0,2-3 2 0,2 1 0 0,-1-1-1 0,3 0 0 15,1 0 0-15,2-1-1 0,3 0 1 0,2 1 1 0,2 0 1 16,3 2 1-16,1 3-1 0,1 0 1 0,1 1-1 0,2 2 0 0,1 2-2 15,0 0-1-15,1 1-1 0,-2 2-2 0,2 2-1 0,-1 0 0 0,-1 3 0 16,0 1-3-16,0 1-2 0,0 1 1 0,-1 1 0 0,1 0 1 16,-1 1 2-16,1 0 2 0,-1 0-5 0,1 1 3 0,-1 1-1 0,-1-1-2 15,0 0 5-15,0 1-4 0,0-1 4 0,-2 0-2 0,2 1-2 0,-2-1 1 16,-1 0 1-16,2 1 1 0,-2-1 2 0,0 0-1 0,0-1 0 16,0 1-2-16,0-1 0 0,0 1 0 0,0 0 0 0,-1 1 1 0,1-1-1 15,-1 0 0-15,1 0-1 0,0 0-1 0,-1 1 4 0,0-1-2 0,0 1 0 16,0-1 1-16,0 0-4 0,-1 0 2 0,1 0 2 0,-1 2-2 15,0-1 1-15,0 0 1 0,0 0-1 0,0 0 0 0,1 1 0 0,-2-1 0 16,1 0-1-16,0-1 0 0,-1 1 1 0,1-1-1 0,-1 1 1 0,1-1 1 16,0-1 0-16,0 0 2 0,0 0-1 0,0-1 1 0,0-1-2 15,1 1 0-15,-1 0-1 0,1 0 2 0,0-1-1 0,0-1 1 0,1 1 0 16,0-1-1-16,1 1 2 0,-1 0-2 0,1-1 0 0,0 1-2 16,0 0 2-16,0 1-2 0,0-1 2 0,-1 1-2 0,0 0-2 0,0 0 6 15,0 0-3-15,0 0 0 0,-1 0 0 0,1 1-1 0,-1-1-2 0,0 1 2 16,-1 0-1-16,0-1-1 0,0 1 1 0,-1 0 1 0,-2 0-5 15,-1-1-3-15,-1 1-6 0,-3-1-11 0,-2 1-17 0,-2 0-57 0,-4-1-60 16,0 1-35-16,-3 0-27 0,-2-1-6 0,-1 1-90 0,-2 0 30 16</inkml:trace>
  <inkml:trace contextRef="#ctx0" brushRef="#br0" timeOffset="3861">5166 7963 145 0,'-6'-4'20'0,"-1"0"135"0,-2-1-70 15,1 2-9-15,1 0-20 0,1 1-15 0,1 2-12 0,2 0-13 0,0 2-10 16,1 1-1-16,0 0-1 0,2 1-1 0,1 0-1 0,1 0-1 0,1 1-1 15,-1-2 0-15,1 1 1 0,1 1 2 0,-1 0-1 0,0-1 0 16,-2 0 0-16,0 0 0 0,-1-1 2 0,-1 0 0 0,-1 1 4 0,-1-1 5 16,-1 0 5-16,-1 0 8 0,-1 0 3 0,0 1 5 0,-1-1 3 15,0 0 0-15,-2-2 0 0,1 1-5 0,1-2 2 0,0 1-5 0,2-1 0 16,0-1 1-16,0 0-4 0,1 0-3 0,-1-1-1 0,1 0-8 0,1-1 0 16,0 0-1-16,0-2-4 0,1 0 3 0,2-2-1 0,0 0-4 15,3-2 2-15,2-1-4 0,1-1-2 0,4-3-1 0,2-1-1 16,5-3-1-16,2-1-1 0,2-1 3 0,3-2 1 0,1 3 1 0,2-2 1 0,1 0-3 15,5 2 3-15,0-2-3 0,4 1 1 0,-2 1 0 0,3 0-4 16,0 1-2-16,3 1 2 0,3-1-2 0,0 1-2 0,2 1 8 0,0 3-3 16,3-1 1-16,-1 1 4 0,0 2-4 0,2 0 1 0,0 2-2 15,1 4 0-15,1-1-2 0,-2 2-1 0,1 2 3 0,1 2-2 16,1 1-1-16,0 2-1 0,0 2 0 0,-1 2-1 0,-2 3 5 0,-3 2 2 0,-1 2-5 16,-1 1 0-16,-3 1 2 0,-4 2 1 0,-2 2 7 0,-4 0 2 0,-3 2 4 15,-3 1 0-15,-3 0-3 0,-3 2 1 0,-6 1-1 0,-1 0 0 16,-5 3 3-16,-3 2 0 0,-3 1-1 0,-6-2 1 0,-3 3-2 15,-3-5 1-15,-2 2-3 0,-2-2-1 0,-3 0-1 0,-2 0-1 0,-1-1 1 16,-3-1-2-16,-1-1 2 0,0-2-7 0,-2-3 3 0,-1 0 1 0,-3-2 1 16,0-2 8-16,-4 0 3 0,1-2 3 0,0-2-1 0,-1-2 0 0,-1 0-4 15,0-1-2-15,-2 0 2 0,-2-1 3 0,1-1 2 0,-3-1-3 16,0-1 1-16,3-1-6 0,-1-1 0 0,4-1 2 0,1 0 0 0,2-1 0 16,2-1 1-16,1 0-2 0,2-1-2 0,3-1-2 0,1 0 1 0,4-1 0 15,2 0-2-15,0 0-1 0,2 0-2 0,2 0 0 0,0-1 2 16,3 1-4-16,2 0-2 0,2 0-2 0,1 0-4 0,2 1-2 15,1 0-2-15,2 1-11 0,2 0-10 0,1 0-9 0,3-1-15 0,4 0-15 16,5-2-15-16,4 0-27 0,6-1-57 0,5-1-25 0,9-1-15 0,5-2-27 16,6-1-158-16</inkml:trace>
  <inkml:trace contextRef="#ctx0" brushRef="#br0" timeOffset="5745">19437 9144 136 0,'22'-12'4'0,"2"0"64"0,7-4-8 0,-3 2-11 0,-2 4-7 16,3 0-2-16,0 3 4 0,2 0 4 0,0 0-2 0,4 2-2 16,0 0-4-16,1 1-5 0,2 1-3 0,-1 1-2 0,2 1-3 15,-1 1-3-15,1 0-1 0,2 1-2 0,0 0-3 0,1 0 0 0,2 1-3 0,1 1-1 16,0 0 1-16,1 1-2 0,3 0 3 0,1 0 1 0,-1 1 0 16,-1-1 1-16,-2 2 1 0,-1-3-2 0,-1 3-4 0,-1 0-4 0,0 0 0 15,2 2-3-15,0 1-1 0,2 2 0 0,1 0-2 0,2 0 1 0,2 0 1 16,2 2-1-16,2 0-1 0,1 1 1 0,1-1-1 0,-1 1 3 15,2-1-1-15,-1 1 1 0,0-3-3 0,0 2-2 0,-2-1 0 0,2-1-3 16,1-1 3-16,2-2-4 0,1-2 0 0,1 2 3 0,2-3 3 16,-1-2 2-16,0 1 2 0,-2-3 0 0,-1 1-1 0,0-3 3 0,-1 0 1 15,0-2 2-15,-1-1-1 0,0 0 4 0,0-1-5 0,0-1 4 16,0 1-1-16,-1-1 1 0,2-1 2 0,-3 0-1 0,0 0-1 0,1 0-3 16,-2 0-1-16,0-1 2 0,-1 1-2 0,-2-1-4 0,-1 0 2 0,-2-2-3 15,-2 0 2-15,-2-1 7 0,-3 0-4 0,-2 0 4 0,1-1-1 16,-3-2 1-16,1 1 4 0,-3-2 1 0,-4 0 1 0,0-1-2 0,-4-1-5 15,-2 0-2-15,-2-1-5 0,-2-1 2 0,-3-1-5 0,-2 0 1 16,-1-1 0-16,-2-1-5 0,-2-2-2 0,-1-1 1 0,-3 1-3 0,1-1 5 0,-1-1 7 16,-1 0 2-16,0-1 1 0,-1 0 1 0,-1-1-5 0,0 1-2 15,-2 0-1-15,0 3 2 0,0-1-1 0,-3 0 2 0,-1 2 0 0,-1-2 1 16,-3-1-1-16,-2-1-1 0,0 0 1 0,-4-2 2 0,-1 2-1 16,-3 0 1-16,-2-1 0 0,-1 1 0 0,-4-2-2 0,-2 1-4 0,-3-2 2 15,-4 2 2-15,-2-2 7 0,-3 1-1 0,-3-2 1 0,-3 1-7 0,-5 0-3 16,-1 2 1-16,-1 0-3 0,-1 0 2 0,-2 2 0 0,-1-2-1 15,-5 1 3-15,-1-2-1 0,-2 1-4 0,1 1 4 0,-1 2-5 0,1 2 1 16,1 1-2-16,1 3 0 0,3 0 0 0,1 2 0 0,2 2 2 0,-1 3 2 16,1-1-2-16,-2 2 2 0,1 0-2 0,0 0-3 0,-2 2 2 15,-1 0-2-15,1 0 0 0,1 2 1 0,-1 2 3 0,0 1 2 0,1 0-2 16,-1 2 0-16,-1 1-1 0,-1 1 2 0,-1 1 0 0,-2 1 0 16,-1 1-1-16,0 3 2 0,0-1-1 0,-1 3 2 0,2 0 0 0,0 1-5 15,0 1-1-15,2 2 4 0,1 0-1 0,1 2 2 0,3 1-2 0,0 1-1 16,4 3-3-16,-1 0 3 0,3-1 2 0,1 2-4 0,0 0 1 15,1 1-2-15,-1 2 5 0,1 0 0 0,3 0 1 0,0 0-2 0,1-1-3 16,5 0-1-16,0 0 2 0,2-1-2 0,1 2 4 0,0-1-3 0,0 0-1 16,2 0 3-16,0 1 0 0,3-2 0 0,0 1-1 0,3 0-8 15,0-2 2-15,1 0-1 0,3 1 3 0,0-1 10 0,3 1-1 0,4 0 0 16,0 2-1-16,2 0-2 0,1 0-1 0,1 0-1 0,2 1-1 16,2 1 4-16,2 2-2 0,0 1 0 0,3 1 1 0,3-1-1 0,1 2 3 15,3-1-2-15,3 2 2 0,1 0-3 0,3 0-2 0,1 0 4 0,1 1-1 16,3-3-4-16,1 1 2 0,0 0-2 0,1-1 5 0,1 1 2 15,-2 0-2-15,2-1 0 0,0 1-2 0,0-2 1 0,1 1 0 0,-1-1-1 16,0-1 0-16,1-1 1 0,-4-3-1 0,1-1 3 0,-1-2-4 16,-1-4 3-16,0 0 2 0,1-2-1 0,1 0-2 0,0-4 1 0,1 1-1 15,0-1 0-15,1-1 4 0,1-2-2 0,0-1-2 0,2 0 3 0,2-2-2 16,1 1 4-16,2-3 1 0,1 0-2 0,1 0 3 0,0-1-4 0,2 0 2 16,0 0 0-16,1 0-2 0,1-2-1 0,0 1 1 0,-1 0 3 15,-1-1-6-15,1 0 7 0,-2 0-7 0,-1 0 1 0,-1-1 0 0,-4 1 1 16,1 0 4-16,-2-1-2 0,-3 1 2 0,1-2-6 0,-2 1-2 15,-1 0 2-15,0 0-1 0,-2-1 2 0,-1 1-1 0,0-1-2 0,-3 0 3 16,-1 1-2-16,-1-1 2 0,-2 1-1 0,0-1-4 0,-1 1 6 0,-2 0-2 16,-2 0-1-16,1 1 3 0,-1-1-6 0,-1 0 2 0,0 0 2 15,0 0-1-15,1 0 2 0,-1 0-1 0,1 0 1 0,-1 0-1 0,1 0-1 16,-2 0 1-16,1 0 1 0,0 0-1 0,0 1 3 0,0-1-4 16,0 0 1-16,0 1 1 0,-1-1-4 0,1 1 4 0,-1-1 1 0,1 1-5 15,-1 0 4-15,-1 0-4 0,-1 0 2 0,-1 1-1 0,0-1-1 0,0 1 2 16,-1 0-6-16,0 0-1 0,0 0 3 0,0 0 0 0,1 1 2 15,-1-1 4-15,-1 0-1 0,1 1-2 0,-1-1 1 0,0 1-4 0,1-1 2 16,0 0 4-16,0 0-1 0,0 0 2 0,0 0 1 0,0-1-2 0,0 1 0 16,0 0 1-16,0-1-1 0,0 1 1 0,0-1 0 0,0 1-2 15,0 0-1-15,0-1 1 0,0 1-1 0,0-1 0 0,0 1 2 0,0 0-2 16,0 0 0-16,0 0-2 0,0-1 0 0,-1 1-1 0,1 0 2 0,0 0-1 16,-1 1 2-16,0-1 0 0,0 1 2 0,0-1-2 0,0 0-2 15,0 0 4-15,0 0-5 0,0 1 4 0,-1-1-1 0,2 0-2 16,-1 0 4-16,0 0-3 0,0 1 5 0,0-1-3 0,0 0-1 0,0 0 0 15,1 0-2-15,0 0 3 0,1 0-2 0,-2 0 1 0,1 0 0 0,0 0 0 16,0 0 1-16,0 0 2 0,0 0-3 0,0 0-2 0,0 0 4 0,0 0-4 16,0 0 4-16,0 0-1 0,0 0-1 0,-1 0-1 0,1 0-1 15,0 0 2-15,-1 0-1 0,0 0 0 0,0 0 1 0,0 0 0 0,-1 0 1 16,1 0-2-16,-1 0 1 0,-1 1-3 0,1-1 3 0,-1 1 0 0,0 0 0 16,0 0 3-16,0 0-6 0,-1 0 4 0,1 0-2 0,1 0 0 15,-1 0 1-15,2 1-2 0,-1-2 1 0,0 1 4 0,2 0-3 0,-2-1 2 16,1 0 0-16,1 0-1 0,-1 0 0 0,1 0-1 0,-1 0 0 15,2 0 0-15,-2 0 0 0,2 0 0 0,-1 0 0 0,-1 0-1 0,2 0 1 16,-1 0 1-16,-1 0 1 0,1 0-1 0,0 0 0 0,-1 0-2 0,0 1 1 16,1-1 0-16,-1 1-1 0,0-1 1 0,0 2-2 0,0-1 2 15,-1 0-1-15,1 1 0 0,-1-1 2 0,0 1-2 0,1 0 2 0,-2-1-1 16,1 1 0-16,0 0 3 0,-1 0-3 0,1 0 1 0,1-1-4 0,-1 0 5 16,0 0-1-16,1 0-2 0,0 0 1 0,0-1-2 0,0 0 2 15,1 0 0-15,-1 0 2 0,0-1-1 0,0 1-1 0,-1-1 0 0,1 1 1 16,0-1-1-16,-1-1 0 0,0 1-1 0,0-2-2 0,-1 1-2 15,0-1-3-15,0 0-3 0,-1-1-12 0,-1 1-25 0,-1-1-36 0,-2 0-31 16,-2-1-33-16,-2 1-7 0,-2-2-14 0,-1 1 3 0,-4 0 25 16,-3-1-7-16,-2 0-20 0,-3 2-157 0</inkml:trace>
  <inkml:trace contextRef="#ctx0" brushRef="#br0" timeOffset="6647">4628 9409 703 0,'-19'-16'-45'0,"0"0"156"0,-5-2-48 0,5 4 5 0,7 2-6 0,3 0-8 15,2 1-12-15,1 0-8 0,3 0-9 0,0 1-6 0,2-1-3 0,2 0-5 16,2 1-3-16,1-2 1 0,2 0-1 0,3 0-2 0,3-1 0 16,2 0-1-16,3-2 0 0,1-1 1 0,3-2 3 0,2 2 3 15,3-2 3-15,2 1 2 0,2 0 3 0,0 1-1 0,6-2 3 0,0 1-2 16,5 0-3-16,3-1-6 0,1 1-6 0,1 0-3 0,5 1-5 0,2-1-2 16,5-1 3-16,5 0-5 0,4-2 7 0,4 1 2 0,1 0-1 0,2 0-5 15,2 0-3-15,1 3-4 0,1 2 3 0,0 1 5 0,-1 2 1 16,-1 3 0-16,0 3 0 0,-3 3-4 0,-3 2 0 0,-3 2-1 15,-1 3 1-15,-4 3 5 0,-2 3 1 0,-3 2 1 0,-2 3 0 0,-3 4 1 0,-3 2 2 16,-4 0-2-16,-2 3 4 0,-1 1 1 0,-6-2 2 0,-1 5 6 16,-6-2-1-16,-2 2 1 0,-4 0-4 0,-2 1 0 0,-5 1 0 0,-4 1 2 15,-4 1-1-15,-7 3 0 0,-4-1 1 0,-5 0-3 0,-8 4 1 16,-7 0-3-16,-6 3 1 0,-8 1-2 0,-6 0-1 0,-5-1 11 0,-5 0-3 16,-4-3 0-16,-2-3 1 0,-2-2-9 0,0-4 3 0,-1-2 0 0,2-3-2 15,0-1 0-15,0-3 3 0,1-3 0 0,0-4-1 0,2-4 1 16,-1-3-6-16,-2-4-2 0,0-4 5 0,-2-2-4 0,-2-4 1 0,-2-1-6 15,0-5 11-15,-3-1-3 0,1-3 6 0,5-3 2 0,5 2-9 0,5-3 5 16,5 0 1-16,7 2-1 0,5-2 1 0,6 0-3 0,5 0 1 16,4 1-3-16,4 1-10 0,3 1-3 0,6 0-1 0,-1-1-7 15,4 2 9-15,5 1-10 0,2 1-20 0,6 0-24 0,4-1-47 0,5 2-99 16,7-1-65-16,6 0-64 0,12 0-193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FA59FE-83D9-4E92-9983-377034E670BC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779D19-6EF9-4DAA-B1AB-FAD76F383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7567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DD9B7-FA6F-51EE-23D2-1409568178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5C2A9D-A3CC-59A3-4BAE-417570200D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120380-6AC7-248F-B05E-F416D9ECEF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760F-43E2-4217-9CBF-13E302B9D0C0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794D49-C0AE-F08A-57A0-89FD0A700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1AEC28-F3B3-3265-528B-65182056E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F04AF-A5EF-41E9-868C-629CFA22B5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145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898AC-DFEB-EBBC-58F5-834B18AAA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365FCA-4850-3155-76C9-9C2955AD61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41A377-08F7-7CA3-C362-039BDFB77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760F-43E2-4217-9CBF-13E302B9D0C0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38DFCA-ADBA-F447-0BE5-A942198AB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338AC7-41C3-0775-5024-22B67C91D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F04AF-A5EF-41E9-868C-629CFA22B5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545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1E467-9C43-1122-329A-17CBAAB91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5229D1-881C-C81D-1B25-0F2B350236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9FE9DD-EE08-2AF3-9B36-E034138BB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760F-43E2-4217-9CBF-13E302B9D0C0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E3FFE4-4FFF-E12F-EC6C-2947ABB22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9916B9-D2CC-6BC4-5473-90851EF40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F04AF-A5EF-41E9-868C-629CFA22B5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0423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92E57-7099-C628-5298-4B42F7567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3EB905-51B4-3AC6-A28E-24B8F73CBA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7250D2-D62C-EF7B-40AC-3ECCE508A9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428E90-AA4E-A131-8FB6-0C5528BFE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760F-43E2-4217-9CBF-13E302B9D0C0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CAA93E-D7D3-E3F1-AF4D-8323D673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B9BE95-E570-5DB7-2E1C-482E99482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F04AF-A5EF-41E9-868C-629CFA22B5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3443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DFC74-D1BF-7011-7F1B-601752E67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504555-9E66-70AD-9E5C-318655C549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BF2CC4-46A6-8468-6873-19D0CA2499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94AA14-A054-ED2C-0E1F-4245B7E2B5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3F4DEA-1E98-A626-C7A6-20FA558119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A5F69E-8A66-F528-8667-CD5C44C9E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760F-43E2-4217-9CBF-13E302B9D0C0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B10E9B-0884-F9C5-3C1F-094CC20BE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CE5125-92B6-94C6-4F8B-28D91A7DB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F04AF-A5EF-41E9-868C-629CFA22B5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2234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4C5DA-4E79-1D12-C714-7BD34E921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79408F-160F-B605-B8E2-476543041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760F-43E2-4217-9CBF-13E302B9D0C0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5B466B-6B00-D639-1A4D-C4D04993B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5155ED-6FB5-60A4-A738-990086295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F04AF-A5EF-41E9-868C-629CFA22B5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3900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B84C56-DD81-A210-DF2D-0439F92CE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760F-43E2-4217-9CBF-13E302B9D0C0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F17EE5-F4C3-841D-757E-1CDF8EEDE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A95A4F-BFF6-A701-4B05-F414F7983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F04AF-A5EF-41E9-868C-629CFA22B5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7960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7759E-A800-A01A-A20C-FC327E7D0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53919F-0594-C96F-E56E-4A02EC5CF2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7F8057-6BA9-C2C5-731E-040F07924A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AA0FC2-E5C0-6457-7311-7B709D995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760F-43E2-4217-9CBF-13E302B9D0C0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7E6DFB-3AE3-1D99-8316-046D7FDFC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EBAF23-6D8C-3504-37C0-236FFF731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F04AF-A5EF-41E9-868C-629CFA22B5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8197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E3C2C-5F8A-D17D-E331-0EAA9EA0E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9EA0B3-9E38-3F11-EE30-38E2846A94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7F1134-359C-D18D-958A-793827A32E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DA2891-63E4-8C7E-6FB3-F31ED2AF7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760F-43E2-4217-9CBF-13E302B9D0C0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EC7B36-57FC-F5C6-0B70-327B76522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5BB33D-8750-FC54-6D99-9C5F7EE8D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F04AF-A5EF-41E9-868C-629CFA22B5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310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48A1A-86BC-A27D-82CD-EC480E795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68873C-93C1-0673-8F1D-1CD7E991D0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1FF72E-C805-BCFC-B978-88C83AB37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760F-43E2-4217-9CBF-13E302B9D0C0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8AFC77-B2FA-69B6-ED83-2E5364E30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0535EA-5D6E-40D0-A1AA-7E9A595C4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F04AF-A5EF-41E9-868C-629CFA22B5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3652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C6C918-F7E9-3CE2-D543-40D80FC9A1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DB3478-69C0-503D-A155-36750AE6B5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5CBD22-D456-CA37-8E30-ABDEF95DE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760F-43E2-4217-9CBF-13E302B9D0C0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0CA751-9556-8B65-7F12-B05E10445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A34943-461D-B405-0AB3-B477381CD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F04AF-A5EF-41E9-868C-629CFA22B5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1929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1195AB-B879-3D51-B0FF-F558DF4F1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0E9CC4-E59B-F35B-49AF-5F00A5DE14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F7364-B2F7-FDEB-6233-8CD63FD62F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AC760F-43E2-4217-9CBF-13E302B9D0C0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C31D41-0CF6-C96C-F020-918AD02451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594E08-ACF0-60CF-C1AB-434E205445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3F04AF-A5EF-41E9-868C-629CFA22B5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944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customXml" Target="../ink/ink6.xml"/><Relationship Id="rId7" Type="http://schemas.openxmlformats.org/officeDocument/2006/relationships/customXml" Target="../ink/ink7.xml"/><Relationship Id="rId12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customXml" Target="../ink/ink9.xml"/><Relationship Id="rId10" Type="http://schemas.openxmlformats.org/officeDocument/2006/relationships/image" Target="../media/image16.png"/><Relationship Id="rId9" Type="http://schemas.openxmlformats.org/officeDocument/2006/relationships/customXml" Target="../ink/ink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customXml" Target="../ink/ink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customXml" Target="../ink/ink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62F84-21B5-F6CF-7F8E-B77DB27BDCA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5-dars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24E706-E712-E824-4F60-09370E2BBA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52544"/>
            <a:ext cx="9144000" cy="705255"/>
          </a:xfrm>
        </p:spPr>
        <p:txBody>
          <a:bodyPr/>
          <a:lstStyle/>
          <a:p>
            <a:r>
              <a:rPr lang="en-US" dirty="0"/>
              <a:t>Davronbek Malikov</a:t>
            </a:r>
          </a:p>
        </p:txBody>
      </p:sp>
    </p:spTree>
    <p:extLst>
      <p:ext uri="{BB962C8B-B14F-4D97-AF65-F5344CB8AC3E}">
        <p14:creationId xmlns:p14="http://schemas.microsoft.com/office/powerpoint/2010/main" val="37006915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006BA-A15A-4074-EDF1-67F2617FF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Bugun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D76618-C605-0172-BDE8-6EB334A309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Savol </a:t>
            </a:r>
            <a:r>
              <a:rPr lang="en-US" dirty="0" err="1"/>
              <a:t>javob</a:t>
            </a:r>
            <a:endParaRPr lang="en-US" dirty="0"/>
          </a:p>
          <a:p>
            <a:r>
              <a:rPr lang="en-US" dirty="0" err="1"/>
              <a:t>Takrorlash</a:t>
            </a:r>
            <a:endParaRPr lang="en-US" dirty="0"/>
          </a:p>
          <a:p>
            <a:r>
              <a:rPr lang="en-US" dirty="0"/>
              <a:t>Data Preprocessing: Review</a:t>
            </a:r>
          </a:p>
          <a:p>
            <a:r>
              <a:rPr lang="en-US" dirty="0"/>
              <a:t>Encoding</a:t>
            </a:r>
          </a:p>
          <a:p>
            <a:r>
              <a:rPr lang="en-US" dirty="0" err="1"/>
              <a:t>Imtixon</a:t>
            </a:r>
            <a:endParaRPr lang="en-US" dirty="0"/>
          </a:p>
          <a:p>
            <a:r>
              <a:rPr lang="en-US" dirty="0" err="1"/>
              <a:t>Vazifa</a:t>
            </a: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42E70AB-99B6-BB02-ACFF-EBF184966281}"/>
                  </a:ext>
                </a:extLst>
              </p14:cNvPr>
              <p14:cNvContentPartPr/>
              <p14:nvPr/>
            </p14:nvContentPartPr>
            <p14:xfrm>
              <a:off x="978840" y="1605600"/>
              <a:ext cx="3985560" cy="32464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42E70AB-99B6-BB02-ACFF-EBF18496628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69480" y="1596240"/>
                <a:ext cx="4004280" cy="3265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283541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CD549-3884-481A-AB93-40BC4E0B6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59411"/>
          </a:xfrm>
        </p:spPr>
        <p:txBody>
          <a:bodyPr/>
          <a:lstStyle/>
          <a:p>
            <a:pPr algn="ctr"/>
            <a:r>
              <a:rPr lang="en-US" b="1" dirty="0"/>
              <a:t>Savol </a:t>
            </a:r>
            <a:r>
              <a:rPr lang="en-US" b="1" dirty="0" err="1"/>
              <a:t>javob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7615512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9EBAD-EEB0-284E-1169-B9BB67AC0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5B576-BF91-9C58-491E-8B2504D35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59411"/>
          </a:xfrm>
        </p:spPr>
        <p:txBody>
          <a:bodyPr/>
          <a:lstStyle/>
          <a:p>
            <a:pPr algn="ctr"/>
            <a:r>
              <a:rPr lang="en-US" b="1" dirty="0" err="1"/>
              <a:t>Takrorlash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6691793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006BA-A15A-4074-EDF1-67F2617FF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Takrorlash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D76618-C605-0172-BDE8-6EB334A309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Savol </a:t>
            </a:r>
            <a:r>
              <a:rPr lang="en-US" dirty="0" err="1"/>
              <a:t>javob</a:t>
            </a:r>
            <a:endParaRPr lang="en-US" dirty="0"/>
          </a:p>
          <a:p>
            <a:r>
              <a:rPr lang="en-US" dirty="0" err="1"/>
              <a:t>Takrorlash</a:t>
            </a:r>
            <a:endParaRPr lang="en-US" dirty="0"/>
          </a:p>
          <a:p>
            <a:r>
              <a:rPr lang="en-US" dirty="0"/>
              <a:t>Project </a:t>
            </a:r>
            <a:r>
              <a:rPr lang="en-US" dirty="0" err="1"/>
              <a:t>ketma</a:t>
            </a:r>
            <a:r>
              <a:rPr lang="en-US" dirty="0"/>
              <a:t> </a:t>
            </a:r>
            <a:r>
              <a:rPr lang="en-US" dirty="0" err="1"/>
              <a:t>ketligi</a:t>
            </a:r>
            <a:endParaRPr lang="en-US" dirty="0"/>
          </a:p>
          <a:p>
            <a:r>
              <a:rPr lang="en-US" dirty="0"/>
              <a:t>Data Preprocessing</a:t>
            </a:r>
          </a:p>
          <a:p>
            <a:r>
              <a:rPr lang="en-US" dirty="0"/>
              <a:t>Library(</a:t>
            </a:r>
            <a:r>
              <a:rPr lang="en-US" dirty="0" err="1"/>
              <a:t>Kutubxona</a:t>
            </a:r>
            <a:r>
              <a:rPr lang="en-US" dirty="0"/>
              <a:t>)</a:t>
            </a:r>
          </a:p>
          <a:p>
            <a:r>
              <a:rPr lang="en-US" dirty="0"/>
              <a:t>Data</a:t>
            </a:r>
          </a:p>
          <a:p>
            <a:r>
              <a:rPr lang="en-US" dirty="0"/>
              <a:t>Conditions(</a:t>
            </a:r>
            <a:r>
              <a:rPr lang="en-US" dirty="0" err="1"/>
              <a:t>davomi</a:t>
            </a:r>
            <a:r>
              <a:rPr lang="en-US" dirty="0"/>
              <a:t>)</a:t>
            </a:r>
          </a:p>
          <a:p>
            <a:r>
              <a:rPr lang="en-US" dirty="0" err="1"/>
              <a:t>Qo’shimcha</a:t>
            </a:r>
            <a:r>
              <a:rPr lang="en-US" dirty="0"/>
              <a:t> </a:t>
            </a:r>
            <a:r>
              <a:rPr lang="en-US" dirty="0" err="1"/>
              <a:t>dars</a:t>
            </a:r>
            <a:endParaRPr lang="en-US" dirty="0"/>
          </a:p>
          <a:p>
            <a:r>
              <a:rPr lang="en-US" dirty="0" err="1"/>
              <a:t>Vazifa</a:t>
            </a:r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A7918E5-EB85-E075-B9CA-75EFB051B239}"/>
                  </a:ext>
                </a:extLst>
              </p14:cNvPr>
              <p14:cNvContentPartPr/>
              <p14:nvPr/>
            </p14:nvContentPartPr>
            <p14:xfrm>
              <a:off x="1178640" y="1060920"/>
              <a:ext cx="10195560" cy="41288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A7918E5-EB85-E075-B9CA-75EFB051B23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69280" y="1051560"/>
                <a:ext cx="10214280" cy="4147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008275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03136F-B598-4B57-1443-4C6BDE8F8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0CFC0-75BF-592A-843E-586A79F53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59411"/>
          </a:xfrm>
        </p:spPr>
        <p:txBody>
          <a:bodyPr/>
          <a:lstStyle/>
          <a:p>
            <a:pPr algn="ctr"/>
            <a:r>
              <a:rPr lang="en-US" b="1" dirty="0"/>
              <a:t>Data Preprocessing: Review</a:t>
            </a:r>
          </a:p>
        </p:txBody>
      </p:sp>
    </p:spTree>
    <p:extLst>
      <p:ext uri="{BB962C8B-B14F-4D97-AF65-F5344CB8AC3E}">
        <p14:creationId xmlns:p14="http://schemas.microsoft.com/office/powerpoint/2010/main" val="34918780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5611B-90CA-3C2D-CC44-07C059166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Preprocessing: Review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BEC018-FE0C-D522-5404-7524C7F451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Handling missing values</a:t>
            </a:r>
          </a:p>
          <a:p>
            <a:pPr lvl="1"/>
            <a:r>
              <a:rPr lang="en-US" dirty="0"/>
              <a:t>Mean</a:t>
            </a:r>
          </a:p>
          <a:p>
            <a:pPr lvl="1"/>
            <a:r>
              <a:rPr lang="en-US" dirty="0"/>
              <a:t>Mode</a:t>
            </a:r>
          </a:p>
          <a:p>
            <a:pPr lvl="1"/>
            <a:r>
              <a:rPr lang="en-US" dirty="0"/>
              <a:t>Median</a:t>
            </a:r>
          </a:p>
          <a:p>
            <a:pPr lvl="1"/>
            <a:r>
              <a:rPr lang="en-US" dirty="0"/>
              <a:t>Fixed</a:t>
            </a:r>
          </a:p>
          <a:p>
            <a:pPr lvl="1"/>
            <a:r>
              <a:rPr lang="en-US" dirty="0"/>
              <a:t>Drop</a:t>
            </a:r>
          </a:p>
          <a:p>
            <a:r>
              <a:rPr lang="en-US" dirty="0"/>
              <a:t>Encoding</a:t>
            </a:r>
          </a:p>
          <a:p>
            <a:r>
              <a:rPr lang="en-US" dirty="0"/>
              <a:t>Scaling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5D5CDAE-CFBD-725A-1C55-D33F9EE207E3}"/>
                  </a:ext>
                </a:extLst>
              </p14:cNvPr>
              <p14:cNvContentPartPr/>
              <p14:nvPr/>
            </p14:nvContentPartPr>
            <p14:xfrm>
              <a:off x="1136520" y="2191680"/>
              <a:ext cx="4132440" cy="19404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5D5CDAE-CFBD-725A-1C55-D33F9EE207E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27160" y="2182320"/>
                <a:ext cx="4151160" cy="1959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561426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A99049-BB37-BB06-0FAE-A3461A9EA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E86D9-6D56-AE6F-BAE1-370E4B929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37232"/>
          </a:xfrm>
        </p:spPr>
        <p:txBody>
          <a:bodyPr/>
          <a:lstStyle/>
          <a:p>
            <a:pPr algn="ctr"/>
            <a:r>
              <a:rPr lang="en-US" b="1" dirty="0"/>
              <a:t>Encoding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1ED288D-88B1-6B19-6705-4FD34FDA9496}"/>
                  </a:ext>
                </a:extLst>
              </p14:cNvPr>
              <p14:cNvContentPartPr/>
              <p14:nvPr/>
            </p14:nvContentPartPr>
            <p14:xfrm>
              <a:off x="4998240" y="3835440"/>
              <a:ext cx="6943320" cy="26751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1ED288D-88B1-6B19-6705-4FD34FDA949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988880" y="3826080"/>
                <a:ext cx="6962040" cy="2693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530831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8B54D-27F4-C37E-DEA7-F5444D3C4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529F6-F941-BEC8-E19B-35F63BDE28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Categorical-&gt; Numerical</a:t>
            </a:r>
          </a:p>
          <a:p>
            <a:r>
              <a:rPr lang="en-US" dirty="0" err="1"/>
              <a:t>Turlari</a:t>
            </a:r>
            <a:endParaRPr lang="en-US" dirty="0"/>
          </a:p>
          <a:p>
            <a:pPr lvl="1"/>
            <a:r>
              <a:rPr lang="en-US" dirty="0"/>
              <a:t>One-Hot</a:t>
            </a:r>
          </a:p>
          <a:p>
            <a:pPr lvl="1"/>
            <a:r>
              <a:rPr lang="en-US" dirty="0"/>
              <a:t>Label Encoding</a:t>
            </a:r>
          </a:p>
          <a:p>
            <a:pPr lvl="1"/>
            <a:r>
              <a:rPr lang="en-US" dirty="0"/>
              <a:t>Frequency encoding</a:t>
            </a:r>
          </a:p>
          <a:p>
            <a:pPr lvl="1"/>
            <a:r>
              <a:rPr lang="en-US" dirty="0"/>
              <a:t>Target Encoding</a:t>
            </a:r>
          </a:p>
          <a:p>
            <a:pPr lvl="1"/>
            <a:r>
              <a:rPr lang="en-US" dirty="0"/>
              <a:t>Ordinal Encoding</a:t>
            </a:r>
          </a:p>
          <a:p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3A1FF5C-E41E-7FA1-2EBE-D6D75E7D5C3B}"/>
                  </a:ext>
                </a:extLst>
              </p14:cNvPr>
              <p14:cNvContentPartPr/>
              <p14:nvPr/>
            </p14:nvContentPartPr>
            <p14:xfrm>
              <a:off x="1254240" y="2525400"/>
              <a:ext cx="3335400" cy="25437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3A1FF5C-E41E-7FA1-2EBE-D6D75E7D5C3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44880" y="2516040"/>
                <a:ext cx="3354120" cy="2562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99361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47714-7AD0-D216-933C-7A935441A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FDDEA-F0B1-D734-7E45-6A310D5A8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37232"/>
          </a:xfrm>
        </p:spPr>
        <p:txBody>
          <a:bodyPr/>
          <a:lstStyle/>
          <a:p>
            <a:pPr algn="ctr"/>
            <a:r>
              <a:rPr lang="en-US" b="1" dirty="0"/>
              <a:t>One hot -Encoding</a:t>
            </a:r>
          </a:p>
        </p:txBody>
      </p:sp>
    </p:spTree>
    <p:extLst>
      <p:ext uri="{BB962C8B-B14F-4D97-AF65-F5344CB8AC3E}">
        <p14:creationId xmlns:p14="http://schemas.microsoft.com/office/powerpoint/2010/main" val="29005460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862BD-9142-89A6-413F-53E6B682A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Encoding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144944-7C3F-9392-C912-FA18109A20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72499" y="390832"/>
            <a:ext cx="3233585" cy="8736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0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One-hot encoding</a:t>
            </a:r>
          </a:p>
        </p:txBody>
      </p:sp>
      <p:pic>
        <p:nvPicPr>
          <p:cNvPr id="2050" name="Picture 2" descr="Using Categorical Data with One Hot Encoding">
            <a:extLst>
              <a:ext uri="{FF2B5EF4-FFF2-40B4-BE49-F238E27FC236}">
                <a16:creationId xmlns:a16="http://schemas.microsoft.com/office/drawing/2014/main" id="{9DE0F472-0980-12BC-977F-7592BE3F44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32225" y="1969341"/>
            <a:ext cx="11327549" cy="4446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6364AE4E-595B-2492-2529-66FD3EFF12BF}"/>
                  </a:ext>
                </a:extLst>
              </p14:cNvPr>
              <p14:cNvContentPartPr/>
              <p14:nvPr/>
            </p14:nvContentPartPr>
            <p14:xfrm>
              <a:off x="7233564" y="2493965"/>
              <a:ext cx="127800" cy="705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6364AE4E-595B-2492-2529-66FD3EFF12B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227444" y="2487845"/>
                <a:ext cx="140040" cy="8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23F34BAC-67D0-CDD9-93D3-26C3136FB0BB}"/>
                  </a:ext>
                </a:extLst>
              </p14:cNvPr>
              <p14:cNvContentPartPr/>
              <p14:nvPr/>
            </p14:nvContentPartPr>
            <p14:xfrm>
              <a:off x="8910804" y="2546885"/>
              <a:ext cx="34560" cy="1314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23F34BAC-67D0-CDD9-93D3-26C3136FB0B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904684" y="2540765"/>
                <a:ext cx="46800" cy="14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EB8EECED-DB18-A655-A18D-C898C69D4069}"/>
                  </a:ext>
                </a:extLst>
              </p14:cNvPr>
              <p14:cNvContentPartPr/>
              <p14:nvPr/>
            </p14:nvContentPartPr>
            <p14:xfrm>
              <a:off x="10547724" y="2503325"/>
              <a:ext cx="39600" cy="316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EB8EECED-DB18-A655-A18D-C898C69D4069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0541604" y="2497205"/>
                <a:ext cx="51840" cy="4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2E3C3B7-1797-1048-A123-95D215132ECA}"/>
                  </a:ext>
                </a:extLst>
              </p14:cNvPr>
              <p14:cNvContentPartPr/>
              <p14:nvPr/>
            </p14:nvContentPartPr>
            <p14:xfrm>
              <a:off x="455040" y="829440"/>
              <a:ext cx="11450160" cy="60141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2E3C3B7-1797-1048-A123-95D215132ECA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45680" y="820080"/>
                <a:ext cx="11468880" cy="6032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491643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E37C3-67BA-7ADB-B025-12788FE9E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64C7E-0351-F64A-F2D7-43A8F918E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37232"/>
          </a:xfrm>
        </p:spPr>
        <p:txBody>
          <a:bodyPr/>
          <a:lstStyle/>
          <a:p>
            <a:pPr algn="ctr"/>
            <a:r>
              <a:rPr lang="en-US" b="1" dirty="0"/>
              <a:t>One-Encoding </a:t>
            </a:r>
            <a:r>
              <a:rPr lang="en-US" b="1" dirty="0" err="1"/>
              <a:t>amaliy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7149966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67E13-3EFE-FF4E-5F77-736426255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Label encoding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4EDEE1-3FDF-14A1-7720-6313D16758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Label</a:t>
            </a:r>
          </a:p>
        </p:txBody>
      </p:sp>
      <p:pic>
        <p:nvPicPr>
          <p:cNvPr id="3074" name="Picture 2" descr="How to Perform Label Encoding in R (With Examples)">
            <a:extLst>
              <a:ext uri="{FF2B5EF4-FFF2-40B4-BE49-F238E27FC236}">
                <a16:creationId xmlns:a16="http://schemas.microsoft.com/office/drawing/2014/main" id="{49C30D6B-8F6E-E5D6-1041-697DF17A2C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823282" y="2723992"/>
            <a:ext cx="3737164" cy="2299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5F73B5F-AD31-18B6-13BB-09883583231F}"/>
                  </a:ext>
                </a:extLst>
              </p14:cNvPr>
              <p14:cNvContentPartPr/>
              <p14:nvPr/>
            </p14:nvContentPartPr>
            <p14:xfrm>
              <a:off x="1142280" y="1548720"/>
              <a:ext cx="9671040" cy="50950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5F73B5F-AD31-18B6-13BB-09883583231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32920" y="1539360"/>
                <a:ext cx="9689760" cy="5113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315420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6B3BA-246F-E78A-A565-5A869EFB6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en-US" sz="5400"/>
              <a:t>Encoding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1BC95F-8FC7-6300-2197-700A0E469B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06624"/>
            <a:ext cx="6894576" cy="3483864"/>
          </a:xfrm>
        </p:spPr>
        <p:txBody>
          <a:bodyPr>
            <a:normAutofit/>
          </a:bodyPr>
          <a:lstStyle/>
          <a:p>
            <a:r>
              <a:rPr lang="en-US" sz="2200"/>
              <a:t>Datani bir turdan ikkinchisiga o’tazish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200"/>
              <a:t>One-hot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200"/>
              <a:t>Label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FB3524CF-1362-1386-D6ED-9E64406A68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155963" y="329183"/>
            <a:ext cx="3429969" cy="3429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What is One Hot Encoding and How to Do It | by Michael ...">
            <a:extLst>
              <a:ext uri="{FF2B5EF4-FFF2-40B4-BE49-F238E27FC236}">
                <a16:creationId xmlns:a16="http://schemas.microsoft.com/office/drawing/2014/main" id="{B3DD4E0C-1891-6655-D454-9109E91E63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0" b="6740"/>
          <a:stretch/>
        </p:blipFill>
        <p:spPr bwMode="auto">
          <a:xfrm>
            <a:off x="7863840" y="4559257"/>
            <a:ext cx="3995928" cy="1216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AF8DD68-8EAF-7CBE-BE6F-55BD08D4042B}"/>
                  </a:ext>
                </a:extLst>
              </p14:cNvPr>
              <p14:cNvContentPartPr/>
              <p14:nvPr/>
            </p14:nvContentPartPr>
            <p14:xfrm>
              <a:off x="1078920" y="469080"/>
              <a:ext cx="10835640" cy="59421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AF8DD68-8EAF-7CBE-BE6F-55BD08D4042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69560" y="459720"/>
                <a:ext cx="10854360" cy="5960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673629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FBE014-80B7-5BD3-1D74-98419F07D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B0E8B-B75F-2632-5989-445F815A5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37232"/>
          </a:xfrm>
        </p:spPr>
        <p:txBody>
          <a:bodyPr/>
          <a:lstStyle/>
          <a:p>
            <a:pPr algn="ctr"/>
            <a:r>
              <a:rPr lang="en-US" b="1" dirty="0"/>
              <a:t>Label-Encoding </a:t>
            </a:r>
            <a:r>
              <a:rPr lang="en-US" b="1" dirty="0" err="1"/>
              <a:t>amaliy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9672582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87FAD4-C402-4519-48A9-FE14B9F2C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F4316-2DD9-7264-C039-D1562D281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37232"/>
          </a:xfrm>
        </p:spPr>
        <p:txBody>
          <a:bodyPr/>
          <a:lstStyle/>
          <a:p>
            <a:pPr algn="ctr"/>
            <a:r>
              <a:rPr lang="en-US" b="1" dirty="0"/>
              <a:t>For Loop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6F2B5F5-EF4C-158F-D8E8-A004E4EBFF00}"/>
                  </a:ext>
                </a:extLst>
              </p14:cNvPr>
              <p14:cNvContentPartPr/>
              <p14:nvPr/>
            </p14:nvContentPartPr>
            <p14:xfrm>
              <a:off x="4401360" y="2652120"/>
              <a:ext cx="3345480" cy="20196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6F2B5F5-EF4C-158F-D8E8-A004E4EBFF0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92000" y="2642760"/>
                <a:ext cx="3364200" cy="2038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413914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99B4B-4EE9-46B6-4BE4-1F2A741F6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44C14-0507-9E4E-DBDA-D6BA5CC94F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Jarayonni</a:t>
            </a:r>
            <a:r>
              <a:rPr lang="en-US" dirty="0"/>
              <a:t> </a:t>
            </a:r>
            <a:r>
              <a:rPr lang="en-US" dirty="0" err="1"/>
              <a:t>avtomatlashtirish</a:t>
            </a:r>
            <a:r>
              <a:rPr lang="en-US" dirty="0"/>
              <a:t> </a:t>
            </a:r>
            <a:r>
              <a:rPr lang="en-US" dirty="0" err="1"/>
              <a:t>uchun</a:t>
            </a:r>
            <a:r>
              <a:rPr lang="en-US" dirty="0"/>
              <a:t> </a:t>
            </a:r>
            <a:r>
              <a:rPr lang="en-US" dirty="0" err="1"/>
              <a:t>ishlatilinadi</a:t>
            </a:r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A7BE92-FA8F-547F-8145-65E97D53CD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7225" y="2452687"/>
            <a:ext cx="3257550" cy="1952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5536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C1830-BF0D-89DA-1F3C-416AB351B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3BF52-DB20-56EC-BFB8-F31318822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37232"/>
          </a:xfrm>
        </p:spPr>
        <p:txBody>
          <a:bodyPr/>
          <a:lstStyle/>
          <a:p>
            <a:pPr algn="ctr"/>
            <a:r>
              <a:rPr lang="en-US" b="1" dirty="0" err="1"/>
              <a:t>Imtixon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7479979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26743-930C-1968-2EFD-5CE1F5393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Imtixon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8A737F-6414-CA5D-9D08-9CD88DB8F3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Nazariy</a:t>
            </a:r>
          </a:p>
          <a:p>
            <a:r>
              <a:rPr lang="en-US" dirty="0"/>
              <a:t>Python problem solving</a:t>
            </a:r>
          </a:p>
          <a:p>
            <a:r>
              <a:rPr lang="en-US" dirty="0"/>
              <a:t>ML task</a:t>
            </a:r>
          </a:p>
          <a:p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728C4B9-0463-EA4E-D29F-8C86605FCCEB}"/>
                  </a:ext>
                </a:extLst>
              </p14:cNvPr>
              <p14:cNvContentPartPr/>
              <p14:nvPr/>
            </p14:nvContentPartPr>
            <p14:xfrm>
              <a:off x="990720" y="1541160"/>
              <a:ext cx="4561560" cy="27410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728C4B9-0463-EA4E-D29F-8C86605FCCE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81360" y="1531800"/>
                <a:ext cx="4580280" cy="2759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582690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1ACBF-B094-147A-693B-24C8E8AC9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Vazifa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8266AA-E591-F587-ECF3-E850A00131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5-dars </a:t>
            </a:r>
            <a:r>
              <a:rPr lang="en-US" dirty="0" err="1"/>
              <a:t>uchun</a:t>
            </a:r>
            <a:r>
              <a:rPr lang="en-US" dirty="0"/>
              <a:t> report </a:t>
            </a:r>
            <a:r>
              <a:rPr lang="en-US" dirty="0" err="1"/>
              <a:t>yozing</a:t>
            </a:r>
            <a:endParaRPr lang="en-US" dirty="0"/>
          </a:p>
          <a:p>
            <a:r>
              <a:rPr lang="en-US" dirty="0" err="1"/>
              <a:t>Github</a:t>
            </a:r>
            <a:r>
              <a:rPr lang="en-US" dirty="0"/>
              <a:t> </a:t>
            </a:r>
            <a:r>
              <a:rPr lang="en-US" dirty="0" err="1"/>
              <a:t>yoki</a:t>
            </a:r>
            <a:r>
              <a:rPr lang="en-US" dirty="0"/>
              <a:t> </a:t>
            </a:r>
            <a:r>
              <a:rPr lang="en-US" dirty="0" err="1"/>
              <a:t>kaggledan</a:t>
            </a:r>
            <a:r>
              <a:rPr lang="en-US" dirty="0"/>
              <a:t> dataset toping: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5 ta </a:t>
            </a:r>
            <a:r>
              <a:rPr lang="en-US" dirty="0" err="1"/>
              <a:t>usulda</a:t>
            </a:r>
            <a:r>
              <a:rPr lang="en-US" dirty="0"/>
              <a:t> </a:t>
            </a:r>
            <a:r>
              <a:rPr lang="en-US" dirty="0" err="1"/>
              <a:t>tushirib</a:t>
            </a:r>
            <a:r>
              <a:rPr lang="en-US" dirty="0"/>
              <a:t> </a:t>
            </a:r>
            <a:r>
              <a:rPr lang="en-US" dirty="0" err="1"/>
              <a:t>qoldirilgan</a:t>
            </a:r>
            <a:r>
              <a:rPr lang="en-US" dirty="0"/>
              <a:t> </a:t>
            </a:r>
            <a:r>
              <a:rPr lang="en-US" dirty="0" err="1"/>
              <a:t>qiymatlarni</a:t>
            </a:r>
            <a:r>
              <a:rPr lang="en-US" dirty="0"/>
              <a:t> </a:t>
            </a:r>
            <a:r>
              <a:rPr lang="en-US" dirty="0" err="1"/>
              <a:t>to’ldiring</a:t>
            </a:r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2 ta </a:t>
            </a:r>
            <a:r>
              <a:rPr lang="en-US" dirty="0" err="1"/>
              <a:t>usulda</a:t>
            </a:r>
            <a:r>
              <a:rPr lang="en-US" dirty="0"/>
              <a:t> encoding </a:t>
            </a:r>
            <a:r>
              <a:rPr lang="en-US" dirty="0" err="1"/>
              <a:t>qiling</a:t>
            </a: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686DE59-AFF8-3DF0-F3E5-A10F7ADD12C3}"/>
                  </a:ext>
                </a:extLst>
              </p14:cNvPr>
              <p14:cNvContentPartPr/>
              <p14:nvPr/>
            </p14:nvContentPartPr>
            <p14:xfrm>
              <a:off x="923760" y="1631520"/>
              <a:ext cx="7697880" cy="1908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686DE59-AFF8-3DF0-F3E5-A10F7ADD12C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14400" y="1622160"/>
                <a:ext cx="7716600" cy="1927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036509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1457</TotalTime>
  <Words>133</Words>
  <Application>Microsoft Office PowerPoint</Application>
  <PresentationFormat>Widescreen</PresentationFormat>
  <Paragraphs>64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Office Theme</vt:lpstr>
      <vt:lpstr>5-dars</vt:lpstr>
      <vt:lpstr>Bugun</vt:lpstr>
      <vt:lpstr>Savol javob</vt:lpstr>
      <vt:lpstr>Takrorlash</vt:lpstr>
      <vt:lpstr>Takrorlash</vt:lpstr>
      <vt:lpstr>Data Preprocessing: Review</vt:lpstr>
      <vt:lpstr>Data Preprocessing: Review </vt:lpstr>
      <vt:lpstr>Encoding</vt:lpstr>
      <vt:lpstr>Encoding</vt:lpstr>
      <vt:lpstr>One hot -Encoding</vt:lpstr>
      <vt:lpstr>Encoding</vt:lpstr>
      <vt:lpstr>One-Encoding amaliy</vt:lpstr>
      <vt:lpstr>Label encoding</vt:lpstr>
      <vt:lpstr>Encoding</vt:lpstr>
      <vt:lpstr>Label-Encoding amaliy</vt:lpstr>
      <vt:lpstr>For Loop</vt:lpstr>
      <vt:lpstr>For loop</vt:lpstr>
      <vt:lpstr>Imtixon</vt:lpstr>
      <vt:lpstr>Imtixon</vt:lpstr>
      <vt:lpstr>Vazifa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Davronbek Malikov</dc:creator>
  <cp:lastModifiedBy>Davronbek Malikov</cp:lastModifiedBy>
  <cp:revision>4</cp:revision>
  <dcterms:created xsi:type="dcterms:W3CDTF">2025-06-24T06:17:20Z</dcterms:created>
  <dcterms:modified xsi:type="dcterms:W3CDTF">2025-12-15T14:15:47Z</dcterms:modified>
</cp:coreProperties>
</file>