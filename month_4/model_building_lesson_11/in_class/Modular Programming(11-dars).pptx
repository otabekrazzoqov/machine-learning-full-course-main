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0" r:id="rId4"/>
    <p:sldId id="27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1:11:32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3771 5214 171 0,'-12'4'16'0,"0"-2"-3"0,-3 2-3 0,2 0-2 16,2-1 3-16,0-1 0 0,1 0-2 0,-2 0-1 0,1 0-6 0,-1 1-2 15,2-1 1-15,-1 1-2 0,1-1-1 0,0 0 0 0,-1 0-2 0,1-2 1 16,0 1 3-16,0-1-1 0,1-1 3 0,-2-1-1 0,0 0 0 16,0-1 4-16,-2 1 1 0,1 1 4 0,-2 1 3 0,0 0 2 0,-1 1 1 15,1 0 1-15,-2 0 2 0,-1 2 0 0,-2 0-2 0,2 1-4 16,-3-1-3-16,1 0-2 0,0 1-5 0,-1 0 0 0,0 1-3 0,2 0 1 16,-1-2 1-16,0 1 0 0,0 0 0 0,1-1-1 0,-1 0 3 0,1 1-1 15,1-1 4-15,0 0 4 0,1 1 1 0,0 1 8 0,2 0 2 16,-2 0 3-16,2 1 1 0,-1 1-1 0,2-1 2 0,-1 2-2 0,-1 1-2 15,1 0-5-15,1 3-1 0,0-1-10 0,0 1 1 0,1 1-4 0,1 1-4 16,0 1 2-16,1 0-5 0,1 1-1 0,0 1-3 0,1 1 1 16,1-1 0-16,1 2-1 0,0-1 2 0,2 1-2 0,2 0 1 0,-1 1 3 15,0-1-3-15,2 0 3 0,1 1-2 0,0 0 1 0,1-3 1 16,1 2-1-16,1 0 4 0,0-1 2 0,-1 4 3 0,1-1 0 0,1-1-1 16,1 2-2-16,1 1 1 0,0-2 0 0,1 3 0 0,1-1-1 0,1-1 2 15,1 2-1-15,0 0-1 0,3 1-1 0,1-1 1 0,1-1-2 16,1-1 0-16,2-1 0 0,1 0-3 0,-1-1-2 0,3-1 0 0,1 1 4 15,-1 0 0-15,3-1 2 0,2-2-2 0,-1 2-2 0,1-2 1 0,-1 0 1 16,1 0-1-16,0-1 3 0,2 0-1 0,1-1 3 0,0 2 4 16,1 0-1-16,-2 0 0 0,1-1-3 0,-1 2 0 0,2-2 2 0,-1-1 0 15,3 1 3-15,-1-1-1 0,2 0-2 0,1-2 2 0,0 0-2 0,1-1 0 16,1 1-2-16,1-2-2 0,0-1 1 0,1 0 1 0,-2-1 0 16,2 0-2-16,2 0 4 0,-2-1-7 0,0 0 2 0,0 0 1 0,-2 0-1 15,2 0 6-15,-2 1-1 0,0 0 1 0,1 0 0 0,-2 1 2 16,1-1 2-16,-1 1-1 0,1 2 3 0,-2-1-3 0,1-1-1 0,1 1-2 15,0-1-2-15,3 1 2 0,-3-1-1 0,1 0 1 0,0 0 0 16,-1-1-3-16,4-2 0 0,-3 0-2 0,3 0-7 0,0-2 2 0,-1 0 0 16,0-1 3-16,2-1 6 0,-2 0-7 0,0-2 2 0,2 0-4 0,-1 0 3 15,0-1 4-15,1-1-1 0,-1 0 2 0,-2 0-2 0,1-1-1 0,-1 0 6 16,2 0 2-16,-3 0 4 0,0-1 10 0,1 0 0 0,-2-1 3 16,2 0-2-16,-1 0-7 0,0-1-4 0,0 1-6 0,-1-3 0 0,2 1 0 15,1 0-2-15,-1-1 1 0,0-1-2 0,-1 0-1 0,0-1 0 16,1 0 1-16,0-1-2 0,0-1-2 0,1 0-1 0,-3-1-2 0,1 0 2 15,-2 0 1-15,-2-1 3 0,1-1 4 0,0-2 4 0,0 1 1 0,0-3-3 16,0 0 2-16,0 0-5 0,-1 0 0 0,-2 0 5 0,1-1-2 16,-1 0 3-16,1-2 0 0,-1 0-7 0,0 0 2 0,-1-2-6 0,0 0-3 15,-1 1-4-15,0-1 7 0,-1 1 1 0,-1-1 5 0,-1 0 3 0,-1 0-6 16,-2-2 1-16,0 0 1 0,-2 2-1 0,-3-1 8 0,0 2 2 16,-1 0 1-16,0 0 2 0,-3 1 2 0,1-2 1 0,-2-1-1 0,-2 0-2 15,-1-2-4-15,-1 0 1 0,1 0-3 0,-1 1-3 0,-1-1-3 16,-1-1-6-16,-1 1 1 0,0-3-2 0,-1 1-5 0,-2-1 8 0,0 2-5 15,-3-2 3-15,0 1 4 0,-2-1-3 0,0 1 1 0,-3-1 2 0,-1 0-1 16,-1 2 1-16,-4-1 4 0,0 2-2 0,-3-2 5 0,-1 0-4 16,-2-1 0-16,-3 0 2 0,0 1-1 0,-4 3 0 0,0-1 2 0,0 0-9 15,-2 1 0-15,-1 0-2 0,-1 0 1 0,-2 0 3 0,-2 0-3 0,1 4 4 16,-4 0-5-16,-1 0 4 0,-3 3-2 0,-1-2-4 0,-1 2 0 16,-2 1-2-16,-1 2 1 0,-2 1 2 0,-2 1 1 0,-3 3 3 0,-2-1 2 15,0 3 2-15,-2 0 6 0,0 2 4 0,0 1 5 0,-1 2-1 0,0 0 1 16,0 2-6-16,-2 0 0 0,0 1-3 0,-1 1-3 0,-2 1 0 15,1 2 4-15,1 1-3 0,-1 1 3 0,1 1 0 0,0 1-4 0,0 2 1 16,2 0-7-16,-3 2-3 0,0 1-9 0,-1 2-2 0,0 1 1 0,1 1 2 16,-1 3 3-16,-1 0-8 0,-1 0-2 0,1 4 5 0,0-1-5 15,1 5 7-15,1 0-1 0,1 0-11 0,2 1-7 0,2-2-23 0,1 1-37 16,2-1-40-16,2 2-39 0,2-1-37 0,-1 0-19 0,4-1 7 16,1-2-18-16,1-1 1 0</inkml:trace>
  <inkml:trace contextRef="#ctx0" brushRef="#br0" timeOffset="40740.9">14336 6270 1015 0,'-24'-10'100'0,"-2"0"-38"0,-7-2-45 16,6 4-34-16,3 1-12 0,2 0-11 0,0-1-2 0,-2 0 2 0,-2 0-7 16,-3-2-5-16,-1 0-6 0,-4 1-9 0,-1 0 3 0,-5 2 7 15,-2 1 10-15,-4 1 14 0,-3 2 10 0,-2 1 9 0,-6 1 11 0,-2 1 10 16,-3 2 13-16,-4 1 14 0,-2 0 8 0,-7 2 0 0,-3 2 3 0,-3 3-8 16,-2 2-2-16,0 3-4 0,-2 2-3 0,-2 3 3 0,0 3 5 15,2 2 20-15,2 1 14 0,4 2 21 0,5 2 11 0,6 1-7 0,5 3-17 16,6-1-25-16,6 3-27 0,3 0-24 0,7 2-13 0,5 5-6 15,4 0-8-15,6 3-5 0,1 4-15 0,4-2-11 0,3 5-5 0,0 0-5 16,3 2 10-16,1 2 9 0,4-1 4 0,1 2 6 0,4-1 0 0,2 1 3 16,5-2 3-16,3-1 4 0,6-3 2 0,4-4-2 0,4-1-3 15,6 0 3-15,3-2 4 0,5-1 9 0,4-2 3 0,5 0 2 0,4-3 1 16,4-2 8-16,3-1 6 0,4-2 9 0,4 0 5 0,5-4 0 16,7-1 5-16,5-4 2 0,8-3 1 0,6-1 5 0,7-5 2 0,6-2-5 15,7-3-5-15,6-3-6 0,6-4-9 0,5-3-3 0,4-4-7 0,4-3-5 16,1-2-1-16,3-2 2 0,3-2 3 0,-1 0 0 0,1-1 1 15,2-2 6-15,-1-1 15 0,3-1 11 0,1-2 14 0,3-3-1 0,-2-1-8 16,-4-2-3-16,-1 0-7 0,-4 1-5 0,0 0-6 0,-1-1-7 0,0-2 2 16,-3-1 0-16,1-1 0 0,-5-2 0 0,-4 0-1 0,-6 0 4 15,-6-1 0-15,-3 1 1 0,-5-3 3 0,-3 0 2 0,-3-1 9 0,-6 0 4 16,-3-1 5-16,-6-2-5 0,-3-1 2 0,-5-2-3 0,-7 2-2 0,-4 2 7 16,-7-2 0-16,-5 2 7 0,-5-2 3 0,-5 1 3 0,-8 1 17 15,-7-2 2-15,-6 3 8 0,-7-1-3 0,-9 1-28 0,-6 0-18 0,-9-1-28 16,-6 1-28-16,-11-4-11 0,-7 0-10 0,-9 0 6 0,-9-1 11 0,-9 1 10 15,-10 0 2-15,-11 0 6 0,-6 2 4 0,-9 2 7 0,-7 1 15 16,-8 2-1-16,-6-1 3 0,-7 2-9 0,-5 1 0 0,-1 2-3 16,-3 1 3-16,0 2 2 0,-2 2-3 0,-4 2-1 0,-5 2-9 0,-2 2-1 15,-6 1-10-15,-5 5-25 0,-5 3-21 0,-7 7-29 0,-6 7-24 0,-1 6 8 16,7 4 8-16,8 2-2 0,9 1-26 0,7-1-53 0,3 2-105 0,-4 3-282 16</inkml:trace>
  <inkml:trace contextRef="#ctx0" brushRef="#br0" timeOffset="57475.04">3871 8035 792 0,'-17'2'30'16,"0"1"-14"-16,-5 2-4 0,4 1-8 0,4-2 6 0,2-1 1 16,-1-1-3-16,2 0 1 0,-2 1-3 0,1-1-8 0,0 1-4 0,0 0-4 15,1 1-5-15,0 1 0 0,-1 1-1 0,0-2 5 0,-1 3 0 0,0 0 5 16,0-1 4-16,-2 1 1 0,-1 0 1 0,1 0 0 0,-1 0 0 15,-2 0 2-15,2 0 1 0,0 0 0 0,-1 0 1 0,1 1-2 0,-2 0-1 16,3 1 2-16,-2 0-1 0,-1 0 0 0,1-2-4 0,-2 2 2 0,-1 0-3 16,1 0 1-16,1 2 6 0,0-1-4 0,1-1 7 0,1 2-1 15,-1-1 5-15,-1 0 2 0,0-1 4 0,1 0 1 0,0-2 0 0,1 0 1 16,3 0-1-16,0 1 1 0,1 0-3 0,0 0-1 0,1 0-5 16,0 0-4-16,2 1-1 0,0-2-3 0,0 2 1 0,1 0-2 0,1 1 0 15,-1 0-2-15,1 2-3 0,1 1 0 0,1 1-1 0,0 1-2 0,0 2 2 16,2-1-4-16,1 3 1 0,0 0 1 0,2-2-1 0,-1 1 3 15,1 0-2-15,1-1 3 0,0 0-1 0,1 2 2 0,0-1 3 0,2 0-3 16,0 1 2-16,1 2-1 0,0-2-1 0,2 1 0 0,1 2-4 0,1-2 1 16,0 1-3-16,2 1 3 0,0-3 3 0,0 2 3 0,3 1 1 15,0-2-1-15,1 3 0 0,1 1-2 0,1-2 1 0,2 0 0 0,3-1 1 16,0-1-3-16,2-1 1 0,1 1 1 0,2-3 0 0,3 2 6 0,3-1 0 16,-1-2 3-16,3 0 5 0,-2-3-1 0,3 0 4 0,0-1 2 15,1-2-1-15,3 2 6 0,-2-2 0 0,2-1-1 0,1 1 1 0,1-1 0 16,0-1-2-16,2 2 2 0,0 0 5 0,1-1 0 0,1 1-1 15,1 1-5-15,0-2-2 0,0 1-4 0,2 0-1 0,1 0-3 0,1 1-4 16,0 0-3-16,4-1 1 0,-1 1 2 0,1 0-3 0,3 0-2 0,-2-1-6 16,3 0 3-16,0-1 0 0,2 1 0 0,2 0 1 0,2 1 8 15,1-1 1-15,0-1-2 0,1-1 3 0,2 2-7 0,0-1-4 0,0-1 4 16,1-1 2-16,-2-1-11 0,1 0 4 0,1 0-5 0,-1 0 1 16,0-3 10-16,2 1 7 0,0-1 6 0,-2-1 13 0,3 1 4 0,-2-2-1 15,1-1 1-15,2 0-4 0,-1-1-1 0,0 0-1 0,2-1-6 0,-1-1-8 16,0 1-6-16,1 0 4 0,-1 0-8 0,1 0 6 0,2-1-2 15,-1-2-1-15,1 0 2 0,2-1-5 0,-1-1-3 0,0-1-4 0,-4-1 0 16,2-2-4-16,2-1-4 0,-1-1-3 0,0-3 1 0,1 2 10 0,-2-1 8 16,1-2 5-16,-4-1-4 0,0-1-1 0,-4 0 0 0,0-1-5 15,-3 0 11-15,-3 0-4 0,0 0 4 0,-3 0 2 0,-2-1-2 0,-1 0 7 16,-2 0 1-16,-1-1 4 0,-1-1 3 0,-3-2-6 0,-2 0 0 0,-2-2-3 16,-1 3-2-16,-3-1-1 0,-1 1-3 0,-1-2 2 0,-3 0-2 15,-3 1 0-15,-1 0 1 0,-6 1-7 0,-3 0 3 0,-3 1 7 0,-4 1 3 16,-2 1 14-16,-3 0 1 0,-2-2-7 0,-3 0 0 0,-3 1 0 15,-2-1-6-15,-3 0 1 0,-3 1-5 0,-3-2-8 0,-4 0-3 0,-2-1-6 16,-3-1-2-16,-3 0 4 0,-2 0-1 0,-2 0 1 0,-4 0-5 0,-2 1 3 16,-5 1 0-16,0-1-3 0,-2 1-3 0,-5 0-2 0,1-1-4 15,-5 3-1-15,-3-3 1 0,0 3 7 0,-4-1 1 0,-1 0 8 0,-3 1-1 16,-2-2 2-16,-2 0-2 0,-2 2 3 0,-3-2-3 0,0 2-2 0,-2 0 7 16,-3 0 1-16,0 2-2 0,-2-1-1 0,-2 0-7 0,-1 3-7 15,0-2 7-15,-1 1-2 0,-2 2 6 0,-3-1 0 0,-1 2 0 0,-2 0 1 16,-2 3-4-16,-2-1-3 0,1 3 3 0,-1 1 2 0,-2 1-5 15,0 2 1-15,-1 2-2 0,-2 1-7 0,0 2 1 0,-3 1-1 0,-3 3 2 16,-2 2 5-16,0 2-1 0,0 3-1 0,0 2-8 0,2 3-5 0,-2 2-9 16,-1 1-11-16,1 5-17 0,0 3-39 0,1 1-31 0,3 2-42 15,2 1-51-15,-1 3-27 0,3 2-49 0,0 3-27 0,0 5-152 0</inkml:trace>
  <inkml:trace contextRef="#ctx0" brushRef="#br0" timeOffset="89896.84">4503 9545 672 0,'-16'-12'77'0,"0"0"-49"15,-5-2-26-15,4 4 4 0,4 3 0 0,-1-1 0 0,1-1-1 16,-2-2-10-16,0 1-8 0,0 0-14 0,-1 2-13 0,-1 2-10 0,1 0-6 16,-2 0 1-16,0 2 6 0,-1 1 13 0,2 0 10 0,-3 1 12 0,0 1 7 15,0-1 4-15,-2 1 6 0,0 1 3 0,1 1 3 0,-2-1 3 16,0 2-4-16,-2 0 4 0,-1 1-2 0,-1 1 2 0,0 1 6 0,1 0 3 16,0 1 3-16,0-1 2 0,-2 0-1 0,1 2-2 0,-1-1-3 0,0 2-6 15,1-1-2-15,-2 1-1 0,1-2-2 0,-1 1 4 0,0-1 2 16,-2-1-1-16,1 2 5 0,-1 0-6 0,0 0-1 0,0 2 1 0,0-1-4 15,-2 0 0-15,0 2 0 0,-1-1-7 0,1 2-2 0,2 1 2 0,0 1-4 16,-1 2 1-16,2 0 2 0,-1 3-8 0,3-1-2 0,-1 0-6 16,2 0-10-16,-1 3-7 0,2 1-6 0,1 0-2 0,1 5 0 0,1-2 4 15,2 2 7-15,1 0 5 0,2-1 7 0,1 1 4 0,2-1 2 16,2 1 1-16,1 0 3 0,2 0 3 0,2 0 2 0,2-2 3 0,2 0 2 16,2-2 5-16,2 1 1 0,3-2 1 0,3 0 4 0,3-1 2 0,1 0 3 15,4-3 0-15,1 1 0 0,5-1-3 0,2 0-2 0,1-2-3 16,5 0-2-16,0 0-2 0,3 0 0 0,2-1-2 0,2 1 0 0,2 0-1 15,1 0 2-15,4 1 0 0,0 1 0 0,2-1 2 0,5 0 0 0,-1-2 3 16,2 1-2-16,2 1 2 0,-1-2 0 0,4-2 4 0,2 1-1 16,2-1-1-16,2 0-1 0,2-1-8 0,2 0 3 0,2 0-1 0,1-1-1 15,2 0 2-15,0-2-2 0,0 0 2 0,3-2-2 0,0-3 1 16,2 1 4-16,4-2 1 0,-1 0 3 0,-1 0 3 0,3-2 6 0,-1 0 1 16,1 0 3-16,2 0 3 0,-1-1-3 0,1 0 1 0,0 0-2 0,0 0-1 15,-1 0 4-15,-1 0-8 0,1 1 4 0,-1-1 1 0,1 0-2 16,0-1 6-16,0 0-2 0,-1 0-2 0,1-2 1 0,-2 0-1 0,0-2-4 15,0 0 0-15,-1-2-1 0,-1 1-1 0,2-2-1 0,-3 0-7 0,-1 2-2 16,-3-3 0-16,0 1 1 0,-1-1 1 0,-2-1 1 0,-1 0 1 16,-3 0 2-16,-1-2-4 0,-1 0-3 0,-3 0 3 0,-1-2-8 0,-2 2 2 15,-2-3-1-15,-3-1-5 0,-2 1 2 0,-4 0 0 0,-2 1 1 16,-4 0 2-16,-3-1 6 0,0 2-2 0,-5-1 6 0,-1-1 2 0,-5-1 0 16,-4 0-1-16,-1-2-5 0,-6 1 0 0,0 0-3 0,-4-2 4 0,-3-1-13 15,0 0-2-15,-4-1 8 0,-1 0-3 0,-1 0 12 0,-4-2-1 16,-2 1-5-16,-3-2 0 0,-2 0-5 0,-2 2-3 0,-3-2-3 0,0 1 2 15,-5-1 2-15,-2 0 1 0,-3 0 2 0,-5-2-2 0,-2 0-3 0,-5 0 1 16,-2 1-4-16,-4 0-1 0,-2 1 1 0,-5 1-4 0,-3-2 5 16,-3 2-1-16,-5-2-1 0,-1 2 1 0,-4 1-18 0,-5 0 7 0,-1 1 0 15,-5 2-2-15,-1 0 13 0,-2 0 0 0,-4 2 4 0,3 1 3 16,-5 2 2-16,-1 2-3 0,-1 3 1 0,-2 1 6 0,0 1 3 0,-1 2-2 16,-1 3 3-16,-1 2-6 0,0 3-13 0,-2 0-8 0,3 2-22 0,-1 1-28 15,4 0-42-15,1-1-58 0,2 2-58 0,0-2-57 0,2-1-14 16,1 0-137-16</inkml:trace>
  <inkml:trace contextRef="#ctx0" brushRef="#br0" timeOffset="94563.84">3587 10536 699 0,'-30'-3'333'15,"-2"1"-287"-15,-6 1-33 0,5 2-15 0,8 0 1 0,-1 2 10 0,2 1 6 16,-3-1 0-16,1 2 0 0,2-1-10 0,-1 1-5 0,4 1-3 0,-1 0-5 16,2 1-3-16,0 0-1 0,-1 2 0 0,0-1 2 0,2 2 1 15,0 1 2-15,-1 2 4 0,2 0-1 0,-3 0 6 0,-1 1-1 0,2 1 3 16,-3 2 4-16,0 0-6 0,1 4 4 0,-2 0-2 0,0 0-1 0,0 3 5 16,1 2 3-16,2 0 3 0,-1 2-1 0,1 1-1 0,1 1-8 15,-1 1-2-15,0 3 0 0,2 0 0 0,0 2 2 0,0-1-3 0,5-3 0 16,1 0 1-16,1-2 0 0,2 0 0 0,1-2-1 0,1 1-1 15,2-2 0-15,3 0 0 0,2 0-2 0,0-2 0 0,1 1 0 0,0-1 0 16,2 1 5-16,2 0 2 0,1-1 2 0,2 1 0 0,1-1 4 0,2 2-3 16,2-2 5-16,1 1 0 0,2 3-3 0,3-2 5 0,3 1-7 15,1-1 2-15,3-1 0 0,0-2-2 0,3 2-1 0,3 0 1 0,0-3-4 16,4 2 3-16,3-3 1 0,1 0-2 0,2-1 0 0,2-1-5 0,2-1 1 16,2-2 0-16,2-1 1 0,5-1-1 0,0 0-1 0,1 0 6 15,2-1 1-15,1-2 3 0,1 1-2 0,2 0-4 0,1 0 0 0,1-2 0 16,1 0 6-16,0 0-3 0,2-2 7 0,0 1 0 0,1-2-1 0,-2-1 2 15,1-2-4-15,1 1 0 0,-1-1 2 0,0-1 0 0,1-1-2 16,0-1 3-16,1-2 2 0,-2 0 1 0,0-2 0 0,-3-1 5 0,0-1-5 16,0-1 5-16,-1-1-1 0,-2-2 1 0,-1-1 1 0,1-1-1 0,-2-2 1 15,-1-2 4-15,-1-1-1 0,-2-2 1 0,-1-2 2 0,-1 0-10 16,-1-3 4-16,0-1-9 0,-3 2 5 0,-1-4 6 0,-2 0 1 0,-2 0 1 16,-2-2-3-16,-1-1-3 0,-2-1-1 0,-3 0 2 0,-3-2 0 15,-4 1-1-15,1-3-1 0,-4 0-2 0,-1-3 5 0,-3 0-9 0,-3 0 0 16,-2-3-2-16,-2 2-7 0,-4-4 3 0,-1 0-6 0,-3 1-3 0,-3-3 2 15,-3 2-2-15,-2-1-2 0,-4 0 4 0,-1 1-7 0,-3 1 1 16,-4 0 5-16,-2-2-5 0,-4 2 1 0,0 0 0 0,-5 1-2 0,0 3-1 16,-4 0 0-16,-1 1 3 0,-2 1-6 0,-4 3 6 0,-4 0 2 0,-1 2-5 15,-3 0 9-15,-1 2-5 0,-2 0-5 0,-3 1 1 0,-2 1 12 16,-2 2-3-16,-3 3 4 0,-3-1-5 0,-2 3-14 0,-3 1 4 0,0 1-4 16,-4 2 2-16,-2 2-2 0,-2 3 2 0,-2 0 1 0,-2 2-4 0,-2 4 1 15,-4 1-11-15,0 4 3 0,-4 3 1 0,-1 4-1 0,-3 3-5 16,-2 4 5-16,-1 4-2 0,-1 4-2 0,-2 4 9 0,-1 5-8 0,1 6 1 15,0 4-1-15,3 5-21 0,0 5-2 0,1 5-16 0,0 5-43 16,3 3-81-16,3 6-112 0,3 0-86 0,5 3 17 0,1 1-7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1:13:37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3462 5482 250 0,'-10'-9'24'0,"1"0"-15"0,-1-2-2 0,3 1-6 0,2-1-3 15,1 1 0-15,1-1-3 0,0 2-5 0,0-3-9 0,1 1-9 0,2-1-7 16,-1 1 0-16,-1 2-1 0,0 1-17 0,1-1-4 0</inkml:trace>
  <inkml:trace contextRef="#ctx0" brushRef="#br0" timeOffset="516">3389 5263 41 0,'-3'-7'48'0,"-1"-1"-3"0,-1-2-5 0,0 0-5 16,2 2 2-16,-1-2-4 0,2 1-2 0,-1-1-3 0,2 1-8 0,1 0-6 15,0 0-4-15,1 0-6 0,2-1-1 0,2-1-4 0,3-1-1 0,1 1 0 16,1-1 0-16,3 0 2 0,1-1 2 0,1-1 0 0,1-1 0 16,4 1 2-16,0-3-2 0,1 0 2 0,2 1 1 0,3 1 4 0,2-1 4 15,3-1 6-15,0 0 6 0,3 0 3 0,2 0 1 0,1 0-2 16,5 0-3-16,0-1-6 0,2 1-5 0,2 0-4 0,4 2-4 0,1-1-2 15,1 0 0-15,1 2-3 0,0 2-1 0,1 2-1 0,2 1 0 0,1 3 1 16,-1 1 1-16,1 1 0 0,0 2 1 0,1 2 1 0,1 0 1 16,1 1 0-16,2 1 2 0,0 1 3 0,2 2-5 0,0 0 2 0,0 1-1 15,0 2 0-15,0 1 3 0,0 1-1 0,1 2-1 0,-2 1 2 0,0 0 0 16,-2 1 2-16,-2 0 1 0,1 2 0 0,-2 1-1 0,-1 0 1 16,-3 1 1-16,-1 2-1 0,-2 1 0 0,-2 0 4 0,-1 4-3 0,-3-1 4 15,-3 2-1-15,-3 1-2 0,0 0 4 0,-3 2 2 0,-3-1 1 0,-1 5 8 16,-3-2-1-16,-3 3-2 0,-2 0 2 0,-3 0-2 0,-3 3-2 15,-2 0-2-15,-2 2-4 0,-5-1 0 0,-1-2-3 0,-4 2 4 0,-3-1-3 16,-5 2-1-16,-3 0-1 0,-3-2-3 0,-3 2 2 0,-4-1 2 16,-3-1 1-16,-1 3 3 0,-5-2-3 0,-1 0 0 0,-2-3 1 0,-2 0 3 15,-2 0 1-15,-1-2-2 0,-2-1 0 0,0-4 0 0,-1-2 0 0,-1-1 0 16,-3-1 1-16,-3 0-2 0,0-3 0 0,-3 0 1 0,0-1-3 16,-2-2 2-16,-4 1-2 0,-1-4-2 0,-1 1-2 0,-2-2 1 0,0 0-4 15,0 1 13-15,-3-3 6 0,2-1 0 0,0 0 6 0,1-2-7 0,3-1 5 16,1-2 2-16,1 0-2 0,1-3-1 0,2 0-6 0,1-2-8 15,1-1-3-15,1 0-11 0,0-1 4 0,0 0-2 0,0-1-4 0,0 0 7 16,2-1-4-16,1 0 0 0,0 0 0 0,2-2-1 0,1 0 3 0,0-1 2 16,2-2-1-16,1 0-13 0,2 0 0 0,3-2 0 0,-1-1 2 15,5-1 9-15,-1 1 2 0,2-1 2 0,0 1 0 0,3-2-4 0,0-1-1 16,2-1-2-16,3 2 0 0,1 0 2 0,1 0-6 0,1 0 4 16,2 0-3-16,-1 1 0 0,1 0-4 0,2 0-1 0,2 1-5 0,2 0-6 15,0 2-7-15,1 0-10 0,3 0-12 0,-1 0-19 0,2-1-15 0,1 0-26 16,2-1-29-16,0 1-20 0,2 0-5 0,1-1 6 0,1 0 17 15,0 0 19-15,1 1 12 0,2-2 12 0,0 0 19 0,1 0 19 0,-1 1 19 16,3 0 13-16,1 1-26 0,0-1-62 0</inkml:trace>
  <inkml:trace contextRef="#ctx0" brushRef="#br0" timeOffset="933">7398 6126 613 0,'39'-5'16'0,"9"0"-11"0,16 0-1 15,-1 2-2-15,-2 2-5 0,4 0-3 0,0 0-6 0,2 1-6 0,1 1-11 16,-1 1-11-16,2 0-11 0,-2 2-4 0,1 1 6 0,-1 1 12 0,0 1 16 16,0 0 13-16,-3 2 10 0,2-1 7 0,-2 1 7 0,0-1 10 15,1 0 5-15,1-1 4 0,-1 0 2 0,0-2-3 0,1-1-2 0,1 1-1 16,1-1-3-16,0 0-6 0,0-1 0 0,1-1-3 0,0 0 2 15,1 0 2-15,-1-1-1 0,-1 1 6 0,2-1 1 0,-1 1 5 0,0-1 5 16,-1 1 4-16,-1-1 1 0,-2 1 1 0,1 0 3 0,-4 0-7 0,0 0 2 16,0 0-5-16,-2 0-12 0,-2 0-5 0,0 2-8 0,-3 0-19 15,0 0-9-15,-1 1-19 0,-2 3-31 0,-1 1-62 0,-1 1-95 0,-4 2-45 16,-2 0-126-16</inkml:trace>
  <inkml:trace contextRef="#ctx0" brushRef="#br0" timeOffset="12700.17">9918 7368 751 0,'-9'-7'67'0,"0"1"-42"0,-1-2-1 0,6 4-2 0,3 1-1 0,3 0-6 16,2 0 1-16,2-2-2 0,3 0-5 0,0 1 3 0,4 0-8 0,2 0-4 16,1 1 1-16,0 1-7 0,2 1 1 0,0 0 1 0,0 2-1 0,0 0 0 15,1 0 1-15,0 0 0 0,-2 1 1 0,-1 0 2 0,-2 1 3 16,0 0-2-16,-1 0 1 0,0 0 2 0,0 1-2 0,-1-1 3 0,0 1 0 16,-1-1 0-16,3 0 1 0,0 0-1 0,-1 0-2 0,0 1 3 15,-1-2-1-15,1 1 1 0,1-1 2 0,0 0 2 0,-1 1 1 0,3 0-1 16,1 0 4-16,2-1 0 0,1 0 4 0,2 0 1 0,3 0-4 0,1 0 0 15,2 0-4-15,0-1-2 0,3 1-1 0,-1 0 0 0,1 0 1 16,1-1 0-16,2 0 3 0,-1-1-2 0,2-1-2 0,0 0 4 0,1-2-4 16,2 0-4-16,-1 0 5 0,0 0-8 0,-1 1 0 0,0-1 2 0,1 1-5 15,0 0-1-15,0 0 3 0,-1 0-7 0,-1 0 5 0,1 1-3 16,-3-1-2-16,0 0 3 0,-1 1-1 0,0-1-2 0,-2 0 4 0,0 0-2 16,-2 0-1-16,2-1 3 0,-4 1-1 0,1-1 3 0,-2 1 3 15,-1-1 2-15,-1 0-2 0,-2-2 2 0,1 1 1 0,0-3-1 0,-2 1 3 16,0-1 0-16,-1-1-1 0,-2 0 2 0,1-2 2 0,0-1 2 0,-2-1-1 15,2-1 1-15,-2 0 1 0,0-1 0 0,-1-1 3 0,1-1-3 16,-1 0 1-16,0-3 0 0,-1-1-2 0,0 1 4 0,0-3-6 0,0-2-5 16,-3 2 6-16,0-1-2 0,-2-1-3 0,-2 1 7 0,-3 0-6 0,-3 0-4 15,-1 2 3-15,-4 0 0 0,-2 2-1 0,-2-1 2 0,-4 1 3 16,-2 1-9-16,-4 0 2 0,-4 0-4 0,-1 1-4 0,-5 2 4 0,-3 0-4 16,-4 0 7-16,-2 2 0 0,-2 0 5 0,-2 0 4 0,0 0 1 0,0 0 11 15,0 0-4-15,-1 2 1 0,1-1-1 0,-1 1-4 0,2 1 2 16,1 1-4-16,0 0 6 0,2 3-2 0,0-2-4 0,2 2 7 0,1 0-8 15,-2 0 2-15,3 2-1 0,-2 1-9 0,2 0 2 0,0 2-2 16,-1 1-3-16,1 1 3 0,-1 1-4 0,-1 1-3 0,-2 2 0 0,1 1 1 16,-1 0-1-16,1 3 3 0,-1-1 1 0,-1 3-2 0,1 0 0 0,-2 2 3 15,1 1-2-15,1 0 1 0,0 1 5 0,2 1-5 0,2 1 1 16,2-1 2-16,1 1-3 0,3 1-2 0,1-1-1 0,-1-1-5 0,2 2-1 16,1 1 5-16,1 0-2 0,2 1 1 0,2 2 1 0,0 0-4 0,2 2 3 15,0 1 0-15,2-1 1 0,-1 1 0 0,1-2-2 0,2 1 5 16,1 0 1-16,1-2-1 0,1 1 7 0,1-3-6 0,1 1 0 0,2-2 3 15,0-3-1-15,1-1 1 0,2-2 1 0,0-2 4 0,2-1-6 16,-1-1 6-16,2-2-1 0,1 0 1 0,1-1 3 0,1 0-1 0,-1-1-4 16,3-1 3-16,-1 1-2 0,2-2-1 0,-1 1 1 0,2-2-4 0,1 1 4 15,1-1-6-15,0 0 3 0,-1 1 0 0,2-1-6 0,0 0 5 16,1 1-3-16,2-2 1 0,-1 1 1 0,-1 0 0 0,1-1-3 0,-1 1 1 16,-1 0-1-16,1-1-1 0,-2 1 5 0,1-1-2 0,0 0 2 0,0 0-5 15,-1 0 1-15,-1-1 4 0,-1 1-2 0,0-2 0 0,-1 1 2 16,0 0 2-16,0-1-2 0,-1 2 2 0,0-1 0 0,-1 0-4 0,0-1 2 15,0 1 1-15,-1-1-3 0,-1 1 3 0,0-1 1 0,0 1 1 0,-1-1-1 16,0 1 3-16,0 0-3 0,-1-1-1 0,1 1 0 0,-1 0-3 16,0 0-1-16,0 0 1 0,0-1 1 0,-1 1-2 0,1 0 1 0,-1 0-5 15,1 0 1-15,0 0 1 0,-1 0-6 0,1 0-1 0,0 0-4 16,0-1-6-16,0 1-6 0,0 0-5 0,1-1-8 0,1 1-6 0,-1-1-22 16,2 0-31-16,-1-1-32 0,2 0-42 0,2 0-45 0,1-3-45 0,3-3-228 15</inkml:trace>
  <inkml:trace contextRef="#ctx0" brushRef="#br0" timeOffset="13575.69">13269 7703 903 0,'-16'-6'17'0,"1"1"-12"0,-1-1-5 0,9 3-8 0,6 2-8 0,1 0-5 16,4 1-1-16,1 0 6 0,3 0 0 0,2 2 5 0,1-1-1 15,2 2 0-15,2 1-3 0,1 0-2 0,2 3 0 0,1 0-1 0,3 2 1 16,2 0 1-16,0 0 1 0,2 2 4 0,-1-2 2 0,2 2 1 0,0-1 3 15,2-1-2-15,3 1 0 0,0 0 0 0,2-1 3 0,2 1 0 16,-1-1 1-16,2-2 0 0,-1-1 0 0,1-1 2 0,1-2 2 0,-2-1 5 16,0-2 2-16,-1-1 5 0,1-2 4 0,1-1 3 0,-2 0 9 15,-1-2 1-15,-4-2 2 0,1 0 4 0,-1-2 1 0,0 0 4 0,-1-1 8 16,0 0 2-16,-2-1 0 0,1 0 1 0,-1-1-6 0,0-1-8 0,-1 1-2 16,-1-1-8-16,1-1-1 0,-2-1-1 0,1 3 2 0,0-1-3 15,-4 0-6-15,1-1 2 0,-1-1-9 0,-2 0 3 0,1-1 2 0,-2 0 0 16,-2-1 0-16,-2-1-2 0,-2-2 0 0,-2 0-1 0,-2-2 2 0,-3-2-3 15,-1-2-2-15,-2-4-2 0,-3-2-4 0,-3-3-2 0,-1-3-3 16,-4 0-2-16,-2-2-4 0,-2-1 0 0,-4-1-7 0,-2 0 13 0,-3-2-1 16,-2 3 4-16,-2-1 5 0,0 0-12 0,-2 3 6 0,-2 1 1 15,-1 0 2-15,-4 2 4 0,-3 1-9 0,-5 0-5 0,-4 4-2 0,-3 1-1 16,-2 4 5-16,0 0 3 0,-4 3-5 0,-2 1 1 0,0 2-1 0,-4 2-2 16,0 3 1-16,-1 1-3 0,-3 3 2 0,0 2 5 0,0 3 3 15,0 2 3-15,-1 2-3 0,0 0-1 0,-1 1 3 0,1 2 3 0,1 1 3 16,1 2 2-16,2 1-9 0,1 0 1 0,2 4-3 0,2 1-2 0,1 2 11 15,4 2-3-15,0 2 1 0,4-1 1 0,3 4-4 0,4 0-6 16,1 0-1-16,4 3 0 0,2 1-4 0,4 0 6 0,1 2-6 0,4 2-4 16,2 0 4-16,3 3-5 0,1-1-1 0,3 1 2 0,2-1-1 0,4-1-2 15,3-2 1-15,2 1-2 0,2-1 0 0,3-1 5 0,2 0-4 16,3-2-3-16,4 0-4 0,3-1-7 0,2-3-5 0,5 0-7 0,2-1-8 16,2-1-18-16,5-1-36 0,2 0-42 0,5 0-36 0,2-3-42 15,5-1-162-15</inkml:trace>
  <inkml:trace contextRef="#ctx0" brushRef="#br0" timeOffset="40782.5">9638 11268 491 0,'-2'-15'105'0,"0"-1"-28"0,0-5 1 16,2 4-5-16,2 3-16 0,1-1-14 0,1 2-2 0,2 0-10 0,1 2-10 15,3-2-10-15,-1 2-4 0,3 0-2 0,1 1 2 0,0 1-3 16,0-1-4-16,1-1 2 0,2-1-5 0,1 0 4 0,1-1 4 0,2 1 0 15,1-1 2-15,2 0 0 0,1 0-1 0,2 1 5 0,2-3 0 0,1 0 1 16,3 0 2-16,3-1 3 0,0-1 6 0,3-1 1 0,4-1 0 16,1 1-2-16,3-2-2 0,3 0 3 0,3 1-1 15,2 0 7-15,2 0 5 0,2 0-2 0,1 0-4 0,1-1-9 0,2 1-4 0,1 0-3 0,2-1 3 16,2 1 1-16,0 2-4 0,-1-1 3 0,1 2-4 0,-3 1 0 16,-1 1 1-16,0 2 4 0,-2-1-3 0,-1 2-1 0,1 1 3 0,3 0-3 15,1 0 0-15,2 2 0 0,2 0-6 0,-1 0 0 0,2 0-9 16,1 1 1-16,3 1 0 0,3 0-3 0,2 1 10 0,-1 2-3 0,-2 0-3 15,-4 1 4-15,-5 1-11 0,-3 0 2 0,-4 1 2 0,-1 0-3 0,-2 0 11 16,-2 1-3-16,0 0 5 0,-1 2-1 0,1 1 2 0,0 2 9 16,-1 1-2-16,-1 1-1 0,-2 3-6 0,-3 1-7 0,-5 0 6 0,-1 1-3 15,-3 0-1-15,-3 1 0 0,-1 2-2 0,-3 1-4 0,0 1 6 0,0 3-4 16,0 1 1-16,-1 0 2 0,-1 2-2 0,-3 0 4 0,0 0-6 16,-3 1-3-16,-3-1-1 0,0 0-1 0,-2 0 2 0,-3-1 7 0,-1 1-2 15,-1-1-2-15,-2 0 3 0,-2 0 2 0,0 0 3 0,-2 1-3 16,-1 0 4-16,-2 1-6 0,-3 0-2 0,-2-1 4 0,-2 0-2 0,-3-1-3 15,-2-1-1-15,-2 0-2 0,-3-1 2 0,-2 0 5 0,-3 1 0 0,-3-2 2 16,-1 1-6-16,-3-1 1 0,-2-1 2 0,-1-1 0 0,-3 1 0 0,0 0-8 16,-4-3 1-16,0 2 0 0,-1-1 3 0,-4-1 9 0,0 2 4 15,-3 0-4-15,-3-1-1 0,-1-1-2 0,-1 1-8 0,-1-1 6 0,0 0-2 16,0-2 1-16,2 0-4 0,0 1-8 0,-2-1 0 0,0 0 0 0,0 1 7 16,-2-1 5-16,-2 0 2 0,-1-2-2 0,-3 3 5 0,-2 0-7 15,-1-2 8-15,-3-1 3 0,0-3-8 0,-1 0 1 0,0-2-7 0,1 1-2 16,0-2 2-16,0-1-3 0,-1 1 1 0,-3-2-3 0,-1 0-5 15,-1 0 0-15,-3-1-4 0,1-1 2 0,0 0 7 0,4-1 6 0,6-2 9 16,4-1 4-16,2 0 6 0,0-1 4 0,0-3-6 0,-1 0 4 0,1-1-9 16,-1 0-4-16,-1-1-1 0,0 0-2 0,-1-2 2 0,1 0 2 15,3-4 3-15,1-2 3 0,1-1 12 0,3-1-2 0,1-2-1 0,0-1-3 16,3 2-12-16,2-2 2 0,-1-1-1 0,1 0 0 0,1-2 2 16,0 0-7-16,1 1-3 0,2-3-2 0,0 2 5 0,1-2 4 0,0 0 5 15,2 2-2-15,3-2 2 0,0 3 1 0,3-1-1 0,1 2 6 16,3 1-7-16,1 0 2 0,1 2 2 0,2 2 4 0,1-1-2 0,3 1-1 15,2 2 0-15,1-1-3 0,1 0 2 0,2-1-5 0,2 2 1 0,0-1-3 16,4 1-2-16,0 1 4 0,1 2-4 0,2 0 0 0,1-1-1 0,0 2 1 16,2 0 1-16,0 0-1 0,1 1 1 0,1-1-3 0,0 1-2 15,0 0 5-15,1 0-1 0,1 1-3 0,0 3 3 0,0 0-3 0,0 0-2 16,1 2 4-16,0 0-4 0,-1 1 1 0,1 1 1 0,-1 2-4 0,2 1 2 16,-1 0 5-16,-1 1-6 0,2 2 1 0,0 0 0 0,0 1-2 15,0 1 3-15,1 0-1 0,-1 0-4 0,0 1 0 0,-1 1 1 0,2 0 0 16,-1 0 4-16,0 0-3 0,0 0 3 0,0-2-5 0,-1-1 3 15,-1 0 3-15,-1-1 2 0,1-1 3 0,-2-1-5 0,2 1-1 0,-1-1 4 16,0 1-5-16,0-1 4 0,0 0-2 0,-1 0-2 0,0 0-2 0,0 1 4 16,0-1 0-16,-1 1 0 0,0 0-1 0,0 0 1 0,-1 0 1 15,0 0-1-15,-1 0 2 0,1 1-4 0,-1-1 1 0,0 0-1 0,0 1 1 16,-1 0 2-16,1-1-5 0,0 0 6 0,0 0-2 0,0 0 0 16,0 0 2-16,1-1-2 0,-1 0-1 0,1 1 1 0,0 0 0 0,0-1 0 15,0 1-1-15,1-1 1 0,-2 0 0 0,1 0 2 0,1-1 3 0,-1 1-5 16,1 0 0-16,0-1 0 0,-1 1 0 0,1-1 0 0,-2 0 1 15,2-1-4-15,0 1 5 0,-1-1 2 0,1 0-4 0,-1 0 0 0,0 1-2 16,0-1 5-16,-1 0 0 0,1 1-1 0,-1 0 1 0,1-1-3 0,-1 1 2 16,0-1 0-16,1 0 0 0,-1 0-2 0,1 1 0 0,0-1-3 15,-1 0 2-15,0 0 2 0,0 1-2 0,0-1-1 0,0 1 1 0,1 0-1 16,-1-1 2-16,1 1 3 0,0-1-4 0,0 0 1 0,-1 0 0 0,1 0 0 16,0 0 3-16,-1 0-3 0,0 0 1 0,1 0 0 0,0 0-3 15,0 0 4-15,0 0-3 0,0 1 2 0,0-1-2 0,-1 1-2 0,1-1 3 16,0-1-4-16,0 2 1 0,0-1-3 0,-1 0 0 0,0 1 6 0,0-1-3 15,1 0 6-15,-1 0-2 0,1 0-1 0,-1 0 2 0,1 0-2 16,-1 1 0-16,0 1-3 0,1-2 2 0,-1 2-1 0,0-1 1 0,0 0 2 16,0 1 1-16,1 0-1 0,-1-1 0 0,0 0-5 0,0 0 6 15,0 1-2-15,0 1 0 0,1-1 2 0,-1 0-3 0,0 0 0 0,0 0 2 16,0 1-5-16,1-1 8 0,-1 0-7 0,1 1 5 0,0 0-1 0,-1 0-4 16,0-1 7-16,1 1-5 0,-1-1 2 0,1 0-1 0,1 1 2 15,-1-1-1-15,0 1 1 0,0-1-2 0,0 0-3 0,0 1 1 0,0-1 2 16,0 0 2-16,0 0-4 0,0-1 2 0,0 0 0 0,0 1-1 0,0-1 2 15,-1 0 2-15,0 0 1 0,1 0-2 0,-1-1-2 0,1 0-4 16,-1 1 5-16,0-1 3 0,0 0-1 0,0 0 1 0,0 0-6 0,0 0 4 16,0 1 5-16,0-1-3 0,0 1-3 0,0-1 2 0,0 1-3 15,0-1 0-15,0 1 4 0,-1 0-5 0,1-1 1 0,-1 1-2 0,1 0 0 16,-1 0 2-16,1 0-3 0,-1-1 3 0,1 2 0 0,-1-2 0 0,0 1 1 16,1 0 2-16,0-1-2 0,-1 1 1 0,1-1-1 0,0 1 2 15,-1-1-2-15,1 0-1 0,0 0 0 0,0 0 0 0,0 0 1 0,-1 0-1 16,1 0 0-16,0-1 0 0,0 1 5 0,0 0-3 0,0 0 1 0,0-1-3 15,0 1 1-15,-1 0 1 0,1-1-4 0,0 2 4 0,0-1-2 16,0 1 0-16,1-1-2 0,-1 0 0 0,0 0 3 0,0 1-2 0,0-1 2 16,1 1-1-16,0-1 0 0,0 1-1 0,0 0 1 0,1-1 2 15,-1 1-4-15,0-1 3 0,0 1 0 0,1 0-3 0,-1-1 0 0,1 1 2 16,-1 0 0-16,1 0 0 0,1-1 3 0,-2 0-6 0,2 0 1 0,-1 0 2 16,0 0 0-16,0 0 2 0,1-1-2 0,0 1 0 0,-1-1 3 15,1 0 1-15,0 1 3 0,0-1-8 0,0 0-2 0,-1 0-1 0,0 0 2 16,0 0 5-16,0 0 1 0,0 0-4 0,-1 0 0 0,1-1-4 0,0 1 1 15,-1 0 6-15,1 0 0 0,0 0 0 0,-1 0-3 0,0 0-3 16,0 0 3-16,-1 0 1 0,1 0-1 0,0-1-1 0,1 1 1 0,-2 1-1 16,1-1-4-16,0 0 10 0,0 0-7 0,0 1 2 0,-1-1 2 15,1 0-5-15,0 1 3 0,0 0-2 0,0-1 2 0,0 1 2 0,0 0-1 16,1 0 1-16,-1 0-4 0,0 0 2 0,0-1-1 0,0 1 2 0,1-1 2 16,-1 1-3-16,0 0 1 0,1 0-5 0,-1 0 4 0,0 0-1 15,1 0-1-15,-1 0 5 0,1-1-3 0,0 1 2 0,-1 0-4 0,1 0 1 16,0 1-1-16,1-1 2 0,-1 0 2 0,1 0-2 0,-2 0 1 0,1 0-1 15,-1 0 0-15,1 1 0 0,0-1-1 0,0 1 2 0,0 0 2 16,-1-1 0-16,-1 1-5 0,1-1-2 0,-1 1 1 0,1-1 2 0,0 0 4 16,-1 1 0-16,0-1 4 0,-1 0-6 0,1 1 0 0,0-1-1 15,1 0-1-15,-1 1 1 0,0-2 3 0,-1 1-6 0,1 0 3 0,0 0-3 16,-1 0 2-16,1 1 6 0,-1-1-3 0,1 0 0 0,-1 0 0 0,0 0-4 16,0-1 7-16,-1 2-7 0,0 0 4 0,1 0-4 0,-1 0-2 15,0-1 3-15,1 2-1 0,-2-1 2 0,0 0-1 0,1 0 0 0,-1 0 3 16,1 1-3-16,0-1 0 0,0 0-2 0,1 1 0 0,-1-1 4 0,0 0 4 15,0-1-3-15,0 1-2 0,1 0-4 0,0-1 3 0,0 0 4 16,0 0-5-16,0 1 5 0,0-1-3 0,0 0-3 0,0 0 5 0,0 0-1 16,0 0 0-16,-1 0 2 0,0 0-2 0,1 0-3 0,-1 0 0 15,1 0 1-15,0 0 0 0,0 0 2 0,0 1-1 0,0 0-1 0,0 0-2 16,0 0 1-16,-1 0 1 0,0-1-2 0,1 1 2 0,-1 0-2 0,2-1-1 16,-1 1 1-16,0 0-5 0,1 0-3 0,0-1 3 0,0 0-9 15,-1 0 3-15,1 0-9 0,1 0-7 0,-1 0-2 0,0 1 1 0,1-1-2 16,0 0-3-16,-1 0-4 0,1-1 2 0,1 1-4 0,-1 0 0 0,1-2-1 15,-1 1-3-15,1 0 1 0,-2-1 0 0,1 0-4 0,0 1-4 16,1-1-4-16,-1 0-5 0,0 0 2 0,1-1-5 0,-1 2-6 0,0-1-10 16,1 1-14-16,-1-1-12 0,1 0-20 0,-1 1-30 0,0 0-125 15</inkml:trace>
  <inkml:trace contextRef="#ctx0" brushRef="#br0" timeOffset="61567.49">14385 10842 115 0,'-19'1'70'0,"-1"0"-4"16,-8 1-13-16,3 1-7 0,0 0 0 0,0 0-5 15,0 1-5-15,0 0-7 0,0-1-8 0,0 0-10 0,0 1-6 0,1-2-5 0,-1 1 0 0,1-1 3 16,0-2 3-16,1-1-2 0,3-1 0 0,1-1-1 0,2 0 2 16,2 0-2-16,-1 0 0 0,1 0 0 0,-1 1 0 0,1 1 3 0,-2 1 1 15,0 2 2-15,-1 0 4 0,0 3 0 0,-2 1 6 0,-2 1-2 16,0 3 1-16,-4 0 1 0,-1 2-5 0,-3 3-1 0,0 1 5 0,-2 1-3 15,0 3-2-15,-3 0-1 0,1 1-4 0,0 2 3 0,-1 0 3 0,2-2-1 16,-1 1-3-16,4-2-3 0,2-2-2 0,2 0-1 0,2-2-2 0,0 1 0 16,4-2-2-16,2 0-1 0,1 0 0 0,2-1-1 0,2 0 1 15,-1 1-2-15,1 1-1 0,0 0 2 0,1 0-4 0,1 2 4 0,-1 0 0 16,0 0-2-16,1 1-1 0,-1 0 5 0,2 0-1 0,0-1-1 16,1 2 8-16,1-2-7 0,2 0 2 0,2-1 1 0,1-1-5 0,2 0 1 15,1-2-1-15,2 0-1 0,3-1-2 0,0-1-2 0,3-1 3 0,2 1-2 16,1-1 3-16,3-1 1 0,2 0-1 0,2-2 5 0,1-1 0 15,2 1 4-15,3-2-1 0,-1-1-3 0,5-1 2 0,0 0 0 0,2-2 0 16,1 0 0-16,2-1 0 0,0 0-3 0,4 0-2 0,-2 0 4 0,2 1-3 16,-1-1 2-16,-1 0-1 0,2 0 0 0,-1 1-3 0,1-2 2 15,0 1-6-15,0 0 2 0,1-2 5 0,-2 0-4 0,0-1 6 0,0-1-1 16,-1 0 0-16,0 0-1 0,0 0 0 0,0-1 3 0,-2-1-3 0,1 1 0 16,-3 0 0-16,0 1-1 0,-3 1 0 0,2-1 3 0,-1 0-1 15,1 1 3-15,-1-2-1 0,1 0 0 0,-2-1 2 0,2 0-1 0,-2-1-3 16,0 0 3-16,-1 0-4 0,1 0 2 0,0-1 2 0,-1 0-4 15,0-1 4-15,-4 0-1 0,2-1-1 0,-1 1 3 0,1-2 0 0,0 0-3 16,-2 0-1-16,1 0 6 0,-3-1-1 0,-2 0 1 0,1 0 1 0,0 0-7 16,-2 0 3-16,1-1 3 0,0-1-6 0,-1-1 1 0,1 0 0 15,-1 2 2-15,0-2 2 0,2 0-3 0,-1-1 2 0,0-1-6 0,1-3 2 16,-1 0-1-16,1 1-2 0,-2-2 0 0,1 0-2 0,-1 0-1 0,0 1 1 16,-1-1 2-16,-1 1 4 0,-3 0-1 0,-2-1 4 0,-2-1-2 15,-2 2 5-15,-1-3 4 0,-3 0 0 0,-1 1 1 0,-3-1 2 0,-1 1 0 16,-2 0 3-16,-3-1 2 0,-1 0-5 0,-2 0 1 0,-1 0-1 15,-4 2 3-15,-1-1 3 0,-3 1-2 0,1 1-4 0,-3 0 0 0,-2 2-2 16,-1 0-1-16,-3 3-1 0,-1-2-3 0,-3 0-1 0,-2 1-1 0,-3 2-2 16,1 2-4-16,-1 2 2 0,-2 2-2 0,-1 3 3 0,-2 1-2 15,0 2-2-15,-1 2-1 0,1 1-6 0,-1 3 0 0,1 0-7 0,0 2-7 16,1 1-14-16,0 3-24 0,0 0-33 0,-1 2-31 0,0 2-56 0,1 1-112 16,-2-2-36-16</inkml:trace>
  <inkml:trace contextRef="#ctx0" brushRef="#br0" timeOffset="66457.87">16340 11076 927 0,'-13'3'69'0,"-1"0"-27"0,-2 2-17 0,3-2-20 0,2-1-12 0,2-1-8 15,0-1-6-15,2 1 1 0,0 0 5 0,0-2 5 0,-1 1 9 0,0-1-2 16,0 0-4-16,-1 1 0 0,0-1-10 0,1 0-1 0,-2 2-5 15,0-1-3-15,-1 2 1 0,-1 1 1 0,0 1 3 0,-2 0 2 0,-1 1 2 16,0 0 4-16,0 1 3 0,1 0 2 0,-2 1 6 0,0 1-2 0,0-2-4 16,-1 1-8-16,-1 0-12 0,-1 0-7 0,-1 2-1 0,0-1 8 15,-1-1 5-15,3 0 11 0,1-2 7 0,1 0 0 0,0 0 6 0,3 1 2 16,-2-1 3-16,1 1 3 0,0 0 1 0,1 1 2 0,1 0 0 0,1 1-1 16,1 0 3-16,1 1 0 0,0 0 0 0,2 0 1 0,0 2 1 15,1-1-2-15,0 2 0 0,2 0-4 0,1 1-3 0,1 2 1 0,2-1-1 16,0-1-6-16,1 1 1 0,1 0-4 0,2 0-2 0,1 0 2 15,1 2 0-15,2-1-5 0,0 1-1 0,2-2-1 0,2 2-2 0,2-1 2 16,0 1 0-16,1-1 0 0,0 0 2 0,2 0 1 0,0-1 1 0,-2-1 2 16,3-1 0-16,0 0 3 0,0-1 0 0,3 0 1 0,1-1-1 15,-1-1-1-15,1 0 2 0,-1-1 1 0,-1 0 0 0,1 0 2 0,0-1-2 16,0 1 0-16,0-2 2 0,1 0 3 0,-1 0 2 0,1 0 3 0,-1 0 4 16,1 1 6-16,0-1 6 0,0-1 8 0,0-1 3 0,1 1-4 15,0-1 2-15,1-1-1 0,2-1-1 0,0-1 3 0,2-1-6 0,-1-1-7 16,2-1-3-16,0-2-8 0,3-1-5 0,1-1-6 0,2-3-2 0,-1 0-2 15,1-1 0-15,0-1 1 0,0-2-9 0,2-1 2 0,-2 0-2 16,0 1-3-16,-2 1 7 0,-1-1 1 0,0 0 1 0,-2 2 2 0,-1 1 0 16,0 1 4-16,-3 2 1 0,-1 0-2 0,-3 0 1 0,0 1-4 15,0 0 2-15,-1 1 0 0,2-1-2 0,-1-1 1 0,-1 0-1 0,0 0 2 16,1-2-2-16,-2-2-2 0,2 1 1 0,-1-2-2 0,-1 1-1 0,1 0 3 16,0-2-3-16,-2 1-2 0,0-2 4 0,-1 0-1 0,-3 1 3 15,1-1 4-15,-3 0 2 0,-1 0 2 0,-2 0 2 0,-1-2 4 0,0 0 0 16,-1 0 2-16,-1 1 0 0,-2-2-2 0,-1 0 2 0,-2 0-1 0,-2 0 1 15,-2 0-4-15,-1 0-4 0,-3 1 1 0,-1-2-3 0,-3 0 5 16,-1-1 3-16,0 1-2 0,-4-2 1 0,-1 1-3 0,-2 1-2 0,-2-2-4 16,-2 1-1-16,-2 0-5 0,-2-1 1 0,-2 0-1 0,-1 1-4 15,-2-2 1-15,0 1-4 0,-4 1-2 0,0-1 1 0,-1 2 0 0,0 2 3 16,2 0 3-16,-2 1 3 0,2 3 4 0,-3 1-4 0,1 2-6 0,1 1-6 16,-1 0-21-16,0 3-12 0,0 1-26 0,-1 3-33 0,1 1-48 15,-2 3-86-15,0 4-180 0</inkml:trace>
  <inkml:trace contextRef="#ctx0" brushRef="#br0" timeOffset="113716.96">21929 11510 251 0,'-6'-2'-7'0,"1"-1"-24"16,-2-2-17-16,2 0-26 0,1 0-13 0</inkml:trace>
  <inkml:trace contextRef="#ctx0" brushRef="#br0" timeOffset="114366.96">21797 11304 494 0,'-1'0'59'0,"2"0"-22"0,0-2-19 16,1 0-1-16,0-1-2 0,1 0-1 0,2-1-2 0,0 0-2 16,2-2-3-16,2-2-3 0,1 0 0 0,1-2-5 0,0-1 1 0,3-2 0 15,2 0-5-15,0-1 4 0,-1-2-1 0,2-1-4 0,1-1 3 0,0 1-2 16,0 0-2-16,1 0 5 0,0 2-1 0,0 3 3 0,1 0 0 16,-1 2 1-16,0 2 3 0,-2 1 1 0,1 0 1 0,1 2 0 0,-2 1 1 15,3 1 6-15,0 2 5 0,-1 1 8 0,1 1 6 0,0 1 8 16,-2 0 2-16,3 2-1 0,1 1-2 0,-1 0-6 0,3 1-7 0,-1-1-2 15,2 1-6-15,2 1-6 0,-1 1-2 0,2 0-8 0,-2 0 0 0,2 1 1 16,0 0-6-16,0 1 6 0,1 1-1 0,-1 0-3 0,0 0 1 16,-1 1-2-16,0 0 1 0,-3 1 2 0,3 1-3 0,0-1 4 0,-1 1-3 15,1 0-4-15,-2 0 7 0,-2 0-6 0,-1 3 1 0,-1-1 0 0,-1 1 0 16,-1-2 3-16,0 3 0 0,-1 0 2 0,-3 2-6 0,-1 0 3 16,0 1 3-16,-2 1 3 0,-1 2 2 0,-1 1 2 0,-3 0 0 0,0 2-1 15,-2-2 1-15,-1 1-6 0,-2-2 0 0,1 0-2 0,-2 1 0 16,-1-1 2-16,-1 2-2 0,0-1 5 0,-2 0-2 0,-1-1 2 0,0-2 1 15,-1 0 1-15,-1-1-2 0,-1 0 1 0,-2 1 0 0,-1-1 1 0,-1 0 2 16,-1 0-1-16,-1 0 2 0,-2-2 0 0,-2-1-6 0,-1-1 6 16,0-2-6-16,-3-1 0 0,-1-1 3 0,0-1-5 0,-4-2 2 0,-2-2-2 15,-4-2 3-15,-1-2 0 0,-3-1 14 0,1-2 13 0,-2-3 18 16,0-1 13-16,-1-2 5 0,-1 0 6 0,0-3-4 0,-2-3-1 0,-1-1-9 16,0-2-13-16,1-1-5 0,0-2-9 0,-1-3-15 0,0-4-3 0,-3-2-12 15,2-2-2-15,0-1-2 0,2 0-3 0,0 1-11 0,2-1-14 16,0 2-21-16,2-1-49 0,0 0-67 0,0 1-96 0,2 0-129 0,-1-2-310 15</inkml:trace>
  <inkml:trace contextRef="#ctx0" brushRef="#br0" timeOffset="124213.08">23878 11452 838 0,'-11'5'402'0,"0"-1"-334"16,-2 2-40-16,4-4-38 0,2-1 0 0,2 0 4 0,1-2 9 15,1 1 2-15,2-1-2 0,1 0-2 0,-1 1-2 0,0-1 3 0,0-1 3 16,0 0-4-16,0-1 0 0,0 1 0 0,-1-1 1 0,0 1 5 0,0-1 3 16,1 1 2-16,-1 0 3 0,0 0-1 0,0-1-6 0,1 1-2 15,1-1-1-15,0 1-1 0,1-1 1 0,0 0-9 0,0 0 0 0,1 0-1 16,1 0 4-16,1-1 1 0,0-2-4 0,1-1 1 0,3-1-4 0,1-1 5 16,3-1 0-16,1-2 2 0,2 0 0 0,0 0 0 0,3-1 3 15,1 2 1-15,0 0 2 0,2-1 0 0,2 2-1 0,-2-1 3 0,1 3 0 16,0-1 6-16,1 1 2 0,2 0 2 0,0 1 1 0,1 1-1 15,0-1 1-15,-2 2-3 0,2 0-4 0,-1 1 2 0,2 0-5 0,-1 1 0 16,1 1-3-16,1 0-3 0,-2 1 2 0,1 0-6 0,-1 1 4 0,2 0 2 16,0 0-2-16,1-1-1 0,1 0-5 0,2-1 0 0,0 0 2 15,2 0 1-15,1-2-3 0,3 0-5 0,0-1-4 0,0 0 2 0,1-1-4 16,-1 0-1-16,1 1-1 0,0 0 1 0,-1 0 3 0,0 0 10 0,-2 1 0 16,-1 1 2-16,-2 2 4 0,-2 1-4 0,1 1 5 0,-3 1 0 15,-1 1 5-15,-3 0 4 0,-1 1-4 0,-1 1 0 0,-1 1 1 0,1 2-1 16,1 0 7-16,-3 1-3 0,1 1-3 0,-2 0 2 0,-1 0-7 0,1 0 1 15,-1 0-1-15,0 1-7 0,0-1 3 0,0 1 5 0,-1 0-1 16,0 1 6-16,-1 0-9 0,-1 0 6 0,0 0 3 0,-1-1-2 0,0 3 7 16,-2-1-4-16,-1 1 4 0,-1 0-1 0,0-1-3 0,0 0-2 15,-2 0-7-15,0 1-1 0,-1 0 2 0,-1 1-1 0,-1 2 1 0,-1 1 5 16,-2-1-8-16,-1 1 4 0,0 0-2 0,-2 1-7 0,0-3 6 16,-1 2-2-16,-3-1 0 0,-2-4 3 0,-2 2-4 0,-1-2-8 0,-2 0-2 15,-3-1-5-15,-3-3 0 0,-1 1-2 0,-2-1 0 0,-4 0 0 0,-1 1 2 16,-4-1 8-16,-2 0 0 0,-2-2 2 0,-1 1 5 0,-3 0 3 0,-1 0 10 15,-2 0 4-15,-1 0 1 0,1-2 8 0,-1 2 0 0,2-2 4 16,1 1 0-16,0 0-7 0,2-1 2 0,1-1-10 0,-2-1-7 0,1 1 3 16,0-2-4-16,0 0 0 0,1-1 6 0,-1-1-6 0,1-1 7 15,-2-1 4-15,1-1-4 0,-3-1 3 0,1-1-6 0,1-1 2 0,-1-2-6 16,2 0-7-16,1-3-4 0,-1 0-15 0,2-3-2 0,0 0-13 0,2-2-17 16,1-2-27-16,1-2-42 0,1-3-64 0,-1-2-83 0,0-5-145 15,-1-5-272-15</inkml:trace>
  <inkml:trace contextRef="#ctx0" brushRef="#br0" timeOffset="134512.26">20224 10591 1446 0,'-12'1'136'0,"-1"0"-65"0,-2-1-30 0,5 1-24 16,3-1-21-16,2 2-17 0,1-1-12 0,3 1-10 0,0 0 1 0,2 1 8 16,0 1 10-16,1 0 12 0,2 2 3 0,0 0 3 0,2 2-2 0,2 1 1 15,0 0 0-15,0 0 1 0,1 2 6 0,0-1-4 0,-1 1 3 16,1 0-4-16,1 0 4 0,-1-1 3 0,1 1 2 0,-1 0 9 0,-2-1 1 15,1 1 13-15,-1-2 1 0,0-3 5 0,-1 0-1 0,-1-1 9 16,0-1 3-16,-1 1 4 0,1-1 7 0,1-1-6 0,-2-2 1 0,-1 1-6 16,1-2-10-16,-1 0 1 0,1 0-4 0,1-1 3 0,-1-1 4 0,0 0 16 15,1-1 8-15,0 0 4 0,2-2-3 0,0 1-5 0,3-2-11 16,-1-1 0-16,4 0-9 0,1-3-13 0,0 1 0 0,3-1-2 0,2 1-9 16,3-1-4-16,0 2-6 0,3-2 0 0,2 1 4 0,1-1 3 0,5 0-1 15,1-2-4-15,3-2-3 0,4-3-6 0,3-5-3 0,1-3-7 16,6-8-2-16,5-6-4 0,3-9-7 0,5-10-4 0,3-9-20 0,4-9-13 15,3-11-29-15,4-10-36 0,0-14-42 0,7-14-71 0,2-15-86 16,6-20-93-16,6-22-371 0</inkml:trace>
  <inkml:trace contextRef="#ctx0" brushRef="#br0" timeOffset="142953.32">25159 10215 690 0,'-21'-5'134'0,"-5"0"-60"0,-6-1-13 0,1 3-14 15,4 0-16-15,0 2-10 0,2-1-5 0,-2 1-8 0,3 0-3 16,0 0-8-16,-1 1-6 0,1 0-4 0,-3 0-2 0,0 0-5 0,1 0-2 16,1 0 2-16,1 0 1 0,0 0 3 0,0 1 4 0,0 0-1 15,-1 0 5-15,0 2 3 0,0 0 0 0,-1 1 7 0,-1 2-1 0,1 0 4 16,-1 1 2-16,-1 0 7 0,1 1 9 0,-2 1-2 0,1 0 11 0,-1 2 0 16,1-1 1-16,0 2 5 0,1-1-7 0,-2 3 2 0,0 0-4 15,2 1 0-15,0 0-3 0,4 2-8 0,1 1-1 0,2 2-6 0,3-2-5 16,1 0 0-16,2 1-7 0,1-2-1 0,4 1 0 0,0 0-2 0,2-1 2 15,3 2 4-15,1 0 0 0,3-1 0 0,3-1 3 0,2 0 0 16,3-2 3-16,2 0 2 0,1-1 2 0,2 0 4 0,3 0 1 0,1-1 1 16,0-3-5-16,4 1-1 0,0-2-3 0,3 2 5 0,3 0 4 15,0 0-5-15,4-2-1 0,-2 1-5 0,3 0-3 0,1-1 1 0,3-1-4 16,2 0-2-16,1-1 3 0,2-2-8 0,2 2 6 0,1-2 0 0,3 1-6 16,0-2 3-16,0 0-5 0,2 0 0 0,-1-2 2 0,1-2 4 0,-2-1 1 15,-1-1 2-15,-2-2 2 0,1-2 3 0,-2-2 12 0,-1-2 3 16,0 0 10-16,-1-3 4 0,1 0 0 0,-1-3 3 0,-1 0-7 0,-1-2 1 15,1-2 1-15,0 1 1 0,-3-3-2 0,1-2-4 0,-4 0-2 16,1-2-8-16,-3 0 1 0,0-1-1 0,-2 1-9 0,-1 0 0 0,-3 0 4 16,-2 1-3-16,-3-3 7 0,-3 2-6 0,-2-1-5 0,-2 0-5 0,-4 3-2 15,-3 0 1-15,-4 0 0 0,-2-1-9 0,-5-1-2 0,-4 0-8 16,-3-1-8-16,-7 3-6 0,-4 0-12 0,-4 2 5 0,-6 4-5 0,-3 1 0 16,-8 3-2-16,-5 1-22 0,-4 3-34 0,-7 2-45 0,-5 3-73 0,-6 4-115 15,-5 1-278-15</inkml:trace>
  <inkml:trace contextRef="#ctx0" brushRef="#br0" timeOffset="191989.56">23566 11316 92 0,'24'-33'106'0,"1"-2"-18"0,3-10-8 16,-8 2 3-16,-9 3 0 0,-4-1 8 0,-6-3 9 0,-4 0 5 15,-5 0-3-15,-5-1-4 0,-4-1-10 0,-4 2-9 0,-4-2-6 0,-3-1-18 16,-6 1-16-16,-3 0-12 0,-4 2-13 0,-2-1-12 0,-2 0-3 0,-3 0-4 15,-3 0-5-15,-3-1 5 0,-2 2-3 0,-2 2-5 0,-1 0-3 16,-2 3 0-16,-2 1 0 0,-1 0 0 0,-3 3 2 0,-2 0-5 0,0 1 3 16,-4 3 3-16,-2 1-1 0,-2 2 1 0,-1 2-5 0,-2 2 5 15,0 2 4-15,-2 2 4 0,-1 2 0 0,-4 5-2 0,0 3 0 0,-2 4 0 16,-3 3-2-16,-1 5 2 0,-1 4-1 0,-2 4-6 0,0 5-2 0,0 5-10 16,-3 4-14-16,1 4-6 0,-1 3-7 0,0 3-2 0,1 4 3 15,-1 3 2-15,5 4 6 0,-1 1 1 0,7 2 7 0,1 3 6 0,7 0 3 16,3 4 8-16,5 0 4 0,5 1 2 0,6 0 2 0,6 0-4 0,5 0-12 15,3-2-28-15,4 2-41 0,4-1-136 0</inkml:trace>
  <inkml:trace contextRef="#ctx0" brushRef="#br0" timeOffset="197988.07">20837 10378 1483 0,'-19'2'-4'15,"0"-2"-54"-15,-3-1-17 0,8-2-1 0,3-1 11 0,3 1 12 0,-1-1 5 16,0 0 17-16,0-1 14 0,-1 1 10 0,-1-1 12 0,-2-1-1 16,-2 0-3-16,-1 0-2 0,-1 0-2 0,-3-1 2 0,0 0 3 0,-2-1 1 15,-3 0 2-15,-1 2-7 0,-2-2-1 0,-1 2-5 0,0-1-1 0,-3-1 3 16,-2 2 6-16,-2 0 6 0,-3 2 6 0,0 0 7 0,-1 2 7 16,-1 1 3-16,-1 3 9 0,-2 1 11 0,1 2 6 0,1 2 8 0,0 3-3 15,-1 2-10-15,2 2-16 0,0 1-13 0,0 3-13 0,2 2-2 0,-2 1-6 16,-2 4 4-16,2 1 3 0,-3 5 2 0,1 2-2 0,-1 2 4 15,1-1 4-15,1 2 2 0,-1 0 0 0,3 0-1 0,-1 5-7 0,1-2-11 16,4 2 9-16,0-1-11 0,3-1-2 0,1 2 4 0,-2-2-9 16,2 0-1-16,0 2-6 0,2 1-3 0,-2 1 2 0,1 2-6 0,-2 2 8 15,2-3 0-15,0 1 7 0,2 0 0 0,-1 0-3 0,2 0 2 0,2-1 2 16,3 1 8-16,5-3 4 0,2-4-1 0,5-1 2 0,3-3-10 16,3 1 5-16,3-2-3 0,2-1 4 0,2 0 2 0,2-3-1 0,2 1 6 15,1 0-1-15,1-1 6 0,2 1-2 0,0-1 0 0,2 1 3 16,-1-3-1-16,2 2 1 0,1-1 5 0,2 0-5 0,0 0 1 0,2 0 0 15,1-1-6-15,1-1-3 0,3 0-2 0,2-3-3 0,2 0-2 0,3-1 1 16,1 0-3-16,3-1 0 0,2-3 1 0,3-1-2 0,3-2 0 16,2-2 0-16,2-3-3 0,1-2-1 0,4-2 0 0,0-2 2 0,2-2-1 15,0-1 5-15,1-1-2 0,-1-2 1 0,0-1 2 0,4-1-1 0,-3 1 0 16,1-1 2-16,-1 1 1 0,-2 1 2 0,-1 0-6 0,1-1 4 16,-3 1 2-16,1-1 0 0,-2 1 8 0,-1-1 5 0,0-1 3 0,2 0 0 15,-3 0-1-15,0-2 2 0,0-1-3 0,0-2-1 0,1-3 2 0,-2 1-6 16,0-4 2-16,-1 0-2 0,-1-2-2 0,-2 0-5 0,0-3-3 15,1 0 2-15,-3-2-3 0,0-3 1 0,-1-1 3 0,-1-4-8 0,0-1 2 16,-1-2-4-16,-3 0 1 0,-1-2 5 0,-1-1-2 0,-3-2 2 16,1 1-5-16,-5-1 0 0,0 0-3 0,-2-2 7 0,-3 0-2 0,-2 0 1 15,-4 1 2-15,-5 1-14 0,-1 0 2 0,-4 0-2 0,-3-2-3 0,-6 0-2 16,-2 0-8-16,-5-2-8 0,-6 1-14 0,-4 0-8 0,-4-1-7 16,-6 3-9-16,-3 2 5 0,-4-1 9 0,-4 2 3 0,-3 2 9 0,-4 3-2 15,-2 3-6-15,-4 4-6 0,0 2-10 0,-1 3-7 0,-2 1 3 0,0 3 8 16,1 4 11-16,1 4-2 0,3 1-25 0,-1 2-47 0,2 3-103 15</inkml:trace>
  <inkml:trace contextRef="#ctx0" brushRef="#br0" timeOffset="198955.07">24107 11054 575 0,'-9'7'30'0,"0"-1"-24"0,0 1-6 0,3-2-4 0,3-2-7 0,2-1-4 15,0 1-5-15,3 0-1 0,0 0 1 0,2 0 1 0,1 0 0 0,1-1-3 16,3 0 1-16,1-1-1 0,2-1 0 0,1-1 3 0,1-1-1 16,-1-2 1-16,1 0 1 0,0-1-4 0,1-1-1 0,1 0-4 0,0 1 0 15,0-1 2-15,1 2 4 0,2 0 7 0,-2 1 5 0,3 0 4 16,0 1 3-16,0 1 0 0,1 0 1 0,1-1 1 0,-1 1 0 0,2-1 1 15,2 1-1-15,-1 0 1 0,2-1 0 0,1 0 1 0,1 1 0 0,0 0 2 16,3 0 1-16,-1 2 1 0,3-1 0 0,-1 1-1 0,2 1-1 16,-2 0-1-16,1 0-1 0,-1 1-2 0,0-1 1 0,0 1 1 0,0 0-2 15,-1 1 0-15,2 0 2 0,-1-1-1 0,1 0 2 0,-2 0 0 0,2 0-1 16,-3 0 1-16,2 1 1 0,-3-1 2 0,0 2 2 0,-2 0 0 16,-1 2 3-16,-3 2 0 0,1 1 1 0,-1 1 0 0,-3-1 2 0,-1 0 0 15,-2 3 0-15,-4 2 0 0,1 1-4 0,-3 2-1 0,0 2-5 16,-3 3-4-16,-2 0-5 0,-1 4-8 0,-4 0-3 0,0 1-5 0,-2 0-4 15,-1 0 5-15,-2 0 3 0,-2-1 6 0,-3 0 8 0,-2-2 7 0,-3-1 7 16,-2-2 8-16,-4-2 4 0,-4-1 5 0,-3-2-1 0,-5-2-2 16,-2 1 5-16,-4 0 9 0,-3 0 12 0,-4-2 14 0,-4-1 2 0,-5 0-9 15,-3-1-11-15,-4-1-7 0,-3-1-4 0,-2-2-2 0,-4-1-8 0,-1-1-8 16,-2-1-6-16,-1-1-6 0,1-3-4 0,1-1-8 0,0-2-12 16,3-3-12-16,2-1-11 0,5-3-18 0,5-1-34 0,6-5-62 0,5-6-231 15</inkml:trace>
  <inkml:trace contextRef="#ctx0" brushRef="#br0" timeOffset="-200298.61">23660 11572 844 0,'-8'22'-1'0,"4"2"7"0,3 6-9 0,7-3 0 16,6-4-6-16,5 3 3 0,1-1 2 0,5 0 1 0,3-1 2 0,0-2-4 15,4 0-2-15,2-2-2 0,3-1-4 0,1-1 5 0,3-1 1 16,1-1 1-16,1-4 3 0,1 0-3 0,2 0 2 0,-1-2 2 0,0 1-1 15,0-2 3-15,2-1-2 0,2 1-2 0,0-1 4 0,0 0-3 0,2-1 2 16,-2-2 1-16,0 0-5 0,1-1 1 0,0-1-9 0,2-1 1 16,-2 0-6-16,0-2-3 0,0-1 0 0,-1-1-4 0,-1-1 3 15,1-1 2-15,-2-1 6 0,2-1 3 0,-3-1 2 0,-1-1 7 0,0-1-1 16,-1-1 2-16,-1 0 1 0,0-2-1 0,1 0 0 0,-2-2 0 0,-2-1 1 16,0-1-4-16,0-3 3 0,0-1-1 0,0-1 1 0,-1 0 3 0,1-2-2 15,-1 0 1-15,-2-3-3 0,2 0-3 0,-2-2-3 0,0-1-3 16,-2 0 1-16,1 0 2 0,-3 0-4 0,1-1-2 0,-3 1 0 0,0-2-3 15,-3 1 1-15,-3-1-1 0,-2 1-2 0,-1-1 2 0,-3 0 0 0,-1-2 1 16,-3-2-4-16,-3 1-3 0,-1-1-1 0,-4 2 3 0,-1-2 3 16,-3-1 0-16,-2 0 2 0,-2 0 2 0,-2 2 2 0,-2-1 4 0,-2 2 2 15,-1 0 2-15,-4 0 1 0,-1 0 1 0,-2 3 5 0,1 1 2 16,-3 1 1-16,-1 2 2 0,-1 0-3 0,-3 1 3 0,-1 0-2 0,0 3 2 16,-3-1 3-16,0 2 4 0,0 0 7 0,0 0 1 0,-2 1-3 0,1-1-7 15,-3 0-5-15,0 1-4 0,-1 1-1 0,0 1 5 0,-2 2 0 16,0 4 4-16,-3-1 4 0,1 3 1 0,-2 2 5 0,1 2-9 0,0 2 7 15,-1 2 15-15,-1 2 15 0,-1 3 27 0,-2 3 2 0,-2 3-10 0,-1 2-21 16,-2 2-20-16,0 1-10 0,-3 2-2 0,1 3-3 0,-1 0 1 16,1 2-12-16,-2 4-16 0,0-2-17 0,-1 3-23 0,0 0-13 0,2 0-21 15,4 4-8-15,-1 0 3 0,1 2 4 0,1-1 14 0,1 2 15 16,2 0 13-16,1 0 16 0,1 0 13 0,3 1 8 0,1-1 5 0,0-1 0 16,1 4-2-16,0-2-3 0,2 7-17 0,1-1-14 0</inkml:trace>
  <inkml:trace contextRef="#ctx0" brushRef="#br0" timeOffset="-133291.52">6295 1524 682 0,'-33'-17'-4'16,"3"4"24"-16,-8-4 0 0,-5-2-3 0,-6-4-8 0,-9 0-2 0,2 0-3 15,0 3-4-15,0 1-3 0,0 0-4 0,27 10 15 0,-3 0-8 16,-2 1 0-16,-2-2-5 0,-3 2-20 0,-3-1 5 0,0 1-3 0,-5 0 4 16,-1 1 2-16,-3 1 6 0,-1-1 1 0,-5 1 2 0,0-1 4 0,-5 1 3 15,0 1 1-15,-5-1 4 0,0 1 0 0,-2 0 0 0,1 1 5 16,-2 1-4-16,1 1 2 0,-2 0 1 0,-1 2 8 0,0 0 7 0,0 2 4 15,-1 0 4-15,1 2-1 0,-1 2-17 0,-70 6-1 0,10 7 1 0,9 1 4 16,11 4 20-16,10 3 0 0,11 0-4 0,9 2-4 0,10-1-9 16,6 1-6-16,2 2-5 0,1 3-3 0,0 3-3 0,3 0-2 0,2 3-2 15,1 1 0-15,1 1 2 0,3 4-3 0,1-1-3 0,-43 40-2 0,19-9-4 16,15-9 3-16,15-12 6 0,6-5-2 0,2 2 1 0,1 0-2 16,2 0-2-16,1-1 1 0,3-1 3 0,2-1 1 0,3-1-1 0,3 0-1 15,1-1 8-15,2 1 2 0,3 0 3 0,1-2 2 0,2 0-10 16,5-1 2-16,2 2-2 0,4-2-3 0,1 0 1 0,4 0 0 0,2-1-5 15,2-1 5-15,6 0-1 0,1 0-2 0,2-1 4 0,2-2 12 0,1 1 3 16,4-1 3-16,1 0 2 0,5 0-11 0,3 0-1 0,2-1 1 16,3 0-1-16,6-1-1 0,1-2-10 0,4 0 0 0,3-1 2 0,4 0-1 15,2 0 10-15,4 1 1 0,4-4-6 0,2 1 1 0,4-2 2 0,-1-1-2 16,5 3 2-16,2-3-3 0,3 0-3 0,1 0-1 0,3-1 4 16,2-1 0-16,0 3-3 0,3-2 1 0,0 0-2 0,3 0 3 0,1-4-1 15,2-1 0-15,1-3-1 0,2 0 0 0,2-1 1 0,2-3-1 16,1 0 2-16,2-1-1 0,3-3-4 0,-1-2 4 0,2-3-4 0,1-1-3 15,1-1 2-15,4-2-2 0,-1-1 5 0,-1-1 0 0,3-3 2 0,-3 0-3 16,3-2 1-16,-2-1 0 0,-1-3-1 0,-1-1 3 0,-2-2 0 16,2-2 2-16,0-3 4 0,-1-4 4 0,-1 0 0 0,-2-4 2 0,1-2 3 15,-3-3-5-15,2-3 2 0,-2-3 0 0,1-1-5 0,-1-4 7 0,-3 0-5 16,1-3-3-16,-2 0 3 0,-1-2-5 0,-1-1 4 0,-2-3 3 16,-2 0-8-16,-3-2 2 0,-3-1-6 0,-2-1-1 0,-2-2 4 0,-2-1 0 15,-4-3 0-15,-2-2-3 0,-2 0-3 0,-2-2 3 0,-4-3 0 0,-4-2 5 16,-2-1 1-16,-3 0-1 0,-4-3 0 0,-5 0-5 0,-6-2-1 15,-5 1-4-15,-5 0-1 0,-6-1 1 0,-5 1-2 0,-6-1-2 0,-5 2-6 16,-8 0-4-16,-5 1-2 0,-5 1 2 0,-6 1-1 0,2 36 5 16,-4-9-1-16,-4 3-3 0,-5-5-5 0,-6 2-10 0,-7-4-2 0,-6 5-6 15,-10-4 0-15,-6 6-6 0,-6 6 0 0,-6 6 1 0,-7 5 3 0,-6 6 11 16,-5 6 2-16,-5 5 7 0,-3 6 4 0,-4 7-5 0,-2 4-12 16,-2 6-29-16,0 5-41 0,-2 5-205 0</inkml:trace>
  <inkml:trace contextRef="#ctx0" brushRef="#br0" timeOffset="-132730.52">10383 8043 1586 0,'-5'-27'-47'0,"5"1"122"16,3-2-7-16,9 10-8 0,6 6-37 0,8 3-12 0,8 1-6 0,10 2-1 15,8 0-3-15,7 1-3 0,4 0-2 0,3 2 1 0,3 3-2 16,2 3 4-16,3 3-6 0,3 0-1 0,1 2 4 0,-3 0-2 0,1 2 4 16,-1 0 0-16,0 0-1 0,3 0 3 0,1 0-5 0,3 1 5 0,1 0-3 15,1 0-1-15,1 0 2 0,-1 1-5 0,3-2-3 0,-3 2-7 16,0 1-8-16,2 1-7 0,-1 0-22 0,3 1-33 0,1 2-54 0,0 1-76 15,0 3-72-15,0 1-45 0,1 5-95 0</inkml:trace>
  <inkml:trace contextRef="#ctx0" brushRef="#br0" timeOffset="-10288.94">12376 10438 1201 0,'-29'-11'-57'15,"4"1"43"-15,-1 1 1 0,13 4-57 0,7 3-78 0,3 1-64 0,3 1-20 16,2 1 55-16,3 0-72 0</inkml:trace>
  <inkml:trace contextRef="#ctx0" brushRef="#br0" timeOffset="-9923.7">15772 10351 1789 0,'-31'-2'99'0,"3"0"-106"0,-1 1-56 16,16 2-83-16,11 1-64 0,7 3-33 0,8 1 3 0,5 3 26 0,8 1 13 15,5-2 4-15,3 0 36 0,5-4-34 0</inkml:trace>
  <inkml:trace contextRef="#ctx0" brushRef="#br0" timeOffset="-9262.7">26012 10344 1364 0,'-2'6'362'0,"4"2"-690"0,7 5-78 0,11 3 12 16,8 2 111-16,5 1-1 0</inkml:trace>
  <inkml:trace contextRef="#ctx0" brushRef="#br0" timeOffset="-1955.48">10741 7878 1043 0,'23'-6'493'15,"5"2"-453"-15,8 1-36 0,3 4-20 0,0 3-14 0,5 0-13 0,4 2-11 16,3-1-4-16,2 0-9 0,2-1-11 0,2-1-17 0,0-1-14 16,0-2-6-16,-1-2 12 0,-2-2 27 0,0-3 30 0,-2-3 33 15,-3-2 23-15,-1-2 17 0,-3-1 22 0,-2-3 25 0,-1-2 19 0,-2 0 16 16,-1-4 2-16,-3-2 0 0,-1 0-5 0,-4-3-9 0,0 0-9 0,-1 0-6 16,0 0-13-16,-2-2-9 0,-1-1-9 0,-2-2-13 0,0 0-9 0,-1 0-6 15,-1 2-3-15,-1 0-8 0,-4-1 0 0,-1 0-3 0,-3-2-1 16,-2 1 2-16,-3 0-3 0,-3 2 2 0,-2-1 0 0,-3 0 1 0,-2 0-5 15,-3 0-8-15,-1 0-1 0,-4 0 6 0,-3 0 0 0,-4-1 4 16,-3 1 0-16,-2-2-12 0,-4 2-1 0,-3-1 0 0,-2-1-4 0,-3 0 1 16,-3-2-2-16,-2 2-2 0,-2-2 1 0,-4 3-1 0,-2-2-2 0,-2 2 5 15,-3 1-1-15,-2 0-4 0,-1 1 6 0,-4 3 5 0,0 1 3 16,-2 1 12-16,-1 2 1 0,-1 3-5 0,0 2 9 0,-1 2 0 0,1 4 7 16,1 2 3-16,2 2-3 0,-1 4 1 0,1 2-5 0,2 5-3 0,0 2 2 15,2 5-5-15,2 3-2 0,-1 4 3 0,1 5-5 0,1 4-1 16,0 4-2-16,2 5-14 0,1 5-1 0,0 5 0 0,0 7-4 0,0 4-5 15,0 6-20-15,0 4-19 0,1 4-33 0,-1 4-36 0,0 5-74 0,1 5-92 16,0 4-76-16,-1 3 11 0,1 4-72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1:40:54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3584 6755 10 0,'7'-3'8'0,"2"-1"-1"0,2 1 2 0,1-1-2 0,-1 0 6 0,2 1 2 16,0-1 4-16,0 1 7 0,0 1-1 0,0-2 3 0,1 2 3 0,0 0 0 16,1 0 5-16,-2 1 0 0,2-1-1 0,1 1 0 0,1 0-2 15,-2 0 4-15,2 0-2 0,-1 0-2 0,1-1-1 0,1 0-2 0,4-1 0 16,2 0-4-16,2 0-1 0,4-1-8 0,1 0 2 0,0 1 0 0,2-2-4 15,1 0 0-15,1 0-3 0,2 0-2 0,1 0 1 0,-2 0 1 16,1 0 0-16,0 1 1 0,-2 0 1 0,2 1 2 0,-2 0 1 0,0 1 5 16,-1 1 0-16,-1 0 1 0,1 1 0 0,-1-1 0 0,0 2-1 15,-2 1-4-15,0 0-1 0,0 1-1 0,1 0-2 0,-2 1-2 0,3 1 3 16,-1-1-3-16,4 1-6 0,-1 0 1 0,2-1-2 0,2 1-4 0,0-1 4 16,2 0-1-16,2 0 1 0,1-2-1 0,1 2 0 0,3-1-3 15,-2 0 1-15,0 1-1 0,-2-1 2 0,2 0-2 0,-1 1-3 0,-3-1 1 16,0 0 0-16,0 0 1 0,-3-1 1 0,0 0 3 0,0 0-2 0,-1-1 3 15,1 1 4-15,-1-2 3 0,2 1 3 0,0-2 1 0,-1 0 0 16,2 0 0-16,0-1 2 0,0 0-3 0,1 0-3 0,1 0-1 0,-1-1-3 16,0 0 1-16,0-2 6 0,0 0-3 0,0 0 1 0,0-2 2 0,1 0-4 15,-1-2 2-15,-1-1-3 0,1-1-2 0,-2 0 0 0,1-1 0 16,0 1 0-16,-1-2 0 0,0-1-6 0,1-1 1 0,-2 0 0 0,0-2 0 16,1-1 3-16,-3-1-3 0,0 0-1 0,-2-2 3 0,0 0 1 0,-1 1-4 15,-2-2 3-15,-4 1 4 0,-2 1 6 0,-2-2 7 0,-1-1 6 16,-3 1 1-16,-1-3-2 0,-3 1 2 0,-2-2-2 0,-2 1 0 0,-3-1-2 15,-1 0-3-15,-2 1-5 0,-4-3-2 0,-2-1-5 0,-4-2 1 16,-3 0-2-16,-4 0-9 0,-3 2-4 0,-7 0-6 0,-5 0-10 0,-4 1-2 16,-6 0-4-16,-5-1-3 0,-6 1 4 0,-6 2 7 0,-6 0 7 15,-4 3 6-15,-2-2 3 0,-4 2-5 0,-4-1 3 0,-3 0 3 0,-3 2-3 16,-3-1 4-16,-1 1-1 0,-2 2-1 0,-2 1 2 0,-1 1 2 0,-1 2 5 16,-1-1 1-16,-2 1-1 0,1 0 3 0,-2 2-3 0,1 2 4 0,0 1 1 15,1 3-3-15,-3 3-3 0,1 1-1 0,-1 3 0 0,0 1 0 16,0 2 6-16,1 4-3 0,-1 3 1 0,1 4 1 0,-1 3-7 0,1 3 6 15,-1 3 0-15,0 3 4 0,-1 3 7 0,1 3 4 0,0 3 3 16,1 4 5-16,2 4 5 0,-1 3-14 0,3 4 7 0,-2 4 0 0,3 4 0 16,-1 4 13-16,2 6-6 0,4 3-7 0,3 2-7 0,8 2 1 0,5-4-17 15,10 1 14-15,9 3-7 0,10-1-11 0,9 2 8 0,12-1-20 16,9-4-9-16,12 0-11 0,7-2-15 0,11-3-33 0,9-1-21 0,7-2-30 16,8-3-23-16,7-3-17 0,5-4-31 0,3-3-17 0,4-3-36 0,3-5-80 15,1-7-76-15</inkml:trace>
  <inkml:trace contextRef="#ctx0" brushRef="#br0" timeOffset="4533">11147 7286 547 0,'-3'-3'57'0,"1"0"-16"0,0-1-10 0,1 1-4 16,1 1-5-16,0 1 0 0,0 0-2 0,-1 0-5 0,2 1-6 0,-1 1-8 15,1 1 0-15,0 0-3 0,0 1 1 0,2 2 3 0,-2 2-2 16,1 1 0-16,0 0 2 0,0 1-1 0,1 0 1 0,-1 0 3 0,0 1-2 16,0 1 0-16,-1-1 3 0,0 1 4 0,1 2 4 0,0-1 9 15,0 0 6-15,0-2 5 0,0 1 8 0,1 0 1 0,1 0 3 0,1 0 1 16,0-1-1-16,1-1 6 0,2 0-1 0,2 1 10 0,2-2 0 0,2 0 0 16,2 0-1-16,2-1-7 0,4 1-1 0,1-1-8 0,4 0-6 15,3 0-7-15,3-1-10 0,1-1-2 0,4-1-8 0,1-1-9 0,2-1 2 16,1-1-2-16,-1 0 1 0,1-1 0 0,2-1 0 0,-2 0-1 0,3 0 0 15,0-2 0-15,4-1 1 0,0-2-3 0,1 0 3 0,0 0-2 16,1 0-2-16,0-1 1 0,-1 0 0 0,2-1-2 0,-1-2 1 0,1 0 1 16,3-2 1-16,1-2 1 0,2 0 2 0,2-3-3 0,-1 1 3 0,0 0-1 15,0 1-1-15,-3-2 2 0,-1-1-1 0,-2 1 1 0,-2-1 3 16,-1-2-1-16,-3 1 4 0,0-1 0 0,-5 1 0 0,-1 0 1 0,-2 1-2 16,-4-1 2-16,0 1-3 0,-4 0 4 0,0 1-3 0,-1-2-1 15,-1 1-1-15,-2 0-3 0,-1-2 1 0,-4 1 1 0,-1 0-3 0,-3-2-3 16,-3 1 2-16,-1 0-2 0,-1-1 2 0,-3-1-13 0,-1-1-13 0,-4-3-7 15,-2-1-4-15,-2-2 5 0,-3-1 5 0,-3-2 6 0,-3-1 1 16,-3-4 4-16,-3-1-1 0,-4-1-2 0,-1-2 0 0,-4 0 2 0,-2 1 1 16,-6 0 5-16,-3 1 1 0,-4 3 6 0,-3 1 7 0,-4 2 5 0,-4 2 11 15,-3 1 3-15,-4 2-1 0,-3 3 2 0,-4 3 2 0,-1 1-3 16,-3 3 0-16,-2 2 1 0,0 1 1 0,-3 3-9 0,0 1 0 0,0 4-9 16,-2 2-2-16,0 2-2 0,-2 4-6 0,-2 1 8 0,-1 3-9 15,1 2 4-15,-3 2 1 0,3 2-4 0,-1 4 4 0,0 0-2 0,1 2-2 16,0 2 2-16,3 1 0 0,-2 3 0 0,2 2 3 0,3 2 3 0,4 1 1 15,3 0 0-15,5-2-2 0,2 2 9 0,3-1-1 0,2 4 6 16,1-1-1-16,3 3-3 0,-1 1-3 0,4 2 1 0,1 1-1 0,4 0-4 16,5 0-1-16,4-2 2 0,3 0-1 0,3-1 0 0,4-1-3 0,4 2-3 15,3-1-4-15,3 2-2 0,3-2-6 0,4 0 6 0,2-1-2 16,4 0 5-16,4-2 5 0,2-2-8 0,3-2 5 0,3-3 0 0,3-3 5 16,3 0 0-16,3-3-2 0,1-1-2 0,2 0 1 0,3-3-1 15,-1 1-2-15,2-4 6 0,0-1-4 0,1 0 2 0,-1-2-1 0,0-2 0 16,-2-1 1-16,1 0-4 0,-2-2 4 0,1 0-2 0,-1-1 2 0,-4 0 2 15,0-1-2-15,-3 0-2 0,0-1-1 0,-1 0 2 0,-1 0 0 16,-2 0-1-16,1-1-1 0,-1 0-2 0,0 1 2 0,-4-1 2 0,0 1-3 16,0-1 3-16,-1 1-2 0,0 0 1 0,-1-1-1 0,-1 1-1 0,-1-1 0 15,0 1-1-15,-1 0 1 0,-1 0 0 0,0 1 0 0,-1-2-6 16,0 1 2-16,-2 0-5 0,-1 0-6 0,0 0-1 0,-1 0-20 0,0 0-9 16,0 0-14-16,0 0-9 0,-1 0-2 0,-1 0 2 0,-1 0 1 0,-2-1 3 15,-2 0 2-15,1-1 0 0,-1 1-1 0,-1-1-2 0,1 1 6 16,-2 0 2-16,0-2 4 0,1 1-2 0,1-1-13 0,1-1-9 0,2-1-15 15,0-1-37-15,2-1-45 0,2-3-45 0,3-2-136 0</inkml:trace>
  <inkml:trace contextRef="#ctx0" brushRef="#br0" timeOffset="6132.99">14355 7625 166 0,'-6'-4'17'0,"0"0"-7"0,0-1-6 0,3 1-2 0,1 1-2 16,2 0-2-16,1 1-1 0,1 0 1 0,1 0 1 0,1 0 1 16,0 0 3-16,1 0 2 0,0 0 3 0,1 0 6 0,-1 0 6 0,2 1 6 15,1-1 6-15,0 0 3 0,1 2 4 0,-1-1 0 0,1 1-3 0,-1 0 0 16,2 0-6-16,-1 1 1 0,1 0 2 0,0 0 0 0,0-1 3 16,1 2-2-16,1-1 1 0,0 1 1 0,1 0 1 0,0 0 2 0,-1 0-3 15,1 0-1-15,2 1 1 0,0 0-5 0,1-1 1 0,1 0-2 16,3 0-5-16,1 0 3 0,0 1-3 0,1-1-1 0,0 1-1 0,0-1-4 15,2-1-1-15,1 1-2 0,1-2-2 0,1 2 0 0,2-1-2 0,1-1 3 16,0 1 2-16,1-1-1 0,3 0-1 0,-2 0-2 0,3 1-7 16,-1-1 2-16,1 1 0 0,1 0-3 0,0 1 2 0,1-1-1 0,0 0 0 15,1 0-1-15,0-1-1 0,-2 2 4 0,1-1-3 0,-1 0-1 0,3 1 5 16,-1 0-2-16,-1 0 4 0,2 1 5 0,-2 0-1 0,1 0-5 16,1 0 1-16,0 1-4 0,1-1 0 0,0 0 1 0,0 1-3 0,2 0 6 15,0 0-5-15,-1-1 3 0,1 1-1 0,0-1-2 0,1-1 6 16,0 0 0-16,1 1 0 0,-1 0 1 0,0 0 2 0,1 1-3 0,-1-2 2 15,0 1 2-15,2-1 0 0,1 1 0 0,-2-1 1 0,0 0-5 0,0 1 2 16,-2 0-5-16,1-1 0 0,0 1 2 0,0-1-4 0,-1 1 4 16,-1 0-1-16,3 1 1 0,-5-1-2 0,1 0 2 0,-1 1 0 0,-1 0 2 15,0 1 2-15,0 0 2 0,-2-1 2 0,0 1 0 0,-3 0-1 0,2-1 0 16,-1-1 1-16,0 2 0 0,1-1 0 0,-1 1-5 0,1-1-3 16,-2-1-3-16,1 1-1 0,0-1 2 0,1-1-4 0,-2 1 1 0,0 0 1 15,-1-1 0-15,2 1 3 0,1-1 2 0,-1 0-4 0,0 0 1 16,-4-1-2-16,3 0-3 0,-1 0 6 0,2-1-2 0,-1 0-1 0,-1 1-3 15,1-1 2-15,-1 0 0 0,-1 0-2 0,-1-1 2 0,0 0-3 0,-2-1-2 16,0 1 8-16,-1-1-3 0,-2 1 1 0,-2-1-1 0,0-1-1 16,-1 0 0-16,1 1 0 0,-3-1 4 0,0-1-8 0,-1 0 1 0,-3 0 2 15,-1 0 1-15,1 1 0 0,-2-1 3 0,-2 0-7 0,1 0 4 0,-1 0-1 16,0 0 1-16,-1 0-2 0,-2 0 3 0,-2 0-5 0,1 1 7 16,0 0-2-16,-2 1-5 0,1 0 7 0,-2 0-2 0,1 0-2 0,0 1 1 15,-1 0-2-15,1 0-5 0,-2 0 2 0,2 1 0 0,0-1-3 16,0 0 3-16,0 0 0 0,0 0 2 0,-1 0 1 0,0 1-3 0,0-1 3 15,-1 0 0-15,0 0 0 0,0 1-2 0,-2-1-1 0,1 0 3 0,0 1 0 16,-1 0 3-16,0 0-4 0,-1 0-1 0,1 0 1 0,0 0-1 16,-1-1 4-16,1 1-4 0,0-1 1 0,-1 1-1 0,1-1 1 0,0 0 1 15,0 0 0-15,0 0-2 0,0 0 1 0,1-1-2 0,0 1 2 0,0-2-4 16,0 2 2-16,1-3-2 0,0 1 1 0,0-1-1 0,0-1 2 16,-1 1 0-16,1-2 2 0,1 0 1 0,-1 0-1 0,1-1 1 0,1 0-5 15,-1 0 2-15,0 2-6 0,-1-2 0 0,1 1 6 0,0-1 1 0,2 0 7 16,-2-1-2-16,3-1-4 0,0-1-1 0,-1 1-1 0,2-2 3 15,0 0-4-15,0-1-1 0,0 0 4 0,-1 0-4 0,0 0 2 0,0-2 2 16,0-1-5-16,1-1 4 0,0 0-1 0,1-1 2 0,-2 0-2 16,2-1-3-16,0-2 1 0,1 0-1 0,-2 0 2 0,1-1 2 0,-3-1-2 15,1 3 2-15,-1 0 1 0,-1 1-4 0,-1 1 4 0,-1 0-2 0,-2 0 0 16,0 1 0-16,-1 0 0 0,-1-1 1 0,0-1-1 0,-1 1 0 16,1 1-1-16,-1-2 1 0,1 1 0 0,-2 1 0 0,1-1-7 0,-1 2 9 15,-1 0 1-15,1 1 0 0,-2 0 5 0,0-1-5 0,0 0-2 0,-1 0 4 16,0 1-1-16,1 0-5 0,-2 0 5 0,0-1-2 0,0 2 0 15,1-1-1-15,-1 0 1 0,0 1-4 0,0 0 5 0,-1 0-1 0,0 0-2 16,0-1 3-16,-2 0-5 0,-1 1 2 0,-1-2-4 0,-1-1-7 16,-1 0-1-16,-1 1-2 0,-3-1 3 0,0 1 1 0,-1 0 1 0,-2 1-5 15,-2-1-5-15,-1 0 1 0,-1 0 3 0,-2 1-2 0,0-2 4 0,-3 0-2 16,-1-1-4-16,-3 2 3 0,-1-2 1 0,-2-1 2 0,0 1 9 16,-3 0-8-16,-2 0 1 0,-1 0 4 0,-2 3-5 0,-1-1 12 0,-2 0 1 15,-1 0-1-15,-1 1 8 0,-1 1-3 0,-2 1 0 0,-2 2-1 0,0 1-8 16,-2 1 1-16,-3 2-3 0,-2 2-1 0,-3 0 3 0,0 2-2 15,-1 1 0-15,-1 2 5 0,0 1 1 0,-2 2 0 0,0 1 0 0,-2 4-5 16,1 2-2-16,-1 2 6 0,0 1-1 0,2 2 2 0,0 1 3 0,0 1-8 16,0 0 2-16,2-1-2 0,2 2 1 0,0 1 6 0,1 0-5 15,0 2-2-15,-1 1-3 0,2 1-1 0,0 1-1 0,1 0 1 0,0 0 3 16,3 1 3-16,2-3 2 0,0 2 1 0,2-1 0 0,1-1 1 16,1 1-6-16,0-2 2 0,3 1-3 0,0-1-6 0,1 1 5 0,0 1 1 15,1-1 2-15,2 2 9 0,1-1 0 0,2-1-1 0,2 0-4 0,0-2-4 16,1 2 4-16,2 0 0 0,2-1 7 0,2 0 0 0,2 0-3 15,2-2 1-15,2 1 2 0,1-1-1 0,3-2 2 0,2 1-5 0,2 0 0 16,3-2 0-16,2 2-3 0,2-1 1 0,2-1-1 0,2 1-7 16,2-1 3-16,2 0 0 0,1-2-6 0,2 2 6 0,2 0 1 0,1 1-4 15,2-1 4-15,2 0-4 0,1 0 2 0,1-1 0 0,1 1 1 0,0-1 4 16,0 0-4-16,3-2-1 0,0 2 2 0,2-1-4 0,0 1-1 16,3-2-6-16,0 0-14 0,1-2-6 0,0 0-19 0,3 0-16 0,2-1-23 15,0-1-33-15,4-2-23 0,1-2-43 0,6-3-35 0,4-3-40 16,4-4-122-16</inkml:trace>
  <inkml:trace contextRef="#ctx0" brushRef="#br0" timeOffset="8449.65">20980 7612 195 0,'-9'-2'30'0,"0"1"3"0,-1-1 0 16,4 0 5-16,0 1-5 0,2 0 0 0,1 1-4 0,0 1-8 15,2 0-5-15,0 1-8 0,1-1-4 0,0 1-2 0,0 1 1 0,2-1-1 16,0 1 0-16,1-1 0 0,1 1 0 0,0 0 0 0,1 0-1 0,-2 0 3 16,2-1-3-16,1-1 1 0,0 0-1 0,1 0 1 0,1-1 0 15,0 1 0-15,1-1 3 0,0 0-1 0,2 1 5 0,1-1-1 0,0 0 4 16,2 0-2-16,-1 0 0 0,1-1 1 0,3 1 0 0,0-1 1 16,1 1 4-16,2 0 3 0,-1 0-1 0,2 0 8 0,2-1-3 0,0 1 4 15,1-1 2-15,1 2-2 0,-1-1-2 0,4 0-5 0,0 1-2 0,1-1-2 16,2 0 0-16,-1 0 0 0,2 0 0 0,2 1 0 0,1 0 0 15,2-1-8-15,0 2 8 0,-1 0-7 0,2 2 6 0,0 1-2 0,3 0-2 16,0 0 2-16,1 0-2 0,2 1-2 0,-1 0-1 0,0-1-3 0,2 1 1 16,1 0 3-16,2 0 1 0,0-1-1 0,2 0 0 0,0 0 0 15,0-1 1-15,1-1 1 0,2-2-1 0,0 0 0 0,1-1 3 0,2-1-1 16,0 0 2-16,2-3 0 0,2 0-4 0,0-2 0 0,1 0-1 16,0 0-3-16,-1-1 2 0,1 0-6 0,1 0-1 0,1 0 1 0,-1 0 0 15,0 0 3-15,2 0 3 0,-2 0 7 0,1 1 4 0,1 0 2 0,-2 0-4 16,1 0-8-16,0 0 1 0,-1 1 2 0,0 1 1 0,-1 2 4 15,2-1 1-15,-1 0 1 0,0 0-2 0,1-1-2 0,-1 0-1 0,1 0-5 16,0 0-5-16,0 0 0 0,-1 0-3 0,0-1 2 0,0 0-1 0,0 0 2 16,-1 0-1-16,0 0 1 0,-3 2 0 0,0-1-3 0,0-1 5 15,-2 1-1-15,-2 1-1 0,-1-1 2 0,-3 1-6 0,0 1 2 0,-2 1 1 16,-2 0-1-16,-2 1-3 0,-1 0 0 0,-4 1-1 0,-1 1 1 16,-1 0 5-16,-3 0-4 0,-2 1 7 0,-3 0-1 0,-2 0-2 0,-3 1 6 15,0 0-9-15,-3 0 3 0,-1-2 0 0,0 2-1 0,-1-1 1 0,-2 0-1 16,0 0 0-16,-3 0 0 0,-1 0 1 0,-1 0-1 0,-1 0 2 15,1-1-3-15,-1 0 0 0,-1 0 1 0,-1-1-3 0,0 1 0 0,-2-1-3 16,1 1-4-16,-1-1-7 0,0 0-5 0,-2 0-8 0,-1-1-2 0,0 0-8 16,-2 0-3-16,0-1-6 0,-2 0-14 0,0 0-14 0,-1 0-24 15,1-2-37-15,-1-1-51 0,0-2-73 0,0-3-192 0</inkml:trace>
  <inkml:trace contextRef="#ctx0" brushRef="#br0" timeOffset="12349.65">6800 8113 326 0,'5'2'63'0,"2"-1"-17"0,2 1-13 0,2 1 4 16,-2-2 5-16,0 0-1 0,2-1-4 0,-1 0-5 0,2 0-7 0,2 0-6 15,1-1-4-15,1 0-6 0,2-1-2 0,1-1-3 0,-1 1-1 0,2-1 1 16,0 1-3-16,1-2 1 0,3 1 1 0,1 0-2 0,-1 0 1 16,2-1 1-16,-2 2 2 0,2-1 4 0,-1 0 3 0,1 1 3 0,1-1 2 15,0 0 3-15,2 1 0 0,0-1 1 0,1 0-4 0,-1-1 0 16,3 1 1-16,-2 0 2 0,3 0 3 0,-1 0-2 0,2-1 3 0,1 1-1 16,1 0 2-16,1-1 0 0,2 0-6 0,2-1 3 0,0 1-3 0,-2-2-1 15,4 0-2-15,0-2 0 0,1 1 3 0,2-2-4 0,0-2 5 16,-1 1-2-16,1-3 0 0,-1 1 3 0,1-1 4 0,0-1 0 0,0 0 0 15,1-2 3-15,0 0-5 0,-2 1 2 0,0 1-4 0,-1 0-1 0,3-1 0 16,-1 0-8-16,0 0 1 0,-2-1-4 0,1-1 0 0,-2 2-3 16,-2 1-5-16,1 0-5 0,-4 0 3 0,0 2-3 0,-2 0 11 0,-2 2 1 15,-2-2-3-15,-1-1 5 0,1-2-10 0,-1-1 3 0,0 1-1 0,-3-1-3 16,0 1 2-16,-2 0-3 0,-1 3 3 0,-3 0 0 0,-2-1-1 16,-1 0 4-16,-2 2-3 0,-2-2-1 0,0 1 5 0,-1-1-1 0,-1-1 1 15,-2 0 2-15,-4-3 0 0,-2 1-3 0,-1-2 1 0,-3 0-2 16,-1-2 2-16,-3-1-1 0,-1 3 0 0,-3-2 1 0,-3 1 2 0,-4 2 5 15,-2 0-5-15,-2 1-2 0,-2 1 0 0,-2 0-4 0,-3 0 2 0,-2-1 1 16,-2 2-2-16,-3 0 0 0,-1 1 2 0,-2 0-4 0,0 2 1 16,-3 0 0-16,1 2 3 0,-2 1-1 0,-4 0 2 0,1 3 5 0,-2 0-9 15,-3 3 9-15,1 0-8 0,-1 2-8 0,-3 2 8 0,-1 3-4 0,-1 2 4 16,-3 3 2-16,-1 1 3 0,0 4-5 0,-3 3 5 0,-2 2-2 16,-1 1-2-16,-1 4 3 0,2-1 1 0,0 2 5 0,1 0 1 0,2 0 1 15,1 2 0-15,2 0-6 0,3 2-1 0,0-2 0 0,2 2-3 0,2-3 3 16,1 1 1-16,5-2-7 0,0 3 0 0,2 0-1 0,3 0 6 15,1 1 2-15,1-2-5 0,2 0 1 0,2-2-3 0,2 0 3 0,5-1 9 16,2 1-3-16,4-1-4 0,0-1-2 0,3-1-1 0,1 0 0 16,3 1 1-16,3 0 3 0,2 0-2 0,2 1 2 0,2-2 0 0,2 0-3 15,2-2-2-15,3-3-2 0,1 0 1 0,1-3 2 0,4 0-3 0,0-2 4 16,2-1-3-16,1 1 1 0,-1-2-2 0,3-1 0 0,1-1 3 16,0-1-5-16,0-2 4 0,0 0-2 0,0-2 0 0,-1-1 4 0,-1-1-1 15,1 0 1-15,0-2-6 0,-2 0-2 0,-1 0 3 0,0-1-1 0,-1 0 2 16,0 0 3-16,0-1-1 0,-2 1-5 0,2 0 4 0,-1-1-2 15,-1 1-1-15,1 0 4 0,-2 0-1 0,1 0-5 0,2 0 4 0,-1-1-1 16,1 0-4-16,0 0 0 0,-1 0-10 0,1 0-6 0,-1-1-9 16,1 1-5-16,0 0-9 0,0 0-7 0,2-1-12 0,0-1-14 0,1 0-14 15,1-1-9-15,2-1-10 0,0 0-5 0,1-2-17 0,1-2-6 0,2 0-6 16,0 1-6-16,3-2 1 0,3-1-28 0,-1 0-108 0</inkml:trace>
  <inkml:trace contextRef="#ctx0" brushRef="#br0" timeOffset="12983.65">10762 7983 395 0,'-2'3'40'0,"0"0"-19"15,1 3-16-15,0-2-5 0,1 1 2 0,0 0 3 0,1 0 2 0,0 2 6 16,1 0-3-16,0 0 0 0,1 1-3 0,1 1-2 0,1 0-1 15,1-1-3-15,1 2 0 0,1-1-3 0,1 0 0 0,1 1 0 0,1 0-2 16,2-1 2-16,1 1-1 0,2-1-1 0,1-1 1 0,-1 1 3 0,2 1 5 16,1 0 5-16,0 0 3 0,0 0 4 0,2 0 4 0,0 0 1 15,3 1 5-15,1 1-4 0,0 0-2 0,3-2-8 0,0 0-6 0,1 0 0 16,0 1-4-16,2 0 3 0,0 0-1 0,3-1-3 0,0-2 1 16,0 0 1-16,0-1-2 0,-1-1 3 0,3-2-1 0,-1-2 3 0,1-2 4 15,-1 0 6-15,-2-2 3 0,-1 0 11 0,-1-2 6 0,-1 0 4 0,0-2-2 16,-1-1-2-16,-1-1 1 0,-3-1-2 0,0-1 4 0,-3-1 0 15,0 0 1-15,-1 0-3 0,-2 0-5 0,0 0-7 0,0-3-10 0,-1 0-1 16,-2 0-6-16,-1 1-1 0,-1-2-3 0,-1-1-5 0,-2 0-3 0,0-1-7 16,-1-1-8-16,-2 0-7 0,-1 0-4 0,-1-3-2 0,-1 0 2 15,-3-1 1-15,-1-2 0 0,-3 0 2 0,-2-2-2 0,-2-1 2 0,-2 2 3 16,-2-2 1-16,-1 2 4 0,-3-1 0 0,-2 1 2 0,-3 0 4 16,-4 0 3-16,-2 1 4 0,-3 0 0 0,-1 4 6 0,-3 1-3 0,-3 0 1 15,-4 2 6-15,-1 0 2 0,-4 2 6 0,-1 2 4 0,-2 0-1 0,-2 3-1 16,-2 0 2-16,-3 1 0 0,-1 0 4 0,0 1-2 0,-2 0-1 15,0 2 0-15,-2 0 0 0,-1 2-3 0,-1 1-1 0,-1 3 6 0,-3 2-2 16,0 4 9-16,-2 3 7 0,-1 4 6 0,2 4 7 0,0 1 4 0,1 5 1 16,0 3-8-16,1 0-12 0,2 5-5 0,1 1-9 0,1 1-3 15,3 5 1-15,1-1-9 0,4 1-4 0,4-1-1 0,2 1-4 0,6 0-7 16,3-1-8-16,4-1-16 0,4-2-17 0,4-1-14 0,6-1-14 16,3-2-14-16,3 0-20 0,5-1-22 0,2-2-32 0,3 0-34 0,4-4-41 15,1 2-83-15</inkml:trace>
  <inkml:trace contextRef="#ctx0" brushRef="#br0" timeOffset="27434.68">5251 8981 147 0,'23'-16'51'0,"-4"5"-8"0,-1 3-9 15,-3 4 5-15,-1 0-1 0,1 2 0 0,1-1-4 0,2 2-7 16,0 0-1-16,2 1 1 0,1 0-3 0,0 0-4 0,1 0-6 0,3-2-9 16,-1 0-2-16,3 0-1 0,0-1 0 0,3 0 3 0,-1-2 1 15,2-1-2-15,0 0 1 0,3 0-1 0,-1 0 4 0,4 1-1 0,-1 0 0 16,1-1 2-16,-1-2-3 0,-1 0 3 0,2 0-2 0,-3 0 2 15,2 0 1-15,1 0 0 0,-2 3 0 0,1-1-1 0,-3 1 3 0,-1 1-1 16,1 1 3-16,1 0-1 0,-3 1-1 0,0 0 1 0,-2 1 2 0,2 0 2 16,0 0 0-16,1 2 1 0,1 0-2 0,-1 0 0 0,-2 0-1 0,1 0 0 15,0-1 1-15,0 0 0 0,2-1 3 0,0-1 0 0,0-1-1 16,-1 0-3-16,3 0-3 0,-2 0-4 0,2-1 3 0,0-1 0 0,1-1 1 16,1 0 0-16,1-1 0 0,2-2 0 0,1 0-4 0,0 0 1 0,1 0-5 15,-1 0-1-15,0 1 1 0,1 1-2 0,-2-1-2 0,0-1-1 16,-1 1 1-16,-1 1-5 0,-1 0 5 0,0 1 0 0,-3 0-1 0,1 1 2 15,-2 0-2-15,2 0 1 0,0 0-1 0,-1 0-2 0,-2 1-1 16,-1 0 0-16,1-1 1 0,-3 2 1 0,2-1 0 0,-2 1 0 0,0 0 0 16,-3-1-2-16,1 0 1 0,-1 0 0 0,-1 1 0 0,-1-3 4 0,-2 1-1 15,0-2 1-15,1 0 0 0,-3-1 2 0,-1-1 2 0,0 1 1 16,-4-1 3-16,2 0 2 0,-3-2 2 0,0-1 0 0,-2 0 6 0,-1 0 1 16,0 1 1-16,-2-2 5 0,0-1 1 0,-1-1 1 0,-3 0-2 0,-1 0 0 15,-3-1-2-15,-1 0 2 0,-2 2 3 0,-4-2-8 0,-1-1 2 16,-4 1-8-16,-2 1-1 0,-1-1-4 0,-3 0-6 0,-3-1-4 0,-4 0-12 15,-2-1-2-15,-6 0-6 0,-2 0-1 0,-3-2 2 0,-5 0 1 16,-2-1 1-16,-4 1 1 0,-6-1-3 0,-5 2-4 0,-6-1 4 0,-5-1-2 16,-4 1-2-16,-4-1 6 0,-3-1 1 0,-4 1 2 0,-4 0-1 0,-3 1-1 15,-6 2-10-15,-6 2-3 0,-2 1 4 0,-5 2 1 0,-2 2 5 16,-4 4 8-16,0 0 2 0,-2 4 6 0,-1 3 11 0,2 4 5 0,-3 5 9 16,3 4 4-16,0 4-3 0,1 4 9 0,1 1 17 0,1 5-6 0,0 3 2 15,1 5-12-15,4 2-13 0,6 1 14 0,5-1 2 0,6 1 6 16,7 2-7-16,3 0-14 0,6 1-13 0,5 3 2 0,5 1-1 0,7-1-3 15,5 0 4-15,6-2-9 0,8-1-5 0,4 1-2 0,6 0-9 16,5-1-13-16,6 0-10 0,5-1-23 0,7-1-18 0,5 1-20 0,5 0-25 16,5-3-27-16,6 1-23 0,6-3-6 0,5 0-85 0,6 1-24 0</inkml:trace>
  <inkml:trace contextRef="#ctx0" brushRef="#br0" timeOffset="56035.51">11292 9637 665 0,'-19'-13'65'0,"-2"0"1"0,-5-4 7 0,4 5-6 0,5 2-15 16,0 1-21-16,2 2-7 0,1-1-8 0,2 1-8 0,0-1 2 16,1 2-4-16,1-1-6 0,1 2 2 0,2 0-5 0,0 0 1 0,3-1-1 15,-1 1-3-15,2 0-1 0,0 0-4 0,1-1-2 0,1 1 0 0,1 0-2 16,1 0 3-16,0 1 3 0,2-2-2 0,1 0 2 0,1-1-2 15,2 0 2-15,1-3 2 0,2 0 5 0,2-1 0 0,2-1 2 0,0-1 1 16,2 1-2-16,0-3 5 0,2 0 2 0,0-2-2 0,2 1 4 16,0-2-6-16,1 0 2 0,1 1-1 0,1-2 1 0,0-1 4 0,2-1-1 15,0 2 1-15,3-3 2 0,-2 2 1 0,3 1 5 0,0 0-2 0,1 0 2 16,3 2-3-16,1-2 3 0,2 1 1 0,1 0-2 0,1-1-2 16,3 0-4-16,3 1-2 0,1 0-9 0,-1 3 2 0,1 1-7 0,-1 2 0 15,1 3 5-15,-1 1-2 0,2 0 4 0,0 2-5 0,0 2 0 0,1 0-2 16,2 1-4-16,-3 2-3 0,-1-1-6 0,-1 2-2 0,-1 0-5 15,-2 0-1-15,-2 2 2 0,0-1-1 0,-2 1 6 0,-2 1 1 0,-1 1 2 16,-3 0 5-16,-1 2 4 0,-3 1 2 0,2 1 8 0,-1 2-1 0,-3 1 2 16,0 3 2-16,-3 2-7 0,-1 2 3 0,0 1 1 0,-3 3 4 15,0-1 0-15,-1 4 0 0,-1 2-1 0,-2 1 0 0,-2 3-2 0,-1 0 0 16,-2 2-4-16,-1-1 3 0,-2 0-2 0,-1-1-2 0,-1 0-2 16,-2-1-6-16,0-1 1 0,-2-2-1 0,-1 0 3 0,-1-4-3 0,-3-1 1 15,0-1 4-15,-3-4 2 0,-1 0 3 0,-2 0 4 0,-2-4-1 0,-2-1 6 16,-2-1 4-16,-1-2 3 0,-2 0 6 0,-1-2 2 0,-2-2 0 15,-2-1 3-15,-1-1 2 0,-3-2 1 0,0 0 2 0,0-2 0 0,2 0-1 16,-1-2-3-16,-1-1 0 0,-1-1-5 0,1-2-4 0,-1-1 0 0,2 0-7 16,-2-1-1-16,1-1 2 0,-2-1-4 0,2-1 2 0,-2-2-8 15,1 1-1-15,0 0 4 0,2 0-1 0,-1-1 6 0,2-1-3 0,1 1-2 16,-2-2 0-16,2 0-4 0,-1 1 1 0,2-1-1 0,1 3-2 16,3-2 1-16,2 1 2 0,1 0-6 0,1 3 2 0,2 0-5 0,4 1-5 15,1 3-5-15,3 2-8 0,2 1-8 0,1 1-13 0,2 1-14 0,1 1-22 16,1 1-16-16,0 1-8 0,3 0 0 0,1 1 10 0,4 0 1 15,4 1 8-15,3 0 0 0,4-1 0 0,4 0-2 0,3-2-30 0</inkml:trace>
  <inkml:trace contextRef="#ctx0" brushRef="#br0" timeOffset="56719.51">13572 9572 217 0,'-14'-8'127'16,"-3"0"-110"-16,-4 0 0 0,4-1-7 0,0 1-6 0,0-1-14 0,1 1-11 16,1 0-6-16,1 1-6 0,0 1-2 0,1-2 1 0,3 3-2 15,1-2 0-15,1 2 2 0,0-1-1 0,0-1-4 0,1 0 11 0,0-1 11 16,0 1 11-16,0-2 6 0,1-1 1 0,-1-1 7 0,-1 0 10 15,2-1 10-15,0 1 8 0,0-1 1 0,2-1 0 0,0 0-2 0,0 0 1 16,1 0-2-16,1 0 0 0,0-1 3 0,1 0-2 0,0 0 1 0,2-2 0 16,0 0-2-16,1-2-2 0,2 1 0 0,0-3-6 0,3-2-3 15,0 1-2-15,3-3-6 0,-1-1 2 0,2 1-4 0,0-2-2 0,2 1-2 16,1-1 0-16,2 0-2 0,-1-1-1 0,4 1 1 0,2 1 1 16,0-2 2-16,2 2-1 0,-1-1 1 0,0 0-3 0,0 0 0 0,0-1 0 15,0 2-1-15,4 0 0 0,-1 2-2 0,2 1-2 0,0 0 0 0,-1 3-1 16,1-2-3-16,1 1 0 0,3 2-1 0,-1-1 1 0,2 2 1 15,2 1 2-15,1 1 0 0,-1 1 2 0,3 0-2 0,3 2 0 0,1 0 0 16,2 1 0-16,1-1-1 0,-1 2-1 0,1 0 2 0,4 2 2 0,3 2 0 16,1 2 1-16,4 3 0 0,0 1-2 0,0 3 1 0,0 3-3 15,-2 3 3-15,-1 3-2 0,-2 3 1 0,0 2-2 0,-4 3-2 0,-2 3 3 16,-1 3-3-16,-1 5 1 0,-4 1-1 0,-1 5 1 0,-1 0 2 0,-3 1-2 16,-2 1 1-16,-5 1-1 0,-1 2 0 0,-3-1-4 0,0 0 1 15,0 0 2-15,-2-2 0 0,-1 0 5 0,-1 0 1 0,-4-2-3 0,-3-2 3 16,-1 1 3-16,-2-3 1 0,-2-2 3 0,-2-2 0 0,0-3 1 15,-2-3-3-15,-1-2 1 0,-1-1 0 0,-2-2 2 0,-1-3-1 0,-2 3-1 16,-1-2-2-16,-3-1 1 0,-3 0 0 0,-2-1-3 0,-3 0-3 0,-6 0-7 16,-4 0-9-16,-2-1-19 0,-5 1-10 0,-2 1-8 0,-4-3-4 15,-7 2 4-15,-4 0-5 0,-8-1-7 0,-4-1 0 0,-5-2-5 0,-4 1 0 16,-4-2-9-16,-4 0-10 0,-4-1-22 0,-2 0-13 0</inkml:trace>
  <inkml:trace contextRef="#ctx0" brushRef="#br0" timeOffset="61536.73">9564 9915 95 0,'-10'0'40'0,"0"2"-10"0,0 0-8 0,2 1-5 0,3-3-7 16,0 2-2-16,2-1-3 0,-1-1-1 0,1 1 1 0,2-1-2 15,1 0-3-15,0 1-2 0,2-2-2 0,-2 0 0 0,1 1 3 0,1-2 2 16,-2 1 3-16,1 1 3 0,-1-3 5 0,0 0 3 0,0 0 6 0,0-1 5 16,-1-1 1-16,1 0 3 0,0 0-5 0,0 0-4 0,2-2-3 15,0 1-6-15,0-1 0 0,2-1-2 0,0 1-4 0,2-1 1 0,1-1-2 16,0 2-1-16,2-3-1 0,1 1 0 0,1-1 3 0,1 1 0 16,2-1 1-16,0-1 1 0,4 1-1 0,2-1 3 0,-1 0 1 0,2 0 1 15,0-1 0-15,-1 1 0 0,2 0 1 0,1 0 1 0,-1 3 0 0,3-2 0 16,-1 0-2-16,2-1-1 0,0 0-1 0,0 1-3 0,1 1 0 15,-1-1-2-15,1 1 1 0,-1 1 3 0,1 1 4 0,1 0-1 0,-2 0 0 16,1 1 0-16,-1 1-1 0,0 0-2 0,1 1-3 0,2 0 1 0,0 2-7 16,0-1-1-16,0 1 2 0,-3 0-4 0,1-1 6 0,-1 2-2 15,3 0 1-15,-2 0 3 0,2 0-1 0,-1 0 0 0,0 2 2 0,0-1 0 16,0 1 1-16,0 0 1 0,-1 1 3 0,1 0-3 0,-1 0 2 16,1 1 2-16,0 1-2 0,0 1-2 0,-3 1-3 0,3 0-2 0,-1 2-1 15,0 0 1-15,0 1 3 0,-2 1-3 0,-2 1-1 0,-2 1 2 0,-1-1 1 16,-1 3 0-16,-1-1-1 0,-1 1 2 0,0-1-1 0,-2 2 8 15,0 2 0-15,-2 0 1 0,1 0 3 0,-1 2-2 0,-1 1 1 0,-2-1 3 16,1 2-5-16,0 0-7 0,-2-1 0 0,0 1-7 0,-1 1 2 0,0-3 5 16,-2 2-3-16,1 0 0 0,0 0 0 0,-1 1-2 0,-1 0 2 15,0 0 0-15,-1 0-2 0,0-1-6 0,-2 0 0 0,0 0 6 0,-2-2 2 16,-1 1 5-16,0-1-4 0,-1 0-2 0,0-3-2 0,-1 1-2 16,-2-1 5-16,0-2-3 0,-1-2 4 0,-1-1 0 0,-1 0 3 0,0-3-1 15,-2 0-1-15,-1-1 6 0,-2-1 1 0,-2-2 2 0,0-1 4 0,-4-1 1 16,-1-3-2-16,-2-1 4 0,-2-2-3 0,-2-2-7 0,0-3 2 15,-3-1-5-15,-1-2-4 0,-4 0-1 0,-2-2-7 0,-2-1-5 0,-3-1 1 16,-1 0-1-16,-2 1 2 0,-3 0 5 0,-2 1 8 0,-1 0-5 0,-2 0 2 16,-1 3 7-16,1 0 8 0,1 0 27 0,4 2 14 0,1 0 7 15,2 0-4-15,1 0-12 0,4-1-7 0,5 1-8 0,2-1-6 0,6 2-5 16,1-1-8-16,4 2-5 0,6 1-7 0,1 0-2 0,2 1 0 16,4 1-5-16,1-1 0 0,2 1-2 0,2 1-6 0,0 0 0 0,2 0-9 15,1 1-8-15,1-1-7 0,1 1-12 0,1 0-8 0,1-1-5 0,1-1-9 16,2 0-10-16,1 0-7 0,3-2-15 0,2 0-14 0,1-2-20 15,4-1-19-15,3 0-23 0,0-1-27 0,4-1-157 0</inkml:trace>
  <inkml:trace contextRef="#ctx0" brushRef="#br0" timeOffset="62769.73">13758 10718 664 0,'-9'-2'18'0,"0"0"-6"0,1-1-11 16,4 2-10-16,2 0-8 0,3 1-8 0,0-1 3 0,2 1 1 0,2-1 6 15,1 0 5-15,1-2 0 0,0 1 4 0,1-2 2 0,1 0-1 16,0-1 0-16,0-2 1 0,1-1 5 0,0-2 6 0,-2 0 6 0,2-3 6 15,0-1 6-15,0 0 4 0,1-1 1 0,0 2 2 0,0-1 2 16,0 0 5-16,-1 1 6 0,0 2 2 0,-2 0 0 0,0 2 0 0,0 0 0 16,0 1 1-16,0 2-1 0,0-1 2 0,0 1-5 0,-1 1 0 0,1 1-2 15,0 1-6-15,-1 1 0 0,1 1-1 0,-1 1-3 0,1-1 0 0,0 1 2 16,1 0-5-16,-1 1 2 0,0 0-4 0,-1 0-2 0,1 0 1 16,-1 0-1-16,0-1-3 0,0 1 1 0,1-1-1 0,-1 0-2 0,2 0-3 15,-2 0-2-15,2 0 1 0,0-1 0 0,-1 0 1 0,1 0-3 16,1 0-2-16,0 0-2 0,1 0-6 0,0 1 2 0,2 0-6 0,-1 2 4 15,1-1 5-15,-2 1-3 0,2 1 2 0,0 0-3 0,0 1-6 0,1 0 2 16,-2-1 3-16,2 0-5 0,0 0 5 0,1 0-1 0,-2 0-2 16,2 0 2-16,0-1-2 0,0 0 1 0,-1 0-1 0,1-1-1 0,0 1 0 15,0-1-1-15,1-1-4 0,1 0 7 0,-1 0-1 0,1 0 2 0,-3-1-3 16,0 0-1-16,1 0 1 0,0-1 4 0,0 1-2 0,1 0 1 16,1 0 1-16,0 0-1 0,0 0-2 0,0-1-1 0,-1 0 2 0,0 1-2 15,-1 0 1-15,2 0 3 0,-1 1-7 0,-1 1 3 0,1 1 5 16,0 0-5-16,0 1 2 0,0 0-2 0,0 1 2 0,0 1 2 0,0 0-4 15,-2 1 0-15,2 1-2 0,0-1 4 0,-1 1 2 0,0 2 0 0,1 0 3 16,-1 0-4-16,0 1-2 0,-1-1 1 0,1-1-1 0,-2 0 2 16,1 1 1-16,-1-1 1 0,0 1 1 0,3-1-2 0,0-1 2 0,-2 1 1 15,0-3-2-15,0 0 0 0,0 0 3 0,0-1 6 0,0 0-1 0,0-2 4 16,1 1 1-16,0-1-1 0,0 0 6 0,1-1 2 0,0-1 1 16,-1 0 0-16,-1 0 1 0,0-1-1 0,0 0 0 0,1 0-4 0,-2-1 2 15,1 0-7-15,1-1-1 0,-1 2 0 0,2-1-3 0,-2-1-4 0,3 0-1 16,-1 0-2-16,0-1-3 0,-1 0 2 0,2 1 1 0,0-2-3 15,0 0 2-15,1-1 4 0,1 0-4 0,-1 0-1 0,2-1-1 0,-1-1-4 16,1 0 1-16,-1 1 0 0,1 0 1 0,1-2 4 0,-1 1-2 16,0-1-1-16,-1 1-5 0,-2-1 1 0,1 1-1 0,0 2-5 0,-2 0 7 15,2 0-12-15,0 2 4 0,0 0 0 0,-2 2-10 0,0 1 0 0,0 0-6 16,-2 1-3-16,1 1-4 0,-1 1-2 0,1 1-8 0,0 2-4 16,-1 0-6-16,2 2-7 0,1 0-3 0,0 2-3 0,1 1-10 0,1 1-8 15,0 0-12-15,0 0-11 0,1-2-3 0,1 1 0 0,-1 1-3 0,3-1-9 16,0 1-4-16,1 0-16 0,2-2-17 0,1 0-8 0,3 0-14 15,0-1-121-15</inkml:trace>
  <inkml:trace contextRef="#ctx0" brushRef="#br0" timeOffset="63452.73">17884 10528 1031 0,'-19'4'134'16,"-2"2"-120"-16,-2 1-34 0,2-2-26 0,7-3-22 0,5 0-16 15,1-2-19-15,3 0 1 0,2 0 10 0,1-1 21 0,3 1 27 0,0 0 23 16,1 0 14-16,1 1 10 0,1 0 5 0,0 0 5 0,1 1 6 0,3 0 5 16,0 0 7-16,2 1 7 0,1-1 5 0,1 0 9 0,0 1 4 15,2-1-5-15,1 1 2 0,1 0-7 0,0 0 0 0,2 0 1 0,2 0-4 16,1 0 2-16,3 0-8 0,2 1-1 0,2 1-2 0,1 0 3 16,2 2 9-16,2 1-2 0,1 1 4 0,2 2-5 0,1 0-6 0,2 3-1 15,2 1-8-15,0 1-6 0,1 0-2 0,2 0-6 0,-1 0-1 0,0 0-11 16,-2-2 2-16,1 1 2 0,-1 0 1 0,0-2 9 0,0 1-4 15,-3-2 1-15,1 0 2 0,-3-2-1 0,-1 0-2 0,0-3-1 0,-3-1-7 16,1-1-2-16,-3-2-2 0,0-2-6 0,-1-1-2 0,0-1-14 0,-2-1-7 16,0-1-13-16,-2-2-17 0,0-1-11 0,2-2-20 0,-2-1-21 15,2-2-25-15,-1-1-36 0,2 0-36 0,-1-4-39 0,2-2-114 0</inkml:trace>
  <inkml:trace contextRef="#ctx0" brushRef="#br0" timeOffset="77353.53">3812 11028 635 0,'-6'-2'34'0,"0"1"21"0,1 0-14 16,3 0-8-16,3 1-9 0,0-1-9 0,1 0 1 0,3 1-8 15,0 0-1-15,0-1 0 0,3 0-4 0,0-1 0 0,0 2-3 0,1 0 0 16,-1 1-1-16,0 1-2 0,2-1 2 0,-2 1 0 0,1 1 1 0,-1 0 1 15,0 0-2-15,0 2 2 0,0 1-2 0,0-1 2 0,-2 3-1 16,2-1-2-16,1 2 0 0,0 1 0 0,1-3-2 0,1 2 2 0,1 0 0 16,-2-1 0-16,3 0-1 0,1-1 0 0,0-1-1 0,1 0-1 15,1-2 3-15,1 1 3 0,2-1 4 0,0-2 4 0,2-1 6 0,2 0 2 16,-2-2 7-16,3-1 3 0,1 0 5 0,1 0 5 0,1 0 1 0,0 1 1 16,2-1 1-16,0 1 1 0,3 0-2 0,-1 1 1 0,2 0-4 15,0 1 1-15,0 0-4 0,3 1-7 0,1 1 0 0,2 0-7 0,0 0-4 16,1 1-4-16,3 0-2 0,1 1-1 0,1 0-8 0,3 0 3 15,1 0-5-15,1 1 2 0,3-2 5 0,0 1-4 0,3-2 1 0,0 1-3 16,2-1 2-16,1 0 3 0,2-2-1 0,2 0 2 0,2-1-2 0,2-1-1 16,-1 0 3-16,2-1-3 0,0 0 7 0,1-1-4 0,1 0-3 0,-1 1 7 15,0-3-5-15,0 1 6 0,1-1 5 0,-2 0 2 0,0 0 6 16,1 0 5-16,-2-1 4 0,1 0 0 0,1-1-2 0,0 1 1 0,1 0-4 16,0-1-1-16,-1 0 4 0,1 0-6 0,-1 0 5 0,1 0-3 15,0 1-6-15,-1 0-2 0,-2 1-6 0,0 0-5 0,-1 1 0 0,0 0 0 16,-1 0-1-16,0 1 5 0,1 1-4 0,-3 0 0 0,1 1-3 0,-2 0-2 15,0 1 5-15,0 2-5 0,-2-1-2 0,0-1 0 0,-3 2 2 16,-1-1-5-16,1 2 3 0,-4 0-1 0,-1 0-2 0,-1 0 6 0,-3-1-1 16,-1-1-4-16,-2 2 4 0,-3-1-2 0,-3-1 0 0,0 1 5 15,-4-2-5-15,0 1-2 0,-2-1 5 0,-2 0-3 0,0 0 4 0,-2 0-1 16,-2-1-4-16,0-1 2 0,0-1-4 0,0-1 3 0,-2-1 2 0,0 0-4 16,-2-2 2-16,0 0-1 0,0 1-2 0,-1-1 0 0,0-1-5 15,0 0-1-15,-3-2 0 0,0 2-1 0,-1-1 0 0,-2 0-2 0,-2 0-2 16,-2 1 1-16,-1-1-1 0,-2 1 5 0,-2 0-3 0,0 0 2 0,-4-1 0 15,1 0-2-15,-3 0 7 0,-2 0-1 0,0-1 6 0,-2 1-1 16,-3-2-7-16,-2 0 4 0,-1 0-3 0,-3-1-2 0,-1 1 4 0,-3-1-11 16,-4-2 2-16,-3 1 4 0,0 0-1 0,-4 1 11 0,0 0-1 0,-4 0 3 15,-1-2 5-15,-2 0-6 0,-3 1 5 0,-3-2-4 0,1 2 2 16,-2-2 0-16,-3 2-1 0,0-2 0 0,-3 0-3 0,-2 1 0 0,-2 1 0 16,-2-1 0-16,-2 1-3 0,-1-1 6 0,-2 0-5 0,-1 0 5 15,-1 0 2-15,-2 0-1 0,0 0 2 0,-1 1-4 0,-2 0 0 0,-2 0 2 16,-3 1-3-16,-1 2 0 0,-6 0 2 0,1 4-4 0,-3 0 2 0,-1 2 3 15,0 1 3-15,-2 2-2 0,0 0 0 0,-1 2-1 0,-2 1 2 16,0 1-6-16,-2 2 3 0,2 1 3 0,-1 2-4 0,0 2 6 0,0 4-5 16,-2 3-2-16,1 1-4 0,0 4 0 0,0 1 5 0,0 1-5 0,2 3 0 15,2 1-3-15,-1 4-17 0,2 3-16 0,0 4-30 0,-1 0-24 16,3 3-12-16,0 2-19 0,1 3-19 0,2 2-36 0,1 2-57 0,0 4-70 16,0 1-139-16</inkml:trace>
  <inkml:trace contextRef="#ctx0" brushRef="#br0" timeOffset="122239.6">5845 12767 859 0,'-8'-2'467'16,"1"-1"-336"-16,-1-1-81 0,2 1-36 0,2 1-3 0,0-1-5 0,2 0 0 15,1-1-3-15,1 0-13 0,1 0-15 0,0-1-20 0,3 1-24 16,0-1-16-16,1 1-10 0,0 0 2 0,3 2 4 0,1-1 3 0,1 2 16 15,1 0 14-15,0 0 19 0,1 1 21 0,1 0 13 0,-1 0 13 0,-1-1 15 16,0 1 13-16,1 0 8 0,0 1 7 0,1 1 6 0,0-1 5 16,0 2 6-16,-1-1 1 0,2 0-4 0,2 0-2 0,0 1-5 0,1 0-10 15,0 0-4-15,1 0-9 0,3-2-5 0,0 2 1 0,1 0-10 0,0-1 0 16,2-1-5-16,0 0-7 0,0-1 3 0,0 0-3 0,0 0-1 16,2-2-2-16,0 1-2 0,0-2-1 0,-1 0-1 0,-2 0 2 0,1-2-8 15,1-1 5-15,-1-1 1 0,2-1 0 0,-3-1-2 0,1 0-2 16,-2-2-5-16,1 0-4 0,1-1 13 0,0-2-4 0,-1-1-1 0,-1 1 1 15,-1-3-12-15,0 0 8 0,0 0 3 0,-3 0-2 0,1-1 2 0,-1 1-3 16,-1 0 5-16,-2 2 4 0,-2-2 4 0,-1 1-3 0,-2 0 0 16,-1-1 7-16,-3 0-2 0,0 1 4 0,-1 1 3 0,-1-2-1 0,-2 0 8 15,-3 1 5-15,0 1 6 0,-3 1 4 0,-1 1 0 0,0 1-3 0,-1 0-12 16,-3 2-4-16,-2 0-9 0,-2 0-5 0,-3 1 0 0,1 1-6 16,-5 0 6-16,-1 2-1 0,-1 0-3 0,-3 1 0 0,-1 1-5 0,-3 1-2 15,-1 1 6-15,-1 2-5 0,-1-1 3 0,1 1 3 0,-4 0-3 16,-2 1 4-16,0 0-3 0,-3 1-2 0,2 1 1 0,-1 0 3 0,-1 1-2 15,0-1 5-15,1 1 1 0,1-2 8 0,1 1 2 0,1 0 2 0,1-2 4 16,2 2-8-16,-1 0 0 0,3-1-4 0,-1 2 6 0,2 0 1 16,-1 1-3-16,1 0-2 0,0 1-5 0,3 1-7 0,-1 1 7 0,3 0-7 15,1 2-4-15,0 0 0 0,2 2-4 0,0 0-4 0,2 2 2 0,2 1-7 16,-2 2-2-16,1 1-4 0,4-1-5 0,-1 1-8 0,3 0-14 16,1 1-18-16,2-2-37 0,1 2-41 0,3 0-46 0,1 0-46 0,1 1-47 15,2 0-50-15,3 0-231 0</inkml:trace>
  <inkml:trace contextRef="#ctx0" brushRef="#br0" timeOffset="123389.6">8060 12717 800 0,'-14'-5'42'16,"1"0"-15"-16,-2-1-18 0,1 4-6 0,4 1 0 0,0 1 1 0,0 1-1 16,1 1 0-16,2 0 2 0,-1 1-4 0,1 1 0 0,1-1 2 15,1 1-3-15,1 1 0 0,1-1-2 0,2 0-1 0,2 0-2 0,1 0 0 16,2 1 0-16,1-1-2 0,0-1 4 0,2 0 1 0,1 0 1 0,0-2 0 16,3 1 0-16,0-2 0 0,2-1 3 0,1 0 1 0,0-1 0 0,2 0 2 15,0-1 1-15,0 0 3 0,0-1 0 0,0 0 1 0,2 0 1 16,-2 2 3-16,2-1 7 0,-1 3 6 0,1 0 5 0,-1 0 2 0,2 1 0 15,-1 2-2-15,-3 1 3 0,0 1-2 0,1 0 1 0,0 2 1 0,1 0-2 16,0 1 1-16,0 1-1 0,1 0-1 0,-2-1 5 0,1 1-2 16,-1-1 4-16,0 0 4 0,-2 0-10 0,2-1 6 0,0-1-9 0,0 0-3 15,0-1 0-15,2-1-9 0,1 0 3 0,-1-1-2 0,2 0 1 16,0-1-1-16,-1 0-1 0,2 0-3 0,0 0-3 0,-1 0 1 0,1-1-1 16,0-1 2-16,-3 0-3 0,1-1 1 0,0 1-2 0,-1-1-1 0,2 1 2 15,1-1-3-15,-1 0 4 0,-1 0-11 0,-1 0 6 0,1 0 1 16,-2 0-5-16,2 0 5 0,1 0-1 0,0-1 2 0,0 1 2 0,0-2-3 15,-1 1 1-15,1-1-8 0,0 0 5 0,0 1-1 0,1-2 1 16,1 0 2-16,1 0-1 0,2-2-2 0,0 0-4 0,0 0 5 0,1-1-5 16,-1 0-2-16,2 1 1 0,-2 0-3 0,0 1 9 0,2 0 1 0,-2 0-3 15,2 1 3-15,-2 0-2 0,1 1-3 0,-2 1 4 0,1-1-4 16,1 2 5-16,1-1 0 0,0 1-3 0,-1 2-1 0,0 0-1 0,-2 1 0 16,1-2 0-16,1 1 1 0,-1-1-2 0,2 1 1 0,-2-1 3 0,2-1-5 15,-1 1 6-15,1-1-3 0,1 0-1 0,-1 0-2 0,1-1-6 16,-1-1 10-16,3 0-1 0,-2 0 0 0,2-1 4 0,-2 1-7 0,0-1 2 15,1 1 1-15,1-1-1 0,-1 0 1 0,1 0-3 0,-2 0 2 0,-1 1 2 16,-1 1 2-16,-1 0-6 0,-1 0 6 0,-1 0-3 0,1 2-2 16,-1 0 2-16,-1 0-1 0,2 1-1 0,-2 0-8 0,-1 1 2 0,1-1 1 15,-1 1 3-15,1 1 4 0,-1-1 2 0,-2 1-3 0,2-1 1 16,0 0 1-16,-2-1-2 0,1 0-4 0,0 1 1 0,-1-2-1 0,0 0-2 16,3-2-8-16,1 0-5 0,1-2-11 0,1-1-15 0,-2-1-7 0,0 0-23 15,0-1-15-15,-2 0-17 0,2 0-21 0,-1-2-25 0,1 2-20 16,1 0-32-16,-1 0-37 0,0 0-40 0,0-3-181 0</inkml:trace>
  <inkml:trace contextRef="#ctx0" brushRef="#br0" timeOffset="142774.49">16148 12961 457 0,'5'0'67'0,"2"-1"-24"0,4 0-6 0,-1-1-19 0,1-1-7 0,2 0-4 16,2-1-4-16,1-1 1 0,1 0 0 0,3-2 2 0,1 0 1 0,0-1 0 16,2 0-3-16,2-2-3 0,0 1-1 0,1 1 0 0,1-1-2 15,2 2 1-15,-2 1 2 0,4 0-3 0,-1-1 2 0,3 1 1 0,-1-1-2 16,1 1 3-16,-1 1 0 0,3 0 2 0,0 0-2 0,2 1 1 15,-1 0-3-15,2 1 0 0,1 1 5 0,1 0-3 0,1 0 4 0,1 2-1 16,-1 0 2-16,1 0 5 0,3 1 1 0,0-1 1 0,2 1 1 0,1 0 2 16,3 1 9-16,-1 0 5 0,3 0 11 0,2 0 3 0,-1 1 5 15,3-1 2-15,-1 2 1 0,1-1 1 0,2 0-4 0,-1-2 3 0,2 0 0 16,-2 1 4-16,0-2 6 0,-1 1-4 0,-1-1-5 0,-2-1-8 0,-1 0-10 16,-1-1-3-16,-1-1-4 0,2-1-2 0,-1-1-4 0,3-1-9 15,0-1-3-15,0 0-5 0,1-1-4 0,0 0-2 0,0 0-4 0,-2 0-2 16,-1-1-3-16,-2 1 0 0,0-2-4 0,-1 3 7 0,-1-2-1 15,-1 0 3-15,-2 2 3 0,-2-1-1 0,-2 1-6 0,-2 0-5 0,0 0 16 16,-2 1-2-16,-2-1 7 0,-1-1 4 0,-2 0-12 0,-1 0 4 0,-3-2 3 16,0 1-7-16,-4 1 8 0,-1 0-6 0,-2 1 2 0,-2 0 5 15,2 1 0-15,-2 0 0 0,-3 1 7 0,-1 0 0 0,-3 1-6 0,-2 1 6 16,-1-1-4-16,-2 2 2 0,-2 0 0 0,-1 1-4 0,-3-1-4 0,-1 0-8 16,-2 0-9-16,-1-1-9 0,-3 1-7 0,-3-2-10 0,-1-1-10 15,-6 1-5-15,-2-2-16 0,-5-1-4 0,-2 0-10 0,-5-2-10 0,-2 2-19 16,-5-3-23-16,-2 1-39 0,-5-2-51 0,-4-1-75 0,-5 0-57 0</inkml:trace>
  <inkml:trace contextRef="#ctx0" brushRef="#br0" timeOffset="147091.49">19786 12388 516 0,'-2'2'119'0,"1"0"-43"0,0 0-10 0,0 0-10 16,1 1-13-16,0-1-7 0,-1 1-9 0,1 1-3 0,0 0-1 15,0 1-3-15,0 0-1 0,0 0-2 0,-1 1 1 0,1 1-5 0,0 0-5 16,0-2-3-16,0 0-6 0,2 0-2 0,0-1-3 0,2 0 1 16,-1-1 1-16,3-1 5 0,1 1 4 0,2-1 4 0,1 0 8 0,1 0 1 15,1-1 5-15,2 0 3 0,1-1 1 0,2 0 2 0,0 0 0 0,0 1 0 16,1-2-1-16,1 2 4 0,0-2-7 0,0 1 1 0,2 1-3 16,-2-1-1-16,1 0 1 0,0 0-1 0,-2 0-3 0,1 0 2 0,-2 0-4 15,1 0 3-15,-1 0 9 0,0 1 4 0,-1 0 6 0,-1 0-3 0,0 0-5 16,0 0-4-16,-1-1-7 0,-1 0 0 0,-1 0-9 0,2 0-1 15,-2 0 2-15,1 0-4 0,-1 0 2 0,-2-1-4 0,1 1-4 0,-2 0-1 16,0 0 2-16,0 0-1 0,-2 0 1 0,-1-1-3 0,-1 1-5 0,0 1-3 16,0 0-10-16,1 0-23 0,-3 0-35 0,0 0-42 0,-1-1-41 15,-1 0-28-15,1 0 4 0,-2 0 5 0,1-1 6 0,-2 1 5 0,0-1-6 16,-1 0-3-16,-2-1-14 0</inkml:trace>
  <inkml:trace contextRef="#ctx0" brushRef="#br0" timeOffset="147408.49">20217 12490 161 0,'-10'5'126'0,"-2"2"-83"0,-3 1-29 0,1 1-9 0,3-1-8 0,-1 2-7 16,1-1-5-16,0-1-7 0,0 2-3 0,2 0 2 0,-1 1 0 0,0 2 4 16,0-2 7-16,-1 2 4 0,2-1 4 0,0 2 2 0,1-3 2 15,2 0 3-15,-1 1 8 0,1-1 7 0,-1 2 9 0,1 0 4 0,0-2 1 16,1 0 0-16,0-1 4 0,2-2 3 0,0 0 0 0,1 0 3 0,0-2-3 16,1 1 2-16,1-3 1 0,1 0 3 0,0 1 3 0,0-1 2 15,1 0 5-15,0 0 3 0,1-2-3 0,0 1 1 0,1-1-3 0,0 1-2 16,1-1-1-16,0 0-1 0,0-1-2 0,1 0 4 0,0 0-1 15,0 0 2-15,0 0-5 0,2 0-6 0,0-1-7 0,0 0-5 0,1-1-7 16,1 1 0-16,-1 0-5 0,1 0-2 0,0-1 1 0,1 0-5 0,0 1 0 16,1-1 1-16,0 1 1 0,1-2-5 0,0 1 3 0,1-1-5 15,1 1 1-15,-2-1-2 0,1 1 0 0,1-1-2 0,0 1-1 0,-2 0 1 16,2 1-6-16,0-1 6 0,1 0-3 0,0-1 0 0,0 1 2 0,0-1-2 16,0-1 6-16,-2 1-8 0,0-1 5 0,0-1-7 0,-1 2 0 15,-1 0 3-15,-1 1-3 0,1 0 1 0,0-1-1 0,0-1-1 0,0 0-8 16,-2-1-8-16,0 1-24 0,-1-1-31 0,1 0-38 0,-1 0-40 0,-1-2-34 15,1 0-20-15,-2-2-14 0,0 0-18 0,2 0-122 0</inkml:trace>
  <inkml:trace contextRef="#ctx0" brushRef="#br0" timeOffset="147824.49">20781 12365 1136 0,'3'4'119'0,"1"0"-49"0,2 1-22 0,1 0-10 15,1-1-5-15,1 1-12 0,0 0-10 0,3 0 5 0,1 1-5 0,1 0 0 16,1 0 0-16,0-1-5 0,1 1 0 0,1 0-3 0,0-1-5 15,0-1-2-15,1-1-4 0,-1 0 3 0,-2 0-1 0,1 0 2 0,0 0 3 16,-1-1-9-16,-1 1 4 0,0-1 1 0,0 1-2 0,1-1 10 0,-1 1-3 16,-2-1 0-16,1 1-2 0,-2-1 1 0,-1 1 2 0,0-1 2 15,-2 1 2-15,0 0 4 0,-2 0-2 0,-2 0 3 0,-1 0 6 0,0 1-1 16,-3 0 10-16,0 1 7 0,-1 0-3 0,-2 0 8 0,-1 1-1 0,-1 1-1 16,-3 0 7-16,1-1-5 0,-2 0 6 0,-1 1-4 0,0 0 1 15,-1 0-4-15,1 0-1 0,-1 0-9 0,1 1-7 0,-1-1-1 0,1 0-9 16,2-1-3-16,-1 1-6 0,1 0-5 0,2 0 1 0,0 0-3 0,1 0-6 15,0 0-2-15,2-2-14 0,-1-1-6 0,1 0-10 0,0 0-22 16,1 0-13-16,1 0-22 0,0-1-15 0,0-1-18 0,1-2-21 0,0 1-10 16,1-2-7-16,0 0-3 0,1-1 5 0,0-2 3 0,0 0 1 15,0-2-13-15</inkml:trace>
  <inkml:trace contextRef="#ctx0" brushRef="#br0" timeOffset="148141.48">19346 12791 783 0,'1'24'120'16,"3"3"-30"-16,3 6-18 0,4-3-18 0,5-5-25 0,5 2-14 15,4-2-8-15,3-1-3 0,6-1-3 0,4-4 0 0,3-1-2 0,4-2 1 16,4-2 0-16,1-2-10 0,2-1-15 0,1 0-4 0,1 0-2 0,3 1 4 16,3-3 14-16,2-1-2 0,3-1-13 0,1-1-37 0,5-2-42 15,1-1-25-15,0-2 1 0,4-2 11 0,-1-3 27 0,2-1 12 0,0-1-5 16,0-1 9-16,0 1 8 0</inkml:trace>
  <inkml:trace contextRef="#ctx0" brushRef="#br0" timeOffset="148308.49">21721 13005 174 0,'40'-15'113'0,"4"0"13"16,10-5 6-16,-10 3 13 0,-8 1-6 0,-3 1-5 0,-4-3-3 15,-2 0-3-15,-3 0-11 0,-2-2-13 0,-3-1-20 0,-4-1-15 0,-2-1-11 16,-3-2-8-16,-3 0-18 0,-2-1 0 0,-5-1-3 0,-3-1-5 0,-4 0 3 16,-4-3-17-16,-4 1-7 0,-5 0-6 0,-5 0-2 0,-3 2-2 15,-4 0-1-15,0 1-1 0,-5-1 0 0,-3 4 2 0,-3-1 0 0,-4 3 2 16,-1 2 0-16,-1 1-5 0,-4 1 1 0,-2 4-8 0,-1 0-3 0,-4 1-9 15,1 2-10-15,-1 2-12 0,-3 2-4 0,0 3-8 0,-1 1-12 16,-2 3-3-16,-1 3-16 0,-3 2-19 0,-3 3-16 0,0 3-9 0,-2 3 1 16,-1 3-7-16,-1 3 42 0,1 4 1 0,-2 3-102 0</inkml:trace>
  <inkml:trace contextRef="#ctx0" brushRef="#br0" timeOffset="171208.64">20826 14790 2418 0,'16'2'5'0,"9"1"1"0,7 0-3 0,11 0-3 0,-8-3-3 0,3-2-2 0,2-2-1 0,1-2 0 0,1-3-10 0,3 0 1 15,2-2 2-15,1-2-6 0,1 0-9 0,2-3-8 0,1-2-5 0,0 0-3 16,3 0 11-16,-1-1-1 0,2-1 1 0,0 3 3 0,-1-1-12 16,2 2 7-16,0 0 8 0,1 0 11 0,-1-1 16 0,0 1-2 0,-2 1 5 15,-1 1-4-15,2 0 5 0,-1 0 3 0,-1 1 15 0,0-2 5 0,-15 4-27 16,14-3-210-16,0 2 14 0,-2 0-2 0,12-3 21 0,-15 1 193 16,-2 0 8-16,1 0-3 0,-2-1-5 0,-1-1 7 0,-1 0-7 0,-2 0-3 15,-2-1 8-15,-1 0-9 0,-4-1 4 0,-1 1 7 0,-3-2-10 0,-2 0 14 16,-2 2-8-16,-2-3 1 0,-4 0 3 0,-1 0-8 0,-3-1-4 15,-4-1 7-15,-4 0-8 0,-3-1-5 0,-3-1-1 0,-3 0-12 0,-4-2 1 16,-2-1-5-16,-4-1 2 0,-4 0-1 0,-2 1-2 0,-2 0 10 0,-4 3-2 16,-3-3 0-16,-1 0 9 0,-6 0-13 0,-1 0 5 0,-3 0-3 15,-2 0-3-15,-3 2 4 0,-4 1-2 0,9 7 8 0,12 6 0 0,-30-11 164 16,0 1 49-16,-15-3 21 0,-17-6 19 0,25 15-189 0,-1 2-41 16,-1 1 5-16,-2 3 7 0,-2 1 1 0,-1 2 4 0,-1 2-2 0,-1 3-4 15,-2 2-4-15,-2 3 3 0,0 2-1 0,1 3 6 0,-2 3-6 0,2 4 1 16,-1 0 5-16,2 4-1 0,3 1-10 0,-1 1-8 0,3 3-7 15,0 2-7-15,2 0 5 0,1 4-1 0,2 1-6 0,0 3-3 0,3 1 0 16,1 1 0-16,2 0-8 0,3 0-6 0,2 0-6 0,3 2-9 0,3-3-12 16,4 0-16-16,4-2-27 0,2-2-36 0,4-2-51 0,2-2-68 15,5-5-85-15,3-3-125 0,4-4-136 0,6-7-97 0</inkml:trace>
  <inkml:trace contextRef="#ctx0" brushRef="#br0" timeOffset="173175.72">25559 11297 2004 0,'-5'12'281'0,"-2"1"-253"0,-2 3-11 0,1 0-14 16,1-3-8-16,2 1-2 0,0-2-1 0,2 1 8 0,-1 0 8 15,1 0-4-15,2 0-2 0,0 0-14 0,2 2-6 0,1 0-8 0,0 2-1 16,2 0 1-16,0 3-1 0,1 0 6 0,1-1 7 0,2 2 6 0,1 0 3 16,3 1 4-16,2 3 0 0,1-2 1 0,3 2-3 0,1 1-6 15,2-2-1-15,1 1-2 0,2 0 2 0,1 0 8 0,0-1-1 0,2-2 3 16,-1 0 5-16,3-1-3 0,2-2 2 0,1-1-2 0,1-3-7 16,1-2 2-16,1-3 3 0,1-1 10 0,1-2 15 0,-1-2 15 0,0-2 19 15,-3-3 14-15,-2-2 13 0,1-3 4 0,-3-2-2 0,1-2-5 0,-2-1-5 16,-4-4 9-16,0-4 0 0,-3-3 1 0,-1 0-5 0,-2-3-15 15,0-1-16-15,-4 0-7 0,1-1-17 0,-2 0-10 0,-1-1-14 0,-1 1-6 16,-1-2 4-16,-2 1-1 0,0-1-2 0,-3 0-5 0,-1 2-1 0,-3-2-9 16,-1 1 4-16,-1-1-8 0,-3-1 2 0,-2-1-1 0,-2 0-9 15,-1-1 15-15,-3 0-2 0,0-1 8 0,-2 2 5 0,-2-2-9 0,-2 1 6 16,0 0-4-16,-3 2 4 0,-1 0-12 0,1 3-13 0,-3 2-2 16,1 3-8-16,-1 5 5 0,-3 2 6 0,1 4 9 0,-2 4 8 0,-1 3 7 15,-2 5 3-15,0 2 0 0,-5 5 2 0,0 2-1 0,-2 2 4 0,-1 1-5 16,2 2 4-16,-1 2-5 0,1 1 1 0,-1 2 0 0,0 1-11 15,2 2 1-15,1 1-16 0,1 2-16 0,1 1-22 0,2 2-61 0,3-2-78 16,2 3-94-16,2-2-71 0,5 2-53 0,1 0-14 0,3 3-214 0</inkml:trace>
  <inkml:trace contextRef="#ctx0" brushRef="#br0" timeOffset="173409.64">26305 13380 2297 0,'6'43'384'0,"-2"0"-356"0,2 11-10 15,-1-6-34-15,-1-5-9 0,1 1-4 0,0 3 2 0,2-3-5 16,0 2 3-16,0-1-15 0,1-2-9 0,-1-2-35 0,-1-3-62 0,1-2-86 15,0-1-121-15,-1-4-103 0,0-4-92 0,-1 0 23 0</inkml:trace>
  <inkml:trace contextRef="#ctx0" brushRef="#br0" timeOffset="174043.04">25908 10448 1955 0,'-62'28'21'15,"-7"8"-14"-15,-17 11-7 0,6 2 6 0,10 0-11 0,-2 5 5 0,2 3-1 16,-2 4-6-16,-3 5 8 0,2 5-9 0,0 6-3 0,1 6 0 16,1 5-1-16,1 4 2 0,1 5 2 0,4 5-3 0,1 4 0 0,4 4-9 15,3 4-10-15,4 5 13 0,6 2-7 0,2 4 12 0,8 2 9 16,4 3-8-16,5 4 15 0,7-2 2 0,6 1 0 0,6 1 8 0,5-3 2 15,6-2 8-15,7-3 17 0,7-3 23 0,9-4 33 0,8-5 30 0,10-5 9 16,6-6-6-16,9-6-16 0,6-5-20 0,6-8-15 0,5-3-5 16,5-6-22-16,6-8-5 0,4-6-12 0,3-9-11 0,4-6 3 0,5-7-6 15,0-7-2-15,4-7 0 0,0-6-7 0,1-4-2 0,0-4 7 16,2-7 6-16,0-4-7 0,1-6 7 0,1-5-1 0,-3-5 1 0,-1-6 4 16,-1-4-9-16,-3-8-6 0,-2-5 2 0,-1-5-1 0,-3-5-4 0,-1-5-2 15,-2-2-14-15,-3-4 1 0,-1-4-1 0,-2-2 2 0,0 0 8 16,-4-5-3-16,1-1 2 0,-3-3-11 0,-3-3-10 0,-2 0-11 0,-6-3-1 15,-3 0 5-15,-5 2-7 0,-5-3 14 0,-2 1 1 0,-4-2 4 0,-5-5 9 16,-2 0-2-16,-5-3 5 0,-5 2 6 0,-2 0 1 0,-6 1-5 16,-1 0 0-16,-4-2-2 0,-6 2 2 0,-3-4 9 0,-6 3-2 0,-6-1 7 15,-4 0-2-15,-7 0 4 0,-5-1 0 0,-5 0-6 0,-6 1 4 16,-4 2-5-16,-7 1 7 0,-4 2 0 0,-5 1-4 0,-6-1-3 0,-6 2-11 16,-4 1-3-16,-4 4 0 0,-3 4-10 0,-6 4-2 0,-4 6-8 0,-4 7 6 15,-4 4-4-15,-1 7-1 0,-5 7-11 0,0 7-3 0,-6 7 4 16,-2 8 7-16,-3 8 5 0,-4 6-9 0,0 5 1 0,-2 6-17 0,-1 4-19 15,1 4-28-15,-1 2-44 0,3 0-44 0,4 1-50 0,3-2-36 0,6-3-72 16,7-4-60-16,8-5-84 0,7-3-38 0</inkml:trace>
  <inkml:trace contextRef="#ctx0" brushRef="#br0" timeOffset="174476.12">29558 5944 2028 0,'0'11'67'0,"-1"6"-59"0,1 7 1 0,2 2 5 0,2 4 2 16,2 1 0-16,1 5-7 0,1 1-1 0,2 4-5 0,-1 3-9 16,0 2-5-16,-1 3-2 0,-2 2-2 0,-1 2-2 0,-2-1-22 0,0-1-88 15,-1-1-84-15,-1-1-69 0,0-1-39 0,-1-1 25 0,1-3 31 16,0-2 35-16,1-2-31 0</inkml:trace>
  <inkml:trace contextRef="#ctx0" brushRef="#br0" timeOffset="174826.04">30515 6167 1408 0,'-4'7'1021'0,"0"3"-1006"15,1 4-12-15,0 5 2 0,1 1-7 0,2 1 5 0,0 1-6 0,2 2 3 16,1-1-4-16,1 2-2 0,1 1 2 0,2-2 1 0,-1 1 0 15,4-4 3-15,0-1 0 0,3-2-1 0,1-2 1 0,0-4-5 0,4-1-1 16,1-3-3-16,2-1 3 0,2-3 3 0,1-2 3 0,2-2 7 16,2-3-1-16,-1-2 7 0,1-2 4 0,-1-1 3 0,1-2 8 0,-1-2-2 15,0-3 7-15,-1-2-1 0,-2-1-3 0,0-1 1 0,-1-2-6 0,-2 1-1 16,1 0 0-16,-1-1-5 0,-2-1 6 0,0 0-9 0,-2-2 0 16,-3 0 0-16,-1 0-14 0,-4-1 3 0,-3 0 2 0,-3 0-6 0,-2 2 2 15,-4 0-2-15,-3 1-3 0,-3 1-12 0,-3 0 6 0,-3 0-5 0,-4 1-3 16,-2 1 7-16,-2 0-1 0,-2 2-2 0,-2 4 1 0,-3 1 4 15,-2 3-1-15,-1 2-1 0,-2 3 3 0,0 3-4 0,-1 2-2 0,2 3 4 16,2 2-4-16,0 2-2 0,2 3-4 0,0 1-27 0,4 2-30 0,0 1-41 16,4 2-47-16,0 0-39 0,2-1-37 0,5 1-40 0,0-1-28 15,5-2-15-15,3-1-24 0,5 0-50 0</inkml:trace>
  <inkml:trace contextRef="#ctx0" brushRef="#br0" timeOffset="175109.04">31465 6111 1744 0,'31'-1'28'0,"3"2"-22"0,7 0-3 16,-2 3 5-16,-6 1-1 0,-1 2-2 0,1 0-1 0,1 2-7 0,-4 1 5 16,0-1-1-16,-4 3 6 0,-1-1 2 0,-3 0 0 0,-2 1 9 15,-2-1 5-15,-3 1 4 0,0 0 5 0,0-1 3 0,-1-2 0 0,-1-1-7 16,1 0-1-16,1-1-5 0,1-1-4 0,1-1 4 0,-9-4 3 16,3 1 0-16,0-1 1 0,3-1-3 0,1-2-3 0,2 0-1 0,1-2 0 15,3-1 2-15,-1-3 0 0,1-2-1 0,1-2-1 0,-3 0 4 0,2-2-1 16,-1-2 5-16,-2-1 3 0,1-1-2 0,-3-1 4 0,-2-1-2 15,0 0-3-15,0-2-3 0,-4-1-2 0,-2 1-9 0,-2-3-3 0,-3 2-7 16,-2-1 0-16,-3-1 2 0,-4 2-2 0,-4 0 2 0,-3 2-7 0,-3-1 1 16,-4 2 2-16,-4 1-4 0,-4 2 3 0,-5 1-3 0,-40-10-10 15,3 9 0-15,3 8 2 0,7 6 2 0,6 4 9 0,-1 1 1 0,3 3-2 16,0 2-4-16,0 2-22 0,3 1-47 0,1 4-76 0,1 1-79 16,4 0-78-16,0 0-65 0,1 1-28 0,4 2-70 0,0 2 6 0</inkml:trace>
  <inkml:trace contextRef="#ctx0" brushRef="#br0" timeOffset="175493.04">30515 7221 3276 0,'-19'23'11'0,"-1"4"-13"0,-4 9-3 0,1 3 3 15,4-2-2-15,1 3 1 0,-2 3-1 0,1 1-24 0,0 3 3 0,-1 3 2 16,-3 1-2-16,-3 0 23 0,-2-1-6 0,-2 2 1 0,-3-1 0 0,-1 2-4 15,-2-1-1-15,1-1 1 0,-2 0 6 0,2-1 2 0,1 1-8 16,-1-1 6-16,4-2 0 0,-2-2-4 0,3-3 13 0,7-11-4 0,-1 7-261 16,1-4 5-16,3-1 20 0,-2 4 1 0,7-11 222 0,4-7-12 15,3-2-9-15,-2-3-15 0,4-2-14 0,1-3-2 0,-1-2-1 0,5-2-7 16,-3-2-14-16,6-4-23 0,-2-4-41 0,3-4-11 0,3-3-16 0,0-6 5 16,5-5-6-16,2-6-9 0,2-6-3 0,4-6-61 0</inkml:trace>
  <inkml:trace contextRef="#ctx0" brushRef="#br0" timeOffset="175726.04">30679 6929 1917 0,'17'14'45'0,"4"8"4"0,8 8 19 15,4 8 11-15,3 1-10 0,4 2-16 0,5 6-23 0,5 2-16 0,4 1-7 16,5 0-4-16,3 1-1 0,3-1-2 0,2-2-2 0,1 0-7 0,2-2-3 15,0 0 12-15,1-4-6 0,-1-1 12 0,0-1-6 0,0-3-4 16,1-2-4-16,-1 0 2 0,-3-1 6 0,-34-17 20 0,8 3 4 0,-1-1-2 16,5 3 1-16,2 0-32 0,5 1-3 0,-2-1-8 0,6 1-7 15,-3 0-6-15,-2-1-13 0,-3-3-21 0,-1-1-30 0,-4-1-21 0,-3-1-35 16,-2-3 22-16,-3 1-29 0,-2-2-27 0,-19-6-18 0,2 0-59 0,-1-1-3 16,1 1 15-16,-3-1-36 0</inkml:trace>
  <inkml:trace contextRef="#ctx0" brushRef="#br0" timeOffset="176360.04">28991 9225 2738 0,'-9'18'0'0,"0"2"2"0,0 8 1 15,3 1-6-15,4 2-4 0,2 3 4 0,2 2-5 0,1 0-5 0,1 1 5 16,1-1 1-16,1-3 1 0,1 1 8 0,2-4-6 0,1-1-2 0,3-3-5 16,1-2-7-16,2-1-8 0,-1-3-7 0,5-2 2 0,1-1 8 15,0-2 5-15,5-4 6 0,0-1 6 0,0-3 6 0,0-3 3 0,-2-4 6 16,1-3 4-16,-3-3 4 0,1-5 2 0,-1-2 0 0,-2-4-3 0,0-3-5 16,0-2-1-16,-1-1-1 0,-3-2-1 0,1-1-3 0,-3-3 2 15,-1 0-1-15,-3-1 0 0,-1-1-7 0,-3-2 6 0,-1 1-4 0,-2-1 1 16,-3 0 8-16,-1-2-9 0,-3 3 4 0,-1-1 0 0,-1 1-3 0,-4 2 2 15,0 1 1-15,-3 0 2 0,-2 2-1 0,-2 0-6 0,1 3-5 16,-4 2-1-16,0 3-2 0,-2 3-7 0,-2 1-4 0,-1 3-4 0,0 3-5 16,-1 2-3-16,0 2-7 0,-3 4 2 0,0 2 2 0,1 3 5 15,0 2 1-15,2 3-6 0,0 1-8 0,0 3-24 0,1-1-30 0,3 2-43 16,-1 2-47-16,4 0-39 0,2 1-35 0,3 1-19 0,2-1-14 0,5 0-22 16,5-2-80-16</inkml:trace>
  <inkml:trace contextRef="#ctx0" brushRef="#br0" timeOffset="176593.04">32840 8732 2022 0,'0'4'1057'0,"-1"0"-1042"16,1 2-8-16,-1 2-10 0,0 1-1 0,0 4 4 0,1 2-8 0,-1 3 4 16,0 2-20-16,0 3-19 0,1 3-20 0,-1 2-23 0,0 4-33 0,0 1-35 15,1 2-52-15,-1 2-84 0,1 2-76 0,-1 1-58 0,1 1-40 16,0 0-165-16</inkml:trace>
  <inkml:trace contextRef="#ctx0" brushRef="#br0" timeOffset="177109.05">29404 10402 2241 0,'4'5'237'0,"-1"1"-201"0,2 2-9 0,-2 1-5 0,1 1 7 16,2 4 3-16,1 2-2 0,3 2-6 0,0 2-12 0,1 1-6 0,-1-1-6 15,-2 1-6-15,-1 1-3 0,0-2-12 0,-1 2-7 0,-2-1-11 16,0 1-18-16,-1 0-16 0,1-1-36 0,0 1-33 0,-1 2-39 0,1 0-34 16,1 2-27-16,-1-1-22 0,2 1-7 0,-1 1-26 0,2-1-34 0,0 2-24 15</inkml:trace>
  <inkml:trace contextRef="#ctx0" brushRef="#br0" timeOffset="177376.04">29430 11237 2859 0,'2'6'25'0,"0"-1"2"0,2 3-20 0,0-2-4 0,3 2-6 15,3 5-2-15,3 2 0 0,2 2 0 0,2 1 1 0,1-1 1 0,1-1-5 16,-3-3-11-16,2-3-6 0,-2-2-8 0,-1 0 3 0,-2-1-3 16,0-1-4-16,1-1-14 0,-1-1-14 0,-2-2 0 0,2 0 4 0,-1-3 12 15,1-1 18-15,1 0 8 0,-1-2 15 0,2-1 5 0,1-1 2 0,0-2 1 16,0 1-3-16,1 0 0 0,1 0-14 0,-1 0-8 0,-1-1-17 16,1 2-13-16,-1 0-6 0,-2 1-15 0,1 1-32 0,-1 1-40 0,0 1-29 15,-1 1-31-15,-2 0-24 0,0 1-17 0,1-1-33 0,-2 2-163 16</inkml:trace>
  <inkml:trace contextRef="#ctx0" brushRef="#br0" timeOffset="177843.04">30218 11903 1941 0,'-1'9'350'0,"-1"-1"-257"0,0 1-57 15,2-3-43-15,3-3-6 0,-1 1 13 0,4 0 7 0,0 0 6 0,2-1-9 16,1-1-1-16,0-2-6 0,0-2-3 0,1-1 3 0,-1-1 1 16,-1-2 1-16,0 0 10 0,-2-2-10 0,0-2-4 0,0-1 3 0,-2-3-15 15,1 0 10-15,-2 0-2 0,0-1-3 0,-1-1 5 0,0 0-5 0,-2 0 3 16,-1-2-3-16,-1 1-1 0,-3 0-2 0,-2-1-3 0,-1-1 3 16,-3 1 4-16,-1 3 4 0,-3 0 4 0,-2 1 7 0,-1 3 5 0,-2 2 6 15,-2 2 2-15,-3 1 2 0,-1 2-2 0,-3 1-4 0,2 2 1 0,-2 2-7 16,1 2 1-16,1 2 3 0,-2 2-8 0,4 0-5 0,0 3-8 15,3 2-4-15,1 2-1 0,0 1-9 0,2 3 1 0,-1 2 2 0,0 0 6 16,3 0 12-16,0 1 12 0,3 0 3 0,3-1 5 0,1-1 2 16,4-1-5-16,2-2 2 0,2 0-5 0,4-1-10 0,1-1-2 0,3-1-7 15,3-3-1-15,2 1-3 0,3-2 6 0,2 0-3 0,2-1 9 0,2-1 8 16,1-2-5-16,-2-2 3 0,2 0-5 0,-1-3 2 0,-1 2 5 16,1-2-1-16,-1 1 2 0,-1 1 2 0,-1 0-3 0,0 1-1 0,-1 1-1 15,-2 0-3-15,0 2 7 0,-1 1-9 0,-2 0 11 0,-1 1 2 0,-3 1-11 16,2 1 10-16,-2 1-13 0,0 3 0 0,-1 0-2 0,-1 0 1 15,0 1-6-15,-1 1 3 0,-2 1-1 0,0 0-7 0,-2 0-5 0,-1 0-17 16,0-1-14-16,-2-1-12 0,-1 1-19 0,-1-2-8 0,0 1-6 0,-2-3-5 16,1 1 6-16,-2 0 0 0,-1-1 1 0,0 0 3 0,-1-1-5 15,1-2-3-15,-2 0-17 0,1-2-15 0,0-1-21 0,2-3-19 0,0-1-23 16,2-2-36-16,2-2-86 0</inkml:trace>
  <inkml:trace contextRef="#ctx0" brushRef="#br0" timeOffset="178109.04">30578 12174 2165 0,'-4'14'124'16,"0"2"-56"-16,2 3-45 0,1-3-14 0,3-1 3 0,1 1 3 16,2 1-8-16,2 0-17 0,3-1-10 0,1 0-18 0,3-1-4 0,1-2-7 15,2-2-6-15,3-2 4 0,0-2 3 0,2-1 4 0,0-4 10 0,1-1 7 16,-1-3 6-16,1-2 10 0,1-2 7 0,-2 0 6 0,1-3 10 15,-1 0 9-15,0 0 4 0,-1-1 9 0,-2-1 2 0,-1 0-2 0,-1-1 5 16,0 1-3-16,-2-2 3 0,0-1 0 0,-3-1 0 0,2 0 0 0,-4 0 1 16,-1-2-6-16,-2-1-1 0,-4 0-9 0,-2-1-11 0,-2-1-13 15,-2 2-6-15,-2-2-7 0,-3 1-13 0,0-1 3 0,-3 2-13 0,-2-2-8 16,0 0 0-16,0 1-11 0,-2-1-4 0,-2 2-4 0,-1 0-3 0,-1 1-18 16,0-1-28-16,-2 2-43 0,0 0-62 0,1 1-66 0,-1-1-82 15,1 0-272-15</inkml:trace>
  <inkml:trace contextRef="#ctx0" brushRef="#br0" timeOffset="178626.62">32770 8964 1929 0,'-19'7'-25'16,"2"0"-15"-16,-5 4-3 0,-4 2 62 0,-4 4-6 0,-4 5-2 15,2 3-7-15,0 2-10 0,1 3-3 0,1 2 0 0,3 2-1 0,-1 2 1 16,3 0-3-16,2 1-3 0,2 0-6 0,2 0-1 0,3-1 1 0,3-1-2 16,3-1 3-16,4-4 1 0,5 1-3 0,3-4 8 0,5-2 6 15,5-1 8-15,6-4 6 0,1-1 1 0,6-1 5 0,2-4-3 0,5 0-2 16,2-3 0-16,2-3-6 0,2-2-2 0,2-2 59 0,1-2 2 0,-21-3 2 16,5 0 2-16,0-1-69 0,1-1-1 0,2-2-7 0,1 0 0 15,2-2-2-15,2 0 3 0,0-3 10 0,0 0 9 0,1 0 3 0,0-4 7 16,-1 0-5-16,3-2 6 0,-3-1 76 0,3-3-3 0,-3-1 0 15,0-1-9-15,-4-4-82 0,0 1 0 0,-4-2-5 0,0-3-1 0,-3 1-6 16,-2-3-2-16,-1 0-3 0,-2-1-11 0,-3-1-11 0,-1 1-14 0,-2-2-6 16,-1 2 2-16,-3 0 0 0,-3 1 7 0,-3 0 8 0,-2 2 11 15,-4 2 21-15,-3 2-42 0,-2 1 20 0,-4 3 9 0,-4 3 2 0,-4 2 61 16,-4 2-5-16,-1 3-5 0,-5 3-15 0,-2 2-9 0,-3 3-8 0,-1 3-8 16,-40 5-1-16,2 9-21 0,3 5-86 0,6 6-47 0,9 4-60 15,11 3-52-15,9 2 6 0,8 1-24 0,4 0-39 0</inkml:trace>
  <inkml:trace contextRef="#ctx0" brushRef="#br0" timeOffset="178809.62">32744 10506 2457 0,'0'7'288'0,"-1"-2"-240"0,1 3-15 0,-1 1-17 15,0 3 4-15,1 3-61 0,1 1 72 0,-1 1-2 0,1 3-12 0,0 1 62 16,-1 0-80-16,0 2 2 0,1 1-4 0,-2 0 5 0,-2 1-82 15,0-1-3-15,-1 2-1 0,-1 0-15 0,-3-1 56 0,1 2-28 0,-3-2-32 16,0 1-25-16,-1 1-35 0,-1-2-34 0,0 1-36 0,1-1-29 0,-1-2-19 16,1 0-14-16,-1-3-30 0,2-2-105 0</inkml:trace>
  <inkml:trace contextRef="#ctx0" brushRef="#br0" timeOffset="179093.61">32929 10946 1500 0,'0'2'169'0,"0"0"-46"0,-1 0-61 0,1 2-18 16,-1 0-1-16,2 0 7 0,-1 2-3 0,1 1-22 0,0 1-21 15,1 2-14-15,0 0-9 0,1 2-5 0,0 0-6 0,2 2 3 0,1 0-9 16,0 0-1-16,0 0-7 0,2 1-7 0,2 0 0 0,0-1 0 0,1 0 10 16,0-2 15-16,1 0 12 0,0 0 12 0,2-3 4 0,-1 0 6 15,1-2 7-15,0-1 4 0,0-2 0 0,0 0 8 0,0-2 1 0,-2-2 3 16,1 0 5-16,-1-1 1 0,0-1-1 0,-1-1 6 0,0-2 1 0,-3 0 1 15,0 0 1-15,0-2-8 0,-2-1-5 0,-1 0-9 0,-2-1-6 16,-1-2 0-16,-1 1 2 0,-2-1 5 0,-2-1-2 0,-1-1 3 0,-2 0-3 16,-1-1-8-16,-2 0-4 0,-1-1-8 0,-1 1-13 0,-2-1-8 15,-2 1-14-15,-1-1-17 0,0 1-14 0,-1 0-26 0,0 3-23 0,-1-1-33 16,-1 2-46-16,-1 0-35 0,1 2-43 0,1 1-48 0,-3 1-148 0</inkml:trace>
  <inkml:trace contextRef="#ctx0" brushRef="#br0" timeOffset="179477.61">31787 10263 2464 0,'0'-5'35'16,"3"-1"-4"-16,3-1-14 0,5 0 4 0,5 2 1 0,5 1 5 0,4 2-6 15,6 1-13-15,4 0-8 0,5 1-6 0,-20 1 28 0,8-1-1 16,0 1-1-16,8 0-3 0,-2 1-26 0,7 1-3 0,0 1 6 0,6 1-7 16,-2 1 0-16,2 2-5 0,-3 2-6 0,-1 1 2 0,1 2-10 15,-2 3 2-15,-1 3 2 0,-1 3 65 0,1 2 5 0,-4 3 6 0,-17-13-7 16,2 3-76-16,-2 2-7 0,4 2-10 0,-1 1-3 0,4 4-7 0,0 0-9 16,2 4 4-16,1 1-2 0,1 3 9 0,1 1 9 0,1 4 3 15,-1-1 7-15,5 4 72 0,-2 1 5 0,3 2 12 0,-2 1 14 0,0 0-54 16,-2 1 25-16,-1-1 28 0,-1-1 32 0,-3 0 12 0,-2 0 2 0,-2-2-7 15,-5-1-19-15,-1-1-3 0,-4-1-16 0,-4-2-16 0,-2-2-12 16,-4-2-18-16,-4-1-8 0,-4-3 3 0,-5-1-4 0,-2-3-85 0,-6-1 10 16,-3-4-2-16,-3-1 9 0,-4-2 84 0,-4-3-3 0,-3-3 3 0,-1-2-8 15,-4-2-2-15,-1-2-7 0,-5-4-17 0,-41 0-10 0,1-7-92 16,4-5-12-16,1-4-22 0,6-1-28 0,6-4 35 0,4 0-47 0,7 1-45 16,0 0-46-16,-1-2-47 0,1 0-39 0,2 1-192 0</inkml:trace>
  <inkml:trace contextRef="#ctx0" brushRef="#br0" timeOffset="179926.62">29574 11382 1748 0,'-5'-3'34'0,"1"0"-10"0,1-1-17 15,5-2-4-15,3 1 3 0,4 0 10 0,3 0 6 0,3 0-5 16,5 0 0-16,4 0-4 0,1 0-5 0,6 0 2 0,1 0-6 0,5 0 2 16,2 1-4-16,1-1-2 0,4 1 0 0,0 0-7 0,3 2-3 0,1 1-3 15,4 0-6-15,1 3 2 0,2 2-6 0,1 1 0 0,-1 3 6 16,4 1-5-16,0 0 9 0,1 3 5 0,2 2-5 0,-1 3 3 0,1-1-3 15,2 3-2-15,1 2-4 0,0 1-4 0,1 6 1 0,-1 0-2 16,-1 5 0-16,-1 0-1 0,-3 3 4 0,-2 0-2 0,-2 4 5 0,0 0 9 16,-3 1 7-16,-1 3 5 0,-3-2 7 0,-4 0 0 0,-4 2 1 0,-5 1 5 15,-3-1 14-15,-4 1 6 0,-5 1 8 0,-5-2 10 0,-6-2 2 16,-6-1 6-16,-4-1 8 0,-7-1 10 0,-6 0 4 0,-6-1-2 0,-6-1-7 16,-6-2-10-16,-6-1-6 0,-3 0-4 0,-8 0-9 0,-3-1-17 0,-7-1-10 15,-5-2-10-15,-3 0-2 0,-3-2 2 0,-3-1-4 0,-2-2-7 16,-5-1-9-16,-3-2-7 0,-5-3-3 0,0-2-13 0,-3-3-1 0,0-3-10 15,0-4-12-15,0-3-22 0,1-5-14 0,1-4-17 0,3-4-31 16,2-5-20-16,3-4-31 0,4-8-35 0,5-7-23 0,2-7-63 0,4-6-245 16</inkml:trace>
  <inkml:trace contextRef="#ctx0" brushRef="#br0" timeOffset="183093.64">23695 14088 1514 0,'-2'37'125'0,"1"2"-101"0,-1 8-14 0,0-3 2 0,0-7-1 15,1 1 1-15,1 1 6 0,1-1-2 0,0 0 7 0,2 2 8 0,0-2 10 16,0 0 13-16,2-4-1 0,1-4-6 0,1-1-7 0,1-4-16 15,2-4-2-15,3-5 3 0,0-2-10 0,3-4 3 0,2-4-8 0,2-2-3 16,1-4 0-16,3-4-2 0,1-4-4 0,3-6 2 0,1-5-4 0,1-3-2 16,1-7-3-16,-1-2-13 0,0-6-3 0,3-4-19 0,-1-4-13 15,3-6-28-15,-1-3-48 0,0-6-59 0,0-4-87 0,1-5-55 0,1-4-93 16,0-3-59-16</inkml:trace>
  <inkml:trace contextRef="#ctx0" brushRef="#br0" timeOffset="184610.64">8438 14500 29 0,'-1'-6'26'0,"0"0"-6"0,-1 0-4 0,-1 0-1 0,1 2-5 16,-1 1-3-16,0-1-3 0,0 2-4 0,0 0-1 0,-1 0-3 16,0 2-5-16,1-1-3 0,-1 0-4 0,-1 0-3 0,1-1-1 0,-1 0-1 15,2 0 3-15</inkml:trace>
  <inkml:trace contextRef="#ctx0" brushRef="#br0" timeOffset="185009.64">8281 14457 10 0,'-2'4'13'0,"0"-2"1"0,0 2 2 16,-1-2 3-16,2-1 6 0,1 0 6 0,-1-1 5 0,2-1 5 15,-1-1-2-15,2 0 0 0,1-2 2 0,0-1-1 0,2-1-2 0,1-2-2 16,0-1-9-16,3-3-4 0,2-1-2 0,1-2-3 0,4 0-3 16,2-1-3-16,4-1-1 0,1-1 0 0,2 2 2 0,0-2-1 0,2 1 0 15,-1 1-3-15,2 2-1 0,1 1 0 0,-1 1-2 0,2 2 3 0,-2 3-3 16,1 1-3-16,-1 2 0 0,1 1 1 0,-3 1-2 0,3 2 2 15,-1 1-3-15,1 2 3 0,0-1-2 0,1 3 0 0,-1 2 1 0,2 1-4 16,0 0 3-16,2 1-3 0,-1-1-1 0,1 1 2 0,-2-1 0 0,1 2-3 16,0 0 1-16,-1 0-5 0,0 1 1 0,2 0-4 0,-2 0 1 15,2 1-2-15,-1 1-1 0,1 2 4 0,1 1-1 0,-1 1 1 0,2 1 1 16,-3 1-4-16,-1-1-1 0,-1 2 2 0,-1-1 3 0,-1-2 3 16,-2 0 2-16,-3 0 2 0,-3-1 3 0,-1 1 3 0,-3-1 2 0,-3-1 0 15,-3 1-2-15,-2-2 0 0,-3 2 2 0,-2 0 3 0,-3-1 0 0,-3-1 2 16,-3 0-4-16,-3-2-3 0,-2 1-2 0,-3-1 1 0,-4 0 0 15,-4 1 4-15,-4-1 1 0,-5-1 0 0,-3 1 3 0,-2-1-1 0,-3 0 7 16,-2 0 6-16,-1-2 7 0,-4-1 15 0,0-2 9 0,0-1 3 0,-2-3 1 16,-2 1-11-16,1-3-8 0,0 1-8 0,1-1-4 0,0-1-1 15,-1-1-4-15,2-1-4 0,-1 0 4 0,3-2-3 0,-2 0 0 0,2-1 3 16,0-2-8-16,0 0 0 0,0 0-5 0,2 1-3 0,3 0-3 0,3 0-5 16,3 0 1-16,3 1-2 0,3 0-2 0,1 2-7 0,4-1-7 15,1 2-7-15,4-1-11 0,6 0-12 0,1 0-23 0,3 1-30 0,3 0-35 16,3 1-29-16,4 0-35 0,3 2-29 0,3 0-68 0</inkml:trace>
  <inkml:trace contextRef="#ctx0" brushRef="#br0" timeOffset="191193.85">7358 15376 561 0,'-2'-7'154'16,"1"0"-58"-16,0 0-41 0,0-1-25 0,2 0-13 0,0 0-8 16,0 0-2-16,2-1 1 0,2 0 1 0,1-1 6 0,2 0-5 0,2-2 2 15,2 0 1-15,0 0-1 0,4 0-2 0,0-1-4 0,1 0-5 0,1-1-2 16,2 1 1-16,1 0 4 0,1 0 1 0,3-2 1 0,0 1 0 16,1-1-3-16,1 1 3 0,0 0-2 0,2 0-3 0,0 0 1 0,3 2-1 15,-1-1 1-15,3 0 2 0,-2 1-3 0,2 1-1 0,2 2-3 0,-1 0 2 16,3 1-2-16,-2 0 0 0,2 1 1 0,-1 1-3 0,-1 0 3 15,5 0-1-15,-4 2-1 0,0-1 6 0,2 2-2 0,-2-1 3 0,4 1 0 16,-1 0-1-16,-1 1 2 0,1 0 0 0,-2 1 0 0,0 1-3 0,2-1 2 16,-2 1-2-16,-1 1 2 0,0 1 0 0,-1 0 5 0,-1 1 4 15,1 1 5-15,-1 2 6 0,-1-1 5 0,0 3 7 0,0 1 4 0,0 1 2 16,2 1-3-16,-1 0-2 0,-1 2-4 0,-1 1-5 0,0 0-7 16,-2 2-9-16,0-1-4 0,0 1-2 0,-1 3-3 0,-2 0-4 0,1 0-4 15,-2 1-6-15,1 0 2 0,-3 1 3 0,1-1-2 0,-2 2 4 0,-1 0-2 16,0 0-1-16,-2-1 4 0,-2-1 4 0,0-1 0 0,-3 0 4 15,0-2 1-15,1 1 3 0,-1 0 1 0,-2-1-1 0,-2 1-1 0,0 0 3 16,-2 0 2-16,-1 0 5 0,-1 0-1 0,-2-1 0 0,0-1 0 0,-1 2-2 16,-3-1-1-16,-1 1-5 0,-3-1-5 0,0 2-4 0,-4 2-7 15,-1-2-2-15,-3 3-1 0,-3 0 2 0,-2 0 2 0,-2 1 0 0,-2-1 8 16,-2 2 9-16,-1-1 2 0,2 1 8 0,-1 1-4 0,1-2 2 16,1 2 10-16,-1-1 2 0,0-3 4 0,2 1 4 0,0-1-1 0,0-2 3 15,2 0 0-15,0 0-4 0,-1-2 0 0,0 0 4 0,2-3 7 0,-2-2 6 16,0-3-7-16,0-3 7 0,0 0-14 0,-3-2-7 0,-1-2 2 15,-1-2-15-15,-3-3-2 0,-1-2-11 0,-4-1-9 0,1-3-12 0,-4-3-8 16,-1-4-7-16,-4-2-10 0,0-2-9 0,-1-4-18 0,-3-1-17 0,0-2-22 16,-2-4-24-16,-1-1-20 0,2-2-39 0,-1-5-52 0,0 1-71 15,-1-3-261-15</inkml:trace>
  <inkml:trace contextRef="#ctx0" brushRef="#br0" timeOffset="200327.95">11442 16311 225 0,'-5'-2'83'0,"2"0"-19"0,-3-1-10 0,2 0-9 16,-1 1-6-16,0-1-7 0,0 0-5 0,0 0-6 0,1-1-5 0,0 1 0 15,0 0-4-15,0 0-6 0,0 0-10 0,0 0-3 0,0-1-8 0,1 0-4 16,0-2 2-16,-1 0-8 0,2-1 1 0,0-1-1 0,0 0 3 16,0-1 7-16,1 1 5 0,0-2 4 0,2 0 2 0,0-1 2 0,0 1 2 15,1-1 1-15,0 1 1 0,0-1 1 0,1 0 3 0,0 1 3 0,0 0 2 16,1-1-1-16,1 2-2 0,-1-2-3 0,3-1-3 0,0 1-1 16,1-2-3-16,2 0-2 0,1 0 3 0,1-2 2 0,3-1 4 0,0 0 0 15,2-1 0-15,0 1 2 0,3 0-1 0,1 0 3 0,0-2-2 16,1 0-1-16,0 0-1 0,1 1 0 0,1 0 2 0,1-2 0 0,3 1-1 15,0-1-1-15,4-2-1 0,0 3 2 0,2-3-4 0,1 0-1 0,1 2 1 16,0-1 1-16,2 0 2 0,3 0-1 0,2-1-3 0,5-2-3 16,2 3 1-16,1-2-1 0,1 0 3 0,-1 3-1 0,3-1 2 0,2 0-2 15,-1 3 2-15,2 0 3 0,0 1 2 0,-1 2 8 0,5 1 5 0,-1 0 0 16,1 3 4-16,0 2-4 0,-2 0-5 0,-2 4 0 0,-1 1-9 16,-1 3 2-16,-1 1 1 0,-1 2-4 0,-1 1 2 0,-2 2-2 0,1 2-4 15,-3 1 7-15,-1 1-5 0,-1 0 2 0,-2 2 5 0,-1 1-3 16,0 2 5-16,-3 1 4 0,0 1-5 0,-2 2 1 0,0 0-1 0,-2 2 0 15,-1 2 5-15,0 2 4 0,-3 0 5 0,0 1 4 0,-2 0 2 0,2 3 4 16,-3-1-2-16,0 3 1 0,-4 2-3 0,-2 1-10 0,-2-1 1 16,-1 2-10-16,0 0-6 0,-2 1-4 0,-3 3-9 0,-2-1-3 0,-3 1-11 15,-2-1-10-15,-3 2-17 0,-2 1-11 0,-4 0-6 0,-3 0 1 0,-3 1 5 16,-4-1 3-16,-3 1 14 0,-2 0 7 0,-5-1 18 0,-2 0 16 16,-3 0 1-16,-4 2 3 0,-2-2-7 0,-4-2 2 0,-1 0 3 0,0-4 4 15,-3 1 4-15,2-2 2 0,-2-1 13 0,-2-2 7 0,3-2 14 16,-1-2 14-16,0 0 12 0,5-4 17 0,0 0 9 0,4 0-4 0,1-3-12 15,2 0-17-15,14-10-25 0,-3 1-10 0,1-1-9 0,-5 2-13 0,1-1-3 16,-2 1-15-16,-1 0-16 0,-3 0-18 0,3-1-23 0,0 0-22 16,2-1-26-16,1-1-8 0,1 0-10 0,1-2-10 0,3 0-7 0,0 0-11 15,0 0-6-15,1-1-49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1:58:11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19827 7559 966 0,'-37'-4'96'0,"-1"-1"-77"0,-7-2-7 0,11 2-16 0,10 0-8 16,3-1 1-16,3 0 2 0,5 0 9 0,0-1 1 0,4 1 7 0,1 0-1 16,3 0-4-16,1-1 1 0,2 1-7 0,2-1 4 0,3-1-2 15,2-1-1-15,1 0 7 0,3-1 2 0,3-1 11 0,3 1 13 0,4-2 7 16,4 0 5-16,4-1 5 0,4 1-5 0,3 0-6 0,5-3-4 0,2 0-5 15,2 0-9-15,5 1-4 0,4 0-4 0,2 1-3 0,4 0 2 16,3 1-2-16,3 1 1 0,3-1-2 0,2 1 0 0,2 1-2 0,2 0-4 16,1 0-2-16,1 0-1 0,1 0-1 0,1 0 2 0,2 0 1 0,-1 0-1 15,-1 2-2-15,0 0 0 0,-1 0 2 0,-1 0 1 0,-2 0 1 16,1 1-1-16,-2 2-3 0,1 0 1 0,-4 3 0 0,0 0 0 0,-3 2 1 16,-2 3 1-16,-1 1 1 0,-3 3-4 0,0 1-1 0,-3 2-3 15,-3 1-3-15,-1 2 2 0,-3 3-3 0,0 2-2 0,-3 1 4 0,-3 4-5 16,-2 3 0-16,-4 1 3 0,-3 7-3 0,-4 1 6 0,-3 2 1 15,-6 0 1-15,-4-2 2 0,-3 2 0 0,-6-1 2 0,-2 1 4 0,-5 1-5 16,-5-3 1-16,-3 1 2 0,-4-1 6 0,-4-1 9 0,-5 1 4 0,-3-2 2 16,-7-2-3-16,-4 0-15 0,-8-1-3 0,-4-1-6 0,-5 0 2 0,-7 0 1 15,-4-3-1-15,-6 0-5 0,-7-4-2 0,-2 0-3 0,-7 0 4 16,-4-1 5-16,-3-1 4 0,-3 1 3 0,-1-3 6 0,-1-1 3 0,2 1 7 16,1-2 7-16,5 1 3 0,0-1 3 0,6-1 3 0,2 1-6 15,3 1-5-15,6 1-7 0,4 0-2 0,6-2-9 0,4 0-9 0,6-3-2 16,5 0-14-16,5-3-10 0,5-1-8 0,6-1-19 0,3-3-17 0,5-1-28 15,5-1-30-15,4-1-29 0,4-1-15 0,4-1-4 0,3-2 17 16,4 1 37-16,3-1 31 0,4-1 33 0,4 0 23 0,4-1 11 0,3 0-29 16</inkml:trace>
  <inkml:trace contextRef="#ctx0" brushRef="#br0" timeOffset="631.55">23701 7386 1817 0,'-10'-1'188'0,"2"-1"-196"16,1 0-30-16,9 0-15 0,4 0-5 0,3 0 10 0,5-1 22 0,6 1 12 16,4 0 6-16,3 0-2 0,4-1-3 0,4-1-2 0,2 1-1 0,5-1 3 15,2-1-4-15,0 1 2 0,3 0 1 0,1-1-8 0,0 2 2 16,1-1-2-16,0 0-1 0,1 0-3 0,2 0-5 0,1 0 1 0,1 1-3 16,1 0 6-16,2 0 6 0,1 0 2 0,1 0 8 0,1 1 3 15,-2 0 4-15,-1 0 6 0,-2 2-2 0,-2 0 1 0,2 2 4 0,-3 0 0 16,-2 0 2-16,1 3 1 0,-3 1-6 0,0 2 5 0,0 2 1 0,-3 1 4 15,-1 0 1-15,-2 0-1 0,-4 1 0 0,-1 0 3 0,-2 2 1 16,-2 0-2-16,-2 0 4 0,-4 2-2 0,-1 1 6 0,-2 3 2 0,-1-1-1 16,-2 4-1-16,-1-1-3 0,-1 2 0 0,-2 1-4 0,-1 0-8 0,-2 2-4 15,0 0-4-15,0 3 1 0,-3 1 3 0,-2 1 2 0,-1-1-1 16,-1 1-2-16,-2-1-1 0,0 1-1 0,-3 0 2 0,0 2 3 0,-2-1 5 16,-2 1 2-16,-2-3 2 0,-3 0 0 0,-1-2-1 0,-2-2-2 15,-4-1-11-15,-2-2-17 0,-4-2-16 0,-1-2-10 0,-6-2-3 0,-2-1 0 16,-6-1 0-16,-2-1 12 0,-3 1 10 0,-3 0 20 0,1-4 16 0,-2 2 12 15,-1-1 5-15,-2 1 0 0,-3-1 2 0,0 1-5 0,-4 1-7 16,2-1-8-16,-3 0-9 0,2-3-7 0,3 1-8 0,1-1-8 0,4-1-18 16,-2-1-1-16,4 0-5 0,0-3 3 0,-1 1 13 0,1-2 8 0,1-1 14 15,1-2 11-15,1-1 4 0,2-1 7 0,-2-1 0 0,-1-1-3 16,1 0-7-16,-1-1-3 0,-1-1-4 0,1-1 2 0,1 0 2 0,0-2-5 16,3-2 0-16,0 0 0 0,2-1 0 0,0 0-1 0,0 1 0 15,3 0 3-15,0-1-4 0,3 1 8 0,2 1-5 0,1 0 1 0,1 1 1 16,1 1-10-16,3 1-7 0,1 0-12 0,1 2-21 0,4-2-25 0,-1 1-28 15,3 0-19-15,1-1-12 0,0 0-4 0,3 0 4 0,-1-1 6 16,1-1 12-16,1 1 9 0,2-1 22 0,1-1-80 0</inkml:trace>
  <inkml:trace contextRef="#ctx0" brushRef="#br0" timeOffset="3147.57">8461 9152 70 0,'-1'-6'4'0,"0"1"-11"0,0-1 1 0,1 1 3 0,1 3 2 0,0-2 2 15,1 0 1-15,1 1-2 0,0 0 2 0,0 1-1 0,0 0 0 16,0 0 1-16,0-1 0 0,0 1 0 0,2 0 1 0,-1 0 0 0,-1 0 1 16,2 0 0-16,-1 1 4 0,-1-1 2 0,2 1 2 0,0 0 3 0,0 0 1 15,0 0 1-15,-1 0 1 0,2 0-1 0,0 0 1 0,0-1 3 16,2 1 3-16,-1 0-1 0,0 1 0 0,3-1 1 0,-2 0 0 0,1 0 1 15,1 0 3-15,2 1-1 0,-1-1 2 0,3 0 0 0,1 0-1 0,0-1 2 16,0 1 2-16,1 0 4 0,2-1 1 0,1 1 2 0,2 1 0 16,1-1-1-16,1 0 0 0,1 0-3 0,2-1-5 0,0 1-5 0,2-1-3 15,-1 0-5-15,3 0-3 0,0 0-2 0,2 1-5 0,0-1 4 16,1-1-3-16,-2 1-4 0,3-2 0 0,-2 1-3 0,2-1-1 0,-2-1 0 16,0 0 3-16,-1 0-2 0,-1-1 0 15,-1 0 0-15,-1 1 0 0,-3-1 1 0,1-1-1 0,-3 0 2 0,0-1-1 0,-2 0 2 0,-4-1 3 16,0-1-1-16,-1 2 0 0,-1-3 3 0,-3 0-4 0,-2 1-1 0,-1-2 3 15,-2 2-2-15,-1 0 9 0,-1-1 2 0,-3 2 2 0,-1-2 0 0,-3 0-2 16,-2 1-7-16,-2-3-7 0,-1 1-4 0,-2-1-8 0,-2 1-4 16,0 0-8-16,-3-1-4 0,-2 0-9 0,-2-2-6 0,0 1-7 0,-3 1-11 15,-1-2-6-15,-1 1-4 0,-3-1-3 0,0 1 0 0,-1-1 2 0,-3-1 1 16,-1 1 6-16,0 1 8 0,-3-2 9 0,0 0 12 0,-2 0 12 16,1 1 10-16,-1 0 10 0,0 0 7 0,-2 1 6 0,1 1 6 0,0 0 6 15,2 0 6-15,1 2 5 0,1 0 7 0,-1 1 2 0,1 2-1 16,1 0-2-16,1 1-11 0,0 2-7 0,3 1-5 0,-1 1-5 0,2 2-1 15,1 2-2-15,-1 2-3 0,4 2-5 0,-1 2-1 0,4 1-5 0,-1 2-2 16,3 0-4-16,1 1-5 0,2 0-7 0,3 1-8 0,0 0-8 16,2 0-20-16,3 0-34 0,2-1-35 0,2 1-78 0</inkml:trace>
  <inkml:trace contextRef="#ctx0" brushRef="#br0" timeOffset="11548.34">6181 10278 52 0,'-12'-6'34'16,"-1"-2"-19"-16,-2 0 3 0,3 1 5 0,2 1 9 0,1 1-3 0,-1 1 0 16,1 0-2-16,0 1-5 0,0 0-2 0,1 0 0 0,-2 1-1 0,1 1-2 15,0 1-2-15,0 0-2 0,1 1-4 0,-1 0 0 0,4 1 0 16,-2 0-1-16,2 0 1 0,2-1-3 0,-2 1 1 0,2-1-1 0,0 1-3 16,0-1-2-16,2-1-4 0,0 1-1 0,1 0 0 0,2 0 0 15,-1 0 1-15,1 1-1 0,1-1 2 0,-1 1-2 0,2-1 1 0,1 1 2 16,-1-1-2-16,2 1 5 0,0 1-1 0,2 0-1 0,1-1 2 0,0 1-2 15,-1 0 2-15,0 0 1 0,0 0 1 0,1 1 2 0,0 0-1 16,2 0 0-16,0-1 1 0,1 1 1 0,1-2 2 0,-1 1-2 0,2 1 3 16,1-1-3-16,0 0 0 0,0 1-1 0,3 0-1 0,0 0 2 0,2 1-1 15,1-1 2-15,2 0-3 0,1 2-2 0,0-1-2 0,2 1-1 16,0 0 2-16,2 1 0 0,2 1 2 0,1-1-2 0,2 1-2 0,1-1 4 16,-2 0-2-16,2-2 2 0,2-2 2 0,0 1 0 0,5-2 1 15,-2-1-5-15,1 0-1 0,2-1-1 0,-1 1-4 0,0 0 3 0,2 1 2 16,-2 0-2-16,0 2-1 0,0 0 0 0,-1 3-2 0,-3 0 3 0,-1 3-1 15,-2 1-1-15,0 0 0 0,-3 0-2 0,1 2 3 0,-5 0 1 16,0 1-4-16,-4 1 3 0,-1 0-1 0,-3 1 2 0,-3 0 4 0,-1-1 1 16,-2 2 1-16,-3-1 2 0,-4 0 4 0,-1-1 1 0,-3 0 4 0,-2-1 1 15,-2 0 3-15,-1-1 5 0,-3 1 1 0,-2-2-1 0,-3 1-5 16,0-1-3-16,-3-1-2 0,-1 1-1 0,-4 0 2 0,-2 1 1 0,-2 0-5 16,-5-2 0-16,-1 1-5 0,-4-1-3 0,-1 0 3 0,-2 0 0 0,-1-1 2 15,-2-1-3-15,-4 0-1 0,0 0-1 0,-3-1-6 0,0 0 2 16,-3-1 0-16,0 0 3 0,-2-1 0 0,1-3 6 0,1 0 2 0,0-1 5 15,3-2 3-15,2-1 6 0,2-2-1 0,1-2-2 0,4-3 4 16,1-1 0-16,5-1 3 0,4-2-1 0,4 1-11 0,2-1-10 0,4 0-8 16,4 0-5-16,3 1-6 0,4 0-10 0,2 1-10 0,5 0-14 0,3 0-11 15,3-1-1-15,4 1-11 0,3 0-3 0,4 1-9 0,3 0-10 16,2-1-5-16,4-2-4 0,3 1 1 0,4 2 9 0,2-1-99 0</inkml:trace>
  <inkml:trace contextRef="#ctx0" brushRef="#br0" timeOffset="12282.61">10898 10491 800 0,'-4'-4'96'0,"0"1"-85"0,1 0-27 0,4 1-6 0,3 0-3 16,3-1 5-16,1 0 5 0,4 1 6 0,1-2 7 0,3 0-1 0,2 1 2 16,1-2-1-16,1 1 2 0,1 0-4 0,3-2 2 0,1 1 1 0,3-1-2 15,0 0 5-15,2-1-6 0,0 0 2 0,2-1 1 0,-1 0-1 16,1-2 7-16,2 1 0 0,0 1 1 0,0-1-1 0,1 2 3 0,-1 1 3 15,2-1 4-15,1-1 4 0,0 0-1 0,0-1 1 0,0 1-1 16,0 0-4-16,1 1-3 0,0-1 0 0,1-1-7 0,0 0 2 0,0 0 1 16,2-1-6-16,1 0 3 0,1 0 1 0,1-1-5 0,1-1 2 0,0-1-4 15,1 0-5-15,1 2 5 0,-1-1-1 0,1 0 3 0,-1-1 3 16,1 0-8-16,-1 1-1 0,-1-1-3 0,-2 2 0 0,2 0 0 0,-3 2-2 16,-1 2-2-16,1 1-8 0,-2 2-3 0,-1 1-3 0,0 1 1 0,-3 2 2 15,-1 1-2-15,-1 2 1 0,-1 1 0 0,0 0-1 0,-3 2 6 16,-1 1-4-16,-4 2 1 0,0 0 3 0,-2 2 2 0,-2 2 6 0,-2 0 3 15,-1 4 2-15,-3-2-3 0,-1 1 3 0,-2 0 0 0,0 1-1 16,-3 2 4-16,-1-1-2 0,-2 2 2 0,-2-1 3 0,-1 0 1 0,-2 2 3 16,0-1-1-16,-2-1 3 0,-2 2-2 0,-1 0 1 0,-2-1 2 15,-3 1 1-15,-2 0 3 0,-1-1 1 0,0 0 2 0,-2-1 1 0,0-1 1 16,-3-2 2-16,-2 0-1 0,-1-1-1 0,-2-1 0 0,-2-1-3 0,1-1 0 16,-4-1 1-16,-1 0-4 0,-1-2 2 0,0-1-2 0,-1-1 2 15,1-1 7-15,0-1 1 0,0-1 4 0,1 1 1 0,-2-2 1 0,3 0 2 16,-1-1 5-16,5 0-3 0,1-1 0 0,0 0-2 0,1 0-6 0,-1 0 2 15,1-1-4-15,3 0-6 0,0 0-2 0,1 0-4 0,2-1-4 16,-1-1-2-16,1 1-7 0,0-2-3 0,2 1-5 0,-1-1-7 0,2-1-9 16,0 0-17-16,1-1-14 0,2 0-17 0,-1-1-13 0,1-1-6 15,2 2-8-15,0-1-7 0,3 0 2 0,2-1 10 0,1 0-33 0</inkml:trace>
  <inkml:trace contextRef="#ctx0" brushRef="#br0" timeOffset="12964.88">18682 9882 939 0,'7'8'-14'0,"2"0"-86"0,6 0-26 0,3-4-3 0,4-5 26 15,6-3 32-15,5-2 27 0,3-2 24 0,1-3 7 0,4 1 7 0,1 1-3 16,1-1-3-16,2 1-7 0,4 0-2 0,1 1-1 0,2-1 3 16,0 0 4-16,1 1 5 0,0 0 4 0,3 0 2 0,0 0 2 0,0 2-1 15,0 0-3-15,1 0-2 0,0 0 0 0,-1 2 1 0,-1 0 5 0,-1 2 1 16,-2 0 1-16,1 2 1 0,0 0 0 0,-2 1 0 0,-1 2 2 15,-1 2 1-15,-2 1 3 0,-1 2 2 0,-1 1 0 0,-2 3 2 0,1 2-1 16,0 0 1-16,-3 3 2 0,0 2 1 0,0 1-2 0,0 3 0 0,-1 1-4 16,2 2-2-16,-1 1-3 0,1 1-1 0,3 4-1 0,-2 1-1 15,0 2 2-15,-1 2 0 0,-1-2 1 0,0 3 3 0,-2-2 0 0,0 2 1 16,-4 1 1-16,1 0-3 0,-2 1-1 0,0-2-2 0,-3-2 2 16,-1 1-1-16,-2-2-1 0,0 0-4 0,-3-3-2 0,-1-1-2 0,-2-2-2 15,-2-1-5-15,0-1-4 0,-2-1-12 0,-3 0-12 0,0-3-3 0,-2 2 7 16,-3-1 10-16,-2 0 11 0,-4 0 0 0,-2-2-38 0</inkml:trace>
  <inkml:trace contextRef="#ctx0" brushRef="#br0" timeOffset="13131.89">20851 11339 130 0,'-54'17'60'0,"-8"3"-10"0,-16 3-4 16,6-2 0-16,6-4-2 0,-4-3-5 0,-1 0-4 0,-5-1-4 16,-1-1 4-16,-1 1 1 0,-3-4-2 0,0 1 2 0,2-2-2 0,-3-1-5 15,1-1 2-15,-1-1-1 0,0-3-5 0,2 0 3 0,1-2 0 0,1-2 1 16,0-1-2-16,0-3 2 0,1-3-2 0,-3-1-4 0,0-3-4 15,2-2-5-15,-2-4-4 0,0-3-5 0,1-3 1 0,1-4-4 0,-1-3-7 16,-2-5-6-16,0-2-15 0,0-5-19 0,0-5-45 0,2-4-62 0,-3-4-49 16,-2-5-16-16,-1-4-33 0</inkml:trace>
  <inkml:trace contextRef="#ctx0" brushRef="#br0" timeOffset="21949.31">2403 11753 878 0,'-22'-17'63'0,"0"-1"-26"0,-3-5 4 0,4 5 11 16,5 1 17-16,0-1 7 0,1 1-2 0,-1-2-20 0,2 0-22 0,1-1-15 16,0-2-13-16,0-1-3 0,1 0-6 0,2-2-5 0,0 1 10 15,2 0-1-15,-1-1 1 0,-1 1 3 0,-1-2-8 0,0 1 4 0,-1 0 0 16,0-2 1-16,-3 1-3 0,0-1 0 0,-3 1 2 0,1-1 1 0,-1-1 2 15,-1-2 1-15,1 0-2 0,-3-2-3 0,0 2 4 0,-1-2-3 16,-2-1 2-16,0-1 5 0,0 0-5 0,11 16 1 0,-3-5 2 0,1 0 2 16,-5-6 16-16,0-2 1 0,-2-6 3 0,-1-1-2 0,-2-7-15 0,-1-3 3 15,0-3-2-15,1-1 2 0,1-2-1 0,0-1-8 0,2-2 8 16,-1-2 0-16,3-1 8 0,0 0 9 0,0 0-2 0,1 0 4 0,2-1 8 16,0 2-1-16,0 1-3 0,3 0-10 0,0 1-16 0,1 1-1 15,2 0-3-15,0 1 1 0,3-1-1 0,0 1-4 0,2 0-2 0,0-1-5 16,1 0 0-16,2-1 2 0,2-1-6 0,0 1-5 0,2 0 7 0,1 0-3 15,0 1 2-15,2-1 6 0,0 2-12 0,1-1 2 0,0 0 2 16,2 0 3-16,-1 0 1 0,1 0 3 0,1 0-1 0,1 1 2 16,1 1 0-16,1 0 0 0,-1 2 4 0,2 2-1 0,1 1 0 0,0 0-2 0,0 1-1 15,0-1-1-15,1 3 4 0,1-1-3 0,0 2-1 0,-1-1 5 16,0 1-16-16,2 2 13 0,1 2 2 0,-2-1-2 0,2 2 17 0,1 1-12 16,0 2 1-16,-1 1 1 0,1 1-1 0,2 1-17 0,-1 0-1 15,1 1 0-15,6-5 0 0,18-22 17 0,-2 6 1 0,-2 8 0 0,-8 14 0 16,2-1-2-16,1 2 0 0,2 0-16 0,3 2 5 0,1 1-1 15,-1 1-3-15,1 1 14 0,-2 1-7 0,-1 3 0 0,2 0 1 0,-2 2-3 16,-1 3 0-16,-2 1-4 0,-3 3 5 0,0 1 2 0,-4 3-2 0,0 1 6 16,-2 1 1-16,-4 2 1 0,-1 0 3 0,-2 3-7 0,-3 0-1 0,-2 2-2 15,0 1-6-15,-4 1-1 0,-1 1-12 0,-4 1-11 0,0 0-10 16,-2 1-16-16,-1 0-23 0,-1 0-25 0,-1 0-13 0,-1 0-3 0,-2 0 8 16,0-1 5-16,-1 0 7 0,0-1-4 0,1-1 7 0,-1-2-112 15</inkml:trace>
  <inkml:trace contextRef="#ctx0" brushRef="#br0" timeOffset="22282.31">2615 6260 652 0,'2'-7'7'0,"4"0"-24"0,3-2 8 15,3 3 8-15,0 0 7 0,2 1 1 0,1 1-2 0,3-1-4 16,0 2-4-16,2 1-1 0,0-1 0 0,1 1 0 0,0 2 2 0,1 0 3 15,0 0-1-15,1 2 0 0,0 0 0 0,-1 0 2 0,2-1 2 16,-2 1 2-16,1-1 3 0,0-1-1 0,-3 0-1 0,2 1 4 0,0-1 1 16,-1 1 0-16,1 0 4 0,1 0-1 0,1 1 1 0,0 0 2 0,0 0 0 15,1 0 1-15,-1 1 3 0,-3-1 0 0,3 0 1 0,-1 1 1 16,0-1-1-16,1 0 2 0,-3 0-1 0,-1 1 0 0,-2-1-4 0,-2 0-1 16,-1-1-4-16,-3 1 2 0,-1 1 0 0,-3 0-2 0,-2 0 6 0,-2 1 5 15,-2 0 6-15,-1 1 4 0,-3 1-1 0,-1 2-6 0,-3 2-6 16,-4 2 1-16,-3 0-10 0,-4 3-7 0,-3 3 4 0,-5 2-9 0,-2 3 1 15,-5 3 3-15,-2 1-13 0,-2 3-5 0,1-2-7 0,-1 4-3 16,1-2-4-16,0 1-3 0,0 1 3 0,5-1-3 0,1-2-3 0,4 1-7 16,4-4-13-16,2 0-13 0,5-2-16 0,4-1-9 0,5 0-8 15,5 1-10-15,3-2-5 0,5 1-6 0,5 0 5 0,5 2-109 0</inkml:trace>
  <inkml:trace contextRef="#ctx0" brushRef="#br0" timeOffset="40317.1">12931 6742 2616 0,'-28'2'75'0,"0"-1"-158"0,-8 0-33 0,4-3 2 0,5-1 27 15,3-2 46-15,0 0 31 0,4-1 1 0,-2-1-11 0,-2 0-14 0,-1-2-2 16,-3 0 2-16,-2 0 16 0,-2-2 9 0,-1 0 12 0,-1-1 9 15,-1 0 6-15,-2-1 11 0,1-1 4 0,-2 0 5 0,-1-1 2 0,1 0 1 16,-3-1-8-16,-3-1-9 0,0-2-7 0,-3 0-8 0,-2-1-5 0,-1-1-2 16,-1 0-11-16,-2-1-2 0,-1 0-1 0,-2-1-5 0,-1-1 5 15,-2-2-9-15,-2-2 2 0,-1-1-2 0,-1 0 4 0,-1-2 7 0,0 1 3 16,1-1 7-16,0-1 4 0,2-1-1 0,1-2 7 0,3 2-5 0,4-1-1 16,0 2-1-16,3-2-1 0,2 0 4 0,3-1-12 0,3 0-2 15,1 1 5-15,3-2 0 0,3 1 8 0,1-1 10 0,3 0-5 0,0-1 2 16,5 0 2-16,0-1-7 0,4-2 7 0,2-1 2 0,3-2 4 15,2-1 1-15,4 1-3 0,5 0-4 0,0-1-12 0,4 1 6 0,1 0-2 16,3 2-2-16,2 0 12 0,2 1-9 0,1 2 6 0,3 2 1 16,0 3-2-16,1 1-1 0,0 2-5 0,1 0-2 0,-2 3-4 0,2 1 0 15,0 3 1-15,1 2 2 0,0 0 0 0,-1 2-3 0,1 2-1 0,-2 0-5 16,1-1-27-16,-2 3-18 0,0 0-27 0,0-1-27 0,0 1-22 16,1 1-30-16,-2-1-31 0,0 0-54 0,0 1-59 0,1 2-52 0,2-2-35 15,0-1-22-15</inkml:trace>
  <inkml:trace contextRef="#ctx0" brushRef="#br0" timeOffset="40634.1">10790 4254 1192 0,'1'-1'175'0,"0"0"7"0,1 0-9 0,0 0-11 0,2-2-24 15,2 0-19-15,1 1-27 0,1-2-19 0,1-1-13 0,1 1-3 0,1-1-8 16,0 0-7-16,0 0 1 0,1 0-16 0,-2 0 1 0,1 1 0 15,0-1-9-15,0 1 5 0,1 0 2 0,-1 1-3 0,1 1-2 0,1 0-1 16,0-1-12-16,0 1 2 0,-1 0 2 0,2 0-4 0,0 1 0 16,1-1 2-16,1 0-3 0,0 1-4 0,2 0 2 0,-1 1-7 0,0-1 7 15,1 1-3-15,-1 1-4 0,-1-1 2 0,0 0-1 0,-1 1 4 0,-1-1 0 16,0 1 1-16,-2 0-3 0,-1 0-2 0,0 0 2 0,-1 2-1 16,-1 0 0-16,0 1 5 0,-3-1-5 0,1 2 0 0,-1 1 2 0,-1 1-4 15,-1 0 6-15,0 2-4 0,-1-1 5 0,0 2-2 0,-2-1-1 0,0 0 0 16,0 2-2-16,-2-1 0 0,0 0-2 0,-1 0 2 0,0-1-5 15,0-1-9-15,0 1-9 0,0-1-22 0,0 0-20 0,1-2-37 0,-1 0-43 16,1-1-46-16,1-3-53 0,0 0-59 0,2-1-71 0,0-2-38 16,1 0 19-16,1-4-67 0</inkml:trace>
  <inkml:trace contextRef="#ctx0" brushRef="#br0" timeOffset="40866.11">11910 3585 1538 0,'0'7'169'0,"0"1"-5"0,1 3 14 0,0 0 3 16,1 0-11-16,1 0-10 0,0 1-32 0,0 1-28 0,2-1-12 16,0 1-21-16,2-1-9 0,0 1-6 0,0 0-12 0,1 0-9 0,0-2-10 15,2 1-7-15,-1-1-7 0,2 0 0 0,0-1-3 0,0-1-1 0,1-1-1 16,0-1-2-16,0-2-7 0,1-1-14 0,1-2-23 0,-1-2-37 15,2-2-47-15,1-2-74 0,1-2-155 0,2 0-168 0,-2 1-107 0,3-1-241 16</inkml:trace>
  <inkml:trace contextRef="#ctx0" brushRef="#br0" timeOffset="41184.11">12378 3698 1461 0,'5'15'238'16,"1"2"-16"-16,5 4-5 0,-2-1-6 0,0-2-22 0,2 1-39 16,0-1-29-16,1 1-36 0,-1 0-19 0,1 0-8 0,1 1-6 0,0 2-3 15,2-2-5-15,-1 1-9 0,-1-1-16 0,2-2-3 0,0 0-3 0,0 0-8 16,-1-2 2-16,0 0-3 0,0 0 1 0,-3-1-1 0,-1 0-3 0,-2-3 7 16,-1 1-7-16,-2-1 3 0,-1 0 1 0,-3 1-3 0,-1-2 2 15,-2 0-1-15,-2 0 1 0,-2-1-4 0,0-1 2 0,-3 1-2 0,-3-2-2 16,-2 0-3-16,-2-1-10 0,-1-1-3 0,-1-1-3 0,0-2 0 15,0-1-2-15,2-2-2 0,-1-3 0 0,0-1-3 0,2-2-3 0,0-2 3 16,0-1-3-16,2-1 2 0,2-1-2 0,3 0-3 0,3 0-3 0,1-1-2 16,3 1 6-16,0 1-5 0,3 0-10 0,1 1-15 0,2 1-19 15,1 0-14-15,2 1-10 0,1 0-5 0,1 1-18 0,0-1-20 0,1-1-36 16,1-1-37-16,0 0-30 0,2 0-26 0,2-1-2 0,-2 0 8 16,3-2-140-16</inkml:trace>
  <inkml:trace contextRef="#ctx0" brushRef="#br0" timeOffset="41367.1">12982 3755 1253 0,'4'1'268'0,"3"1"-17"0,1 1-20 0,1-1-28 16,-1-1-37-16,-1-1-46 0,2 0-27 0,0-1-22 0,0-1-20 0,-1 0-8 16,1-1-18-16,-1 1-4 0,-1-2 0 0,2 0-7 0,0 0-1 15,0 0-6-15,0-1-2 0,1-1-2 0,-1 1-5 0,-1-2 2 0,1 1-3 16,0 0-2-16,1 0-15 0,-1 1-23 0,1-1-24 0,-1 0-33 0,-1 1-39 15,0 1-58-15,1 0-90 0,0 2-103 0,-2 0-85 0,0 0-14 16,-2 2-30-16</inkml:trace>
  <inkml:trace contextRef="#ctx0" brushRef="#br0" timeOffset="41522.1">13193 3987 2072 0,'6'5'180'0,"3"0"6"0,4-1-18 0,1-2-8 0,0-1-18 15,0-2-35-15,0-1-28 0,2-1-21 0,0-2-12 0,1 0-11 0,0-1-13 16,0 0-6-16,0 0-2 0,-1 0-10 0,-1-1 3 0,-1 0-18 0,-1 1-32 16,-2-1-42-16,0 0-66 0,0 0-84 0,-1-1-129 0,0 0-174 0,0 0-128 15,0 0-212-15</inkml:trace>
  <inkml:trace contextRef="#ctx0" brushRef="#br0" timeOffset="42267.1">13776 3206 1014 0,'-6'-1'689'0,"-1"0"-526"0,-1 0 27 0,0 0 0 15,1 2-21-15,0-1-24 0,0 2-20 0,1-1-34 0,1 3-28 0,0-1-18 16,1 2-13-16,0 0-17 0,1-1-6 0,-1 1 3 0,0 0-5 0,-1 1 6 15,0 1-3-15,0 0-1 0,0 0 5 0,1-1-1 0,0 0-1 16,0 1-1-16,1 0-8 0,-1-1 4 0,2 0-5 0,-2-1 5 0,2 0-7 16,-1 0 0-16,0-1 1 0,2 0-1 0,0-1 4 0,-1 0-4 0,2 0 0 15,-1-1 0-15,0 1-2 0,0-1 4 0,1 0-2 0,-1 0 2 16,1 0-4-16,-1-1-2 0,0 0-4 0,1 0-8 0,0 0-6 0,1 0-12 16,0 0-7-16,-1 0-6 0,1 0-4 0,0 0 0 0,0 0-2 0,1 0 5 15,0 0 1-15,0 0 4 0,0-1 8 0,0 1 1 0,1 0 6 16,-2 0-3-16,2 0-5 0,-1-1-16 0,1 0-22 0,0-1-39 0,-1 1-41 15,1 0-45-15,-1-1-59 0,0 0-50 0,0-1-40 0,-1 1-15 0,1 0-89 16</inkml:trace>
  <inkml:trace contextRef="#ctx0" brushRef="#br0" timeOffset="42666.1">13622 3322 636 0,'-4'-4'123'0,"0"-1"4"0,-2 0 31 0,0 2 14 15,1 0 11-15,1 3-2 0,0-1-10 0,0 2-18 0,1 0-15 16,0 0-8-16,1 1-19 0,1 0-11 0,1 1-9 0,0 1-8 0,0 0-2 16,1 2-8-16,0 1-8 0,1 2-5 0,1 2-5 0,2 1-6 15,1 2-1-15,0 0-6 0,2 2-5 0,1 1-6 0,1 1-7 0,0 1-6 16,4 3-6-16,0 3-1 0,1 1-1 0,0 2 1 0,3 1-2 0,1 1-2 15,1-1-6-15,0 3-1 0,1 0-5 0,1 2 2 0,1 0-6 0,0 1-18 16,-1 1-16-16,0 0-22 0,-1 0-5 0,-2-1 12 0,-1-1 9 16,-2-4 4-16,0-2-6 0,-4-5-19 0,0-2-20 0,-3-2-21 0,-3-4-36 15,0 0-39-15,-2-1-42 0,0-2-45 0,-1-1-49 0,-2-2-28 16,-1 0-12-16,-2-3-135 0</inkml:trace>
  <inkml:trace contextRef="#ctx0" brushRef="#br0" timeOffset="43066.1">13489 3450 1032 0,'-3'-5'166'0,"-1"0"-46"0,0-1 37 0,2 1 14 0,1 0 0 16,2 1-2-16,1-1-19 0,1 1-21 0,2-1-23 0,1-1-17 0,1-1-10 15,2 1-15-15,-1-2-8 0,3 1-14 0,1 0-5 0,0 1-7 16,1 0-4-16,-2 0-3 0,2 2-4 0,-1 0-1 0,0 2-8 0,-1 1-2 15,-1 2-2-15,0 0-3 0,-1 2-1 0,-1 2-4 0,1 0 2 0,-1 1 0 16,-2 1-7-16,1 1-3 0,-4 0-13 0,1 1-12 0,0-1-13 16,-1 0-11-16,-1-1-10 0,0 0-6 15,0-1-8-15,-1 0-2 0,0-1 7 0,1 0 13 0,0-1 18 0,0-1 12 0,1-1 18 0,-1 0 2 0,2 0 8 16,-1-1 4-16,1-1-2 0,1 0 3 0,0 0 1 0,-1 0 2 16,0-1-1-16,0 0-3 0,1 0 3 0,1 0 2 0,0 1 2 0,0 1-1 15,1 0 0-15,-1-1 0 0,1 1 4 0,0 0 12 0,0 1 2 16,-1 0 10-16,1-1-3 0,1 1 2 0,-1-1 0 0,0 1 0 0,2-1 1 15,-2 1-6-15,1-2-1 0,-2 2 1 0,0-1-7 0,0 0 2 16,-1 1-4-16,1-1-10 0,-1 1-1 0,0 1-1 0,-1 0 1 0,1 1-3 16,-2 2 1-16,0 0 1 0,0 1 0 0,-1 1 2 0,-1 1-5 15,0 3-1-15,-1 0 4 0,0 1-6 0,0 0-1 0,-2 1-13 0,0 1-15 0,0 0-21 16,-1 0-28-16,1-1-33 0,-1 0-51 0,-1-1-50 0,2 0-53 16,-1-1-46-16,2-1-27 0,-1-1-4 0,1-1-118 0</inkml:trace>
  <inkml:trace contextRef="#ctx0" brushRef="#br0" timeOffset="44600.1">14198 3511 559 0,'-3'2'145'0,"1"0"-16"0,-1 1 14 16,-1 0 17-16,2 0 10 0,-1 0-5 0,1 1-11 0,1 0-19 16,0 1-18-16,-1 0-11 0,1 0-3 0,1 0-5 0,0 0-6 0,1 1-8 15,0 0-15-15,1 0-13 0,0 2-5 0,2 1-2 0,2 0-4 0,0 1 2 16,2 1-10-16,0-2-3 0,2 2 1 0,0-1-7 0,-1 0-5 16,2 1-5-16,1-1-4 0,0-1-4 0,2 0 0 0,-1-1-7 0,0-2 4 15,1-1 3-15,-1-3 2 0,0-1-4 0,-2-2 1 0,2-1-9 16,-2-2-5-16,1 0 1 0,-1-1-2 0,-1-1-3 0,1-2 1 0,-2 1-6 15,1-3 3-15,-3-1 2 0,1 0 4 0,-2-2 8 0,-2 0 2 0,-1-2 4 16,-1-1-2-16,-2-1 1 0,0 0 2 0,-2-2 0 0,-1-1 4 16,0 2-2-16,-2-1 5 0,-1 0 0 0,-2 1 0 0,-1 2 2 0,-2 1 1 15,-2 0-1-15,-1 1-2 0,-3 2-3 0,0 1-5 0,1 1-9 0,-3 2 0 16,1 3-2-16,1 1 0 0,2 4 2 0,-1 2 0 0,2 2 2 16,1 2-5-16,1 3-1 0,2 1 1 0,0 2-4 0,2 1 3 0,2 1 3 15,0 1-6-15,0 2 0 0,2 0-16 0,1 1-18 0,1 0-30 16,2-1-51-16,0 0-55 0,3-2-84 0,1-1-78 0,1-3-88 0,2-1-61 15,1-2-7-15,0-3-2 0</inkml:trace>
  <inkml:trace contextRef="#ctx0" brushRef="#br0" timeOffset="44801.1">14686 3258 1764 0,'9'-4'208'0,"0"-1"0"0,4-1-4 0,-2 1 5 0,-2 1-13 0,3 1-32 16,-2 1-47-16,1 0-37 0,0 1-13 0,-2-1-20 0,0-1-8 15,1 0-8-15,0 0-6 0,0 0-5 0,0-1-7 0,0 1-2 0,-2-2-8 16,2 0 3-16,-2 0-1 0,1-1-5 0,0 0 4 0,-1 0-4 16,0-1-2-16,0 0 0 0,0-1-7 0,0 2-11 0,1-1-7 0,-2-1-22 15,2 0-19-15,-1 0-12 0,-2-1-31 0,1 1-33 0,-1-1-48 0,1 1-87 16,-1 0-134-16,0-1-139 0,0 1-43 0,-2 0-82 0</inkml:trace>
  <inkml:trace contextRef="#ctx0" brushRef="#br0" timeOffset="44984.1">14785 2802 1407 0,'-6'4'629'0,"0"2"-428"15,-1 3 31-15,1 1-24 0,2 0-24 0,1 4-21 0,0 2-31 0,2 2-28 16,1 2-23-16,1 3-18 0,1 1-6 0,1 1-7 0,2 0-7 16,1-1-10-16,2 3-8 0,1 0-7 0,0 2 1 0,3 1-5 0,1 0-5 15,1 0-15-15,-1-1 1 0,1-1-1 0,1-3-5 0,0 0 7 16,0-3-22-16,-2-2-29 0,2-3-39 0,0-2-54 0,0-4-71 0,-1-2-93 15,1-2-156-15,0-2-217 0,1-2-88 0,1-2 79 0</inkml:trace>
  <inkml:trace contextRef="#ctx0" brushRef="#br0" timeOffset="45218.1">15442 2863 1940 0,'-2'15'203'0,"0"2"-30"0,0 4 5 0,0 1 5 0,1-1 1 16,1 0-18-16,0 2-41 0,0-1-37 0,1 2-25 0,1 0-14 15,0 1-15-15,2 1-3 0,0 2-3 0,1 2-6 0,1 0-8 0,1 4-12 16,1 0-7-16,2 3-1 0,0 0 1 0,1 0 5 0,1-1 0 16,-1-3 3-16,3 0-6 0,-1-4-12 0,1-1-27 0,-1-5-36 0,-1-2-40 15,1-3-52-15,0-3-50 0,-1-4-87 0,-1-1-130 0,-1-2-146 0,0-2-36 16,1-2-63-16</inkml:trace>
  <inkml:trace contextRef="#ctx0" brushRef="#br0" timeOffset="45635.1">15291 3020 1345 0,'-7'2'170'16,"1"-2"-7"-16,-1 1 0 0,1-1 6 0,2-1 20 0,0 1 1 15,1-3-21-15,1 1-28 0,1-1-19 0,1-1-20 0,1-1-12 0,-1-1-9 16,2-1-11-16,0 0-8 0,0 0-8 0,2 0 0 0,0 0-7 0,0 1-7 16,3-1 0-16,-2 0-14 0,3 0-4 0,1-1 0 0,1 1-5 15,1 0 0-15,0 1-8 0,-1 0-5 0,2 3 0 0,0-1-1 0,1 0-3 16,-1 2 6-16,0 1-4 0,1 0-4 0,0 1 4 0,0 2-6 0,0 1 2 16,-1 1-7-16,0-1-12 0,0 2-8 0,0 0-14 0,-2 1-10 15,-1-1-6-15,-2 1-6 0,0 0-10 0,-1 0 3 0,-1 0-2 0,-1-1 9 16,-1 0 8-16,1 0 10 0,-2-1 8 0,0 0 11 0,-1-1 6 15,0 0 7-15,1-1 4 0,-1-1 2 0,1 1 4 0,-1-2-1 0,1 1 1 16,0-1 2-16,0 0 3 0,0 0 1 0,0-1 1 0,0 1 1 0,0 1-1 16,1-1-2-16,0 1 1 0,1 0-1 0,1 0 4 0,-1 0-1 15,2 1 0-15,-1 0 4 0,0 0 5 0,0 1 1 0,0 0 3 0,0 1-1 16,1 1 0-16,-1 0-1 0,2 1-2 0,0-1 1 0,1 1-3 16,-1 0 0-16,0 2-1 0,0 0 3 0,1 0-4 0,-1 0 2 0,-1 2 4 15,0-1-5-15,0 3-2 0,-1 0-1 0,0 1 0 0,-1 0-1 0,0-1-5 16,-1 3 1-16,0 0 1 0,-1 1-4 0,0-1 4 0,-1 0-19 15,-1 0-19-15,-1 1-20 0,0-2-39 0,-1 1-43 0,0-1-69 0,0 0-78 16,0-2-84-16,1-2-83 0,0-1-24 0,1-1-188 0</inkml:trace>
  <inkml:trace contextRef="#ctx0" brushRef="#br0" timeOffset="45786.1">16000 3185 2035 0,'8'5'202'0,"0"1"-39"0,3 2-11 0,-1-1 8 0,-2 1-1 0,1 1-30 16,1 0-54-16,-3 0-33 0,2 2-17 0,-2-1-18 0,1 0 8 0,-1 1-11 16,0-1-15-16,-1-1-31 0,-2-1-55 0,0 0-69 0,-1-3-90 15,0 0-104-15,-1-1-141 0,1-3-104 0,1 0-216 0</inkml:trace>
  <inkml:trace contextRef="#ctx0" brushRef="#br0" timeOffset="45983.1">16374 2780 1798 0,'0'0'282'0,"0"0"-67"0,0 1 3 0,0 3-11 0,0 0-11 0,0 3-28 15,0 1-44-15,0 1-27 0,-1 2-20 0,0 1-11 0,0 1-12 16,-1 4-14-16,-1 1-6 0,0 1-11 0,0 4-7 0,0 1-4 0,-1 0-5 16,0 2-3-16,-1-2-2 0,-1 1 2 0,1 1-4 0,-1 0-4 15,0 1-9-15,0-2-23 0,0 1-22 0,-1-2-32 0,0-3-30 0,0-2-49 16,0-2-42-16,1-4-47 0,0-1-73 0,1-2-80 0,0-2-77 0,0-3-31 15,1-1-143-15</inkml:trace>
  <inkml:trace contextRef="#ctx0" brushRef="#br0" timeOffset="46150.1">16096 3059 1505 0,'2'-2'252'0,"2"0"-19"0,1-1 11 0,2 2 0 0,0 3-3 15,1 0-29-15,0 3-49 0,1 0-34 0,1 2-24 0,2 0-12 0,0 1-16 16,0 2-14-16,1 1-10 0,1 0-12 0,2 1-5 0,-1-1-4 0,1-1-7 15,0 1-4-15,1-2-3 0,-2 0-9 0,2 0 1 0,-2-2-4 16,-1 0-6-16,-1-3 0 0,-2 1-10 0,-1-1-25 0,0-3-33 0,0 0-49 16,-2-1-53-16,1 0-60 0,-2-1-81 0,1 0-137 0,0 0-186 0,1-1-80 15,0 1-97-15</inkml:trace>
  <inkml:trace contextRef="#ctx0" brushRef="#br0" timeOffset="46317.1">16733 3246 1879 0,'3'10'277'16,"0"0"-59"-16,1 4-4 0,1 1-8 0,1-1-19 0,-1 2-33 0,1 0-59 16,1 0-36-16,-1 0-25 0,1 0-9 0,0 0-10 0,0 0-6 15,-2 0-6-15,1-3-1 0,1 1 0 0,-2-2-13 0,1-1-13 0,-1-1-30 16,0-2-42-16,-1-1-50 0,1-1-51 0,0-1-75 0,0-2-95 0,-1-1-129 16,-1-1-76-16,1-1-57 0,0-3 180 0</inkml:trace>
  <inkml:trace contextRef="#ctx0" brushRef="#br0" timeOffset="46517.1">16863 3080 1550 0,'0'5'573'0,"0"3"-360"0,2 2-8 16,-1-1-11-16,2-2 1 0,1 1-20 0,1-1-47 0,1 0-40 15,1-2-30-15,1-1-14 0,0-1-4 0,2-1-9 0,-2 0-3 0,4-2-4 16,-2 0-9-16,0 0 0 0,1-1-7 0,-2 0-3 0,0-2-1 0,0 1-2 15,-1-1-4-15,1 0-11 0,-1-1-13 0,1 0-17 0,-1-1-22 16,0 1-18-16,-1-1-27 0,1-1-24 0,-1 0-40 0,0 0-60 0,-1-1-91 16,0 0-118-16,-2 1-108 0,1 0-24 0,-2-1-62 0</inkml:trace>
  <inkml:trace contextRef="#ctx0" brushRef="#br0" timeOffset="46700.1">16923 2982 1813 0,'0'10'454'0,"0"2"-210"0,0 3-15 0,0-3-34 0,0 1-22 16,3 0-25-16,0 1-40 0,4 0-31 0,-1 1-26 0,3 2-14 0,1 1-3 15,2 0-8-15,0 2-1 0,2 0-9 0,1-1-6 0,-1 0-3 16,0 0-5-16,-2-2 0 0,1-1-19 0,0 0 2 0,-1-1-20 0,1-1-36 16,-3-1-29-16,1-2-76 0,-1-1-91 0,0-3-137 0,0-2-207 0,-1-2-141 15,0-1-141-15</inkml:trace>
  <inkml:trace contextRef="#ctx0" brushRef="#br0" timeOffset="46917.1">17290 2882 2216 0,'0'9'217'0,"0"1"2"0,1 4-25 15,0 0 4-15,2 0 6 0,-1 2-35 0,0 0-36 0,1 3-45 16,1 1-29-16,0-1-15 0,0 1-6 0,1 1-4 0,1 1-6 0,1 2-5 15,1 0-6-15,0 3-5 0,-1 0 0 0,2 0-4 0,-1 0-1 0,2-1-9 16,0 1-7-16,1-1 5 0,0 1-6 0,1-2 10 0,-1-2 0 16,1-1-8-16,-2-4-9 0,1-2-22 0,-3-3-19 0,1-3-30 0,0-1-19 15,-1-3-25-15,0 0-36 0,-1-3-40 0,-1-1-61 0,-1-2-99 16,-1 0-124-16,0-3-79 0,-1-1 7 0,-2-2-68 0</inkml:trace>
  <inkml:trace contextRef="#ctx0" brushRef="#br0" timeOffset="47250.1">17314 3080 1457 0,'-2'-8'203'0,"-1"2"-6"0,-1-2 2 0,2 1 0 16,1 1-2-16,1 0-16 0,1 1-26 0,0 0-32 0,2 0-21 0,2 3-12 15,0-2-8-15,2 0-3 0,1 0-9 0,1 0-3 0,0 0-7 16,-1 0-6-16,3 0-2 0,-1 1-11 0,0 0-5 0,1 0-6 0,-2 1-7 16,-1 0-4-16,2 1-10 0,-2 1-3 0,-1 0 0 0,0 1-4 0,-1 1 1 15,-1 0-1-15,0 1-5 0,-2 1-11 0,0 0-13 0,-1 0-26 16,0 1-25-16,-1 1-28 0,1-1-27 0,-1 0-22 0,0-2-19 0,-1 1-19 15,0 0-22-15,1-1-26 0,0-1-21 0,1 0-8 0,0-1 13 0,1-1 41 16,-1-1 53-16,1-1 54 0,0 0 51 0,1-1 30 0,0 0 16 16,0 1 9-16,1 0 4 0,0 1 3 0,1 0 7 0,0 0 1 0,-1 2 13 15,1-1 7-15,1 1 13 0,0 1 15 0,0-1 6 0,1 1 5 0,-1 1 3 16,1-1-5-16,0 1 1 0,-1 0-3 0,1 0 2 0,0 2-5 16,-1-1-1-16,0 1-4 0,-1 0-4 0,0-1 4 0,1 2-5 0,-2 0-6 15,1-1-8-15,0 0-13 0,0 1-5 0,0 0-7 0,-1 2-1 16,-1 1-3-16,1 0-6 0,-1 1-1 0,0-1-7 0,-1 1-10 0,-1 0-10 15,0-1-36-15,-1-1-40 0,0 0-64 0,-1-1-76 0,1 0-79 0,-2-2-54 16,2-1 12-16,-1-2-79 0</inkml:trace>
  <inkml:trace contextRef="#ctx0" brushRef="#br0" timeOffset="47468.1">17901 3177 1289 0,'8'-1'215'0,"1"0"-20"0,3-2 2 0,-1 1 10 0,-1 0-7 0,-1 1-37 16,1 0-56-16,-1 0-48 0,0 2-27 0,-2-1-18 0,1 0-7 16,-2 2-2-16,-1 1-5 0,-1-1-13 0,-1 3-18 0,0-1-28 15,-1 1-28-15,0 1-15 0,0 1-4 0,1-1 3 0,0 1 7 0,1 1 14 0,0 0 12 16,0-1 14-16,1 1 13 0,0-1 11 0,0-1 10 0,1-1 6 16,0-1 1-16,0-2-3 0,0 0-3 0,1-2-6 0,0 0-9 0,1-1-14 15,0-1-24-15,1-3-33 0,0 0-38 0,0-4-39 0,1 0-22 16,0-2-8-16,0-2-1 0,0 0-5 0,-1-3 2 0</inkml:trace>
  <inkml:trace contextRef="#ctx0" brushRef="#br0" timeOffset="47650.1">18475 2757 790 0,'5'-6'589'0,"1"1"-263"0,0-2-14 0,1 3-29 16,-2 2-20-16,0 1-20 0,-1 2-39 0,0 2-44 0,-1 1-40 0,0 1-20 0,0 1-18 15,-1 2-12-15,0 1-4 0,-1 1-15 0,1 2-10 0,-2 3-8 16,1 0-8-16,-1 2-6 0,0-1-6 0,0 2 1 0,0 0-6 0,0 0-8 15,0 2 1-15,-1 0-2 0,0-2-5 0,0 1-6 0,-1-1-20 16,0-3-20-16,-1-2-24 0,0-2-38 0,-1-1-33 0,-1-2-42 0,1-1-58 16,-2-2-79-16,-1-1-107 0,1-1-139 0,-2-2-76 0,0-1-85 0</inkml:trace>
  <inkml:trace contextRef="#ctx0" brushRef="#br0" timeOffset="47801.1">18332 2856 1589 0,'12'4'324'15,"2"0"-67"-15,4 3-14 0,-2 1-2 0,0 0-9 0,1 2-36 0,1 1-59 16,0 1-40-16,2 0-27 0,1 1-10 0,0 1-2 0,2-2-14 16,0 2-7-16,-2-2-8 0,1-1-18 0,-2 0-2 0,-1-3-5 0,-1 0-13 15,-2-1-35-15,-2-1-41 0,0-1-60 0,-1-1-63 0,0 0-73 16,0-2-113-16,-1 0-158 0,1-1-123 0,0-1-209 0</inkml:trace>
  <inkml:trace contextRef="#ctx0" brushRef="#br0" timeOffset="47951.1">19099 3094 1032 0,'6'3'527'15,"0"0"-347"-15,2 0-32 0,0-1-13 0,0-1-3 0,0-1-21 0,-1 0-31 16,-1-1-39-16,0-1-24 0,-1 1-14 0,0-2-23 0,0 0-18 16,-1 0-43-16,2-2-53 0,-1 0-73 0,1-1-88 0,-1 0-83 0,0 0-44 15,0-1-119-15</inkml:trace>
  <inkml:trace contextRef="#ctx0" brushRef="#br0" timeOffset="48067.1">19423 3031 425 0,'9'1'213'0,"3"2"-160"0,3-1-24 0,-2 1-6 0,-1-1-1 16,-1 0-8-16,1 0-22 0,-1-1-64 0,-1-1-85 0,-2 0-83 0,-1-1-28 15</inkml:trace>
  <inkml:trace contextRef="#ctx0" brushRef="#br0" timeOffset="68534.5">12181 15590 455 0,'-9'-4'181'0,"-1"-1"-85"0,-4-1-4 16,1 1-13-16,1-1-14 0,1 1-19 0,2-1-12 0,0 1-7 0,0 0 3 16,1 1 7-16,1-2-2 0,-1 1 2 0,0-2-8 0,1 0-6 15,1 0-2-15,0-1-8 0,0 1-4 0,1-1-1 0,0 2-3 0,2 0 3 16,0 0 0-16,0 1-4 0,1 0 3 0,-1 0-2 0,1 1 5 0,0 0 3 15,1 1-3-15,1 0 0 0,-1 1 0 0,1-1-6 0,0 1 2 16,1-1-4-16,1 0-4 0,1 1 0 0,0-1-5 0,1 0 0 0,3 0-1 16,0-2-2-16,3 1 2 0,1 0 0 0,3 0-2 0,1 0 3 15,1-1 4-15,1 1-3 0,2 1 1 0,1 1-2 0,0 0 2 0,1 0-1 16,2 1 0-16,-1 0 1 0,1 1-6 0,2 1 4 0,-2 0 4 0,2 1-3 16,1-1 5-16,0 0-5 0,2 1 2 0,-2-1-5 0,1 2 2 15,0-1 3-15,1 1-2 0,-1 1 5 0,2 1-4 0,-1 1 0 0,-1 0 3 16,0 1-1-16,-1 0-1 0,1 2-1 0,-2 2-3 0,2 2 1 0,-3 0 1 15,1 2 2-15,-1 3 1 0,-2 0 2 0,-1 1-1 0,-1 2 0 16,-2 0 3-16,0 2 2 0,-2 2 1 0,-1 1-4 0,-2 0-2 0,-3 2 0 16,0 1-6-16,-2 1-8 0,-2-1-10 0,-2 2-5 0,-2-2-5 0,-1 3 2 15,-4 0 3-15,-2-1-4 0,-4-2 7 0,-2 1 8 0,-2-2 10 16,-3-1 13-16,-1-1 6 0,-3 0 8 0,-1-2 5 0,-2-3 6 0,-1-2 12 16,-2-2 9-16,-2-3 6 0,-1 0 5 0,-1-2 5 0,2-2 6 15,-1-2 6-15,1-1-1 0,2-3-4 0,-3-1-2 0,3-2-8 0,1-1-4 16,1 0-17-16,1-1-8 0,1-1-6 0,2 0-15 0,0-1-1 0,2 0-6 15,2-1-17-15,1 0 3 0,1-1-11 0,2 2-6 0,2-1 0 16,1 1-15-16,4 0-7 0,0 0-21 0,2 1-14 0,1 0-23 0,1 0-31 16,1 1-28-16,1 1-25 0,2-1-9 0,2 1 3 0,3 0 10 0,3-1 22 15,4 1-25-15</inkml:trace>
  <inkml:trace contextRef="#ctx0" brushRef="#br0" timeOffset="69317.5">13442 15546 888 0,'-7'-3'199'0,"-2"0"-70"0,-2 0-16 0,1-3-29 16,1 1-27-16,2-1-34 0,1 1-17 0,1 0-7 0,1-1-8 0,1 1 2 16,1-1-1-16,0 0-5 0,3 0 1 0,-1 0-4 0,2-1-10 0,1 1-4 15,1-2-6-15,2 0 0 0,0-1 6 0,3 0 1 0,2-2 3 16,1 1 8-16,0 0 0 0,1 0 4 0,0 0-1 0,2 0 3 0,0 0 5 16,1 1 4-16,-2-1 5 0,1-1-6 0,1 1 2 0,0 1-1 15,0-1-2-15,1 2 5 0,1-1-4 0,0 0 0 0,1 0 0 0,0 1-3 16,0 1 2-16,1 1 0 0,1 1-1 0,-1 1 6 0,1 1-3 0,2 2 12 15,-1 1 0-15,2 2-3 0,0 1 8 0,1 1-5 0,1 2 4 16,-1 1 2-16,1 3-4 0,-1 0 0 0,1 2 4 0,1 1-4 0,-1 2 6 16,-1 1-4-16,-2 1-3 0,0-1 5 0,-1 2-6 0,-2 1 3 0,1 0 4 15,-2 2 0-15,-1 1 3 0,-1 0 1 0,-2 2 2 0,-1 0 0 16,-2 0 4-16,0-1-3 0,-2 0-2 0,-1 0-2 0,-1 0 0 0,-1 0-3 16,-3 2-5-16,0 0-3 0,-2 1-3 0,-2 2-1 0,-2-2-3 15,-1 0-9-15,-2 0 0 0,-1 1-4 0,-2 1-1 0,-2 1 7 0,-2-1-11 16,-1-1 5-16,-4 2-6 0,0-2-4 0,-4 2 6 0,-1-1-8 0,-4 1 1 15,-1-2-6-15,-4 0-3 0,-2-2 11 0,-4-2 5 0,-2-2 15 16,-1-2 21-16,-1-1 18 0,1-1 21 0,1-3 23 0,-1-3 10 0,2-1 9 16,1-3 0-16,0-2-9 0,1-2-3 0,0-3-23 0,3-1-16 0,0-2-13 15,4-2-23-15,-1-3-14 0,3-1-18 0,0-3-18 0,0-2-22 16,1 1-39-16,2 1-18 0,2-1-35 0,2 0-25 0,2-3-21 0,3-2-36 16,1-3-23-16,0-6-26 0,3-8-133 0</inkml:trace>
  <inkml:trace contextRef="#ctx0" brushRef="#br0" timeOffset="72734.66">26148 16362 815 0,'-2'0'130'0,"1"-1"-62"16,-1 0-33-16,2 0-15 0,-1 0-10 0,1 1 9 0,0 0-11 0,1 0-4 16,1 0-7-16,0 0-7 0,1-1 4 0,0 2-6 0,1-1-9 15,2 0-12-15,0-1-9 0,2 1-5 0,2-1 7 0,-1 0 3 0,4-2 4 16,0 0 11-16,0 0 2 0,2-1 6 0,0 0-2 0,2-1-6 0,2-2 6 15,-2-1 4-15,3-1 4 0,0 0 3 0,1 0-3 0,2-1-2 16,2 1-2-16,-1 0 9 0,3-2 2 0,0 2 1 0,2-1 5 0,1 1-6 16,1 0 9-16,3 2 2 0,3-1 0 0,1 1 3 0,2 1-2 0,2 0 6 15,1 1 0-15,2 1 0 0,4 0-1 0,1 0-2 0,1 0 2 16,3-1 3-16,3 0 0 0,1 1-2 0,4-3 8 0,0 1-6 0,2-1 6 16,0 1 13-16,2 0 5 0,3-1 11 0,2 1-1 0,1-1-1 15,3 2-5-15,2 0-9 0,0 1-2 0,0 1-16 0,1 0-5 0,-1 3 11 16,0 1 2-16,0 1 8 0,3 1 0 0,1 2-4 0,0 0 7 0,1 3-6 15,-2 0-5-15,-3 0-3 0,-2 3-3 0,-3 1-2 0,-2 1 4 16,-2-1-10-16,-1 1 1 0,-2 1-1 0,-1 0 4 0,-2 1 8 0,-1 1-10 16,-1 0 5-16,-2 0-5 0,-2-2-2 0,-3 0 11 0,-2 1 2 15,3 1-7-15,0-2 5 0,-2 0 1 0,-2-1 8 0,-6-2 3 0,-3-1-1 16,-1-1-8-16,-1 0-8 0,-2-2 0 0,1 0 4 0,-4 0-7 0,0 0-2 16,-1-1-2-16,-4 0-6 0,0-1-2 0,-2-1-1 0,-4-1 6 15,0 1 1-15,-3 0-6 0,0-1 0 0,-1 2-24 0,-3-2-21 0,-2 0-27 16,-2 0-41-16,-4-2-29 0,-1-1-35 0,-3 0-38 0,-1-2-57 0,-4-1-39 15,-4-2-30-15,-4-4-129 0</inkml:trace>
  <inkml:trace contextRef="#ctx0" brushRef="#br0" timeOffset="73768.58">19036 16627 663 0,'6'3'13'16,"2"0"51"-16,2 2 5 0,2 0 1 0,0 1 3 0,3 2 3 15,2 0 1-15,0 1 4 0,4 2 3 0,1-1-5 0,1 0 0 0,5 3-4 16,1 0-5-16,3 0-2 0,0 1-5 0,4-1-4 0,1-1-8 0,1 2-5 15,5-3-2-15,0 0-4 0,3-1-4 0,5 0-2 0,3-1-5 16,3-1 5-16,4-3-4 0,3-3-5 0,4-4 1 0,6-4-7 0,6-5 1 16,3-5-6-16,6-6-10 0,6-5 2 0,4-2-8 0,5-4-2 0,1 1-12 15,4 0-16-15,-2 0-3 0,2-1 0 0,-1 0 11 0,1 0 0 16,-3 2-11-16,0 3 4 0,-2 3-4 0,2 1 15 0,-3 4 18 0,-4 0 5 16,-1 1 3-16,-6 1-1 0,-2 2 2 0,-3 1 4 0,-1 0 4 15,-1 3-2-15,-3 2 12 0,-3-1 3 0,-2 2 9 0,-4 0 9 0,-2 1-9 16,1-1 3-16,-3 1 1 0,0 2-4 0,0 0 2 0,-2 1-1 0,-2 1-15 15,-2 1-4-15,-2 1-9 0,0 1-4 0,1 1-3 0,-1 1-2 16,1 1-5-16,0 1-31 0,0 2-27 0,-1 1-44 0,1 0-65 0,-3 3-73 16,-1 0-113-16,0 2-136 0,-3 1-217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00:01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6792 6141 519 0,'-19'-5'12'0,"0"2"51"0,-1-1-9 0,4 2-12 0,4 2-8 16,0 0-4-16,0 1-1 0,2 2-7 0,-1 0-6 0,0 1-4 0,0 1-6 16,0 1-3-16,0 2-2 0,1 1 1 0,-2 2-1 0,1 0-1 0,0 0 4 15,-1 1-4-15,2-1-1 0,-3 1 1 0,1-1 1 0,-2 1-1 16,0-2 3-16,2 2-1 0,-2 1 1 0,1 0 2 0,-1 0-2 0,0-1 5 16,1 0 5-16,0 1 8 0,0 2 7 0,0-2 6 0,2 1 1 0,-3 0-6 15,2 0-2-15,1 0-2 0,-1 0-3 0,4 2 0 0,-1 0-4 16,2 1-2-16,1-3-1 0,0 2-3 0,1 1 3 0,1-1-4 0,0 1-1 15,2 1 3-15,1 1-3 0,0-1 2 0,2 1-2 0,0 1-1 16,3-3 4-16,1 1-2 0,0-1 1 0,1 1 2 0,0-2-4 0,2 2 3 16,1 0-4-16,-1-2 1 0,3 3 1 0,1-1 3 0,1 0-1 0,0 0 0 15,1 0 0-15,1 1-3 0,2-2-5 0,1 2 5 0,0-2-3 16,5-1 6-16,2 1 4 0,2-1-4 0,3-1 1 0,0-1-9 0,2 0 1 16,3-1-1-16,2 1 0 0,4-1 1 0,1 0-4 0,2 0-1 0,1 0 1 15,3 0-4-15,0 1 1 0,2 0 4 0,0 1-3 0,1 0 0 16,1 1-2-16,-2 0 0 0,-1 1 0 0,0 0-2 0,0-2 3 0,2 0-6 15,-2-1 5-15,1-1-3 0,0 0 1 0,0-1 4 0,0-1-4 16,2 0 5-16,-2-1-2 0,0-2 2 0,0 0 0 0,-3-2 1 0,2 2 2 16,-2-2 0-16,0-1 2 0,0 0-2 0,-2-2 4 0,1-1 0 0,-1-1 2 15,0-1 4-15,2-3-1 0,1-1 3 0,1-2-3 0,-1-2-3 16,1 0 0-16,1-2-1 0,-2-2-3 0,2-2 3 0,-1-1-4 0,0-2 2 16,0-3-1-16,1-2-2 0,-3-4 2 0,0-2-4 0,0 0 2 0,0-2-2 15,-2 2 0-15,-1-3 1 0,-2-1-3 0,1-2-1 0,-2-1 2 16,0-1 1-16,0 0 4 0,-3-1 1 0,-2 0 2 0,1-2-4 0,-3 0 2 15,-2 1-4-15,-3 1 5 0,-3 1 0 0,-1-1 0 0,-4-1 5 16,0 1-3-16,-3 1 0 0,-4 0 4 0,-1 1-4 0,-5-2 4 0,-2 1-4 16,-4 1 1-16,-3-2 1 0,-3 1-2 0,-4-2 2 0,-5-1-11 0,-3 1-10 15,-7 1-9-15,-6 1-14 0,-3 1 3 0,-7-1-2 0,-7 1 7 16,-5-1 5-16,-6 2 2 0,-6 3 4 0,-6 2 2 0,-7 1 2 0,-5 3 4 16,-7 0 1-16,-2 4-1 0,-5 1 4 0,0 0-3 0,-3 3 9 0,-2 2 4 15,0 4 2-15,-2 2 3 0,0 2-9 0,1 3 8 0,1 4 1 16,2 5 2-16,-1 4-4 0,1 4-6 0,2 5-2 0,0 5 6 0,5 5 4 15,1 6 0-15,3 3-1 0,-1 7-10 0,1 5-6 0,0 5-12 16,1 5-11-16,4 6-20 0,2 3-33 0,2 6-43 0,3 8-29 0,0 6-44 16,3 8-59-16,0 8-87 0,1 11-130 0</inkml:trace>
  <inkml:trace contextRef="#ctx0" brushRef="#br0" timeOffset="1682.99">6170 9226 243 0,'-2'-2'-18'0,"0"0"18"16,0 0 15-16,3 1 2 0,1 0 2 0,0 1 3 0,1 0 0 0,0 0-4 15,1 0-1-15,-1 0-1 0,2 1-2 0,-1 0 0 0,2 1 2 16,0 1 1-16,0 0 3 0,0 1 1 0,0 2 3 0,1 0 1 0,1 0 0 16,-2 1 3-16,1 0-2 0,-1 1-3 0,1 0-1 0,1 2-1 0,-1-1 0 15,2 1 4-15,-1 0 0 0,3 0 1 0,-2 0-2 0,2 0-1 16,0 1-1-16,1 0 0 0,2-2 0 0,-1 2 0 0,3-2 1 0,1 1-2 15,3-1 1-15,3-2-3 0,2 0 1 0,1 0 0 0,2-1-2 16,-1 1 0-16,2 0-2 0,0 0 1 0,1 1-3 0,1 0 0 0,0-1 1 16,1 0-3-16,1 0 0 0,-1 0 4 0,0 0-3 0,-1 0 5 0,2-1 4 15,-2 0 2-15,0 0 9 0,1-1-2 0,-2 1 4 0,1-3-1 16,3 1-8-16,-1 0-4 0,3 0-3 0,-2 1-3 0,1-2-3 0,2 0-2 16,0-1 0-16,3 0-3 0,-1-1-9 0,1 0-1 0,2-1 0 0,-2-2-1 15,2 0 6-15,2-1 0 0,-2-2-3 0,2 0 2 0,0-1 0 16,1 0 0-16,-1 0-11 0,-2-1 5 0,1 0 1 0,-2 0-2 0,0-2 13 15,1 0-6-15,-3-1-1 0,0 1 4 0,-1-2-5 0,-2 0 0 16,-1 1 1-16,-1 0-1 0,-2 1 5 0,-2 0-2 0,0 0 0 0,1 0 5 16,-2-1-3-16,1 0 2 0,-3 1 4 0,0-2-2 0,0 3-2 0,-1-2 0 15,0 1-2-15,-2-1 5 0,2 0-5 0,1 0 0 0,-2 0 2 16,2 0-5-16,-2-1 4 0,0 0-1 0,-1 0-6 0,2 0-1 0,1 1 0 16,-1-2 1-16,0 0 1 0,-1-1 0 0,0 1 1 0,-1 1-1 0,-2 1 3 15,0-1-1-15,-1 1 0 0,-1 0-1 0,-2 0 0 0,-2 2 2 16,-4-1 2-16,0 2 0 0,-1 0 0 0,-1-1 4 0,-2 0-4 0,2-1 4 15,-3 0 4-15,0 0-3 0,1-2-1 0,-3 1 3 0,1-1-2 16,-2 0 2-16,1 1 3 0,-2-2-4 0,-2 0 4 0,0-1-4 0,-2-1-3 16,-1 0 3-16,-1-3-6 0,-1 0 7 0,-1-2 4 0,-1-1 1 0,-1-1 4 15,-1-2-8-15,-2-1-3 0,0 0-5 0,-4 0-2 0,-1-3-5 16,-1 1 0-16,-2-2-8 0,-3 0-2 0,-3-1 4 0,0-1 1 0,-3 2 7 16,0-1 7-16,-3 3-3 0,-3 0 3 0,-3 1-3 0,-2-2 0 0,-2 1 1 15,-4 0 3-15,-2 0 3 0,-2 1-2 0,-2 0 0 0,-1 1 1 16,-1 1-3-16,-2 0 4 0,-1 0-6 0,-1 0 1 0,-1 0-5 0,0 1 1 15,-1-1 5-15,-3 1-6 0,1 1-2 0,0 0-5 0,0 3-1 16,0-1-1-16,1 1 4 0,1 2 2 0,1 2-3 0,1 0-2 0,1 3 0 16,-2 1 6-16,2 4 1 0,-3 0 1 0,0 2-4 0,-2 0 0 0,-2 3 1 15,-1 0-4-15,0 0 4 0,-2 3-1 0,1-1 0 0,0 3 3 16,-2 1 0-16,-1 2 4 0,1-1-4 0,1 2 3 0,-1 0-2 0,1 0-3 16,1 1 2-16,1-2-2 0,1 2 1 0,2-1 6 0,1 0 3 0,1 0-1 15,3 0 0-15,2-1-4 0,2 0-2 0,-3-1 2 0,2 1 1 16,-1 0-2-16,0-1-1 0,1 1 2 0,0-1-2 0,-1 1 10 0,0 1-1 15,-2 1 0-15,1-1 0 0,0 3-9 0,1 1 0 0,-2 0-3 16,-1 1 0-16,0 2 4 0,-3 2 2 0,2 1 1 0,0 0 5 0,-2 0 1 16,2 1-9-16,-2 1-2 0,1 0-4 0,0 2-9 0,0 2-2 0,0 1-9 15,2 2-14-15,0 0-5 0,4 1-5 0,2-1-6 0,1 1-15 16,2 2-12-16,2 1-12 0,3 1-9 0,3 2-4 0,3-1-7 0,3 3-12 16,2 1-2-16,2 2-10 0,1 5-12 0,3 1-5 0,4 3-4 0,3 4-119 15</inkml:trace>
  <inkml:trace contextRef="#ctx0" brushRef="#br0" timeOffset="6800.57">4294 10024 670 0,'-10'-15'51'16,"1"-1"-10"-16,-1-3-3 0,4 2-2 0,3 2-1 0,0 2 2 0,0 0-2 16,1 0-7-16,0 0-6 0,1 1-10 0,1 0-7 0,1 1-3 15,1 1-2-15,1 0 0 0,0-1-5 0,2 1-2 0,1-1 2 0,0 2-2 16,1-1 0-16,-1-1 2 0,2 1-2 0,-1-1 4 0,2 0 1 15,1 2-1-15,0-2 4 0,1 1-2 0,-1 0 2 0,1 0-1 0,0 0 2 16,3 0 4-16,2-2 2 0,1-1 2 0,1 0 2 0,2 0 4 0,2 2 1 16,0-1 6-16,4 1-4 0,1 0-3 0,4 0 0 0,-1 2-1 15,4-1 8-15,-1-1 3 0,1 0 0 0,2 2 2 0,0 0-2 0,4 1 1 16,-1 1-6-16,3 0-4 0,0-1-9 0,0 1-2 0,2 0 2 0,0 0 0 16,0 1 1-16,1 0-2 0,1 1-2 0,1 1-1 0,-1 2 0 15,-1-1-3-15,-1 1-1 0,-1 1-3 0,0 2-3 0,-2 0 1 0,0 2 0 16,-2 0 1-16,-1 2 3 0,0 1-5 0,-1 0 2 0,-1 2 3 15,-1 1 0-15,1 0-1 0,-1 1-6 0,0-1-2 0,-3 2 2 0,-1 2 0 16,-2 1 7-16,-1 1 5 0,1-1 2 0,-3 0-2 0,1 1 1 16,-2 0-6-16,-1-1-4 0,-1 3 1 0,-1 0-1 0,-3 1 4 0,0-2-1 15,-1 3 6-15,-4 0-3 0,0 0-2 0,-3 2 3 0,0 3-3 0,-3-2 4 16,-1 3-3-16,-4-1 0 0,-1 0 0 0,-2 0 0 0,-2 0 1 0,0 1 1 16,-4 0-4-16,-1 1-2 0,-4 2 1 0,-1 0-7 0,-3-1-6 15,-1 0-1-15,-4 0-1 0,-3-2 2 0,-1 2 2 0,-2-1-2 0,-2-1-2 16,-3-1 5-16,-2-2 6 0,-2 0 4 0,0-3 0 0,-2-1 2 15,-1 0 1-15,-2 0 1 0,-1-1-3 0,0-3 4 0,0 1-3 0,0-2-3 16,0-2 2-16,0-2-8 0,0-3 8 0,2-1 0 0,0-1 4 0,0-3 1 16,1 0-5-16,1-2 4 0,2-2-3 0,2-2 4 0,2-1 4 15,3-2 0-15,0-3-2 0,2-2-4 0,3-1-15 0,2-1-7 0,3-1-14 16,2-1-16-16,0 0-22 0,1-1-26 0,2-1-27 0,2-1-38 16,-1 0-25-16,1 0-124 0</inkml:trace>
  <inkml:trace contextRef="#ctx0" brushRef="#br0" timeOffset="9016.87">12197 10615 647 0,'18'-7'110'0,"0"-1"-89"0,4-2-6 16,-2-1-8-16,-3 0-12 0,2 1-5 0,3 1-13 0,0-1-13 0,3 2-11 15,1-2-6-15,0 0 0 0,1 2 4 0,1-1 9 0,1 3 6 16,0 0 14-16,0 1 9 0,0 0 9 0,1 0 10 0,-1 0 5 0,1 1 7 15,-1-1 6-15,-1 0 5 0,0 0 4 0,3-1 0 0,-1 1 2 0,2-1-4 16,0 2-4-16,-1-1 1 0,1 0-9 0,0 0-2 0,1-1-8 16,1 0-5-16,-1 1-2 0,0-1-4 0,0-1 4 0,1 0-7 0,-2-1 0 15,1 0 0-15,-1 0-1 0,-1-1 5 0,0 1 1 0,-2-1 0 0,-1-1 2 16,1-1-1-16,-1 0 4 0,-1-1 0 0,-1-2 1 0,-2 0 0 16,-2 0 0-16,-1 0 0 0,0-1 2 0,-2-2-4 0,-2 0-3 0,2 0 3 15,-3 0 0-15,-3-1 3 0,0 0-2 0,-1-1-2 0,-4-2-4 16,0 2-1-16,-2-1-1 0,-4 0-1 0,1 0-4 0,-2-1 1 0,-2-1-4 15,-2 2 3-15,-2-1 0 0,-1 0 0 0,-3-1-1 0,-2-2-2 0,-2 0 4 16,-1 1 0-16,-3-1 9 0,-2 1 4 0,-1 0 3 0,-3 1 5 16,0 1-1-16,0-2 2 0,-3 1 1 0,-2 0 0 0,-2-1 0 0,0 2 1 15,-2 0-2-15,3 0 5 0,-4 3 0 0,1 0-5 0,-2 2-3 0,-2-1-7 16,-1 2 2-16,-1 2 1 0,-1 1 6 0,-2 1 1 0,1 3 0 16,-1 1 2-16,0 1 0 0,-1 1 1 0,0 3 2 0,-2 1 1 0,2 0 0 15,-1 1-1-15,0 2-1 0,1 0 3 0,-1 2-1 0,1 1 0 0,0 1-1 16,1 0-2-16,-1 1-5 0,0 2-2 0,0 0-5 0,3 1-4 15,-2 0 0-15,2 1-1 0,0 1 0 0,1 0-4 0,1 0-1 0,2-2-4 16,2 2-1-16,-1 1 4 0,3 1-3 0,1-1-9 0,2 0-14 16,1 0-25-16,0 1-28 0,0 0-31 0,2 0-27 0,0-1-21 0,1 3-13 15,0 0-17-15,0 1-17 0,1-1-31 0</inkml:trace>
  <inkml:trace contextRef="#ctx0" brushRef="#br0" timeOffset="13601.87">9723 11639 361 0,'2'-2'125'0,"0"1"-30"0,0-1-33 0,0 0-23 15,0 0-7-15,0-3-10 0,0 0-1 0,1-1-4 0,0-1-6 0,0 1-3 16,1-2-3-16,-1 1-3 0,2-2-4 0,-1 2-1 0,1-2-2 16,-1 0 1-16,1-1 2 0,0 1 3 0,0-1 3 0,-1 1 2 0,0 3 2 15,0-1 1-15,-1 2 2 0,-1 0 4 0,0 1 8 0,1 1 5 0,-2 1 0 16,0 2 0-16,1 0 2 0,-2 0-3 0,1 1-1 0,-1 0-6 15,0 0-4-15,0 1-2 0,-1 0-2 0,2 1-4 0,-1 0-3 0,1 1-4 16,0 0 0-16,0 0 3 0,1 0-2 0,0 1 0 0,1 0-1 16,0 0 1-16,2 0 5 0,1 0 0 0,0 1 2 0,1-1-3 0,1 0 3 15,1-1-1-15,0 1 3 0,2-1 0 0,1 0-3 0,-1-2-1 0,3 2 0 16,2-1 3-16,1 0-6 0,0 2 0 0,2-1-2 0,2 2 1 16,-1-1 6-16,2 1 1 0,1 0 3 0,0 0 1 0,3 2-4 0,0-2-3 15,1 2 0-15,1 0-7 0,0 0 4 0,3 1-2 0,1 0 0 0,1 1 0 16,1-1-6-16,-1 2 2 0,3 0-1 0,0 0 1 0,2-1 3 15,2 1-1-15,1-1-9 0,3 1-1 0,2 0 1 0,2 0 0 0,3 0 9 16,0 0-1-16,4 0-4 0,-1 0 2 0,1 0-2 0,1 0-4 16,0-1 4-16,1-1-5 0,2-1-6 0,0 0 3 0,0 1 3 0,1-1-2 15,0-1 9-15,3 0 10 0,0 0 4 0,3 2 2 0,1 0 4 0,0 1-8 16,0 0-5-16,-1-2 5 0,-2 1-3 0,0-2 1 0,-1-1 0 16,-2 0-2-16,-2-3-5 0,1 1 4 0,-2-2-7 0,2-2-4 0,-2 2 3 15,0-2-11-15,-2 1 12 0,-2 0-5 0,-2-1-1 0,-1 1 5 16,1-1 0-16,0 0-2 0,-2 1 3 0,0 0 0 0,-2 0-3 0,-1 0 4 15,-2 0 1-15,0 0 4 0,-2-1 0 0,-3 0 5 0,2 0 3 0,-4 0-8 16,-3-1 1-16,1 0-1 0,-5-1-2 0,0 1 7 0,-2-1-3 16,-2 0 3-16,-2-1 2 0,-5 0-9 0,-1-1 2 0,-2-1-7 0,-2-1-6 15,-2-1-2-15,0-2-4 0,-2-1 0 0,-2-1 1 0,-2-2 1 0,-4-1-1 16,-1-2 5-16,-3-4 2 0,-2-1 9 0,-4-3 1 0,-3-3 6 16,-2 0 0-16,-2-2 1 0,-1-1 10 0,-1-1 5 0,-2 2 12 0,-1 0 7 15,1 3 9-15,-2 1 5 0,0 1 10 0,1 3 15 0,-1-1 1 0,1 2-11 16,3 0-16-16,0-2-20 0,-1 3-12 0,0-3-5 0,-1 2 10 15,-4 1 0-15,-2-1-1 0,0-1 0 0,-5 0-9 0,0-3-9 0,-5-1-3 16,-2 1-1-16,-3-4-6 0,-6 1-2 0,-1-2 1 0,-2 0-15 16,-6-3-7-16,-2 0-7 0,-4-2-11 0,-3-2-9 0,-5-1-11 0,-4 0-13 15,-4-1-7-15,-3 0 6 0,2 0 18 0,-2 2 23 0,1 3 22 0,3 2 23 16,2 4 22-16,4 1 29 0,2 3 29 0,5 3 19 0,3 2 15 16,5 4-12-16,4 1-14 0,2 1-27 0,7 1-31 0,2 1-18 0,3 1-14 15,4 3 2-15,-2 0 0 0,0 1-3 0,-1 2 1 0,-3 1-2 0,0 1-1 16,-2 1 5-16,-1-1-8 0,-1 2-5 0,-1 1-8 0,0 1-7 15,-1 2 4-15,-3 2-2 0,0 0 0 0,1 1 4 0,2 2 0 0,2 0 1 16,1 1 3-16,1 2 1 0,1 0 0 0,0 2 13 0,2 1 1 0,0 1-7 16,4-2-4-16,2 1-10 0,0 2-3 0,1 0 7 0,0-1-4 15,-1 1 8-15,0 1 5 0,-2 0-3 0,-2 2 10 0,0 0-9 0,1-1-2 16,1 2-5-16,-1 0-5 0,2-1 0 0,-2 2 0 0,0 0 2 16,1 1 5-16,0 1 0 0,1 2-3 0,0-1 6 0,3 0-2 0,-2 1 2 15,3-3-2-15,1 0-2 0,0 1 0 0,3-3-4 0,1 1-2 0,1-1-5 16,0-4-13-16,1 0-15 0,3-1-14 0,0-2-15 0,2-2-17 15,1 2-17-15,2-2-31 0,1-2-20 0,0-1-16 0,1-2-16 0,-1 0-6 16,3 0-25-16,-2-2-136 0</inkml:trace>
  <inkml:trace contextRef="#ctx0" brushRef="#br0" timeOffset="24068.83">6007 12887 905 0,'-3'-3'303'0,"-3"-3"-173"15,-3-2-75-15,0-1-36 0,3 1-14 0,1 3-4 0,2 0 4 0,1 2-3 16,1 1-1-16,2 0-9 0,0 1-5 0,1-1-10 0,0 1-4 16,2 0 1-16,3 0-3 0,2 0 9 0,3 0 3 0,1-1 11 0,2 0 4 15,4-1 2-15,1-1 4 0,0 0-1 0,4-1 2 0,-2-2-2 16,2 0-1-16,3 1 2 0,0-2-1 0,3-1 1 0,0 0 4 0,2 0 1 15,1 0-2-15,2 0 2 0,1 0 1 0,2-2 0 0,3 0 1 0,2-2-4 16,3 1-6-16,2 0 0 0,3-2 7 0,1 1 5 0,2-1 0 16,1 1 3-16,0 0-1 0,2-1-3 0,-1 0 6 0,2-1-1 0,2 2-8 15,0 0-1-15,3 1-2 0,1 1-3 0,1 1 2 0,0-1-4 0,1 3-9 16,1 1 4-16,-2 0-1 0,3 3 4 0,-1 0 4 0,-3 2-6 16,4 1 2-16,-2 1-3 0,0 1 2 0,1 1 1 0,-2 1-4 0,0 1 0 15,-1 1-1-15,0 1-1 0,0 2 1 0,0-1 1 0,2 3-2 0,0 0 1 16,1 0 0-16,0 2 3 0,2 2 0 0,-2-1 2 0,1 2-5 15,-1 1 5-15,-1 0-2 0,1 1 2 0,0 2 5 0,0 2 0 0,0 1 6 16,-2 0 0-16,0 1-5 0,-2 2-1 0,0 1 1 0,-2-1 0 16,-2 1-2-16,-1-2-1 0,-2 3-6 0,-2 2-1 0,-3-1-9 0,-2 2 1 15,-6-2-5-15,-1 0-1 0,-4-2 4 0,-4 1-6 0,-2 0-2 0,-5 1 3 16,-1 0-3-16,-4 1 3 0,-3-2-4 0,-1-1-1 0,-4-1 2 16,-2-2 7-16,-4 2 4 0,-3-2-1 0,-3-2 3 0,-3 0 1 0,-2-1-1 15,-2-2 6-15,-3 0-1 0,-3-1 1 0,-3-2 4 0,-3 0-1 0,-1 0-5 16,-4-2 1-16,-3 0 0 0,-4 0 0 0,-3-1 2 0,-4 1-4 15,-4-2 4-15,-2-1 8 0,-2 0 7 0,-1-2 4 0,-1 0 1 0,-1-1 0 16,1-1-2-16,-1 0 2 0,0-1 2 0,-2 0 0 0,2-1 0 16,-1-2-3-16,0 2-1 0,-1-1-3 0,-2-2 5 0,1 1-5 0,-2-1-1 15,-2 0-3-15,0 0 0 0,-1-1 1 0,-2-1-2 0,0 1-1 0,-1-2-3 16,-1 0 0-16,-1 0-3 0,-1 0 0 0,-3 0 1 0,1 0 0 16,-2-1-1-16,-1-1 0 0,0 1 0 0,-3 0 0 0,1 1 3 0,-2-1 0 15,1-1 0-15,-1 1 2 0,0 0-2 0,-1-1 2 0,-1 0-2 0,0-1 3 16,-1 0-1-16,3 2 4 0,-1-2 2 0,3 1 3 0,0 0 11 15,2-1 12-15,1 0 18 0,3-1 17 0,1 1 15 0,3 0 13 0,2 0 3 16,2 0-3-16,2-2-9 0,2 0-14 0,2-1-13 0,2 0-12 16,1-1-10-16,1-1-6 0,0-1-7 0,2 0-9 0,0 0-6 0,-1 0-2 15,1 0-10-15,-1 0 1 0,0 0-6 0,0-1-5 0,1 2 2 0,-1 0-5 16,-1 0-9-16,-2 0 5 0,-2 1-7 0,0 0 3 0,-3 0 4 16,2 2-8-16,2-1 8 0,1-1-3 0,0 1 0 0,0 0 1 0,1 0-3 15,0-1 7-15,-1 2 1 0,3-2 1 0,-1 2 15 0,1 0-2 0,-1-1 6 16,0 0 1-16,1 0-7 0,0 0-2 0,0 0-5 0,1 0-1 15,-1-1-2-15,-1-1-4 0,2 1 5 0,1-1-2 0,0 0-7 0,1 0-1 16,1 0-5-16,-2-2 6 0,4 0 4 0,0-1 3 0,1 1 6 16,5-2 6-16,-1 2 1 0,3-1 3 0,1 0 1 0,1 1-6 0,4-1 4 15,-1 0-3-15,4 0 1 0,-1 0 3 0,2 2-5 0,1-1-1 0,0 0-4 16,1 1 1-16,1 0-3 0,3 3 0 0,0 0-5 0,0 2-9 16,2 1-7-16,0 1-20 0,3 2-20 0,0 1-41 0,-1 0-55 0,0 2-34 15,0 2-37-15,-2 3-26 0,-1 3-39 0,-1 3-210 0</inkml:trace>
  <inkml:trace contextRef="#ctx0" brushRef="#br0" timeOffset="26467.83">6135 15009 961 0,'1'-3'459'0,"-1"-2"-225"0,0-2-60 0,-1 0-61 0,0 0-28 0,1-1-16 16,0 0-18-16,1 1-11 0,0-1-8 0,2 1-16 0,0 0-11 0,1 1-5 15,2-1-8-15,0 0-1 0,3 0-4 0,2 0-5 0,1-1-2 16,2 1 0-16,4 0 1 0,3 0 4 0,1 1 8 0,3-2 3 0,2 0 0 16,1 2 4-16,0 0-5 0,2 2 1 0,0 0 0 0,3 2 4 0,0 0 1 15,2 1-1-15,0 1 2 0,0 0-4 0,1 1 1 0,2 2-3 16,-1 0 1-16,3 3-4 0,0 1-6 0,1 1 0 0,0 1 0 0,1 1-2 15,-1 1-1-15,0 1 4 0,1 1-1 0,0 1 6 0,1 0 6 16,-1 0 0-16,1 1-1 0,-2-1 2 0,1 0-4 0,1 0 0 0,0 1 4 16,1 0-4-16,1-1 5 0,1 3-2 0,1-1-6 0,2 2 7 0,0 0-9 15,4 0-4-15,-2 2-8 0,2-1-2 0,0 2 7 0,-2 0-3 16,0 1-1-16,-1 0-7 0,0 1-14 0,-3 0-6 0,-2-1-9 0,-1 1-8 16,-2-2-1-16,-3 1-5 0,-3 0 1 0,0 2-8 0,-3-1-2 0,0 1 1 15,-4 0 3-15,-3 1 13 0,-3-3 5 0,-2 1 8 0,-3-1 11 16,-3 1 3-16,-5 0 12 0,-2-1 11 0,-4 0 2 0,-3 1 10 0,-2-1 4 15,-4 1 3-15,-3-2 9 0,-3 1 0 0,-4-1 0 0,-3 1 1 16,-3 1-1-16,-5-1-1 0,-5 0 0 0,-3 0-1 0,-3-2-2 0,-4 0 7 16,-2 0 5-16,-2 0 5 0,-3-1 2 0,-5 1 4 0,0 1-4 0,-3-2 4 15,-4 3 5-15,-2-1-4 0,-4 1 6 0,-1 1-4 0,-1-1 4 16,-2 0 9-16,-3 3 5 0,0-1 2 0,-2 2-7 0,0 1-2 0,2-1 4 16,-2 0 2-16,1 0 5 0,1 0 2 0,1-2-4 0,1 1 6 0,0-2 3 15,1-3 1-15,2 0 12 0,1-3 5 0,2-1 5 0,1-1 8 16,1-2-4-16,2-4 3 0,2-2 4 0,1-2-4 0,-1-3 2 0,0-1-13 15,0-3-7-15,0-2-19 0,-1-3-16 0,-2-3-3 0,-1-3-11 16,-2-4-7-16,1-3-3 0,-1-3-11 0,1-2 0 0,0-4-13 0,0-1-3 16,1-3-4-16,-1 0-10 0,1-2 10 0,1-1-7 0,2 0 0 0,3 1 1 15,2-1-3-15,2 2 1 0,2 0 13 0,1-1 3 0,1 1 6 16,4 0 10-16,1 5-10 0,3 0 6 0,2 3 5 0,0 0-5 0,4 1 2 16,0 2-8-16,3 0-6 0,0 2 3 0,4 0 7 0,-1 2 2 0,2 1 5 15,2 0-5-15,0 0-9 0,2 1-2 0,1 2-7 0,3-1-1 16,1 2-3-16,0 1 2 0,3 2-1 0,2-1-2 0,-1 1 1 0,3 2 3 15,1 0-1-15,0 1 2 0,3 1 2 0,-2-1-1 0,1 1-5 0,1 0 5 16,-1 0 2-16,2 1-8 0,1-1 13 0,0 1-8 0,1 1 0 16,0 1 7-16,1 0-1 0,0 0-2 0,0-1 3 0,0 0-1 0,1 1-4 15,1-1 5-15,-1 1-9 0,1 0 1 0,-1 0 8 0,2 0 2 16,-1 0-1-16,1 1-5 0,0-1 0 0,1 0-3 0,-1 0 2 0,1 1 2 16,0-1-12-16,0 0 3 0,0 1 4 0,0-1-4 0,0 1 2 0,0 0 1 15,0 0-1-15,1 0 2 0,1 1 1 0,-1 0 2 0,0-1 4 16,-1 1 0-16,2 0 3 0,-2 0-2 0,0 0 2 0,0-1 2 0,0 1-2 15,0-1-2-15,0 1 0 0,1 0 4 0,-1-1 0 16,1 1-1-16,0 0 1 0,0-1-5 0,0 1-1 0,0-1 6 0,-1 0-2 0,1 0 2 16,0 0 1-16,1 1-8 0,-1 0 5 0,0-1-3 0,-1 0-4 0,1 1 4 15,-1-1-11-15,1 0 2 0,0 1-6 0,0-1 0 0,0 2-4 16,0-1-9-16,0 0 3 0,-1 1-4 0,1-1-7 0,-1 0-1 0,-1 0-11 16,1 1-11-16,-2 0-6 0,1 1-17 0,0-1-12 0,1 1-10 0,-1-1-16 15,0 1-9-15,0 0-14 0,0 1-17 0,-1-2-10 0,1 1-25 16,0 0-7-16,0-1-9 0,1 1-12 0,1-2-20 0,1-1-39 0</inkml:trace>
  <inkml:trace contextRef="#ctx0" brushRef="#br0" timeOffset="28651.83">2458 4994 778 0,'-2'-4'51'0,"1"1"-37"15,2 1-14-15,3 3-6 0,1 1 12 0,0 1 4 0,2 1 3 0,0 1-2 16,3 2-4-16,1 4-6 0,1 1-5 0,2 2-1 0,0 5 1 16,1 1-1-16,1 3 7 0,0 3 0 0,-1 1-1 0,0 3 4 0,-2 1 0 15,0 1 2-15,-3 1 4 0,1 5 0 0,-1 0 2 0,-2 4 4 0,-1-1 0 16,-1 2-1-16,-1 1 6 0,-2 4 3 0,-3 1-3 0,-1 2 4 0,-3 2 3 15,-2 1 0-15,-1 3 5 0,-2 1-6 0,-1 1-2 0,-1 2-4 16,0 0 1-16,-3 1-1 0,0 1-5 0,-2 0-2 0,1 0 4 0,-1 0-2 16,1 1 6-16,-1 0 2 0,1 2-5 0,-3-1 6 0,0 1 0 15,0-1-3-15,0 1-4 0,-1 1 7 0,-2-1-1 0,1 0-4 0,-2 0 2 16,0 2-11-16,1 0-6 0,-2 1 2 0,1 0-5 0,-1 0 1 0,-1-1-3 16,1-2 2-16,-1 2 3 0,-2-4-1 0,1 3 0 0,-2 0 2 15,1-3-3-15,1 0-2 0,2-3 1 0,1-2-4 0,1-2 4 0,3-3 1 16,-1-1 0-16,1-3 8 0,2-3-6 0,2-1 4 0,0-2 3 0,2-1-2 15,0-2 7-15,1-2 2 0,7-20-3 0,-2 5 4 0,1-3-6 16,-2 5-3-16,1-2 1 0,0 2-10 0,1 0 1 0,0 1-3 0,1-1-1 16,1-3 11-16,2-1 4 0,0-2 3 0,1-2 0 0,1-1-3 15,1 0-4-15,1-1 3 0,1-2 1 0,-1 0 0 0,1 0 3 0,1 0 3 16,6 9 1-16,-1-5-1 0,-2-5 2 0,-1-4 3 0,1-1 0 0,1-2 1 16,1 0 1-16,1-1-3 0,1 0 6 0,1 0-4 0,1-1-3 15,2-1-3-15,-1 0-6 0,-1-2 2 0,4-1 0 0,-1 0 0 0,1-2-1 16,3 1 0-16,1-2-1 0,2 1-4 0,2-2 0 0,1 1 0 0,0-1 0 15,1 0 0-15,-1 0-2 0,2-1 0 0,0 1-2 0,3-2 1 16,1 0-2-16,2 0-11 0,1 0 0 0,1-1 2 0,1 0-3 0,3 0 11 16,-1 1 1-16,2 1-4 0,0 1 5 0,2-1 0 0,2 1-4 15,0 0 3-15,1 1-3 0,0 0-3 0,2 0 2 0,-1 0-2 0,2 1 0 16,-1 0-3-16,1 0 0 0,0 1 3 0,1 0 3 0,1 0 2 0,1 0-1 16,1 0 3-16,0 0-6 0,-1 2 4 0,1-1-2 0,1 1-4 15,1 0-3-15,-1 2 1 0,-1-1 5 0,0 2-1 0,1 0-1 0,0 0 5 16,0 1-5-16,0 0-1 0,1 1 2 0,0-2-2 0,1 2-3 0,3 0 1 15,-2 0-1-15,1 0 4 0,-1 1-2 0,1 2 0 0,1 0 1 16,-1 1-4-16,1 0 3 0,-1 1 6 0,0 2-3 0,-1 2-1 0,1 0-5 16,-1 3-2-16,0-1 0 0,0 1 1 0,0 1 3 0,1 1 3 15,-1 2 1-15,0-2-2 0,0 2 1 0,0 0 0 0,0-1-8 0,1 2 3 16,-1-1-1-16,0 2-2 0,1-2 5 0,-2 0 0 0,3 0-2 0,-1-1 10 16,0 0 6-16,1 1 0 0,-1-1 0 0,0-2-14 0,3 1 1 15,0-1-4-15,-1-1 3 0,-1-1 1 0,1-1-1 0,0 1 6 0,0-2-8 16,3 1 5-16,-1 0-1 0,0-1-7 0,1-2 8 0,-2 2-5 0,1-1-1 15,-1 0 8-15,-1-2-4 0,2-1 5 0,-1 0 2 0,2 1-1 16,1-1 0-16,-1-1-4 0,2-1-5 0,-1 1-1 0,-1 0 3 0,0 0 1 16,1-1 4-16,-1 1-4 0,0-2 2 0,2 3 2 0,-2-1-4 0,1 1 4 15,0-1-4-15,0 0-1 0,-2-1 1 0,-1 1-1 0,2-1 0 16,1 1 5-16,1-1-4 0,2-1-1 0,0 0 0 0,1-1 0 0,2-1 6 16,0 0 0-16,-1-2 5 0,3-1-10 0,0 1 1 0,1-3 2 15,2 0-2-15,-2 0 1 0,1-2 4 0,0 1-8 0,-3-1 4 0,-1 0 3 16,-1 1-6-16,0-1 9 0,2 1-6 0,-1-1-2 0,1 0-4 0,0 0 5 15,0 0-3-15,-1 1 1 0,0 0 6 0,-2 1-4 0,-1 0 1 16,0 0 0-16,0 2 0 0,0-1-11 0,1 1 6 0,0 0 1 0,-1-1-12 16,1 1 13-16,1 0-6 0,1 0 0 0,1 0 9 0,2 1 1 0,2-1-5 15,1 0-1-15,0-1 0 0,0-2-4 0,3 2 4 0,0-2 5 16,2 1-3-16,2-1 3 0,0-1-3 0,1 0-7 0,2 0 4 0,1 1 0 16,3 0 4-16,-2 0 4 0,4-1-2 0,-2 1-4 0,0-1 3 15,-1 0-4-15,2 1 2 0,-1 1 3 0,1 0-1 0,1 0-1 0,0 1-5 16,0 1 1-16,0 0 0 0,0 0 0 0,1 0 7 0,2 1-1 0,1 0-1 15,3 0-2-15,0 0 9 0,1 0 0 0,0 0 1 0,1 2 7 16,2 0-11-16,-2 0 1 0,0 0 1 0,0 2-3 0,1-1-5 0,1 1 6 16,1 0 0-16,2-1 0 0,-2 1 1 0,2 0-4 0,2 1 0 0,3 0 5 15,1 0-5-15,0 1 1 0,-2-2 1 0,-2 0-4 0,0-1 5 16,1 0 0-16,1 0 0 0,0 2 1 0,-1 1-3 0,0 0 4 0,2 0-4 16,-2 0-1-16,1-2 2 0,0 1-1 0,1 1 2 0,1 1-1 0,3 0-1 15,4 0-4-15,-2-3 3 0,0 1 0 0,1-2 0 0,0 0 3 16,1-1 4-16,3 0-1 0,-3-1-2 0,2-2 3 0,0 1-3 0,0-2 2 15,3 1-1-15,-2 0 0 0,2-1 1 0,2-1-1 0,1 0-4 0,5-1 1 16,-1 0-4-16,2 1 4 0,0-1 1 0,2 0-6 0,0-1 3 16,1 0 1-16,-1 0 2 0,0-1 4 0,-1 0 2 0,0-1-1 0,1 0-2 15,1-1 5-15,1 0-6 0,3 0-1 0,-1-1-1 0,1-1-3 16,2 0 2-16,1-1 1 0,0 1 0 0,4-2 4 0,0-1-4 0,1-1-2 16,2 0 4-16,-2 0-6 0,2-1 4 0,-1 1-11 0,1-3 3 15,-1 0 2-15,0-1 1 0,-4-1 4 0,2 0-4 0,-5-3 4 0,-3-2 3 16,1-1-2-16,-2-3 0 0,-2 0-13 0,0-2-4 0,-1 0 11 0,-1-1 2 15,-1-3 12-15,-6-1 9 0,-2-3-4 0,-3-1-10 0,-3-2 5 16,-2 0-3-16,-6-3-3 0,-4-3 2 0,-2 0-7 0,-1-2-2 0,-4 0 7 16,-3-2 1-16,-6 0 2 0,-6-1-5 0,-4-2 5 0,-3-1-4 0,-6-2-1 15,-5 1 3-15,-4-2-7 0,-8-2-1 0,-5-1 2 0,-9-2 0 16,-5 0-5-16,-7-2 2 0,-6 1-5 0,-7-3 6 0,-6-1-2 0,-7-1 0 16,-7-1 3-16,-7-3-7 0,-8-2 1 0,-6 2-2 0,-8-3-1 0,-6 1-7 15,-7 0 3-15,-7-1 4 0,-6 0 2 0,-7 3 10 0,-4-3-7 16,-3 1-1-16,-6 1-1 0,-3 2-11 0,-5 3-6 0,-7 1 12 0,-5-1-2 15,-4 0 12-15,-4 2 10 0,-3 0-13 0,-5 0 1 0,-7 2 1 0,-5 2-2 16,-5 0 2-16,-4 3-6 0,-3 3-2 0,-10 0 5 0,-3 2 0 16,-7 2 7-16,-3 1 2 0,-3 2-7 0,-4 3 2 0,-5 3 2 0,-5 0-1 15,-2 2 4-15,-5 2-3 0,-4 4-2 0,-2 2-2 0,-2 1-4 16,-4 2 0-16,-2 2 1 0,-4 2-4 0,-2 2-4 0,-2 0-2 0,-1 3 1 16,-1 0 5-16,-2 1 4 0,0 1-1 0,-2 1-2 0,-2 1-4 0,-1 3-1 15,-1-1 2-15,-2 2 0 0,-2 0 4 0,-1 0 3 0,0 2-3 16,1-1 5-16,-1 1-8 0,2 0-1 0,1-1 9 0,-4 1-1 0,2-1 4 15,-2 1 12-15,-1 0-2 0,4-1-2 0,-1 0 2 0,-2 0-6 16,3 0-4-16,1 0 5 0,-1 0-2 0,3 1-7 0,-2-2 11 0,2 1-3 16,-1 0-3-16,3 0 3 0,3 1-5 0,3 0 1 0,0 2 4 0,0-3 3 15,-2 0 0-15,2-1-2 0,1 0 2 0,3 0-7 0,3 1 2 16,2 0-2-16,4-1-1 0,4-1 5 0,1-1 0 0,4-1-2 0,1 1 4 16,2-3 1-16,4 0-2 0,1-2 4 0,1 0 7 0,1-1 1 0,0 0-2 15,2 0 4-15,0 0-12 0,3-1-2 0,1 1 4 0,1 1 7 16,2-1-3-16,2-1 2 0,-2 1-4 0,0-1-8 0,3 0 3 0,0 3-2 15,0-1 0-15,1 1-2 0,-1-1-2 0,0 1-1 0,0 1 1 0,2-1-1 16,1 1 1-16,0 1-2 0,2-2-2 0,0 0 6 0,1 0 4 16,4 2 1-16,3-2 8 0,4 0-6 0,3-1-2 0,0 1 5 0,4 0-5 15,1 1 2-15,3 1 4 0,5 2 1 0,3-1-1 0,5 2-6 16,1 0 5-16,2 1-5 0,1 1 1 0,1 2-1 0,3 0-4 0,1 2 10 16,1 1-4-16,2 1 5 0,2 3-5 0,2 1-5 0,0 1 3 0,2 4 5 15,2 1 4-15,2 2-7 0,3 2-5 0,3 2-6 0,1 1-2 16,3 3 5-16,1 0-3 0,1 4 1 0,2 4-4 0,2 0-2 0,2 3 5 15,2 2-2-15,2 1 0 0,1 2 0 0,2 4-6 0,0 2-6 0,4 4-5 16,-1 3-11-16,3 3 5 0,2 2-8 0,1 3-7 0,4 3-7 16,0 4-20-16,2 3-20 0,1 3-28 0,2 3-24 0,2 2-40 0,3 2-10 15,1 6-29-15,0 2-9 0,4 6-7 0,-1 3-22 0,5 3-189 16</inkml:trace>
  <inkml:trace contextRef="#ctx0" brushRef="#br0" timeOffset="-163165.15">6389 10193 136 0,'-1'7'40'0,"-1"0"-11"0,0 2-3 0,1-1-5 0,0-2-6 16,1 0-3-16,-1 1-5 0,0-1 2 0,0 0-3 0,-1 0-3 0,2-1-3 15,-2 2-5-15,1-1-3 0,0 0-1 0,1-1-1 0,-2 0 3 16,1-1 2-16,0 0 0 0,-1 0 1 0,1-1-1 0,-1 0 2 0,0 0 2 16,2-1 5-16,-1 0 2 0,0 0 3 0,1-1 1 0,-1 0 4 15,1-1 2-15,-1-1 2 0,0-1 2 0,1 0-2 0,-1 0-1 0,1 0 1 16,0 1-2-16,-1-2-2 0,1 1 0 0,-1 1-1 0,1 0 1 0,-1 0-1 16,0 1-3-16,2 0-3 0,-2 0-3 0,0 1-3 0,0 0 1 15,1 1 0-15,-1 0-2 0,-1 1 4 0,0 1-1 0,-1 1-1 0,0-1 1 16,-2 1-1-16,-1-1 0 0,1-1-1 0,-3 1 3 0,0-1-3 0,-1-1 2 15,-2 1 0-15,0-2 1 0,-2 0 1 0,1-2-2 0,-4 0 0 16,0-1-2-16,-3 0 0 0,1-2 2 0,-2-3 0 0,-3 0-2 0,2-3-2 16,-3 0 2-16,0 0-3 0,1-2 3 0,-2 1-1 0,0-2-3 15,-3 0 1-15,1 0-4 0,-1 0-2 0,0-1 3 0,2 0 1 0,0 1 1 16,0 0 5-16,-2 2 0 0,1-2 2 0,-1 1 0 0,1-1-3 0,-1 1 3 16,1 2 0-16,-1-1 0 0,1 1 0 0,2 1-3 0,-2 1 0 15,2 2-1-15,-1 0 1 0,0 1-2 0,1 3-1 0,0 0 2 0,1 1 0 16,-3 1 1-16,2 2-3 0,0 0 2 0,0 2 0 0,2 2 0 0,-1 1-1 15,2 1-1-15,-2 2 1 0,1 1 1 0,1 1-1 0,-1 2 2 16,1 1-1-16,0-1-4 0,0 2 1 0,-1 0 3 0,2 2-2 0,-1 1 9 16,2-1-3-16,-1 2 0 0,0-1 1 0,1 0-3 0,-1 1 2 0,0-1-3 15,1 0-1-15,0-2 3 0,1 1-1 0,-1 1-1 0,1-3 2 16,-1 2 0-16,-1-2-2 0,0 0 1 0,0-3 1 0,0 1 0 0,0-2 4 16,1-1 0-16,1-1 3 0,-2-1 3 0,1-1 3 0,0-1 3 0,-1-2 0 15,-1-1 1-15,2-2 1 0,-1 0 0 0,-1-2 2 0,2-1-1 16,-1-3 0-16,0 0 1 0,2-2-1 0,-1-1 0 0,0 0 2 0,1-1-1 15,-1-1-1-15,1-1 1 0,0-1-6 0,0 0-2 0,2-2-2 16,0 2 0-16,2-1-3 0,-1 0 1 0,1 1-1 0,-1 0-2 0,2 3 0 16,-1 0-3-16,1 0 2 0,0 0-2 0,2 1-1 0,0 1 0 15,1 1-2-15,0 1-2 0,1 0 4 0,0 1-1 0,2 0-1 0,-1 1 0 16,2 0-1-16,-1 2 2 0,1-1-1 0,1 0-1 0,0 1-3 0,1 0-1 16,1 0 0-16,-1 0 2 0,2 0 3 0,-1 0-3 0,0 0-3 0,1 0-8 15,0 0-15-15,1 1-20 0,0 0-28 0,0-1-21 0,1 0-3 16,0 0 1-16,1 0 6 0,0 0-1 0,1 0-22 0,0-2-157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01:08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4914 7837 726 0,'0'-4'172'0,"1"0"-112"0,2 0-35 0,2 2-15 0,2 1 3 15,1-1 5-15,0 1 3 0,1 0-9 0,1 1-3 0,0 1-9 0,2 1-10 16,1 2 3-16,1 0-4 0,1 2 0 0,0 0 3 0,2-1 2 16,0 3 3-16,3 1 5 0,1 0 1 0,2 0 4 0,0 2 0 0,2-2 3 15,3 0 7-15,3 1 2 0,2-1 8 0,2-1 8 0,1 0 7 0,3 1 7 16,1-1 6-16,3-1 6 0,1 1-6 0,4-1 2 0,2-1-3 16,2 0-4-16,3-1 10 0,1 0 6 0,5-1 9 0,2-1 4 0,3 0-2 15,4-2-7-15,1 0-11 0,2 0-6 0,1 0-7 0,2-1-4 0,0 0-1 16,4-1-1-16,-1 0-1 0,4 0-1 0,1 0-2 0,-1 0-10 15,3-1-3-15,-1 1-9 0,3-1 3 0,-1 1-3 0,0-1-4 0,1 1-3 16,-3-1-5-16,1 0-5 0,-2 0 1 0,1 0 4 0,-2-1-1 0,-1 1 4 16,1-1-2-16,-1-1-14 0,-2 0 8 0,1-2-5 0,-2 1 1 15,-3-2 8-15,2 0 1 0,-2-1-2 0,0-2 9 0,-3 1-4 0,2-2-1 16,-3 0 1-16,-1-1 3 0,-1 0 0 0,-1-1-1 0,0-1 4 0,-1 0-1 16,1-2-1-16,-2 0-1 0,0 0-3 0,-2 1-3 0,-1-1 1 15,-3 1 0-15,-1-2 5 0,-1 2-2 0,-2-2-4 0,-2-1 1 0,-2 0-5 16,-3 2-2-16,-1-1 2 0,-3 0 0 0,-3 2 14 0,-1-1 4 15,-3-1 0-15,-2 0 0 0,-2 0-12 0,-3-1 3 0,-2 1 1 0,-4 0 2 16,-1 1-6-16,-3-2 1 0,0 0-2 0,-4 2-1 0,-2-2 1 0,-3 0 1 16,-4-1-6-16,-2 0-3 0,-4-2-3 0,-3 0-5 0,-3-3-1 15,-2-2-7-15,-4 1-2 0,-4-2-2 0,-4 1 1 0,-4-2 2 0,-2 0 5 16,-2-1 3-16,-2-2 3 0,-1 2-6 0,-4-2 10 0,-1 1 1 0,-3-1-2 16,-3 0 10-16,-1 0-4 0,-2 1-2 0,-2-1-1 0,-2 2-6 15,-1-1-6-15,-3 3-1 0,-4-1 4 0,-2 0 5 0,-1-1 5 0,-3 2-1 16,1 0-1-16,-3 2 1 0,-3 1 4 0,-2 1 1 0,1 0 1 15,-2 1-1-15,-1 1-1 0,-2 1-5 0,-4 2-3 0,-1 1-3 0,-2 2-5 16,-4-1 5-16,0 2 3 0,-4-1 11 0,0 2 1 0,-2-1 0 0,0 1 1 16,1 0-2-16,-1 0 1 0,0 2-2 0,2-1-1 0,-2-1 3 15,4-1-4-15,0-1 5 0,-1 1 1 0,3-1-7 0,-6 0-1 0,1 1-3 16,-5 2-7-16,1 0 1 0,-4 2-6 0,-1 2 1 0,-2 2 3 0,-1 2-4 16,-1 1 3-16,-2 2-1 0,1 1-7 0,-3 1 3 0,-3 3-5 15,0 3 1-15,-2 1-1 0,-1 2 0 0,0 3 4 0,-2 1 3 0,3 3 6 16,0 2 7-16,2 2 1 0,2 2 1 0,3 3-1 0,1-1 4 0,1 4-4 15,2 0 1-15,1 3 7 0,2 1-1 0,5 2 5 0,2-1-2 16,3 3-6-16,4-2-3 0,2 2 1 0,5 1 4 0,4-1-1 0,3 0-2 16,5 0-2-16,3-2 2 0,1 3-5 0,7-2 6 0,1 1-4 15,3 0-9-15,3 0 4 0,1 2 6 0,3-2 4 0,2 3 5 0,0-1 2 16,5 0-9-16,0-1-1 0,1 2 5 0,2-2-6 0,2 0 3 0,2-3-2 16,5-3-4-16,2 0 3 0,3-3-4 0,4 0 2 0,3-1-5 15,4-3-3-15,2 1 3 0,3-4-16 0,2 1 3 0,1-2 2 0,3-2 0 16,3 0 19-16,2-2 5 0,4-2 0 0,2-2 2 0,2 0-4 0,4-2 3 15,3-1 2-15,3-2 3 0,1-2-1 0,1-1 0 0,1-2 1 16,4-1 5-16,1-1-2 0,3-1 2 0,0-1-7 0,0 0-5 0,1-1 5 16,-1-1-3-16,1 1 5 0,0 0-1 0,-1 0-3 0,-1 0-2 15,0-1-3-15,-1 0-1 0,-2-1 1 0,0 0 0 0,-3 0 1 0,0 1 1 16,-3-1-2-16,0-1-2 0,-1 1 2 0,0-1 2 0,-2-1-7 0,-1 0 5 16,-1 0 2-16,-1 0-4 0,-1-1-2 0,-2 0 0 0,1 0-1 15,-1 0-2-15,-2-1 11 0,-1-1 1 0,0 1-1 0,-2 0 3 0,-3 1 7 16,1-1 0-16,-1 0-1 0,0 1-1 0,0-2-8 0,-1 1 1 0,-1 1-1 15,0 0 0-15,-1 0 2 0,1-1-4 0,-3 2 4 0,1-1-2 16,-1 1-2-16,-1 1-1 0,0 0 3 0,0 0-5 0,-1 0 1 0,1 2 3 16,-1 0-6-16,-1 0 3 0,1 0 0 0,-1 1-2 0,0 0 1 15,-2 0 1-15,0 0 0 0,0 1-1 0,1 0 1 0,-2 0-2 0,1 1 1 16,-1 0-3-16,0 1 4 0,0-1-2 0,-1 1-1 0,0 0 6 0,1-1-4 16,-1 1 1-16,1 0 1 0,-2-1-2 0,2 1 2 0,-1 0-2 15,-1-1 1-15,2 0 0 0,-2 1 1 0,1-1 2 0,0 1-3 0,0-1 1 16,0 0-1-16,0 0-1 0,-1 0 2 0,0 0-2 0,1 0 0 0,-1 0 2 15,1 1-1-15,-2-1 0 0,1 0 3 0,0 0-5 0,0 0 2 16,0 0-1-16,-1 0 1 0,1 0 0 0,0 0 1 0,0 0 1 0,0-1-4 16,0 1-2-16,0 0 1 0,0 0 1 0,1 1-5 0,0-1 2 15,-1 0-2-15,1-1-2 0,0 1-1 0,0 0-7 0,3 0-4 0,-1-1-7 16,1-1-12-16,1 1-14 0,-1-1-32 0,1 0-24 0,2 0-14 0,-1 0-13 16,0-1-8-16,1-1-7 0,1 1-11 0,-1-1-6 0,0 0-8 15,2 1-15-15,-1-2-112 0</inkml:trace>
  <inkml:trace contextRef="#ctx0" brushRef="#br0" timeOffset="9484.56">21074 9142 560 0,'29'4'99'0,"3"0"-65"0,10 1-30 15,-3-2-16-15,-2 0-9 0,1-1-11 0,1-1-8 0,3 0 1 16,1 0 8-16,-1 0 8 0,2-1 12 0,2 1 7 0,1 0 2 0,1 0 2 15,-1 1 0-15,1 0 0 0,-3 0 0 0,0 1 0 0,0 0 6 0,1 0 3 16,-2 1 2-16,-1-1 1 0,1 2-3 0,0 1 1 0,-2 1-1 16,0 1 1-16,1-1 0 0,1 1 0 0,-2 1 0 0,2-1-3 0,-3 1-1 15,-1 0-3-15,2 1 1 0,-4-1-3 0,1 0-1 0,-1 1 1 16,0-3-3-16,0 1 6 0,0 0 2 0,-2 0 1 0,0-1 6 0,-1 0 7 16,1-1 2-16,2 0 6 0,-2-1 3 0,1-1 1 0,-2-2 3 0,0 0 0 15,1 0-4-15,-2-2-4 0,3 0-4 0,-2-1-11 0,1-1-3 16,0 0-2-16,-1 0-2 0,2-2 4 0,-1 1-3 0,0 0 1 0,-1 1-2 15,0-1 2-15,3 0 2 0,-1 0 0 0,0 1-2 0,-1 0-3 0,-1 0 1 16,1 0-3-16,-1 0 1 0,1 1 0 0,-2 1-1 0,2 1 1 16,0 0-1-16,-1 0-1 0,0 2 3 0,-1 0 2 0,0 0 4 0,-3 1 1 15,2 0 3-15,-2 0-1 0,2 1-3 0,0-1 6 16,-1 1-4-16,0 0 1 0,-4 0 4 0,2 0-5 0,0-1 2 0,-3 1 0 0,0-1-3 16,-2 0 0-16,0-1 4 0,-1 0 1 0,-1 0 2 0,-1-2 6 0,-2 0-3 15,-1 0 4-15,-2-1 5 0,-1 0-1 0,-2 0 6 0,-1-2 0 16,-2 1-5-16,-1 0-2 0,-1 0-5 0,-1 0 3 0,0 0 3 0,-2 0 0 15,-1 0 4-15,0 0-2 0,-2 0-1 0,0 1-3 0,-1 1-11 0,0-1-4 16,0 0-7-16,0 0-3 0,0 1 0 0,-1 0-8 0,0-1 0 16,-1 1-3-16,0-1-7 0,0 1-2 0,0-1-3 0,-2 0-3 0,1 0-8 15,0 1-4-15,0-2-8 0,1 1-9 0,-2-1-4 0,0 0-6 16,-1 0-8-16,-1-1-8 0,1 0-9 0,-2 1-15 0,1-1-7 0,-1 1-13 16,-1-1-7-16,1 0-11 0,-1-1-14 0,-1 0-15 0,0-2-53 0</inkml:trace>
  <inkml:trace contextRef="#ctx0" brushRef="#br0" timeOffset="9984.56">25562 8918 1495 0,'2'0'230'0,"0"0"-202"15,2-1-108-15,1-1-68 0,1-2-38 0,1 0 0 0,3-1 26 0,1 1 19 16,3 0-3-16,2-1-17 0,2 0-31 0,6-1-112 0</inkml:trace>
  <inkml:trace contextRef="#ctx0" brushRef="#br0" timeOffset="10251.56">26061 8877 435 0,'26'2'166'0,"4"2"-85"0,7-1-46 0,-4 2-28 0,-3-2-1 0,0 0 0 15,1 0 14-15,0-1 10 0,-1 2 6 0,1-2 0 0,-1 1-12 0,1 0-10 16,0 1-11-16,2-1-3 0,-1 2-1 0,0-1 2 0,0 0 2 0,-1 1 5 16,3 0 12-16,1 0 20 0,0 1 18 0,-3 0 10 0,-1 0 1 15,-1-1-11-15,1 0-15 0,-1 1-13 0,0-2-5 0,-1 1-5 0,-1 0-5 16,0-1 5-16,1 1-6 0,-2-1 4 0,1 0 1 0,-2 0-3 16,-2 1 3-16,1-1-4 0,-4 1 2 0,1-1 0 0,-2 1-2 0,-3-1-1 15,0 0-2-15,0 0 0 0,-2-1-3 0,-2 1 0 0,1-1 0 0,-1 1 2 16,-1-3 2-16,0 2-2 0,-3 1 4 0,1-2-2 0,-2 1 2 15,0-1 3-15,-1 1 0 0,-1-1 3 0,-1 1-3 0,0-1 3 0,-1 0-4 16,-1 0-1-16,0 0-2 0,-1 0-5 0,0 0-1 0,1 0 1 0,-2-1-3 16,1 0-1-16,0 1-1 0,-1-1 1 0,0 0-1 0,0 1-1 15,-1-1-2-15,0 0 1 0,-1 1 2 0,0-1-1 0,0-1-1 0,1 0-6 16,-1 0-4-16,0 1 0 0,-1-1-9 0,0 0 5 0,0 1-7 16,-1-1-8-16,-1 1-4 0,1-1-13 0,-2-1-13 0,1 0-16 0,-1 0-19 15,0 0-33-15,-1-1-27 0,0-1-26 0,-1-1-29 0,-2-2-33 0,-1-2-112 16</inkml:trace>
  <inkml:trace contextRef="#ctx0" brushRef="#br0" timeOffset="11784.56">5133 9888 589 0,'-2'-6'76'0,"-1"0"-51"0,-1-1-14 0,1 1 0 0,0 3 4 0,0 0 1 15,0-1 2-15,1 0-1 0,-1 1-5 0,1 0-6 0,0 1-2 16,0 1-3-16,2 0 1 0,-1 0-5 0,1 0 1 0,1 1-3 0,-1 0 0 16,1 0 3-16,0-1 1 0,0 1 1 0,1-1 0 0,0 1-1 0,0-1-1 15,1 1 0-15,1 0 3 0,-1 0-2 0,1 1 3 0,1-1 0 16,0 1-1-16,0 0 2 0,0 0 1 0,0 1 1 0,1 0 3 0,0 1 0 15,1 0 1-15,0 1 1 0,0 2-2 0,1-1 3 0,2 1 0 0,0 2 4 16,1 0 9-16,2 0 1 0,0 2 6 0,0 0 2 0,2-1-5 16,-1 0 3-16,2 1 0 0,1-2-8 0,1 1-1 0,2 0-3 0,2-1-8 15,2 0 2-15,2 1-6 0,0-1-2 0,2 0 1 0,1-1-6 16,0 1 0-16,2-1 1 0,0 0 1 0,1 0 7 0,1-2-1 0,0 2 3 16,1-1 2-16,1 1-1 0,2 0 4 0,0 0 1 0,1-1-1 0,0 1 1 15,-2 0-1-15,3-2 4 0,-1 3-1 0,0-2 3 0,3 1-3 16,-3-2-4-16,2-1 5 0,1 1 0 0,1-1 8 0,1 1 0 0,-1-1-4 15,1-1 1-15,0 0-7 0,2-1 0 0,0 0-7 0,0-2-5 0,0 2 3 16,1-2-2-16,1 0 1 0,0-1-4 0,1 0-3 0,-1 0 3 16,2 0-2-16,-2 1 6 0,0-1 1 0,1 1 4 0,1 0-3 0,-2 1 1 15,1 0 0-15,-1 0-2 0,-1-1 3 0,2 1-1 0,0 1-10 16,-2-1 9-16,0 0-10 0,1 0 8 0,-2 0 5 0,0-1-22 0,0 1 21 16,1-1-9-16,-1 1 1 0,0-1 6 0,-1 0-10 0,0 1 4 0,0-1 0 15,0-1 0-15,2 0-4 0,-1-1 0 0,0-1 2 0,0 1 3 16,1-1 6-16,-2-1-2 0,1 0 2 0,1-2-3 0,1 1 4 0,0 1-8 15,0-1 7-15,-1 1 1 0,1 0-8 0,2 0 6 0,-2 0-10 0,0 0 4 16,-1 0-2-16,1 1 0 0,-2 1-1 0,-1 0-2 0,0 1 1 16,2 0 3-16,-1 1-2 0,0 0-1 0,-1 0 4 0,1 2-5 0,-2-2 1 15,2 0-2-15,0 1 0 0,0-1 4 0,-1 0-3 0,0 0 1 0,0 0 0 16,-1-1-3-16,-1 0 3 0,2-1-3 0,-2 0-1 0,0 0-1 16,0-2-9-16,-1 1-6 0,-1-2-2 0,1 0-4 0,-1 1 0 0,-3-1-3 15,1 0 4-15,-2-1-3 0,-1 0-5 0,0 1 0 0,-3-1-12 16,0 1-4-16,-3-1-7 0,-1 0-6 0,0 1-7 0,1 0-14 0,-1 0-16 15,-2 1-21-15,-1-1-20 0,-4 1-20 0,1 0-19 0,-3 0-24 0,-2 0-120 16</inkml:trace>
  <inkml:trace contextRef="#ctx0" brushRef="#br0" timeOffset="26434.76">13612 10756 517 0,'-3'-2'152'0,"1"0"-44"0,-1-1 18 0,2 0 9 0,0 0-17 0,2 0-15 16,1 0-6-16,2 1 6 0,0 1 7 0,2-2 1 0,0 1-7 16,2-1-9-16,3-1-9 0,2 1-15 0,3-2-1 0,0 0-8 0,1-2 0 15,3-2-1-15,1 1-10 0,2-3-4 0,2-2-6 0,1 0-2 16,3-3-3-16,0 0-6 0,3-1-11 0,-1-1-5 0,4-2-2 0,0-1 0 16,2 0-1-16,1-1-5 0,0-2-3 0,1 0 4 0,0-2-6 0,2 2 1 15,3 0 0-15,-2-1-1 0,2 0 4 0,0-2 0 0,0-1-4 16,0 0-9-16,0 0-1 0,3 0 12 0,-2 0 0 0,3-1 10 0,-2 1-2 15,0-1-12-15,-2 1 5 0,-2 2-4 0,0 0 4 0,-4 3-3 0,-1 1-2 16,-3 0-3-16,-4 3-26 0,-1-1-59 0,-2 2-80 0,-2 0-103 16,-3 0-112-16,-3 2-87 0,-4 0-107 0,-1 4 26 0</inkml:trace>
  <inkml:trace contextRef="#ctx0" brushRef="#br0" timeOffset="26818.77">14873 9660 919 0,'-2'1'142'0,"1"-1"-18"16,-1 1-5-16,1 0-6 0,1-2-4 0,0 1-13 0,2 0-2 16,0-1-4-16,0 0-4 0,0 1-2 0,1-2-11 0,0 0-5 0,2-1-7 15,1-2-17-15,0 1-7 0,2-1-1 0,0 0-12 0,3-1-1 16,2 1-4-16,0-1-6 0,2 1 3 0,0-1 3 0,3-1-5 0,1 2-2 15,0 0 0-15,2 0 1 0,2 1 1 0,1 0-2 0,2-1 2 0,-1 2-5 16,2-1-1-16,1 0 3 0,0 0-4 0,3 2 4 0,0-1-2 16,1 1 5-16,-1-1-3 0,1 0 2 0,-1 0 0 0,0 0-2 0,1 0 2 15,0 0-2-15,0 1 0 0,-2 0 2 0,0 2 2 0,-2 0-1 16,-2 0 3-16,0 2-4 0,-4 1-2 0,0 0 1 0,-3 3 6 0,-3 1 3 16,-2 1 12-16,-3 2 2 0,-2 1-6 0,-4 3-3 0,-1 1-2 0,-2 1-2 15,-3 3-1-15,-2 1-3 0,-3 1-4 0,-1 3-2 0,-3 0 7 16,-1 0-9-16,-3 3-1 0,-2 0-2 0,-1 3-5 0,-3-2 5 0,1 2-2 15,-3-3-2-15,0 0-3 0,-1 1-5 0,-1-2 0 0,0 0-2 0,0-1 0 16,0 0-7-16,3-2-12 0,-1-3-25 0,2-1-15 0,3-3-18 16,-1-3-19-16,2-2 0 0,0-1-34 0,2-3-49 0,0-3-66 0,0-4-70 15,2-1-63-15,0-3-80 0,1-4-200 0</inkml:trace>
  <inkml:trace contextRef="#ctx0" brushRef="#br0" timeOffset="28452.76">16168 9855 311 0,'-2'-5'178'0,"-2"0"-96"0,-1-2 10 0,0 0 11 0,1 0 4 0,0 1-5 16,0-1-1-16,0 1 3 0,0 1 2 0,1 0-3 0,-1 1-3 0,-1 1-2 15,0 1-4-15,0 0 2 0,0 2 0 0,0 0-3 0,1 0 1 16,0 1-6-16,-1 2-3 0,2 0-6 0,0 1-13 0,-1 1 0 0,2 1-5 16,1 3-5-16,0 2 3 0,1 1-4 0,0 0 0 0,2 1 1 0,0 2-6 15,2 1-3-15,1 2-5 0,1-1-5 0,3 2 1 0,0 1-9 16,2 0 2-16,-1 3 0 0,2 0-8 0,2-1-2 0,-1 0-4 0,1-1-6 15,0-2-11-15,1-2-2 0,1-1-3 0,0-1 3 0,0-3 16 16,1 1 5-16,1-2-8 0,-1-2 7 0,1 0-11 0,1-2-6 0,-1-3 7 16,0 0-10-16,2-2 4 0,-1-2 1 0,0 0-5 0,0 0 4 0,2-2-5 15,-1 0-3-15,3-2 12 0,0 0-10 0,-1-3 0 0,1 0 1 16,-1-2-13-16,-1-1-16 0,2-2-10 0,-2 0-7 0,1 0 8 0,0-1 10 16,-3-1-2-16,2-1-2 0,-1-1-13 0,-3-1 3 0,1-2-1 0,-2 1 1 15,-1-1 4-15,-3-2 1 0,0 0 7 0,-2 0 1 0,-1-1-1 16,-1 1 8-16,-1-2-1 0,0-1 6 0,-3 0 3 0,-2-1-2 0,1 1 7 15,-2 0-1-15,-1 2 7 0,0 2 3 0,-2 1 5 0,0 0-1 16,0 2 4-16,-2 1-1 0,0 1 4 0,-1 1-2 0,0 2 4 0,1 3 4 16,-1 1 0-16,1 1 4 0,0 1 4 0,0 2 2 0,1 0 8 0,0 2 6 15,0 2 1-15,0 0 6 0,0 1-7 0,0 2 0 0,1 1-3 16,-1 1-4-16,1 0 3 0,-1 2-4 0,1 0 1 0,1 0-4 0,-1 2 1 16,2 1-1-16,0 1 2 0,2 2 1 0,0 0-4 0,1 0-7 0,1 3 2 15,0 1 0-15,2 0-6 0,1 4-1 0,0 2-2 0,2 1-6 16,0 4 4-16,2 0-3 0,-1 2 0 0,3-1-1 0,0 2-3 0,0-1 4 15,0 2-5-15,0 0-5 0,1-1 8 0,1-2-16 0,1 1-1 16,-1-2 19-16,1-1-12 0,-1 0 15 0,-1-3-4 0,-1-1-28 0,1-3-11 16,1-3-34-16,0-2-26 0,0-2-26 0,-1-2-32 0,0-3-29 0,0-1-60 15,-1-2-71-15,-2-1-81 0,0-3-69 0,1-2-69 0,-2-2-27 16</inkml:trace>
  <inkml:trace contextRef="#ctx0" brushRef="#br0" timeOffset="29385.76">17541 9521 86 0,'1'-7'59'0,"1"0"4"0,1-2-1 0,0 2 4 0,-1-2 6 0,0 0-5 16,0-1-1-16,0 0 4 0,0-1-2 0,-1 1 9 0,0-1 7 0,0 0 6 15,-1-1 2-15,0 0 1 0,-2 0 0 0,0 2-2 0,-1 0 4 16,-1 1-3-16,-1 2-5 0,-1 0-6 0,0 2-9 0,-1 0-13 0,-3 2-10 15,0 2-6-15,-2 1-6 0,-1 2-4 0,1 1 2 0,-3 3-5 0,0 2 3 16,-1 1-2-16,1 3-2 0,0 0 1 0,-1 2 0 0,1 3 1 16,1 1-5-16,0 1-1 0,1 1-7 0,2 2 3 0,0-1-1 0,3 0-7 15,1 3 8-15,0-4 8 0,1 3 3 0,2-1 8 0,1-1-3 0,3 1-10 16,1-1-5-16,1-1-5 0,3 0-6 0,0-1 5 0,2-2-5 16,0 1 0-16,2-1 5 0,0-1-5 0,3 0 2 0,1 0 6 0,1 0-2 15,1-2 4-15,2-1-5 0,1-1 0 0,0-1 0 0,2-1-4 16,0 0-1-16,0 0-2 0,1 0 0 0,-1 1 5 0,-1-1 4 0,0 1 7 15,-1 1 0-15,0-1 0 0,-3 2 4 0,0-1-4 0,0 1 2 0,-2-1-3 16,-2 1-3-16,-1 1-4 0,-2-1 2 0,-1 1-6 0,-1-1-6 16,-1 1 2-16,-2 0-4 0,-1-1-10 0,-1-1-2 0,-1-2-2 0,-1 2 13 15,-1 0 5-15,-1 1-2 0,-2 0-7 0,0-2-21 0,-2 0-7 16,0 1-4-16,0-1-8 0,-1 0-4 0,1-2-1 0,-1 1-10 0,0 0-6 16,1-1-13-16,0 1-14 0,1-1-17 0,0 0-25 0,0-2-20 0,0 0-26 15,1 1-24-15,-1-1-33 0,0-1-34 0,1-1-19 0,0-2-10 16,1-1-9-16,1-3-75 0</inkml:trace>
  <inkml:trace contextRef="#ctx0" brushRef="#br0" timeOffset="29619.76">17871 9710 738 0,'4'-3'268'0,"-1"0"-94"0,0 0-10 0,-1 1-8 15,0 3-4-15,0 1-11 0,0 1-13 0,1 1-13 0,-1 1-6 16,0 1-15-16,1 2-9 0,-1 1-9 0,2 0-15 0,-1 2-2 0,1 2-13 15,1 1-4-15,-1 2-14 0,2 0-4 0,0 2-1 0,0 1-7 0,1-2-1 16,0-1-5-16,0 0-1 0,2-1-4 0,0-2-1 0,1-1-1 16,1 0-3-16,-1-2 0 0,0-2 2 0,-1 0-2 0,1-4 1 0,1 0 3 15,-1 0-8-15,1-3 3 0,0 0-3 0,-1-2 1 0,1-1-4 0,-1-1-2 16,0-2-1-16,-1 1-5 0,1-2-7 0,-3-1-11 0,2-1-16 16,0 0-21-16,-1-2-22 0,0 0-29 0,-1-1-36 0,0-1-29 0,0 0-22 15,-1-2-25-15,0 0-27 0,1-2-30 0,-1-3-31 0,0 0-199 0</inkml:trace>
  <inkml:trace contextRef="#ctx0" brushRef="#br0" timeOffset="30451.76">18010 9540 1066 0,'-3'4'165'0,"0"0"9"16,-2 2 1-16,0 0-3 0,0 0 0 0,1 3-17 0,1 1-19 16,0 2-20-16,0 1-18 0,1 0-10 0,-1 2-9 0,0 1-18 0,0 2-11 15,0-1-12-15,1 2-15 0,0 2-3 0,0-1-7 0,0 4-3 0,1 2-2 16,0 1-5-16,-1 2 1 0,2 1-6 0,-1 1 2 0,1-2 3 15,0 3-3-15,0-2 2 0,0 2-2 0,0-2 0 0,1 1-2 0,-1-4-9 16,1-1 12-16,-1-3-5 0,1-1-1 0,-1-1 11 0,0-2-14 0,0-3 0 16,-1-1-14-16,1-3-19 0,-1-2-14 0,0 0-22 0,-1-2-13 15,1-1-10-15,-2-2-18 0,1-1-18 0,-1-2-23 0,0-2-17 0,0-1-4 16,-1-3 3-16,0-2 7 0,-1-1 14 0,1-3 10 0,0-1 14 16,-1-3 16-16,2-2 19 0,-1-1 11 0,2-1 13 0,0-4 18 0,0 0 11 15,1 0 18-15,1-3 11 0,0 0 11 0,0-2 11 0,1-2 14 0,0 0 18 16,-1-1 19-16,0 0 15 0,1-1 12 0,-1 1 8 0,0-2 6 15,0 2 13-15,-1 0 7 0,1 2 2 0,1 3-1 0,-1 4-7 0,1 1 1 16,1 3-1-16,-1 3-8 0,1 3 5 0,1 0-8 0,0 2 2 16,1 2-1-16,0 2-12 0,1 2-3 0,1 2-9 0,0 1-7 0,1 2-8 15,0 1-10-15,1 2-9 0,1 2-2 0,1 1-5 0,2 1-2 0,1 0 0 16,-1 1-3-16,0 1 1 0,0-1-4 0,1 0-6 0,1 0-1 16,0-1-4-16,0 1-4 0,1-1-3 0,0-1 0 0,1-1-3 0,-2 0 0 15,1-3-4-15,1-1-7 0,-1-1 4 0,0-2-4 0,0-1 5 0,-1-1-8 16,0-1 2-16,-2-2-6 0,2-2-11 0,-2-1-9 0,0-1-26 15,0 0-22-15,-2 0-23 0,1-1-23 0,0-1-8 0,0 0-19 0,1 0-13 16,-1-1-4-16,0 0-9 0,1 0 11 0,1-1 9 0,1 0 10 0,0-1 20 16,-1 0 23-16,0-1 32 0,0-1 26 0,0 1 25 0,-1 2 15 15,-2-1 6-15,-1 0 9 0,0 2 4 0,0 1 4 0,-2-1 9 0,1 2 15 16,-2 0 15-16,-2 2 14 0,2 0 11 0,-2 2 8 0,-1 1 7 16,0 2 6-16,-1 0 7 0,-1 2 4 0,0 1 1 0,-2 1-2 0,0 1-11 15,0 0-9-15,0 2-10 0,0 2-3 0,0 2-10 0,-1 2-6 0,0 1-7 16,-1 1-11-16,0 1-10 0,0 2-12 0,0 2-4 0,-2 0-1 15,-1 0-2-15,1 4-1 0,-2 0-6 0,0 1-7 0,0 0 1 0,-1 1-4 16,-1-1 0-16,1 2-7 0,-1-1-9 0,0 0-29 0,-1 0-29 16,0-1-35-16,0 0-43 0,-1-1-48 0,2-3-50 0,-2-2-42 0,2-3-24 15,1-2-1-15,-1-3 1 0,3-3-13 0,2-2-1 0</inkml:trace>
  <inkml:trace contextRef="#ctx0" brushRef="#br0" timeOffset="30651.76">18474 9515 926 0,'3'-21'257'0,"1"-1"-33"0,1-5-6 0,0 5-19 0,0 4-23 0,2 3-18 16,0 2-18-16,2 3-12 0,2 3-12 0,-2 2-10 0,1 2-14 0,0 4-16 16,0 1-11-16,-1 4-11 0,2 3-8 0,1 0-5 0,0 5-2 15,0 1-2-15,-1 3-4 0,1 0-7 0,-1 4-1 0,0 1-20 0,-1 0 2 16,0 3 4-16,-1 0-2 0,0 2 7 0,-1 1-9 0,0 1-7 0,0-2 0 16,-2 1-4-16,-1 0-1 0,0-2-20 0,-2 0-17 0,-1-3-25 15,1-1-33-15,-1-3-23 0,-1-4-24 0,0-2-25 0,0-3-35 0,0-2-46 16,-1-2-54-16,1-1-53 0,-1-3-32 0,0-1-35 0,0-2-76 15</inkml:trace>
  <inkml:trace contextRef="#ctx0" brushRef="#br0" timeOffset="31018.76">19057 9349 1202 0,'9'-3'151'0,"0"1"-31"0,3 1 1 15,-3 2 3-15,-2 3-10 0,-1 0-16 0,0 3-9 0,-1 0-9 16,1 2 1-16,-1 2-3 0,0 1-5 0,-2 3-4 0,1 0-17 0,-1 1-2 16,-1 3-3-16,1 1 0 0,-1-1-7 0,0 4 2 0,0 0-3 15,-1 0-3-15,0 3 4 0,1 1-11 0,0 1 5 0,-1-1-1 0,1 1 8 16,-1-1 1-16,1-1-8 0,1 2 9 0,-1-2 1 0,0 0-1 16,1-2 5-16,-2-1-8 0,2-1 3 0,1-3 4 0,-1 1-2 0,1-2-1 15,0-1-2-15,2-3-7 0,0 1 3 0,1-2-2 0,1-2-8 0,0-3 7 16,0 1-12-16,2-2 5 0,-1 0-3 0,2-3-2 0,1-1 2 0,0-1-10 15,0-1 2-15,4-2 0 0,0-1 1 0,1-1-3 0,1-2-5 16,0-2 5-16,2 0 1 0,0-1 1 0,2-1-3 0,2-2 0 0,0 0-7 16,3 0 1-16,-2 0 0 0,2 1-4 0,0-2 2 0,1 1 2 15,1 1-4-15,0 0-2 0,2 0 0 0,-1 1-2 0,0-1 2 0,-3 1 0 16,2 0-6-16,-3 1 10 0,2 0-2 0,-2 0-4 0,0 2 3 0,-1-2-3 16,0 1 2-16,-1 0-6 0,-3 0-3 0,1 0-15 0,-2 0-13 15,-3 1-24-15,-2 0-29 0,-1 1-28 0,-2 0-34 0,-2 1-28 0,-3 0-43 16,-1 0-64-16,-2 0-87 0,-1 0-102 0,-1 0-119 0,-2 0-377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02:10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3892 6111 977 0,'-33'-4'186'0,"-2"2"-197"0,-6 0 48 15,9 4-6-15,6 1 0 0,2-1-10 0,1 1-5 0,-1 0-8 16,-1 0-6-16,0 1 3 0,-1 3-8 0,2-1-7 0,-2 4-4 0,2 1-10 16,-2 2-9-16,0 1-1 0,-1 0-3 0,-1 2 5 0,-1 0 9 0,-2 1 7 15,3-1 9-15,-1 3 5 0,0-1 4 0,-1 0 2 0,1 0 4 16,-2 1 6-16,3 1 6 0,0 1 1 0,1-1 1 0,0 2-6 0,1-2 1 16,1 1-1-16,0 0 1 0,2-1-1 0,1 0-1 0,1 0-1 15,3-2-2-15,1 2-2 0,2 0 1 0,1-2-4 0,3 1-1 0,2-1 0 16,0-3-4-16,3 0 2 0,0 0-1 0,1 1-1 0,3-2 1 0,1 1-2 15,1 1 2-15,1 0-1 0,0 0-2 0,3 2 2 0,0 0 1 16,2 1-2-16,1-1 5 0,1 2-4 0,1 0-8 0,0-2 3 0,1 3-4 16,1-1 11-16,1 2 6 0,1 0-2 0,0 2 5 0,4-2-10 0,1 2 1 15,1-1 0-15,1-1 0 0,2 0-1 0,1-2 1 0,4 1-4 16,2-2 0-16,1 1 0 0,2 0-4 0,2-1 2 0,1-2 0 0,3 0 2 16,0-2 1-16,3 0-1 0,3-1 0 0,-1-1 0 0,1 1 2 15,0-2 4-15,0 1 0 0,2-1 0 0,2 0-1 0,1 1 4 0,2-1 3 16,0 1 2-16,1-2 4 0,1 1 3 0,1 0-3 0,2-1 4 0,0 0-2 15,1-1-1-15,1-1-2 0,2 0-5 0,1-1-3 0,0-2-11 16,1-1-2-16,0-1 3 0,4-1-1 0,0-1 10 0,2 0-3 16,1-1-1-16,0 0-4 0,1-2 2 0,3-1-2 0,-1 0 0 0,-1 0 1 0,3-1 3 15,-2 0 4-15,1 0-3 0,-1-1 2 0,1-2-5 0,0 1-6 16,0-2 3-16,1 1 1 0,-2-1 3 0,-1 2 9 0,1-1 3 0,-1 1 8 16,-1 0 6-16,-1 0 4 0,-1 2-1 0,-1 0 0 0,2 1 4 15,-1 0-1-15,0 1 2 0,0 0-7 0,-2 0-8 0,1 1-2 0,-1-1-7 16,0 0-5-16,0 0 0 0,0 0-5 0,-2 0 3 0,0 0-1 0,1 0 0 15,-1-1-1-15,-2 1 2 0,0-1-2 0,-1-1 2 0,-1 0-6 16,1-1 0-16,0 2 1 0,-2-2-4 0,-1 0 7 0,1-1-1 0,-1-2 4 16,1-1 1-16,0-1-3 0,-3 0 2 0,-2 0-2 0,-1 0-2 0,-1-2 1 15,-2 0-1-15,-1-1 1 0,-1-1 5 0,-3 1 1 0,0-3 6 16,-1-1 3-16,-1-2-5 0,-1-1 4 0,-3-2-7 0,1-1-2 0,-3-1 2 16,0 0-3-16,-1-1 0 0,-3 1-2 0,0-2 3 0,-3 0-5 15,-1-3 4-15,-3 1-1 0,-1-3-8 0,-2 3 11 0,-2-2-1 0,0 1 3 16,-4 0 3-16,-3-3-6 0,-2 1-1 0,-2-2 1 0,-1 2 0 0,-2-2 0 15,-2 1 2-15,-2-1-4 0,-2-1 1 0,-2 0 3 0,-3-3-5 16,-1 2-1-16,-3-1-4 0,-2 1-1 0,-2-2 0 0,-2 2-5 0,-2-1-10 16,-4-1 10-16,-3 2-4 0,-2-3 0 0,-3 1 14 0,-2 0-14 0,-3 1 1 15,-2 0 0-15,-3 0-4 0,-4 1 3 0,-1-2-3 0,-2 1 2 16,-4 0-1-16,-3 1 1 0,-3 2-2 0,-3-1 0 0,-3 3 1 0,-1-2-1 16,-3 3 2-16,-1 0 4 0,-2 2 6 0,-2 1 3 0,-3 1 2 15,-3 1-10-15,-2 1-4 0,-2 2 5 0,-2 0-1 0,-2 3 2 0,-1 1 1 16,-2 4-3-16,-3 1-1 0,-3 3-1 0,-1 1 1 0,-4 3 5 0,1 2 2 15,-2 3-2-15,-3 2-2 0,-1 2-5 0,-4 4 1 0,-4 3 3 16,-1 4-1-16,-2 3 4 0,-1 4-3 0,-2 4 2 0,0 1-4 0,-3 3-8 16,1 2-13-16,-2 2-6 0,-1 4-7 0,1 3-5 0,-1 3-12 0,2 1-37 15,-1 2-51-15,0 2-55 0,3 2-61 0,-1 3-55 0,2 2-56 16,-1 1-64-16</inkml:trace>
  <inkml:trace contextRef="#ctx0" brushRef="#br0" timeOffset="52269.91">4278 9841 542 0,'12'4'398'0,"4"2"-376"0,11 2 1 0,4 1 1 16,8 0 10-16,4-1 17 0,4-2 19 0,6-1 4 0,3-1-7 15,3-2-20-15,6-1-24 0,4 0-11 0,7-1-12 0,4 1-5 0,1 0-2 16,4 1-4-16,2 2 5 0,0 1 1 0,3-1-1 0,-1 0-10 0,2-1-1 16,2 1 3-16,1 0 1 0,0 1 6 0,1 1 3 0,0 1-1 15,2 2-1-15,0 0 0 0,1 1 5 0,5 0 1 0,2 1 4 0,1 2 0 16,0 1-12-16,-1 0-1 0,-5 1 1 0,-1 2-1 0,1-1 4 0,-1 1 0 16,3 2 3-16,-1-1 4 0,0 0 3 0,1-2 0 0,-3 0 0 15,-3-3-2-15,0-2-1 0,-5-3 5 0,-2-2 1 0,-2-1 3 0,-1-3 4 16,0-2 5-16,-3-5 8 0,-1-1 6 0,-4-2 13 0,-3-4 6 0,-1-2 10 15,-4-3 10-15,-1-2-7 0,-1-3 7 0,-2-1-4 0,-2-2-10 16,-3-1-2-16,-5-3-17 0,-4 0-11 0,-2 0-5 0,-4-1-6 0,-3 0-1 16,-4-1-4-16,-5-1-3 0,-2-3-3 0,-5-1 2 0,-2-2-8 0,-5 0-5 15,-4 0-6-15,-1-2-7 0,-5-2 4 0,-3-2-8 0,-4-3 1 16,-5-1-4-16,-4-1-7 0,-4-4 3 0,-5-2-12 0,-5-2-23 0,-6-2-15 16,-5 0-26-16,-8-1-26 0,-4 0 11 0,-8 1 9 0,-6-1 29 15,-9 2 36-15,-5 1 15 0,-7 3 27 0,-5 5 12 0,-6 2 19 0,-7 2 17 16,-6 2 8-16,-4 2 12 0,-7 4 3 0,-3 3 0 0,-3 2-8 0,-3 5-12 15,-4 5-12-15,-6 5-8 0,-3 6-3 0,-2 4 0 0,0 4-7 16,0 5-2-16,-1 3-5 0,1 5-10 0,1 6 3 0,0 2-3 0,0 6-3 16,0 5-2-16,2 4-8 0,-1 3 7 0,4 4-8 0,2 0-7 0,2 4-15 15,5 3-24-15,2 4-1 0,7 4-5 0,9 2-18 0,5 1-13 16,10 0-38-16,5-2-17 0,7 1-5 0,8 1-8 0,4-2 7 0,5-1-141 16</inkml:trace>
  <inkml:trace contextRef="#ctx0" brushRef="#br0" timeOffset="54969.91">19658 11293 226 0,'5'4'56'0,"-1"0"-21"0,1 0-1 0,1 0 0 16,1-2 1-16,1 1 0 0,3-1-2 0,0 1-8 0,1-2-5 0,0 0-6 16,1-1-8-16,2 0-2 0,1 0-2 0,0-1 0 0,3 1-1 0,2 0 0 15,0 0 0-15,3 0-4 0,2-1 3 0,-2 1 0 0,3 0 0 16,-1-1 0-16,1 1 0 0,0-1 0 0,-1 0-1 0,0 1 1 0,-3-1 0 16,1 0 1-16,-2-1-1 0,-2 2 1 0,-1-2 1 0,-4 2-2 15,0-1 1-15,-2 1 1 0,-2 0 1 0,-1-1 0 0,-1 1 0 0,-3 0 0 16,0 0-2-16,0-1 1 0,0 1 1 0,-1 0-3 0,1-1 0 0,0 0-1 15,2-1-1-15,1 0-4 0,0-2-15 0,3 0-19 0,1-1-25 16,2-1-24-16,2-1-18 0,1 0-48 0</inkml:trace>
  <inkml:trace contextRef="#ctx0" brushRef="#br0" timeOffset="55252.91">22345 11302 847 0,'6'4'14'0,"4"0"-2"0,3 1-1 0,3-2 3 0,1-1-3 16,2 0 6-16,5 0-1 0,2-2 1 0,3-1-7 0,4 0-10 0,1-1 1 16,2 0-3-16,5-2 0 0,0-2-5 0,2 0-15 0,2 0-25 0,0-1-29 15,1 0-34-15,0 1-21 0,-1-1-8 0,-3 1-1 0,0-1-18 16,0-1 24-16</inkml:trace>
  <inkml:trace contextRef="#ctx0" brushRef="#br0" timeOffset="55719.51">24511 11233 960 0,'-13'1'113'15,"0"1"-75"-15,0 1-15 0,4-2-2 0,4 0 3 0,2 0 1 16,0 0-9-16,2 1-14 0,1-1-12 0,2 1-8 0,2 0-4 0,0 0 2 16,3 1-1-16,2-1 5 0,1 2 1 0,3 0 0 0,1 1-1 0,2 0-5 15,0 0-1-15,2 2 1 0,1-1-3 0,1 0 2 0,1 1-3 0,0 0-3 16,2-1 5-16,2 1 2 0,3-2 2 0,-1 1 2 0,2-1-1 16,-1-1 2-16,0 0 3 0,-2-2-1 0,2 0 4 0,0 0 3 0,0-1 1 15,2 0 3-15,-3-1 1 0,1-1-2 0,-1-1 2 0,1-1-4 16,0-1-10-16,0-2-13 0,0 0-22 0,2-2-11 0,0 1-9 0,2-3-12 15,-1-1-7-15,2-2-15 0,1-1-39 0</inkml:trace>
  <inkml:trace contextRef="#ctx0" brushRef="#br0" timeOffset="68137.64">8219 14042 1129 0,'-9'-10'126'0,"2"-1"-78"0,0-3-34 0,5-1-19 0,5 2-2 0,1-1 3 16,2 0-8-16,4 1 0 0,1 0 1 0,1 0 2 0,1 0 9 16,-1 1 2-16,2-2-2 0,1 0-6 0,2 1 1 0,0-1-2 0,4 2 2 15,1-2 3-15,0 1 3 0,2-1 1 0,0 3 0 0,-1-2 4 0,2 1 0 16,0 0 1-16,3 1 1 0,1 0 6 0,3 1 2 0,0-1 4 16,3 1 6-16,0 0-4 0,3-1-1 0,2 2-1 0,3 0-6 0,2-1-1 15,2 1 2-15,3-1 0 0,2 0 0 0,2 1-1 0,3 2-6 16,1-1 2-16,2 1-2 0,3 2 4 0,0 0 1 0,1 1 1 0,1 1 0 15,3 0-3-15,0 1 5 0,1 1-3 0,1-1 1 0,-1 0-12 0,-1 1-9 16,1 1 3-16,-2 0-2 0,-1 0 8 0,-1 1 2 0,-1 1-7 16,-1 0 6-16,-1 1-3 0,-3 2-1 0,-3 0 1 0,-1 1-12 0,-3 1 5 15,-3 0-1-15,0 2 1 0,-4 1 6 0,-2 1-3 0,0 2 4 0,-1 0 0 16,0 0 0-16,-1 3-1 0,-1 1-2 0,-2 0 5 0,-1 1-2 16,-2 2 1-16,-1 2-1 0,-2 1-6 0,-3 2-9 0,-2 0-5 0,-3 3 5 15,-3 2-2-15,-2 1 11 0,-2 1-1 0,-5 3-1 0,-2 3 4 16,-2 1-1-16,-4 1 8 0,-3 2-4 0,-3 3-2 0,-3 2 0 0,-3 0-1 15,-2 1 4-15,-5 0-1 0,-4 3-2 0,-4-1-6 0,-3 2 3 0,-4 0 1 16,-4-1-1-16,-3 1 13 0,-5-1-11 0,-2-1 1 0,-2-1 2 16,-3-2 3-16,-3-2 4 0,0-2 1 0,-3-4 10 0,1-1 4 0,-2-2 5 15,-1-3 10-15,-2-3 3 0,0-3 4 0,0-2 9 0,0-1 0 16,1-4 4-16,0-1 1 0,1-3 7 0,0-2 8 0,2-3-5 0,1-1-1 16,0-3-4-16,2-1-6 0,1-2-1 0,1-3-10 0,0 0-12 0,2-3-7 15,-2 0-11-15,3-3-2 0,0 0-6 0,0-2-4 0,2-1-3 16,2 0-3-16,0-1-3 0,0-1 1 0,3-1 9 0,0 0-12 0,2-2-3 15,2 0-10-15,2 0-22 0,5-3 1 0,2 1-1 0,3 1-13 0,2-2 5 16,3 0-12-16,3-1-11 0,4-1-9 0,1 0-14 0,4-1-11 16,4 1-10-16,3 0-1 0,5-2 8 0,2 0 11 0,5 0 11 0,4-2-1 15,3 0 1-15,4-1-11 0,3-1-10 0,4 0-6 0,3-3-17 0,5 1 0 16,3 0 4-16,4-1 13 0,2 1-42 0</inkml:trace>
  <inkml:trace contextRef="#ctx0" brushRef="#br0" timeOffset="68787.64">12957 13693 743 0,'3'-7'526'15,"1"0"-298"-15,2-3-62 0,-1 2-25 0,-3 2-20 0,1 1-29 0,-2 1-39 16,1 1-20-16,0-1-14 0,0 0-8 0,1 0-2 0,0 2 0 16,1 0-4-16,0 0 0 0,2 0-7 0,1 1-6 0,0 0-5 0,2 2-2 15,2 0 7-15,2 0 2 0,2 0 3 0,1 0-1 0,2 1-2 0,1 1 2 16,2 0 1-16,2 0-6 0,3 0 8 0,-1 0 2 0,3 0 1 16,-1-1 2-16,3 2-3 0,0-1 1 0,3 1-1 0,1 0-1 0,3 0 3 15,0 1-3-15,1 0 3 0,1 0 0 0,1 0 3 0,1 0 5 16,5-1 2-16,1 1 3 0,3-2 0 0,3 0 1 0,2-3 2 0,2 0-1 15,3 0-6-15,1 0-5 0,0-1-1 0,4 0 0 0,-1-1-3 0,1 1-3 16,1-2 1-16,1 2-4 0,-1-2 0 0,0 1 2 0,0 0-2 16,-2 1-1-16,-1-1 2 0,-1 1-1 0,-2 1 3 0,-1 0 0 0,-2 0 2 15,-1 1-2-15,-2 0-3 0,-2 1 4 0,-1 1-4 0,1 0 5 0,-1 0-2 16,-1 2-2-16,0-1 7 0,-2 2-8 0,-1 2-2 0,0-1-4 16,-2 3 5-16,0 1 0 0,0 1 1 0,-1 2 0 0,-2 2-3 0,0 1-3 15,-1 3 3-15,-1 0 2 0,-1 3-3 0,-1-1-4 0,-3 2 1 16,-1 2-3-16,-3 1 9 0,1 4 2 0,-4 0 0 0,2 2-1 0,-4-1-5 15,0 3 4-15,-2 0 4 0,-1 1 3 0,-1 3 1 0,-2-2-2 0,-1 0-2 16,-1 1 0-16,-3-2 0 0,-2 1 3 0,0-2-2 0,-2-3 2 16,-2-2 7-16,-1-2 6 0,-2-3 7 0,-4-1 14 0,0-3 7 0,-4-2 6 15,0-3 4-15,-5-1 1 0,-3-2-1 0,-4-1-7 0,-5-1-8 0,-3-1-12 16,-5-1-11-16,-4 0-8 0,-7-2 0 0,-2 1 0 0,-5-1 3 16,-5-1 4-16,-2 1-6 0,-5-1 1 0,-2-1 1 0,-3-1 1 0,-2 0-1 15,-2-1-8-15,-1 0-6 0,-3-2 5 0,-3-1-1 0,-1-2 6 16,-2 0-4-16,0-1 0 0,-1-1 4 0,-2 1 1 0,2-2 5 0,0 0 0 15,-1-1 2-15,1 1 3 0,1 0 10 0,2-1 6 0,2 2 6 0,3 0-1 16,3 0-2-16,4 0 1 0,3 0-6 0,3 1 3 0,4 0-7 16,2-1-9-16,2 0-3 0,1 0-6 0,1-1-3 0,2 0-1 0,0 0-1 15,4-1-9-15,2 1 4 0,0 0-5 0,1-1-7 0,1-1-11 0,2 0-14 16,2-1-14-16,-1 0-18 0,3-1-19 0,0 0-26 0,3-1-32 16,2-2-32-16,1-1-29 0,3-2-66 0,2-1-86 0,0 0-42 0,4-4-30 15,1-4 34-15,2-3 57 0</inkml:trace>
  <inkml:trace contextRef="#ctx0" brushRef="#br0" timeOffset="77954.13">18878 10288 2196 0,'-15'-7'60'0,"-2"-4"-105"0,-3-1-15 16,5 0-6-16,5 3-21 0,2 1-28 0,3 1-13 0,1 1 30 0,1 2 42 15,0 0 41-15,0 1 28 0,-1 1-5 0,0 0-10 0,0 2-17 0,1 0-12 16,0 1-8-16,0 0 3 0,1 2 6 0,-1-1 11 0,1 1 15 16,0 1 7-16,0-1 7 0,-1 0 2 0,1 0 0 0,1 0-2 0,1-2 3 15,1 2 1-15,1-1 12 0,1 1 5 0,2-1-3 0,1 0-3 0,3 0-7 16,3 1-2-16,1-1 2 0,4-1-3 0,2 0 1 0,3-1-7 16,4-1-8-16,0 0 2 0,3 1-3 0,1-2-2 0,2 1 0 0,1 0-3 15,2 0-2-15,0 1-2 0,0 1-2 0,1 0-6 0,-3 1-7 16,1 1-12-16,-1 0-16 0,1 0-23 0,0 0-30 0,0 1-35 0,0-1-34 15,0 0-21-15,0-1-20 0,0 0-4 0,2-1 7 0,-1-1 12 0</inkml:trace>
  <inkml:trace contextRef="#ctx0" brushRef="#br0" timeOffset="78304.13">21379 10153 2982 0,'-1'-1'26'16,"1"0"-155"-16,1-1-33 0,2 1 10 0,2 0 14 0,5 1 9 15,3 1 28-15,5 0 29 0,3 1 29 0,3-1 28 0,2 1 4 0,0 1-17 16,1 1-38-16,2 1-43 0,4 0-23 0,2 2 3 0,1 2 34 16,3 0 38-16,0 1 27 0,0-1 19 0,0 1 9 0,1-1-9 0,1 1-10 15,1 1-20-15,1-1-15 0,1 2-2 0,3-1 12 0,-2 1 24 0,1 1 18 16,-1-3 6-16,0 1-5 0,-2-2-19 0,-1-1-16 0,-1 1-6 16,-1-1-1-16,-3 0 10 0,1 0 2 0,-4-1-9 0,0-1-17 0,-2-1-22 15,0 0-14-15,-2-2-6 0,1 0-10 0,-4-1-6 0,1-1-10 0,-3-2-50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06:43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11043 6388 274 0,'-21'-4'18'0,"0"0"-2"16,-5 2 6-16,3 0 3 0,7 2-2 0,-1 0-2 0,2 1-7 0,1 1-6 15,3-1 1-15,0 2-6 0,2 0 0 0,2 0-2 0,1 0-5 0,1 1 0 16,2 0-2-16,1 0-2 0,2 0 1 0,2-1-2 0,0 0-1 16,1-1 3-16,2 0-1 0,1-1 4 0,0 0 2 0,2-2 3 0,0-1 1 15,0 0 4-15,1-2 1 0,1 1 3 0,0-1 3 0,1 0 0 16,0-2 6-16,0 1 1 0,-1-1 2 0,1 0 1 0,1-2 2 0,2-1 5 16,1-1-4-16,2-1 7 0,1 1-1 0,3 0-1 0,-1-1 3 15,5-2 0-15,0 0 9 0,0 1-1 0,0 0-7 0,-1 2-9 0,4-1-15 16,1 0 3-16,4-1 1 0,3 0 6 0,2 1 0 0,1-1-1 0,1 1 0 15,3-1-6-15,-1 1 1 0,1 0-5 0,1 1-1 0,3-1 0 16,0-1-3-16,1 0-1 0,1 0 1 0,1 1-1 0,2-1-3 0,2 1 4 16,-1-1-2-16,3 0 3 0,2 1 0 0,1-1-2 0,1 0 4 0,2 2-1 15,-1 1 1-15,1 1-2 0,1 2 1 0,-1 0-2 0,1 0 1 16,0 1 2-16,1 0-2 0,0-1 2 0,0 1 3 0,1-1 4 0,0 0 1 16,1-1 3-16,1 0-1 0,2 0-1 0,-2-1-3 0,2-1-4 0,-2 2 1 15,-2-1-3-15,-2 3-1 0,-3 0-1 0,-2 0 1 0,-2 2 3 16,-2 2 5-16,-3 1 4 0,-2 2 4 0,-1 2 2 0,-3 1-1 0,-1 2 6 15,0 3-3-15,-2 0 2 0,0 2-2 0,-2 0-4 0,1 2-2 0,-1 2-7 16,0 2-2-16,0 1 0 0,0 3-4 0,1 1 0 0,-2 1 2 16,2 1-2-16,-2-1-1 0,-2 1-5 0,0 1-1 0,-1 0-4 0,0 1 5 15,0 1 0-15,-1 2-3 0,-2-1-2 0,0 0-5 0,-3-1 1 16,-1 0 1-16,-1-1 2 0,0 3 6 0,1-2 4 0,-2 3 3 0,1-1-2 16,-2 0 0-16,-1-1-4 0,-3 0-7 0,1 3 2 0,0-1 1 0,-1 1-1 15,1 2 1-15,0-2-4 0,-3 2 0 0,0-2-2 0,-1 0 1 16,-2-1 0-16,2 1-6 0,0 0 1 0,-2 0-2 0,0-1-2 0,-3 0 4 15,-1-2-2-15,-2 1 0 0,-3-2 6 0,1 0 0 0,-3-2 4 16,0 0 4-16,-3 2 2 0,0 0 0 0,-3-1-2 0,0-1 1 0,-1-1-4 16,-2-3 3-16,-1 2-2 0,-1 0 1 0,-1-2 3 0,-1 1-6 0,0-1-1 15,-2-1-2-15,-2 1-3 0,-1-1-1 0,-3 0-4 0,0 0-1 0,-4-2-6 16,-2 1-4-16,0 1-3 0,-4-1-7 0,-2-3-4 0,-5 1-5 16,-4-2-5-16,-3 0-11 0,-6-1 0 0,-4-2 4 0,-6-1 11 0,-5-3 11 15,-3-2 12-15,-4-1 3 0,-3-1 9 0,-1 0 8 0,-2-2 2 16,0 1 8-16,-3-2 0 0,-2 1-1 0,-1-1 1 0,-1 0-3 0,-1 0 3 15,1-1 0-15,1 1 7 0,4-1 5 0,2-1 4 0,1 1 5 0,2 0 1 16,0 0 1-16,1 0 4 0,3 0 6 0,-2 0 5 0,2 1 2 16,2 1 1-16,0 0-5 0,3 0-6 0,1 0-8 0,3-1-8 0,1 1-9 15,2 1-6-15,1 0-2 0,4-1-6 0,4 1-2 0,3 0-9 0,3-1-7 16,4 2-9-16,2-2-15 0,5 0-11 0,1 1-14 0,4 0-11 16,1-1-18-16,1 1-13 0,4-1-15 0,-1 0-10 0,3-1-1 0,1 0-1 15,4-1-4-15,1 1 2 0,2 0 9 0,0 0-92 0</inkml:trace>
  <inkml:trace contextRef="#ctx0" brushRef="#br0" timeOffset="1141">19313 7773 1145 0,'-1'-4'118'0,"0"0"-66"0,0-2-106 0,2 0-101 0,2-2-66 15,3-1-29-15,5-1 21 0,6 0 62 0,7-2 56 0,6 0 30 16</inkml:trace>
  <inkml:trace contextRef="#ctx0" brushRef="#br0" timeOffset="1383">19834 7627 75 0,'28'-1'41'0,"4"3"-4"0,8-2-12 0,-2 2-1 0,-4-1 2 16,-1 0 2-16,2 2 5 0,0-1-1 0,0 1 2 0,1 0 3 0,0 0 1 15,1 2 1-15,-1-1 1 0,3 2-2 0,1-2 0 0,2 2 2 16,1 1 2-16,0-1-2 0,1 1-3 0,2 0-6 0,2 0-4 0,0-1-4 16,1 0-2-16,1 1-1 0,1-2-4 0,2 1 0 0,0 1 1 0,1-1 2 15,1 1 5-15,1 0 1 0,0 1 0 0,1-1-1 0,0 0-1 16,0-2-1-16,0 2-1 0,0 0 0 0,-2 0-1 0,1 0-2 0,-1-1 4 15,-4-1-2-15,-1 1-3 0,-2 0 1 0,-3-2-7 0,0 0 0 0,-3 0-5 16,-1-1 1-16,-1 0-3 0,-3-1 0 0,-1 0-1 0,-2 0-1 16,-3-1 4-16,0-1-2 0,-4 1-1 0,-3 0 2 0,0-1-2 0,-3 0-2 15,-1 0 1-15,-2-1-8 0,-3 1 1 0,-1-1-7 0,-3 1-10 16,-2-1-11-16,-1 1-9 0,-2-2-17 0,-1 1-10 0,-2-1-7 0,-2 1-7 16,0-1-3-16,-2 1 2 0,0 0-3 0,0 0-6 0,-2 0-5 0,-1 1 6 15,0 0 6-15,-1 0 9 0,1 1 7 0,0 1-44 0</inkml:trace>
  <inkml:trace contextRef="#ctx0" brushRef="#br0" timeOffset="50735.68">11788 5323 1401 0,'-7'-14'2'0,"-3"-3"-6"0,-6-3-11 0,-4-4-16 0,-1 12-19 0,-1 0-12 0,1 4-3 0,-2 0 1 0,-1 0-3 0,2 3 4 0,-2-1 4 16,2 1 7-16,0 0 13 0,1 0 11 0,2 1 9 0,-2 0 9 15,2-1 5-15,0 2-1 0,1-1 5 0,-1-1 2 0,-2 1-2 0,0-1 2 16,-2 2 1-16,0-2 0 0,-3 1 4 0,-1 1 5 0,0-1 0 16,-3 2 1-16,2 0-2 0,-2-1-1 0,1 1-1 0,0-1 2 0,1 0 1 15,1 1-3-15,2 0-1 0,-2 0-3 0,1 1-1 0,1 0-1 0,1 0-1 16,2 0 1-16,1 0-2 0,1 1 0 0,3-1 3 16,-1 1-2-16,2 0-1 0,1 1 1 0,1-1-1 0,0 2-1 0,2-1 1 0,1 1-3 15,0 0-1-15,3 1 2 0,-1 1 2 0,1-1 1 0,0 1 1 0,-1 1 0 16,1 1-4-16,-2 1 1 0,1 0-3 0,-1 1 4 0,-1 1 4 15,-1 0 0-15,-1 1 2 0,-2 2 0 0,0 0-5 0,-2 1 2 0,-1-1-1 16,0 2-1-16,-1-1 2 0,-2 2-3 0,2-1-1 0,-3 1 1 0,1 1 0 16,0 0 0-16,-2 0 0 0,0 0 0 0,-1 1-1 0,-1 0 3 15,2-1-2-15,0 0 3 0,0 1 3 0,2-1-1 0,0-1 5 0,-1 3 1 16,1-1 1-16,-2 0 4 0,1 2-1 0,0 0-3 0,-1 1 0 0,1-1-3 16,0 1 4-16,-1 0-4 0,2-1-1 0,-2 2 2 0,0 0-4 15,1 1 6-15,-1 1 2 0,0 0 0 0,0 2-2 0,1 0-1 0,1 0-1 16,0 1-4-16,0-1 1 0,1 2 4 0,-1 1-5 0,1 1 3 15,1 2 1-15,0-2-2 0,2 1 4 0,1-1-1 0,2 1 1 0,0 0-2 16,1 2 0-16,1-1-3 0,2 1-6 0,1 0 0 0,0-1 4 0,1 2 1 16,1 0 1-16,1 2-2 0,1-1-2 0,2 0 0 0,1 1 2 15,0 0 2-15,2 2-4 0,1-1 3 0,2 2-1 0,0-3 0 0,2 1 4 16,1 0-3-16,1-1 1 0,1 2-2 0,1-2-8 0,0 0 6 0,3-1-1 16,1 0 1-16,2 0 8 0,2-1-2 0,0 1-1 0,4-1-2 15,1 0 1-15,1-2 1 0,3 3 4 0,-1-2-1 0,2 1 2 0,2-2-1 16,2 0 0-16,0-2 1 0,3 2-3 0,-1-1-4 0,3 1-1 15,-1-2-2-15,3 1-4 0,1-2 2 0,0 2-2 0,2-2 1 0,-2 1 7 16,2-1-1-16,1 0 1 0,2-1-1 0,0 1-3 0,0-1 0 0,3-3 3 16,0 2-2-16,2-2 0 0,2 1 3 0,1-1-4 0,2-2 3 15,2-1 3-15,0-1 2 0,2-2 3 0,1-1 0 0,0 0-1 0,1-1 0 16,1 1 2-16,0-1-2 0,2 0-3 0,-1-3 0 0,2 1-6 0,0-1 3 16,2 0-5-16,-1-1 5 0,2-2-2 0,0 0 3 0,0-1-6 15,-1-2-3-15,0-1 3 0,-2-1-3 0,0 0 8 0,-1-1 2 0,1 0 0 16,-1 0 0-16,2-3 0 0,-1 0-2 0,1-1-3 0,0-1 3 0,0 1-1 15,-1-2 0-15,0-1 6 0,1 0-2 0,0-1 2 0,0-1 8 16,2-2 0-16,-2-1 0 0,0-2 2 0,1-1-14 0,-2-1 4 0,-1-2-2 16,-1 0-1-16,-1-1 3 0,0-1-10 0,-1-1 5 0,0-2 0 15,-3-1 0-15,0 1 0 0,-2-3-3 0,-2 0-2 0,0 1 5 0,-2-5 1 16,-1-1-1-16,-1-3 4 0,0-1-4 0,-2-2 0 0,0 1 0 0,-1-2 0 16,-2-1 2-16,-3-2 1 0,0-1 4 0,-3 0 6 0,-3-3 2 15,0 0-2-15,-3-2-1 0,-1-1-8 0,-3 0-2 0,0-1 0 0,-2-2-2 16,-3-1 1-16,-2 0-3 0,-4-1 3 0,-2 1 1 0,-1-1-5 0,-4-1 5 15,-2-1-3-15,-3 2 1 0,-2 0 5 0,-4 0-6 0,-2 1 0 16,-4-1-1-16,-3-1-2 0,-4 1 1 0,-3 1-1 0,-4 0-4 0,-4 2-1 16,-4-1-10-16,-6 2 3 0,-3 0 0 0,-5 0 0 0,-5 3 2 15,-4-1-9-15,-4 2-5 0,-6 4-5 0,-6 0-5 0,-4 1-9 0,-5 1-29 16,-7 1-30-16,-3 3-32 0,-5 2-28 0,-2 4-19 0,-5 0-21 0,-1 2-18 16,-5 3-19-16,-4 0-10 0,-1 2-82 0</inkml:trace>
  <inkml:trace contextRef="#ctx0" brushRef="#br0" timeOffset="77870.56">8558 8897 694 0,'-1'-1'-4'0,"1"0"-4"0,0 1-3 0,-1 2-4 0,1 1-1 0,1 2 1 0,-2 1-1 0,0 2-1 16,-1 2-2-16,0 0 0 0,-2 1 0 0,0 2 3 0,-2 1 2 0,0 0 0 15,0 0 1-15,-2-2 0 0,1 1-1 0,1-1 0 0,-2 0 2 16,1 0 1-16,0-1 4 0,1 0 1 0,0 0 3 0,1-1 0 0,1-1 1 15,-1 0 3-15,1-3 2 0,0 0 0 0,2-1 0 0,0-2 2 0,0-1 1 16,1-1 3-16,0-1 1 0,1 0 0 0,0-1 2 0,1 1-3 16,-1-1-2-16,1 0 0 0,-1 1-2 0,0 0-2 0,1 0 1 0,0 1-3 15,0 0 1-15,0 2-2 0,0 1 0 0,1 0 1 0,0 2-2 0,0 1 0 16,0-1-1-16,-1 2 2 0,0-1-1 0,1 3 0 0,-2 2 3 16,1 1-3-16,0 1 2 0,-1-1-2 0,0 3 0 0,-1-1 2 0,1 1-2 15,-1-1 1-15,0 0 0 0,0 1 0 0,0-3 0 0,1-1 1 16,1-2 0-16,0 0 0 0,1-2 2 0,0-2 1 0,0-1 4 0,1-2 4 15,1 1 3-15,-1-2 7 0,2-1 5 0,1 0 7 0,0-1 5 0,1-2 1 16,0 0 2-16,0-2-1 0,3-2 0 0,1-1-6 0,1-2 2 16,2-2-4-16,1-1 2 0,3-2 1 0,0-2-2 0,1-2 0 0,2 1 0 15,2-2-1-15,1 0 2 0,2-1 2 0,1 0 0 0,-1-2 4 0,3 1-5 16,1-2 0-16,2-1-3 0,2 1-3 0,2-1 1 0,2 0-1 16,2 1-2-16,3-1 0 0,2 0-4 0,0-1-3 0,3-1-8 0,1 0-7 15,3-1 3-15,0 2 1 0,1-1 4 0,2 1 0 0,0-1-4 16,2 0-5-16,3 2 1 0,-1-1-3 0,2 2 1 0,-1 0 2 0,0 3-2 15,0 2-2-15,1 1 2 0,0 1-4 0,0 2 2 0,1 2-1 0,1 2 0 16,-1 1 3-16,-1 1-4 0,0 2 1 0,-2 3 1 0,0 2-10 16,-2 2 1-16,-2 2 0 0,1 1 0 0,1 3 6 0,3 2 5 0,1 2-5 15,-1 0-2-15,-3 3 1 0,-1 2-6 0,-4 2 3 0,-3 1-7 0,-2 5 2 16,-2 2-2-16,-4 2 0 0,-4 5 1 0,1 1-3 0,-6 4 2 16,-2 4 6-16,-4 1 1 0,-4 3 6 0,-4 1-2 0,-3 2-6 0,-4 0-2 15,-3 0-5-15,-2 1 3 0,-5-1 5 0,-1 3-1 0,-3-1 3 16,-3 1 0-16,-2 2 6 0,-4 1-1 0,-1 2-1 0,-2-3 3 0,-3-2-7 15,-1 2 4-15,-3-5 1 0,-2 1-4 0,-2-3-1 0,-2-4 0 0,-1 0 3 16,-3-3 5-16,-3-1-5 0,-7 1 4 0,-1-3 2 0,-3 0-6 16,-2-3 7-16,-3-1-4 0,-3-2-1 0,-2-2 7 0,-4-4-3 0,-1-2 2 15,-2-3 2-15,-3 0 8 0,0-1 6 0,-2-3 7 0,2-1 9 0,1-4-6 16,0-4 1-16,2-3 0 0,1-2 0 0,2-2 2 0,2-2-2 16,0-3 5-16,2-1-8 0,-1-2-7 0,3-2 0 0,1-1-9 0,3-2-2 15,2-1 3-15,1-2 0 0,1 0-5 0,3 0 2 0,3-2-8 16,1-2 1-16,2 0-3 0,2-2-6 0,2-2 3 0,2 1-3 0,2-1-11 15,2 1 0-15,4-1 8 0,2 0-5 0,4 0 11 0,2 0 2 0,2-1-11 16,1 0 1-16,3 0-1 0,3 1-5 0,2 1-4 0,2 3 0 16,2-2-6-16,1 1-4 0,4 2 1 0,1-1-6 0,2 0-7 0,2 1-10 15,2 1-12-15,2 0-13 0,2 2-12 0,3 2-20 0,3-1-11 0,2 1-4 16,4-1-5-16,3 3 7 0,3-2 9 0,3-1 5 0,3 0 2 16,5-1-5-16,3 1-2 0,4-2 2 0,5-1 7 15,3 1-55-15</inkml:trace>
  <inkml:trace contextRef="#ctx0" brushRef="#br0" timeOffset="79087.55">19744 9322 534 0,'-4'-2'180'0,"2"0"-28"0,-2-1-34 15,1-1-30-15,0 1-34 0,1-2-23 0,0 0-19 0,0-1-12 0,0 0-5 16,1-1-3-16,0-1 2 0,0 1 1 0,2-1 0 0,-1 1 3 16,1-1 2-16,0-1 4 0,0 0 4 0,0-1 1 0,0 0 7 0,1-1 0 15,0 2 3-15,-1-1 3 0,3 0 1 0,0 1-3 0,1-1 2 16,1 0-5-16,2 1-6 0,1-1 2 0,1 0-7 0,1-1-1 0,0 1-2 15,3-2-8-15,0 2 2 0,3-2-3 0,0-1 1 0,2 0 4 0,2-1 2 16,1 2-2-16,3-1 2 0,0 0-2 0,1-1-2 0,3 1 3 16,-1-1-3-16,4 0 1 0,0 1 8 0,4 1-5 0,1-1 2 0,1 0 4 15,2-2-9-15,1 0 2 0,1 2-2 0,2-1-3 0,0 2 2 0,1-1-2 16,0 1-2-16,1 1 2 0,1 0-6 0,-2 0-1 0,1 2 2 16,1 1-2-16,-1 0 1 0,-1 1 3 0,-1 2-1 0,2 0 4 0,-1 2-2 15,0 0-1-15,-1 2 1 0,1 1-6 0,-2 0 0 0,-1 0-3 16,1 2-4-16,-3 2 6 0,0 1-3 0,1-1-3 0,-3 4 2 0,1 0-7 15,-2 3-3-15,-3 2 6 0,1 2-4 0,-3 1 3 0,1 1 1 0,-3 2 2 16,-1-1 4-16,-4 4 3 0,-2 0 2 0,-3 1 3 0,-2 2 5 16,-1-2-1-16,-2 3 8 0,-2 0-1 0,-2-1 1 0,-2 1 0 0,-3 0-2 15,-3-1-3-15,-1 1 2 0,-2-2-1 0,-3 1-1 0,-1 0 3 0,-2 0-4 16,-3-1-1-16,-2-1 0 0,0-2-2 0,-4-1 1 0,0 1-3 16,-2 0 3-16,-2-1-5 0,-3 0-2 0,-4 0-3 0,-2-1-5 0,-5-1 0 15,0 1 4-15,-2-1 2 0,-3-2 0 0,1 1 5 0,-4 1 3 16,-2-2 5-16,0-1 11 0,-1 1 6 0,0 1 10 0,0-2 14 0,1 2 12 15,0 1 7-15,1-1 1 0,0 0 2 0,0 2-5 0,1-2-7 0,2 0-4 16,1 1-11-16,2 0-4 0,1 0-6 0,0-2-3 0,3 1 0 16,1-1-4-16,1-2 6 0,2-2 2 0,2-2 2 0,0 0 3 0,3-3 5 15,2 0 0-15,0-1 9 0,2-2 6 0,3-1-2 0,1-2 2 0,1-2-6 16,0 0-13-16,4-1-15 0,-2-3-9 0,2 0-8 0,2-2-2 16,1 0 1-16,0-1-4 0,2 0 0 0,-1 0 1 0,2 2 3 0,-1-3 6 15,0 0-1-15,0 1 6 0,1 0-4 0,-1 0 1 0,2 2 7 16,-1 0-4-16,1 1 1 0,1 0 2 0,-1 0-7 0,1 0 2 0,0 1 1 15,0 0-6-15,0 1 0 0,1 0-2 0,-1 1 1 0,0 0-2 0,0 1-1 16,1-1 1-16,0 1-5 0,0 0-3 0,1 0-2 0,-1 1-5 16,1-1 0-16,0 1 0 0,0 0-6 0,0 0-3 0,0 0 1 0,0 0-3 15,0 1 2-15,0-1 0 0,0 0 1 0,0 1 5 0,1-1 1 0,0 1 1 16,-1-1 2-16,0 1-3 0,1 0 7 0,0 0 0 0,1 0 0 16,0 0 1-16,-1 0-3 0,0 0 5 0,1 0 0 0,0 0-1 0,0 0 2 15,0-1-1-15,0 1 0 0,0-1 0 0,0 1 2 0,1 0 1 16,0 1 0-16,-1-1-2 0,1 0 0 0,0 0 1 0,0 0 2 0,-1 0 2 15,0 1-2-15,0 1-1 0,0-1 0 0,0 0-2 0,0 0-1 0,0 1 0 16,-1-1 1-16,1-1-4 0,-1 2 0 0,0 0-4 0,-1 0-8 16,1 0-8-16,-1 0-12 0,1-1-15 0,-1 1-10 0,1-1-15 0,-2 1-16 15,1 0-15-15,-1-1-17 0,1 0-16 0,0-1-17 0,-1 1-10 0,-1-1 10 16,-1-1-60-16</inkml:trace>
  <inkml:trace contextRef="#ctx0" brushRef="#br0" timeOffset="87537.97">6678 10502 592 0,'-4'-13'19'16,"-1"0"6"-16,1-2 5 0,5 3-2 0,1 2-1 0,1 1-7 0,0 1-2 15,1-1-5-15,-1 2-1 0,2 0-4 0,0 0-3 0,2 0-1 0,0 0 0 16,3-1-3-16,-1 2 0 0,2 0 0 0,0 0-2 0,2 0 0 16,1 0 2-16,-1 0-5 0,2 0 1 0,0 0 1 0,1 0-1 0,1-1 2 15,-1 0 1-15,1-1 1 0,2 1-1 0,1-1 1 0,1-1 0 0,2-1-2 16,0 0 0-16,3-2 3 0,1 1 0 0,2-1 1 0,3-2 4 16,0 0-3-16,3-2 7 0,0 4 7 0,0-3 1 0,3 1 7 0,0 0 4 15,4 0-1-15,1-1 3 0,1 1 1 0,0 0-1 0,1 1 0 0,2 2 2 16,-1-1 0-16,2 3-3 0,1 1-7 0,1 2-4 0,-1 2-3 15,-1 1-5-15,1 2 2 0,-1 2-4 0,2 1-4 0,-1 2-2 0,-1 0-2 16,0 3 0-16,-2 0-1 0,1 3-1 0,-1 1-3 0,-1 0-1 16,2 2 2-16,1 1-6 0,-2 2 0 0,0 2 2 0,1 0-8 0,1 3-2 15,-1-1 2-15,-1 1-7 0,-2 2-1 0,1 0-1 0,-3 1-4 0,-2 1 1 16,1-1 4-16,-4 0 2 0,-1 0 4 0,-1 1 4 0,-4 1 2 16,-3 0 2-16,-3 2 1 0,-1 0 0 0,-3 1 5 0,-3-2 0 0,-2 3 4 15,-2 0 0-15,-3 0-1 0,-2 1 5 0,-3 1 0 0,-1-2-1 0,-2 0 4 16,-2-1 3-16,-2 1 3 0,-3 0 6 0,0 2 3 0,-1-1-7 15,-2 0 3-15,-3 0-1 0,-1 0-1 0,-3 1 2 0,-2 1-8 0,0-3-2 16,-4 3-3-16,-1-4-4 0,-1 2 2 0,-4-2-2 0,-1 0-2 16,-4-1-1-16,-2 0-8 0,-3-1 2 0,0-1-2 0,-4-4-3 0,-1-2 7 15,-3-1 1-15,-2-1-4 0,-3-1 8 0,-1-1-9 0,-3-2-1 0,-1-2-2 16,-2-2-2-16,-4-3 5 0,0 0 2 0,-2-2 1 0,-1-2 2 16,1-2-7-16,-2-3 6 0,0-1 1 0,-1-3 1 0,2-1 1 0,0-1-2 15,0-3-3-15,2-2 3 0,2-2-2 0,3-1-8 0,4-1-1 0,2 1 1 16,4-2 3-16,2 1 3 0,4-1-6 0,5-2-19 0,2 3-23 15,5-1-19-15,2 1-26 0,3 0-30 0,5 2-26 0,1-1-6 0,2 0-96 16</inkml:trace>
  <inkml:trace contextRef="#ctx0" brushRef="#br0" timeOffset="89070.97">16439 10891 1085 0,'0'-7'339'0,"1"-1"-109"0,-2-2-107 0,-1 0-90 0,0 1-72 16,-1 0-89-16,-1 1-102 0,1 0-76 0,0 0-30 0,0 1 25 15,1-1 66-15,2-1 37 0</inkml:trace>
  <inkml:trace contextRef="#ctx0" brushRef="#br0" timeOffset="90354.97">16556 10650 274 0,'11'-13'206'15,"3"-1"-21"-15,4-3-10 0,-1 1-24 0,-3 1-34 0,2 0-38 0,-1 0-38 16,2 0-19-16,-1 0-17 0,2 1-7 0,2-1-4 0,0 1-9 0,4 0 1 15,1-2-4-15,1 0 2 0,2 0 0 0,1 2 3 0,2-1 3 16,2 0 3-16,0 1 5 0,0 0 1 0,3-1 0 0,1 1 0 0,0 0-3 16,3 0 2-16,1-1-1 0,2 1-1 0,2 0 0 0,3 2 3 0,-1 0-3 15,2 0 0-15,2 0-4 0,2 3-2 0,0 1-1 0,2 1-1 16,0 2 4-16,-2 1-1 0,2 1-2 0,-2 1-2 0,0 1 1 0,0 2-1 16,-1 1 4-16,-1 1 3 0,-1 1-1 0,-2 1 3 0,0 0-1 15,-1 3 4-15,1 1 0 0,-2 1 5 0,-1 1 9 0,0 1 4 0,0 0 7 16,-1 3-1-16,-2 1 1 0,1 1-1 0,-2 0 2 0,0 1-3 0,1 3-4 15,-2-1-3-15,-2 3-10 0,0 1 1 0,-3 0-7 0,1 2 0 16,-3-2-3-16,-2 0-3 0,-1-1-1 0,-2-2-1 0,-4 1-5 0,0 1-5 16,-2-2 0-16,-2 0 4 0,-2-1 1 0,-3-2 6 0,-2 1 3 0,-2-1 0 15,-3-1 4-15,-1 1 2 0,-3-1 3 0,-1-1 2 0,-3-2 4 16,-2 1 4-16,-2 0 3 0,-4 0-3 0,-3-1 1 0,-3 1 2 0,-3 1-2 16,-5-1 2-16,-3 0 2 0,-4 1-7 0,-3-2-1 0,-2 0-3 15,-4-2-2-15,-3 1 0 0,-3 1-3 0,0-1 2 0,-4 0-5 0,1-2 1 16,0 0 3-16,2 1-3 0,1 0 5 0,0 1-1 0,1-3 2 0,2 1 5 15,-1-3 0-15,3 0 0 0,1 0-4 0,-2-2 7 0,3 1 0 16,-3-2-1-16,2-1 1 0,-1 1-7 0,-2-2-1 0,1 1-4 0,-1-1 3 16,-1-1-1-16,2 1 1 0,-1 0 0 0,0 1 2 0,2-1 5 0,2 1 5 15,1 0 4-15,3-2 0 0,0 1 0 0,3 0 5 0,-1-1-3 16,2-1-4-16,1-2-1 0,0 1-8 0,1-2 2 0,0 0-3 0,1 0-4 16,-1-2 1-16,2-1 0 0,0 1-2 0,1-2 0 0,2 2 4 15,1-1-1-15,3 0 3 0,0 0 0 0,2 0-3 0,1 1 8 0,2-1 1 16,-1 1-4-16,2 0 1 0,1 0-2 0,1 1-4 0,3-1 0 0,-1 1-2 15,1 1-5-15,1-1-4 0,0 1-1 0,1 1-4 0,2-1 0 16,-1 1 2-16,1 1-4 0,0-1 1 0,0 0-3 0,0 1 2 0,1-1 2 16,1 1 4-16,0 0-4 0,1 0 3 0,-1-1-4 0,0 1 0 0,0-1 1 15,1 1 0-15,0 0-5 0,0 0-1 0,0 0-5 0,1 0-2 16,-1 0 2-16,1 0-4 0,0-1-3 0,-1 0-1 0,1 0-6 0,1-1-1 16,0 1 4-16,0 0-1 0,1 0 2 0,0 0 0 0,0 0 1 15,1 0-1-15,0 0 3 0,0 0-3 0,0 1 0 0,0-1 5 0,0 0-2 16,1 1-1-16,-1 0 1 0,1 0-3 0,-1 1 0 0,0 0-1 0,1 0-4 15,-1 0 2-15,1 1 2 0,-1 0 3 0,1 0 4 0,0 1 2 16,-1-2 2-16,0 1 1 0,0 0-2 0,-1 0 6 0,0 0 1 0,0 0 5 16,0-1-1-16,0 1-1 0,0 0 2 0,-1-1 1 0,1 1 1 0,0-2 2 15,-1 1-3-15,1 0 1 0,-1 0-2 0,1 0-1 0,-1 0-2 16,0 0 1-16,0 0 0 0,0 0-2 0,0 1 4 0,-1 0-2 0,-1 0 3 16,1 0 1-16,-1 1 1 0,1-1 2 0,-1 1 1 0,0 0 2 15,0-1 2-15,-1 1 1 0,1-1 1 0,0 1 2 0,-1 0 0 0,0 0 3 16,1 0-2-16,-1-1 5 0,1 0 0 0,0-1-2 0,0 0 0 0,-1 1 0 15,1-1-2-15,0 0 0 0,0-1-1 0,0 1-2 0,0-1-1 16,0 0 0-16,0 1-4 0,0-1-1 0,0 0 0 0,0 0-3 0,0 0 0 16,-1 1 0-16,0-1-1 0,0 1 2 0,0 0 1 0,-1 0 1 0,0 0 2 15,0 2 2-15,-1-1 3 0,0 1-1 0,0 0 2 0,0 0 0 16,1 0 2-16,-1 0 0 0,-1 1-1 0,2-1 0 0,-2-2-4 0,1 2-1 16,-1-1 3-16,1 1-4 0,-1 0 1 0,1-1-1 0,0 1-3 15,0-1 3-15,0 0-3 0,1 0 1 0,-1 0 1 0,0-1-1 0,0 1 0 16,0-1 2-16,1 1-3 0,-1 1 1 0,0-1 4 0,1 0-4 0,-1 0 5 15,1-1-4-15,0 2 0 0,-1-1 4 0,1 1-4 0,-1-1 3 16,1 0-4-16,-1 1 0 0,0 0 1 0,1 0-1 0,-1 0 0 0,1 1 0 16,0-1 0-16,0 0 0 0,0 1 0 0,0-1 0 0,0 0 0 0,0 0 0 15,1 0 0-15,-1 0 4 0,1-1-2 0,0 1 1 0,-1 0-3 16,1-1-1-16,0 1 1 0,0-1-1 0,0-1-1 0,-1 1 1 0,1 0-1 16,0 0 0-16,0-1 3 0,0 1 1 0,1 0-2 0,0-1 1 15,-1 1 3-15,0-1-1 0,-1 1 0 0,1-1 0 0,-1-1-1 0,1 2-2 16,0-1 3-16,-1 1-3 0,1-1 3 0,0 0-1 0,0 0-2 0,0 1 0 15,-1-1 1-15,1 1 0 0,0-1 0 0,0 0 0 0,1 0-4 16,-1-1 0-16,1 2 0 0,0-2-1 0,-1 1 1 0,2 0 0 0,-1-1 3 16,0 1 0-16,1-1-1 0,-1 0 0 0,0 1 0 0,1-1-1 0,-1 1-1 15,1-1-1-15,0 0 0 0,-1 0 1 0,0 0-3 0,0 1 2 16,0-1-2-16,1 1 1 0,-1-1 1 0,1 1-2 0,-1 0 2 0,0 0 1 16,0 0 3-16,0 0 0 0,0 1-3 0,0-1 3 0,0 1-2 15,0-1 2-15,0 1 2 0,-1 0-2 0,1-1 1 0,0 1 1 0,-1 0 0 16,1-1 0-16,0 0 2 0,-1 0-5 0,1 0 3 0,-1 0-3 15,0 0 0-15,1 0 1 0,0 0-4 0,0 0 3 0,-1 0-7 0,1-1 3 16,-1 1 0-16,1 0 1 0,0 0 2 0,0 0 0 0,0 1-3 0,0 0 0 16,-1 0 0-16,1 0 0 0,-1-1 4 0,0 0 0 0,1 1-1 0,-1 0 3 15,1 0 0-15,-1-1 1 0,1 1-2 0,-1-1-1 0,0 1-1 16,0 1 0-16,0-1 2 0,0 1 0 0,0-1-1 0,0 0 1 0,0 0 0 16,0 0 0-16,0-1 1 0,-1 1 2 0,1-1-1 0,0 1-2 15,0-1 0-15,0 0-1 0,0 0-1 0,0 0-1 0,0 0-2 0,1 0-2 16,-2 0 0-16,1-1 0 0,0 0 1 0,0 0-1 0,0 1 4 0,0 0 3 15,-1 0-2-15,0-1 3 0,1 0-3 0,-1 1 1 0,1-1 2 16,0 1-1-16,-1 0 0 0,-1-1 0 0,1 0 0 0,0 1-1 0,-1-1 2 16,1 0-3-16,-1 0-3 0,1 0-1 0,0 0-5 0,0-1-4 0,1 1-5 15,-1 0-10-15,0 0-10 0,1-1-9 0,0-1-5 0,-1 0-6 16,0-1-3-16,-1-1 2 0,-1 0 1 0,1-1 11 0,0-1 5 0,0 1-6 16,-1-1 2-16</inkml:trace>
  <inkml:trace contextRef="#ctx0" brushRef="#br0" timeOffset="100655.05">26949 11357 253 0,'12'9'59'0,"3"-1"-26"0,4 1 1 0,2-2-9 0,0-2-8 0,0 0-5 16,1-1-3-16,2-1-3 0,0 0-2 0,2-2-1 0,0 0-3 0,3-1 2 15,2-1-2-15,3 0 0 0,1-2 4 0,3-1-2 0,-2 1 0 16,2-2 2-16,1 1-2 0,2-1 1 0,1 0 2 0,3-2 0 0,0 1-1 16,2 1-1-16,1 1-1 0,1-1-2 0,1 1 0 0,1 0 0 0,-1 1 0 15,0 0 2-15,0 1 0 0,1 2 8 0,0 0 4 0,2 1 4 16,0 1 7-16,0 1-1 0,-1 0 3 0,-2 1 0 0,1 0-2 0,-1 0 7 15,0 2 1-15,0-2 8 0,1 2 5 0,-2-1 1 0,-1-1 2 0,1 0 1 16,-1-1-4-16,0 0-2 0,2 0-3 0,-1-2-7 0,-1-1-1 16,1-1-4-16,2-1-1 0,-1-2-2 0,1 0-1 0,-1 0 0 0,0-3-3 15,1 1 0-15,0-3 3 0,2 0 1 0,0 1-3 0,1-2-4 16,-1 2-9-16,1 0-2 0,1-2 0 0,-2-1 2 0,1 0-2 0,-1-1-4 16,1 1-3-16,-2-1-2 0,0 0 0 0,0-1 3 0,0 0 1 0,0 1-2 15,-1-2-4-15,0 0-4 0,-1 0 1 0,0-2 0 0,-1 1-2 16,-1-1 1-16,0 0-5 0,-2 1-2 0,0 0 3 0,-1-1 0 0,2 0 1 15,-3 1-3-15,0-1 4 0,0 0-4 0,-2 0 5 0,-1 0 5 16,-2 0-3-16,1-1 5 0,-2 1 1 0,-2 1 1 0,-2-2 4 0,-3 0 0 16,-1 0 0-16,-2 1-4 0,-3 0-1 0,-1 0 3 0,-3 1 4 0,-1-2 5 15,0-1 12-15,-5 0-4 0,1 1-2 0,-4-2 2 0,-1-1-10 16,-1 1 3-16,-4-2 5 0,-1-1-1 0,-2 1 6 0,-1-1 0 0,-4-2-1 16,-1-1 3-16,-5-2-1 0,-2 0 6 0,-2-1 1 0,-4 1-12 0,0-2-3 15,-6 0-3-15,-2-1-3 0,-1 0 11 0,-7-2-3 0,1 1-4 16,-4 0 4-16,-1 1-1 0,-2-1-2 0,-4 3 0 0,0-2-3 0,-1 0-1 15,-2 3-1-15,0-1 1 0,-1 2 2 0,-4 0-6 0,-3 0-2 16,-3-2-1-16,-2 2-4 0,-1-2 6 0,-2 2-3 0,-1 3 1 0,0 0-2 16,-1 1-2-16,-1 1 6 0,0 0-5 0,-1 3 1 0,-3-1-1 0,-1 0-2 15,-1 2 1-15,-3 0-3 0,1 2 4 0,-1 0 4 0,-2 3-8 16,-2 2 0-16,-3 1-3 0,-1 0 8 0,-3 2 3 0,-2 1 4 0,4 2-1 16,0 2-11-16,0 2 2 0,2 2-9 0,-3 3 2 0,0 2-7 0,-1 0 2 15,-2 1-2-15,0 1-5 0,-1 1 6 0,3 5 3 0,2 1 4 16,6 2 10-16,4 1 3 0,2 2-4 0,2 1 1 0,0 0-3 0,0 2 1 15,1-2-3-15,3 2-11 0,0 2 1 0,1 1-5 0,2 1-2 16,1 1 9-16,3 1-2 0,1-1-6 0,1 2 1 0,0-1-9 0,2 1 0 16,1 0 6-16,2 4-2 0,3-3-4 0,3 2 15 0,1 1 1 0,3-1 6 15,3 3 9-15,2-1-1 0,5-1 1 0,1 0-1 0,5 0-2 0,1 0-7 16,2 0-2-16,4 0-5 0,0-1-4 0,2-2-3 0,3 0-9 16,2 1-5-16,5 0-6 0,2 1 1 0,2-2-5 0,3 1 1 0,3-4 1 15,1 2-9-15,4-4 6 0,3 2-9 0,2-3-16 0,1-2-18 16,1-3-21-16,2-3-19 0,2-1-12 0,0-4-9 0,4-3-3 0,3-4 3 15,3-3-31-15</inkml:trace>
  <inkml:trace contextRef="#ctx0" brushRef="#br0" timeOffset="142324.39">8533 12473 134 0,'-7'-5'30'16,"1"1"8"-16,-1-2 1 0,1 2-1 0,3 1-6 0,-1 0-3 0,0 1-1 16,0 1 0-16,2 1-4 0,-1-1-5 0,2 1-5 0,0 0-7 15,0 1-4-15,1 0-1 0,0 1-4 0,1 0 2 0,1 1-3 0,0 0-1 16,1 1-1-16,2-1 0 0,1 1 3 0,1-1 1 0,3-1-1 0,1 1 0 15,3-2 0-15,2-1 0 0,0 0 1 0,4-1-1 0,2-1 2 16,-1 0-1-16,3 0 0 0,0 1 1 0,-1-2-1 0,1 1 0 0,-1-1 1 16,2 0 0-16,1 1 2 0,0-2 1 0,1 0 7 0,0-2 4 0,1-1 6 15,0-2 7-15,4 1 5 0,0-2 3 0,4 0-1 0,-2 0-1 16,3 1-1-16,0-1-3 0,1 0 2 0,4 0-1 0,1-1 3 0,2 0 3 16,1 2-3-16,3-1-3 0,1 3-4 0,3 0-5 0,3 1-3 0,4 1 0 15,1-1-1-15,4 0-5 0,1 1-3 0,2 0-9 0,1 1-1 16,0 2 2-16,1 0-6 0,1 2 3 0,0 2-2 0,-2 1 1 0,0 0 1 15,-3 2 3-15,0-1-7 0,-1 1 0 0,-1 0 0 0,-2 0 0 0,-1 0 6 16,1 1 2-16,-2-2 1 0,0 0-5 0,-1-2 2 0,-3 1-4 16,-2 1 3-16,-1 0-4 0,0-1-3 0,0-1 5 0,2-1-2 0,-1-1 5 15,-1 1 1-15,2 0-3 0,-3 0 5 0,0 0 9 0,1 0-1 16,2 1 7-16,0-1-5 0,0 2-1 0,-3 1 2 0,-1 1-5 0,-3 2 4 16,1 1-4-16,-1 0-3 0,-1 3-1 0,1 1-3 0,-4 1-3 0,-2 1 1 15,-3-1-1-15,-3 2 1 0,-3 0 3 0,0 1-3 0,-4-1 5 16,-1 3-5-16,-1-1 3 0,-3 1 9 0,-2 0 3 0,-3 0 7 0,-2 1 1 15,-2-1-2-15,-2 2-1 0,-2 2-4 0,-2-1 0 0,-1 4-4 16,-1 2-4-16,-3 1-7 0,-1 3-12 0,-3-2-8 0,-2 2-10 0,-2-1-3 16,-2 0-9-16,-2 0-6 0,-1 0 3 0,0-4-1 0,-3 0 7 0,0-5 8 15,-2-2-6-15,-1-3-2 0,-3-3 0 0,-3-3 2 0,-2-1 2 16,-4 0 6-16,-5-2-3 0,-7-2 1 0,-5 0 8 0,-5-2 5 0,-7 0 14 16,-6-2 11-16,-4 0 9 0,-4-1 12 0,-1 0 9 0,-3-1 14 0,-2 0 9 15,0 0 2-15,-2 1 4 0,0-1-2 0,3 1-4 0,0 0-2 16,1-1-10-16,-1 0 1 0,0 0-5 0,0-1-6 0,0 0-3 0,-1 0-17 15,0 0-7-15,2 0-5 0,0-1-4 0,2 0 3 0,0 0-5 0,0 1-7 16,1-1-15-16,2 1-34 0,-4 1-25 0,0 1-23 0,-2 1-20 16,2 2-15-16,5-1-24 0,1 2-25 0,6 0-21 0,2-2-62 0</inkml:trace>
  <inkml:trace contextRef="#ctx0" brushRef="#br0" timeOffset="-175865.52">3461 10989 499 0,'8'5'162'0,"-1"0"-125"0,0 0 11 0,-2-1 8 15,-3-3 7-15,-1 0 5 0,0 0-11 0,0-1-21 0,0-1-20 0,0-1-15 16,0 0-9-16,0-1-6 0,-1-1-5 0,0-1-8 0,1-1-5 16,0 0-12-16,1-2-19 0,0 0-22 0,-1 0-22 0,2-2-10 0,0-1 5 15,0 0 11-15,2-1 17 0,-1-1-30 0,2 2 2 0</inkml:trace>
  <inkml:trace contextRef="#ctx0" brushRef="#br0" timeOffset="-175216.38">3754 10545 106 0,'10'-12'61'0,"3"1"-3"0,2-4-3 0,-1 0-2 0,-3 3-10 0,-1 0-2 16,0 0-7-16,-2 0-6 0,-1 0-3 0,-2 0-4 0,-1 2-2 16,-1-1 1-16,-1 1 1 0,1 0 2 0,-2 1 4 0,1 1-2 0,-2 2 0 15,0-1-1-15,-1 4-4 0,0-1-3 0,-1 1-1 0,0 1 3 0,0 1 1 16,-1 1 6-16,-1 0 5 0,0 1-1 0,-1 1 1 0,-1 2 0 15,0 0 0-15,0 1 5 0,-1 2 4 0,1 0 6 0,-1 2 9 0,-2 0 4 16,0 1 5-16,0 2 1 0,0-1 1 0,1 2-2 0,-2 0-3 0,1 1-4 16,-1 0-5-16,-1 3 0 0,1 0-3 0,-2-1 4 0,0-1-9 15,2 2 0-15,-3-1 3 0,1 0-10 0,0 0 2 0,-2 1-1 0,1 1-1 16,-1 0-1-16,0 2 0 0,2 0-3 0,0 1 1 0,0 0-13 16,-2 1 7-16,2-1-1 0,-1 3 3 0,2 1 17 0,-1 0-9 0,0 3 3 15,0 0-7-15,1 2 0 0,0 1-1 0,1 1-4 0,2 1 1 0,-2 3-3 16,3 1 1-16,1 0-4 0,1 2-6 0,1-2 0 0,-2 3-5 15,1 0 0-15,0 2-13 0,-2 0-2 0,2 1 4 0,-1-1-2 0,0 2 12 16,0 2-4-16,0 0-2 0,1 0-1 0,-2 1 0 0,1 3 0 0,1-2 2 16,-1 2-4-16,0-1 1 0,0 2-18 0,-1 1 4 0,-1 3 2 15,1-1 2-15,-1 0 14 0,1 2-5 0,2 0 0 0,-1 3-1 0,0 0 0 16,1 3-2-16,0 0 1 0,0 0 3 0,2 2-6 0,1 1 5 0,1 1 2 16,0 1-1-16,0 2 5 0,-1 0-2 0,1 1-2 0,0 2 3 15,1 0-9-15,-1 0 12 0,1 1-4 0,1-1 5 0,-1 0 5 0,1 1-12 16,0 0 1-16,-1 0-4 0,1-1 1 0,-1-2-3 0,-1 0-1 15,0-1 1-15,-1 0-2 0,1-1 7 0,0 0-2 0,-1 0-4 0,-1-1 2 16,0 1-1-16,0 0-3 0,-1-2 5 0,3 0-1 0,0-1 1 0,-1-1 5 16,0 0-5-16,1 1 6 0,-1 0-1 0,1-1 5 0,0 2 5 15,-1-2 0-15,1 0 3 0,0-1 6 0,1-2 0 0,1-1-7 0,0-1-2 16,0 0-3-16,-1-1 0 0,0 0 0 0,0-2-2 0,0 0-14 16,0-1 20-16,0-2-4 0,0 0 0 0,0-2 7 0,-1-1-21 0,1-2 5 15,-1-2 4-15,0 0 2 0,-1 1-4 0,-1-3 0 0,1 0 0 0,0 0-7 16,-1 1 0-16,1 1-1 0,-2 0 1 0,-1-1 7 0,1 0 0 15,0-4 14-15,1-4-6 0,2-2 1 0,1-3-4 0,1-2-8 0,0-2 3 16,-1 0 2-16,0-1 4 0,0 1-4 0,0-2-2 0,0-4-5 0,0 0 7 16,0-4-3-16,0 1-6 0,0-1 3 0,1-2-8 0,-1-2 5 15,1 1 7-15,-1-2-7 0,1-1 4 0,-1 0-4 0,1-5-8 0,0-3-12 16,0 1-1-16,0 0-1 0,0 0-9 0,0-1 21 0,0 1-5 0,0 0-10 16,0 0-10-16,1 0-16 0,0-1-9 0,0-1-7 0,0 0-9 15,0-1-22-15,0 0-19 0,1-1-16 0,0-1-18 0,0-1-33 0,1-1-18 16,-1-1-28-16,1-2-31 0,2-10 3 0,1-1-12 0,-2-4-7 15,-3 0 15-15,-1-4-142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11:21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4151 6540 239 0,'-11'-5'27'0,"1"1"4"0,-2-1 1 15,6 1-5-15,1 0-6 0,0 1-4 0,1 0-3 0,0-1-3 0,1 2-3 16,1-1-4-16,-1 2-2 0,1 0-2 0,1 1-2 0,-2 0 1 15,2 1-3-15,-2 0 1 0,0 2 2 0,-2 1-1 0,0 1 1 0,-1 0 1 16,0 0 0-16,-1 1-1 0,0-1 1 0,1 1 0 0,-1-1 1 0,0 0 1 16,1 0 1-16,-1-1 1 0,1-1 1 0,1-2 7 0,-1 0 3 15,1 0 8-15,0-1 5 0,2 0 5 0,1 0 2 0,1-1-2 0,0 0 0 16,1 0-6-16,1 1-1 0,1-1-5 0,1-1-4 0,2-1 0 16,1 1-5-16,1-1 1 0,2 1 0 0,2-1 1 0,2 0 3 0,2 0 0 15,1-1 1-15,4 0 0 0,2-1-2 0,1-1 2 0,4-1 1 0,2-1 0 16,4 0 2-16,2-3-2 0,3-1-1 0,0-1-3 0,3-2-4 15,2 1-2-15,1 1-9 0,2-2 2 0,3 1-2 0,1 0-4 0,0 0 5 16,0 0 3-16,0 0 1 0,1 1 2 0,0 0 0 0,1-2-10 0,-1 1 0 16,0 2 0-16,0 0-1 0,1 0 5 0,0 0-1 0,2 0 1 15,0 1-2-15,0-1 0 0,1 2 1 0,0 0-1 0,3 1 0 0,0 1-3 16,1 1 2-16,1 0 1 0,-1 0 1 0,1 1 2 0,0-1-3 16,-1 0 0-16,-1 0 1 0,-1 1 1 0,-1-1-2 0,0 0-1 0,0 1 0 15,-2 0-3-15,0 2 4 0,-1 1 1 0,-1 1-1 0,0 1 1 0,-2 1-2 16,0 1-2-16,-3 2 1 0,-4 4 1 0,-1 1 0 0,-1 4 0 0,-2 2-2 15,-1 3-1-15,-4 1-2 0,-3 4-1 0,-2 2 1 0,-3 2-1 16,-3 3 2-16,-3 0-3 0,-3 2-4 0,-4 2 1 0,-4 1 1 0,-3 1-1 16,-3 2 0-16,-3 2-3 0,-4-2-7 0,-4 1-1 0,-2 0 3 15,-4-2 7-15,-4-1 6 0,-3-1 0 0,-4-2 5 0,-4-3 1 0,-1 2-2 16,-7-3 1-16,-2 1-5 0,-6-1-4 0,-5 0 0 0,-1-2-2 0,-6-1 3 16,0-1 7-16,-3-3 1 0,-2 2 6 0,-1-2 2 0,-4 3 2 15,0-1-1-15,-3-2-3 0,2 0 1 0,-1-2-5 0,-2-2 0 0,3 1 3 16,-3-2-1-16,1-1 1 0,1-1 5 0,1-1 0 0,0-2 3 0,2-2-1 15,2-1-5-15,0-2 0 0,1-2-1 0,3-2 0 0,0-2 1 16,4-2-1-16,1-2 1 0,1-1 2 0,1-2-3 0,2-1 0 0,2 1-1 16,1-2 0-16,3 0 0 0,3 0-3 0,2-2 1 0,5 0-1 15,2-1-3-15,7-1-1 0,4 1-9 0,4 1-8 0,4-3-18 0,6-1-26 16,3-1-23-16,4-2-22 0,4-1-16 0,3-1-7 0,4-1-88 0</inkml:trace>
  <inkml:trace contextRef="#ctx0" brushRef="#br0" timeOffset="733.43">4698 7327 941 0,'-43'-5'-42'0,"-1"3"93"16,-5 0-11-16,13 3-7 0,12 1-6 0,4-1-11 0,1 0-7 15,1 0-2-15,4 1-6 0,2-1-6 0,4 1-2 0,1 0-12 0,3 0-10 16,1 1-9-16,1 2-9 0,1-1-15 0,1 1-14 0,0 0-10 0,0-2-3 16,1 1 14-16,1-1 18 0,-1-1 19 0,2 0 15 0,-1-2 12 15,1-1 8-15,0-1 4 0,0-1 4 0,3-2 3 0,-2 0 5 0,4-4 10 16,2 0 9-16,1-2 11 0,1-1 8 0,0-2 3 0,2 0 0 0,1-3 3 16,3-1 0-16,0 2 0 0,2-1 2 0,3 0-1 0,-1 1 3 15,4 2-4-15,0-2 0 0,1 2-6 0,2 1-4 0,2 0-6 0,4 3-6 16,2 1-4-16,2 3-5 0,4 1-3 0,1 4-8 0,2 1-2 0,3 3-2 15,2 2-2-15,0 1-2 0,2 1-2 0,0 1-4 0,1-1 1 16,0 0-3-16,-1 1 1 0,1-2-1 0,0 1-4 0,-2-2 0 0,0 0 0 16,-2 0 3-16,0 0 4 0,0 1 0 0,0-1-1 0,-3 1-1 15,-2 1-1-15,-2 3 4 0,0-1-2 0,-3 1-1 0,0 1-2 0,-2-2 0 16,-2 4-4-16,0 1 3 0,0 0 0 0,-2 1-5 0,0-1 6 0,-1 2 1 16,-2 0-2-16,-2 0 3 0,-1-1 2 0,-3 3-4 0,1-1 2 15,0 2 0-15,-3 2-1 0,0 2-2 0,-1-1-1 0,-4 3 4 0,-2 0-2 16,-1 1-4-16,-2 0-1 0,-3-1 1 0,-1 0 6 0,-2-1 9 0,-2 1 0 15,-2 0-2-15,-2-2 1 0,-3-1 2 0,-2 0-1 0,-2-2 6 16,-2 1-3-16,-1-1 1 0,-1 1-1 0,-4 1-2 0,-2-1 0 0,-3 0-2 16,-1 0 2-16,-3-3-3 0,-4-1 1 0,0-1-2 0,-4-1-1 15,1-2 0-15,-4-1 2 0,-1-2-4 0,-2 0 3 0,-3-2-1 0,0-1 5 16,-2-2 3-16,-2-1-6 0,-1-2 3 0,1-1-7 0,-2-2 2 0,-3-1 1 16,0-3 3-16,-2-1 0 0,2-1-1 0,-2-1 0 0,2-1-1 15,0-1 0-15,0-1 2 0,2 0 5 0,0-2-6 0,1 1 3 0,2-1-4 16,3 0 0-16,1 3 0 0,5-1-5 0,2 1 2 0,1 2-4 0,4 0 1 15,2 2-1-15,3 1-4 0,3 1-1 0,1 3-8 0,2-1 0 16,3 2-4-16,0 0-2 0,2 1 1 0,2 1-11 0,3-2-6 0,2 2-19 16,1 0-28-16,2 1-38 0,2 0-29 0,1 0-14 0,1 1 1 15,1 0 15-15,1 0 17 0,1 1 14 0,0 1 15 0,2 1 10 0,1 1 7 16,0 2-74-16</inkml:trace>
  <inkml:trace contextRef="#ctx0" brushRef="#br0" timeOffset="1432.59">4357 8709 1042 0,'-24'-8'-10'0,"2"0"80"0,-3-2-13 16,9 3-2-16,6 2-17 0,3 1-14 0,2 0-8 0,1 1-9 0,3 1-9 16,1-1-1-16,3 1-8 0,2-1-1 0,4 0-4 0,1 1-7 15,2 0-3-15,2 0-7 0,-1 2-4 0,3 0-5 0,0 1-4 0,2 1 3 16,-2-1 1-16,2 0 6 0,1 0 11 0,-1 0 4 0,1 0 7 0,0 0 5 15,-2-1 3-15,2 1 4 0,1-1 0 0,-1-1 6 0,3 1 1 16,3-2 2-16,-1-1 3 0,2 0 1 0,1 0 3 0,1-1 4 0,1-1 4 16,2 0 6-16,1-1 3 0,0 1 6 0,2 0 2 0,0 0 3 0,1 1 3 15,1 0-1-15,0 1 4 0,2 0 6 0,2 0 1 0,0 1 6 16,2-2 3-16,2 1-3 0,0-1 1 0,1-1-4 0,1 0-4 0,-1-1-3 16,3 0 0-16,1 0-14 0,0 1-2 0,1-1-6 0,1 1-4 0,0 0 0 15,1 1-6-15,2 2-2 0,0 1-4 0,1 0 1 0,0 1-4 16,0 1-6-16,-1 1 0 0,0 2-8 0,1 2-5 0,-2 2 5 0,0 2-7 15,-4 1 7-15,1 1 2 0,0-1-3 0,-1 3-2 0,-2 1 1 16,0 3-1-16,-3-1 4 0,-2 3-1 0,0 1-3 0,-1 0-1 0,-3 3-6 16,-2 1 4-16,-2 1 0 0,-2 1 4 0,0-1-1 0,-4 1-4 0,0-1 11 15,-3 1-3-15,-2 0 6 0,-1-1 2 0,-2 1-5 0,0-2 2 16,-1 2-1-16,-1-2 2 0,0 1 1 0,-2 1-6 0,-2-1 5 0,-2 2-6 16,-3-1 3-16,0 1 3 0,-1-2-1 0,0 1 2 0,-2-1-3 0,-3 1-2 15,0 0 1-15,-2-1-2 0,-2 2 2 0,0-1 0 0,-2 0-5 16,-2-1 8-16,-1 1 2 0,-3 0-1 0,-1 1 2 0,-2-1-6 0,-2 0-4 15,-3-2 1-15,-4-1-3 0,-1 0 8 0,-4-2 2 0,-1-1 4 0,-4 1 9 16,-3-1-5-16,-4-2-1 0,-3-1-2 0,-1-1-1 0,-6-4-4 16,-1 0-1-16,-5-2 3 0,-3-2-12 0,-1-1 1 0,-4-4-5 0,-2-1-3 15,-2-3 3-15,0-2-2 0,3-3 8 0,-1-2 1 0,1-3-4 16,1-3 2-16,1-2-12 0,2-5-3 0,0-2-2 0,3-2-8 0,1-3-7 16,2-1-9-16,5-1-11 0,3-3-15 0,6 1-13 0,5 1 0 0,5 0-6 15,4 2-6-15,4 4 10 0,4 2-4 0,5 3 1 0,3 2 11 16,2 1-4-16,2 1-2 0,3 3-12 0,1 2-12 0,3 0-4 0,2 2 0 15,3 0 20-15,1 2-69 0</inkml:trace>
  <inkml:trace contextRef="#ctx0" brushRef="#br0" timeOffset="2749.4">3495 9609 220 0,'-10'-11'59'0,"1"-2"-21"0,-2-2 10 16,3 2 6-16,2 3-2 0,1 0 3 0,-1 1-4 0,-1 1-3 0,1 2-4 16,2 1-3-16,-1 1-1 0,2 0-9 0,0 1-4 0,0 1-3 0,2 1-9 15,0 1-3-15,2 2-4 0,0 0-1 0,0 1 3 0,2 2 4 16,0 3 4-16,0 3 7 0,1 3 3 0,1 4 12 0,1 5-1 0,1 4 4 15,-1 4 2-15,2 5-6 0,0 3 1 0,1 5-6 0,1 4-5 0,0 6-3 16,2 2-6-16,-1 3-2 0,1 4 0 0,1 4-6 0,-1 3 1 16,1 4 1-16,-1 6-1 0,0 5 2 0,-1 4 1 0,0 5-4 0,-1 3 0 15,-2 4 7-15,-3 3 0 0,-2 6 8 0,-2 2 1 0,-3 2-8 0,-4 3 1 16,0 0 2-16,-4 4 1 0,-2 4 8 0,-1 0-4 0,-1 3 4 16,0-1 5-16,0 3-4 0,0 1 9 0,-1 0-9 0,2 4-4 0,-1-3-2 15,1-1-9-15,1-2 2 0,0-5-1 0,1-2-2 0,0-2-3 16,0 0-3-16,0-1-6 0,1-3-1 0,0-2 2 0,3-6-4 0,-1 0 4 15,-1-4-3-15,2-3 0 0,0 0 0 0,0-5 1 0,-1-4 0 0,1-6-1 16,0-5 0-16,0-7 1 0,-1-7-4 0,0-7 2 0,1-6 3 16,0-8-10-16,1-5 5 0,1-5 0 0,1-8-9 0,-1-4-1 0,1-8-14 15,0-6-15-15,-1-5-36 0,1-5-39 0,-1-6-50 0,0-7-26 0,-1-12-8 16,1-14-15-16,1-14-22 0,1-14-19 0,2-13-114 0</inkml:trace>
  <inkml:trace contextRef="#ctx0" brushRef="#br0" timeOffset="3883.4">3795 10170 1114 0,'4'0'-86'0,"5"0"169"0,7-2-56 0,9 0 16 16,6 0 4-16,7-2-3 0,5-1 4 0,4 0-6 0,5 1 0 0,4-1-5 15,6 2-4-15,6 0-7 0,5 0-1 0,5 1-8 0,4 0 0 0,1-1 0 16,5 0-7-16,0-1-1 0,3-1-4 0,0-2 0 0,1 1-4 16,2-4 0-16,1-1 4 0,0-2-6 0,3-3-4 0,-2-1 3 0,1-4-6 15,4-1 4-15,0-1 7 0,-1-3-1 0,2 0 5 0,-3-4-9 16,1-1 9-16,-1-4-2 0,0-1 0 0,1-1 10 0,0-1-3 0,1-2 1 15,0-2-5-15,-1 1 6 0,1-1 0 0,0-1 4 0,-1 3 8 0,0 0-8 16,-2 2 2-16,0 2 1 0,1 2-2 0,-3 3 1 0,-1 1 1 16,0 3 0-16,-5 1 4 0,0 3 1 0,-2 2 1 0,-2 3 0 0,2 3-1 15,-1 1 6-15,2 1 1 0,0 2-5 0,-1 2 1 0,0 3-9 0,1 1-10 16,0 2-1-16,2 2-5 0,1 1-7 0,0 3 11 0,-1 1-4 16,0 1-4-16,1 2 3 0,-2 2-4 0,1-1-2 0,-2 2 1 0,1 1-4 15,-2 1 5-15,2 0-1 0,-2 3 1 0,3 0 1 0,-4 1-3 0,1-1 2 16,-2 1 1-16,-1 2-5 0,0-2 4 0,-4 0-2 0,1 0 3 15,-1-1 1-15,-1 0-2 0,1 1 1 0,-2 0-6 0,-1-1-1 0,1-1 0 16,-2 1-1-16,2 0 7 0,-2 0 2 0,2 0 1 0,0-1-4 16,-2 1-5-16,0 0-1 0,1 0 3 0,-1 0 1 0,1 2 4 0,0-1 1 15,-1-1-3-15,1 1 0 0,-4 0 5 0,0 0-2 0,0-2-1 0,-2 1-1 16,-1-1-3-16,-3-1 1 0,-1 0 0 0,1-2 3 0,-3-1 0 16,-1 1-1-16,-1-2-4 0,-3-1 0 0,-1 0-1 0,-4-1 0 0,-2 0 5 15,-1 1 1-15,-3 0 4 0,0 0-1 0,-2 0-2 0,0 1-1 0,-1 0 2 16,-2 0-2-16,0 2 3 0,-2 0-3 0,-2 2-3 0,-1 1 4 15,-1 0-4-15,-1 1 8 0,-1 1 0 0,0 1-2 0,-2-1 0 0,1 2-6 16,-2 1 3-16,1 0-3 0,-3 1 3 0,-1 1-1 0,-2-1-6 16,0 1 5-16,-3 1-2 0,1-1 0 0,-3 1-2 0,1-1 3 15,-1-1-1-15,-2 1-5 0,1 0 5 0,-2-1-2 0,-1 1-1 0,0-1 6 0,-1-1-7 16,-1 0 1-16,0-1 0 0,0-2-2 0,0 0 4 0,-1 0-5 16,1 0 6-16,-1-1-2 0,-1 1 5 0,-2 1 3 0,1-1 1 0,-2 0 0 15,0 2-3-15,0 1 1 0,-1 0-1 0,1 0 0 0,1 1 0 0,0-1-1 16,-1 1 1-16,-1 2 0 0,-1-1 1 0,0 4-2 0,0 0 2 15,0 1-1-15,-1 1-8 0,-1-2 7 0,0 3-2 0,-1 0-1 0,0 2 9 16,-1 2-2-16,-1 1-2 0,-1 1 4 0,0 1-3 0,0 0 3 16,0 4 3-16,-1 0-1 0,-1 1 0 0,0 2 0 0,-2-1-6 0,1 1 1 15,-1 0 2-15,-1 0-7 0,1-2 3 0,-1 2-1 0,-1 0-3 0,0 0 6 16,0 0-3-16,0 2-5 0,1-1 4 0,-2 0-3 0,1 4 5 16,0-1-1-16,-1 0-7 0,0 0-1 0,1 2 1 0,-1-1-5 0,-1 0 11 15,0 1 0-15,-1-1-3 0,0 1 6 0,0-1-9 0,-1 1 1 0,0 1 1 16,-1 1 1-16,0 2 2 0,-1 0-5 0,1 1 4 0,-2 2-7 15,-1 1 4-15,-1 2 2 0,-2 3-5 0,-1 1 7 0,-1 4-1 0,1 2-2 16,0 2 0-16,-1 3-2 0,-1 0 0 0,-1 0-7 0,0 0-3 16,-2-1-20-16,-2-2-13 0,0 1-7 0,-1-4 1 0,-1-1 14 0,1-2 10 15,-2-4 12-15,-1-4-2 0,-2-2 7 0,0-4-1 0,-1-3-2 0,-3-2 16 16,-1-2-8-16,-1-1 3 0,-4-3 0 0,-2-1-9 0,-4 0 2 16,-3-2 0-16,-3 1 9 0,-6-2 10 0,-3 0 2 0,-6 0 16 0,-7-1-3 15,-3 2 9-15,-2 0-2 0,-6-1-2 0,-1 0-6 0,-3-1-8 0,-6-1 4 16,-4 1-5-16,-6-1 3 0,-4-3 4 0,2 0 4 0,3-5 2 15,2 2 4-15,5 0 4 0,-4-1-2 0,0 1-5 0,-5-2-1 0,-2-1-3 16,2-1 0-16,-1-3 13 0,-1 1 7 0,1-2 0 0,-2-1 2 16,2 0 2-16,0-1-3 0,1-3 9 0,0 0-4 0,-3-1-5 0,-3-2 1 15,2 0-11-15,2 0 3 0,0-2 6 0,4 0 7 0,-3-1 1 0,-1 0 2 16,0 0-4-16,2 0-20 0,0 0 14 0,-2-1-2 0,-2 2-10 16,-2-2 6-16,0 0-9 0,-2-3-1 0,-2-1 4 0,2-2-1 0,-2-1 2 15,-1-1-1-15,0-2-9 0,-4-3-2 0,-2-1-9 0,-4-2 1 0,-2-2 1 16,-1-2-16-16,-1-4 10 0,-3-2-4 0,-2-2-14 0,-4-4-15 15,-4-3-42-15,-5-4-36 0,-4-3-23 0,-3-5 1 0,-1 0 3 0,0-2-5 16,4-1-47-16,-2 3-40 0,4 2 6 0,0 3 50 0,7 6 81 16,10 8 85-16,11 12 53 0,13 12 18 0,10 10 10 0,7 5-21 0,9 3-23 15,4 3-18-15,3 0-15 0,5 4-4 0,5 3-9 0,4 2-12 0,3 1-12 16,6 3-17-16,3-1-17 0,5 2-26 0,6 0-53 0,5 0-63 16,3 1-60-16,5-1-11 0,5 1-90 0</inkml:trace>
  <inkml:trace contextRef="#ctx0" brushRef="#br0" timeOffset="36485.05">2924 9846 924 0,'-4'0'26'0,"3"3"-6"0,2 1-18 0,6 0-2 0,3 0 5 0,2 0 2 0,2-2 1 16,4 1-2-16,3-1 0 0,2-1-7 0,5-1-3 0,1 0 3 0,5 1-6 15,1-1-1-15,4 1-5 0,1 0-7 0,2 0 0 0,2 1 0 16,0-1 6-16,3 0 2 0,-1 0 4 0,3-2 1 0,-1 1 3 0,2 0 3 15,0 0 1-15,1-1 1 0,0 1-1 0,2 0 3 0,-1 1 1 16,1-1-1-16,2-1 3 0,0 0 6 0,1-1 2 0,3 0 4 0,0-2 3 16,4 0 1-16,2-1 2 0,2 0 2 0,1-1 3 0,4 0-1 0,2-1 4 15,0-1 2-15,3-2-1 0,0-1 3 0,2-1-1 0,4-1 0 16,-1-1-1-16,4 0-1 0,1 0-3 0,0 2-8 0,3-2-3 0,0-2-14 16,2 1-4-16,1 1-1 0,1-1-3 0,1-1 7 0,1-2-2 0,0 1-9 15,-1-1 2-15,0 1-2 0,0 0 0 0,-2 0 2 0,1-3-1 16,-2 4 3-16,0-1-1 0,-2 0 7 0,2-1 0 0,-1 0-3 0,2 0 7 15,0-1-5-15,1 0 0 0,2 1-2 0,0-2-2 0,3 0-2 0,1 2-1 16,1-2 3-16,2 1-3 0,0 1-1 0,-2-1-5 0,1 0-1 16,-1 1 1-16,0-1-3 0,0-1-5 0,-3 3-1 0,-1 2-6 0,-3 1-8 15,-3 1-10-15,1 0-23 0,-3 3-37 0,-4-1-43 0,-1 1-56 16,-5 1-41-16,-1-1-108 0</inkml:trace>
  <inkml:trace contextRef="#ctx0" brushRef="#br0" timeOffset="39802.26">5496 10719 312 0,'-7'0'21'0,"0"1"25"0,-1 1-12 0,5-1-2 15,2 1-10-15,1 0-5 0,1 0-3 0,2 0-3 0,0 0 0 0,2 0 0 16,2-1-1-16,1 1-1 0,3-2-3 0,0 0-6 0,3 0 0 0,0-1 0 16,3-1 1-16,0-1 4 0,4 0 1 0,0 0 2 0,-1 0 0 15,5-1 3-15,-1 1 2 0,0-1 2 0,2 0 9 0,-1 1 0 0,3 0 2 16,1 0 1-16,2-1-4 0,0 0 1 0,1 0 1 0,-2 0-4 0,3-1-4 16,-2 1 2-16,4 0-6 0,-1 0 2 0,1 0 2 0,0-1-8 15,1 2 4-15,-1-2 0 0,1 0 2 0,1 2 7 0,-1-1-2 0,2 0 6 16,-3 1 1-16,3 1 1 0,1 0 7 0,-1 1 4 0,0 0-1 0,1 1-3 15,0-1-2-15,2 1-2 0,0-1 3 0,1 0-2 0,1-1 4 16,3-2 5-16,-1-2 3 0,1-1 3 0,1-2-3 0,3 1-7 0,-1-2-8 16,1 0-3-16,-1 0-9 0,0 1-3 0,1 1 2 0,0 2-10 15,0-1 0-15,1 2-1 0,0 1 1 0,0 2 2 0,2 1 1 0,-1 0-2 16,2 2-3-16,0 2 1 0,0 1-1 0,1 2-3 0,-1 0-1 0,1 1-1 16,2 1 1-16,-1 2 1 0,2-2-2 0,0 1 2 0,1 1-1 15,0-1-1-15,-1-1 1 0,0 2 1 0,-1 0-2 0,-1 0 1 0,1 1-2 16,0-1-2-16,1-2 6 0,0 1-4 0,-3-1 4 0,1-1 0 0,1-1 4 15,-2 0 5-15,1-2 4 0,-1-1 8 0,-2 0 6 0,0-1 10 16,0-1 11-16,-1 0 0 0,-1 0-1 0,1-1-9 0,-3 1-10 0,0-1-1 16,1 0-8-16,-3 1-5 0,3-1 2 0,-2 0-4 0,-1 1-2 0,0-2 1 15,1 1-2-15,1 0-7 0,-3 0-1 0,0 2 0 0,0-1-5 16,-1-1 7-16,-1 2-4 0,0-1 5 0,-1 1-1 0,1-1-2 0,-2 0 7 16,-1 1-8-16,0-2 2 0,-2 1 2 0,2 0-9 0,1-2 6 15,-2 1-10-15,1 0 2 0,0-2 10 0,0 0-4 0,0 0 7 0,-1-1 1 16,0 0-2-16,0-2 2 0,2-2 6 0,-2-1 0 0,0-1-7 0,-2-1 5 15,-1 0-3-15,-1-1-3 0,-1-1 4 0,-1-1-2 0,-1 0-7 16,-2-1 4-16,-1 1-2 0,-3-2 4 0,0-1 4 0,-3-2 2 0,0 0 3 16,0-3-3-16,-3-2 6 0,-1 1-6 0,-1-2-4 0,-3 1 2 15,-2-1-7-15,-1 0 6 0,-1 0-3 0,-1-1-6 0,-1 1-2 0,-1-2-2 16,-2-1 1-16,1 0-7 0,-2-1 6 0,-2 0-1 0,-1-2-5 0,-3 0 11 16,0-3-15-16,-2 1-1 0,-2-1 1 0,-2 1-6 0,-2 0 8 15,-2 0-1-15,0-3 3 0,-3 0 0 0,-1-1-1 0,-2 0-2 0,0 2 3 16,-4 0 4-16,-1 1-1 0,-1 0 1 0,-3 2-7 0,-1-1 5 0,0 2-3 15,-3-3 3-15,-2 3 16 0,-2-1-7 0,-2 1 0 0,-1 0-1 16,-4 2-8-16,-2 0 1 0,-1 1 1 0,-6 0-2 0,-1 2-10 0,-2 0 3 16,-3 0-1-16,0 3 2 0,-3-1 0 0,-3 4 5 0,-3 1-5 15,-2 2 0-15,0 2 0 0,-4 3-2 0,0 2 7 0,-1 2-5 0,-2 0 2 16,-1 2-3-16,-1 0 1 0,-1 2 0 0,1-1-4 0,-2-1 2 0,-1 0-6 16,1-1-5-16,-2 2 4 0,-2 3 1 0,-2 2 1 0,-2 2 9 15,0 2 1-15,-2 1 0 0,0 1 2 0,-1 2 3 0,0 0 7 0,0 1-3 16,2-2-3-16,0-1 3 0,0 0-3 0,-1 1 9 0,0 0 2 15,1 1-1-15,0-1 4 0,1-1 4 0,-1-1-3 0,1-2 4 0,-2 2-3 16,0 0-2-16,0 0 5 0,0 1 4 0,1-1 2 0,-2 1 0 0,1 4-5 16,-3 2-6-16,0 4-4 0,1 4 2 0,0 1 4 0,3 0-1 15,2 0-2-15,3-3 2 0,3 2-9 0,1 2-3 0,-1 2-1 0,-1 8-2 16,0 1 9-16,1 2-6 0,0-1 0 0,4 0 7 0,-2-4-11 0,1 2 1 16,2 1-2-16,1 1-16 0,1 6-4 0,2 1 3 0,1 1-17 15,2 3-32-15,2-5-54 0,1-3-33 0,4-1-4 0,2-1-10 0,2 4 13 16,2 5-11-16,2 2-9 0,2 3-1 0,5 2-3 0,3-1 3 0,4 1-153 15</inkml:trace>
  <inkml:trace contextRef="#ctx0" brushRef="#br0" timeOffset="45285.69">4893 11088 290 0,'-15'-11'36'0,"1"-1"0"0,-2-2 9 0,4 2-2 16,4 4-2-16,3 0-11 0,1 1-6 0,0 1-5 0,3 0-8 0,1 0-6 15,2 1-2-15,2 0-4 0,3-1 1 0,2-1-2 0,3 0 0 16,2 1 1-16,4 0 0 0,2 0-3 0,2 1-1 0,5 0-1 0,1 0 3 15,3 1 1-15,3 1 1 0,2-1-3 0,1 0-2 0,3-2-3 0,2 0-2 16,1-2 0-16,0 0 1 0,4-2 3 0,-2-1 1 0,3-2 3 16,3-1 2-16,1 1-6 0,2-1 4 0,0 1-3 0,0 0-2 0,-1 1 7 15,2 2-2-15,-1 2 3 0,1 1-1 0,-1 2 0 0,-1 3 2 0,1 0-2 16,-1 3-1-16,0 0-4 0,-1 2 1 0,-1 2 0 0,-1 1 2 16,-1 4 1-16,1-2 1 0,-2 4 1 0,0 1 0 0,-1 1 0 0,0 0 1 15,-4 0-2-15,-2 1 2 0,0 2 0 0,-4 0-2 0,-2-1 2 16,-2 1 1-16,-3-1-2 0,-3-1 2 0,-4-1-2 0,-2 1 2 0,-4-2 1 15,-4-1 3-15,-3-3 5 0,-4 2 5 0,-3 1 8 0,-3 1 5 0,-3 2 4 16,-3 0 0-16,-5 3-4 0,-5 2-6 0,-5 1-10 0,-4 4-4 16,-4 2-2-16,-4-1 3 0,-3 4 0 0,-2-1-3 0,-3 2 0 0,-3-3-6 15,1 2-1-15,-1-2 5 0,-2-1-3 0,-1 0 5 0,0-1-1 0,0 0-4 16,1-2 1-16,0-1-3 0,2-2-2 0,0 0-1 0,1-2-4 16,0-2-6-16,1 0-4 0,1-3-8 0,4-1-9 0,2-1-5 0,3-4-7 15,5-1-5-15,0-3-6 0,3-2-16 0,2-1-10 0,2-2-96 16</inkml:trace>
  <inkml:trace contextRef="#ctx0" brushRef="#br0" timeOffset="55436.65">5323 12251 470 0,'-13'-12'99'16,"2"-1"-51"-16,-1-2 4 0,6 3-9 0,3 3-12 0,3 0-12 0,1-2-8 16,2-1-3-16,1 0-1 0,1-2-5 0,2 2 0 0,2-3 1 15,2 1-6-15,1 0-1 0,-1 1 1 0,2 1-1 0,1-1 0 0,1 0-3 16,0 1 4-16,3 1 1 0,-1 0 3 0,0 0 2 0,-1-1-6 0,1 0 2 15,1 1-2-15,0 1 1 0,-1 0-1 0,1-1 0 0,1 0 1 16,0 0 0-16,3 0 1 0,1 0 2 0,1-2-1 0,2 1 0 0,1-1-2 16,2 1 1-16,1 1 0 0,5-1 2 0,1 1-1 0,3-2-1 15,0 0 2-15,0 1-1 0,3-1 6 0,0 2 3 0,3-1 7 0,2-1 10 16,2 1 7-16,1-2 11 0,2 0 4 0,1 2-1 0,0 1 0 0,3 2-7 16,0-1-3-16,0 0 0 0,2 1-6 0,1 0-6 0,1 1-4 15,1 0-3-15,0 2-2 0,2 0-6 0,0 1-1 0,2-1-5 0,0 0 2 16,0 1 4-16,1 0-2 0,1-1 0 0,0 1-2 0,1-1 1 15,0 1 2-15,-2 0-3 0,0-1 5 0,0 1 2 0,0-1 5 0,0 0 7 16,0 1 1-16,-1-2 5 0,1 0-5 0,-1 0 0 0,1-1-5 0,-1 1-4 16,2-1-9-16,1 1-6 0,-2 1 1 0,-1 0-6 0,-1 2 7 15,-3 1 2-15,-1 1 0 0,-1 1 2 0,-4 1-5 0,-2 2-3 0,-3 1 4 16,-2 1-5-16,-3 2 7 0,0 1 0 0,-3 0 3 0,-2 2 1 0,-1-1 0 16,-3 2-2-16,-1-1 3 0,-1 2 4 0,-4-1 5 0,0 2 7 15,-2-1 1-15,-3 1 0 0,0 0-1 0,-3 1-4 0,2 0 2 0,0 0-2 16,-1 1-3-16,-2 1 8 0,-1 0-11 0,-2-2 8 0,1 1-5 0,-1 0-7 15,0 2 1-15,1-1-5 0,0 3-1 0,-1 0-1 0,1 0 0 16,1-1-1-16,-1 2-1 0,0 1 4 0,-1-1-3 0,0 2-1 0,-3 1-2 16,0-1 1-16,0 2 2 0,-2 0 0 0,-1 0 2 0,0 1-10 15,-2-2-1-15,-1 2 6 0,-1 1 2 0,0 0 7 0,-2 1-4 0,-2-1-3 16,0 2-5-16,-1 0 4 0,0 2 0 0,-1 0-4 0,-2 0 3 0,0 3-3 16,-1-1 0-16,0 1 2 0,-1 1-5 0,-1-2 1 0,-1 1-4 15,0-2 4-15,0 1-1 0,-1 1-3 0,-2-1-3 0,0-2 1 0,-1 1 5 16,0-2 6-16,0 1 4 0,-1 0-3 0,1-1-1 0,-3-1-3 0,0-2 3 15,-1 0 4-15,-2-1-4 0,1 0 1 0,-1 1-2 0,-2-2 6 16,-1 1 1-16,-1-3 0 0,-1 1 4 0,-4-3-7 0,0 0 5 0,-3-1 1 16,-2-1-3-16,-1 0 4 0,-1-2-7 0,-5 0 4 0,-1-1 2 0,-4 0-9 15,-5-1-2-15,-3-1-5 0,-5 0-6 0,-5 1 2 0,-4-2-5 16,-6 1-2-16,-6-3 1 0,-6 1-2 0,-4 0 6 0,-3-2-1 0,-4-1 0 16,-2 0 5-16,-2-1 3 0,-1 0 8 0,-1 1 0 0,-2-1 0 15,0-3 0-15,-1-1 10 0,-1-2-3 0,0-1-4 0,-1-3 0 0,-2-1-13 16,1-2 11-16,5 1 4 0,3-2 9 0,4-2 5 0,1-1-8 0,2-1-5 15,-1 0-13-15,2-1-1 0,-1 0-1 0,2 1-2 0,2 0 0 16,1 1 1-16,3 0 3 0,1 0 7 0,3-2 3 0,3 0-19 0,1 1-2 16,2 2-3-16,0 0 4 0,-1 1 6 0,1 0-4 0,-3 0-2 15,1 0 4-15,2 0 9 0,2 1 9 0,7-1 1 0,4 0 0 16,3-1-8-16,2 1-3 0,1-1-3 0,0 0-3 0,1-2 8 0,4-1-2 0,2 0 0 16,6 0-2-16,2 1-3 0,1 1 0 0,5-1-1 0,2 1-2 15,2 0 2-15,4 1 0 0,2 1 0 0,0 1 3 0,4 1 2 0,1 1-1 16,2-1 2-16,1 1-1 0,1 0-3 0,2 0-1 0,1 0 2 0,1 1 1 15,1 0-3-15,1 1-1 0,0 0-4 0,2 0 5 0,0 0-1 16,0 1-3-16,2 0 4 0,0 0-5 0,0 0-2 0,1 1 2 0,1-1 0 16,0 0-1-16,1 0 1 0,0 0-1 0,1 1 3 0,1-1 2 15,0 0-1-15,0 1 4 0,1 1 2 0,0-1 0 0,1 0 2 0,-1 0-2 16,0 0 1-16,0 0-3 0,0 0 1 0,-1 1 2 0,1 1-1 0,-1-1-3 16,0 1 1-16,-1 0 3 0,0 0 2 0,0 0 2 0,-2 0-4 15,1-1-3-15,0 1 0 0,0 0 5 0,0-1 2 0,0 1 0 0,0-1 0 16,-1 0-5-16,1 0 3 0,0-1 4 0,0 0-6 0,0 0 1 0,0 1-2 15,0-1-2-15,-1 0 9 0,0 0-2 0,0 0-3 0,1 0 2 16,-1 0-6-16,0 0 2 0,1 0 2 0,-2 1-3 0,1 0 2 0,0 0 0 16,-1 0 1-16,1 0 0 0,0 1 2 0,0-1 0 0,-1 0-3 0,0 1 0 15,0-1 3-15,0 1-5 0,0 0 2 0,0 0 3 0,0 0-7 16,0 0 7-16,0 0-2 0,-1 0-1 0,1 0 0 0,0-1 6 0,0 1-6 16,1-1-2-16,0 1 1 0,-1 1-2 0,0-2 3 0,-1 1 4 15,1-1-1-15,-1 1-1 0,0-1-2 0,1 0 1 0,-1 0 0 0,1 1 1 16,-1-1-1-16,0 1 1 0,1 0 2 0,-1 0-8 0,0 0 8 15,1 0-6-15,-2 0 0 0,2 0 3 0,-2 0-4 0,1 1 0 0,0 1 8 16,1 0-7-16,-1-1 2 0,0 1 0 0,0 0-4 0,0 0 7 0,1 1-3 16,-2-1-4-16,2 0 2 0,-1 0-2 0,1 0 3 0,-1 1 3 15,0-1-3-15,1 0 2 0,-1 0 1 0,0-1 1 0,1 1-1 0,-2 1-2 16,0-1 2-16,1 0-8 0,-1-1 9 0,1 1 0 0,0-1-6 0,-1 0 4 16,1 1-2-16,-1 0 2 0,0 0 1 0,0 0 1 0,0 0-3 0,0-1-3 15,-1 0 6-15,2 1-1 0,-1-1 0 0,1 1 1 0,0-1-3 16,1 0-3-16,-1 1 3 0,1-2 1 0,0 1-4 0,0 0 5 0,0-1-6 15,0 1 1-15,1 0 3 0,0 0 0 0,-1-1 1 0,1 1-4 16,0 0 1-16,0-1 2 0,0 1 1 0,0 0-4 0,-1-1 5 0,0 1-5 16,1 0 1-16,-1 0 2 0,0 1-1 0,0-1 1 0,-1 1 0 0,1 0 1 15,-1 0 1-15,1 1 1 0,-1 1-2 0,-1-1 0 0,0 1-1 16,0 0-1-16,1 0-2 0,-2 1 2 0,2-1 1 0,-2 0-3 0,2 1 2 16,-1-1-2-16,-1 0 0 0,1 0-1 0,0-2 0 0,0 1-1 0,2-1-4 15,-1 0-8-15,1-1-13 0,0 0-39 0,1-1-13 0,1 0-20 16,1-1-15-16,2-1-4 0,1-3-27 0,3-2-21 0,2-2 0 0,2-4 3 15,2-2 32-15,2-2-11 0,-1-1-206 0</inkml:trace>
  <inkml:trace contextRef="#ctx0" brushRef="#br0" timeOffset="56186.65">4695 13267 574 0,'-20'-8'-5'0,"1"1"68"0,-3-3-2 16,6 1 0-16,4 0-7 0,3 1-10 0,1-1-2 0,2 0-6 0,3 0-6 15,2 0-8-15,2 0-6 0,3-1-3 0,2 1-4 0,3-1-4 0,1 0 1 16,4-1-2-16,2 1 0 0,2-1 2 0,2 2 0 0,3-2-1 16,3 0 1-16,1-1-1 0,3-2 1 0,3 0 1 0,3-2-4 0,3-3 0 15,0 0-1-15,3-2 1 0,3 0-1 0,-1 2-2 0,3-2 0 16,2 1-4-16,1 0 3 0,1 0-1 0,0 0 1 0,0 0-1 0,1 2 0 16,1-1-4-16,1 0 0 0,1 0 0 0,1-1-1 0,1 2 8 0,1 2 3 15,2-2 3-15,1 1-2 0,2-2-3 0,3 2-2 0,1-1 1 16,1 1 5-16,5 0 2 0,1-1 1 0,5 0 1 0,1 0 0 0,3 3-4 15,1 2-4-15,0 0-3 0,2 2 1 0,2 1-4 0,0 2 1 0,2 2 2 16,-2 2-3-16,0 3 4 0,-3 3-2 0,-2 2-4 0,-1 1 4 16,-5 1-1-16,-1 1-1 0,-2 1 7 0,-2 1-2 0,-1 0-1 0,-3 2 1 15,-1 0-4-15,-1 1-1 0,-2 2 4 0,1 2-3 0,-2 0 2 16,1 0 0-16,-1 2-3 0,0 1 7 0,0 0 1 0,0 1 4 0,-1-1-4 16,0 1-5-16,-2-1 5 0,0 0-1 0,-1 2 5 0,1-3 1 0,0 1-2 15,-2 1 0-15,2-2-2 0,-1 1 1 0,-1-1-1 0,0-1-8 16,-2 2 2-16,-2 0-3 0,-1 0 1 0,-4 1 8 0,-3 1-3 0,-2 1 1 15,-1-2 0-15,-4 1 3 0,-1-2 6 0,-3 0 5 0,-5-1 13 0,0 1 31 16,-5-1 8-16,-1 1 12 0,-1 2-1 0,-4-2-22 0,-1 1-2 16,-1 2-6-16,-3-2 1 0,-1 1-11 0,-2-1-7 0,-3 0-8 0,-1 1-5 15,-3 0 0-15,-1 0 3 0,-3 0 0 0,-2 1-6 0,-2-1 1 16,-4 2 7-16,-4-1 0 0,-5 0-4 0,-4 2-4 0,-4-2-10 0,-6 4-3 16,-5 0 6-16,-4-1-3 0,-5 2 3 0,-5-2-3 0,-4 0 2 0,-3-1 5 15,-4 1 0-15,-2 2 8 0,-4-1 8 16,-1 2 4-16,1 0 10 0,-2 0 7 0,0-1-10 0,-2 1-2 0,3-1-10 0,-2 2-4 0,1 0-3 15,1-1-4-15,-3-1-2 0,-1-1-10 0,0 0 8 0,-3-3-8 0,1 3 2 16,0-1 2-16,-3-2-10 0,1 1 6 0,-3-3 0 0,0 1-3 16,-3-3 4-16,-3-2-9 0,-2-1 2 0,-3-1 2 0,-2 0-4 0,-3-2 5 15,-3-1-9-15,-1 1-4 0,-2-2 1 0,0 0 7 16,2-1 4-16,-1-1-5 0,1 0 0 0,1 0-8 0,-1-1 4 0,3-1 6 0,0-1-2 16,5-1-3-16,0-2-5 0,3 0 9 0,3-1-3 0,2-2-1 0,8-1 3 15,4 0-6-15,5-2 3 0,7 1 2 0,5-2 0 0,4 0-7 16,6 1 5-16,3-1-6 0,6 1-8 0,2 1-9 0,6-1-33 0,4 1-31 15,2 0-44-15,5 1-51 0,1-1-67 0,3 1-58 0,1 0-17 0,4 0-6 16,2 2-102-16</inkml:trace>
  <inkml:trace contextRef="#ctx0" brushRef="#br0" timeOffset="89071.5">15915 4755 1236 0,'-2'4'135'0,"-1"-1"-41"15,0 3 31-15,1 0 37 0,1 0 41 0,1 1-4 0,-1 1-44 0,2 0-41 16,0 3-20-16,0 0-7 0,1 2 0 0,1 2 1 0,1-1-5 0,0 1-8 16,1 1 0-16,1 1-3 0,0 0 1 0,1 2 2 0,0 0-2 15,1-1-15-15,1 0-13 0,-1 1-10 0,1-3-11 0,-1 0-11 0,0-1-4 16,0-2-6-16,1-1-1 0,-1 0 4 0,1-1 1 0,-1 0 4 16,0-2-3-16,0 0-3 0,-1-1 1 0,-2-2-12 0,0 0 10 0,0-1-10 15,-2-2-5-15,0-1-22 0,0 0-42 0,-1-1-48 0,-1-1-57 0,0-1-55 16,0-2-41-16,-2-2-64 0,1-2-123 0,0-1-72 0,0-4-2 15,0-2-41-15</inkml:trace>
  <inkml:trace contextRef="#ctx0" brushRef="#br0" timeOffset="89204.5">15959 4458 795 0,'-6'-9'185'0,"0"1"23"0,-1-1 28 0,1 3 3 0,1 1-8 15,0 2-33-15,0 1-54 0,1 1-34 0,1 1-13 0,0 0-18 0,0 0-13 16,0 1-16-16,1 0-16 0,-1 0-10 0,1 1-13 0,0 0-7 15,0 0-4-15,1 0-2 0,0-1-6 0,0 1-12 0,2 1-41 0,0 0-59 16,2 0-67-16,0 0-86 0,2 1-91 0,1 0-75 0,2 1-32 0,1 2-116 16</inkml:trace>
  <inkml:trace contextRef="#ctx0" brushRef="#br0" timeOffset="89504.79">16514 4870 1445 0,'6'10'269'0,"1"0"-129"0,1 2 23 0,-1-2 14 0,0-2 13 16,0 0-27-16,-1 0-56 0,2-1-36 0,0-1-26 0,1-2-7 15,0-1-4-15,1-1-4 0,-1-2 1 0,0-1-4 0,1-1 2 0,0-1-2 16,1-1 0-16,0-2-6 0,1-1-2 0,-1-1 2 0,1-2-4 16,0 0 6-16,0-2 1 0,0-2 1 0,-1 1 3 0,1-2-3 0,1-1-4 15,-1-1-5-15,0-2-2 0,-1 1-3 0,0-1 0 0,-1 0 1 0,-1 0-3 16,-1 0 2-16,-1 1 0 0,-2 0-8 0,-1 2 5 0,-3-1-3 0,-1 0-3 15,-1 2 3-15,-1 0-1 0,-4 2-4 0,-1 0 2 0,-2 3 1 16,-2 2-3-16,-1 2 2 0,-2 1 0 0,1 3-2 0,-3 2 2 0,0 1 0 16,0 3-6-16,1 2-1 0,-1 2-5 0,0 3 0 0,1 3 4 15,-1 1-14-15,1 2-5 0,0 0-30 0,0 2-39 0,-2 0-44 0,0 2-54 16,1-1-60-16,2 2-63 0,0-2-122 0,2-2-81 0,2-1-3 0,3-4-85 16</inkml:trace>
  <inkml:trace contextRef="#ctx0" brushRef="#br0" timeOffset="89671.78">16812 4044 990 0,'-3'18'195'0,"0"8"-83"0,-1 7 30 15,3 0 29-15,0 0 23 0,2 1-30 0,-1 3-53 0,2 4-52 0,1 0-32 16,0 2-22-16,1 2-20 0,1-1-63 0,0 0-141 0,2-1-233 0,2 0-236 15,0 0 98-15</inkml:trace>
  <inkml:trace contextRef="#ctx0" brushRef="#br0" timeOffset="90538.78">16769 4464 405 0,'-4'-1'99'0,"0"1"-31"0,-1 0 16 0,1 0 18 0,0 0 28 0,1 0 15 15,-1 0-5-15,2 1-15 0,-1 0-17 0,0 0-9 0,1 2 0 16,0 0-4-16,0 0-5 0,0 2-4 0,1 0-14 0,0 1-11 0,0 3-6 16,1 1-8-16,0 1-8 0,1 2-2 0,0 2-10 0,2 0-6 0,0 4 1 15,1 1-1-15,2 0-1 0,-1 0 4 0,2 2-5 0,0-1-1 16,1 1-1-16,1 0-2 0,0 0-5 0,0 0-3 0,-1-3-2 0,2 2-5 16,-1-2 3-16,1-1-5 0,0-2-1 0,0-1 3 0,0-1-4 15,-2-1-1-15,2-1-21 0,-1 0-37 0,-2 0-44 0,1-1-56 0,-2-1-74 16,-1-1-106-16,-1-2-82 0,-1 2-90 0,-1-3 71 0</inkml:trace>
  <inkml:trace contextRef="#ctx0" brushRef="#br0" timeOffset="95071.58">17013 3106 699 0,'-1'11'109'0,"0"4"15"0,1 4 29 16,-1 2 34-16,2 3 22 0,0-1-14 0,1 7-39 0,1 1-41 15,2 4-23-15,1 5-9 0,0 1-21 0,2 5-16 0,-1 4-11 0,2 3-9 16,1 5-5-16,2 2-3 0,0 3-9 0,0 4-11 0,1 5 4 15,1 5-4-15,0 5 2 0,3 5 3 0,-1 2-7 0,1 5-5 0,2 2-5 16,-2 5 8-16,1 5-1 0,2 4 5 0,0 3 5 0,-1 3-4 0,3 3-2 16,-1 2 3-16,0 5 3 0,1 2 10 0,-2 4 17 0,0 2 8 15,0 1 14-15,-1 2-2 0,0 3-16 0,0 1-9 0,1 0-17 0,-1 3 5 16,0-1 4-16,1-2 1 0,-1 2 20 0,1-1 4 0,2-1-1 0,-2 1 10 16,2-2-23-16,0-3 0 0,-1-1 3 0,3-2-2 0,1-2 6 15,2-1-8-15,-1-4-8 0,0-1-2 0,-1-2-5 0,-1-4 4 0,0-2-10 16,-1-5-6-16,-1-5-5 0,0-4 2 0,-2-5-2 0,-2-7 0 0,-1-4-31 15,-1-6-30-15,-3-4-56 0,0-6-61 0,-2-6-71 0,-2-5-91 16,-2-6-143-16,-2-5-69 0,-1-6 39 0,-2-8 120 0</inkml:trace>
  <inkml:trace contextRef="#ctx0" brushRef="#br0" timeOffset="95504.61">13901 7096 2585 0,'5'-17'23'0,"2"-1"-27"0,5-4 0 0,6 1-4 0,8 0 12 0,7 2-16 15,7-2-17-15,5-1-6 0,5 2-14 0,3-3 11 0,5 0 11 16,5 1 8-16,2-2 10 0,5 0-6 0,3 0 6 0,6-1-12 0,4-2 0 16,6-1 7-16,4-1 1 0,5-4 11 0,6 1 5 0,7-4-1 0,4-1-4 15,8-1 2-15,5-5-4 0,6 3 7 0,6-2 4 0,6-2-1 16,6 0 8-16,5-2-7 0,6-1 2 0,5-1 5 0,5-2-1 0,6-1 12 15,3-1 10-15,5-1 8 0,4 0 8 0,4 1 5 0,4-2-7 16,3 1-3-16,4 2-7 0,3-1-14 0,1 1-4 0,3 2-3 0,2-1-8 16,-2 2 3-16,3 2-5 0,-4 1-1 0,1 2 0 0,-3 2-4 0,-1 1-10 15,-4 2 12-15,-5 1-1 0,-2 2-6 0,-6 0-23 0,-3 3-62 16,-6 1-73-16,-5 2-84 0,-5 3-107 0,-4 2-81 0,-3 1-58 0,-6 1-10 16,-5 2 57-16</inkml:trace>
  <inkml:trace contextRef="#ctx0" brushRef="#br0" timeOffset="97189.02">16149 6792 372 0,'-1'-2'210'0,"2"1"-36"15,-1-1 24-15,0 0 32 0,0 0 26 0,0 1-7 0,0 0-32 0,0 1-33 16,0 1-34-16,0-1-19 0,0 1-5 0,-1 1-14 0,1-1 1 16,0 2-9-16,0 0-2 0,0 0-10 0,0 2-5 0,1 1-12 0,-1 0-11 15,1 3-5-15,1 0-12 0,0 1 0 0,0 1-7 0,2 0-3 16,-1 1-4-16,1 1-7 0,1 2-2 0,1 2-13 0,0-1 3 0,1 2-20 16,1 1-2-16,0 1 1 0,0-1 5 0,1 2 10 0,0-1-1 15,1-2 1-15,-1 0-12 0,-1 0 0 0,1-2-11 0,0 1-5 0,-1-2-17 16,1 0-19-16,-1-3-11 0,-1 1-22 0,-1 0-14 0,1-1-38 0,-1-1-48 15,-1-2-51-15,-1 0-72 0,0-1-89 0,-2 0-81 0,1-1-28 0,0-1-25 16</inkml:trace>
  <inkml:trace contextRef="#ctx0" brushRef="#br0" timeOffset="97721.5">16395 6872 576 0,'-1'-3'328'0,"0"-1"-176"0,0-2 3 0,2 0 14 0,0 0 15 15,2 1-6-15,0-1-25 0,0 1-38 0,1 0-22 0,1 0-10 0,0 0-14 16,0 0-9-16,1 2-11 0,0 0-13 0,-1 0-7 0,2 0-5 16,-1 1-8-16,1 1-2 0,-1 1-5 0,1 1-6 0,-1 1 4 0,0 1-3 15,1 1-1-15,-2 0-1 0,0 1 0 0,1 1-2 0,0 2 4 16,-1 0-4-16,-1 1 0 0,0 0 0 0,-1 2-1 0,0-2 1 0,0 2-2 15,-1 0 2-15,1 1-3 0,-1-1 1 0,0 0 2 0,-1 0-9 0,1 0-2 16,-1-1-1-16,0 0 4 0,0 0 6 0,0-2 6 0,0 0 0 16,1-1-2-16,-1-1-1 0,1-1-1 0,0-1 0 0,1 0-1 0,1-1 1 15,0-1 3-15,1-2-3 0,0-1 1 0,1 0 1 0,2-2-2 0,-1-1-2 16,1-1 2-16,0-2 2 0,0-1 0 0,1 0-1 0,0-2 1 16,1 0 7-16,0-1 2 0,0-1 5 0,-1 0-1 0,2-2 1 0,-2 0 6 15,1 0 2-15,0 1 7 0,1 1 2 0,-1 3 3 0,1-1 5 16,0 2 3-16,0 2-3 0,-1 0 4 0,-1 2-4 0,0 1-4 0,-1 2-3 15,2 1-6-15,-1 1-3 0,0 1-6 0,0 1-3 0,0 1-1 0,0 0-1 16,0 1-1-16,1 1-6 0,0 0-2 0,-1-1-5 0,0 0 2 16,0-1 1-16,-1-1-3 0,2 0 2 0,0 0 0 0,0-2 3 0,-1-1 4 15,1-1 1-15,-2-2 1 0,0-1 3 0,0 1 5 0,0-3 2 0,-1 0 10 16,0-2 1-16,-1-1 4 0,0 0 0 0,-1-1-3 0,-1-2-4 16,-1 2-9-16,-1-1 2 0,-1 0-11 0,-1 0 4 0,-1 0-4 0,-1 1-2 15,-2 0 6-15,-1 0-8 0,-2 0 4 0,-3 0-3 0,0 1-6 16,-1 1 2-16,-3 1-3 0,1 0-1 0,-2 2 4 0,0 3-2 0,-1 1-4 15,3 2 6-15,-1 2-8 0,0 2-9 0,0 2-4 0,1-1-16 0,-2 4-13 16,1 1-9-16,1 2-30 0,1 1-29 0,1-1-28 0,0 3-55 16,1 1-58-16,1 1-109 0,2-1-151 0,2 2-86 0,2-1-13 0,2-1 161 15</inkml:trace>
  <inkml:trace contextRef="#ctx0" brushRef="#br0" timeOffset="100155.52">18370 5882 271 0,'2'-3'224'0,"0"0"-35"16,1 0 24-16,-2 0 23 0,-1 1 8 0,1 0-14 0,-1 2-29 0,0-1-43 15,0 1-25-15,0 2-16 0,-1 0-14 0,-1 2-9 0,0 0-2 16,0 1-13-16,0 2 1 0,-1 1-7 0,0 3-7 0,0 2-5 0,0 2-10 15,-2 1-14-15,1 4-5 0,-1 3-3 0,-1 1-5 0,1 4 2 16,-2 0-5-16,1-1-2 0,0 5-7 0,-1-1 1 16,0 1-1-16,0 2-5 0,-1-3 2 0,1 0-13 0,-3-2-3 0,1 0 11 0,-2-1 3 0,-3-3 5 15,1 1-2-15,-2-3-17 0,1-1 0 0,-2-1-10 0,0-4-18 16,-1-1-28-16,1-2-55 0,-1-2-60 0,0-3-94 0,2-1-110 0,-2-3-135 16,-1-3-64-16,-1-3 47 0,2-3 116 0</inkml:trace>
  <inkml:trace contextRef="#ctx0" brushRef="#br0" timeOffset="100304.8">17733 6072 572 0,'0'-1'103'16,"0"2"15"-16,1 2 41 0,2 0 23 0,2 3 15 0,3 2-16 0,3 1-22 15,3 3-10-15,3 0-8 0,4 1 0 0,4 3 1 0,2 2 7 16,4 1 4-16,0 1-16 0,2 1-7 0,3 0-12 0,1 0-19 0,3-1-14 16,0 0-30-16,0-2-27 0,1-1-16 0,-3 0 13 0,2-2-5 0,0 0-3 15,-1-1-4-15,1 0-34 0,1 0-15 0,-1-1-38 0,-1 2-46 16,0 0-50-16,-3 1-96 0,2-2-119 0,-2 1-176 0,1-1-66 0,0 0-150 15</inkml:trace>
  <inkml:trace contextRef="#ctx0" brushRef="#br0" timeOffset="102055.17">16191 7945 1507 0,'0'-6'70'16,"0"-1"-1"-16,0 0 29 0,0 2 31 0,2 0 19 0,0 1 2 0,1 0-14 15,0 1-23-15,0-1-14 0,1 0-10 0,0 0-14 0,0-1-11 0,1 1-15 16,0-2-9-16,0 1-7 0,1-1-1 0,1 1 2 0,0 0-2 0,-1 0 1 15,2 0-6-15,1 2-8 0,1-3-5 0,1 1 0 0,0 0-4 16,0 1-1-16,1 0-4 0,1 1-5 0,0 1 2 0,0 0-1 0,0 2-1 16,1 1 0-16,0 1 0 0,0 1 2 0,-1 2-4 0,0 1 2 15,-1 2-5-15,0 1 3 0,0 0-1 0,-3 3-2 0,-1 0 1 0,0 1 1 16,-2 1 1-16,0 1-1 0,-2 1-3 0,-1-1-1 0,-1 0-3 0,-1-3 8 16,-1 1-1-16,0 0-1 0,-1-1 4 0,0 0-5 0,0-3 0 15,2 0 5-15,-1-2-2 0,1 0 2 0,1-1 0 0,-2-2-1 0,2 0 1 16,1-1 3-16,0-2-3 0,1 0 2 0,2-1 0 0,-1-2-6 15,1 0 8-15,1 0-1 0,-1-1 0 0,1 0-3 0,1 0 2 0,0 1-4 16,1-1 1-16,-1 2 6 0,-1 0-2 0,1 0 1 0,0 1-2 0,1 2 3 16,0-1-5-16,-1 2 7 0,1 1-4 0,-1 0-1 0,0 1 3 15,1 1-3-15,0 1 5 0,-1-1 0 0,1 3 0 0,-1 0-2 0,0 1 0 16,-1 0 0-16,1 1-5 0,-2 0 9 0,0 1-4 0,0 1 1 0,-2 0 1 16,1 1-6-16,-2-1 1 0,0 1 0 0,-2 1-16 0,0 0 0 15,-1-1 5-15,-1 2-3 0,0 0 3 0,-2 0-12 0,0-1-27 0,-1 0-27 16,-1 1-33-16,0-2-35 0,-1 0-42 0,0-1-48 0,-1 0-79 0,2-3-102 15,0-1-70-15,0-2 10 0,1-3-26 0</inkml:trace>
  <inkml:trace contextRef="#ctx0" brushRef="#br0" timeOffset="102689.17">17082 7902 1251 0,'-3'7'163'0,"0"2"-34"0,0 1-9 0,1-1-9 0,0-1 0 15,0-2-9-15,2 0-24 0,-1-1-23 0,2-2-14 0,-1-1-3 0,1-2 2 16,-1-1-2-16,2-1 1 0,-1 0-3 0,1-2-8 0,0-1-2 0,1 0-8 15,-1-3 2-15,1 0-1 0,-1-1-4 0,0 0 2 0,-1 1-6 16,0-1 3-16,0 0-3 0,0-1-6 0,-1 0-2 0,0 0 2 0,-1 0-2 16,-1 1 7-16,0 1-4 0,-2-1-4 0,0 2-4 0,-1 0-4 0,0 1 1 15,-2 1-5-15,0 1-1 0,-2 1 0 0,0 1-4 0,-2 2 2 16,0 0 2-16,-1 2 2 0,1 1 4 0,2 0 2 0,-2 1 0 0,2 0 3 16,0 1 0-16,0 0-3 0,1 0 5 0,1 1-4 0,1 0 2 15,3-1-1-15,-1 1-6 0,0-1 3 0,1 2-4 0,1-1-1 0,2 1 0 16,0 1 1-16,2-1-1 0,0 1-4 0,1-1 3 0,0 0-10 0,2-2-1 15,-2 1-5-15,2 0-1 0,2-2 0 0,0 0 1 0,0-2 1 16,0 0 3-16,1-1 4 0,-1 0 4 0,1-1 5 0,-1-2 0 0,1 1 6 16,1 0 0-16,-1-2 3 0,0 1 5 0,1-1-2 0,-1 0 1 0,0 0 0 15,-1-1-2-15,0-1 4 0,1 1-2 0,-1-1-1 0,0-1 6 16,0 0-7-16,0 0 4 0,0 0 0 0,-2-1 0 0,1 1 1 0,0-2-1 16,0 1 4-16,-1 2 1 0,1-2-4 0,-2 1 3 0,0 0-7 15,0 1 5-15,0 0-2 0,-1 1-2 0,0 1 4 0,0 0-4 0,-1 0 1 16,1 1-2-16,-3 0-6 0,2 0 3 0,-1 1-2 0,-1 0 2 0,1 1 2 15,0 0-5-15,0 0 0 0,-1 0 0 0,0 0-2 0,0 0-1 16,-1 0 0-16,0 0-3 0,1 0 4 0,-1 0 3 0,1 0-4 0,1 1 2 16,-2-1-8-16,1 0 2 0,0 0 1 0,0-1 7 0,0 1 1 0,0 0-1 15,0-1 1-15,0 1-5 0,0 0 8 0,1-1-2 0,0 0 0 16,-1 0 3-16,0 0-2 0,0 0-1 0,1 0 0 0,-1 1-1 0,0 0 1 16,0-1-2-16,0 0 2 0,0 0 3 0,0 1-4 0,0-1 1 15,0 0 0-15,0 0-3 0,0 0 3 0,0 0-5 0,1 0-1 0,-1-1-2 16,1 1-4-16,0-1-5 0,-1 1-16 0,1 0-17 0,0 1-30 0,0-1-33 15,1-1-41-15,-1 1-42 0,0-1-29 0,0 0-24 0,0 0-22 16,0 0-8-16,0 1-123 0</inkml:trace>
  <inkml:trace contextRef="#ctx0" brushRef="#br0" timeOffset="103239">17349 7556 762 0,'-3'0'130'0,"1"0"-9"0,-1 2 7 15,0-1 10-15,2-1 4 0,-1 1-11 0,0-1-25 0,1 1-22 0,0-1-17 16,1-1-12-16,-1 0-15 0,0-1-9 0,1 0-7 0,0 0-7 16,0 0-2-16,0-1 4 0,1 0-7 0,-1 0 2 0,0 0 0 0,0 0-2 15,0 0 2-15,0 0 3 0,-1-1-1 0,0 0 7 0,1 1-1 0,-1-1 1 16,0 0 3-16,-1 0-1 0,-1-2 0 0,1 1-4 0,-1 0-4 16,0-1-4-16,-1 1-1 0,1 0-1 0,-2-2 4 0,0 1-3 0,0 0-5 15,1 1 4-15,-2 0-11 0,-1 0 0 0,-1 2-1 0,0 0-7 16,-2 1-4-16,1 2-2 0,-1 0-1 0,0 1 3 0,-2 1 3 0,0 2 3 15,0 0-3-15,0 2 3 0,2-1 2 0,1 2-2 0,0-1 6 16,1 2-5-16,0 0 1 0,2 1 4 0,1 1-2 0,1-1 4 0,1 0-1 16,0 0 1-16,3 0-1 0,0-2 1 0,0 1-5 0,3-1 6 0,0-1-5 15,2-1 2-15,2-2 3 0,0 0 2 0,1-1-2 0,1-1 1 16,2-1 1-16,0-1-1 0,2 0 5 0,1-2-3 0,0 0-1 0,-1-1 1 16,0 0-2-16,0-1 4 0,0 0 1 0,0 0-3 0,-2 0 9 0,0 1 0 15,1 1 2-15,-1-1-2 0,1 2 5 0,-1 1 2 0,0 1-5 16,-1 1 11-16,0 1-6 0,0 1-2 0,-1 1 8 0,0 2-7 0,-1 1 0 15,0 1 0-15,0 2-4 0,-1 0 1 0,0 2-2 0,-2 0-1 16,0 0-11-16,-1 3-4 0,-1-1 0 0,0 1-1 0,-2 1 6 0,-2 1 0 16,0 0-7-16,-2 0 0 0,-1 1-9 0,-1 0-8 0,-1 0-9 0,0-1-25 15,0 0-33-15,-1 0-47 0,1-2-68 0,0 0-98 0,1-1-118 16,0-1-85-16,0-2-41 0</inkml:trace>
  <inkml:trace contextRef="#ctx0" brushRef="#br0" timeOffset="103522">18741 6926 1404 0,'-11'4'118'0,"-1"3"12"0,-3 3-4 0,1 2 16 0,1 0 13 16,0 0-22-16,-1 1-28 0,-1 3-31 0,0 1-23 0,-1 3-6 0,-1 0-9 15,1 4-11-15,0 0-8 0,-2 3-9 0,0 2-1 0,0 1-7 0,-2 3-7 16,0 4 3-16,-1 1-9 0,-1 1-11 0,-1 1-7 0,1-2-30 16,-1 2-45-16,0-1-68 0,-2-1-113 0,0-3-164 0,1-5-123 0,0-5-97 15</inkml:trace>
  <inkml:trace contextRef="#ctx0" brushRef="#br0" timeOffset="103672">18231 7008 1160 0,'24'17'658'0,"3"5"-630"0,9 5 10 0,-3 3 26 16,-1 0 37-16,2 4 25 0,2 2 0 0,0 0-31 0,-3 3-36 0,-2-1-26 15,-3-2-19-15,1-3-22 0,-4-3-39 0,1-3-61 0,-1 0-99 16,-1-3-144-16,1 0-145 0,0-1-71 0,2-5-26 0</inkml:trace>
  <inkml:trace contextRef="#ctx0" brushRef="#br0" timeOffset="104372.78">16050 9034 1387 0,'-2'1'186'16,"-2"1"-43"-16,0 1 36 0,1-1 8 0,1 2-2 0,2 1-23 0,0 0-33 15,1 2-20-15,0-1-11 0,0 3 4 0,1 0-5 0,1 0-6 16,0 1-13-16,2 2-11 0,0-2-2 0,2 3-7 0,-1 2-6 0,3 0-8 15,1 1-7-15,1-1-6 0,1 2-3 0,1 2-6 0,0-1-9 0,0 2-2 16,2 0-2-16,-1 1-7 0,0 1 2 0,2 1-2 0,0-1 4 0,-2 1-5 16,-1-1 1-16,-1-1-4 0,-1 0-20 0,-1 0-15 0,-1-1-30 15,0 2-10-15,-1-1-25 0,-1-1-29 0,0-1-27 0,1 0-50 0,-1-4-58 16,-1 2-87-16,0-3-129 0,0-3-127 0,0-3-203 0</inkml:trace>
  <inkml:trace contextRef="#ctx0" brushRef="#br0" timeOffset="104888.78">16484 8889 1621 0,'4'-2'168'0,"0"-1"25"0,2 1 16 0,3-1 0 0,1 0-32 16,3 0-40-16,2 0-38 0,0 1-14 0,0 0-9 0,1 0-9 0,-1 1-12 15,-1-1-9-15,1 0-18 0,0 1-5 0,-1 1-11 0,-1 1-5 0,0 1 2 16,2 1-4-16,-1 1-1 0,1 2-2 0,-3 1-15 0,0 1 2 15,0 2 4-15,-2 3 6 0,0 3 13 0,-1 1-7 0,-2 0-1 0,0 3-9 16,0 0 1-16,-1 1-7 0,0 0 3 0,-1 1-8 0,0-2-2 0,0 1 8 16,-1 0-3-16,0 0-4 0,-1 1 1 0,0-1-12 0,-1 1 4 15,0-2 2-15,0-3-6 0,1 0 3 0,-1-1-1 0,1-1 1 0,-1-3 1 16,0-2 2-16,1-1-5 0,-1-1 2 0,1-2-4 0,1-2-1 16,-1 0 4-16,1-3-2 0,0-1 4 0,0-1 3 0,0-3 8 0,1-1 3 15,0-3 5-15,-2-2 7 0,3-2-4 0,1-2 7 0,-1-2 3 16,2-3 0-16,0 1 0 0,0-4 0 0,0 1-1 0,2-1 1 0,-2 1 3 15,4 1 2-15,0 3 2 0,1 0 1 0,0 2 2 0,-1 2 2 0,0 1 3 16,1 0-1-16,0 2-4 0,0 1 0 0,-1 2-6 0,2 1 3 16,0 1-1-16,0 2-4 0,0 0-2 0,1 2-3 0,0 1-1 0,-1 1-6 15,-1 1 2-15,0 0-5 0,-1 0 5 0,0 0-2 0,0 0 1 0,-1 0-3 16,0-1 3-16,0-1-6 0,0-1-3 0,0-1 1 0,2-1-1 16,-2-1 2-16,2-1 3 0,-2-1 0 0,1-1 1 0,-2-2 8 0,-1 0 1 15,1-3 2-15,-2 0-1 0,1 0-4 0,-2-2 0 0,-1 0 1 0,0 1 15 16,-1-1 3-16,-1 1 6 0,0-1 0 0,-3-1-11 0,0 1 1 15,0 2 2-15,-3-1-2 0,1 0 2 0,-3 1-2 0,-2 0 1 0,-1 2-4 16,-3 0-2-16,0 2-5 0,-3-1-7 0,1 2 5 0,-3 2-1 0,0 1-6 16,-1 2 0-16,0 2 0 0,0 3-10 0,-1 2 5 0,1 3-9 15,1 3-8-15,-2 2 0 0,1 1-14 0,-1 4-14 0,1 1-12 0,-2 2-26 16,-1 2-27-16,2-1-43 0,-2 0-40 0,3 1-36 0,0-1-59 16,3-1-55-16,1 0-46 0,2-2-35 0,2-2-86 0</inkml:trace>
  <inkml:trace contextRef="#ctx0" brushRef="#br0" timeOffset="105271.78">17426 8563 832 0,'-2'4'178'16,"0"1"-2"-16,0 2 8 0,1-1 1 0,2 0-9 0,0 1-30 0,2-1-33 16,1 0-24-16,0 0-10 0,2 0-12 0,-1-1-13 0,2 1-6 15,0-2-12-15,1 0-7 0,0 1-3 0,1-1-4 0,1 1-2 0,0-1 3 16,-1 0-3-16,0 0-4 0,0 0 0 0,-1 0-2 0,1 0-5 15,1 0 6-15,-2-1-4 0,0 1-5 0,1-1 0 0,-1 1 4 0,-1-1-2 16,0 0 2-16,-1 0-1 0,0 1-1 0,-1 0 2 0,-1 0-1 0,0 1 3 16,-2 0-1-16,-1 1-3 0,-1 0 0 0,-1 0 0 0,-1 1-1 15,-1-1-5-15,-2 0-2 0,0 1-2 0,-1 1-13 0,-2-1-7 0,1 1-20 16,-3 0-35-16,-2 0-35 0,1-2-46 0,-1-1-51 0,-2-2-68 0,2-1-72 16,-3-2-44-16,1-1-8 0,-1-2 17 0,2-3 123 0</inkml:trace>
  <inkml:trace contextRef="#ctx0" brushRef="#br0" timeOffset="105388.78">17362 8399 632 0,'5'-5'175'0,"2"-2"-14"0,2-1-10 0,1 1-8 15,-1 0-7-15,1 1-27 0,2-1-30 0,1 0-26 0,1 0-26 0,1 0-13 16,-1-1-11-16,3-2-13 0,-1 0-15 0,2-1-37 0,-1 0-71 0,2 1-107 16,0-1-101-16,-2 0-42 0,2 0-35 0</inkml:trace>
  <inkml:trace contextRef="#ctx0" brushRef="#br0" timeOffset="105638.78">18820 7817 1653 0,'-1'0'176'0,"0"2"17"16,0 0 7-16,-1 2 1 0,0 1-16 0,-2 0-35 0,-1 2-37 0,-2 1-29 15,-1 4-10-15,-1 0-10 0,-2 3-7 0,-2 2-9 0,0 1-7 16,-2 3-9-16,-2 1-11 0,-1 1-1 0,1 2-4 0,-3 1-3 0,0 4-4 16,1 2 2-16,-1 3-8 0,0 2 1 0,1 2-15 0,-1 1 4 15,-1 1-4-15,1 0-3 0,-2 1 10 0,1-2-18 0,0-1-17 0,0 0-30 16,0-4-36-16,3-1-44 0,-1-4-58 0,0-3-76 0,2-5-111 0,-1-3-149 16,1-5-76-16,0-5-89 0</inkml:trace>
  <inkml:trace contextRef="#ctx0" brushRef="#br0" timeOffset="105789.04">18011 8039 990 0,'14'1'733'15,"4"2"-565"-15,7 2 26 0,0 4-12 0,1 3-22 0,2 3-16 0,4 3-42 16,1 4-25-16,3 3-10 0,2 0 4 0,2 3-9 0,0-1-9 0,3 1-7 16,1-1-18-16,1 0-7 0,-1-2-12 0,-2 0-27 0,2-1-49 15,-2-4-79-15,1 0-127 0,0-3-207 0,1-3-240 0,-2-1-255 0</inkml:trace>
  <inkml:trace contextRef="#ctx0" brushRef="#br0" timeOffset="107905.55">15107 4493 938 0,'-43'48'8'0,"-3"5"-13"0,-7 16 0 0,11 0-6 15,11-6 6-15,3 6 1 0,4 3-8 0,2 1-11 0,2 4-7 0,5 4-15 16,0 3-15-16,3 4-5 0,1 1-6 0,1 4 7 0,2 0 13 16,-1 3 13-16,2 3 12 0,1 3 11 0,2 2 6 0,-1 3 3 0,2-1 0 15,1 2-1-15,0 0 5 0,3 3 1 0,0 1 2 0,2-2-2 0,1 2-2 16,1-2 0-16,1 3 4 0,1 0 1 0,2 1 0 0,0 1-1 16,2-1-4-16,2-1 1 0,2 3 1 0,1-1 2 0,0 3 4 0,4 1-5 15,1-1 5-15,1 0 0 0,4 0 5 0,0 1 6 0,2-4-2 0,3 2 2 16,2-1 4-16,0 0 1 0,5 1 6 0,1-1-4 0,2-2 1 15,5-2 3-15,3-4-2 0,2-2 1 0,4-3-2 0,3 0-4 0,3-4-3 16,4-2 1-16,4-5-11 0,3-2-7 0,3-4 1 0,4-4-8 16,3-3 2-16,2-6 0 0,6-3-2 0,2-3 1 0,3-4 19 0,3-5-8 15,5-3 5-15,1-5-2 0,4-2-15 0,1-7 1 0,4-5-5 0,4-5 1 16,0-8 0-16,5-3 3 0,2-6 2 0,0-5-3 0,5-6-5 16,-3-4-3-16,3-5-5 0,0-4-1 0,0-5 1 0,3-2 0 0,0-7 7 15,0-3 4-15,-1-4 1 0,0-5 5 0,1-3 1 0,-2-2 0 0,1-3 2 16,0-2 0-16,-4-1-2 0,1-3 4 0,-2-2 1 0,-1-2 1 15,-2-3 4-15,-2-2-1 0,0-3-3 0,-3-1-1 0,-1-3-1 0,-3-3 2 16,-3-1-3-16,-3 0 5 0,-2-4 1 0,-1 0 0 0,-4-2 8 16,-4-5-1-16,-1-2-1 0,-5-2 0 0,-1-3-4 0,-2 1-3 0,-4-4 0 15,-2-1-1-15,-5-5 6 0,-3-1-2 0,-2-3-1 0,-3 0-2 0,-3 1-3 16,-2-4-3-16,-3-2-7 0,-4-1-8 0,-2-3-5 0,-5-1-3 16,-3-1 0-16,0-3-7 0,-6 0-12 0,-3-4-11 0,-3 0 0 0,-5-1 0 15,-2-3-1-15,-5-2-8 0,-2-4-12 0,-4-2-39 0</inkml:trace>
  <inkml:trace contextRef="#ctx0" brushRef="#br0" timeOffset="110072.75">26978 2711 327 0,'-3'-3'7'0,"0"0"-8"0,-1-1-3 0,1 4-4 0,1 0-7 0,0 1-9 15,-1 1-11-15,1 1-17 0,-1 0-34 0,2 0-18 0</inkml:trace>
  <inkml:trace contextRef="#ctx0" brushRef="#br0" timeOffset="110438.75">27727 2375 806 0,'-24'-10'35'0,"-1"2"-32"0,-5 1 3 0,3 5-2 15,4 2 1-15,0 3 0 0,-2-1-5 0,2 5-4 0,-2 3-2 16,0 3-2-16,1 4 0 0,-1 2 0 0,-1 3-1 0,-3 3 1 0,-1 1-2 16,-4 2 5-16,0 1-5 0,-1 3 3 0,0 0 2 0,-1 3-1 0,-2-1 4 15,0 1 0-15,1-1 1 0,0-2-2 0,2 1 2 0,-1-3-1 16,3 0 1-16,1-3-5 0,4-2-8 0,3-1-14 0,3-3-19 0,6 0-17 15,3-2-14-15,2-3-10 0,4-2-5 0,2-4 9 0,3-4 0 16,2-4-44-16</inkml:trace>
  <inkml:trace contextRef="#ctx0" brushRef="#br0" timeOffset="110622.75">26880 2595 286 0,'-3'-23'79'0,"0"-3"-53"0,-1-5-2 0,0 6 4 0,2 5-2 16,-3 1-2-16,1 2-8 0,0 2-8 0,0 4-6 0,1 0-9 0,0 4-9 15,3 2-7-15,1 2-1 0,1 1 1 0,3 2 8 0,1 0 5 16,1 0 4-16,1 0 4 0,2 0 1 0,3-1 1 0,1 0 0 0,2 1 0 15,2-1-2-15,3 1 3 0,3 0 0 0,1 1 0 0,4 1 2 16,1 1 3-16,4 0 0 0,0 3 3 0,1 1-1 0,1 2 0 0,-1 2 0 16,3 3-1-16,0 3-4 0,-1 2 1 0,1 2-5 0,-2 1-4 0,1 0-5 15,-1 2-9-15,1 0-8 0,3 0-7 0,-1 2-11 0,1-2-2 16,3 0-6-16,-2-2-20 0,0-2-55 0</inkml:trace>
  <inkml:trace contextRef="#ctx0" brushRef="#br0" timeOffset="111072.76">26451 2359 2036 0,'-6'-1'-21'0,"-3"9"-8"16,-3 9-7-16,-2 13-5 0,6 20 9 0,6 11-7 0,4 12-10 0,3 11-17 15,3 8-21-15,0 5-33 0,0 7-9 0,-2 5 2 0,-2 5 31 16,0 7 39-16,-2 5 28 0,-2 6 15 0,-2 6-11 0,-3 1 2 0,1 6-3 16,-3 2 3-16,0 3 11 0,-1 2 4 0,1 1 1 0,0-2 0 0,0 3-6 15,1 0 2-15,0 2 7 0,1 1 4 0,-1 1 15 0,1 4 8 16,0 2 9-16,1 5 8 0,2 3 6 0,2 2-3 0,1 2 0 0,3 0 4 15,1 4 7-15,3 4 5 0,0 5 10 0,3 4-4 0,2 3-2 16,1 3 2-16,1 3-19 0,0 2 3 0,3-1-12 0,0 0-7 0,-1 3 24 16,3 1 13-16,1 5 6 0,-1 1 3 0,0 2-28 0,-1-8-27 0,0-5-6 15,-2-7-7-15,2-3 6 0,1-1 8 0,-1 4-2 0,3 0-5 16,-1 0-1-16,-4-3-6 0,1-3 0 0,-1-7 6 0,-3-5-7 0,0-7 8 16,0-7-14-16,-1-4 14 0,1-9 3 0,-2-6-5 0,1-7 11 0,0-9-9 15,-3-5-4-15,0-9 1 0,-2-7-2 0,-1-8-7 0,0-6-7 16,-1-8-2-16,-2-6-11 0,1-5-10 0,-2-5-13 0,0-6-21 0,-1-3-30 15,-1-6-28-15,-1-6-32 0,-1-6-44 0,-1-5-47 0,0-9-39 16,-1-4-19-16,-1-7 16 0,0-6 47 0,-1-5-30 0</inkml:trace>
  <inkml:trace contextRef="#ctx0" brushRef="#br0" timeOffset="111622.84">21723 12384 2050 0,'-71'9'63'0,"-2"0"-43"0,-12 1-10 15,19-2-2-15,18-3-8 0,9-1-3 16,8 0-3-16,4-1-3 0,6-1-2 0,5 0 6 0,2-1 3 0,5-1-4 0,3 0-3 0,3 0-24 16,4 1-9-16,2-1 1 0,5 0 4 0,4 1 18 0,5-2 8 0,5 1 1 15,6-3 7-15,4-1 8 0,5-1-4 0,6-2-2 0,3-2-4 16,6-3-3-16,6-1 3 0,2-2 2 0,7-1-2 0,4-3 6 0,4-4 2 16,6 0 4-16,6-1 3 0,6-1-5 0,5-1 3 0,5-3-4 0,6-1-3 15,8-3 2-15,4 0-14 0,8-1 10 0,5 0 1 0,6 0-3 16,7-2 11-16,3 2-9 0,7-1-2 0,6 0 0 0,5 0-4 0,5 0 3 15,5-2 0-15,5-1 6 0,3 1-1 0,3 0-2 0,3 4 2 16,3 2-1-16,3 0-3 0,3 2 5 0,6 0-5 0,-1 0-3 0,4 5 20 16,5-1 0-16,0 3 2 0,4 0 8 0,3 1-15 0,-4 2 2 0,5 1 2 15,-2 2-7-15,1 2 3 0,3 2 0 0,-2 2-1 0,0 0 8 16,2 3-2-16,-2 1-3 0,-2 2 8 0,-2 3 1 0,-4 1 4 0,0 2 9 16,-1 2 4-16,-2 3-9 0,-7 0 1 0,-4 3 1 0,-5 0-9 0,-4 0 20 15,-3 2-11-15,-7 1-10 0,-8 0-6 0,-92-6 3 0,20 2-8 16,-5 0-6-16,18 2-12 0,-7 1-36 0,15 1 68 0,-64-6-10 0,8 1-12 15,7-1-19-15,6 2-87 0,-4 0 59 0,6 0-15 0,-4 0-4 16,6-1-2-16,-3 0-59 0,7-1 15 0,-4-1-7 0,6 0-91 0,-7-2 209 16,-1 0 0-16,-7 0 0 0,1-1 0 0,-9 0 0 0,-8-1 0 0,-6-1 0 0,-6-1 0 0,-6 0 0 0,-5-1 0 0,-26 0 0 0,-10 0 0 0,0 0 0 0,0-1 0 15,0 2 0-15,0 0 0 0</inkml:trace>
  <inkml:trace contextRef="#ctx0" brushRef="#br0" timeOffset="176160.08">3645 6826 1 0,'83'-10'44'0,"-31"8"309"0,-21 9 349 0,-8-4-595 0,-3 0-86 0,2 2-8 0,2 0-9 15,0 1-1-15,0 0 0 0,2 0 1 0,1 0-1 0,3 1-3 0,1-1-6 16,2 3-24-16,1 1-49 0,2 0-41 0,0 1-14 0,2-1 23 16,2-1 47-16,0 2 40 0,1 1 33 0,-1 2 22 0,1-2 21 0,0-1 11 15,1 0 8-15,0-2-5 0,1 1-6 0,3-2-7 0,-2-1-7 0,1-1 0 16,-1 0-1-16,1-2 3 0,0 1 2 0,0-1-5 0,1-1-6 15,-1-1-7-15,0 0-3 0,1 0-3 0,-1-1-1 16,-1 0-2-16,1 0-2 0,0-1 0 0,2 1-3 0,-2-1 1 0,-1-1-3 0,0 0 3 16,2 0-1-16,-1 0-9 0,-1-1-1 0,0-1-7 0,1-1 0 0,-1 0 2 15,-1 0-2-15,1 0-1 0,-1-1 0 0,1-1-4 0,0 1 3 0,0 0-7 16,-3 0-5-16,-1 0-22 0,-1 0-34 0,-3-1-30 0,1 0-38 16,-4 1-27-16,-2-1-7 0,-1 1 4 0,-2-1 16 0,-3-1 19 0,0 1 9 15,-2-2 9-15,-1 1 5 0,-3 1-74 0</inkml:trace>
  <inkml:trace contextRef="#ctx0" brushRef="#br0" timeOffset="201438.42">19784 14531 453 0,'3'-2'359'15,"0"0"-200"-15,1 2 23 0,0 1-30 0,1 1-32 0,0 4-29 0,1 3-22 16,1 3-5-16,1 3-6 0,-1 4-5 0,0 3-3 0,0 1 5 0,-1 4-2 16,-1 1 1-16,0 4-4 0,-1 1-9 0,-2 4-1 0,-1 2-4 15,-2 2 2-15,-2 2 4 0,-2-3-3 0,-2 3 0 0,-2 0-6 0,-3 1-2 16,-1-1-8-16,-3 0 13 0,0-2-6 0,-1-2 0 0,-1 0 6 15,-1-1-10-15,2-3 3 0,0-2 6 0,3-2-3 0,1-1 7 0,4-2 1 16,0-2-5-16,3-1 1 0,1-5-2 0,3 0-4 0,1-1 1 0,2-3 7 16,2-2-4-16,2 1-1 0,2-2-4 0,1-2-7 0,4 0 4 15,2-5 5-15,5 0-8 0,1-3-4 0,5-3-3 0,3-3-2 0,1-4 3 16,2-4-4-16,1-3-8 0,1-5 2 0,4-2-1 0,0-2 10 0,1-3 0 16,-1-3 1-16,0-4-1 0,1-1 1 0,-1-2-7 0,0-1 1 15,-1-2 9-15,-1-1-4 0,1-1 2 0,-1-2-19 0,0 0 8 0,-1-2-2 16,-2-1 1-16,-3-2 12 0,0 2-16 0,-5 0 3 0,1-2 1 15,-3 0 5-15,-4-2 2 0,-1 1-1 0,-3 0-2 0,-3 0-3 0,-4 1-11 16,-4 0 14-16,-2 0-5 0,-5 2 1 0,-2 0 10 0,-5 1-23 0,-3 2 11 16,-4 1-6-16,-3-1-2 0,-3 3 4 0,-3 2-4 0,-2 2-5 15,-3 5-8-15,-2 3-3 0,-3 5-11 0,-4 3 7 0,-1 3-6 0,-1 6 8 16,-1 5 2-16,-2 3 16 0,-1 3 6 0,-2 5-7 0,-2 3 12 0,-1 4-12 16,0 3 6-16,-1 3 7 0,1 1-7 0,0 3-1 0,0 2-3 15,2 2 3-15,2 4-4 0,3 0 1 0,3 4-5 0,1-1 1 0,5-1-2 16,2 1-3-16,2-1-10 0,5 2-20 0,4 0-31 0,3 1-50 15,5-2-45-15,5 0-56 0,3 0-91 0,4 0-118 0,5 1-105 0,4 1-19 16,3-3-76-16</inkml:trace>
  <inkml:trace contextRef="#ctx0" brushRef="#br0" timeOffset="201905.68">21193 13900 1605 0,'-9'-1'484'0,"-2"-1"-332"16,-1 0-21-16,3 1-37 0,2 1-21 0,0 1-35 0,1-1-28 15,2 1-7-15,-1 1-11 0,0 2-1 0,-1 2 10 0,-1 1-6 0,-1 3 18 16,0 1 1-16,0 3 1 0,0 0 1 0,1 2-5 0,-1 1 8 15,0 2 2-15,1 2 2 0,-1 3-4 0,1 1 3 0,-1 2-3 0,0 1 6 16,2 4-3-16,-2 0-8 0,1 2 3 0,0-1-12 0,0 0 5 0,1-2 0 16,1 2-5-16,0-1-3 0,1 1 3 0,1-1-7 0,0-1-5 0,1-1 12 15,1 1-6-15,0-2-3 0,0 1 18 0,2-1-16 0,0-1 11 16,-1-1-1-16,2-1-1 0,1-1 3 0,-1 0-2 0,0 1 9 0,0-3 0 16,2 0 10-16,-1-3 4 0,-1 0 0 0,1-2 2 0,-2 0-9 15,0-3 3-15,0 1-6 0,-2-2-6 0,0 0-4 0,-1-1-1 0,0 0-2 16,0 0-10-16,-2 0 7 0,1 0-5 0,0-2-2 0,-1 0 4 0,2-1-4 15,0-1-7-15,-1-1 11 0,2-1-4 0,-1 0 1 0,2-3 1 16,0 0-6-16,1-1 5 0,0-2-5 0,0-1-1 0,1 1-3 0,0-1-1 16,2-1 1-16,1 0 1 0,3-1 2 0,0-1-9 0,2 0 1 0,2 0-1 15,0-2-5-15,1 0 4 0,0-1-2 0,1-1-8 0,0 1-4 16,-2-2-3-16,2 0-6 0,-1 0-10 0,-1 0-11 0,0-2-21 0,-2-1-21 16,1 0-24-16,0-2-36 0,-2-1-47 0,0 1-74 0,-2-2-106 0,-2-3-34 15,-2 1 7-15,-2-5-60 0</inkml:trace>
  <inkml:trace contextRef="#ctx0" brushRef="#br0" timeOffset="202088.69">20659 14488 1531 0,'-16'-2'740'0,"2"1"-522"16,-3 0-8-16,5 0-40 0,7 0-41 0,2-1-33 0,3 0-36 0,1 0-27 16,3 0-13-16,2 0-11 0,3 0 1 0,3 0-3 0,2 0 8 0,0 0 2 15,3 0 1-15,1 1 0 0,-1-1-2 0,4 0-5 0,1-2-9 16,0 0-2-16,1 0 0 0,2-1-9 0,-1 0 2 0,0-1-4 0,0 0-7 15,0 0-7-15,-2 0-19 0,-1-1-30 0,1 0-31 0,-2 0-21 0,-1 1-24 16,0 1-24-16,-2-2-35 0,-1 1-52 0,-1 1-85 0,0 0-75 16,1 0 4-16,0 1 43 0,-1 0 26 0</inkml:trace>
  <inkml:trace contextRef="#ctx0" brushRef="#br0" timeOffset="202288.69">21511 14437 1596 0,'1'-1'699'0,"2"1"-536"0,2-2-31 0,4 1-31 0,2-2-11 0,3 0-24 16,3 0-29-16,5 0-18 0,1-1-11 0,0 1-6 0,0-1 1 0,-1 1 1 15,-1 1-6-15,-1-1 0 0,-2 1-5 0,0 0-6 0,-1 0-7 16,0 0-9-16,-1 0-12 0,-1 0-17 0,0 0-13 0,-2 0-33 0,-2 0-33 16,0 0-31-16,-2 1-31 0,-1 0-32 0,-1 1-39 0,-2 1-28 0,1 0-1 15,-3 2 27-15,0 0 28 0,-2 2 21 0,-1 1 7 0</inkml:trace>
  <inkml:trace contextRef="#ctx0" brushRef="#br0" timeOffset="202421.7">21590 14748 991 0,'-6'7'251'0,"1"1"-24"0,-1 2-27 0,3-3-27 0,2-1-31 16,2-1-39-16,2-1-38 0,1 0-20 0,3-1-6 0,0 1-11 0,1 0-3 16,1-1-4-16,1-1-12 0,1 0-9 0,0-1-3 0,2-1-10 0,0-1-16 15,0 0-21-15,0-2-45 0,3-2-36 0,-1 1-43 0,1-3-73 16,-1 0-67-16,0 0-30 0,1-1 8 0,-1-2-7 0</inkml:trace>
  <inkml:trace contextRef="#ctx0" brushRef="#br0" timeOffset="203071.7">22370 14082 2194 0,'-8'3'158'16,"-1"2"-15"-16,0 2-53 0,3 3-6 0,3 0-33 0,1 5-26 0,2 3-7 15,2 4-13-15,1 4 5 0,1 4-9 0,0 1-1 0,-1 1 7 0,0 0-4 16,0 1 2-16,0-1-5 0,2 1-1 0,0-2 1 0,2-2-9 16,1-3 1-16,3-2 8 0,1-1-5 0,2-2 13 0,4-1 2 0,1-3-6 15,1-3 4-15,2-2 4 0,0 0 2 0,0-2 13 0,1-2 15 16,1-2 14-16,-2-2 10 0,0-2 5 0,0-3-1 0,-1-2 1 0,1-2-2 15,-1-4-7-15,-1 0-10 0,1-3-15 0,-2-2-2 0,1 0-2 0,-1-4-5 16,0-2-4-16,-2-1-22 0,1-1 8 0,-1-1 1 0,-2 0-2 16,-1-2 12-16,-2 0-12 0,-4-3-7 0,-2 0-4 0,-3 0 10 0,-2-3-10 15,-4 2-2-15,-2-4-3 0,-2 1 3 0,-3 1-5 0,-1-2 5 0,-2 5 0 16,-2 1-13-16,-3 3 2 0,0 4-5 0,-1 0-8 0,-2 3-13 16,-2 3-7-16,-1 2-5 0,-2 2 3 0,-2 2 6 0,-1 2 3 0,0 4 6 15,-1 1-2-15,2 3 0 0,-1 3 9 0,1 1-2 0,3 3 4 16,1 1-6-16,3 1-15 0,1 3-22 0,4 0-50 0,2 0-72 0,4 1-95 15,2-2-139-15,3 1-89 0,3 0 5 0,4 0 27 0,3 0 134 0</inkml:trace>
  <inkml:trace contextRef="#ctx0" brushRef="#br0" timeOffset="203239.7">23193 14303 2371 0,'2'2'203'0,"3"4"-45"16,1 2-46-16,4 2-28 0,2 2-16 0,0 2-23 0,3 1-19 15,-2 2-16-15,2 2-3 0,-1 2-10 0,-1 1 3 0,-3 1-2 0,-3-1-17 16,-1 1 7-16,-2 1-11 0,-1-1-6 0,-1 3 0 0,-2-1-20 16,0-1-28-16,-2 0-16 0,0-2-14 0,-1 0-25 0,0-3-19 0,0-3-46 15,1-2-60-15,-1 0-42 0,-1-2-27 0,1-2 12 0,0-1 33 0,-2-3 40 16,0 0 62-16,0-4-58 0</inkml:trace>
  <inkml:trace contextRef="#ctx0" brushRef="#br0" timeOffset="203455.7">23784 13817 2321 0,'-1'-1'440'16,"1"1"-308"-16,0 1-61 0,2 3-46 0,1 2 6 0,1 0-5 0,1 5-9 15,1 2-10-15,0 2-21 0,0 2-6 0,0 3 13 0,-1 3-4 0,-2 3 15 16,-1 2 4-16,-2 1-26 0,0 2-5 0,0 0-6 0,-1 1-8 15,-1 0-8-15,1 3-14 0,-1-2-15 0,1 1-19 0,0-2-18 0,0-2-29 16,1-2-30-16,-1 0-47 0,2-3-74 0,0 0-74 0,1-2-51 16,0 0 15-16,1-2-51 0</inkml:trace>
  <inkml:trace contextRef="#ctx0" brushRef="#br0" timeOffset="203805.7">24603 13354 2409 0,'-3'-3'487'0,"1"2"-347"0,1-1-66 15,0 3-42-15,2 0-10 0,-1 2-16 0,1 3-5 0,0 3-4 0,0 3 1 16,-1 4 0-16,0 2 1 0,-2 2-5 0,-1 2-1 0,0 1 9 16,-3 4-2-16,0 1-3 0,0 5 1 0,-2-1-2 0,-1 3 3 0,1-1 1 15,0 2-9-15,-1 0 4 0,0 0-1 0,0 2 3 0,2-2-8 0,-1 1 8 16,2-1-1-16,0 0 3 0,2 2 13 0,-1-1-14 0,1-1-1 15,1-2 3-15,2-1-4 0,0 0 4 0,2-1-5 0,1-1-6 0,3-3 1 16,0-2 3-16,1-2 7 0,3-3 9 0,1-1 3 0,2-1-5 0,1-4 3 16,0-1-3-16,1-3 9 0,1-2 5 0,0-2 0 0,1-2 0 15,-1-3-3-15,2-3 7 0,-1-3-6 0,-1-2 5 0,0-4-12 0,0-2-6 16,-1-2-5-16,0-2-6 0,-1-3 5 0,-1-1-7 0,-1-1-2 16,0-3-2-16,-3-1-10 0,-1-1-6 0,-4-1-3 0,-1 1-3 0,-3 0-9 15,-1 2-12-15,-5 2-20 0,-3 1-31 0,-3 4-18 0,-2 0-10 0,-1 3-11 16,-2 1 5-16,-2 3-19 0,-3 4-43 0,-4 3-90 0,-3 3-102 15,-2 1-94-15,-2 3-147 0</inkml:trace>
  <inkml:trace contextRef="#ctx0" brushRef="#br0" timeOffset="204606.41">20348 16155 954 0,'-12'1'706'16,"0"0"-544"-16,-3 2 5 0,2-1-14 0,3 1-15 0,2-2-44 0,1 1-41 16,2-1-20-16,-1 0-8 0,1 0 3 0,2-1 6 0,0 0-4 0,0 0-3 15,1 0 2-15,-1 1-3 0,-1-1 0 0,1 0-7 0,-1 1-12 16,1-1-2-16,0 1-5 0,0 1-2 0,1 0 4 0,-1-1-9 0,0 2 5 15,-2 1 2-15,1 0-4 0,-1 2 7 0,0 1-8 0,0 1 5 0,-1 1-3 16,1 1 1-16,-1 1 4 0,0 0-1 0,1 2 1 0,-1 0-12 16,2 2 5-16,-1 1 4 0,1 0-1 0,0-2 5 0,1 1-3 0,1 0 4 15,0 0-1-15,1 0-2 0,0 0-10 0,1 0-3 0,2 1 20 16,1 0 1-16,0 3 8 0,3 3-10 0,0-2-7 0,2 4-5 0,1 1 2 16,2 0 4-16,1 3-7 0,-1 0 11 0,1 2-13 0,-2 1 1 0,0 1 1 15,-2 1-6-15,0 1 8 0,-2 0-9 0,-1 0 3 16,-1-2-4-16,-3 0-1 0,-1 1-4 0,-1-3 3 0,-3 1-3 0,2-17 24 0,0 3 0 15,-2 0-4-15,0 2 4 0,-1-1-11 0,-1 1 10 0,0-1-4 0,0 2 0 16,0-4-1-16,1-1-10 0,0-2 4 0,2-3-12 0,0-1-17 16,1-4-20-16,1-3-28 0,1-1-27 0,0-3-28 0,1-1-37 0,0-4-39 15,1-5-51-15,1-4-82 0,1-4-15 0,5-29 13 0,2-8 0 16</inkml:trace>
  <inkml:trace contextRef="#ctx0" brushRef="#br0" timeOffset="204805.41">20286 16011 1957 0,'-6'0'496'0,"2"0"-332"0,-2-1-3 0,5 1-26 15,1 0-38-15,2-1-47 0,3 0-28 0,2 0-22 0,5 1 0 0,4-1 2 16,5-2-4-16,1 1 2 0,4-1-5 0,1-1-2 0,0 1-3 16,-1 0-6-16,3-2-20 0,-1 1-17 0,1 0-14 0,1-1-27 0,0 1-22 15,-1-1-35-15,-2 0-33 0,2 1-18 0,-5 1-33 0,1-1-55 16,-2 2-60-16,-3 0 2 0,1 1 42 0,-1 2 62 0,-3 1-63 0</inkml:trace>
  <inkml:trace contextRef="#ctx0" brushRef="#br0" timeOffset="204989.41">20196 16636 1189 0,'-5'2'901'0,"0"-1"-720"0,0 0 1 0,5 0-21 0,2-1-42 0,3-2-44 15,3 1-34-15,3-1-16 0,3-1-11 0,3-2-3 0,5-1 5 0,1-2-6 16,4-1-2-16,2-2-11 0,1-1 3 0,1 0-14 0,0-2-19 16,1-1-29-16,0-1-56 0,-1 0-63 0,2-2-91 0,-1 1-86 0,0 0-108 15,-1 1-13-15,-1-1 62 0,-2-2-34 0</inkml:trace>
  <inkml:trace contextRef="#ctx0" brushRef="#br0" timeOffset="205721.84">19278 16482 1407 0,'-8'8'162'0,"1"3"8"0,-2 4-22 0,4 1-34 16,1 0-39-16,2 4-31 0,0 3-25 0,2 3-10 0,0 5-1 0,0 2 0 16,-1 4 2-16,-1 3 2 0,-2-1-9 0,0 2 5 0,-2-1-8 0,0-1 0 15,-1 1 0-15,-1 0-10 0,0-3-9 0,3-18 2 0,-2 2 1 16,1 1 0-16,-3 4 12 0,0-2-11 0,-3 4 5 0,-1-2 6 0,-2 3 8 15,0-1 6-15,-1-1-3 0,-1-2 6 0,2-3 13 0,-2-1 17 0,1-2 12 16,1-2 13-16,2-1 16 0,0-3 8 0,2-3 7 0,1-3-3 16,2 0-16-16,0-4-7 0,3-1-25 0,1-1-12 0,3-1-18 0,1-2-3 15,1-1-4-15,1-1-15 0,4-2-4 0,1-1 6 0,3-2 4 16,3-1-1-16,3-2 3 0,1-2-9 0,4 0 10 0,2-2-3 0,1-1-4 16,1 0-2-16,1-1 3 0,1 0 2 0,0-1-1 0,-1 2-3 0,1-2-5 15,-2 1 6-15,0 1 2 0,-1 0 5 0,1 0 0 0,17-15-3 16,-6 4 5-16,-8 4-14 0,-6 4 8 0,-4 0-1 0,-2 0-1 0,1-1 9 15,-1 0-13-15,0-1 7 0,-2 1 5 0,1 0-12 0,-1-1 5 0,-2 1-7 16,-1-2 3-16,0 0 13 0,-1-2-11 0,1-1 2 0,-1 3-5 16,-1-2 0-16,-1 3 8 0,-2 1 1 0,0 0 1 0,0 2 2 0,-2-1-4 15,-2 0 2-15,-1 2-3 0,-1-1 0 0,-3 1 6 0,-1-1-3 0,-2 2 0 16,-2-1-11-16,-2 0 2 0,-3 0 1 0,-2 0-2 0,-3 0 18 16,-2-2-13-16,-4 2 2 0,-2 0-9 0,-3 0-3 0,-3 1 3 0,-1 0-3 15,-3 2 1-15,-3 2-13 0,1 3 2 0,-2 1 8 0,1 2 6 16,1 2 4-16,1 3-10 0,2 3-1 0,1 3 1 0,-1 1-5 0,2 3 4 15,2 0-10-15,3 2 2 0,0 2-1 0,3 1-1 0,3 2 4 0,1 1-11 16,3 2-8-16,2 2-17 0,1 0-24 0,2 4-30 0,2 2-30 16,4 1-59-16,1 5-81 0,2 1-86 0,4 2-66 0,2 0 4 0,2 0-44 15</inkml:trace>
  <inkml:trace contextRef="#ctx0" brushRef="#br0" timeOffset="206271.84">19147 16404 1928 0,'-11'7'135'0,"0"2"35"0,-1 2-14 16,3 0-28-16,4-1-37 0,1-1-35 0,3 2-14 0,1 3-11 0,2 2-7 15,2 0-12-15,0 4-4 0,2 3 0 0,2 2 9 0,-1 3-1 0,2 3-1 16,1 3 0-16,0 2-8 0,0 3 0 0,2 0-1 0,-1 1-6 15,1 1 0-15,0 2 7 0,1 0-2 0,0 1 0 0,-7-22 0 0,2 6 0 16,2-1 2-16,0 8-9 0,1-1 9 0,1 5-10 0,-1 2-1 16,2 4 3-16,-1 0-19 0,0 0 20 0,-1-3-9 0,-1 1 4 0,-2-1 0 15,-1-1-17-15,-1-2 6 0,-2-2 26 0,-2-20-12 0,-1 3-15 0,0-2-21 16,0 1-53-16,-2-1-37 0,1 1-51 0,-1-2-64 0,0-2-91 16,-1-1-97-16,0 0-12 0,-1-3 54 0,0-3-64 0</inkml:trace>
  <inkml:trace contextRef="#ctx0" brushRef="#br0" timeOffset="206755.33">19116 16396 2638 0,'-16'-2'138'0,"1"1"46"0,-3-2-22 0,8-1-29 0,3 0-44 16,3-2-58-16,2 1-16 0,3 0-1 0,3-2-12 0,3 1-2 0,4-3-2 16,4-1-5-16,2 2 13 0,3-3-6 0,2 1-6 0,2-1 4 15,1-1-7-15,4 2 2 0,0 0 3 0,4-1-14 0,1 1 9 0,1 0-4 16,0 1-3-16,2 1 14 0,-2 2-10 0,0 2 1 0,1 2-3 16,-3 2-8-16,2 3 6 0,-2 3 2 0,0 1-7 0,-2 3-2 0,0 3 2 15,-3 2 1-15,0 1 6 0,-4 2-7 0,0 2 7 0,-2 3 4 0,-3 0 1 16,-1 3 8-16,-2 2-18 0,-5 1 3 0,-1 1-6 0,-3 4-11 15,-4 0-4-15,-3 3-11 0,-4-1-2 0,-3 1-11 0,-4 2-2 0,-2 0 7 16,-3 0 3-16,-2 0 16 0,-2-3 7 0,-2-1 5 0,-1-4 10 0,0 1 5 16,-3-3-3-16,2-1 2 0,-2-3 3 0,-1-3 13 0,3-2-3 15,12-12 12-15,-2 2-3 0,0-2-2 0,-1 2 19 0,0-2-3 0,-2 0 1 16,1-3 3-16,-1 1-4 0,1-3-1 0,1-3 9 0,1 0-17 0,3-2-3 16,-10-7-8-16,7 0-12 0,6 1 20 0,3 1-3 0,3 2 5 15,1-1 8-15,0 1-18 0,2 1 15 0,0-1-5 0,1 4-7 0,2-1 4 16,1 0-6-16,2 1 6 0,2 2 12 0,2 1-1 0,3 1 3 15,1 4 6-15,4 1 0 0,-8-3 25 0,4 2-1 0,0 2-4 0,4 2 12 16,2 1-20-16,3 1-1 0,2 4-8 0,3 2-15 0,2 1 7 0,-1 2-20 16,3 1 4-16,-1 0 4 0,3 1-23 0,-2 1 8 0,2 0-11 15,0 0-5-15,0-3 12 0,0 2-17 0,0-2-17 0,0-2-22 0,-1 0-34 16,0-3-35-16,-2-2-55 0,1 1-118 0,0-2-167 0,0-1-172 0,-1-3-17 16,1-2 5-16</inkml:trace>
  <inkml:trace contextRef="#ctx0" brushRef="#br0" timeOffset="207006.33">21546 16340 3584 0,'-13'8'120'0,"1"-1"-7"0,1 0-27 0,6-1-21 0,4-4-12 0,3-2-35 16,2 0-28-16,3-1-14 0,4 0 4 0,3 0-17 0,4-1 11 0,4-1-3 16,1 0-10-16,-2-1 4 0,-1-1-26 0,-1-2-21 0,-1-1-22 15,1 0-16-15,1-2-13 0,1-1-18 0,0-1-7 0,1 0-6 0,0 1-1 16,-1 1-5-16,-1 1-23 0,-2 0-36 0,-1 2-76 0,-2 1-87 0,0 1-23 16,-2 2 11-16,0 1-69 0</inkml:trace>
  <inkml:trace contextRef="#ctx0" brushRef="#br0" timeOffset="207172.33">21639 16824 2270 0,'-7'11'160'0,"1"-1"8"0,1 2-24 0,4-5-29 16,3-3-27-16,2-2-47 0,2-1-21 0,2-1-16 0,4-1-9 0,2-2 10 16,1-1-5-16,2-3-2 0,1-2-6 0,3-1-30 0,-1-4-26 15,3 0-41-15,1-6-55 0,0-2-75 0,2-1-103 0,0-4-102 0,2 1-40 16,0-2 22-16,1-3-90 0</inkml:trace>
  <inkml:trace contextRef="#ctx0" brushRef="#br0" timeOffset="207505.46">22735 15997 2923 0,'-7'10'185'0,"2"3"-24"0,0 2-60 0,4 3-17 0,1-3-9 15,0 0-37-15,3 1-16 0,3 2-26 0,1 3-1 0,2 0 7 0,-2 2 1 16,1-2 9-16,0-2-16 0,0 1 10 0,1-1 7 0,1-1-11 0,0-2-6 16,2-1-6-16,0 0-6 0,1-5 14 0,2 0 4 0,1-2-12 15,1-3 14-15,-1 1-13 0,0-2 9 0,0-1 9 0,0-2-11 0,-2-1 19 16,2-3-13-16,-1-1-2 0,1-2 14 0,-2-2-8 0,1-1 9 0,0-2 2 16,-2-2-10-16,0-3 6 0,-3-1 4 0,0 0-9 0,-1-1 3 15,-1-2-1-15,-2 0 3 0,-1-2 0 0,-1-2-9 0,-2 0-4 0,-3-3-4 16,-3 1 2-16,-1-1-4 0,-3-2-9 0,-3 0-6 0,-1-1-6 15,-2 1-4-15,-2-2 7 0,-2 4-29 0,-1 0 19 0,0 2-9 0,-2 3-11 16,-2 3 19-16,1 2-31 0,-4 4 10 0,0 1 0 0,0 3 9 0,0 2 20 16,3 2-3-16,-1 3-7 0,3 3-11 0,-1 4-16 0,1 2-5 15,1 2-9-15,1 3-37 0,1 1-37 0,3 0-57 0,3 2-65 0,1 0-80 16,3 2-68-16,1-2-27 0,4 3 42 0,1 2-40 0</inkml:trace>
  <inkml:trace contextRef="#ctx0" brushRef="#br0" timeOffset="207656.46">23378 16227 2652 0,'1'6'301'15,"3"2"-156"-15,1 1-65 0,2-1-7 0,0-1-12 0,0-2-27 0,1-2-21 16,1 1-26-16,1-1-1 0,1 0-11 0,-3-1-17 0,0-2-29 0,-1 0-27 16,-1-2-31-16,-1-1-47 0,0-1-60 0,-1-2-78 0,1-2-71 15,-2 0-77-15,0-3 15 0,0-1 44 0,-2-3-51 0</inkml:trace>
  <inkml:trace contextRef="#ctx0" brushRef="#br0" timeOffset="207872.84">23784 15719 2209 0,'-1'1'431'0,"2"0"-227"15,1 0-66-15,2 2-27 0,0 1-4 0,1 0-26 0,1 1-30 16,0 2-24-16,1 1-5 0,0 2-2 0,1 2 5 0,0 0 10 0,-1 0-13 0,1 3 8 15,-1 1-14-15,0 0-6 0,-1 4 5 0,2-2-17 0,-1 2 0 16,1 0-9-16,0 0-12 0,0 1 5 0,0-3-4 0,0 0-11 0,-2-2-4 16,1-1-12-16,-2 1-14 0,1-3-17 0,-1 1-34 0,-1-2-24 0,0-2-26 15,0 0-38-15,-2-1-61 0,0-3-83 0,0 0-93 0,0-3-25 16,0-1 31-16,-1-1 24 0</inkml:trace>
  <inkml:trace contextRef="#ctx0" brushRef="#br0" timeOffset="208138.84">24510 15431 2541 0,'-2'4'270'0,"1"1"-68"16,0 1-82-16,1 0-21 0,-1 0-12 0,1 2-20 0,1 1-27 0,0 0-16 16,2 4-6-16,-1 1 1 0,2 2-2 0,0-1-1 0,0 0-1 0,2 1-6 15,0 0-3-15,1 0 0 0,-1 2-1 0,2-1-5 0,0 1-2 16,0 0 2-16,1 2-15 0,1 1 15 0,0-1-2 0,-1 4-3 0,1-2 7 15,0 2 0-15,1 0 5 0,-1-1-1 0,0 1-14 0,-1 1 4 16,1-2 4-16,-1 1 0 0,0-1 12 0,0 1-16 0,-1-2-2 0,1 0 4 16,-2 0 1-16,1-1 2 0,0-2-12 0,0 0 6 0,-2 0-6 0,1-2-6 15,-2 0 4-15,0-2-16 0,-1-2-1 0,-1-2-15 0,-1-2-20 16,0-2-14-16,-2-1-29 0,-2-3-40 0,-2-1-50 0,-2-3-68 0,-1-4-62 16,-3-2-102-16,-2-5-70 0,-2-2 0 0,-4-7-106 0</inkml:trace>
  <inkml:trace contextRef="#ctx0" brushRef="#br0" timeOffset="208289.74">24410 15512 1606 0,'3'-7'978'0,"0"-1"-703"0,2-1-41 0,0 0-85 0,3 2-21 0,2-1-30 15,3 0-29-15,2-1-32 0,1 0-16 0,4 0-12 0,3-1-7 16,0 2 0-16,2 0-11 0,-1 1-5 0,-1 0-1 0,2-1-18 0,-3 0-19 16,1 0-34-16,-1 0-51 0,-2 2-55 0,1-3-65 0,-1 1-93 0,0-1-140 15,-1-1-99-15,1 0 8 0,-2 0-65 0</inkml:trace>
  <inkml:trace contextRef="#ctx0" brushRef="#br0" timeOffset="209188.75">23330 14442 1377 0,'-3'1'256'0,"0"0"-48"0,-1 1-81 0,2 0-28 0,1 0-33 16,1-1-31-16,0 1-13 0,1 0-15 0,0-1 7 0,1 1-1 16,0 0-1-16,-1 0 2 0,0 0-6 0,0-1 4 0,0 1 3 15,-1-1-6-15,1 1-3 0,-1-1 6 0,1-1-3 0,-1 0-3 0,-1 0 4 16,1 0-5-16,-1 0-2 0,0 0 9 0,0 1 0 0,-1-1 3 0,-1 0 5 15,0 1-6-15,0-1 1 0,0 1 4 0,0 0 1 0,-1-1 5 0,1 1 6 16,-1 0-2-16,1 0-4 0,1 0-1 0,1 0-5 0,0-1-4 16,1 0-3-16,1 1 0 0,2 0-6 0,1 0 1 0,0 1-3 0,3-1-4 15,2 2 7-15,2-1-1 0,3 0-6 0,2 1 0 0,1 0-1 16,-2-1 2-16,3 1 1 0,-1 0 3 0,1 0-3 0,-2 0 1 0,0 0 10 16,0-1 0-16,-1 1 0 0,-2-1-6 0,-1 0 2 0,-2 1-7 0,-2-1 1 15,-3 0 9-15,0 1-11 0,-2 0 3 0,-1 0-9 0,-2 1-3 16,0 0-2-16,-2 1 13 0,-2-1-3 0,-3 1-5 0,-3 0 5 0,-2 0-6 15,-2 1 6-15,-1-1 9 0,0 0 0 0,-2-1 2 0,0 0 2 0,1-1 4 16,-1 0 3-16,0-2 1 0,2 1 5 0,0-1-5 0,-2-1 3 16,1-1 5-16,2 0 3 0,-1-1 8 0,3-1-4 0,0-1 2 0,2 0 2 15,2-1 0-15,1 0 1 0,1-1-7 0,0 0 2 0,2 0-17 0,1 1-4 16,0-1 5-16,1 1-10 0,1-1 19 0,1 0 10 0,2 1-10 16,0 1-7-16,0 0-2 0,1-1-14 0,0 0-2 0,1 1 5 0,0-1-7 15,2 2 1-15,0-2-1 0,1 1-9 0,1 1 5 0,1 1 2 16,1 1-7-16,0-1 3 0,0 1-5 0,0 1-2 0,1 0 7 0,-1 2-2 15,0 1-1-15,-3 0-8 0,-1 1 3 0,-2 1-9 0,-1-1-8 0,-1 1 4 16,-1 2 0-16,-3-1-11 0,-2 1 2 0,-2 1-4 0,-2 1 13 16,-1 2 20-16,-3-1 10 0,0 1 8 0,-1-1-13 0,-2 0 2 0,1-1-1 15,0-1 8-15,0-1 4 0,1-2 1 0,1 1-5 0,1-2-2 0,2 0 2 16,1-1 7-16,2-1 7 0,-1-1-1 0,2-2 9 0,0 0-4 16,2-1 11-16,1-1 12 0,1-2-4 0,0 0-3 0,1-2-17 0,1 0-11 15,1-2-1-15,1-2-7 0,1 0-3 0,2-2-21 0,2 0 2 16,0 0 9-16,2 1 4 0,2 0 21 0,1 1-8 0,1 1-11 0,-1 2 4 15,1-1 4-15,-1 2-3 0,-1 1 5 0,1 1-14 0,-3 1 8 0,3 2 3 16,-2 0 1-16,-1 2 1 0,0-1-3 0,-2 2 2 0,0 0-4 16,0 1 5-16,-1 1 1 0,-1 0-1 0,0 0 1 0,0 0 1 0,-2 0-1 15,-1 0 3-15,-1 0 3 0,0-1-9 0,-1 0 3 0,-1 0-8 0,0-1-2 16,-1 1 6-16,1-1-10 0,0-1 4 16,0 0 5-16,-1-1-1 0,0 1 4 0,0-1-4 0,-1 0-8 0,0 1 4 0,0-2 2 0,0 1-6 15,-1 0 2-15,1-1-6 0,-1 0 1 0,0 1-9 0,0 0-12 16,0 1-11-16,-1 1-20 0,0 0-23 0,0 1-44 0,-2 1-79 0,0 1-135 15,-1 0-306-15,-1 1-279 0,0-2-88 0</inkml:trace>
  <inkml:trace contextRef="#ctx0" brushRef="#br0" timeOffset="210472.45">24571 13641 207 0,'-17'0'87'0,"-1"2"-32"0,-5 1-4 0,2 0-3 0,4 1-8 16,0-1-8-16,0 1-7 0,0 1-7 0,1-1-1 0,-1 2-2 0,2-1-2 15,0 1 1-15,1 0 0 0,0-1-2 0,0 1 0 0,1-1 0 0,1 1-3 16,-1 0 3-16,1 0 3 0,2 0-3 0,0 1 6 0,2 0 2 16,-2 0 1-16,0 1 8 0,1 1 4 0,1 1 8 0,0 2 5 0,1 1-2 15,0 2-4-15,1 1-7 0,1 3-4 0,1 2-3 0,0 0-6 0,4 3 3 16,0 3-1-16,2-1 6 0,2 4 8 0,0-1-5 0,2 0 5 15,0-1 1-15,1 0 3 0,2-2 6 0,0 2 9 0,2-1 8 0,2 0 10 16,-1 0-2-16,3-2-9 0,2 0-4 0,2-2-17 0,1 1-7 16,4-2-1-16,0 0-3 0,3 0 2 0,0-1 5 0,3-1-6 0,1 0 6 15,2 0 7-15,0-2 6 0,2-1-7 0,-3-3 2 0,2-1 6 0,-2-4 0 16,2 1 7-16,0-1-9 0,1-2-21 0,-3-2-9 0,1-2-3 16,-3-2-4-16,1-2 7 0,-1-2-1 0,1-2-4 0,-1-2-1 0,0-2-8 15,-1 0 6-15,0-1 0 0,-2-3 0 0,1-1 2 0,-2-4-1 16,0 0 0-16,0-2 1 0,-1-3 2 0,0 0-10 0,0-2 3 0,-1-1-1 15,0-3-1-15,1-1 4 0,0-2-3 0,-1-3 6 0,-2-2-7 0,-1-1 7 16,-3 1 4-16,-1 0-10 0,0 0 7 0,-4-2-9 0,1 1-8 0,-2 1 10 16,-2 1 1-16,-3 2-1 0,-2 1 6 0,-3 0-5 0,-3 0-4 15,-2 3-1-15,-3 0-5 0,-3 2-1 0,-2 0-4 0,-2 0 1 0,-1 0-1 16,-3 0-8-16,0 0-2 0,-4 2-4 0,0 2-7 0,-4-2-8 16,-1 3-2-16,-1-1 6 0,-1 1-2 0,-1 2 14 0,0-1 7 0,-2 1-16 15,1 2 13-15,0 1 1 0,-1 1 2 0,1 1 13 0,-1 1-9 0,0 0-9 16,1 1-6-16,-1 3-9 0,1 4-5 0,1 1-7 0,1 3-9 15,1 3 2-15,-1 2-4 0,2 3-4 0,-3 2 0 0,1 2-9 0,-2 3-11 16,0 2-14-16,2 2-33 0,2 0-51 0,-2 3-35 0,1 1-32 0,1 3-14 16,-3 3 7-16,1 3 33 0,-1 4-75 0</inkml:trace>
  <inkml:trace contextRef="#ctx0" brushRef="#br0" timeOffset="210789.36">25420 12964 1601 0,'-9'-15'476'0,"-1"-1"-332"0,0-4-34 0,1 1-21 0,3 2-1 0,0-1-17 16,1 2-14-16,-1-3-15 0,1 0-9 0,-2 0-1 0,-1 0-4 15,0-1-5-15,-4 2 0 0,-1-1-8 0,-1 1-26 0,-2 1-1 0,-3 3-1 16,-3-1-5-16,-1 2 19 0,-4 0-9 0,-2 1-3 0,-2 4 6 15,0-1 2-15,-4 1 3 0,2 3 0 0,-5 1 0 0,1 3-4 0,-1 3 9 16,-1 2 3-16,0 2 1 0,-3 2 2 0,0 2 1 0,1 0-4 0,-1 3 0 16,0-1-8-16,1 2 0 0,-1 2 12 0,0-1-4 0,2 3 10 15,0 2 1-15,-1-1-21 0,2 3 0 0,2 0-4 0,2 0 4 0,2-1-5 16,3-1 4-16,2-1 0 0,2-1-6 0,3-1 4 0,5-3-8 0,4-2-3 16,3-2-14-16,5-1-24 0,2-2-30 0,4-2-54 0,2-1-56 15,1-2-64-15,4-1-61 0,3-2-37 0,4-4 8 0,4-3 30 0,3-5 49 16,3-5 0-16</inkml:trace>
  <inkml:trace contextRef="#ctx0" brushRef="#br0" timeOffset="211022.36">24492 12229 1047 0,'-15'-1'165'0,"-1"0"21"0,-5 1-26 0,5 2-32 0,1 2-37 15,1 1-35-15,-1 1-16 0,1 3-7 0,0 1-11 0,-1 2-2 0,-1 1-2 16,0 2 5-16,-1 1-2 0,-2 2-2 0,-1 2-2 0,-1-2-4 15,-2 2 0-15,-1 0 0 0,1 0-1 0,-3 1-3 0,1 1-2 0,-2 0 0 16,3 1-4-16,-2-1 7 0,1 0 2 0,2 0 7 0,-1-2 11 0,4-1-5 16,3 0 6-16,1-2 11 0,2-2-4 0,2 1 4 0,5-3-1 15,1-1-14-15,3-1-7 0,3-2-6 0,2 1-5 0,3-1-4 0,3 0-5 16,3 0 1-16,4 1-2 0,3-2-4 0,2 2-3 0,4-1-9 0,3-1-20 16,2 1-38-16,2-2-66 0,2-1-82 0,5 0-118 0,3-2-77 15,4 0-31-15,4 0-159 0</inkml:trace>
  <inkml:trace contextRef="#ctx0" brushRef="#br0" timeOffset="211439.36">25704 13790 2651 0,'-17'-7'135'0,"3"0"-8"0,-1-1-42 0,10 3-15 16,6 0-30-16,4 0-17 0,4-1-16 0,4-1 0 0,5-1-2 0,4-1-8 16,4 1 8-16,2 0-5 0,2-1 2 0,0 1 3 0,2 0-8 0,0 0 3 15,1 1-7-15,-1 0-6 0,2-1-8 0,-2 2-24 0,0-2-25 16,-2 1-41-16,1-1-40 0,-1 1-59 0,1 1-66 0,-1 1-63 0,2 1-85 15,-2 2-34-15,1 0 19 0,-1 1-52 0</inkml:trace>
  <inkml:trace contextRef="#ctx0" brushRef="#br0" timeOffset="211606.36">25996 14254 1609 0,'-10'7'854'0,"3"3"-756"0,0 2-7 0,8-1-37 15,5 0-13-15,5-2-4 0,4 0-17 0,2 0-13 0,5-1-9 0,1 0-9 16,0-2-14-16,2-2-24 0,-1-1-35 0,1-2-40 0,1-2-40 16,1-1-37-16,2-1-43 0,-1-3-73 0,3-1-61 0,0-1-1 0,1-3 47 15,2-1 43-15,4-5 87 0</inkml:trace>
  <inkml:trace contextRef="#ctx0" brushRef="#br0" timeOffset="211956.36">27504 13370 1964 0,'-27'10'216'16,"-1"3"-93"-16,-8 6-33 0,8 5-14 0,7 0 2 0,2 1-8 16,1 4-15-16,2 2-13 0,0 6-8 0,2 1-3 0,0 2 7 0,2 0-4 15,4-1-2-15,1-2 1 0,5 2-9 0,1-2 1 0,2-3-18 16,4-4 3-16,5-1-6 0,3-3-4 0,4 0 3 0,2-4-20 0,2 0-3 15,2-4-6-15,-1-2 8 0,2-2 1 0,0-3-2 0,2-3 4 0,-1-2-5 16,-1-3 9-16,1-2 11 0,-2-2 6 0,0-2 8 0,-2-2 11 16,-3-1 5-16,0-3 11 0,-2-1 8 0,-1-1-8 0,-3-2 2 0,0-2 3 15,-1 0-4-15,-1-2 2 0,-1-1-11 0,0-2-2 0,-2-2-22 0,1 1 5 16,-1-3 4-16,-2-2-7 0,-1-4 19 0,-2-3-17 0,-3-3 2 16,-2-1-6-16,-4-2-7 0,-3 0 1 0,-2-1-10 0,-5 0 3 0,-3 2-5 15,-3 3-2-15,-4 1-3 0,-3 4-10 0,-2 2-1 0,-2 4-14 16,-5 2 0-16,0 3 3 0,-2 3 3 0,-3 4-9 0,2 2-3 0,-1 5-14 15,2 4-4-15,4 4 4 0,3 2-23 0,4 4-16 0,3 2-37 0,5 3-46 16,3 3-57-16,4 1-68 0,5 2-52 0,1 1-11 0,4 2 21 16,3 0 47-16,3 3-88 0</inkml:trace>
  <inkml:trace contextRef="#ctx0" brushRef="#br0" timeOffset="212173.43">28036 13979 2289 0,'-3'3'573'0,"1"1"-413"15,0 2-68-15,2 2-54 0,3 0-19 0,2 2-3 0,1 1-12 0,1 2-6 16,1 2 6-16,1 0-8 0,0 0 6 0,-2 0-4 0,2 0-3 16,-1-1-8-16,0-2-8 0,-1 0-14 0,-1 0-17 0,1-2-25 0,-1-2-47 15,1-1-68-15,-2-3-85 0,1-1-104 0,0-1-94 0,-1-1-5 0,1-3 52 16,-1-2-29-16</inkml:trace>
  <inkml:trace contextRef="#ctx0" brushRef="#br0" timeOffset="212522.67">28417 13265 3103 0,'-1'-11'107'0,"3"1"-18"0,2-4-56 0,7 3-12 16,3 1-8-16,5 1-4 0,4 2-2 0,2 1-8 0,4 1-5 16,0 2-1-16,1 1 0 0,0 2-1 0,-5 2 5 0,-1 1-1 0,-1 1-8 15,-2 0 6-15,0 2-5 0,-3 2-7 0,0 0 2 0,-2 2-9 0,-1 2-3 16,-3 3-6-16,-1 0-3 0,-1 1-19 0,-2 3 9 0,-3 2-18 16,-2 1-20-16,-4 5 3 0,-2 3-23 0,-4 1 6 0,-3 2 6 0,-3 2-4 15,-1 1 12-15,-3 0 16 0,-1-1 29 0,-1 0 28 0,0-3 21 0,-2-1 22 16,2-3 21-16,1 0 35 0,1-2 29 0,1-1 11 0,3-1-5 15,3-2-26-15,3 0-17 0,4-4-21 0,3-1-10 0,4-1 11 0,5-1-13 16,3-2-2-16,4 2 0 0,5-1-21 0,4-2-3 0,7-2-2 16,4-4-5-16,7 0-12 0,3-3 5 0,4-2-3 0,3 0-3 0,3-3 2 15,3 0-11-15,3-1 7 0,2 0-3 0,2 0-2 0,1-1-8 0,-2 0-20 16,0 1-13-16,-1-1-23 0,-3 1-28 0,-3 0-37 0,-1 0-41 16,0 1-45-16,-1 0-68 0,0 0-117 0,0 0-106 0,-1 1-5 0,2-2-97 15</inkml:trace>
  <inkml:trace contextRef="#ctx0" brushRef="#br0" timeOffset="213055.82">25401 15449 2617 0,'-15'1'128'0,"-1"1"5"0,-2 0-37 16,5 0-12-16,8 0-20 0,0-1-23 0,3 0-22 0,1 0-14 16,1 0 2-16,2-1-8 0,0 1-3 0,2 1 2 0,1 0 2 0,0 0-3 15,2-1 3-15,2 0-2 0,2 0-7 0,2-2-3 0,2 1 1 0,0-2-6 16,3-1-2-16,-1-1-2 0,1-1-21 0,2 0-9 0,1-3-24 16,1 0-29-16,1 0-31 0,0-1-38 0,-1 3-48 0,1-2-42 0,-1 2-55 15,-2 1-49-15,1 1-5 0,-2 2 29 0,-2 1 58 0,1 2-17 16</inkml:trace>
  <inkml:trace contextRef="#ctx0" brushRef="#br0" timeOffset="213188.79">25383 16048 1761 0,'-11'9'596'0,"2"1"-445"0,-1 1-43 16,6-2-60-16,3-5-3 0,6 2-38 0,2-2-7 0,3 0-9 0,5 0-8 15,1-1 13-15,5 0-5 0,2-3-6 0,1-1 1 0,1-1-20 16,2-2-11-16,0-2-30 0,2 0-50 0,-1-1-51 0,2-3-53 0,0-1-59 15,0-3-63-15,-1 1-5 0,1 0 16 0,-4-1 54 0,1-2-15 0</inkml:trace>
  <inkml:trace contextRef="#ctx0" brushRef="#br0" timeOffset="213655.86">25089 14990 474 0,'0'0'228'0,"1"0"46"16,-1-1 27-16,0 1 2 0,0 0-46 0,-2 0-48 0,0-1-50 0,0-1-40 15,-1 0-34-15,-1 0-16 0,-1 0-20 0,0 0-7 0,0-1-7 0,-1 1-22 16,-1-2 8-16,-2 1-7 0,1 0-7 0,-3-2 4 0,-2 0-8 16,-2-2-6-16,-2 0 2 0,0-1-1 0,-4 1 0 0,-2-1 2 0,0 0-5 15,-3 0-3-15,-2-1 4 0,-4 2-4 0,-2-1-7 0,-3 3-6 16,-1 1-6-16,-1 1-6 0,-4 2 2 0,-1 2-1 0,-1 3-5 0,-3 0 3 15,-1 3 13-15,0 0 6 0,0 0 16 0,1 1-1 0,1 0 2 0,-1 0-2 16,1 3-8-16,1 0 2 0,1 2-5 0,1 2-1 0,3 1 0 16,2 0 8-16,1 2 7 0,6 0 1 0,1 0 7 0,3 1-1 0,2 0-2 15,4 0 4-15,2-2-7 0,3 2-5 0,3-1-16 0,4-2-5 0,1 1 8 16,4-1-7-16,2 0 5 0,3-2-6 0,2 0-14 0,3-1-14 16,3-2-23-16,0-1-35 0,4-3-51 0,0 0-59 0,3-2-62 0,2-2-25 15,0-3 8-15,3-2 38 0,1-4 60 0,-2-2-63 0</inkml:trace>
  <inkml:trace contextRef="#ctx0" brushRef="#br0" timeOffset="213855.86">24052 14961 860 0,'-10'1'200'0,"1"1"34"16,-2 1 0-16,2 0-22 0,1 1-34 0,2 0-41 0,0 1-33 16,1 0-19-16,-2 0-11 0,1 3-6 0,0 0-2 0,0 1-13 0,0 3-3 15,-1 0-13-15,0 0-12 0,0 1-6 0,-1 1-17 0,0 2-2 0,-1-1-3 16,0 1-4-16,-2 0-2 0,1-1-12 0,-1 0-3 0,1 0 8 15,1 0-3-15,0 0 8 0,3-1-1 0,0-2-26 0,2 1-7 0,3-2-20 16,3-1-20-16,2-2-24 0,4 0-29 0,4-2-25 0,5 0-42 0,2 0-40 16,6-2-38-16,6-1-9 0,6-1 17 0,5-3 40 0,8 1-57 15</inkml:trace>
  <inkml:trace contextRef="#ctx0" brushRef="#br0" timeOffset="214472.88">26702 15270 1781 0,'-2'3'365'0,"1"0"-217"16,2 3-67-16,2 2-64 0,1 2 0 0,0 4-13 0,2 3-4 0,1 3-1 15,0 1-11-15,1 5 2 0,-1 3-2 0,0 3-8 0,-1 3 4 0,-2 2-4 16,-2 0 2-16,0 1 8 0,-1 1 1 0,-2 0-3 0,1 0 7 0,-1-1-7 16,0-1 14-16,1 0 7 0,1-4-6 0,3 0 12 0,1-3-9 15,2-2 7-15,2-4 5 0,3-1-6 0,0-2 6 0,3-4 5 0,1 1 11 16,0-4 10-16,0-1 8 0,2-4 1 0,1 0 5 0,0-3-2 15,0-2 7-15,1-3 5 0,-2-2-7 0,1-3 0 0,0-1-19 0,-1-2-1 16,1-2-1-16,-1 0-7 0,1-3 0 0,0-3-19 0,0-1 0 0,0-1-4 16,-1-4 1-16,0-1 4 0,-1-2-9 0,-1-1 8 0,-2-2-11 15,0-3 6-15,-1 0-16 0,-1 0 4 0,-4 0-3 0,-1 2-3 0,-2-2 4 16,-3 1-12-16,-3-1-3 0,-2 2-8 0,-4 1 7 0,0 1-5 0,-4 1 2 16,-2 1 10-16,-1 0-6 0,-3 2 10 0,1 3 8 0,-3-1-2 15,-1 4 8-15,-2 1-6 0,-2 2 0 0,0 2 8 0,-2 0-6 0,1 2 0 16,0 2 0-16,0 0-19 0,0 3 3 15,0 1-4-15,0 2-14 0,1 2 2 0,1 1-6 0,1 3-5 0,-1 2-8 0,0 2-11 0,3 1-12 16,-1 3-10-16,3 2-10 0,3 0-14 0,0 3-23 0,2-1-39 0,2 1-57 16,2 1-83-16,2-1-51 0,4-1-12 0,3 0 48 0,3-1-39 15</inkml:trace>
  <inkml:trace contextRef="#ctx0" brushRef="#br0" timeOffset="214639.84">27531 15915 2387 0,'-1'8'205'16,"2"2"-67"-16,1 3-62 0,2 0-41 0,2 0-7 0,0 1 2 15,1 0-21-15,0 0 3 0,0 0-12 0,0-1-4 0,1 1 4 0,-3-2-5 16,-1-1-13-16,-2-2-31 0,0-2-48 0,0-1-60 0,0-1-78 0,-2-1-88 16,0-1-100-16,-2-2-42 0,0 0 25 0,0-3 45 0,-3-2 110 15</inkml:trace>
  <inkml:trace contextRef="#ctx0" brushRef="#br0" timeOffset="-214473.89">27830 15455 2555 0,'2'-4'264'0,"2"-2"-102"0,2-2-85 15,4 1-35-15,3-2 1 0,4 2-1 0,2-2-10 0,4 1-9 0,2 0-5 16,1-1-11-16,1 2-3 0,-1-1 5 0,0 2-4 0,-1 3-3 0,-2-1 2 15,1 1-15-15,-3 0 5 0,1 2-4 0,-1 2-3 0,-2 0 4 16,-1 1 1-16,-2 2 0 0,-1-1-6 0,-3 3-12 0,-1 2-18 0,-1 1-9 16,-2 2-4-16,-2 2-4 0,-1 2 0 0,-2 4-5 0,-2 1-5 15,-2 4-6-15,-3 2 3 0,-1 2 3 0,-2 0 2 0,-3 0 7 0,-2-1 5 16,0 1 12-16,-1-1 20 0,-1 1 19 0,0-3 13 0,0 1 11 0,2-2 9 16,0-4-6-16,2 0 17 0,4-3 4 0,1-2-11 0,4-1 17 15,2-2-15-15,3-1 1 0,3-2 14 0,2-2-11 0,3-1-2 0,2-1-9 16,2-2-3-16,1 1 7 0,2-2-2 0,0-1 0 0,3-1-11 15,2-2-4-15,1 0 6 0,3-2 4 0,-2 0-6 0,3-1 5 0,-1 0 2 16,1-1 5-16,0 0 16 0,1 1-9 0,0 0-1 0,1 0 2 0,-2 1-16 16,-1-1 5-16,0 0-1 0,1 0-16 0,0 0 5 0,0 1-17 15,-1 0-1-15,-1-1-3 0,0-1 5 0,-2 1 0 0,1-1-15 0,-3 0 11 16,0 0-26-16,-1-1-15 0,-2 0-29 0,1-1-61 0,-2 0-72 0,-2-3-116 16,0-1-193-16,-2-1-133 0,1-6-240 0</inkml:trace>
  <inkml:trace contextRef="#ctx0" brushRef="#br0" timeOffset="-213843.89">29091 13707 433 0,'-34'-26'-129'0,"-6"-7"100"0,-9-7-15 0,2 1-1 0,1 4 6 0,-5 4 11 15,-4 0 13-15,-5 5 12 0,-3 1-11 0,-2 5-69 0</inkml:trace>
  <inkml:trace contextRef="#ctx0" brushRef="#br0" timeOffset="-213290.36">26307 14918 854 0,'-16'87'-12'0,"-2"9"-6"0,-2 22-9 0,1-14-1 0,6-11 2 15,2 1-5-15,3 2 4 0,3 0 8 0,4 1 3 0,5 1 7 16,3 1 9-16,5 1 3 0,4 0 10 0,4-1 8 0,6-2 20 0,6-3 19 16,3-3 23-16,7-2 24 0,6 0 8 0,8-5 7 0,-26-41-2 0,10 7-9 15,3-2-5-15,10 8-18 0,3-5-5 0,11 6-24 0,1-5-23 16,11 4-11-16,3-5-13 0,1-7-10 0,1-7 8 0,2-4-2 0,0-8 1 15,1-4 7-15,0-6-13 0,1-6-1 0,1-5 6 0,0-6 5 0,3-6 10 16,-2-5 2-16,3-5 0 0,0-5-1 0,3-4-10 0,-1-4-2 16,3-4-4-16,0-2 4 0,2-5 5 0,12-9 5 0,79-37-4 0,-25 4-5 15,-28 9-2-15,-39 16-3 0,-4-4 4 0,-1-3-2 0,-2-2 5 16,0-3-7-16,-5-2-9 0,1-5 5 0,-5-3 1 0,-1-1 2 0,-1-6 2 16,-5 2-14-16,-1-2-2 0,-3 0 1 0,-4 1 6 0,-2-2 0 0,-4 1-4 15,-3-2-6-15,-3 1 1 0,-4 1-6 0,-4 0-2 0,-3 0-3 16,-4 2-13-16,-4 1-11 0,-3 0 0 0,-5 3-3 0,-2 2-10 0,-5 1-5 15,-4 4-4-15,-4 5 12 0,-5-1 26 0,-5 2 18 0,-2 3 12 16,-5 2 6-16,-4 1 5 0,-4 2 9 0,-5 2 5 0,-3 0 2 0,-5 2-2 16,-2 0-3-16,-3 0 6 0,-5 1 11 0,-4-1 7 0,-5 2 8 0,-3-2-6 15,-5 1 5-15,-3 2 4 0,-5 0 7 0,-3 2 6 0,-3 1-10 16,-6 2-7-16,-3 0-18 0,-4 2-11 0,-5 3 1 0,-2 2-7 0,-4 2 9 16,-5 5 2-16,-3 3 5 0,-3 5 7 0,-2 3-7 0,-4 4 0 0,0 3 0 15,-2 3-6-15,-1 4 6 0,-2 5-7 0,-2 4-6 0,0 7-9 16,-2 5-11-16,-3 5-13 0,-1 7-10 0,1 6-6 0,-2 7 3 0,5 8 0 15,1 4-15-15,3 7-3 0,5 4-34 0,4 4-82 0,3 3-109 16,4 4-234-16,3 3-211 0,-1 7-81 0</inkml:trace>
  <inkml:trace contextRef="#ctx0" brushRef="#br0" timeOffset="-203996">23585 10013 1873 0,'-14'-10'56'16,"2"4"-31"-16,-1 0-24 0,6 7-12 0,5 4-5 0,3 1-14 15,1 3-6-15,2 0-21 0,3 2-45 0,-1 1-74 0,3-2-122 0,-3 3-39 16,1-1 4-16,0 0-13 0</inkml:trace>
  <inkml:trace contextRef="#ctx0" brushRef="#br0" timeOffset="-203673.81">23878 9273 1643 0,'7'-15'47'0,"4"5"3"0,7-2-16 0,4 8-14 15,2 5-6-15,5 2-5 0,2 1-2 0,3 3-5 0,1 0-6 16,2 3-6-16,3 1-10 0,-3 1-7 0,1 2-8 0,-3 0-10 0,-3 3-12 15,1 0-21-15,-4-1-26 0,-1 0-22 0,-3 2-18 0,-4-1-4 0,-3 0 11 16,-3 0 30-16,-4 1 32 0,-2 0 34 0,-4 1 26 0,-3 3 10 16,-2 0 6-16,-3 1 0 0,-3 2 1 0,-2-1 1 0,-2 1 6 0,-3-1 9 15,-1-4 22-15,-2 0 31 0,2-1 29 0,-1-2 26 0,0 1 16 16,2-2 4-16,-1-2 0 0,3-4-2 0,1-1-12 0,3-1-11 0,2-2-18 16,3-1-20-16,1-1-4 0,2 0-14 0,2-1-5 0,2 2-3 0,4-1-9 15,1-1-1-15,3 1-6 0,3-2-10 0,4-2-9 0,1 1-9 16,3-2-6-16,2 1-2 0,2-2-5 0,2 0-6 0,-1-1-13 0,3 0-18 15,-1 0-25-15,0-1-40 0,-1 1-68 0,0-1-115 0,-3 0-94 0,3 0-47 16,-1-2 5-16,1 0-73 0</inkml:trace>
  <inkml:trace contextRef="#ctx0" brushRef="#br0" timeOffset="-203289.81">25494 9143 1662 0,'-7'-36'51'0,"3"-2"4"0,0-6-11 0,4 10-18 0,4 4-10 16,1 2-10-16,2 0-6 0,1 2-8 0,1-1 1 0,1 2-4 0,0 2-6 16,1 2-4-16,-1 3-12 0,-1 7-5 0,-1 3-2 0,-3 4-6 0,-2 2-8 15,0 2 2-15,-3 2 8 0,0 1 10 0,0 2 16 0,-3 3 9 16,0 3 9-16,-3 4 6 0,-2 3-1 0,-1 3 3 0,0 5 2 0,-1 3 2 16,0 2 2-16,1 5-2 0,-2 3-3 0,0 2-4 0,-1 3-2 0,0 4 0 15,2 1-6-15,-1 2 3 0,1 1 2 0,1 1-1 0,0 3-2 16,2 4 2-16,1 3-1 0,2 3-1 0,2 1 2 0,-1 3-9 0,3-3-1 15,1 0-1-15,1-3-1 0,1-5 3 0,3-4 1 0,2-5 8 0,2-7 16 16,2-6 20-16,2-8 25 0,0-5 27 0,0-6 20 0,1-4 14 16,0-1 10-16,-2-4-7 0,1-2 0 0,-2-4-16 0,1-2-14 0,-1-2-14 15,0-3-14-15,1-3-11 0,1-3-22 0,-1-5-12 0,0-3-16 16,-2-4-10-16,0-4-15 0,0-3-5 0,-4-1-21 0,-2-3-28 0,-5 2-28 16,-4-2-40-16,-4 2-15 0,-3 0-15 0,-3 3 12 0,-2 1 26 0,-3 3 24 15,0 3 32-15,1 1 28 0,1 1 15 0,0 3 9 0,2 1 9 16,4 2 1-16,0 2 3 0,1 3 0 0,3 3-3 0,0 2-1 0,2 0-3 15,0 1-9-15,2 1-20 0,0 1-30 0,1 1-42 0,1 1-33 0,1 1-10 16,-1 0 2-16,1 0 10 0,1 2 4 0,1 0-111 0</inkml:trace>
  <inkml:trace contextRef="#ctx0" brushRef="#br0" timeOffset="-202891.81">28420 10012 1953 0,'-11'-7'65'0,"1"3"-7"0,-1-1-35 0,4 6-20 0,0 2-15 16,1 2-12-16,0 2-11 0,1 0-27 0,1 2-35 0,1 1-76 0,2-1-133 15,2 3-49-15,1-1-2 0,3 0 47 0,0-2-11 0</inkml:trace>
  <inkml:trace contextRef="#ctx0" brushRef="#br0" timeOffset="-202506.81">28902 9169 1201 0,'0'-18'76'0,"2"0"-14"0,3-2 12 16,2 6-29-16,3 5-5 0,1 0-9 0,2 2-7 0,3 1-3 0,3 2-8 15,-1 1-1-15,3 1-4 0,1 2-3 0,-1 2-3 0,1 1-4 0,-1 1-3 16,-2 1 4-16,2 2 0 0,-1 0-3 0,-2 1 7 0,0 1-5 15,0 1 1-15,-1 0 2 0,-2 0-1 0,0 1 0 0,0 0-1 0,-2 1-3 16,-1-2 3-16,0 0-1 0,-1-1-2 0,0 1 3 0,-2 0-3 0,1 0 1 16,-1-1 2-16,-1-1 0 0,0-1 1 0,-1 1 1 0,0-1 3 15,-2 0-5-15,1-1 1 0,-2 1 1 0,1-1-2 0,-2 0 4 0,0 0-3 16,0-1 4-16,0 0-1 0,0 0 4 0,-1-1 6 0,1-1 4 16,-1-1 9-16,1-1 6 0,0 0 5 0,-1 0 2 0,1 0 6 0,0 0-1 15,-1-1 0-15,0 0-3 0,0-1-7 0,-2 1-6 0,1 0-8 0,-1 0-12 16,1 0-5-16,-1 0-4 0,0 1-2 0,1 0-3 0,-1 1-6 15,1 1-4-15,-1 1-5 0,1 2-1 0,0 2-3 0,1 1-5 0,-1 1-6 16,1 4-14-16,0 1-12 0,-1 1-19 0,1 1-38 0,-1 1-37 0,0 2-25 16,0 0-8-16,-1 2 25 0,0 2 30 0,-2 0 16 0,1 0 10 15,-1-1-10-15,-1-1 1 0,1-1-110 0</inkml:trace>
  <inkml:trace contextRef="#ctx0" brushRef="#br0" timeOffset="-202106.25">29966 9582 741 0,'11'-22'8'0,"4"-1"-20"0,6-8 3 16,1 6 0-16,2 3 4 0,2-2 5 0,-1 2-3 0,0-4-6 15,0 1-4-15,1-3 0 0,-1 0 4 0,-1-2 6 0,-2 2 0 0,-1-1 6 16,-3-1 0-16,-2 1 2 0,-2 0 2 0,-4 2 0 0,-2 1 4 15,-2 4 0-15,-2 1 1 0,-3 2 5 0,-1 3 0 0,-2 1 1 0,-1 3 4 16,-1 1-6-16,-1 2 3 0,0 3 2 0,-2 2 1 0,0 2 7 16,-2 2 4-16,0 1 11 0,1 3 14 0,-2 1 7 0,1 4 10 15,-2 4-1-15,-1 4-4 0,-1 2-5 0,-1 5-11 0,-1 3-4 0,1 2-8 0,-2 7-8 16,-1 0-3-16,1 3-3 0,-1 3-3 0,2-1-5 0,-1 3 1 0,3 3-7 16,1 1-7-16,1-1 7 0,3 2-9 0,3 1 1 0,1-1 1 15,3 2-10-15,2-1-3 0,2-2-8 0,1-1-3 0,3-2-4 0,1-6 5 16,2-4-2-16,1-3 4 0,3-6 6 0,2-2-1 0,1-3 7 15,1-2 6-15,-1-2-4 0,3-4 7 0,0-2 5 0,-2-3 5 0,0-3 23 16,1-2 20-16,-2-2 3 0,1-3 2 0,-3-2-15 0,-2 1-10 0,-4-2 2 16,0 0-5-16,-3-2 1 0,-3-2-9 0,-2-1-16 0,-2-2-16 15,-3-2-23-15,-3-2-18 0,-1-3-10 0,-6 0-5 0,0 0-7 0,-5-2-10 16,1 1-16-16,-3 2-31 0,-3-1-47 0,0 2-46 0,-4 1-38 16,0 1-31-16,-4 2-63 0,-3 0 63 0</inkml:trace>
  <inkml:trace contextRef="#ctx0" brushRef="#br0" timeOffset="15206.25">519 18175 65 0,'-1'2'31'0,"-2"-1"6"16,0 0-3-16,0-1 28 0,0 2 10 0,-1-1 4 0,-1 1 12 0,1-1-35 16,-1 0-4-16,-1 0-2 0,1 1-6 0,0-1 2 0,-1 0-7 15,1-1 2-15,1 1-4 0,1-2-7 0,0 1 4 0,2-1-6 0,-1-1 6 16,2 0-7-16,1-1 1 0,1-1-5 0,1 0-47 0,1-1-1 0,1 0-3 16,2-1 3-16,1-2 44 0,1 0 0 0,1-1 0 0,1-2-2 15,1 0 0-15,1 0 0 0,2-3 1 0,1 0 0 0,0-1-3 0,3-1 1 16,0 0-3-16,1-2 3 0,1 0-2 0,2-1 1 0,-1-2 3 15,4 0-5-15,0-1 2 0,0-1-12 0,28-24-43 0,0 2 2 0,-1-1 5 16,-2 4 7-16,-3 1 43 0,-3 1-3 0,-3 4-2 0,-4 3 3 0,-2 2 2 16,1 0-3-16,-1 0 1 0,0-1-2 0,2 0 2 0,-2 2 2 15,2-1-1-15,-1 1-1 0,1 0 2 0,0 1-1 0,-1-1-15 0,2 2-6 16,3-3 1-16,32-21 4 0,-10 8 17 0,-9 7 10 0,-14 9-2 0,0 1-1 16,3 1-2-16,-1 1-1 0,1 0 2 0,-1 2 2 0,1-2-1 15,-1 0 0-15,0-1-2 0,3-2-5 0,-1 1 1 0,1 1-5 0,0 1-6 16,0 0 4-16,0-1-5 0,0 0 1 0,2-1 2 0,2 0 0 15,-1-1-1-15,2 0-3 0,-1 1-6 0,1 1 3 0,0-1-7 0,1-1 8 16,-1 0 7-16,2-2-4 0,-2 1 11 0,1 0-7 0,0 1-4 0,0 0 0 16,2 1-7-16,0-4 8 0,0 1 0 0,0-1-5 0,1 0 1 15,0 1-3-15,1 1 2 0,1-1 1 0,-2 1 2 0,3-2-5 0,0 1 3 16,0-1-2-16,1 2 0 0,1-1 2 0,0-1 4 0,0-1 2 16,1 0-1-16,0-1 0 0,0 1-3 0,0-3-2 0,1 2 1 0,0-3-5 15,2-2 8-15,2 0-1 0,0-1 1 0,1 0 2 0,-1-1-4 0,2-3 4 16,-1-2-8-16,2 1 1 0,2 0 6 0,-2-3-3 0,3 2 8 15,1-2-1-15,0 1-10 0,0-3 1 0,0 1 1 0,2-1-1 0,2 0 4 16,1 0-2-16,0 0 1 0,3-1-7 0,0 1 0 0,0 0 4 0,1 0 4 16,1 0 4-16,-1 0-5 0,3 1-3 0,1-1 1 0,0-1 3 15,2-2-2-15,-1 0 1 0,1 1-6 0,0 1-4 0,0 0 3 0,2-1 3 16,1 0 1-16,-1-1-2 0,2 0 2 0,-2 0-2 0,2-1 1 0,1-1 1 16,-1 0-1-16,3-1-1 0,-2 1-1 0,1-1-2 0,0 1-1 15,2-1 6-15,1-1-2 0,0 1 4 0,2-1 8 0,1 0-12 0,-1 0 3 16,3 0-6-16,-1-1-5 0,0 0 6 0,3 0-5 0,-2 3 1 15,0-1 3-15,1 2 3 0,0 2 3 0,1 0 4 0,1 4-11 0,-1-2 2 16,0 3 1-16,1 1-1 0,0 2 4 0,1 1-1 0,0 2-9 0,-2 2 2 16,1 2 3-16,-2 1 5 0,0 2 11 0,3 2 2 0,0-1-6 15,-2 2-2-15,0-2 2 0,3 0 6 0,-1-1 26 0,5-1 12 0,2-3 1 16,2-1-1-16,2-3-17 0,0-3-9 0,3-2-5 0,2-2-3 0,4-3-5 16,0-3-9-16,2-3-8 0,1-1-3 0,1-1 3 0,1-3 3 15,0-1 1-15,0-4-3 0,1-1-1 0,1 0-11 0,1-2 8 0,1 3 3 16,-2-1-1-16,-1 0 8 0,1 3 4 0,-2 0-5 0,0-1 4 15,0 2-1-15,-1 0-7 0,-1-1 7 0,-3 2-1 0,1 0-1 0,0 0 7 16,4 1 3-16,-1 1-3 0,-4 0-2 0,1-1-3 0,-2 0-1 16,2-1 4-16,0-1 5 0,0 1 0 0,2 2-2 0,-1-3-6 0,1 2 4 15,3 1-2-15,1-3 12 0,2-2-2 0,3 0-1 0,1-1-6 0,1 0-8 16,0 2-1-16,-2-1 0 0,3 0 7 0,0 2-4 0,-4 0 4 16,0 2-7-16,0 0 1 0,-2 0 1 0,1 0-2 0,-1 0 1 0,-1 1-5 15,1 3 7-15,-2-1-3 0,-1-1 0 0,-1 3 4 0,0-3-6 0,1 0-2 16,1-1 3-16,-4-1-2 0,1-1-1 0,-3 0 1 0,-2 1-1 15,0-1 1-15,-2 0 1 0,-1 1 0 0,0-1 1 0,-1 0-3 0,0-2 7 16,-2 1 1-16,2-2 1 0,1-3-2 0,2 1 1 0,0-1 1 16,0-1 1-16,-1 3 6 0,0-2-2 0,4 0-2 0,0 1 5 0,-1-2-4 15,1 3-3-15,-3 3 5 0,0 0-6 0,2 2 4 0,-2 3-2 0,1-1-4 16,-2 3 1-16,-1 1-4 0,0 0-2 0,-1 2 0 0,-1 0-1 16,0 1 3-16,0 2 7 0,1-1 4 0,1 1-3 0,-4 1 2 0,1 1-10 15,-1 1-1-15,-1 0 2 0,1-1 3 0,-2 1-4 0,-1 0 0 0,-2 0-1 16,2 0-3-16,0-1 9 0,-1 0 4 0,0-2 2 0,-1-1 5 15,1-1-3-15,1-1-2 0,-1-1 2 0,-2 1-7 0,-2-1 3 0,-2-1-7 16,2 1 1-16,0-1 6 0,0 1-8 0,0 1 11 0,0-1 3 0,1 0-1 16,3 0 7-16,-1 1-8 0,-1 2-3 0,-3 0-1 0,-2 1 1 15,0 0 1-15,-1 1-2 0,0 2 4 0,-2 1-1 0,-3 2-4 0,-1 1 5 16,-2 0-8-16,-2 2-4 0,-2 1 10 0,-1 1-7 0,-1 1 7 16,-1 0-4-16,0-2-8 0,1 1 1 0,-2-1-2 0,3-1 8 0,-3 0 0 15,-1 1-4-15,-2-2 1 0,0 1-9 0,0 0 6 0,-1-1 1 0,0 1 1 16,-3 1 6-16,-2-2-8 0,0 2 6 0,1-2-6 0,0 1-2 15,0-3 2-15,-1 0 2 0,0 1 8 0,0 0-4 0,0 1 1 0,-3 2-9 16,0-1 5-16,-2 1 2 0,-2 1 1 0,0 1 5 0,-3 0-11 0,0 1 4 16,-2 3-7-16,-1 0 5 0,-2 2-5 0,-5-2-4 0,3 0 3 15,0 0-8-15,-1 0-2 0,4 2 5 0,-4 3-2 0,-33 14 6 0,7-4-1 16,-1 2-3-16,6-6 11 0,-1 1-4 0,7-2 4 0,-3-2-4 0,7-2-10 16,-1 0-1-16,-1 1-4 0,0-2 1 0,0 2 1 0,-2-1-5 15,1 1 23-15,-24 13-7 0,1-1-2 0,2-1 1 0,1 0-27 0,1-1 4 16,2-1-4-16,0 0-4 0,3-2 0 0,3 0-5 0,2 0 2 0,-1-1 8 15,3-2 1-15,0 2 0 0,1-3-3 0,-1 0-8 0,3 0 5 16,-2 0-9-16,0 1 30 0,-2-1 5 0,-1 2-5 0,-2 0 16 0,-1 0-14 16,-1 2-1-16,-3 0 12 0,-3 0-3 0,-3 3 4 0,-1-1 1 15,-1 1-1-15,-3 1 8 0,-1 1-5 0,-1 1-1 0,-1 0 2 0,-2 1-14 16,-2 2 5-16,0-2 12 0,0 1-15 0,-2 0 22 0,0 0-5 0,-1 1-17 16,0-1 23-16,0 0-1 0,0 1 6 0,-1-1 9 0,1-1 3 15,1-3-21-15,-1-1 11 0,1 2-21 0,-1 0 0 0,-1 1 0 0,0 0 0 0,-1 2 0 0,-2 0 0 0,0 2 0 0,0 0 0 16,-1 2 0-16,0 0 0 0,-2 1 0 0,-1 1 0 0,0 1 0 0,1 0 0 0,-5 6 0 0,1 0 0 0</inkml:trace>
  <inkml:trace contextRef="#ctx0" brushRef="#br0" timeOffset="17005.59">1290 878 534 0,'3'3'-5'15,"1"-1"8"-15,1 1 10 0,2 1 5 0,1 1 4 0,2 0-2 0,3 1-3 16,3 0-4-16,0 1-3 0,4 1-2 0,3 0-2 0,3 1-4 0,3 0-14 15,3 1 1-15,4 0 2 0,2 1-1 0,3 0 13 0,4 0-2 0,0 0 0 16,3 1 0-16,1 0 2 0,3 1-2 0,1 1-1 0,1 0-6 16,2 2 1-16,1 1 2 0,56 16-1 0,-6 1-2 0,-4 0 1 0,-9 1 1 15,-6-3 3-15,-9-1 7 0,-6 0 1 0,-8-3 1 0,-4-2 5 16,0 2 0-16,-1 0 1 0,0 1 6 0,1 1 1 0,1 2 1 0,0-1 3 16,2 2-10-16,0-1-4 0,1 1-3 0,1-1 2 0,1 1 2 0,0-2 4 15,1-1 1-15,1 1 2 0,2-2-2 0,65 24-4 0,-14-8 1 16,-15-8 3-16,-16-5 3 0,-9-3 0 0,3 1 0 0,4 0-7 0,-1 2 0 15,5 0-3-15,-1 3-2 0,4 2-3 0,1 1 0 0,2 3-2 0,3-1-3 16,0 1-2-16,2 3-2 0,2-1-1 0,0 1-2 0,3 1 3 16,-2 0-3-16,3 2 2 0,-1 0 3 0,-1 2-1 0,1 0 1 0,0 2 0 15,2 1-2-15,-2-1 2 0,-1 2 2 0,1-2 1 0,-2 3 1 0,3-1-7 16,-1-1 2-16,-1 0-1 0,1-4 4 0,-1 0 7 0,3 0 3 16,-2 0 3-16,2 0 2 0,1 1-2 0,1-1-2 0,2 0 0 0,4 1 3 15,1 1 5-15,3 1 1 0,1 1-2 0,2 2-10 0,4-1-4 16,1 1-8-16,2 0-2 0,3 1-3 0,-1 1-1 0,1 2-3 0,2-1 5 15,2 1-11-15,0 1 1 0,3-1 4 0,0 2 2 0,0-1 4 0,2 3 2 16,1 1-2-16,-1 1-3 0,3 2 2 0,-2 0-2 0,2 0 1 16,1 0-1-16,0 0 4 0,2 2 4 0,-1-1 0 0,3 1 0 0,-2 0 1 15,2-1-2-15,0 2 4 0,0 0 0 0,0-1 5 0,3 2 6 0,-1-1 2 16,2 0 1-16,0 0-4 0,0 1-6 0,0-1-3 0,0 1-4 16,0 1-8-16,-2-2-3 0,1 1-2 0,-1-2 3 0,0 3 10 0,2 1 3 15,-1 1 3-15,2 2-1 0,1-1 1 0,1 3 0 0,3 2-2 16,0 2 3-16,0-1-4 0,0 3 1 0,-1 0 1 0,1-2 1 0,2 4 4 15,1-2-2-15,1 2 3 0,1 1-3 0,-3-1-2 0,0 2-1 0,0-2-4 16,1 3-1-16,-2 0-4 0,2 0 4 0,2 4-2 0,-2-1 0 16,-1 2 6-16,-4-3-3 0,1 3-3 0,-3-3-2 0,1 0 0 0,-1 0-3 15,-1-1 5-15,0 2 4 0,-2 2-3 0,-2-2 1 0,-3 1-1 0,0-3 6 16,-1 2 6-16,1 1 9 0,-2 1 12 0,-1-1 9 0,1 2 14 16,-5-4-4-16,0 1 9 0,-2-1-1 0,1 2-4 0,-1 1 13 0,0-1 0 15,1 0 7-15,0-1-1 0,-1-2 0 0,2 1-5 0,0-1-1 0,-1 3-6 16,2-3-10-16,-3 2-10 0,-3-4-17 0,-2-2-4 0,-3-1-6 15,-1-3-9-15,1 4 0 0,-4 0-3 0,2 0-2 0,-1 0 12 0,0 0-2 16,-2 0 2-16,-4-2-3 0,-2-1-6 0,-2 0 4 0,-1 0-8 16,0 0 3-16,-2-1 11 0,-1-1 0 0,-1-1 6 0,-2-1 11 0,1 3-7 15,0 0 2-15,2 2 6 0,2 2-2 0,0-3 17 0,-3 0 9 0,-2-2 5 16,-5-5-5-16,-3-1-14 0,-4-4-9 0,-3-2-12 0,-1-1-1 16,2 0-3-16,1-1 2 0,1 2-1 0,3-1 1 0,-1-2-2 0,0 0 10 15,-1-1 11-15,-2-1 8 0,-2-1-3 0,1-2 2 0,-4-1-6 0,1-2 4 16,-3-2 6-16,-1-1-9 0,-2-4-7 0,-1-1-8 0,-2-2-17 15,2 1 0-15,-1 0-1 0,1 0-3 0,-3 1 1 0,-2-3 1 0,0 3-1 16,4 0-7-16,2 0 12 0,-2 0-2 0,-1-2 0 0,-9-2 7 16,-4-3-5-16,-4-1-4 0,-2 2-1 0,1-1-7 0,-1 1 6 0,-1 1 1 15,0 1 8-15,-2-3 1 0,-1 0 1 0,-1 0 3 0,1-1-3 0,-3 1 9 16,0 0 1-16,-1-3 3 0,2 1-2 0,-2 0-8 0,0-2 8 16,0 1-11-16,-4 0 3 0,1 0-3 0,-2 1-14 0,-1 0 8 0,-1-1 1 15,0 0 0-15,-1-1-5 0,0 0-4 0,-1 2 0 0,2-2 6 16,-4 1 1-16,0-1-2 0,-1-2 8 0,-2 1-9 0,-2-4 1 0,-3-1 5 15,0 0-17-15,-3-1 9 0,-1 1-4 0,0-1-1 0,-1 2 7 0,0-3-2 16,0 0-2-16,-1-1-4 0,-2 0 5 0,-2-1-1 0,0 2 2 16,0-2-5-16,-16-14-19 0,4 4 19 0,-2-1 28 0,5 2 0 0,-1 0 11 15,2 4-19-15,-1-3-17 0,4 5 5 0,0-2-8 0,-1 0-2 0,-2-1-6 16,0 0 3-16,-2-1 2 0,1 0 8 0,0-1-3 0,-2 2-1 16,0 0-5-16,1-2-3 0,-2 1 3 0,1-1 6 0,-1 1 3 0,1 0-4 15,-1 0-10-15,1 0 3 0,-1 1 4 0,0 1-5 0,1-1 1 0,-2 1-1 16,1 0 10-16,-10-12-6 0,0 2-10 0,0 0-1 0,2 2-9 15,-1-2 103-15,2 3 6 0,-1-1-11 0,0 3-3 0,0-2-95 0,1 2 3 16,1 0-2-16,0 1-7 0,-1 0 1 0,2 2-10 0,0 0-1 16,1 2-1-16,-2 1-12 0,1-2-8 0,-1 2-3 0,0 0-20 0,-1-2-15 15,0 2-27-15,-1-2-43 0,0 1-41 0,0 0-78 0,-1-1-70 0,-2 0-76 16,0 1-27-16,0-2 150 0,-1 1 31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27:51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9744 7171 289 0,'0'-3'7'0,"3"-1"11"16,3 0 7-16,5 1 7 0,4-1 2 0,3-1 0 0,5 0-4 15,4-2-7-15,2-1-3 0,5 1-3 0,0 0-2 0,3 2 0 0,3-1-7 16,1 1 0-16,1 1-1 0,4 1-1 0,-1 1 0 0,3 0-2 15,1 2-4-15,0-1 1 0,2 2 1 0,-2-1 0 0,1 1 3 0,1 0-4 16,0 1 5-16,2-1 1 0,2 2 7 0,0-1 9 0,2 1 7 0,1-2 5 16,1 0 3-16,2-1 0 0,1 0-3 0,0-1-2 0,0-1-2 0,1-2-1 15,1 0 3-15,-2-2 3 0,1 0 4 0,0-2 7 0,-3-1 2 16,-1-1 3-16,-1 1 2 0,-3-1 2 0,-2-2 2 0,1 1 2 0,-3-2 5 16,0 2 4-16,0-1 0 0,0 0-6 0,-2 0-8 0,1-1-12 15,-1 1-5-15,0-1-5 0,1 1-6 0,-2 1-7 0,0 0-3 0,1 1-4 16,-2-1-2-16,2 0-4 0,0 0-3 0,-3 0 1 0,1 0 0 0,0 0 2 15,-3 0 3-15,0-1 1 0,-2 0-3 0,-3-1-2 0,-3 0-2 16,-3-2 2-16,-4 1-1 0,-3 0 4 0,-6 0 3 0,-2-2 1 0,-5-2 1 16,-4-1 3-16,-3 1-1 0,-3-1 1 0,-5 0 0 0,-2 0-4 0,-4-3-4 15,-4 0-9-15,-5-1-1 0,-3-3-4 0,-6 1-6 0,-4-2-4 16,-5 0 7-16,-2 1-2 0,-7-1 8 0,-4 2 4 0,-3-1-5 0,-4 2-3 16,-3-1 2-16,-2 2 1 0,-5 3 0 0,-2-1 0 0,-1 2-1 15,-4 3 1-15,1 0-4 0,-2 2 4 0,-3 2-3 0,0 2 2 0,-1 3 0 16,1-1 1-16,-1 2 0 0,1 2 5 0,0 0-2 0,-3 2 1 0,2 2 2 15,-2 1-3-15,3 1 4 0,-1 2 2 0,-1 1-5 0,0 1-1 16,1 1-1-16,-1 1-3 0,0 2 1 0,1 2 0 0,0 1 3 0,-1 2 1 16,-1 1 1-16,1 3 1 0,-2 3-5 0,-1 0-1 0,1 4 3 0,-1 0-1 15,1 3 1-15,1 0-4 0,0 2-2 0,3-1 7 0,1 2-5 16,4 0 8-16,5 1 5 0,0-2-10 0,5 3 2 0,3 0-1 0,1 3-3 16,5 0 6-16,3 0-2 0,3 1 1 0,6-3 1 0,2 1-2 15,5-1 2-15,3 1 0 0,5-1 4 0,2-4-10 0,5 1 4 0,6-4-1 16,5 0 3-16,5-1 12 0,3-3-4 0,5-1-1 0,2 0-1 0,6-1-2 15,3 0-1-15,3-2-1 0,1-1 1 0,3-2-2 0,2-1 2 16,3 0 0-16,2-1-3 0,3-1 1 0,2-1 1 0,1-3-1 0,0-1-1 16,0-2-5-16,0-1 1 0,1 0 2 0,1-1 1 0,-2 0-1 0,1-1 2 15,0 0-4-15,-1-1-1 0,0 1 4 0,-2-3-1 0,-3 2 1 16,1-1-2-16,-2-1 3 0,0 0-3 0,-2-1 1 0,0-1 2 0,-3-1-4 16,0 0 2-16,-1-1-2 0,-1-2 1 0,-1-1-5 0,0 0-11 15,-2-2-16-15,2-1-24 0,0-3-30 0,2-2-33 0,0-1-40 0,0-3-38 16,2-2-27-16,1 0-22 0,4-1-13 0,0-3 17 0,4 0 63 0,-1-4-122 15</inkml:trace>
  <inkml:trace contextRef="#ctx0" brushRef="#br0" timeOffset="1267">13667 7188 750 0,'-18'-15'339'16,"3"1"-354"-16,0-2 64 0,7 9-23 0,6 3-14 0,5 4-10 0,4-1-2 16,3 1 1-16,3 0-2 0,6 1 1 0,3 2-3 0,3-1 2 15,4 2 1-15,4 1-3 0,4 1-3 0,3 2-2 0,3 0-8 0,2 1-5 16,4 3-11-16,1-1-9 0,1-1-6 0,1 0 1 0,0 0 5 0,2-1 7 15,1 1 12-15,2 0 8 0,-1 0 6 0,2 0 4 0,0-1 4 16,0-1-1-16,2-1 3 0,0 1 0 0,0-1 2 0,1-1 1 0,1 0 1 16,1-1 4-16,3 0 5 0,2-1-1 0,1 1 2 0,0-2 0 0,3 0 10 15,0-1 9-15,3-2 1 0,1 0 2 0,-2 0-5 0,1-1-1 16,-1-1 0-16,1 0 1 0,-1-2-8 0,0-1-2 0,-1 1-3 0,-2-2-1 16,-3 1-4-16,-2-1 3 0,-2 0-4 0,-1-2-1 0,-3 0 1 0,-3-1-1 15,1-1 1-15,-5-2 0 0,0 0 1 0,-2 0 4 0,-3 0-2 16,0 0-1-16,-1 0-3 0,-2 0 0 0,-1 0-3 0,-3 0 0 0,-2 0-2 15,-2 0-2-15,-1 0 4 0,-1 0-3 0,-3-1 4 0,-3-1 0 0,0 0-2 16,-4 0 3-16,-1 1-2 0,-3 0 2 0,-3-2 3 0,-3-1-6 16,-2-1 2-16,-3 2 4 0,-5-3-1 0,-2-1 4 0,-4-1-12 0,-4-4-12 15,-4-2-13-15,-7-1-5 0,-4-3-2 0,-7-1-7 0,-7-3 6 16,-4 1 2-16,-5-1 8 0,-4-2 7 0,-4-1 9 0,-3-1 5 0,-3 0 0 16,-3 1 7-16,-1-2 1 0,1 0 8 0,-2 0 2 0,0 2-1 0,-1-1-6 15,-2 1-5-15,0 2-5 0,1 0-1 0,-2 4-4 0,1 2-2 16,-3 4-1-16,0 2-2 0,-3 4 5 0,-1 1-2 0,-1 2 7 0,-1 3-1 15,-1 1-4-15,-1 3 1 0,-3 1 2 0,2 4-4 0,-4 2 8 16,-1 4-1-16,1 2-3 0,-3 4-2 0,1 2-6 0,0 2 3 0,-1 3-1 16,-1 1 2-16,-1 1 0 0,-2 4-2 0,1 1 2 0,0 1 2 0,3 2 3 15,1 0-2-15,3 1 5 0,1 1 0 0,3 1 2 0,3 0-5 0,1 2 1 16,5 0 0-16,5 0 4 0,3 4 3 0,5-1-5 0,3 1-3 16,5 1 0-16,2 2-2 0,6 2 0 0,3 1-2 0,1 2-3 0,6 0-2 15,1-1 1-15,3 2 2 0,6 2-2 0,2-1-4 0,4 1 2 16,3 2 4-16,4 0 2 0,2 0 6 0,4 0-1 0,4-1-4 0,4 0 0 15,3-4-2-15,5-3 1 0,4-3 0 0,5-7 4 0,3-3 1 0,4-3 3 16,3-2-1-16,3-1 0 0,4-3 4 0,2-2-4 0,3-2-1 16,4-2 5-16,0-1-7 0,3-3 0 0,2 0 2 0,1-4 1 0,3-1 5 15,0-2-1-15,1-2 3 0,1-2-6 0,0-1-2 16,0-3 2-16,0-1-1 0,1-1 1 0,-1 0-1 0,0-1 1 0,2 0-2 0,-2-1 1 16,-1 0 1-16,-1 0-1 0,-4 0-4 0,-3 3 1 0,-1-1-7 0,-5 1 3 15,-1 0 3-15,-2 1 2 0,-3 0 2 0,0 0-2 0,-2 1 2 16,-3 0 1-16,-1 0-1 0,-3 1 1 0,-3 1 3 0,-4 0-4 0,-3 1 4 15,-3 1 2-15,-1 1-1 0,-3 0 5 0,-3 1-1 0,-2 1 7 0,-3-1 4 16,-1 1 2-16,-2 0 3 0,-2 0-4 0,0 0-3 0,-2 1 0 16,0-1-3-16,-1 0 0 0,1 1-2 0,-2-1-7 0,2 0 2 0,-1 1-9 15,0-1 2-15,0 1-2 0,0-1-3 0,0 1 4 0,0-1-2 0,1 0 1 16,-1 0 1-16,0 1 1 0,0-1-4 0,0 0 2 0,0 0 1 16,0 0-3-16,-1 0 5 0,1 0-3 0,0 0 4 0,-1 0 2 0,0 0-1 15,0 0 2-15,0-1 0 0,0 1-1 0,-1 1-4 0,0-1 1 16,-1 0-1-16,1-1-3 0,-1 1 1 0,0 0-1 0,0 0-1 0,0 0 3 15,-1 0-3-15,1 0-2 0,-1 0-1 0,1 1-2 0,1-1 1 0,-1 0 1 16,0 0-2-16,0 0 6 0,0 0-7 0,0 0 4 0,1 1-2 16,0-1 0-16,1 1 0 0,0-1 0 0,0 0 1 0,0 1-4 0,0-1 0 15,0 0 3-15,1-1-2 0,0 1 5 0,-1 0 2 0,1 0-2 0,0 0-1 16,0 0 1-16,-1-1-3 0,1 1-3 0,-1-1 1 0,0 1-2 16,1 0 2-16,0 0 0 0,0 0-2 0,0-1 1 0,0 1-8 0,1-1-10 15,-1 0-13-15,1-1-20 0,0 2-17 0,0-2-24 0,2 1-33 0,0-1-30 16,2 0-37-16,2-1-30 0,1 0-20 0,3 0-4 0,3-1-9 15,3 0 18-15,2-1 57 0,6-2 61 0,5-2-78 0</inkml:trace>
  <inkml:trace contextRef="#ctx0" brushRef="#br0" timeOffset="1933.85">18591 6954 1001 0,'-5'-5'-13'0,"0"2"-14"0,1 0-43 0,3 3-15 16,3 2-7-16,2 2 21 0,2 1 19 0,2 2 12 0,2 3 12 16,1 1-2-16,1 0-10 0,-1 2-12 0,3 1-1 0,0 1 9 0,1 0 14 15,0 0 13-15,0 1 12 0,1 1 2 0,1-1 4 0,-1 0 1 0,2 0 2 16,-1-1 5-16,0 1 8 0,1 1 15 0,2 0 20 0,1-1 20 15,-1 0 16-15,4 1 12 0,-1 0 2 0,2 0-2 0,1-3-3 0,1 0-3 16,2 0 1-16,0 0-1 0,5-2 2 0,-1 1 0 0,3-1-7 0,0 0-12 16,1-1-4-16,3-1-14 0,1 2-7 0,3-2-5 0,1 0-8 15,3-1-4-15,2 1-3 0,2-2-7 0,2-1-2 0,1 1-5 0,1-2-4 16,1 0-3-16,1-1-2 0,0-1-1 0,1 0 0 0,0-2 1 16,1 0-2-16,2-3-3 0,-1-1 5 0,2-2-2 0,1-2 1 0,-2 0 4 15,0-3-4-15,-3 0 1 0,-1 0-4 0,-3-3-2 0,-1-1 3 0,0-1 5 16,-2 0 0-16,0 0 2 0,-3-2 1 0,1-1-1 0,-3-1 0 15,-2 0-3-15,-2-1 1 0,-1 0-1 0,-4 0 0 0,-1 0-1 0,1 0 0 16,-2 0 1-16,-1 0 4 0,-2-2 2 0,-1 2-1 0,-4-1 2 16,-1-2-5-16,-3 1 3 0,-2-4 6 0,-3-1 2 0,-5 0-11 0,-2-2-6 15,-5-1 2-15,-3-3-5 0,-4-1 6 0,-4-4-4 0,-5-2-10 0,-6-1-4 16,-3-3-5-16,-7-2 0 0,-4-1 7 0,-6-2 1 0,-2 1 1 16,-5-2 3-16,-5 1-5 0,-2-1-5 0,-5-1 3 0,-6 0-2 0,-4-1 2 15,-2 2 11-15,-3 1 2 0,-2 3 2 0,0 1 8 0,-3 3-1 0,0 3-2 16,0 1 0-16,-3 4-2 0,1 4 0 0,-2 6 2 0,0 3-2 15,2 5 2-15,0 4 3 0,1 7-5 0,0 3 2 0,1 6-4 0,0 6-5 16,0 5-5-16,1 6-6 0,1 4-2 0,2 8 5 0,2 6 1 0,3 6-6 16,2 4-26-16,3 7-44 0,1 3-71 0,2 5-119 0,3 6-132 15,2 5-106-15,5 7 85 0,0 4-38 0</inkml:trace>
  <inkml:trace contextRef="#ctx0" brushRef="#br0" timeOffset="8734.37">21733 8370 100 0,'11'1'21'0,"2"0"-16"0,4 2-4 0,1 0-3 16,-3 1-1-16,2 0-2 0,-1 0 0 0,-1 1 0 0,-1-3 2 0,-1 2-1 15,0-1 0-15,-1 0-2 0,-2 0-1 0,-1 0 1 0,-1-1 1 16,0 1 2-16,-2 1 2 0,1-1-1 0,-1 0 2 0,-1 1 0 0,0 0 1 16,1 0 0-16,0-1 1 0,2 1 2 0,1-1 4 0,1 0 5 15,1 0 7-15,1-2 7 0,1 2 8 0,1-1 7 0,2 1 4 0,2 0 6 16,1-1 2-16,2 0-4 0,2 0-2 0,0 0-5 0,3 0-7 0,2-1-4 16,5 1-2-16,-1 0-2 0,4-1-1 0,-1 1 0 0,2 0-5 15,1 0-1-15,1 0-5 0,4 0-4 0,-2 0-3 0,3 0-2 0,0 0-1 16,3-1-5-16,0 1 0 0,0 0-3 0,2 0-1 0,1 1 1 15,0 0 3-15,0 0 0 0,2 0 2 0,1 1 0 0,2 0-6 0,2-1 3 16,0 1-2-16,2 0 2 0,0 0 3 0,3 1 3 0,0-1 2 0,-1 0 0 16,2 1 8-16,-2-1 3 0,1 1 5 0,2-1 6 0,0 0 0 15,-1-1 3-15,0 1 0 0,1 0-3 0,1 0 0 0,0-1-3 0,3 0-7 16,-1 0 2-16,0-1-6 0,-1 0 0 0,-2-1-5 0,-1 0 0 0,-1 0 0 16,-1 0-3-16,0-1 3 0,-2-1 0 0,1 0 4 0,-2 0 6 15,-1-1 8-15,0 0 5 0,0 0 2 0,1 0-2 0,-2-1-3 0,1 0-11 16,0 0-2-16,-1-2-5 0,-1 1-2 0,0-1-3 0,0 0 2 0,-2-2-6 15,1 0 9-15,-1 0 4 0,-1-2-4 0,-2 0 6 0,-2-1-11 16,-1 2 0-16,-4-2 2 0,0-1-3 0,1 1 2 0,-3-2-2 0,-1 1 0 16,0 0 3-16,-3-1-3 0,-1-1 0 0,2 1-1 0,-3-2-1 15,2 1-1-15,0-3 1 0,-2 0 0 0,2 1 0 0,-3-1 2 0,-2 0 3 16,-2-1-2-16,-1 2-3 0,-3-3-4 0,1 1-2 0,-2 0-3 0,-1-1-5 16,-2-1 5-16,-5-2-5 0,-2 0-1 0,-3 0 3 0,-2-2-4 15,-3 2 1-15,-2-1 1 0,-3-2-1 0,-2 0 5 0,-4-1-1 16,-3-2 1-16,-4-3 1 0,-4-1-4 0,-3-3 8 0,-5 1-1 0,-5-1 2 0,-2 0 2 15,-5-1-3-15,-2-2-1 0,-3 0-1 0,-6 0 12 0,-3 0 3 16,-5 1-6-16,-2-1 6 0,-4 0-8 0,-1 2-2 0,-3 0 7 0,-3 1-5 16,0 1-4-16,-5-1 0 0,1 0-4 0,-3 0-11 0,-4 2 1 0,-2 2-6 15,-2 0 2-15,-5 1 3 0,-2 1-1 0,-4 2 0 0,-1 2-1 16,-3 2 3-16,-1 4 4 0,-3 0 4 0,-2 1 5 0,-2 2-1 0,-1 0-2 16,-1-1 0-16,0 2 3 0,0 0 0 0,2 3-2 0,-2 0-3 15,2 1 1-15,1 1-2 0,0 0 0 0,0 3-4 0,3 1-8 0,1 2 1 16,-1 1-2-16,2 2 3 0,0 3 10 0,5 1 2 0,0 3 8 0,2 2 2 15,2 2-3-15,1 2 5 0,1 0 1 0,2 4-1 0,-1 0 3 16,-1 3-4-16,1-2-7 0,0 4-4 0,0 1 6 0,1 2-4 0,2 3 3 16,0 0 3-16,0 4-10 0,1-1 7 0,2 2-1 0,1 2 0 0,3 2-1 15,1 4-1-15,2 1-1 0,4 1 2 0,2 3 1 0,4 1-2 16,2 3-2-16,3 2-4 0,1 1-3 0,5 3-13 0,4 0-25 0,3 3-19 16,6 1-35-16,4-1-24 0,6-1-13 0,4 0-9 0,6-2 2 15,7 0 0-15,6-3 16 0,7-1 29 0,8-3 7 0,9 0-27 0</inkml:trace>
  <inkml:trace contextRef="#ctx0" brushRef="#br0" timeOffset="20068.4">23253 9507 656 0,'23'11'53'0,"4"2"3"0,9 2 15 0,1-5 13 0,-3 2-7 16,4-1-16-16,2 1-23 0,0 0-13 0,2-2-6 0,0 0-11 0,2-1 1 16,2-1-7-16,3 0-5 0,0-2-4 0,1-2 0 0,1 0-1 15,1-1-1-15,2-2-1 0,1-1-3 0,2 0 1 0,-1-1-1 0,1-1 6 16,1 0 4-16,2-2 2 0,1-1 2 0,1-2 1 0,0-1-1 0,0 0-2 15,3-1 5-15,-1 0 5 0,0 0 0 0,0 0 5 0,-2 1-2 16,0 0 2-16,0-1 5 0,-2 1 2 0,-1 0 1 0,-1 0-10 0,-1 0 0 16,-1 1 5-16,-1-1-3 0,-2 1 6 0,-2 0 0 0,-1 0-7 0,-1-1 12 15,2-1 2-15,-2-1-1 0,-2 0 1 0,1 1-6 0,0 0-3 16,0 0-5-16,1 1 6 0,-1-1-7 0,0 1 2 0,-1 0 0 0,0-1-4 16,-1 1 2-16,0-1 2 0,0 0 3 0,0 0 2 0,-2-1-3 0,0 1-6 15,0 0-5-15,-2 0-4 0,-1-1 2 0,-1 2 3 0,-1-2-1 16,-3 0-2-16,-2 0 0 0,-3 0-3 0,-2 0 0 0,-4-1 4 0,-1-1 0 15,-3-1 0-15,-3 0 1 0,-2-1 5 0,-3 1 0 0,-4-2 8 16,-3-1 2-16,-4-1 0 0,-1-1 0 0,-4-1-4 0,-2-2-4 0,-3 0-7 16,-3-3-1-16,-3-1-4 0,-3-1-3 0,-3-1-2 0,-4 2-2 0,-2-2 0 15,-5 2-4-15,-2 0 2 0,-7 0 1 0,-3 0 4 0,-3 2 4 16,-4 1 4-16,-3 1 5 0,-1 2 4 0,-3 3 0 0,-1 0 7 0,-2 1 0 16,0 0 0-16,-1 3 4 0,-2 0-5 0,0 0-2 0,0 0-5 0,-1 1-5 15,1-1-2-15,-1 1-13 0,1-1-2 0,-1 0 1 0,-1 1-5 16,-3 0 8-16,-1 2-1 0,-2 0-5 0,-2 1 1 0,-1 2-2 0,0 0-6 15,-3 2 2-15,-1 2-2 0,-2 2 3 0,-3 4 7 0,-2 2 4 16,0 4 8-16,-1 2-5 0,1 1 4 0,2 4-10 0,1 2-3 0,0 1-2 16,2-1-2-16,3 1-10 0,1 0-28 0,4-1-52 0,4 0-82 0,2 0-70 15,3-3-47-15,2 2 27 0,4-1 83 0,1 0-73 0</inkml:trace>
  <inkml:trace contextRef="#ctx0" brushRef="#br0" timeOffset="46252.42">6888 9998 163 0,'-6'-3'53'0,"0"1"-38"0,2 0 23 16,2 2-3-16,3 1 1 0,1-1-2 0,-1 0-3 0,1-1 2 15,2 1-4-15,0-2-5 0,2 1-6 0,1 0-5 0,2 0-5 0,1 0-1 16,-1 1-1-16,3-1 0 0,0 0 0 0,1 1-2 0,1-1 3 0,-1-1 0 16,2 0 2-16,-1 0 1 0,1-1-1 0,0-1 2 0,2 0-3 15,2-2 2-15,1 0 2 0,1-1-2 0,2-1 4 0,0-1-2 0,3 1 2 16,0-3 3-16,1-2 0 0,2-1 1 0,1 0 1 0,3-1-1 0,1-1 2 15,2-3-2-15,2 0 0 0,0-2 4 0,2 0 0 0,2 0 4 16,-1 0 1-16,3 0-2 0,3 0-2 0,0-1 2 0,2 0-3 0,0 0-3 16,2 0-1-16,-1 1-8 0,1 2 0 0,0 0 0 0,1-1-7 0,0 4 11 15,0-1-2-15,2 0-1 0,0 1 1 0,0 1-5 0,2 1-3 16,-2 1 0-16,2 2 3 0,2-1-2 0,2 3 1 0,1-1-2 0,1 1-4 16,-1 3 0-16,1 1-4 0,4 1 0 0,3 2-3 0,2 0-3 15,2 3-2-15,0 1-1 0,0 2 0 0,3 2 0 0,-1 2 2 0,0 0-1 16,3 2 1-16,-4 1 0 0,0 1 0 0,-4 3 1 0,-4 2-5 0,-2 2 3 15,-4 0-3-15,-3 3 3 0,-5-2 12 0,-4 4 0 0,0 0 4 16,-3 0 0-16,-2 3-7 0,-5-1 1 0,-6 1 0 0,-3 1-4 0,-3 2 1 16,-5 1-2-16,-2 2 2 0,-3-1 2 0,-5 1-2 0,-1-3 4 0,-3 1 1 15,-2 0 1-15,-1 2 2 0,-2-1-1 0,-2 2 2 0,-1-3-5 16,-3 1 2-16,0-1 3 0,-2 0 2 0,-1 0 3 0,-1 0 0 0,-3-1-4 16,-2 0-3-16,-4-2 4 0,-1 0-2 0,-3-2 2 0,-4 3 1 15,-3-2-5-15,-4 2-1 0,-6-4-4 0,-2-1-2 0,-6 0-4 0,-4-3-3 16,-3 2-9-16,-4 0-10 0,-5-2 1 0,-5 1-1 0,-4-1 6 0,-5-3 6 15,-3 1 5-15,-1-3 8 0,-2-2 7 0,2-3 3 0,2-5 2 16,-1-3 7-16,3-2 11 0,-1-2 9 0,1-1 11 0,2 0 0 0,1-3-2 16,3-1-3-16,3-1-4 0,-1-3-3 0,2-1-4 0,1-2-1 0,-1 0-6 15,0-2 2-15,-1-1-1 0,1-1-4 0,1-2 0 0,3-1-5 16,2 0 2-16,3-2 1 0,3 2-3 0,4-2 0 0,3 0-7 0,2-1 0 16,6-1 1-16,4 0-4 0,2-1-3 0,5 1 1 0,3 2-11 15,5 0-5-15,7 1-17 0,4 1-38 0,4-1-37 0,5 0-40 0,4 1-41 16,3 0-16-16,5 2 11 0,4 0 48 0,6 2-97 0</inkml:trace>
  <inkml:trace contextRef="#ctx0" brushRef="#br0" timeOffset="49620.11">9351 11550 18 0,'-1'1'18'0,"-2"0"-6"0,0 2 2 0,-2-2-6 0,0 1-2 16,-1 1-3-16,-1-2 0 0,0 1-1 0,0 0 1 0,-1-2-1 0,-2 0-2 16,-1 0 0-16,-2-1-1 0,0 1-1 0,1-1-2 0,0-1 1 15,1-1-1-15,1-1-1 0,0-1 3 0,0 0 0 0,1 0-2 0,-3-1-4 16,0 1-6-16,-1 0-4 0,-1 1 2 0</inkml:trace>
  <inkml:trace contextRef="#ctx0" brushRef="#br0" timeOffset="50120.15">9003 11459 21 0,'-11'-8'17'0,"0"0"-7"0,-2-3 0 0,6 0 1 16,3 0-1-16,4-1 2 0,1-2 1 0,4-3-2 0,1-1 1 15,2-1-2-15,3-2-1 0,2-3-3 0,2-1 1 0,4-4 1 0,2 1 1 16,2-2 3-16,2 0 1 0,1-2 0 0,1 0-1 0,1 0 1 0,3 2 2 16,2-1 1-16,2 1 2 0,0 0 3 0,3 0 2 0,-1 2 1 15,2 0 0-15,0 3-1 0,1 0-1 0,2 1-2 0,2-1 2 0,2-1-1 16,2 0 1-16,2 0-2 0,2 2 0 0,3-1-4 0,0 3-3 0,1-1-1 15,2 1-5-15,-1 2 0 0,2-1 0 0,2 1-3 0,-1 2 2 16,1-1-3-16,-2 3-2 0,-2 4 2 0,0 1-6 0,0 3 2 0,-2 2 1 16,0 2-3-16,-4 4 5 0,-1 4-1 0,-4 2 3 0,-3 4-1 0,-3 4 1 15,-1 5 7-15,-4 3 0 0,-2 1 5 0,-4 5 3 0,-2 0 1 16,-3 3 0-16,-2 2 0 0,-2 3 0 0,-3 1-2 0,-2 2-1 0,-1 2-1 16,-3 1 1-16,-3 2 1 0,-2 3 2 0,-2 0 0 0,-3 1-7 15,-2 2 1-15,-1-2-4 0,-1 2-4 0,-1-4 1 0,-1-2-6 0,-1-1 0 16,0 0 1-16,0-2 0 0,0-3-3 0,-1-1 0 0,-1-3 1 0,1-1 1 15,-1 0 3-15,-1-1 0 0,1-1-2 0,-1 1 0 0,1-1 0 16,-2 3-1-16,0-1-1 0,-3-1-1 0,-1 2-2 0,0-4-3 0,-2 1-1 16,0-1-5-16,-4 1-6 0,-2 1-4 0,0 0-5 0,-4-2-3 0,0-1 5 15,-3-1 10-15,-1 1 4 0,-2-1 8 0,-2 2 0 0,-3-2 2 16,-2-4 5-16,-2 0-2 0,-2-4 11 0,-2-2 1 0,0-2 2 0,-2-3 6 16,0-4-5-16,0-4 0 0,-1-4 3 0,1-2 1 0,-1-3-4 15,2-3-1-15,1-4-7 0,-1-1-2 0,0-3-4 0,-1-1 3 0,1-1 0 16,-3-3-5-16,-1-2-4 0,-2 0-8 0,0-3-1 0,-1 2-2 0,0-3-5 15,-1 1-1-15,0-1-8 0,3-3-3 0,1 0 4 0,2-2 2 16,2 1 8-16,1 2 11 0,-1 4 1 0,2 0 0 0,2 2-1 0,2 1-2 16,1 0 2-16,2 0 2 0,1 2 2 0,5-1 2 0,1 1 2 0,5 3-1 15,2 0 0-15,5 2 0 0,3 1-1 0,4 2 0 0,3-1-5 16,3 1 0-16,4 1-7 0,4 0-9 0,4 0-7 0,3 1-14 0,3-1-5 16,1 1-7-16,5 1-5 0,2 3-5 0,3 1 0 0,4 1 6 0,0 3 10 15,4 2 11-15,-1 1 11 0,2 3 10 0,1 2 4 0,2 1 3 16,0 3-9-16,3-1-95 0</inkml:trace>
  <inkml:trace contextRef="#ctx0" brushRef="#br0" timeOffset="51886.21">13317 11107 38 0,'0'-9'34'0,"0"-1"-19"0,1-1-6 16,1 0-1-16,1 0 1 0,0 1-3 0,1 0-1 0,2 1-1 0,1 2-1 15,0-2 1-15,2-1-1 0,1 0 0 0,1 0-3 0,-1 0 1 0,3 0 0 16,1 1-2-16,2-2 1 0,1 0 0 0,2-1 1 0,0-2 3 16,0 2 0-16,0-2 2 0,1 1 2 0,0 0 3 0,0-1 5 0,3-1 4 15,-1-1 2-15,4 0 3 0,2 1 1 0,0-1 4 0,4-1 1 16,0 0 3-16,4-1 3 0,1-1 4 0,4-1 3 0,3 2 1 0,3-1-1 15,3 1-4-15,3 1-7 0,1 1-3 0,3 1-3 0,1 1-1 0,3 0-2 16,3 1-3-16,3-1-1 0,1 0-1 0,2 2-1 0,2-1 0 16,0 1 1-16,3-1-5 0,1 0-3 0,-3 1-3 0,0 1-6 0,-2 1 2 15,2-1 1-15,3 2 1 0,3 1-2 0,1 0 3 0,3 1 1 0,-1 2 0 16,-4 2 6-16,-2 0 3 0,-4 1-1 0,-5 1 4 0,-1-1-1 16,-2 2 2-16,-1 0 6 0,0 1 1 0,-2 3 4 0,0-1 1 0,-1 3 4 15,0 1-1-15,-3 1-3 0,-3 3-5 0,0 1-4 0,-2 1-2 16,-2 2-5-16,-1 2-1 0,-3 0-2 0,-2 0 1 0,-2 1 5 0,1-1 2 15,-4 1-5-15,-1-1-1 0,-2 0-2 0,-2 2-1 0,-1-1 1 0,-2 1-2 16,-1 1 2-16,-2 1-6 0,-2 2-3 0,-2 1-1 0,1 0-8 16,-2 1 1-16,-2 0-5 0,-1 3-4 0,-3 1 0 0,-3 0 0 0,-1 2 0 15,-1-2-5-15,-3 4-7 0,-3-2-10 0,-3 3-8 0,-3 2-12 0,-4-2-12 16,-4 2-24-16,-4-1-13 0,-4 0 1 0,-5 0 8 0,-5 0 25 16,-5 1 21-16,-4-3 10 0,-3 0 14 0,-3-3 10 0,-4-1 9 0,-2-2 17 15,-3-1 7-15,-2-1 8 0,-2-1 3 0,-1-3 6 0,-3-2 1 16,0 0 7-16,-1-2 9 0,1 1 5 0,0-3 9 0,2 1-1 0,1-1-14 15,1 0-8-15,1-2-13 0,1 1-7 0,0-1-2 0,0 0-6 0,1-1-2 16,-1-3-5-16,2 2-2 0,-1-2-1 0,0 0-4 0,0-1 2 16,-1-1 2-16,0-1-2 0,1-2 0 0,0-2 2 0,1-1-3 0,0 0 5 15,3-1 4-15,0-2 1 0,1 0-4 0,-1-3-3 0,-1 0-5 0,0-1-4 16,3-2-1-16,0 0-8 0,1-2-8 0,4 1-7 0,1-1-13 16,1-1-14-16,4-1-23 0,1 0-16 0,4-2-10 0,1 1-7 0,4-2-5 15,3-1-2-15,2 1 0 0,5 0 7 0,3-1 11 0,4 1 12 0,3-1 20 16,5 1 14-16,4-3 17 0,5-1 11 0,5-2 8 0,8-1 7 15,8 0 0-15,7 1-2 0,7 1-5 0,5 3 2 0</inkml:trace>
  <inkml:trace contextRef="#ctx0" brushRef="#br0" timeOffset="55287.91">17025 13070 2813 0,'-14'6'3'0,"-4"4"5"0,-1 3 4 0,-4 7-2 0,13-2-12 0,4 2-8 0,2 2-7 0,6 2 3 16,1 1-1-16,2 3 11 0,2 1 1 0,2 5-5 0,0 1 3 0,3 4-16 15,-1-1-12-15,3 3-9 0,1 1-6 0,1 2-5 0,1 0-7 0,4 1-5 16,0 1-4-16,1-1-8 0,1 0-1 0,1 0-14 0,1-2-2 15,1 1-6-15,0-2-7 0,-1 1 1 0,-1-4-18 0,-3-2-29 0,-1-3-45 16,0-4-43-16,-3-1-34 0,1-3 7 0,-1-3 73 0,-2-3-51 16</inkml:trace>
  <inkml:trace contextRef="#ctx0" brushRef="#br0" timeOffset="55603.91">18012 13243 1118 0,'-16'12'301'0,"-4"1"-253"0,-5 3-4 0,1 2-11 16,-1-1-21-16,0 1-16 0,-4-1-20 0,0 2-11 0,-3 0-6 0,1-1 16 15,-3 2 9-15,-1-2 11 0,0-1 9 0,-3 0 4 0,2 0 0 0,-3 1 0 16,0 0 3-16,0 1 3 0,-1-1 15 0,2 0 17 0,2 2 27 15,2-1 32-15,2-2 17 0,2 0 15 0,2-1-5 0,2-1-19 0,2-1-14 16,7-1-19-16,2-1-22 0,4 0-11 0,3-1-14 0,4-1-12 0,3-1-2 16,4-1-10-16,3-1-4 0,4 1 3 0,3-2-3 0,5 0 6 15,3-1-2-15,4 0-4 0,4-3-2 0,3 0-1 0,1-1-2 0,3-1-2 16,2 0 1-16,3 0-1 0,2-2-7 0,1 1-4 0,0-2-8 16,1 1-9-16,1-2-16 0,-1 0-47 0,0-1-61 0,1-1-60 0,0 0-71 15,-1-2-77-15,-1 0-67 0,1 0 13 0,-1 0 136 0,3-3 21 0</inkml:trace>
  <inkml:trace contextRef="#ctx0" brushRef="#br0" timeOffset="55787.91">19036 13794 1892 0,'5'-3'126'0,"5"1"-1"0,3-2-7 0,5 0-42 0,3-1-33 0,0-1-22 16,5-1-15-16,0-2-4 0,2-1-10 0,3-2 5 0,0 0-6 15,1 0-2-15,-1 1-13 0,0-2-21 0,-2 3-24 0,-1 0-26 0,-1 1-21 16,-1 1-26-16,-2 2-31 0,1-1-34 0,-1-1-58 0,-2 0-62 0,0-1-27 16,-2-1 96-16,1-1-23 0</inkml:trace>
  <inkml:trace contextRef="#ctx0" brushRef="#br0" timeOffset="56536.91">20157 12991 1611 0,'0'-9'153'16,"3"-3"-51"-16,1-4-9 0,3-4-19 0,1 0-35 0,2-4-19 0,2-5-19 15,1-2-1-15,-2-4-4 0,1-2-6 0,-2 1 6 0,-1-2-5 0,0 2 6 16,-2 0 0-16,-2 2-5 0,0 3 1 0,-2 3 2 0,0 2 3 15,-2 4 4-15,-2 2 4 0,0 2-3 0,-1 2 5 0,-1 1-2 0,0 2-3 16,1 3 11-16,-2 1 1 0,1 3 7 0,-1 3 3 0,0-1 3 0,-1 3 7 16,0 3 6-16,0 0-4 0,-1 3-16 0,1 2-7 0,-1 3-8 15,0 3-3-15,0 5 6 0,1 3-5 0,0 5-1 0,0 4-3 0,1 4-1 16,1 4-1-16,1 5-8 0,2 2 1 0,2 4-5 0,1 3-2 0,1 3 8 16,1 3 1-16,2 3-1 0,-2-1-2 0,3 1-1 0,1-1-2 15,0-1-2-15,3-1-7 0,0 1 3 0,0 0 6 0,2-2 3 0,1-3 9 16,2-4-5-16,0-2 4 0,1-4 4 0,0-2 5 0,-1-4 5 0,-1-4 2 15,1-3 1-15,1-3 2 0,0-3 1 0,1-1 3 0,1-4 3 16,-1-1-2-16,2-2 4 0,-1-3 4 0,-2-4-1 0,3-2 1 0,-2-2-2 16,0-3-8-16,-1-2-1 0,0-3-2 0,-2-2 3 0,0-3-9 15,-1-3-8-15,-1 0-9 0,-1-4-17 0,-3-2-10 0,-3-1-13 0,-2 0-16 16,-3-2-5-16,-3-1-11 0,-4 1-9 0,-3-1-2 0,-4 0-10 0,-5 2 4 16,-2 0 18-16,-1 2 12 0,-4 0 25 0,-1 3 17 0,-1 0 8 15,-3 0 14-15,0 2 10 0,-2 2 15 0,3 3 25 0,2 1 21 0,2 2 24 16,3 1 12-16,2 0 2 0,3 0-15 0,2-1-19 0,1-1-19 0,3 1-19 15,0-2-10-15,2 1-15 0,4 0-11 0,0-1-6 0,2 0 0 16,2 0 2-16,1 0 3 0,1 0-5 0,1-1-5 0,1-1-4 0,4 1-1 16,2-3-5-16,2 1-2 0,2 0-1 0,-1-1-2 0,1 1 4 15,1-2 3-15,1 0 0 0,0 1 0 0,1 1 2 0,1 2 2 0,0 0 7 16,0 1 6-16,0 1-1 0,1 1-1 0,-2 1 3 0,2 1 1 0,-1-1 3 16,1 0 2-16,-2 2 4 0,0-1-6 0,2 1 2 0,-2 1 4 15,2 1-5-15,1 0 2 0,-2 1-1 0,2-1-10 0,0 2 5 0,-1 0 2 16,0 1-4-16,0 0 8 0,0 1-7 0,-2-1 5 0,3 1 0 0,0-2-4 15,0 0 2-15,3-1-2 0,-1-1 1 0,-1-2 1 0,-1 0 0 16,1 0 3-16,-2-2 4 0,1-1 2 0,1-1 2 0,-2-2 6 0,1-1-4 16,-1 0 9-16,-2-2-2 0,0 0 8 0,-2-1 6 0,1-1-1 15,-4-1 11-15,0-1-1 0,-1 0 6 0,-3 0-8 0,-2-3 9 0,-2 1-7 16,-2-1 4-16,-2-1-7 0,-1-2-17 0,-2-2-7 0,-2 0-20 0,-2-1 7 16,-2 0-1-16,0 2-3 0,-1 1-1 0,0 1-6 0,-2 2-8 15,0 2 1-15,-2 0-3 0,0 2 1 0,0 3-6 0,-3 2-5 0,0 1-3 16,-2 2-5-16,2 2 2 0,-2 2 0 0,1 1 2 0,2 1 4 0,-1 2-1 15,0 2 1-15,-2 0-10 0,2 2-17 0,-1 1-24 0,0 0-25 16,5 1-22-16,-2 1-26 0,2-2-46 0,2 1-59 0,2-1-64 0,2 0-59 16,3-1 49-16,3-2 117 0,0-2 0 0</inkml:trace>
  <inkml:trace contextRef="#ctx0" brushRef="#br0" timeOffset="56786.91">21563 12249 1411 0,'-7'12'1086'0,"1"4"-1001"0,-2 6-19 0,3 3-36 0,3 3-14 0,2 2-11 16,1 4-5-16,1 1-8 0,2 5-3 0,-1 4-5 0,2 3-7 15,-1 3 15-15,-1 2-8 0,-1 2-14 0,1 2-19 0,0 2-36 0,2 1-38 16,1-1-30-16,3-1-37 0,0-3-40 0,2-2-33 0,3-3-15 0,-1-3 4 15,3 0 37-15,1-3 46 0,-1-3 51 0,2-2 42 0,0-3 28 16,1-4 23-16,-3-6 14 0,1-2 12 0,0-6 3 0,-2-2-68 0</inkml:trace>
  <inkml:trace contextRef="#ctx0" brushRef="#br0" timeOffset="57137.91">22356 13343 2449 0,'2'10'97'0,"2"2"-34"0,3 2-29 0,2 0-17 15,1-4 3-15,3-1-1 0,1 0-4 0,4-1-4 0,0-2 1 0,0 0 9 16,-1-3 9-16,0-1 1 0,0-3-4 0,-3-2-7 0,0-1-3 0,0-2-4 15,0-2 0-15,-1-2-6 0,-1-1-7 0,2-1-3 0,-2-2-1 16,1-1 3-16,-3-3-3 0,-2 1-14 0,-1-1 4 0,-1-1 1 0,-2 1 1 16,-2-1 16-16,-1-3-8 0,-1 2 6 0,-2-2 3 0,-2-1-3 0,-2 1 3 15,-3-1-9-15,0-1 6 0,-3 2 1 0,-3 0-1 0,0 1 5 16,0-1-7-16,-4 1 1 0,1 3 1 0,-2 1-5 0,-1 3-1 0,-1 3-7 16,-1 1-1-16,0 3-5 0,0 1-2 0,1 2-5 0,-1 1 0 0,-1 2-4 15,2 2 5-15,-1 1-6 0,1 1 1 0,-1 1-8 0,0 1-12 16,2 1-14-16,0 2-12 0,3 1-18 0,2 0-18 0,0 1-25 0,3 1-45 15,1 0-57-15,2 1-65 0,0-1-58 0,1-2-20 0,0 0 97 16,3-2-34-16</inkml:trace>
  <inkml:trace contextRef="#ctx0" brushRef="#br0" timeOffset="57320.08">22778 12251 1525 0,'0'2'640'0,"3"2"-495"0,2 1-35 0,1 4-49 0,1 2-7 16,1 3-12-16,3 5-10 0,2 5-14 0,0 5-7 0,2 6-1 16,0 1-12-16,0 6 5 0,0 2-11 0,0 3-8 0,-2 4 3 0,-2 1-39 15,1 2-44-15,-2-1-71 0,1 1-101 0,3-1-103 0,-1 2-109 0,2 1-16 16,2 2 145-16,2-1 43 0</inkml:trace>
  <inkml:trace contextRef="#ctx0" brushRef="#br0" timeOffset="57470.08">23507 12642 561 0,'-14'-34'162'0,"-2"-6"-78"0,-5-10-40 0,0 4-26 0,-2 1-11 0,-1-3-8 16,-3-1-11-16,-3-1-12 0,-2-1-5 0,-2 1-9 0,-6-3-10 16,-3 2-23-16,-7 0-28 0,-5 1-22 0,-6 1-10 0,-9 1 25 0,-5 4 33 15,-10 3-41-15</inkml:trace>
  <inkml:trace contextRef="#ctx0" brushRef="#br0" timeOffset="57987.07">21815 11622 19 0,'-116'-5'14'15,"-13"-1"-1"-15,-34 0-1 0,14 2 0 0,14 3 3 0,-4 3 3 16,-1 0 8-16,0 3 19 0,0 0 25 0,1 2 27 0,0 0 23 0,0 0-1 16,-1 3 0-16,-2 0-2 0,1 3 4 0,-1 1-5 0,0 3-4 0,2 4-8 15,-2 2-12-15,0 1-8 0,1 3-13 0,0 3-12 0,-1 6-10 0,-1 5-5 16,2 5-4-16,-1 4-9 0,-1 4 7 0,1 3-7 0,0 3 3 16,0 5 5-16,4 4-10 0,-1 1 0 0,0 5-10 0,2 4-5 0,0 3-4 15,5 2-3-15,6 2-2 0,3 1 5 0,5 2-4 0,5-1 2 16,7 1-1-16,8-1 4 0,9-1-4 0,9-1 0 0,8-1-2 0,8 0-10 15,10-2 7-15,8 0-9 0,8 1-6 0,8-1 3 0,8 3-4 0,9 0 7 16,10 1 4-16,7-1-2 0,10-1-2 0,7 1-2 0,7-4 0 16,9 1 2-16,6-2 0 0,8-2 1 0,6-2 1 0,8-4-5 0,7-2 9 15,5-5 1-15,6-4 11 0,7-6 12 0,8-6 9 0,7-6 12 0,4-5 9 16,6-7-2-16,7-5 0 0,7-6-2 0,9-7 2 0,4-4-2 16,7-5-6-16,7-2-2 0,7-3-13 0,5-1-5 0,7-2-5 0,5-1-6 15,5-2-1-15,8-2 5 0,8 0-2 0,3-1 2 0,5-3 4 16,2-3-4-16,3-2 2 0,1-2-2 0,0-3-8 0,-2-1-5 0,-3-1-12 15,-7-2-6-15,-6-2-1 0,-6-2 0 0,-7-1 21 0,-6-4-7 0,-6-1 9 16,-6-3 6-16,-8-3 3 0,-5-2 11 0,-6-2 7 0,-4 0 2 16,-3 0 10-16,-4-1 1 0,-1-2-2 0,-3-2-11 0,-3-3-14 0,-1 0 7 15,-6-2-6-15,-2-3 4 0,-5-1-6 0,-5-3-12 0,-2 0 0 0,-3-1-2 16,-3 0-3-16,-4 0-7 0,-3-1 1 0,-8 1-3 0,-3 0 1 16,-5-1 2-16,-8 0 1 0,-3 0 1 0,-6 0-1 0,-7 1-3 0,-5 1-2 15,-7 1 1-15,-3-4 0 0,-4-1 0 0,-6-1 1 0,-2 0 0 16,-8 0 8-16,-4 2 3 0,-3-3 0 0,-5 0-3 0,-3 1-16 0,-4-1-1 15,-6 1-2-15,-4 2-3 0,-7 0 10 0,-6-1-10 0,-5 0-9 0,-8 1 1 16,-4-1-2-16,-7 0 4 0,-5 2-3 0,-8 0-1 0,-6 2 4 16,-9 1 5-16,-7 0 18 0,-7 2-3 0,-8 1 1 0,-7 1-1 0,-8 3 9 15,-8 4-2-15,-7 2 4 0,-8 5 0 0,-7 5-11 0,-5 2 2 0,-7 6-7 16,-4 4-6-16,-6 4-12 0,-7 5-17 0,-6 4-6 0,-5 5-8 16,-3 8-12-16,-2 6-10 0,-2 8-27 0,-2 5-38 0,0 7-34 15,-5 7-48-15,-5 7-36 0,-3 10-18 0,-5 8-26 0,-4 12 3 0,-3 10-71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30:30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3737 5997 43 0,'-4'0'27'0,"0"1"0"0,-1 0-2 0,1 0 0 0,0 1-4 16,0 0-5-16,1 1 2 0,-1-1-2 0,1 1 1 0,-1 0 0 15,1 1 3-15,0 1 2 0,1-1-1 0,0 0 2 0,-1 0-2 0,1 0 0 16,-1 0-1-16,1 1-3 0,1-1-1 0,0 2-3 0,1-1 0 0,0-1 0 16,1 1 2-16,1-1-1 0,1 2 1 0,0 1 3 0,2-1-5 0,-2 0 4 15,2 1-3-15,2-1 0 0,1 0 1 0,1 0 2 0,2-1 3 16,0 0 0-16,0 0 3 0,2-1-1 0,1 0 2 0,4 0 0 0,0 0 0 16,4-1 0-16,0 0 1 0,-1 0-2 0,3-1 0 0,3 1 0 15,2-2-2-15,1 2 1 0,1-2-2 0,1 1-2 0,0-1 0 0,1-1-1 16,2 0-1-16,1 0 1 0,3-1-2 0,0 0-3 0,1 1-1 0,2 0-3 15,0 1 3-15,1 1 0 0,0 1-1 0,1 0 0 0,1 1-4 16,0 1-1-16,2-2 3 0,-1 2-3 0,1 0-1 0,1-1 4 0,2 1-4 16,5-1-3-16,-1-1 2 0,2 0-4 0,3-1 1 0,1-2 4 0,5-1-2 15,0 0-1-15,3-1-2 0,-1 0 3 0,3 0-1 0,0-1 0 16,1 1-1-16,-1 0-2 0,-1 0 4 0,2 0 0 0,-2 1 1 0,1 0 2 16,1-1-1-16,-1 2 0 0,0 1 3 0,-1 1-3 0,0 0 2 15,-2 2 0-15,2 0 0 0,-1 0 4 0,1 2 1 0,-1-1 1 0,1 0 5 16,-1 2-8-16,1 0 0 0,0-1 0 0,1 2 1 0,2-1 4 0,1 0-1 15,1 0 1-15,-1 1-11 0,1-1 3 0,1 0-3 0,2-1-6 16,0-1 10-16,1 0-7 0,3-1 0 0,0-1-2 0,2 0 0 0,1-2-5 16,-1-1 5-16,2 1 0 0,-1-2-1 0,0 1 5 0,-1 0-2 0,0 0 1 15,-1-1 2-15,-2-1 2 0,-2 0-1 0,-3 0 3 0,-1-2 0 16,1-1-2-16,-2-1 4 0,-3-2-2 0,-1-2-1 0,-4 0 6 0,1-2 2 16,-2-2 5-16,1 0 6 0,-3-2-2 0,0-1 2 0,-2-1-2 15,-1 1 0-15,-3-1 1 0,-1-2-1 0,-2 2-2 0,-2-3-4 0,-2-1-1 16,-2 1 0-16,-2-3-3 0,-1 0 1 0,-3-1-1 0,-3-1-2 0,0 3 0 15,-4-2-3-15,0 0 0 0,-3-2 1 0,-2 0 3 0,-3 0 0 16,-5-1-2-16,-2 1 2 0,-5-1 5 0,-3 1 7 0,-2-2 5 0,-4 1 2 16,-3-2-6-16,-2 1-6 0,-5-1-2 0,-2 2-1 0,-4-2 0 0,-3 1-2 15,-5-2-1-15,-3-1-3 0,-3-1-4 0,-5 1 0 0,-1-1-1 16,-4 0 4-16,0 0-5 0,-4-1 0 0,-2-1-8 0,-2 1-3 0,-5-1 14 16,-1 1 3-16,-2 0 6 0,-2-1 1 0,-2 0-14 0,0 0 1 15,-2 0-1-15,-1 0 3 0,-1 3-2 0,-4-2 1 0,-1 0-1 0,0 2 5 16,-3-1 0-16,-1 4-5 0,-4 1 2 0,-3 2-8 0,-3 0 2 0,-3 1-1 15,-2 3-6-15,1-2 2 0,-4 1 2 0,-1 4 3 0,-2 0 9 16,-2 1 0-16,-1 2-3 0,0-2 0 0,0 1-6 0,-1 2 0 0,0 1 0 16,-4 1-2-16,-2 2 2 0,1 1-4 0,-2 0-4 0,1 2 3 0,-2 1-4 15,0 2 6-15,-1 1 4 0,0 2 1 0,2 1-1 0,-1 1-4 16,2 3-1-16,-2 1-2 0,-3 4 2 0,2 1-1 0,0 3 3 0,-1 2-1 16,4 2-2-16,0 2 2 0,-2 0 3 0,3 4 0 0,-2 0-8 15,2 1 5-15,0 3 0 0,0 1 4 0,-1 6 10 0,0 0-7 0,1 3-3 16,1 1 2-16,-1 2-4 0,2 3 4 0,2 0-2 0,2 1-4 0,2 0 0 15,3-1 0-15,2 1 3 0,5 1-5 0,2 0-7 0,5 0 3 16,4-2 5-16,3 2 7 0,3-2 6 0,4 0-1 0,1 0-11 0,4 1-2 16,1 0 2-16,2 2-6 0,1 1 1 0,2-2-1 0,3-1-2 0,1 1 2 15,4 2 2-15,1-1-12 0,4-1 5 0,1 1-3 0,3-1-4 16,4-1 6-16,5-1-10 0,5 0-18 0,6-2-43 0,5 0-32 0,5-1-25 16,7-1-17-16,5-1 1 0,9-1-18 0,5-1-32 0,8-1-30 15,7 0-15-15,5-1-53 0</inkml:trace>
  <inkml:trace contextRef="#ctx0" brushRef="#br0" timeOffset="11834.4">4478 7583 1282 0,'-28'-20'-33'0,"3"2"4"16,-1-2 52-16,9 7 24 0,9 4 12 0,1 2-22 0,1 0-18 0,3 2-10 15,2 1-11-15,0 3-4 0,3 1-7 0,2 0-2 0,3 0 0 0,3 1 1 16,3 0 5-16,4 3 0 0,1 0 0 0,4 2 3 0,1-1 2 15,1 0 0-15,2 1 2 0,2-2 0 0,3 0 1 0,0 0-2 0,4 0 1 16,0 0 1-16,3-1 1 0,2 1 1 0,1-1 0 0,4-2 1 0,1 0 1 16,3 0 2-16,4-1 6 0,1-1 1 0,3-1 5 0,6 1-1 15,0-3 4-15,5 1-2 0,2-1 2 0,1 0 1 0,4 0 2 0,3-1 9 16,4-2 2-16,5 0 4 0,3-2-3 0,5-2-8 0,6 1-14 16,2-1-5-16,5 0-5 0,5 0-3 0,2-2 1 0,5 0 3 0,3-2-2 15,2-2 0-15,3-1 0 0,3 0 1 0,3-4-6 0,3-2-1 16,0 0 0-16,0 0-2 0,2 1 5 0,-2 1-7 0,-1 0 6 0,-3 0-3 15,-3 0 0-15,-1-1 3 0,-2 1 0 0,-3-1 1 0,-2 1-5 0,-4-1 4 16,-3 1 1-16,-4 2-2 0,-5-3 3 0,-2-1-1 0,-3-2-3 0,-2-1 3 16,-2 1 1-16,-2-1-4 0,-3-2-1 0,-2-1 0 0,-2-2 0 15,-2-3 0-15,-4 0 4 0,-1-1 2 0,-4 0 0 0,-3 0 1 0,-6 0-1 16,-2 0-1-16,-5-2-8 0,-3 0 2 0,-3 1 6 0,-5-2 0 16,-4 1 11-16,-6 0 3 0,-4 2-6 0,-7 1 4 0,-6 0-3 0,-7 4-5 15,-7-2-12-15,-6 0-12 0,-4-1-16 0,-5 1-1 0,-7 0 3 0,-6 2 2 16,-7-2-7-16,-8 1-6 0,-8 1-6 0,-7 0-6 0,-8 0 17 15,-7 3 11-15,-6 0 18 0,-7 2 17 0,-4-1-3 0,-4 2 4 0,-4 0-5 16,-2 1-1-16,-4 2 2 0,-1 0 6 0,-5 1-4 0,0 1 4 0,-3 1 0 16,-2 0-2-16,-2 2 4 0,-2 0 0 0,0 0-1 0,-3 2 0 15,-2 1-5-15,-3 2-1 0,-4 1-3 0,-3 3-2 0,-5 1 1 0,-4 3 1 16,-2 1 9-16,0 0 5 0,2 2 4 0,0 0 0 0,-1 1-6 16,-2 3-10-16,-4 2 0 0,-2 3-4 0,-4 5 6 0,2 2 9 0,0 5-1 15,0 1 3-15,-1 5-9 0,-4 3-4 0,0 3 6 0,-3 6 0 0,2 4 8 16,3 4 5-16,5 1-6 0,2 1 4 0,8 1 1 0,4 4-1 15,4 2-4-15,5 4-1 0,3 3-6 0,5 2-1 0,3 2-2 0,6 3-11 16,6 3-9-16,5 2-8 0,7 4-22 0,4 0-29 0,8 4-41 0,6 1-58 16,6-2-43-16,6 4-29 0,6-2 4 0,7-1-42 0</inkml:trace>
  <inkml:trace contextRef="#ctx0" brushRef="#br0" timeOffset="12783.89">5314 9379 459 0,'5'-8'102'0,"3"-1"-113"16,4-1-9-16,5 1 6 0,7 2 19 0,4 0 11 0,4 1 1 0,1 0-2 16,3 1-6-16,1 1-7 0,2 1 2 0,4 1 0 0,2 1 3 15,0 1 3-15,3 1-1 0,2 2 3 0,-1 0 2 0,2 0 6 0,0 2 7 16,-2 0 3-16,3 0 4 0,-1 0-2 0,0 1-6 0,1-1 0 0,0-1 2 16,1 1 4-16,1 0 13 0,2-1 7 0,2 0 5 0,0-1 2 15,1-1-4-15,0 0 0 0,0-2 6 0,2 0 0 0,1 0 5 0,2-2 1 16,2-1-8-16,2-1-1 0,4-1-10 0,1-1-1 0,5-2-5 0,1 0-13 15,2-2-3-15,3-1-11 0,0 2-7 0,2-2 1 0,1 0-5 16,-1-2-2-16,3 1-5 0,0-1 3 0,3-3-1 0,-2 0 1 0,1-4-2 16,-1 1-2-16,0-3-4 0,-1 0 3 0,-1 2 0 0,-1-2 2 15,-1 0-1-15,0-2-4 0,-2-2-2 0,-4 2-5 0,-1-2-1 0,-5 0-6 16,-1 0 7-16,-4-1 8 0,-5 2 4 0,-3-2 5 0,-5 2 2 0,-3-2-3 16,-3 1 2-16,-2-2 1 0,-5 1-3 0,-3 0 3 0,-2 0 0 15,-4 1-3-15,-2-1-1 0,-6 0-4 0,-2-1-2 0,-4-1-6 0,-3 0-1 16,-2 1-7-16,-4-1-8 0,-4-1-6 0,-3 0-6 0,-3-1-2 0,-3 0-20 15,-3 0 4-15,-4-2-4 0,-4 0 5 0,-4-2 10 0,-4 0-1 16,-7-2-2-16,-4 1-3 0,-8 0 6 0,-5-2 4 0,-7 0 11 0,-9 0 13 16,-7 1 14-16,-6 1 14 0,-4 0 16 0,0 2 14 0,-1 0 9 0,1 0 4 15,3 1-4-15,-2 1-7 0,-1 1-7 0,-2 1-11 0,-3 2-3 16,-4 1-9-16,-4 2-1 0,-3 3-1 0,-3 2 3 0,-2 3 0 0,-1 2-4 16,-4 5 1-16,-3 2-5 0,-5 3-2 0,-3 2 0 0,-3 3-6 0,-2 3 1 15,-4 2-1-15,-3 4-6 0,-4 1 2 0,-1 2-5 0,-1 3 5 16,-1 1 3-16,1-1 0 0,3 1 5 0,3 0-1 0,1 0 10 0,3-1 4 15,3 3 2-15,4-1-1 0,3 0 0 0,5 0 0 0,3 2 9 16,2 1 6-16,3 1-3 0,2 4 2 0,1 0-9 0,5 3 4 0,1 2 2 16,6-1-1-16,3 3-4 0,4 0-3 0,5 2-7 0,4 2-1 0,4 0 1 15,0 1-1-15,4 0-3 0,3 2-5 0,3 3 2 0,2 0-6 16,3 0 3-16,2 2 4 0,2-2 1 0,2 2 7 0,5 0 1 0,3-3-1 16,2-3 1-16,4 0 5 0,3-2 2 0,5-2 2 0,4-2 3 0,5-3 2 15,2-3-2-15,3-1 1 0,4-3 1 0,2 0-2 0,2-2 2 16,3-1-1-16,3-1-1 0,1 0 2 0,1-2-2 0,2-1-3 0,1-2 2 15,0-2 3-15,0-2 11 0,-1-2 12 0,0-3-9 0,-1-1-1 16,0 1-17-16,-1 0-13 0,-2-1 2 0,0 0-9 0,-2 0 2 0,0-1-1 16,-1 1 1-16,0 0-4 0,0 0 4 0,1 1 10 0,-1-1-4 0,1 1-2 15,1-1-3-15,1 0-9 0,0 0 1 0,1 1 1 0,-1-3-2 16,3 1-2-16,1-2-1 0,0-2-1 0,2-1-7 0,0-2-10 0,0-1-35 16,2 0-21-16,2-2-17 0,2 0-19 0,-1-1 3 0,2 0-11 0,1 2-17 15,1 0-8-15,2 0-10 0,0 1-10 0,0 2-1 0,0-1-12 16,-1 2 1-16,1 1 10 0,-1 2 37 0,-1 2-112 0</inkml:trace>
  <inkml:trace contextRef="#ctx0" brushRef="#br0" timeOffset="13751.34">6643 10590 1424 0,'-6'-8'235'15,"2"-1"-174"-15,1-1-55 0,4 4-25 0,3 1 2 0,2 1 7 16,3 0 8-16,2 1-1 0,6 0-3 0,2 0-1 0,7 1 4 0,5 1 2 16,5 1-7-16,5 2-1 0,5 2 1 0,4 1-5 0,4 0 3 15,2 2-1-15,3 1-1 0,1 2 4 0,1 1 0 0,1-1 1 0,-1 3-1 16,1 0 0-16,1 0 4 0,1 1 0 0,0-1 3 0,4 2 2 15,1 1 2-15,1 0-4 0,3-1 1 0,1 1-3 0,0-1 4 0,2 0 7 16,3-1 2-16,0 3 5 0,3-1-1 0,1-1 1 0,3-1-7 0,0 0-2 16,1-1 7-16,1 0-2 0,-1-3 2 0,-1-2 0 0,1-2-2 15,-1-2-2-15,0-1 5 0,1-1-1 0,0-2 0 0,2-2 4 0,0-2-3 16,0-3 2-16,-2 1-4 0,-1-2-4 0,-3-2-5 0,-2 1 1 0,-1-2-2 16,-3 1 1-16,1-2 6 0,-4 1 2 0,-1-2 4 0,-2-1 1 15,-2 1-1-15,-2 0-11 0,-2 0 2 0,-1 1-2 0,-4-2 6 0,-2 0 10 16,0 0-5-16,-1-2 6 0,-2 0-3 0,0 1 3 0,-4 0 3 0,-1 0 0 15,-1 1-12-15,-3-1 0 0,-1 1-9 0,-2 1-2 0,-1-1 6 16,-1 0-3-16,-2 0 2 0,1-1-3 0,-1-2-2 0,0 0 7 0,-1 1-4 16,-3-1 0-16,-2-1 0 0,-2 0-1 0,-1 0 4 0,-2 0-1 15,-1 1-4-15,-3 0-5 0,0-2-4 0,-2 0-6 0,-2-1-7 0,-2-2-5 16,-2-3-8-16,-1 1 0 0,-2-3 0 0,-3 0-5 0,-2-2 3 0,-5 0-1 16,-2-3 0-16,-3-2 12 0,-4-3 3 0,-3 1 16 0,-3-3 9 15,-3 2 10-15,-2-2 11 0,-4-2 6 0,-2 0 8 0,-4 0 2 0,-1 0-4 16,-5 0 3-16,-1 1-2 0,-3-3-13 0,-3 2 1 0,-3 0-14 0,-5-2-5 15,-3 2 1-15,-6 1-8 0,-3 0-1 0,-6 4 1 0,-5 2 1 16,-3-1 2-16,-6 3-4 0,-6 0-5 0,-3 3-7 0,-6 1 5 0,-5 4-1 16,-1 2-1-16,-3 2 7 0,2 3-5 0,0 1-1 0,-5 1-1 15,-5 3 0-15,-4 1-4 0,-3 3 5 0,0 1 3 0,2 0-1 0,0 2 7 16,-2 1 0-16,-1 1 3 0,-1 0 0 0,2 2 6 0,1 0 7 0,2 2-5 16,3 0 6-16,0 1-3 0,1 3-1 0,2 1 0 0,0 2-2 15,1 1-4-15,-2 4-4 0,0 2-4 0,0 2-5 0,-2 3-7 0,0 4 2 16,-5 2-3-16,-2 2-6 0,-5 5-1 0,-4 3-7 0,-1 1 11 0,-1 2 4 15,1-2 13-15,1 0 3 0,0 0-1 0,0 1 7 0,-2 3 2 16,-3 0 5-16,1 0 10 0,1 1 3 0,3-3 8 0,3 1 9 0,4-1-13 16,5-1-3-16,4-1-13 0,6 2-5 0,5-1-3 0,4-1-5 15,7-3-7-15,3 0-4 0,5-2-18 0,1 0-13 0,5 0-17 0,6-2-15 16,4-2-23-16,5-2-21 0,5-4-27 0,4 0-27 0,4-3-28 0,3-2-23 16,1-1-20-16,6-2-6 0,3 1 30 0,2-2 60 0,4 4-77 15</inkml:trace>
  <inkml:trace contextRef="#ctx0" brushRef="#br0" timeOffset="16967.75">6822 12246 1129 0,'12'-4'563'0,"6"-2"-499"16,5-3-31-16,6-1-21 0,1 0-4 0,5 0 0 0,1 1 3 16,5 0-7-16,4 1 0 0,2-1-3 0,3 0-1 0,3 2 1 0,4 1-2 15,2 1 0-15,3 2-1 0,3 0-2 0,1 2 3 0,2 2 0 0,3 2-1 16,1 1 1-16,1 1 0 0,0 1 3 0,2 1-3 0,2 1 2 0,1 1-1 15,-1 0-1-15,3 1 1 0,-1 0-3 0,0 0 1 0,2-1-1 16,1 0 3-16,-1 1 0 0,3-1-5 0,0 1 2 0,1 0-1 0,0 0 1 16,0 0 3-16,1 0 3 0,1 0 0 0,-1 1 2 0,1 0 8 0,-1 0-2 15,0 0 12-15,1 1 6 0,0-2 7 0,0 0 1 0,0 1-3 16,1-1-6-16,0-1-6 0,1 0-5 0,-1-1 0 0,2-1 2 0,1 0-15 16,-3-2 0-16,3 0-5 0,-2-3-3 0,-1-1 8 0,-2-3-3 0,0 0-5 15,-3-2-9-15,0-1-1 0,1-2 3 0,-3-1-5 0,1-1 13 16,-1-1 2-16,-2-1-6 0,0-2 9 0,-1 0-3 0,-1-2-7 0,-2-3 5 15,-1-1-7-15,-1 0-3 0,-1-2-6 0,-3-2-13 0,-1 1-5 16,-3-3-9-16,-2-2-8 0,-2 2-7 0,-3-4-3 0,-4 2 13 0,-4-2 10 16,-3 2 17-16,-2-2 12 0,-2 2 1 0,-5 0 8 0,-3-1 5 0,-2 1 2 15,-8 0 9-15,-2 2 2 0,-2 0 6 0,-6 1 4 0,-1-1 7 16,-4 1 5-16,-5-2 0 0,-3-1 4 0,-5 0-4 0,-3-2-2 0,-5 1-7 16,-4-4-6-16,-5 0-7 0,-6-4-4 0,-3-2-6 0,-7-1-3 15,-6-2-4-15,-3 0-2 0,-6 0 2 0,-3-3-4 0,-6 3 3 0,-3-1 8 16,-6-3-3-16,-6 0 5 0,-4 0-4 0,-5 2-5 0,-4 0 2 0,-4 4 6 15,-4 3 8-15,-1 2 7 0,-3 6 18 0,-1 3 1 0,0 6 3 0,-3 4-7 16,-4 5-14-16,-3 4-5 0,-4 4-13 0,-5 4-6 0,-3 3-20 16,-4 5 3-16,-4 3-7 0,-4 6-5 0,-3 4 14 0,-2 3-2 0,-2 3 19 15,1 0 10-15,0 2 3 0,-1 0 4 0,1 0-3 0,-1 0 2 16,0 2 7-16,1-4 0 0,2 2 0 0,-1-4-2 0,2-1-6 0,-1-2 5 16,2-1-1-16,1 0 2 0,0-3 3 0,3 1-9 0,0-1-4 15,0-4 1-15,2 2 0 0,0-1 0 0,4-2 0 0,0 0 9 0,2 1-2 16,0 3-5-16,1 2-1 0,0 3-29 0,0 3 5 0,0 1 8 0,1 3 18 15,-2 2 22-15,4 1 0 0,-2 3-1 0,2 1-6 0,2 1 1 16,0-1 1-16,4-1 0 0,1 1-3 0,3-1-5 0,4 1-3 0,1-2 2 16,5-1-3-16,2 0 0 0,2-3-9 0,5-1-1 0,3-2 3 0,4 0 2 15,3-4 2-15,5 0-4 0,5-2 1 0,7-2-11 0,3 1 7 16,3-1 2-16,6-2-3 0,4 1 1 0,6-2-7 0,6-3 2 0,3-1 2 16,5-1-4-16,4-1 2 0,5-2-6 0,6-2-1 0,6 0 2 0,2 0-5 15,3 0-3-15,5 1-3 0,4 2 0 0,3 4-1 0,6 2 7 16,4 2 1-16,4 4-4 0,2-1-7 0,4 1-17 0,2 1-11 0,4-1-21 15,3-1-6-15,3-1 0 0,1-1-9 0,2-2 10 0,1-3-9 0,3-2-12 16,4-3-6-16,0-2-17 0,2-4-6 0,1-2-21 0,1-1-42 16,0-3-30-16,2-2-14 0,1 0 11 0,1-3 9 0,0-2-2 0,0-1 25 15,0-3 20-15,1-2-33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31:01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3841 5655 184 0,'-2'-9'24'0,"0"0"5"0,2-3 2 0,1 3-5 15,2 2 2-15,0 0-8 0,0 1-6 0,1 0 0 0,1 2-5 16,1 0-1-16,0 1-3 0,0 1-2 0,0 0-1 0,1 2-1 0,0 0 0 15,0 0 0-15,0 2 0 0,1 0 1 0,1 0 0 0,-1 0 0 16,1 0-1-16,0 0-1 0,1 0 0 0,0 1-1 0,2-1 2 0,1 0 0 16,1 1 0-16,3-2 1 0,-1 2 2 0,0-1 6 0,3 0 4 0,2 0 5 15,1-1 3-15,3 0 5 0,4-1 4 0,1-1 6 0,3 0 6 16,3-1 5-16,3 0 1 0,3 0 2 0,1 1 1 0,3 0-2 0,0 0 1 16,2 1-6-16,2 1-1 0,1 0-6 0,2 1-4 0,1 0-6 0,1 1-7 15,0 1-6-15,2 0-6 0,0 1-2 0,2 0-2 0,-1 0 0 16,1 0 0-16,3 1-3 0,1-1 1 0,0 2 1 0,1-2-3 0,1 1-2 15,1-2 0-15,1-2-3 0,1 0 3 0,1-1 1 0,3-3 0 16,0 0 0-16,-2-1 0 0,2-3 0 0,-1 1 1 0,0-2-1 0,0 0-1 16,-1-2 2-16,-1-1-1 0,0-1 3 0,2-2 0 0,-3 0 2 0,-1-3-2 15,0-1 0-15,-2-1-1 0,2 0-3 0,-2-1 0 0,-2-1 1 16,-2 1 0-16,-1-2 1 0,-3 0 1 0,-2-2 1 0,-1-1 1 0,-3-1 1 16,-2 1 3-16,-1-1 2 0,-2 1 5 0,-3-1 2 0,-4-1 1 0,0 0 2 15,-5-1-3-15,-2 1 0 0,-5-1 4 0,-2 3 1 0,-5-1 4 16,-4 0-6-16,-4 0-2 0,-3-1-3 0,-5 1-3 0,-5-1-1 0,-4 1 1 15,-5-1-3-15,-5 0 0 0,-3 2-2 0,-7-2-3 0,-5 1-4 0,-6-3-3 16,-4 0-2-16,-6 1-1 0,-4 0 0 0,-5 3 0 0,-3-2 1 16,-3 2-2-16,-4-1 2 0,-3 0 3 0,-2 3-4 0,-5 0 0 0,0 2-2 15,-4 2-3-15,-2 2 10 0,-2 1 2 0,-5 3 5 0,0 3-1 16,-6 1-1-16,-4 2-1 0,-4 5-1 0,-5 4 3 0,-1 2 2 0,-1 2 3 16,0 0-2-16,0 0 4 0,0 3 5 0,3 1 0 0,-1 3 4 0,-1 3 3 15,1 1 0-15,0 4 8 0,3 1 5 0,2 4-6 0,0 4 0 16,3 1-8-16,1 4-4 0,3 4-3 0,5-1-2 0,6 1-2 0,4 1-4 15,6-2-4-15,4 2-3 0,4 1-5 0,4 1-8 0,3 2 0 0,4 0 5 16,5 1 1-16,3 0 7 0,4-3-4 0,3 1-19 0,4-4-10 16,4-2-10-16,3 1-12 0,5-6-3 0,4-2-5 0,3-4-1 0,2-2-2 15,2-1-1-15,2-3 4 0,2 0 3 0,2-3 2 0,1-3 3 0,2-2 2 16,0-1 6-16,3-2 7 0,1-1 5 0,0-3 8 0,1 0 4 16,2-1 5-16,0-1-1 0,1-1 1 0,1-1 1 0,1 0-4 0,2 0-3 15,2 0-9-15,0-1-8 0,2 0-10 0,1 1-12 0,2 1-7 16,-1 0-9-16,2-1-1 0,2 0 12 0,1 2 10 0,3 0-134 0</inkml:trace>
  <inkml:trace contextRef="#ctx0" brushRef="#br0" timeOffset="1632.67">4493 6479 65 0,'9'-8'40'0,"2"1"-9"0,3-3 12 15,2 2-10-15,-1 2 4 0,2-1 2 0,3-1-4 0,-2 1 2 0,3 0-3 16,2 0-6-16,-2 2-5 0,4-1-5 0,-1 1-5 0,2 0-3 16,1 2-2-16,1-1-2 0,3 1-2 0,1 2 4 0,2-1-4 0,1 1 1 15,-1 1 1-15,4 1-2 0,2 0 2 0,0 1 0 0,1 1-3 0,2-1-1 16,1 2 0-16,2 0 0 0,-1 2 2 0,-2 0 1 0,0 1-2 15,-1 0 0-15,0 1-3 0,1 0-1 0,-1 0-1 0,-1 0-2 0,0 1 2 16,0 0 2-16,-1-1 3 0,-2 0-4 0,0 0 1 0,0 0-1 0,0 0 1 16,-3-3 1-16,0 1 1 0,-1-3 3 0,-1 0 2 0,1-1 7 15,-1-1 6-15,2 0 2 0,-1-2 0 0,0 0 3 0,-1 0 1 0,0-2-5 16,2 0 3-16,-1-1-5 0,-1 0-4 0,0 0-2 0,-3-2-1 0,0-1-3 16,3 0-1-16,-3-2 1 0,2-1 0 0,-3-1-2 0,-2 0 1 15,-1-1-1-15,0-1-7 0,0-1 5 0,-2-2-2 0,0 0 0 0,-2-1 9 16,0-2-1-16,1 1-1 0,-3-2-3 0,0-2-3 0,-1 1-2 15,-1 0 0-15,0-1 2 0,-1 0 1 0,-2-1-1 0,-3 0 2 0,0 1-2 16,-1-1 0-16,-1 0 2 0,-3-2 0 0,-1-2-3 0,-3 1 0 0,-2-2-2 16,-2 2 0-16,-3 0 5 0,-2 0-2 0,-4-1 1 0,-1 0 1 15,-3 0-5-15,0 0 1 0,-4 2 1 0,-3-1 3 0,-2 2 2 0,-4-1-2 16,-4 1 0-16,-2 3-5 0,-3-1 0 0,-4 2 6 0,-2 2 0 16,-3 1 1-16,-5 0-1 0,-4 2-2 0,-2 3 1 0,-3 0 0 0,-3 2 1 15,-1 1 3-15,-3 1 0 0,-1 2-1 0,0 1 5 0,-2 2-1 0,-1 0-2 16,-1 2 3-16,-1 1-5 0,-1 1 4 0,2 1 0 0,-3 1-3 15,1 0 2-15,0 3-3 0,-1 2-3 0,0 0-2 0,-1 2-1 0,0 1 0 16,0 1 4-16,2 1 3 0,-3 2-2 0,2 0-2 0,2 1-1 16,-1-1-3-16,3 1 2 0,-1 2 0 0,2-1-1 0,3 3 5 0,0-2-6 15,2 2 3-15,0-1-2 0,2 2 1 0,1 1 2 0,2-1 1 0,0 3-1 16,1 1-1-16,1 1-3 0,1-1 0 0,2-1-2 0,2 0 0 16,1 1 1-16,3 1-1 0,4-1 3 0,2-1-3 0,2 0 1 0,3-2 0 15,-1 2 1-15,4-2 0 0,5-2 1 0,3 0 1 0,5-2-5 0,7-3 2 16,1 0-2-16,4-1-1 0,4-2 3 0,1 1 0 0,3-2-3 15,1 0 3-15,2 1-2 0,2-1 0 0,2 0-3 0,2-2 2 0,1 0 3 16,2 0-1-16,2 1 2 0,3 0 0 0,2-1-1 0,3 1 1 16,2-3 3-16,0 1 6 0,3 0-3 0,-1 0 2 0,0 0 0 0,2-1-10 15,0 0 5-15,3-1-4 0,-1 0 2 0,4 0-1 0,-1-1-1 0,1 0 2 16,1 0 1-16,0 0-1 0,1-1 0 0,2 1-4 0,-1-1 1 16,0 1-2-16,1-1 1 0,-1 2 4 0,1-1-2 0,-1-1 2 0,-1 0-3 15,-2 0-1-15,-2-1 1 0,0 0-1 0,-1-1 1 0,0 0 2 0,-2-1-2 16,0-1 1-16,-3 0 2 0,-2 0-3 0,0 0 3 0,-3 0 1 15,-1 0-1-15,-1-1 0 0,-2-1 2 0,-2 1 1 0,0 0-2 0,0-1 2 16,-3 1 0-16,-1-1-1 0,0 0 2 0,-1 1 2 0,0 0-1 0,-1-1 1 16,0 1-2-16,-2-1-1 0,0 1-1 0,-2 0 4 0,1 0-5 15,-1 1 5-15,0-1-5 0,-1 0-3 0,-2 1 4 0,0 0-3 0,0 0 6 16,-1 0-1-16,-1 0 1 0,1 0 3 0,-1 0-1 0,1 0 0 0,-1 0-4 16,-1 0-2-16,0-1 1 0,-1 1-2 0,0 0 2 0,-1 0-3 15,1 0-1-15,-1 0 3 0,-2 0-1 0,1 0-2 0,0 1 4 0,0-1-1 16,1 0 0-16,-1 0 2 0,1 1-3 0,-1-1 2 0,0 1-4 15,0 0 0-15,-1 0 3 0,1 0 0 0,-1 1 1 0,-1-1-2 0,1 1-5 16,-1 0 1-16,1-1 2 0,-1 1-1 0,1 0 4 0,-1 0 0 0,2 0-3 16,0 0 1-16,0 1-2 0,0-1 0 0,0 1 0 0,1-1 0 15,-1 1 0-15,0 0-3 0,0-1 4 0,0 1-1 0,1-1 0 0,0 0 2 16,2-1-5-16,-1 0-1 0,2-1 3 0,0 1-2 0,0-1 1 16,1 0-7-16,0-1-8 0,1 1-9 0,0-1-10 0,0 0-10 0,3-1-9 15,0-1-13-15,3-1-11 0,1-2-17 0,1 0-16 0,3-1-14 0,2-3-8 16,3 0-1-16,3-2 3 0,2-3 4 0,2-1 17 0,2 0 22 15,0-2-3-15,4 0-79 0</inkml:trace>
  <inkml:trace contextRef="#ctx0" brushRef="#br0" timeOffset="2416.05">6987 6339 632 0,'-9'-10'-16'0,"2"3"81"16,-1 1-16-16,6 3-27 0,3 5-5 0,1 1-12 0,1 0-1 0,2 4-2 16,1 0-3-16,1 1-1 0,2 1-2 0,2 3 2 0,2 3 1 15,1-1-2-15,1 2-6 0,2 0-6 0,3 0-3 0,1 0-1 0,1-1 5 16,2 0 4-16,-2-1 2 0,1-3 5 0,0-1 1 0,-2 0 1 0,2-2 3 16,1 0 4-16,0 0 6 0,-1 0 4 0,0-2 10 0,0 1 3 15,0-1 4-15,-1 0 4 0,0-2 3 0,0 0 5 0,-2 0 3 0,2 0 1 16,-1-1-3-16,0 1-6 0,2-1 2 0,-2 0-6 0,1 0 0 0,0-1 0 15,0-1-5-15,2 0 0 0,1-1-1 0,2-1-7 0,1 0-3 16,0 0 2-16,1-1-7 0,-1-1 0 0,2 1-3 0,-2-1-3 0,1 1-1 16,-2-1 0-16,1 0 0 0,-1 0 1 0,0-2-3 0,0 0 1 15,-2-1 2-15,0-2-1 0,0 1 3 0,1-1 2 0,0-2-1 0,-1-1-1 16,1-1-1-16,-1-1-3 0,1 0 1 0,-1-3-4 0,2 0 2 0,1 0-5 16,-3-1 3-16,1 1-3 0,-3 0-1 0,-1-1-2 0,0 2-1 15,-1-2 7-15,1 1 1 0,-1 0 2 0,-2 1-2 0,-1-3-3 0,-2-1-5 16,-2 2 2-16,0-2-5 0,-2 0-2 0,-2-2 1 0,-2 1-5 15,-2-1 0-15,-2-1-4 0,-4-1-3 0,-3-2-1 0,-3 0-1 0,-4-3-1 16,-3 1 1-16,-4-1-2 0,-4 1-5 0,-6 1 3 0,-5-1 0 0,-4 3 9 16,-4-1 14-16,-3 1 11 0,-6 1 10 0,0 0 8 0,-4 2 1 15,1 2 3-15,-2 0-1 0,-1 2 3 0,0 1 5 0,0 2-3 0,-1 2-2 16,2 4 4-16,1 2-3 0,1 1-3 0,2 2-3 0,2 1-7 0,2 1-7 16,4 3-5-16,1 0 1 0,0 3-5 0,4 0-2 0,0 3 1 15,2 1-3-15,1 2-1 0,1 1 3 0,1 0-6 0,0 1 2 0,1 3-1 16,1 2 0-16,1 1 11 0,-1 0-1 0,1 0-1 0,0 1-3 0,3-1-6 15,2 1 1-15,2-1 4 0,3-2-2 0,1 2-2 0,1 0-2 16,3-2-5-16,0 2-1 0,1 0-11 0,3 1-9 0,2-3-16 0,2 1-21 16,3-3-7-16,3-1-20 0,1-1-9 0,3 0-5 0,3-2-8 15,3-1-2-15,2-1-5 0,2-3-1 0,2 2 5 0,3-1 15 0,1-1 12 16,1 0 20-16,3-1 12 0,3-1 10 0,0 0 11 0,3-2 7 0,1 0 7 16,-1-3 7-16,0-1 4 0,3 0 4 0,-2-2 3 0,2 0 1 15,-1-1 4-15,1 0-1 0,-3 1 1 0,2-1 0 0,-3 2-1 0,0-1 2 16,0 0 0-16,1 0 0 0,-2 1 0 0,2 0 1 0,-1-1-2 0,2 0 2 15,1 0 0-15,1 0-1 0,1 1-1 0,0 1 0 0,2 2-1 16,1 1-1-16,0 1-4 0,0 3-3 0,1 1-23 0,1 1-71 0</inkml:trace>
  <inkml:trace contextRef="#ctx0" brushRef="#br0" timeOffset="2850.11">8834 6572 117 0,'8'3'72'0,"2"0"15"0,3 2 22 0,-1-2-4 15,-1-1 4-15,1 0-1 0,0 0-14 0,1 1-8 0,0 0-4 0,4 0-9 16,0 1-14-16,2 0-8 0,2 2-15 0,0 0-8 0,2 1-5 0,-1 1-6 16,0 2-4-16,0 0-3 0,0 1-2 0,1-1-1 0,0-1-1 15,1 1 2-15,1 0 0 0,1-1 0 0,2-1 0 0,0-1 0 0,4 0 2 16,0-2 1-16,2 0-4 0,3-2 2 0,0 0-1 0,3 0-1 0,1-2 0 16,0-1 1-16,4-1-3 0,-1-1 2 0,1 0-2 0,0-2-2 15,2 1 2-15,-2-2-3 0,1-1-2 0,-1-1 0 0,1-2 3 0,0-1 0 16,0-2 2-16,1-1 3 0,2-3-3 0,0-2 6 0,-1-2-1 15,0 0-1-15,-1 0 3 0,-1-1 0 0,-2 1 3 0,1-2 1 0,-2 0-1 16,3-1-2-16,-3-2-3 0,0 0 1 0,0-1-8 0,-2 1 2 0,-1 0 5 16,-2-1 0-16,-3 2 9 0,-1-1 0 0,-4 2-5 0,-3 1 4 15,-4-1 3-15,-3 3-5 0,-1-2 10 0,-3 0-1 0,-2 2 1 0,-2-1 2 16,-2 0-8-16,-3 1-1 0,-3-3-5 0,-1-1-1 0,-4 0 2 0,-1-2-4 16,-3 2-3-16,-3-1-4 0,-3-1-5 0,-4 0-5 0,-2-1-3 15,-2-1-1-15,-5-1-4 0,-3 1 2 0,-5 0 8 0,-4 0 12 0,-3 0 14 16,-1 2 11-16,1-1 10 0,-4 0-3 0,1 3-4 0,-2-1-11 15,-2 4 0-15,-3 2-4 0,-1 1-3 0,-1 3-1 0,-1 2-11 0,-1 1 0 16,-2 3-2-16,-1 1 1 0,-2 4 2 0,0 1-3 0,2 2 5 0,0 3 3 16,-1 2-2-16,1 2-1 0,0 3-5 0,0 3-5 0,2 2 2 15,-2 2-4-15,1 2 1 0,1 2-3 0,-1 0-7 0,5 4-5 0,1-2-13 16,4 1-20-16,2-1-30 0,3-1-24 0,4 1-25 0,2-1-17 0,3 0-13 16,3-1-15-16,4 2-22 0,1-1-20 0,4 0-2 0,3-1 4 15,2-2 45-15,2 0-102 0</inkml:trace>
  <inkml:trace contextRef="#ctx0" brushRef="#br0" timeOffset="6516.43">4532 7245 197 0,'4'-5'13'15,"2"0"-3"-15,1-1 2 0,3-1 4 0,2 1 3 0,3-1 2 16,1 0-2-16,1 0-1 0,2 1-3 0,1-1-4 0,0 0-2 0,2 2-3 16,2-1 0-16,-1 0 0 0,2 0 3 0,1 1-1 0,2 1 4 0,0 1 3 15,2 1 2-15,-1 0 4 0,1 2 1 0,-1 0 3 0,1 1 4 16,1 0 2-16,1 0 0 0,1 1 0 0,2 1-2 0,-1 0 0 0,5 1 1 15,-1-1 0-15,2 1-3 0,2-1-1 0,-1 1-2 0,2 0-3 16,2 1 1-16,1-1-6 0,1 1-3 0,0 1 4 0,3 0-2 0,2 0 5 16,0 2 1-16,3-1-1 0,1 1 1 0,-1-1 2 0,1-1 1 0,0 1 8 15,0-1 2-15,3-1-2 0,-2-1 4 0,2-2-3 0,-1 1 0 16,0-2 0-16,2-1-8 0,-1 0-1 0,-2-1-8 0,0 0 0 0,-2-1-2 16,-1 1-3-16,-1-2-2 0,-1 1-2 0,-1 0 0 0,-1 0 0 0,0-1 0 15,-3 0-1-15,1 1-1 0,-3-1 0 0,0 0 1 0,-1 1 0 16,-3-2-2-16,0 0 2 0,-1-1-2 0,-1 1 2 0,-1 0-8 0,-2 0-3 15,-2-1 1-15,-2 0-2 0,0-1 9 0,-1 1 1 0,-1-2 0 16,0 0-3-16,-1 1-1 0,-3-3-1 0,0 0 1 0,1-1 0 0,-1 0 2 16,-2-1-2-16,0 0 3 0,-2-2-1 0,-2-2-2 0,0 0 1 15,1 0 1-15,-3-2 0 0,0-2 4 0,0 1 1 0,-3-1 4 0,0-2 1 16,-2 0-1-16,-2-1 0 0,-2-1 0 0,-3 1 1 0,-4 0 1 0,-2 0-2 16,-4 0-3-16,-3 0-1 0,-4-1-3 0,-3 2-5 0,-4-2 1 0,-2 0-6 15,-5 1-1-15,-3 0 1 0,-4 2-4 0,-3 2 3 0,-6 2-4 16,-2 1 2-16,-1 1 4 0,-5 3-4 0,-2-1 7 0,-1 1 2 0,-3 0 1 15,-2-1 4-15,-1 3-4 0,-1-1-2 0,-2 1-3 0,-3 0-2 16,-1 2 1-16,-2 0 4 0,-2 2 0 0,1 0 8 0,-2 2-4 0,-2 1-1 16,-1 1 1-16,-2 0-3 0,0 1 3 0,-1 1-1 0,-2 0 0 0,-2 1 2 15,0 1 1-15,-2 2 1 0,0 1 0 0,-2 0 0 0,-1 2-6 16,1 1-1-16,-3 1 1 0,0 2 1 0,0 0 5 0,0 1 1 0,1 1-2 16,-2 1 0-16,2 0 0 0,2 2 1 0,1 0 0 0,2 1 2 0,-1 0 1 15,1 2-2-15,4-1-2 0,0-1-2 0,3-1-3 0,1-1 0 16,3 0-3-16,2-2-4 0,3 0-10 0,3-2-40 0,2-3-83 0,5-1-80 15,3-3-63-15,3-1-11 0,2-2-161 0</inkml:trace>
  <inkml:trace contextRef="#ctx0" brushRef="#br0" timeOffset="12667.43">5196 8222 174 0,'-18'-2'35'0,"1"0"11"0,-2 0 0 0,2 3-8 0,5-1-7 16,0 0-11-16,2 1-7 0,1 0-4 0,0 0-5 0,4 0-4 15,0 0-4-15,2 0-7 0,0 0-7 0,1 0-6 0,1 0-4 0,1 0-1 16,0 1 4-16,-1 0 5 0,0 0 5 0,0 0 5 0,0 0 3 0,0 0 4 16,-1 1 1-16,0 0 1 0,0 0 4 0,0 0 3 0,0 1 6 15,-1-1 7-15,1 2 4 0,-1-1 4 0,2 0 0 0,-1 0-2 0,1 0-1 16,1 1-4-16,1 1-3 0,2-1-5 0,-1 1-3 0,2-1 1 0,2-1 1 15,1 0 1-15,2 0 5 0,2-1 1 0,3-1 4 0,1-1 4 16,3-1 0-16,2 0 6 0,0 0 3 0,2-2 3 0,3-1 2 0,3 0-4 16,3 0-2-16,1-1-6 0,3-1-3 0,-2 1-2 0,1-1-2 15,4 0-2-15,0 0-5 0,3 2-5 0,0-1-8 0,0 2-1 0,2 0-1 16,-1 0-1-16,1 2 4 0,-1 0-1 0,3 1-1 0,0 0 2 0,-2 2 0 16,-1 0 1-16,-3 2 0 0,-2 0-1 0,1 2 0 0,-1 0 1 15,1 0 3-15,0-1-2 0,1 2-1 0,2-1 0 0,-3-1-3 0,2 1 3 16,-1-1-3-16,0 0 1 0,2 0 2 0,1-2-4 0,1 1 4 0,-1-2 0 15,0 0-1-15,-2 0 0 0,0-2-1 0,1 0-2 0,-1 0 1 16,-2-2 0-16,0 0 1 0,-3-2 0 0,1 0-1 0,0-1 5 0,-2 0 3 16,-1 0 2-16,-2-2 10 0,0 0 3 0,-1-1 3 0,0-1 8 0,-1 0-5 15,-1-1 0-15,-2-1-1 0,-1-1-4 0,-1 0 0 0,-2 0-6 16,1 0-2-16,0-1-4 0,-1-2-4 0,1 1 9 0,-3-1-3 0,1-1-2 16,-2 0-2-16,-2-2-6 0,-2 1 1 0,-1 0-1 0,-2 1 2 15,-2-1-1-15,-4 2-3 0,-3-2 0 0,-2 0-4 0,-2 0-3 0,-4 2-4 16,-4 0-5-16,-4 0-2 0,-4-1-1 0,-3 1 0 0,-5 1 1 0,-5-1-3 15,-4 0-2-15,-3 0-3 0,-5 0-2 0,-3-2 0 0,-5 1 2 16,-3 0 9-16,-2 2 1 0,-4 0 6 0,2-1 3 0,0 2 2 0,-3-1 2 16,0 3 2-16,0-1 1 0,1 0 2 0,0 2 1 0,-1 0 7 15,1 0 4-15,0 2 3 0,1 2 5 0,1 0-1 0,0 3 5 0,0 1 7 16,1 1-1-16,1 2 0 0,1 1-10 0,4 1 0 0,-1 1-7 0,1 3-2 16,-1 2 1-16,1 2-6 0,1 0-1 0,1 2-1 0,0 0 5 15,1 3-1-15,1 1-1 0,0 2 1 0,0 3-12 0,5 0 2 0,2 0 1 16,2 0 0-16,5-1-2 0,-1-1-4 0,3 1 1 0,1 0-2 0,4 0-1 15,2 0 1-15,3 0-10 0,4 0-12 0,0 0-20 0,3-1-22 16,2 0-28-16,0-1-22 0,5-1-28 0,0-1-22 0,3 1 1 0,2-2-4 16,2 1 26-16,3-1-131 0</inkml:trace>
  <inkml:trace contextRef="#ctx0" brushRef="#br0" timeOffset="13167.43">5107 8708 979 0,'-1'-9'150'15,"4"-2"-30"-15,5-1-6 0,4 4-30 0,5 0-10 0,4 0-10 0,6-2-1 16,4 0-13-16,5-2-10 0,3 1-10 0,3-2-13 0,2 2-6 16,2 2-6-16,3-1-4 0,1 2-5 0,2 2-5 0,0 1 2 15,0 2-3-15,0 0 3 0,-1 1 6 0,3 1-7 0,-1 1-2 0,-1 1-7 16,0 0-12-16,-4 1-3 0,-2 2-3 0,-2 1-1 0,0 2 2 0,-3 2 4 16,-1 1 4-16,-1 0 6 0,-2 3 3 0,-2 0 2 0,-1 3 1 0,-1-1-1 15,-1 4-1-15,-2 0 2 0,2 1-4 0,-4 2 4 0,1-1 7 16,-2-1 2-16,-2 0 2 0,1-2 2 0,-2-4-6 0,-1-3 3 0,-1-2-1 15,0 0 3-15,-2-2 5 0,-1 2 3 0,-1-1 3 0,-3 0 1 16,-2-2 8-16,-3 0 0 0,-4-1 6 0,0 0 4 0,-2 0 2 0,0 2 0 16,-3 0 1-16,0 1-4 0,-2 1-6 0,-2 1-2 0,-1 2-7 0,-3 3 0 15,-1 1-5-15,-5 1-8 0,-2 0-9 0,-5 2-14 0,-3 0-8 16,-6 1-13-16,-2 2-9 0,-5 1-10 0,-3-1-4 0,-4-1 2 0,-6-1 17 16,-1-3 13-16,-2-1 15 0,-3-3 13 0,-1 0 5 0,-3-3 6 0,-4-1 1 15,-1-1 1-15,-2-1 4 0,0-2-6 0,-2-1 3 0,0-2-4 16,0-1-1-16,-2-1 0 0,3-2 2 0,1-1 4 0,2-2 2 0,4-1 3 15,3 0-1-15,4-3-2 0,3-1-1 0,5 0-8 0,3-2-10 0,5-2-21 16,5 2-32-16,5-2-25 0,2 2-34 0,4-2-46 0,4 1-47 16,1 0-179-16</inkml:trace>
  <inkml:trace contextRef="#ctx0" brushRef="#br0" timeOffset="16734.02">3652 9926 609 0,'-8'-10'54'0,"0"-1"8"0,0-2-1 0,4 3 11 0,1 4 3 15,1 1-3-15,1 0-12 0,1 2-18 0,0 1-15 0,1 2-16 16,0 0-4-16,2 1-7 0,1 3 0 0,1 0 1 0,2 3 0 0,2 0 1 16,0 2 0-16,1 1 0 0,1 0 1 0,1 0-1 0,1 0-1 15,1 0 1-15,1 0 1 0,1 0 0 0,0-1 4 0,4-1 6 0,2-1 7 16,1 0 6-16,3-1 3 0,2-2 9 0,3-1 1 0,3-2 2 0,3-1-1 16,2 0-6-16,0-1 0 0,4-1-4 0,2-1-1 0,2-2-3 15,2 0-7-15,3 0-2 0,0-1-3 0,0-1 1 0,2-2 2 0,0 1-3 16,2-1 1-16,1-1-1 0,2 0 1 0,1 1 4 0,1-2-8 0,-1 1-5 15,2-1-1-15,-2 1-7 0,1 1 4 0,-1 1 1 0,0 0-4 16,1 1 3-16,-1 0-3 0,1 1 2 0,-2 0-2 0,-1 2-8 0,1 0 1 16,-3 1 0-16,2 0 0 0,-2 1 6 0,-2 0 2 0,1 1-3 0,-2 0-1 15,-1 0-2-15,-2 1-7 0,-2 1-7 0,-2 0-4 0,-2 0-9 16,-3-1-7-16,-1 0 1 0,-3-1 1 0,-2-2 2 0,-3 0 12 0,-2 1 2 16,0-3 6-16,-3-1 5 0,-3 1 1 0,-2-2 4 0,-2 0 5 15,-1-2 3-15,0 0 4 0,-1-1 3 0,-3-1 8 0,-1-2 2 0,-4 0 3 16,0-2-1-16,-2 1 0 0,-2-3 1 0,-2-2-6 0,-2 0 1 0,-2 1-16 15,-2-2-14-15,-2 0-10 0,-6 0-28 0,-3-3-10 0,-6 2 1 16,-4 0-5-16,-4-1 13 0,-3 0 8 0,-4 0 2 0,-4-1 11 0,-5 1 7 16,-3-1 3-16,-5 1 11 0,-2 1 4 0,-3-1 4 0,-3 0 6 15,-2 1-3-15,-3-1 4 0,-1-2 9 0,-1 3 6 0,-1-2 6 0,1 3 7 16,-1 0-1-16,0 2 0 0,-1 1 6 0,1 2-4 0,1 0 1 0,-1 2 4 16,2 1-4-16,0 1 3 0,2 2 1 0,1 1 7 0,0 2 2 15,2 1 6-15,1 2 2 0,0 1-11 0,4 1 4 0,-1 3-6 0,2 2-7 16,2 1 3-16,0 3-9 0,3 1 1 0,1 1-7 0,-2 4-3 0,2 3 3 15,0 1-7-15,1 1 0 0,3 3-7 0,1 2 0 0,3 2-3 16,3 1-1-16,0 0-3 0,2 1-3 0,0-2 0 0,3 2-2 0,2 1-1 16,1 1-1-16,1 3 0 0,2 2 1 0,0 0-6 0,1 4-3 0,1-1 7 15,1 2 0-15,3 2-2 0,0-2 0 0,1 0-16 0,2 1-9 16,0 0-8-16,2-1-15 0,2 1-18 0,2-3-14 0,0-1-17 0,2 1-14 16,2-3-20-16,0 2-28 0,3-4-21 0,0 1-13 0,3-2-8 0,2 0 20 15,2-2 23-15,2 0-54 0</inkml:trace>
  <inkml:trace contextRef="#ctx0" brushRef="#br0" timeOffset="19834.58">4171 10701 397 0,'-14'5'260'0,"-2"1"-197"0,0-1-37 0,4 0-8 0,4 0 16 0,2-1 17 15,1 0 8-15,0 0-6 0,1-1-21 0,1 0-19 0,1 2-11 0,2-1-5 16,1 1-1-16,0 2-1 0,1-1-3 0,1 0 0 0,2 0-1 16,0 2 2-16,1 0 3 0,2 0 0 0,0 0 2 0,2 0 4 0,1-2 1 15,1 1 3-15,1-1 4 0,0 1 5 0,3 0 4 0,2 0 6 16,1-1 3-16,1 1 4 0,3 0 1 0,0 0-2 0,2 0-3 0,2 0-7 15,1 1-3-15,4-1-4 0,-1 1-4 0,3-2-1 0,1 1 0 16,1-1-1-16,1-1 4 0,0 0 2 0,3-2 2 0,-2 1 0 0,3-2-1 16,1 0 0-16,2 0-1 0,0-2-5 0,1 0-4 0,1 0-4 0,0-2 0 15,1 0 0-15,1 0 2 0,0-1-4 0,-1 1-5 0,0 0 3 0,-2 0 0 16,1 0 1-16,-2 1-3 0,-1 0-2 0,1 0 1 0,1 1-6 16,-2 1 6-16,-2-1 4 0,2 0-2 0,-3-1 4 0,-1 1-6 0,1 0 5 15,-2-1 2-15,1 1 3 0,0-1-2 0,-3 0-3 0,-1-1-4 16,-2-1 7-16,0 0-4 0,0-1 0 0,-1 1-1 0,0-1-4 0,-3 0-2 15,2 0 3-15,-2-1 3 0,-1 1-3 0,1-2 8 0,-4 1-1 0,2 0 1 16,-2-1 2-16,-1 1-1 0,-2-2 2 0,0 0 1 0,-1-1-3 16,0-1 1-16,1 2 0 0,-1-1 1 0,-1-2 0 0,-3 2-1 0,0-2 3 15,-2 0-7-15,-2 1 9 0,0 0 0 0,-4 2 6 0,-1-1 5 0,-3-1-2 16,-1 0 7-16,-2-1 3 0,-3 0-1 0,-4-1-2 0,0 0-7 16,-4-3-9-16,-2-1 1 0,-3-3-3 0,-3 0-5 0,-3-2-6 0,-5-3-2 15,-1 0 1-15,-4-2 5 0,0 0 4 0,-2-3-2 0,-1 0 2 16,-2-1 2-16,-1-1 5 0,-1 2 8 0,0 0 5 0,0 0 8 0,-1-1 4 15,-1 2 2-15,0-1 7 0,-1 2 0 0,1 0-6 0,0 2-6 0,-2 1-6 16,1 0-9-16,0 2-7 0,-4 0-8 0,2 0-6 0,-2 2-5 16,0 1 5-16,-2 0 10 0,-1 3-6 0,-1 2 2 0,-1 1-4 0,-2 2-9 15,0 1-1-15,-2 2 1 0,0 2 5 0,-2 2-3 0,0 2 1 0,0 1 3 16,0 2 1-16,0 1 7 0,1 3 1 0,0 1 6 0,2 2 0 16,1 0 4-16,2 2 1 0,1-1 3 0,-1 3-5 0,4 1 1 0,2 0 4 15,2 0-7-15,1 0 4 0,3 1-5 0,0 1-5 0,4 1 4 16,2-1-4-16,1 0-12 0,1 1 2 0,2-1-1 0,2 2 1 0,2 1 10 15,0 1-2-15,3-1-1 0,1 1-2 0,1 2-4 0,1-1 6 0,1 2-3 16,1-1 0-16,0 1 3 0,1 1-6 0,1-1 3 0,2 2 2 16,-1-2-5-16,1-1 4 0,1-2-1 0,2-2 2 0,1-4-4 0,4 0 1 15,0-3-2-15,2 0-4 0,0-2 5 0,2-2-3 0,-1-1-1 0,1-1 0 16,0 0-1-16,0-1 0 0,1 0 4 0,-1-2-1 0,2 0 3 16,0 0 2-16,0-2-1 0,1 1 3 0,-1 0-3 0,-1-1 0 0,1 0-1 15,-2-1 2-15,1 1 2 0,0 0 2 0,1-1-2 0,0 0 0 16,-1 0 0-16,1 0-3 0,-2 1 4 0,0 0-2 0,0-1 0 0,0 1-2 15,0-1-1-15,-1 1 8 0,1-1-10 0,0 1 2 0,0 0-1 0,0-1-6 16,0 1 5-16,0 0-10 0,0-2 1 0,1 2-4 0,-1 0-9 16,1-1 0-16,1 1-8 0,0-1-5 0,-1 0-12 0,2 1-17 0,1-1-31 15,-1 0-32-15,1 0-22 0,-1-1-18 0,1 1-5 0,0 0-1 0,1 0 4 16,-1 0 12-16,1 1 12 0,0 0 35 0,-2 0 12 0,0 0-56 16</inkml:trace>
  <inkml:trace contextRef="#ctx0" brushRef="#br0" timeOffset="20700.5">3834 11637 1501 0,'3'1'94'0,"3"0"-61"0,3 3-26 0,5 1-3 0,1 1 10 16,5 1 11-16,3-1 2 0,2 0-1 0,4-1-7 0,1 0-10 0,3-1-7 15,1 1-3-15,5-2 0 0,2 2-3 0,3-2-4 0,3-1-3 16,3-1-7-16,0-2-2 0,3 0-3 0,0-1-3 0,3-1 7 0,1-1-1 15,1 0 1-15,1-1 3 0,-1 0-4 0,2 1 3 0,-1 0 1 0,-1 1 3 16,1 0 3-16,-3 1 4 0,1 2 5 0,-1 1-2 0,-2 0 5 16,0 2-2-16,-1 1 7 0,-3 1 6 0,-1 1 3 0,0 1 9 0,-2 1 2 15,-3 2 6-15,0 1 9 0,-2 1 0 0,-1-1 6 0,-1-1 0 0,0 1 4 16,0-1-5-16,0 0-8 0,2-1-1 0,1-1-16 0,0 0 2 0,1-3-9 16,0 1-1-16,1-1-5 0,-1-2-11 0,-1 0 4 0,-1-2-8 15,-2 0 3-15,0-1 8 0,-3-2-4 0,-1-1 6 0,-1 0 2 16,-1-2 2-16,-1 0 6 0,-4 0-1 0,1-1-2 0,-6-1 4 0,0 0-7 15,-2 0 7-15,-3-1-2 0,1 0 1 0,-2-1 1 0,-2 1-3 0,-1-2-4 16,-1-1-5-16,-1-1-3 0,0 0-4 0,-1 0-7 0,-1 1 0 16,0-2-1-16,-2-1-2 0,0 0 4 0,-2 0-6 0,-1-2 0 0,-2 0-1 15,0-3 3-15,-1 0 6 0,-1-4-5 0,-2-1 0 0,1-1 0 0,-2-3-9 16,-1 2 14-16,-1-1 5 0,1 0-2 0,-2 1 12 0,2 0-4 16,-4 0 0-16,0 0 4 0,-2 2 3 0,0 0 4 0,-2 2 7 0,-2 1 6 15,-2 0 12-15,-2 2 0 0,-2-1 1 0,-2 1 3 0,-1 0 1 16,-4 3-3-16,0-1-5 0,-2 0-11 0,-3 3-7 0,-3-3-7 0,-2 2-4 15,-3 1-7-15,1 0 3 0,-3 2-1 0,-2-1-7 0,-3 1-1 0,-1 0-3 16,-3 1 3-16,-3 2 3 0,-1 0-4 0,-1 1-4 0,-1 1 1 16,-4 0 2-16,3-1 2 0,-2 1 3 0,1-1-2 0,2 0 4 0,1-1 1 15,-1-1 6-15,2 0 7 0,3 0 2 0,1-1-5 0,3 1-2 0,0-3-6 16,3 0-4-16,-2 0 4 0,0 0-5 0,1 1 2 0,-1 0-6 16,1 0 0-16,-1 1 4 0,-1 0-5 0,0 2 8 0,0-1-3 0,1 2 2 15,-1 0 1-15,1 2-10 0,-1 1 3 0,-2 2-1 0,-2 2-5 16,0 1 4-16,0 2 1 0,-2 3-5 0,0 2 9 0,-1 3-9 0,-1 2 5 15,-2 1 2-15,2 2 0 0,-1 2 2 0,1 2-1 0,1 0 4 0,1 1-12 16,2-1 4-16,1 0-2 0,3-1 6 0,3 2 9 0,3-2 4 16,1 1 0-16,4-1-8 0,0-1-2 0,3-1 3 0,2 0-3 0,3 0 1 15,1-1 1-15,3-2-1 0,2 1-1 0,2 0 6 0,1 2-6 0,0-1-1 16,1 1-3-16,1 2-2 0,2-1 2 0,1 2 0 0,0 0 3 16,1 0-3-16,0-2 1 0,3 1 0 0,-1 0 1 0,1 0-1 0,1 0-4 15,0 2-4-15,1-1 6 0,0 2-1 0,1-1 3 0,1 0-1 16,-1 1-3-16,1 0 0 0,1-1-9 0,-1-1 3 0,1-2-5 0,2-1-2 15,0-2 8-15,0 0-3 0,2-2 3 0,-2-1 2 0,3-2-3 0,0-1-3 16,0-1 1-16,1 0 3 0,-1 0-1 0,1-1-2 0,0-1-4 16,0 1-6-16,1 0-1 0,-2-1-5 0,2 1-9 0,0 0-22 0,1 0-41 15,1 0-57-15,-1 1-54 0,0 0-31 0,-1 1-35 0,1 2-20 0,-1 2 7 16,-1 1 53-16,-1 3-44 0</inkml:trace>
  <inkml:trace contextRef="#ctx0" brushRef="#br0" timeOffset="22400.63">3472 12794 810 0,'-5'-7'575'0,"-1"-2"-404"0,-1-2-97 0,2 1-63 0,2 0-11 0,1-1 7 16,2 2 7-16,0-1 2 0,2 0-7 0,-1 0-6 0,3 0-12 0,0 1-8 15,2 1 5-15,2 1-4 0,2 0 0 0,1 0 2 0,3-1-1 16,1 1 3-16,1 0 4 0,2 1 6 0,-1 0 1 0,4-1 2 0,0 1 5 15,1-1-4-15,1-1 5 0,1 0-4 0,0 1 4 0,2 0 3 0,1 0-4 16,3-1 1-16,0 2-2 0,1-2-2 0,1 0-2 0,1-1 3 16,1 1 1-16,3-1-5 0,-1 1 4 0,0 0-2 0,2 2 0 0,-1-1 5 15,0-1 1-15,2 0 0 0,-1 1 4 0,2 0 8 0,-1 0-4 16,-1 0-3-16,2 1-1 0,-2 0-7 0,1 2 3 0,0 0 7 0,3 1-2 16,0 0 0-16,1 1 4 0,-2 1-3 0,1 2 6 0,1 0-4 0,-2 2-3 15,1-1-2-15,1 1-10 0,-2 2 1 0,0 0-2 0,1 1-4 16,-1 2 5-16,0 0-5 0,1 1 0 0,-2 2-3 0,1 0-4 0,0 1-2 15,-1 0-2-15,-3 1 3 0,1 1 2 0,-1 0 0 0,-1-1 2 0,-1 0 2 16,-2-1 0-16,1 1 8 0,-1-2-4 0,0-1-2 0,0 1 4 16,0 0 3-16,-1-2-2 0,0 0 10 0,-3-1-8 0,2-1-9 0,-1 0 8 15,1 1-4-15,-3 0 8 0,-1 1-1 0,-3-2-2 0,0 1-6 16,0-1 0-16,-3 2 7 0,1-2-8 0,-1 2 3 0,-4 0-3 0,0 0 1 16,-1 0 1-16,-3 1 0 0,0 1-2 0,-2 0 2 0,-2 1-1 0,-3 0 6 15,-1 1 1-15,-3 1-2 0,-2 1 6 0,-3 2-4 0,-3 1 0 16,-3 0-2-16,-4 1-8 0,-2 1-4 0,-5 0 0 0,-4 2-5 0,-2-1 4 15,-5-2-1-15,-2-1 2 0,-4 0 7 0,-3-1 2 0,-4-2 10 0,-3 1 3 16,-2 0 2-16,-1-1 3 0,-2-2 1 0,-2 1 8 0,-1-1 6 16,-1-1 3-16,-1 0 4 0,1 1 1 0,1-1 3 0,1 0 5 0,1 1 0 15,0-4-9-15,-1 1-1 0,2-1-5 0,0-1-2 0,-2 1 7 16,0 0-7-16,0-1 1 0,-1-1-6 0,-1-2-8 0,-2 0 2 0,-2-2-9 16,0-2 7-16,-1 1-4 0,2-3 1 0,-1-1 4 0,1 0 3 0,0-3 5 15,2-1-2-15,2 0-1 0,-1-3 0 0,2-1-13 0,-1-1 2 16,2-2-7-16,0-1-1 0,2-2 1 0,1-4-12 0,2-1-12 0,0-1-22 15,2-2-18-15,2 0-28 0,0-3-25 0,2 0-48 0,4-1-83 0,2-1-101 16,2-1-142-16,1-3-18 0,-2-5 5 0</inkml:trace>
  <inkml:trace contextRef="#ctx0" brushRef="#br0" timeOffset="23635.39">3371 13891 1090 0,'-15'-5'216'0,"-1"-1"-55"0,-2-1-95 0,1-1-23 0,4 0 5 0,1 1 10 16,2-1 8-16,1 0 0 0,1 0-18 0,0-1-21 0,2 0-12 16,0-1-12-16,2 1-4 0,-1-1-2 0,2 2-5 0,1 0-2 0,0-2-3 15,0 1-2-15,1-1 0 0,1 0 2 0,0-1 0 0,2 1 1 0,-1-2-2 16,1 1 4-16,1 0-3 0,0 1-2 0,1-1 3 0,2 0 1 16,0-1 4-16,1 0-1 0,1 1 1 0,0 1 4 0,4 2-1 0,-1-1 5 15,2 0 1-15,2 1-5 0,1 0 3 0,4 1 5 0,0-1 7 0,1 1 5 16,2 0 2-16,2 0 8 0,1-2-3 0,3 2-2 0,1-1-3 15,3 0-7-15,0 0 2 0,4-2-6 0,1 0-2 0,2-1 0 0,4-1-2 16,1-2 7-16,2 0-7 0,1 0 0 0,4-3-3 0,1 1-3 16,2 0-2-16,1 1 1 0,-1 1 0 0,1 1-1 0,1 1-3 0,0 0-8 15,0 0-6-15,-2 2-2 0,1 2 2 0,-1 2-1 0,-2 3-3 0,1 2-4 16,-2 3-4-16,-2 4-1 0,-1 2-1 0,-2 2-3 0,0 4-3 16,-2-1-13-16,-2 6 8 0,0 2-3 0,-2 1-1 0,-3 5 10 0,-1-1 1 15,-2 1 10-15,-2 0 17 0,-1-1 7 0,-3 0 9 0,-2-3 0 0,-3 2-3 16,-3-2 7-16,-2 0 3 0,-1-1 5 0,-4-1 6 0,-1-3-3 15,-3 0 4-15,-2-2-2 0,-1-1-1 0,-3 1 0 0,-2 0-8 0,-2 0-3 16,-2 0-15-16,-3 2-8 0,-2 1-14 0,-4-1-12 0,-4 1 1 16,-4 0-8-16,-5 1 2 0,-5-3-7 0,-5 2 0 0,-6-1 5 0,-8-1 4 15,-1 1 16-15,-4-1 16 0,-3-1 11 0,-4-3 17 0,-3 0 13 0,-1-2 7 16,0-1 20-16,-1-2 15 0,0-1 18 0,2-2 23 0,1-1 13 16,2-1 6-16,4-1 1 0,0-2-10 0,3 2-16 0,2-2-19 0,3-1-25 15,1 1-21-15,3-3-12 0,3 1-16 0,1-2-14 0,0-1-16 0,1-1-35 16,2-2-31-16,2 0-49 0,3-1-53 0,-1-2-51 0,2 1-52 15,1 0-24-15,1-3-3 0,2 1 60 0,1-2-70 0</inkml:trace>
  <inkml:trace contextRef="#ctx0" brushRef="#br0" timeOffset="24417.79">5502 14604 589 0,'2'1'461'0,"1"0"-304"0,1 1-127 0,1-1-67 16,0 0-19-16,2 0 10 0,1 1 30 0,0 0-5 0,-1 1-6 0,2-1-16 15,0 0-13-15,1-1-8 0,2 1-4 0,4-1 2 0,2 0 2 16,3 1 3-16,4-2-1 0,3 1 0 0,1-2 2 0,3-1 2 0,0-1 1 15,3 0-3-15,1-2 4 0,1-1 9 0,0 0-91 0</inkml:trace>
  <inkml:trace contextRef="#ctx0" brushRef="#br0" timeOffset="24834.67">4461 15319 1125 0,'-3'1'558'0,"-1"-1"-297"0,-2 1-139 16,2-1-79-16,0-1-32 0,2 0-16 0,1 0-7 0,0 0-14 16,1 0-12-16,0 0-4 0,1 0-2 0,1 0-3 0,2 0-3 0,0 0-6 15,4 1 0-15,2-1 7 0,2 1 4 0,1 0 5 0,2 0 7 16,1 1 10-16,0 1 3 0,1-1 14 0,3 1 9 0,0 0 3 0,0 0 10 15,2 2-5-15,1 1 5 0,-1 0 0 0,1 0-1 0,0 1 4 0,1 0-11 16,1 1-1-16,1 0-3 0,1-1-4 0,0 1-3 0,2-1-5 16,-1 0-10-16,2 1-7 0,1-2-14 0,0 0-20 0,-2-1-25 0,3 0-28 15,-2-2-53-15,2 0-63 0,-1-1-32 0,1-1 7 0,2-2-83 0</inkml:trace>
  <inkml:trace contextRef="#ctx0" brushRef="#br0" timeOffset="28251.06">3005 15314 203 0,'-5'-8'117'0,"0"0"-44"0,-1-1-25 0,0 0-17 0,2 2-2 15,-1 1 4-15,1-1 4 0,0 2 7 0,0 1 5 0,0 1 4 16,1 1 4-16,-1 0 2 0,0 2-6 0,2 0-7 0,-1 2-7 0,1-1-1 16,-1 1-5-16,1 1-1 0,1 0 2 0,-2 2-1 0,1 0 5 0,-1 2 8 15,1 0-2-15,0 1 4 0,-1 1-5 0,0 3-6 0,1 2-2 16,-1 2-5-16,1 1 1 0,0 0-6 0,0 5-3 0,0 1-4 0,0 4-5 16,0 5 0-16,0 1-10 0,2 3 0 0,0 2-1 0,-1 0-2 0,0 3 4 15,0 2-8-15,1 0 2 0,1 0 3 0,-2 1 0 0,2 0 1 16,0-1-2-16,0 0-2 0,0-2 4 0,0-2 4 0,1 2-5 0,0-2 2 15,0-1-3-15,1 0 2 0,1-5 7 0,1 1-7 0,0-3 9 16,0-1 0-16,3-1 3 0,0-2 8 0,1-1-6 0,1-1 5 0,3-3-6 16,1 1 5-16,3-2-3 0,-1-1-7 0,4 0-4 0,1-1-5 0,2-2 4 15,2 0 6-15,3-2 1 0,2-2-11 0,1-2 1 0,2-3-6 16,1-1 4-16,4-1 4 0,1-3-8 0,2 0-3 0,2-2 0 0,0 0 2 16,3-2 2-16,3 0 3 0,2-2-2 0,2 0-4 0,0 0 2 0,4-1-1 15,0-1 4-15,3 2 1 0,2 0 0 0,2-1-4 0,2 1 3 16,2-1 3-16,1 1-3 0,2-1 1 0,0 1-3 0,2 0-1 0,2 0 6 15,0-1-4-15,1 0 0 0,2 0-1 0,1 0 1 0,1 0 0 0,1-1 4 16,0 0-10-16,2 2 9 0,1-2-5 0,3 1 1 0,1 0 9 16,1 0-9-16,1 0 10 0,2 1-9 0,0 1 0 0,1 0-2 0,-2 0 0 15,2 0 6-15,-1 0-9 0,1-1 5 0,0 1 4 0,-1 0-5 0,-2-1 7 16,0 1-4-16,0-1-4 0,1 0 5 0,0 0 2 0,-1-1-7 16,0 1 9-16,0 0-3 0,-1-1 3 0,2-1 3 0,0 1-6 0,3-1 2 15,-3 0 4-15,2 1 0 0,-2-1 4 0,1 0-6 0,-1 1-3 16,-1-1-3-16,-2 2-8 0,-1 0 9 0,-1 1-3 0,-2 0-4 0,0 1 3 15,-2 0 0-15,-2 0 4 0,1 0 2 0,-1 0-4 0,-1 1-11 16,0 0 3-16,-3-1 9 0,-3 0-3 0,-4 0 4 0,-5-1-3 0,-3 0-5 16,-5 0 7-16,-3 0-5 0,-3 0-4 0,-5-1-5 0,-4-1-2 15,-3 0 3-15,-2-2 6 0,-2-1 3 0,-4-1 1 0,-2-1 3 0,-6 1-1 16,-1-3 6-16,-2 0 5 0,-3-2 7 0,0-2 9 0,-1 0 2 0,-1-2 13 16,-2-2 14-16,-2 1-2 0,0-2 3 0,-1-1 7 0,-2-1-2 0,0-3 6 15,-2-2-7-15,-1 0-13 0,-1-1 4 0,-2 1-7 0,-1 0 5 16,-2 1-5-16,-2-2-16 0,-2 0 0 0,-2-2-11 0,-2 0-7 0,-3-1 4 15,-1 0-13-15,-3-2 1 0,-3 0 0 0,-4-1-6 0,-2-2 1 16,-4 0 0-16,-4 1-5 0,-3-2-3 0,-4-1 0 0,-1 2 5 0,-2-2-2 16,-4 4 1-16,0 1-4 0,-3 2 4 0,0 1 9 0,0 3 3 0,-1 1-1 15,0 3 3-15,1 1-1 0,-1 2 6 0,2 4 7 0,1 2-13 16,0 4 7-16,2 2 12 0,3 2 9 0,-2 3 14 0,2 1 3 0,-1 2-21 16,0 2-6-16,0 1-11 0,-1 1 4 0,1 1 3 0,0 2-14 0,-3 0-2 15,-2 1-31-15,-1 1-14 0,0-1-21 0,0 1-28 0,-1 1-31 16,0 1-51-16,-3-1-52 0,1 0-83 0,-4 0-150 0,-4-1-81 0,-6 1-80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4T12:31:42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3570 4863 301 0,'-13'-2'159'0,"0"0"-152"15,-2 0-5-15,6 1-1 0,3 2 1 0,0 0 1 0,1 1-5 0,0 0-2 16,-1 1-5-16,1 1-6 0,-1 1-6 0,0 1-8 0,-1 1-7 15,-1 1-5-15,-1 1 1 0,0 1 4 0,-2-2 10 0,0 1 9 0,-1-1 10 16,-1-3 4-16,2 0 5 0,-4-2 0 0,1-2 3 0,-2-2 4 16,1 0 5-16,3-2 8 0,-2-1 7 0,2-1 10 0,2-1 6 0,0-1 5 15,5-1-3-15,0 1-3 0,0-1-5 0,4-1-6 0,0 0-7 0,2 0-9 16,3 0-5-16,0-1-5 0,1 0-3 0,3-2-1 0,2 1-1 16,1 0 0-16,3 0 0 0,2 1-1 0,3-3-1 0,3 2-1 0,0-1 1 15,4 0 0-15,-1 2-1 0,1 1 1 0,4 1-1 0,0 0 0 0,3 1 2 16,1 1 1-16,2 0 0 0,1 1 0 0,1 2-2 0,3 1 1 15,1 1-2-15,2 1 1 0,2 1 1 0,3 1-2 0,1 0 3 0,1 2-2 16,1 1-2-16,1 1 1 0,0 1-2 0,3 1 2 0,-1 1 1 16,0 1 0-16,0 3 0 0,-1 3 2 0,-1 0-3 0,2 2 2 0,-2 2 0 15,1 2 0-15,-1 0 3 0,-2 4-3 0,-1 2 2 0,1 2-6 0,-2 2 0 16,-1 2 3-16,-1 0-5 0,-3 3 9 0,-2 2 1 0,-2 1 2 16,-2 4 5-16,-1 0-5 0,-1 0 0 0,-2 4-1 0,-3 0-2 0,-6 1-1 15,-3 2 0-15,-3-1 0 0,-4 2 3 0,-3 0-2 0,-5-1 11 0,-4 1 5 16,-4-1 8-16,-5-1 16 0,-4-1 1 0,-3 0 7 0,-6-1 6 15,-4 0 5-15,-3-2 0 0,-7 0 0 0,-5-3 3 0,-4 0-4 0,-3-2-7 16,-3-1-10-16,-3-2-7 0,-2 1-11 0,-6-2-1 0,-3-1-5 16,-4 1-6-16,-6-1-4 0,-5 1-7 0,-1-1-3 0,-7 0 0 0,-1 0 1 15,-3-2 2-15,-4-3 0 0,0-5 0 0,-3-3 3 0,4-3 5 0,1-4 6 16,4-2 3-16,2-5 12 0,5-4 9 0,5-4 3 0,7-4 6 16,7-3-6-16,6-3-15 0,5-3-11 0,6-1-15 0,6-3-18 0,5-2-19 15,5-2-34-15,4-2-59 0,6-3-102 0,5-2-88 0,5-3-50 0,5-4 24 16,6-5 10-16</inkml:trace>
  <inkml:trace contextRef="#ctx0" brushRef="#br0" timeOffset="18268.55">14398 6295 988 0,'-10'-12'15'0,"-1"-4"6"0,0 0 0 16,0-2-1-16,11 9-18 0,3 2-5 0,4-1-4 0,4 0 3 0,4 0-1 0,3-1 2 0,2 1-1 15,3 1 0-15,2 1 1 0,0 2-3 0,2 2 1 0,0 1-2 0,3 1-1 16,-1 1 1-16,3 1 0 0,0 0 3 0,2 2 1 0,-1 0 0 0,1 3 1 16,-4 0-3-16,2 1 3 0,-1 0 0 0,1 1 0 0,1 1 5 15,1 0 0-15,2 0-2 0,0 1 0 0,2-1-1 0,1 0 0 0,1 2 1 16,4-2 3-16,0 0 0 0,3-1 1 0,2-1-3 0,1-4 1 0,1-1 3 16,0-2 6-16,4-1 19 0,2-3 9 0,1-1 11 0,2-4 9 15,1-3-1-15,1-2 2 0,2-3 0 0,0-1-2 0,-1-1-9 0,1-2-5 16,0 0-7-16,1-2-3 0,2-1-3 0,2 0-11 0,-1 0-5 15,5-1-6-15,-1 3-5 0,1 0-4 0,1 0-1 0,-2 4-4 0,0-1 0 16,0 3-1-16,-1 3 3 0,-1 3-1 0,0 3-1 0,-3 2 1 0,-3 4-4 16,-3 2 3-16,-5 3 3 0,1 4-5 0,-1 1 6 0,-2 4-3 15,-2 3-1-15,-3 2 3 0,-3-1-1 0,1 1-1 0,-2 0 2 0,-1-2 1 16,0 0 0-16,-1-1 1 0,-1-1 2 0,3-3 0 0,2-1 9 0,2-3-8 16,1-2 3-16,2-3 5 0,2-3-1 0,1-2 10 0,2-3 1 15,2-1 3-15,1-3-4 0,1-2 0 0,1 0-2 0,1-2-3 0,0-1-3 16,2-1-5-16,0 0-1 0,2-3-1 0,1 0 0 0,2-1 3 15,-1 0-2-15,2-1 1 0,-3 2 5 0,1 2-12 0,0 1 9 0,0 1-5 16,-2 0 11-16,2 3 9 0,-1 0 6 0,-1 2 4 0,0 1-7 0,-3 3 2 16,0 3-4-16,0 2-7 0,-1 3 2 0,-2 2 0 0,-1 2-2 15,-1 0 1-15,0 1 0 0,-1-1-1 0,0 0 2 0,-1 0-5 0,0 1 5 16,2 0-4-16,1 1-5 0,2-1 4 0,-1-1-8 0,0-1 0 0,0 1-1 16,-1-1-4-16,0 1-1 0,-1 0-1 0,-2-1 1 0,1 0-1 15,-2-1-4-15,-2 0-4 0,-2-1-13 0,-1 2-7 0,-1-2-20 0,-5 2-23 16,0 1-36-16,-4-1-76 0,-2 2-135 0,-2 1-137 0,-3 0-31 0,-2 2-67 15</inkml:trace>
  <inkml:trace contextRef="#ctx0" brushRef="#br0" timeOffset="20101.48">6035 7019 751 0,'-5'-25'11'0,"2"3"-3"0,0-6-3 0,3 6 0 0,2 4 3 16,-1 0-4-16,-1 1-4 0,-1 3 1 0,-2 0-8 0,-1 3-6 0,-2 2-11 15,-1 1-10-15,-3 3 0 0,-1 0 4 0,-2 1 8 0,0 1 10 0,-1 0 8 16,-1 0 5-16,1-1 3 0,1 0 6 0,2-1 5 0,3 0 3 16,2 1 3-16,2 0 2 0,1 0-4 0,1 1-2 0,3 0-4 0,2 1-4 15,3-1-2-15,2 0-1 0,6 0 3 0,4-2 2 0,5 0 2 16,3-2 2-16,5 0-1 0,2-1-1 0,5 0 1 0,5 0 3 0,3-1 8 16,4 2 2-16,2 0 2 0,2-1 3 0,2 2-4 0,1-2-1 0,4 2-1 15,0 1-2-15,0 1-4 0,0 3-3 0,-2 2-1 0,1 1-8 16,-1 3 1-16,-1 1 0 0,0 3 4 0,-2 3 3 0,-1 1 4 0,0 1-7 15,-2 4-5-15,-1 2-1 0,-1 1-5 0,-3 3 0 0,-2 2 1 0,0 2 3 16,-2 2-5-16,-2 1 5 0,-4 3-3 0,-2 0 3 0,-4 1 3 16,-2 1 1-16,-5 0 0 0,-5 0-1 0,-3-2-2 0,-4-2-4 0,-3-2 3 15,-2-1-1-15,-3-3-1 0,-3-2 2 0,-2-4 1 0,-5 0 3 16,-4-2 6-16,-5-1 4 0,-5-2 1 0,-7 1 3 0,-5 0-1 0,-7 0 0 16,-5 2 1-16,-6 0-3 0,-3-1-3 0,-5-1-2 0,-2 0-7 0,-2 1 0 15,-1-1-3-15,-1-4-3 0,1 1-2 0,1-2 0 0,2-2-1 16,1 1 9-16,3-1 1 0,1-2-1 0,2 0 0 0,1-2-4 0,0 0-3 15,0-1 1-15,0-1 1 0,0-1-1 0,0-1 1 0,2 0-2 16,0-2-1-16,1-1 8 0,0-2-2 0,2 0 1 0,1 0 0 0,2-2-8 16,4-1 0-16,4 0 4 0,3-3-4 0,4 1 9 0,1 0-5 0,5 1 2 15,2-2 1-15,3 0-7 0,2 1 4 0,5-1-4 0,2 2-6 16,4 0-12-16,3 0-15 0,4 1-28 0,5-1-34 0,3 1-45 0,9-2-41 16,4 0-35-16,3 1-23 0,6-1 10 0,2 1 42 0,4 0-90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A4F2-B30E-032C-0FCC-4825E30EF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20503-AB8D-EC30-6C44-504E71B79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2CFF-DFE9-70E0-6ACC-F86BDEF8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A939-ADE3-2A8F-71AD-6CEA5B33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F4203-2F8A-68CB-51A6-58F67286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1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3E79-36F4-65BB-4A54-D49A7138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BDAD-1CA6-EFEB-61FE-28C9E0B24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8C8D-B9BB-782A-0295-0AAE492D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F076F-1E16-36C4-1AA1-D5233837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95F96-5825-726C-0F80-00D0AC1B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6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CCCA-8A67-2E10-1F52-4A598E5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A4F1-6AFA-D021-AB99-D2DDD755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441D4-73B5-2B36-6902-8EF6F911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319E1-F0D2-92DF-3023-06695DB8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50564-8BAC-10B5-C43A-FCAA6E0B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9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C7F1-7A40-EB96-1002-6672C51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096F-3A9D-2EF3-4CB7-F16F78AB8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D1D9C-98F1-99D9-93EA-808ED1FE0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24313-1487-AFD3-9265-D53844BF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D1449-397C-23EF-81B9-7191B861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BB614-80DE-40C6-03CF-56435C20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1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5187-1673-9822-FD9C-18FD7475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768C0-FF31-2280-3662-63FAFFF42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5550-E5C7-E02F-8234-73A6C9DFF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8EFB7-4C2F-9C17-66DB-7FA93C8FB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5EE47-3ED9-F52D-A9EE-C3F878849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9BC7C-53BE-A424-7397-BCBA9440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A853B-3AF9-0BBC-C0B8-1C5E3418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626B2-BF14-BC68-E94B-73FDDB90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329A-D9E4-ADA0-0B13-B9EA7864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552DC-DFDC-3D04-B671-84018DA5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27F5D-AF56-2275-50CE-64736EBE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7CB25-AC58-D715-66E8-A9DB188F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4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2A2F6-8FEB-F1AE-05C6-22D942AD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4BCA1-FFB4-986A-8567-75BD22DE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3453E-0029-E767-C943-B9734808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6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3078-C513-0150-3422-3B01BA30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823A2-5804-C6BC-5921-CCBC641D3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624B4-7815-D931-EA38-E89A715FE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FF66D-06A4-143C-9AB0-DBA776FF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1160F-FDEC-696A-6694-E96ACDD5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2785-F97F-640C-5BC8-A8A13991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9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243B-8968-DA1E-04F4-543FC548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F15E8-CAE5-5A25-958C-68F098F13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42073-89D7-9C5E-1EF0-B2E821320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5745A-F05D-62CF-7DF3-9ED61573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EB149-58DA-7018-0BF9-F1919F0A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98B37-F398-46D3-AAE2-FEB069CC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0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1D91-A69C-05BA-89C4-9B22D736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B3466-FFBE-5806-2AC1-21BE6A1BC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66AD-5760-995C-2B3C-25122781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A132-ECDD-AF48-9F69-3235329E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692E9-BB0F-8B59-8644-1849277B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1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8A1D6-AAFC-4F42-C065-5692295B1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E5D68-4D10-F8D9-9130-AEFB99EFE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62F8-B0BE-253D-13A4-AF265B8A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55491-AB9A-5FAF-733E-72A00B87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CC0-3F69-B6B2-86FC-D2090B48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2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DE8B3-6E68-5802-A98A-95833DF4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1405-81EB-9165-BC49-FA454A003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4283-945E-E099-2064-4B39F4566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1D739-4061-4952-B058-0583E20CC12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CB86A-1E16-B9E0-85EF-0F2358407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A4F8A-E241-59AF-7F1A-73517CFE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EF9E5-C63D-4B77-BBA1-00184BA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3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Programming(11-dars)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4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Performance  Improvement</a:t>
            </a:r>
          </a:p>
          <a:p>
            <a:r>
              <a:rPr lang="en-US" dirty="0"/>
              <a:t>Error analysis</a:t>
            </a:r>
          </a:p>
          <a:p>
            <a:r>
              <a:rPr lang="en-US" dirty="0"/>
              <a:t>1-oy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30FB60-D01E-9B84-F83E-2481273772A8}"/>
                  </a:ext>
                </a:extLst>
              </p14:cNvPr>
              <p14:cNvContentPartPr/>
              <p14:nvPr/>
            </p14:nvContentPartPr>
            <p14:xfrm>
              <a:off x="932400" y="1774080"/>
              <a:ext cx="5667480" cy="264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30FB60-D01E-9B84-F83E-2481273772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3040" y="1764720"/>
                <a:ext cx="5686200" cy="265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4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savol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F0A0-1463-7BA3-A7D3-A928E683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8FF93-8A82-48F1-71D0-405EB792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Maximal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mavzularni</a:t>
            </a:r>
            <a:r>
              <a:rPr lang="en-US" dirty="0"/>
              <a:t> </a:t>
            </a:r>
            <a:r>
              <a:rPr lang="en-US" dirty="0" err="1"/>
              <a:t>qamrab</a:t>
            </a:r>
            <a:r>
              <a:rPr lang="en-US" dirty="0"/>
              <a:t> </a:t>
            </a:r>
            <a:r>
              <a:rPr lang="en-US" dirty="0" err="1"/>
              <a:t>oling</a:t>
            </a:r>
            <a:endParaRPr lang="en-US" dirty="0"/>
          </a:p>
          <a:p>
            <a:r>
              <a:rPr lang="en-US" dirty="0" err="1"/>
              <a:t>Payshanba</a:t>
            </a:r>
            <a:r>
              <a:rPr lang="en-US" dirty="0"/>
              <a:t> </a:t>
            </a:r>
            <a:r>
              <a:rPr lang="en-US" dirty="0" err="1"/>
              <a:t>soat</a:t>
            </a:r>
            <a:r>
              <a:rPr lang="en-US" dirty="0"/>
              <a:t> 18:00(14:00) </a:t>
            </a:r>
            <a:r>
              <a:rPr lang="en-US" dirty="0" err="1"/>
              <a:t>gacha</a:t>
            </a:r>
            <a:r>
              <a:rPr lang="en-US" dirty="0"/>
              <a:t> </a:t>
            </a:r>
            <a:r>
              <a:rPr lang="en-US" dirty="0" err="1"/>
              <a:t>topshiring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14E19-F95D-949C-5203-E3EBB8125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337" y="3777235"/>
            <a:ext cx="8977138" cy="22023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60B26F-8DF5-F808-AB8C-09237A796232}"/>
                  </a:ext>
                </a:extLst>
              </p14:cNvPr>
              <p14:cNvContentPartPr/>
              <p14:nvPr/>
            </p14:nvContentPartPr>
            <p14:xfrm>
              <a:off x="736560" y="428760"/>
              <a:ext cx="8705520" cy="405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60B26F-8DF5-F808-AB8C-09237A7962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200" y="419400"/>
                <a:ext cx="8724240" cy="40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122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0D7C6-724C-37C7-5561-37C79709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CB8C-D8D8-4458-0279-C5FCE404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Performance  Improvement</a:t>
            </a:r>
          </a:p>
        </p:txBody>
      </p:sp>
    </p:spTree>
    <p:extLst>
      <p:ext uri="{BB962C8B-B14F-4D97-AF65-F5344CB8AC3E}">
        <p14:creationId xmlns:p14="http://schemas.microsoft.com/office/powerpoint/2010/main" val="32028808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7393-3914-314F-3962-85FB91D5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 Improvement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4ED0-1BC3-5C54-6642-527308D44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Data-Based Approaches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Model-Based Approaches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Training-Optimization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Feature/Representation-Based Approaches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Evaluation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151639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54FB1-1FF8-BFD9-CA7C-DF8D5CBF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1F70-D60B-AAE4-A38F-232B7335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Model Performance  </a:t>
            </a:r>
            <a:r>
              <a:rPr lang="en-US" sz="3600" dirty="0" err="1"/>
              <a:t>Improvement:Data-Based</a:t>
            </a:r>
            <a:r>
              <a:rPr lang="en-US" sz="3600" dirty="0"/>
              <a:t> Approaches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5DA2-74BB-9208-5D1F-E325C9FBA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Data-Based Approaches</a:t>
            </a:r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/>
              <a:t>Handle missing values (</a:t>
            </a:r>
            <a:r>
              <a:rPr lang="en-US" dirty="0" err="1"/>
              <a:t>SimpleImputer</a:t>
            </a:r>
            <a:r>
              <a:rPr lang="en-US" dirty="0"/>
              <a:t>, forward/backward fill, or dropping rows/columns).</a:t>
            </a:r>
          </a:p>
          <a:p>
            <a:pPr lvl="1"/>
            <a:r>
              <a:rPr lang="en-US" dirty="0"/>
              <a:t>Remove duplicates or outliers.</a:t>
            </a:r>
          </a:p>
          <a:p>
            <a:r>
              <a:rPr lang="en-US" dirty="0"/>
              <a:t>Feature Engineering</a:t>
            </a:r>
          </a:p>
          <a:p>
            <a:pPr lvl="1"/>
            <a:r>
              <a:rPr lang="en-US" dirty="0"/>
              <a:t>Create meaningful features (ratios, differences, transformations like log or polynomial features).</a:t>
            </a:r>
          </a:p>
          <a:p>
            <a:pPr lvl="1"/>
            <a:r>
              <a:rPr lang="en-US" dirty="0"/>
              <a:t>Aggregate or encode features (e.g., target encoding, one-hot, ordinal encoding).</a:t>
            </a:r>
          </a:p>
          <a:p>
            <a:r>
              <a:rPr lang="en-US" dirty="0"/>
              <a:t>Data Augmentation</a:t>
            </a:r>
          </a:p>
          <a:p>
            <a:pPr lvl="1"/>
            <a:r>
              <a:rPr lang="en-US" dirty="0"/>
              <a:t>For images, text, or time series: flip, rotate, crop, or perturb the data.</a:t>
            </a:r>
          </a:p>
          <a:p>
            <a:pPr lvl="1"/>
            <a:r>
              <a:rPr lang="en-US" dirty="0"/>
              <a:t>For tabular: synthetic samples (SMOTE for imbalanced classes).</a:t>
            </a:r>
          </a:p>
          <a:p>
            <a:r>
              <a:rPr lang="en-US" dirty="0"/>
              <a:t>Resampling &amp; Balancing</a:t>
            </a:r>
          </a:p>
          <a:p>
            <a:pPr lvl="1"/>
            <a:r>
              <a:rPr lang="en-US" dirty="0"/>
              <a:t>Oversampling minority class or </a:t>
            </a:r>
            <a:r>
              <a:rPr lang="en-US" dirty="0" err="1"/>
              <a:t>undersampling</a:t>
            </a:r>
            <a:r>
              <a:rPr lang="en-US" dirty="0"/>
              <a:t> majority class for classification.</a:t>
            </a:r>
          </a:p>
          <a:p>
            <a:pPr lvl="1"/>
            <a:r>
              <a:rPr lang="en-US" dirty="0"/>
              <a:t>Weighted loss functions if class imbalance exists.</a:t>
            </a:r>
          </a:p>
          <a:p>
            <a:r>
              <a:rPr lang="en-US" dirty="0"/>
              <a:t>Increasing Dataset Size</a:t>
            </a:r>
          </a:p>
          <a:p>
            <a:pPr lvl="1"/>
            <a:r>
              <a:rPr lang="en-US" dirty="0"/>
              <a:t>Collect more data, or use transfer learning/pretrained embeddings.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452D54-653F-DC2F-358F-3D46EF72A6AC}"/>
                  </a:ext>
                </a:extLst>
              </p14:cNvPr>
              <p14:cNvContentPartPr/>
              <p14:nvPr/>
            </p14:nvContentPartPr>
            <p14:xfrm>
              <a:off x="1018080" y="1927800"/>
              <a:ext cx="11030040" cy="426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452D54-653F-DC2F-358F-3D46EF72A6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8720" y="1918440"/>
                <a:ext cx="11048760" cy="428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058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A430-7581-921F-AC49-24717B98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5A2E-9085-D871-79E7-48C52A65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Model Performance  </a:t>
            </a:r>
            <a:r>
              <a:rPr lang="en-US" sz="3600" dirty="0" err="1"/>
              <a:t>Improvement:Model-Based</a:t>
            </a:r>
            <a:r>
              <a:rPr lang="en-US" sz="3600" dirty="0"/>
              <a:t> Approaches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A84E-DE86-1DB3-D99F-08A5AF378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Model-Based Approaches</a:t>
            </a:r>
          </a:p>
          <a:p>
            <a:r>
              <a:rPr lang="en-US" dirty="0"/>
              <a:t>Algorithm Selection</a:t>
            </a:r>
          </a:p>
          <a:p>
            <a:pPr lvl="1"/>
            <a:r>
              <a:rPr lang="en-US" dirty="0"/>
              <a:t>Try different algorithms: Linear models, tree-based models, boosting, neural networks, SVM, etc.</a:t>
            </a:r>
          </a:p>
          <a:p>
            <a:r>
              <a:rPr lang="en-US" dirty="0"/>
              <a:t>Hyperparameter Tuning</a:t>
            </a:r>
          </a:p>
          <a:p>
            <a:pPr lvl="1"/>
            <a:r>
              <a:rPr lang="en-US" dirty="0"/>
              <a:t>Grid Search, Random Search, Bayesian Optimization.</a:t>
            </a:r>
          </a:p>
          <a:p>
            <a:r>
              <a:rPr lang="en-US" dirty="0"/>
              <a:t>Ensemble Methods</a:t>
            </a:r>
          </a:p>
          <a:p>
            <a:pPr lvl="1"/>
            <a:r>
              <a:rPr lang="en-US" dirty="0"/>
              <a:t>Bagging (Random Forest), Boosting (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), Stacking, or blending.</a:t>
            </a:r>
          </a:p>
          <a:p>
            <a:r>
              <a:rPr lang="en-US" dirty="0"/>
              <a:t>Regularization</a:t>
            </a:r>
          </a:p>
          <a:p>
            <a:pPr lvl="1"/>
            <a:r>
              <a:rPr lang="en-US" dirty="0"/>
              <a:t>Prevent overfitting using L1, L2 penalties, dropout (for neural nets), early stopping.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7A5BD2-4526-AA2E-A149-EB774355B4CF}"/>
                  </a:ext>
                </a:extLst>
              </p14:cNvPr>
              <p14:cNvContentPartPr/>
              <p14:nvPr/>
            </p14:nvContentPartPr>
            <p14:xfrm>
              <a:off x="461160" y="983520"/>
              <a:ext cx="10521000" cy="5087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7A5BD2-4526-AA2E-A149-EB774355B4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800" y="974160"/>
                <a:ext cx="10539720" cy="510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0842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D9FB-151D-43A8-FED6-3AE58652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2D46-9CB7-CA39-5A84-2391C5D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Model Performance  </a:t>
            </a:r>
            <a:r>
              <a:rPr lang="en-US" sz="3600" dirty="0" err="1"/>
              <a:t>Improvement:Training</a:t>
            </a:r>
            <a:r>
              <a:rPr lang="en-US" sz="3600" dirty="0"/>
              <a:t> Optimization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A4BF-6EA4-C552-7F6D-1CB92D4E9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Training &amp; Optimization</a:t>
            </a:r>
          </a:p>
          <a:p>
            <a:r>
              <a:rPr lang="en-US" dirty="0"/>
              <a:t>Feature Scaling</a:t>
            </a:r>
          </a:p>
          <a:p>
            <a:pPr lvl="1"/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MinMaxScaler</a:t>
            </a:r>
            <a:r>
              <a:rPr lang="en-US" dirty="0"/>
              <a:t>, </a:t>
            </a:r>
            <a:r>
              <a:rPr lang="en-US" dirty="0" err="1"/>
              <a:t>RobustScaler</a:t>
            </a:r>
            <a:r>
              <a:rPr lang="en-US" dirty="0"/>
              <a:t> for numerical features.</a:t>
            </a:r>
          </a:p>
          <a:p>
            <a:r>
              <a:rPr lang="en-US" dirty="0"/>
              <a:t>Cross-Validation</a:t>
            </a:r>
          </a:p>
          <a:p>
            <a:pPr lvl="1"/>
            <a:r>
              <a:rPr lang="en-US" dirty="0"/>
              <a:t>K-fold CV to avoid overfitting to one train-test split.</a:t>
            </a:r>
          </a:p>
          <a:p>
            <a:r>
              <a:rPr lang="en-US" dirty="0"/>
              <a:t>Learning Rate Optimization</a:t>
            </a:r>
          </a:p>
          <a:p>
            <a:pPr lvl="1"/>
            <a:r>
              <a:rPr lang="en-US" dirty="0"/>
              <a:t>Adjust learning rate schedules, adaptive optimizers (Adam, </a:t>
            </a:r>
            <a:r>
              <a:rPr lang="en-US" dirty="0" err="1"/>
              <a:t>RMSProp</a:t>
            </a:r>
            <a:r>
              <a:rPr lang="en-US" dirty="0"/>
              <a:t>).</a:t>
            </a:r>
          </a:p>
          <a:p>
            <a:r>
              <a:rPr lang="en-US" dirty="0"/>
              <a:t>Batching / Sampling</a:t>
            </a:r>
          </a:p>
          <a:p>
            <a:pPr lvl="1"/>
            <a:r>
              <a:rPr lang="en-US" dirty="0"/>
              <a:t>Use mini-batches for large datasets or class-stratified sampling.</a:t>
            </a:r>
          </a:p>
          <a:p>
            <a:r>
              <a:rPr lang="en-US" dirty="0"/>
              <a:t>Early Stopping</a:t>
            </a:r>
          </a:p>
          <a:p>
            <a:pPr lvl="1"/>
            <a:r>
              <a:rPr lang="en-US" dirty="0"/>
              <a:t>Stop training when validation performance stops improving.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ED5566-72FF-0048-A67C-ED2BEF307357}"/>
                  </a:ext>
                </a:extLst>
              </p14:cNvPr>
              <p14:cNvContentPartPr/>
              <p14:nvPr/>
            </p14:nvContentPartPr>
            <p14:xfrm>
              <a:off x="651600" y="1794600"/>
              <a:ext cx="9120600" cy="419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ED5566-72FF-0048-A67C-ED2BEF3073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240" y="1785240"/>
                <a:ext cx="9139320" cy="42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847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9642B-CBC4-7DB7-903A-D39A85D0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8D13-37E6-3F2A-9C84-9B81A5F6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Model Performance  </a:t>
            </a:r>
            <a:r>
              <a:rPr lang="en-US" sz="3600" dirty="0" err="1"/>
              <a:t>Improvement:Feature</a:t>
            </a:r>
            <a:r>
              <a:rPr lang="en-US" sz="3600" dirty="0"/>
              <a:t> </a:t>
            </a:r>
            <a:r>
              <a:rPr lang="en-US" sz="3600" dirty="0" err="1"/>
              <a:t>Represenation</a:t>
            </a:r>
            <a:r>
              <a:rPr lang="en-US" sz="3600" dirty="0"/>
              <a:t>-Based Approaches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25CC-B929-8673-1798-53D43B6A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Feature Representation – Based Approaches</a:t>
            </a:r>
          </a:p>
          <a:p>
            <a:r>
              <a:rPr lang="en-US" dirty="0"/>
              <a:t>Feature Selection</a:t>
            </a:r>
          </a:p>
          <a:p>
            <a:pPr lvl="1"/>
            <a:r>
              <a:rPr lang="en-US" dirty="0"/>
              <a:t>Remove irrelevant/redundant features (correlation analysis, SHAP, permutation importance).</a:t>
            </a:r>
          </a:p>
          <a:p>
            <a:r>
              <a:rPr lang="en-US" dirty="0"/>
              <a:t>Dimensionality Reduction</a:t>
            </a:r>
          </a:p>
          <a:p>
            <a:pPr lvl="1"/>
            <a:r>
              <a:rPr lang="en-US" dirty="0"/>
              <a:t>PCA, t-SNE (for visualization), UMAP, or autoencoders.</a:t>
            </a:r>
          </a:p>
          <a:p>
            <a:r>
              <a:rPr lang="en-US" dirty="0"/>
              <a:t>Encoding &amp; Transformation</a:t>
            </a:r>
          </a:p>
          <a:p>
            <a:pPr lvl="1"/>
            <a:r>
              <a:rPr lang="en-US" dirty="0"/>
              <a:t>Non-linear transformations, log, square root, or categorical encoding.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32F9CE-1037-837A-4CE1-A1122E92DD47}"/>
                  </a:ext>
                </a:extLst>
              </p14:cNvPr>
              <p14:cNvContentPartPr/>
              <p14:nvPr/>
            </p14:nvContentPartPr>
            <p14:xfrm>
              <a:off x="1171800" y="2190600"/>
              <a:ext cx="8703360" cy="168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32F9CE-1037-837A-4CE1-A1122E92DD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2440" y="2181240"/>
                <a:ext cx="8722080" cy="17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78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A175-7384-8284-41F1-367736E7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7C76-346D-B2EC-B5A8-CED301D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Model Performance  Improvement: Evaluation &amp; Monitoring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B80FE-F39D-8BE5-DBE3-F9D0504F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Evaluation &amp; Monitoring</a:t>
            </a:r>
          </a:p>
          <a:p>
            <a:r>
              <a:rPr lang="en-US" dirty="0"/>
              <a:t>Error Analysis</a:t>
            </a:r>
          </a:p>
          <a:p>
            <a:pPr lvl="1"/>
            <a:r>
              <a:rPr lang="en-US" dirty="0"/>
              <a:t>Check which samples are </a:t>
            </a:r>
            <a:r>
              <a:rPr lang="en-US" dirty="0" err="1"/>
              <a:t>mispredicted</a:t>
            </a:r>
            <a:r>
              <a:rPr lang="en-US" dirty="0"/>
              <a:t> and why.</a:t>
            </a:r>
          </a:p>
          <a:p>
            <a:r>
              <a:rPr lang="en-US" dirty="0"/>
              <a:t>Metrics &amp; Loss</a:t>
            </a:r>
          </a:p>
          <a:p>
            <a:pPr lvl="1"/>
            <a:r>
              <a:rPr lang="en-US" dirty="0"/>
              <a:t>Ensure the right metric for the problem (RMSE vs MAE vs R² for regression, precision/recall/F1 for classification).</a:t>
            </a:r>
          </a:p>
          <a:p>
            <a:r>
              <a:rPr lang="en-US" dirty="0"/>
              <a:t>Learning Curves</a:t>
            </a:r>
          </a:p>
          <a:p>
            <a:pPr lvl="1"/>
            <a:r>
              <a:rPr lang="en-US" dirty="0"/>
              <a:t>Identify underfitting vs overfitting.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E0CA31-5CB8-548C-3B45-867559E48F17}"/>
                  </a:ext>
                </a:extLst>
              </p14:cNvPr>
              <p14:cNvContentPartPr/>
              <p14:nvPr/>
            </p14:nvContentPartPr>
            <p14:xfrm>
              <a:off x="1006560" y="1973160"/>
              <a:ext cx="8122320" cy="354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E0CA31-5CB8-548C-3B45-867559E48F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7200" y="1963800"/>
                <a:ext cx="8141040" cy="356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101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B52F-A98A-BAE0-B570-902E9624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5674-E3A7-60EB-0673-859F8E5F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Error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5441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7D8C-C903-4B3E-0FE3-8E8E7672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E3B3-1019-9321-6529-495D83E8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Process</a:t>
            </a:r>
          </a:p>
          <a:p>
            <a:r>
              <a:rPr lang="en-US" dirty="0" err="1"/>
              <a:t>Qayerda</a:t>
            </a:r>
            <a:r>
              <a:rPr lang="en-US" dirty="0"/>
              <a:t> model </a:t>
            </a:r>
            <a:r>
              <a:rPr lang="en-US" dirty="0" err="1"/>
              <a:t>notogri</a:t>
            </a:r>
            <a:r>
              <a:rPr lang="en-US" dirty="0"/>
              <a:t> predict </a:t>
            </a:r>
            <a:r>
              <a:rPr lang="en-US" dirty="0" err="1"/>
              <a:t>qilgan</a:t>
            </a:r>
            <a:r>
              <a:rPr lang="en-US" dirty="0"/>
              <a:t> </a:t>
            </a:r>
            <a:r>
              <a:rPr lang="en-US" dirty="0" err="1"/>
              <a:t>samplelarni</a:t>
            </a:r>
            <a:r>
              <a:rPr lang="en-US" dirty="0"/>
              <a:t>(</a:t>
            </a:r>
            <a:r>
              <a:rPr lang="en-US" dirty="0" err="1"/>
              <a:t>datalarni</a:t>
            </a:r>
            <a:r>
              <a:rPr lang="en-US" dirty="0"/>
              <a:t>) </a:t>
            </a:r>
            <a:r>
              <a:rPr lang="en-US" dirty="0" err="1"/>
              <a:t>tekshirish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r>
              <a:rPr lang="en-US" dirty="0" err="1"/>
              <a:t>Muammoni</a:t>
            </a:r>
            <a:r>
              <a:rPr lang="en-US" dirty="0"/>
              <a:t> </a:t>
            </a:r>
            <a:r>
              <a:rPr lang="en-US" dirty="0" err="1"/>
              <a:t>sababini</a:t>
            </a:r>
            <a:r>
              <a:rPr lang="en-US" dirty="0"/>
              <a:t> </a:t>
            </a:r>
            <a:r>
              <a:rPr lang="en-US" dirty="0" err="1"/>
              <a:t>topishga</a:t>
            </a:r>
            <a:r>
              <a:rPr lang="en-US" dirty="0"/>
              <a:t> </a:t>
            </a:r>
            <a:r>
              <a:rPr lang="en-US" dirty="0" err="1"/>
              <a:t>yordam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sifati</a:t>
            </a:r>
            <a:r>
              <a:rPr lang="en-US" dirty="0"/>
              <a:t> (</a:t>
            </a:r>
            <a:r>
              <a:rPr lang="en-US" dirty="0" err="1"/>
              <a:t>yetishmayotgan</a:t>
            </a:r>
            <a:r>
              <a:rPr lang="en-US" dirty="0"/>
              <a:t> </a:t>
            </a:r>
            <a:r>
              <a:rPr lang="en-US" dirty="0" err="1"/>
              <a:t>qiymatlar</a:t>
            </a:r>
            <a:r>
              <a:rPr lang="en-US" dirty="0"/>
              <a:t>, </a:t>
            </a:r>
            <a:r>
              <a:rPr lang="en-US" dirty="0" err="1"/>
              <a:t>noto‘g‘ri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, outliers)</a:t>
            </a:r>
          </a:p>
          <a:p>
            <a:pPr lvl="1"/>
            <a:r>
              <a:rPr lang="en-US" dirty="0"/>
              <a:t>Feature </a:t>
            </a:r>
            <a:r>
              <a:rPr lang="en-US" dirty="0" err="1"/>
              <a:t>yetishmovchiligi</a:t>
            </a:r>
            <a:r>
              <a:rPr lang="en-US" dirty="0"/>
              <a:t> (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yetishmovchiligi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  (Over/underfitting)</a:t>
            </a:r>
          </a:p>
          <a:p>
            <a:pPr lvl="1"/>
            <a:r>
              <a:rPr lang="en-US" dirty="0"/>
              <a:t>Data </a:t>
            </a:r>
            <a:r>
              <a:rPr lang="en-US" dirty="0" err="1"/>
              <a:t>taqsimoti</a:t>
            </a:r>
            <a:r>
              <a:rPr lang="en-US" dirty="0"/>
              <a:t> (train/test </a:t>
            </a:r>
            <a:r>
              <a:rPr lang="en-US" dirty="0" err="1"/>
              <a:t>bo‘linmalaridagi</a:t>
            </a:r>
            <a:r>
              <a:rPr lang="en-US" dirty="0"/>
              <a:t> </a:t>
            </a:r>
            <a:r>
              <a:rPr lang="en-US" dirty="0" err="1"/>
              <a:t>taqsimot</a:t>
            </a:r>
            <a:r>
              <a:rPr lang="en-US" dirty="0"/>
              <a:t> </a:t>
            </a:r>
            <a:r>
              <a:rPr lang="en-US" dirty="0" err="1"/>
              <a:t>o‘zgarishi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F802D8-2F0C-6744-F707-EF1919C71A8C}"/>
                  </a:ext>
                </a:extLst>
              </p14:cNvPr>
              <p14:cNvContentPartPr/>
              <p14:nvPr/>
            </p14:nvContentPartPr>
            <p14:xfrm>
              <a:off x="1135440" y="1833840"/>
              <a:ext cx="10184400" cy="4310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F802D8-2F0C-6744-F707-EF1919C71A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6080" y="1824480"/>
                <a:ext cx="10203120" cy="432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9366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82B7-B791-2957-DED7-00FCCB39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6C29-FE70-266A-017E-705A0A5E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8AF5-AED0-88CA-DA91-1C53FBC83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ketlik</a:t>
            </a:r>
            <a:endParaRPr lang="en-US" dirty="0"/>
          </a:p>
          <a:p>
            <a:pPr lvl="1"/>
            <a:r>
              <a:rPr lang="en-US" dirty="0"/>
              <a:t>Train</a:t>
            </a:r>
          </a:p>
          <a:p>
            <a:pPr lvl="1"/>
            <a:r>
              <a:rPr lang="en-US" dirty="0"/>
              <a:t>Predict</a:t>
            </a:r>
          </a:p>
          <a:p>
            <a:pPr lvl="1"/>
            <a:r>
              <a:rPr lang="en-US" dirty="0"/>
              <a:t>Metrics</a:t>
            </a:r>
          </a:p>
          <a:p>
            <a:pPr lvl="1"/>
            <a:r>
              <a:rPr lang="en-US" dirty="0" err="1"/>
              <a:t>Errorlarni</a:t>
            </a:r>
            <a:r>
              <a:rPr lang="en-US" dirty="0"/>
              <a:t> </a:t>
            </a:r>
            <a:r>
              <a:rPr lang="en-US" dirty="0" err="1"/>
              <a:t>xisoblash</a:t>
            </a:r>
            <a:endParaRPr lang="en-US" dirty="0"/>
          </a:p>
          <a:p>
            <a:pPr lvl="1"/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predictionlarni</a:t>
            </a:r>
            <a:r>
              <a:rPr lang="en-US" dirty="0"/>
              <a:t> </a:t>
            </a:r>
            <a:r>
              <a:rPr lang="en-US" dirty="0" err="1"/>
              <a:t>aniqlash</a:t>
            </a:r>
            <a:endParaRPr lang="en-US" dirty="0"/>
          </a:p>
          <a:p>
            <a:pPr lvl="1"/>
            <a:r>
              <a:rPr lang="en-US" dirty="0" err="1"/>
              <a:t>Patterni</a:t>
            </a:r>
            <a:r>
              <a:rPr lang="en-US" dirty="0"/>
              <a:t> </a:t>
            </a:r>
            <a:r>
              <a:rPr lang="en-US" dirty="0" err="1"/>
              <a:t>aniqlash</a:t>
            </a:r>
            <a:endParaRPr lang="en-US" dirty="0"/>
          </a:p>
          <a:p>
            <a:pPr lvl="1"/>
            <a:r>
              <a:rPr lang="en-US" dirty="0"/>
              <a:t>Visualize errors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250420-CD71-1919-A07B-F8407C6CB64E}"/>
                  </a:ext>
                </a:extLst>
              </p14:cNvPr>
              <p14:cNvContentPartPr/>
              <p14:nvPr/>
            </p14:nvContentPartPr>
            <p14:xfrm>
              <a:off x="161280" y="288720"/>
              <a:ext cx="12031920" cy="626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250420-CD71-1919-A07B-F8407C6CB6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920" y="279360"/>
                <a:ext cx="12050640" cy="62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437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91BB-C8C1-25B6-EC7E-BECF14F5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71C1-AE0E-4831-735D-1B1B5581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F73D-EFB3-F12C-D77F-BEDCF196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</a:t>
            </a:r>
            <a:r>
              <a:rPr lang="en-US" dirty="0" err="1"/>
              <a:t>analysisdan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quyidigilardan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/</a:t>
            </a:r>
            <a:r>
              <a:rPr lang="en-US" dirty="0" err="1"/>
              <a:t>xammasi</a:t>
            </a:r>
            <a:r>
              <a:rPr lang="en-US" dirty="0"/>
              <a:t> </a:t>
            </a:r>
            <a:r>
              <a:rPr lang="en-US" dirty="0" err="1"/>
              <a:t>qilinishi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Data Issues: Fix missing, mislabeled, or noisy data.</a:t>
            </a:r>
          </a:p>
          <a:p>
            <a:pPr lvl="1"/>
            <a:r>
              <a:rPr lang="en-US" dirty="0"/>
              <a:t>Feature Engineering: Add features that explain hardest samples.</a:t>
            </a:r>
          </a:p>
          <a:p>
            <a:pPr lvl="1"/>
            <a:r>
              <a:rPr lang="en-US" dirty="0"/>
              <a:t>Algorithm Tuning: Consider more complex models if underfitting.</a:t>
            </a:r>
          </a:p>
          <a:p>
            <a:pPr lvl="1"/>
            <a:r>
              <a:rPr lang="en-US" dirty="0"/>
              <a:t>Ensemble Models: Combine models to reduce variance.</a:t>
            </a:r>
          </a:p>
          <a:p>
            <a:pPr lvl="1"/>
            <a:r>
              <a:rPr lang="en-US" dirty="0"/>
              <a:t>Segmented Modeling: Train separate models for different subgroups.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342AB8-D3F0-0BBF-C1EB-EA1CBE3098E1}"/>
                  </a:ext>
                </a:extLst>
              </p14:cNvPr>
              <p14:cNvContentPartPr/>
              <p14:nvPr/>
            </p14:nvContentPartPr>
            <p14:xfrm>
              <a:off x="2473200" y="2097360"/>
              <a:ext cx="7197120" cy="344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342AB8-D3F0-0BBF-C1EB-EA1CBE3098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3840" y="2088000"/>
                <a:ext cx="7215840" cy="34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98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1E19-31F9-6E37-A9D8-ACB08181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710E-0316-B437-E7CC-ADB75BA4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1-oy </a:t>
            </a:r>
            <a:r>
              <a:rPr lang="en-US" b="1" dirty="0" err="1"/>
              <a:t>taxlili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9617413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ED17-A965-2FE8-3D90-4C849F17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1-oy </a:t>
            </a:r>
            <a:r>
              <a:rPr lang="en-US" b="1" dirty="0" err="1"/>
              <a:t>taxlili</a:t>
            </a:r>
            <a:r>
              <a:rPr lang="en-US" b="1" dirty="0"/>
              <a:t>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EAD9-8490-534D-AABB-DDEA9448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Folder/file </a:t>
            </a:r>
            <a:r>
              <a:rPr lang="en-US" dirty="0" err="1"/>
              <a:t>ochish</a:t>
            </a:r>
            <a:endParaRPr lang="en-US" dirty="0"/>
          </a:p>
          <a:p>
            <a:r>
              <a:rPr lang="en-US" dirty="0" err="1"/>
              <a:t>Projectga</a:t>
            </a:r>
            <a:r>
              <a:rPr lang="en-US" dirty="0"/>
              <a:t> </a:t>
            </a:r>
            <a:r>
              <a:rPr lang="en-US" dirty="0" err="1"/>
              <a:t>ulash</a:t>
            </a:r>
            <a:endParaRPr lang="en-US" dirty="0"/>
          </a:p>
          <a:p>
            <a:r>
              <a:rPr lang="en-US" dirty="0"/>
              <a:t>Standalone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ichki</a:t>
            </a:r>
            <a:endParaRPr lang="en-US" dirty="0"/>
          </a:p>
          <a:p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commandalar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7DACD3-E811-C622-0D3A-C071CE500E15}"/>
                  </a:ext>
                </a:extLst>
              </p14:cNvPr>
              <p14:cNvContentPartPr/>
              <p14:nvPr/>
            </p14:nvContentPartPr>
            <p14:xfrm>
              <a:off x="1182960" y="1541160"/>
              <a:ext cx="3494520" cy="305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7DACD3-E811-C622-0D3A-C071CE500E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3600" y="1531800"/>
                <a:ext cx="3513240" cy="30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8624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59771-1EF2-4F08-F7D9-548B818D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75D6-5B4C-6F92-31FA-1FE6A3B4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1-oy </a:t>
            </a:r>
            <a:r>
              <a:rPr lang="en-US" b="1" dirty="0" err="1"/>
              <a:t>taxlili</a:t>
            </a:r>
            <a:r>
              <a:rPr lang="en-US" b="1" dirty="0"/>
              <a:t>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98DB-0786-F426-BEE0-A4CEEDDC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</a:p>
          <a:p>
            <a:r>
              <a:rPr lang="en-US" dirty="0"/>
              <a:t>Data Extraction, merging, </a:t>
            </a:r>
            <a:r>
              <a:rPr lang="en-US" dirty="0" err="1"/>
              <a:t>concat</a:t>
            </a:r>
            <a:endParaRPr lang="en-US" dirty="0"/>
          </a:p>
          <a:p>
            <a:r>
              <a:rPr lang="en-US" dirty="0"/>
              <a:t>Virtual Environment</a:t>
            </a:r>
          </a:p>
          <a:p>
            <a:r>
              <a:rPr lang="en-US" dirty="0" err="1"/>
              <a:t>Classlar</a:t>
            </a:r>
            <a:r>
              <a:rPr lang="en-US" dirty="0"/>
              <a:t> bn </a:t>
            </a:r>
            <a:r>
              <a:rPr lang="en-US" dirty="0" err="1"/>
              <a:t>ishlash</a:t>
            </a:r>
            <a:endParaRPr lang="en-US" dirty="0"/>
          </a:p>
          <a:p>
            <a:pPr lvl="1"/>
            <a:r>
              <a:rPr lang="en-US" dirty="0" err="1"/>
              <a:t>Src+Notebook</a:t>
            </a:r>
            <a:endParaRPr lang="en-US" dirty="0"/>
          </a:p>
          <a:p>
            <a:pPr lvl="1"/>
            <a:r>
              <a:rPr lang="en-US" dirty="0" err="1"/>
              <a:t>Src+Scripts</a:t>
            </a:r>
            <a:endParaRPr lang="en-US" dirty="0"/>
          </a:p>
          <a:p>
            <a:r>
              <a:rPr lang="en-US" dirty="0"/>
              <a:t>Data Loading</a:t>
            </a:r>
          </a:p>
          <a:p>
            <a:r>
              <a:rPr lang="en-US" dirty="0"/>
              <a:t>Preprocessing</a:t>
            </a:r>
          </a:p>
          <a:p>
            <a:r>
              <a:rPr lang="en-US" dirty="0"/>
              <a:t>Model Training</a:t>
            </a:r>
          </a:p>
          <a:p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endParaRPr lang="en-US" dirty="0"/>
          </a:p>
          <a:p>
            <a:r>
              <a:rPr lang="en-US" dirty="0"/>
              <a:t>Error analysis</a:t>
            </a:r>
          </a:p>
          <a:p>
            <a:r>
              <a:rPr lang="en-US" dirty="0"/>
              <a:t>Pipeline</a:t>
            </a:r>
          </a:p>
          <a:p>
            <a:pPr lvl="1"/>
            <a:r>
              <a:rPr lang="en-US" dirty="0"/>
              <a:t>Custom(Manual)</a:t>
            </a:r>
          </a:p>
          <a:p>
            <a:pPr lvl="1"/>
            <a:r>
              <a:rPr lang="en-US" dirty="0"/>
              <a:t>Auto</a:t>
            </a:r>
          </a:p>
          <a:p>
            <a:r>
              <a:rPr lang="en-US" dirty="0"/>
              <a:t>Jami 4 ta Modular Model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0DC62C-5CD7-7A12-8CCB-BC5F3BAAD7E7}"/>
                  </a:ext>
                </a:extLst>
              </p14:cNvPr>
              <p14:cNvContentPartPr/>
              <p14:nvPr/>
            </p14:nvContentPartPr>
            <p14:xfrm>
              <a:off x="1041840" y="1585800"/>
              <a:ext cx="2964960" cy="4413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0DC62C-5CD7-7A12-8CCB-BC5F3BAAD7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2480" y="1576440"/>
                <a:ext cx="2983680" cy="44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9347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7C7B-9999-1791-AF4B-0BA32180E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06FC-CD81-85ED-AD92-EB569E28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142548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71A6-B1F1-7FDC-C8F8-9227787D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42567-0568-18BA-9283-8ED33A687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1-oy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r>
              <a:rPr lang="en-US" dirty="0"/>
              <a:t>(</a:t>
            </a:r>
            <a:r>
              <a:rPr lang="en-US" dirty="0" err="1"/>
              <a:t>examga</a:t>
            </a:r>
            <a:r>
              <a:rPr lang="en-US" dirty="0"/>
              <a:t> </a:t>
            </a:r>
            <a:r>
              <a:rPr lang="en-US" dirty="0" err="1"/>
              <a:t>tayyorgarlik</a:t>
            </a:r>
            <a:r>
              <a:rPr lang="en-US" dirty="0"/>
              <a:t>)</a:t>
            </a:r>
          </a:p>
          <a:p>
            <a:r>
              <a:rPr lang="en-US" dirty="0"/>
              <a:t>Project 4 ga error </a:t>
            </a:r>
            <a:r>
              <a:rPr lang="en-US" dirty="0" err="1"/>
              <a:t>analysisni</a:t>
            </a:r>
            <a:r>
              <a:rPr lang="en-US" dirty="0"/>
              <a:t> </a:t>
            </a:r>
            <a:r>
              <a:rPr lang="en-US" dirty="0" err="1"/>
              <a:t>qo’llang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51C1C1-F35B-AFEC-AE04-E9BDDBE1CC21}"/>
                  </a:ext>
                </a:extLst>
              </p14:cNvPr>
              <p14:cNvContentPartPr/>
              <p14:nvPr/>
            </p14:nvContentPartPr>
            <p14:xfrm>
              <a:off x="1118880" y="1684440"/>
              <a:ext cx="6717600" cy="1064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51C1C1-F35B-AFEC-AE04-E9BDDBE1CC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9520" y="1675080"/>
                <a:ext cx="6736320" cy="108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11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695</Words>
  <Application>Microsoft Office PowerPoint</Application>
  <PresentationFormat>Widescreen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Modular Programming(11-dars)</vt:lpstr>
      <vt:lpstr>Bugun</vt:lpstr>
      <vt:lpstr>Project 4 va savol javob</vt:lpstr>
      <vt:lpstr>Project 4</vt:lpstr>
      <vt:lpstr>Takrorlash</vt:lpstr>
      <vt:lpstr>Model Performance  Improvement</vt:lpstr>
      <vt:lpstr>Model Performance  Improvement </vt:lpstr>
      <vt:lpstr> Model Performance  Improvement:Data-Based Approaches  </vt:lpstr>
      <vt:lpstr> Model Performance  Improvement:Model-Based Approaches  </vt:lpstr>
      <vt:lpstr> Model Performance  Improvement:Training Optimization </vt:lpstr>
      <vt:lpstr> Model Performance  Improvement:Feature Represenation-Based Approaches </vt:lpstr>
      <vt:lpstr> Model Performance  Improvement: Evaluation &amp; Monitoring </vt:lpstr>
      <vt:lpstr>Error analysis</vt:lpstr>
      <vt:lpstr>Error analysis </vt:lpstr>
      <vt:lpstr>Error analysis </vt:lpstr>
      <vt:lpstr>Error analysis </vt:lpstr>
      <vt:lpstr>1-oy taxlili</vt:lpstr>
      <vt:lpstr>1-oy taxlili(1)</vt:lpstr>
      <vt:lpstr>1-oy taxlili(2)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4</cp:revision>
  <dcterms:created xsi:type="dcterms:W3CDTF">2025-10-07T06:58:59Z</dcterms:created>
  <dcterms:modified xsi:type="dcterms:W3CDTF">2025-10-14T12:43:39Z</dcterms:modified>
</cp:coreProperties>
</file>