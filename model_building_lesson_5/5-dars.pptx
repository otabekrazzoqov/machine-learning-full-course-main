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57" r:id="rId5"/>
    <p:sldId id="265" r:id="rId6"/>
    <p:sldId id="266" r:id="rId7"/>
    <p:sldId id="267" r:id="rId8"/>
    <p:sldId id="268" r:id="rId9"/>
    <p:sldId id="263" r:id="rId10"/>
    <p:sldId id="269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71703-1EA2-CD5B-CC4F-EB6B8A0BF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BEA55-4C69-76E7-8206-C5BC52F06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E36CF-7749-FEB5-E7F8-FCAF21EF5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D99E-03E7-464B-9CCE-6FA31F5F313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DCAC0-F7F3-8BF8-8D01-7A3C3E62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903D5-802E-FE41-C209-A8F1DC75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879E-F2C3-49F4-A508-FD474F10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5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26A8-9895-3E8A-EFE5-6AE81F890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144C6-D865-4AA1-0A2D-3AB3354EC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69804-3475-3356-EE3E-6120BA44E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D99E-03E7-464B-9CCE-6FA31F5F313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FFE3A-F0D2-6DE0-F7F6-560AC2E8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5EB50-AC92-2281-73D7-5294DE850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879E-F2C3-49F4-A508-FD474F10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7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D4683-E44C-EDB7-25E1-BC7D066D1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9697B-C1F7-FBBE-C225-20569EDF6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A83B2-E1F7-89DE-8065-1B09FB88B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D99E-03E7-464B-9CCE-6FA31F5F313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2E59D-9AF9-A622-6BFF-9EB5A0B3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C4E43-8DF3-633B-04E5-DE290812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879E-F2C3-49F4-A508-FD474F10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2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D493F-FF9F-2A8E-FDC0-11F3982C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27780-1C33-E539-14BE-5AFCC7B03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D9092-DCA1-CFF6-6EB5-E468C5C35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1317E-7FF6-8173-1963-684587A00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D99E-03E7-464B-9CCE-6FA31F5F313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36B2D-3035-E3B9-F754-0D8C674B0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A970E-3CA9-78FA-7804-CED6CDF30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879E-F2C3-49F4-A508-FD474F10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96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C47A-99A8-8D5E-DFCB-EB33F72C8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D5865-49D2-5949-3486-8D0EDF514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64ED4-E344-A524-D72C-952278DEE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DD945C-BA03-E1B4-72C1-D172E7092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1B962-DE93-687C-A2E8-62B284755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B85821-B7BE-2013-9A67-EF924810F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D99E-03E7-464B-9CCE-6FA31F5F313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AF4042-E1C2-0DF7-1A6E-881B87A0A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0BB046-F48A-BCC5-ED05-B243E72C9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879E-F2C3-49F4-A508-FD474F10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52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6B2B-DC07-61AA-2BE9-6A8CFE6E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84B334-38CD-AB6A-72CA-37B05CD61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D99E-03E7-464B-9CCE-6FA31F5F313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F1125-233B-820C-4335-80081E7B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F06DA-4AC7-3D9F-E1BE-5346E180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879E-F2C3-49F4-A508-FD474F10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36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33FA0C-B54C-61D9-46C4-4BC163B1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D99E-03E7-464B-9CCE-6FA31F5F313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60063-F113-6187-28E1-E8960817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2BC3D-7533-379E-1A76-506FE29A8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879E-F2C3-49F4-A508-FD474F10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57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3BC-F3D4-5E6E-9966-F10D2513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82DE5-3CE4-8665-1C50-390120FFE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4AA8B-5A29-D3C6-3DA4-BD3127D8A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6055C-3448-05EB-8111-827824660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D99E-03E7-464B-9CCE-6FA31F5F313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F0036-C32E-589A-FCCF-A1B4B172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131E1-BC20-8C5C-7C19-4624C29B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879E-F2C3-49F4-A508-FD474F10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4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EDFEE-75B3-9907-8C36-40ADD6B92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79CFB-F0E8-74F1-81BA-E14F6305E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FDFA9-F942-3989-4E5C-346C9867C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9E71B-2661-0755-0662-B3D576E44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D99E-03E7-464B-9CCE-6FA31F5F313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1DF4A-49E9-BE4E-D057-1144136BE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FE7A0-6E74-4FAE-CC1D-A2043309C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879E-F2C3-49F4-A508-FD474F10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23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B8371-9175-892D-5D11-1399E052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4DEA7-8631-969C-FD28-B6D1616DB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2C409-993B-DD8D-9D4F-27362642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D99E-03E7-464B-9CCE-6FA31F5F313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F6FC0-58A1-5A12-5EF5-855F09E0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FC206-77CE-0A0A-529D-9738143C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879E-F2C3-49F4-A508-FD474F10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39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42C0C-DF5D-DE9C-3645-F99DB9B59B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84BB6F-5032-DB60-D82E-8EF21ECDA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A0092-C498-7C21-5782-610B7E7CC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D99E-03E7-464B-9CCE-6FA31F5F313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E6D63-EBB1-8656-A7CC-138D4F63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A78F2-29EE-0038-B5BC-E841E9A8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879E-F2C3-49F4-A508-FD474F10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2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869BF-5C83-CB63-9D5E-EFD001C5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40FFB-03E2-055F-5259-C9DFFAB5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A0DF6-E907-5705-8575-973E090B6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9D99E-03E7-464B-9CCE-6FA31F5F313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9ACA5-E787-6E2D-B536-FA0FC1E4C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CBA9C-E80C-EDC0-4738-8C77A12B9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F879E-F2C3-49F4-A508-FD474F10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3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ensemble.RandomForestClassifier.html" TargetMode="External"/><Relationship Id="rId2" Type="http://schemas.openxmlformats.org/officeDocument/2006/relationships/hyperlink" Target="https://scikit-learn.org/stable/modules/tree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modules/generated/sklearn.ensemble.AdaBoostClassifier.html" TargetMode="External"/><Relationship Id="rId4" Type="http://schemas.openxmlformats.org/officeDocument/2006/relationships/hyperlink" Target="https://scikit-learn.org/stable/modules/generated/sklearn.ensemble.GradientBoostingClassifier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5CD82-DB75-6EA1-AFFF-ABFBB8FC8B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5-dars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85F4F-A66A-42BE-6540-54CFB2CCC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8460"/>
            <a:ext cx="9144000" cy="559340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823533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E825D-2131-D71F-7624-1C735B45C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1E8D1-D1DA-A35B-DA01-ABA001192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/>
              <a:t>Tree-Based Algorithms</a:t>
            </a:r>
          </a:p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xaqida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275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F42E-31C8-C615-CCE7-CB504BBC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1AEF-D709-F1CC-2114-A44457C6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972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3743-D813-F831-C502-544D2F2B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FCA50-2265-E4AB-83AE-7E7DA576B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Project </a:t>
            </a:r>
            <a:r>
              <a:rPr lang="en-US" dirty="0" err="1"/>
              <a:t>o’qish</a:t>
            </a:r>
            <a:r>
              <a:rPr lang="en-US" dirty="0"/>
              <a:t> </a:t>
            </a:r>
            <a:r>
              <a:rPr lang="en-US" dirty="0" err="1"/>
              <a:t>mashqi</a:t>
            </a:r>
            <a:endParaRPr lang="en-US" dirty="0"/>
          </a:p>
          <a:p>
            <a:r>
              <a:rPr lang="en-US" dirty="0"/>
              <a:t>Project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884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2E7E-EDD9-BE03-0467-D5E75C05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7891-0E55-598F-3E33-CBB2C96B9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/>
              <a:t>Tree-Based Algorithms</a:t>
            </a:r>
          </a:p>
        </p:txBody>
      </p:sp>
    </p:spTree>
    <p:extLst>
      <p:ext uri="{BB962C8B-B14F-4D97-AF65-F5344CB8AC3E}">
        <p14:creationId xmlns:p14="http://schemas.microsoft.com/office/powerpoint/2010/main" val="3659993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4FD1A-D247-A090-054F-12BFEE35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Tree-Based Algorithms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A0968-652D-3079-E152-93A77011C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8152"/>
            <a:ext cx="10515600" cy="4351338"/>
          </a:xfrm>
        </p:spPr>
        <p:txBody>
          <a:bodyPr/>
          <a:lstStyle/>
          <a:p>
            <a:r>
              <a:rPr lang="en-US" dirty="0" err="1"/>
              <a:t>Conditionga</a:t>
            </a:r>
            <a:r>
              <a:rPr lang="en-US" dirty="0"/>
              <a:t> </a:t>
            </a:r>
            <a:r>
              <a:rPr lang="en-US" dirty="0" err="1"/>
              <a:t>ko’ra</a:t>
            </a:r>
            <a:r>
              <a:rPr lang="en-US" dirty="0"/>
              <a:t> </a:t>
            </a:r>
            <a:r>
              <a:rPr lang="en-US" dirty="0" err="1"/>
              <a:t>datasetni</a:t>
            </a:r>
            <a:r>
              <a:rPr lang="en-US" dirty="0"/>
              <a:t> </a:t>
            </a:r>
            <a:r>
              <a:rPr lang="en-US" dirty="0" err="1"/>
              <a:t>kichik</a:t>
            </a:r>
            <a:r>
              <a:rPr lang="en-US" dirty="0"/>
              <a:t> </a:t>
            </a:r>
            <a:r>
              <a:rPr lang="en-US" dirty="0" err="1"/>
              <a:t>qismlarga</a:t>
            </a:r>
            <a:r>
              <a:rPr lang="en-US" dirty="0"/>
              <a:t> </a:t>
            </a:r>
            <a:r>
              <a:rPr lang="en-US" dirty="0" err="1"/>
              <a:t>ajratadi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shunga </a:t>
            </a:r>
            <a:r>
              <a:rPr lang="en-US" dirty="0" err="1"/>
              <a:t>ko’ra</a:t>
            </a:r>
            <a:r>
              <a:rPr lang="en-US" dirty="0"/>
              <a:t> predict </a:t>
            </a:r>
            <a:r>
              <a:rPr lang="en-US" dirty="0" err="1"/>
              <a:t>qiladigan</a:t>
            </a:r>
            <a:r>
              <a:rPr lang="en-US" dirty="0"/>
              <a:t> Algorithm </a:t>
            </a:r>
            <a:r>
              <a:rPr lang="en-US" dirty="0" err="1"/>
              <a:t>oilalaridan</a:t>
            </a:r>
            <a:r>
              <a:rPr lang="en-US" dirty="0"/>
              <a:t> </a:t>
            </a:r>
            <a:r>
              <a:rPr lang="en-US" dirty="0" err="1"/>
              <a:t>biri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 descr="Decision Tree Classifier Python Code Example">
            <a:extLst>
              <a:ext uri="{FF2B5EF4-FFF2-40B4-BE49-F238E27FC236}">
                <a16:creationId xmlns:a16="http://schemas.microsoft.com/office/drawing/2014/main" id="{E8E051DD-333F-FF22-71D0-84FB5E51E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7" y="2890939"/>
            <a:ext cx="2790825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ecision Tree Regressor, Explained: A Visual Guide with Code Examples |  Towards Data Science">
            <a:extLst>
              <a:ext uri="{FF2B5EF4-FFF2-40B4-BE49-F238E27FC236}">
                <a16:creationId xmlns:a16="http://schemas.microsoft.com/office/drawing/2014/main" id="{31D9DCFA-5632-011B-DDB2-7FB23D0EC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200" y="2829026"/>
            <a:ext cx="26003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6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5A8C-7CCC-0F19-E7F4-5077E7D72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1FF1-A99E-181D-1147-ECEDAD20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Tree-Based Algorithms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8249F-953C-FEB8-E7F2-48FD3BD97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815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Tree Based algorithm</a:t>
            </a:r>
          </a:p>
          <a:p>
            <a:pPr lvl="1"/>
            <a:r>
              <a:rPr lang="en-US" dirty="0"/>
              <a:t>Decision Tree</a:t>
            </a:r>
          </a:p>
          <a:p>
            <a:pPr lvl="2"/>
            <a:r>
              <a:rPr lang="en-US" dirty="0">
                <a:hlinkClick r:id="rId2"/>
              </a:rPr>
              <a:t>https://scikit-learn.org/stable/modules/tree.html</a:t>
            </a:r>
            <a:endParaRPr lang="en-US" dirty="0"/>
          </a:p>
          <a:p>
            <a:pPr lvl="1"/>
            <a:r>
              <a:rPr lang="en-US" dirty="0"/>
              <a:t>Random Forest</a:t>
            </a:r>
          </a:p>
          <a:p>
            <a:pPr lvl="2"/>
            <a:r>
              <a:rPr lang="en-US" dirty="0">
                <a:hlinkClick r:id="rId3"/>
              </a:rPr>
              <a:t>https://scikit-learn.org/stable/modules/generated/sklearn.ensemble.RandomForestClassifier.html</a:t>
            </a:r>
            <a:endParaRPr lang="en-US" dirty="0"/>
          </a:p>
          <a:p>
            <a:pPr lvl="1"/>
            <a:r>
              <a:rPr lang="en-US" dirty="0"/>
              <a:t>Gradient Boosting Machine</a:t>
            </a:r>
          </a:p>
          <a:p>
            <a:pPr lvl="2"/>
            <a:r>
              <a:rPr lang="en-US" dirty="0">
                <a:hlinkClick r:id="rId4"/>
              </a:rPr>
              <a:t>https://scikit-learn.org/stable/modules/generated/sklearn.ensemble.GradientBoostingClassifier.html</a:t>
            </a:r>
            <a:endParaRPr lang="en-US" dirty="0"/>
          </a:p>
          <a:p>
            <a:pPr lvl="1"/>
            <a:r>
              <a:rPr lang="en-US" dirty="0"/>
              <a:t>AdaBoost</a:t>
            </a:r>
          </a:p>
          <a:p>
            <a:pPr lvl="2"/>
            <a:r>
              <a:rPr lang="en-US" dirty="0">
                <a:hlinkClick r:id="rId5"/>
              </a:rPr>
              <a:t>https://scikit-learn.org/stable/modules/generated/sklearn.ensemble.AdaBoostClassifier.html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34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0018-D4E0-96EC-330A-CE810ADEC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ACFF-FA83-D68D-54C9-61250321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Tree-Based Algorithms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89C2B-B092-CC19-D079-4F58B1E99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8152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b="1" dirty="0"/>
              <a:t>Linear </a:t>
            </a:r>
            <a:r>
              <a:rPr lang="en-US" b="1" dirty="0" err="1"/>
              <a:t>Modellardan</a:t>
            </a:r>
            <a:r>
              <a:rPr lang="en-US" b="1" dirty="0"/>
              <a:t> </a:t>
            </a:r>
            <a:r>
              <a:rPr lang="en-US" b="1" dirty="0" err="1"/>
              <a:t>farqi</a:t>
            </a:r>
            <a:endParaRPr lang="en-US" b="1" dirty="0"/>
          </a:p>
          <a:p>
            <a:r>
              <a:rPr lang="en-US" dirty="0"/>
              <a:t>Non-Linear</a:t>
            </a:r>
          </a:p>
          <a:p>
            <a:r>
              <a:rPr lang="en-US" dirty="0"/>
              <a:t>Non-linear </a:t>
            </a:r>
            <a:r>
              <a:rPr lang="en-US" dirty="0" err="1"/>
              <a:t>xolatlarda</a:t>
            </a:r>
            <a:r>
              <a:rPr lang="en-US" dirty="0"/>
              <a:t> </a:t>
            </a:r>
            <a:r>
              <a:rPr lang="en-US" dirty="0" err="1"/>
              <a:t>yuqori</a:t>
            </a:r>
            <a:r>
              <a:rPr lang="en-US" dirty="0"/>
              <a:t> </a:t>
            </a:r>
            <a:r>
              <a:rPr lang="en-US" dirty="0" err="1"/>
              <a:t>natija</a:t>
            </a:r>
            <a:r>
              <a:rPr lang="en-US" dirty="0"/>
              <a:t> </a:t>
            </a:r>
            <a:r>
              <a:rPr lang="en-US" dirty="0" err="1"/>
              <a:t>beradi</a:t>
            </a:r>
            <a:endParaRPr lang="en-US" dirty="0"/>
          </a:p>
          <a:p>
            <a:r>
              <a:rPr lang="en-US" dirty="0"/>
              <a:t>Scaling </a:t>
            </a:r>
            <a:r>
              <a:rPr lang="en-US" dirty="0" err="1"/>
              <a:t>kerak</a:t>
            </a:r>
            <a:r>
              <a:rPr lang="en-US" dirty="0"/>
              <a:t> </a:t>
            </a:r>
            <a:r>
              <a:rPr lang="en-US" dirty="0" err="1"/>
              <a:t>emas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12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6DC12-116C-C7E3-B878-2274B676E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64507-10F2-E8C4-0C9F-287DC032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/>
              <a:t>Tree-Based </a:t>
            </a:r>
            <a:r>
              <a:rPr lang="en-US" b="1" dirty="0" err="1"/>
              <a:t>modellar</a:t>
            </a:r>
            <a:r>
              <a:rPr lang="en-US" b="1" dirty="0"/>
              <a:t>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60460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9EC2F-EE9C-8572-F180-DED658D94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5B3C9-69D7-4309-EE47-638AEB94F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4781"/>
          </a:xfrm>
        </p:spPr>
        <p:txBody>
          <a:bodyPr/>
          <a:lstStyle/>
          <a:p>
            <a:pPr algn="ctr"/>
            <a:r>
              <a:rPr lang="en-US" b="1" dirty="0" err="1"/>
              <a:t>Imtixon</a:t>
            </a:r>
            <a:r>
              <a:rPr lang="en-US" b="1" dirty="0"/>
              <a:t> </a:t>
            </a:r>
            <a:r>
              <a:rPr lang="en-US" b="1" dirty="0" err="1"/>
              <a:t>xaqida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17597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989D-B1D9-8A7C-E2B1-4DC11810F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xaqida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4857A-E432-27E8-FD17-73D0844A4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Kimlar</a:t>
            </a:r>
            <a:r>
              <a:rPr lang="en-US" dirty="0"/>
              <a:t> </a:t>
            </a:r>
            <a:r>
              <a:rPr lang="en-US" dirty="0" err="1"/>
              <a:t>qatnasha</a:t>
            </a:r>
            <a:r>
              <a:rPr lang="en-US" dirty="0"/>
              <a:t> </a:t>
            </a:r>
            <a:r>
              <a:rPr lang="en-US" dirty="0" err="1"/>
              <a:t>oladi</a:t>
            </a:r>
            <a:endParaRPr lang="en-US" dirty="0"/>
          </a:p>
          <a:p>
            <a:pPr lvl="1"/>
            <a:r>
              <a:rPr lang="en-US" dirty="0"/>
              <a:t>Barcha 5 ta </a:t>
            </a:r>
            <a:r>
              <a:rPr lang="en-US" dirty="0" err="1"/>
              <a:t>vazifani</a:t>
            </a:r>
            <a:r>
              <a:rPr lang="en-US" dirty="0"/>
              <a:t> </a:t>
            </a:r>
            <a:r>
              <a:rPr lang="en-US" dirty="0" err="1"/>
              <a:t>to’liq</a:t>
            </a:r>
            <a:r>
              <a:rPr lang="en-US" dirty="0"/>
              <a:t> </a:t>
            </a:r>
            <a:r>
              <a:rPr lang="en-US" dirty="0" err="1"/>
              <a:t>bajarganlar</a:t>
            </a:r>
            <a:endParaRPr lang="en-US" dirty="0"/>
          </a:p>
          <a:p>
            <a:r>
              <a:rPr lang="en-US" dirty="0" err="1"/>
              <a:t>Nimalardan</a:t>
            </a:r>
            <a:r>
              <a:rPr lang="en-US" dirty="0"/>
              <a:t> </a:t>
            </a:r>
            <a:r>
              <a:rPr lang="en-US" dirty="0" err="1"/>
              <a:t>tushadi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Og’zaki</a:t>
            </a:r>
            <a:r>
              <a:rPr lang="en-US" dirty="0"/>
              <a:t>(2 </a:t>
            </a:r>
            <a:r>
              <a:rPr lang="en-US" dirty="0" err="1"/>
              <a:t>minut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Python problem solving(4 </a:t>
            </a:r>
            <a:r>
              <a:rPr lang="en-US" dirty="0" err="1"/>
              <a:t>minut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ML Coding(5 </a:t>
            </a:r>
            <a:r>
              <a:rPr lang="en-US" dirty="0" err="1"/>
              <a:t>minut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24D8B-6F82-33FD-CF1E-C171314C0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595" y="365125"/>
            <a:ext cx="4324350" cy="2085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255337-58B2-4418-7DDB-31AD40782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130" y="2838551"/>
            <a:ext cx="52578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18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174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5-dars</vt:lpstr>
      <vt:lpstr>Bugun</vt:lpstr>
      <vt:lpstr>Takrorlash</vt:lpstr>
      <vt:lpstr>Bugun</vt:lpstr>
      <vt:lpstr>Tree-Based Algorithms</vt:lpstr>
      <vt:lpstr>Tree-Based Algorithms </vt:lpstr>
      <vt:lpstr>Tree-Based Algorithms </vt:lpstr>
      <vt:lpstr>Tree-Based Algorithms </vt:lpstr>
      <vt:lpstr>Tree-Based modellar amaliy</vt:lpstr>
      <vt:lpstr>Imtixon xaqida</vt:lpstr>
      <vt:lpstr>Imtixon xaqida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2025-07-26T07:57:12Z</dcterms:created>
  <dcterms:modified xsi:type="dcterms:W3CDTF">2025-07-26T08:25:12Z</dcterms:modified>
</cp:coreProperties>
</file>