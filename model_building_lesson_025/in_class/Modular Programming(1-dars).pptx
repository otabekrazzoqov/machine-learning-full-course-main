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ronbek Malikov" userId="8ee0eb9faaf3663e" providerId="LiveId" clId="{E168BBCB-B3F2-46CC-B5CA-AAD8B95135CA}"/>
    <pc:docChg chg="undo custSel modSld">
      <pc:chgData name="Davronbek Malikov" userId="8ee0eb9faaf3663e" providerId="LiveId" clId="{E168BBCB-B3F2-46CC-B5CA-AAD8B95135CA}" dt="2025-09-20T09:42:59.225" v="674" actId="478"/>
      <pc:docMkLst>
        <pc:docMk/>
      </pc:docMkLst>
      <pc:sldChg chg="addSp">
        <pc:chgData name="Davronbek Malikov" userId="8ee0eb9faaf3663e" providerId="LiveId" clId="{E168BBCB-B3F2-46CC-B5CA-AAD8B95135CA}" dt="2025-09-18T11:23:19.022" v="641"/>
        <pc:sldMkLst>
          <pc:docMk/>
          <pc:sldMk cId="937374186" sldId="256"/>
        </pc:sldMkLst>
        <pc:inkChg chg="add">
          <ac:chgData name="Davronbek Malikov" userId="8ee0eb9faaf3663e" providerId="LiveId" clId="{E168BBCB-B3F2-46CC-B5CA-AAD8B95135CA}" dt="2025-09-18T11:23:19.022" v="641"/>
          <ac:inkMkLst>
            <pc:docMk/>
            <pc:sldMk cId="937374186" sldId="256"/>
            <ac:inkMk id="4" creationId="{A5E9D4F9-A595-D1BD-6D89-ECD34364FC8B}"/>
          </ac:inkMkLst>
        </pc:inkChg>
      </pc:sldChg>
      <pc:sldChg chg="addSp">
        <pc:chgData name="Davronbek Malikov" userId="8ee0eb9faaf3663e" providerId="LiveId" clId="{E168BBCB-B3F2-46CC-B5CA-AAD8B95135CA}" dt="2025-09-18T13:28:45.828" v="673"/>
        <pc:sldMkLst>
          <pc:docMk/>
          <pc:sldMk cId="161380723" sldId="257"/>
        </pc:sldMkLst>
        <pc:inkChg chg="add">
          <ac:chgData name="Davronbek Malikov" userId="8ee0eb9faaf3663e" providerId="LiveId" clId="{E168BBCB-B3F2-46CC-B5CA-AAD8B95135CA}" dt="2025-09-18T11:23:19.022" v="641"/>
          <ac:inkMkLst>
            <pc:docMk/>
            <pc:sldMk cId="161380723" sldId="257"/>
            <ac:inkMk id="4" creationId="{473E226A-9D32-CEB5-AC0B-B94D2E8D3A47}"/>
          </ac:inkMkLst>
        </pc:inkChg>
        <pc:inkChg chg="add">
          <ac:chgData name="Davronbek Malikov" userId="8ee0eb9faaf3663e" providerId="LiveId" clId="{E168BBCB-B3F2-46CC-B5CA-AAD8B95135CA}" dt="2025-09-18T13:28:45.828" v="673"/>
          <ac:inkMkLst>
            <pc:docMk/>
            <pc:sldMk cId="161380723" sldId="257"/>
            <ac:inkMk id="5" creationId="{1F528BC4-24FD-1DA0-3406-494865C78236}"/>
          </ac:inkMkLst>
        </pc:inkChg>
      </pc:sldChg>
      <pc:sldChg chg="addSp modSp mod">
        <pc:chgData name="Davronbek Malikov" userId="8ee0eb9faaf3663e" providerId="LiveId" clId="{E168BBCB-B3F2-46CC-B5CA-AAD8B95135CA}" dt="2025-09-18T11:23:19.022" v="641"/>
        <pc:sldMkLst>
          <pc:docMk/>
          <pc:sldMk cId="1610891988" sldId="259"/>
        </pc:sldMkLst>
        <pc:spChg chg="mod">
          <ac:chgData name="Davronbek Malikov" userId="8ee0eb9faaf3663e" providerId="LiveId" clId="{E168BBCB-B3F2-46CC-B5CA-AAD8B95135CA}" dt="2025-09-15T06:15:45.632" v="18" actId="20577"/>
          <ac:spMkLst>
            <pc:docMk/>
            <pc:sldMk cId="1610891988" sldId="259"/>
            <ac:spMk id="2" creationId="{386961B6-99F1-2B0B-3B05-3FA0F40830E6}"/>
          </ac:spMkLst>
        </pc:spChg>
        <pc:spChg chg="mod">
          <ac:chgData name="Davronbek Malikov" userId="8ee0eb9faaf3663e" providerId="LiveId" clId="{E168BBCB-B3F2-46CC-B5CA-AAD8B95135CA}" dt="2025-09-18T10:26:49.479" v="609" actId="20577"/>
          <ac:spMkLst>
            <pc:docMk/>
            <pc:sldMk cId="1610891988" sldId="259"/>
            <ac:spMk id="3" creationId="{F5063175-A00B-DAD7-6675-59BDC073A6F4}"/>
          </ac:spMkLst>
        </pc:spChg>
        <pc:inkChg chg="add">
          <ac:chgData name="Davronbek Malikov" userId="8ee0eb9faaf3663e" providerId="LiveId" clId="{E168BBCB-B3F2-46CC-B5CA-AAD8B95135CA}" dt="2025-09-18T11:23:19.022" v="641"/>
          <ac:inkMkLst>
            <pc:docMk/>
            <pc:sldMk cId="1610891988" sldId="259"/>
            <ac:inkMk id="4" creationId="{BFB5CCDB-2A6C-EF18-2F5D-EEBFE8CE0AD0}"/>
          </ac:inkMkLst>
        </pc:inkChg>
      </pc:sldChg>
      <pc:sldChg chg="addSp modSp mod">
        <pc:chgData name="Davronbek Malikov" userId="8ee0eb9faaf3663e" providerId="LiveId" clId="{E168BBCB-B3F2-46CC-B5CA-AAD8B95135CA}" dt="2025-09-18T11:23:19.022" v="641"/>
        <pc:sldMkLst>
          <pc:docMk/>
          <pc:sldMk cId="2949339275" sldId="261"/>
        </pc:sldMkLst>
        <pc:spChg chg="mod">
          <ac:chgData name="Davronbek Malikov" userId="8ee0eb9faaf3663e" providerId="LiveId" clId="{E168BBCB-B3F2-46CC-B5CA-AAD8B95135CA}" dt="2025-09-18T02:52:06.856" v="519" actId="20577"/>
          <ac:spMkLst>
            <pc:docMk/>
            <pc:sldMk cId="2949339275" sldId="261"/>
            <ac:spMk id="3" creationId="{85A03A2A-1819-D4AA-F473-3868025B7B96}"/>
          </ac:spMkLst>
        </pc:spChg>
        <pc:inkChg chg="add">
          <ac:chgData name="Davronbek Malikov" userId="8ee0eb9faaf3663e" providerId="LiveId" clId="{E168BBCB-B3F2-46CC-B5CA-AAD8B95135CA}" dt="2025-09-18T11:23:19.022" v="641"/>
          <ac:inkMkLst>
            <pc:docMk/>
            <pc:sldMk cId="2949339275" sldId="261"/>
            <ac:inkMk id="4" creationId="{B0C6386F-83A3-C1A0-F068-2DF4EEBD7FF2}"/>
          </ac:inkMkLst>
        </pc:inkChg>
      </pc:sldChg>
      <pc:sldChg chg="addSp modSp mod">
        <pc:chgData name="Davronbek Malikov" userId="8ee0eb9faaf3663e" providerId="LiveId" clId="{E168BBCB-B3F2-46CC-B5CA-AAD8B95135CA}" dt="2025-09-18T12:08:58.755" v="659"/>
        <pc:sldMkLst>
          <pc:docMk/>
          <pc:sldMk cId="2826485447" sldId="263"/>
        </pc:sldMkLst>
        <pc:grpChg chg="mod">
          <ac:chgData name="Davronbek Malikov" userId="8ee0eb9faaf3663e" providerId="LiveId" clId="{E168BBCB-B3F2-46CC-B5CA-AAD8B95135CA}" dt="2025-09-18T11:31:33.217" v="657"/>
          <ac:grpSpMkLst>
            <pc:docMk/>
            <pc:sldMk cId="2826485447" sldId="263"/>
            <ac:grpSpMk id="19" creationId="{3527C072-FD3E-005D-C57A-7DD45C11470F}"/>
          </ac:grpSpMkLst>
        </pc:grpChg>
        <pc:inkChg chg="add mod">
          <ac:chgData name="Davronbek Malikov" userId="8ee0eb9faaf3663e" providerId="LiveId" clId="{E168BBCB-B3F2-46CC-B5CA-AAD8B95135CA}" dt="2025-09-18T11:31:33.217" v="657"/>
          <ac:inkMkLst>
            <pc:docMk/>
            <pc:sldMk cId="2826485447" sldId="263"/>
            <ac:inkMk id="4" creationId="{E41183C6-79D5-046D-FF71-79A4C9E8419A}"/>
          </ac:inkMkLst>
        </pc:inkChg>
        <pc:inkChg chg="add">
          <ac:chgData name="Davronbek Malikov" userId="8ee0eb9faaf3663e" providerId="LiveId" clId="{E168BBCB-B3F2-46CC-B5CA-AAD8B95135CA}" dt="2025-09-18T11:31:29.439" v="643" actId="9405"/>
          <ac:inkMkLst>
            <pc:docMk/>
            <pc:sldMk cId="2826485447" sldId="263"/>
            <ac:inkMk id="5" creationId="{42363837-240A-2741-BDC0-18CABB6C5B75}"/>
          </ac:inkMkLst>
        </pc:inkChg>
        <pc:inkChg chg="add mod">
          <ac:chgData name="Davronbek Malikov" userId="8ee0eb9faaf3663e" providerId="LiveId" clId="{E168BBCB-B3F2-46CC-B5CA-AAD8B95135CA}" dt="2025-09-18T11:31:33.217" v="657"/>
          <ac:inkMkLst>
            <pc:docMk/>
            <pc:sldMk cId="2826485447" sldId="263"/>
            <ac:inkMk id="6" creationId="{0448B545-E5F9-DE5C-700E-E980E10D025A}"/>
          </ac:inkMkLst>
        </pc:inkChg>
        <pc:inkChg chg="add mod">
          <ac:chgData name="Davronbek Malikov" userId="8ee0eb9faaf3663e" providerId="LiveId" clId="{E168BBCB-B3F2-46CC-B5CA-AAD8B95135CA}" dt="2025-09-18T11:31:33.217" v="657"/>
          <ac:inkMkLst>
            <pc:docMk/>
            <pc:sldMk cId="2826485447" sldId="263"/>
            <ac:inkMk id="7" creationId="{31A5645F-296E-83B0-9833-C17DD33C2067}"/>
          </ac:inkMkLst>
        </pc:inkChg>
        <pc:inkChg chg="add mod">
          <ac:chgData name="Davronbek Malikov" userId="8ee0eb9faaf3663e" providerId="LiveId" clId="{E168BBCB-B3F2-46CC-B5CA-AAD8B95135CA}" dt="2025-09-18T11:31:33.217" v="657"/>
          <ac:inkMkLst>
            <pc:docMk/>
            <pc:sldMk cId="2826485447" sldId="263"/>
            <ac:inkMk id="8" creationId="{E3A645DC-DF9F-708C-00AE-08D5BD2B262A}"/>
          </ac:inkMkLst>
        </pc:inkChg>
        <pc:inkChg chg="add">
          <ac:chgData name="Davronbek Malikov" userId="8ee0eb9faaf3663e" providerId="LiveId" clId="{E168BBCB-B3F2-46CC-B5CA-AAD8B95135CA}" dt="2025-09-18T11:31:30.144" v="647" actId="9405"/>
          <ac:inkMkLst>
            <pc:docMk/>
            <pc:sldMk cId="2826485447" sldId="263"/>
            <ac:inkMk id="9" creationId="{969CB2E4-4987-37CC-4C67-1F8AC35CDF72}"/>
          </ac:inkMkLst>
        </pc:inkChg>
        <pc:inkChg chg="add mod">
          <ac:chgData name="Davronbek Malikov" userId="8ee0eb9faaf3663e" providerId="LiveId" clId="{E168BBCB-B3F2-46CC-B5CA-AAD8B95135CA}" dt="2025-09-18T11:31:33.217" v="657"/>
          <ac:inkMkLst>
            <pc:docMk/>
            <pc:sldMk cId="2826485447" sldId="263"/>
            <ac:inkMk id="10" creationId="{83790374-349E-B65F-0A66-457CBB8D26F6}"/>
          </ac:inkMkLst>
        </pc:inkChg>
        <pc:inkChg chg="add">
          <ac:chgData name="Davronbek Malikov" userId="8ee0eb9faaf3663e" providerId="LiveId" clId="{E168BBCB-B3F2-46CC-B5CA-AAD8B95135CA}" dt="2025-09-18T11:31:30.501" v="649" actId="9405"/>
          <ac:inkMkLst>
            <pc:docMk/>
            <pc:sldMk cId="2826485447" sldId="263"/>
            <ac:inkMk id="11" creationId="{3BE46865-1FD3-620A-412E-65CF2FE7FD86}"/>
          </ac:inkMkLst>
        </pc:inkChg>
        <pc:inkChg chg="add mod">
          <ac:chgData name="Davronbek Malikov" userId="8ee0eb9faaf3663e" providerId="LiveId" clId="{E168BBCB-B3F2-46CC-B5CA-AAD8B95135CA}" dt="2025-09-18T11:31:33.217" v="657"/>
          <ac:inkMkLst>
            <pc:docMk/>
            <pc:sldMk cId="2826485447" sldId="263"/>
            <ac:inkMk id="12" creationId="{16E4ADDA-ADA4-7E58-67C9-848D9496BEDA}"/>
          </ac:inkMkLst>
        </pc:inkChg>
        <pc:inkChg chg="add mod">
          <ac:chgData name="Davronbek Malikov" userId="8ee0eb9faaf3663e" providerId="LiveId" clId="{E168BBCB-B3F2-46CC-B5CA-AAD8B95135CA}" dt="2025-09-18T11:31:33.217" v="657"/>
          <ac:inkMkLst>
            <pc:docMk/>
            <pc:sldMk cId="2826485447" sldId="263"/>
            <ac:inkMk id="13" creationId="{02888435-5018-FBA2-162D-5A03555159E1}"/>
          </ac:inkMkLst>
        </pc:inkChg>
        <pc:inkChg chg="add mod">
          <ac:chgData name="Davronbek Malikov" userId="8ee0eb9faaf3663e" providerId="LiveId" clId="{E168BBCB-B3F2-46CC-B5CA-AAD8B95135CA}" dt="2025-09-18T11:31:33.217" v="657"/>
          <ac:inkMkLst>
            <pc:docMk/>
            <pc:sldMk cId="2826485447" sldId="263"/>
            <ac:inkMk id="14" creationId="{523D838F-7CAE-43EA-06B0-C0AEAB5E4664}"/>
          </ac:inkMkLst>
        </pc:inkChg>
        <pc:inkChg chg="add">
          <ac:chgData name="Davronbek Malikov" userId="8ee0eb9faaf3663e" providerId="LiveId" clId="{E168BBCB-B3F2-46CC-B5CA-AAD8B95135CA}" dt="2025-09-18T11:31:31.720" v="653" actId="9405"/>
          <ac:inkMkLst>
            <pc:docMk/>
            <pc:sldMk cId="2826485447" sldId="263"/>
            <ac:inkMk id="15" creationId="{0E480C52-0135-C1D7-AE06-C1766B2F7003}"/>
          </ac:inkMkLst>
        </pc:inkChg>
        <pc:inkChg chg="add">
          <ac:chgData name="Davronbek Malikov" userId="8ee0eb9faaf3663e" providerId="LiveId" clId="{E168BBCB-B3F2-46CC-B5CA-AAD8B95135CA}" dt="2025-09-18T11:31:31.859" v="654" actId="9405"/>
          <ac:inkMkLst>
            <pc:docMk/>
            <pc:sldMk cId="2826485447" sldId="263"/>
            <ac:inkMk id="16" creationId="{563366FC-630D-8E6E-27CC-A982E30FD0DA}"/>
          </ac:inkMkLst>
        </pc:inkChg>
        <pc:inkChg chg="add mod">
          <ac:chgData name="Davronbek Malikov" userId="8ee0eb9faaf3663e" providerId="LiveId" clId="{E168BBCB-B3F2-46CC-B5CA-AAD8B95135CA}" dt="2025-09-18T11:31:33.217" v="657"/>
          <ac:inkMkLst>
            <pc:docMk/>
            <pc:sldMk cId="2826485447" sldId="263"/>
            <ac:inkMk id="17" creationId="{B1C0B152-3468-211A-F91D-F0736DB23924}"/>
          </ac:inkMkLst>
        </pc:inkChg>
        <pc:inkChg chg="add">
          <ac:chgData name="Davronbek Malikov" userId="8ee0eb9faaf3663e" providerId="LiveId" clId="{E168BBCB-B3F2-46CC-B5CA-AAD8B95135CA}" dt="2025-09-18T11:31:32.222" v="656" actId="9405"/>
          <ac:inkMkLst>
            <pc:docMk/>
            <pc:sldMk cId="2826485447" sldId="263"/>
            <ac:inkMk id="18" creationId="{25620B02-00F5-576B-4473-3FCBFE5A17C8}"/>
          </ac:inkMkLst>
        </pc:inkChg>
        <pc:inkChg chg="add">
          <ac:chgData name="Davronbek Malikov" userId="8ee0eb9faaf3663e" providerId="LiveId" clId="{E168BBCB-B3F2-46CC-B5CA-AAD8B95135CA}" dt="2025-09-18T11:31:35.977" v="658" actId="9405"/>
          <ac:inkMkLst>
            <pc:docMk/>
            <pc:sldMk cId="2826485447" sldId="263"/>
            <ac:inkMk id="20" creationId="{4B9D56CE-A0F1-F63F-5961-85EDC78B69AB}"/>
          </ac:inkMkLst>
        </pc:inkChg>
        <pc:inkChg chg="add">
          <ac:chgData name="Davronbek Malikov" userId="8ee0eb9faaf3663e" providerId="LiveId" clId="{E168BBCB-B3F2-46CC-B5CA-AAD8B95135CA}" dt="2025-09-18T12:08:58.755" v="659"/>
          <ac:inkMkLst>
            <pc:docMk/>
            <pc:sldMk cId="2826485447" sldId="263"/>
            <ac:inkMk id="21" creationId="{2CF2938C-9548-F904-BD6C-CFDEF115DBF2}"/>
          </ac:inkMkLst>
        </pc:inkChg>
      </pc:sldChg>
      <pc:sldChg chg="addSp modSp mod">
        <pc:chgData name="Davronbek Malikov" userId="8ee0eb9faaf3663e" providerId="LiveId" clId="{E168BBCB-B3F2-46CC-B5CA-AAD8B95135CA}" dt="2025-09-18T12:08:58.755" v="659"/>
        <pc:sldMkLst>
          <pc:docMk/>
          <pc:sldMk cId="1255511360" sldId="264"/>
        </pc:sldMkLst>
        <pc:spChg chg="mod">
          <ac:chgData name="Davronbek Malikov" userId="8ee0eb9faaf3663e" providerId="LiveId" clId="{E168BBCB-B3F2-46CC-B5CA-AAD8B95135CA}" dt="2025-09-15T06:20:32.628" v="179" actId="20577"/>
          <ac:spMkLst>
            <pc:docMk/>
            <pc:sldMk cId="1255511360" sldId="264"/>
            <ac:spMk id="3" creationId="{67E714A5-7A6D-0875-5BB7-A5B6B0191F20}"/>
          </ac:spMkLst>
        </pc:spChg>
        <pc:inkChg chg="add">
          <ac:chgData name="Davronbek Malikov" userId="8ee0eb9faaf3663e" providerId="LiveId" clId="{E168BBCB-B3F2-46CC-B5CA-AAD8B95135CA}" dt="2025-09-18T12:08:58.755" v="659"/>
          <ac:inkMkLst>
            <pc:docMk/>
            <pc:sldMk cId="1255511360" sldId="264"/>
            <ac:inkMk id="4" creationId="{031CE11B-CCE4-021F-1BF2-EA376031D91A}"/>
          </ac:inkMkLst>
        </pc:inkChg>
      </pc:sldChg>
      <pc:sldChg chg="addSp modSp mod">
        <pc:chgData name="Davronbek Malikov" userId="8ee0eb9faaf3663e" providerId="LiveId" clId="{E168BBCB-B3F2-46CC-B5CA-AAD8B95135CA}" dt="2025-09-18T12:08:58.755" v="659"/>
        <pc:sldMkLst>
          <pc:docMk/>
          <pc:sldMk cId="3779968671" sldId="266"/>
        </pc:sldMkLst>
        <pc:spChg chg="mod">
          <ac:chgData name="Davronbek Malikov" userId="8ee0eb9faaf3663e" providerId="LiveId" clId="{E168BBCB-B3F2-46CC-B5CA-AAD8B95135CA}" dt="2025-09-15T06:23:59.071" v="245" actId="20577"/>
          <ac:spMkLst>
            <pc:docMk/>
            <pc:sldMk cId="3779968671" sldId="266"/>
            <ac:spMk id="3" creationId="{4C192AD3-4AAB-FBD4-100B-6F982F8FA319}"/>
          </ac:spMkLst>
        </pc:spChg>
        <pc:inkChg chg="add">
          <ac:chgData name="Davronbek Malikov" userId="8ee0eb9faaf3663e" providerId="LiveId" clId="{E168BBCB-B3F2-46CC-B5CA-AAD8B95135CA}" dt="2025-09-18T12:08:58.755" v="659"/>
          <ac:inkMkLst>
            <pc:docMk/>
            <pc:sldMk cId="3779968671" sldId="266"/>
            <ac:inkMk id="4" creationId="{B4B4FA1A-0E68-6572-DE5A-A21AC81D4F60}"/>
          </ac:inkMkLst>
        </pc:inkChg>
      </pc:sldChg>
      <pc:sldChg chg="addSp">
        <pc:chgData name="Davronbek Malikov" userId="8ee0eb9faaf3663e" providerId="LiveId" clId="{E168BBCB-B3F2-46CC-B5CA-AAD8B95135CA}" dt="2025-09-18T12:08:58.755" v="659"/>
        <pc:sldMkLst>
          <pc:docMk/>
          <pc:sldMk cId="1844859261" sldId="267"/>
        </pc:sldMkLst>
        <pc:inkChg chg="add">
          <ac:chgData name="Davronbek Malikov" userId="8ee0eb9faaf3663e" providerId="LiveId" clId="{E168BBCB-B3F2-46CC-B5CA-AAD8B95135CA}" dt="2025-09-18T12:08:58.755" v="659"/>
          <ac:inkMkLst>
            <pc:docMk/>
            <pc:sldMk cId="1844859261" sldId="267"/>
            <ac:inkMk id="4" creationId="{F4E250A6-E8FB-08B7-0412-97D116E7EE05}"/>
          </ac:inkMkLst>
        </pc:inkChg>
      </pc:sldChg>
      <pc:sldChg chg="addSp">
        <pc:chgData name="Davronbek Malikov" userId="8ee0eb9faaf3663e" providerId="LiveId" clId="{E168BBCB-B3F2-46CC-B5CA-AAD8B95135CA}" dt="2025-09-18T12:08:58.755" v="659"/>
        <pc:sldMkLst>
          <pc:docMk/>
          <pc:sldMk cId="676083423" sldId="268"/>
        </pc:sldMkLst>
        <pc:inkChg chg="add">
          <ac:chgData name="Davronbek Malikov" userId="8ee0eb9faaf3663e" providerId="LiveId" clId="{E168BBCB-B3F2-46CC-B5CA-AAD8B95135CA}" dt="2025-09-18T12:08:58.755" v="659"/>
          <ac:inkMkLst>
            <pc:docMk/>
            <pc:sldMk cId="676083423" sldId="268"/>
            <ac:inkMk id="4" creationId="{D4661919-0241-4871-352B-94F086A84892}"/>
          </ac:inkMkLst>
        </pc:inkChg>
      </pc:sldChg>
      <pc:sldChg chg="addSp modSp mod">
        <pc:chgData name="Davronbek Malikov" userId="8ee0eb9faaf3663e" providerId="LiveId" clId="{E168BBCB-B3F2-46CC-B5CA-AAD8B95135CA}" dt="2025-09-18T12:30:41.893" v="671"/>
        <pc:sldMkLst>
          <pc:docMk/>
          <pc:sldMk cId="1802247961" sldId="269"/>
        </pc:sldMkLst>
        <pc:spChg chg="mod">
          <ac:chgData name="Davronbek Malikov" userId="8ee0eb9faaf3663e" providerId="LiveId" clId="{E168BBCB-B3F2-46CC-B5CA-AAD8B95135CA}" dt="2025-09-15T06:27:06.721" v="258" actId="20577"/>
          <ac:spMkLst>
            <pc:docMk/>
            <pc:sldMk cId="1802247961" sldId="269"/>
            <ac:spMk id="3" creationId="{08431EC2-ADAE-D8C9-5C11-4487699C4BF7}"/>
          </ac:spMkLst>
        </pc:spChg>
        <pc:inkChg chg="add">
          <ac:chgData name="Davronbek Malikov" userId="8ee0eb9faaf3663e" providerId="LiveId" clId="{E168BBCB-B3F2-46CC-B5CA-AAD8B95135CA}" dt="2025-09-18T12:08:58.755" v="659"/>
          <ac:inkMkLst>
            <pc:docMk/>
            <pc:sldMk cId="1802247961" sldId="269"/>
            <ac:inkMk id="4" creationId="{E038E359-5948-DEB7-AC4E-D659021B392C}"/>
          </ac:inkMkLst>
        </pc:inkChg>
        <pc:inkChg chg="add">
          <ac:chgData name="Davronbek Malikov" userId="8ee0eb9faaf3663e" providerId="LiveId" clId="{E168BBCB-B3F2-46CC-B5CA-AAD8B95135CA}" dt="2025-09-18T12:30:41.893" v="671"/>
          <ac:inkMkLst>
            <pc:docMk/>
            <pc:sldMk cId="1802247961" sldId="269"/>
            <ac:inkMk id="5" creationId="{709A3B5F-12A5-83BA-4F36-18581C892787}"/>
          </ac:inkMkLst>
        </pc:inkChg>
      </pc:sldChg>
      <pc:sldChg chg="addSp">
        <pc:chgData name="Davronbek Malikov" userId="8ee0eb9faaf3663e" providerId="LiveId" clId="{E168BBCB-B3F2-46CC-B5CA-AAD8B95135CA}" dt="2025-09-18T12:08:58.755" v="659"/>
        <pc:sldMkLst>
          <pc:docMk/>
          <pc:sldMk cId="2259515907" sldId="270"/>
        </pc:sldMkLst>
        <pc:inkChg chg="add">
          <ac:chgData name="Davronbek Malikov" userId="8ee0eb9faaf3663e" providerId="LiveId" clId="{E168BBCB-B3F2-46CC-B5CA-AAD8B95135CA}" dt="2025-09-18T12:08:58.755" v="659"/>
          <ac:inkMkLst>
            <pc:docMk/>
            <pc:sldMk cId="2259515907" sldId="270"/>
            <ac:inkMk id="4" creationId="{4B7D3B3A-EABC-C24C-DB9B-22DE8302779F}"/>
          </ac:inkMkLst>
        </pc:inkChg>
      </pc:sldChg>
      <pc:sldChg chg="addSp">
        <pc:chgData name="Davronbek Malikov" userId="8ee0eb9faaf3663e" providerId="LiveId" clId="{E168BBCB-B3F2-46CC-B5CA-AAD8B95135CA}" dt="2025-09-18T12:08:58.755" v="659"/>
        <pc:sldMkLst>
          <pc:docMk/>
          <pc:sldMk cId="4145470230" sldId="271"/>
        </pc:sldMkLst>
        <pc:inkChg chg="add">
          <ac:chgData name="Davronbek Malikov" userId="8ee0eb9faaf3663e" providerId="LiveId" clId="{E168BBCB-B3F2-46CC-B5CA-AAD8B95135CA}" dt="2025-09-18T12:08:58.755" v="659"/>
          <ac:inkMkLst>
            <pc:docMk/>
            <pc:sldMk cId="4145470230" sldId="271"/>
            <ac:inkMk id="4" creationId="{A0C45903-38C6-EAE8-6B3D-961746FE15D4}"/>
          </ac:inkMkLst>
        </pc:inkChg>
      </pc:sldChg>
      <pc:sldChg chg="addSp delSp modSp mod">
        <pc:chgData name="Davronbek Malikov" userId="8ee0eb9faaf3663e" providerId="LiveId" clId="{E168BBCB-B3F2-46CC-B5CA-AAD8B95135CA}" dt="2025-09-18T12:17:27.493" v="670"/>
        <pc:sldMkLst>
          <pc:docMk/>
          <pc:sldMk cId="2760328947" sldId="272"/>
        </pc:sldMkLst>
        <pc:spChg chg="mod">
          <ac:chgData name="Davronbek Malikov" userId="8ee0eb9faaf3663e" providerId="LiveId" clId="{E168BBCB-B3F2-46CC-B5CA-AAD8B95135CA}" dt="2025-09-18T12:09:03.921" v="669" actId="20577"/>
          <ac:spMkLst>
            <pc:docMk/>
            <pc:sldMk cId="2760328947" sldId="272"/>
            <ac:spMk id="3" creationId="{09373C58-634C-855E-9AC3-3F466F71E549}"/>
          </ac:spMkLst>
        </pc:spChg>
        <pc:inkChg chg="add">
          <ac:chgData name="Davronbek Malikov" userId="8ee0eb9faaf3663e" providerId="LiveId" clId="{E168BBCB-B3F2-46CC-B5CA-AAD8B95135CA}" dt="2025-09-18T12:17:27.493" v="670"/>
          <ac:inkMkLst>
            <pc:docMk/>
            <pc:sldMk cId="2760328947" sldId="272"/>
            <ac:inkMk id="5" creationId="{B54BCF82-F5A9-66E7-9EC7-DC42FA90B363}"/>
          </ac:inkMkLst>
        </pc:inkChg>
      </pc:sldChg>
      <pc:sldChg chg="addSp modSp mod">
        <pc:chgData name="Davronbek Malikov" userId="8ee0eb9faaf3663e" providerId="LiveId" clId="{E168BBCB-B3F2-46CC-B5CA-AAD8B95135CA}" dt="2025-09-18T12:17:27.493" v="670"/>
        <pc:sldMkLst>
          <pc:docMk/>
          <pc:sldMk cId="1926935831" sldId="273"/>
        </pc:sldMkLst>
        <pc:spChg chg="mod">
          <ac:chgData name="Davronbek Malikov" userId="8ee0eb9faaf3663e" providerId="LiveId" clId="{E168BBCB-B3F2-46CC-B5CA-AAD8B95135CA}" dt="2025-09-15T06:27:29.437" v="259" actId="20577"/>
          <ac:spMkLst>
            <pc:docMk/>
            <pc:sldMk cId="1926935831" sldId="273"/>
            <ac:spMk id="3" creationId="{CCDA69E9-4C40-7B56-A528-E3263ACE2B18}"/>
          </ac:spMkLst>
        </pc:spChg>
        <pc:inkChg chg="add">
          <ac:chgData name="Davronbek Malikov" userId="8ee0eb9faaf3663e" providerId="LiveId" clId="{E168BBCB-B3F2-46CC-B5CA-AAD8B95135CA}" dt="2025-09-18T12:17:27.493" v="670"/>
          <ac:inkMkLst>
            <pc:docMk/>
            <pc:sldMk cId="1926935831" sldId="273"/>
            <ac:inkMk id="4" creationId="{A98DCCDB-AE21-17FD-0FD5-79C9B32DBF3D}"/>
          </ac:inkMkLst>
        </pc:inkChg>
      </pc:sldChg>
      <pc:sldChg chg="addSp">
        <pc:chgData name="Davronbek Malikov" userId="8ee0eb9faaf3663e" providerId="LiveId" clId="{E168BBCB-B3F2-46CC-B5CA-AAD8B95135CA}" dt="2025-09-18T12:17:27.493" v="670"/>
        <pc:sldMkLst>
          <pc:docMk/>
          <pc:sldMk cId="4252885451" sldId="274"/>
        </pc:sldMkLst>
        <pc:inkChg chg="add">
          <ac:chgData name="Davronbek Malikov" userId="8ee0eb9faaf3663e" providerId="LiveId" clId="{E168BBCB-B3F2-46CC-B5CA-AAD8B95135CA}" dt="2025-09-18T12:17:27.493" v="670"/>
          <ac:inkMkLst>
            <pc:docMk/>
            <pc:sldMk cId="4252885451" sldId="274"/>
            <ac:inkMk id="3" creationId="{79A0B453-7B89-6BAB-525B-711003EEC775}"/>
          </ac:inkMkLst>
        </pc:inkChg>
      </pc:sldChg>
      <pc:sldChg chg="addSp modSp mod">
        <pc:chgData name="Davronbek Malikov" userId="8ee0eb9faaf3663e" providerId="LiveId" clId="{E168BBCB-B3F2-46CC-B5CA-AAD8B95135CA}" dt="2025-09-18T12:30:41.893" v="671"/>
        <pc:sldMkLst>
          <pc:docMk/>
          <pc:sldMk cId="3698069209" sldId="275"/>
        </pc:sldMkLst>
        <pc:spChg chg="mod">
          <ac:chgData name="Davronbek Malikov" userId="8ee0eb9faaf3663e" providerId="LiveId" clId="{E168BBCB-B3F2-46CC-B5CA-AAD8B95135CA}" dt="2025-09-18T03:04:05.453" v="578" actId="20577"/>
          <ac:spMkLst>
            <pc:docMk/>
            <pc:sldMk cId="3698069209" sldId="275"/>
            <ac:spMk id="3" creationId="{18E0E4C6-54B0-A6FA-753F-782F60D3865F}"/>
          </ac:spMkLst>
        </pc:spChg>
        <pc:inkChg chg="add">
          <ac:chgData name="Davronbek Malikov" userId="8ee0eb9faaf3663e" providerId="LiveId" clId="{E168BBCB-B3F2-46CC-B5CA-AAD8B95135CA}" dt="2025-09-18T12:17:27.493" v="670"/>
          <ac:inkMkLst>
            <pc:docMk/>
            <pc:sldMk cId="3698069209" sldId="275"/>
            <ac:inkMk id="4" creationId="{107896E8-EB76-96B1-600D-FCD7D3E08310}"/>
          </ac:inkMkLst>
        </pc:inkChg>
        <pc:inkChg chg="add">
          <ac:chgData name="Davronbek Malikov" userId="8ee0eb9faaf3663e" providerId="LiveId" clId="{E168BBCB-B3F2-46CC-B5CA-AAD8B95135CA}" dt="2025-09-18T12:30:41.893" v="671"/>
          <ac:inkMkLst>
            <pc:docMk/>
            <pc:sldMk cId="3698069209" sldId="275"/>
            <ac:inkMk id="5" creationId="{E48435F2-23D6-B7FA-B47D-2BD80E495F31}"/>
          </ac:inkMkLst>
        </pc:inkChg>
      </pc:sldChg>
      <pc:sldChg chg="addSp">
        <pc:chgData name="Davronbek Malikov" userId="8ee0eb9faaf3663e" providerId="LiveId" clId="{E168BBCB-B3F2-46CC-B5CA-AAD8B95135CA}" dt="2025-09-18T12:30:41.893" v="671"/>
        <pc:sldMkLst>
          <pc:docMk/>
          <pc:sldMk cId="467938629" sldId="277"/>
        </pc:sldMkLst>
        <pc:inkChg chg="add">
          <ac:chgData name="Davronbek Malikov" userId="8ee0eb9faaf3663e" providerId="LiveId" clId="{E168BBCB-B3F2-46CC-B5CA-AAD8B95135CA}" dt="2025-09-18T12:17:27.493" v="670"/>
          <ac:inkMkLst>
            <pc:docMk/>
            <pc:sldMk cId="467938629" sldId="277"/>
            <ac:inkMk id="4" creationId="{A4E3BB36-72B3-A2BB-4EE5-9540933450E3}"/>
          </ac:inkMkLst>
        </pc:inkChg>
        <pc:inkChg chg="add">
          <ac:chgData name="Davronbek Malikov" userId="8ee0eb9faaf3663e" providerId="LiveId" clId="{E168BBCB-B3F2-46CC-B5CA-AAD8B95135CA}" dt="2025-09-18T12:30:41.893" v="671"/>
          <ac:inkMkLst>
            <pc:docMk/>
            <pc:sldMk cId="467938629" sldId="277"/>
            <ac:inkMk id="5" creationId="{5A1AFBBD-8EB4-E16F-8E18-3B7B29CB4DA2}"/>
          </ac:inkMkLst>
        </pc:inkChg>
      </pc:sldChg>
      <pc:sldChg chg="addSp modSp mod">
        <pc:chgData name="Davronbek Malikov" userId="8ee0eb9faaf3663e" providerId="LiveId" clId="{E168BBCB-B3F2-46CC-B5CA-AAD8B95135CA}" dt="2025-09-18T12:50:34.290" v="672"/>
        <pc:sldMkLst>
          <pc:docMk/>
          <pc:sldMk cId="398704199" sldId="280"/>
        </pc:sldMkLst>
        <pc:spChg chg="mod">
          <ac:chgData name="Davronbek Malikov" userId="8ee0eb9faaf3663e" providerId="LiveId" clId="{E168BBCB-B3F2-46CC-B5CA-AAD8B95135CA}" dt="2025-09-15T06:28:52.050" v="289" actId="20577"/>
          <ac:spMkLst>
            <pc:docMk/>
            <pc:sldMk cId="398704199" sldId="280"/>
            <ac:spMk id="3" creationId="{C7C3BBB2-2247-55FB-B4DC-4152FB4A6205}"/>
          </ac:spMkLst>
        </pc:spChg>
        <pc:inkChg chg="add">
          <ac:chgData name="Davronbek Malikov" userId="8ee0eb9faaf3663e" providerId="LiveId" clId="{E168BBCB-B3F2-46CC-B5CA-AAD8B95135CA}" dt="2025-09-18T12:50:34.290" v="672"/>
          <ac:inkMkLst>
            <pc:docMk/>
            <pc:sldMk cId="398704199" sldId="280"/>
            <ac:inkMk id="4" creationId="{1150EFD9-F194-A416-3E81-C373603AAA53}"/>
          </ac:inkMkLst>
        </pc:inkChg>
      </pc:sldChg>
      <pc:sldChg chg="addSp delSp modSp mod">
        <pc:chgData name="Davronbek Malikov" userId="8ee0eb9faaf3663e" providerId="LiveId" clId="{E168BBCB-B3F2-46CC-B5CA-AAD8B95135CA}" dt="2025-09-20T09:42:59.225" v="674" actId="478"/>
        <pc:sldMkLst>
          <pc:docMk/>
          <pc:sldMk cId="2674239464" sldId="282"/>
        </pc:sldMkLst>
        <pc:spChg chg="mod">
          <ac:chgData name="Davronbek Malikov" userId="8ee0eb9faaf3663e" providerId="LiveId" clId="{E168BBCB-B3F2-46CC-B5CA-AAD8B95135CA}" dt="2025-09-18T10:43:35.192" v="640" actId="20577"/>
          <ac:spMkLst>
            <pc:docMk/>
            <pc:sldMk cId="2674239464" sldId="282"/>
            <ac:spMk id="3" creationId="{074A7958-D38E-2E13-8C50-1678D5AEB69C}"/>
          </ac:spMkLst>
        </pc:spChg>
        <pc:inkChg chg="add del">
          <ac:chgData name="Davronbek Malikov" userId="8ee0eb9faaf3663e" providerId="LiveId" clId="{E168BBCB-B3F2-46CC-B5CA-AAD8B95135CA}" dt="2025-09-20T09:42:59.225" v="674" actId="478"/>
          <ac:inkMkLst>
            <pc:docMk/>
            <pc:sldMk cId="2674239464" sldId="282"/>
            <ac:inkMk id="4" creationId="{BDB260F6-5910-C05D-139F-004E28DD326A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1:04:33.6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19433 15978 104 0,'0'-3'82'16,"-1"-1"-6"-16,1-1-6 0,0 0 0 0,-1 0-1 0,0 0-3 0,0 1-2 15,0 0-9-15,0 0-7 0,0 2-11 0,1 0-3 0,-1 1-4 16,1 1-6-16,-1 0-10 0,1 0-6 0,0 1-6 0,-1-1-2 0,1 2 3 15,0 0-7-15,0 1-2 0,0 2-1 0,1 1-2 0,-1 2 5 16,2 0-6-16,2 3 4 0,1 3-4 0,0 2 0 0,1 2 5 0,2 1-2 16,0 4 0-16,2-1-1 0,0 2-2 0,-1 1-4 0,1-1 4 15,1 2-5-15,-1-2-2 0,0 3-3 0,0 0-6 0,-1-2-1 0,1 2-5 16,-1-2 1-16,0 0 8 0,0-2 5 0,-1-3 9 0,0-1 4 0,-2-1 5 16,0-1 3-16,-1-2 4 0,0-1 9 0,-1-1 3 0,0-3 8 0,-2 1 5 15,0-1-2-15,0 0 2 0,-1 0-5 0,0-1-7 0,0-2-4 16,-1 0-10-16,1-1 0 0,-2 0-3 0,1 0-3 0,0-1-8 0,-1-1-14 15,0 1-13-15,0-1-18 0,0 1-18 0,-1 0-18 0,1 0-11 16,-1 1-7-16,1 0 11 0,0 1-63 0</inkml:trace>
  <inkml:trace contextRef="#ctx0" brushRef="#br0" timeOffset="867.99">19765 16395 314 0,'-1'-1'107'0,"2"1"-13"0,0-1-8 16,0-1-5-16,0 1-19 0,0 0-14 0,0-1-9 0,0 1-7 0,0-1-1 15,1 0-3-15,0 1-2 0,1-1 1 0,0 0 0 0,1 0-7 16,0-1-2-16,2 0-5 0,1 0-3 0,1-1 5 0,1 1-3 0,2-2 0 16,2 0 0-16,0 0-5 0,3-2 7 0,2 1-5 0,2-1-1 0,1 0-1 15,2-1-4-15,0 0 3 0,3 0 0 0,2-1-5 0,0 1-1 16,2 2 1-16,-1 0 2 0,2 0 2 0,1 0-1 0,1-1-2 0,0 1 0 15,0 0 6-15,2 0 3 0,0-1-5 0,2 1 4 0,-1 0-3 0,0-1 2 16,1 0 13-16,-1 0-1 0,2 0 3 0,0-1 0 0,0 0 3 16,1 0 2-16,1 1 2 0,0-2-3 0,3-1-4 0,0-1-4 0,2 1 5 15,2 1 0-15,0 0-5 0,2 1-3 0,1-1-3 0,1-1-2 0,1-1-1 16,3 0 1-16,0 1-6 0,2 0 2 0,1 2-3 0,1-1-1 16,1 1-11-16,2 0 0 0,-1 1 2 0,1 0 0 0,1 0 5 0,0 1 2 15,0-1 2-15,1 1 3 0,0 2-4 0,-2-2 6 0,0 1-4 16,1 0-5-16,-1 0 6 0,0 0-8 0,0 1 7 0,-1-1 9 0,1 1 1 15,0 1 6-15,2-2 1 0,-2 1-1 0,1-2 3 0,2 2-8 0,0 0-7 16,2-1-1-16,0 3-5 0,1-1 3 0,2 0 0 0,1 1-12 16,-1-1 6-16,1 1-4 0,2 1 2 0,0 0 7 0,1 1-12 0,2 1 11 15,1-1-5-15,2 2 2 0,0 0 6 0,-1 1-8 0,3-1-1 16,0 0 1-16,-1 0 0 0,0 0 5 0,-2-1-4 0,0 1-4 0,0-2-2 16,-1 1 5-16,2 0 6 0,-2 0-5 0,0 0 0 0,-1-1-2 0,-2 1 6 15,0-1 10-15,1 1 6 0,-1-2 5 0,-1 0 6 0,-1 0-2 16,-4 0-1-16,3 0 1 0,-2 0-3 0,0 0-6 0,1-1-1 0,0 1-5 15,-2 0 4-15,0-1 8 0,-1 1-1 0,-1-1-2 0,2 0 0 0,0 0-5 16,-1 0 0-16,2 0-8 0,-2 0-10 0,0 1 4 0,0 0 5 16,2-1-1-16,1 0 1 0,1 0-9 0,1-1-2 0,0 1 2 0,1 1 2 15,1-1-5-15,-1-1-3 0,1 2 3 0,0-1-8 0,-2 1 8 0,0-1 0 16,-2 1-2-16,-1-1 2 0,-2 0-6 0,-3 0 1 0,-2 0 4 16,-2-1 0-16,-1 0-1 0,-3 1-2 0,-3-1 2 0,-2 1-2 0,-3 0 9 15,-2 0-14-15,-2 1 9 0,-1 0-10 0,-1 0-9 0,-3 1 8 0,-2-1-26 16,0 0 4-16,-3 0-24 0,-2 0-15 0,-1 1-16 0,-1-1-25 15,-2 1-17-15,2 0-20 0,-3 0-28 0,1-1-27 0,-1 0-25 0,-3-1-6 16,3-2 27-16,5-1-88 0</inkml:trace>
  <inkml:trace contextRef="#ctx0" brushRef="#br0" timeOffset="1167">29424 15282 1125 0,'0'0'176'0,"-1"0"-44"0,1 0-76 0,-1 1-42 0,0-1-12 16,1 0-2-16,-1 1 1 0,1 0-4 0,0 1-2 0,0-1-5 16,0 1-5-16,0 1-1 0,1 0-3 0,-1 3-8 0,2 1-1 0,-1 2 1 15,0 2 4-15,2 1 5 0,-1 2 1 0,1 1 8 0,1 1 2 0,1 2 3 16,0 0 2-16,1 2 3 0,1 2 0 0,0-1 3 0,1 2-1 15,1 0-6-15,-1-1 4 0,2 2-4 0,0 0 2 0,0 3-6 0,0-1 2 16,1 1 3-16,-1 3-3 0,2-1 4 0,0 0-8 0,1 0 2 0,-1 0-4 16,-1-1-9-16,1 1-17 0,0-1-24 0,1 1-23 0,0-3-9 15,-1 2-5-15,1-1 1 0,0-2 2 0,0 1-7 0,-1-1-2 0,-2 0-12 16,1-1 1-16,1-1-77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1:08:46.4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12699 6151 405 0,'0'-1'54'0,"1"1"-39"15,1 0-18-15,3 2-2 0,0 1 1 0,1 0 0 0,1 2 1 0,0 2-4 16,1 1 0-16,-1 0-4 0,0 2-3 0,0-1-1 0,-1 2-1 16,1 0 0-16,-1 0 3 0,2-1 5 0,0 0 3 0,2-2 3 0,-1 1 1 15,2 0-2-15,0-1 3 0,-1-1 0 0,3 2 0 0,0-2 1 0,1 0 1 16,0 0-1-16,1-1 0 0,1 0 1 0,0-2-1 0,1 1 3 16,2-2-1-16,2 1 1 0,0 1 3 0,1-2 0 0,1 1 1 0,0-1 4 15,1 0 1-15,0-1 3 0,3-1 3 0,-1 1 2 0,1-1 0 0,2 1 1 16,0 1-2-16,2 0-3 0,0 0-3 0,1 0-3 0,2 0-4 15,0 1-2-15,0 0-2 0,-1 0 0 0,1 0 0 0,0-1-1 0,2 0 0 16,0-2 0-16,4 0-3 0,-1-1 2 0,3 0 0 0,1 0-1 0,1-2 3 16,0-1-3-16,0-1 1 0,4 0 1 0,-1-2-2 0,2 1 2 15,-1-1-2-15,0-1-2 0,0 1 2 0,0-1 0 0,0-1 0 0,1 2 6 16,-2 0-3-16,2 0 1 0,-2 1 3 0,-2-1-3 0,0 0 3 16,2 1 0-16,-2 0-3 0,1 0 5 0,-1-1 1 0,-1 1-3 0,0 0 3 15,0-1-3-15,1 1 1 0,-2-2 2 0,0 1-2 0,0-1 1 0,2 0-3 16,-2-1 0-16,1 0-2 0,2-2 0 0,-1-1 0 0,0 0 0 15,0-1-2-15,-2 1 1 0,-1-1 0 0,-1-1 1 0,2 0 0 0,-3-1 3 16,-1 1-1-16,0-2 5 0,-4-1 3 0,2 0 1 0,-2 0 3 0,-2-4 1 16,0 0 2-16,-4 1 5 0,2-2 3 0,-2 2 6 0,-1 1 3 15,-3-1 2-15,-2-1 0 0,-3 1-5 0,-4-2-1 0,0-1-6 0,-1 1 0 16,-2-1 2-16,-2 0-8 0,-2 1 3 0,-1-2 2 0,-1 1 1 0,-1-1 2 16,-1 0-2-16,-1-1-12 0,-1-1-2 0,-2 1-4 0,0 0-3 15,-2-2 2-15,-1 1-4 0,0-1 5 0,-2-1-4 0,-2-1-5 0,-1-1 2 16,-3 0 1-16,-1-3 2 0,-2 3 5 0,-2-1-5 0,-3 1 5 15,1-1-3-15,-5 0 3 0,-1-1-5 0,-4 1-2 0,-5 0 2 0,-3 1-3 16,-4-2 2-16,-2 3 1 0,-4-3-10 0,-2 3 5 0,-5 0-1 0,-3 2-2 16,-3 0 8-16,-1 0 2 0,-2 3 3 0,-3-2 7 0,0 1 2 15,1-1 1-15,0 0 2 0,2 1 1 0,2 1-9 0,-1 2 0 0,2 0-9 16,0 0-6-16,0 0 0 0,0-1-3 0,-2 1 2 0,0 2-3 16,-3 0 6-16,0-1-4 0,-1 2-2 0,-3 0 8 0,0 1-2 0,-5 1 1 15,-2 2 1-15,-3 0-2 0,-2 2-5 0,-1 1-1 0,-6 2-1 0,0 3-7 16,-6 0 2-16,0 1-3 0,-5 3 0 0,-3 1 6 0,-1 2-2 15,-2 1 4-15,1 1-2 0,1 1 5 0,1 0 2 0,4 1-1 0,3 1 3 16,4 0-2-16,3 0-4 0,2 1-1 0,3 0-4 0,3 0-6 0,0 2-5 16,4 0-14-16,-3 1-27 0,0 2-14 0,1 0-4 0,0 2 9 15,1 0 24-15,0 2 18 0,-3 2 11 0,2 1 6 0,-2 1 6 0,-1 3 1 16,4 0 2-16,2 0 2 0,0 2-2 0,3-1-1 0,2 4 2 0,1 1 1 16,2 3 1-16,1 0-2 0,4 1-2 0,2-3 1 0,3 1-3 15,3 0-1-15,2 2-7 0,3-1-22 0,2 2-35 0,4-1-22 0,4 1-7 16,2 0 9-16,3-1 19 0,1 4 12 0,4-2 8 0,2 2 5 15,5 1 2-15,4 1 3 0,3 1 0 0,4 0-3 0,2-1 3 0,3 1 5 16,3 0 8-16,4 0 10 0,2 0 9 0,3-2 4 0,5 0 4 0,2-2 5 16,7-1 2-16,5-1 11 0,3-1 8 0,5-2 4 0,3-4 5 15,4 1-2-15,6-2-2 0,5-3-2 0,4 3-3 0,5-3-5 0,4 0-6 16,2 0-5-16,5-3-2 0,1 0-2 0,2-1-2 0,2-1 1 16,-2 1 0-16,3 0 1 0,3-2 2 0,-2 2-1 0,4-1 0 0,-1 0 1 15,-1-1 1-15,3 1 0 0,-2-1-2 0,0-2-3 0,2 0-4 0,0-2-4 16,2 1-9-16,-1-1-34 0,-1 0-55 0,0 1-202 0</inkml:trace>
  <inkml:trace contextRef="#ctx0" brushRef="#br0" timeOffset="21618.18">4260 7656 260 0,'-15'-2'124'0,"3"1"-131"0,-2 1 38 0,7 1-12 0,5 2-3 0,3 0-3 16,1 0-4-16,1 2 1 0,1 1-3 0,3 0-1 0,0 1-1 16,2 1-3-16,1 2 1 0,1 1-1 0,1 1-2 0,0 2 2 0,1 0-2 15,2-1 1-15,2-1 0 0,1-1-3 0,0 1 0 0,2 1-1 0,1 0 3 16,0 0 0-16,2-1 0 0,-1 2-1 0,-1 1 0 0,-1-1 1 16,0 0 0-16,-1 0 0 0,2-1-1 0,1-1 0 0,0 0 1 0,1-2 1 15,-2 1 0-15,0-2 1 0,1 0 0 0,0-2 1 0,2-1 1 16,1 0 1-16,-1-1 1 0,4-2 4 0,0 0 1 0,1-2 2 0,-1 0 2 15,2-1 1-15,-1-1 2 0,2-1 0 0,2 0 1 0,1 1-2 0,-1-1 0 16,2 1-3-16,0 0 1 0,1 2 0 0,1 0-3 0,-1 2-2 16,1 1 0-16,-3 1-2 0,2 1 2 0,-1 3-1 0,2 0-2 0,1 3-1 15,-1 1 0-15,1-1-1 0,-1 3 0 0,1-1-5 0,0 1 4 16,0-1-3-16,1 1 0 0,1 0-1 0,2-1-2 0,0-3-3 0,2 1-1 16,0-2 2-16,0-2-2 0,3-1 6 0,3-1-1 0,1-3 1 0,1-2 0 15,3-2-2-15,0-3-2 0,1-1 2 0,2-2-1 0,0 0 4 16,0 0 2-16,-1-2 2 0,-3 1-2 0,0-3-1 0,0-1 1 0,-1 1 0 15,-2 0 2-15,-1 1-1 0,-1 2 0 0,-1 0-2 0,-1 2 3 0,-1 1 1 16,0 2-2-16,-1 1 2 0,-3 1-1 0,-1 2 2 0,0 1-3 16,-1 2 4-16,-2 0-1 0,0 2-3 0,-1 1 4 0,1 0-3 0,-1 2 1 15,1 0-1-15,1 0-1 0,0 1 0 0,2-2 1 0,2 0-4 16,0-2-2-16,1 0-1 0,1-2-4 0,3-1 3 0,2-2 2 0,1-2 1 16,2-1 7-16,2-2-3 0,-1-1 1 0,2-2 2 0,1-3-6 0,2-3 0 15,-2-1 1-15,0-3-3 0,-3 0 3 0,-1-2 0 0,-1-1 3 16,-1 0 5-16,-1-1-5 0,-1 1 1 0,-2 2-4 0,-2 0-2 0,-1 1 6 15,0 3 1-15,0 1 1 0,-2 0 1 0,0 2-3 0,-3 1 1 0,0 3 0 16,1 1 4-16,0 3 1 0,-2 3 4 0,1 3-2 0,-2 4 1 16,0 2 0-16,1 2-3 0,-2 0 2 0,2 2-1 0,-1-1-2 0,1 1 3 15,3-1-3-15,0-1-3 0,1-2 1 0,2-1-6 0,1-3 5 0,3 0-3 16,2-2 0-16,1-2 1 0,3-2-1 0,1-1 1 0,0-3-4 16,0 1 1-16,2-4-1 0,-3-1-1 0,0-2 3 0,-2-2-2 0,-2 0 1 15,1 0 4-15,-3-2 0 0,-1-2 7 0,-2-1-3 0,0 1 1 16,-2-2 0-16,-2 2 2 0,1 1 3 0,-3-1 3 0,0 1 1 0,0 1-5 15,-2 1 1-15,-1 1-6 0,2 1 3 0,-2 2-1 0,0 2 0 0,-1 2 5 16,-1 1-1-16,-3 2 2 0,1 1 1 0,-1 1-5 0,0 1-2 16,1 1-3-16,0 1-3 0,2-1 0 0,-1 0-3 0,2 1 1 0,0-1-1 15,1 1 1-15,-1-1-1 0,-1 1-2 0,-1-1-2 0,-1 1 2 0,2 0-2 16,-2-1 2-16,3 0 1 0,-3-1 0 0,3 0 2 0,-1-1 0 16,1 0 3-16,4-1-5 0,-1-1-3 0,1-2-3 0,1 1-1 0,1-2 2 15,1-1 3-15,0 1-2 0,-1 0-1 0,-2 1 5 0,-2 2-3 16,-1-1 2-16,-1 1-2 0,-3 1-2 0,0 0 4 0,-1 2 0 0,0 0 3 15,-1 1 0-15,1 1-1 0,0 1-1 0,0-1-3 0,-1 1 2 0,2-2-2 16,-2 0 0-16,3 0 0 0,0-2 1 0,0 0 1 0,-1-2-4 16,-1-2 3-16,-2-1 0 0,1-2 1 0,-4 0-2 0,0-3 0 0,-4-2 6 15,-1-2 2-15,0 0 19 0,-3-2 1 0,-1 0 1 0,-3-2 2 16,-2-2-8-16,-3-1-1 0,-2-1 1 0,0 0 0 0,-3-2-3 0,-2 2-1 16,-2-2-4-16,-2-1-5 0,-2 1 1 0,-2-3-6 0,-1-1 2 0,-2 1-3 15,-3 0-5-15,-3 0 0 0,-3 2-2 0,-3 1 2 0,-3-2-2 16,-2 3 0-16,-5-2 0 0,-1 2-13 0,-4 0 6 0,-3-1-2 0,-4 4 8 15,-4-1 13-15,-3 0-3 0,-3 2-2 0,-2-1-4 0,-3 1 0 0,-5 3-3 16,-2-2 6-16,-3 2-3 0,-3 1 1 0,-4 0-1 0,0 2 0 16,-6 0 2-16,-3 0 0 0,0-1 4 0,-5 0-3 0,3-1 2 0,-1 1-2 15,1-1-2-15,1-1 1 0,-1-1-2 0,1 2-5 0,-2 0 3 0,2 1-4 16,-2 1 2-16,-3 3 5 0,0 0-1 0,-4 1 0 0,-2 1 5 16,-2 2-1-16,-2 0-4 0,-3 1 0 0,-2 1-4 0,-2 0-3 0,-1 2 1 15,0 1 2-15,-1 0-1 0,-4 2 1 0,-2 2-1 0,-1 0-1 16,-3 1-1-16,2 1 1 0,-2 0 1 0,-1 1 4 0,1-1-1 0,0-2-4 15,5 0 4-15,2 0-2 0,2-1 3 0,1 0 3 0,2 0-7 0,2 0 2 16,1 0 1-16,-2 0-1 0,1 0 3 0,0-1 0 0,-2 1-1 16,1-1-3-16,0 0 0 0,0 1 0 0,-2-2 0 0,2 2 0 0,-1 0 0 15,0-1 4-15,1 2-3 0,0 0 2 0,2 0-1 0,1 1 0 16,-2 0 3-16,1 1-4 0,3 0 3 0,-1 2-2 0,2-1 2 16,1 0 0-16,-2 1-3 0,2 1 8 0,0-2-2 0,5 2 4 0,1-1-3 0,1-1-4 15,5 1 1-15,-2-2 2 0,4 1 3 0,2-2 2 0,2 1-2 16,3 0-5-16,2 0 2 0,2 0-3 0,1 1-4 0,1 1 5 0,3 0-1 15,-1 2-1-15,4 0 3 0,1-1 0 0,1 0-4 0,2 0 2 0,1 1-1 16,1 2 2-16,1 0 1 0,2 2-5 0,0-1 0 0,3 2-1 16,1 0 0-16,2 2 2 0,2 2-2 0,3 0-2 0,1 4 1 0,3 0 0 15,1-1 2-15,3 2-1 0,3 0-3 0,5-3-5 0,4 2-5 0,2-1 0 16,4 1 1-16,1 2 7 0,3-1-1 0,3 1-1 0,4-1-2 16,3 0 0-16,2 1 2 0,1 0 3 0,3-1-2 0,2 1 0 0,1 0 1 15,2 3-2-15,0 0 3 0,1-1 4 0,4 3 0 0,1-3 1 16,3 2-1-16,1 0 0 0,0 1 0 0,3 0 2 0,1 1-1 0,2 0 1 15,5-2-9-15,3 0 0 0,3-1-3 0,2 0 4 0,2-2 5 0,1 0 4 16,4 0-2-16,3-3-1 0,4 2 1 0,3-3-4 0,2-1 2 16,3 1-1-16,1-1 3 0,3 0 5 0,2 1-4 0,-1 1 2 0,2-1 0 15,0-1 2-15,0 0 0 0,2-3 2 0,3-1-1 0,3-2 5 0,3-3-1 16,5-2 2-16,3-3 3 0,6-3-2 0,0-2 2 0,3-2 1 16,3-3-7-16,2-1 0 0,3-2-3 0,0-1-2 0,3-1 0 0,-1 0 0 15,2 0-1-15,1-1-1 0,1 1 0 0,1 1-7 0,-1-1-8 16,3 3-14-16,0 2-20 0,4 2-35 0,1 2-128 0,2 2-118 0,3 0-49 15,2 0-51-15</inkml:trace>
  <inkml:trace contextRef="#ctx0" brushRef="#br0" timeOffset="39520.53">4192 9163 504 0,'3'0'24'0,"2"0"-4"0,3 0 7 0,3 1 5 0,1-1 5 15,1 0 0-15,2-1-5 0,0 1-6 0,0 0-10 0,0 0-6 0,1 0-5 16,3 2-4-16,-1-1-1 0,0 2-1 0,2 1-4 0,1 1 2 0,-1 0 0 15,1 0-3-15,-1 0 5 0,0 2 0 0,-1 0 1 0,2 0 1 16,-1 0-1-16,3-1 1 0,1 0-1 0,-1 1 0 0,0 0 0 0,-1 0 0 16,1 0 0-16,0 1 0 0,1 0 0 0,0 0 0 0,1-1 1 0,1 0 4 15,0-2 1-15,2 0 0 0,0-2 1 0,2 0 0 0,2-1 1 16,-1-1 2-16,5-1 2 0,-1-1 2 0,0-1 2 0,3 0 2 0,0 0-1 16,2-2-1-16,2 1-2 0,-2-1 0 0,0 1-2 0,0 1 0 15,-1 0 1-15,3 1-2 0,-2 1 4 0,0 0-1 0,2 1-5 0,-3 2 1 16,2-1-2-16,0 1-3 0,-1 2 0 0,1-1-2 0,2-1 1 0,0 2-1 15,0-1-1-15,2 1 0 0,1-1-3 0,0 0-1 0,1 0 4 16,1-1-2-16,2 0 2 0,2 0 0 0,0-2-4 0,0 1 0 0,1-1 1 16,2-1 1-16,-1-1 0 0,2 1 2 0,0-2 0 0,0 1-1 0,1-1 1 15,0 0 3-15,1-1-2 0,0 0 1 0,1 0-1 0,0 0-4 16,1 0 4-16,0 0-2 0,1 1 2 0,-1 0 4 0,0 0 0 0,0 1 4 16,0 1 1-16,0 0-5 0,-1 0-1 0,0 1 2 0,1 0-3 0,0 1 0 15,0 1 2-15,1 0-2 0,-2 1-2 0,0 1 4 0,2 1-3 16,-2 1 0-16,1-1 4 0,0 1-3 0,0 1-1 0,1-2 1 0,-2 3-3 15,2 0 3-15,0 0 1 0,-1 0-2 0,1-1 4 0,0 0-1 16,3-1-3-16,-1 1 1 0,1-1-2 0,1-1-4 0,0 0 5 0,1 0-4 16,0-2 2-16,0 1 1 0,0 0 4 0,1-2 2 0,-1 1 1 0,1-1-1 15,1-1-2-15,0 1 8 0,-2 0-6 0,1 0 8 0,-2 0 5 16,3 0 1-16,0 0 11 0,1 0-1 0,-1 0-1 0,2 2-6 0,1-2-4 16,-2 1 5-16,2 0-3 0,-1-1 0 0,1 0 0 0,1-1-5 0,1 0-5 15,0-1 2-15,1-1-3 0,0 1-4 0,0-1 1 0,1 0-1 16,0-1 3-16,2 0-2 0,-2-1-2 0,2 1-10 0,1-1-1 0,0-1 0 15,0 0-3-15,2-1 11 0,-2 0-2 0,0-1-2 0,1 1 0 16,-1-1-1-16,1 1 6 0,0 0-8 0,0-1 10 0,0 0-3 0,-2 1 1 16,2-2 5-16,-1-1-5 0,1 0 3 0,0-2-4 0,0 1-1 0,-2 0-1 15,-1 1 0-15,0 0 1 0,-1-1 2 0,1 1 5 0,-2-1-2 16,-2 0 1-16,3 1-4 0,-2-1 0 0,1 0 3 0,-1-1-2 0,-1-1 0 16,0-1 2-16,-1 0 1 0,-1-1-2 0,-2 0 0 0,-1 1-1 0,-3-2 1 15,-1-1 4-15,-1-1 5 0,-3 1 2 0,-1-1 0 0,-1 0 2 16,-5-1 0-16,-2 0 3 0,-4-1 1 0,-3 0 4 0,-2 0-3 0,-3 2 0 15,-2-1 2-15,-4-1-6 0,-1 2-4 0,-7 0 4 0,-2-1-7 16,-4 0 4-16,-3 0 1 0,-2 2-1 0,-4-1-2 0,-1 0-2 0,-4-1-1 16,-2 2-16-16,-2-3 2 0,-5 0-4 0,-1 1 8 0,-4-1 8 0,-3-1-7 15,-3 0 1-15,-2-1-11 0,-4-2-1 0,-3 0 3 0,-3 1 2 16,-5-1-2-16,0 0 1 0,-3 2 1 0,-4-2-2 0,-1 0 3 0,-3 2 3 16,-5-2 0-16,-1 0 0 0,-3-1 3 0,-3 0 0 0,-2-1-1 0,-3 1-1 15,-3 1-1-15,1 1 3 0,-3 0 5 0,1 0 1 0,-1 0-1 16,-2 1 2-16,0 0 1 0,-1-1-3 0,-1 3-5 0,0 0-9 0,-2-1-8 15,-1 3 11-15,-2 0 0 0,-1 1 6 0,-3 0 0 0,0 0-9 16,-2 0 0-16,-3 0 1 0,1 0 1 0,-4 1 1 0,-1 0-5 0,-1 1-1 16,-4 1 1-16,1-1-1 0,-5 2 3 0,2 0 1 0,-2 1-1 0,-3 1-4 15,-1-1 4-15,1 0-2 0,-3 0 0 0,1 0 8 0,0 0 0 16,-3 0 1-16,1 0-3 0,-1 0 2 0,-1 0-1 0,1 0-1 0,1 0 1 16,-1 0-5-16,-1-1 0 0,0 0 0 0,-1-1-1 0,0 1 4 0,-2 0 0 15,0 2-6-15,0 0 2 0,-1 0-1 0,-2 1-1 0,-1 0 4 16,0 1-1-16,-1 0 0 0,2 0 3 0,-1 1-6 0,0 0 3 0,0 2 0 15,-4 0-8-15,2 1 4 0,0 2 1 0,-2 0-1 0,3 1 7 0,0 1 2 16,-1 1-7-16,3-1 2 0,-2 1-1 0,2 0 1 0,1 0 1 16,1 1-2-16,1 0 2 0,3 0 2 0,-1 0-1 0,2 0-1 0,0-1-4 15,-1 1-1-15,3-1-1 0,1 1 1 0,0-1-2 0,3 0 4 16,1 1-1-16,-1-1 3 0,2 0 2 0,1 0 1 0,1 0 4 0,2 0-2 16,1 1 2-16,0 1 1 0,-1-1-1 0,3 1 5 0,0-1 0 0,3 1-1 15,0-1-1-15,1 1-1 0,2 1-1 0,-2 0 2 0,3 0-2 16,0 1 0-16,1 1-5 0,2 1 1 0,0 1-2 0,2 0 2 0,0 1 1 15,2 0-4-15,3 0 2 0,0 1 0 0,3 0-1 0,2 1 2 16,1 0-2-16,2 1-3 0,2 1-2 0,0 1 2 0,2-1 1 0,1 2 1 16,1-1 5-16,4 1 0 0,1-2-6 0,3 2-4 0,1-1-1 0,3 1 5 15,-1 0 6-15,4 1 2 0,2-1-4 0,4-1-2 0,2 3-2 0,3-1 0 16,2 1 3-16,3 1-5 0,1 0 1 0,4 1-1 0,2 2-1 16,3 2 3-16,2 2-1 0,4 1 1 0,2 0-3 0,2 2-2 0,2-1-1 15,4 1 2-15,2 1-4 0,2 1-1 0,4 1 3 0,2 1-4 16,3-2-7-16,2 2 6 0,4-1-6 0,4 0-2 0,2 1-1 0,4 0-34 15,2 0-31-15,2 1-34 0,2 0-44 0,4 2-45 0,1 1-51 0,3-1-56 16,4 1-66-16,0-1-57 0</inkml:trace>
  <inkml:trace contextRef="#ctx0" brushRef="#br0" timeOffset="78821.62">4284 10545 187 0,'-13'4'18'0,"1"1"12"0,-1 0 13 0,5-2 9 0,5-2 3 15,-2-1-5-15,2-1-10 0,0 0-11 0,1-1-4 0,1 0-7 0,1 0-4 16,-1 1-3-16,1 0-6 0,-1 0 0 0,2-1-3 0,-1 0-1 16,2 0-3-16,0-1-2 0,3 0 1 0,1-2 1 0,0 0-1 0,4-1 0 15,0-1-3-15,1 1 0 0,1-1-3 0,0 1 2 0,1 0-2 0,2 1-3 16,1 0 0-16,1 1-1 0,-1 1 1 0,2 0 1 0,1 2 3 16,-1 0 3-16,1 1 3 0,0 0 3 0,-1 0-2 0,3 0 2 0,-1 0-1 15,2 1 3-15,3-1 2 0,1 0 2 0,1 0 1 0,0 1 0 0,-1-1 0 16,0 0 5-16,1 1 3 0,1-2 2 0,0 1 2 0,0 0 0 15,2-1 4-15,-1 1 3 0,3 0 5 0,-1-1 5 0,2 0 0 0,1 0-4 16,1 0 0-16,2 1-8 0,-1 0-6 0,5 1-2 0,0 1-6 16,2-1-1-16,0 2-4 0,1 2-1 0,-1 0 0 0,0 2-3 0,3 0-1 15,0 1 0-15,-1 2-1 0,0-1-2 0,1 1 1 0,-1 2-1 0,1-1-2 16,0 0 2-16,2-1-1 0,0 0 0 0,0-2 3 0,0 2-1 16,0-3 0-16,4 0 1 0,0-1 0 0,0-2 0 0,1-1 0 0,0-1 0 15,0-1 0-15,0 0 1 0,3-2-2 0,0 1 3 0,-2-1 2 16,3 0-3-16,-3 0 4 0,1 0-1 0,2 0 2 0,-2 1 3 0,2 0 3 15,-1 0 2-15,2 1 2 0,1 0 1 0,-1 2 2 0,0 0 4 0,2 0-1 16,-2 1 4-16,1 0 0 0,1-1-4 0,1 2-4 0,0 1-5 16,0 1-1-16,2 1-2 0,1 0 1 0,0 2-1 0,1-1-6 0,-2 0 0 15,3 1-1-15,1 1 6 0,2-1-4 0,0 0 1 0,0-1-6 0,3-1-5 16,-2-1 2-16,3-1 1 0,2 1 1 0,0-2 2 0,0 0 1 16,3-1 0-16,-2-2 0 0,3 0-2 0,-3 0-1 0,0-1-1 0,0 0 4 15,-1 0 0-15,-1 0 1 0,2-1 3 0,0 0 2 0,0 0-1 0,-1-1 2 16,1 0 8-16,2-1 2 0,0 1 5 0,-1-1 0 0,4 1-6 15,-1 0-2-15,0 0-1 0,2-1-3 0,1 1 2 0,-1 1-2 0,1 1-3 16,0 1 3-16,-3 1-4 0,2 0-2 0,0 0 3 0,0 2-5 16,2-1 0-16,2 0 2 0,-1 0-6 0,2 0 1 0,-1 0-2 0,2 0-7 15,-1 0 3-15,2-1-5 0,2 0 5 0,-1 0 2 0,2-1-6 0,-1-1 0 16,0 1-6-16,-3-2-1 0,0 0 4 0,0 0 2 0,-2-2 7 16,-1 0 2-16,-1 0-2 0,-2-1 4 0,1-1 3 0,0-1-2 0,-2-1 5 15,1 1-2-15,-2-1 1 0,1 0 1 0,-2-1-3 0,0 0 5 16,0-1-3-16,-1-1-5 0,1 2 9 0,1-1-1 0,2 0 1 0,-1-1 4 15,1-2-11-15,0-2 0 0,-1 0-5 0,1 1 2 0,1-2 4 0,-3 0-3 16,0-1 4-16,-1 1-5 0,-4-3 0 0,1-1 6 0,-2 0-6 16,-2 1 4-16,-1-1 2 0,-3-1-6 0,-2 1 3 0,-2-2-3 0,-2-2-1 15,-2 1 0-15,-2-2 0 0,-1-2 4 0,-1 3-6 0,-4-3-6 0,-2 2-2 16,-3-3-7-16,-4 0 2 0,-2 1-1 0,-4-2-2 0,-3 1 8 16,-4-1-8-16,-2 0 12 0,-5-1 9 0,-2-1 2 0,-3 1 9 0,-5-3 2 15,-2 1-1-15,-4 0 2 0,-3 1 3 0,-3-2-1 0,-2 2 0 0,-3-2-4 16,-2 0-5-16,-3-1-7 0,-2 1-6 0,-2 0-6 0,-3 1-4 15,-4-1-5-15,1 1-5 0,-4-1 0 0,-4 3-6 0,0-2 4 0,-5 3 4 16,-1 0 7-16,-3 1 10 0,-4 1 2 0,-2 0 5 0,-3 0-1 0,-4 0 0 16,-1 0 0-16,-2 1-3 0,-3 1-1 0,-2 1 6 0,-4 0 0 15,-4 1-1-15,-3 1-2 0,-5 1-3 0,-3 1-3 0,-3 1 1 0,-4 1-7 16,-3 2-1-16,-4 3-3 0,-3 2 2 0,-4 0 5 0,-3 1 2 16,-2 2 0-16,-1 0 2 0,-1 2 1 0,-1-2-8 0,-4 1 5 0,1 1 3 15,1-1 0-15,3 1 6 0,0-1-4 0,-1-1-3 0,-3 1-1 0,-2 0 0 16,-4 1 1-16,0 2 1 0,-3 0 0 0,-1 1 0 0,-2 1 4 15,2-1 4-15,0 1-2 0,0-1-2 0,0 1 0 0,-4 2-5 0,0 0 1 16,-2 1 1-16,-1 2-5 0,0-1 1 0,-2 2 1 0,0-1-1 0,1-1 6 16,-1 0-2-16,0 0 3 0,-1 0 2 0,-1 1-3 0,0-1 1 15,-1 0-2-15,-1 1-1 0,0-1 3 0,-2 0 1 0,1-1 0 0,-1-1 2 16,1 1-2-16,0-1 2 0,-2 2 1 0,-1 0-14 0,-4 1 1 16,-2 2 4-16,0 0 5 0,7-1 13 0,2-1 2 0,2 0-6 0,0 1-4 15,-3 2-11-15,-2 0-1 0,0 3 1 0,1-1-2 0,-1 1 6 0,1 1-1 16,-1 0-2-16,0-1 3 0,1 1-5 0,1 0 5 0,2 1 4 15,0 0-2-15,3-1 5 0,2-1 1 0,3 1 0 0,1 0 6 0,1 1 1 16,3 1 3-16,2-1 5 0,2 1 4 0,2 1 5 0,3 2 0 0,1 0-1 16,2 2-6-16,6 1-2 0,1-3-11 0,4 3-6 0,5 1 7 15,2-1-13-15,6 3 2 0,5 0-11 0,6 0-17 0,4 0-12 0,5 0-33 16,6 0-51-16,4 0-62 0,5 1-62 0,6 2-35 0,6 2-46 0</inkml:trace>
  <inkml:trace contextRef="#ctx0" brushRef="#br0" timeOffset="112306.88">4229 11577 368 0,'-9'-4'217'0,"0"1"-126"0,-2-1-14 0,4 1-35 0,2 1-4 15,1 0-4-15,0 1 0 0,1-1-1 0,0 1-7 0,0 2-6 0,0 0-7 16,0 1-6-16,0 2-8 0,-1 0-4 0,1 1 1 0,-1 3-1 0,0 2 2 16,-1 2-1-16,0 2 0 0,0 0 0 0,-1 0 3 0,1 2 3 15,0 1-2-15,0 0-2 0,0 0 2 0,1 0 0 0,0-1 3 0,1 0 2 16,1 1-2-16,2-1 0 0,2 0-1 0,2-2 4 0,2 0 1 16,3 1 0-16,1 0 1 0,5-1 1 0,2 0 2 0,3 0 4 0,2-1 1 15,3-1 4-15,4-1 3 0,3 1 8 0,3-2 6 0,5-1 4 0,2-1-5 16,3-1-5-16,3-2-2 0,4-2-3 0,3 0-2 0,1-1-4 15,2-1-13-15,0 0-2 0,2-1-3 0,1 0 1 0,2 0 8 0,-1-1-9 16,0 0 4-16,1 0-5 0,2-1 3 0,0-1 1 0,-1 0-3 0,1-2 0 16,-1 0 2-16,-1 0-3 0,1-1 2 0,-1-1-2 0,-1-1-1 15,0-2 0-15,1 0-2 0,-3 1 2 0,0-4 0 0,1 1 0 0,-1-2-3 16,-1-1-2-16,-1 1 0 0,-1-1 3 0,0-1 3 0,0 0-3 16,-3 0 2-16,-1-1-3 0,-3 0 4 0,-3 1-2 0,-1-1 1 0,-2-1 4 15,-2-1-3-15,-1 0 6 0,-3-1-5 0,-2 1 1 0,-1 2 5 0,-4-1 0 16,0 0 8-16,-3 1 4 0,-1-2 5 0,-2-1 8 0,-2 0 2 15,-3-2 4-15,-1 0 3 0,-3 1-9 0,-1-3-6 0,-4 2 3 0,-1-1-6 16,-3-1-1-16,-3 0-10 0,-3-3-16 0,-4-1-13 0,-5 1-6 0,-3-1-8 16,-4 0-11-16,-5-1 4 0,-5 0-1 0,-4-4 6 0,-5 2 7 15,-6-2 4-15,-5 2 4 0,-3 1 1 0,-4 2 7 0,-5-1 12 0,-1 2 8 16,-1-2 7-16,-4 3 3 0,-2-2-3 0,-2 1 12 0,-1 2 11 16,1 1 7-16,2 2 11 0,1-2-9 0,0 2-9 0,1 1-3 0,2 1-12 15,0 1-1-15,2 2-2 0,0 0-1 0,2 1 2 0,0 1-6 0,-1 2-5 16,0 0-5-16,-3 2-5 0,-1 1 1 0,-1 2-1 0,-4 3-3 15,-3 2 4-15,-3 3-9 0,-4 2 3 0,-1 4 1 0,-6 4-8 0,-2 3 1 16,-4 3-5-16,-4 1 1 0,-3 4-1 0,-3 2 2 0,-3 1-3 0,0 5 2 16,-2 1 2-16,-1 2 6 0,0 0 2 0,2 2 5 0,2 0-4 15,3 3 4-15,6-1 1 0,1 1-1 0,6 2 3 0,4-1-1 0,4 1-1 16,8 2 1-16,3 0 1 0,5-1-2 0,5-1-1 0,5-1 0 16,7-1-3-16,6-1 4 0,6-1-8 0,4-1-2 0,4-2 6 0,6 0-3 15,5-3 9-15,6 1 4 0,5-2-5 0,5-1 4 0,5 1 9 0,5 0-1 16,4 0 1-16,6 0-1 0,5 2-4 0,1-2 0 0,3 1-3 15,3-2 0-15,3-1-7 0,5-1 1 0,1 2 2 0,1-1-7 0,2 0 1 16,1 1-3-16,0-1-2 0,-1 0-3 0,3-1-11 0,0 1 2 0,-1 0-16 16,1-2-13-16,-1 1-17 0,1-2-25 0,0 1-21 0,1 0-13 15,0-2-28-15,1-1-31 0,0 1-35 0,2-2-39 0,0 0-30 0,2-1-154 16</inkml:trace>
  <inkml:trace contextRef="#ctx0" brushRef="#br0" timeOffset="126890.93">2908 12400 1330 0,'-15'-7'95'15,"-1"1"-15"-15,-1-2-22 0,6 3-25 0,6 3-5 0,1 0-2 0,3 0-5 16,0 0-7-16,1 0-13 0,1 2-6 0,0-1-4 0,4 0-8 15,1 1 2-15,3 0-4 0,3-1-1 0,1 1 1 0,4 0-3 0,3 0-6 16,2-2-6-16,2 0-8 0,5-2-1 0,-1-1-7 0,4-2 1 0,0-1 4 16,3-3-1-16,2-1 8 0,2 0 2 0,-1-1 6 0,0 0 5 15,2 2 2-15,-1 0 8 0,0 2 3 0,0 0 3 0,-3 1 4 0,1 3 3 16,-1 0 3-16,-1 3 2 0,2 0 4 0,-3 2 5 0,2 2 3 16,-1 1 3-16,0 0-2 0,3 3 0 0,0 1-1 0,-1 2 6 0,0 1 2 15,-1 3 4-15,1 2 3 0,-1 3 5 0,-1 0-1 0,-3 2 3 16,-2 1-3-16,-3-1-2 0,1 2 0 0,-4 0-5 0,-1 0-8 0,-2 2 2 15,-5-2-7-15,1 4 5 0,-3-1-3 0,-3 1 1 0,-3 0-2 0,-1-1-2 16,-3 0 7-16,-2 1-6 0,-3 0 7 0,-3 2 2 0,-3-1-6 0,-2 1 4 16,-4-1-5-16,-4 2-6 0,-4-1-2 0,-3 1-3 0,-4 1-5 15,-2 0 4-15,-4-2-5 0,0 0-6 0,-4-3-3 0,-3-3-3 0,-1 0-4 16,-1-2-2-16,-1-3-3 0,-1 0-1 0,-1-1 5 0,-1-1 6 16,0-2 7-16,4-1 12 0,1-2 7 0,3-2 11 0,6-1 7 0,3-1-2 15,4-1-4-15,2-1-6 0,4 1-7 0,3 1-7 0,1-2-4 0,4 2-13 16,2-2-9-16,1 1-13 0,3-2-19 0,2 1-24 0,4-1-41 15,3 0-57-15,4 2-38 0,4 1-15 0,6-1 2 0,6-1 18 0,4-2 3 16,5-4-8-16</inkml:trace>
  <inkml:trace contextRef="#ctx0" brushRef="#br0" timeOffset="127442.06">6210 12506 2135 0,'-10'-10'78'0,"0"1"-11"0,1-2-28 0,4 3-31 0,4 0-11 15,5-1-5-15,3-1-4 0,2-3-3 0,6 1 3 0,5-3-4 0,1 0-4 16,6 0 4-16,4-1-4 0,0-1-4 0,2-1-1 0,3 2-1 0,1 1-4 16,5 0 0-16,-1 0 5 0,3 1-1 0,-1 1 3 0,1 0 4 15,2-1 4-15,1 1 6 0,2-1 0 0,3 0 4 0,1 0 1 0,1 0-2 16,1 1 5-16,2 1 1 0,1 0-2 0,0 0 4 0,2 2-4 0,0 1-6 16,0 2 5-16,2 1-3 0,0 2 0 0,2 0 7 0,1 2-1 15,2 2 3-15,0 1 0 0,0 2 0 0,2 2 6 0,-1 1 1 0,3 2 4 16,-1 2-3-16,1 2-11 0,-2 1 1 0,1 1-2 0,-1 1 1 15,-3 1 1-15,-3 2-1 0,-2 0-1 0,-1 2 2 0,1 3 5 0,-2-1 3 16,0 2-2-16,-4 5-7 0,-1-1-3 0,0 3-5 0,-5 0 8 16,-2 1 0-16,-3 0-3 0,-4 2 2 0,-2 1-2 0,-3 0 5 0,-4 3-1 15,-2-3 3-15,-6 2 10 0,-2-1-4 0,-4 0 2 0,-2 1 5 0,-6-3-11 16,-2 1 2-16,-3-2-1 0,-4 1-2 0,-4 2 3 0,-4-1 6 16,-4-1-2-16,-6-1 1 0,-4-1-8 0,-6-1-2 0,-6 0 9 0,-4-1-4 15,-6 0 10-15,-6-2-3 0,-5-1-6 0,-4-2 13 0,-5 0 6 0,-3-2 9 16,0-2 11-16,-4-1 1 0,-1-2 8 0,0-3 6 0,0-1-1 15,-2-2 2-15,2-1-10 0,-3-2 0 0,1-2-5 0,3-2-8 0,-2 0-2 16,3-1-5-16,-1-1-2 0,2-1 1 0,0 0-5 0,2 1-5 16,2-1-4-16,2 0-3 0,3-2-1 0,4 0-5 0,2-1-4 0,3-1-8 15,4 0-10-15,1-3-10 0,3 0-14 0,3-2-39 0,0 0-33 0,3-4-60 16,3-1-70-16,1-2-82 0,4-3-130 0,2-3-119 0,0-5-224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3:16:12.5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16744 5398 213 0,'-8'-11'-9'0,"1"1"35"0,-2-2 2 0,3 3-1 15,1 3-5-15,1 2-4 0,0 0-4 0,1 1-2 0,1 0-4 0,0 0-4 16,0 1-1-16,2 2-3 0,-1 0-2 0,1 0 1 0,0 0-1 0,1 0 2 16,-1 0 4-16,2 0-2 0,0 0 3 0,0 0-1 0,0 0 2 15,2-2 4-15,0 0-2 0,0-2 2 0,1 0 0 0,0-2 1 0,1 0-1 16,0-1 1-16,0-2-1 0,1 1-1 0,0-1 0 0,0-1-2 0,1-1-1 16,0 0-1-16,0-3 0 0,0 0 1 0,-1-2-1 0,-1-1 1 15,0-1 3-15,-1 2-1 0,0-2 5 0,-1-1 1 0,-1 3 7 0,-2-2 5 16,0 1 6-16,-1 2 5 0,-2 0 1 0,-1 2 6 0,-3 2 0 15,0 1-5-15,-2 3-5 0,-1 2-8 0,-2 4-6 0,-2 3-4 0,-3 5-4 16,-1 5 2-16,-3 5-2 0,-2 2-3 0,-1 7 1 0,-2 3 0 0,-3 2-3 16,1 6 4-16,0 2-2 0,2 3-6 0,0 1 1 0,3 3-2 15,3 0-1-15,2-1 0 0,4-2-2 0,2 0 0 0,2-4 0 0,2 0-1 16,1 0 1-16,3-3-7 0,1 0 2 0,1-2 6 0,0-1 1 0,1-2 4 16,0 0 3-16,0-4-6 0,1 0 1 0,0-3 0 0,0-1-3 15,-1-1 5-15,0-2-1 0,0 1-1 0,1-1 1 0,-1-4-3 0,1-1 2 16,-1-2 1-16,1-3 1 0,-1-1 2 0,2-3-1 0,-1 0 2 0,1-1-3 15,2-1 1-15,-1-1 2 0,2-1-2 0,0-1 5 0,-1-1-4 16,1-1-1-16,2-1-1 0,0-2-9 0,1-1-6 0,2-2-23 0,1 0-18 16,0-3-20-16,3 0-20 0,1-2 0 0,-1-2-1 0,1-1 5 15,-2 0 11-15,1-2 11 0,-1 0 13 0,-2 0 12 0,-1-2 10 0,-4-1 7 16,0 1 4-16,-1-3 4 0,-3 0 1 0,0-1 0 0,-1-2 1 0,-1 1-4 16,1-1-2-16,-2 0-1 0,0 0 1 0,-1-1 1 0,-1 1 3 15,0-1 2-15,-1 0 3 0,0 2 4 0,0 1 0 0,-2 0-2 0,-1 1-9 16,0 0-34-16</inkml:trace>
  <inkml:trace contextRef="#ctx0" brushRef="#br0" timeOffset="498">16374 5257 59 0,'-11'-4'49'0,"-2"0"-4"0,-2-3-9 0,2-3 2 15,1-1-2-15,1 0-2 0,0-4 2 0,1 0-4 0,0-3 1 0,0 1-3 16,2-2-6-16,-1-2-1 0,2 1 4 0,1-2 6 0,0 0 3 0,1 2 1 15,0-1-2-15,1 0-1 0,0 2 1 0,1 0 6 0,1 1 4 16,0 2-2-16,1 1-1 0,0 1-5 0,1 1-4 0,1 1-6 0,1-1-1 16,2 0-6-16,2 1-5 0,2-1-7 0,2 2-2 0,3-2-2 15,2 0-3-15,4-1 1 0,3 1-1 0,3 1-1 0,3 0 0 0,5 1 1 16,3 1-1-16,3 0 0 0,4 2 0 0,2 1 0 0,-1 0 0 0,2 2-1 16,-1 3 0-16,-2 2 0 0,0 1 2 0,-2 2-2 0,0 3-2 15,-4 1 1-15,-1 4-1 0,-2 2 0 0,-3 3 0 0,0 4 2 0,-3 2-3 16,-4 4 2-16,-1 0 0 0,-3 4 3 0,-2 1-2 0,-2 5 2 0,-2 3-2 15,-5 3 0-15,-1 4-3 0,-2 3 2 0,-3 2 1 0,-2 1 2 16,-3 5 2-16,-3 2-2 0,-2 1 1 0,0 1-3 0,-4-1 0 0,-1-3-2 16,-2-1-3-16,-1-2-3 0,1-2 6 0,-5-3 2 0,-2-2 4 0,-2-1 3 15,-3-2-5-15,-2-3-1 0,-4-1 4 0,-3-2-1 0,-3-4 2 16,-2-2 0-16,-2-6-1 0,-1-2 2 0,-2-5 0 0,1-2 2 0,-2-3 1 16,-2-3 0-16,2-3 0 0,-1-3 3 0,2-4 1 0,-1-3 2 15,2-4-2-15,1-4 2 0,0-5 0 0,4-2-1 0,2-2 5 0,3-4-1 16,5-3-5-16,3-4 1 0,3-4-1 0,2-3-9 0,2-2 0 0,3-4-6 15,4-3 1-15,2-5-4 0,5-3 1 0,3-2 1 0,5-3-3 16,3-1 6-16,5-1-3 0,3-1 1 0,4 1-2 0,3 2 0 0,2 1 1 16,3 6 1-16,0 4-1 0,2 7 1 0,-2 6 2 0,-2 5-2 0,1 7 1 15,-2 1-6-15,3 3 2 0,1 3-3 0,0 3 1 0,3 0 0 16,2 2-1-16,3 2-3 0,1 2-7 0,2 2-12 0,3 4-21 0,0 3-21 16,2 3-18-16,2 4-20 0,0 3-13 0,1 2-6 0,0 2-9 15,1 4-11-15,-3 3-79 0</inkml:trace>
  <inkml:trace contextRef="#ctx0" brushRef="#br0" timeOffset="1099.99">13851 6931 788 0,'-33'-21'-50'0,"2"0"70"0,-4-3 30 0,11 6 2 0,9 5-20 15,3 2-11-15,4 2-9 0,3 3-5 0,3 2-12 0,3 0-6 16,2 1-4-16,3 1-2 0,5 0 4 0,3 0 6 0,2 1 1 0,1 1 1 16,3 1 2-16,1 2-3 0,2 0 2 0,3 1-1 0,2 2 1 0,0-1-1 15,3 3 3-15,-1 0-2 0,3 0 2 0,2 2 0 0,0-1-2 16,2 2 0-16,-2-2-1 0,0 2 2 0,-1 0-2 0,0 1 0 0,-1 0 1 16,-2-1-1-16,-2 1 0 0,-3-1-5 0,-4 0 1 0,-2 0 2 0,-4-1 1 15,-4 0 5-15,-3 0 8 0,-3 0 2 0,-4 0 7 0,-4 0 4 16,-2 0-1-16,-4-1 2 0,-3 2 2 0,-4 1 7 0,-3 1 1 0,-5 2 3 15,-2 0 1-15,-2 0-1 0,-1 0-2 0,-3 0 2 0,0-3 3 0,0 2 2 16,0-2 3-16,0 1-1 0,1-1-5 0,-1-1-5 0,4 0-3 16,0-1-2-16,7 1-7 0,2-2-2 0,3 0-8 0,4-2-4 0,2-1-3 15,3 0-3-15,3 0-1 0,1-1-4 0,1 0 3 0,2 0 1 0,2-1 1 16,2 0-1-16,3 0 0 0,3 0 0 0,2-1 1 0,3 1-4 16,1-1 5-16,3 0-1 0,2 1-1 0,0-1 1 0,1-1-2 0,1 1 3 15,0-2 0-15,1 1-1 0,0-1-1 0,2 0-1 0,-1-1-4 16,2 1 2-16,0-2-5 0,-1 0-1 0,0 0-5 0,-2-1-10 0,1-1-12 15,-3-1-13-15,2-1-10 0,-2 0-7 0,0-2 1 0,-1 0-6 0,0-1 1 16,-4-2 0-16,-2 0-1 0,-1-1 7 0,-2 0 8 0,-3-2 7 16,-1-1 11-16,-4-1 12 0,-2 1 5 0,-3 1 5 0,-2-2 1 0,-3 0 0 15,-1 0-2-15,-2 2-7 0,-1-1-4 0,-3 1-5 0,-1-1-2 16,-2 1 1-16,-1 0-2 0,-4 0 2 0,-2 2 1 0,-2 1 5 0,-2 1 8 16,-2 2 1-16,-2-1 2 0,-1 1-4 0</inkml:trace>
  <inkml:trace contextRef="#ctx0" brushRef="#br0" timeOffset="1498.99">13851 6968 18 0,'-32'-1'12'0,"-1"-1"1"0,-9-1 1 0,4 1 6 0,5-1 11 0,1-2 5 16,2-1 1-16,0-2 1 0,1 1-9 0,-1 0 2 0,1-1 1 16,-3 0 0-16,1-2 4 0,0 0-2 0,3-2 2 0,0 1-4 0,4-2-6 15,1-2-1-15,0-1-1 0,2 1-2 0,2-3 1 0,2 0-2 0,4-2-3 16,2-1-5-16,3-1-2 0,4-1-5 0,4-2-1 0,5 0 1 16,4 2-5-16,2-1 7 0,8 1-4 0,4 1-1 0,3-2 4 0,5 0-2 15,3-2 0-15,6 1 2 0,2 1-4 0,3 0 0 0,2 3 0 16,2 1 4-16,0 2 2 0,2 2 0 0,1 2 1 0,0 0-4 0,0 2 5 15,0 2-4-15,-2 4 3 0,-1 2-1 0,-2 3 1 0,0 2 2 0,-3 1-2 16,-2 2-1-16,-3 1-3 0,0 2 3 0,-1 3-1 0,-1 2-2 16,0 2-2-16,-1 0-6 0,0 2-2 0,-2 4 2 0,1 0 4 0,-2 5 0 15,0 3 2-15,-1 2 1 0,-3 2-6 0,0 2 2 0,0 1-4 0,-3 5 1 16,-1 1 1-16,-4 1 1 0,-3 1 1 0,-1-1 1 0,-3 2-1 16,-3 2-1-16,-1 1-2 0,-3 0 8 0,-2 2 0 0,-4 0 4 0,-1 2 5 15,-4 1-9-15,-2 1 0 0,-4 1-4 0,-1-2 0 0,-5-1 0 16,-4-4 0-16,-4-1 3 0,-3-4-1 0,-4-3-5 0,-2-1-1 0,-2-5 6 15,-4 0 3-15,-2-3 4 0,-1-2-1 0,-5-2-9 0,-1-2-5 0,-2-3-5 16,-2-5-2-16,-2-2 0 0,-1-4 1 0,-1-5 7 0,-3-3 2 16,2-5 8-16,-1-4 0 0,2-4 2 0,1-4 0 0,0-4-7 0,2-4 5 15,3-3 0-15,2-4-6 0,2-3-3 0,5-3-1 0,2-5 1 0,1-4 1 16,3-4-3-16,3-5-16 0,6 0-10 0,4-4-2 0,6-3-4 16,7 2 3-16,5 3 2 0,4 8 6 0,1 10 1 0,0 12 1 0,0 8-16 15,1 7-28-15,1 4-16 0,5 2-13 0,4 2-5 0,5 0-4 16,5 2-65-16</inkml:trace>
  <inkml:trace contextRef="#ctx0" brushRef="#br0" timeOffset="11333">15049 8029 538 0,'-12'0'44'0,"1"1"0"0,-2 0-9 0,7 1-16 0,3 0-14 16,3 0-5-16,2 1 0 0,2 0 5 0,0 1 4 0,3 0 3 0,0 0 1 15,2 1 0-15,2-1 3 0,2 1-5 0,0 0 1 0,2-1-2 16,0 1-2-16,2 0 1 0,2-1-4 0,-1 3 0 0,2-1 1 0,-1 2-1 16,-1-1-3-16,-2 2 1 0,0 0-1 0,0 1 0 0,-3-1 2 15,-2 2-2-15,-1 1 2 0,-1 0-1 0,-2 0 1 0,-1-2-2 0,-2-1 0 16,0 2 3-16,-2-1 0 0,0 2 3 0,-1-1 6 0,1-1-1 0,-1 0 2 16,-1 0-1-16,1-2-6 0,-2 0 0 0,1-2 3 0,0 0 4 15,0-1 4-15,1-2 2 0,-1-1 3 0,1 1 0 0,-1-2 2 0,1 1 1 16,-1-1 0-16,0 0-1 0,1 0-2 0,0 1-4 0,-1-2-1 0,1 2 0 15,1-2-3-15,-1 1-1 0,0 0-3 0,1 0-2 0,-1 0 0 16,1 1 2-16,1 0 0 0,0 0-3 0,0 0 2 0,1 0 1 0,-1 1-1 16,2 1 4-16,-1-1 2 0,1 0-1 0,0 0 0 0,1 0-4 0,1 1 3 15,0 0-5-15,1 1 0 0,0-2-2 0,0 1 1 0,1 0-2 16,-1 0 2-16,1 1-3 0,0 0-4 0,0 2 3 0,0 0-4 0,-1 0 1 16,0 1 0-16,0 0-1 0,-1 0 0 0,-1 2 2 0,-2 0-4 15,0 0-2-15,-2 2 1 0,-1 0-2 0,-1 1 0 0,0 0 1 0,-2 0 3 16,0-2-3-16,-1 0 1 0,0-1-1 0,-1 0-4 0,-1-1 3 0,0 1 1 15,0-2-1-15,-1-1-1 0,1 0 1 0,0-2-1 0,1 0-1 16,-1 1-3-16,2-2 2 0,0-1-2 0,-1 0-6 0,1-1-5 0,0-1-14 16,0 0-22-16,-1 0-24 0,1-2-20 0,0 0-13 0,-1-1-11 15,1-2-18-15,-1-2-12 0,0-1-1 0,0-3 7 0,0-1-8 0,-1-3 5 16</inkml:trace>
  <inkml:trace contextRef="#ctx0" brushRef="#br0" timeOffset="11816">14365 8277 741 0,'-8'-7'108'0,"1"-2"-8"0,0 0-14 0,6 2-40 0,3 1-12 0,3-1-11 15,3-1-4-15,1-2 7 0,5 0-5 0,1-2 0 0,4 0-1 16,1-2-2-16,2 0-6 0,4 1-1 0,-1-2-5 0,1 1 1 0,0 0 1 15,-1 2-1-15,1 0 1 0,2 0-4 0,0 1 1 0,0-1 2 16,1 1 1-16,-1-2 3 0,2 0 1 0,0-1-2 0,2-1 3 0,1 1-2 16,2-1 3-16,1-1-6 0,1-1-2 0,3 1 0 0,-1 1-5 15,1 0 5-15,2 1-4 0,-1 1 1 0,1 1-3 0,1 0 2 0,-1 2 0 16,-2 2 0-16,0 1 4 0,-2 3-3 0,-1 0 1 0,0 1-1 0,-1 4 1 16,-1 0-2-16,-2 3-2 0,0 1 2 0,-2 2-4 0,0 3 1 0,-2 2 0 15,1 2-3-15,-2 2 4 0,1 3-1 0,-2 4-2 0,-1 2 0 16,0 4-3-16,0 1 0 0,-2 3 3 0,-2 0-7 0,0 4-2 0,-5 3-1 15,-1 2 0-15,-1 4-3 0,-4 1 13 0,0-1 0 0,-4 3 3 16,0 1 7-16,-2-1-6 0,-2 3 1 0,-1-2-1 0,-1 0 0 0,-2 0-2 16,-2-3 4-16,0-2 0 0,-2-1 0 0,0-3-3 0,0 0 6 0,-2-5 4 15,-1-2 7-15,0-2 8 0,0-2-6 0,-1-5 2 0,-1-2-1 16,1-3 2-16,-2-3 3 0,-1-2-3 0,-1-2 2 0,-1-2-4 0,-3-3-4 16,-2 0 2-16,-3-1-4 0,-1-2-2 0,-3-1 1 0,-3-3-3 0,-4-2 0 15,-1-1 6-15,-4-3-2 0,1-3 5 0,-3-1 1 0,-2 0 0 16,0-3-4-16,-3-1-3 0,0-1-6 0,0 0-2 0,0-3-4 0,0 0 1 15,0-3-6-15,2 0-2 0,3-2-4 0,1-2-20 0,4-1-8 0,1-1-3 16,2-1-8-16,4-1 1 0,4-1-13 0,1-3-45 0,5 0-49 16,2-1-75-16,3 0-51 0,4-1-27 0,2-2-98 0</inkml:trace>
  <inkml:trace contextRef="#ctx0" brushRef="#br0" timeOffset="19432.99">16123 9378 532 0,'-2'-5'49'16,"1"1"-22"-16,1-1-6 0,1 1-1 0,1 0-5 0,1 1-3 0,0 1-1 15,0 1 0-15,0-1 0 0,0 2 0 0,-1-1 1 0,0 1 2 0,0 1 0 16,-1 1 3-16,0-1 4 0,0 2 4 0,0 0 6 0,0 1 7 16,0 2 7-16,0-1 5 0,0 1 0 0,0 2 3 0,0 1 1 0,0 2 0 15,0 2-1-15,1 0-4 0,0 1-9 0,0 2-11 0,1 0-12 16,1 1-2-16,1 1-4 0,0 2 4 0,1 1 3 0,0-2-2 0,1 1-3 15,1-1-4-15,2-4 1 0,0 0 3 0,1-2 12 0,1-2 15 0,-1-4 27 16,1-2 17-16,1-2 8 0,0-1-2 0,0-1-7 0,0-2-15 16,-1 0-3-16,0-1-13 0,-1-1-6 0,0-2-6 0,0-1-6 0,0-2 1 15,-1 0-7-15,1-3-2 0,1-1-7 0,-2 0-9 0,1-1 1 0,-1 0-6 16,-1-1-2-16,-1 0-11 0,1 0-4 0,0-1 4 0,-2 0 0 16,2 0 13-16,-2 3-3 0,1-1 7 0,-1 0-8 0,-1 1 2 0,0 1-4 15,-1 3 1-15,0-1 1 0,-1 1 1 0,-2 3 7 0,0 1 0 16,0 2 4-16,-1 2 4 0,-1 0 0 0,0 0 2 0,0 2 1 0,0 0 3 15,0 2 8-15,-1 2-1 0,1 1 3 0,-1 2-2 0,1 2-5 0,0 2-3 16,-1 1-10-16,1 1 0 0,0 1-3 0,-1 1 13 0,2 2 0 16,0 0-4-16,0 0 1 0,2 1-13 0,1 0 3 0,0 0-7 0,1 2 2 15,1-3 4-15,0 2-8 0,1 0 5 0,0-1-3 0,0 2-5 0,-1 1 6 16,-1-2-1-16,2 0-1 0,-2-1 3 0,0-2-2 0,0 1-1 16,0-1-2-16,0 0 3 0,0-2-1 0,-1 0-1 0,0-1 3 0,0-1-4 15,-1-1 3-15,1-1 1 0,-1 0-1 0,1-1-3 0,-1-1-2 16,0-2 4-16,0 0 0 0,-1 0-2 0,0-2-4 0,0 0-1 0,0-1-3 15,-1-1-7-15,0 0-9 0,0-2-24 0,0-1-36 0,0 0-36 0,-1-1-51 16,0 0-54-16,-1-2-67 0,-1-1-67 0,-1-3-45 0,-1-2 9 16,-1-4 30-16,-1-4 12 0</inkml:trace>
  <inkml:trace contextRef="#ctx0" brushRef="#br0" timeOffset="19965.99">16044 9392 1792 0,'-11'-6'117'15,"0"-1"-76"-15,0 0-8 0,6 4-1 0,3 0-7 0,1 1-10 0,1 0-10 16,1 0-2-16,1 0 6 0,0-1 1 0,0 0 1 0,1 0 3 16,-1 0-1-16,2-1 2 0,1 1-2 0,0-2 0 0,2 0 0 0,-1 0-1 15,2 0 4-15,0 0 0 0,1 0 2 0,-1-1 4 0,2 0 0 16,2 0 10-16,1-2 2 0,1-1 1 0,1-1 2 0,3-1-3 0,1 0-1 15,1 0-1-15,3-1-8 0,1 0 4 0,2-1-1 0,2 1-3 0,0-2 2 16,3 0-7-16,0 2 2 0,1 0-3 0,1 2-2 0,0 0 1 16,0 2-7-16,3 1 1 0,-1 1 2 0,0 2-5 0,0 1 6 0,-2 2-6 15,1 1-3-15,-2 2-3 0,2 1-2 0,-2 2 3 0,0 2-3 0,-1 1 3 16,-1 2 0-16,-1 2-4 0,-2 0-1 0,-2 3 7 0,1 2-10 16,-3 0 4-16,1 1 1 0,-1 1-5 0,-3 2 5 0,0-2 0 0,-1 3 1 15,0 0 1-15,1 0-4 0,-2 2-4 0,0 1-4 0,-3 2 3 16,-1-1 2-16,-1 3-6 0,-1 1 14 0,-2 2-5 0,-1-1 2 0,-2 3 8 15,-3 1-12-15,-3 1 0 0,-1 1 1 0,-3 1 1 0,-1 1-1 0,-4 0 1 16,-1 0 2-16,-1-2 5 0,-4-4-1 0,-2 2 1 0,-4-2 4 16,-3 0-4-16,-3-1 7 0,-3 0-7 0,-3-2 10 0,-2-1 3 0,-4-2 5 15,-2 0 18-15,-2-4-7 0,-2-2 6 0,-2-2 8 0,1-3 2 0,-2-4-1 16,1-2 5-16,0-4-2 0,1-3-1 0,1-2-7 0,-1-3-14 16,1-3 1-16,1-1-11 0,2-3 0 0,-2-1-1 0,1-2-8 0,4-2 7 15,-1-1 6-15,2-1 0 0,2-2 4 0,1-2-30 0,2 0 0 16,0-2 10-16,3-2-12 0,1 2 21 0,2-3 1 0,2-2-14 0,0 1 0 15,3-3 0-15,2 2-4 0,2-3 3 0,3 0-1 0,5-1-2 0,1-1-5 16,4-3 3-16,3 0 0 0,2 0-6 0,4-1 7 0,2 2-7 16,3-2-1-16,2 2-17 0,3-2-11 0,3 2 3 0,2-2-17 0,1 1-7 15,3 1-34-15,-1-1-56 0,1 2-55 0,3-1-103 0,2 1-191 0,1-2-180 16,4-4-353-16</inkml:trace>
  <inkml:trace contextRef="#ctx0" brushRef="#br0" timeOffset="20900.25">8269 11169 1579 0,'-10'-17'69'0,"1"3"-45"16,-1-3-6-16,8 6 6 0,2 3-7 0,2 2 4 0,0 2-9 0,1 3-9 16,-2 1-2-16,1 1-4 0,-2 1 2 0,0 2 1 0,-2 1 0 0,-1 3 0 15,-3 2 0-15,-1 1 1 0,-3 0 2 0,-1 3-4 0,1 1 1 16,-4 0 0-16,1 1-3 0,-2-1 4 0,0 0-1 0,1-1 2 0,0-2 3 16,0-2-8-16,2 0 5 0,2-2-1 0,0-2-1 0,2-1 5 0,2-1 0 15,1-2-5-15,3-2 3 0,0 1-4 0,2-2 2 0,1-1-1 16,0 1 3-16,2-2-1 0,0-2 0 0,3 0 6 0,0-2-7 0,2-1 0 15,1 0 6-15,0-1-2 0,1 0 3 0,1 0 2 0,1 1-4 0,1 1 4 16,-1 1 4-16,0 0 1 0,1 1 4 0,-1 3-4 0,-1 0 2 16,0 2 2-16,1 0 0 0,0 1 4 0,-1 1-5 0,1 2-3 0,-2 0 3 15,0 0-1-15,1 1-5 0,-1 1 4 0,1 1-4 0,0 1 1 0,-1-1 3 16,2 0-7-16,-2 1 1 0,1-2 0 0,-1 2 0 0,2 0-1 16,0 0-3-16,0-1 0 0,1 1-2 0,-2-2 3 0,1 2-4 0,-4-2 2 15,1 1-1-15,-1 1-2 0,-3-2 0 0,1 1-4 0,-2-1 0 16,-2 0 2-16,0 0 3 0,-2 1 9 0,-1 0-3 0,-1 2 1 0,-1 0 6 15,-2 0-2-15,-1 0 7 0,-1 0 0 0,-1 0-2 0,-1-1-4 16,1 1-4-16,-3-1 0 0,-1 0 2 0,-1-1-2 0,-2 0 1 0,2 0-3 16,-2-1 7-16,2-1 1 0,0 1-5 0,1-1 2 0,1-1-12 0,-2 0 2 15,3-1 4-15,-2 1-5 0,0-2 5 0,2 1-3 0,-4-1-7 16,3-1 2-16,0 1 5 0,1-1-5 0,3 0 1 0,-1-1 1 0,2 0 0 16,-1-1-6-16,2 0 8 0,0 0-8 0,1 0-3 0,0 0 5 0,0-2-9 15,2 1 0-15,0 0-23 0,2-1-33 0,-1 1-30 0,2-2-35 0,0 1-39 16,1-2-43-16,1-1-60 0,2-2-61 0,1-3-32 0,1-2 15 15,2-3-24-15</inkml:trace>
  <inkml:trace contextRef="#ctx0" brushRef="#br0" timeOffset="21116.26">8231 10968 1401 0,'-12'-2'132'0,"1"0"-26"0,1 0-2 0,6 2 5 0,4 0-8 0,1 0-40 15,3 1-35-15,1 0-14 0,4 1-7 0,3-1 0 0,1-1 0 0,2 1 0 16,0-1-1-16,3-1-5 0,2 1 1 0,1-1-3 0,2 0-2 16,2 0 1-16,-1-1-3 0,1 0-10 0,-3 1-5 0,0 0-12 0,-1-1-17 15,-3 1-6-15,1-1-9 0,0 0-3 0,0 0-3 0,-1-1-5 0,0 0-2 16,-1-1-6-16,-1-1-8 0,1 0-10 0,2-1-13 0,-1-1-14 16,-2 0-13-16,1-2-14 0,-1 1-10 0,-1-3-7 0,-1 0-71 0</inkml:trace>
  <inkml:trace contextRef="#ctx0" brushRef="#br0" timeOffset="21550.26">7636 11153 1094 0,'-19'-10'82'0,"3"0"-6"16,-1-1 13-16,5 1 13 0,8 2 3 0,0 0-25 0,3 0-36 0,2 1-18 15,2 0-11-15,2-2-2 0,2 1 0 0,3-1 4 0,0 0-4 0,4 0 3 16,2 0-1-16,2 1-2 0,2-1 0 0,4 0-10 0,2-1 4 16,4 1-3-16,-1 0-6 0,3 0 5 0,-1-1-6 0,1 1 5 0,1-1 3 15,3 1-6-15,-1 1 1 0,3 0-2 0,-1 2 2 0,0-1 3 0,2 1-2 16,-1 2 3-16,2 1-4 0,0 1-4 0,0 2-2 0,0 3 2 16,1 1 1-16,1 3 0 0,-1 2 6 0,1 1-8 0,-2 2 3 0,0 2 1 15,2 2-2-15,-1 1 9 0,0 3-4 0,0 2 4 0,-2 2-2 0,0 4-6 16,-2 0 2-16,-3 3-2 0,1-1 0 0,-5 3 0 0,-1 0-2 15,-3 0 4-15,-2 0 0 0,-4 0 0 0,-4-3 0 0,-3 0 0 0,-4-2 8 16,-3 0 5-16,-3-2 4 0,-3 0 1 0,-2-1-6 0,-3-1 2 0,-3-1 0 16,-4-1-1-16,-2 1 0 0,-6 1-5 0,-4 1 2 0,-1 0-6 15,-6-1-3-15,0 1 5 0,-6-1-3 0,-2-3 1 0,-4 1 1 0,-5-3-6 16,-2-1 4-16,-2-1-2 0,-4 0-2 0,-2-2 4 0,-2 0 1 16,-4-1 0-16,0-2 3 0,-2 0 4 0,0-3-5 0,1 0 1 0,-1-1-3 15,2-2 0-15,2-2 5 0,1-2 2 0,2-1 8 0,2-1-1 0,3-2 5 16,3 0 8-16,6-3-1 0,3 0 1 0,5-3-10 0,5-2-8 15,4 0-7-15,5-3-11 0,6-1-4 0,3-2-8 0,4 0-16 0,4-3-16 16,5-1-40-16,4-2-43 0,4-2-56 0,5-3-60 0,5-1-72 16,2-5-56-16,7-2-225 0</inkml:trace>
  <inkml:trace contextRef="#ctx0" brushRef="#br0" timeOffset="43750.51">10750 12022 612 0,'-7'0'112'16,"-1"2"-2"-16,-2 0-25 0,2 0-17 0,3-1-18 0,0 1-14 0,1 0-12 15,1 0-4-15,0 0-3 0,0 0-4 0,0 0-3 0,0-1-5 0,0 1-3 16,-1 0 0-16,1-1 3 0,-2 1-1 0,1 0-2 0,-1-1 4 15,0 1-3-15,-1 0 0 0,-1 0 1 0,0 0 0 0,-2 1 0 0,0 1 1 16,-3 1-1-16,-1 1-1 0,-1 1 1 0,-1 2-1 0,-2 0 3 0,-1 2 0 16,1 1 0-16,-2 2 6 0,-2 2-1 0,1 0 0 0,-3 1-2 15,0 2-2-15,2 0 2 0,-2 1 1 0,1 1 4 0,2 2-2 0,0-1 0 16,0 2-5-16,2-1 3 0,2-2-1 0,1 0-1 0,4-1 6 16,1-3-9-16,3 1 3 0,1-1 1 0,2-3-3 0,3 1 9 0,0-1-5 15,2-1 3-15,1 1-1 0,1-4 2 0,1 2 1 0,2 0-3 0,0-2 7 16,1-1-3-16,1 0 0 0,1-2 3 0,1 1-5 0,0 0 2 15,2-1-8-15,0 0-6 0,1-1 5 0,0 1-6 0,-1 0 7 0,0-1-5 16,-1 1 6-16,2 0-1 0,0 1 0 0,-1-1 3 0,1-1-12 16,-1 0 1-16,0 0 2 0,1 0-2 0,1-1 4 0,-1-1-3 0,1 0-3 15,0-1 3-15,0 1 3 0,-1-1 1 0,-1 0 2 0,0-1-2 0,0-1 0 16,0 0-1-16,-1-1 1 0,-2 0 5 0,0-1-1 0,-2 0 5 16,-2-1 5-16,0-1 6 0,0 1 6 0,-2-1 9 0,-2 1 5 0,0 0 9 15,-3 0 6-15,0-1 2 0,-2 0-9 0,0-2-3 0,-3 0-11 0,-2-1-11 16,-1 0 1-16,-3-1-16 0,-3 0-1 0,0 2 0 0,-1 1-12 15,-3 0 6-15,0 3 5 0,0-1-5 0,-3 1 12 0,1 2 8 0,0 1-3 16,0 2-2-16,0 0 4 0,1 1-17 0,-2 1-2 0,1 1 2 0,2 0-8 16,0 1-2-16,2 0-1 0,4-2 0 0,1 2-2 0,2-1-2 15,1 0-4-15,2-1-8 0,3 0-4 0,1-1-7 0,3 0-14 0,0-1-13 16,2 0-8-16,1-1-10 0,2 1-11 0,1-3-6 0,2 1-32 16,2-1-37-16,1-2-27 0,2-2-20 0,1-2-8 0,4-3 3 0,0-5 13 15,4-1 8-15,0-4 15 0,1-3-69 0</inkml:trace>
  <inkml:trace contextRef="#ctx0" brushRef="#br0" timeOffset="44284.52">9767 12167 1318 0,'-29'-6'715'16,"0"0"-589"-16,-7-2-61 0,8 1-25 0,8 2 3 0,2 0-7 15,7 1 1-15,1 0-14 0,2 2-11 0,4-1-6 0,1 1-11 0,3-1-11 16,1 0-4-16,2-1-3 0,3 0 5 0,2-2 6 0,4 0 0 0,6-1 3 16,4-2-3-16,2-1 0 0,3 0-2 0,2-2 1 0,2 0 13 15,4-1-3-15,1 0 4 0,4 0 1 0,1-2-10 0,2 0 5 0,0 0 0 16,3 2 1-16,2-1-3 0,0 1 5 0,2 0-1 0,-1 0 1 15,2 3 1-15,0 0-8 0,-1 1 2 0,-1 2-6 0,-1 1-3 0,1 1 6 16,-1 1-3-16,-2 3 5 0,-2 1 2 0,0 2-5 0,-2 2 2 0,-1 2 0 16,-1 2 5-16,-1 3-3 0,-1 1 2 0,-2 2 1 0,-1 2-3 15,-2 1 0-15,0 2-5 0,-1 1-6 0,-1 2 1 0,-1-2-4 16,0 2-4-16,-3 0 12 0,1-1 1 0,-3 4 2 0,-3 1 5 0,-1-2-9 0,-4 2 0 16,-2-1 3-16,-3 2 2 0,-1-1 4 0,-4 3-1 0,-3 0 5 15,-2 0 1-15,-3 0-5 0,-2 0 6 0,-4-1-1 0,-1-2 1 0,-4 2 5 16,-3-1-1-16,-2 2 0 0,-5-1 3 0,-3 1 8 0,-2-3-5 0,-3-4-5 15,-2-1 4-15,-2-3 5 0,-3-2 4 0,-1-2 1 0,-2-1-9 16,-3-5-16-16,-1-1-4 0,-2-4-2 0,0-1 2 0,0-3-9 0,2 0 2 16,0-3 2-16,-1-2 3 0,0-1 10 0,0-2 9 0,-1-1-7 15,0-1 2-15,1 1 4 0,1 1 7 0,1-2 11 0,-2 0 5 0,2 0 1 16,0-1-4-16,-1 0 11 0,6 0 5 0,1 1 5 0,1 0 2 0,3 1 0 16,1 0-12-16,3 1-1 0,2 1-7 0,2 0-13 0,1 0-3 15,2 1-10-15,3 0-7 0,2 1-4 0,2 0-6 0,2 0-10 0,2 1-14 16,2-1-19-16,2 0-40 0,1 0-68 0,1-1-91 0,4-2-109 0,1-1-71 15,4-4-23-15,2-1-116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1:11:41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4387 6132 1066 0,'-1'-2'177'16,"2"2"-181"-16,1 0 1 0,3 2-3 0,3 0 8 0,1 0 1 0,1-1-4 15,1 1-1-15,0 2-5 0,2 0-8 0,1 2-6 0,1 0-24 0,0 2-12 16,1 1-10-16,0 1 0 0,0 1 18 0,2-2 17 0,3 2 12 16,1-1 11-16,3 0 4 0,2-1 3 0,-1 0 3 0,2-2 1 0,1 0 1 15,1 1 1-15,2-1 4 0,3-1 2 0,0 0 4 0,1-1-4 0,2 0 2 16,1 1 2-16,3-1 6 0,2 0 8 0,1-1 0 0,4 0 5 16,1 0-3-16,4-2 4 0,0 0 3 0,1 0-3 0,2-1-2 0,2 0-10 15,4-1-7-15,1 0-1 0,2-1-5 0,2 1 1 0,2-1 1 16,1 2-3-16,0-1 0 0,0 1-3 0,1 1-3 0,3 1 0 0,0-1-1 15,2 2 1-15,1 0 3 0,-1 1-6 0,3 0 3 0,1 0 3 0,1-1-5 16,3-1 8-16,2 0-5 0,2 0-4 0,3 1 2 0,-1-2-5 16,2 0 1-16,1-1-3 0,2 0 2 0,1 0 0 0,3-1-1 0,2 0-1 15,-2-1 3-15,3 1 4 0,0 0 1 0,0-1 3 0,3 1 1 0,-1-1-3 16,0 2 2-16,1 0 9 0,-1 1 1 0,3 0 3 0,1 0 3 16,0 0-4-16,0 0-3 0,0 1-1 0,1 0-2 0,-1 0-1 0,0 0 1 15,1-2 1-15,-1 1-1 0,3-2 1 0,-1 0 2 0,0-2-4 16,0 0 0-16,0-1-3 0,1-1-8 0,2-2-1 0,-2-2 2 0,2-2-8 15,-2 1 2-15,-1-2 0 0,0-1-5 0,0 1 8 0,-3-1 0 0,-1 1 1 16,-2-2 1-16,-3-2-2 0,-3-1 6 0,-2 0 0 0,-2 1 0 16,-3-1 3-16,-2 0-3 0,-3-1 3 0,-2-1 8 0,-3 0 3 0,-4-1 5 15,-1 2 6-15,-4-4-1 0,-3 0 0 0,-1 0-2 0,-3-4-9 0,-3 0 2 16,-2-2-4-16,-5-1 3 0,-3 2 3 0,-5 0-2 0,-4 0-5 16,-4-2 6-16,-5 1-4 0,-4-3 1 0,-6 1-3 0,-4-1 4 0,-4 0-2 15,-6-1-7-15,-4-1-2 0,-4-2-14 0,-6 2-10 0,-4-3-2 16,-5 2 1-16,-5-1-3 0,-6 0-1 0,-3-2 2 0,-7-1-3 0,-2 1 2 15,-7 0 4-15,-4 3 5 0,-4-2 10 0,-2 1 5 0,-3 0 5 0,-4-1 2 16,-2 2 6-16,-4-1 1 0,-4 0 1 0,-2 0-4 0,-4 0-5 16,-3 0-2-16,-3 2-2 0,-5 0-3 0,-2 1 2 0,-4-1-3 0,-2-2 0 15,-6 3-4-15,-2-1 4 0,-4 3 0 0,-3-1-1 0,-3 1 2 0,-5 0-2 16,-1 0-3-16,-1 2 4 0,-4 0-5 0,-2 4 2 0,-2 0 3 16,-5 1-3-16,-1 1 3 0,-3-2-2 0,-2 4 0 0,1 1 4 0,-3 1-1 15,-2 2 3-15,1 2-1 0,-3 0-2 0,-1 0 2 0,2 2 0 16,-1 1 0-16,1 0-2 0,1 2-2 0,0-2 0 0,-1 1-2 0,3-1 1 15,-1 1-2-15,0-1-6 0,0 2 4 0,-1 0-3 0,0 1 3 0,-1 0 4 16,2 1-3-16,-1 0 2 0,0 1 3 0,-1 2-4 0,0 1 4 16,1 1 0-16,-1 3 0 0,-1 2 7 0,-1 0 0 0,-1 4 0 0,1 1 0 15,0 1-2-15,-1 3 11 0,2 3 1 0,1 1 1 0,5 2 4 0,6 1 2 16,4 2 1-16,6 3 1 0,4 0-5 0,5 2-15 0,6 1 0 16,4 1-2-16,3 0 0 0,6 2 0 0,-1 0-1 0,4 3-1 0,-1 1-1 15,1 2-2-15,2 1-12 0,3 2-1 0,2 3 1 0,4 1-4 16,5 0 9-16,6-1 1 0,6 1-3 0,7-2-1 0,7 3-4 0,5-1-9 15,6-1 5-15,4 0-2 0,7 0-1 0,4 2-8 0,6 0-24 0,5 1-26 16,5 0-35-16,4 2-61 0,2 0-74 0,4 0-90 0,3 0-208 16</inkml:trace>
  <inkml:trace contextRef="#ctx0" brushRef="#br0" timeOffset="93105.11">3423 7406 101 0,'-4'-4'11'15,"1"-1"-14"-15,1-3-8 0,2 2-11 0,1 0-25 0</inkml:trace>
  <inkml:trace contextRef="#ctx0" brushRef="#br0" timeOffset="93605.11">3046 7119 1175 0,'-20'-10'27'0,"4"-2"12"0,-3-1-13 16,10 2-7-16,7 1-7 0,1-1 0 0,2-1-5 0,2-1-4 0,2 0-7 16,2 0 1-16,1 2-3 0,2-1-1 0,1 1 1 0,2 0-7 15,2 0-5-15,2 0 5 0,-1 2-1 0,3 0-5 0,0-1 10 0,-1 2-2 16,3 1 4-16,0-2 4 0,1 2 1 0,2 0 1 0,1 0 1 0,-1-1-1 16,5-1 2-16,2 1 2 0,4-1-3 0,1 1 5 0,1-1-2 15,3 1 0-15,1-1 3 0,1 0-2 0,2 0 1 0,-1 0 2 0,-1 1 1 16,0 0-1-16,-1 0 0 0,-1 0 0 0,0 1 0 0,0 1 0 0,-1 1 6 15,2 0-4-15,-2 1 0 0,-1 0 0 0,0 2 0 0,-1 0 1 16,-1 1 4-16,-1 1-1 0,-1 2-2 0,-1 1-2 0,-3 2-2 0,-1 2-1 16,-1 1 2-16,-3 3 2 0,0 1 1 0,-2 1-2 0,1 3-4 15,-2 1 0-15,-3 1-5 0,-1 3 1 0,-3 1 0 0,-1 2 1 0,-2 1-3 16,-1 2-7-16,-1-1-3 0,-3 2-7 0,-1 0-2 0,-2 0 1 16,-1 2 1-16,-4 1-1 0,-1-1-2 0,-4 0-5 0,-2-1 0 0,-2 0-5 15,-3-1-1-15,-2 1 0 0,-3-2 2 0,-2 0 4 0,-3-3 12 0,-3-2 6 16,-1-1 10-16,0-2 7 0,0-3 1 0,1-1 10 0,-1-3-5 15,-1 0 5-15,1-2 0 0,-2-1-5 0,0-1 0 0,-1-1-4 0,1-1 3 16,-2-1 0-16,0 0 0 0,-1-2 2 0,-3 0-2 0,0 0-3 0,-1 0 0 16,-1 0-1-16,0-1 5 0,2 0 9 0,1 0 0 0,0-2 9 15,2 1-1-15,2-1 1 0,1 0 0 0,0 1-3 0,2-1-3 0,-2 0-2 16,2 0-1-16,2 1-4 0,-2 0 0 0,2-1 1 0,0 1-3 0,2 0 2 16,1-1 0-16,-1 1-2 0,4-2-1 0,-1 1-6 0,2-1-6 15,3 0-5-15,3-1-3 0,1 0-2 0,3 1 0 0,0 0-7 0,3-1-8 16,2 0-8-16,2 0-17 0,0 1-17 0,2 0-21 0,2 0-32 15,2-1-35-15,5 0-26 0,2 0-29 0,4-1-18 0,5-1-108 0,4-1 41 16</inkml:trace>
  <inkml:trace contextRef="#ctx0" brushRef="#br0" timeOffset="93755.11">4577 7243 27 0,'27'-3'20'0,"7"1"6"0,9-1 7 0,2 2-4 16,-1 2-8-16,2 0-9 0,2 3-11 0,2 0-2 0,2 3-2 0,1 0-5 15,1 3-2-15,0 1-1 0,3 1-1 0,-1 1-3 0,1 3 0 16,1-1-2-16,0 2-7 0,0 1 4 0,1 1 5 0,1 1 2 0</inkml:trace>
  <inkml:trace contextRef="#ctx0" brushRef="#br0" timeOffset="94322.11">6883 7788 149 0,'68'5'141'0,"8"0"18"0,19 1 7 15,-8-2-1-15,-10-1-17 0,-1-1-10 0,2 1-5 0,2-1-10 0,0 0-15 16,3 1-20-16,2-1-12 0,-2 1-13 0,4 0-4 0,0 0-8 0,4 1-6 15,0-1-5-15,5 1-15 0,0-1-8 0,3 1-1 16,4-1-2-16,-1 1-6 0,4 0 0 0,1 1-4 0,-1 0-2 0,0 0 0 0,2-1 0 16,-2-1 5-16,2 1-6 0,0-1 0 0,0 0 2 0,-2 0-3 15,0-1 3-15,0 1 4 0,0-1-3 0,0-1-1 0,-2 0 0 0,0-1-3 16,2-1 1-16,-1-1 3 0,-1-1-1 0,2 0 1 0,0-1-2 0,0-2-1 16,0 0 0-16,0-2-1 0,-1 0 0 0,-1-1 6 0,-3-1 0 15,1 2-1-15,-3-2 8 0,-2-1-5 0,-3 1 5 0,-2-1-2 0,-2 0-2 16,-2 0 1-16,-3-3 0 0,-1 0 3 0,-2-1 4 0,-1 2-6 0,-3 0 1 15,0-2 0-15,-3 0-12 0,-4 1-6 0,-1-2-3 0,-4 1-2 16,-4 1 16-16,-3 0 14 0,-4 2 1 0,-3-1 4 0,-5-2-17 0,-2 0 2 16,-5 0-2-16,-2-1-1 0,-1 0 2 0,-4-1-1 0,-2 1-4 0,-5-2 1 15,-4 0-2-15,-4 1 1 0,-5-1 1 0,-2-1-1 0,-3-1 6 16,-5-1-1-16,-4-4-4 0,-4-1-5 0,-5-3-7 0,-4-1-5 0,-8-3 2 16,-5 0 5-16,-7-4 5 0,-6 0 1 0,-7-3-7 0,-4 0 10 0,-3-1 2 15,-6-1 4-15,-5-1 11 0,-4 1-10 0,-3 0 2 0,-3 0 0 16,-5 2 2-16,-3-1 4 0,-1 1 1 0,-3 2 3 0,0 2 1 0,-2 1-3 15,0 4-5-15,-3 0-1 0,-1 3-5 0,-5 2-17 0,-3 1 1 16,-2 5-3-16,-6 1 3 0,-1 2 10 0,-4 3 0 0,-2-1-3 0,-4 3 0 16,-2 1-3-16,-2 1 3 0,-5 3-3 0,-3 1-3 0,-4 1 4 0,-1 1-4 15,-6 1 0-15,-3 1 1 0,-3 2-3 0,-4 3 7 0,0 0-2 16,-1 2-2-16,1 1 1 0,0-2-1 0,1 3 2 0,0-1 0 0,3 2 0 16,0-1-5-16,3 0-2 0,1 1 1 0,2-1 1 0,2 1-2 0,5-3-1 15,-1 0-2-15,2 0-4 0,0-1-1 0,-3 1-3 0,1-1-2 16,0-1 1-16,1-1 6 0,-2 0 6 0,2 0 4 0,-1 1 1 0,2 0 1 15,-3 1 4-15,-3 1 3 0,0 2-2 0,-1 0 4 0,-2 3 1 16,-2 2 7-16,-1 1 1 0,0 2 2 0,1 2-2 0,0 2-1 0,2 1 2 16,4 1-2-16,3 2 1 0,4 0-2 0,3 0-3 0,6 2-2 0,3 1-1 15,5 2-6-15,6-1 5 0,4 0-5 0,4 1-6 0,6-1-3 16,5 3-9-16,0 3-5 0,7 2-2 0,5 2-6 0,4 0-14 0,8 3-9 16,2 1-17-16,5 2-18 0,6 3-11 0,4 0-19 0,6 1-27 0,3 2-40 15,5 2-73-15,4 2-155 0,2 2-151 0</inkml:trace>
  <inkml:trace contextRef="#ctx0" brushRef="#br0" timeOffset="128156.89">3899 7920 1295 0,'-9'-6'119'15,"-1"0"-123"-15,-2-1-38 0,-1 0-8 0,2 1 17 0,-1 1 20 0,1 0 12 16,1 2-8-16,-3 1-36 0,-3 1-36 0,-2 4-27 0,-1 2-8 16,-2 4 18-16,-2 2 19 0,0 2 20 0,-3 2 14 0,1 2 13 0,-3 2 14 15,-1 0 10-15,1 1 11 0,0 0 7 0,2-1 7 0,-2 2 9 0,0-1 1 16,-1 0 3-16,1 0-2 0,0 0-4 0,3-1-2 0,2 2-3 15,1-3-2-15,3 0 4 0,1 0 5 0,1-1 2 0,2 2 6 0,2-2-3 16,2 1-7-16,1 0-7 0,1-1-7 0,2 3-4 0,2 0-4 16,1-1-2-16,1 0-3 0,4 1 1 0,1-2 1 0,3 3-1 0,2 0 1 15,0 0-2-15,2 0-1 0,3 0 1 0,0-2 0 0,2 2-1 0,2-1 1 16,1-1 1-16,0 1-3 0,2 1 5 0,0-2-5 0,2 3-1 16,2-1 3-16,2-1-3 0,1 2 0 0,0 0 1 0,1-2-2 0,-1 1 2 15,1 0 6-15,1-1-1 0,1 1 1 0,2 0 1 0,2-1-4 0,-1 1 3 16,1 1 1-16,1-2 1 0,1 0-2 0,2 0-2 0,1-3-3 15,1 2-1-15,3 0 0 0,2-2 2 0,0 1 0 0,3-1 0 0,-1-1-2 16,2-3-1-16,1-2 3 0,4 1-1 0,1-2 2 0,4-1 1 16,1-1 0-16,0-1 1 0,2-1 2 0,2 0-2 0,0-2 1 0,0 0-1 15,2 0 1-15,0-1-1 0,1 1 3 0,0-1 1 0,2 0-1 0,0 1 3 16,3 0 6-16,0 0 4 0,-1-1 11 0,2 1 3 0,0-1 4 16,2-1 0-16,3 0-2 0,-1 0-8 0,2 0-4 0,2-1-5 0,0-1-6 15,-2 0 0-15,3 0-6 0,-2-1 3 0,1 0-2 0,2 1-1 0,0 0 0 16,0-1-2-16,-1 1-1 0,-1 0 3 0,-2 0-2 0,1 1 1 15,0 0 1-15,-1 0-1 0,3 0 0 0,-2 0-1 0,-1-1 1 0,-3 0 0 16,1-1 0-16,-2 0 1 0,0-1 0 0,0-1 2 0,0 0 0 16,0-2 1-16,-1 0-2 0,-1-3 3 0,-2 0-3 0,-1-2 5 0,-1-2 2 15,-1-1 2-15,-2-2 4 0,-2-2 5 0,0-3 5 0,-2-1 4 0,-3-2 7 16,-2-2 1-16,-3-1 4 0,-1-1 0 0,-1 1 0 0,-2-3-2 16,-2 0-2-16,-3-1-6 0,0 0-6 0,-5-2-6 0,-3 3 1 0,-1-2 5 15,-5 1 1-15,1-1 6 0,-5 0-4 0,-1 0-7 0,-4 0 2 0,-6 1 2 16,-2 1-1-16,-3-1 4 0,-3 0-5 0,-1-2-4 0,-5 1-2 15,-3-1-9-15,-2 1-7 0,-3-2-6 0,-3 2-2 0,-3-3 0 0,-1 0-2 16,-4-1-15-16,-4 1 1 0,-3-1 2 0,-3-1-2 0,-2 0 18 16,-3-2-5-16,-1 3 1 0,-5-1 4 0,-2-1 0 0,-3 1-2 0,-4-3 5 15,-3 2 1-15,-2 0 2 0,-1 1 8 0,-2 0 3 0,-4 2 0 0,0 0 2 16,-4 0-9-16,-3 2 9 0,-1 1 2 0,-4-1 2 0,-1 3 16 16,-2-1-10-16,-1 1 0 0,-4 2-1 0,1 2-5 0,-5 1 1 0,-2 2-8 15,0 2-3-15,-2 3-4 0,1 0-3 0,-5 3 0 0,0 2 0 0,-5 3-1 16,0 2-10-16,-3 3 5 0,-2 3-3 0,-1 2 0 0,-4 4 1 15,-2 4-4-15,-6 1-5 0,-1 4-9 0,-3 4-11 0,-2 2-9 0,-3 5-11 16,-5 5 0-16,-1 2 1 0,-4 4-2 0,1 5 7 0,-1 0-16 16,0 3 3-16,1 3-11 0,1 1-13 0,1 2-4 0,3 1-20 0,2 3-13 15,3 1-30-15,2 2-34 0,2 3-58 0,2 1-271 0</inkml:trace>
  <inkml:trace contextRef="#ctx0" brushRef="#br0" timeOffset="156509.07">5408 10482 460 0,'9'9'24'0,"6"1"15"0,8 3 18 0,5-2-21 0,5-3 6 0,4 1-4 15,4-2-4-15,5-1-4 0,2-1-8 0,2 0-4 0,5-1-8 0,1 0-6 16,3 0-2-16,3 0-3 0,-1 0 2 0,3 1 0 0,2-1-2 16,2 2-2-16,1-1-1 0,1 2 3 0,0 0 1 0,1 0 3 0,1 1-2 15,1 1-1-15,-2 0 4 0,2-1-1 0,-2 1 0 0,1-1-3 0,2 1 1 16,-1-1 0-16,-1 0 2 0,1-1 4 0,0 0 0 0,-1-2 5 16,3 1 8-16,-2 0 4 0,0-1 7 0,2-1 2 0,-1-1 0 0,0 0-1 15,0-1-1-15,-2-1 5 0,2-2 4 0,0-2-2 0,0-2 5 16,0-2-7-16,0-1 4 0,0-2 0 0,-2-1-6 0,-2-2-1 0,-1-2 0 15,-2 0 2-15,0-1 1 0,-2-1 6 0,-1-1-14 0,-1 0 1 0,-3 1-5 16,-1-2 0-16,-3 0 0 0,-2 1-1 0,-1-2 0 0,-3-1-3 16,-3 0 2-16,-1-1 0 0,-2 0-2 0,-2 1-1 0,-3 0-4 0,0-1-2 15,-4 0-2-15,-1-1 0 0,-2 1 1 0,-3-3-6 0,-1 0 1 0,-4 1-7 16,-2-1 2-16,-2 0 3 0,-2-1 1 0,-3 0 6 0,-1 0 0 16,-3-2 1-16,-4 1 0 0,-2 0 8 0,-3 1-3 0,-3-2 8 0,-2 2-1 15,-3-2-1-15,-4-1 3 0,-3 0-2 0,-2 0 8 0,-4 1-2 16,-3 0 1-16,-3 2-1 0,-5-1-6 0,-4 1-4 0,-3-1-1 0,-4 1-2 15,-1 1-14-15,-4-1-1 0,-3 3 8 0,-2-1-7 0,-6 1 7 0,-3 1 0 16,-2-1-11-16,-3 3 1 0,-4 0 4 0,-3 2-2 0,-2 1 1 16,-5 2 1-16,-2 0-8 0,-2 2 0 0,-3 1 4 0,-2 2-4 0,-2 1 3 15,-5 0 5-15,-2 2-4 0,-2 1 1 0,-3 2 1 0,0 2-3 0,-1 0 3 16,-4 2-1-16,1 2-1 0,-5 1 2 0,0 2 0 0,0 1-1 16,-3 1 1-16,4 2 3 0,0-1-9 0,0 4 5 0,1 1-2 0,-1 2-3 15,1 3 7-15,1 1-1 0,0 3-1 0,3 2-2 0,0 2-2 16,4 2-7-16,3 3 4 0,-1 4 13 0,3 0-2 0,1 5 0 0,2 2-3 15,2 3-18-15,3 3-2 0,1 2-4 0,5 3-5 0,1 3-10 0,3 2-15 16,3 4-26-16,3 1-44 0,4 6-53 0,5 4-61 0,3 4-61 16,5 6-26-16,2 4-13 0,6 5 19 0,7 2-29 0</inkml:trace>
  <inkml:trace contextRef="#ctx0" brushRef="#br0" timeOffset="159842.07">10351 10528 615 0,'-10'-6'21'0,"4"0"15"0,0-1-4 16,4 4-12-16,3 2-15 0,2 0-9 0,3 1-2 0,2 1 5 16,5-1 2-16,2 2-2 0,4-1-1 0,2 0-1 0,6 0 0 0,2 0 0 15,4 0 0-15,3 0 4 0,4 1-2 0,2-1 3 0,2 0 1 0,3 0-3 16,3 1 2-16,1 0 0 0,3 0-2 0,1-1 4 0,2 1-1 16,2 0 0-16,1 0 2 0,1-1-2 0,3 1 6 0,1 0 3 0,1 0 3 15,2-1 4-15,4-1 3 0,0 1 1 0,6-1 0 0,1 0 3 16,2 1-3-16,3 0 0 0,2 2-1 0,1 1-6 0,2 1-4 0,1 1-1 15,3 1-5-15,0 1 2 0,3 1-1 0,-1 0-3 0,2 0-2 0,-1 0-1 16,0 0 0-16,2 0 4 0,-3 0 3 0,2-1 0 0,-2-1 5 16,1-1 3-16,-2-1 10 0,0-1 16 0,0-3 12 0,-3-1 19 0,1-2 10 15,0-1 7-15,-1-2 4 0,0-1-1 0,0-3-2 0,-3 0-9 0,1-2-10 16,-1 0-9-16,0 0-15 0,-1 1-8 0,-1 0-8 0,0 1-15 16,-3 1-3-16,-1 1-11 0,-1 0-3 0,-1 0 0 0,-1 2-8 0,1 1-10 15,0 1-13-15,0 0-12 0,0 0-25 0,0 1-29 0,-1 1-62 16,0 1-102-16,0 0-86 0,-1 1-14 0,3-1 10 0,2-1 44 0</inkml:trace>
  <inkml:trace contextRef="#ctx0" brushRef="#br0" timeOffset="-190664.94">14812 11811 565 0,'-2'-12'122'0,"1"0"-40"0,0-3-12 0,2 3-20 16,0 4-30-16,2-1-14 0,1-1-11 0,1 2-2 0,3-1-2 0,0-1-2 16,2 1 4-16,-2-1 0 0,2 0 2 0,1 2 3 0,-1 0-2 15,0 2-1-15,1 0 2 0,-3 0 3 0,2 1 4 0,-1 0 3 0,0 1 1 16,1 0-2-16,0-1-1 0,-1 2 1 0,2-1 0 0,1 1-1 0,1 0 1 15,0 1 1-15,0 0 2 0,2 1-1 0,1 1 2 0,1 0-4 16,1 0-3-16,2 1 2 0,0 0-2 0,1 0 3 0,2 1-2 0,1 0 4 16,1 0 3-16,1-1 2 0,-1 0 6 0,4 1 1 0,0-2 3 15,3 1 5-15,-1-1 1 0,0-1 5 0,-1 1 4 0,2-1 0 0,1 0-1 16,2 0 1-16,1-1-2 0,1 2 1 0,0-1-3 0,2 2-5 0,1 0-8 16,1 1-4-16,1 1-4 0,1 0-2 0,0 0 2 0,0 1-1 15,2 1 4-15,1 2-3 0,0 0-1 0,1 2-3 0,1 0-7 0,2 2-4 16,1 2-1-16,-1-1-2 0,3 2-1 0,0 0 3 0,1 1-5 0,1 0-1 15,0 1 2-15,1 0 2 0,1 1 0 0,0-2 0 0,-1 1 4 16,3 0-5-16,0-1 2 0,0-3 1 0,-1 1-5 0,-1-2 7 0,1-2 1 16,-1 0 4-16,0-2-1 0,0-1 3 0,-2-2-2 0,-1 1 1 15,1-1 5-15,-2-1 0 0,-1-2 3 0,0 0 6 0,0-2 0 0,0 1 1 16,0-1 1-16,2-2-4 0,-1 0 0 0,0-1 2 0,1-1 0 0,0-1 1 16,0 0-6-16,0-3 0 0,0 1 2 0,0-1 0 0,1-1 2 15,-2 0 0-15,-2 1-5 0,-1-2 3 0,-2-1 4 0,-1 1 2 0,0-1 4 16,-2 2 1-16,-2-2-1 0,0-2 1 0,-2 0 4 0,-1-1 1 0,0-1-3 15,-3-1-1-15,-1-1-6 0,0 0-1 0,-3-3 1 0,1 0-3 16,-2-1 0-16,-2-1-4 0,-2 0 0 0,-3 1 0 0,-3-2 0 0,-1 0-2 16,-1-2 4-16,-4-1-7 0,0 2-7 0,-2-1 8 0,-2-1-4 15,-2 0 8-15,-3-1 4 0,-2-2-6 0,-2 1-2 0,-2-2-5 0,-2 2 0 16,-3 0-3-16,-1 0-3 0,-3 1 2 0,-2-2-1 0,-3 0-2 0,-3-2-2 16,-1 1-5-16,-3 0 3 0,-1 0 1 0,-2-1-2 0,-3 1 0 15,-3-1 1-15,-4 1-1 0,-1 0 6 0,-4-2-3 0,-1 1 0 0,-3-1 0 16,-5 1-3-16,-1 0 0 0,-4 3 1 0,-2 0 2 0,-1 3-1 0,-1 0 1 15,-2 1 7-15,-3 1-4 0,-1 0 5 0,-1 2-1 0,-2 0-5 16,0 2 4-16,-1 3-6 0,-4 2-2 0,-1 1-2 0,-3 2-2 0,-1 3 0 16,-3 0 0-16,-3 4 0 0,-2 0 3 0,-1 1 0 0,-1 1 7 15,1 1 1-15,-1 1-1 0,2 1 2 0,0 2-3 0,1 0-1 0,3 1-4 16,-1 0 1-16,-1 1-7 0,3 0 1 0,0 2-1 0,-2 0-2 0,0 1-3 16,0 2-2-16,-1 1 2 0,1 2 3 0,-1 3 7 0,1 2-4 15,0 4 3-15,1 1-1 0,2 2 0 0,-2 1 9 0,3 1 1 0,2 1-1 16,1 1-1-16,2 4 3 0,3 0-2 0,1 3-1 0,1 2-5 0,2 2-4 15,0 3-3-15,3 1 5 0,1 2 7 0,2 4-1 0,4 0-3 16,3 3 4-16,6-2-9 0,5 0 2 0,6-1-3 0,6-1-6 0,4-1 3 16,5 0-1-16,4-3-4 0,6-1 7 0,3-4 0 0,6-3 5 0,4-1 13 15,2-3-6-15,5-2 16 0,3-1 3 0,3-3 2 0,3 0 13 16,4-3-4-16,5-1 8 0,3-3 4 0,3-1-8 0,6-4-2 0,3-1-6 16,5-3-9-16,4-1-3 0,5 0-12 0,4 0-2 0,5-1-7 15,3 0-4-15,3 0-7 0,4 0-20 0,1 1-44 0,5 3-107 0,2 1-142 16,1 4-128-16,3 2-71 0,2 3-35 0</inkml:trace>
  <inkml:trace contextRef="#ctx0" brushRef="#br0" timeOffset="-178282.84">3701 12391 1170 0,'-11'-5'101'16,"1"0"19"-16,-2 0-35 0,2 2-14 0,2 1-11 0,2 0-1 15,1 0-12-15,1-1-7 0,1 3-13 0,1-2-15 0,2 2-6 0,0 0-11 16,1-1-11-16,0 1 0 0,2-1-6 0,3 1-3 0,1 0 3 16,4-1-2-16,3 1 6 0,2-1 1 0,2 0-2 0,3 0-3 0,2-1-7 15,1 0 2-15,4-1 3 0,0-1 6 0,3 0 9 0,0 0 1 0,3 1 0 16,1-2 7-16,1-1-4 0,3 1 5 0,-2-1 2 0,2-1 1 16,1 1 4-16,2-2 6 0,3-1-1 0,3 1 9 0,1-1 0 0,3-1-3 15,2 0 7-15,3 0-3 0,5-2 2 0,2 0-3 0,1 0-5 0,2-1 1 16,1 1-3-16,0 0 12 0,3 0-8 0,0 1 3 0,0 0-7 15,2 3-3-15,1 1 5 0,-1 1-9 0,-1 1 3 0,-1 1-2 0,1 2-2 16,1 1 2-16,0 1-2 0,0 2-6 0,-1 0 3 0,0 1-3 16,2 1-3-16,-2 2 5 0,-1 0 0 0,0 2 1 0,2 1 1 0,1 2-3 15,1 1-2-15,-1 1 4 0,-2-1-2 0,0 3-1 0,-1 0-1 0,-3 2-2 16,0 0 3-16,-1 3-4 0,-1 3 4 0,-2 0-1 0,-1 1-2 16,-4 2 3-16,-2 0-8 0,-2 1-5 0,-2 0 3 0,-1 2 1 0,-2 1 8 15,-1 3-3-15,-3-1 1 0,-3 3-5 0,-3-1 5 0,-3 1 7 0,-2 2-2 16,-2 1 3-16,-3 0-8 0,-1-2 2 0,-4 1 2 0,-3 1 3 15,-4 0-4-15,-4 1-2 0,-3-1 0 0,-2-3-2 0,-3 1 4 0,-4 0 3 16,-3 0 1-16,-4 0 3 0,-2-1-5 0,-4-1 1 0,-3-1 9 16,-3-1 0-16,-5-1 7 0,-3 1 2 0,-4-2-6 0,-3 0 2 0,-3-3-1 15,-2 0-1-15,-5-1 0 0,-2 0 2 0,-4-1 1 0,-2-2-5 0,-4 0-6 16,-3 0 3-16,-4-3-2 0,-4 3 2 0,-3-2 4 0,-4 1-10 16,-3-1 3-16,-3-1-2 0,-2 3-2 0,-4-2 1 0,1-1 3 0,-3-1 2 15,0-1-2-15,-2-1 1 0,-2-3-1 0,2 0 9 0,-2 0 7 0,0 1-5 16,-2-3-2-16,-2 2-10 0,-1 0-3 0,-1-1-3 0,-2-1-2 15,2 2-1-15,0 0 2 0,-2 1 4 0,1 0 0 0,-2-2 3 0,1 1-2 16,0-1 6-16,2-3 7 0,2 0 2 0,0-3 9 0,4 0 2 16,-2-3-7-16,4-3-1 0,-1-2-3 0,3-3 0 0,1-4 14 0,1-1 2 15,4-4 4-15,0-2-3 0,3-3-2 0,1-2-3 0,4-4 3 0,1-1-2 16,4-4 7-16,1-2-8 0,3-1 2 0,2-3-5 0,1-3-5 16,4-1-3-16,4-2-20 0,2-1-10 0,3 1-13 0,4-1 0 0,3-2-12 15,4 1-12-15,6-1-34 0,2 0-44 0,5 0-56 0,2 0-75 0,4-1-100 16,4-3-120-16,4-1-47 0,4-5-59 0</inkml:trace>
  <inkml:trace contextRef="#ctx0" brushRef="#br0" timeOffset="-155264.72">8088 13400 103 0,'-12'-1'76'0,"-1"0"-35"0,-1-2 10 0,4 1 2 0,3-2-1 0,1 0-10 16,1 0-7-16,1 0-1 0,0 0-1 0,1 0-8 0,0 1-6 0,0-1-1 15,0 2-6-15,1 0 1 0,-1 1-2 0,0 0-4 0,-1 1 0 0,1 1-3 16,-1 0 1-16,1 0-2 0,0 0-3 0,2 0 1 0,-1 0-3 16,2 0 0-16,0 0-2 0,0 0 2 0,1-1-2 0,1 0-2 0,2-1 2 15,0-1-1-15,2-1 2 0,2 0 1 0,3-2 2 0,0-2-3 16,4 1 4-16,2-2 4 0,2 0 3 0,2 1 6 0,2-1 1 0,3 1-2 16,1 0-1-16,1-2 0 0,3 2-1 0,1 0-1 0,1 0 1 15,1 1 0-15,1 1 1 0,-1 2 0 0,0 0-2 0,-2 2 4 0,1-1 1 16,-1 1 3-16,0 1 6 0,-1 0-3 0,2 0 7 0,-4 1 5 0,2 0 5 15,-2-1 3-15,1 0-1 0,1 0-5 0,3 0-3 0,-1 1-6 0,1-1 0 16,1 1-5-16,1 1 1 0,2 1-2 0,-1 1-2 0,0 1 1 16,1 1-4-16,-1 0-1 0,1 2-5 0,0-1 0 0,-1 2-3 0,2-2-2 15,-1 0 1-15,2 0-7 0,-1-1 6 0,1 1 1 0,1 0-1 16,-1-2 1-16,0 0-5 0,1-1-2 0,0 0 2 0,-1-1 1 0,1-2 4 16,-2-1-2-16,-1 0-4 0,1-2 3 0,-1 0 0 0,0 0 2 0,0-1 4 15,-1 0 0-15,0-1 0 0,-2 1 3 0,-1-2-4 0,1 1 3 16,-3-1 5-16,3 1 1 0,-2 0 8 0,2 0-3 0,-2 2 8 0,-2 0-3 15,-2 3 8-15,-1 1 7 0,-1 1 6 0,-1 4 14 0,-1-1-3 16,-1 3-4-16,-1 0-8 0,0 1-16 0,-1 1-7 0,1 1-11 0,0 0-6 16,2-2 1-16,-1 1-3 0,1-1 6 0,0 1-3 0,0-1-3 0,0 0-2 15,-1-1 0-15,-1-2 3 0,1 0 2 0,-1-1 5 0,0 0-7 16,-1-1 2-16,0-1 3 0,0 0-3 0,-2-1 7 0,1-1-1 0,0 0 0 16,0 0 4-16,1-2-4 0,2 1 2 0,0-2-2 0,1 1-5 0,-1 0-3 15,1 0-5-15,1 1 0 0,0 0-4 0,1 0-2 0,0 1-10 16,2-1-11-16,0 1-11 0,2 1-32 0,1-1-43 0,4 0-121 0,3 0-148 15,3-3-96-15,5-1-142 0</inkml:trace>
  <inkml:trace contextRef="#ctx0" brushRef="#br0" timeOffset="-150164.45">21215 12564 977 0,'-9'-6'206'0,"0"-1"-95"15,-2 0-19-15,1-1-26 0,3 1-13 0,0 1-10 0,3 1-22 16,0-1-14-16,1 2-8 0,2 0-8 0,0 0-2 0,0 1-5 0,0 0-7 15,1 1-16-15,0 0-7 0,1 0-9 0,0 1-8 0,1 0-8 16,1-1-2-16,1-1-1 0,1 0 7 0,2 1 15 0,1-2 13 0,2 0 9 16,1-1 5-16,2-1 0 0,2 0 4 0,2 0 7 0,1 0 5 0,2-1 8 15,2 1 6-15,0-1 6 0,4-1 6 0,-1 1 9 0,3-1 7 16,2 0 7-16,0 0 6 0,2-1 1 0,3 2-3 0,0 0-2 0,3-1-1 16,1 1-3-16,1 2 1 0,1 0-3 0,-1 3-3 0,1 2 4 0,2 1-4 15,0 1 7-15,-1 1 3 0,4 2-1 0,-1 0 0 0,2 2-2 16,1-1 2-16,2-1-3 0,4 0-4 0,0 0-5 0,1 1-11 0,3 0-7 15,0 0-2-15,2-1-8 0,4 0 2 0,0-1-12 0,3 0-3 16,1-1 2-16,1 1-5 0,2 0-2 0,-1 0-3 0,1-1-7 0,-1 2 2 16,1-1-1-16,-1 1-4 0,-2 2-4 0,-1-1 3 0,0 2-2 0,-3 0 8 15,-1 2 2-15,-1 0 5 0,-3 3 7 0,-1 3 0 0,-2 0 4 16,-2 1 3-16,-1 3-2 0,-3 2-2 0,-4 0-1 0,-3 2-7 0,-4 1 3 16,-3 0 2-16,-4 2-4 0,-1 4-1 0,-5 3-5 0,-4 1 2 0,-1 2 1 15,-4 2 7-15,-3 2 2 0,-2 0 11 0,-4 2 3 0,-2-2 9 16,-4-2-1-16,-2 2 2 0,-3-3 2 0,-2 0 4 0,-2-2 0 0,-3-2 8 15,-2 0-1-15,-1-2 4 0,-2 0 4 0,-3-3-7 0,-1 0-5 16,-5-4-8-16,-5 0-13 0,-3-1-12 0,-4-2-3 0,-6-1-4 0,-5 0 3 16,-4-2 1-16,-7-1 1 0,-6-2-2 0,-4-3 3 0,-4-3-1 0,-2-2 1 15,-2-2 11-15,0-2-2 0,-3-2 8 0,-1-3 3 0,3 0 4 16,-2-1 8-16,2-1 0 0,5 1 3 0,1-1-6 0,3 1-6 0,1 1-4 16,3-1-1-16,3-1-16 0,4 0-18 0,4 0-28 0,2-1-35 0,3 1-49 15,5-2-68-15,4-1-85 0,2-3-60 0,5-4-55 0</inkml:trace>
  <inkml:trace contextRef="#ctx0" brushRef="#br0" timeOffset="-92460.45">13925 5170 1029 0,'-7'2'82'0,"-1"0"6"0,-1 1 29 0,2 0 23 0,3 0 13 0,1 0-6 15,1-1-14-15,1 1-19 0,1 0-25 0,0-1-14 0,0 2-14 16,2-1-4-16,0 0-5 0,2 2 1 0,1 0 4 0,0 0-2 0,1 1-10 16,0 1-8-16,1 2-9 0,1 1-2 0,-2 2-5 0,3 1-2 0,-2 1-4 15,1 1-5-15,0 2-1 0,0 0-1 0,0-1 1 0,-1 3-6 16,0 1-2-16,1 0 3 0,1 4-6 0,-1-1 0 0,1-1 4 0,0 0-8 15,0-3 1-15,-1 0-5 0,0-1-6 0,0-1-1 0,0-1-7 16,-1 0-11-16,0 0-13 0,-1-1-21 0,0-1-24 0,-1 0-27 0,-1 0-55 16,-1-2-88-16,0 0-109 0,-1-2-74 0,-1 0 5 0,-1-1-52 0</inkml:trace>
  <inkml:trace contextRef="#ctx0" brushRef="#br0" timeOffset="-92094.45">13745 5285 732 0,'-7'-4'316'0,"1"-1"-234"16,-1-2 39-16,3 1 45 0,3 1 28 0,1-2 5 0,3 1-25 0,2-2-29 15,1 0-33-15,3 0-25 0,1-1-11 0,1-1-14 0,1 0-17 16,1-1-2-16,0 1-7 0,0-1-1 0,4 1-1 0,0 0 3 0,1 1-3 16,-1 0-3-16,2-1 1 0,0 0-11 0,1 1-1 0,1 0-3 0,1 0-7 15,1 1-4-15,1 0 3 0,1 2-2 0,-1 1-1 0,0 1-2 16,-1 2 1-16,1 2-2 0,2 3-3 0,0 2 7 0,1 2-11 0,1 4 1 15,0 2 3-15,0 2 0 0,0 1-12 0,-2 4 2 0,1 4-5 16,0 1-8-16,-1 6 1 0,0 1-13 0,-3 4-9 0,0-1-13 0,-3 2-4 16,-3 1-4-16,-1-1-1 0,-3 0 7 0,-1-3 7 0,-4-4 12 0,-2 0 15 15,-1-1 11-15,-4-3 11 0,-2 1 5 0,-4-3 5 0,-2-1 5 16,-3-1 0-16,-4-1-6 0,-2-2-4 0,-4 0-4 0,-1-4 8 0,-3 0 6 16,-2-2 1-16,-3-4-1 0,-2-2-9 0,-1-3 1 0,-1-4-1 0,-1-2 0 15,1-3 4-15,-1-3-12 0,2-3 3 0,1-3-1 0,2-2 11 16,0-3 10-16,3-4 4 0,0-2 9 0,-1-4-3 0,1-2-1 0,0 1 7 15,2-1-2-15,2 3-2 0,3 0-4 0,3 6-12 0,2 3-2 16,5 6-7-16,2 5-5 0,2 4-4 0,3 4-5 0,0 1-6 0,0 4-7 16,2 3-5-16,0 2-12 0,1 2-20 0,0 3-48 0,3 0-120 0,0 4-177 15,3 2-115-15,1 0-24 0,0 3-31 0</inkml:trace>
  <inkml:trace contextRef="#ctx0" brushRef="#br0" timeOffset="-91744.45">13985 6845 1342 0,'-2'-3'257'0,"0"0"-175"0,0-1 31 0,2-1 15 0,2 1 13 15,1 0-7-15,1 1-19 0,1 0-31 0,0 1-25 0,1-1-14 16,0 1-15-16,1 1-10 0,0 0-5 0,2 0-4 0,-1-1-3 0,-1 2-2 16,0 0-1-16,-2 1-5 0,1 0 5 0,-1 1-7 0,0 3-1 0,-1 0-2 15,0 3-6-15,0 2-2 0,0 1 1 0,0 2 0 0,-2 1 0 16,0 1 7-16,-1 1-1 0,-1-1 3 0,1-1 3 0,0 1 0 0,0-2 1 16,0-1 1-16,1 0-4 0,0-3 2 0,1-1-3 0,1-1 2 0,-1-1 5 15,3-1-16-15,-1-1 12 0,2-1-6 0,1-2-5 0,0 1 11 16,1-2-13-16,2 0 12 0,0 0-2 0,2 0-2 0,1 0-1 0,0 0 9 15,0-2-17-15,-2 1 1 0,2-1-8 0,-1-1-34 0,-2 0-20 16,1-1-54-16,-3 0-56 0,-1-1-64 0,-2 0-40 0,-1 0-18 0,-2-1-10 16,-2-1 21-16,-2 0-112 0</inkml:trace>
  <inkml:trace contextRef="#ctx0" brushRef="#br0" timeOffset="-91411.45">13704 6674 329 0,'-11'1'190'0,"2"0"-58"0,-2 1 11 0,3-1 8 16,4-1 5-16,3 0 9 0,2-1 6 0,3-1 9 0,2 0 5 0,2-3-4 16,2 2-12-16,1-3-23 0,3 0-21 0,2-1-23 0,2-2-19 0,2-1-16 15,4 1-12-15,1-2-14 0,4 1-11 0,1 1-7 0,2-1-8 16,0 2-7-16,5 1 1 0,-1 2-6 0,4 2-1 0,-2 3-2 0,-1 2-2 16,3 3 0-16,-1 2 2 0,2 3-5 0,0 3-5 0,-1 3-6 0,0 3-14 15,-2 3-5-15,-2 3-15 0,0 2-17 0,-3 1-3 0,-1-1-5 16,-4 0 8-16,-1-3 15 0,-3 1 9 0,-3 0 18 0,-3-2 8 0,-6 3 10 15,-4-1 10-15,-4 1 4 0,-4 1-4 0,-5-1 18 0,-4 1-1 16,-6 0-5-16,-5 3 6 0,-6-2-16 0,-2 2-5 0,-4-1-2 0,-3 0 5 16,-3-3 5-16,-3-1 0 0,-2-1 2 0,-2-4-2 0,-1-3 0 0,1-2 2 15,1-4 1-15,1-5-3 0,-1-4-3 0,2-5-1 0,-1-5-1 16,0-4 2-16,1-4 1 0,2-3 2 0,2 0-3 16,3-2-7-16,4 0-4 0,2 1-8 0,5 0-8 0,4 1-12 0,2 3-21 0,2-1-54 0,3 4-68 15,3 0-66-15,-1 3-37 0,2-1-19 0,1 1-28 0,-1 2-32 16,1-1-102-16</inkml:trace>
  <inkml:trace contextRef="#ctx0" brushRef="#br0" timeOffset="-90894.45">9578 8613 595 0,'-1'-8'138'0,"1"-2"-99"0,0-2 22 15,1 3 23-15,0 1 22 0,1 0 8 0,0 1-3 0,0 2-2 16,0 0-2-16,0 1-1 0,0 0-7 0,0 2 1 0,0 0-15 0,1 1-4 15,0 0-6-15,-1 2-5 0,2 1 6 0,-1 1-5 0,2 1-9 0,0 2-5 16,-2 1-11-16,2 1-2 0,-2 1-2 0,1 1-6 0,1 0-3 16,0 0-6-16,0 0-6 0,1-1-4 0,0 1-4 0,0-1-3 0,2 0-5 15,1 1-4-15,0 0 1 0,0 2-1 0,1 0-1 0,-1 0 4 16,-2-1-8-16,2 2 1 0,-2 0-3 0,1 1-2 0,-1-1-2 0,-1 1-6 16,0 0-1-16,0-1-4 0,-1 0 0 0,-1-1-2 0,-2 0 1 0,0 0 0 15,0-1 0-15,-1 1 4 0,-1-3 6 0,0 2-1 0,0-3-2 16,-2 0 4-16,1-1 13 0,-1 0 2 0,1 0 13 0,0-1-6 0,-1-1-8 15,0-2 0-15,1 0-3 0,0 0 6 0,0-1-7 0,1 0 4 16,-1-1 3-16,1-1-4 0,-1 1 4 0,1-1 1 0,0 0-2 0,0 0 1 16,1 1-4-16,0 0-1 0,2 1 6 0,0 0-3 0,-1 2 4 0,3 1-2 15,0 1-6-15,1 2 5 0,1 1 0 0,-1-1-4 0,2 4-1 16,-1 0-1-16,1 2-1 0,-1 0 1 0,-1 0 2 0,0 1-6 0,0 0 5 16,0 1-1-16,-2-1-4 0,-1 1 4 0,-1 1-2 0,-2 0-2 0,1-1 2 15,-2 1-8-15,-1 1 0 0,-1-1-1 0,-1-1-8 0,-1 0-39 16,-1-2-86-16,-1-2-105 0,0-2-85 0,-2-1-41 0,-2-2-10 0,-2-2 35 15,-1-1-84-15</inkml:trace>
  <inkml:trace contextRef="#ctx0" brushRef="#br0" timeOffset="-90611.45">9001 8830 309 0,'-20'-16'78'0,"-3"-2"-30"0,-3-4 20 0,3 5 21 15,6 1 8-15,2 2-1 0,3 1-5 0,1 0 5 0,0 2 14 16,3-1 10-16,0 0 10 0,3 0 12 0,0-1-4 0,2 2 1 0,2-1-6 15,3-1-10-15,3-2-5 0,4 1-15 0,1-4-16 0,4 0-10 0,2-2-19 16,3 1-6-16,4-1-10 0,4-2-12 16,3 1-4-16,2-2-4 0,4 2-6 0,-1-1-2 0,5 1-2 0,3 2-7 0,3 0-18 0,4 2-2 15,2 4 9-15,4 3-1 0,0 4 14 0,1 1 1 0,2 3-13 16,1 1-1-16,-1 2 2 0,2 2-15 0,-3 2 3 0,3 0 3 0,-1 4 17 16,0 1 12-16,-1 3 0 0,-3 2 3 0,-3 0-19 0,-2 3 6 0,-5 0 2 15,-5 1 2-15,-5 0 6 0,-7 2 0 0,-6 1 2 0,-3 0 3 16,-5 1-1-16,-4 2 6 0,-4 5-3 0,-6 1 2 0,-5 6 0 0,-4 1-8 15,-6 3 0-15,-5 4-6 0,-5 4-2 0,-7 2 3 0,-8 5-9 0,-6 3-10 16,-5 2-11-16,-6 2-34 0,-2 2-69 0,-4 0-127 0,-5-1-186 16,-2-2-177-16,1-3-294 0</inkml:trace>
  <inkml:trace contextRef="#ctx0" brushRef="#br0" timeOffset="-89860.45">19331 9591 1173 0,'-18'6'484'0,"1"2"-489"0,-2 4 10 0,6-1 2 15,7 4-5-15,4 2-2 0,4 1-8 0,4 0 3 0,1 0 2 16,3-2-6-16,0-1 3 0,1 0-3 0,2-2-2 0,2-2 3 0,1-2 2 15,1-2 0-15,0 0 2 0,1-1-1 0,-1 0 1 0,0-2 1 0,0 0 0 16,0 0 1-16,-2 0-1 0,-2-1 1 0,1 0 1 0,-1 0-3 16,2 0 3-16,-2 1 1 0,2 0 1 0,0 0 3 0,-2-1-1 0,0 0 1 15,-1 0 2-15,0 0 2 0,1-2 0 0,-1 1 4 0,1-1-2 0,-1 0 1 16,1 0 0-16,0 0 8 0,-1 0-1 0,-1 1 3 0,1 0 0 16,-2 1-5-16,0 1 7 0,-1 1-6 0,0 2 5 0,0 1 0 0,-1 3-1 15,1-2 2-15,0 3-6 0,0 0-6 0,0 2-4 0,-1 1-6 16,0 2-1-16,-1 2-2 0,0 0-7 0,0-1-3 0,-1 1-8 0,-1 0-8 15,-1-2-3-15,-2-1-16 0,-2 0-12 0,-2-1 5 0,-1-3-9 0,-3 2-9 16,-1-3-33-16,-1-2-46 0,-1-1-40 0,-2-1-15 0,-2-3 8 16,-2-2 23-16,-2-2 27 0,0-5 23 0,-4-2 28 0,-4-5 10 0</inkml:trace>
  <inkml:trace contextRef="#ctx0" brushRef="#br0" timeOffset="-89627.45">19204 9789 121 0,'-37'-27'94'0,"-5"0"-37"0,-9-6 22 15,8 7 28-15,8 5 12 0,2 1 10 0,4 2 10 0,2 2-2 16,2 0-2-16,4-1-21 0,3 2-22 0,2 0-18 0,4-1-21 0,4 1-6 15,3 0-7-15,4-3-7 0,3-1 6 0,5 0 4 0,3-1 8 0,6-2 9 16,4 0 2-16,6-3-4 0,5 0-8 0,6 0-8 0,5-2-17 16,6-1-6-16,4-2-7 0,5 2-10 0,4-2-3 0,2 2-12 0,4 2-10 15,4 0-12-15,1 5-13 0,1 0-13 0,5 3-27 0,-1 6-74 0,0 3-77 16,-1 6-40-16,-2 5 3 0,-1 5 62 0,-3 5 70 0,-6 7 58 16,-6 5 38-16,-6 3 25 0,-6 4 17 0,-7 3 11 0,-7 4 15 0,-7 0 27 15,-9-1 31-15,-5 0 35 0,-7 0 29 0,-5 2 4 0,-6 2-13 16,-4 3-31-16,-5 3-31 0,-6 4-29 0,-4 1-21 0,-3 1-10 0,-5 2-14 15,2 2-14-15,-4-1-17 0,-1 0-41 0,1-1-70 0,-3-2-50 0,3 0-39 16,1-1-46-16,0-2 57 0</inkml:trace>
  <inkml:trace contextRef="#ctx0" brushRef="#br0" timeOffset="-89326.45">20234 11290 2175 0,'-9'4'105'0,"2"1"-34"0,1 2-24 0,4 0-12 16,5-1-19-16,2 1-16 0,4 1-8 0,3 0-10 0,2 1-4 0,2 0 1 15,1 0-1-15,2-1-2 0,0 0-4 0,0-2-14 0,2-1-3 0,-1 0 3 16,-1-1 7-16,0 0 13 0,-1 1 9 0,-2-1 8 0,-2 1-2 15,-1 0 4-15,-3 0-10 0,-1 0 0 0,-2 2-1 0,-2-1 2 0,-2 1 11 16,-1 1 1-16,-3 1 1 0,-2 0-2 0,-1 2-7 0,-2 0-1 0,-1 0-1 16,-3 2-4-16,0 0 5 0,-2 0 0 0,-1 1 1 0,0-3 4 15,-3 1-2-15,1-2-2 0,0 0-5 0,-2-1-10 0,1-1-12 0,-1-3-28 16,1 0-35-16,0-2-40 0,0-3-54 0,1-2-47 0,1-3-25 16,0-3-53-16,-1-5-149 0</inkml:trace>
  <inkml:trace contextRef="#ctx0" brushRef="#br0" timeOffset="-89194.45">20144 11075 1382 0,'0'-6'452'0,"1"-2"-240"0,2-1-55 16,4 0-38-16,2 1-40 0,5-1-30 0,3 2-25 0,4-1-18 15,2-1 2-15,2 2-8 0,2 0-3 0,4 0-11 0,-1 2-21 0,1 1-32 16,-2 1-71-16,-1 2-175 0,-3 0-156 0,-1 2-60 0,-2 0 52 16,-3 3 79-16</inkml:trace>
  <inkml:trace contextRef="#ctx0" brushRef="#br0" timeOffset="-88910.45">19675 11200 1288 0,'-23'-2'204'0,"-1"-2"-9"0,-3-2 5 0,5-1-25 0,6 0-57 0,2-2-49 16,5-1-27-16,1-1-9 0,2 1-12 0,4-3 3 0,3-1-7 0,4-1-10 16,5-1-5-16,4 0-4 0,7-1 2 0,6-1 0 0,3 2 2 15,6-2-2-15,5 0-8 0,3 2-1 0,2-2 0 0,4 0-12 0,1 0-6 16,3 3-15-16,2 0-9 0,2 2-9 0,1 2-21 0,3 4-26 15,1 3-43-15,1 5-45 0,2 3-30 0,0 5-10 0,0 4 17 0,-1 3 36 16,-2 4 28-16,-2 7 34 0,-4 4 42 0,-5 3 31 0,-6 3 38 0,-5 3 42 16,-7-2 47-16,-5-1 64 0,-7 0 65 0,-6-1 51 0,-7 1 19 15,-6-1-16-15,-5 1-19 0,-3 1-36 0,-7-1-37 0,-3 1-26 0,-4 0-29 16,-3 1-19-16,-4 0-30 0,-3-2-18 0,-5 0-16 0,-2-2-7 0,-5-3-9 16,-2-1-12-16,-2-5-20 0,-2-4-22 0,-3-7-25 0,0-4-31 15,-2-4-47-15,-3-3-49 0,-4-3-48 0,-4-1-50 0,-5-4-32 0,-3-3-22 16,-3-2 1-16,-1-2 40 0,0-3 65 0,6-3 27 0</inkml:trace>
  <inkml:trace contextRef="#ctx0" brushRef="#br0" timeOffset="-88327.45">29229 12431 847 0,'3'0'219'0,"0"-1"-22"15,0 1-10-15,0 0-16 0,-2 0-6 0,0 1-12 0,0-2-12 16,0 2-13-16,-1-1-14 0,-1 0-10 0,0 1-13 0,0 0-20 0,-3 0-15 15,0-1-10-15,-1 0-19 0,-2 1-2 0,-3 1-12 0,-1 0-8 16,-1 0-4-16,1 1 3 0,-2 1-6 0,0 1-1 0,-1 1-1 0,-1 1-4 16,2 2-2-16,-2 2-1 0,1 3-4 0,-1 3-1 0,2 4-2 0,-1 3-3 15,1 2 5-15,0 2-13 0,3 4 18 0,3 0 0 0,0 2-2 16,3 0 10-16,1 1-17 0,2-4-1 0,3 2-3 0,3-4-10 0,2 0-5 16,2-1-10-16,3 0-1 0,4-3 10 0,1-1 4 0,1-2 21 0,2-4 10 15,0-1 5-15,-1-2 8 0,2-2 2 0,0-2 7 0,0-1 2 16,0-2 4-16,0-2 2 0,-2-1 4 0,0-3 9 0,-1-2 2 0,-2-2 4 15,-1-2 4-15,0-2-2 0,-1-2-4 0,-1-1-3 0,-1-2-12 16,0 1-9-16,-1-4-2 0,-3-1-6 0,-1-1-12 0,-3 1 1 0,-2-2-16 16,-1-1 0-16,-2 1 0 0,-1 0-9 0,-1 1 4 0,-1 1-8 0,-1 3-4 15,0 3-2-15,-1 1-3 0,-2 2-16 0,0 2-14 0,-1 2-26 16,1 1-39-16,-2 0-51 0,0 0-86 0,-2 1-106 0,-2 2-71 0,-3-1-110 16</inkml:trace>
  <inkml:trace contextRef="#ctx0" brushRef="#br0" timeOffset="-87977.45">28711 12234 1955 0,'7'-5'346'16,"5"-1"-249"-16,5-2-48 0,4 0-38 0,4 1-11 0,4 0-1 0,6-1 2 15,3 1-2-15,4 0-6 0,0 1 0 0,2 1-10 0,1 2-8 16,2 1-7-16,1 1-12 0,2 2-4 0,0 1-5 0,0 2 0 0,-1 1-6 15,0 2-20-15,0 1-25 0,-1 2-27 0,0 1-29 0,0 3-28 16,-1 2-25-16,1 3-18 0,-1 4-3 0,3 6 22 0,0 3 36 0,-1 4 44 16,0 5 43-16,-4 3 33 0,-3 2 23 0,-3 2 15 0,-3 1 9 0,-5-1 14 15,-6-1 17-15,-6-4 30 0,-6 0 44 0,-6-4 56 0,-4-4 56 16,-6 0 39-16,-4-1 16 0,-5 2-25 0,-4-1-43 0,-4 0-40 0,-5-2-25 16,-3 0-20-16,-4-1-9 0,-3-1-10 0,-2 1-6 0,-2-3-3 15,-2 1-15-15,-6 0 5 0,-2-3-9 0,-6 2-9 0,-2-4-2 0,-5-2-23 16,-2-3-12-16,-3-2 2 0,1-4-6 0,0-3 0 0,3-4-10 0,0-4-1 15,4-5-2-15,3-5-5 0,3-4-11 0,3-6-8 0,2-4 2 16,0-7 1-16,0-3 3 0,3-6-1 0,0-5-11 0,1-4-15 0,0-5-25 16,2-2-31-16,2-4-31 0,0-5-68 0,3-7-85 0,1-7-101 0,5-8-121 15,3-11-133-15</inkml:trace>
  <inkml:trace contextRef="#ctx0" brushRef="#br0" timeOffset="37763.15">15158 11071 295 0,'-7'-22'93'0,"0"-1"0"0,-1-5 4 0,3 2-8 0,3 5-20 0,1 0-17 0,1 2-11 15,2 2-13-15,1-1-3 0,2 1-4 0,1 0-4 0,2 1-2 0,1 1-8 16,1 1-1-16,3 1-4 0,2 1-2 0,1-1 0 0,1 0-2 16,3 1 3-16,2 0 4 0,1 2-1 0,3-2-1 0,3 1-1 0,3-2-1 15,1 1 2-15,2 1-1 0,1-1-1 0,2 0 0 0,4 1-2 0,1-1 2 16,2 1-1-16,3 1 1 0,2 0 1 0,1-1 1 0,1 1-1 15,4-1 3-15,1 1 1 0,3 1-2 0,1-1 2 0,2 0-2 0,3-1 5 16,0 1-2-16,3-1 1 0,1 3 1 0,1-1 0 0,0 1 5 16,2 2 1-16,0 1 4 0,1 2 2 0,-1 0 0 0,1 1 3 0,3 1 1 15,-1 2-2-15,1 2 1 0,1 0-1 0,-1 2-2 0,3 2-2 0,-2 0-2 16,2 3-6-16,1 0-1 0,-3 2-4 0,1 2 1 0,-1 1 0 16,-4 1-4-16,0 2 1 0,-5 2-3 0,-2 2-2 0,-1 0 3 0,-4 1 0 15,-3 2-3-15,-2 0-5 0,-2 1-1 0,-2 1-1 0,-3 0 5 0,-4 0 5 16,-4 2 1-16,-1-1-2 0,-5 1-1 0,-1 0 2 0,-3 1-1 15,-5 0 0-15,-3 1 0 0,-4-1-2 0,-5 1 2 0,-4-3 3 0,-3 0-1 16,-5-1 5-16,-3-2-1 0,-5 1 6 0,-4-2 0 0,-3 0 3 16,-6-1 6-16,-5 0-3 0,-2-1-3 0,-7-1-1 0,-3 0-1 0,-6-1 1 15,-3-2 10-15,-5 1-2 0,-5 0-4 0,-3-1-1 0,-3-2-8 0,-1 1-1 16,-1-2 2-16,-3 0 0 0,-2-4 2 0,-1 1 0 0,-3-2-2 16,-3-2 2-16,0 1 0 0,-5-2-1 0,0-1 1 0,-1 0-2 0,-3-1 5 15,-2-1 0-15,-2-2 0 0,-5 0-2 0,0 0 1 0,-3-1-2 0,0-1 2 16,-3 0-7-16,2-1-1 0,-2-1 1 0,-1-1-7 0,1-1 3 15,-3-1 0-15,1-2-4 0,-1 1-2 0,-1-1-13 0,1-1-16 0,-1 0-21 16,-2-1-50-16,-1-1-56 0,-2 0-63 0,-1-1-32 0,-1-2 9 16,-2-1 24-16,-1 0 36 0,-1 0-134 0</inkml:trace>
  <inkml:trace contextRef="#ctx0" brushRef="#br0" timeOffset="38463">7243 11223 441 0,'-40'-20'204'0,"-1"-3"-70"0,-10-6-6 0,10 2-21 15,10 1-18-15,3 1-11 0,3-4-12 0,3 1-14 0,3-3-18 0,2 3-10 16,2 0-8-16,3 0-10 0,0 2 0 0,5 0-8 0,1 0-8 0,4 1 2 16,1 0-1-16,1 0 6 0,2 1 3 0,3 0 2 0,2 1-2 15,2-1-1-15,4 0-4 0,0 1 0 0,4 1-1 0,2 0 0 0,2-1-1 16,2 2 0-16,3-1 2 0,1 0-1 0,3 3 0 0,1-2 2 0,5 0-2 16,2 1 2-16,2-1 0 0,1 0 0 0,1 3-2 0,3-1 0 15,3 2 1-15,2 1 1 0,3 0 3 0,1 1-1 0,2-1-3 0,2 2 1 16,1 1-3-16,2 0 3 0,1 3-6 0,-1 1 1 0,0 1-2 15,-1 3 5-15,2-1 2 0,-1 2 2 0,0 1 4 0,-2 3-6 0,1 2 5 16,-1 1-2-16,0 2-2 0,0 1 9 0,-1 0-1 0,-1 3 4 0,0 2 1 16,1 2-6-16,-1 3 0 0,-2 0-3 0,-2 3 0 0,-1 2-2 15,-1 0 3-15,-3 3-2 0,1 2-1 0,-3 2 5 0,-4 3-6 0,1 1 2 16,-2 0 2-16,-2-1-2 0,-3 2-1 0,0 1 0 0,-2 0-1 0,-2 3-1 16,-2-2-5-16,-1 2-1 0,-4-2 7 0,0 0 0 0,-2 2 4 15,-4-1 3-15,-1 0-6 0,-3 0-3 0,-2 0 3 0,-4 1 0 0,-1 0 3 16,-4 0 0-16,-2-3 6 0,-3 1-4 0,-2-2 0 0,-3 0 2 15,-3 2-1-15,-1-2 1 0,-4 1 1 0,-4-2-4 0,-1 2 6 0,-2-4 9 16,-3 3 5-16,-1-3 5 0,-2 0-4 0,0-1-1 0,-2-1-5 0,0-3 3 16,-1 1-2-16,-1-2-1 0,0 0-1 0,-1-2 3 0,-1-3 1 15,0-1-6-15,-2-2 2 0,1-1-4 0,-5-2-2 0,0-2 5 0,-2 0-2 16,-2-1-3-16,1-1-1 0,-1-2 2 0,0 0-3 0,-2-2 5 0,0-1-4 16,-2 0-3-16,-1-1 4 0,-2-1-2 0,0 0 6 0,0 0 2 15,-2-1-3-15,-1-1 7 0,0 1-3 0,-3-1 6 0,2-1 0 0,1 0-2 16,-2 0-5-16,1-1-5 0,0 0 4 0,0 0-5 0,0 0 3 15,1 0 1-15,-1-2-7 0,1 0 3 0,3 1 0 0,0-2-4 0,3-1 2 16,0 0-7-16,1-1-2 0,3-1-1 0,1 0 0 0,1-2 1 0,1 0 1 16,3-2 3-16,0-1 2 0,3-1-2 0,0 0 2 0,1 0-4 15,-1-3-2-15,4 0 5 0,-1-1-4 0,4 0 2 0,1 0-3 0,2-1 0 16,2 2 1-16,1-2-1 0,4-1 2 0,0 1-4 0,3-2-2 0,2 0-10 16,2 0-3-16,2 0-5 0,2-2-12 0,3 2-7 0,1-1-22 15,5-2-47-15,3 1-88 0,3-3-76 0,2-1-55 0,4-2 9 0,3 1-140 16</inkml:trace>
  <inkml:trace contextRef="#ctx0" brushRef="#br0" timeOffset="119169.84">3885 5232 375 0,'-32'-16'35'0,"-1"-1"-26"0,-4-3 0 0,6 4-3 16,8 3 0-16,1 1-3 0,1 3-2 0,-1 0 0 0,1 4-2 15,-1 2 4-15,0 1-1 0,-1 4-1 0,0 3 0 0,-1 3-1 0,-1 2 1 16,0 2-2-16,-1 2 2 0,-1 1 0 0,-1 2-1 0,0 0 1 0,-2 1-1 16,2 1-1-16,-1 0 2 0,2 0-2 0,0 0 1 0,1 0 0 15,1 1-2-15,0-1 2 0,0 3-1 0,-1-1 0 0,0 2 2 0,0 0-1 16,-1 0 1-16,1 1-1 0,0 1 2 0,0 1-1 0,-1 3 6 0,0-1 6 15,1 3 4-15,0 0-1 0,1 3 0 0,-1 1 1 0,1 2-2 16,-3 3 4-16,0 2 0 0,-2 2-6 0,0 4 1 0,0 2-4 0,0 4-3 16,-2 2-3-16,1 2-1 0,-1 3-2 0,3 0-6 0,-1 2-2 15,2 1 3-15,0 1-1 0,-1 4 7 0,1 2 1 0,-1 0-1 0,2 3-1 16,0 1 0-16,2 0-2 0,0 1 3 0,1-1 0 0,-2 2 2 0,-1 1 3 16,2 0-8-16,-2 2 0 0,2 2-1 0,-1-1-9 0,2 2 7 15,1 1-2-15,-2 0 3 0,3 4 6 0,-1-1-4 0,13-42-2 0,-3 10-4 16,3-1 1-16,-3 10-1 0,0 1 0 0,0 10 7 0,0-1 9 0,0 11-1 15,1-2 1-15,2-2-4 0,1-1-10 0,2-3 0 0,2-1 1 16,1-4 4-16,2-1 0 0,1-3 0 0,2-1 0 0,1-3-1 0,2-1-14 16,0-1 4-16,1-1 10 0,2-2 8 0,0 1 17 0,2-1 2 15,1 0-2-15,0 0-3 0,12 50 1 0,0-14-2 0,-3-15-2 0,0-17-3 16,-2-6-4-16,3-1 3 0,0-1 0 0,0 0-1 0,1-1 2 0,0 1-4 16,2-1-3-16,2-1 2 0,1-1-4 0,1-3-5 0,0 1 2 15,0-2-5-15,-3-1 3 0,2-1 4 0,0-1-3 0,0-2 5 0,2-2-3 16,1 0-2-16,0-2 3 0,0-1-4 0,1 0 0 0,0-1-1 0,2-3 0 15,-1-2-1-15,3 0 2 0,-2-1-2 0,-1-1 1 0,2 2 1 16,1-2 2-16,2 0-3 0,-1 0 11 0,1-2 11 0,-1 0 11 0,-1-1 16 16,2 1-5-16,1-2-9 0,1 1-8 0,1-2-11 0,0 0 4 15,3-1 0-15,-1-1-5 0,1 1 0 0,2-1-9 0,1 0-3 0,3-1 2 16,-1-4 1-16,3 1-1 0,2-2-2 0,-1-2-2 0,0-1 0 0,3-1 5 16,1-1-3-16,1 0 4 0,1-2-4 0,-1-1 1 0,2 0 1 15,1-1-4-15,1-1 1 0,0 1 0 0,-1-1 2 0,0-1 2 0,0 0 1 16,2 0-3-16,0-1 0 0,0 2-2 0,1 0-2 0,2-2 1 0,0 1 0 15,-1-1-3-15,3 0 3 0,0 0-1 0,3-1 1 0,1 0 3 16,2 0-4-16,0-2 2 0,2 0-1 0,2-1-1 0,0 1-1 0,1-1-1 16,-1 1 1-16,3-1-1 0,2 0 2 0,-1 1-1 0,2-1-1 15,0 1-2-15,0-1 2 0,2 1 1 0,-1 0 1 0,-1 0 1 0,3-1-2 16,1 1 2-16,2 1 1 0,0-1 0 0,-1 1-3 0,3-2 2 0,-2 1-3 16,4-1 2-16,1 0 0 0,2 1-2 0,-2-2 1 0,3-1 0 15,0-1 7-15,1 0-3 0,1-1 2 0,1 0-5 0,1 0-3 0,1 1 1 16,0 0 7-16,0-1-1 0,1 1 5 0,2-1 0 0,0-1-10 0,1 2 6 15,-1-1-3-15,-1 1 0 0,1 2 2 0,3-1-3 0,-2 1-5 16,3 0 6-16,0 1 3 0,-1-1-5 0,1 1 7 0,1 1-1 0,0 0-3 16,1 1 2-16,0-1-13 0,-1 1 1 0,2 0 0 0,2-1 0 15,-1 2 10-15,0-1-3 0,1 1 1 0,-2 1 1 0,2-1 0 0,-1 1 1 16,1-1-3-16,-1 2-3 0,-1-2 0 0,0 0 1 0,1 1 0 0,0-1 6 16,-1 1 2-16,0 0-1 0,0 1 0 0,-2 1-3 0,1 1-1 15,1 1 0-15,-2 0 3 0,-1 0 2 0,1 1-2 0,0-1 3 0,-1 1 4 16,1 0 3-16,0-1 15 0,-2 0 2 0,1-1 2 0,0 1 0 0,-1-1-12 15,1 0 4-15,1-1 2 0,-1 0 4 0,0 1 7 0,0-2 1 16,0 1-2-16,0 1 0 0,0 0-2 0,-2-1-6 0,0 1-5 0,2 1-6 16,-2-1-5-16,1 0 1 0,1 0-6 0,0 1-4 0,-2-1-2 15,1 0-4-15,0-1 6 0,2 0 0 0,0-1 2 0,0-1-2 0,-1 1-4 16,1-1-1-16,1-1 2 0,-1 0-1 0,1-2-3 0,-1 0 5 0,2-1-6 16,-1-1 5-16,2 0 2 0,-1-2-3 0,-1-1 2 0,1-1-2 15,0 0 3-15,-2-1-3 0,0 0 3 0,-1 1-4 0,0-2 2 0,-1 0 6 16,0-1-3-16,-2 0 6 0,1 0-7 0,-1 1 3 0,-1 0 1 0,0 1 0 15,2-1 3-15,-1 2 0 0,0-1-3 0,2 1-4 0,0 1 0 16,-3 0-3-16,2 0-3 0,0 1 6 0,-2 0 1 0,2 0-8 0,-3 0 4 16,0 1-6-16,-1 0-1 0,-3-1 10 0,2 0-3 0,-1 0 1 15,-2 0-2-15,0-1-1 0,-1-1 1 0,-1-2 2 0,-1 0 5 0,2-1-5 16,-3-2-3-16,0 0 4 0,0-2-4 0,-2-2 3 0,0 0 7 0,-2-2-3 16,3-4 6-16,-2-1 14 0,0-1-2 0,-3-4 10 0,0-1 5 15,-1-2 6-15,-3-4 7 0,2 1 5 0,-4-2-7 0,0-4 0 0,-2 2 1 16,-2-4 1-16,-3 0 3 0,-1-2-7 0,-2-4 0 0,-1-1-7 0,-3-2-6 15,-1-1-6-15,-2-1-18 0,-3-3 5 0,-2-1-2 0,-3-2 2 16,-1-2 8-16,-3-1-8 0,-1 0-5 0,-3-4 2 0,-3-1-2 0,-1-1-3 16,-2-2-7-16,-4 0 2 0,-2-3-2 0,-3-2 0 0,-3-1 5 15,-4-1-7-15,-2-3 7 0,-4 1-3 0,-1-4-1 0,-4-1-1 0,-2 1-1 16,-6-4 1-16,-1-1 0 0,-4-1 1 0,-3-2-1 0,-3 0 0 0,-3-3-6 16,-3 0 6-16,-3-3 3 0,-4 1-5 0,-4-2 14 0,-1 0-10 15,-6-2-16-15,-2 0 13 0,-5 0 1 0,-3 0 5 0,-4-1 15 0,-3-1-8 16,-4 0-7-16,-2 1-15 0,-5-1 8 0,-1 1 0 0,-3 1 1 0,-4-1 14 15,-2 0-9-15,-3-1-13 0,-4 1 9 0,-3 1-2 0,-3 2 2 16,-4 0 12-16,-1-1-10 0,-2 2 1 0,-3 0-13 0,-1 3 10 0,-5 0-1 16,-1 3-1-16,-5-2 14 0,0 1-9 0,-3 1 4 0,-4 0-14 15,-1 1 7-15,-4 0-3 0,-2 4-6 0,-2 0 21 0,-4 0-12 0,-2 2 2 16,-2 0 3-16,-3 1-17 0,0 3 14 0,-3 0-2 0,-2 1 3 0,-3 2 9 16,-1 0-14-16,-2 0 1 0,-4 1 4 0,2 0-3 0,-5 4 10 15,-3 0-1-15,1 2-1 0,-4 2 3 0,-1 0-8 0,-2 0-3 0,-2 0 3 16,-3 1 3-16,1 0-1 0,-1 4 3 0,0 0 4 0,0 0 0 0,-1 2 4 15,2 0 0-15,-1 3-8 0,0 2 3 0,1 0-1 0,-1 1-5 16,1 1-5-16,-1 3 0 0,-2 2-1 0,-1 2-5 0,-2 3 15 0,-1 0 2 16,1 3 3-16,-3 2 1 0,1 0-13 0,-2 3 5 0,0 1-7 0,2 1 0 15,0 3 0-15,2 0-2 0,0 2 2 0,-2 2-1 0,1 0-5 16,-1 1-1-16,1 1 7 0,1 1-7 0,1 2 6 0,1 2-6 0,0 0-2 16,1 2 9-16,1 2-5 0,-1-1 5 0,1 0-7 0,0 0 0 15,2 1-2-15,0 2-8 0,1 1 3 0,0 1 3 0,2 0 4 0,1 1 7 16,2 1 0-16,0 0-1 0,0 2-3 0,1 0-4 0,0 1 1 0,3 1 3 15,-1 2-4-15,2 1 6 0,-1 2-5 0,2 1 0 0,0 2 4 16,2 1-1-16,0 1 8 0,1 3 1 0,1 1-7 0,1 1 1 0,2 3-3 16,2 0-4-16,2 2 6 0,2 0-5 0,3 1 2 0,0 0 3 15,0 2 0-15,3 2 1 0,-1 1-1 0,4 2-1 0,-1 0 4 0,2 1 1 16,1 0-5-16,0 1-4 0,5-1 0 0,0 1-1 0,2 0 9 0,2 1-1 16,-1 3 2-16,1-1 3 0,4 0-10 0,-2 0 0 0,4 0-7 15,0-1 10-15,0 2 19 0,2 0 5 0,2 1-1 0,0 1-7 0,6 0-14 16,2 1 0-16,3 3 17 0,2 0 2 0,3 1 0 0,-1 0 0 0,3 0-11 15,1 2-4-15,2 1-1 0,2 1 1 0,2 2-11 0,-2 1 3 16,3-1 6-16,0 3 0 0,-3 0 1 0,1 3-3 0,-2 3-7 0,-3 0 0 16,2 3-10-16,-3-1 0 0,0 0 1 0,2 3-1 0,0 0 5 0,3 0 7 15,4 2-17-15,1-1-34 0,4 1-44 0,3 1-65 0,3 1-53 16,3 0-40-16,3-1-48 0,0 1-53 0,1 0-79 0,1 1-43 0,-1 1 6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1:18:11.0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7580 4532 27 0,'49'-11'28'0,"7"1"-1"15,15-1-9-15,-4 5-6 0,-6 4-1 0,2 2-3 0,2 2 0 0,2 4-1 16,1 2-3-16,2 4-3 0,2 1 0 0,2 3-1 0,1 4 0 16,0 2 0-16,2 2-2 0,-1 3 1 0,0 2 0 0,-3 4-2 0,1 3 1 15,-4 4-2-15,-3 1 1 0,-5 2 1 0,-5 3-1 0,-4 0 2 0,-3 2-2 16,-2 0 0-16,-6 1 3 0,-2 2 1 0,-3-1 2 0,-5-1 1 15,-3 3 2-15,-5-1 5 0,-1 1 7 0,-5 3 7 0,-3-3 5 0,-4 1 2 16,-3 1-3-16,-2 0-1 0,-3 0-3 0,-2 1 0 0,-3 0-2 0,-3 1-5 16,-3 1-2-16,-4 0-4 0,-3-2-1 0,-6 1 0 0,-3-2-2 15,-5-1-1-15,-6-2-3 0,-3-1-2 0,-8 0 2 0,-5-2-2 0,-8-2 1 16,-3-3 2-16,-9-1-5 0,-4-5-2 0,-7-2-3 0,-6-4-2 0,-5-4 2 16,-4-3 3-16,-4-4 7 0,0-5 11 0,0-6 15 0,2-5 20 15,7-5 21-15,4-5 14 0,7-5 12 0,5-5-4 0,3-4-13 0,3-3-22 16,4-5-24-16,0-1-19 0,3-3-10 0,3 0-2 0,2 0 2 15,5 0 7-15,3-1 6 0,5 1 13 0,3-1 13 0,2 3 11 0,4-1 15 16,0 2 6-16,4 1 0 0,2 1-1 0,6 2-15 0,3 2-14 0,3 3-11 16,7 2-26-16,0 3-13 0,4 2-17 0,2 3-26 0,4 2-36 15,2 1-62-15,5 3-83 0,4 0-58 0,5 1-13 0,9 0 21 0,8 0-79 16</inkml:trace>
  <inkml:trace contextRef="#ctx0" brushRef="#br0" timeOffset="1183.99">5069 6944 488 0,'-24'-15'95'0,"2"-2"-92"0,-4-2 36 15,7 5-12-15,9 4 4 0,2 0 0 0,2 0-5 0,3 0-7 0,1 1-11 16,3-2-8-16,1 1-6 0,4 0-6 0,3-2-2 0,3 0 0 0,5-1 0 16,2-1 4-16,3 1 0 0,4-2 1 0,3 0 3 0,1 0-3 15,1-1 2-15,4 0 0 0,2-1 2 0,2 1-3 0,1 4 1 0,0-2 0 16,2 2 0-16,1 1 1 0,2 1 2 0,2 2-2 0,3-1 1 16,0 1 2-16,2-1 0 0,1 1 3 0,2-1-1 0,2-1-1 0,2 1 0 15,4-2 1-15,1-1 2 0,4-1 0 0,2 0-2 0,3 0 0 0,0-1-2 16,2 1-1-16,2-1-1 0,-2 1 5 0,3-1-2 0,-2 0 8 15,1 0 2-15,2 1 2 0,-2 0 2 0,1-1-4 0,2 1 0 0,-1 0 1 16,0 2-2-16,3 1 1 0,-1 1 2 0,2 0-3 0,1 2 0 0,2 1 0 16,0 0-1-16,2 2-2 0,0 1 1 0,0 1 0 0,0 1-1 15,0 1 1-15,-1 1-2 0,1 2 0 0,-1 1-1 0,-1 2 0 0,-1 1 1 16,-2 2 1-16,2 2-1 0,-2 1 1 0,-1 2-2 0,0 4-1 16,-3 1-1-16,-1 0-4 0,-4 4 4 0,0 0 3 0,-2 0 1 0,-3 3 4 15,-2-2-5-15,-2 2-1 0,-3 0-1 0,-1-3 4 0,-3 1-4 0,-4-2 2 16,-2 1 0-16,-3 1 2 0,-1-1 0 0,-4 2-2 0,-1-2-3 15,-4-2-2-15,-4 1 2 0,-2-2 0 0,-4 1 1 0,-3 0 1 0,0-1 0 16,-5 2-2-16,-2 0 3 0,-4-1 1 0,-3 0 4 0,-5 1 3 0,-1-1 2 16,-4-1 2-16,-3 0 6 0,-2-2 9 0,-3 1 6 0,-2 0 10 15,-3-2-1-15,-4 1-6 0,-3 0 2 0,-1 0-8 0,-4 0-1 0,-2 0-2 16,-2-1-7-16,-5 1 0 0,-3 0-2 0,-5 0-3 0,-4-1 0 16,-2-1 1-16,-3 1-3 0,-1-1-3 0,-2 0 2 0,0-3-2 0,-2 0 1 15,0-1-3-15,-3 1-1 0,-2 0-3 0,-3 1 1 0,-1 0 0 0,-3 0-3 16,-1 0 0-16,-3 0-5 0,-1 3 2 0,-4-1 2 0,-3 2-1 15,-3-1-2-15,-4 2 2 0,-3 0-8 0,-2 0 3 0,-2-1-4 0,0-1-3 16,-1-2 11-16,1 1 6 0,-2 0 4 0,1-1 3 0,-1-3 1 0,3 0-8 16,-1-2 3-16,3-3-1 0,0 0-3 0,1-2 0 0,1-1 3 15,1-1-1-15,2-2 4 0,-2-2-3 0,2-3-1 0,0-1-3 0,0-2-4 16,0-2-1-16,-1 0 2 0,3-3-1 0,-1 0-7 0,1-2 1 16,2-1 2-16,-1-2 1 0,-1-1 6 0,3-2-10 0,-3-2-18 0,2 1-27 15,1-2-53-15,0 0-43 0,3 1-31 0,1 0-17 0,5-1-4 0,3-1-10 16,3-1-41-16,5-2 38 0</inkml:trace>
  <inkml:trace contextRef="#ctx0" brushRef="#br0" timeOffset="12934.04">16199 7557 18 0,'-6'-7'24'0,"1"1"4"0,-2-1-1 15,1 1-1-15,0 2-8 0,2 0 1 0,0 2-2 0,2 0-2 0,0 0 0 16,1 1-7-16,2 1-2 0,0 0-3 0,1 1-2 0,1 0 1 16,2 0-1-16,1 1 2 0,2 0-1 0,2 0 0 0,2-1 0 0,3 1-1 15,1-1 2-15,1 0 0 0,4 0 1 0,1-1 3 0,3 0 2 0,2-2 6 16,2-1 7-16,4 0 4 0,1-2 3 0,4-2-1 0,2 0-3 15,3-2-1-15,3-1-1 0,2 0-2 0,1-2-3 0,2 0-4 0,3-2-2 16,1 0 1-16,1 2-1 0,4 0 2 0,-2 0 0 0,1 1 3 0,2 1 3 16,-1 1 2-16,-1 3 1 0,1 0-5 0,-2 2-1 0,1 2-1 15,1 1-4-15,1 1 0 0,1 2-5 0,0 2-2 0,2 2-4 0,1 1-3 16,-1 2 3-16,2 1-1 0,-1 2 1 0,1 1-3 0,2 2-3 16,-1-1 2-16,0 2 0 0,-1 2 2 0,1-1 1 0,-2 1-1 0,0 1-2 15,0 0 1-15,-1-2-2 0,0-1-3 0,0-2 2 0,-1 0 2 0,1-4 1 16,-1 2 4-16,1 0 1 0,-2 0 1 0,-3-1-2 0,-1 1 2 15,-4 0-3-15,-2 1-2 0,-4 1 2 0,-4 1-1 0,-4 1 0 0,-2 1 0 16,-4 2-4-16,-3 1 0 0,-5 3-4 0,-3 2-1 0,-6 1-3 0,-3 3-2 16,-3 0-3-16,-2 0-9 0,-3-1 2 0,-4 2-4 0,-3 3 5 15,-3 3 5-15,-4 1 5 0,-3 3-1 0,-3 0 2 0,-3 1 0 0,-3 0-4 16,-2 2 4-16,-3-2 0 0,-2 0 1 0,1 1 4 0,-3-3 4 16,1-1 5-16,-2-2 2 0,-1-2 1 0,-2-1-1 0,0-1-2 0,-3-1 0 15,-1-1 0-15,-1-1 0 0,-3-1 0 0,-1-2-5 0,-3-3 0 0,-2 0 5 16,-2-3-1-16,-1-1 5 0,-2-1 1 0,-3-2-3 0,-2-2 6 15,-3-3 0-15,-2-2-2 0,-2-1-2 0,-5-3-5 0,-2-2-6 0,-4-2 0 16,-4-2-2-16,-3-2 1 0,-4-2 0 0,-4-3-2 0,-2-1-3 0,-6-2 2 16,-2-2 1-16,-5-2 4 0,-4-1 1 0,-3-1 1 0,-4-1 7 15,-3-2 5-15,-1 1 8 0,-3-4 4 0,0-2 0 0,0-1 0 0,-2-2-4 16,2 1-1-16,-1 0-1 0,2 1 6 0,0 1 6 0,0 2 13 16,1 4 9-16,1 0 7 0,5 4-1 0,3 1-8 0,5 4-10 0,3 2-13 15,8 2-14-15,4 0-8 0,10 2-11 0,6-1-15 0,10 1-31 0,11 0-46 16,9-2-59-16,8 1-56 0,8-2-114 0</inkml:trace>
  <inkml:trace contextRef="#ctx0" brushRef="#br0" timeOffset="15418.04">20845 8444 703 0,'-7'-1'334'0,"1"1"-251"0,0 0-108 0,4 1-38 0,3 2-9 16,0 0 10-16,3 2 16 0,2 1 14 0,3 0 12 0,2 1 0 0,1 0 4 16,1 1-2-16,1-1-3 0,3-1 3 0,2 0 3 0,2-1 5 15,4-1 6-15,3-1 4 0,1 0 4 0,4-1 6 0,0 0 5 0,4-2 12 16,5-1 17-16,2 0 14 0,4-1 11 0,4-1 2 0,2 1-8 15,5 1-12-15,1 0-8 0,2 2-11 0,4 0-5 0,0 2-3 0,3 2-6 16,2 1-4-16,0 0-2 0,2 1-3 0,-1-2 2 0,2 1-2 0,2-1 1 16,2 0-1-16,-1 0-2 0,1 0 1 0,0-1-8 0,-1 2 0 15,0 1 1-15,0 0 0 0,0 1 6 0,0-1-1 0,-3 0-2 0,1 1-2 16,-2 0-12-16,-1-1-2 0,-2 1-3 0,-2 1-5 0,-1-1-4 0,0 1-5 16,-1-1-19-16,-1 0-31 0,-2-1-67 0,-2 0-60 15,-1-2-26-15,1-1 8 0,1-3-46 0</inkml:trace>
  <inkml:trace contextRef="#ctx0" brushRef="#br0" timeOffset="21784.72">7825 9581 15 0,'67'-19'17'0,"8"-2"1"0,20-7 1 15,-8 3 0-15,-7 0 0 0,0 1 0 0,-1 3-2 0,1 0 1 0,0 3-4 16,-1 2 3-16,0 1-1 0,2 3 2 0,-1 1 0 0,-1 0-3 0,1 3-1 15,1 1-2-15,-2 1 0 0,1 1 0 0,2 2-2 0,-3 1 1 16,4 2-1-16,-1 1-3 0,0 2 1 0,2 1-3 0,-2 2 2 0,0 1 2 16,2 0 0-16,-2 2 6 0,2 0 1 0,0 0 5 0,-1-1 2 0,1 0 4 15,-2 1-2-15,-2 0-3 0,0-1-3 0,-1 2-9 0,-1 0-3 16,-2 0-3-16,-1 1-2 0,0 1-2 0,-1-2 0 0,-3 3-1 0,0 0-1 16,-1 0-1-16,-2 0-3 0,1-1-10 0,-1 0-16 0,-1 2-35 15,0-2-30-15,0 0-22 0,0 1-91 0</inkml:trace>
  <inkml:trace contextRef="#ctx0" brushRef="#br0" timeOffset="38402.25">15002 10086 277 0,'-5'-8'113'16,"0"0"-59"-16,0-1-15 0,4 2-4 0,1 4-8 0,2 0-6 0,2 0-9 15,1 2-5-15,2-2-2 0,1 2 1 0,1 0 3 0,1 0 1 0,1 0 0 16,2 0-1-16,1 1-3 0,2 0 1 0,-1 1-2 0,1 1 2 16,2 0 0-16,0 0-1 0,0 0 1 0,1 2-3 0,-1 0-1 0,-2 0 1 15,0 1-4-15,1 1 3 0,1 1-1 0,-1 0-1 0,3 1 0 16,0 0-2-16,0-1-1 0,1 2 2 0,1-2 0 0,0 0-2 0,2 0 3 15,2 0-3-15,3 2 5 0,0-1-3 0,3-1 5 0,1 1 0 0,2 0 5 16,0 1 2-16,4 0 3 0,-1 0 8 0,1 1 5 0,1-1 2 16,1 1 3-16,2 2 1 0,3 0 3 0,1 0 0 0,0 0-8 0,1-1-1 15,1 1-8-15,5-2-4 0,0 0-1 0,0-1-2 0,3 0-4 0,-1-2-2 16,0-1 5-16,2-1-3 0,-2-1 3 0,-1-1-1 0,-1-1-5 16,-3-1-1-16,0-1 1 0,-2-1 1 0,-2 0-2 0,0 0-1 0,-1-1-1 15,-1 1-3-15,-2-2 3 0,0 0-5 0,0 0 0 0,-1 0 1 16,1-1-3-16,0 0 2 0,0 1-6 0,-2-2-6 0,2-1-3 0,-1-1-18 15,-2 0-1-15,1 0-2 0,-1-1-2 0,-1-1 9 0,0-1 4 0,-3-3 9 16,-2 0 11-16,-1-3 6 0,-4 0 10 0,1-2 1 0,-3-1 2 16,0-2 7-16,-3-1 7 0,-5-1 4 0,0-3 6 0,-3-2 0 0,-1-2 0 15,-4-3 2-15,-2-1-4 0,-3-2-5 0,-4 0-12 0,-4-3-6 0,-5 0-9 16,-6-2-4-16,-4-1-4 0,-8 1-9 0,-8 0-3 0,-7-1-7 16,-6 0-6-16,-8 3 7 0,-5-1 1 0,-7 4 6 0,-5 3 15 0,-6-1 3 15,-1 3 11-15,-4 2 8 0,-1 2 4 0,0 1 7 0,-2 2-1 16,1 4-2-16,-2 0 1 0,2 0-1 0,2 3 2 0,-2 1 2 0,0 3-1 15,0 3-3-15,-3 4-4 0,2 3-1 0,-1 4 0 0,2 1 0 0,-1 3-4 16,0 3-1-16,3 2-4 0,-2 3-8 0,3 3-1 0,1 2-1 16,-1 5-1-16,2 0 3 0,1 5-1 0,3 3-2 0,4 2 1 0,2 3-5 15,6 4-2-15,5 1-6 0,6 0-1 0,6 5-11 0,5 0-20 0,7 2-35 16,5 3-64-16,6 5-47 0,4 1-35 0,6 3-27 0,5 4 0 16,4 0-77-16</inkml:trace>
  <inkml:trace contextRef="#ctx0" brushRef="#br0" timeOffset="74671.17">6140 3945 635 0,'-42'-7'1'0,"-19"-1"-1"0,-16-3 0 0,-13 0 2 0,24 6-2 0,3 3-1 0,0 2 8 0,-2 1-4 16,0 3 1-16,1 2-2 0,-1 2-5 0,-1 4-4 0,1 0 0 16,0 5-3-16,0 2 2 0,-1 3 8 0,1 5 0 0,-2 4 4 0,-1 4-2 15,-1 2-8-15,-3 4 2 0,-1 1 0 0,-1 2-2 0,-1 3 0 16,0 3 0-16,-3 1-1 0,1 0 0 0,1 2 0 0,-4 0 2 0,2 0 0 15,0 2-2-15,-2 2 0 0,6-3-5 0,1-2-2 0,6-2 4 0,5-4 0 16,5-1 2-16,7 0 0 0,5-4 5 0,5-2 1 0,2 2 4 16,5-3 2-16,3 2-4 0,7-1 1 0,2 1 0 0,4 1-1 0,3-1 0 15,5 0 0-15,1 0-2 0,3 0 1 0,3 1-1 0,3 3 0 0,4-2-4 16,4 1 3-16,3-1 1 0,4 2 3 0,3 1 3 0,4-2 0 16,4 1 1-16,7-1 1 0,6 0 0 0,3-2 0 0,3 0-1 0,4-3-3 15,4 0 2-15,6-2-1 0,4 0 0 0,4 1 2 0,4-5-3 16,6 0 1-16,2-2-2 0,2-1 3 0,4 0 1 0,1 0-2 0,3-3 0 15,3 0-1-15,4-3 4 0,2-2-3 0,4-1 2 0,3 0-5 0,2-2-2 16,1 1 2-16,5 0-3 0,-1-1 3 0,2-1-1 0,3-1-5 16,-1 0 2-16,3-1-1 0,-1 2 3 0,0-2 3 0,1 0-1 0,-1-2-1 15,0 1 0-15,0-2 0 0,1-1 1 0,1-3 1 0,1-2 5 0,-1-5 1 16,1-1 6-16,1-3 3 0,-1-4 6 0,2-3 3 0,-2-2 6 16,1-2 6-16,-1-1-1 0,-1-1 7 0,0-3 1 0,-4-2 0 0,-1 0-2 15,-2-4-2-15,-5 0 0 0,-3-3 0 0,-4 0 0 0,-3-3-3 16,-2 1-1-16,-2-4-6 0,-4-1-2 0,-2-3-2 0,-3-2 0 0,-2 0 0 15,-2-4 0-15,-3-2 0 0,-2-1-4 0,-4-1-3 0,-3-2-2 16,-4-2-3-16,-4-2 0 0,-4-1-6 0,-3-1-1 0,-4 0-4 0,-4 1-1 16,-4-2 6-16,-3 1 3 0,-6-2 2 0,-3 1 1 0,-5-2-3 0,-2 0-4 15,-5-2 2-15,-2 0-5 0,-4 0-4 0,-5-1-1 0,-4 3 4 0,-4-2 0 16,-5 1 3-16,-4 1 1 0,-5-1-7 0,-3 0 1 0,-6 0-2 16,-2 0 1-16,-2-1-2 0,-5 1-1 0,-3 1-3 0,-4 1 6 0,-4 0 0 15,-2 2 4-15,-4 0 4 0,-3 2-7 0,-3 1 3 0,-4-1-2 0,-3 0-1 16,-2 3 1-16,-4 2-2 0,-4 5 1 0,-2 1-4 0,-4 3 1 15,-4 3 1-15,-4 1-7 0,-4 6 5 0,-4 1-3 0,-5 7-5 0,-7 5-4 16,-3 5-5-16,-6 5-4 0,-5 7-5 0,-4 4 3 0,-5 6-6 16,-2 5 1-16,0 4-4 0,-1 2-3 0,1 5-1 0,1-1-4 0,4 4 7 15,2 0 1-15,6 2 10 0,4 1 6 0,6 1-1 0,6-1 3 0,8 1 2 16,6-2 1-16,6 4 3 0,5-1 0 0,4 0-2 0,2 1-4 16,3-1-7-16,2 3-18 0,2 1-19 0,-1 3-15 0,3 3-16 0,0 2-6 15,-2 3-10-15,0 4-17 0,-2 3-129 0</inkml:trace>
  <inkml:trace contextRef="#ctx0" brushRef="#br0" timeOffset="143092.07">4890 8491 48 0,'-9'-7'48'0,"-2"0"-18"0,-3 0-2 0,1 1-1 15,0 1-5-15,0 2-5 0,-1-1-6 0,0-1-5 0,1 0 1 16,-1-2-3-16,0 1-1 0,2-3-6 0,1 0-10 0,0-2-9 0,-1-1-6 15,1-3-5-15,1-1-2 0,0-1-25 0,2-1 7 0</inkml:trace>
  <inkml:trace contextRef="#ctx0" brushRef="#br0" timeOffset="143842.06">4350 8072 44 0,'-25'-5'37'0,"-1"0"2"0,-6-2-4 0,3 0 6 0,5 0-2 0,-1-1-3 16,3 2 0-16,-1-1-2 0,1 0-2 0,1 1-9 0,0 0-5 0,1 0-8 15,1 0 0-15,0 0-3 0,0 0 0 0,1 0-2 0,-1 1-1 16,2-2 1-16,2-1-4 0,2 1 1 0,2-1-2 0,1 1 1 15,1-1 0-15,2 0 1 0,0 0-2 0,3-1 0 0,-1 1 0 0,2-1 0 16,1 1 0-16,0 0 0 0,1 2-2 0,0 0 1 0,1 1 0 0,0 3 0 16,1-2 2-16,0 2-1 0,1 0-1 0,1 0 1 0,2 0-1 0,-1 0 1 15,4 0-1-15,1-1-2 0,2-1 3 0,2 0-1 0,2-2 2 0,2-1-1 16,2 0 0-16,2-1-2 0,0 1 1 0,0-2 0 0,2 1-1 16,0-1 1-16,2 0 1 0,1 0 2 0,4 0 0 0,0 1-1 0,3-2-1 15,-1 0-2-15,4-1 0 0,0 0 0 0,1-1 0 0,5 3 5 16,-1-2 2-16,4 0-1 0,3 0 3 0,1-3-4 0,1 0 1 0,2 0 0 15,0 1-1-15,1 0 1 0,2 0-2 0,3 3 3 0,0-2-3 0,1 1 0 16,2 1 1-16,3-1-1 0,1 1-2 0,3 0 0 0,3-1 1 16,2-1-2-16,3-1 1 0,3-1 1 0,2 0-1 0,2 0 1 0,1 0-2 15,3 0 0-15,0 3 1 0,0-2 0 0,3 0 0 0,-1 1 0 16,6-1-2-16,-3 1 0 0,2 0 1 0,-1 1 2 0,1-1 2 0,0 1-1 16,1 2 2-16,3-2-1 0,-2 0-1 0,2 1 0 0,-1-1-1 0,1-1-1 15,2 0 1-15,2 0-1 0,1 0-1 0,-1 0 1 0,1 2 0 16,-2 1 0-16,2 0-1 0,1 1 1 0,-1 0 1 0,0 2-1 0,-1-1 1 15,-2 3 1-15,1 1 0 0,-2 0 1 0,0 3 1 0,-1 1-2 0,-2 0 1 16,0 3 1-16,-4 1-2 0,0 2 2 0,0 1 4 0,-2 2-3 16,-3 0 3-16,0 1-1 0,-4 4-3 0,-1 0-1 0,1 2 0 0,-4 0-1 15,2 2 2-15,-3 1 1 0,-3 1-4 0,-3 3 0 0,-3 1-3 0,0 1 3 16,-3 1 1-16,0 0-2 0,-4 1 1 0,-2-1-3 0,0 4-1 16,-5-1 1-16,-1 3-1 0,-3 0 0 0,-2 2 0 0,-3-2-4 0,0 3 0 15,-2-2 7-15,-1 0 1 0,-1 3 3 0,-3-2 2 0,1 1-7 16,-3 0 1-16,0 0-2 0,-2 2 0 0,0-2 1 0,0 2 0 0,-1-3-1 15,-2 0 3-15,-4 2-1 0,0 0-1 0,-3 3-1 0,-1-3-2 0,-1 1-1 16,-3 1 9-16,-1 0 0 0,-2 1 5 0,-2 0 0 0,-1 0-5 16,-2 1 1-16,-1 0-1 0,-3 0 1 0,-1-2-2 0,-2 1 0 0,-3-3 0 15,-1 2-1-15,-2-2 1 0,-1 1-1 0,-2-1-2 0,-1-2 3 16,-2 1 2-16,-3-3 3 0,-2 0 4 0,-1-1-3 0,-2-2 2 0,-2-1-2 16,-3-1 2-16,-1 0 1 0,-3 1-2 0,-3-2 3 0,-2 1 0 0,-2-3 2 15,-2 0-2-15,-4-1 1 0,-1-2-1 0,-3 1 1 0,-2-2 1 16,0 0 0-16,-3 1 0 0,-2-2-2 0,-2 0 1 0,-3 0 1 0,0-3 1 15,-1-1 3-15,0-2 0 0,-1-4 4 0,-1-1 1 0,-2-2 2 0,-1-3 2 16,0-1-3-16,-1-2 4 0,-1-1-4 0,-2-2 0 0,-2 0 2 16,-2-1-6-16,-2-3 6 0,-3 0-1 0,0-1 6 0,-1 0 3 0,0-3-1 15,-2-1-6-15,-1-1-4 0,1-2-2 0,-1-1-4 0,-2-1 0 0,-1 0-2 16,-1 0-2-16,-2-2-3 0,-1 1-1 0,-1-1-5 0,-2 0-2 16,-1 1 2-16,-3 0-3 0,-1 1 1 0,-3 0-8 0,-2 1-1 0,-2 2 1 15,-2 3 0-15,-4 1 4 0,-3-1 2 0,0 2 1 0,-1-1-4 0,2-1 4 16,0 2-2-16,1-1 1 0,3 0 1 0,-1-1-5 0,4 0-7 15,2-1-6-15,2 1-4 0,1-1-3 0,1 1-7 0,3-1-15 0,1 0-23 16,4 0-57-16,2-1-70 0,2-1-28 0,5 0-19 0,0-1-164 16</inkml:trace>
  <inkml:trace contextRef="#ctx0" brushRef="#br0" timeOffset="179360">12045 8639 1 0,'3'5'25'0,"-2"-5"305"0,0 0 369 0,-2-5-645 0,0 1-16 0,4 1-36 0,2 1-8 0,6 0-1 0,5-1 5 0,6-1-3 16,7-1 2-16,6-1 1 0,4 1-7 0,3-2-1 0,3 1-10 16,3-1-16-16,3 1-21 0,2 0-34 0,2-1-14 0,1 1 0 15,1 1 12-15,2 0 26 0,1 0 14 0,0 1 14 0,1 1 12 0,1 1 7 0,0 1 8 16,1 2 3-16,1 2 0 0,0 1 2 0,0 1-4 0,1 2-4 15,1 2-2-15,1 0-2 0,-1 0 0 0,2 2 1 0,-2 0-2 0,4 1 2 16,3 0-6-16,2 0-9 0,2-1-9 0,3 0-58 0</inkml:trace>
  <inkml:trace contextRef="#ctx0" brushRef="#br0" timeOffset="183164">19771 8818 80 0,'-7'-7'24'0,"0"-3"-26"0,0-1-2 0,2 0 1 16,0 2-2-16,1 0-2 0,0 0-2 0,0-1 0 0,0 0-3 16,-1-1 2-16,-2-1-6 0,0 1-10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1:31:28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1186 4681 0 0,'-3'-3'4'0'0,"0"0"0"0"0,0-1 0 0 0,0 1-1 0 0,1 0 1 0 0,0-1 0 0 0,-1 0 0 0 0,1 0 0 0 0,1 0 0 0 0,-1 0 0 0 0,1 0 0 0 0,-2-6-1 0 0,3 8-17 0 0,0 0 0 0 0,0 0-1 0 0,0 0 1 0 0,0 0 0 0 0,1 0-1 0 0,-1 0 1 0 0,1-1 0 0 0,-1 1-1 0 0,1 0 1 0 0,0 0 0 0 0,0 1-1 0 0,0-1 1 0 0,0 0 0 0 0,0 0-1 0 0,0 0 1 0 0,1 0 0 0 0,-1 1-1 0 0,0-1 1 0 0,1 1 0 0 0,-1-1-1 0 0,1 1 1 0 0,0 0 0 0 0,0-1-1 0 0,3-1 1 0 0,8-5-15 0 0,0 0 0 0 0,1 1 0 0 0,0 0-1 0 0,0 1 1 0 0,1 1 0 0 0,0 0 0 0 0,0 1 0 0 0,0 1 0 0 0,22-3 0 0 0,8 4 36 0 0,86 5 0 0 0,-55 1 53 0 0,-8-6 180 0 0,0-3 0 0 0,0-3 0 0 0,76-18 0 0 0,67-10 445 0 0,64 21 107 0 0,-164 12 1204 0 0,148-22-1 0 0,-215 15-1697 0 0,-1-2 0 0 0,0-2 0 0 0,-1-2 1 0 0,-1-2-1 0 0,-1-1 0 0 0,0-2 1 0 0,-1-2-1 0 0,50-39 0 0 0,-78 53-277 0 0,0 1 0 0 0,-1-2 1 0 0,0 1-1 0 0,0-2 0 0 0,-1 1 0 0 0,0-1 0 0 0,-1 0 0 0 0,0-1 1 0 0,-1 0-1 0 0,8-17 0 0 0,-12 20 2 0 0,0 0 0 0 0,0 0 0 0 0,-1 0 0 0 0,0 0 0 0 0,-1 0 0 0 0,0 0 0 0 0,0-1-1 0 0,-1 1 1 0 0,-1 0 0 0 0,1 0 0 0 0,-1-1 0 0 0,-1 1 0 0 0,0 0 0 0 0,0 0 0 0 0,-1 0 0 0 0,-6-14 0 0 0,2 8-44 0 0,-2 0 0 0 0,0 1-1 0 0,-1 0 1 0 0,0 0 0 0 0,-1 1 0 0 0,0 1-1 0 0,-1-1 1 0 0,0 2 0 0 0,-1 0 0 0 0,-21-14-1 0 0,-1 3-31 0 0,0 1 1 0 0,-1 2-1 0 0,-47-18 0 0 0,-56-12 567 0 0,-212-47 0 0 0,315 90-486 0 0,0 0 0 0 0,-1 3 0 0 0,0 1 0 0 0,0 1 0 0 0,1 2 0 0 0,-1 2 0 0 0,0 1 0 0 0,1 2 0 0 0,-52 15 0 0 0,11 4 16 0 0,1 3-1 0 0,2 3 0 0 0,-87 50 0 0 0,118-57-56 0 0,-50 36 0 0 0,81-51-255 0 0,0 0 1 0 0,1 1-1 0 0,0 0 0 0 0,0 1 1 0 0,1 0-1 0 0,1 1 0 0 0,0 0 1 0 0,-12 20-1 0 0,19-28-54 0 0,0 0 0 0 0,1 0-1 0 0,-1 1 1 0 0,1-1 0 0 0,0 0 0 0 0,0 1 0 0 0,0-1 0 0 0,0 0-1 0 0,1 1 1 0 0,0-1 0 0 0,0 1 0 0 0,0-1 0 0 0,0 1-1 0 0,1-1 1 0 0,-1 1 0 0 0,1-1 0 0 0,1 0 0 0 0,1 8-1 0 0,0-7 3 0 0,0 0-1 0 0,1 1 1 0 0,-1-1-1 0 0,1 0 0 0 0,0-1 1 0 0,0 1-1 0 0,0-1 0 0 0,0 0 1 0 0,1 0-1 0 0,0 0 1 0 0,0 0-1 0 0,0-1 0 0 0,6 4 1 0 0,26 11-1334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1:31:29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816 713 8602 0 0,'-44'-18'104'0'0,"28"12"138"0"0,0 0 0 0 0,0-1 0 0 0,1 0 0 0 0,0-1 0 0 0,0-1 0 0 0,1 0 0 0 0,-19-17 0 0 0,31 24-237 0 0,0-1 0 0 0,0 1-1 0 0,0 0 1 0 0,0-1 0 0 0,1 0-1 0 0,-1 1 1 0 0,1-1 0 0 0,0 0-1 0 0,0 1 1 0 0,0-1 0 0 0,0 0 0 0 0,0 0-1 0 0,1 0 1 0 0,-1 0 0 0 0,1 0-1 0 0,0 0 1 0 0,0-4 0 0 0,1 1 5 0 0,0 1 0 0 0,0 0 0 0 0,0 0 1 0 0,1 0-1 0 0,-1 0 0 0 0,1 0 0 0 0,1 0 1 0 0,-1 0-1 0 0,4-5 0 0 0,5-5 15 0 0,1-1-1 0 0,0 2 1 0 0,1 0-1 0 0,21-18 1 0 0,1 4 50 0 0,1 2 1 0 0,1 1-1 0 0,1 2 1 0 0,2 2 0 0 0,0 1-1 0 0,61-20 1 0 0,262-63 479 0 0,292-18 14 0 0,-609 116-554 0 0,-1 2 0 0 0,1 2 0 0 0,0 2 0 0 0,-1 2 0 0 0,1 2 0 0 0,71 17 0 0 0,-96-17 23 0 0,-1 2 0 0 0,0 0 1 0 0,-1 1-1 0 0,0 1 0 0 0,0 1 0 0 0,0 1 1 0 0,-2 0-1 0 0,1 1 0 0 0,-2 1 0 0 0,1 1 1 0 0,-2 0-1 0 0,0 1 0 0 0,0 1 0 0 0,-2 0 1 0 0,0 1-1 0 0,15 26 0 0 0,-14-16 41 0 0,-2 1-1 0 0,-1 0 1 0 0,-1 0-1 0 0,-2 1 0 0 0,0 1 1 0 0,-2-1-1 0 0,-2 1 1 0 0,0 0-1 0 0,-2 1 1 0 0,-1-1-1 0 0,-2 0 1 0 0,-1 0-1 0 0,-1 0 1 0 0,-2 0-1 0 0,0 0 1 0 0,-2-1-1 0 0,-14 36 0 0 0,13-47-9 0 0,0 0 0 0 0,-1-1 0 0 0,-1-1 0 0 0,-1 1 0 0 0,-1-2-1 0 0,-25 29 1 0 0,16-23 17 0 0,-2-1-1 0 0,0-1 1 0 0,-49 30-1 0 0,16-18-10 0 0,-1-3-1 0 0,-1-3 1 0 0,-96 29-1 0 0,-17-7 189 0 0,-285 42 0 0 0,-183-40 1249 0 0,535-47-943 0 0,1-4 0 0 0,-135-21 0 0 0,196 15-392 0 0,0-1 0 0 0,0-3 1 0 0,-46-19-1 0 0,62 20-117 0 0,1-2-1 0 0,0 0 1 0 0,1-1 0 0 0,1-2-1 0 0,-39-32 1 0 0,51 38-61 0 0,0-1 1 0 0,1-1-1 0 0,0 0 0 0 0,0 0 1 0 0,1-1-1 0 0,1 0 1 0 0,0 0-1 0 0,1-1 1 0 0,1 0-1 0 0,0 0 1 0 0,0-1-1 0 0,2 1 0 0 0,0-1 1 0 0,0 0-1 0 0,2-1 1 0 0,0 1-1 0 0,0 0 1 0 0,2-1-1 0 0,0 1 0 0 0,0-1 1 0 0,2 1-1 0 0,0 0 1 0 0,0-1-1 0 0,2 1 1 0 0,0 0-1 0 0,0 1 0 0 0,2-1 1 0 0,0 1-1 0 0,0 0 1 0 0,1 0-1 0 0,1 1 1 0 0,14-20-1 0 0,-3 10-30 0 0,2 0 0 0 0,0 1 0 0 0,1 1 1 0 0,1 1-1 0 0,33-22 0 0 0,137-75-165 0 0,-183 111 182 0 0,311-153-2879 0 0,-158 93-2827 0 0,183-49 0 0 0,-137 66 2354 0 0,-102 28 1773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1:31:29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 6665 0 0,'-8'1'79'0'0,"-4"-1"1"0"0,0 2-1 0 0,0 0 1 0 0,0 0-1 0 0,1 1 0 0 0,-15 5 1 0 0,23-6-92 0 0,-1-1 0 0 0,1 1-1 0 0,0 0 1 0 0,0 0 0 0 0,0 1 0 0 0,0-1 0 0 0,0 0 0 0 0,1 1 0 0 0,-1 0 0 0 0,1 0 0 0 0,0 0 0 0 0,0 0 0 0 0,0 0 0 0 0,0 0-1 0 0,0 0 1 0 0,1 0 0 0 0,-1 1 0 0 0,1-1 0 0 0,0 1 0 0 0,0-1 0 0 0,-1 6 0 0 0,1 4-35 0 0,-1 0 1 0 0,2 1 0 0 0,0-1-1 0 0,3 19 1 0 0,-2-22 58 0 0,0 1 1 0 0,-1 0-1 0 0,0 0 0 0 0,0 0 1 0 0,-1 0-1 0 0,0 0 0 0 0,-5 17 0 0 0,-16 29 34 0 0,14-37-1075 0 0,0 1 0 0 0,2-1 0 0 0,0 1 0 0 0,-3 22 0 0 0,6-19-541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1:31:29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47 10770 0 0,'-49'-19'4569'0'0,"3"5"-5409"0"0,-4 1-456 0 0,21 14-1329 0 0,23 8-423 0 0,12 5 79 0 0,15 8 809 0 0,13 9-1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1:31:29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26 6673 0 0,'-26'-9'40'0'0,"-2"2"128"0"0,-2-1-120 0 0,8 7-152 0 0,10 2-232 0 0,5 2-272 0 0,1 5-216 0 0,4 2-136 0 0,4 5-16 0 0,4 5 87 0 0,4 2 161 0 0,5 6-648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1:31:30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142 140 8682 0 0,'-38'-17'-272'0'0,"6"0"368"0"0,-4 1-152 0 0,15 2-256 0 0,12 4-336 0 0,5 2-353 0 0,2 1-303 0 0,7-2-32 0 0,1 0 112 0 0,6-5 311 0 0,3-4-631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1:31:30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77 7706 0 0,'-45'-18'3120'0'0,"-3"4"-2920"0"0,-8-2 328 0 0,11 7-239 0 0,14 4-217 0 0,10 2-216 0 0,8 0-321 0 0,7 2-519 0 0,4 1-504 0 0,4-2-232 0 0,5 4-33 0 0,5-2 225 0 0,6-2 256 0 0,10 1 159 0 0,5-4-255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1:31:30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30 9114 0 0,'-45'-11'624'0'0,"0"2"-664"0"0,-4 0 280 0 0,16 9-320 0 0,20 0-360 0 0,7 0-384 0 0,7 1-248 0 0,5 1-145 0 0,6-1 145 0 0,5 1 112 0 0,7-1 96 0 0,6-1 80 0 0,5 0 95 0 0,2-1 177 0 0,3 1 88 0 0,-3-3-528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1:31:30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95 1856 0 0,'-45'-29'2905'0'0,"-69"-32"-1"0"0,103 56-2903 0 0,43 12-4877 0 0,-16-5 4084 0 0,11 3-342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1:31:31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517 360 4921 0 0,'-13'-12'-70'0'0,"-12"-11"525"0"0,1-2-1 0 0,-29-37 0 0 0,49 56-300 0 0,-1 0-1 0 0,1-1 1 0 0,0 1-1 0 0,0-1 0 0 0,1 0 1 0 0,0 0-1 0 0,0 0 1 0 0,0 0-1 0 0,1-1 1 0 0,1 1-1 0 0,-1-1 1 0 0,1 1-1 0 0,0-1 1 0 0,1 0-1 0 0,-1 1 1 0 0,3-13-1 0 0,-1 15-74 0 0,0 1 0 0 0,0 0 0 0 0,0 0 0 0 0,1 0 0 0 0,0 0 0 0 0,0 0 0 0 0,0 0 0 0 0,0 0 0 0 0,1 0 0 0 0,-1 1-1 0 0,1-1 1 0 0,0 1 0 0 0,0 0 0 0 0,6-5 0 0 0,-3 4 12 0 0,0 0 1 0 0,1 0-1 0 0,0 0 0 0 0,0 1 1 0 0,0 0-1 0 0,0 0 0 0 0,13-3 0 0 0,5 1 127 0 0,0 2-1 0 0,1 0 0 0 0,48 2 0 0 0,241 28 511 0 0,-122-6-642 0 0,591 19-62 0 0,-1-69 1743 0 0,-761 27-1505 0 0,-15 0-108 0 0,1 1 0 0 0,-1 0 0 0 0,1 0-1 0 0,-1 1 1 0 0,0 0 0 0 0,1 0 0 0 0,-1 1-1 0 0,1 0 1 0 0,-1 0 0 0 0,8 3 0 0 0,-14-3-121 0 0,-1-1 1 0 0,1 1-1 0 0,0-1 0 0 0,-1 1 1 0 0,1-1-1 0 0,-1 1 0 0 0,1 0 1 0 0,-1-1-1 0 0,1 1 0 0 0,-1-1 1 0 0,0 1-1 0 0,1 0 0 0 0,-1 0 1 0 0,0-1-1 0 0,1 1 1 0 0,-1 0-1 0 0,0 0 0 0 0,0-1 1 0 0,0 1-1 0 0,0 0 0 0 0,0 0 1 0 0,0 0-1 0 0,0-1 0 0 0,0 1 1 0 0,0 0-1 0 0,0 0 1 0 0,0 0-1 0 0,0-1 0 0 0,-1 1 1 0 0,1 0-1 0 0,0 0 0 0 0,0-1 1 0 0,-1 1-1 0 0,1 0 0 0 0,-1-1 1 0 0,0 2-1 0 0,-18 26 348 0 0,-20 14-301 0 0,-3-1 0 0 0,-2-3 0 0 0,-52 37 0 0 0,41-33-40 0 0,-139 105-88 0 0,-338 195 1 0 0,400-271 53 0 0,-4-5 0 0 0,-3-6 0 0 0,-261 74 0 0 0,346-120-13 0 0,0-3-1 0 0,-1-2 1 0 0,0-3 0 0 0,0-1-1 0 0,0-4 1 0 0,-77-6 0 0 0,105 2 37 0 0,0-1 0 0 0,0-2 0 0 0,1 0 0 0 0,0-2 1 0 0,0 0-1 0 0,0-2 0 0 0,1-1 0 0 0,1-1 0 0 0,0-1 1 0 0,1-2-1 0 0,0 0 0 0 0,1-1 0 0 0,1-1 0 0 0,-36-36 1 0 0,44 38-18 0 0,1 0 0 0 0,0-1 0 0 0,1 0 1 0 0,1-1-1 0 0,0 0 0 0 0,2 0 1 0 0,0-1-1 0 0,0 0 0 0 0,2-1 0 0 0,-5-23 1 0 0,9 32-17 0 0,0 1 1 0 0,1-1 0 0 0,0 0-1 0 0,1 0 1 0 0,0 0 0 0 0,1 0-1 0 0,0 0 1 0 0,1 0 0 0 0,0 0-1 0 0,0 0 1 0 0,1 1 0 0 0,0-1-1 0 0,1 1 1 0 0,0 0 0 0 0,0 0-1 0 0,1 0 1 0 0,0 1 0 0 0,1-1-1 0 0,-1 1 1 0 0,2 1 0 0 0,12-13-1 0 0,-10 11-5 0 0,1 1 0 0 0,1 0 0 0 0,-1 0 0 0 0,1 1 0 0 0,1 1 0 0 0,-1 0-1 0 0,1 1 1 0 0,0 0 0 0 0,1 0 0 0 0,-1 1 0 0 0,1 1 0 0 0,-1 0 0 0 0,1 1 0 0 0,0 0-1 0 0,0 1 1 0 0,18 1 0 0 0,13 3-55 0 0,0 2 1 0 0,-1 2-1 0 0,62 18 0 0 0,-80-18 20 0 0,18 3 20 0 0,0-2 0 0 0,1-1 0 0 0,75 1 0 0 0,-119-8 22 0 0,0 0-1 0 0,0 0 1 0 0,0 0-1 0 0,0 1 0 0 0,0-1 1 0 0,0 0-1 0 0,0 0 1 0 0,0 0-1 0 0,1 0 1 0 0,-1 0-1 0 0,0 0 1 0 0,0 0-1 0 0,0 0 1 0 0,0 0-1 0 0,0 0 0 0 0,1 0 1 0 0,-1 0-1 0 0,0 0 1 0 0,0 0-1 0 0,0 0 1 0 0,0 0-1 0 0,0 0 1 0 0,1 0-1 0 0,-1 0 0 0 0,0 0 1 0 0,0 0-1 0 0,0 0 1 0 0,0 0-1 0 0,0 0 1 0 0,1 0-1 0 0,-1 0 1 0 0,0 0-1 0 0,0 0 1 0 0,0 0-1 0 0,0 0 0 0 0,0 0 1 0 0,0 0-1 0 0,1 0 1 0 0,-1-1-1 0 0,0 1 1 0 0,0 0-1 0 0,0 0 1 0 0,0 0-1 0 0,0 0 0 0 0,0 0 1 0 0,0 0-1 0 0,0-1 1 0 0,0 1-1 0 0,0 0 1 0 0,0 0-1 0 0,0 0 1 0 0,1 0-1 0 0,-1 0 1 0 0,0 0-1 0 0,0-1 0 0 0,0 1 1 0 0,0 0-1 0 0,0 0 1 0 0,0 0-1 0 0,0 0 1 0 0,0 0-1 0 0,0-1 1 0 0,0 1-1 0 0,-1 0 1 0 0,1 0-1 0 0,0 0 0 0 0,-1-14-650 0 0,2 12 269 0 0,0-1 0 0 0,0 1 0 0 0,0-1 0 0 0,0 1 0 0 0,0 0 0 0 0,1-1 1 0 0,-1 1-1 0 0,1 0 0 0 0,0 0 0 0 0,-1 0 0 0 0,1 0 0 0 0,0 0 0 0 0,0 1 0 0 0,0-1 0 0 0,0 0 0 0 0,1 1 0 0 0,-1 0 0 0 0,0-1 0 0 0,1 1 0 0 0,-1 0 1 0 0,0 0-1 0 0,1 0 0 0 0,5-1 0 0 0,7-1-1300 0 0,1 0 1 0 0,29-3 0 0 0,-31 5 1273 0 0,18-2-594 0 0,2 0-457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1:31:31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27 432 0 0,'-27'-26'-424'0'0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1:31:31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670 37 1936 0 0,'-30'-9'201'0'0,"1"1"0"0"0,-1 2-1 0 0,0 0 1 0 0,-1 2-1 0 0,1 2 1 0 0,-1 1-1 0 0,-40 3 1 0 0,49 0-42 0 0,0 1 0 0 0,0 2 0 0 0,1 0 0 0 0,-1 1 0 0 0,1 1 0 0 0,0 1 0 0 0,1 1 0 0 0,0 1 0 0 0,1 1 0 0 0,-34 24 0 0 0,41-27-141 0 0,2 2 0 0 0,-1-1-1 0 0,1 1 1 0 0,0 0-1 0 0,1 1 1 0 0,1 0-1 0 0,-1 1 1 0 0,2 0-1 0 0,0 0 1 0 0,-9 20-1 0 0,13-22-53 0 0,0-1 0 0 0,0 1 0 0 0,1-1 0 0 0,0 1 0 0 0,1 0-1 0 0,0 0 1 0 0,0 0 0 0 0,1 0 0 0 0,1 0 0 0 0,-1-1 0 0 0,2 1 0 0 0,-1 0-1 0 0,2 0 1 0 0,-1-1 0 0 0,8 18 0 0 0,5 7-268 0 0,3-1-1 0 0,0-1 1 0 0,2-1 0 0 0,1-1-1 0 0,2 0 1 0 0,33 33-1 0 0,172 146-1317 0 0,-225-207 1609 0 0,81 69-1014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1:31:31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335 421 9626 0 0,'-44'-33'-392'0'0,"-1"-5"456"0"0,-11-8-160 0 0,13 5-304 0 0,11 5-272 0 0,5 3-192 0 0,4 1-113 0 0,5 3-63 0 0,3 2 32 0 0,3 0 8 0 0,5 0 47 0 0,-1 1 177 0 0,4 1-608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1:31:32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74 1424 0 0,'-19'2'32'0'0,"4"1"224"0"0,-1 0 40 0 0,7-2-112 0 0,6-1-120 0 0,4 0-120 0 0,4 0-40 0 0,1-1 8 0 0,3-2-24 0 0,3 0-8 0 0,6-3-16 0 0,6-2-48 0 0,0-1 0 0 0,3-5-8 0 0,0 2 16 0 0,-1 0 0 0 0,0-3-288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1:31:32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58 1064 0 0,'-20'-13'126'0'0,"0"1"-1"0"0,-1 2 0 0 0,-30-12 1 0 0,55 62-959 0 0,0-19 563 0 0,-1-8-129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1:31:35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1461 1614 6337 0 0,'-13'-3'126'0'0,"1"1"0"0"0,0 1 0 0 0,-1 0-1 0 0,1 0 1 0 0,-1 1 0 0 0,-20 3 0 0 0,32-3-123 0 0,-1 1 0 0 0,1-1 0 0 0,0 0 0 0 0,-1 0 0 0 0,1 0 0 0 0,-1 0 0 0 0,1-1 0 0 0,-1 1 0 0 0,1 0 0 0 0,0 0 0 0 0,-1-1 0 0 0,1 1 0 0 0,-1-1 0 0 0,1 0 0 0 0,-2 0 1 0 0,3 0 1 0 0,-1 1 0 0 0,1-1 0 0 0,-1 1 0 0 0,1-1 0 0 0,-1 1 0 0 0,1-1 0 0 0,0 0 0 0 0,-1 1 0 0 0,1-1 0 0 0,0 0 1 0 0,0 1-1 0 0,-1-1 0 0 0,1 0 0 0 0,0 0 0 0 0,0 1 0 0 0,0-1 0 0 0,0 0 0 0 0,0 0 0 0 0,0 1 0 0 0,0-1 0 0 0,0-1 1 0 0,2-4 27 0 0,-1 0 1 0 0,1 0 0 0 0,0 0 0 0 0,1 0 0 0 0,5-9 0 0 0,0 1 33 0 0,1 0 1 0 0,0 0-1 0 0,1 1 1 0 0,1 0 0 0 0,18-18-1 0 0,-22 24-61 0 0,1 1 1 0 0,0 0-1 0 0,0 0 0 0 0,0 1 1 0 0,0 0-1 0 0,1 0 0 0 0,0 0 1 0 0,0 2-1 0 0,0-1 0 0 0,17-4 0 0 0,-19 8 32 0 0,1-1 0 0 0,-1 1 0 0 0,0 0 1 0 0,1 0-1 0 0,-1 1 0 0 0,0 0 0 0 0,1 1 0 0 0,-1-1 0 0 0,0 1 0 0 0,11 5 0 0 0,9 5 286 0 0,34 21 0 0 0,-9-5 46 0 0,-1-6-165 0 0,1-3 0 0 0,1-1 1 0 0,1-3-1 0 0,0-3 0 0 0,1-1 1 0 0,59 2-1 0 0,337-3 379 0 0,-442-10-569 0 0,841-61 1383 0 0,39-1-453 0 0,-179 74-479 0 0,-377-3-380 0 0,-162-4 6 0 0,215-1 245 0 0,-376-4-215 0 0,-1-1 1 0 0,1 0 0 0 0,-1 0 0 0 0,0-1 0 0 0,1 0 0 0 0,12-6 0 0 0,-20 7-48 0 0,0 0 1 0 0,0 0-1 0 0,0 0 1 0 0,0 0-1 0 0,0 0 1 0 0,-1-1 0 0 0,1 1-1 0 0,0-1 1 0 0,-1 1-1 0 0,1-1 1 0 0,-1 0-1 0 0,0 0 1 0 0,1 1 0 0 0,-1-1-1 0 0,0 0 1 0 0,0 0-1 0 0,0 0 1 0 0,-1 0-1 0 0,1-1 1 0 0,0 1 0 0 0,-1 0-1 0 0,1 0 1 0 0,-1 0-1 0 0,0 0 1 0 0,0-1 0 0 0,0 1-1 0 0,0 0 1 0 0,0 0-1 0 0,0-1 1 0 0,0 1-1 0 0,-1 0 1 0 0,-1-4 0 0 0,-1-4 7 0 0,0 0 1 0 0,-1 0-1 0 0,-1 0 1 0 0,0 0-1 0 0,0 1 1 0 0,0 0-1 0 0,-1 0 1 0 0,-9-10 0 0 0,-64-64-290 0 0,66 71 205 0 0,-76-71-24 0 0,-154-108-1 0 0,-119-44 276 0 0,-143-24 20 0 0,-23 51-106 0 0,52 58-296 0 0,345 118-22 0 0,-230-24-1 0 0,193 46 11 0 0,-1 7 1 0 0,1 7-1 0 0,-314 50 0 0 0,200 1 167 0 0,-395 133 0 0 0,516-134 189 0 0,-269 131 0 0 0,362-150-154 0 0,2 4 0 0 0,2 2 0 0 0,1 3 0 0 0,3 3 0 0 0,1 3 0 0 0,-66 72 0 0 0,96-89-55 0 0,3 1-1 0 0,0 2 1 0 0,-32 59-1 0 0,45-68-11 0 0,0 0 1 0 0,2 1-1 0 0,1 0 1 0 0,1 1-1 0 0,1 0 0 0 0,-3 31 1 0 0,9-45-21 0 0,1-1-1 0 0,1 1 1 0 0,1-1 0 0 0,0 1 0 0 0,0-1 0 0 0,1 0 0 0 0,1 1 0 0 0,1-1-1 0 0,9 24 1 0 0,-5-19-14 0 0,2 1 1 0 0,0-2-1 0 0,1 1 0 0 0,1-1 0 0 0,28 31 0 0 0,-7-15-564 0 0,2-1-1 0 0,2-2 0 0 0,0-2 1 0 0,2-1-1 0 0,52 27 1 0 0,-68-41-759 0 0,0-2 0 0 0,2-1 1 0 0,-1-1-1 0 0,1-1 0 0 0,0-2 1 0 0,1 0-1 0 0,27 3 1 0 0,-11-6-1959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1:30:35.1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5563 6410 711 0,'-5'-15'42'16,"2"2"13"-16,0-1-6 0,6 4-17 0,1 1-10 0,3 1-7 0,0 0-6 15,0-1-2-15,2 3-5 0,0-1-5 0,1 0-3 0,1 2-16 16,-1 1-15-16,0 1-20 0,-1 2-16 0,1 0-2 0,-1 1 9 0,-1 0 17 15,-1 1 22-15,-1 0 10 0,0-1 10 0,-1 0 6 0,1-1 1 0,0 0 5 16,1 0 3-16,1-1 1 0,2 1 2 0,0-2-5 0,0 1 2 16,0-2 2-16,0 0 4 0,1-1 6 0,-1-1 3 0,3 0 3 0,0-1 2 15,-1-2-1-15,3 0 4 0,0-1 0 0,2 0-3 0,0-1-1 0,1 1-2 16,1-2-4-16,0 2 5 0,1-1-2 0,1 1-2 0,-1 1-1 16,3 1-6-16,0 1-2 0,1 0-4 0,2 1-2 0,-3 1 0 0,2 2-4 15,-1-1 0-15,0 2-5 0,0 1 0 0,0 1 1 0,1 3 0 16,-2-1 4-16,0 2-4 0,1 0-1 0,-1 0 3 0,1 2 0 0,0-1-1 15,-1 2 5-15,1-1-5 0,1 2 0 0,0 1 0 0,1 1-3 0,-2 0 2 16,0 1 0-16,0-2-1 0,0 0 2 0,2-1 2 0,-1-1 0 16,3 1-1-16,-1-2 0 0,2-1-3 0,0 0 1 0,-1-1 1 0,0 0 1 15,1 0 1-15,0 0 3 0,-1-3 1 0,2 0 5 0,-2 0 7 0,0 0 5 16,1-1 6-16,-1 1 3 0,0-1 5 0,3-1 2 0,-3 0 6 16,1-1-1-16,-1 1-1 0,0-2-5 0,0 0-6 0,1-1-7 0,1 0 3 15,-2-1-9-15,0-1 0 0,-2-2 2 0,1 0-3 0,-1-2 1 16,-1 1 0-16,-1-2 0 0,-1-2-3 0,-1-1 6 0,0 0-3 0,-1-1 1 15,1-2 0-15,-3-2-9 0,1-1 2 0,-1-4 3 0,-2-2-1 0,1-1 4 16,-2-3-2-16,0 0-6 0,-3-1 2 0,0 0-6 0,0-4 1 16,-2 1-4-16,0-2-7 0,-4-3 14 0,-1 0-5 0,-2-2 8 0,-2 0-1 15,-1-1-6-15,-3 0 4 0,-2 0-4 0,-1 0-1 0,-3-2 7 0,-3-3-6 16,-3 2 1-16,-5-2 0 0,0 1-8 0,-4-1 0 0,-3 0 0 16,-2 1 4-16,-5-1 2 0,-3 1 1 0,-4 0-5 0,-4 3-3 0,-4 2 1 15,-4-1 0-15,-4 2 0 0,-4 0-1 0,-4 0 1 0,-5 4 0 16,-3 2 0-16,-4 2-3 0,-5 1-4 0,-1 3-5 0,-2 0 1 0,0 3 1 15,-4 3 7-15,-2 0 10 0,-5 5-3 0,-4 1 6 0,-3 3-7 0,-4 4-1 16,-3 3 0-16,-2 4-9 0,-2 4 0 0,-4 4 4 0,-1 4-1 16,-2 4 0-16,-1 2-3 0,0 4-9 0,1 4 20 0,-2 4 4 0,4 5 4 15,0 2 3-15,2 4-17 0,7 1 4 0,2 3 1 0,7 2 4 0,3 0 3 16,4 0-6-16,4 0-1 0,7 1-3 0,2 3-7 0,7 0-13 16,4 2 4-16,5 1 5 0,7 2 3 0,8 1 13 0,7 0-1 0,6 1-8 15,8-1-2-15,4-1-1 0,6-1-1 0,5-3-2 0,3 1 3 0,5-4-7 16,7 1 2-16,5-2-2 0,3-2 4 0,3 0 4 0,3-5 0 15,5-2 7-15,3 0-6 0,5-2 6 0,3 0 3 0,6-2-8 0,3-1 9 16,4-2-2-16,6-1 1 0,1-2 4 0,5 0 1 0,4-5 3 16,3 1 2-16,5-3-1 0,-1-2 1 0,5-1-6 0,2-2-4 0,0 0-4 15,2-3-11-15,1-2 0 0,1 0 3 0,0-1 7 0,0 0 6 0,2-1-1 16,0 0-9-16,-1-1 1 0,0 1-2 0,0 0 2 0,1 1 6 16,1-1-8-16,-1 1 1 0,-2 1-6 0,0 0-5 0,1 0-10 0,1 3-12 15,-2 0-27-15,3 2-108 0,0-1-124 0,-2 1-96 0,4 1-242 0</inkml:trace>
  <inkml:trace contextRef="#ctx0" brushRef="#br0" timeOffset="1500.99">12560 5897 333 0,'-13'-5'54'0,"-1"1"-63"16,0 0 10-16,4 4 5 0,5 2-2 0,2 0 1 0,3 2-3 0,1-1-3 16,3 3 2-16,1 0 1 0,3 2 1 0,2-1 3 0,3 0 0 15,5 0 2-15,4-1-1 0,3 0 0 0,5-1-1 0,2 1 0 0,4 0 2 16,2 1 2-16,4-1 0 0,2 0 3 0,1 2 2 0,0 0-2 0,1 2 6 15,1-1 2-15,1-1 5 0,2 0 6 0,0-1 2 0,2 0 3 16,1 1-2-16,4-1 2 0,-1 0 0 0,4-1-1 0,-1 0 2 0,4-1 1 16,0 1 2-16,2 1-1 0,2-1-4 0,4 2-5 0,1-1-4 15,3 0-5-15,3 0-1 0,-1 1-3 0,4 0 1 0,1-1-6 0,-1-1 1 16,3 0-1-16,0-2-3 0,1 0 4 0,0 1-3 0,-3-1 1 0,-1 0 2 16,-1 1 0-16,-1-1-1 0,-3 0 1 0,0 0-6 0,-2 0 3 0,-1 0 3 15,-3 0 2-15,-1-1 2 0,-2 0 0 0,-2 0-4 0,0-1-3 16,-2 1 0-16,-1-1-2 0,-1 1 4 0,0 0-1 0,-1 0-1 0,-2 0 1 15,-1 0 1-15,-2 0-3 0,-3 0 6 0,-1 1-4 0,-3 1-5 0,-3 0 6 16,-3 0-10-16,0 0 2 0,-3-1 3 0,-3 0-4 0,-1 0 4 16,-3-1-2-16,-1 0 1 0,-4-1 1 0,-1 0 2 0,-3-1 3 0,-4-1 0 15,-3 0 2-15,-3 0 4 0,-2-1 7 0,-3 0 11 0,-3-1 16 16,-2-1 0-16,-1 1 0 0,-2-1-4 0,-3-1-16 0,0 0-15 0,-2-1-18 16,-3-1-15-16,-2 0-9 0,-4 0-21 0,-3 1-20 0,-2 0-40 0,-7 0-40 15,-2 1-47-15,-5 1-67 0,-4 2-56 0,-5 2-13 0,-6 3-89 16</inkml:trace>
  <inkml:trace contextRef="#ctx0" brushRef="#br0" timeOffset="2449.98">18333 5553 1694 0,'-27'-51'-39'0,"-1"-4"59"0,-4-11 3 0,5 15 4 16,7 10 5-16,1 4-3 0,2 4-11 0,0 2-14 0,1 2-3 0,-1 4-5 15,1 2 0-15,1 3-1 0,1 2-2 0,0 2 10 0,2 3-6 16,1 2-2-16,2 1-6 0,2 0-14 0,1 1-9 0,0 1-8 0,2 1-5 15,0 1-3-15,2 0 4 0,0 1 9 0,1-1 7 0,1 0 9 16,2-1 4-16,0-1 4 0,3 0 3 0,2 0 2 0,2 0 2 0,3 0 6 16,4-2-1-16,5-1 0 0,3-1 2 0,8-2-2 0,5 2-2 15,8-1 1-15,6-2-1 0,7 0-2 0,7-2 4 0,6 0-3 0,4 0-1 16,4-1 1-16,3 0 1 0,2 0-3 0,6 0 4 0,3 3-1 0,4 2 1 16,0 0 0-16,0 2 0 0,-2 1-2 0,-4 2 3 0,1 0 2 15,-5 3 3-15,-2 0 2 0,-2 2 4 0,-2 2 4 0,0 3 2 0,-2 2-1 16,0 2-6-16,1 1-4 0,0 4 0 0,1 3-3 0,-3 3-1 0,0 2-1 15,0 4-1-15,-3 3-2 0,-1 1-4 0,-2 3 0 0,-3 1 1 16,-5 3 1-16,-2 2 2 0,-6 3-1 0,-5 3-2 0,-5-1-8 0,-6 2 4 16,-5 0 0-16,-4 1-3 0,-5 3 9 0,-4 0-3 0,-4 4 0 0,-7-1 2 15,-3 2 0-15,-4 1 1 0,-5 0 1 0,-6 2-2 0,-3 1-2 16,-6 1 3-16,-4 2 1 0,-5-1 0 0,-4 1-3 0,-3 0-5 0,-4-1-12 16,-1-1-2-16,-6 0 1 0,-4-1-6 0,-3-4 4 0,-5 0-3 0,-4-3-1 15,-4-1 17-15,-5-2 5 0,-5-3 11 0,-2-2 9 0,-3-3-5 16,-3-2 10-16,-2-3 11 0,0-3 9 0,1-3 6 0,2-4 7 15,4-4 1-15,3-3 3 0,3-4 0 0,2-3-5 0,3-1-3 0,1-1 0 16,3-1-9-16,4-3 1 0,3-1 6 0,6-3-5 0,3-2 3 0,2-2-3 16,5-2-12-16,2-1 0 0,2-2-2 0,2-2-3 0,0-2 0 0,0-1-6 15,1-3-1-15,1-1 0 0,0-3-2 0,3 1-2 0,0-2 4 16,2-2-4-16,1 1 2 0,0-4-5 0,2 1-8 0,1-2 0 0,1-1-11 16,2-1 3-16,0 0 6 0,2-1 0 0,2 1 7 0,2-1-3 15,1 0-7-15,1 0 3 0,1 3 3 0,2 0 2 0,0 4-2 0,1 0 1 16,1 2-4-16,0 2 6 0,2 0-4 0,-1 2 5 0,1 2-3 0,0 2-2 15,1 2 3-15,0 3-6 0,-1 2-1 0,1 1-6 0,0 3-8 0,0 0-25 16,0 2-41-16,1 1-41 0,-1 0-36 0,1 2-24 0,0 1-23 16,1 2-3-16,1 0 4 0,1 3 8 0,2 2 24 0,4 0-142 0</inkml:trace>
  <inkml:trace contextRef="#ctx0" brushRef="#br0" timeOffset="3233.99">22619 5815 648 0,'5'-34'36'0,"2"1"-24"16,4-8 12-16,3 6 16 0,2 8 16 0,2-3-2 0,3 2-5 16,3 1-15-16,1 0-10 0,3 1-3 0,4 0-4 0,0 1 3 0,5-1-5 15,1 1 1-15,1 0 0 0,2-1-4 0,0 1-1 0,2-1-2 16,2 4 0-16,0-1-4 0,2-1 1 0,0 2 1 0,4-3-3 0,1 1 5 15,-1 2-1-15,4-1 5 0,2 2 1 0,2 0 0 0,3 0 0 0,1 3 1 16,4 0-8-16,4-1-1 0,3 2-3 0,6 2-4 0,4 0 5 16,3 1 0-16,3 2-2 0,4 1-4 0,4 4-1 0,3-1 0 0,5 2-1 15,3 2 2-15,1 2 0 0,4 3-3 0,1 3-2 0,1 2 2 0,1 2-3 16,-1 1 6-16,-2 3 1 0,-1 2-4 0,-3 1 3 0,-1 3-1 16,-1 0 0-16,-1 4 1 0,0-1-3 0,-3 1 0 0,0 2 3 0,0 0 0 15,-4 4 4-15,-1 0 1 0,-2 3-1 0,-6 0-1 0,-3 2-3 16,-8-1 0-16,-5 4 1 0,-4 0-1 0,-5 2 1 0,-4 0-3 0,-3-1 1 15,-6 4-1-15,-5-2-4 0,-3 4 2 0,-6 0-8 0,-5-1 3 0,-6 1 1 16,-3 1-1-16,-7-1 3 0,-4 0 2 0,-5-1-6 0,-5 2 0 16,-5-2-3-16,-4-1 0 0,-5-1 0 0,-4-4-2 0,-4-1 3 0,-5-3 1 15,-3-2 3-15,-4-1 4 0,-4-4 4 0,-5-3-4 0,-4-2 5 0,-4-3 2 16,-7-4 2-16,-2-3 7 0,-3-2 1 0,-3-4 5 0,-2-3 4 16,1-3 2-16,-2-4 3 0,-1-2 4 0,-2-2 1 0,-1 0-1 0,-1-3 1 15,-3-1-6-15,1 0-3 0,-1-1 2 0,1 0-3 0,1 0-3 16,1 0 1-16,3 0-10 0,3-2 2 0,2 0-2 0,3 1-5 0,4 0 6 15,3 0-1-15,4 0-1 0,2-1 5 0,3 2-1 0,4-2 3 0,1 0 4 16,5 0-2-16,2-1-1 0,1 1-3 0,3 1-3 0,2 4-4 16,2 0 1-16,2 1-4 0,1 2 0 0,3 0 0 0,0 2-7 0,2 1 0 15,-1 1 1-15,0 2-4 0,0 0-2 0,1 1-9 0,0 1-16 0,-1 0-17 16,1 2-21-16,2 0-17 0,-2 1-24 0,1 0-18 0,1 1-5 16,3-1-2-16,0 2 10 0,2 0 12 0,1 1 5 0,4 0 20 0,2-2-99 15</inkml:trace>
  <inkml:trace contextRef="#ctx0" brushRef="#br0" timeOffset="3699.55">28068 4965 1187 0,'-21'-42'-51'0,"-1"0"100"16,-3-9-4-16,6 12 15 0,8 9 7 0,3 2-9 0,6 3-16 16,2 1-18-16,3 5-16 0,4 2-5 0,2 5-8 0,4 3-3 0,0 3 2 15,4 3-3-15,4 3 1 0,5 2-2 0,8 3 3 0,7 3 1 0,9 1 1 16,8 2 8-16,5 1-2 0,7 1 1 0,3 4 4 0,6 2-7 15,2 1-1-15,2 2-1 0,4 0 6 0,1 1 0 0,3 2 1 0,2 2-1 16,3 2-6-16,0 4-2 0,1 0 0 0,1 1-3 0,0 1-3 0,-2 0 3 16,0 3 0-16,0 1 5 0,-3 3 0 0,-1 2-3 0,-4 1-1 15,-3 2 4-15,-5 0-5 0,-6 1 2 0,-3-1 1 0,-7-1-3 0,-4 1 3 16,-7-1-7-16,-5 1 3 0,-8 0 7 0,-5 0-5 0,-5 1 4 16,-8 1-1-16,-6-1-7 0,-8 2 2 0,-9 0 2 0,-8-1 4 0,-7 0 2 15,-7-4 2-15,-6-1 4 0,-7-3 2 0,-5-3-3 0,-6-5 2 0,-7-2 0 16,-5-5 3-16,-5-2 9 0,-7-5 2 0,-4-4 6 0,-7-5 0 15,-7-4 1-15,-5-4-4 0,-5-3-2 0,-5-3-6 0,-6-3-5 0,-5-3-1 16,-4-3-9-16,-6-3 0 0,-5-3-10 0,-3 1-33 0,-3-3-38 0,-3 0-49 16,1 3-53-16,2-2-42 0,3 3-30 0,4 1-19 0,1 4-5 15</inkml:trace>
  <inkml:trace contextRef="#ctx0" brushRef="#br0" timeOffset="4349.55">3270 6663 1212 0,'-41'-35'137'0,"2"1"-140"0,-7-5 62 15,16 10 5-15,12 8 9 0,6 3-13 0,6 1-27 0,2 1-22 0,4 3-13 16,5 1-6-16,6 0 2 0,9-1-2 0,8 1 1 0,7 0-1 0,9-1 6 16,8-1-8-16,8 1-5 0,5 1-16 0,5 1-14 0,3 0-15 15,1-1-15-15,3-1-3 0,1 1 2 0,0 2 16 0,1 1 18 0,-2 2 15 16,-2 1 12-16,-1 1 7 0,-5 2 4 0,-1 3 1 0,-2 0-3 0,-2 2 3 16,-3 1 2-16,-4 2 2 0,-2 1 0 0,-4 2 4 0,-2-1-1 15,-4 2 4-15,-2 2 4 0,-2 0 3 0,-1 0-1 0,-1 0-2 0,-4-1-9 16,0 2-1-16,-3 0 1 0,-2 1 6 0,0 2 5 0,-3-1 0 15,-4 2-2-15,-2 1-1 0,-5 0 1 0,-3 1 1 0,-3 1 3 0,-4 2 0 16,-4-1 1-16,-4 2 6 0,-3 2-3 0,-6 4 0 0,-4 3-5 0,-8 2-5 16,-6 2 0-16,-6 1-4 0,-5 1 6 0,-5 2-3 0,-4 1-1 15,-3 1-5-15,-2 0-10 0,1-1-9 0,-1-3-15 0,4 0-22 0,0-1-36 16,5-2-42-16,4-4-30 0,4-2-6 0,8-5 3 0,6-3 11 16,9-4 26-16,9-5-127 0</inkml:trace>
  <inkml:trace contextRef="#ctx0" brushRef="#br0" timeOffset="5067.07">8499 7628 883 0,'18'-10'-68'0,"10"2"44"0,10 0 13 0,8 2 16 0,4 2 7 15,4 1 1-15,5-2 1 0,3-1-3 0,3 1-8 0,4 0-1 16,-1 2 0-16,2 3-1 0,1 1 2 0,-2 2 2 0,1 2-2 0,1 1-3 0,-2 2-2 16,1 0 1-16,1-1 0 0,-1 3 4 0,2 0 5 0,-1 0 2 15,0 0 1-15,0 0 1 0,3-1-3 0,1 0-6 0,2-1-2 0,0 0-1 16,-2-1 1-16,4-3-1 0,-1-1 5 0,1-2-2 0,3-1 0 15,-1-3 1-15,1-2-2 0,-1-2 4 0,0-3-1 0,-1-3 1 0,0 0-5 16,1-3-2-16,-2-1-1 0,2-1 6 0,1-2 7 0,-2-2 3 0,0 1 1 16,-1-3-5-16,-2 0 0 0,-3 1-3 0,1-2 3 0,-3 1 1 15,-1-1-3-15,-1 0 1 0,-5 0 0 0,-1-2 0 0,-4 0 1 0,-1-1 5 16,-2 1-2-16,-2-2 3 0,-3 2 1 0,-3-1 0 0,-1-1 0 0,-1-1 0 16,-1-1 1-16,-4 0-5 0,-1 0 5 0,-3 1 3 0,-5-2 5 15,-4 2 9-15,-4-2-3 0,-3 0-4 0,-3-1 2 0,-5 1-6 0,-6-1-3 16,-3-3-9-16,-6-1-5 0,-5-3-13 0,-5-1-11 0,-9-1-7 15,-8-1-10-15,-5-1-1 0,-10 0-1 0,-7 0 9 0,-6 0 3 0,-7 2 12 16,-4 2 10-16,-4-2 2 0,-5 4 4 0,-2 1 4 0,-1 1 8 0,0 3-1 16,1-2 1-16,4 3 1 0,4-1-5 0,4 4-2 0,4 1-1 15,2 2-6-15,1 0-5 0,3 3 5 0,0 0-6 0,-1 3-1 0,-2 4-2 16,-1-1-1-16,-4 1 0 0,-1 2 5 0,-4 3 9 0,-2 3 0 0,-6 2-2 16,-2 2 4-16,-6 2-7 0,-6 3-1 0,-5 3-4 0,-7 3-3 15,-3 1-1-15,-2 5 0 0,-3 4 9 0,-2 3 2 0,-1 2-1 0,1 4 2 16,2 2-5-16,5 2-3 0,3 0 2 0,8 3 0 0,5 0 0 15,8 2-5-15,6 0-2 0,7 1 4 0,6-1-3 0,5 0-1 0,6 4-2 16,2-1-8-16,4 4-7 0,1-2-7 0,6 0-2 0,3 1 0 0,3-2 10 16,4-2 14-16,3-1-2 0,4-3 5 0,4-4 4 0,4-2-1 15,3 0 4-15,2-3 4 0,4 1-2 0,2-3 1 0,2-3 4 0,3 0 2 16,0-1-4-16,3-1 4 0,1 0 1 0,1 0-3 0,2-1 6 16,0-1-3-16,0 0-1 0,0-1 1 0,1-3 1 0,0 0 2 0,1-2 1 15,0 0-4-15,1-1-3 0,-2 1-2 0,1-2-2 0,0 1 3 0,-1-1-5 16,0-1 0-16,0 1 0 0,-1 0 1 0,1-1-4 0,1 0 5 15,-2-2-8-15,0 1-1 0,0 0 7 0,-2-1-4 0,1 0 5 0,-1 0 2 16,-1-2-4-16,1 0 1 0,-2-1-2 0,1 0-3 0,-1 0-16 16,0-1-36-16,-1 0-47 0,0-2-45 0,0 1-28 0,-2 0-15 0,1 0 11 15,1 0-34-15,-2 0 39 0</inkml:trace>
  <inkml:trace contextRef="#ctx0" brushRef="#br0" timeOffset="10566.44">9287 12683 1412 0,'-2'-6'202'0,"-1"2"-82"0,0 0-73 0,2 3-28 0,1 0-17 0,-1 0-7 16,0 1-14-16,-1 0-7 0,-1-1-13 0,-1 1-8 0,-3 0-10 15,-3 1-14-15,-5 1-12 0,-4-1-3 0,-3 2 6 0,-3 2 20 0,-2-1 25 16,-2 1 14-16,-4 0 17 0,0-1 10 0,-1-1 5 0,2-1 5 0,-1 0 1 16,1-2 6-16,-1 0 3 0,4-1 4 0,0 0 9 0,4-2 1 15,2-1 4-15,5 0 3 0,5-2 1 0,2 1 0 0,4-1-8 0,0 0-9 16,4-1-7-16,3-2-10 0,2 0-1 0,5-1-5 0,2-2 3 0,5 1-2 15,4-1 3-15,6-3 4 0,4 0-8 0,4-1-5 0,3 1 7 16,4-1 1-16,2 1 4 0,4-1 6 0,2 3-2 0,4-2 0 0,0 1 2 16,3 1 2-16,3 1-1 0,3 0-3 0,2 0 2 0,3 0-9 15,2 0 4-15,4 2-7 0,1 0-4 0,3 0-3 0,4 2-2 0,1 0 2 16,3 0-4-16,3 2 4 0,0 0-4 0,4 1-3 0,0 3-1 0,2 0 3 16,1 1-2-16,1 3 3 0,1 0 1 0,-1 0-4 0,-1 4 2 15,0 0-3-15,-3 3 5 0,0 0-3 0,-2 2-3 0,0 2-2 0,-1 0 0 16,-1 4 2-16,-1 0 0 0,-1 3 0 0,1-1-4 0,-2 3 2 0,0 0-2 15,-2 2 2-15,-1 0 2 0,-3-1-7 0,-1 0 2 0,-2 1 6 16,-2-1 4-16,-2 1 4 0,-3 1 6 0,-2 1-2 0,-5 0-4 0,-3 0 3 16,-2 0-5-16,-3-1 1 0,-4 1 2 0,-3-2 1 0,-4 2 1 15,-3 1 1-15,-4-1-3 0,-3 1-1 0,-4-2 0 0,-3 0 4 0,-3 1 1 16,-4 1-4-16,-1 2 2 0,-2 1-9 0,-4 2 3 0,-2 1-5 0,-6 0-7 16,-1 3 1-16,-4 0-2 0,-5 3 5 0,-4 0 5 0,-5 1-4 15,-5 2-1-15,-7 0 3 0,-6 0-6 0,-10 0-1 0,-5-2-5 0,-9-3-5 16,-8 0 2-16,-7-3 7 0,-7 1 4 0,-11-2-8 0,-7-2-9 0,-8-2-2 15,-9-1 1-15,-6-4 4 0,-4 1 2 0,-2-4-1 0,4-1-3 16,1-3 9-16,3-2 14 0,4-3 9 0,0 0 8 0,7-3 7 0,5-2 6 16,4-2 11-16,6-3 5 0,7-2-3 0,5-3 3 0,4-2-13 15,4-2-1-15,5-1-6 0,2-2-6 0,1 1-5 0,4-3-3 0,2-1-1 16,1 0 0-16,4-1 10 0,1 1 5 0,1-4 2 0,4-1 1 0,3 0 15 16,3 0 5-16,2-2 3 0,6-2-1 0,1-1-14 0,6-2-5 15,1 1 2-15,3-2-6 0,2 2-1 0,4 0-8 0,3-1-4 0,2 1-1 16,5-2-5-16,2-1-6 0,2 0 0 0,4 0-6 0,1 2 1 0,2 0 2 15,2 3-1-15,2 1 2 0,1 1-1 0,1 2 2 0,0 1 1 16,4 2-3-16,-1 2 3 0,2 2-3 0,-2 3 3 0,0 0 1 0,-1 2-5 16,1 1 1-16,1 1-8 0,-2 2 2 0,0 2 6 0,0 1 2 15,0 0-1-15,0 2 1 0,-1 1-4 0,0 1-1 0,-1 1 3 0,1 0-2 16,-1 0 2-16,-1 2 4 0,0-1-2 0,-1 2 4 0,0-1 0 0,-1 0-9 16,-1 0 4-16,0-1-1 0,0-1 3 0,0 1 0 0,0 0 0 15,-1-2-1-15,0 1 2 0,-1-1 8 0,0 0-7 0,0 0 0 0,0 0-6 16,-1-1 3-16,0 1 5 0,0 0 0 0,0-2-1 0,0 1-4 0,-1 0-5 15,0-1 6-15,0 1 4 0,0 0 1 0,0-1-2 16,0 1-3-16,0-1-2 0,0-1 5 0,0 1 0 0,-1 0 3 0,1-1-1 0,0 0-4 16,0 1 4-16,1 0-5 0,-1-1-2 0,0 1 5 0,0-2-7 15,0 1 4-15,0 0 4 0,1-1-4 0,-1 2 3 0,0-2-3 0,0 1-1 16,-1-1 2-16,1 1-2 0,0-1 2 0,-1 1 5 0,1-1-3 0,-1-1 0 16,0 1-3-16,-1-1-3 0,1 0 2 0,0 0 1 0,0 1 0 15,0-1 1-15,-1 0-2 0,1 1 4 0,0-1-3 0,-1 1 0 0,1-1 1 16,-1 0-1-16,0 1 0 0,0 0 0 0,-1 0-1 0,1 1 1 0,0-1 0 15,1-1 1-15,-1 1-1 0,0-1 5 0,1 1-2 0,-1 0-5 16,0-1-1-16,0 0 0 0,1 1 5 0,0-1-1 0,-1 0 2 0,1 1-6 16,0-1 3-16,-1 0-3 0,1 1 3 0,0 0 3 0,-1 0-1 15,1-1-1-15,0 0-1 0,0-1 2 0,0 0-1 0,0 1 4 0,0-1-2 16,0 1-3-16,0 0 0 0,0-2 0 0,0 1 4 0,0 0-2 0,0 0-1 16,0 2 1-16,-1-2-4 0,1 0 4 0,0 1-4 0,0 0-2 15,0 0 1-15,0 0 0 0,0 0 1 0,0-1-1 0,0 3-3 0,0-1 2 16,0 1-4-16,0-1 10 0,0 2 1 0,-1-1-6 0,1 1 0 0,0 0-2 15,0 0 1-15,0 0 2 0,1 0-1 0,0 0-1 0,-1 0-1 16,0 0-1-16,1-1 6 0,0 1-3 0,-1-2-1 0,1 1 4 0,0 0-6 16,-1-1 5-16,1 0 1 0,0-1 0 0,-1 1 3 0,0-1-3 15,0 1-2-15,-1 0-1 0,0 0 2 0,0-1 4 0,-1 1-5 0,1-1 2 16,0-1 0-16,-1 2-3 0,0-1 5 0,-1 0-1 0,1 1-4 0,-1 0 6 16,0 0-4-16,0 0-1 0,-1 0 5 0,1 1-3 0,0-1-1 15,0 1-1-15,0 0-2 0,-1 0-8 0,0 0 10 0,-1 0 0 0,1 1-6 16,-1 0 5-16,1 0-7 0,0 0-3 0,-2 0 8 0,1 1-5 0,-1 0-6 15,0 0-5-15,0-1-11 0,0 1-8 0,-1-1-17 0,-1 1-50 16,0 1-40-16,-2-1-45 0,1 2-44 0,-1 0-6 0,-1 0 3 0,-1 1 11 16,-2 0 21-16,-3 0-123 0</inkml:trace>
  <inkml:trace contextRef="#ctx0" brushRef="#br0" timeOffset="13717.44">4684 9245 30 0,'-11'-3'23'15,"1"1"3"-15,-3-1-12 0,2 1 0 0,1 1-2 0,-1 0-2 0,1-1-3 16,0 1-1-16,-1-1-2 0,1 1-2 0,0-1-1 0,1 1-2 16,0 0 0-16,2-1 0 0,-2 1 0 0,0-2 1 0,0 1 1 0,-2 0 1 15,1-1-1-15,0 0 1 0,2 1 2 0,0-1 1 0,0 2 4 16,0 1 1-16,0 0 4 0,-1 2 2 0,0 2 3 0,1 1 6 0,-1 1 3 16,-1 1 1-16,2 2 4 0,0 1 1 0,-1 1 1 0,1 2 1 0,0 2-2 15,0 1-1-15,1-1-7 0,1 4-7 0,2 0-6 0,-1 2-6 0,2 2-2 16,-1 2-2-16,3-1 0 0,1 2-6 0,2 0 0 0,2 4 6 15,0-1-1-15,1 4 3 0,0 1 1 0,1 1-6 0,0 2 1 0,1 2-1 16,-2 3-1-16,0 3-4 0,-1 3 0 0,-2 4-4 0,-1 0-3 0,-2 2 3 16,0-1 0-16,-1-1 4 0,-1 1 3 0,-1 0 2 0,-1 0 4 15,0 1-2-15,-2-1 5 0,-1-1-1 0,-1-2 5 0,0-2 2 0,-1-3 3 16,2 0 2-16,2-3 4 0,0-3 2 0,1 0-1 0,1-3 4 16,1-2-7-16,-1 0 0 0,1-1-5 0,-1-2-2 0,0 0-4 0,1-2 0 15,0 0-2-15,1-1-6 0,0 0 3 0,0-2-4 0,2 1 4 0,0-4-1 16,0 1-4-16,0-1 3 0,1-2-5 0,0 1 3 0,1 0 0 15,0-2-3-15,-1 0 1 0,0 0 3 0,1-1 1 0,0 0-3 0,-1 0 0 16,1-1 1-16,0 1-2 0,0-1 7 0,1 1-1 0,-1 2 3 16,2-1 5-16,-1-1 1 0,0 2 7 0,0 0 2 0,1 0 2 0,-1 0 0 15,0 2 0-15,1-2 0 0,1 2-7 0,0 1-2 0,-1-2 0 16,1 1-5-16,0 1 2 0,-1-4-1 0,-1 0-8 0,1 0 2 0,-1-2-3 16,-1 1 0-16,0-1 2 0,0-2-3 0,-1 0-2 0,0-1 1 0,-1-1-2 15,-1-1 2-15,1-1 4 0,-1-1-2 0,2-1 0 0,0-1 1 0,1-2-3 16,-1-1 4-16,1-2-2 0,0 0 2 0,-1-1 1 0,0-1 5 15,0 1 1-15,-1-2 0 0,0 1 1 0,0 0-1 0,0-1 3 16,0 1-2-16,1-1-1 0,-1 1-3 0,0-1-3 0,0 0-4 0,0 0 6 16,0-1-2-16,0 1-5 0,-1 0 5 0,1 0-6 0,1 0-4 0,0 0 1 15,0 0-4-15,0 1-5 0,0 0-3 0,-1-1-6 0,2 1-19 0,0-2-48 16,0 2-72-16,0-2-53 0,0 0-18 0,0-1-125 0</inkml:trace>
  <inkml:trace contextRef="#ctx0" brushRef="#br0" timeOffset="14200.43">4413 10046 270 0,'-11'-7'58'0,"1"-1"-25"0,-1-2 5 0,4 4 0 16,3 1-3-16,2 1-12 0,1 0-6 0,1 1-8 0,2 0-6 0,1 0-2 16,2 0-2-16,3 0 1 0,1 0 0 0,6 2-1 0,0-1 0 15,4 0 1-15,3 0 3 0,0 0 1 0,4-1 3 0,4 0-1 0,3-1 1 16,2 0 0-16,4 0 1 0,-1 0 1 0,3 0-3 0,3-1 0 16,4 0-1-16,2-1-1 0,1 0 0 0,3 1-1 0,0-1 2 0,1 1 0 15,2 0 2-15,-2 1 2 0,0 1 6 0,-2 1 2 0,-2 2 9 0,-2 0 9 16,-1 1 11-16,-3 1 12 0,-4 2 6 0,-1 1 4 0,-6 1-3 15,-2 1-5-15,-1 0-8 0,-4 2-10 0,-2 0-6 0,-3 2-10 0,-4 0-6 16,0 1-9-16,-2 0-4 0,-1 2-3 0,-3 1-4 0,0 1-9 0,-1-1-14 16,-2 1-30-16,-2 2-49 0,-2 0-87 0,-4 0-69 0,-2 2-13 15,-5 0-57-15</inkml:trace>
  <inkml:trace contextRef="#ctx0" brushRef="#br0" timeOffset="14450.43">5042 10981 911 0,'-11'1'95'0,"2"0"-63"0,-1 2-11 0,7 0-7 0,6 1-3 0,2-1 0 16,5 0-2-16,1-1 0 0,3-1-5 0,4 0-3 0,1-2-4 16,2 0-1-16,4 0-7 0,2-2-7 0,4 2-11 0,1-1-11 0,3 0-15 15,0 0-14-15,1-1-19 0,1 0-3 0,0-1 8 0,3 1 15 0,0-1 23 16,0 1 15-16,1 0 13 0,-2-1 9 0,1 1 5 0,0 0 2 0,-2 0 1 15,0 1 2-15,-3 1 6 0,0 0 5 0,0 1 9 0,-3 0 3 16,-2 1 3-16,-4 1 2 0,1 2 0 0,-1-1-3 0,-2 2-3 0,1 1-9 16,-3 2-4-16,1 1-7 0,-2 0-3 0,-1 2-6 0,0 1-15 15,-2 0-36-15,-3 3-74 0,-1 3-49 0,-5 0-89 0</inkml:trace>
  <inkml:trace contextRef="#ctx0" brushRef="#br0" timeOffset="15167.44">5868 11966 988 0,'-1'13'118'0,"1"4"-25"15,2 4-16-15,4 1-11 0,2-1-4 0,3-2-2 0,3 0 1 0,2-1-12 16,1-3-14-16,1 1-11 0,4-2-12 0,4 0-3 0,1-1-5 0,2-1-2 16,1-1-2-16,2-1 0 0,-1-1-1 0,2-2 1 0,-1-1 0 15,-1-1-1-15,2-1 2 0,-3-2-1 0,0-1 3 0,-2-1 4 0,-2-2 7 16,0-1 2-16,0-1 5 0,0 0 3 0,-1-1 4 0,0-1 8 0,-2 0-3 15,-2 0 7-15,0 0 1 0,-1 1 1 0,-2-2 8 0,1 2-5 16,-1 0-5-16,-3 0-7 0,0 2-6 0,-2 1-3 0,-2 0-5 0,0-1 3 16,-3 1-5-16,0 0 3 0,0 0-4 0,-2 1-7 0,2-1-3 15,-2 1-7-15,-1-1 2 0,0 1-2 0,-2 0 5 0,0 0-1 0,0 1-3 16,-1 0 0-16,0-1-1 0,-1 1 1 0,-1-1-3 0,1 2-6 0,0 0 1 16,0 0-8-16,-1 0 4 0,0 0 3 0,0 0-3 0,0 2 6 15,0-1-4-15,-1 1 0 0,0 0 1 0,0 0-1 0,0-1 2 0,0 2 0 16,0 0-4-16,0 0 3 0,0 0 2 0,1-1-2 0,-1 2 7 0,1-2-4 15,0 1-3-15,0-1 3 0,0-1 1 0,1 0 3 0,0 1 2 16,0 0-3-16,0-1 2 0,1 0-5 0,-1-1 1 0,1 0 10 0,1 1 0 16,-1-1-7-16,1 0 9 0,0 0-8 0,0-1 5 0,0 1 2 15,0-1-3-15,0 0 2 0,0 1-6 0,0 0 4 0,1-1 0 0,-2 2-3 16,1-2 6-16,0 1-8 0,-1-1 6 0,0 0-1 0,0 0 3 0,-1 0-2 16,0 0-2-16,1 0-2 0,0 0 3 0,1-1 4 0,-1 0 2 15,-1-1 1-15,2 1-4 0,-1 0-2 0,0 0-1 0,0 0 4 0,0-1-2 16,0 1-4-16,0-1 5 0,-1 1-7 0,0 0 8 0,1 0 0 0,-2 0-4 15,1 0-3-15,1 0-1 0,-2 0 2 0,1 0 2 0,0 0 0 16,-1 1 3-16,0-1-7 0,-1 1-1 0,0-1 4 0,0 1-4 0,1 0 2 16,0 0-1-16,0-1 4 0,-1 1-2 0,0-1 1 0,0 1-1 15,0-1-4-15,1-1 6 0,0 1 0 0,-1-1 3 0,1 0-8 0,-1 0 2 16,1 1 2-16,-1-1-9 0,-1 0 12 0,1-1-6 0,0 1 1 0,0 0 3 16,0 0-5-16,-1 0 2 0,0 0 0 0,1 1 6 0,1 0-9 15,-1 0 2-15,1 0 2 0,-2 0-2 0,1 1 1 0,1-2-2 0,0 2-2 16,0 0 3-16,0 0 2 0,0 0-2 0,0-2 3 0,-1 2-2 0,0-1 0 15,1 0 0-15,-1 0-2 0,0-1 2 0,1 1 0 0,0-2-2 16,0 0 1-16,0 0-5 0,1 0 0 0,-1 0 6 0,0-1-3 0,1 1 4 16,-1 0-1-16,1 0-6 0,-1 1 3 0,-1 0 2 0,1 0-2 15,0 0 7-15,-1-1-5 0,1 1-2 0,-1 0 5 0,1 1-4 0,-1 0 5 16,1 1 0-16,0-2-3 0,-1 1 0 0,0 0-3 0,1-1 3 0,-1 2 1 16,2-2 2-16,-1 2-1 0,-1-2-9 0,2-1 9 0,-2 1-4 15,0 0 2-15,2 1 1 0,-3 0-2 0,2-1 1 0,-1 0 1 0,0 1 0 16,2-1-9-16,-1 0-4 0,0 1-1 0,0 0-3 0,-1-1 1 0,1 1-5 15,0 0-12-15,0 1-40 0,0-1-50 0,0 1-54 0,1-1-62 16,-1 1-41-16,0-1-35 0,0 1-1 0,1-2-104 0</inkml:trace>
  <inkml:trace contextRef="#ctx0" brushRef="#br0" timeOffset="18200.43">14856 13952 444 0,'19'4'14'16,"4"2"35"-16,5 2 6 0,2 2 3 0,-4-1-6 0,5 0-8 0,0 1-5 15,4-1-6-15,3 0-6 0,3 0-7 0,5-2-1 0,5-1-3 0,3-3-4 16,5-1 0-16,4-3-4 0,5-3-1 0,4-3 3 0,5-3 2 16,5-2 1-16,7-1 5 0,1-4-4 0,5-2 0 0,2-1 3 0,-1-1 6 15,5 0 1-15,0 0 5 0,1 1-3 0,3-1-4 0,-3 3 8 0,-1-1 3 16,1 1 5-16,-1 0 7 0,-1 2-5 0,1 0 1 0,-2 1 1 15,1 0-1-15,0 3-1 0,1-2-3 0,1 1-2 0,-2 1-3 0,0 0 0 16,1 2-6-16,-3 1-7 0,0-1-1 0,2 1-2 0,-1 0 2 0,0 0 1 16,-1 2-5-16,-2-1-1 0,0 0-1 0,-1 1 1 0,2-1 4 15,-1-1 1-15,-2 1 8 0,1-1-4 0,-3 0 2 0,2 0 5 0,-2-1-3 16,1 0 9-16,-3 1-2 0,-2 1-3 0,-1 0 1 0,-2 2-1 16,-1-1 2-16,-4 0-3 0,0 1-9 0,-2 0 4 0,-4 2-1 0,-3-1-1 15,-1 2-4-15,-3 0-4 0,-1 1-7 0,-3 1-4 0,-2 0-1 0,-4 2-2 16,0-1 0-16,-4 1 4 0,-3 1 4 0,-2-1-5 0,-6 1 6 15,-2 0-8-15,-2 0-1 0,-2 1-3 0,-3-1-3 0,-4 0 3 0,-2 0 2 16,-5-1-4-16,-1 0-4 0,-2 1-4 0,-4-2-10 0,-3-1-5 0,-1 1-7 16,-2-1-13-16,-2 0-14 0,-1-1-22 0,0-1-36 0,-1-3-56 15,-1-1-68-15,1-5-86 0,0-1-52 0,-1-6-194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1:31:51.5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19113 6533 409 0,'-7'-10'97'0,"1"2"-44"16,0-1-5-16,4 6-9 0,1 1-10 0,1 0-12 0,1 1-7 15,-1 0-8-15,1 1-8 0,0-1-4 0,0 2-1 0,2-1 1 0,0 2-1 16,0 0 3-16,1 0 4 0,-1 0 4 0,0 1 3 0,-1 1 7 0,-1 0 7 16,1 0 9-16,-2 1 14 0,0 0 8 0,0-1 10 0,0 1 12 15,0 0 2-15,-1 0 2 0,-1 1 3 0,1-1-6 0,-1-1-1 0,-1 1-1 16,0 0-7-16,0 1 0 0,-2 0-6 0,1 0-1 0,-1 2 0 15,0 1-7-15,1 1-4 0,-1 0 2 0,0 0-9 0,0 1-2 0,-1-1-5 16,3 1-5-16,-2-1 3 0,1 0-3 0,1 1-3 0,0 1 0 0,0-1 1 16,1-1 2-16,0 1 1 0,1-2-4 0,0 1 0 0,1 0-3 15,-1 0 1-15,1 1 0 0,-1-1-4 0,1 0-4 0,1 0 3 0,-1 0-6 16,1-1 1-16,-1 2-3 0,0-1 1 0,0 0-4 0,1 2-1 0,-1-2 3 16,0 1-3-16,0 1 0 0,0-2-9 0,0 1-4 0,0-1 1 15,0 1 3-15,-1 0 9 0,1 0 13 0,0-1-1 0,0 0 0 0,-1 0-1 16,0 0-8-16,1-2-3 0,-1-1 1 0,1-1-1 0,1 0-3 0,-1-2 0 15,1 2 0-15,0-2 2 0,0 0-1 0,1 1 1 0,1-2-5 16,0 0 3-16,0 0-3 0,-1-1 0 0,2-1-2 0,-1 0-7 0,1 0-12 16,0-1-16-16,2-1-20 0,1 0-27 0,0-2-34 0,2-1-59 15,2-3-70-15,3-1-52 0,2-4-28 0,5-1 23 0,2-5 53 0,0-3-49 16</inkml:trace>
  <inkml:trace contextRef="#ctx0" brushRef="#br0" timeOffset="600">18760 6504 1197 0,'-23'-9'23'0,"-2"2"29"0,-3 0-28 0,6 5-6 0,7 3-8 15,3 1-5-15,3 1 2 0,1 1-3 0,1 0 0 0,2-1-2 16,1 1-2-16,1-1-1 0,1-2-2 0,0 1 5 0,1 0-5 0,0-2 4 15,1 1-2-15,0-1 1 0,0 0 3 0,0 0 0 0,1 0 8 16,-1 0 8-16,1 0 3 0,0-1 5 0,1 0 0 0,0-1 0 0,1 0 4 16,2 0 0-16,-1-2-3 0,2-1 2 0,1 0-2 0,0 0 1 0,1-1 1 15,1 0-3-15,2-2 3 0,0 1-6 0,1 0 1 0,0 1-1 16,1-1-1-16,1 0-3 0,0 1-4 0,2 1-4 0,0 1-4 0,3-1 0 16,-1 1-2-16,0 0-3 0,2 0 1 0,1 1-3 0,-1 1 3 15,1 0 2-15,0 0-4 0,0 2 0 0,2-1 2 0,-1 2-3 0,0 1 2 16,-1-1 1-16,0 2-1 0,-1 1-4 0,1 0 1 0,-1 2 0 0,0 0-2 15,-2 1 6-15,-1 2-4 0,-2-1 0 0,-1 2 3 0,0 2-1 16,0 0 0-16,-2 2-2 0,1 0 2 0,0 0 2 0,1 2-1 0,0 2-1 16,-2 0 3-16,1 3-3 0,0 1 4 0,-2 1-1 0,1 1 1 0,-3 1-2 15,1-3-2-15,1 1 5 0,-1-1-5 0,-1 0 5 0,0 1-1 16,-1 0 1-16,-2 0-1 0,0 2-1 0,0-2-5 0,-3 1 3 0,0-2-6 16,-2 2-4-16,-1 0 23 0,-1-2-6 0,-2 2 12 0,-2-1 4 15,-3-1-19-15,-1 0 6 0,-5-1-7 0,-2 0 1 0,-2-1 2 0,-2-2-2 16,-3-1 3-16,-3 0 2 0,-3-2 1 0,-3-3-1 0,-2-2 0 0,-2 0-4 15,-4-2 6-15,0 1 6 0,1-3 3 0,-1-1-1 0,2-1-1 16,1-1-3-16,1-1-1 0,3 0 0 0,1 0-7 0,3-2 4 0,0 1-5 16,2-2 5-16,2 0-3 0,0-2-2 0,2-2 3 0,0-1-1 0,0-2 5 15,3-1-1-15,0-2-1 0,1 0-1 0,3-1-4 0,0-1 1 16,-1-2 1-16,1-1-2 0,2 0-1 0,0-1 5 0,1-1-5 0,3-2-3 16,1 1 1-16,2-1-6 0,0-2 6 0,0 2-12 0,1-1-5 0,0 0 1 15,2 2 2-15,-1 1 16 0,2 2 0 0,-1 4 2 0,1-1-10 16,1 3 0-16,-1 2 1 0,0 2-1 0,0 0-1 0,1 2-6 0,-1 1-2 15,1 2-7-15,0 0-14 0,1 1-15 0,0 2-47 0,1 0-67 16,0 1-94-16,1 0-131 0,1 1-80 0,3 0 4 0,4-2-90 0</inkml:trace>
  <inkml:trace contextRef="#ctx0" brushRef="#br0" timeOffset="1550.99">10345 7958 115 0,'-5'-5'26'0,"2"0"3"0,-2-1 1 15,2 1-7-15,1 1-2 0,-1 0-1 0,0 0-2 0,1 1-2 0,-1 0-2 16,0 0-1-16,0 0 2 0,-1 0-1 0,-1 0 2 0,-1 3 1 15,0-2-1-15,-1 1 3 0,1 0 2 0,-1 0 1 0,0 0 5 0,0 0 2 16,0 1 4-16,0-1 2 0,0 0 1 0,0 1 3 0,-1 0 5 0,2 0 1 16,-1 0 3-16,0 1 1 0,2-1-2 0,0 1-3 0,2-1-6 15,1 0-9-15,1 1-12 0,1 0-11 0,2 0-5 0,0 1 0 0,2 0 1 16,1 0 1-16,1 2 3 0,2-2 1 0,0 1 2 0,2-2 3 0,0-1 5 16,-1 0 1-16,1-1 9 0,1-1 2 0,-1 1 3 0,1-2 4 15,0 1-1-15,0 0-4 0,0 0-4 0,0 0-3 0,0 1-4 0,0-1-4 16,1 0-1-16,-1 1-3 0,-1 1-3 0,0 0-2 0,-2 1-1 15,1 0 0-15,-2 2-1 0,0-1-2 0,-2 2 1 0,1 1 1 0,-2 0 3 16,-1 2 2-16,-1 0-2 0,-2 1 5 0,-2 1-2 0,-3 1 3 0,-2 1-3 16,-2 2-3-16,-2 3 0 0,-2 0-6 0,-3 0 5 0,-3 2-3 15,-2 0 1-15,-1-1 0 0,-2-1-2 0,-1-1 1 0,0 0 3 0,-1-2 1 16,3-2 1-16,2 1 1 0,0-2-1 0,3 0 1 0,0-1 0 0,2 0 2 16,2-2 2-16,1 0 2 0,2-1-2 0,1-1-1 0,2-1 5 15,0-1 1-15,1 1 7 0,3-1 2 0,1 1-6 0,1-1-3 0,2 1-3 16,-1 0-7-16,2 0 0 0,0 1-1 0,2 0-3 0,0 2 5 15,3-1-6-15,2 0 11 0,1 0 5 0,0 0-4 0,3 0 3 0,1 1-14 16,0-1-2-16,3 0 0 0,0-1 0 0,1 0 1 0,-2 0-1 0,3 0 0 16,0 0-2-16,0 1-1 0,2-2 1 0,0 0 2 0,0 0-1 15,1-1-4-15,0 1 2 0,-2-2-4 0,1 0 4 0,0 0-1 0,-1-2-6 16,1 0-5-16,1 0-7 0,-1-2-6 0,1 0-13 0,0-1-25 0,-2-1-33 16,2-1-36-16,-1-2-34 0,-1 0-31 0,0-1-9 0,0-1 4 15,-1 0 13-15,0-2 26 0,1-2 14 0,-2-2 32 0,0-2-78 0</inkml:trace>
  <inkml:trace contextRef="#ctx0" brushRef="#br0" timeOffset="2050.98">10035 7993 247 0,'-19'-1'28'0,"-2"1"10"0,-3-1 13 0,4 2 12 0,4-2 6 16,2 1-3-16,3 0-2 0,1 0-3 0,1-1-5 0,2 1-5 15,2-1-4-15,1 0-8 0,1 1-3 0,2 0-5 0,-1-1-7 0,2 1-3 16,0-1-8-16,1 1-5 0,1-1-2 0,2-1 1 0,1 0 0 0,2-1 0 16,2-1 1-16,2 0-1 0,1-2 1 0,4-1 2 0,2 0 1 15,1-3 1-15,2 0-1 0,1-1-1 0,0-1 0 0,3-2-1 0,2 1-1 16,-1 0 4-16,1 0-4 0,-1 2 1 0,0 0-2 0,0 0-1 0,3 1 1 16,-1 1-1-16,1 0 0 0,1 1 0 0,-3 2-3 0,-1-1 2 15,0 0-1-15,0 1-2 0,-1 1 0 0,1 0 1 0,-1 2 1 0,-2 0-1 16,1 1-2-16,-2 1 2 0,1 1-2 0,0 1-1 0,-2 0 3 15,0 2-7-15,-1 1 2 0,-2 1 4 0,1 1-2 0,-1 1 0 0,-1 0 0 16,0 0-1-16,-1 0 1 0,-1 3 0 0,-1 1 0 0,0 2 0 0,0 0 0 16,-2 1 1-16,-1 2 0 0,-3 3 2 0,0 1-1 0,-3 0 1 15,0 2 5-15,-3-1-5 0,-1 0 5 0,-2 3 1 0,-1-1-7 0,-3 3 5 16,-1 1-5-16,-2-1 1 0,0 2 4 0,-3 1-1 0,-2-2-5 0,-3 1-1 16,0 1 7-16,-3-3-2 0,-1 3 7 0,-1-2-3 0,-3 0-4 15,-1-1 4-15,0-3-4 0,-2 0 4 0,0-3-1 0,-1-2-1 0,0 0 1 16,-1-2 0-16,0-1 1 0,0-1-1 0,-1-1 2 0,1-2-1 0,0-2 1 15,1-1 3-15,0-2 0 0,-1-1 3 0,0-1-2 0,1-2-2 16,-1-1 7-16,2-1-1 0,0-2 4 0,1-2 6 0,-1-1-5 0,-1-1 3 16,3-1 2-16,-2-2-1 0,2-4 0 0,0-1 3 0,-1-3-6 15,0 1-3-15,0-3 2 0,1-1-6 0,0 0-1 0,1-2 2 0,0-1-3 16,0 0 2-16,4-2-7 0,0 1-14 0,1-1-3 0,4 0-3 0,-1 1 8 16,2-1 8-16,3 2-3 0,2-2-6 0,4 1-9 0,4 1-8 15,4-2-15-15,3 2-26 0,4-3-113 0,4-2-52 0,3-1-50 0,4-4-24 16,4-1 37-16,2-1-166 0</inkml:trace>
  <inkml:trace contextRef="#ctx0" brushRef="#br0" timeOffset="25534.69">18789 9456 591 0,'-12'-8'-12'0,"1"0"51"0,1 1 17 16,7 5-18-16,3 0-15 0,2 2-9 0,2-1-5 0,3 1 3 0,4 0 5 15,2 0 3-15,4 0 0 0,3 0 0 0,4 1-4 0,2-1-1 16,6 3-1-16,1-1-6 0,4 3-1 0,1 1-3 0,3 2-1 0,3 0-2 15,0 1-3-15,2 1 1 0,1 0-2 0,-1 0 3 0,2 1 3 0,2 1 4 16,-1 1-2-16,3-3 0 0,-1 0 0 0,0-2-2 0,-1 0 0 0,3-2 0 16,-3 0 0-16,1-1 0 0,0-1 1 0,-3-1-1 0,-2-1 0 15,0-1-2-15,-1-1-6 0,-1-1 0 0,-1-2-2 0,1-1 2 0,0-1 2 16,1-3-2-16,0-1 2 0,2-3-2 0,1-2-3 0,-1-3 0 16,1-2 2-16,0 1 3 0,1-3 5 0,-1 0-8 0,0-2-2 0,0-1-3 15,-1 0-2-15,-1 2 6 0,-3 0 5 0,-4 1 0 0,-2 2 6 0,-4-1 3 16,-2 1 5-16,-5 0 5 0,-3-1 9 0,-5-2 8 0,-4 1 6 15,-3-3 5-15,-3 1 2 0,-3-1-1 0,-3 0-5 0,-2 0-5 0,-4 0-4 16,-3-1-8-16,-3-1 2 0,-4 1 0 0,-3 2-7 0,-5-3 4 0,-2 2 5 16,-3-2-6-16,-3 0 3 0,1 2-8 0,-4-1-11 0,0 1-1 15,-1 0-5-15,-2 2 0 0,1 2-1 0,0 0 0 0,1 2-2 0,1 3-4 16,1-1 2-16,-2 2-4 0,2 1 2 0,0 1-1 0,-1 2-3 16,1-1-4-16,-3 0 3 0,-1 0 0 0,-4 0 0 0,-1 2 6 0,-2-1 2 15,-2-1-2-15,-5 1 5 0,-3 0 0 0,-1-1-2 0,-5 2 8 0,-2-1-4 16,-3 0 3-16,-5 2 4 0,-3 0 4 0,-3 1 7 0,-4 1 8 15,-1 2 7-15,-4 1 8 0,-1 2 5 0,-3 3 4 0,-2 2 5 0,-1 1 4 16,1 3 0-16,3 0 0 0,5 1-9 0,3 4-12 0,5 0-5 0,4 5-9 16,3 3-10-16,6 2-3 0,3 4-8 0,7 2-3 0,4 2-4 15,3 0-2-15,4 4-6 0,5 3-7 0,4 3-6 0,3 1-25 0,6 1-20 16,5 1-19-16,5-2-36 0,5 0-11 0,5-2-16 0,6-3-12 0,4-3-13 16,4-3-9-16,4-3 10 0,7-4 9 0,2-4 26 0,5-6 34 15,2-4-86-15</inkml:trace>
  <inkml:trace contextRef="#ctx0" brushRef="#br0" timeOffset="26084.69">15752 8908 228 0,'-31'-19'116'0,"-2"0"-109"15,-7-5 79-15,8 3 1 0,7 4 9 0,5-2-2 0,1 1-5 0,3 0-5 16,3 0-17-16,3-2-7 0,1 2-11 0,2-1-10 0,2 0-6 16,4 1-6-16,3 0-1 0,4 0-3 0,3-1-2 0,3 1-1 0,3-2-3 15,4-1-1-15,4 0-5 0,2 0 0 0,5 1-1 0,2 2-2 0,3 0-2 16,3 2 0-16,2-1-4 0,4 3 1 0,1 0 1 0,2 1-2 15,2 1 0-15,1 3 0 0,1 2-2 0,-1 0 1 0,0 4-2 0,2 1 1 16,1 1-2-16,1 1 1 0,2 2 2 0,1 1 1 0,1 2-6 0,2 2 5 16,0 0-6-16,0 4 3 0,-1 1 4 0,1 2-7 0,-1 1 6 15,2 0-7-15,0 1 2 0,-1 2 2 0,-1 0-3 0,1 3 4 0,-2 3-3 16,-2-1-2-16,-3 4 1 0,-5 0-2 0,-2-1 1 0,-3 1-1 0,-5-2 2 16,-1 1 2-16,-6-2 2 0,-1 1 2 0,-6 0-4 0,-3-1 5 15,-3 2-1-15,-5-1 7 0,-2 3 12 0,-3 0 11 0,-4 2 8 0,-3 2 2 16,-5 2-4-16,-2 0-10 0,-3 2-2 0,-2 1-6 0,1 1-3 0,-3 2-3 15,0-3-2-15,-2-2-1 0,0-3-2 0,0-1 0 0,-1-2 0 16,-2 0-2-16,0-2-2 0,-4 0 1 0,-1-3-9 0,-2 0 4 0,-5-1 3 16,-1-2 2-16,-6 0 2 0,-3-3 2 0,-5-4-4 0,-6-2-7 15,-7-1-5-15,-3-3-5 0,-7-1-5 0,-3-2 5 0,-7-3-2 0,-3-1 4 16,-1-1 7-16,-7-3-6 0,-3-1 2 0,-4-2-1 0,-2-2 2 0,-1 0 7 16,4-1 3-16,-1-3 5 0,2 1-3 0,3-3-4 0,0-3 1 15,8 1-2-15,3 0-5 0,7-1 3 0,7 0-4 0,8-1-4 0,8 0 5 16,7-1-6-16,6-1-10 0,8 1-15 0,7-2-22 0,8 0-26 0,8 0-25 15,7-1-22-15,9-2-14 0,7-5-10 0,10-4-19 0,10-6 0 16,8-5 23-16,8-5-109 0</inkml:trace>
  <inkml:trace contextRef="#ctx0" brushRef="#br0" timeOffset="41335.25">10800 9933 178 0,'-3'-2'56'0,"2"-1"-35"0,-1-2-13 0,1 3-2 0,1-2-3 0,1 0 0 16,0-1 1-16,0 0-2 0,1 0 0 0,0 1 1 0,-1-1 0 15,-1 1 0-15,0 1 0 0,0-1-1 0,0 1 3 0,0 1 1 0,0 0 1 16,0 1 0-16,-2 0 3 0,1 1-2 0,0 0 3 0,-1 2 2 0,0 0 2 16,1 1 4-16,-2 1 3 0,0 2 5 0,0 2 6 0,-1 0 4 15,1 2 9-15,-1 0 6 0,1-1 4 0,1 2 3 0,0 1 3 0,1 1-1 16,1 1-2-16,1 0-4 0,3 1-7 0,0 1-6 0,3 0-2 0,0-1-4 16,2 0-5-16,3-1-6 0,1 0-8 0,1-3-4 0,3 1-4 15,3-3 0-15,1 1 1 0,1-1 6 0,2-2-2 0,-3-1-2 0,1-2-1 16,-1-1-8-16,-2-1-2 0,1-1 5 0,0-1 0 0,-2-2 0 15,0 0 5-15,0-1-3 0,-2-2-9 0,0 0 2 0,-1-1 2 0,-2-1 6 16,0 0 10-16,-3 0 7 0,1-1-1 0,-2-1 7 0,0 1 1 0,-3-2-3 16,0 0 4-16,-1-1-4 0,-1-1-1 0,-1 1-5 0,1 1-2 15,-2-2-4-15,0-1-4 0,0 1 0 0,0-1-3 0,0 2 1 0,0-1-2 16,-1 1 2-16,0 2 0 0,0 1 1 0,-2 1 3 0,1 2 1 0,-1 0 5 16,1 2 4-16,-1 0 4 0,0 1 6 0,0 1-8 0,0 1-1 15,0 0-9-15,0 0-11 0,-1 1 5 0,1 1-2 0,0 1-3 0,-1 0 0 16,0 2-5-16,1 2-1 0,-1 1 5 0,0 2-2 0,0 1 3 0,-1 3 0 15,1-1-4-15,0 2 8 0,0 2-3 0,1 0 0 0,0 1 1 16,0 2-5-16,-1-1-11 0,1 0 0 0,0 1 15 0,-1 1-2 0,1 0 11 16,-2 2-1-16,2 1-19 0,-1-2 2 0,0 0 4 0,0-1-5 15,-1 0 4-15,1-1-1 0,0-2 1 0,0 2-1 0,1-2-1 0,-1-1 3 16,0-1-2-16,1-2 2 0,-1 1-3 0,2-2-1 0,-2-2-1 0,2 0 4 16,-1-2 1-16,1-1-3 0,0-1 3 0,0-1-3 0,1-1 2 15,-1-1 0-15,2-1-4 0,-1-2-3 0,0 0-5 0,2-1 1 0,-2 1-7 16,2-2-8-16,-1 1-11 0,1-2-31 0,0 0-31 0,-1-2-41 15,1-2-36-15,-1 0-24 0,0-3-16 0,-1-1-17 0,1-2 0 0,-1-2 17 16,-1-4 29-16,0-2-49 0</inkml:trace>
  <inkml:trace contextRef="#ctx0" brushRef="#br0" timeOffset="41886.25">10473 9746 1652 0,'-11'-12'137'15,"4"-3"-62"-15,-3-2-48 0,6 2-11 0,3 4-5 0,2-3 3 0,4-1-6 16,2 0-9-16,1-1-1 0,4 0-6 0,2 0-3 0,1 0 4 0,3 1-16 15,-1-1-1-15,2 0-2 0,1 2 2 0,-1 2 11 0,1 2 1 16,1 1 0-16,-1-1 2 0,0 1-1 0,0 1 1 0,0 1 4 0,2 1 5 16,2 2 0-16,-1 0 1 0,2 1 1 0,0 0-1 0,2 1 1 15,2 2 3-15,2 1-2 0,-1 1 2 0,2 1-2 0,-1 1-1 0,1 1 1 16,0 1-1-16,2 3-5 0,0 0 3 0,1 2 0 0,-2 0-5 0,1 1 4 16,-2 1-1-16,-1 2 6 0,0 4 7 0,0-1 1 0,-3 2-1 15,1 1-12-15,-4 0 2 0,0 2-2 0,-1 0 2 0,0-1 5 0,0 1-3 16,-4 0 0-16,0-1 2 0,-2 2 3 0,-3-2-2 0,0 0 3 0,-1 0 3 15,-2-2 0-15,-1 0 2 0,-2 1 0 0,-1 0 3 0,0 1-1 16,-2 2 0-16,-1 0-5 0,-3 1-1 0,-2 1 1 0,-1 2-6 0,-2-1-1 16,-2 2 4-16,-1 1-2 0,-1-1 4 0,-3 2 2 0,1-1-9 0,-4 0 0 15,-1-2 3-15,-2 0 2 0,0-2 0 0,-3 0 2 0,-2-1-4 16,-3-1-2-16,-2-2 3 0,-2-4 2 0,1-2 2 0,-2-3 8 16,-2-1-1-16,-2-2-3 0,-1-5 5 0,-3-2-6 0,-1-2 0 0,-2-4 1 0,0-1-5 15,-3-3 2-15,0-4-3 0,0-1 0 0,-3-3 0 0,0-2-2 16,-3-2 1-16,-1-2 0 0,-2-3 2 0,0-2 1 0,0 0 4 0,1-1 3 15,2-3 1-15,0-1-1 0,1-3 4 0,2-1-23 0,4 0 7 16,2-1-1-16,1 1-4 0,3-1 14 0,0 2-8 0,4 1-6 0,3 6-5 16,4 3 2-16,2 5-9 0,2 4-3 0,1 3-7 0,2 3-10 0,4 4-12 15,3 2-23-15,2 3-38 0,2 2-83 0,3 3-114 0,2 2-94 16,3 3-27-16,2 3-103 0</inkml:trace>
  <inkml:trace contextRef="#ctx0" brushRef="#br0" timeOffset="59570.17">2633 4648 206 0,'-26'25'24'0,"-2"6"-17"0,-9 11 7 0,4 0 4 0,2-2-7 15,-1 0-4-15,-1 2-6 0,1 1-4 0,-1 0 5 0,2 1-4 0,1 0 0 16,2-1 0-16,1-1-2 0,2 1 1 0,0-2-4 0,1 0-3 16,0 0-2-16,0 0 0 0,3-2 2 0,0 0 1 0,0-1 4 0,2-2 1 15,-1 2 0-15,1 0 0 0,0 4 1 0,-4-2-2 0,11-18 4 0,-2 6 7 16,-3 1 3-16,-5 7 2 0,0 2 3 0,-5 8-6 0,-2 3 0 15,-5 9 3-15,-2 2-1 0,-2 3-1 0,0 3 1 0,-2 3 0 0,-1 1 2 16,0 4 2-16,0 3 0 0,2 0 3 0,2 0 0 0,1-1 1 0,4-1-2 16,2-2 6-16,5-4 1 0,3-3-1 0,4-4 5 0,3-3-5 15,4-4-3-15,3-2 1 0,3-2 1 0,4-1-1 0,3-2 0 0,2 1-2 16,2-2-10-16,4 0 0 0,1 0 4 0,0 2 1 0,3 0 9 0,1 2 0 16,1 2-8-16,0 2 1 0,3 1-3 0,0 3-4 0,0 2-1 15,2 2-6-15,1 2-1 0,-1 2 1 0,2 2 2 0,0 1 0 0,0 3 1 16,1 0-1-16,-1 0-3 0,3 2-2 0,1-2-1 0,-1-1 0 15,3-3 0-15,1-2-5 0,3-2 0 0,4 5 0 0,30 45-2 0,-6-19 10 16,-8-16 0-16,-14-22 0 0,1 0-3 0,1 1 5 0,1 0 1 0,1-3 1 16,-1 0 0-16,-3-1-3 0,0-1-2 0,1-1 1 0,-1-2-2 15,3-3-1-15,-1-2-2 0,-2-4 2 0,1-1 0 0,-2-3 0 0,1-3 9 16,-2-1 2-16,1-1 1 0,2 0 2 0,0 1-5 0,0-1 2 0,1 0-2 16,-2-1 2-16,0 1-5 0,3 0 1 0,0 1-1 0,0-1 3 15,3 1-2-15,-2-1-3 0,2-1 2 0,-1-1-4 0,2 0 2 0,-1-1-2 16,2-1-10-16,-1-4-47 0,2-2-35 0,-2-3-27 0,-1-2-19 0,2-3 19 15,1-4-84-15</inkml:trace>
  <inkml:trace contextRef="#ctx0" brushRef="#br0" timeOffset="60054.17">3578 10683 865 0,'-2'-4'-35'15,"2"1"16"-15,3-1-5 0,5 3 9 0,3 1 12 0,2 1 5 0,1 2 5 16,3 2-1-16,2 2-3 0,2 1 0 0,2 3-6 0,2 1-1 0,2 4 0 16,2 4 2-16,0 0-2 0,2 2 2 0,-1 3-1 0,1 0 0 15,0 4 3-15,1 0-1 0,-2 0 0 0,-1-1 1 0,-3 1 2 0,-2-2-2 16,1 0 1-16,-2 0 1 0,0-2-2 0,-2 0 0 0,-3-2 1 0,-1-2 1 15,-2 0 0-15,-1-3 6 0,-4 0 3 0,-2 0 5 0,-3 1 5 16,-3-1 2-16,-3 1 1 0,-2 0-1 0,-4 0-1 0,-2 3 1 0,-2 1-4 16,-4-2-10-16,-2 2-1 0,-2 1-5 0,-1-1-5 0,-4 1-2 15,-2-1-11-15,-2 0-13 0,-1-1-9 0,-4-3-1 0,0-1 0 0,-4-3 0 16,0 0-4-16,1-3-10 0,1 0-8 0,1-2-4 0,0-3 1 0,2-3 1 16,1-1 7-16,5-3 4 0,1 0 11 0,3 0 9 0,5-1 10 15,2 2 5-15,3 1 4 0,6 1-1 0,3 2-4 0,5 0 1 0,5 5-4 16,4 3 1-16,4 4-8 0,3 0-62 0</inkml:trace>
  <inkml:trace contextRef="#ctx0" brushRef="#br0" timeOffset="63254.67">12883 11187 1324 0,'-20'6'103'0,"0"1"-78"0,-3-2-34 0,5-2-17 0,5-3-27 0,2-1-23 15,4-2-17-15,2 2 12 0,1-3 25 0,3 1 23 0,0-1 13 0,1 1-4 16,1-1 0-16,0-1-3 0,2 0 9 0,1 0 12 0,2-1 7 16,-1-1 8-16,3 0-3 0,-1 0 1 0,1 0-1 0,1-2-1 0,0-1 3 15,1-1 5-15,-1 0 1 0,1-1 7 0,0 2 2 0,1-1 1 0,0 0 3 16,1-1 1-16,0 0 5 0,0 1-1 0,2-1 2 0,1 0-1 16,0 0-2-16,2 2 3 0,1-1 3 0,1 0-2 0,0-2-2 0,2 0-2 15,0 1-11-15,1 1 0 0,2 0 0 0,0 1-4 0,2 0-1 0,0 2-3 16,1-1 1-16,1 2-4 0,-1 1 3 0,3 1 1 0,-1 1-4 15,2 0 0-15,0 1-1 0,2 1 0 0,-1 1-2 0,0 1-1 0,0 1-1 16,1 0 1-16,1 2-4 0,2 2 2 0,1 1-2 0,0 1 0 0,2 1 1 16,-1 2-1-16,0 0 1 0,3 2-4 0,-3 0 2 0,0-1 0 15,2 2-3-15,-2 0 3 0,1 0 0 0,0 1 4 0,-2-3 0 0,0 2-1 16,-1 0-3-16,-2 0-2 0,3 0-2 0,-2-1-1 0,-1 1-2 16,0-1 2-16,-1 2-5 0,-2-1 2 0,0 2-2 0,-1 1 0 0,1-1 0 15,-2-2-3-15,-1 2 3 0,-2 0 0 0,1 0 5 0,-3 0 0 16,1 1 4-16,-3 0 0 0,-3 1-3 0,-2-2 8 0,-2 3-2 0,-1 0 3 15,-3-1 6-15,-1 0-2 0,-1 2-4 0,-2-1-4 0,-1-2-10 0,-1 1 2 16,-2 0 3-16,-1 1-5 0,-2 1 7 0,-2 0-2 0,-2 1-4 0,-2-2 5 16,0 2 7-16,-3 0 2 0,-1-1 4 0,-1 1 1 0,-4-1-7 15,0 1 6-15,-2 2 3 0,-2 1 0 0,-3 0 5 0,-1 2 0 16,-1-1 0-16,-1 0 10 0,1-1 1 0,-1-1 6 0,0 0 2 0,1-1-4 16,-2-1 1-16,1 0-9 0,0-2 1 0,-1-1-10 0,-1-1-6 0,0-1-1 15,-1-2-4-15,-1 0 3 0,1-4 8 0,-2 1-4 0,1-1 10 16,0-3 7-16,1-1-2 0,-1-1 20 0,1-1-2 0,-1-1-2 0,0-1 9 15,1-1-17-15,-2 0-2 0,4 0-6 0,0-1-13 0,2-1-2 0,-1-2-1 16,1 0 5-16,-1-2 4 0,0 1-3 0,2-1 8 0,1 0-8 16,0 1 1-16,1-1 7 0,1 1-1 0,-1-1 0 0,1-1 1 0,1 0 2 15,0-1-3-15,2 1-8 0,-1 0-2 0,1 0 1 0,1 1-2 0,1 0 2 16,0-1-7-16,1 0-7 0,0-1 1 0,1 0 3 0,0 0 5 16,0-1 1-16,0 0-6 0,1 1 3 0,-1-1 2 0,0 0-5 0,1-1 3 15,0 0-3-15,1 0-3 0,0 0 6 0,1-2-5 0,-1 0 4 16,1 0 0-16,1 0-4 0,-1 0-1 0,2 1-1 0,1-2 1 0,-2 2-2 15,3-1 8-15,-1 2-3 0,1 3 3 0,1-1-1 0,-2 0-2 0,2 2-2 16,1 0 1-16,-1 1-1 0,2 1-6 0,0 0 3 0,1 1-9 16,0 1-1-16,1 0-3 0,0 0-2 0,0 1 0 0,1-1-3 0,-1 2 3 15,1-1-6-15,0 0 6 0,0 2 6 0,0-1 0 0,1 0 6 0,-1 0 0 16,0 0-2-16,0 1 7 0,0-1-6 0,0 0-2 0,0 1-2 16,0-1-5-16,0 0 2 0,0 0 1 0,1 0-3 0,-1 0 4 0,0 1 1 15,0 0 3-15,0 0 0 0,0 0-3 0,1 0-2 0,-1 1-2 0,0 0-1 16,0 1-3-16,0-1 0 0,0 1 1 0,0 1-4 0,0-1 3 15,1 1 1-15,-1-1-1 0,-1 1 2 0,0-1 4 0,0 2-3 0,0-1 6 16,-1 1 1-16,1-2-5 0,-1 1 6 0,1 0-5 0,-1-1-6 16,0 1-6-16,0-2-16 0,1 0-16 0,-1 0-20 0,0-2-33 0,0 0-38 15,0-1-57-15,1-1-70 0,0-1-44 0,0-1-15 0,1-4 31 0,-1-2 84 16,1-6-40-16</inkml:trace>
  <inkml:trace contextRef="#ctx0" brushRef="#br0" timeOffset="64720.67">16597 11929 1703 0,'2'8'95'0,"0"1"-96"0,2 2-10 0,2-2-7 0,1-2-29 15,5 0-26-15,5-2-4 0,6-1 18 0,4 0 24 0,6-1 22 16,1 0 7-16,4 1 0 0,2 0-1 0,2-1-4 0,2-1-3 0,6 0 5 15,-1-1-1-15,2-1 6 0,4-1-1 0,-1-1-2 0,2-2 0 16,1 0 2-16,0-2 2 0,2-2-3 0,0-3-3 0,1-1 1 0,2-3 1 16,-2 0 1-16,1-3 5 0,2-1-2 0,-2-1-2 0,1 1 3 0,-1-2 1 15,-2 1 1-15,1 0 0 0,-1-1 2 0,-1 0-2 0,-1 2 4 16,-1 1 0-16,-2 1 0 0,0 3 1 0,-3-1 0 0,-2 3 4 0,-1 0 3 16,-5 1 1-16,-1 3 4 0,-3 0 1 0,-2 1 4 0,-3 0 8 0,-2 1 4 15,-4 1 12-15,-2 0 4 0,-2 1 7 0,-3-2 2 0,1 2-4 16,-3 0-3-16,0-1-8 0,-1 2-10 0,-2-2-2 0,-2-1-3 0,1 1-5 15,0-1-4-15,-1 0-4 0,-1 0-4 0,1-1-1 0,0-1 0 0,-1-2 1 16,-2 1 0-16,-2-2 3 0,0-1 3 0,-2-1-3 16,-1 0 2-16,-1 0-1 0,-2-2 4 0,-1 0 10 0,-2-3-2 0,0 0 4 0,-3-3-3 15,-1-1-4-15,-2 0-1 0,-3-2-2 0,-2 0-6 0,-4-3-4 0,-3 0-4 16,-3-1 1-16,-3-3 4 0,-2 0-3 0,-2-1 0 0,-5 0-4 16,-1 2 2-16,-7-2 3 0,-1 2 6 0,-3 0 0 0,-4 1 5 0,-3 2 5 15,0 1 4-15,-2 3-5 0,-3 2 15 0,-1 1 1 0,-1 2 1 16,-3 0 1-16,0-1-17 0,-3 3-6 0,-2-1-9 0,0 1 1 0,-1 2-5 15,1 1 9-15,-4-1-2 0,0 1 4 0,-1 1 1 0,-1 2-8 0,2 1 12 16,1 3 7-16,-2 1 1 0,1 1 3 0,1 3-2 0,-1 0 2 16,2 2-6-16,1 1-4 0,1 2-7 0,2 1-11 0,-2 1-2 0,2 1-3 15,-1 2-4-15,2 1 2 0,-1 1-3 0,0 3-5 0,1 1 8 16,1 4-3-16,1 1 1 0,2 1 9 0,0 4-9 0,2 2 4 0,2 0-5 16,1 4-3-16,2-1 3 0,1 2-4 0,0 1 1 0,2 0 1 0,0 1-5 15,3 0 4-15,1 3-2 0,-1 0 2 0,3 1 3 0,1-1-1 16,2-2 4-16,0 1-1 0,2-1 1 0,2 1 7 0,2 0-6 0,2-2 6 15,1 0-1-15,0 0-6 0,2 0 5 0,2-2-3 0,1 0 1 0,3-2 2 16,3 0-5-16,2-2 4 0,1 1-2 0,4 0-2 0,0-1 3 16,2-1 3-16,3 0-1 0,2-2-2 0,1-1-1 0,2 1-4 0,2-2-3 15,2 1 3-15,2-1 2 0,1 0 2 0,2 0-4 0,1 1 1 0,2-2-3 16,2 0-3-16,1-1 7 0,1 1-5 0,0 1-6 0,2-1 6 16,0 0 1-16,0 0-1 0,-1-3 3 0,3 1-1 0,0-1-4 0,0-2 3 15,1 0-1-15,1-1-7 0,1-1-6 0,-1-2-8 0,0-1-13 16,1-2-13-16,0-2-12 0,-1-2-17 0,2-2-5 0,0-3-23 0,0-4-21 15,3-3-33-15,0-6-52 0,1-4-40 0,2-7-51 0,-1-9-41 0,2-9 9 16,-1-12 23-16,0-12 78 0,1-16-59 0</inkml:trace>
  <inkml:trace contextRef="#ctx0" brushRef="#br0" timeOffset="82687.93">23986 1186 694 0,'0'0'187'0,"0"1"-184"0,1 1-49 0,1 0-7 0,0 3-15 16,2 3 19-16,0 1 6 0,2 1-7 0,2 2-1 0,0 2-18 0,0-1-5 15,0 0 11-15,1 0 16 0,-1 0 19 0,-1-1 14 0,0 2 7 0,0 0 5 16,-1 1 6-16,-1-1 3 0,-2-1 7 0,-1 1 12 0,0 1 8 16,-2-1 10-16,0-1 8 0,-1 2 4 0,0 0 6 0,-1 1 5 0,1 0 5 15,0 2 0-15,0 1-3 0,1 0-4 0,1 1-4 0,-1 2-6 16,1 0-8-16,0 3-16 0,0 0-7 0,0 1-10 0,0 3-3 0,1 1-3 16,0 2-10-16,0 2 1 0,3 35-8 0,-1-4 6 0,1-6 9 0,-1-8 5 15,-1-4 9-15,1 4 2 0,0 1-2 0,-1 2 1 0,1 2-2 16,-2 0 3-16,0 3-3 0,-1 1-6 0,1 4 0 0,0 2-4 0,0 2-1 15,0 4-1-15,0 0-3 0,1 2-2 0,0 4-4 0,0 1-6 0,0 2 2 16,-1 5 3-16,0 1 0 0,0 4 6 0,-1 1-5 0,0 5-1 16,0 1-3-16,-1 2-1 0,0 1 3 0,0 3-2 0,-1 3 6 0,-1 2-1 15,0 3-4-15,-2 2 3 0,1 2 3 0,-2 4 8 0,-1 2 2 0,-1 2-4 16,-1 3 2-16,-1 1 5 0,1 2 10 0,-1 3 13 0,0 1 5 16,0-1 5-16,-1 4-2 0,2 1-5 0,0 1-11 0,1 2-4 0,1 2-10 15,1 1-2-15,0 3 2 0,0 1-7 0,0 1-1 0,2 2 2 16,0 1-4-16,1 2-2 0,2 1-3 0,0 3 2 0,2 0 5 0,2 3 7 15,1 3 5-15,0-1 2 0,2 2 4 0,1 1 0 0,0-2-1 0,1 1 0 16,2 0-3-16,0 1 2 0,0 3 5 0,1 2-4 0,-2 1 2 16,0 2 4-16,1 1-1 0,1 1 10 0,-1-1-3 0,1 0 1 0,-3-3 4 15,1-3-6-15,-1-2 8 0,0 2-1 0,1 3 0 0,-1 4 6 0,-1 1-9 16,0 1 4-16,-1-3-9 0,0-3 10 0,-1-2 3 0,0-6-7 16,1-2-4-16,-1-2-7 0,0-2-6 0,-1 0 3 0,1-2-5 0,1 3-1 15,-1 0 1-15,1 3-1 0,0-1 12 0,0-3-4 0,0-3 1 16,0-5 3-16,0-2-3 0,1-2-10 0,0 0-6 0,1 1-9 0,-1-1-8 15,1 1 6-15,0-1 0 0,0 0 10 0,-2-1 2 0,1-3-4 0,-1 2 0 16,0-2-6-16,0-2 6 0,-2 1 13 0,-3-70-23 0,2 16 1 16,-1 0-13-16,0 17 5 0,1 1 35 0,-3-45 9 0,2 9 0 0,-2-1-6 15,0 12 17-15,1 7-12 0,1 7-21 0,-2-1-12 0,1 8-49 0,0 0-25 16,-1 9-35-16,0 1-144 0,0-1 250 0,-1-8 0 0,1 1 0 16,-1-9 0-16,1-1 0 0,-1-7 0 0,0-8 0 0,0-11 0 0,-1-9 0 0,1-10 0 0,0-48 0 0,-1 0 0 0,1 0 0 0,0 0 0 0,0 0 0 0,0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1:33:40.4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5698 7448 44 0,'17'-2'2'0,"4"1"0"0,4-1-2 16,-3 0 0-16,-2 0 0 0,0-1-6 0,1 0-23 0</inkml:trace>
  <inkml:trace contextRef="#ctx0" brushRef="#br0" timeOffset="1216">6306 7476 108 0,'17'1'64'0,"4"0"-24"0,7 0-6 0,-1 0-6 16,-1 0-6-16,1 1-6 0,4-2-3 0,-1 1-4 0,2 0-4 15,-1-1-3-15,1 1-1 0,0 0 0 0,2 0-1 0,1 0 1 0,2-1-2 16,1 1 2-16,1-2-1 0,1 0 0 0,4 0 0 0,0-2 0 16,3 0-1-16,1 1 2 0,3-2 0 0,1 0 0 0,-1 0 0 0,2-1 1 15,-1 2-1-15,1-1 2 0,1 2 0 0,1 0 1 0,0 0 0 0,-1 2 0 16,0 1 2-16,1 0 2 0,-1 2 6 0,0 0 9 0,0 1 5 16,0 0 2-16,1 1 2 0,0 0-4 0,1 0-3 0,0 1-3 0,0 1-5 15,1-2-3-15,1 2-1 0,1-2-5 0,1 1 1 0,0 1-2 0,2-1-1 16,-1-1 0-16,2 1 6 0,0-2 0 0,1 0 3 0,0 1-2 15,0-2 0-15,2 0 5 0,-1 1 5 0,1-2 7 0,1 1 5 0,-3-1 6 16,3 0 1-16,0 0 2 0,0 1 1 0,-1 0-8 0,2 1 4 0,-1-1-3 16,-1 2-5-16,0-1-3 0,-1 1-1 0,-1 0-1 0,1 0 7 15,-1 2 5-15,0 1-2 0,1 0-1 0,0 0 6 0,0 0-8 0,0 0-3 16,2-1-9-16,-1 0-10 0,1 1 2 0,1-1-3 0,1-1 1 0,0-1-6 16,2 0-1-16,0 0-1 0,1-1-1 0,2 0-3 0,-1 0-1 15,0-1 2-15,3-2 0 0,0 0 2 0,1-1 1 0,-1 0 0 0,2-1 0 16,0 1 4-16,1 0 6 0,-3-2 8 0,1 1 8 0,0 0 6 15,-2 0 8-15,-1-1 2 0,1 1 1 0,-1 0 0 0,-1 0-3 0,-2 1 3 16,0 1-6-16,1-1-2 0,0 0-10 0,0 0-7 0,1 1-8 16,-3 0-6-16,4 0 0 0,-1 0-2 0,2-1 2 0,1 0-5 0,-2 0-1 15,1 0-2-15,0-2-1 0,1 0 3 0,0 1 0 0,1-2-1 0,0-1-1 16,0 0-1-16,-1-1 3 0,-1-1 0 0,0 0 0 0,0-2 5 16,-2-1 2-16,1 0-18 0,-1-1 7 0,-2 0-5 0,1-1 0 0,-3 0 22 15,-2-1 2-15,2 0-1 0,-2-1-2 0,-1-2-6 0,-1 0 1 0,-2 0 4 16,-1-1-4-16,0-1 2 0,-2 0-3 0,-1-1 1 0,-2 0-1 15,-2-1 0-15,-1 0 3 0,-2 0 0 0,-4-2 4 0,-3 1-7 0,-3-2 5 16,-1-1-2-16,-4 0 1 0,-2-2 2 0,-2 0 5 0,-3-1-2 0,-2 0 1 16,-3 1 0-16,-3-2-7 0,-3 1 3 0,-4-3-1 0,-4 0-16 15,-2-1 2-15,-1 0 5 0,-4-1 0 0,-3 0 13 0,-3-2-7 0,-3-1-6 16,-3-1-9-16,-2 1-2 0,-3-1 0 0,-4 0-4 0,-3-1 4 0,-3-1-2 16,-4-1 0-16,-3-1-2 0,-4 3 4 0,-2-1 2 0,-4 0 9 15,-1 1-8-15,-2 0 5 0,-4 1 1 0,-3 1-5 0,-2-1 10 0,-2 2-6 16,-2-2-4-16,-2 3 4 0,-3 0-5 0,-4 2-1 0,-1 0 1 15,-4 1-2-15,-2-1 2 0,-3 2 3 0,-3 0 0 0,-4 3 0 0,0 1 0 16,-5 1-4-16,-2 2 2 0,-4 0-1 0,-1-1 3 0,-3 4 0 0,-1 0 1 16,-3 2 3-16,0 2-17 0,-1 1 3 0,-2 0-4 0,-1 1 2 15,2 1 18-15,-2 1-5 0,1 2 1 0,2 0-2 0,-1-1-6 0,1 2 4 16,0 0 4-16,1 0-5 0,-2 1 1 0,1 0-1 0,-1-1-2 0,-1 1 4 16,2-2 1-16,-1 0-2 0,2 1-6 0,-1 0 4 0,0 1-3 15,1-1 10-15,-1 1 4 0,0-1-1 0,-1 3-1 0,-2-1-5 0,0 1 1 16,1 1-1-16,-3 0 0 0,0 0 0 0,-1 1-5 0,0 1 2 15,-2 1 2-15,0-1-1 0,1 2 1 0,-1-1 1 0,1 0 0 0,0 1 0 16,-2 0 0-16,2 0-2 0,1 1 1 0,0 0-1 0,0 0 0 0,3 0-1 16,-1 1 0-16,1-1 5 0,1 1-2 0,0 1-3 0,3-2-2 15,0 1-4-15,2 1 1 0,2-1 9 0,-2 1 1 0,1 0-10 0,0 2 2 16,2 0-3-16,0 1-4 0,0 1 12 0,1-1-2 0,-2 2 1 0,3-2 1 16,0 3-2-16,2-1-4 0,-1 1 7 0,2 1 2 0,-1-2-4 15,1 0-2-15,2 1-4 0,1 0-3 0,1 0 8 0,1 1 3 0,1-1 3 16,1-1 4-16,3 1-4 0,1 1 4 0,0-1-4 0,4 1 2 15,0-1 1-15,2 0-3 0,2 2-3 0,2 0 3 0,3 1-4 0,1 0-1 16,1-1 4-16,0 2 1 0,1 0 0 0,3 1 2 0,1 1-7 0,2 2 7 16,1 1-5-16,2 1 0 0,4-1 4 0,1 0-8 0,5 0 5 15,0-2-1-15,1 3 5 0,4 0 3 0,0-2-2 0,2 2-3 0,2 0-6 16,1-1-2-16,2 2 5 0,3 1 0 0,3-2-1 0,1 1 1 0,4 0-8 16,-1-1-5-16,2 1 6 0,2-1-9 0,3 2 7 0,2 1 5 15,1 0-3-15,3 1 7 0,0 1-4 0,1-1 1 0,3 2 1 0,-1 1-2 16,3 0 8-16,1 2-4 0,1 0-1 0,1 0 1 0,1 0-8 15,0 0 7-15,1-1-2 0,1 2 1 0,1-2 4 0,2 1-5 0,1-1 3 16,3 1-7-16,1-3-3 0,3 0 1 0,1 1-3 0,3-2 9 0,3 0 6 16,1-1-5-16,3 1 5 0,2 0-3 0,0-1 0 0,2 0 3 15,1-2 0-15,3 2-1 0,2-1-2 0,2 1 0 0,2 0-3 0,1 0 4 16,2 0-1-16,0-1-1 0,3-1 4 0,0-1 0 0,3 1 1 0,0-2 1 16,2 2-1-16,2-1 1 0,1-1 3 0,2 0-5 0,2 0 0 15,0-3-6-15,2 1 0 0,2-2-2 0,1-1-3 0,2-2 2 0,3 0 5 16,0-1 2-16,1-2 16 0,4-1-2 0,1-3 2 0,3 1-2 0,2-2-8 15,-1-1-1-15,5-2-3 0,1-2 4 0,1-1-2 0,2-2 3 16,0-1 1-16,1-2 0 0,2 0-12 0,2-2 0 0,2-1-1 0,-1-1-3 16,2-1 15-16,-3 0 11 0,3 1 3 0,-1 0 3 0,2-1 3 15,1 0-9-15,-1 0-2 0,0 1-1 0,0 1 0 0,2-1-3 0,-4 1-2 16,2 1 1-16,-2 2-11 0,-1 2 2 0,0 1 2 0,0 2 2 0,-1 1 2 16,1 1 1-16,-2 1-11 0,-1 1-3 0,-2 0-4 0,-1 3-16 15,-1-1-24-15,-2 1-49 0,0 2-49 0,-2-1-53 0,-2 0-81 0,-1 1-103 16,0-1-68-16,0 0 1 0,-2-1-52 0</inkml:trace>
  <inkml:trace contextRef="#ctx0" brushRef="#br0" timeOffset="23434.6">7308 6432 47 0,'-16'-1'60'0,"1"0"7"0,-6 0 3 0,3 1-13 0,5 1-3 16,-1 0-11-16,1 0-6 0,-1 0-9 0,2 1-7 0,1-1-8 0,1 1-4 16,1-1-2-16,0 1-6 0,2-1-3 0,2-1-3 0,1 1-9 15,1-1 2-15,0 0-3 0,1 1 0 0,0-2 7 0,1 1 0 0,0-1 5 16,0 0 2-16,0-1 1 0,0 0 0 0,-1-1 2 0,1-1 2 0,0 1 4 16,-1-1 6-16,1 1 1 0,0-1 5 0,1 0 0 0,0-1 0 15,1 0 3-15,1 0 2 0,1-1 1 0,2 0-2 0,1 0 3 0,2-1-4 16,1-1 3-16,2 0 1 0,2 0-1 0,0 0-2 0,1 0 3 0,1 1 1 15,2 0-4-15,-1-1 6 0,2-2-4 0,1 1-3 0,1 0 4 16,-1 0-2-16,3 0-4 0,0 2 0 0,0-1-3 0,1 1-2 0,-1 0 2 16,3 0-2-16,-1 1 3 0,0 0-4 0,1 1 0 0,-1 0-1 0,3 0-7 15,0 1 5-15,0 0-5 0,2-1 0 0,-2 1 2 0,2 0-2 16,-1 0-1-16,2 1-1 0,0-1 2 0,0 0-3 0,0 0 0 0,0 1 1 16,0 0-4-16,1 0 3 0,0 0 0 0,0 1-3 0,-1 0 1 15,1 1-1-15,-2 0 4 0,0 0-1 0,-1 1 3 0,-1 0-4 0,-2 1 4 16,2 1 1-16,-2 1 0 0,-1 1 2 0,-1 0 1 0,0 1 2 0,0 2 2 15,-1 0 0-15,0 2 1 0,0-1-3 0,0 0-3 0,-2 2 1 16,1-1-5-16,-3 1-1 0,1 0-1 0,0 0-4 0,1 1 0 0,0 0 0 16,0 1 4-16,2 0 0 0,-2-1-4 0,0 0-2 0,0-2-2 0,-1 1-2 15,0 1 5-15,0 1 7 0,-1-1 0 0,-2 0 2 0,0 1 1 16,-1 0-6-16,0 2 2 0,-4 0-1 0,2-1-3 0,-2 2 1 0,-1 1 2 16,0 0-2-16,-2-1 1 0,1 1 0 0,-1 0 2 0,-1 1 0 15,-1 0-1-15,0 0-4 0,-2 2-2 0,-1-1 1 0,-1 0 4 0,-2 1-6 16,0-2 3-16,0-1-2 0,-2 1-3 0,0-1 4 0,-1-1-5 0,-1-1 3 15,-1 2 1-15,-1-2 0 0,-1 1 3 0,0-2-2 0,0 1 2 16,1 0-1-16,-1-2-1 0,1-1 2 0,-1 1-2 0,0-1 3 0,1 1-1 16,0 0 2-16,-1 0-1 0,-1-2-1 0,1 1 0 0,-3 0-2 0,0 0 5 15,1 1-2-15,-2-1 11 0,0 1 0 0,0 1-4 0,-1-1 2 16,-1 1-11-16,-1-2-1 0,0 2 4 0,1 0-1 0,-1 0 0 0,2 0 2 16,-2-2-1-16,1 1-2 0,-2 1 1 0,0-1 0 0,0 1-9 0,0-2 5 15,2 0-5-15,-1-1 0 0,1-2 6 0,-1 0-1 0,1-2 1 16,0 0-1-16,-1 0 1 0,0-3 2 0,0 1-1 0,-1-2 2 0,-1 0-1 15,-1-1-1-15,1-2 1 0,-1 0 1 0,-1-1 1 0,-1 1-2 0,1-1 2 16,-3-1-2-16,0 2 0 0,-2-2 0 0,-2 1-4 0,0 0-2 16,-3-1-1-16,0 2-3 0,-4 0 3 0,0-1 1 0,-3 0 0 0,1 0 4 15,0 0 5-15,4-2-2 0,1 1 2 0,3-2 3 0,0 0-6 16,1 0 2-16,0-2-1 0,-1 0-4 0,3 0 3 0,-2-2 1 0,3 0-2 16,-1 1 4-16,0-2-3 0,1 1-2 0,-2-1 5 0,1 0-4 0,-1 0 2 15,0 0-1-15,1 1-3 0,-3 2-1 0,1-1 0 0,-1 1-2 16,0 2 2-16,-1-1 5 0,-1 0-4 0,2 1 4 0,-3 0-6 0,1 1-1 15,2-1 4-15,-2 1-10 0,1 1 6 0,-2-1-2 0,2-1 0 0,0-1 10 16,3-1-5-16,2 0 2 0,2-1-4 0,2 0 2 0,0-1 4 16,1 0 2-16,-1-1-2 0,3-1-2 0,-2-1 0 0,1-2-1 0,0 1 1 15,1-1-1-15,0 1 1 0,-1 0 1 0,1-1-1 0,2 1 6 16,-2-2-1-16,1 2 2 0,-1 0 3 0,2-1-3 0,-1 2 4 0,0 1 4 16,0-2 1-16,1 1 4 0,0 0 2 0,0 0-1 0,0 1-2 0,1-1-1 15,2 0-1-15,0-2-2 0,2 1 1 0,1 0-2 0,1-1 0 16,1 0-5-16,2 0-1 0,1 1-4 0,1-1-3 0,1-1 2 0,2 0-3 15,0 0 3-15,2 0-6 0,0-2-1 0,2 1 1 0,0 0-3 0,0 1 3 16,3 0-2-16,-3 1 0 0,4 0 1 0,-2 0 0 0,2 0 3 16,-1 1 5-16,0 1 0 0,1 1 2 0,-1 0 1 0,3-1-2 0,0 0-3 15,2-1 1-15,2 0-4 0,0 2-2 0,3-1 7 0,1-1 1 16,1 1-2-16,2-2 4 0,2 0-6 0,1-1 0 0,4 0 0 0,-2 0-2 16,1 1 1-16,1 0 0 0,1-1 1 0,0 1 1 0,0 2-5 0,-2 0 2 15,1 0 3-15,-3 1 1 0,-1 0 1 0,-1 1-1 0,-1 2-5 16,0 0 5-16,-1 2-2 0,0 1 2 0,-2 1 2 0,-2 2-2 0,0 0 0 15,-2 1 2-15,-1 2 3 0,-1 0-3 0,-1 2 5 0,-1 1-5 0,-3 0-6 16,1 2 3-16,0-1 0 0,-1 2-4 0,0-1 5 0,-2 1-3 16,0 2-5-16,-1-2 2 0,1 1 2 0,-1-1 1 0,0 0 0 0,-1 0-6 15,-1 0-2-15,-1-1-9 0,0 0-4 0,-1 0-16 0,-1-1-15 16,1 0-33-16,-1-1-41 0,-1 1-52 0,0 0-68 0,1 1-68 0,-2 1-58 16,0 0 44-16</inkml:trace>
  <inkml:trace contextRef="#ctx0" brushRef="#br0" timeOffset="25350.46">4901 7987 213 0,'-21'-18'18'16,"2"0"-38"-16,-3-4 77 0,6 5 1 0,4 4 0 0,1-1-28 0,2 2-11 16,1 0-7-16,0 1-1 0,2 4-4 0,1-1-3 0,1 1-2 0,2 1-2 15,0 2-4-15,1-1-2 0,1 2-2 0,1-1-4 0,1 1-3 16,-1 1-1-16,1 1 2 0,0 0 2 0,0 0 2 0,-1 0 1 0,2 0 1 15,-2 0 1-15,2 0 0 0,-1 0 3 0,1-1 1 0,0-1 3 16,0 0 0-16,0 0 0 0,1-1 0 0,0-1 1 0,0-1 1 0,1 0 0 16,-1 0 2-16,2-2-1 0,-1 0 1 0,2-1 2 0,0 1 2 0,0-1 0 15,1-2 3-15,0 0 0 0,1-1 2 0,2 1 0 0,0-1 2 16,1-1 0-16,-2 2 2 0,1-1 0 0,1 1-1 0,-1 2 3 0,1-2-4 16,-1 1 3-16,0 1 0 0,1 0 0 0,0 1 1 0,0 0-2 0,1 2 1 15,1-2-1-15,2 0 0 0,1 2-3 0,1-1-2 0,-1 1 0 16,1 0 0-16,2-1-2 0,1 1 3 0,3 1-2 0,1 0 0 0,2 1-1 15,0-1-1-15,0 0-1 0,2 2 2 0,-1 0-4 0,2 0-1 16,1 1 0-16,1 0-2 0,1 0 0 0,2 1 0 0,0 0-2 0,1 1 2 16,1 1 1-16,1 0-1 0,0 1-1 0,0 0 1 0,1 0-2 0,2 1 2 15,-1 1-2-15,1 0 2 0,1 0-1 0,-3 1-2 0,1 1 0 16,-1-1 0-16,0 0 0 0,-1 2 0 0,-1 0 0 0,0 0 0 0,-1 1 0 16,-2 0 0-16,-1 1 3 0,-1-1-1 0,-2 2 3 0,-1 0 1 0,-2 2 2 15,0 0 1-15,1 0 2 0,-3-1-3 0,1 1-1 0,-4 0-1 16,0 1-3-16,0 1 10 0,-3-1-2 0,2 0 3 0,-1 0-2 0,-2 0-5 15,1 0 2-15,-2 1-3 0,-1 2 3 0,-2-1 3 0,1 0-2 16,-2 1 0-16,-1 0 0 0,0-1-1 0,-3 0-1 0,0 1 3 0,-1 2-2 16,-1-1-1-16,0-1 2 0,-1 1-2 0,-1 0-1 0,0-1-1 0,-1-2-2 15,-1 0 1-15,-1 1 1 0,0-1-3 0,0-1 3 0,-1 1 1 16,-2-1-3-16,0 0 7 0,-1 0-5 0,-1-1 2 0,-1 1 1 0,-2-1-1 16,-2 1 3-16,-2 0 0 0,-1-1-7 0,-1 3 3 0,-1 0-4 0,-4 0-1 15,-2 0 3-15,-3-1-8 0,-1 1 1 0,-3 0 0 0,0-1 9 16,-3 3 2-16,-1-1-2 0,-2-1 4 0,-3-1-11 0,-4 2-2 0,-1-1 3 15,-1 1-4-15,-3-2 2 0,0 0-1 0,0-1 1 0,-3-2-1 16,-2-1 7-16,2-4-1 0,-1 0 3 0,1-2 5 0,1-2 3 0,2-1 1 16,0-2 1-16,1-1 0 0,-2-1 0 0,3 0 6 0,0-2-4 0,1 0-3 15,-1-2 2-15,-1-1-2 0,2-1 1 0,-1-1 0 0,2-1-2 16,1 0-3-16,-1-1-1 0,3-2-3 0,1 1 0 0,3-2-2 0,1 2-5 16,1-2-2-16,2-1-6 0,3 1-3 0,1 1-1 0,5-1-2 0,1-1-10 15,3 0-20-15,4 1-25 0,3-3-26 0,2-1-26 0,4 0-30 16,4-1-17-16,5-2-22 0,3 1 1 0,6-2 10 0,5-1-85 0</inkml:trace>
  <inkml:trace contextRef="#ctx0" brushRef="#br0" timeOffset="27717.87">7268 8739 1446 0,'-6'17'28'0,"2"2"-38"0,1 5 3 0,6-4 1 0,4-6 10 16,3 0-1-16,1-3-6 0,2-1-5 0,2-2-14 0,1-1-14 15,3-3-23-15,1-1-18 0,1-1-2 0,1-1-9 0,1-1 13 0,2-1 5 16,1 0 13-16,0 0 20 0,2-1 16 0,-1 0 18 0,-1 0 9 0,1-2 10 15,-1 0 7-15,0 1 12 0,2 0 2 0,0 0 6 0,0 0 1 16,0-1-8-16,-1 1-1 0,-1-1-8 0,2 0-4 0,2 0-5 0,0 1 4 16,3-1-4-16,0 0-2 0,0 0 0 0,1 0-5 0,1 0-2 15,-1-1-5-15,2 1 1 0,1-1-5 0,-1 0 1 0,1 0 2 0,2 0-3 16,-1 0 0-16,1 0 2 0,-1 0-3 0,-1 0 2 0,0-1 5 0,-1 0 2 16,1-2 10-16,2 1 8 0,-2-1 14 0,2 1 6 0,-2 0 0 0,-1 0-4 15,1-1-8-15,-2 1-3 0,1 0-6 0,-2 0-1 0,-1-1-4 16,1 0-5-16,-2 0-2 0,-1 0 0 0,-3 0-4 0,-1 0 0 0,0 2-2 15,-2-2 0-15,1 1-3 0,-2-1 1 0,0 1-3 0,-1-1 2 16,-1-1 0-16,0 1 0 0,0 0 1 0,-1 0 1 0,-1 0-2 0,-2-2-2 16,0 1-4-16,1-1 0 0,-1 0 4 0,-2-1-1 0,1-1 0 0,-1 1-1 15,0-2 0-15,-3 0 1 0,0-1 7 0,-2-1 3 0,1-2 6 16,-2 1 4-16,-1-2 5 0,-1 0 3 0,-2-1 8 0,-1 2 5 0,-2-2-9 16,-1 2 9-16,-3 1-2 0,-1-2-3 0,-2 2 10 0,-2-2-12 0,-2 2-7 15,-2-1-7-15,-3 0-5 0,-2 1-1 0,-1 0-5 0,-2 0-4 16,-4 1-1-16,-2 0-1 0,-2 0-2 0,-2 1 4 0,1-1 3 0,-3 0-8 15,2 0 5-15,-2 0-1 0,2-1 1 0,0 1 6 0,-1 0 3 16,2 0-3-16,-1-1 2 0,1 2 1 0,0 1 2 0,-1-1 0 0,-3 1 1 16,-1 0 1-16,-1 2-2 0,-1 1 1 0,-1 1-4 0,0 2-3 0,-3 0 0 15,-3 1-3-15,0 1-9 0,-3 0-3 0,-1 2 1 0,-2 2-6 16,0 3 7-16,-1 2 4 0,-1 2-2 0,-1 2 6 0,0 2-4 0,1 2-2 16,-1 1 4-16,3 4-4 0,2 0 0 0,2 4-1 0,4-1-13 0,2 3-7 15,3 0-8-15,3 2-21 0,4 0-24 0,0-1-44 0,5 2-74 16,1 1-90-16,2 1-116 0,5 0-93 0,2 1-181 0</inkml:trace>
  <inkml:trace contextRef="#ctx0" brushRef="#br0" timeOffset="30617.87">27417 3992 1294 0,'-13'-12'195'16,"-3"-1"-199"-16,-4-3-11 0,2 1 14 0,1-1 18 0,0 1 0 0,-2-1-6 15,0 3-11-15,-1-1-15 0,0 0-9 0,0 0-5 0,-3-1-5 16,0 1-1-16,-3-1 0 0,-2 2 6 0,0-1 3 0,-4 2 7 0,0 0 9 16,-2 0 5-16,-1 1 4 0,-1 0 6 0,-2 1 4 0,-2 1 3 15,0 1 11-15,-2 0 7 0,0 2 3 0,-2 1 8 0,-3 2-3 0,1 0 5 16,-3 3 3-16,1 1-8 0,-1 3 2 0,-4 1-1 0,0 1-3 0,-1 3 8 16,-3 3 5-16,2 2 2 0,-1 3 5 0,-1 2 3 0,3 2 0 15,0 2-2-15,1 2-14 0,3 0-16 0,2 2-11 0,2 3-7 0,3 1-3 16,0 2 4-16,2 3-4 0,2 0-3 0,0 2-2 0,3 3-1 0,0 1-3 15,3 2 2-15,-3 1-2 0,2-1 1 0,1 0 2 0,-1 1-4 16,4 2-5-16,-1 1 5 0,1 2-2 0,-2 3-2 0,1 1 9 0,-1 3-8 16,0 2 10-16,-2 1 0 0,1 3-3 0,-2 0 4 0,2 2-4 0,0 0-7 15,2 3 2-15,2 0 1 0,3-1-2 0,1 1 9 0,4 0-3 16,1-3 2-16,4-1-2 0,2-2-3 0,4-1-2 0,3 0-5 0,3-1 2 16,3 0 1-16,4-1 1 0,2-1 3 0,5 1 3 0,1-1-4 15,3 0 4-15,3 0 0 0,2-3-5 0,1 0 4 0,5-1-5 0,1-1 3 16,6 0 2-16,1 0 2 0,5-2 2 0,3 0 0 0,2 1-4 0,5-1-1 15,3 0-1-15,2 1 1 0,3-3 2 0,3 0-2 0,2 0 4 16,3-2 2-16,2 1-3 0,1-2 2 0,2-1-6 0,1-3 2 0,1 1-2 16,1-2 0-16,3 0-1 0,0-1 1 0,0-2 0 0,3-4 3 15,0 0-3-15,1-4-1 0,2-1 0 0,0-1 1 0,2-3 4 0,0-2-1 16,1-3-7-16,1-3 12 0,-1-1 0 0,1-2 2 0,-2-2 8 0,2 0-13 16,0-1 7-16,-1-1 2 0,1-2 8 0,0-1 5 0,0-1 4 15,1-2 3-15,1-1-5 0,-2-1-2 0,-1-3-4 0,0 0 1 0,0-3 0 16,-2-2 6-16,-1-3 2 0,-1-2-2 0,-3-2 2 0,0-2-9 15,-2 0-3-15,0-3 4 0,-3-4-4 0,-2-1 6 0,-1-5 5 0,-2-2-2 16,-2-2-3-16,-3-1-10 0,0-4-3 0,-4-2-1 0,-1-3-2 0,-2-3 4 16,-3-1-1-16,-1-1 1 0,-1-2 2 0,-4-2 1 0,-2 0 4 0,-2-2 3 15,-2-2 1-15,-4 0 4 0,-2-2-8 0,-4-2-1 0,0-2-1 16,-1-3-11-16,-2-1 3 0,-2-1-3 0,-1-3 4 0,-2-2 6 0,-3-3-9 16,1-1 0-16,-3-4-12 0,-2-1 1 0,0 2 0 0,-1-4-1 15,-2 2 2-15,-2 0-2 0,-3-2-4 0,-2 1 5 0,-3 0-2 0,-1 1 4 16,-2 1 1-16,-3 3 2 0,-1 1 3 0,-3 0 6 0,-3 1 1 0,-3 1 1 15,-2 1-7-15,0-1-1 0,-4 1-1 0,-2 0-4 0,-2 1 4 16,-2 1 3-16,-4 2 0 0,0 0 5 0,-2 2-2 0,-2 2-1 0,1 0 0 16,-5 3-2-16,0 3 2 0,-3 0-1 0,-2 4 6 0,0 0-3 0,-2 3 8 15,-1 1 0-15,-3 3-7 0,-1 2 4 0,-4 1-16 0,-4 4-7 16,-5 3-3-16,-5 1-1 0,-5 3-14 0,-3 2 5 0,-7 4 5 0,-3 4 7 16,-5 4 21-16,-4 7 1 0,-2 5 2 0,-5 5-13 0,-2 5 3 15,0 5-3-15,-2 4-2 0,0 5 6 0,-3 5-9 0,0 5-9 0,0 4-6 16,2 3-8-16,-2 4-9 0,3 2-11 0,1 4-17 0,1 4-13 0,1 5-19 15,4 2-13-15,2 3-25 0,4 2-49 0,2 2-85 0,3 3-160 16,3 3-157-16,3 3-85 0</inkml:trace>
  <inkml:trace contextRef="#ctx0" brushRef="#br0" timeOffset="32001.87">25047 6972 717 0,'-2'4'89'16,"1"0"-1"-16,0 1 12 0,2-3-10 0,2 0-15 0,1 0-3 0,2-2-2 15,0 0-2-15,2 0-4 0,1-1-9 0,0-3-9 0,1 0-7 0,2-3-6 16,1-1-1-16,2-2-2 0,1-2 2 0,0-2 3 0,3-1 2 16,2-2 3-16,-2-3 1 0,4-1 2 0,1-4 14 0,1-1-2 0,5-3 0 15,0-3 4-15,3-6-10 0,1-2 4 0,1-3-3 0,4-5-3 16,2-2-4-16,4-4-11 0,4-3 5 0,3-3-7 0,4-3 2 0,2-2 3 16,4-4-15-16,3-3 3 0,2-1-6 0,2-2-4 0,0-2 0 0,3 0 11 15,1 0-2-15,2 0 1 0,-1 2 1 0,-2-1-8 0,-1 2-3 16,-4 3 4-16,-2 0-2 0,-2 5 1 0,-3 0 6 0,0 0-3 0,-3 2 0 15,0 1-4-15,-2 1-5 0,-1 1-2 0,2 2 1 0,-3 2-1 16,0 3-3-16,-3 0-18 0,-2 3 18 0,-2 0-5 0,0 5 1 0,-2 2 18 16,-1 3-14-16,-2 2 3 0,-3 4-3 0,-2 2-1 0,-2 4-2 0,-6 1-1 15,-1 5 1-15,-4 2 0 0,-5 3-2 0,-1 5 3 0,-4 2-1 16,-3 3-2-16,-2 3 1 0,-3 1-1 0,-1 1-1 0,-1 3 1 0,-3 0-2 16,1 2-6-16,-1 0 6 0,0 1-3 0,-1 0 5 0,-1 1 0 0,1 1-5 15,0 1 3-15,-1 0-8 0,0-1-9 0,1 1-13 0,0 0-14 16,-1 0-18-16,0 0-13 0,0 1-11 0,-1 1-14 0,-1 0-14 0,-1 0-22 15,0-1-34-15,0 1-26 0,-1 0-27 0,1 1-12 0,-2-1-7 0,1 0-17 16,0 1-11-16,1-2-203 0</inkml:trace>
  <inkml:trace contextRef="#ctx0" brushRef="#br0" timeOffset="32534.87">27546 4629 1607 0,'-4'-11'27'0,"1"1"-18"16,2-6-4-16,3 1 2 0,4-1-2 0,1-1 3 0,3-2 4 0,1-1 3 15,2 0 4-15,1-3 0 0,2-1-5 0,1-1-2 0,1-2 10 16,0 0 15-16,1 0 14 0,2 0 9 0,0-1 8 0,3-1 1 0,-1 0-5 15,1-2 0-15,2-1-11 0,1-1-5 0,3 2-9 0,-2-1-2 0,2-1-7 16,-2 1 2-16,0-2-5 0,0 0 1 0,0 0 4 0,0 2-3 16,-1-2 4-16,0 1-4 0,1-2-4 0,1 3 4 0,0-1 0 0,1 3-1 15,-2 0-3-15,2 2-9 0,-1-1 0 0,1 1 3 0,-1 0-6 0,0 3 5 16,-2 1-1-16,1 3 1 0,-1 3-1 0,-3 0 0 0,0 2 0 16,-2 2-6-16,-1 0 3 0,0 1-2 0,-3 1-2 0,0 2-5 0,0 1-3 15,-1 1 3-15,-1 0-3 0,-1 0 1 0,0 2 2 0,-3 1-5 0,0 0 5 16,-2 2-1-16,-1 0-6 0,0 2 5 0,-3 0-4 0,-2 1-1 15,0 1 5-15,-2 1-1 0,1 0 0 0,-1 1-2 0,-2 0-9 0,1 1-8 16,-2 0-20-16,0 0-14 0,1 1-19 0,-2 0-14 0,0-1 2 16,0 1-12-16,-1 0-14 0,1-1-25 0,0 1-32 0,0 2-39 0,0 1-28 15,-1 2-25-15,0 2-36 0,-1 0-16 0,0 1 4 0,1 1-130 0</inkml:trace>
  <inkml:trace contextRef="#ctx0" brushRef="#br0" timeOffset="33301.87">28720 3269 237 0,'-2'-4'167'0,"0"-1"-126"0,0 0 2 0,0 1 12 0,0 2 9 0,-1 1 3 15,0 0-5-15,0 2-9 0,0-1-7 0,-2 2-9 0,1 0 4 0,-2 2 1 16,0 0 6-16,-1 2 10 0,0 0 3 0,-1 3 4 0,0 0 5 15,-1 2-9-15,1 1-3 0,-1 2-4 0,-1 0-8 0,0 4 0 0,0 1 6 16,-1 1-6-16,2 3 0 0,-2 2 0 0,0 0-10 0,1 3 2 0,-1 2-6 16,2 2-2-16,1 2-1 0,1 2-3 0,0 0-3 0,1 3-5 15,0 3-4-15,2 2-4 0,0 2-3 0,2 2 1 0,0 2-2 0,1 1-1 16,2 2-1-16,-1 2-5 0,1 1 4 0,0 2-5 0,0 0 5 16,0 0-1-16,-1 1-2 0,0 1-5 0,-1 1 5 0,-2 2 3 0,0-1 1 15,-2 1 8-15,-1 3-5 0,0-1 2 0,1 1 4 0,-2 2 0 16,1-1 4-16,-1 1-8 0,0 0 3 0,0 1 10 0,1 0 4 0,0 1 16 15,0-2-1-15,1 0-2 0,2-1-3 0,0-2-5 0,0 0-10 0,1-2 8 16,0 0-4-16,2-1 2 0,-1-2 9 0,2 2-9 0,0-2-2 0,2 0-7 16,1 0-3-16,0-1-7 0,3-1-10 0,-1-2 7 0,0-1-4 15,2-3 4-15,0-2 8 0,1-3-12 0,3-1 6 0,-2-3-2 0,2-2 1 16,1-2 4-16,0-4 2 0,-1-4 3 0,-1-4 4 0,0-1-1 16,0-4-4-16,-1-1-2 0,-1-2-1 0,-1-2-3 0,-2-1-3 0,1 0 0 15,-1-2-3-15,-1-1 1 0,0-1-13 0,-1 0 2 0,0-1 0 0,-1 1 1 16,-2-1 17-16,0 2 3 0,-2 0-5 0,0 1-6 0,-1-2-12 15,0 0-9-15,-1 1-9 0,0-1-9 0,0 1-1 0,1-1-5 0,-1-1-2 16,2 2-39-16,0 1-22 0,0 2 9 0,0 2 10 0,1 1 46 0,1-1 19 16,0-2-13-16,1-4-27 0,0 2-29 0,-1-2-15 0,0 0-12 15,-1 0-5-15,-1-2-7 0,0 0-20 0,-1-1-17 0,-1 0-24 0,0-2-2 16,-2-1 5-16,-1-1 3 0,0-2-106 0</inkml:trace>
  <inkml:trace contextRef="#ctx0" brushRef="#br0" timeOffset="33668.87">26654 4054 1 0,'2'38'46'0,"-3"-16"474"0,-2-2 547 15,-2-19-611-15,0-2-456 0,4 2-4 0,3 1-3 0,1 2 4 0,2 2 3 16,0 1 0-16,1 1 0 0,1 2-4 0,1 0-20 0,1-1-34 0,2 0-38 16,1-1-39-16,1-1-17 0,1-1 0 0,-2-1 11 0,1-1 6 15,1-1-7-15,0 0-11 0,0-1-23 0,1 1-4 0,0 0 10 0,-2-1-125 16</inkml:trace>
  <inkml:trace contextRef="#ctx0" brushRef="#br0" timeOffset="33867.87">27620 6021 1086 0,'5'9'451'0,"1"0"-446"0,2 2-3 0,0-4 1 16,-3-2-2-16,-1-1-9 0,-2-1-25 0,0 0-41 0,-1-2-59 15,0-1-52-15,0-1-41 0,-2-3-14 0,1 0 13 0,-2-2-121 0</inkml:trace>
  <inkml:trace contextRef="#ctx0" brushRef="#br0" timeOffset="34234.87">29108 5787 1104 0,'0'7'44'0,"-1"1"20"0,1 0 34 16,-1-2 29-16,0-2 5 0,-2 0-30 0,0-1-33 0,0 0-25 15,0-2-14-15,0 1-7 0,1-1-7 0,-1-1-4 0,0 0-2 0,1-1-4 16,-2 0 0-16,1 0-2 0,-1-1-1 0,0-1-1 0,1 1 1 15,0-1 2-15,1 0-3 0,-1 0-4 0,-1-1 2 0,1 0-5 0,-1-1 2 16,0 1 5-16,1 0-2 0,-1 0 1 0,2 2 0 0,-1-1-3 0,1 1-1 16,1 1-1-16,1 0 2 0,0 1-3 0,0 1 0 0,0 0-3 15,2-1-2-15,-1 1 3 0,1-1 5 0,0 0-2 0,0 1 2 0,1-1 1 16,1 1 0-16,0-2 5 0,-1 1-4 0,2 0 1 0,-1 0-2 0,-1 0-2 16,3 1 2-16,-1-1-2 0,1 0 2 0,0 1-2 0,-1-1-5 15,0 0-21-15,0 0-31 0,-1 0-26 0,0 1-32 0,0 0-7 0,-2 0-1 16,-1 1-1-16,0 0 8 0,0 0-4 0,0 1-6 0,-1 1-9 0,0 0-13 15,1 1 4-15,-1 0-53 0</inkml:trace>
  <inkml:trace contextRef="#ctx0" brushRef="#br0" timeOffset="43585.86">8728 8824 1158 0,'-14'-1'64'0,"2"1"-34"16,-1 1-16-16,3 1-13 0,5 0-3 0,0 1 0 0,2-2-1 0,2 0-1 16,0-1-2-16,1 1-4 0,0 0-3 0,0 0-1 0,1-1-5 15,-1 0 3-15,2 0 1 0,0-1-3 0,1-1 8 0,0 0 2 0,1-1 6 16,0 1 3-16,2-1 3 0,-1-1 9 0,1 0 5 0,1-1 8 0,-1 1 7 15,1-2 6-15,2 0 2 0,0 0 1 0,1-1-4 0,0 1-5 16,0-1 0-16,2 0 2 0,0 0-2 0,1-2 1 0,0 1-1 0,2-1-4 16,2-1 1-16,1 1-7 0,-1 1 0 0,1 0-4 0,0 0-2 15,-1 2 0-15,2 0-1 0,-1 0 2 0,0 2 1 0,-4 0 2 16,1 2 6-16,-2 0-2 0,-2 2 2 0,-1 1 2 0,-3 0-6 0,0 2-2 16,-1 1-2-16,-1 1-2 0,1 0-8 0,0 1-4 0,1 2-2 0,1 1-4 15,1 0-1-15,-1 1 1 0,2 2-3 0,2-1-5 0,-1 0 1 0,1 1-3 16,-1-1-3-16,2 1-1 0,0 0-1 0,-2 1 4 0,0 1 0 15,-1 1 6-15,-3-1-5 0,-1 2 2 0,-2-1 2 0,-2 2 8 0,-3 4 9 16,-2 0 5-16,-3 1 0 0,-2 3-6 0,-3 0-2 0,-3 1 2 0,-3 2-1 16,-2 3 0-16,-2 2-1 0,-4 3-3 0,-1 0 2 0,-7 2-3 15,-1-4 1-15,-5 0-1 0,-1 2 1 0,-2-2-3 0,-1 0 1 0,0-2-4 16,-2-1-1-16,1-3 9 0,0 1-2 0,1-5 5 0,1 1 3 0,0 0-3 16,3-3-1-16,3 0 6 0,-1-1-2 0,1-3-2 0,0 1 0 15,2 0-6-15,2-3 2 0,2 0-1 0,0-2 2 0,4 0-2 0,1-1-1 16,1-2-1-16,2 0-2 0,0-4 9 0,2-1-5 0,0-2 1 0,1-3 1 15,3-1-3-15,-1-2 9 0,1-2-3 0,1-1-1 0,3-3-2 16,0-1-2-16,1-2-1 0,1-2 1 0,2-2-4 0,1 0-4 0,1-3 0 16,1 2-4-16,0-3-5 0,0 1 1 0,1 2-3 0,1-2 4 15,0 0 5-15,0 1-4 0,1 1-3 0,0 1-2 0,2 0-5 0,0 0-15 16,0 1 0-16,0 0-2 0,0 0-4 0,1 1 15 0,1 1-8 0,-1 0-7 16,3-1-20-16,-1-1-24 0,2 1-6 0,1 2-10 0,0-1 3 15,1 0-5-15,0 0-11 0,1 1-20 0,1 0-25 0,0 2-23 0,3-3-13 16,2 0 6-16,2-1-108 0</inkml:trace>
  <inkml:trace contextRef="#ctx0" brushRef="#br0" timeOffset="44218.74">12141 8722 636 0,'-4'-11'365'0,"3"1"-295"16,1-2-23-16,7 5-24 0,1 2-14 0,4 1-3 0,3 0-8 0,3 0 3 16,3 1-4-16,1 1-4 0,4 0 3 0,1 1-6 0,3 1 0 15,2-1 2-15,1 1-1 0,0 1 5 0,3 1 6 0,-1 0-1 0,3 1 0 16,0 0 0-16,2 0 2 0,2 0 2 0,0 1 2 0,2-2 7 15,0 1 1-15,2-1 8 0,-1 0 8 0,0-2 7 0,0 1 11 0,3-1 10 16,-2 1 2-16,0-1 6 0,-1 0 9 0,2 0 1 0,-4 1 1 0,1 0-2 16,1 1-10-16,-1 1-7 0,1 0-11 0,0 0-9 0,1 2-6 15,0 1-9-15,-1 2-2 0,2 2-11 0,0 2-1 0,-2 2-4 0,-1 0-5 16,-1 4 1-16,-1 0-7 0,-4 1 5 0,-3 2-7 0,-2-1-1 0,-2 0-4 16,0 2 11-16,-4 2-1 0,-1 1 2 0,-4 2 3 0,-3 1-10 15,-2 2 4-15,-2 0-4 0,-1 2 3 0,-2 0-3 0,-1 2-2 0,-1-2 6 16,-1 0-4-16,-1-3 7 0,-2-1-2 0,0-2 4 0,-2-1 5 15,-1-1-2-15,0-1 0 0,-1 1 2 0,-2-1-2 0,-2-1 2 0,-1 0 0 16,-1-4-6-16,-4 0 4 0,-1 1 12 0,-4-4 1 0,-3-2 11 0,-3 0 3 16,-4-2-17-16,-5-1 1 0,-6-3-2 0,-5-2-2 0,-7-1 1 15,-5-1-1-15,-4-2-7 0,-7-1 5 0,-5-1-4 0,-6 0-4 0,-4-2 4 16,-4 0-6-16,-3-1 3 0,0 0 0 0,-2-1-6 0,4 2 0 0,1 0 3 16,3 0 1-16,7 0 2 0,6 0 2 0,9 0-23 0,10 1-28 15,8 1-39-15,8 2-56 0,8-1-26 0,6-2-47 0,5-1-56 0,5-3-58 16,4-2-50-16,5-3-135 0</inkml:trace>
  <inkml:trace contextRef="#ctx0" brushRef="#br0" timeOffset="56535.94">3812 8973 456 0,'-27'-8'10'0,"-2"0"6"15,-4-3 2-15,7 4 0 0,6 1-7 0,0 0-4 0,0 1-3 0,2-1-3 16,-2 1 5-16,2-1-3 0,2 1-1 0,-2-1 2 0,1 0-4 16,0 0 5-16,2-1 4 0,1-2-1 0,1-3 2 0,1-1-2 0,-1-3-2 15,2-2 1-15,-2-1-2 0,1-2 0 0,-1 0 1 0,1 0-1 16,-2-1 1-16,0 0 2 0,-1 0 0 0,0 0 0 0,0-1 1 0,0 1 3 15,-1-1 0-15,0-2 6 0,1 1 6 0,0 0 5 0,-1 0 6 0,1 2 4 16,-2-2 3-16,0 0 0 0,0 0 1 0,2-2-6 0,0 0-4 16,0-1-6-16,2 1 0 0,1-3-3 0,2-1-1 0,0 1 1 0,0-5-7 15,2 1-3-15,2 0-4 0,2-3 0 0,1 0 1 0,3-2-5 0,0-1 4 16,3-2-3-16,2-1-7 0,2 0 2 0,2-1-2 0,3-1-2 16,0 0 10-16,2 1-1 0,1 1 2 0,1-2-1 0,2 1-7 0,0 1-1 15,2 0-1-15,1 2 0 0,1-1-2 0,3-1 3 0,0 1 2 0,3 2-5 16,3-1 1-16,1 2 0 0,2 0-4 0,2-1 1 0,1 2 6 15,4-1-1-15,4 1 2 0,4-1 1 0,2-1-6 0,3 1 1 16,3 2 0-16,3-2-2 0,3 0 1 0,3-2-5 0,1 0 3 0,1 1-4 16,0-1-1-16,1 2 1 0,1 0 1 0,1 0 0 0,0 0 1 0,1 1 3 15,1 0 4-15,-1 0 3 0,1-1-1 0,0 2 0 0,-1-1-6 0,1 1-2 16,0 2 1-16,-1-2-2 0,2 1 7 0,1 0 0 0,1 1 4 16,2 3-2-16,2 1-5 0,0-1 0 0,1 3 0 0,0-1 2 0,3 2 1 15,-1 0 0-15,3 2 3 0,0 2-6 0,1 0 6 0,2 3-3 0,0 0-1 16,4 1 2-16,-2 3-2 0,2 1 1 0,1 1-2 0,2 2 1 15,0 1-1-15,1 2-2 0,2 0-2 0,-1 2 1 0,1 0-4 0,-2 2 5 16,1 0 2-16,0 1 2 0,-1 0 5 0,-1 0-4 0,0 1-1 0,0-2 5 16,-1 0-1-16,-1 0 2 0,1 0 3 0,0 0-6 0,0 0 4 15,0 0-2-15,-1 0 0 0,1 0 4 0,1-2-4 0,1 1 0 0,0 2-2 16,2-1 0-16,0 0 0 0,-1 0 0 0,3-1-5 0,0 1 2 16,0-1 2-16,1 1-1 0,-1 0 4 0,1 1-5 0,-3-1 0 0,0 1 1 15,1 0 0-15,-3 2-3 0,0-2 3 0,-2 2-2 0,-2 1-1 16,-1 0 2-16,-1 2-3 0,-1 1 0 0,-3 2 0 0,0 1 4 0,-2 1-3 15,-4 1 2-15,0 0 1 0,-1 1-2 0,-2 1 3 0,0-1-2 0,-2 1 2 16,-1 0 1-16,-3 2-2 0,0 0 2 0,-2 1 1 0,-1 1-3 16,-2-1 4-16,0 2-6 0,-2 1-3 0,-1 1 3 0,0 0-3 0,-5 1 1 15,0 0-3-15,-3 1 4 0,-1 0-4 0,-2 0-1 0,-2-1-3 0,-2-1-1 16,-1 1 0-16,-2-1 2 0,-1 1 11 0,-3-1 0 0,0 1 3 16,-5-1-1-16,-1 0-5 0,-2 0 1 0,-1 0-1 0,-1 0 2 0,-3 0-1 15,0-2 1-15,-2 0 0 0,-1 0-2 0,-1 0 0 0,-2-2-2 0,0 1 3 16,0 0 3-16,-4-2 0 0,1 0 1 0,-1-2-3 0,-3 2-3 15,2-2 0-15,0 0 0 0,0 0-4 0,3-3-4 0,-1 1-4 0,-1-2-5 16,1-1-4-16,0 1-7 0,-2-2-14 0,0 1-20 0,1-1-14 0,-1-1-7 16,-1 0 1-16,2-2 4 0,-2 0 6 0,-1 0 3 0,-1-1 5 15,0-1 7-15,-1 0 1 0,0-1 2 0,-2 1 2 0,1-2 0 0,-1 0-48 16</inkml:trace>
  <inkml:trace contextRef="#ctx0" brushRef="#br0" timeOffset="56768.95">13914 5880 280 0,'-2'-3'42'0,"0"0"-12"0,0 0-12 15,2 1-12-15,0 2-9 0,0 2-5 0,2 0-4 0,0 1-3 0,0 1 1 16,1 1 0-16,0 0 1 0,-1 0 1 0,0 2 1 0,-1 0 1 16,-2 0 2-16,0 1 0 0,-1 1 1 0,-1 0 2 0,0 1 2 0,-1 0 2 15,-1 3 1-15,-1 0 1 0,0 0 1 0,1-1-1 0,0-1 0 0,0 0 1 16,1 0-2-16,3-1 2 0,-1 0 1 0,1-1 0 0,2-1 1 15,1 0 2-15,3-1 1 0,3-2 0 0,2-1 1 0,3-1-3 0,5-1-1 16,2-1-3-16,6-3-9 0,1 0-9 0,5-3-18 0,4 0-13 0,5-1-10 16,2-1-20-16</inkml:trace>
  <inkml:trace contextRef="#ctx0" brushRef="#br0" timeOffset="72304.55">6860 10082 319 0,'-19'-18'266'0,"0"-1"-203"16,-4-4 3-16,3 3-9 0,4 3-16 0,1 0-16 0,2-1-14 16,-1 0-5-16,0 1-2 0,2-1-7 0,2-1-2 0,0 1-8 0,1-1-4 15,0 1-3-15,-2-2-3 0,1 2-1 0,-1-2 2 0,-2 2 4 16,-1 2 4-16,-2 1 5 0,-3 0 1 0,-3 1 4 0,-3 3 3 0,-2-1 5 15,-2 2 5-15,0 0 5 0,-4 1 9 0,-1-1 10 0,-2 2 7 0,0 0 6 16,0 0 4-16,0 0-2 0,-1 0 6 0,-1 1-2 0,1 1 1 16,-2 0 0-16,3 0-7 0,-1 2 1 0,-2-1-1 0,0-1-4 0,-1 2 1 15,-1 0-6-15,1 0-2 0,0 0-11 0,0 1-5 0,1-1-2 0,2 2-6 16,1 0 5-16,1 0-5 0,2 2-2 0,2 1-3 0,-1 2 4 16,2 3 0-16,0 2-1 0,0 1-6 0,1 3-6 0,-1 1-4 0,-2 4 1 15,0 3 0-15,-2 1-4 0,2 5 0 0,-1 2 2 0,1 3-1 0,-2 3-1 16,0 4 2-16,-1 1-1 0,0 2-2 0,3 1 2 0,-1 2-1 15,3 0-1-15,-1 1-2 0,2 1 3 0,1-1 7 0,4 0-1 0,1 2 5 16,3-4 2-16,4 0-10 0,1 1 2 0,2-1-2 0,2 0 0 16,2-2 3-16,3-2-2 0,1-1 4 0,3 0-1 0,2-2 0 0,0-1 4 15,2-1-5-15,2-3 0 0,3-1 11 0,0-2 0 0,3 2 12 0,3-2 0 16,0 0-8-16,2-2 3 0,3 1-4 0,2-2-1 0,2-1 5 16,3 2-2-16,2-1 2 0,4 1 0 0,1 0 1 0,5-3 0 0,1 0-1 15,3-1-2-15,4 1-1 0,1-2-1 0,5-1 1 0,2 0 7 16,2-2-5-16,3-1 5 0,0-2 2 0,1-1-2 0,3-2 0 0,2-2-3 15,1-2-7-15,0-3-2 0,2-1 1 0,1-1-8 0,-1-3 1 0,3-1-8 16,-2-2-2-16,0-1 8 0,-1-2-5 0,-1-4 5 0,-2-2 3 16,-2-3-2-16,-1-3 9 0,-2-1 1 0,-2-5 0 0,-3 0 8 0,-3-4-2 15,-2-1-1-15,-3-2 6 0,1-2 0 0,-4-4 2 0,-1 0 2 0,-1-1-7 16,0 1-1-16,-2 0-3 0,0-1-4 0,-2-1-6 0,-1 0 3 16,0 0 3-16,-2 0 0 0,-1-2 5 0,-4 1-6 0,-1 0-8 0,-2-2 6 15,-1 1-2-15,-1-2-1 0,-3-1 1 0,-2 0-3 0,-2 1-1 0,-5 1 2 16,-1 0 2-16,-4 1-13 0,-3 1 4 0,-5-1-4 0,-4 1-2 15,-4 1 7-15,-4-2-9 0,-3 4 1 0,-6 0-7 0,-4 0-2 0,-5 2-1 16,-4-1-8-16,-6 2 1 0,-6 1-2 0,-5 3-2 0,-6 5 6 0,-7 5-1 16,-3 2-5-16,-7 6 3 0,-4 4-6 0,-6 8-1 0,-8 5 3 15,-3 8 0-15,-6 7 2 0,-5 5-4 0,-2 11 0 0,0 4-10 0,0 6-12 16,2 5-25-16,2 3-52 0,4 5-51 0,4 2-23 0,7 0-9 16,2 3 16-16,5 2-50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1:36:20.0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7684 7283 715 0,'10'-8'70'0,"2"-1"-68"0,4-3-5 0,2 1-3 0,1 2-1 16,0-1 3-16,2-1 2 0,0-1 4 0,-3 0 0 0,1 0-1 0,-1 2-1 16,0-1-2-16,-1 0 1 0,0 1-3 0,0 0 2 0,-2 0 2 15,1 2 0-15,0 0 2 0,0 1 6 0,-2 0 1 0,1 1 6 0,0 1 8 16,1 0 2-16,0 2 8 0,1 0 1 0,-1 0 0 0,2 1-4 16,0 0-4-16,2 0-5 0,0 1-5 0,1 0-3 0,2 0-6 0,0 0-2 15,0 0-2-15,2 1-2 0,-1-1 4 0,2 1-2 0,2-1-2 16,1 0 1-16,1-1-3 0,-1 0 1 0,1 1 4 0,0-1-4 0,2 1 5 15,0-1 4-15,1 1 8 0,1 0 9 0,0 0 12 0,2 0 10 0,-1 0 5 16,1 0 2-16,1 1-3 0,-1 0-3 0,1-1-4 0,0 2 0 0,0-1-3 16,3 2-7-16,1 0-6 0,1 0-8 0,-1 1-3 0,0-1-4 15,1 1-1-15,2 0-4 0,-1 0 1 0,2-1 0 0,1 2 1 0,1 0-1 16,0 0-6-16,-1 1-2 0,3-1-2 0,-1 1 2 0,1-1 1 0,0 0-2 16,1 1 3-16,-1-1-1 0,1 1-2 0,-1 0-1 0,1-1 0 15,-1 0 0-15,0 1 4 0,2-1 0 0,-3 0 1 0,3 0-4 0,-2 1-1 16,1-2-1-16,0 1 1 0,-1-1-1 0,-1 0 1 0,2 0 1 15,0-1 3-15,1-1 4 0,1 0-1 0,-2-2 1 0,2 0 1 0,-1 0 3 16,2-1 5-16,0 0 5 0,2-1-2 0,0-1 0 0,-2 0-4 16,2-1-4-16,1-1-1 0,1-1-6 0,0 0 0 0,1-1 0 0,-1-1-2 15,2 0 1-15,0-1 3 0,-1 0-4 0,1 0 1 0,-2 1-4 0,0-1 3 16,0 0 2-16,1-1-3 0,-1 1-8 0,-2-1-5 0,1 1-4 0,-1-1 4 16,0 2 16-16,0-1-1 0,0 1 2 0,-3 0-2 0,0 0-1 15,-1-1 0-15,0 0 2 0,0-1 2 0,1 0-6 0,-2-1 4 0,0 1-3 16,2-2 3-16,-2-1-4 0,0 0 0 0,0 0 2 0,0-2-1 15,0-1 0-15,1-1 1 0,-2 2-1 0,-2-3-2 0,-1-1 2 0,1 2 3 16,-2-3-1-16,-2-1 1 0,0 1 1 0,-1-1-2 0,-3 0-4 0,0 2 3 16,-1-1-2-16,-3 1 2 0,-1 0 6 0,-2 0-6 0,-1-1 2 15,-3 1 0-15,0-1 0 0,-4 2-6 0,0 1 2 0,-3-2 4 0,-2 3 0 16,0-1 8-16,-3 1 0 0,-1 0 1 0,-4-3-6 0,-1 2-3 0,-1-2-3 16,-1 0-8-16,-2 0 0 0,-2-3-4 0,-2 0-3 0,-1 1 3 15,-3-2 3-15,-1 0 3 0,-2-2 5 0,-3-1 4 0,-3 0-3 0,-2-1 3 16,-2 0-4-16,-5 1 1 0,-2 0-2 0,-3 0-3 0,-4 2 1 15,-4-2-3-15,-5 0-7 0,-4 0-1 0,-2 1 8 0,-6 1 2 0,-6-1 4 16,-2 1 8-16,-6 1-9 0,-3 0 0 0,-3 3-2 0,-4 0-3 0,-5 1 5 16,1 2-2-16,-4 1 2 0,0 0 2 0,0 1-5 0,-4 2 0 15,0-1 2-15,-1 1 2 0,-2 1-1 0,-1 2 3 0,-4 0 1 0,1 2-5 16,-4 1 3-16,2 2-6 0,-1 0 0 0,-2 1 4 0,1-1-3 0,-2 1 3 16,-1 0 0-16,-3 2 0 0,-3 1-1 0,0 1 2 0,-3 2-1 15,-3 1 0-15,-2 1 0 0,-3 0 0 0,-1 2-3 0,-2 1-1 0,-1 2 3 16,-3 1-2-16,1 0 3 0,1 0-3 0,-2-1 2 0,3 0-2 15,0 0 1-15,0 0 2 0,3 0 0 0,1-1 2 0,2 0-4 0,2 0-2 16,0 1-3-16,1-2-1 0,1 2-2 0,0-1-1 0,2 0 5 0,0 0-1 16,1 0-1-16,1 0-3 0,0 1 5 0,1 0-2 0,2-1 7 15,-1 1 5-15,0 1-10 0,2-1 8 0,2 1-5 0,-2 0 3 0,2 0 7 16,0 0-3-16,0 2-1 0,1 1 0 0,0 1-6 0,2 1 1 16,-2 0 2-16,-1 2-8 0,1 0 3 0,0 1 3 0,2 1 1 0,2 1 10 15,0 2-4-15,5-3-3 0,0 1 3 0,2 1-3 0,5-3 4 0,2 0-2 16,3 0-3-16,4 0 1 0,0-1-2 0,4 2 0 0,6 0 1 15,-1 0 5-15,4 2-5 0,5 1 9 0,-1-2-2 0,7 1 2 0,3-1-2 16,2-2-8-16,4 0 0 0,3 0-2 0,5 0 0 0,2 0 4 0,2 2 2 16,2 2-3-16,3 1 5 0,2 2-3 0,3 3-3 0,4 0 1 15,2 2-8-15,2 0 3 0,2 2-2 0,3 0-2 0,1 3 11 0,4-2-2 16,1 2 0-16,2-1-1 0,2 0-8 0,2 1-2 0,2-1-5 16,2 1-2-16,1-3 2 0,2-1 0 0,2-2 5 0,3 0 2 0,2-3 0 15,3 1 3-15,1-1 2 0,3-1 0 0,1-1 4 0,2-3 1 0,0-1 5 16,3-1 10-16,1-2-4 0,5-2 5 0,0 0 0 0,3-2-7 15,4-1 1-15,1 0-6 0,4-4-6 0,1 2 1 0,1 0-1 0,3 0 2 16,1-1-2-16,1 0-3 0,1-1 0 0,1 0-1 0,2-1-7 0,2 0-7 16,2-1-13-16,0 0-27 0,0 0-32 0,2-1-50 0,0 0-68 15,0 2-77-15,1 0-100 0,-2 0-205 0</inkml:trace>
  <inkml:trace contextRef="#ctx0" brushRef="#br0" timeOffset="10383.95">8465 7642 1058 0,'11'-10'58'0,"7"1"-48"16,5-1 5-16,5 1-4 0,1 2 2 0,3 0-1 0,1-1-3 15,3 2 0-15,-1-1-5 0,2 1-5 0,-1 0-5 0,2 2-7 0,2 1-5 16,-3 0-1-16,2 2 6 0,-1-1 4 0,2 1 6 0,0 1 3 15,1 0-1-15,-1 1 1 0,0-1 1 0,2 1 2 0,0 0 1 0,2 0 7 16,2 0-2-16,0-1-3 0,1 1 6 0,1 0-4 0,4 0 1 0,1 1 2 16,1-1-3-16,0 0 4 0,3-1 0 0,0-2 2 0,2 1 3 15,4-2 2-15,1 0 4 0,4-1 4 0,0 1 1 0,5-1-1 0,-1-2 1 16,1 1-3-16,3 0-4 0,-1-1-2 0,3 1 0 0,4-1-3 0,1 1-3 16,1 0-3-16,2 1-2 0,0 0-2 0,1 0-1 0,0 2 0 15,0-1-4-15,0 1-1 0,-1 1 2 0,0 2 1 0,-3 1 5 0,-2 2 3 16,-2-1 9-16,0 2 3 0,-1 2 2 0,-1 1 2 0,-1 2-3 15,-2 0 3-15,-2 2-6 0,-1-1-1 0,0 2-4 0,-1 1-12 0,0 0 0 16,-1 2-3-16,-2 1 6 0,-3 3 5 0,0 0 1 0,-3 1-4 0,-3 2-7 16,-1 1-4-16,-5 2 0 0,-2-2 2 0,-3 1-2 15,-3-2 1-15,-2 0 4 0,-5 2 2 0,0-3-5 0,-6 0 4 0,0-2-3 0,-6-1 2 16,-2-2 1-16,-5-1 4 0,-3-1-4 0,-4-1 1 0,-2-2 5 0,-6 0 2 16,-3 0 13-16,-4-1 3 0,-4 1 6 0,-5-1 0 0,-4-1 0 15,-6 1-6-15,-6-2-3 0,-5 0-4 0,-6 0-9 0,-7-1-1 0,-4-1-5 16,-5 0-6-16,-7 1 1 0,-4-1-1 0,-6 0 3 0,-3 0 3 15,-5-1 1-15,-4-1 5 0,-1 1-8 0,-3 0 4 0,0-3-5 0,-4 2 1 16,2 0 5-16,-3 1 0 0,0 0-4 0,0-1-2 0,-1 1-4 0,3-1 1 16,-3 0-3-16,2 1 13 0,1-2 5 0,2 1-6 0,1-1 6 15,3 1-17-15,4 1-8 0,1 0-11 0,3-1-18 0,4 1-38 0,1-2-73 16,1 0-117-16,2-1-188 0,1-1-424 0</inkml:trace>
  <inkml:trace contextRef="#ctx0" brushRef="#br0" timeOffset="40453.82">12755 8206 60 0,'4'-3'6'16,"1"0"-5"-16,5 0-3 0,0 1 1 0,3 2 0 0,0 0-1 0,1 0 2 15,1 0 0-15,1 1 1 0,1 0 0 0,-2-1 0 0,-3 1 0 0,0 0-1 16,-1 0 0-16,-1 0 1 0,0 0 0 0,-1 0 1 0,-1 1-1 16,0 1 2-16,0 0 2 0,-1-1 2 0,0 2 2 0,0 1-3 0,1 0 0 15,-1 0-2-15,1 0 1 0,0 1 2 0,0 0 1 0,1 0-2 0,0 1-1 16,0 1-2-16,1-2-1 0,2 2 0 0,2 1-1 0,2 0 1 16,2 1 0-16,1 1-2 0,3-1 1 0,3 0 0 0,0 1-2 0,3-1 2 15,1-1 0-15,2 0 1 0,1-1 1 0,2-1-1 0,1 0 1 0,2 0 1 16,2-2 1-16,0 1 3 0,0-2 1 0,-2 0 4 0,1-1 4 15,0-2 5-15,0 1 4 0,0-2 9 0,0 0 7 0,-1-1 7 0,1 0 6 16,-2-1 3-16,0-1 2 0,0 0-2 0,-1 0-2 0,1 0-2 16,0 0-4-16,2 0-2 0,0 0-3 0,-1 0-5 0,2 0-6 0,0 0-7 15,2 0-3-15,3 1-5 0,0 0-5 0,0 2 0 0,2-1-1 0,1 1-6 16,3 0 2-16,0 0-2 0,3 0-3 0,1 1 0 0,0-1-1 16,1 0-1-16,0 1 0 0,-2 0 2 0,1-1-3 0,0-1 4 0,0 0-1 15,1-2-2-15,-1-2 13 0,0 0-1 0,0-3 9 0,2 0 5 0,-1-3 3 16,0 0 6-16,-1 0 1 0,-2-2 5 0,2-1-1 0,-3 1-1 15,0-1-3-15,0 3-3 0,-3-2-10 0,0 2-1 0,-1-1-4 0,0-1-1 16,-2 2 11-16,-1 0-3 0,-3 0-1 0,-1 1-7 0,-1 0-6 0,-1 0-4 16,-1 1 0-16,-2 1-3 0,0-1-1 0,-3 0 1 0,1 0-2 15,-3 1 0-15,-2-1 1 0,-2 2-1 0,-2-1 2 0,-4-2 2 0,0 1 0 16,-2-2 3-16,0 0-1 0,-3 1 1 0,-1 0 2 0,-2-1-1 16,-2 1 4-16,-3-1-4 0,-2 0 6 0,-2 1-4 0,-1-1-2 0,-2-2 3 15,-2 1-10-15,-1-1 4 0,-3 0-7 0,-3-1 3 0,-2-1-3 16,-3-1 1-16,-3 1 0 0,-2 1-3 0,-4-1 1 0,0 1 1 0,-4-1-2 15,-4 2 1-15,-1-1-1 0,-2 0-1 0,-4 0 2 0,0 2-1 0,-4-2-1 16,-1 2 1-16,-2-1-2 0,-3 2 1 0,-1 1-2 0,-5 0 2 16,-1 0-5-16,-3 0-5 0,-3-1-2 0,-1 1 2 0,-5 0-2 0,-2-1 8 15,-6 1 8-15,-1-2-6 0,-3 1 3 0,-3-2-2 0,-4 0-8 0,-3-2 3 16,-3 0-5-16,-3 0-4 0,-2 2-3 0,-4-1-6 0,-2-1-2 16,-3 2-2-16,-4 1 5 0,0 0 2 0,-2 1 2 0,-3 2 4 0,-4 0 0 15,-3 3 4-15,-1 2 0 0,3 3 2 0,5 3 4 0,6 3-3 0,6 3 2 16,4 4-15-16,7 3-23 0,5 5-34 0,8 5-50 0,5 4-49 15,4 5-43-15,7 5-2 0,5 5 25 0,5 7 37 0,6 5 56 0,2 7-99 16</inkml:trace>
  <inkml:trace contextRef="#ctx0" brushRef="#br0" timeOffset="53885.99">8923 8603 198 0,'-2'-23'42'0,"2"0"-33"0,0-5 3 0,2 6 3 15,0 4 4-15,1 2-3 0,0 0-7 0,0 2-7 0,-1-1 0 0,2 2-1 16,-1 0-1-16,1 2 0 0,0-1-1 0,0 0 1 0,0 0-1 16,0 0 2-16,1 1 0 0,0 0-1 0,1-1 1 0,1 1-1 0,0-1 0 15,1 0-2-15,3 1 2 0,2-1 3 0,3 0 2 0,0 1 8 0,2 0 1 16,1 2 0-16,0 0 1 0,0-1-6 0,3 1-1 0,1 1-2 15,1 0-1-15,3 0-1 0,1 2 1 0,1-1 0 0,1 1 4 0,1 1 3 16,1-1 2-16,1 2 5 0,0-1 1 0,2 1 2 0,-2 1 0 0,2 1 0 16,0 1 0-16,-3 1 0 0,3 1-1 0,-2 1-2 0,0 1-1 15,-2 1 0-15,0 2-2 0,-1 0-2 0,2 2-2 0,-2 1-3 0,2 0-3 16,-2 3-1-16,1 0-2 0,-2 2 1 0,0-1-4 0,-1 0 0 0,0 3-1 16,-1 0 3-16,-1 3 5 0,-1-1-2 0,-2 3 1 0,-2 0-6 15,-2 1 0-15,0 1 1 0,-2 0 0 0,-2 2 3 0,-2-1-2 0,1 2 0 16,-3 3 2-16,-2 0-1 0,-3 3 2 0,-2-2-3 0,-2-1 1 15,-1 0 0-15,-2 1-2 0,-3-1 0 0,-1 2-2 0,-4 0 0 0,-2-1-4 16,-2-2 3-16,-2 2 5 0,-4-1 4 0,-1 0 6 0,0-1 0 0,-4 0-3 16,-2-1-1-16,-1-2 1 0,-2-1 0 0,-1-1 3 0,-1-1 1 15,2 0-2-15,-2-2 2 0,1 0-1 0,-1-1 2 0,0-2 2 0,-1-1 1 16,2-1 1-16,-1-2-4 0,2 0 1 0,-1-2-2 0,1 0-2 0,-2 0 6 16,1-2 0-16,-1-1 3 0,2-1 4 0,1-3 1 0,0 0 2 15,0-2 0-15,1-2 0 0,-2-1-1 0,2-2-6 0,2-1-1 0,-2-1-4 16,1-2-2-16,0-1 4 0,0 0-7 0,0-2 2 0,-1-1 1 15,2 0 2-15,0-1 4 0,1-1 4 0,1-1 2 0,0 0-3 0,1 0 1 16,0-2-1-16,1-1-1 0,-1-1 2 0,1 3 1 0,2-1-6 0,1 1-2 16,0 0-5-16,1 1-3 0,2 0-6 0,-1 1 1 0,1-1 0 15,0 3-1-15,2-2-1 0,-1 1 1 0,2 2-3 0,2-1 3 0,-1 3-2 16,3 0-5-16,-2 0 5 0,1 0-2 0,1 1 1 0,0 0-1 0,1 0-4 16,0 1-7-16,1 0 2 0,1-1-1 0,0 2 2 0,-1-1 6 15,2 0 1-15,0 0 4 0,0 1-2 0,0 0-2 0,1 1 5 0,-1-1-1 16,0 1 4-16,1-1 0 0,0 0-2 0,0-1 0 0,0 2 1 15,0 0 4-15,0 0-5 0,0 0 3 0,1 1 0 0,0 0-7 0,0 0 5 16,0 1-4-16,0 1-1 0,0 0-1 0,0-1-4 0,1 1-3 0,-1 0-1 16,0 1 0-16,0 1-4 0,0 0 4 0,0 0-4 0,0 0 5 15,0 1 4-15,1 0-3 0,-1 0 5 0,0 0 1 0,0 0-3 0,0 0 1 16,1 1 5-16,0 0-5 0,0 0-1 0,0 0 2 0,0 0-3 0,0-1 3 16,1 1 4-16,0 0-4 0,-1 1 2 0,1-1 4 0,0-1-10 15,1 1 7-15,-1-2-7 0,0 1 1 0,0 0 5 0,0-2-4 0,0 1 8 16,0 0-4-16,1 1 0 0,-1-1 2 0,1 0-3 0,-1 1 1 15,0-1 5-15,0 0-5 0,-1-1 3 0,1 1-3 0,0 1-2 0,-1-2 4 16,0 2 0-16,0-1 1 0,0 0-5 0,0 1 2 0,-1-1 0 0,1 0 2 16,0 0-1-16,1 0-1 0,-1 0-1 0,1-1 1 0,0 1 0 15,0-1-2-15,0-1 2 0,0 2 0 0,0-1 0 0,0 0 2 16,0 0 0-16,0 0-2 0,0 0 4 0,0 0-1 0,0 0 0 0,1-1 1 0,-1 1-3 16,1 0 3-16,0-1-3 0,-1 1-1 0,1-2 4 0,0 2-4 15,-1-1 0-15,1 1 3 0,-1-1 1 0,0 0-1 0,1-1 0 0,-1 0-1 16,0 0 1-16,0 0-3 0,0-1 1 0,0 1 2 0,0-1-2 15,-1 0 7-15,1 1-1 0,-2-1-1 0,0 0-3 0,0-1-4 0,0-1-1 16,1 1-1-16,-1 0 0 0,0-2 0 0,0 1-6 0,1 0-5 0,0 0-12 16,0 0-10-16,-1 1-16 0,-1-1-20 0,1 2-20 0,-1 0-30 15,1 0-29-15,-1 2-29 0,-1 0-30 0,-1 1-4 0,-1 2 31 0,-1 2 54 16,-2 3-51-16</inkml:trace>
  <inkml:trace contextRef="#ctx0" brushRef="#br0" timeOffset="54802.51">11413 9000 632 0,'-8'-18'231'0,"2"0"-203"0,-1-1-28 16,3 2-5-16,2 3-1 0,2 2-9 0,0 0-3 0,1 1 1 0,-1-1 2 15,1 1 9-15,-1 1 9 0,1 0 1 0,-1 0-1 16,1 0 0-16,1-2-3 0,0 0 1 0,0 0 1 0,1-1 4 0,-1 1 0 0,2-2 3 0,0 1 2 15,1-2 5-15,1 2 4 0,0-2 5 0,2 0-2 0,-1-1 4 16,2 1-5-16,1-1-1 0,2-1-3 0,1-1-5 0,1 1 1 0,2-1-3 16,2 0 2-16,1-1-2 0,0-1-4 0,3 1-2 0,1 0-3 15,0 3 1-15,2-1 3 0,-1 0-2 0,5 0 0 0,-1 0-4 0,3-1 0 16,0 0-1-16,1 2 0 0,1 0 2 0,3 0 0 0,0 1-7 0,1 1-1 16,1 0 2-16,0 1-2 0,1 2 14 0,-1 2 2 0,1 1-2 15,1 1 0-15,0 1-3 0,0 1-2 0,2 2 0 0,-2 1-3 0,1 2 0 16,1 2 3-16,-1 0 0 0,1 2 0 0,1 2-1 0,-1-1-7 0,0 2-4 15,-1 0 1-15,0 2 1 0,0 3 3 0,1 0 10 0,-3 0 2 16,-1 1-2-16,-1 0 1 0,-2 1-7 0,0 1-2 0,-2 2 0 0,-1 0 3 16,-2 2-3-16,-1 0 6 0,-2-1-3 0,0 2 2 0,-3 1 1 15,0 2-5-15,-2 2 5 0,-1 0-4 0,-1 1-1 0,-2 0 1 0,-4-1-2 16,0 0 1-16,-2-1 0 0,-1 2 1 0,-1-1 0 0,-3 0 1 0,-1-1-3 16,-2-1 3-16,-2-1 5 0,-3 0-6 0,-3-3 4 0,-2 0 0 15,-1-1 8-15,-4-1 13 0,-2 0 3 0,-2-1 12 0,-1-1-1 0,-2-2 2 16,-2 0 1-16,-2-1-9 0,0 0-3 0,-1-1 2 0,-1-2-6 15,-1-1-1-15,-1 0-3 0,2-1-1 0,-1-2-1 0,2 0 1 0,1-2-4 16,-1 1-2-16,3-1-8 0,-1 0 5 0,0-1-6 0,2 0-1 0,0 1 3 16,-1-1-7-16,0 1 4 0,0-1 1 0,-2 0 0 0,0-1 2 0,0 0 3 15,-1 1-4-15,1 1 3 0,0-1 1 0,0 1-3 0,-2 1 2 16,-1-1-3-16,-2 2-1 0,-1-1-2 0,1 1 0 0,1 0-2 0,0 0 0 16,3-1 0-16,1 1-1 0,2-1-1 0,0 1 2 0,2-2-1 15,1 1 0-15,2 0 3 0,1-1-3 0,1 0 4 0,1-1-2 0,1-1-2 16,4-1 6-16,-1-1 4 0,1-1 2 0,1 0 4 0,0-1-2 0,1-1 5 15,-1 0-2-15,2 1-4 0,-1-2 5 0,1 0-8 0,-1 0-3 16,2 0 7-16,-2-1-9 0,1 1 2 0,0-1 0 0,0 0-2 0,1 1 2 16,0-2-4-16,-1 1 1 0,0 1-4 0,0-1 0 0,1 0 0 0,-1 0-3 15,1 0-1-15,0 2 3 0,0-1-5 0,-1 1 1 0,2 0-5 16,0 0-7-16,-1 0-10 0,1 2-7 0,-1-2-11 0,1 3-9 0,-1-1-13 16,1 0-14-16,0 1-23 0,1 0-22 0,-2 1-20 0,1 0-24 15,-1 0-20-15,1 1-15 0,-1 1 11 0,2 1 40 0,-1 0 50 0,0 2-56 16</inkml:trace>
  <inkml:trace contextRef="#ctx0" brushRef="#br0" timeOffset="55619.51">15500 8603 1267 0,'-8'-18'130'0,"1"-1"-101"0,-1-6-38 0,2 5-16 16,3 5-6-16,0 1-8 0,1 3-10 0,-1 1 3 0,1 1 7 15,-2 0 14-15,0-1 16 0,0-2 7 0,-1 0-3 0,0 0-4 0,-1 0-1 16,0 0-1-16,0-1 2 0,-1-1 7 0,1-1 4 0,0 2 2 0,-1-2 2 16,1 0 2-16,-1 1 3 0,1-1-5 0,0 0 3 0,1-1-3 15,-1 1 6-15,2 2 5 0,0-1-2 0,1-1 1 0,1-1-6 0,1 1-1 16,1-1-5-16,0 0-2 0,3 0-3 0,-1 1-1 0,2-1 1 15,3-1 0-15,0 1-1 0,3 0 1 0,2-1 1 0,0 1 0 0,4 0 3 16,2 1-3-16,2-1-2 0,1 1-3 0,3 1-1 0,2 0-1 0,2 0 1 16,2 1-1-16,2 2-1 0,2 1-3 0,3 3 2 0,1 0 1 15,3 0-1-15,1 3 2 0,2 0-4 0,1 0-1 0,2 1 3 0,1 1 0 16,0 1 2-16,0 1 0 0,1 1 0 0,1 1 3 0,-1 0-2 0,2 2 3 16,-1 0 5-16,0 1-7 0,0 0 5 0,0 2 0 0,-2 1-2 15,0 3 2-15,-1 2 0 0,0 2 1 0,-2 1 1 0,0 0 3 0,-2 2 0 16,2 0-3-16,-4 1 1 0,0 2-2 0,-1 2-3 0,-3 0 2 15,0 3-3-15,-2 0-1 0,-2 2 5 0,-2 0 1 0,-3 0-4 0,-1 1 3 16,-2-1 5-16,-1 0 0 0,-2 0 8 0,-5 1 3 0,-2-2-8 0,-3 2 0 16,-3-2 1-16,-4 1-2 0,-4 1 6 0,-4 2 5 0,-6 0 10 15,-6 1 1-15,-5 0 2 0,-8-1 0 0,-5 0-8 0,-6 2 7 0,-3-1-3 16,-6 2-4-16,-4-1 4 0,-6 0-16 0,-3-1 8 0,-2 0-1 16,0-3 1-16,-2 3 9 0,1-3-8 0,1 0 2 0,1-3-5 0,3 0-5 15,5-3-2-15,1 0 2 0,7 0-7 0,4-2-4 0,3 0-1 0,4-3-4 16,1 0-3-16,3-1 6 0,3-2-4 0,1 1-2 0,3-4 1 15,2 0-4-15,0-2-2 0,1-2-4 0,3-1-5 0,1-1-6 0,2-2-5 16,4-2-8-16,0 0-9 0,3-2-19 0,0 0-24 0,1-1-25 0,2 1-23 16,1-1-24-16,1 0-20 0,2 0-3 0,1 0 21 0,2-2 50 15,2 0-81-15</inkml:trace>
  <inkml:trace contextRef="#ctx0" brushRef="#br0" timeOffset="56236.38">19804 9055 1604 0,'9'-12'44'0,"3"0"-112"0,3-1-41 16,1 5-22-16,1 4-15 0,2 0-19 0,1 2 1 0,2 1 29 15,1 0 45-15,-2 2 45 0,1 0 29 0,-2 0 13 0,0 2-2 0,0 0-2 16,0 1 0-16,1 2 3 0,0-1 7 0,2 2 5 0,0 0 6 0,2 1 3 16,0 1-4-16,1 2-1 0,1-2-6 0,0 3-3 0,1 1-1 0,-1-1-2 15,3 3 0-15,-2-1 1 0,3 2-1 0,-2-1 1 0,1-1 0 16,-1-2 0-16,1 0 1 0,-1 0 2 0,2-1 4 0,-1-1 7 0,2-1 10 16,-1-3 18-16,1-1 21 0,-1 0 21 0,1-1 17 0,0-2 6 15,1-1 0-15,-2-1-11 0,1-2-7 0,-2-1-7 0,2 0-5 0,-2-1-4 16,1-1 0-16,-2-1-6 0,-2 0-3 0,-2-1-4 0,1-3-4 15,-1 0-6-15,-2-1-6 0,0-1-4 0,-3 1-4 0,-1-1-1 0,0-2-2 16,-2-1-5-16,-2 0 1 0,-1-3 1 0,-1 1-7 0,-2-2-3 0,-2 1-4 16,-2-3-14-16,-1-2-5 0,-1 1-8 0,-2-3-8 0,-3-1-3 15,-2-2-17-15,-3 0 3 0,-3-2-6 0,-2-1-1 0,-4-3 10 0,-3 0 1 16,-3-3 4-16,-2 1-3 0,-4 0 5 0,-3-1-3 0,-5-1-2 0,-2-2 10 16,-5 0 8-16,-3-1 7 0,-3 2 9 0,-2 1 0 0,-1 0 1 15,-4 0-10-15,-1 2 2 0,-2 0 9 0,-2 3 0 0,-2 0 8 0,-2 3 4 16,-1 1-10-16,-2 3-1 0,2 2 3 0,-2 3-5 0,-2 4 7 0,1 2-4 15,-1 4 5-15,0 5-2 0,-1 2-4 0,3 5 0 0,0 3-10 16,0 4-3-16,3 3-3 0,0 4-8 0,3 2-10 0,1 6-22 0,2 3-55 16,3 3-76-16,1 5-105 0,2 2-91 0,1 4-4 0,1 6 106 0,-2 5-20 15</inkml:trace>
  <inkml:trace contextRef="#ctx0" brushRef="#br0" timeOffset="62469.33">7724 9640 656 0,'-10'-12'387'0,"1"2"-328"0,-1 0-14 0,4 5-32 0,5 4-8 16,0-1-6-16,2-1-1 0,0 0-1 0,2 0-9 0,1 0-5 0,2 0-4 15,1-1-2-15,-1 1-2 0,2-1 7 0,0 2 3 0,1-1-1 16,1 0 9-16,1-1 3 0,0-1 1 0,0 0 6 0,1-1-6 0,0-2-2 15,1 0 4-15,0-2 2 0,0 1 8 0,2 1 7 0,2-1 0 0,0 1-3 16,3 0 2-16,1-2-9 0,2 0-4 0,3 1-2 0,1 0-5 16,1 2 3-16,2-2 1 0,1 0 1 0,2 0 1 0,0-1-3 0,1 1-1 15,0 0 0-15,-1 1 0 0,3 0 3 0,-3 1-2 0,3 2 0 0,-2 2 0 16,0 1 1-16,-1 1 1 0,-2 3-2 0,-1 2 0 0,1 3 1 16,-2 2 2-16,1 0 1 0,-3 4 0 0,0 1 6 0,-3 3 0 0,1 0-3 15,-2 2 4-15,-3 0-10 0,0 0 1 0,-3 0 15 0,-2 1 0 16,-2 1 6-16,-2-2 6 0,-1 1-10 0,-3 2-2 0,-2-1 1 0,-2 2-9 15,-5 1 0-15,-2 2-4 0,-4 0-3 0,-3 2 2 0,-4 1-3 0,-5 1-2 16,-3 0-5-16,-4-1-6 0,-5 1-6 0,-3-2-3 0,-3 2 1 16,-2-3 7-16,-4 1 7 0,0-2 7 0,-3-1 2 0,-1-3 1 0,-2-5 5 15,0-1 8-15,0-4 11 0,2-2 11 0,2-2 8 0,-1-3 6 0,3-3 6 16,0-1-1-16,2-2 6 0,0-3-2 0,4-2-1 0,1-1 5 16,0-2-7-16,4 1 1 0,-3-2-6 0,3-1-9 0,0-1-1 0,2-1-12 15,4-2-3-15,1 1-3 0,1 1-7 0,3 0-3 0,1-1-6 16,2 1-7-16,1 1-2 0,4 0-7 0,0-1-12 0,2 1-12 0,2 1-17 15,1 0-24-15,3 1-40 0,1 1-73 0,3-1-93 0,1 1-97 0,2-1 6 16,3 1-66-16</inkml:trace>
  <inkml:trace contextRef="#ctx0" brushRef="#br0" timeOffset="65454.23">12821 10105 186 0,'-3'-5'60'0,"0"0"-29"16,1 0-7-16,3 2-9 0,1 1-7 0,2 2-1 0,0 0-6 0,2 0-2 15,1 1 2-15,-1 0-1 0,1-1-3 0,0 1 6 0,-1-1-5 16,-1-1-2-16,0 2 6 0,-1-1-5 0,0 0 4 0,-1 1 0 0,0-1 1 16,0 0 1-16,0 1-2 0,0 0 2 0,-1-1-3 0,1 2 1 0,1-1 0 15,1 0 0-15,-1 1 0 0,1 0 0 0,1 2-1 0,-1-2 0 16,1 0 1-16,0 1 1 0,0 0-2 0,1 1 0 0,0 0 0 0,0-1 1 16,1 0-1-16,1 0 1 0,-1 0 0 0,1-1-2 0,1 0 3 15,-1 1-2-15,1-1-1 0,-1 0 3 0,0 0 4 0,1 0 2 0,-1 0 4 16,0 1 4-16,-1 0 5 0,1 0 4 0,-1-1 6 0,0 1 3 0,0-1 1 15,0 0 1-15,-1 0-4 0,1 0 2 0,-2 0-1 0,1-1 3 16,1 0 1-16,0-1-2 0,1 1 1 0,2-1-3 0,1 0-5 0,-1-1-4 16,4 0-6-16,1-1-6 0,1-1-3 0,2-1-3 0,2 2-3 0,0-2-2 15,1 1 2-15,0-1 2 0,0 0-6 0,2 0 1 0,1 0-4 16,-1 0 0-16,2-1 8 0,-2 0 1 0,0-1-1 0,0 0 1 0,-2 1-3 16,1 0 2-16,0 1 4 0,0 0 5 0,-1 0 2 0,-2 1 2 15,0 1-1-15,-2-1-3 0,-1 1-3 0,-2-1-2 0,-2 1 0 0,0 0-2 16,-2 1-1-16,-1 1-1 0,-2-1-2 0,0 0 1 0,0 1 0 0,-1-1 0 15,-1 2 1-15,-1-2-3 0,0 1 2 0,-1 1-1 0,0-1 1 16,0 0 2-16,0-1 0 0,-2 0 0 0,2 1 2 0,-2-1 3 0,2 0 6 16,-1-1 9-16,1 0 2 0,-1 0 4 0,0-1 0 0,-1 2 0 0,1-1 0 15,-1 1-3-15,-1 0-1 0,1 0-5 0,0 1 1 0,-1-1-3 16,0 1-5-16,-1 0-1 0,0-1-1 0,1 1-4 0,-1 0-2 0,0 0 2 16,0 1-3-16,-1-1 4 0,1 0-7 0,-1 0-4 15,1 1 2-15,-1-1-1 0,0 2 3 0,-1-1 2 0,1 0-2 0,-1 1-3 0,0-1 3 16,1 1-3-16,-1 0 2 0,1 0 0 0,-1 1-4 0,-1-1 4 0,1 0-2 15,0 0 1-15,1 0-1 0,-1 0-1 0,1 0-1 0,-1 0 1 16,0 0 4-16,0 0-3 0,0-1-5 0,-1 1 6 0,2-1-9 0,-2 0 5 16,0 0 3-16,0 0-8 0,-1-1 10 0,1 1-1 0,-1 0-1 0,0 0 2 15,-1 0 0-15,0 0 0 0,1 0 0 0,-2-1 1 0,2 0-2 16,0 0-2-16,0-1 2 0,1 1 4 0,0 0-4 16,0-1 3-16,0 0-5 0,1 0 1 0,0 0 4 0,0 0-3 0,1 1-2 0,0-1 1 0,1 0-3 15,-1 1-1-15,1-1 13 0,0 0-10 0,0 0 8 0,1 0-6 16,-1-1-1-16,1 1 7 0,-1 0-6 0,1 0 3 0,-1-1-7 0,0 1 4 15,0 0-2-15,0-1 4 0,0 1-1 0,0 0-4 0,0-1 3 16,-1 2-4-16,1-1 5 0,-1-1 1 0,-1 2-5 0,1-1 3 0,0 0-3 16,0 1-1-16,0-1 6 0,0 1-3 0,0-1-2 0,1 1 2 0,-1 0 0 15,1 0 0-15,0 0-2 0,0-1 4 0,0 1-5 0,0 0 1 16,0 0 4-16,0 0-2 0,0-1 0 0,1 1-2 0,-1 0 4 0,1 0-6 16,0 0 6-16,-1 0 0 0,0 0-1 0,0 0 1 0,0 0 0 15,1 0-2-15,-2 0 0 0,1 0 0 0,0 0 0 0,0 0-2 0,0 1 5 16,-1-1-4-16,1 0 1 0,-1 0 0 0,-1 1-3 0,1 0 6 0,-1 0-3 15,0 0 1-15,0 0-2 0,0 1 1 0,0-1 0 0,0-1-2 16,0 1 4-16,1-1-2 0,-1 0 0 0,1 1 0 0,0-1 0 0,0 0 0 16,0 0 1-16,1 0-4 0,-1 0 5 0,0-1-2 0,0 1-3 0,-1-1 6 15,2 1-3-15,-1-1 0 0,0 0 1 0,1-1-1 0,0 1 0 16,1-2-1-16,-1 1 1 0,1 0-3 0,1-1 1 0,-2 1-1 0,2 0-1 16,-1 0 4-16,1-1-3 0,-1 1-5 0,1-1-4 0,0 2-8 0,0-2-1 15,-1 1-4-15,1-1-4 0,-1 1-9 0,1-1-11 0,0 0-15 16,0 1-10-16,0-1-13 0,-1 0-16 0,1 1-11 0,0-1-16 0,0 0-7 15,2 1-5-15,1-1 6 0,0 0 21 0,1 1 35 0,-2-1 24 0,1 0-74 16</inkml:trace>
  <inkml:trace contextRef="#ctx0" brushRef="#br0" timeOffset="66170.23">13744 10091 96 0,'-1'1'30'0,"0"0"-14"0,0 1-5 0,-1 0 1 16,1 1-2-16,-1-1 3 0,0 1-1 0,1 0-3 0,0 1 1 0,0-1-2 16,0 0 0-16,-1 0 2 0,0-1 2 0,1 0 3 0,-1 0 7 0,0-1 7 15,0 0 6-15,1 0 3 0,1-1 3 0,0 0 2 0,0 0-6 16,1 0 0-16,0 0-1 0,1 0-1 0,0-1 5 0,2-1 7 0,0 1 0 15,2-1 2-15,0-1 1 0,0 1-5 0,0 0-6 0,1 0 0 0,1 1-3 16,-1 0-6-16,2-1-3 0,0 1-3 0,2 0-6 0,-1 0-4 16,1 1-1-16,1-1 0 0,1 1-4 0,0 0 1 0,1 1-1 0,1 0-7 15,1 1 1-15,1-1-1 0,-1 1 2 0,2-1-2 0,-1 1 2 16,0 0-1-16,1 1-2 0,0 0 4 0,2-1-1 0,-1 0 2 0,3 1-2 16,-1 0 2-16,-2 0 0 0,2 0-2 0,-2-1 6 0,0 0-1 0,0 0 1 15,0 0 1-15,0 0 0 0,0-1 3 0,-1 1-3 0,-1-1 2 16,0-1 2-16,1 1-4 0,-2-2 4 0,0 3 0 0,0-2-2 0,-1 1 0 15,0-1-3-15,-2-1 6 0,1 0-10 0,0 0 3 0,-1 1 2 16,0-1-3-16,-1 0 10 0,0 0-3 0,0-1-3 0,0 1-2 0,0 0 0 16,-1-2-3-16,1 1 0 0,-1 1-2 0,0-1 1 0,0 1 1 0,-1 0-6 15,0-1 4-15,0 0-2 0,0 1 0 0,-1-1 2 0,1 0-4 0,-1 0-2 16,-2-1 1-16,1 1 1 0,-1 0 0 0,1-1 3 0,0 0 2 16,0-1-2-16,-1 1 2 0,0 1-2 0,-2-1 2 0,0 0 3 15,0-1-1-15,-1 0 2 0,-1 0-2 0,0 1-5 0,-1-1 4 0,-1 0 3 16,0 0-4-16,0 0 3 0,-1 0-2 0,1 1-3 0,-2-1 1 0,1 1-1 15,0 0-3-15,-1 0 4 0,0 0-2 0,1 1 1 0,-1-1-2 0,1 1 2 16,-1 1 0-16,-1-1-1 0,1 0 2 0,0 1-4 0,0 0 2 16,0 0 1-16,-1 1-6 0,0 0 0 0,-1 1 4 0,0-1 1 0,-1 1-3 15,1 1 3-15,0-1-3 0,-2 0 2 0,0 1-2 0,1-1 0 0,-1 0 3 16,1 1-3-16,0 0 2 0,-1-1 0 0,0 2-5 0,1 0 4 16,-1-1 1-16,1 1-5 0,0 0 2 0,0 0-1 0,1 0 2 0,0 0 4 15,0 1-2-15,0-1-1 0,1 1-2 0,0-1-2 0,0-1 3 16,0 0 1-16,0 1 1 0,1-1-1 0,-1 0-2 0,1 0-1 0,1-1 4 15,-1 0-1-15,1-1-5 0,0 2 5 0,-1-2-5 0,1 0 3 0,0 1 4 16,0-1-5-16,0 1 4 0,0-1-6 0,0 0 8 0,-1 0-9 16,0-1 5-16,1 2-2 0,-1-1-3 0,1 0 4 0,-1 0-1 0,1 0 1 15,-1 1 0-15,-1-1 2 0,1 0 0 0,-1 0-7 0,1 0-1 0,1 0-15 16,-1 0-26-16,0 0-29 0,0 0-35 0,0-1-36 0,1 1-25 16,0 0-21-16,0 0-17 0,0-1-5 0,0 1 30 0,0-1 56 0,2 0-64 15</inkml:trace>
  <inkml:trace contextRef="#ctx0" brushRef="#br0" timeOffset="66520.23">15046 10093 218 0,'-12'-11'126'16,"2"1"-121"-16,-3 0-5 0,2 6-12 0,3 4-10 0,1 1-11 16,-1 3-9-16,3 1 1 0,0 2 4 0,1 0 8 0,-1 0 6 0,0-1 2 15,-1 1-20-15,0-1-6 0</inkml:trace>
  <inkml:trace contextRef="#ctx0" brushRef="#br0" timeOffset="67453.88">14904 10174 38 0,'-3'6'19'0,"1"1"1"0,-2 0-1 0,2-1 5 0,0-1-2 15,0-1 1-15,1 1-2 0,0-1 1 0,1 0 0 0,1 0-1 0,0-1 2 16,1 0 0-16,0 1 1 0,1-1 3 0,1-1 2 0,0 1 6 15,2-1 2-15,-1 0 1 0,0-1-4 0,1 0-2 0,0 0 1 0,0-1 1 16,1 0 2-16,1 1 2 0,0-1-2 0,0 0 1 0,0-1 2 16,2 1-1-16,0-1 4 0,0 0-3 0,1-1-1 0,1 0-3 0,-1 0-2 15,1-1 2-15,1 0 2 0,2 0-4 0,-1-1 1 0,2 1-6 0,0 0-2 16,1-1 1-16,1 0-5 0,1 0 2 0,2-1-7 0,-1 1-3 16,1 0-2-16,1-1-8 0,-1 2 5 0,2-1-7 0,0 1 1 0,0-1 2 15,1 1-5-15,-3 1 4 0,1 0-3 0,-2 2-2 0,-1-1 3 0,-1 0 2 16,0 1 0-16,0-1 2 0,-2 1-7 0,1 2 3 0,-1-1 1 15,-1 0 0-15,-2 0 5 0,1 1-3 0,0 0-1 0,-1 0 6 0,-1 1-2 16,1 0-2-16,-1 0-1 0,1 1 2 0,-1 0-3 0,-2 1 1 16,1-1 0-16,-1 0-6 0,1 0 1 0,0-1 3 0,1 1 0 0,-3-2 2 15,2 1-2-15,-2-3 0 0,0 2 1 0,0-2 5 0,0 0 0 0,-2 0 7 16,-1 0 0-16,1 0 7 0,-1 0 3 0,-1 0-1 0,-1 0 0 16,-1-1-5-16,0 0 1 0,-1 1 2 0,0 0-2 0,0-1-3 0,-1 1-3 15,1-1-2-15,-1 0-1 0,1 1-3 0,-1 0 2 0,1 0-8 0,-1 0-1 16,0 1 0-16,1 0 0 0,-1 0 2 0,0-1-1 0,0 0-2 15,0 0 1-15,-1 1-2 0,1 0 2 0,-1 0 4 0,0 0-4 0,0 0 5 16,-1 0 0-16,1 0-2 0,-1 0 0 0,0 0-1 0,-1 0 0 16,1-1 3-16,0 1 4 0,0 0-4 0,-1 1-1 0,0-1-2 0,0 0-4 15,0 0 6-15,0 0 2 0,-1 0 2 0,1 0-6 0,-2 0 0 0,1 0-6 16,0-1 4-16,-1 1 1 0,1 0-3 0,-1-1 1 0,0 1-4 16,1-1 6-16,-1 0 0 0,0 0 2 0,0 1-2 0,0-1 0 0,1 0-2 15,-1-1-1-15,1 0 4 0,0 1-3 0,0 0 1 0,0-1-2 0,-1 1 0 16,2 0 0-16,-2 0 1 0,1 0-2 0,1 0 1 0,-1-1 0 15,2 1 3-15,-1-1-1 0,1 1 1 0,0 0-3 0,0-1 3 0,0 1-2 16,0-1-3-16,1 1 3 0,-1 0-1 0,1-1 0 0,0 0 1 16,0 1-2-16,1-1 0 0,-1 0 2 0,0 1 2 0,1 0-2 0,-1 0 3 15,0 0-2-15,0-1-4 0,0 1 2 0,0 1 0 0,0-1 0 0,0 0 0 16,0 1 2-16,0-1-5 0,0 1 4 0,-1 0 2 0,1 0-6 16,-1 0 6-16,0 0-4 0,1 0-1 0,-1 0 4 0,1 0-4 0,0 1 2 15,0 0 3-15,0-1-4 0,0 1 3 0,0-1-3 0,1-1 1 0,-1 1 3 16,0 0-3-16,1 0 1 0,-1 0 2 0,1-1-3 0,-1 0 3 15,0 0-1-15,0 0-2 0,1 0 0 0,-1 1 2 0,0-1-4 0,0 1 1 16,0 0 2-16,0-1-2 0,0 1 1 0,-1 0 0 0,0-1-3 16,1 2 6-16,-1-1 0 0,0 0 0 0,0 1-1 0,0-2 0 0,1 1 1 15,-1 0-2-15,0 0-4 0,1 0 0 0,0 0 3 0,0 0-2 0,1-1 3 16,-1 1 3-16,0-1-2 0,0 1-1 0,1-1 0 0,-1 0-2 0,0 0-2 16,0 0 5-16,0 0-4 0,1-1-1 0,0 1 6 0,0 0-4 15,-1-1 2-15,1 1 3 0,-1-1-9 0,1 0 5 0,0 0 1 0,0 0-2 16,0-1 5-16,0 2-3 0,0-2-1 0,-1 1 2 0,1-1-4 15,0 1 2-15,0-1-1 0,1 0 1 0,0 0 0 0,0 1-3 0,0-2 2 16,0 1-1-16,0 0 0 0,0 0 3 0,1 0-1 0,-1 0-1 0,1 0 3 16,-1 0-6-16,0 0 6 0,1 0-5 0,-1 1 3 0,0-1 0 15,0 0 0-15,0 1 3 0,-1 1-6 0,1-1 4 0,-2 0-5 0,0 1 1 16,1-1 2-16,-1 1 4 0,1 0-2 0,0 0-2 0,-1 0 2 16,0 0-6-16,-1 0 5 0,0 1-6 0,1-1 0 0,0 0 2 0,0 0-4 15,1 0 5-15,0 0-2 0,-1 1 2 0,-1-1 6 0,1 0-7 0,0-1 4 16,0 1-3-16,1 0 0 0,-1 0-1 0,0 0-3 0,1 1 2 15,-1-2 1-15,0 1-2 0,0 0 2 0,1 0-4 0,-1 0-2 0,0 0 2 16,0 0 0-16,-1 0-4 0,1 0-1 0,0 0 2 0,0 0-4 0,0 1 3 16,1-1 3-16,-1 1 1 0,0-1 1 0,1 1-2 0,0 0 5 15,-1 0-4-15,2 0 2 0,-2-1 1 0,1 1-10 0,1 0-3 0,-1 1-3 16,0 0-5-16,0 0-7 0,0 0 2 0,0 1-10 0,0-1-4 0,0 1-8 16,-1 1-10-16,1-1-6 0,-1 1-10 0,0 0-5 0,0 1-9 15,-2 0-2-15,1 0 0 0,-1 0-2 0,0 0 0 0,0 1 1 0,0 0 1 16,1-1 3-16,0 1 8 0,0 0 11 0,0 1 16 0,1-2 16 15,1 0 9-15,2 0-82 0</inkml:trace>
  <inkml:trace contextRef="#ctx0" brushRef="#br0" timeOffset="68921.83">16223 10147 22 0,'-2'-1'11'0,"0"1"-4"0,1 0 0 0,0-1 2 15,1 1 1-15,1-1-3 0,-1 1 2 0,1-1 1 0,0 0 2 0,1-1 5 16,0 0 1-16,-1 0 4 0,0-1 3 0,1 1 1 0,1-1 1 0,0 0 2 16,0 1 1-16,0-1 0 0,0 1 1 0,1 0-1 0,0 0 0 15,-1 1-2-15,2-1 3 0,1 1-2 0,1 0 2 0,1-1 2 16,1 2 3-16,1-2 1 0,3 2 3 0,0-3 0 0,4 0-3 0,0 1 2 0,2-1-9 15,2 0-1-15,3 0-5 0,-1 0 0 0,3 1-5 0,-1 0-3 16,3 0-1-16,2 1-4 0,0-1-3 0,2 2 0 0,0-1 0 0,-2 2-1 16,2-1 0-16,1 0 0 0,1 1-1 0,1 0 6 0,2 0 5 15,-1 1 6-15,2 0 10 0,4 0-1 0,0-1-3 0,2 2 1 0,2 0-3 16,1-1-3-16,2 2 1 0,1-1-7 0,2 0-1 0,2-1-1 0,0 2-4 16,1 1 3-16,2 0-7 0,0 0 0 0,2 0-2 0,0 1-1 15,0 0 1-15,2 0 4 0,-1 0-2 0,1-2 2 0,0 0-2 0,-1 0-8 16,1-2 3-16,0 1 1 0,2 0-4 0,-1-1 5 0,0 0-2 0,2-1 2 15,0-1 4-15,1-1-1 0,1-1 2 0,1 0 5 0,0-2-1 16,2 0 8-16,1 0 4 0,0-2-7 0,4-2 11 0,1-1 0 0,-1 0 3 16,4-1 13-16,-1 0 1 0,1 0 2 0,-1-1-3 0,0 0-5 15,0 0-6-15,-1 0-2 0,-5 1-2 0,1 1-6 0,-4 0 1 0,-2 2-6 16,-4 0 2-16,-2 1-4 0,-4 1-4 0,-3 0 2 0,-4 1-3 0,-1 0 0 16,-4 0-6-16,-2 2-2 0,-3 0 1 0,-5 1-2 0,-1 1 0 15,-3-1 2-15,-2 1-4 0,-2 0 4 0,-2 0-4 0,-2 0 0 0,0 1-1 16,-1-1-8-16,-2 1 7 0,-1 0 0 0,1-1 2 0,-3 0 0 0,1 1 0 15,-2-1-2-15,0 0 3 0,-2 1-3 0,1-1 0 0,0 0 1 16,-2 1-1-16,-1-1 3 0,-2 0 2 0,0-1 2 0,-2 0-6 0,0 0 8 16,-2 1 0-16,0-2-1 0,0 0 8 0,-1 0-4 0,0-1-3 15,-1 0 1-15,-1 1-1 0,-1 0-4 0,0-1-2 0,0 1 1 0,-2 0-2 16,0-1-2-16,-1 1-6 0,-1-2-12 0,0 1-12 0,-1 0-20 0,0 0-19 16,-1-1-18-16,-1 0-25 0,0 0-31 0,-1 0-44 0,1 0-37 15,-1 0-40-15,0 0-18 0,-1 1 15 0,-1-2 50 0,-2 1 75 0,0-1-54 16</inkml:trace>
  <inkml:trace contextRef="#ctx0" brushRef="#br0" timeOffset="69503.83">20980 10037 688 0,'-7'-8'161'0,"2"1"-167"0,-1 0-29 0,3 4-34 15,2 3-22-15,1 2-12 0,1 2 0 0,1 1 21 0,0 2 25 0,1 1 16 16,1-2 8-16,0 2 2 0,0-1-1 0,0 1 4 0,1 1 8 0,1-1 5 16,0 0 6-16,2 0 6 0,-1 0 2 0,4 0 5 0,0 2 6 15,2-1 6-15,2 0 5 0,0-1 3 0,4 1 0 0,3-2 1 0,0 1 3 16,6 0 5-16,0-1 2 0,4 0 1 0,3 0 2 0,2 0-1 0,2 0 5 15,2 1 4-15,4-3 1 0,1 1 2 0,1 0-4 0,2-1-2 16,1 0 2-16,0 0 4 0,0 0 2 0,0-1 5 0,-1-1 4 0,0 0 5 16,0-1 6-16,-3 0 3 0,-1-1 9 0,-1 0-6 0,-1 0 7 15,-3-1-3-15,0 0-1 0,-1-2-1 0,-1 0-7 0,1-1-12 0,-2-1-3 16,-1-1-7-16,0-1-5 0,-2 0-4 0,1-2-7 0,-2 0-3 0,0-2-6 16,-2 1-8-16,-1-2 0 0,-2-1-5 0,-1-1-1 0,-3-2 8 15,0 0-6-15,-3-3-1 0,0 0-1 0,-3-1 0 0,-2-1-1 0,-4-1 2 16,-2-2-11-16,-3 0 2 0,-2-2-2 0,-3 1-2 0,-3 0 0 0,-3 1-1 15,-4-2-2-15,-1 0 1 0,-3 2 3 0,-4-2-2 0,-2 1 2 16,-3 0 0-16,0 1 2 0,-2 4-4 0,1 0-2 0,-2 2-1 0,1 3-2 16,1 1-2-16,0 3-8 0,0 1-13 0,4 2-26 0,-1 2-37 15,2 1-52-15,2 2-60 0,-2 1-75 0,-2 3-73 0,-1 2-28 0,-3 3 86 16,-5 2 0-16</inkml:trace>
  <inkml:trace contextRef="#ctx0" brushRef="#br0" timeOffset="100972.16">12687 11147 1320 0,'0'-4'139'0,"0"1"-42"16,1-3-56-16,0 1-22 0,2 1-19 0,1-1-12 0,2-1-16 0,0-1-9 15,1-1-7-15,1 0 1 0,0 0-1 0,1 1 6 0,1-1 7 0,0-1 6 16,1 1 9-16,-1-2 7 0,2 1 9 0,1 0 1 0,2 1 1 16,1-2 4-16,1 2-1 0,2 0 1 0,1 2 2 0,0 1 5 0,3 1-2 15,0 1 4-15,4 0-2 0,1 2 0 0,1 1-3 0,2 1-1 0,1 1 0 16,1 2-4-16,1 2 6 0,1 0-1 0,1 3 1 0,3 0-1 15,0 1-5-15,1 0 0 0,2 2-4 0,1 1 1 0,1 0 1 0,1 0 1 16,0-1 0-16,0 1 4 0,0 0 4 0,1 1 7 0,-1 0 10 16,1-3 6-16,-1 1 11 0,-1-2 7 0,0-1 0 0,1-1 4 0,-1-1-4 15,1-2-7-15,-1-2 2 0,0-2-6 0,-2-1-6 0,-1-1 1 0,0-1-5 16,-1-3-4-16,-2-2-1 0,0 0-2 0,-1-3-2 0,-1 0 0 16,-2-1 4-16,0 0-5 0,-4-3 4 0,1-1 1 0,-3-2 0 0,-2-1 2 15,-2-3 1-15,1 0-2 0,-3 0 1 0,-1-2-1 0,-3 1-3 0,-3 0-3 16,-4-1-3-16,-1-2-2 0,-3 0-4 0,-3-1-3 0,-3-2-2 15,-4-1-12-15,-4 1-5 0,-2-2 1 0,-4 1-5 0,-6-3 4 0,-3 1-6 16,-4-1-5-16,-4 0 0 0,-2 1 3 0,-4 1 3 0,-3-1 1 16,-3 1 1-16,-5 0 2 0,-1 0 6 0,-2 1 1 0,-1 1 1 0,-1 0 5 15,1 3 0-15,-1-1 8 0,2 2 3 0,-1 1-3 0,3 1 8 0,0 2-4 16,0 3-5-16,2 0 2 0,-1 1-6 0,0 2-1 0,-1 4 16 16,1 2-1-16,-1 2-1 0,0 3 4 0,0 2-7 0,-1 2-3 0,0 2-2 15,1 3-3-15,0 4 3 0,2 2-3 0,0 6 13 0,0 3 1 0,1 4-6 16,0 4-3-16,-2 3-10 0,3 4 1 0,0 1-1 0,2 3 0 15,3 2-6-15,0 0-2 0,1 0-5 0,4 0-11 0,2-2-25 0,4 1-52 16,1 0-78-16,4-1-103 0,-1-2-151 0,3 2-156 0,2 0 71 16,-2 0-3-16</inkml:trace>
  <inkml:trace contextRef="#ctx0" brushRef="#br0" timeOffset="104322.7">6134 11870 179 0,'-5'-3'58'0,"1"-1"-15"16,-1-1-8-16,2 1-16 0,3 1-5 0,0-2-1 0,0-1 0 0,1 0 3 15,-1-1 5-15,1 0 3 0,0 1 5 0,0-1 2 0,1 1-2 16,-1-1-1-16,1 0-1 0,0 0 2 0,-1-1 1 0,2 1 0 0,0-1 1 16,-1 2-2-16,1-2 3 0,1 0 0 0,0 1-2 0,0 0 1 0,1 0-2 15,-1-1-3-15,1 0-1 0,1 0-5 0,1-1-4 0,1-1-3 16,0 0-1-16,1-1 0 0,1 1-5 0,2 0-2 0,1 0 0 0,0-1-1 16,3-1 5-16,2 1 3 0,1-2 4 0,1 1 5 0,2-1 1 0,1-3 8 15,0 0 3-15,2-2 3 0,1-2 4 0,4 1 1 0,1 1-4 16,0-2 3-16,0 0 0 0,0 2 3 0,-1 0 8 0,1 0-6 0,0 2-2 15,1 0-14-15,-2 1-8 0,2 2-4 0,-1 1-4 0,1 2-1 16,0 3 0-16,0-1-6 0,-1 2-2 0,2 2-3 0,-3 1-4 0,1 2 1 16,-1 1-4-16,1 1 2 0,0 2-1 0,0 0-3 0,-1 2 8 0,-2 0-5 15,-3 2 1-15,0-2 2 0,0 3-8 0,1 0 2 0,-1 1 5 16,-1 1-2-16,1 0 5 0,-2 1-6 0,1 0 2 0,0 1 2 0,-1-1-10 16,2 0 0-16,-2 0-8 0,1 0-11 0,0 1 11 0,-3 0 3 15,2-1 3-15,0 1 8 0,-5 0-1 0,2-1 7 0,-3 1 0 0,-1 0 1 16,-1 1 2-16,0-1-3 0,-2 1 0 0,-1-1 4 0,-3 1-3 0,0-1-1 15,-1 1 4-15,-3-1-2 0,-3 2-1 0,-1 1-1 0,-3 1-3 16,-2 0-1-16,-3 3-1 0,-3 1-1 0,-1 0 3 0,-5 0-4 0,-2 0-1 16,-2-2 4-16,0 1-2 0,-2-1 6 0,-1-1 2 0,-1-1-1 0,-2 1 0 15,-1 1-1-15,-4-1 2 0,2 0-1 0,-3 2-2 0,0-2 3 16,-2-1 2-16,0 1 4 0,-3-3 3 0,3-1 0 0,0-1-1 0,1-1 11 16,2 1 6-16,-2-1-1 0,1-1 2 0,0-1-11 0,2 0 0 15,1-1-2-15,2 0 0 0,0-1-2 0,1-1 4 0,0 1 1 0,1-2 1 16,1 0 1-16,0 0-3 0,1-2 2 0,-1 2-2 0,2-2 4 0,1-1 1 15,0 0-5-15,0-1-3 0,1 0-2 0,-1-1-2 0,0-1 3 16,2 0 2-16,-1-1 1 0,1 0-4 0,2-1 2 0,-2 0 1 0,0 0-4 16,1 0 5-16,1-1-6 0,-2 0-1 0,1-1 4 0,2-1-3 0,0 1 0 15,2-1-4-15,0 0-6 0,2 1 1 0,0-1 1 0,0 0-2 16,0 0 4-16,-1 1-1 0,3-1-7 0,-1 1-2 0,0 0 2 0,0 0-6 16,1 0 4-16,1 1 4 0,0 0 2 0,2 1 2 0,-2-1-2 15,2 1-3-15,-1 1-3 0,1 1 5 0,0 0-2 0,-1 0 0 0,2 0-2 16,1 1 5-16,-1 0-2 0,0 1 2 0,0-1 0 0,2 1-7 0,-2-1 2 15,2 2-5-15,0-1 1 0,0 1 1 0,1-1 1 0,-1 1 3 16,2-1 0-16,0 0 1 0,0-1 3 0,-1 1 1 0,2 0-4 0,0-1-1 16,1 1 2-16,0 0 3 0,0 0 2 0,0-1 1 0,0 1-6 0,0 0 2 15,0-1 2-15,0 1 3 0,0 0-2 0,1 0-1 0,-1 1 0 16,1 0 0-16,-1-1-1 0,1 1 5 0,0 0-2 0,0 1 3 0,2-1 0 16,-2 1-3-16,0 0-2 0,1 0-5 0,0 0 3 0,1 1-4 15,0-2 5-15,-2 0 0 0,2 1-2 0,0-1-2 0,0-1 2 0,1 1 6 16,-1 0-5-16,0-1 0 0,1 0-1 0,-1 0-6 0,1 0 10 0,-1 1 0 15,0-1-3-15,0 0 0 0,-2 1-3 0,3-1 1 0,-2 0 7 16,0 1-3-16,1 0 0 0,-1-1-1 0,-1 1-1 0,1 0 0 0,-1 0 2 16,1 0 0-16,-1 0 0 0,0 0 1 0,1 0-2 0,-2 0 2 0,1-1-2 15,0 0-1-15,-1 0-1 0,1 0 1 0,-2-1 1 0,1 1 1 16,1-1 2-16,-1-1-3 0,1 1 1 0,-1-1-1 0,0 2 3 0,0-1-4 16,0 1 6-16,0-1-2 0,0 0-4 0,-1 0 0 0,0 0-3 0,2 1 1 15,-1 0-4-15,0-1 2 0,0 2-1 0,0-1-3 0,0 1-5 16,-1 1-17-16,2-2-41 0,-1 2-45 0,0 1-75 0,0 1-82 0,1 2-73 15,-1 2-24-15,-1 1 89 0,0 2-26 0</inkml:trace>
  <inkml:trace contextRef="#ctx0" brushRef="#br0" timeOffset="105638.73">8263 11610 235 0,'-12'-5'14'0,"-1"0"12"0,0-1 11 0,3 2 10 0,4 1 6 15,2 0-8-15,0 0-5 0,0 0-5 0,0 1-2 0,0 0-4 0,1 0-1 16,-1 0-2-16,1 2-5 0,0 0 0 0,0 0 1 0,0 0 3 16,-1-1 4-16,1 1 1 0,0 0 3 0,-1-1-2 0,1 1-2 0,0-1-4 15,0 1-8-15,2-1-7 0,0 0-2 0,0-1-1 0,1 1-2 16,1-1-2-16,0 0 0 0,2 0-1 0,1-2-1 0,1-1 3 0,2-1 1 15,0-1-2-15,3-1 4 0,0-1-2 0,2 1 4 0,2-2 2 0,0 0-1 16,1 0 6-16,-1 1 3 0,-2 0 11 0,0 0 6 0,1 1 1 16,0-1-4-16,0 1-3 0,0-1-2 0,0 2-1 0,1-1 2 0,0 1 0 15,-1 1-6-15,2 2 1 0,0-1-5 0,-1 2 2 0,0 1-3 0,1 0-11 16,0 2 4-16,1-1-14 0,0 1 7 0,2 2-4 0,3-1-6 16,-1 3 9-16,3 0-6 0,1 0 4 0,0 3-2 0,3 0-6 0,-2 2 8 15,2 0 6-15,0 1 0 0,-2-1-1 0,2 1-6 0,-1 3-8 16,2 0 2-16,-2 2 1 0,0 0-3 0,-1 1 1 0,-1 2-4 0,0 0-2 15,-1 1 5-15,0 1 1 0,-1 1-1 0,-2 1 3 0,-1 2 0 0,-1 0 2 16,-2-1 2-16,-1 2-1 0,-1-3 0 0,-1 0 1 0,-1-1 0 16,-2-2 2-16,-1 1 2 0,-1 0 0 0,-1-2 0 0,-1 0-2 0,-2 1 3 15,-1-1 1-15,-1-2 0 0,-1 1 6 0,-3-2-5 0,-1 0 0 0,-2-2 5 16,-2 2 2-16,-1 0 13 0,-1-1 0 0,-2 0 2 0,0-1-1 16,-2 0-2-16,-2-2 1 0,0 0 1 0,-1-2 4 0,-1-1 2 0,-2 0 0 15,1-2-1-15,-2 0-2 0,-1-1-3 0,1-1 1 0,0-2 0 0,-1-1 0 16,2-1 6-16,-1-1 4 0,0-1 1 0,0-1 2 0,-1-1-6 15,0-1-1-15,1-1 0 0,1 0-10 0,1-1 6 0,-2 0-4 0,3 0-10 16,-2-1 2-16,1 0-3 0,1 0 0 0,-2-1 6 0,1 0-1 16,1 0-14-16,-1 0-3 0,2 0 0 0,0-1 3 0,0 1 1 0,1 0 7 15,0 0 1-15,0 0-2 0,4 1 0 0,-2-1-3 0,0-1-4 16,1 1 2-16,0-1-4 0,1 1 2 0,0 1-1 0,0 1-2 0,0-1 2 16,0 1-4-16,0 1 4 0,1-1-7 0,-1 2 4 0,1-1 1 0,1 1-3 15,1 0 5-15,0 0 1 0,1 2-6 0,0-1 3 0,0 1 0 0,0 0-4 16,1 0 2-16,0 0-2 0,0 0-1 0,0 0 2 0,1 1 0 15,0 0 2-15,1 0-4 0,0 0 2 0,1 0 0 0,0 1 0 0,-1-1 2 16,1 1-5-16,0 0-2 0,0 0-3 0,0 1-6 0,1 0 3 16,0 0-7-16,2 0-4 0,-1 1-14 0,1 1-17 0,0 1-12 0,0 1-47 15,1 1-78-15,2 1-89 0,0 0-101 0,2 2-58 0,2 0 70 0,-1 1-49 16</inkml:trace>
  <inkml:trace contextRef="#ctx0" brushRef="#br0" timeOffset="107088.7">11555 11487 1126 0,'-8'-17'60'16,"1"-1"-5"-16,1-2-16 0,6 4-16 0,3 4-27 0,3 0-16 0,2 3-13 15,4-1 0-15,2 3 6 0,3 1 1 0,2 0 0 0,-1 1-6 16,3 0-14-16,0 1-10 0,2 0-2 0,2 2 3 0,1-1 3 0,2 1 12 16,0 0 3-16,1 1 3 0,0-1 9 0,-1 1 7 0,2 0 5 0,0 1 3 15,1 0 4-15,0 0 0 0,0 1 1 0,-1 1 2 0,2-1 0 16,-1 1 0-16,3 0 3 0,2 0-2 0,0 1 1 0,1-1-1 0,-2 0 0 15,2-1-1-15,1-1 3 0,-1 0 0 0,2-1 3 0,-1 0 5 0,0-2 4 16,1 0 9-16,-1 0 8 0,0-1 13 0,-1-1 9 0,-1 1 10 16,-1-2 10-16,0 0 4 0,0 1 2 0,-1-1 4 0,-2 1-10 0,-1 1-8 15,1 0-1-15,-1 0-8 0,0 1-1 0,2 1-5 0,-1 0-7 16,1 1-5-16,0 1-3 0,1 1-9 0,-1 0-5 0,4 1-8 0,-1 1-3 16,0 1-1-16,2 1 0 0,0 1 1 0,2 1-3 0,1-1-1 0,-1 1-3 15,1 2-1-15,0-2-1 0,1 2-1 0,0 0-7 0,2-1-4 16,-2 1 2-16,0 0-1 0,1 2 7 0,0-1 9 0,-2 2-3 0,1 1 3 15,-1-1-1-15,-2 0-12 0,1-2 8 0,-4 2-6 0,-1-2 5 0,0 1 3 16,0 1-5-16,0 0 8 0,-1-2-7 0,0 1 3 0,-2-2 3 16,1 0-3-16,-2-1 3 0,1 1-3 0,-1-2 3 0,0 1 0 0,-2 0-2 15,1-1 3-15,-3 1-8 0,1-1 5 0,0-1 1 0,1 1-1 0,-2-1 4 16,1 1-7-16,-2 0 3 0,1 1 0 0,-1 2-2 0,-2-1 3 16,2 1-2-16,-2 0-1 0,1-1 2 0,-2 1 2 0,0-1 0 0,0 2-1 15,-3 0 1-15,1 1-2 0,-1-1 1 0,0 2 1 0,-2 1-2 16,1 0 1-16,-2 0-4 0,-1 3 2 0,0-1 0 0,-1 1 0 0,0-1-1 15,-4 1 0-15,0 1 1 0,-1 0 1 0,-1 0-5 0,-1-1-2 0,0 1-1 16,-2-2 2-16,-1 3 4 0,0 0 6 0,-2-1-5 0,-1 0-2 16,0 0-4-16,-2 0 0 0,0-1-2 0,-2 1 3 0,-1-1-6 0,-2-1 1 15,-1 1 4-15,-1-2-2 0,-2 1 8 0,-1-1 3 0,-2 0 2 16,0-1 5-16,-1 1 2 0,-2-2 1 0,-1 0 1 0,-2-1 0 0,2-2-1 16,-2-1 2-16,0 0 0 0,0 0-2 0,0-2 0 0,-1 2 4 0,-1 0 0 15,0-1 4-15,-1 0-2 0,-2-1-2 0,1 1-2 0,-1-2-2 16,-1 2 5-16,-2 0-5 0,-1 0-2 0,0 0-3 0,0 2-1 0,-2-1-1 15,-3 0-1-15,0 0 1 0,-2 1-5 0,0 0-1 0,-1 1-1 0,-3 0 1 16,-1-1-6-16,-1 1 5 0,0-1 1 0,1 0-2 0,-1-1 9 16,1-1-5-16,1 0-2 0,-2-2-3 0,3-1-3 0,1 0 2 0,-1-1-1 15,1-1 6-15,0 1-1 0,1-1 6 0,0-1 1 0,2-2 1 0,0 0-1 16,1-1 0-16,0-1 2 0,0 0 5 0,2-2 9 0,-1 1 2 16,2 0 0-16,0-1-1 0,0-1 1 0,0 0 2 0,1-2-7 0,2 0-1 15,0 0-1-15,2 1-7 0,-1-2 7 0,1 2-2 0,0-1-4 0,-1 0 1 16,3 2-8-16,-1-1 1 0,2 1 0 0,3 1-2 0,0 0-2 15,1 1-1-15,1 1-1 0,1 0 2 0,0 0-2 0,0 1-2 0,2 0-1 16,2 1-4-16,0 0 2 0,1 0-1 0,0 1 2 0,1 0 1 16,0-1 1-16,2 0 5 0,-1 1 0 0,0-1 3 0,2 0-1 0,0 0-4 15,1 0 4-15,-1-1-1 0,1 1-2 0,1 0 4 0,0-1-5 16,0 1 2-16,1 0 6 0,0-1-4 0,-1 0 1 0,0 0-2 0,1 0 2 16,-1 1-1-16,1 0-4 0,0 0 1 0,0 0-4 0,0 0 1 0,1 1 1 15,-1-1-2-15,1 2-4 0,0-2 0 0,-1 2-3 0,1-1 0 0,-1 1-4 16,0 1-5-16,0-1-2 0,1 0-13 0,-1 1-8 0,2 1-16 15,-1 0-45-15,-1 1-78 0,0 0-73 0,0 2-63 0,0 1-23 0,0 1 21 16,1 2 76-16,0 1 84 0,0 0-32 0</inkml:trace>
  <inkml:trace contextRef="#ctx0" brushRef="#br0" timeOffset="108739.28">19030 11804 586 0,'-11'-19'309'0,"-1"-1"-233"0,-3-4-10 16,-1 3-28-16,3 5-18 0,0 2-15 0,2-1-23 0,3 1-18 0,-1 1-10 15,1 1-6-15,0 2-3 0,-1-1 3 0,0 0-3 0,0 1 3 0,0-1 10 16,0 0 11-16,-1 1 13 0,0-1 8 0,1 0 6 0,0 0 3 16,1-1 2-16,1 1 3 0,-1-2 3 0,1 0 0 0,0-1 4 0,1 1 2 15,0 0 5-15,2-1 4 0,0-1 4 0,0 1 7 0,1-1 2 0,1 1 10 16,1-1 9-16,0 0 4 0,0 2 2 0,1-3-2 0,0-1-2 16,1 1 1-16,0 0 2 0,2-1-2 0,0 0 1 0,1 0-4 0,1 2 6 15,1-2-8-15,1 1-5 0,0 0-7 0,1 2-6 0,1 0-6 0,0-1-6 16,1 1-6-16,2 1-3 0,0 0-7 0,1 1-2 0,1 0 1 15,2-1-5-15,0 3 3 0,3-1-3 0,0 0 0 0,3 3-1 0,2-1-2 16,-1 0 2-16,3 2-5 0,0-1 4 0,4 1-1 0,0 1 2 16,3-1 1-16,-2 0-1 0,2 1-1 0,0 1 4 0,2 0-2 0,1 0-3 15,1 0 3-15,2 2-3 0,1-2 3 0,1 2 2 0,1 0-4 0,2 0 2 16,0 1-1-16,2 1-5 0,2 1 6 0,-1 0-2 0,1 1-2 16,1 2 6-16,2 0-4 0,-1 0 1 0,1 1-4 0,-1 1-2 0,-1-1 1 15,2 2 1-15,2 1 5 0,0-1-3 0,0 2 3 0,-1 1-1 0,-1-2-2 16,-2 3 2-16,2-3-1 0,-1 2-1 0,1 2 2 0,1-1-3 15,-1 2 0-15,1 2 4 0,-1-1-2 0,0 1 3 0,-1 1 1 0,1-1-4 16,-1 1 4-16,-1 1-2 0,0 1-1 0,-2 1 1 0,0-2-2 16,-1 3 0-16,1 1-2 0,-2-2 4 0,-1 3-3 0,-1 0 0 0,0 0 2 15,-3 1 0-15,0 0-6 0,-1-1 2 0,-2 2 0 0,0 0 4 0,-1 1 8 16,-3 1 0-16,-2 1-1 0,-2 1-1 0,-1-1-2 0,-2 2 1 16,-1-1 1-16,-2-1-3 0,-4 4 3 0,-2-2-8 0,-1 2 6 0,-4-1-3 15,-2-2 2-15,-2 0 5 0,-3 1-4 0,-1-2 2 0,-3 2 3 16,-2-1 0-16,-2-1-3 0,-3 1-3 0,-1-2-6 0,1 1 7 0,-4-1 5 15,-1 1 0-15,-1 0 2 0,-3 0-3 0,-1 0-7 0,-2-2 2 0,-2 2-3 16,0-2 0-16,-4-1 3 0,-1 1-2 0,-1-1 3 0,-4 2 1 16,1 0-2-16,-5-3 1 0,0 0-3 0,-3-2 1 0,1 0-1 0,0-1-1 15,-2 0 0-15,-1-1-3 0,-3 0 6 0,-3 0-4 0,0-2 2 0,0 1 1 16,-1-1-2-16,-1-2 3 0,1-2 1 0,1 0 0 0,0-1 1 16,0 0 1-16,1-2-5 0,2-2-2 0,1-2-1 0,1 1 0 0,1-2 7 15,0 1 0-15,3-3 9 0,0 0-5 0,1-1 4 0,2-3 1 16,0 0-5-16,2-2 10 0,0-1 3 0,2 0 5 0,1 0 5 0,2-3 0 15,-1-2 2-15,0-1 5 0,1-2-1 0,0 1 1 0,2-1 2 0,1-1-9 16,1-1 6-16,0 0-7 0,1 0-6 0,0-1 0 0,1 1-9 16,1-1-3-16,-1 2-3 0,2-1 0 0,-1 0 2 0,2-2-4 0,1 2 4 15,0 0-6-15,0-1-5 0,1 1 3 0,1 2-3 0,0-2 0 0,2 0 4 16,0 2-7-16,2 0 2 0,0 2 2 0,0-1-4 0,0 1-2 16,0-1 2-16,2 2-6 0,0 2 3 0,1 0 3 0,1 0 0 0,0 0-4 15,0 1-1-15,1-1 4 0,0-1-7 0,1 2 7 0,0 0-4 16,1 0-2-16,-1 0 4 0,1 0-5 0,0 1 2 0,0 0-3 0,1 1-4 15,0-1-3-15,1 2-5 0,-1-1-12 0,1 1-16 0,1 0-16 0,-1 0-20 16,1 0-15-16,1 1-18 0,-1 0-33 0,2 1-47 0,-1-1-42 16,1 1-44-16,1 1-3 0,0 0 71 0,1 0 46 0,2 1 20 0</inkml:trace>
  <inkml:trace contextRef="#ctx0" brushRef="#br0" timeOffset="110255.61">23029 11306 464 0,'-15'-12'307'15,"0"-1"-307"-15,-1-1 45 0,7 3-3 0,6 3-2 0,2 1-26 16,4 0-12-16,2 0-5 0,3 0 3 0,3-1 9 0,5 0-1 0,3-3 4 16,7-1-7-16,3-1-2 0,4-1 0 0,2 2-5 0,4-2 2 0,2 1 0 15,1-1-4-15,1 1 4 0,1 1-1 0,0-1 0 0,3 0 1 16,2 2-1-16,0 0 2 0,1 2-2 0,1 0-1 0,1 0 2 0,3 2-5 16,1 1 0-16,2 1-1 0,1 1 0 0,1 2 3 0,2 1-5 0,1 1-1 15,1 2-5-15,1 3-4 0,-1 2-3 0,0 4-7 0,-1 1-6 16,-3 4-3-16,-1 3 0 0,-4 4 6 0,0 2 1 0,-2 2 4 0,-4-1 5 15,-2 2 5-15,-3 0 5 0,-2 2 6 0,-2 0 6 0,-4 3 2 16,0-2 9-16,-6-1 2 0,-1 0 6 0,-4 0 13 0,-2-1 5 0,-1 0 15 16,-5-1 8-16,-3-1 3 0,-2-1 5 0,-3-1-3 0,-1 0-5 15,-2 0-5-15,-2 2-7 0,-2 2-8 0,-2 0-10 0,-3 2-7 0,-4-2-7 16,-1 2-1-16,-4 2-5 0,-3 2-7 0,-3 2-9 0,-5 2-9 0,-5 1-7 16,-3 0 7-16,-4 2-3 0,-3 1 3 0,-3-1 2 0,-3 0-11 0,-2-1 3 15,-3 0-4-15,-1-2 6 0,-2 1 2 0,-1-5 8 0,0-3 5 16,1-1 3-16,-2-5 11 0,2-1-1 0,-1-2 7 0,1-3 5 0,0-2 1 15,0-2 4-15,1-3 6 0,3-3-1 0,1-2 4 0,1-3-2 16,0-2-6-16,2-2 8 0,-1-1 3 0,1-3 15 0,-2-1 11 0,2-3 4 16,0 0 4-16,-1-1-8 0,3-1-1 0,1-1 3 0,-1-1-5 0,0 0-2 15,1 0-8-15,1 0-5 0,2-2-6 0,1-2-10 0,0 1-8 16,1 0-8-16,1 0 1 0,0-1 5 0,2 0-6 0,0 0-4 0,2-1-4 16,0-1-10-16,4 0 5 0,1 0-2 0,2-2-5 0,4 1-2 0,2 1-4 15,0-1-1-15,3 1 0 0,-1 0 0 0,1 1 2 0,3 2-2 16,0-1 0-16,0 0 8 0,0 1 0 0,1-1 1 0,0 1 0 0,2 1-5 15,1 0 7-15,-1 2 2 0,0 0-4 0,0 0 3 0,0 1-13 16,-1 1-3-16,2 1 2 0,0 1-4 0,0 0 8 0,1 0 2 0,1 2 6 16,-1 1-5-16,2 0-4 0,-2 0-15 0,2 0-16 0,0 0-20 0,1 1-31 15,0 0-36-15,1 1-66 0,2 0-78 0,3 0-56 0,2 1-3 16,3 1 76-16,6 1 16 0</inkml:trace>
  <inkml:trace contextRef="#ctx0" brushRef="#br0" timeOffset="110872.61">26022 12080 750 0,'-11'-12'114'0,"3"3"-38"0,-2-3-21 0,4 4-7 16,3 4-3-16,0 0-11 0,1 1-11 0,1 2-4 0,1 0-10 0,-1 1-19 15,1 0-14-15,0 1-10 0,2 0-4 0,0 3 7 0,1 0 8 16,2 2 7-16,-1 0 10 0,2-1 5 0,0 1-1 0,0-2 7 0,2 1 4 16,-1 0 7-16,2 0 7 0,1-1 7 0,-1 0 6 0,1-1 10 0,-1 1 0 15,-1-2 5-15,2 1 7 0,0-2-1 0,1 1 4 0,-1 0 2 16,0 0-5-16,2 0-1 0,-2 0 1 0,3 0-7 0,0 1-1 0,0-2-5 15,4 1-5-15,0 0-1 0,1-1-5 0,0-1-1 0,4 1 0 16,2-1 1-16,2-1-2 0,4 1 2 0,1-2-2 0,5-1 3 0,1 0 0 16,2-1 3-16,4-1-7 0,1-2 0 0,3 0-1 0,4-2-7 0,1 0 3 15,4 0-5-15,0 1-18 0,2-1-2 0,3 1-5 0,0-1-1 16,1 1 13-16,1 1 9 0,1 1-10 0,0 2 9 0,-1 1 2 0,1 1-11 16,-3 1 3-16,0 0-10 0,0 1-1 0,0 0 1 0,0 1 6 0,-1 0 3 15,0 2-10-15,0 0 2 0,-1 0 6 0,-1 1 7 0,-2 1 11 16,-2 1-3-16,1 1 6 0,0 1 4 0,0 0 8 0,0 1 4 0,-2-2-5 15,-1 3-13-15,1 0-5 0,-2 1-6 0,0 0-3 0,-1 0-4 16,-1 1-3-16,-1 2-3 0,2 2-6 0,-1 1 4 0,-1-1-8 0,1 2-10 16,-2 2-15-16,-1 1-39 0,-3 4-40 0,0 2-62 0,0 2-113 0,1 5-150 15,-1 1-174-15,1 5 66 0,2 6 80 0</inkml:trace>
  <inkml:trace contextRef="#ctx0" brushRef="#br0" timeOffset="111939.01">8440 12892 1094 0,'-13'-19'351'0,"3"0"-252"16,1-4 26-16,5 2-51 0,5 2-4 0,2-3-26 0,2-1-17 0,3 0-7 15,2-3-15-15,3-2-4 0,-1 2 3 0,3 1-4 0,1 3 10 16,0 2-2-16,-1 2-10 0,1 2-2 0,0 0 3 0,1 2 2 16,-1 1-1-16,2 2 3 0,-1 2-6 0,-1 0-1 0,0 1 3 0,0 2 1 0,-1 0 1 15,-1 2-3-15,2 1 2 0,0-1-3 0,0 0 3 0,0 1-3 16,3-1-7-16,-1 2 5 0,0 0-9 0,1-1 5 0,1 1-2 0,-1-1 2 16,-1 0 6-16,1-1 0 0,-3 1 6 0,-3-1 0 0,2 0-2 15,-1 0-1-15,0 0 0 0,0 0 1 0,-1 1 2 0,2-1 0 0,0 0 2 16,0 0 2-16,-1 1 1 0,0 0 3 0,0 1-6 0,1-1-1 0,0 1 2 15,2 0-6-15,1 1 3 0,1 1-7 0,2 1 2 0,3 0 1 0,0 1-1 16,2 0 1-16,0 1-2 0,1 1 1 0,2 2-2 0,0 0 2 16,0 1-1-16,1 0-3 0,1 1 3 0,0-1-6 0,2 1 3 0,-1 0 5 15,1 0-2-15,2 2 2 0,1 1-2 0,1 0 0 0,0 3 2 16,0 0 0-16,-1 2-2 0,0 2 0 0,1 1 2 0,-1 1 4 0,-1 2 2 16,-2-1-5-16,0 2 0 0,-2 0 8 0,-1 0-4 0,0 2 11 0,-3 1 5 15,-3-1-13-15,-1 1 7 0,-4 0-3 0,1 1 4 0,-2-1 7 16,-2 1 0-16,-3 1 5 0,-1 0-5 0,-3 1 10 0,-1-1 3 0,-4-1 7 15,-2-1 12-15,-3 1-4 0,-2-1-3 0,-4 1 1 0,-3 0-10 0,-2-1 0 16,-2-1 4-16,-4-2-8 0,-2 1 4 0,0-2 11 0,-4-1-4 16,-4-1 8-16,-1-1-1 0,-5-2-11 0,-3-1-2 0,-4-1-9 0,-6-2-6 15,-6-2-12-15,-5-1-2 0,-6-3 0 0,-7-2-9 0,-3-3 1 0,-7-2-5 16,-3-4-2-16,-1-4 3 0,-1-2 2 0,2-3 0 0,2-3-2 16,3-3 2-16,4-3-3 0,3-1-14 0,3-2-13 0,5 1-10 0,3-1-27 15,4 1-13-15,6 1-16 0,3-2-30 0,5 2-23 0,5-1-40 16,2-1-68-16,4 1-96 0,2-3-52 0,4-2-35 0,3-8-84 0</inkml:trace>
  <inkml:trace contextRef="#ctx0" brushRef="#br0" timeOffset="123290.29">8152 10325 175 0,'-30'-21'14'0,"-2"-1"-13"0,-6-7 10 0,5 5 1 16,6 3 0-16,-1 0-6 0,1 0-2 0,-1 3 2 0,2-1 1 0,-1 0 0 15,0 1-1-15,-2-2-2 0,-1 1 0 0,0 1-1 0,-2 0-1 0,1 1-1 16,0 0-2-16,-3 2 0 0,0 0 0 0,-4 1-2 0,1 1 1 16,-2 2-1-16,-3 0 0 0,-1 0 1 0,-3 2 0 0,0 0 2 0,-2 1 0 15,-2 1 0-15,-1-2 1 0,0 2 0 0,-2 0 0 0,0 0-1 16,-1 1 0-16,-1 0-1 0,0 1-1 0,-1-1 1 0,-1 0 1 0,1 2 1 16,-2 0-1-16,0 0 1 0,-2 2-1 0,-1 1 1 0,1 0-1 0,0 3 2 15,-1 0-1-15,0 2 0 0,0 1 0 0,0 1 0 0,0 2 0 16,0 0 0-16,0 0 0 0,1 0 0 0,-1 0-1 15,4 0 0-15,1 0-1 0,-1-1 0 0,3 2 1 0,0-1-1 0,2 1 2 0,2 1-2 0,0 0 1 16,-1 0 0-16,1 2-1 0,-1 2 1 0,3 2 0 0,0 1-1 16,1 1 1-16,-1 1-1 0,1 1-1 0,2 0 1 0,2 1-2 0,1 0-1 15,2 0 1-15,3 1 0 0,1 0 6 0,1 2-1 0,0 0 1 0,2-1-2 16,1 2-2-16,4 0-1 0,3-1 3 0,2 1 0 0,-1 0-2 16,2 2 1-16,3-1-3 0,1 1 2 0,2 1 0 0,2 0-1 0,1-1 1 15,1 1-3-15,2 1 2 0,2-2-2 0,4 3 1 0,1-1 1 16,2-1-4-16,3-1 1 0,2 0 0 0,4-1 0 0,2-2 0 0,4 1 0 15,3-3-3-15,2 0 1 0,5 0-1 0,2-3 0 0,3 1 0 0,1-2 0 16,4-1 0-16,1 1 0 0,3 0 1 0,3-1 0 0,0 0 3 16,2 2 1-16,1-1 2 0,2-2 1 0,2-1 0 0,3 0 0 0,0-1 1 15,5-1-1-15,0-1 0 0,4 0 0 0,4-1-1 0,2-2 0 16,3 0 2-16,2-2-1 0,4 0-1 0,2 0 0 0,3-2-1 0,2 1 1 16,5-2 1-16,0 0-1 0,4 1 1 0,1-2-2 0,4 0 1 0,1 0-3 15,6 1-6-15,1-1-27 0,1 1-17 0</inkml:trace>
  <inkml:trace contextRef="#ctx0" brushRef="#br0" timeOffset="147741.34">6529 12418 62 0,'-15'-13'16'0,"-1"-3"-9"15,-2-2-1-15,4 3-1 0,3 1-1 0,0-1-2 0,1 0-1 0,1 1-1 16,-2 0 0-16,1 1-2 0,0 1 1 0,-2 2 1 0,1 2 1 16,-3 0 0-16,-1 0 2 0,2 1 3 0,0 2 11 0,3 0 14 0,0 2 17 15,-1-1 18-15,1 1 8 0,2 0-1 0,-1-1-7 0,3 1-15 16,2-1-14-16,0 1-19 0,3 1-12 0,1-1-8 0,3-1-7 0,0 0 1 15,2 0 1-15,3-1 2 0,1 1 2 0,3-1-2 0,1 0 3 0,1-1 1 16,1 1 1-16,3-1-2 0,2 0 1 0,0 1-2 0,2-2 2 16,2-1 2-16,1 1 0 0,4-1-2 0,2-1 1 0,3 1 1 0,-1 0 4 15,2 2 9-15,1 0 6 0,2 2 6 0,5 0 9 0,0 1 5 16,1 1 4-16,2 1-1 0,2 0-6 0,3 0-9 0,1 1-5 0,2 0-8 16,1 1-3-16,1 0-2 0,1 1-6 0,0 0-1 0,2-1-2 0,1 1 1 15,1-1-5-15,2 1-4 0,-1-1-13 0,0 1-28 0,1 1-21 16,-3 0-13-16,0 1-4 0,1 1 11 0,-3 0 9 0,1 1 6 0,0 0 3 15,-1 1 3-15,-2-1 6 0,0 0 9 0,-1-1 9 0,0-2 11 0,-1-4 8 16,-3-3 5-16,0-3 3 0,-2-3 0 0,-1-3 1 0,-1-1 1 16,-2 0-2-16,-1-1 1 0,0 1-1 0,-3 1 0 0,-2 2 0 0,0 1-3 15,-4-1 0-15,-2 1 0 0,-1 2 2 0,-1 1 2 0,-3 2 2 0,-2 2 1 16,-4 0 2-16,-1 2 2 0,0 0 4 0,-2 2 11 0,1 0 13 16,-1 0 14-16,0 0 11 0,0 1 2 0,0 1 1 0,-1 1-1 0,-1 0-1 15,2 1 6-15,0 1 9 0,0 0 3 0,3-1-3 0,0 1-8 16,1-2-11-16,3 0-12 0,0 0-15 0,2-1-13 0,0 1-8 0,1-1-4 15,1 2 1-15,1 1 1 0,2 0-3 0,2 1-2 0,-2 0 2 0,3 0-3 16,0 0-7-16,3 0-27 0,1-1-45 0,0 1-39 0,3 1-31 16,1-2-16-16,3 1 21 0,2-1 32 0,1-1-75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1:52:47.7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5164 6719 806 0,'-23'-6'186'0,"-2"2"-178"0,-4-1-15 15,4 4-5-15,3 0 2 0,1 2 8 0,-2-1 2 0,-1 0 0 0,1 1 2 16,0-1-3-16,-2 2-5 0,-2 1-1 0,0 1-5 0,-4 1 5 0,1 2 1 16,-2-1 3-16,-1 2 6 0,0-1-2 0,-1 1 5 0,-2 1 4 15,1 1 4-15,-3 2 6 0,1 1 5 0,-2 1 1 0,0 4 1 0,0 1-1 16,-1 2 2-16,-2 1-5 0,1 3-3 0,0 0-2 0,-2 0-14 0,1 1 1 16,1 1-4-16,-1 0-1 0,1 1 6 0,0 0-3 0,1-2 3 15,2 2-3-15,2-3-3 0,2 0 0 0,2 0-2 0,2-2-1 0,3 1 1 16,1-1 4-16,2-1-2 0,3-1 0 0,1-2 3 0,2-1-1 0,2 1 1 15,0-2 2-15,1 0 0 0,2 3 4 0,2 0-4 0,1 1 4 16,1 1 0-16,1 1 0 0,1 1 1 0,2-1-8 0,1-1-2 0,1 1 0 16,2 0 1-16,1 1 7 0,2 0-1 0,1-1-3 0,2 2 0 15,2-2 0-15,2 0-2 0,0-1 2 0,2-1-2 0,0 0 1 0,2 0 0 16,3 0 0-16,0-1 0 0,1 0 0 0,3-1 0 0,0-1-4 0,1 0 0 16,3 0 1-16,1-3 2 0,0 2 3 0,3-1-1 15,0-1-4-15,1 0 1 0,1 0-2 0,2-1 1 0,1-1 1 0,4-2 2 0,0-2 0 16,1 0 1-16,4-3-3 0,1-2 1 0,3-1 0 0,2-3-1 0,4-1 2 15,0-2-1-15,2-1 0 0,0-2 2 0,1 0-1 0,2-1 1 16,-1 0 0-16,-1-1 1 0,1 0 4 0,-2-1 2 0,-1 0 0 0,0 0 2 16,-2 0-1-16,-1 1 4 0,-1-2-2 0,0 1-1 0,-3 0 0 15,1 1-2-15,-1 0-1 0,0 0 3 0,-1 1-5 0,0-2-2 0,-3 0 1 16,1 0-4-16,-2 0 2 0,0 0-3 0,-1-1 0 0,-2 0 3 0,-1-1 0 16,1-3 0-16,-3-1 4 0,-1-1 2 0,-2-2 4 0,-2-1 3 15,-1-2 2-15,-1 2 4 0,-3-3 3 0,-1-1 0 0,-4-2 2 0,-4-1-7 16,-1-2 3-16,-1-2-9 0,-3 2 6 0,-4-2 3 0,-3 0-3 0,-3-1 6 15,-2 0-7-15,-2-3-2 0,-4 2-4 0,-3-2-4 0,-4 1-4 16,-3-1-4-16,-3-2-3 0,-5 1 3 0,-3 0-7 0,-6 1 0 0,0 2-5 16,-5 1 0-16,-3 0 2 0,-2 2 0 0,-5-1-7 0,-3 2 8 15,-1 1 12-15,-3 1-5 0,0 0 13 0,0 1-3 0,0 1-9 0,1-1-1 16,0 3 2-16,1-1-3 0,1 3-9 0,3 3-4 0,1 2-12 0,1 3-23 16,0 2-27-16,-2 4-63 0,0 3-102 0,0 6-127 0,-4 4-324 15</inkml:trace>
  <inkml:trace contextRef="#ctx0" brushRef="#br0" timeOffset="17617.46">8911 5059 444 0,'-21'-10'1'0,"1"-1"-100"0,-6 1-11 16,3 1 28-16,4 5 36 0,-1 0 32 0,1 3 16 0,1 0 4 0,0 2-3 15,1 2-8-15,-1 1-7 0,2 1-2 0,-1 0-23 0</inkml:trace>
  <inkml:trace contextRef="#ctx0" brushRef="#br0" timeOffset="18350.46">8254 4831 229 0,'-14'-8'104'0,"-1"-2"-76"0,-2-4-22 0,5 2-2 16,2-1-1-16,0-1-1 0,1-1-1 0,-1 1-2 0,1-2-4 0,2-1-6 15,-2 0-7-15,0 0-7 0,-1-2-2 0,-1 0 0 0,-2 1 2 0,1-1 7 16,-3 1 7-16,-2 2 4 0,-2 1 5 0,-1 2 2 0,-4 0 0 16,-1 3 4-16,-4 1 2 0,-1 2 4 0,-3 3 4 0,-2 1 1 0,-4 1-2 15,-1 3-4-15,-3 1-1 0,-3 1-3 0,0 0 0 0,-1 0 2 16,-2 1 0-16,0 1 2 0,-2-1-1 0,1 1 1 0,2-1 0 0,-1 0-3 15,1 1-1-15,-1 1-1 0,-1 0-2 0,1 2 2 0,1 0 3 0,1 2 3 16,1 0 4-16,1 2 3 0,1 0-3 0,-1 3-3 0,1-1-4 16,2 3-1-16,0 1-4 0,-1 0 0 0,2 4 2 0,-1 2 1 0,-1 1 2 15,1 3 3-15,1-2 1 0,1 2 0 0,2-2 0 0,0 1-1 0,1 2-5 16,0 1 1-16,0 1-2 0,0 1-3 0,2 1-1 0,0-2-5 16,1 1 0-16,2 2 3 0,2 0 0 0,0 2 3 0,3-1-3 0,-1 2-1 15,1-1-1-15,-1 0 1 0,2 2 0 0,3-2 0 0,2 0 0 16,2-1 0-16,3-2 1 0,0-3 0 0,2 1 2 0,3-3-2 0,3 0 0 15,1-3 2-15,2 0-1 0,1-3-2 0,3 0 2 0,2-2-1 0,2-3 2 16,1 2 3-16,2-1 0 0,1 0 2 0,3-2 1 0,1 2 2 16,2 0 2-16,1-1 3 0,1 0-1 0,3 0 2 0,4-2-3 0,4-1 2 15,4 0 5-15,2-1-1 0,3-1 2 0,1-1-5 0,5-2-5 0,2 2-2 16,2-1-4-16,3 0-2 0,1 0-2 0,3 0-1 0,0-2 1 16,0 2-1-16,2-2 1 0,1 1 0 0,-1 1 0 0,0 1 2 0,0-1-1 15,-2 1-3-15,1 0 3 0,1 0 0 0,1 0 2 0,1 1 2 16,0-1-3-16,1 1 3 0,1 0 0 0,1-1 0 0,0-1 4 0,2-1-1 15,0-1 4-15,1-2 1 0,2 0 4 0,0-1-1 0,2-3-1 0,0 0-2 16,3-3 0-16,0-1-2 0,2-1 0 0,-1-2 1 0,1-1 2 16,1-2 3-16,0 1-4 0,0-3 0 0,0 0-2 0,-1 0 1 0,-1 0 3 15,1 0 0-15,-3 2 1 0,0 1 1 0,-1 0 2 0,-2 1 4 0,1 1 4 16,-3 0-1-16,0 1-3 0,-1 1-5 0,-2 0-2 0,-1 1-6 16,-1 1 2-16,-2 0-2 0,0 1-1 0,-2 0 0 0,-1 1-2 0,0-1-4 15,-1 0 1-15,-1 1-2 0,2-2 2 0,-3 1 0 0,1-2-2 16,-2 0 4-16,-1-1-3 0,0-1 0 0,-2-1 2 0,0-1-1 0,-3-2 8 15,0-2 0-15,-1-3 7 0,-2-1 2 0,0-1 3 0,-1-4 1 0,-2-2 0 16,-1 0 1-16,-1-2 0 0,-3 0-1 0,-3 0 2 0,-2-2-3 16,-3 0 6-16,-1 0-7 0,-1-3 2 0,-3-1 1 0,-1-2-6 0,-2 0 5 15,-3-1-3-15,-3-1 4 0,-2-1-5 0,-2-2-1 0,-4 1-4 0,-4-2-8 16,-4 0-6-16,-3-2-12 0,-3 0-10 0,-5-2-5 0,-4-1-1 16,-4 0 0-16,-5 1 1 0,-4 0 5 0,-6-1-3 0,-4 1 4 0,-5-1 1 15,-5 0-4-15,-5 2 6 0,-4-1-1 0,-4-1 5 0,-5 3 1 0,-3 0 8 16,-2-2 4-16,-5 1 2 0,-3 1 5 0,-2 1-4 0,-4 2 1 15,1 0 2-15,-3 3 0 0,0 0 4 0,-4 5 1 0,0 4 4 0,-1 4 2 16,0 5-8-16,-2 4 0 0,0 5-12 0,-1 7-5 0,-3 5-4 16,0 6-7-16,-2 6-10 0,2 4-11 0,5 5-12 0,-2 5-49 0,5 5-66 15,1 4-55-15,2 7-50 0,5 7-165 0</inkml:trace>
  <inkml:trace contextRef="#ctx0" brushRef="#br0" timeOffset="54136.3">5688 8350 858 0,'0'-1'161'0,"1"1"-147"0,1 0-11 16,1 1-16-16,1 1 3 0,0-1 6 0,0 1 1 0,0 0-1 0,-1-1 0 15,1 2-6-15,-2 0-13 0,-1 0-12 0,-1 1-4 0,-2 0 3 0,-1 1 14 16,-1 1 10-16,-1-1 8 0,0-1 7 0,-3 0 5 0,0 0 3 15,-1 0 3-15,-1-1 1 0,-1-1-2 0,-2 1-2 0,0-1-1 0,-2 1-5 16,-2-1-1-16,0 1 2 0,-3 0-3 0,-2 1 1 0,0-1 0 0,-3 1-1 16,-1-1 0-16,-1 0 3 0,0 0 0 0,-1-1 5 0,0-1 1 15,1-1 2-15,-1-1 1 0,1 0-3 0,-1-2 3 0,0 1-4 0,1-2 2 16,0 1 5-16,2-1 6 0,-3 1 8 0,2-1 3 0,-2 0-1 16,0 1-3-16,0 0-6 0,0 0-5 0,1 1-6 0,-2 1-4 0,2 0-2 15,-2 1-3-15,0 0 2 0,0 0-3 0,1 1 0 0,-1 1 1 0,1 1-2 16,-3 2 0-16,1 1-1 0,-3 2-1 0,0 1 2 0,0 1-2 15,2 1 2-15,-1 2-2 0,2 1-1 0,-1 2-2 0,3 0-1 0,0 2 2 16,2 0-3-16,1 1-3 0,1-2-2 0,3 2-3 0,-1 1-1 16,3-2 1-16,1 2-1 0,1 1-1 0,1-1 2 0,2 1 0 0,1 0 2 15,1-1 3-15,3 2 0 0,1-1 1 0,3-2-2 0,1 1 1 0,1-1 8 16,2-1-2-16,0 2 3 0,2-1-1 0,2-1-6 0,1 1 2 16,2 1 4-16,3-1-1 0,0 1 1 0,3 0 2 0,1-2 2 0,1 2 7 15,2-1 2-15,0 0-1 0,2-1 2 0,3 0-6 0,3 0-1 0,0-1 2 16,3 0-3-16,-1-1-1 0,2 1 1 0,1-3-6 0,1 3-1 15,1-1 1-15,-1 0-2 0,2 0-1 0,0 1 1 0,2 0-1 0,2-1-1 16,-1 0 4-16,2 1-1 0,0 0-1 0,2-2 1 0,1 1-4 0,0-2-3 16,0-1 2-16,3-2-2 0,2 0 5 0,1-1 10 0,0 1 0 15,0-4 1-15,0-1-1 0,2 0-8 0,-1-3 0 0,2 0 0 0,-2-2 0 16,-1-1 5-16,0-1-2 0,0-2 0 0,0 0 6 0,-1-2-1 16,1 0-5-16,-1-3-2 0,-2-1-1 0,-2 0 2 0,1 0 7 0,-2 1 6 15,-1-3 0-15,-1 0 0 0,-3-1 0 0,-1-3-1 0,-1 2-1 0,-1-3-1 16,1 1 3-16,-4-2-3 0,1 1 5 0,-4-2 6 0,-1-1-5 15,0 2 4-15,-3-1-2 0,0-1-2 0,-2 0 4 0,-4 0-4 0,-1-1 4 16,-1-1-6-16,-3 0 4 0,-3 0 1 0,-3-2-1 0,-2 2 4 0,-2-1 1 16,-2 0-6-16,-3-2-11 0,-5 0-10 0,-2-1-6 0,-4-1-6 15,-3 0-1-15,-2-1-13 0,-6 1 3 0,-3 0-7 0,-6 1-1 0,-3 0 3 16,-4-2-15-16,-4 2 0 0,-3-1-11 0,-5 1-6 0,-3 2-22 16,-4 0-27-16,-6 1-35 0,-4 2-49 0,-4 3-45 0,-5 1-244 0</inkml:trace>
  <inkml:trace contextRef="#ctx0" brushRef="#br0" timeOffset="58469.62">5170 10350 836 0,'-10'4'53'0,"3"1"-17"15,-4 2-25-15,3 1-11 0,2 0-4 0,2 0 2 0,0 0-2 0,1 1 2 16,0-1-2-16,0 1-8 0,2 0-2 0,1 0-2 0,1-1 2 16,0 0 5-16,1-2 3 0,0 0 9 0,-1-1-1 0,0 0 7 0,0 0 6 15,1 0 1-15,0 1 5 0,0-1-2 0,-1 2 2 0,1 0 0 0,0 1 2 16,0 1 3-16,1-1-4 0,0 0 0 0,0 1 2 0,2 0-4 16,0 0 2-16,0 1-2 0,3 0 1 0,1 2 2 0,2-1-5 0,0 0 2 15,4 0-6-15,2 0-5 0,2-1 0 0,4 0-2 0,1 0 3 16,2-1-1-16,3 0 2 0,2-2 1 0,3-1 3 0,2-2 4 0,2-1-10 15,1-1 1-15,2-1-6 0,0 0-2 0,2-2 3 0,2-1-4 0,0-1-7 16,1-1 1-16,0-1 0 0,1-2-1 0,-2-1 6 0,-1-1-4 0,-2-1 4 16,1-2 0-16,-1 1 3 0,-1-3-1 0,0-1-1 0,-3 0 3 15,-2 1-3-15,0-1 4 0,-2 0 2 0,1 0-1 0,-3-1-1 16,0 0 1-16,-2 0-2 0,1 0 2 0,-1 0-1 0,0-2-3 0,-3-1-2 16,0 0-3-16,-2 1 6 0,1-1-3 0,0 0-4 0,-3 1-1 0,0-1-2 15,-2-1-2-15,0 0 2 0,0-3-4 0,-2 0 4 0,-3 2-1 0,-1-2-3 16,-2 0 2-16,-1-1-1 0,-2 0 7 0,0 0 8 0,-4-1 3 15,-1-1 0-15,-3 0 2 0,-3-1 6 0,-1 3-2 0,-4-2 5 0,-2 1-1 16,-2 0 5-16,-2 0 0 0,-3 1-4 0,-4-1 0 0,-1 3-6 0,-6-2-3 16,-2 2-5-16,-3 1-9 0,-2-1-4 0,-1 2-9 0,-2 1-1 15,-4 0-1-15,-3 0 2 0,-2 3 1 0,-1 1 5 0,-2 0 9 0,0 2 6 16,-1 2 10-16,0 2-4 0,-1 0 0 0,1 3 7 0,1 0 0 16,0 1 13-16,2 2 0 0,-1 2-6 0,0 3-1 0,0 2-3 0,0 3 10 15,-2 1-2-15,2 2-3 0,-2 3-2 0,-1 2-16 0,0 2-1 0,1 3 2 16,-1 0-2-16,2 3 5 0,1 2-3 0,1 2-3 0,-1 2 0 0,1 3-1 15,2 0-5-15,2 4 1 0,2-1-4 0,3-1 1 0,0 1-1 16,3 0-7-16,4 1-5 0,0 2-5 0,3-1-18 0,2 0-2 0,2 0-19 16,3-1-25-16,2 1-16 0,2 0-41 0,1 0-33 0,1 2-32 15,1 0-33-15,1 1-100 0</inkml:trace>
  <inkml:trace contextRef="#ctx0" brushRef="#br0" timeOffset="70337.22">6317 8865 570 0,'-8'-6'15'0,"1"1"43"0,-1 0-7 0,5 1-8 0,2 2-12 0,2 0-10 16,2 0-1-16,1-1-4 0,2-1 0 0,1 0-4 0,1-1-3 0,1 2-1 16,3-2-3-16,0 1-1 0,0-1 0 0,0 0 1 0,1 2 1 15,0-1 2-15,1 1 2 0,0 0 3 0,0 0 2 0,1 0 1 0,0 0 2 16,1 0 2-16,-2 1 1 0,3-1 0 0,-1 1-2 0,1 0-1 16,-2 1-2-16,1-1-2 0,1 0-3 0,0 1-2 0,2-1 3 0,0-1-6 15,2 0 1-15,1 0-2 0,1 0-3 0,1-1 2 0,2 0 1 0,1 0-1 16,-1-1 1-16,3 0 0 0,0-2-3 0,1 0 3 0,0-1-3 15,2 1-1-15,-2-1 0 0,1 0-2 0,-1 0-2 0,1 0-5 0,0 1-1 16,0-1-7-16,0 1-15 0,0 1-27 0,-1 0-85 0,0 1-89 0,-1 1-288 16</inkml:trace>
  <inkml:trace contextRef="#ctx0" brushRef="#br0" timeOffset="101888.92">5908 9020 1271 0,'-8'2'94'0,"0"2"-9"0,0 2-19 0,2 0-8 0,1 0-2 16,2 1-5-16,0 1-10 0,2 0-11 0,1 1-9 0,0 1-10 16,2 2-11-16,1 0-2 0,2 2-6 0,1 1-16 0,2 1-36 0,2 1-78 15,3-1-99-15,2-1-114 0,2-1-355 0</inkml:trace>
  <inkml:trace contextRef="#ctx0" brushRef="#br0" timeOffset="112723.19">5696 8815 632 0,'-4'3'37'0,"-1"1"-18"0,-2 1-3 15,1 1-6-15,-1 0-3 0,1 1 7 0,-1-1 7 0,1 0 4 0,-1 0 4 16,1-3 3-16,-1 1-8 0,1-2 2 0,2 0-2 0,0 0-8 0,2 0 1 15,0 0-2-15,0 1 2 0,1-2 3 0,1 0 4 0,-1 1-3 16,2-1-8-16,1 1-3 0,0 0-2 0,2 0-3 0,1 0 1 0,3-2-6 16,1-1-3-16,0-1-12 0,3-2-24 0,-1-2-52 0,1 3-79 0,2-3-108 15,-3 2-118-15</inkml:trace>
  <inkml:trace contextRef="#ctx0" brushRef="#br0" timeOffset="138258.07">4529 11341 455 0,'-31'-9'-52'0,"-1"1"132"0,-6-2 2 0,7 2 8 0,4 2-22 15,2 0-14-15,0 1-7 0,2 1 2 0,1-1-1 0,2 0-5 0,2-1-2 16,2 2-7-16,2-2-7 0,3 0 0 0,2 0-6 0,1 0-4 0,4-1-7 16,0 1-5-16,2-1-2 0,2 1-4 0,1-2 1 0,4 1-1 15,0-3 1-15,4-2 0 0,2 0 1 0,2-1 5 0,2 2-1 0,0-1 0 16,4 2 3-16,-1 0-7 0,2 0 3 0,1 0 5 0,2 1-5 0,0-2 5 16,3 0 0-16,2 0 2 0,-2 0 2 0,4 0 1 0,-1 1-3 15,3-2-2-15,2 2 2 0,1-2-2 0,3 2 5 0,-4 0-2 0,2 2-2 16,-1-1 7-16,0 1-6 0,2 1 0 0,-1-1-5 0,1 1-3 15,0 1 4-15,1 1 3 0,0 0 2 0,0 3-5 0,0 0-3 0,-1 2-7 16,-2 2 2-16,2 0 3 0,-2 2 4 0,2 2-2 0,-4 1-5 0,1 2-1 16,-2 1 0-16,1 1 3 0,0 1 0 0,-1 1-2 0,0 3-1 15,-1 0 0-15,0 2 0 0,0 2-1 0,-2 3-1 0,0 1 3 0,1 1 2 16,-2 0 1-16,1-1-6 0,-1 2 2 0,-4-1-1 0,1 2 0 0,-3 0 5 16,0 3-2-16,-2-1-1 0,-5 1-5 0,-1 1 5 0,-4-1 0 15,-3 1-1-15,-2 3 7 0,-4-1-2 0,-4 2-2 0,-4 0 1 0,-4 2 2 16,-5 0-11-16,-1 2 4 0,-6 0 0 0,-2-1 1 0,-4-1 0 0,-2-2 1 15,-4 0 0-15,-2 1-4 0,-3-3 1 0,-3-1-4 0,0-2 7 16,-3-2 3-16,-1-2 1 0,-1-1 7 0,1-2-7 0,-1-3-1 0,-2-2 2 16,0-2-1-16,0-3 1 0,-2-3 3 0,0-3-5 0,0-2-2 15,-1-4-1-15,1-4-9 0,1-3-2 0,0-5-3 0,0-3-10 0,3-3-6 16,-1-5-5-16,2-1-17 0,3-7-26 0,2-1-25 0,3-6-19 0,6-5-37 16,5-5-18-16,7-3-25 0,7-4-112 0</inkml:trace>
  <inkml:trace contextRef="#ctx0" brushRef="#br0" timeOffset="151191.66">4763 12328 1159 0,'-29'-4'34'0,"1"0"-2"0,-7 0-1 16,9 1 2-16,2 3 8 0,4-1 6 0,-1 1 1 0,3-1-5 0,2 1-6 15,3-1-8-15,0-1-11 0,2 1-4 0,1 0-6 0,3-1-5 16,2 2 1-16,1-1-4 0,2 1 1 0,0 0-6 0,0 0-4 16,2-1-4-16,1 1 0 0,1 0 2 0,0 0 3 0,2-1 3 0,2 1 1 0,2-2 7 15,3 1-2-15,4-2 7 0,2-1 2 0,2-1-7 0,5-1 8 16,2-1-2-16,3-1 2 0,3-1 0 0,2-1-1 0,3 2 5 0,3-1-5 16,1 1-2-16,3 0 6 0,0 0-8 0,3 2 2 0,0 1-2 15,1 2-6-15,-1 0 1 0,3 2 2 0,-3 1 1 0,0 1-4 0,-2 1-4 16,0 2 1-16,-2 1 2 0,-1 1 2 0,-1 0 2 0,1 1-6 0,-3 1 4 15,0 1-4-15,0-1 5 0,0 2 1 0,-1-1-5 0,-1 2 6 16,1-1-2-16,0 0-1 0,-1 0 3 0,0-1-3 0,0 2 0 0,-4 0 4 16,1 0-1-16,-2 0 4 0,0-1-2 0,-1 0-2 0,-2 0 0 0,-1 2 4 15,-2-1-3-15,-3 1 4 0,0 0-1 0,-2 1-3 0,-3 1 3 16,-1 0 2-16,-3 0 1 0,-1 2-2 0,-3 0-2 0,-3 2-1 0,0-1 2 16,-3 3 0-16,-3 0 3 0,-2 0 1 0,-3 0-4 0,-3 2 7 15,-1-1-2-15,-5 2-2 0,-3 1 0 0,-3 0-6 0,-2 1-6 0,-5 0 1 16,-4 1 0-16,-2-1-10 0,-3-1 10 0,-4-1-2 0,-1-1-4 0,-3 1 1 15,-2-2-5-15,-2-2 2 0,-2-1 2 0,-1-2 0 0,-3-2 6 16,1-1 2-16,-2-1-2 0,-1-2-2 0,1 0 2 0,-1-3 2 0,0 0 2 16,0-2 1-16,0-2 3 0,1 1 4 0,0 0 7 0,2-2 4 0,1-1 2 15,3-1 7-15,3-1 5 0,1 0 11 0,3-1 9 0,2 0 1 16,3-2-2-16,2 1-7 0,4-1-6 0,1-1-10 0,4-1-10 0,2 0-5 16,3-1-7-16,1 0 1 0,3-1-4 0,1 1 0 0,1 0-7 0,0 0-2 15,2 0-7-15,-1-2 2 0,1 0-3 0,3-2-11 0,1 0-5 16,2-2-5-16,2-2-7 0,3-2-1 0,1-4-12 0,3 0-17 0,3-3-17 15,3-3-27-15,4-2-29 0,5-2-153 0,3-3 4 0,5-1-18 16,2-3-35-16,3-5-106 0</inkml:trace>
  <inkml:trace contextRef="#ctx0" brushRef="#br0" timeOffset="-206384.3">8095 9568 1892 0,'-23'1'259'0,"0"2"-205"0,-4 0-46 16,8-1-9-16,4 0 0 0,3 0-4 0,1 0 4 0,3-1-2 15,0 1-3-15,1-1-10 0,2 0-19 0,1 0-25 0,1 1-10 0,1 1 1 16,-1 2 11-16,2 1 23 0,1 1 14 0,1 1 9 0,2 3 5 16,3 3 2-16,1 1 6 0,2 1 6 0,3 1 3 0,2 2 4 0,3 1 3 15,2 0-1-15,1 2 6 0,4 1-4 0,1 0-3 0,2 1-2 0,3-2-8 16,2 0-3-16,2-2 0 0,3-2-4 0,-1-1 2 0,3-2-1 16,-2-1 1-16,0-3-3 0,1-1 5 0,-4-2-2 0,1 0 1 0,-2-2 3 15,0-1 3-15,-3-1 7 0,0-1 10 0,-3 0 15 0,-1-1 11 0,-3-1 8 16,0 1-1-16,-3 0-1 0,-3 0-14 0,-1 1-4 0,-2-1-5 15,-3-1-7-15,-1 2 2 0,-1 0-8 0,-1 0-2 0,0 1-4 0,-1-1-4 16,-2 1-3-16,-1 1-2 0,-1 0 0 0,-2 0 2 0,-1 2-11 16,-3 0-2-16,0 2-21 0,-3 0-19 0,-3 3-17 0,-3 1-27 0,-2 0-15 15,-2 1 4-15,-5 1-9 0,0 2-10 0,-4 1-22 0,-3-2-50 0,-1-1-48 16,-2-2-38-16,0-2-90 0,-2-4-127 0</inkml:trace>
  <inkml:trace contextRef="#ctx0" brushRef="#br0" timeOffset="-206233.3">8122 9602 2004 0,'-10'2'245'0,"1"0"-233"16,0 1-55-16,7-1-10 0,5-2 5 0,4 0 16 0,3-1 9 16,6-1-10-16,2-2-53 0,6 0-68 0,1-3-83 0,2-1-67 0,2-2-18 15,1-2 4-15,4 1 48 0,0-1-32 0</inkml:trace>
  <inkml:trace contextRef="#ctx0" brushRef="#br0" timeOffset="-205784.4">7525 9328 1105 0,'-17'-20'57'16,"0"-5"-51"-16,0-8-10 0,8 3-2 0,5 1 13 0,4 1 5 0,3-1 6 0,4 2 9 15,3-2-9-15,5 1-2 0,5-2-6 0,3 2-6 0,5-2-8 0,2 3 4 16,5-1 0-16,3 1-4 0,4 1 14 0,3-1-6 0,2 4-3 16,2-1-1-16,3 3-4 0,3 2 2 0,4 2 2 0,0 3 1 0,3 4 0 15,0 2-1-15,3 2-1 0,2 6-3 0,1 3 2 0,2 5-5 0,0 6 1 16,1 7 5-16,2 6-3 0,-1 4 3 0,1 7-4 0,0 3-8 15,-2 5 9-15,-1 4-2 0,-2 2 3 0,-3 2 5 0,-3 2-3 0,-2-2 8 16,-4 0 3-16,-4-2 4 0,-5-2 11 0,-5-4 14 0,-5 0 20 16,-5-4 26-16,-3-2 34 0,-7 2 20 0,-1-4 7 0,-6 2 2 0,-5 2-26 15,-4 0-16-15,-3 3-20 0,-3 2-16 0,-4 5-16 0,-3 0-23 0,-5 3-11 16,-5 3-11-16,-5 2-1 0,-4 3 2 0,-4 3-9 0,-4 1 2 16,-4 1-9-16,-5-2-7 0,-2-2-1 0,-2-5-10 0,-4-3 0 0,-4-8-5 15,-1-4 6-15,-1-5 8 0,-3-6-5 0,-3-5 12 0,0-6 1 0,-4-5-1 16,1-5 10-16,-4-6-5 0,-3-6 9 0,1-4 4 0,-3-7-1 15,0-5 10-15,-4-6 1 0,-1-5-2 0,-1-5 13 0,3-5 6 0,1-3 1 16,3-3 4-16,5-5-2 0,5-4-5 0,3-3-7 0,5-5-22 16,4-2-12-16,6-2-36 0,6-2-14 0,4-1-43 0,6-1-66 0,3 1-116 15,5-3-195-15,3-2-184 0,3-5-52 0</inkml:trace>
  <inkml:trace contextRef="#ctx0" brushRef="#br0" timeOffset="-134695.78">5674 7410 78 0,'-2'-1'18'0,"0"-1"-7"16,1 0 9-16,1 2 9 0,1-1 7 0,0 1 1 0,-1 0-8 0,0 0-5 16,0 0-1-16,1 1 1 0,0-1 2 0,0 0 4 0,0 0 5 15,-1 0 6-15,-1 0 5 0,1 0 7 0,0 0 3 0,1 0 2 16,-1 0 2-16,1 1-2 0,1-2-2 0,-1 1-5 0,3-1-6 0,0-1-7 15,0 0-9-15,2-1-8 0,-1 0-7 0,0 0-3 0,3-1-4 0,0 0-1 16,0-1 0-16,1 0-2 0,1 0-1 0,1-2 4 0,0 2-2 0,2-3 5 16,2 0 3-16,1-3 3 0,2 1 2 0,1-1 2 0,3-1 1 15,-1 0 3-15,1-1 4 0,2-2 0 0,0-1 2 0,4-1 1 0,-1 0 3 16,3-2-3-16,1 1 1 0,2-3-4 0,-1 1-1 0,2 2-1 16,0-1-2-16,-1 1-5 0,2-1-3 0,-2 2 4 0,1 0 1 0,-1 1 3 15,0 1 6-15,0-2-13 0,1 0-1 0,-1-1-1 0,-2 3-3 0,-1-1 0 16,-1 1-6-16,-2 1 1 0,2 1-3 0,-4 0-2 0,1 2 0 15,-1 2 2-15,-2 1-6 0,-1 0 5 0,-1 2 0 0,-2 1-3 0,0-1 5 16,-2 0-6-16,-2 1 3 0,0 0 1 0,-2-1-2 0,-2 1-1 0,-1 0 1 16,0 1 1-16,-1 0-4 0,-2 0 8 0,-1 1-5 0,-2 0-4 15,-2 1 3-15,-1-1 0 0,0 0-1 0,-1 0 6 0,0 0-3 0,-2-1-2 16,1 0 5-16,-2 0-4 0,-1-1-1 0,0 1 3 0,-1-1-4 0,0 1 2 16,1-2-5-16,-1 1 0 0,1 0-3 0,-1 1 2 0,1 0-1 15,-1-1-6-15,0 1-9 0,0 0-14 0,-1-1-19 0,1 1-26 0,-2-1-19 16,1-1-17-16,-1 1-10 0,1 0 1 0,2-1-4 0,-2 1-1 15,1-1-1-15,0 0-4 0,-1-1 6 0,0 1 8 0,-1-1 13 0,0 0 8 16,0 0 6-16</inkml:trace>
  <inkml:trace contextRef="#ctx0" brushRef="#br0" timeOffset="-134013.21">6760 6490 69 0,'-10'-9'43'0,"0"0"-8"15,-1-2-7-15,1 3-5 0,0 1-8 0,1 3-6 0,0-2-5 0,0 2-5 16,0 0-1-16,-1 1-3 0,1 1-1 0,1-1-2 0,1 1-2 16,2 0 1-16,0 0-3 0,3-2 1 0,1 1 1 0,0-1-2 0,2-1 2 15,0 0 4-15,2-1-1 0,1-1 5 0,-1 2 1 0,2 0 4 0,-1-1 5 16,2 3 4-16,0-1 6 0,-1 1 4 0,2 2 11 0,-1-1 4 15,-1 2 5-15,1 0 1 0,1 0-3 0,1 1 1 0,-1 1 5 0,1 0-4 16,0-1-4-16,1 2 1 0,-1-1-8 0,3 0 1 0,0 1-2 0,0 1-4 16,2 0 1-16,-1 1-4 0,1 1 1 0,1-1-5 0,0 2-1 15,2-2-2-15,0 1-3 0,0 0 7 0,2 0-2 0,0 0 0 0,1-1 6 16,2 0-1-16,-1 0 4 0,1-2 5 0,1 2 0 0,0-2 2 0,2 0 1 16,2-1-1-16,-2-1 1 0,2 0 0 0,-3-1 3 0,0 0-4 15,-1-1 0-15,-2 0-3 0,1 0 0 0,0-2 3 0,-2 1-4 0,-1 0 4 16,-2 0-6-16,-2 0 1 0,-3 0-2 0,1 0-6 0,-3 2-5 15,0 0-3-15,-1 0-6 0,-2 1-4 0,0 1-1 0,-4 0-1 0,0 1-1 16,-1 0 4-16,-2 1 3 0,-1 2-6 0,-1 2-1 0,-4 1-4 0,-2 2 0 16,-2 1 2-16,-3 0-1 0,0 2 4 0,-2 0 2 0,-2 1-1 15,-1-2 4-15,0 0 1 0,-1 1-1 0,0-2 5 0,1 0 0 0,0-1-1 16,1 0 3-16,0-1-3 0,3 0-3 0,0-2-2 0,0 0-1 0,1-2-3 16,3 0 3-16,1-2-1 0,1 1-2 0,3-2-1 0,1 0-3 15,0 0-2-15,3 0-4 0,0-2 5 0,2 1 0 0,0-1-2 0,0 1-1 16,1 0 4-16,1-1-2 0,0 1 1 0,1 1 4 0,0-1-5 15,1 1 5-15,-1 0-3 0,1 1 2 0,0 1 1 0,0-1-3 0,-1 1 4 16,1 1 1-16,0 0-2 0,-1-1 1 0,1 0-1 0,-1 0 3 0,1-1-7 16,1 0 1-16,0-1 2 0,0 1 0 0,0-2 3 0,1 1-1 15,-2-1 1-15,1 0-2 0,0-1 2 0,1 0 1 0,-1 0 1 0,-1-1 2 16,0 0-1-16,1 0 0 0,-1 0 0 0,0 1-1 0,1-1 1 0,-1 0-2 16,0 0 1-16,0 0 0 0,0 0-4 0,0 0 2 0,0 0-3 15,-1 0 0-15,1 1 3 0,0-1-3 0,-1 1 4 0,-1 1-6 0,2-1 1 16,-1 0 2-16,0 0 1 0,1 1 1 0,-1-1-4 0,1 1 3 15,-2 0-1-15,2 0 0 0,-2 1 0 0,1 0 1 0,1 1 1 0,-2-1-4 16,1 1 2-16,0 1 2 0,-1-1-2 0,1 1 2 0,0 0-4 0,0 1-1 16,-1-2 1-16,0 2 4 0,-1-1-3 0,1 2 3 0,0-1-2 15,-1 0 0-15,1 0 0 0,0 0-1 0,-2 0 0 0,1-2-2 0,-1 1 6 16,0-2-3-16,1 1-1 0,-1 1 2 0,0-1-1 0,0 1 2 16,-1-1-2-16,1 0 2 0,-1 1-1 0,1 0-4 0,-1 0 7 0,-1 0-2 15,0 0-6-15,0-1-3 0,1 0-2 16,1-1 3-16,-1 0 2 0,1 0 4 0,1 1 0 0,1 0 0 0,-1 0-1 0,1 1-1 0,0-1 6 15,-1 1-1-15,1-1-3 0,0 0 0 0,0 0 0 0,0 0 0 0,-1-1 2 16,1 0-4-16,-1 0-5 0,0-1 2 0,1 0 1 0,-2 0 2 0,1-1-3 16,-1 0-9-16,0-1 0 0,0 1-17 0,-1 0-23 0,1-1-35 15,0 0-28-15,-2-1-28 0,1 1-19 0,-1 0-18 0,-1 0-24 0,1 1-28 16,-1-1-119-16</inkml:trace>
  <inkml:trace contextRef="#ctx0" brushRef="#br0" timeOffset="-65693.14">6013 8569 4 0,'-1'-1'5'0,"1"1"0"0,-1 0 0 0,1 0-1 15,0 1-2-15,0 1-1 0,0 1 2 0,0 1-1 0,1 1 0 16,-1 3-1-16,0 1-1 0,0 1 1 0,-1 1 0 0,-1 0 2 0,1 1-1 15,-1 1 1-15,-2 0 0 0,2 1-1 0,-4-1 0 0,1 0 1 0,0-1 2 16,-1-1 3-16,2-1 4 0,-2-1 2 0,1 0 3 0,0-2 5 16,-1 1 4-16,2-2 8 0,0-1 4 0,-1 0 4 0,0-1 1 0,0 0-1 15,-1-1 2-15,2 0-4 0,0-1-1 0,0 0-6 0,0-1-4 0,1 1-2 16,0 0-5-16,1-1-1 0,1 1-4 0,-1 0-5 0,1-1 2 16,-1 1-4-16,1-1 1 0,0 2-2 0,1 0 0 0,-1 0 1 0,0 1 0 15,-1 0 0-15,1 0 1 0,0-1-2 0,1 0 0 0,-1-1-3 16,1-1 3-16,-1 0 0 0,2-1-1 0,0-1-1 0,-1-1 0 0,3-1-1 15,0-2 2-15,-1-1 3 0,2-1 2 0,0-1-2 0,0 0 3 0,2-2-3 16,-2 0 2-16,1-1 1 0,-1 1 0 0,1 0 3 0,0 2 2 16,-1-1 3-16,0 1 3 0,-1 1 1 0,-1 0 0 0,1 1-2 0,0 0 0 15,-1 1-1-15,0 0 5 0,0 1 0 0,-1 0 2 0,1-1-2 0,1 1-3 16,-1-1-2-16,-1 0-1 0,1 0-4 0,0-1-3 0,0 0-2 16,2 0-1-16,-1-1 1 0,1 1-6 0,2-3-3 0,1-1 3 0,0-1-3 15,1-2-2-15,0 0 2 0,2-1-2 0,0-1-1 0,2 0 3 16,0-1-3-16,0 1-1 0,2 0 1 0,0 0 4 0,0 0-5 0,0 1 4 15,1-2 3-15,0 0-3 0,1 1 7 0,-1 0-4 0,2 0-1 0,0-1 2 16,-1 1-8-16,0 1-3 0,2-1 9 0,1 0-3 0,0 0 13 16,0 1 2-16,1-2-6 0,-1 0 0 0,3-1 2 0,2 0-2 0,1 0 0 15,1-1-1-15,0 0-6 0,1-1 5 0,1 1-5 0,-1-1-2 0,5 1 2 16,1-3-5-16,2 0 0 0,4 0 1 0,1-2 2 0,2 1 2 16,1 0 0-16,1-1 0 0,1 2-7 0,3 0 4 0,2 0-1 0,0 1 0 15,2-2 3-15,-2-1-5 0,-1-1 1 0,3-3-1 0,-1 2-5 0,1-1 8 16,-1 1 0-16,0 1 1 0,0 0 8 0,2 0-3 0,0 0 1 15,1 0 5-15,1 2-2 0,0 0 1 0,1 1 2 0,0 2-8 0,1 0 2 16,2 0 0-16,2 2 1 0,0 1-3 0,1-1 0 0,3 2-2 16,0 2-3-16,2-1 2 0,2 2-1 0,0 2 0 0,2 1 4 0,-1 2-5 15,2 1 4-15,-1 1-4 0,2 3 1 0,0 2-2 0,-2 0-2 16,1 2 1-16,-1 0 1 0,-1 2 1 0,1 1-2 0,-1 1 2 0,0 1-3 16,0 1 0-16,-1 1 2 0,1 2 2 0,-1 1-5 0,-2-2 4 0,0 3 2 15,-3-2-4-15,1 1 0 0,-3 1 0 0,0-2 1 0,-1 3 2 16,-2 0 2-16,-1 0-1 0,-1-1-4 0,-2 0 0 0,0 2 0 0,-1 0 7 15,1 1-2-15,-1-2 3 0,0 2-4 0,0 1-4 0,-1 0 4 0,-1 0 0 16,-2 1-7-16,-1 1 3 0,-2-1-1 0,-1 3 9 0,-1 1 12 16,-1 0-2-16,-1 3 2 0,-1 1-13 0,-4 0-1 0,1 2 1 0,-3 0-1 15,-3 2 3-15,0 1 2 0,-4 2-6 0,2 0 4 0,-3 1-4 0,0-2 1 16,-2 0-3-16,-3 2-2 0,-1-2-1 0,-3 3 0 0,0-2 1 16,-2 0-8-16,0-1 14 0,-3 0-1 0,0-1 2 0,-3 3 9 0,-1 0-14 15,-2-1 0-15,-2 1-3 0,-2-1 1 0,-2 1 5 0,-1 1 1 0,-1 0 4 16,-1-2 2-16,-1 1-3 0,-2-1 4 0,-1 1-1 0,0 0 1 15,-2 1 1-15,1 0-6 0,-2 0-4 0,0 0 14 0,-1-1-4 0,1 3 7 16,-3-1 0-16,0-2-15 0,0 2 1 0,-2 0-4 0,1 2 2 16,1 0-2-16,-2 0-1 0,0 0-1 0,-1-2 1 0,1 1 0 0,-1-1-5 15,-1 1 2-15,-2 0 0 0,1-2-6 0,-2 2 12 0,1-3 2 0,-1 0-1 16,3 0 4-16,-1-2-7 0,0 1-4 0,2-3 2 0,-1 2 1 16,-1-1-3-16,-1 2-2 0,0-2-1 0,2 0 5 0,-1-3-2 0,1 1 4 15,0-2-4-15,0 2 3 0,-1-2 0 0,1 2-3 0,-1-1 0 16,0 1-10-16,0-1 1 0,-1-1 18 0,1 1 0 0,1-1 6 0,1 1 4 15,0 0-17-15,0 1-1 0,2-1-1 0,-2 1 0 0,1-1 0 0,0 4 2 16,2 0-2-16,0 0 1 0,0-1-1 0,1 0 0 0,1-2 2 16,-1 1-2-16,2-1-2 0,1 1 2 0,-1-1 0 0,0 1-3 0,1-2-3 15,1 0 0-15,-1 0 6 0,2-1-1 0,-2 0 8 0,2 0-1 0,0-1-4 16,-2-1 1-16,1-1-5 0,0 0 5 0,1-4-1 0,1 2 1 16,1-2-3-16,0-2-2 0,1 0 1 0,1 0 2 0,1-4-1 0,0 0 3 15,0 0-4-15,0-2 2 0,1 0 2 0,0-2-3 0,1 0 9 0,-1 0-5 16,1-1-3-16,0 0 2 0,1 0-4 0,0 0-2 0,0-1-1 15,2 2 1-15,-1-1 3 0,0 0 0 0,0 0 3 0,-1 0-3 0,0 0-3 16,1-1-3-16,0 1 2 0,0-1-2 0,0 2-5 0,-1-1 2 16,0 0-3-16,0-1-1 0,-1-1 1 0,1 0-3 0,0 0-3 0,-1 0 0 15,1-1 0-15,-2-1-10 0,1 0-1 0,0-2-5 0,0-1-7 0,1 1-4 16,-1-1-1-16,0 0-6 0,-1-1 2 0,1 0 8 0,-1-1 2 16,0 0 8-16,0 1 5 0,-1-2 5 0,0 1 5 0,0 0 2 0,0-1-1 15,-1 1-4-15,2-2-8 0,-2 1-10 0,1-1-5 0,0 1-7 0,-1-1-16 16,2 1-8-16,-1 0-19 0,1-1-3 0,0 0-8 0,0-1-11 15,0 0-10-15,1-1-20 0,0 1-6 0,1-1 5 0,0 1 8 0,1 0-86 16</inkml:trace>
  <inkml:trace contextRef="#ctx0" brushRef="#br0" timeOffset="-65225.12">10875 11319 1564 0,'-33'1'10'0,"3"0"33"0,-4 2 2 0,15-1-2 0,9 0-10 0,2 0-19 15,2 1-6-15,2 0-8 0,2 0-5 0,1 1-7 0,1 2-1 0,1 2 0 16,0 2-8-16,2 2 2 0,0 0-9 0,1 1-7 0,1 2 0 15,-2 0 3-15,0 0-1 0,-1 1 4 0,0 2 1 0,-1 0-1 0,0-1 11 16,-1 2 7-16,-1-1 6 0,0-1 4 0,-2 0 2 0,0-2 5 0,-1 1-3 16,0-1 1-16,0 1 1 0,1 0-2 0,-1-1 1 0,0-1 0 15,1 0-2-15,-1 1 5 0,1-2 8 0,0-1 1 0,0-2 1 0,1-1 0 16,0 0 1-16,1 0-1 0,0-1 4 0,1 0-3 0,0-1-3 0,1-1 0 16,0 0-1-16,2 0 0 0,0-1 0 0,0 1 2 0,2-2 1 15,0 1-1-15,1-1 5 0,0-1 4 0,1 0-2 0,1-2 5 0,0-1 3 16,1-2-1-16,1 0 5 0,1-2-5 0,3-1 5 0,0 0-9 15,1-1-2-15,1-2-2 0,2 1-1 0,0-1-2 0,1 0-8 0,0 0-2 16,0-1-4-16,0 1 1 0,0-1 0 0,1 2 0 0,0-1-4 0,2 1-2 16,0-1 3-16,-1 1-1 0,0 1-7 0,0 0 8 0,0 1-3 15,1 1 0-15,-2 0 0 0,0 2-5 0,-1 0-1 0,0 2-3 0,-1 1-2 16,1-1-5-16,-1 2-4 0,-2 0-6 0,1 1-18 0,-1 2-11 0,0-1-26 16,-2 2-34-16,0-1-31 0,-1 0-54 0,0 0-38 0,0 0-33 15,0 1-6-15,0-2-18 0,0 0 26 0</inkml:trace>
  <inkml:trace contextRef="#ctx0" brushRef="#br0" timeOffset="-32840.67">5174 13713 205 0,'-12'-3'59'0,"1"0"-41"0,-4 0-17 0,3-1-6 16,2 0-7-16,0 1-2 0,0-1-3 0,0-1-3 0,-1 1-3 0,-1 0-2 16,0 0 2-16,0 1-1 0,0 0 0 0,0 2-3 0,-1-1 0 15,-1 2 5-15,0 0 10 0,1 1 7 0,-1 0 3 0,1 0 3 0,1 1 5 16,-1 0 6-16,-1 2 12 0,-1 1 11 0,0 0 1 0,1 1 6 0,1-1 3 15,-2 1-1-15,0 0 5 0,-1-1 1 0,2 2 0 0,-2-2 3 16,1 1-4-16,0-1-3 0,2 1 3 0,-3 0 1 0,1 0 0 0,0 0 6 16,1-1 3-16,0-1-2 0,-2 1-4 0,0 0-4 0,2 1-4 15,-2-1-4-15,2 1-4 0,-1 0-6 0,2 0 2 0,0 2 5 0,0-1 7 16,0 1 6-16,1 0-5 0,2 1-3 0,-3 1-9 0,0 1-5 0,1 0-5 16,-1 0-5-16,2 0-6 0,-1 1-2 0,1 0 0 0,2 1 0 15,-1 1-1-15,0-1-1 0,2 2-1 0,-2 0-4 0,1 0 3 0,1 0-4 16,-1 1-3-16,2 1 1 0,-2-1-3 0,4 1-5 0,-1 0 10 0,0 0-11 15,1-1 2-15,0 2 5 0,1-1-8 0,0 1 6 0,1-1 3 16,1 2-1-16,1-1-2 0,0-2 3 0,1 2-1 0,0-1 0 0,1 0 2 16,1 0 1-16,1 0 1 0,1 0 3 0,1 0-1 0,-1 0 3 0,2 0-6 15,0 1 4-15,1-2 1 0,3 2-5 0,0-1 4 0,1-1-4 16,2 0-9-16,-1-1 2 0,0 0 0 0,1-1-1 0,1 2 9 0,1 0-1 16,0 0 0-16,2-1-2 0,0 1-6 0,0 0 3 0,0-1 0 15,1 0-1-15,2 0 4 0,1 0-1 0,2-2-5 0,2 1 2 0,0-2 2 16,1 2 0-16,-1-2 2 0,2 1-5 0,-1-2-2 0,2 0 0 0,1 0 3 15,-1 1 2-15,3-1 0 0,-2-1 6 0,3-2-3 0,-2 1 4 16,2-2 1-16,0-1-2 0,1 1 2 0,2-2 3 0,-2 0 2 0,3 1-3 16,-2-2 1-16,2 1-2 0,0-1 6 0,0-2 9 0,0-1 10 0,0-1 5 15,2-1-5-15,0 0-6 0,1-1-10 0,1-2 7 0,0 0 5 16,0-2-1-16,2 0 4 0,-1-2-12 0,1 0 2 0,1-2-4 0,-1 0-5 16,1 0-2-16,1-2-7 0,0-1 1 0,-1 0 0 0,0-2 8 0,2 0-5 15,-1-1 0-15,1-2 2 0,-1 2-2 0,1-2 2 0,-2 0 1 16,-1-1 0-16,1 1-9 0,-1-1 5 0,-1 1-2 0,1-1 2 0,-2 0-2 15,-1 0-7-15,-1 3 5 0,-1-2-2 0,-1 0 8 0,1 1 6 16,-2-2-5-16,0 0 7 0,-3 0-1 0,0 0 4 0,-3 1-3 0,0-2-4 16,-2 3 2-16,0-1 2 0,-3-1 2 0,-1 1 2 0,-1 0 1 0,-4-2 1 15,1 1 1-15,-1-1 1 0,-1-1 1 0,-2-1-7 0,-1 2-1 16,-2-1-2-16,-2 3 2 0,-3 0 3 0,-2-1 0 0,-1-1-1 0,-1 0-1 16,-3-2 3-16,-1 0-4 0,-2 2 3 0,-2-2-2 0,-2 1-14 0,-1 2 14 15,-4-1-1-15,-2 1-4 0,-1 0 8 0,-2-1-8 0,-1 1-2 16,-3 0 2-16,1 1 0 0,-4-1-12 0,-3 2 1 0,-1 1 0 0,-3 0 1 15,-2 1 0-15,-1 0-9 0,-2 2-4 0,-2-1-1 0,-2 0 4 16,-1 1 10-16,0 1-4 0,0-1 2 0,-2-1-4 0,-2 0-2 0,-2-1 12 16,-1 2-7-16,-1-1 3 0,2 1 0 0,-2 2-3 0,-1 0-1 0,-2 0-3 15,-1 0 1-15,-2 2-5 0,1 1 3 0,0 2 2 0,-1 1-2 16,-2 2 1-16,-1 1-1 0,0 2-6 0,-2 1 3 0,1 2-8 0,-2 3-10 16,-1 2-9-16,0 2-13 0,-1 3-6 0,1 2-12 0,-2 5-18 0,0 5-27 15,-2 3-26-15,-1 5-29 0,1 2-27 0,-3 5-34 0,1 5-41 16,2 6-42-16,-2 4-48 0,2 6-68 0</inkml:trace>
  <inkml:trace contextRef="#ctx0" brushRef="#br0" timeOffset="18028.93">4788 13917 609 0,'6'-14'62'0,"3"0"-40"0,5-7-16 0,4 1-3 0,1 0 1 0,2-2 4 16,4 0-3-16,-2 0 0 0,4 0 0 0,1 0-4 0,1 3-1 0,1 0-6 15,1 1 3-15,-1 2 1 0,1 1 2 0,1 1 4 0,2 3 0 16,1 1 4-16,1 2 4 0,-2 3 3 0,1 1 2 0,2 1 2 0,0 2-1 15,3 0-3-15,-1 2-1 0,2 1-4 0,1 2-1 0,0 0-3 0,1-1-8 16,1 2-2-16,0 0-1 0,2 2 1 0,-2 2-2 0,1 2 0 16,-1 0-3-16,-4-1-1 0,2 1 2 0,-2 0 4 0,-1-2 1 0,0 1 3 15,-3-2 3-15,1 1 1 0,-1-2 0 0,-2 1 3 0,0-1-1 16,-3 1 0-16,0-1 1 0,-3 1 1 0,-2 1 4 0,-1 1 0 0,-2 1 1 16,-1 3 1-16,-4 0 2 0,-3 1 3 0,-3-1 2 0,-2 2-2 0,-3 3-1 15,-2 0-4-15,-4 1-11 0,-2 2 3 0,-3 1-4 0,-2 3-6 16,-2 3 2-16,-3 0-16 0,-3 2-11 0,-2-1-10 0,-4 2-11 0,-1-1-4 15,-1 1 10-15,-1 1 8 0,0-2 12 0,0 1 5 0,-1-2 5 0,-1-2 9 16,0 0 2-16,-1-3 5 0,1-1-1 0,0-1 1 0,1-1 1 16,-2-2 5-16,1-3 3 0,1-1 4 0,-2-2 10 0,2-3 2 0,-2-3 3 15,1-3 5-15,1-2-6 0,0-1 3 0,0-1-7 0,0-2-3 16,-1 0-5-16,0 0-2 0,-2-1 7 0,2 1-3 0,0 0 3 0,2 0-4 16,1-1-5-16,-1 1-6 0,2 0-4 0,-1-1-8 0,1 1-3 0,2 1 1 15,-1 0-12-15,1-1-14 0,1 1-12 0,1-1-32 0,0 0-43 16,1 0-48-16,2 0-86 0,-1-1-52 0</inkml:trace>
  <inkml:trace contextRef="#ctx0" brushRef="#br0" timeOffset="46613.48">5165 16003 55 0,'5'-3'38'0,"2"1"-11"0,2-2-2 16,-1 2-4-16,0 0-2 0,1-1-1 0,-1 1-5 0,2-1-1 16,1 2-3-16,0 0-3 0,0 0 0 0,1 0-1 0,-2 0-2 0,1 1-1 15,1 0 4-15,0-1 0 0,-1 1 3 0,-1 0 2 0,2 0 1 0,-1 0 5 16,2-1 5-16,1-1 3 0,-1 0 0 0,3 0 2 0,1 0-3 15,1 0 2-15,2-1-1 0,1-1-6 0,2 1 2 0,1-1-1 0,3 0 1 16,1-1 0-16,3-1-5 0,1 0-1 0,3 1-6 0,1-1-1 16,2 1 0-16,2-1-4 0,3 0 0 0,3 0 0 0,2 0 1 0,1-1 2 15,1 0-1-15,3 0-1 0,3-1 6 0,1 1-3 0,2 0 3 0,1 1 3 16,2-2-8-16,2-1 4 0,-1-1 3 0,2 0 2 0,0-2 3 16,0 1 5-16,2-2 2 0,-1 1 4 0,1-1-2 0,-1 1-2 0,0 0 1 15,-1 0-5-15,-1-1 1 0,0-1 0 0,-2 2-2 0,-2 1-1 0,0-1-4 16,-1 1-1-16,-2 0-2 0,-1 0-4 0,-2 1 3 0,-1 0-6 15,-3-1-2-15,-1 1 4 0,-3 1-1 0,-1 0 5 0,-4 0-2 0,-1 1 0 16,-2-1 4-16,-5 0 2 0,0-2 3 0,-4 0 4 0,-3 1 0 0,-2 2 4 16,-4 0 2-16,-2 0 7 0,-2 1 9 0,-2-2 9 0,-2 1 14 15,-3 0 8-15,-3 1 11 0,-3 0 4 0,-3-1-4 0,0 0-7 0,-4-3-11 16,-2 0-25-16,-3-2-8 0,-3-2-9 0,-4-1-12 0,-1-1 1 16,-3 1-7-16,-3 0 0 0,-1-3 2 0,-3 0 0 0,0-2-1 0,-4 0 4 15,0 1-3-15,-3-1 6 0,0-1 3 0,-1 0-4 0,-1 1 1 0,0 0 4 16,-3 0-2-16,-1 1 0 0,1 1-3 0,-2-2-3 0,1 2 0 15,0-1-2-15,-3-1 3 0,1 2-9 0,-1-3-1 0,-1 0 0 0,2 1 0 16,-2-1 2-16,-1 1-1 0,-2 2-8 0,-2-1 1 0,0 0 3 16,-3 2-2-16,-1-2-2 0,-2 1-4 0,-3 0-4 0,0 0-11 0,-2 2 5 15,-1 1-10-15,-1 1-10 0,-2 1 4 0,-1 1-2 0,-2 4 8 0,-4 1 3 16,-4 4 1-16,-1 0-6 0,-1 2-3 0,-2 1-1 0,0 2 1 16,-3 2-25-16,0 2-1 0,-2 2 13 0,0 4 7 0,0 3 22 0,2 2 8 15,4 1-3-15,1 2 3 0,1 1 8 0,3 2 2 0,0 2 2 0,2 2 0 16,1 1-3-16,1 5-2 0,2 2-1 0,2 4 1 0,-1 4 0 15,0 2 1-15,1 1-3 0,-2 6 5 0,1 3 1 0,2 3-1 0,-2 3-6 16,2 2 0-16,-1 4 5 0,3 1 5 0,2 1 10 0,1 0 5 0,3-2 4 16,3-2 1-16,6-5-5 0,7-2 0 0,5-4-8 0,8-3-4 15,4-2-7-15,8-2-11 0,5-2-6 0,6 1-43 0,7-2-40 0,7-1-46 16,5 0-64-16,8 0-51 0,6 0-25 0,8 1-22 0,7 1-98 16</inkml:trace>
  <inkml:trace contextRef="#ctx0" brushRef="#br0" timeOffset="151618.94">5711 16671 506 0,'-1'-2'107'0,"-1"-1"-35"0,0-2-10 0,2 1-18 15,1-1 8-15,2-1 7 0,0-2 4 0,0-1 0 0,-1 0-7 16,2-1-3-16,0 2-13 0,1 1-10 0,1-1-1 0,-1 1-8 0,1 1 2 16,0-1 1-16,2 1-10 0,-2 1 2 0,2 1-8 0,0 1 4 15,2 0-1-15,1 1-3 0,2-1 5 0,-1 1-13 0,3 0 3 0,0 0-1 16,1 1-6-16,0 0 4 0,1-1 0 0,2 1 0 0,-1-1 4 0,0 1-2 16,3-1-4-16,1 0 0 0,1 0 0 0,2-1 2 0,-1 1 4 15,2-1-6-15,-1-1 12 0,2 0-1 0,1-1 1 0,-1 0 4 0,2 1-12 16,1-2 3-16,1 0 3 0,0 0 3 0,1-1 5 0,-1 3 10 15,1-2 3-15,0 2-2 0,3-1 2 0,-3-3-3 0,0 1-4 0,1-1 2 16,-1-1-6-16,3 1-4 0,-2 1 1 0,1 0-1 0,-1 0-6 0,1-1-8 16,-1 0 7-16,2 2-4 0,-2 1 7 0,1 0-4 0,1 1-6 15,0-1 1-15,0 1-1 0,2 0 3 0,0 0 0 0,2 3-2 0,0-1 2 16,0 1-5-16,-1 1 5 0,1 1 2 0,1 1-7 0,-2-1 3 0,0 0-9 16,1 2 4-16,-2 1 8 0,1 1-5 0,-2-1 2 0,0 1-1 15,1 1-3-15,-1-1 10 0,1 1-4 0,-1 1-3 0,0-1 2 0,0 2-4 16,-2-2 7-16,1 1-4 0,0 1-9 0,-1-1 11 0,2 0-7 0,-4 0 1 15,1 0 3-15,-1 1-13 0,-2-2 8 0,0 3-5 0,-1 1 0 16,-2-1 10-16,-1 2-3 0,-1 0 6 0,-4-1-3 0,1 0 0 0,0 1-1 16,-2 2 0-16,0-1 1 0,-1 1-1 0,-3-1 2 0,-2 1 4 15,-1 0-1-15,-1 1 0 0,-3-2-2 0,-1 1 2 0,-1 1 4 0,-2 1-1 16,-1 1 3-16,0 0-2 0,-1 0 5 0,0 3 2 0,-2-2-7 0,0 2-5 16,-1 0-1-16,-1-1-2 0,-2 0 2 0,0 1 4 0,-1 1-7 15,-1-1 0-15,-2 0 2 0,0 3-1 0,-2-2 11 0,-2 1-1 0,0 1 2 16,-1-2-4-16,-1 1-4 0,-1 0 5 0,-2-3 1 0,7-9 1 15,-2 3-3-15,-1-1 6 0,-1 2-2 0,-3 1 6 0,-3 2-2 0,-2 1-4 16,-2 2 2-16,-4 0-1 0,0 0 3 0,-3 0-2 0,-1 0-4 0,-3 0-4 16,0 1-6-16,-2-1 3 0,0 1 2 0,-1 0 3 0,-2-1 0 15,-1 1-8-15,0 0 2 0,-2-2-5 0,1 1-2 0,-2-1 3 16,-1-2-4-16,0 1 0 0,-2 0 15 0,-1 0-8 0,-2-2-1 0,-1 0 9 0,-2 0-14 16,-1 0 4-16,-2-2 4 0,-1 0-5 0,-3-2 7 0,0 1-1 15,-2 0-1-15,-1-3 20 0,-1 1-5 0,-1 0 5 0,-2-1-10 0,0-1-21 16,-2 1 5-16,-1-1-1 0,0-2 6 0,-1 1 1 0,0 0-10 0,-1-1 10 15,-1-1-2-15,1-1-3 0,1-1 16 0,0-1-4 0,2-1 2 16,-1-1 5-16,0-1-14 0,1-2-4 0,1-1 5 0,-1-1 4 0,1-1-3 16,1-1 7-16,-1-1-22 0,2 0 4 0,0-2 5 0,1-1 5 0,1-1 20 15,1-1-14-15,0 0 2 0,2-3-2 0,2-1 4 0,2-2 7 16,1 0-2-16,1-3-4 0,4 0-9 0,1-2 6 0,4-3 1 0,0-1-4 16,3-2 3-16,2 0 0 0,2-2 8 0,4 0-3 0,1-2-2 15,3 1-2-15,2-2 6 0,-18-29-2 0,12 6 11 0,10 9-11 0,10 10-7 16,5 3 1-16,4 2-14 0,2 1 7 0,3 0 0 0,3 2-3 15,3 0 1-15,3 0-12 0,3 1 4 0,5 1-4 0,3 1 1 0,1 2 6 16,5 0-8-16,1 3 6 0,5 1-4 0,2-1-7 0,4 1 2 0,3-1-3 16,3 0 4-16,3 0 1 0,4-1-3 0,1 0-8 0,2 1-3 15,2 1-14-15,2 1-3 0,3 1-24 0,2 2-38 0,1 1-37 0,2 3-64 16,5 2-86-16,2 3-143 0,1 2-335 0</inkml:trace>
  <inkml:trace contextRef="#ctx0" brushRef="#br0" timeOffset="69742.39">3768 7055 449 0,'8'-3'95'0,"1"-1"-57"0,0-2-17 0,-4 1-3 16,-2 2-7-16,-3-1 2 0,0 1-1 0,0 0-3 0,0 0-1 0,-1 1-6 15,0 1 0-15,-1 1-4 0,-1 2 1 0,-1 0 2 0,0 2-1 16,-1 0 0-16,0 0 2 0,1 1-4 0,0 0 3 0,0 0 1 0,1-1-1 16,1 0 4-16,0 1 0 0,-1 0-1 0,1 0 2 0,-1 0-2 0,0 1 0 15,-1-1 0-15,1 0-2 0,1 0 0 0,-1-1 1 0,2 1 0 16,-1-2 1-16,1 1-1 0,0 0 0 0,-1 0-1 0,2 2-1 0,1-2 2 16,0 1-1-16,1 1 4 0,0 0 2 0,1 2-2 0,0-1 3 15,-1 0 0-15,2 0 3 0,-1 1 3 0,0 1 1 0,0 1 1 0,0 1-1 16,-1 1-1-16,0 0-3 0,1 1-1 0,-1 2-4 0,1 0-1 0,-1 2-3 15,1 1 0-15,-1 0 1 0,-1 2-2 0,1-1 0 0,0 2-2 16,0 0 0-16,-1 0 1 0,1 2-3 0,-1 0 2 0,0 2-1 0,0 2 1 16,1 0-3-16,0 2-5 0,1-1 1 0,1 2 0 0,0-1 4 0,1 3 3 15,-1 0 0-15,1 2 2 0,1 0 2 0,-1 2-1 0,1 2 1 16,0 1 0-16,0 2-1 0,-1-1 2 0,2 1-2 0,-1 2 0 0,0-1 2 16,-2 1-3-16,1 0-2 0,-1 1 0 0,-1-1 0 0,-1 0 6 15,0 0-2-15,-1 1-1 0,-2-1-2 0,0 1-1 0,-1 1 2 0,0-1-2 16,0-2-2-16,0 1-2 0,0-2 2 0,0 0-1 0,0 1-1 0,1-3 0 15,-1 1 4-15,2 0 1 0,-1-1 2 0,0 0 5 0,0 0-4 16,1-1 0-16,-1-2 0 0,1 3-1 0,-2-3 2 0,1 0 1 0,-1-1 2 16,0-2 5-16,0 1-1 0,-1-1-2 0,0 2 2 0,0-1-2 0,-1 0-2 15,0 0 1-15,-1 1 7 0,-1-2 2 0,0 2 2 0,1-1 1 16,-1 1-13-16,1 0-1 0,-1 0-2 0,-1 2 0 0,0-1 0 0,0 1-4 16,0 0 2-16,-1-1-4 0,2 2-4 0,0-2 5 0,0 2-2 15,1 1-6-15,-1 0 5 0,1 1 8 0,1 2-3 0,-1 0 10 0,2 2-3 16,0 1-7-16,0 0-1 0,0 2 0 0,1 0 2 0,0 2-1 0,1-1 2 15,0 0 1-15,0 2-5 0,-1 0-4 0,1 1 3 0,0 1-1 16,0-1 3-16,0 1 5 0,1 2-1 0,0 0 2 0,-1 1 2 0,2-1 0 16,-2 3-4-16,1-3-2 0,1 2-1 0,-1 1-5 0,0 0 12 0,1 1-1 15,0-2 0-15,0 1 6 0,1 2-10 0,-1-1 2 0,0 1-2 16,1 0 2-16,0 0-3 0,1-1-3 0,0 2 4 0,1 0 4 0,0-1 1 16,0 1 5-16,1 2-2 0,0 0-2 0,0 0 6 0,-1 1-1 15,0 0 1-15,1 0 8 0,0-1 1 0,2 1 8 0,-1 0 3 0,1-1-6 16,0-1 3-16,-1 1-11 0,0-1-2 0,-1-2-2 0,0 0-11 0,-2-1 5 15,2 0-9-15,-1-1 11 0,1 0 4 0,0-1-5 0,-1 1 4 16,-1-1-9-16,1 0-3 0,-1 0 1 0,-1-2 2 0,1 0-5 0,-1-1-2 16,0-1-7-16,-2 1 0 0,1-1 6 0,-2-1 2 0,0-1 0 0,0-1-7 15,-1 0-9-15,-1 2-6 0,-1 1-9 0,-1-1-18 0,-1 0-26 16,0-1-91-16,-2 0-117 0,-1 1-138 0,-1-3-124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2:03:31.0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17173 10578 1 0,'28'1'1'0,"3"2"0"0,7 2 0 16,-5 0-1-16,-4 1 0 0,-2 3 1 0,1 0-1 0,-2 2 1 0,0 0-1 15,-1 2 2-15,-2 0-1 0,-2 2 1 0,-1 0 1 0,-3-2-2 16,-1 0 4-16,0-1 1 0,-1 2 4 0,-3-1 6 0,1-1 5 0,-3-1 7 16,-1 1 5-16,-1 0-1 0,-2 0 2 0,-1 1-1 0,-2-1 0 0,0 3-6 15,-2 0 0-15,0 0-7 0,-1-1-4 0,-1 0-2 0,0 1-3 16,-2 0-1-16,-1-1-3 0,-2 0 1 0,-2 1-1 0,-1 0-3 0,-2 0 2 15,-2-2-2-15,-2 0 0 0,-2 1 0 0,-2-2-1 0,-2-1-1 0,-1 0-4 16,-3-1 1-16,-2-1-1 0,-2 0 1 0,-2-2 0 0,-2 0 0 16,-2 0-1-16,-4-3 0 0,-2 0 1 0,-2 0 0 0,-2 0 2 0,-2-1 0 15,1-1 0-15,-3 0 1 0,1-1 4 0,-2 0 2 0,3-1 3 0,0-1 2 16,3-1 4-16,0 0 6 0,2-1 5 0,3 1 8 0,-1-1 7 16,3 0 2-16,2-1 4 0,3 0 2 0,4-1-7 0,0-1 1 0,2 0-6 15,4 0-7-15,0 1-4 0,4 0-4 0,0 0-1 0,1 2-5 16,1 0 1-16,4-1-5 0,0 1 0 0,2 0 0 0,0 0-3 0,1 1-2 15,1 0-4-15,2 2-2 0,2-2 0 0,1 1-3 0,1-1-1 0,2 1-4 16,0 0-4-16,1 0-1 0,2-1-4 0,0 0 1 0,4 0-4 16,2 0-4-16,2 0-7 0,1 0-13 0,1 0-8 0,1 1-25 0,2 0-23 15,3 0-29-15,0 0-30 0,1 2-158 0</inkml:trace>
  <inkml:trace contextRef="#ctx0" brushRef="#br0" timeOffset="2265.08">16589 10251 477 0,'-13'-15'9'0,"-1"1"15"15,0-5 4-15,2 5-2 0,6 4 0 0,1 0-1 0,0 3 0 16,3 0-8-16,-1 0-6 0,0 1-3 0,0 2-2 0,0 1-4 0,1 1 1 16,-1 0 0-16,1 1-4 0,0 1 4 0,1-1-4 0,-1 2 2 0,1-1 3 15,0 0-1-15,-1 0 2 0,2 0 1 0,0 1 3 0,-1-1 3 16,2 0 3-16,-2 1 5 0,1-2 3 0,0 2 4 0,0-2 2 0,0 1 0 16,1 0 0-16,1-1 1 0,2 0 1 0,-1-1 1 0,3-1-3 0,3-2 1 15,1 0 1-15,5-2 5 0,3 0 6 0,3-2 4 0,5 1 3 16,1-1 1-16,5 0 2 0,1-1-5 0,2-1-2 0,1 1 0 0,3 0-4 15,4 1 1-15,1 0-3 0,2 1-2 0,2 0-4 0,2 2-3 16,0 2-3-16,1 0-6 0,2 2-4 0,0 0-4 0,2 1 2 0,0 1-6 16,2 0-3-16,2 2 0 0,1 1-6 0,1 1 2 0,2-1-2 0,-2 3-3 15,0 1 3-15,0 1-3 0,-1 1 2 0,0 2 0 0,0 1-1 16,-2-1 0-16,-1 2-5 0,-2 0 3 0,-1 1-7 0,-2 2 7 0,-2-1 8 16,-1 3 2-16,-2-1 0 0,-1 0 1 0,-3 3-4 0,-1 0-5 0,-3 0 1 15,-4 0 0-15,1 0-5 0,-5-1 2 0,0 2 7 0,-4 0-3 16,-1 1 3-16,-5 2 1 0,0-1-7 0,-5-1 2 0,-1-2 1 0,-4 0-2 15,-3-3 4-15,-2 1-1 0,-3-2 3 0,-4-1 0 0,-3 0 1 0,-5 0 2 16,-5 2-3-16,-6-1-4 0,-8-2-1 0,-7 0-3 0,-8 0 0 16,-7-3 1-16,-6-2 0 0,-6-2 2 0,-4-2 2 0,-7-1-2 0,-7-1 2 15,-4 0 1-15,-5-2-1 0,-4-1 0 0,-2-1-1 0,-2-1 0 16,-3-1 6-16,-1 0-2 0,1 0 0 0,3-1-2 0,1 2 2 0,1-1 4 16,4 2 0-16,3 1-3 0,6 0 0 0,9 1 0 0,6-1-2 0,9 1 4 15,5 0-4-15,5 0-6 0,4 1 7 0,4 0-4 0,2-1 3 16,5 0-1-16,5-1 1 0,5 0 0 0,4 0 4 0,3 0 4 0,4-1-3 15,0-1 3-15,3 0 0 0,1-1-1 0,2 0 2 0,1-2-2 0,2-1 0 16,0 0-6-16,1-2 3 0,2 0-3 0,2-2-3 0,2-1 5 16,1 0-3-16,1-2-3 0,1 0 4 0,2-1-1 0,1 1 1 0,-1 1 6 15,2-1-6-15,0 0 5 0,1 1-7 0,0 0 3 0,0 2-2 16,1 0-1-16,0 0 4 0,0 1-3 0,-1 1-2 0,0 1 5 0,-1 1-3 16,0 1-2-16,-1 0 4 0,-1 1-5 0,0 0 1 0,-1 1 3 0,-2 0-6 15,1 1 4-15,-2-1 0 0,1 1-5 0,0 2 7 0,-2-1-5 16,1 0 4-16,-2 1-2 0,0 0 1 0,-1-1 0 0,-1 2 0 0,0-1 2 15,0 1-2-15,0 0-1 0,0 0-2 0,1 2-2 0,-1 0-2 16,1 0 3-16,0 1-7 0,0-1-4 0,-1 0-3 0,2 0-12 0,1 0-3 16,1-1-11-16,1 1-11 0,5-2-22 0,2 0-27 0,6-2-30 0,6-2-42 15,5-1-40-15,8-4-22 0,7-2-17 0,9-3-22 0,8-2-96 16</inkml:trace>
  <inkml:trace contextRef="#ctx0" brushRef="#br0" timeOffset="3782.08">21432 10283 477 0,'-13'-9'45'0,"-2"1"8"0,-2-2 4 0,3 4 2 16,3 2-5-16,2-1-10 0,1 2-5 0,0 0-8 0,1 0-6 0,-1 0-4 15,1 2-4-15,2 0-3 0,0 1-6 0,1 0-2 0,0 0 3 0,1 0-3 16,1 0 1-16,1 0 6 0,0 0-7 0,0 0 7 0,0 0 0 16,0 0-4-16,1 1 0 0,1-1-4 0,0 1-3 0,0 0 4 0,0 1 3 15,2 1-2-15,0 0 4 0,1 0 0 0,1 1 2 0,2 0 3 16,-1 1-3-16,3 0 2 0,1 0-1 0,2 1 2 0,1 1 1 0,1 1 1 16,3-2 1-16,2 2 1 0,1 1-6 0,2 0 1 0,3 0-1 0,0 1-1 15,4 0 2-15,0-1 0 0,5 3 0 0,2 0 4 0,3 0 0 16,0 0 0-16,-1-2 3 0,3 0 1 0,0 0-3 0,0 0 4 0,4 0-3 15,-1-1 1-15,1-1 9 0,1-1-4 0,2 1 4 0,-1-1 0 0,1 0-5 16,0-1 2-16,1-1 0 0,1 0-3 0,0-1 0 0,-1 0-4 16,1-1 1-16,1 1-8 0,0-1 0 0,0 1 6 0,2 1-8 0,-1-1 6 15,1 1 1-15,2 0-5 0,0 0 4 0,0-1-3 16,0 1-2-16,1-1-1 0,-2 0 1 0,1-1-5 0,-2 1 3 0,0-1-2 0,0 0-2 16,-2-1 7-16,0-1-4 0,1 0-1 0,0-1 5 0,-1 0-4 0,3 1 3 15,-1-2-3-15,1 0-4 0,1 0-3 0,0 0 1 0,-2-1 8 16,0-1-2-16,0-1 6 0,-1 1 1 0,2-2-3 0,1 1 3 0,0-1 2 15,-1 1 2-15,-2 0-1 0,-2 1-8 0,0 0 1 0,-1 0-5 0,-1 1-2 16,1 0 3-16,-2 1-3 0,-3 0-2 0,1 0 2 0,-2 1-3 16,-1 0-3-16,-3-1 0 0,1 2-3 0,-2-1 2 0,0 1-1 0,0-1 1 15,-1 1 4-15,0-1-3 0,-2 1 0 0,0 0-2 0,-1-1 1 16,-2 0-1-16,1 0 2 0,-3-2 0 0,0 0 0 0,-2 0-1 0,0 0-1 16,0-1 2-16,0 1-1 0,0 0 4 0,-3-1 0 0,-1-1-2 0,-1-1 2 15,-2 0 0-15,1-1 3 0,-3 0 4 0,0 0-9 0,-1-1 4 16,-3-1-1-16,-2-1 1 0,-1 1 5 0,-2-2 0 0,-1 0-3 0,-2-1-2 15,-2 1 0-15,-1-1 5 0,-3-1-2 0,-2-1 3 0,-2-2-6 0,-3 0-13 16,-3 1 8-16,-3-3 0 0,-4-1 0 0,-4 0 1 0,-4 0-5 16,-3-2-4-16,-4 0 3 0,-3 1 7 0,-4-3-7 0,-4 2 7 0,-1 0-7 15,-3-1-9-15,0 1 7 0,-1 2 2 0,-1 0 14 0,-3 0 2 16,2 3-3-16,-2-2-7 0,-2 0-4 0,-1 2 5 0,-2 3-5 0,-1-2-2 16,-1 2 7-16,-3 0-5 0,-2-1 4 0,-4 2 4 0,-3-1-5 0,-5 1 1 15,-2 1-1-15,-2 0-6 0,-4 0 3 0,-2 2-2 0,-3-3 1 16,-1 1 2-16,-1 1-1 0,-2-1 5 0,-1 3-4 0,-1 0-1 0,2 1 0 15,1 1-3-15,5 1 14 0,2 1-4 0,3 1-1 0,1 3 3 0,1 1-9 16,0 2 3-16,3 3-6 0,0 0 0 0,3 2 0 0,1 2 0 16,3 0 6-16,3 2-2 0,2 0-2 0,1 1-2 0,2 0 3 0,2 2 0 15,0 1 1-15,0-1 2 0,3 3-5 0,-1 0-1 0,0-2 2 16,0 3-2-16,0-1 4 0,0-2-10 0,1 2 8 0,2-1-5 0,0-1 10 16,1-1 10-16,2 1-5 0,2 0 3 0,2-2-11 0,3 1 7 0,1 0-2 15,5 0-3-15,3 0 3 0,3-1-5 0,4 0-1 0,1 1-1 16,3-1 1-16,3 2 1 0,-1 0 1 0,3 1-7 0,1 0 4 0,0 0-10 15,2 0 7-15,3-2 7 0,2-2-8 0,2-2 7 0,1 0-5 0,3-1 1 16,1-2 4-16,1 0-2 0,2-3 0 0,1 0 1 0,1-1 1 16,0-1 5-16,2 0-1 0,0 0-3 0,2 0 2 0,1-1 1 0,2 0 3 15,2-1-2-15,2 0-1 0,3 1-1 0,2-1-7 0,2 0 10 16,-1 0-4-16,3 1-1 0,0 0 3 0,1 0-3 0,3 1 0 0,0-1 0 16,3 0 2-16,1 1-2 0,2 0-5 0,-1 1 8 0,2-1-3 0,1 0-4 15,0 0 4-15,0-1 0 0,1 0-2 0,-3 0 2 0,1 0 5 16,-2-1-5-16,1-1-2 0,0 1 2 0,1 0 0 0,-1-1 6 0,0 0-1 15,-2 0-1-15,4-1 1 0,-2 0-4 0,3 0 4 0,-1 0-1 0,1-1-7 16,1 0-1-16,2-1 1 0,2 0 4 0,1 2 1 0,-1-1-2 16,2 0 3-16,-1 0-5 0,0-1 5 0,4 1-1 0,0 1-1 0,1-1 2 15,1 2-3-15,-1-1 6 0,3 0-3 0,0 0-6 0,2 1 2 16,1 0-5-16,1 1 3 0,0-1 7 0,0 1 1 0,1 1 1 0,1 0-6 16,-1 0 1-16,1 1 4 0,-1 0-7 0,0 0 5 0,1 2-10 0,0-1 4 15,-1 0 0-15,-1 1-2 0,-2-1 7 0,0 0-4 0,-2 0 1 16,-1-1-2-16,0-1 4 0,0 0 1 0,-2-1-2 0,-1-1 1 0,-1-1-1 15,1-1-9-15,-3-1 5 0,0 0 2 0,-1-1-7 0,-2 0 8 0,-3 1-1 16,0-2 4-16,-3 1 2 0,1 0 1 0,-3-1-2 0,2 1-5 16,-3-2 4-16,-2 1-4 0,-3 0 5 0,-2 0 0 0,-1 1 2 0,-3 0-5 15,0 0 0-15,-2 1 0 0,-2 0 1 0,-2 1 4 0,0 1-7 0,-2 0 4 16,-2 0-4-16,-2 1 1 0,-1 0-1 0,-2 1-5 0,-1 0-1 16,0 0-5-16,-1 0 1 0,-1 2 1 0,-2-1-2 0,-1 1 4 0,0 0 1 15,-2-1-1-15,1 0 6 0,-1-1-5 0,-1 1 0 0,0-1 5 16,-1-1-7-16,-1 1 9 0,1-1-2 0,0-1 0 0,-2 0 0 0,2 1-8 15,-1-1 10-15,0 0-2 0,1 0 5 0,-1 0 3 0,2-1-9 0,-1 1 3 16,-1 0-2-16,1 0 0 0,-1 0 1 0,0 0-1 0,0 0-4 16,-2 0-2-16,2 0-5 0,-2 0-4 0,-2 0-5 0,0 0-7 0,-3 0-7 15,1 1-20-15,-2 0-22 0,-1 0-17 0,0-1-23 0,-1 0-14 0,-1 1-8 16,-3-1-22-16,1 0-23 0,-4 0-8 0,0 1-13 0,-3-1-19 16,-1 0-133-16</inkml:trace>
  <inkml:trace contextRef="#ctx0" brushRef="#br0" timeOffset="17050.79">16395 11122 198 0,'-17'-20'-20'0,"-1"-1"46"0,-5-6 29 16,2 3-18-16,4 5-5 0,2-2-2 0,-1 2 0 0,2 1-3 0,2-2-6 16,0 1-4-16,1 2-2 0,0-2-4 0,-1 1-2 0,2-1 4 15,0 2-2-15,-1-1 3 0,2 1 3 0,0 0-1 0,0 0 0 0,1 0-1 16,1 0 3-16,0 2 4 0,0-1 3 0,2 0 0 0,0-1-6 16,2 1-5-16,1 0-3 0,2 0-5 0,2 1-1 0,2 1 1 0,4-1-5 15,1-1 3-15,4 1-1 0,3 1 2 0,5-1 1 0,2-1-1 0,3 1 2 16,2 1 1-16,2 0-3 0,4 0 4 0,2 1 3 0,1 1-2 15,6 0 7-15,1 0-2 0,2 1 1 0,4 2-4 0,2 1 1 0,1 2-1 16,1 1-3-16,1 0 0 0,1 2-3 0,1 1 0 0,4 0 0 0,0 1 0 16,1 0-4-16,2 2 1 0,0 0-4 0,-2 2-1 0,-2 1 3 15,-1 2-2-15,-3 0 1 0,-1 2-2 0,-3 2 3 0,-3 1-1 0,-1 0 0 16,-3 2 1-16,-4-2 0 0,-2 2 2 0,-5-1 1 0,-3 1 5 16,-4 1-2-16,-3 0 4 0,-5 1 0 0,-2 2 3 0,-4 0 1 0,-3 2 1 15,-3 1 1-15,-3 3-4 0,-3 0 1 0,-4 3-4 0,-3 0-3 0,-4 1-1 16,-5 0-3-16,-6 0 7 0,-3 1-2 0,-5-1 2 0,-3-1-3 15,-3-1-5-15,-2-1 1 0,-1-3-2 0,-5-1 4 0,-2-2 1 0,-2 0-2 16,-2-2 0-16,-4 0-2 0,-3 1 0 0,0-3 2 0,-3-2 0 0,-1-1 11 16,0-4 10-16,1-2 10 0,2-2 8 0,4-2 5 0,2-2-7 15,2-2-3-15,4-1-2 0,3 0-9 0,6-3-2 0,2-1-3 0,5-1-2 16,3-3 1-16,4 0 1 0,0-1-1 0,3 0 1 0,2 1-1 16,2-1-3-16,3-1-2 0,2-1-2 0,2 0-2 0,2 1-3 0,2-2 1 15,2 0-3-15,1-1-3 0,2 2 1 0,0-2-3 0,1 2-6 0,2 0 3 16,1 1-1-16,1-1 0 0,0 1 4 0,2 2 3 0,0 2-1 15,1 0-2-15,0 1 4 0,1-1-8 0,0 0 1 0,0 2 2 0,1 0-3 16,-1 1-4-16,0 1 4 0,0 1-7 0,-1 1-4 0,1 1 2 16,-2 0-3-16,-1 1 0 0,-1 0 3 0,-1 1 5 0,0 1-3 0,-3-1 5 15,1 1 3-15,0 1-4 0,-2 0 4 0,0 1 2 0,-1-1-1 0,0 0 1 16,-1 1-2-16,0 1 0 0,-1 0-3 0,0 1 3 0,0 0-5 16,1 0-9-16,1 1-11 0,2 0-26 0,0 1-26 0,1 1-25 0,2 1-26 15,1 0-30-15,3 0-39 0,1 1-14 0,4 0-43 0,2 0-93 0</inkml:trace>
  <inkml:trace contextRef="#ctx0" brushRef="#br0" timeOffset="17800.79">19036 11833 222 0,'0'-6'26'0,"1"-1"7"0,0 2 0 0,1 1-10 15,0 2-8-15,2 1-3 0,0 0 2 0,1 2 0 0,0-1 0 0,1 2 2 16,0 0-1-16,1 1 2 0,-1 1-4 0,1 2-4 0,0 1-1 16,0 0-2-16,0 1-3 0,-1 1-8 0,2 1-13 0,0 0-19 0,1 3-22 15,0 1-33-15,1 1-81 0</inkml:trace>
  <inkml:trace contextRef="#ctx0" brushRef="#br0" timeOffset="19900.68">18480 9990 1141 0,'-5'0'586'0,"0"-1"-501"0,-2 1 2 0,1-1 10 0,3-1 10 0,1-1-5 15,2 0-15-15,2-1-16 0,0 0-13 0,1-2-5 0,-1 0 0 0,1-1-14 16,0-3-4-16,1 0-4 0,2 0-12 0,-1 0 0 0,2-2 2 0,1-1-5 15,0-1 1-15,1 0-4 0,1 0-3 0,1 0-2 0,0 1 0 16,1 0-8-16,-1 1 2 0,1 1-2 0,0 0 0 0,0 0 5 0,1 1-4 16,-1 0 3-16,-1 1-4 0,0-1 0 0,-1 0-2 0,0 0-1 0,0-1-6 15,-1 1-7-15,-3 1-10 0,1 0-16 0,-1 0-26 0,-1 0-36 16,0 0-37-16,0 0-37 0,0-1-33 0,0-1-41 0,0 0-80 0,0-1-78 16,-1 0-305-16</inkml:trace>
  <inkml:trace contextRef="#ctx0" brushRef="#br0" timeOffset="20366.68">18826 9159 833 0,'-4'4'181'0,"1"-1"-22"0,-1 2 6 0,1-1 6 16,0-1 1-16,0 0-5 0,1 0-15 0,1 1-23 0,1-2-9 0,0 3-14 16,0 0-4-16,0 0-13 0,1 3-2 0,1 0-4 0,0 1-3 15,1 2-5-15,1-2-8 0,0 1-2 0,2 1-8 0,0 0-7 0,1 0-10 16,0 1-3-16,1-2-3 0,1 0-9 0,0 0-6 0,0-1-3 0,2-1-5 15,0-2-2-15,1-1 2 0,-1-2-2 0,0-2 2 0,1-2 0 16,1-2-1-16,1-1-2 0,0-2-1 0,0-2 0 0,1-1 0 0,0-2 1 16,1-2 1-16,-2 0 2 0,1-3-2 0,-2 1-2 0,-1-1 1 0,-2 0 1 15,-2-2 0-15,1 0 0 0,-2 0 0 0,-1 0-5 0,-1 1 3 16,-2 0-1-16,-1 2-2 0,-2-1 1 0,0 0-3 0,-2 0 2 0,-1 1-1 16,-1-1 1-16,-2 1 3 0,-1 1-1 0,-1 2-2 0,0-1-4 0,-1 2-4 15,-1 2 4-15,-1 1-22 0,-1 4 5 0,0 1-3 0,0 3-2 16,0 3 40-16,0 2-1 0,1 2-4 0,-2 3 0 0,2 2-15 0,-2 3-6 15,0 1 7-15,0 3-5 0,0 2-7 0,1-1-3 0,-2 1-8 16,1 0-7-16,0-1-22 0,2-1-19 0,2 1-19 0,0-1-36 0,2-2-25 16,2-3-43-16,1-3-58 0,1-5-70 0,3-4-112 0,1-3-123 0,2-4-274 15</inkml:trace>
  <inkml:trace contextRef="#ctx0" brushRef="#br0" timeOffset="20566.68">18870 8346 933 0,'-8'-25'734'0,"-1"2"-657"0,-1-2 37 16,4 11 31-16,2 8 1 0,1 4-7 0,1 2-20 0,1 3-21 0,0 2-13 16,1 3-23-16,-1 2-2 0,0 5-11 0,0 4 12 0,2 3 5 0,0 3-7 15,2 3 2-15,1 2-23 0,2 3-7 0,1 2-3 0,1 3-5 16,1 3-1-16,1 1 1 0,1 1-7 0,2 0-7 0,1-2-6 0,0 0 1 16,0 1-2-16,2-4-16 0,0-2-2 0,1-1 9 0,-1-4-18 0,3-2-26 15,0-3-62-15,1-1-102 0,1-2-85 0,1-3-97 0,-2-1-138 16,2-1-401-16</inkml:trace>
  <inkml:trace contextRef="#ctx0" brushRef="#br0" timeOffset="20983.69">19413 8914 1171 0,'0'-19'123'0,"1"-1"14"0,1-6 26 15,1 4 6-15,0 6-15 0,-1 1-16 0,1 3-26 0,0 2-27 16,0 5-10-16,-1 1-4 0,0 3-5 0,0 3 0 0,0 1-8 0,1 3-8 16,-1 1-7-16,2 3-8 0,1 0-1 0,1 2-8 0,1 0-1 0,1 1-2 15,-1 1-8-15,1 0-2 0,2-2-13 0,0 0-5 0,3 0-1 16,-1-1 17-16,0 1 6 0,2 0-2 0,-1-3 2 0,1 1-19 0,-1-1 2 15,0-1-3-15,2-2 3 0,-1-2 2 0,0-2-1 0,-1-1-1 0,1-1 0 16,1-2 2-16,0 0-4 0,-2-2 4 0,-1 0 0 0,-1-2-2 16,-1 1 1-16,0-2-1 0,-1-1 4 0,-2 1-19 0,-1-3 5 0,0-1 3 15,-2 0 10-15,0-1 21 0,-2 0-2 0,-2-1 1 0,0-2-4 16,-2 0-7-16,0-1 5 0,-2 2-7 0,-1-1 1 0,-1 0 2 0,-2 2-6 16,-2 0 4-16,0 0-3 0,-3 0-3 0,0 2 2 0,-1 1-7 0,-3 2-1 15,-1 3 4-15,0 1-1 0,2 2 1 0,-1 2-1 0,2 3 0 16,0 1-2-16,1 2 0 0,1 3 0 0,0 2-5 0,0 2 3 0,2 1 0 15,1 0-3-15,1 2 5 0,1 0-4 0,2 1-1 0,2-1 4 0,1 0-8 16,2-1-1-16,2-1-18 0,1-4-4 0,2 0-4 0,1-2-11 16,2-1 10-16,2-1-5 0,2-1-7 0,-1-3-2 0,3-2 4 0,-1-1 2 15,1-3 11-15,1-1 9 0,-1-2 3 0,1 1 16 0,1 0 2 16,0-2 6-16,-1 1 3 0,3-2-8 0,-1 0-1 0,1 0 4 0,-2 1 0 16,0 1 0-16,-1 0 4 0,1 1-4 0,-1 1-2 0,-1-1 2 0,1 0-2 15,-1 1 1-15,-1-1-1 0,1 2-1 0,0 0 3 0,1-1 0 16,0 1-3-16,0-1-2 0,0 0 2 0,0 1-11 0,1 1-5 0,-2 0-7 15,1 0-9-15,0 1-14 0,-2-2-21 0,1 1-19 0,-3-1-24 0,1 0-27 16,1-1-21-16,-1 0-41 0,0 0-50 0,0 0-52 0,-1-2-68 16,-1 0-155-16</inkml:trace>
  <inkml:trace contextRef="#ctx0" brushRef="#br0" timeOffset="21166.68">20151 8004 1192 0,'-7'-21'530'0,"0"0"-423"0,-2-3 43 15,3 6 25-15,2 6 2 0,1 4-6 0,1 3-30 0,0 2-26 0,0 3-22 16,0 2-14-16,0 2-11 0,1 2-6 0,0 2-15 0,1 4-7 16,0 3-7-16,0 3-8 0,1 1 0 0,2 5-6 0,1 2-6 0,1 1-4 15,2 4 1-15,2 0-8 0,2 2-2 0,1-1 0 0,2 0-5 0,1-4-13 16,0-1-5-16,1-3 9 0,-1-1-16 0,1-2-4 0,2 0-43 16,-2-2-80-16,2 0-95 0,-1-1-121 0,1 0-135 0,-2 0-149 0,-2-2-192 15</inkml:trace>
  <inkml:trace contextRef="#ctx0" brushRef="#br0" timeOffset="21600.69">20064 8418 1350 0,'-5'0'159'0,"2"3"-78"16,0-1 14-16,3 2 18 0,4-2 11 0,2 0 3 0,4 0-18 16,1-2-15-16,2-1-10 0,4-1-16 0,2 0-1 0,2-1-10 0,1-1-6 15,3 0-6-15,0-1-2 0,2-1-11 0,-1 0-2 0,3 1-4 0,0-3-13 16,-3 1-3-16,2-1-5 0,-3 0-7 0,-1 0-1 0,-1 0-2 15,0-1-13-15,-1 1 0 0,-1-2-13 0,0 1-19 0,-1 1-24 0,-1 0-17 16,1 0-10-16,1 1-1 0,-3 0 11 0,1 3 10 0,-1 1 10 16,-1 1 12-16,-1 2 8 0,0 0 4 0,-1 2 8 0,0 0 4 0,-3 1 9 15,1-1 9-15,0 1 3 0,-2 1 8 0,-1-1 5 0,-3 0 1 0,1 0 14 16,-2 0 2-16,0 0 1 0,-1-1 0 0,0 0-9 0,-1 0 6 16,1 0-4-16,-1-1 5 0,1 0-1 0,-1-2-2 0,1-2 4 0,-2 0-2 15,2-1-11-15,-1-1 1 0,1 0-3 0,-1-1 2 0,1-1 13 16,-1 0 11-16,0-1 3 0,0-1 5 0,-1 0-4 0,-1-2-2 0,-1-1-5 15,-1 1-3-15,0-2-1 0,-3 1-7 0,0-1 2 0,-1-1-1 0,-1 1-4 16,-1 0 2-16,-3-1-4 0,-1 1-1 0,0 1 2 0,-4 1-6 16,0 1 4-16,-2 1 2 0,-1 1 3 0,-3 1 5 0,0 1 2 0,-1 2 8 15,1 1 7-15,-1 2 10 0,2 2 7 0,0 2 8 0,1 1 3 0,2 3-3 16,2 0-7-16,0 2-6 0,3 1-7 0,1 2-1 0,3 1 1 16,2 3-9-16,2 1-1 0,3 1-11 0,2 0-4 0,3 1-6 0,2 0-6 15,3 0 3-15,2-2-10 0,3-3-10 0,0 0 1 0,3-3 1 0,0-1 23 16,2-1 3-16,3-2 1 0,0-2-11 0,2-1-23 0,1-1-7 15,0-1-25-15,0-2-41 0,0-1-47 0,-1-1-57 0,2-1-53 0,-2-2-65 16,2-1-95-16,-2-1-69 0,-2-3-255 0</inkml:trace>
  <inkml:trace contextRef="#ctx0" brushRef="#br0" timeOffset="21766.68">21361 8204 1455 0,'-1'7'517'0,"-1"0"-390"0,2 2-10 0,0 0 7 16,2-2 7-16,2 0-18 0,0-1-41 0,1 0-37 0,-1-2-27 0,1-1-11 16,0-1 0-16,0-1-20 0,0-1-15 0,1-1-29 0,0-1-48 15,0 0-35-15,2-2-71 0,-1 0-99 0,-1-1-131 0,2-1-435 0</inkml:trace>
  <inkml:trace contextRef="#ctx0" brushRef="#br0" timeOffset="22033.69">21653 7592 1440 0,'-6'8'227'0,"-1"-1"-81"0,-2 4 27 0,2 1 12 15,2 1-4-15,1 2-2 0,2 1-27 0,0 4-39 0,1 3-23 0,2 1-26 16,0 4-14-16,1 1-6 0,1 3-6 0,-1 0-8 0,3 5-9 0,0 0-5 16,-1 0-6-16,1 3-5 0,0-4-6 0,1 2-5 0,1-2-1 15,0 0-1-15,1-1-8 0,1-2-31 0,-1-1-15 0,2-3-44 0,1-1-52 16,0-1-34-16,2-2-63 0,-1-1-41 0,3-4-56 0,-1-2-76 16,1-2-68-16,-2-5-91 0</inkml:trace>
  <inkml:trace contextRef="#ctx0" brushRef="#br0" timeOffset="22284.68">21537 7773 1141 0,'-4'-10'296'0,"0"-1"-199"16,0-1 29-16,3 2 28 0,2 2 16 0,2-1 0 0,3 0-14 16,3 0-40-16,2-1-25 0,1 1-15 0,4-1-17 0,1 1 3 0,2 0 3 15,1 0-7-15,1 3-6 0,0 0-4 0,1 1-18 0,1 1-1 0,0 2-8 16,1 1-6-16,0 2 1 0,-2 1-9 0,0 1-1 0,0 1-2 15,-4 2-13-15,0 0 1 0,-1 3-8 0,-4 1 1 0,-1 0 30 0,-1 3-3 16,-3 2-5-16,-2 0-7 0,-2 1-29 0,-2 2-5 0,-1 1-2 16,-2 1-7-16,-3-1 0 0,-2 2-12 0,-3 2 0 0,-1-1 0 0,-2 2 3 15,1 1 3-15,-2 1 3 0,1 0 1 0,0-3-4 0,1-1-7 0,2-2-15 16,0-1-22-16,2-2-25 0,1-2-33 0,2-3-42 0,2-2-49 16,2-1-70-16,1-1-52 0,3-3-279 0</inkml:trace>
  <inkml:trace contextRef="#ctx0" brushRef="#br0" timeOffset="22517.24">22386 7977 1061 0,'-3'3'88'0,"1"1"-14"0,0 0-1 0,0 0 6 0,2-1-4 16,-1-1-18-16,2 1-25 0,-1-1-22 0,0 0-15 0,0-1-16 0,0-1-17 16,0 0-48-16,1 0-99 0,1 0-112 0,0-1-296 0</inkml:trace>
  <inkml:trace contextRef="#ctx0" brushRef="#br0" timeOffset="23017.24">22717 7472 792 0,'-2'2'168'0,"0"2"-9"0,-1 0 13 15,0 2 26-15,1-1 3 0,1 1-14 0,0 1-29 0,1 2-31 0,1 0-19 16,0 2-14-16,2 0-5 0,0 3-17 0,1 1-9 0,0 1-10 0,1-1-27 15,-1 2-7-15,0 1-11 0,0 0 7 0,1-1 3 0,0 1-3 16,1-2 1-16,0-2-21 0,-2 0-3 0,1-3-10 0,-1 0-23 0,2-2-29 16,-2-1-49-16,0-1-53 0,1-3-46 0,-1 1-49 0,1-2-58 15,-2 0-84-15,0-2-377 0</inkml:trace>
  <inkml:trace contextRef="#ctx0" brushRef="#br0" timeOffset="23168.24">22597 7217 884 0,'-3'-7'313'16,"-3"1"-240"-16,0 0 19 0,2 4 14 0,0 1 0 0,3 2-9 15,0 1-24-15,1 1-31 0,1 0-22 0,-1 2-17 0,0 0-14 0,1 0-7 16,0 0-14-16,1 0-13 0,0 1-12 0,1-1-31 0,1 2-60 0,0-1-52 16,0 0-56-16,0 0-32 0,2 1-222 0</inkml:trace>
  <inkml:trace contextRef="#ctx0" brushRef="#br0" timeOffset="23533.6">22883 7449 1070 0,'-3'5'153'0,"2"0"-23"0,1 1 18 16,1 0 14-16,1-1-1 0,1 0-20 0,1 1-33 0,0 1-27 0,1 0-14 16,0 1-11-16,1-1-11 0,0 1-1 0,1 0-14 0,0 0 0 15,0 0-7-15,1 1-9 0,-1-1-2 0,0 1-6 0,-2 0-1 0,2 0-3 16,0 0-2-16,0-3 0 0,0 2-2 0,-1-3-9 0,-1 0-4 0,1-1-1 15,0-1 4-15,0-1 6 0,-1 0 1 0,1-1 2 0,-1-1 1 16,-1-1 4-16,0-1-2 0,-1-1 3 0,0-1 11 0,-1-1-3 0,2-1 1 16,-1-1 1-16,-1 0-12 0,1-2 5 0,-1 0 1 0,2 0-4 15,-1-1 6-15,0 1-4 0,0 0 2 0,-1 1 3 0,0 0-7 0,1 1 2 16,0 1-2-16,0 2-3 0,1 1 3 0,0 1-1 0,0 1-2 0,1 1 1 16,0 1-2-16,-1 0 1 0,2 1 0 0,-1 1-2 0,0-1 0 15,1 1-1-15,0-1 0 0,1 1-3 0,1 1-5 0,-1 0-5 0,0-1-5 16,0 0 8-16,-1-1-7 0,2-2 3 0,-1 0 5 0,-1-1-10 15,1-1 9-15,1-1-1 0,-1 0 3 0,-1 0 4 0,1 0 2 0,-1 1 2 16,0 0-3-16,-1 0 2 0,-1 1-2 0,-2 0 0 0,1 1-2 0,0-1-2 16,-1 1-2-16,1 0-11 0,-1 0-3 0,0 0-11 0,0 0-10 15,0 0-7-15,-1 0-12 0,0-2-5 0,2 1-8 0,-1-2-16 0,1 0-25 16,1 0-29-16,-1 0-44 0,0 0-54 0,0-1-50 0,1 0-239 0</inkml:trace>
  <inkml:trace contextRef="#ctx0" brushRef="#br0" timeOffset="23833.6">22938 7574 1784 0,'-2'4'97'0,"0"2"20"0,-1 2 21 0,2 2 17 0,3 0-8 16,0 3-20-16,3 3-28 0,0 2-11 0,2 1-9 0,0 3-12 0,-1 1-8 16,2 1-22-16,1 4-6 0,-1 0-5 0,2 4-7 0,2 0-8 15,-1 2-3-15,2 1-4 0,0-1-3 0,1 0-1 0,0-5-7 0,-1 1-12 16,2-2-19-16,-1 0-25 0,1 0-38 0,-1-4-61 0,-1 0-85 0,0-3-114 15,0-3-170-15,-1-2-216 0,-1-3 76 0</inkml:trace>
  <inkml:trace contextRef="#ctx0" brushRef="#br0" timeOffset="24050.6">22972 7605 1554 0,'-1'-9'79'0,"1"0"4"16,2-2 35-16,2 4 35 0,2 1 8 0,3 0-14 0,4 0-27 15,2 1-22-15,1 1-16 0,2 1-8 0,0 0-8 0,1 2-10 0,2 0-10 16,1 1-14-16,0 1-7 0,2 0-3 0,-2 1-5 0,-2 1 5 0,1-1-3 16,-3 1-5-16,-1 0-4 0,-2 1-3 0,-2 1 1 0,-2 0-6 15,-2 1-2-15,-3 2-5 0,-2-1-9 0,-1 2-12 0,-2 0-6 0,-3-1-18 16,-2 3-17-16,0 0-25 0,-2 0-17 0,-3 1-17 0,-2 0-8 0,-2 2-10 16,-2 1-15-16,0 0 0 0,-1-1-12 0,-1 2 3 0,0-1-6 15,2 1-14-15,-2-1-32 0,0 1-36 0,1-2-186 0</inkml:trace>
  <inkml:trace contextRef="#ctx0" brushRef="#br0" timeOffset="24800.6">23420 7373 433 0,'-2'2'166'0,"1"2"-89"0,-1 2 1 0,0 0 4 16,0 2 1-16,1 2-12 0,0-1-17 0,1 3-16 0,1 1-14 0,1 1-3 15,1 2-5-15,0-1-1 0,1 1 0 0,2 0-5 0,-1-1-1 16,3-1-1-16,0-1-2 0,2 0 2 0,2-2-4 0,0-1 0 0,1-2 1 16,1 0 0-16,-1-1 1 0,1-2 3 0,-1-2 2 0,0-2 1 0,-1-3 8 15,0-2 6-15,1 0 0 0,-2-3 2 0,-1-1 1 0,-1 0-4 16,-1-3-6-16,0 0-3 0,-1-1 0 0,-1 0 0 0,0 1 9 0,-1-2 11 16,-1 0 12-16,-1 0 6 0,-2 0 13 0,1 2 2 0,-2 0 3 15,0 1 3-15,0 1-2 0,0 2 0 0,1 1-4 0,-1 2 0 0,0 1 1 16,1 1-6-16,1 2 1 0,-1 1-5 0,2 1-7 0,-1 3-9 0,0 1-9 15,3 1-12-15,0 4-10 0,2 1 3 0,1 1-10 0,0 3-4 16,3 3-1-16,-1 0-5 0,1 2 0 0,0 3 3 0,1-1-27 0,-2 1 0 16,1 2 7-16,0-2-5 0,-2 2 17 0,1-1-4 0,-1-1-10 0,1 0-1 15,-1-2 1-15,-1-1 4 0,-2 0-1 0,-2-3 6 0,-1 1 1 16,-2 1-3-16,-2-3 0 0,-2 3-13 0,-1-2-3 0,-3-1-4 0,-1-1 3 16,-1-1 1-16,-2-2-2 0,0 0-2 0,-1-4-6 0,-1 0 17 15,-1-3 5-15,-1-3 10 0,0-3 10 0,2-2-6 0,0-3 6 0,1-4 2 16,1-1 2-16,0-5 0 0,2-2 0 0,0-4 2 0,0-2-2 0,2-3-1 15,2 0-4-15,1-1-6 0,3 2-3 0,2-1-7 0,3 1-1 16,1 1-9-16,3 0-2 0,0 2-5 0,3 1-10 0,-1 1-15 0,2 1-8 16,0 3-3-16,2 0-15 0,-1 1-13 0,0 1-23 0,1-1-21 0,-1 0 6 15,-1 1 28-15,0 0 33 0,-1 3 35 0,1-1 23 0,0 0 13 16,0 1 10-16,-1-1 10 0,-1 2 11 0,1 0 19 0,-2 1 15 0,1 1 19 16,-1-1 19-16,0 2 17 0,1 0 10 0,-1 1 3 0,-1 2 3 0,1 1-12 15,-3 0-7-15,1 2-9 0,-1 1-14 0,0 2-3 0,-1 1-5 16,1 1-18-16,0 2 0 0,0 2-11 0,1 0-13 0,0 2-5 0,0 2-18 15,0 1-1-15,0 0-9 0,0 2-1 0,-1-1-1 0,1 2-2 16,0-2-1-16,1 0-2 0,1 0-2 0,-1-1-1 0,1-1 0 0,-2-2 1 16,1 0-15-16,-1-2 2 0,1-1-2 0,-2-1-4 0,0 0 15 0,0-1-5 15,-2-1 16-15,1-1-5 0,-1-1 6 0,0-1 7 0,-1 0-18 16,-1-2 5-16,1 0-2 0,-1 0-15 0,1-2 6 0,-1-1-1 0,0-1-5 16,-1 0 26-16,0-2 2 0,0 0-2 0,0-1 7 0,0-2-13 15,1-1 2-15,-1 0-2 0,1 0 2 0,0 0-2 0,1 0 1 0,1 1 0 16,0 2-1-16,0-1-2 0,0 2 4 0,1 1-5 0,0 1 0 15,0 0 2-15,-1 1-4 0,2 2 2 0,-1 0 0 0,1 1-2 0,0 2-2 16,1 1 2-16,1 1-1 0,0 1-2 0,-1 1 4 0,0 1-6 0,1 0 1 16,0 0 3-16,1 1-6 0,-1-2-4 0,0 1 2 0,0 1-6 0,0-2-4 15,-1 0-9-15,1-1-5 0,1 0-9 0,-1-1-5 0,1-1-6 16,0 0-1-16,-1-1-9 0,-2 0-1 0,1-1-2 0,0-1-4 0,0-1-7 16,0-1-22-16,-2 0-37 0,1-1-55 0,1 0-80 0,-1-2-79 0,0 0-238 15</inkml:trace>
  <inkml:trace contextRef="#ctx0" brushRef="#br0" timeOffset="25166.6">24546 6751 1425 0,'-1'11'156'16,"-2"2"-6"-16,1 4 19 0,1-1 3 0,2-1-4 0,1 2-33 0,1 2-33 15,0 0-32-15,2 2-24 0,1 0-9 0,0 1-7 0,2 2-15 16,0-1-7-16,1 0 7 0,0 2-4 0,-1-2 9 0,1 2-4 0,0-2-14 16,0-1-1-16,1 1-2 0,-1-3 2 0,0 0 1 0,-1-2-4 0,0 1 1 15,1-2-6-15,-2-1 2 0,0 0 0 0,-1-2 0 0,1-3 2 16,-1 1-2-16,-1-2 4 0,-1-2 4 0,-1-2 0 0,1-1 0 0,0-1 2 16,0-2 2-16,0 0 4 0,1-2 2 0,0-1 4 0,0-1 1 0,-1-1 3 15,2-2 3-15,0-2-1 0,2-2 2 0,-1 0-6 0,1-2 1 16,1 1-1-16,1 1-4 0,2-1-1 0,0 1-6 0,-1 1-1 0,3 1-4 15,0 2-1-15,0 2 2 0,0 3-1 0,1 3-3 0,0 2 0 0,1 2 2 16,-1 2-6-16,0 2 4 0,0 3-1 0,0 1 1 0,-1 2 1 16,-2 2 3-16,-1 0-3 0,-2 1-2 0,-1 0-1 0,-1-1 0 0,-2 0 6 15,-3 1 1-15,-1-1 2 0,-3 0-2 0,-2 1-9 0,-2-1-1 16,-2-2-10-16,-2 2-21 0,-3 0-27 0,-3-3-50 0,-2 0-46 0,-2-2-50 16,0-2-83-16,-3-2-94 0,1-3-188 0,0-3-289 0</inkml:trace>
  <inkml:trace contextRef="#ctx0" brushRef="#br0" timeOffset="27383.6">18928 12038 44 0,'21'1'51'0,"3"1"-9"0,5 1-13 0,1 0-9 16,-3-1-3-16,4 0-3 0,0 0 4 0,1-1-1 0,0 1 4 0,0-1 3 16,-1 0 0-16,1 0 3 0,0-1 2 0,3 2 1 0,-2-1-4 15,3 0-1-15,0 0-6 0,0 0-4 0,2 0 0 0,1 0-3 0,0 0 0 16,1 0-2-16,2-1-2 0,0 0 1 0,1 1-2 0,-1-1 4 16,-2 1-1-16,2 0 2 0,-1-1-2 0,0 1 0 0,1 0-1 0,-1 0-3 15,-2 0 1-15,2 0-1 0,0 0 0 0,-1-1-2 0,1 1 2 0,0-1-2 16,1 0 3-16,2-1 1 0,-1 1 1 0,0 0 3 0,0-2 0 15,0 1 4-15,0-1 6 0,1-1-3 0,-1 1 10 0,-2 0 9 0,0 1 10 16,0 0 13-16,-3-1-3 0,-1 0 0 0,-1 1-3 0,-3-1-7 16,3 1 0-16,-2 0-10 0,0 0-7 0,-2 0-5 0,0 0-10 0,-1 1-3 15,1-1-3-15,-1 0-4 0,0 1-5 0,-1-1 2 0,1 1 3 0,-2 0-1 16,1-1 2-16,-1 0-5 0,0 0-5 0,-1-1 0 0,0 0 4 16,-2-2-2-16,1 1 6 0,-3-1 0 0,2-1-1 0,2 0 8 0,-4-1 0 15,1 0 1-15,-2 0 8 0,-1 0-4 0,-1-1 7 0,-1 0-4 0,0-3-7 16,1 2 5-16,-3-2-10 0,1 1 6 0,1-1-9 0,-4-1 1 15,0 0-1-15,1-1-2 0,-3 1 2 0,0 0 2 0,-1-1-6 0,-1-1 1 16,-1 0-4-16,-1-1 1 0,-1 1 4 0,-3 0 4 0,0-1 3 0,-1-1-2 16,-3 0 6-16,0 1-1 0,-1-1 3 0,-1-1 2 0,-1 0-5 15,-2 0-3-15,-1-2 0 0,-2 1-1 0,-1 2-2 0,-2 0 0 0,-1 0-3 16,-2 0-6-16,-1 1 0 0,-1 1-6 0,-4 0-9 0,-3-1-1 16,-2-1 0-16,-3 1 0 0,-4 0 4 0,0 0 3 0,-5 0 1 0,0 0 1 15,-4 0-2-15,-3-2 3 0,0 1 1 0,-3 0 4 0,-1 2 10 16,-2-1 0-16,0 2 4 0,-2-2 4 0,2 1 2 0,1 0 2 0,1-1 5 15,4 2 3-15,2 0-3 0,1 2-6 0,2 1-5 0,0 1-9 0,3 1 1 16,0 1-2-16,1 2-3 0,1 2 0 0,-1 2-4 0,0 0 4 0,-1 2 0 16,0 0 0-16,1 3 2 0,0 1-2 0,1 0 2 0,1 2-1 15,2 0-4-15,2 1 2 0,1 3-7 0,3 1-1 0,1 1-3 0,0 3-1 16,3-2-9-16,-1 3-2 0,1 1-1 0,1-1 3 0,-1 1 6 16,2 0 3-16,2-1-2 0,3-1 3 0,1-1 7 0,2 0-2 0,1-2 7 15,2 0-5-15,2-1-1 0,1-1 7 0,2-2-2 0,2-1-2 0,1 0 7 16,1 0 0-16,1 0 3 0,2 0 6 0,1 0-3 0,1 0 0 15,2-1 2-15,1 1-2 0,1 1 2 0,3-1 0 0,1 0 1 0,2 0-3 16,-1-1-3-16,1-2 3 0,1 0-4 0,-1-1 3 0,1 1 0 16,0-2-6-16,-1-1 5 0,1 1-2 0,0-1 2 0,0 1-4 0,-2 0 0 15,1 0 0-15,1 0 1 0,-2 0 4 0,1 0-7 0,0 0-2 0,-1-1 2 16,1 2-2-16,0 0 3 0,0 1-3 0,-1 0-1 0,1 0-2 0,0 0 6 16,-1 0-1-16,2-1 1 0,-1 0 1 0,0-2-2 0,-2 1 5 15,0-3 0-15,1 0 1 0,-2 1-2 0,0-2 1 0,0 0 4 0,0-1 3 16,-1-1 9-16,-1 1-1 0,0 0-2 0,-2-1-1 0,0 0-4 15,-2-1 1-15,-1 1-5 0,1 0-2 0,-1-1-2 0,-1 2 5 0,0-1-5 16,-2 1 0-16,0 0-2 0,-1 0-3 0,0 1-2 0,-1 0 2 0,0 0 0 16,0 0-1-16,-2 1 5 0,1-1-5 0,0 1 5 0,-1 0-5 15,0 0 6-15,0-1-1 0,0 1 2 0,0 0 2 0,-1 0-2 0,1 0 2 16,0 1-9-16,0-1 6 0,0 1-3 0,-1-1-1 0,1 0 4 0,-1 0-7 16,1-1 6-16,0 1-2 0,0 0 2 0,0-1 3 0,0 0-5 15,1 0 5-15,-1 0-2 0,0 0 0 0,0 0 4 0,-1 0-7 0,1 1 0 16,0-1-1-16,0 0 2 0,0 0-2 0,-1-1-3 0,1 1 0 15,-1 1-3-15,0-1 3 0,0 0-3 0,0 0 0 0,0 0-3 0,0 0-7 16,-1 1-3-16,0-1-19 0,0 1-18 0,-2 0-18 0,0 0-17 0,0 0-14 16,-1 1-17-16,-1 0-18 0,0 0-23 0,0 0-19 0,-2 1-20 15,0 0-12-15,0 0-2 0,-1 2-11 0,0-1-81 0</inkml:trace>
  <inkml:trace contextRef="#ctx0" brushRef="#br0" timeOffset="36217.68">18898 12919 7 0,'-27'-17'-1'0,"-13"-9"13"0,-11-2-2 0,-3 6 0 0,10 10 2 0,-2 3 5 16,0 3 4-16,0 0 1 0,0 4 3 0,2-1 2 0,3 0-3 15,2 2-4-15,1 0-5 0,0 1-1 0,0 2-1 0,-2 1-3 0,0 1-3 16,-1 0-3-16,-2 2-2 0,3 1 1 0,0 1-2 0,0 0 0 0,2 2 1 16,0 0-4-16,1 0 4 0,1 0-2 0,2 0-2 0,1 1 2 15,0 0-1-15,4 0-3 0,-1-1-3 0,4 0 0 0,0 0-4 0,2-1 0 16,1-1-2-16,2-1-2 0,2-1-2 0,0 0-8 0,0-3-8 15,0 1 5-15,1-2-23 0,-1 1-1 0</inkml:trace>
  <inkml:trace contextRef="#ctx0" brushRef="#br0" timeOffset="36750.68">17175 12883 36 0,'-3'-13'29'0,"0"-2"3"0,0-1-2 16,0 1-2-16,0 3-2 0,1 1 1 0,0 0 2 0,1 1 2 15,0-1-2-15,1 1-4 0,1 2-2 0,0 0-4 0,1 1 2 0,0 1-3 16,1 1-3-16,1 1-2 0,-1 0-5 0,2 0-2 0,0 1-4 0,2 1-1 16,-1 0-2-16,1 1 1 0,0 1 0 0,1 0 1 0,1 2-1 15,-1 0 1-15,2 1-2 0,1 0 0 0,0 0 0 0,1-1-2 0,-1 1-1 16,-1 0-1-16,0 0 1 0,0-1-2 0,1 0 1 0,-1 1-1 16,-1-1 1-16,0 1 2 0,-1-1-1 0,0 0 2 0,-1 0 0 0,0-1 1 15,-1 0 4-15,0 0 1 0,-1 0 5 0,-1 0 3 0,0 0 4 0,0-2 3 16,0 0 4-16,0 0 5 0,-1-1 4 0,1 0 4 0,1 1 1 15,1-2 0-15,1 0-3 0,1 0-1 0,2-1 0 0,0 1-2 0,4-1-2 16,2-1 0-16,3 1-6 0,2 0-6 0,4 2-2 0,2 0-4 0,3 2-1 16,2 1-2-16,5 2-2 0,0 1-4 0,3 1 0 0,1 1-2 15,1 0 1-15,2 1 0 0,-1 2 2 0,0 1-2 0,-1 0-1 16,1-1 2-16,1 2-2 0,-1-2-1 0,0 2-1 0,0 0 1 0,-1-1-1 0,0 1 2 16,0-2 1-16,-1-2-3 0,1 0 1 0,3-1 1 0,-1-1 0 15,1-2 2-15,-1-1-4 0,0 0 2 0,0 0 3 0,0-1-1 0,1 0-2 16,-1 0 0-16,-1-1-1 0,-1 0 0 0,-2 0 3 0,-3 0 2 15,-1-2-2-15,-4-1 0 0,0-1 0 0,-3-1 1 0,0 0 1 0,-3-3 3 16,-1-1-1-16,-3-3 5 0,-1-1 6 0,0-3 3 0,-3-1 3 0,0-2 1 16,-2-4 5-16,-2 1 0 0,-3-3 4 0,-2-2-5 0,-3 1-7 15,-3-3 1-15,-3-2-11 0,-5-3-1 0,-5 0-2 0,-4-3-11 0,-7 0 1 16,-5 1 1-16,-5-1-8 0,-6 0 4 0,-7 0-7 0,-7 0 1 16,-5 2-1-16,-7 4 0 0,-4 5 7 0,-4 4 1 0,-5 4 9 0,-4 3 2 15,-4 3 3-15,-2 4 0 0,-4 4 2 0,2 4 3 0,-2 1 9 0,3 3 3 16,3 2 5-16,1 3-1 0,2 2-4 0,1 3 1 0,2 1-4 15,4 3-1-15,3 0-3 0,4 2-8 0,4 3-4 0,2 1-2 0,5 0-6 16,4 0 5-16,5 0-7 0,5-2-5 0,4-1-8 0,6-1-15 0,6 1-14 16,6 0-25-16,5 0-28 0,3 1-34 0,4-4-40 0,3 0-30 15,5-2-21-15,3-2-187 0</inkml:trace>
  <inkml:trace contextRef="#ctx0" brushRef="#br0" timeOffset="39067.37">16557 13739 224 0,'-7'-3'20'0,"-2"0"1"0,-2 0-3 0,1 2-8 0,0 1-13 16,0 2-12-16,1 1-11 0,-2 2-8 0,-1 1-7 0,-2 0-31 15,0 1-28-15</inkml:trace>
  <inkml:trace contextRef="#ctx0" brushRef="#br0" timeOffset="39767.39">15925 13929 170 0,'0'-3'50'0,"1"1"-6"0,-1-1-8 0,2 1-12 16,-1 0-8-16,1 1-5 0,1-1-3 0,1 2-1 0,1-1 2 15,1 0 0-15,-1 1-1 0,2-2 0 0,1 2-1 0,1-1 1 0,1 1 1 16,0 0 2-16,0-1 3 0,-1 1 0 0,1 0-1 0,0-1 8 0,1-1 4 16,0 0 1-16,-1-1 6 0,2-1-1 0,0 0 2 0,-1 0 1 15,2-1 2-15,-1 0 3 0,1 0-1 0,1-1-3 0,1-1 0 0,1-1-7 16,-2-1-4-16,3 0-1 0,0 2-3 0,1-1 1 0,1 0-2 0,0 1-3 16,2-1-3-16,-2 1-4 0,4 0 0 0,-2 0 2 0,3 0-5 15,1 2 0-15,0-2-3 0,3 0 0 0,0 2 1 0,3-1 1 0,1 1-2 16,3 1-5-16,0-1 3 0,1 2-1 0,-2 2 0 0,2 1-1 0,3 1-4 15,-1 2 3-15,3 1-1 0,0 1 3 0,1 2-1 0,-2 2 0 16,3 1-1-16,-2 1-1 0,-1 1 4 0,2 3-2 0,-2 0-2 0,-1 2 2 16,0 0-4-16,-2 1-4 0,-2-1 4 0,-1-1 0 0,1-1 4 15,-3 0 5-15,0-1-2 0,0-2 1 0,-3 1-4 0,1-2 1 0,-1 1-2 16,-3-2 0-16,1 2 2 0,-1-2-2 0,0 1 3 0,-1-1 1 0,1-1-2 16,-2 0 3-16,-1-1-3 0,2 0-1 0,-1 1 3 0,2 1-3 15,-2 1 4-15,-1-1 0 0,-2 1-2 0,-1-2-1 0,-2 2-1 0,-1 1-2 16,-1 0 3-16,-2 1 0 0,0-1-2 0,-1 0 0 0,-2 1 0 0,-2-1 0 15,-1 0 0-15,-3 0-1 0,-1-1 1 0,0 2 3 0,-1 0 2 16,-2 1 1-16,-1 0 0 0,-2 2 3 0,-1 1-1 0,-2 0 1 0,0 0 0 16,-3 1-4-16,-2 1-2 0,-1-1-1 0,-3 1 0 0,0 0-2 15,0-1 0-15,-3 0-3 0,-1 1-1 0,0-1 1 0,-4-1 3 0,-1 1 2 16,-3-1 2-16,-3-1 1 0,0 0 2 0,-2 0 2 0,1-2 4 0,-3-2 3 16,0-2-1-16,-2-1 4 0,0-1 2 0,-1-1 3 0,0-1 4 15,-1-3 4-15,-2-1 3 0,-1-2-6 0,0-2 7 16,-2-2 2-16,1-2-2 0,-1-2 6 0,-2-2-1 0,3-1 0 0,-1-2 2 0,0-3-4 0,2-2-3 15,0-1-5-15,-1-2-5 0,2 0-2 0,0-1-8 0,2 0-6 16,2-1-3-16,1 0-9 0,3-1 3 0,1 1 0 0,6 3-8 0,2 1 7 16,3 1-4-16,3 2 1 0,2 0 6 0,1 1-5 0,2 1-1 0,2 4 3 15,1-2-6-15,1 2 2 0,3 0-3 0,1 0-2 0,1 2 0 16,2 1-3-16,1-1-2 0,1 2-4 0,0 1-1 0,1 1 0 0,2 1 0 16,1 0 5-16,0 0-1 0,0 1 2 0,2-1 4 0,1 0 3 15,1 0 8-15,0 0 0 0,0-1 0 0,-1 1 0 0,-2-1 1 0,2 2 1 16,-1 1 1-16,-1-1-2 0,-1 0 0 0,-1 0 3 0,-1 1 3 0,-1 1 4 15,0-1-1-15,0 1 0 0,-1 0-6 0,0 1 2 0,-1 0-1 16,0 0 0-16,-1 0-3 0,1 0-4 0,0 1 0 0,0 0-1 0,0-1-3 16,0 2-7-16,0 0-21 0,1 0-25 0,0 1-27 0,0 0-33 0,1 0-34 15,-1 0-42-15,2 1-30 0,0-1-43 0,2 2-46 0</inkml:trace>
  <inkml:trace contextRef="#ctx0" brushRef="#br0" timeOffset="40401.37">15559 15435 1048 0,'-11'0'57'0,"-1"-1"16"0,-1 2-5 0,2 2-14 16,2 2-17-16,1 2-30 0,2 4-4 0,1 2-5 0,2 2 3 0,1 4 7 16,3 1-1-16,1 1 0 0,2 2-4 0,3 1 1 0,2-2-6 0,1 2 1 15,1-2 0-15,2 1-3 0,2-1 0 0,1-3-3 0,1 0 1 16,2-3 1-16,1-3-2 0,0-3 0 0,1 0-2 0,1-2 3 0,-1-1-2 16,2-3 4-16,0 0-2 0,0-2-4 0,1-2 4 0,1 0 1 15,-3-2 9-15,1-3 4 0,-2-1-5 0,0-2 5 0,-1-1 1 0,-1 0 15 16,0-4 8-16,-2-1 11 0,-2-2 2 0,-3-1-3 0,1-2 8 0,-2-2 0 15,-1-1-4-15,-1-1-1 0,-2-2-6 0,-2 3-5 0,-1-3-4 16,-2 1-6-16,-2-1-7 0,0-3-2 0,-2 1-3 0,-1-2 0 0,-1 1-8 16,-1 1-8-16,-3 2-7 0,-1 2-3 0,0 1-2 0,-1 2-3 0,-1 2 0 15,1 2 5-15,-3 2-6 0,0 4 3 0,-2 1-2 0,-1 1-3 16,1 2 7-16,-2 3 3 0,-1 1 9 0,3 4 8 0,-3 0 0 0,2 4 8 16,-1 0-3-16,1 3 1 0,1-1 0 0,1 2 2 0,2 3-2 15,3 0-1-15,2 1-2 0,1 0 0 0,1 0-3 0,2 0-3 0,1 0 3 16,2 1-2-16,1-2-3 0,2 2 4 0,3-2-7 0,1-1 3 0,0-1 0 15,3 0-1-15,3 0 2 0,2 0-2 0,3-1 1 0,0-1-4 16,3-2-7-16,2-1 9 0,1 0-8 0,4-1 1 0,-1-1 0 0,2 0-9 16,-1 1 2-16,0-2-8 0,-1 1-16 0,1-1-19 0,-1 0-21 0,-1 0-23 15,-1 0-21-15,-2-1-17 0,1 1-15 0,-2 0-19 0,0 0-15 16,1-1 3-16,1 2-5 0,3-1-28 0</inkml:trace>
  <inkml:trace contextRef="#ctx0" brushRef="#br0" timeOffset="40617.37">16768 15320 1434 0,'-8'-3'170'15,"1"0"-53"-15,-2 0 11 0,3 1-15 0,0 2-26 0,1 1-47 16,1 1-34-16,1 2-9 0,0 1-4 0,1 2 2 0,-1 4 1 0,0 2-6 16,2 4-1-16,-1 5-6 0,1 4-11 0,1 1-9 0,-1 3-6 15,2 0-4-15,0 1-3 0,1 0 3 0,0 2-9 0,1 0-3 0,0 1 0 16,0 1-3-16,1-2 3 0,-1 0-4 0,0-1-9 0,1-2-14 0,0-1-10 15,0-1-9-15,3-1-11 0,-1 0-17 0,2-1 13 0,0-1 15 16,0-1 12-16,1-2 20 0,-1 0 6 0,0-1 9 0,2-3 10 0,0-2 4 16,0-3-9-16,1-3-29 0,-2-4 6 0</inkml:trace>
  <inkml:trace contextRef="#ctx0" brushRef="#br0" timeOffset="40853.37">16719 15455 779 0,'-8'-13'329'0,"0"-2"-194"0,-1-2 13 0,0 0-6 0,3 1-23 15,-1 1-29-15,2 1-39 0,0 1-20 0,2 1-13 0,2 1-8 16,0 1-6-16,3 3-10 0,0 1 0 0,3 0-6 0,1 2 0 0,1 0-10 16,2 1 1-16,4 2-1 0,3 0 1 0,2 3 0 0,2 1-7 0,2 1-11 15,2 3-12-15,-1 1-8 0,2 1-10 0,-1 3-11 0,0 0-8 16,0 2-6-16,-1 1-8 0,0-1 7 0,-4 1 5 0,-1 1 2 0,-2-1 12 16,-4 0 15-16,-2 0 15 0,-3-1 17 0,-3 1 10 0,-3-3 8 15,-2 1 3-15,-3-1 10 0,-2-2 9 0,-4 1 8 0,-1-2 17 0,-2 0 13 16,-1 0 15-16,-1-2 14 0,-2-3 3 0,0 0-8 0,-2-2-10 0,3 0-20 15,0 0-15-15,1-1-17 0,2 0-23 0,2 0-20 0,1 0-36 16,2 1-30-16,1 0-25 0,2 0-22 0,1 0-15 0,3 1-2 0,1 0-7 16,3 0 6-16</inkml:trace>
  <inkml:trace contextRef="#ctx0" brushRef="#br0" timeOffset="40951.37">17150 15697 97 0,'-5'0'31'0,"0"-1"-14"0,-2 2-10 0,1-1-18 0,0 1-19 0,0 3-35 15</inkml:trace>
  <inkml:trace contextRef="#ctx0" brushRef="#br0" timeOffset="41501.37">17232 15323 1370 0,'-10'-6'144'0,"-1"0"-102"0,-1 0 14 0,1 4-11 16,4 0-12-16,2 1-24 0,1 1-32 0,2 1-15 0,0 1-1 15,2 2 0-15,0 2 15 0,1 2 3 0,2 1-5 0,1 4 4 0,1 0-5 16,2 4 4-16,2 2 7 0,1 4 1 0,2 2 7 0,0 0 1 0,0 2 1 15,1 1 2-15,0-3-3 0,-1 2 8 0,0-1-4 0,1-2 0 16,-1 1-1-16,-1-2-5 0,-1 2-5 0,-1-1-8 0,-1 0-3 0,0-3-8 16,0-1 7-16,-3 0 1 0,1-2 7 0,-2-1 4 0,0-4 1 0,-2 0 9 15,-1-2 3-15,-1-2 8 0,0-2 4 0,-1-3 5 0,-1-3 7 16,-1-1-9-16,0-1 1 0,-1-1-14 0,0-2-18 0,0-1-13 0,-1-2-18 16,1-2-10-16,-2-1-5 0,1-4-10 0,0 1 5 0,-3-3-3 15,0-2 7-15,-1-2 18 0,-2-3 8 0,1-2 21 0,-1-2 12 0,-1-1 11 16,-1-1 9-16,-1 0 8 0,-2 1 14 0,1 0 14 0,-1 2 17 0,1 0 9 15,1 0 7-15,3 2 1 0,-1 0-4 0,1 3-6 0,1 2-3 16,2 0-5-16,1 2-2 0,2 3 2 0,0-1-1 0,2 1-1 0,1 2-4 16,0 1-12-16,1 0-11 0,0 1-16 0,2 1-10 0,1 1-7 0,0 2-12 15,1 0-5-15,3 0-1 0,0 2-7 0,3-1 7 0,3 3-5 16,3-1-6-16,1 2 1 0,3 2-10 0,2-1-1 0,0 4-8 0,1 0-1 16,0 0 4-16,-2 3 2 0,0 0-1 0,-1 1 0 0,-2 0-1 15,-1 1-2-15,0-1 3 0,-1 0-2 0,-2 0 8 0,-2 0 0 0,-1 0 3 16,-2-1 1-16,-1-1 7 0,-1 0 4 0,-2 0 0 0,-1-1-3 0,-1 1 0 15,-1-1 0-15,-1 0 7 0,-1 0 10 0,-1-1 4 0,-1 0 5 16,0-1 8-16,-1 0-1 0,0 1 2 0,-1-2-4 0,0 1-11 0,0-1-11 16,1 0-18-16,-1 1-22 0,1-1-32 0,2 0-35 0,-1-1-32 0,2 1-21 15,2 1 0-15,1-1-58 0</inkml:trace>
  <inkml:trace contextRef="#ctx0" brushRef="#br0" timeOffset="41635.37">17705 15418 740 0,'-2'0'163'0,"0"-1"-20"0,-1 1-29 0,0 0-32 16,0 1-29-16,0 0-35 0,1 1-19 0,0 1-7 0,1 0-1 0,-1 1-9 16,0 1-20-16,1 1-21 0,-1 1-30 0,2 3-32 0,0 0-30 0,2 0-33 15,0 3-11-15,2 0-3 0,-1 3-25 0</inkml:trace>
  <inkml:trace contextRef="#ctx0" brushRef="#br0" timeOffset="41851.37">17999 15117 1412 0,'-4'-5'138'0,"0"2"-30"0,-1-2-3 16,1 2-10-16,1 1-23 0,1 0-38 0,0 2-32 0,1 1-14 0,0 1-2 16,0 3-5-16,1 1-3 0,1 3-11 0,1 4-16 0,0 4-5 0,1 4-14 15,2 2-5-15,-1 6 0 0,3 2-7 0,0 1-2 0,1 1-5 16,1 2-9-16,0-1-2 0,2 1-1 0,-1 0-1 0,0 0 1 0,1-1-6 15,0-3-9-15,-2 0 2 0,2 0 9 0,1 2 31 0,-1-1 23 0,0-1 11 16,-2-2 6-16,0-2-8 0,-1-5 0 0,-2-1-34 0</inkml:trace>
  <inkml:trace contextRef="#ctx0" brushRef="#br0" timeOffset="42117.38">18087 15345 1295 0,'-4'-15'170'16,"-1"-3"-24"-16,-3-5-14 0,0 1-10 0,1 2-23 0,1 1-42 0,1-1-15 15,1 1-8-15,2 3 2 0,0 0 5 0,1 1-7 0,1 1-5 0,1 0-17 16,1 3-11-16,0 0-10 0,1 1-10 0,1 2-4 0,0 1-6 16,2 1-18-16,0 1-10 0,2 2-13 0,0 1-15 0,1 2 0 0,3 0-10 15,1 3-1-15,1 2-1 0,2 2-5 0,-1 3-6 0,1 3-4 16,0 2-7-16,-2 0-1 0,3 3 10 0,-2 1 20 0,-1 0 18 0,-2 2 24 16,-3 0 14-16,0-2 5 0,-2 1 10 0,-1-2 8 0,-1 0 5 0,-1-1 7 15,-2-1 5-15,0-2 5 0,-2-1 10 0,-1-4 10 0,0 0 10 16,-1-1 14-16,-1-1 11 0,1-1 13 0,-2-1 13 0,1-2 9 0,1-2 0 15,-2 0-13-15,2-1-15 0,-1-1-18 0,0 0-14 0,1-2-11 0,-1 0-16 16,1 0-23-16,-1-1-21 0,1 0-31 0,0 0-41 0,-1-1-55 16,1-1-65-16,1 0-61 0,-1 0-194 0</inkml:trace>
  <inkml:trace contextRef="#ctx0" brushRef="#br0" timeOffset="42469.38">18416 15162 852 0,'-1'-2'242'0,"0"1"-197"0,1 0-13 0,1 3-16 0,0-1 1 16,1 1-24-16,1 1-24 0,2 1-11 0,2-1-6 0,1 4 7 0,1 0 6 15,3 1-2-15,2 1-10 0,1 0-6 0,2-1-4 0,-3 1-1 0,2-2 10 16,0-1 14-16,-1-1 8 0,-2-2 12 0,1 0 8 0,-1-2 4 16,-1-2 8-16,-2 0 9 0,1-2 10 0,-2 0 10 0,0-3 8 0,0-1 12 15,-2-1 7-15,0-1 13 0,-1-1 9 0,-1-1 3 0,0-1 5 0,0 1-2 16,0-1 5-16,-1 1-3 0,0 1-3 0,-1 0-6 0,0 1-17 15,0 0-14-15,1 3-6 0,-1 1-16 0,1 1-12 0,-2 2-10 0,1 1-18 16,0 2-6-16,1 1-7 0,0 2 2 0,2 2 2 0,1 1-2 16,1 3 5-16,1 2-3 0,0 3-3 0,1 3 5 0,0-1-1 0,-1 4-3 15,2 0 3-15,-1 0-6 0,0 3-2 0,0-2 1 0,-2-1-2 0,-2-1 7 16,0-2-2-16,-2 0 2 0,-1-2 4 0,-3 1 1 0,0-2 4 16,-3 0 0-16,-1 1 4 0,-2-1 4 0,0-3 6 0,-2 0 11 0,-3-3 2 15,1-1 5-15,-2-2 1 0,-1-1-1 0,1-2 1 0,-1-1-2 16,-1-2-3-16,-1 0-5 0,1-2-5 0,0 0-9 0,0-2-10 0,-1-1-7 15,2-1-18-15,0-1-19 0,-2-1-22 0,1-2-34 0,0 1-40 0,3-1-39 16,1 0-40-16,1 1-34 0,1 0-90 0</inkml:trace>
  <inkml:trace contextRef="#ctx0" brushRef="#br0" timeOffset="47418.38">18943 6287 1517 0,'-121'-4'217'0,"-9"6"-222"0,-29 6 3 0,23 9-8 0,19 6 1 16,3 5 6-16,3 3-8 0,0 6-17 0,1 4-16 0,0 3-19 0,0 4-9 16,2 3-15-16,1 0-7 0,-2 2-6 0,1 1 8 0,0 1 20 15,-1 0 19-15,1 0 17 0,1 1 18 0,1 4 6 0,-3-1 11 0,1 4 7 16,-2 3-2-16,2 2 7 0,1 3 1 0,0 2 4 0,-2 0-2 0,0 2 10 15,1 2 2-15,1 2 1 0,1 6 9 0,-1-1-7 0,0 4 1 16,-1 3 4-16,0 2-1 0,0 2-1 0,1 4 2 0,2 0-4 0,2 3-1 16,0 1 7-16,5 0 2 0,0 0 7 0,5 2-2 0,0 1-1 0,5 2-10 15,2 0-8-15,5 2-4 0,3 2-10 0,4 0 0 0,4 2-7 16,4 2-5-16,3 1 1 0,2 3-2 0,4 0 5 0,1 3 0 0,3 1 5 16,3-1-7-16,3 2-2 0,1-1 0 0,4 1-6 0,2-1 12 15,1 0-4-15,3 0-1 0,4-2 6 0,1 0-3 0,5 0 9 0,2 0-5 16,3 1 3-16,4 0 10 0,1 0 1 0,4 1 12 0,3-1-4 0,4-1-3 15,6-2 2-15,4 1-3 0,5-3-1 0,4 2-6 0,3-1 1 16,5-3-4-16,4 1-3 0,3-2 4 0,7 0-4 0,2-2-14 0,4-3 2 16,5-3-3-16,4 0 1 0,2-1 10 0,5-2-4 0,3-1-8 0,4-3 4 15,4 0 0-15,2-4 2 0,3 0 9 0,1-5-9 0,4-1 7 16,3-4-3-16,4-1-1 0,5-1 4 0,1-4 1 0,4 0 10 0,4-1-3 16,2-3 2-16,2 0 2 0,4-1-3 0,1-4 3 0,4-2-3 15,3-1-2-15,3-5 1 0,3 0 3 0,1-2-6 0,4-2-4 0,2 1 1 16,3-2 0-16,4-1 1 0,0-2-10 0,6-1-2 0,3-1-2 0,2-4 1 15,3-1 7-15,2-2-8 0,4-1 3 0,0-2-2 0,4 1 5 16,0-2 3-16,2-4-3 0,3-1 4 0,1-3-7 0,0-2-4 0,2-1 7 16,3-3-5-16,-86-15-8 0,24 3 9 0,1-2-4 0,20 2 8 0,3-2 9 15,22 3-6-15,1-2-5 0,22 1-4 0,1-4 15 0,3 1 2 16,0-1-2-16,3-2 0 0,0-3-3 0,0-1-2 0,1-3-2 0,1 0-11 16,1-3-9-16,0-2 3 0,1 0 13 0,0-4 4 0,0-2-1 15,2-2 1-15,-1-2-1 0,1-3-10 0,167-16 26 0,-49-4-2 0,-47 2-5 16,-48 0 10-16,-27 1-23 0,3-2 2 0,-1-3-2 0,-1 0-6 0,-2-4 1 15,-2-1 0-15,0-2 1 0,-2 0 2 0,-1-3 1 0,-3 2-8 16,-1-2 1-16,-2-2-2 0,-1-1 16 0,-3-2 6 0,-3-1 1 0,-3-1 10 16,-1-2-18-16,-4-2-2 0,-1-2 4 0,-2-2-5 0,-4-1 3 0,-1-1 2 15,-5 0-1-15,-2-4 10 0,-3-3-2 0,-7 0 1 0,-2-3-4 16,-5-1-3-16,-5-1 0 0,-2-2 1 0,-5-1-3 0,-2-5 2 0,-2-2-2 16,-6-3 5-16,-2-3 0 0,-4-3-3 0,-3-1-2 0,-4-4 1 0,-2-1-1 15,-5-4-3-15,-2-4 0 0,-3-2-9 0,-4-1-7 0,-5-3 2 16,-3 1-4-16,-3-5 0 0,-5 1 0 0,-4-2-1 0,-4 0-5 0,-5 1-3 15,-3-1 4-15,-6 0 2 0,-2 0 7 0,-4 0 4 0,-5 0-1 0,-3-1-1 16,-3-1 0-16,-5-1 0 0,-3 1 0 0,-2-2 3 0,-5 2-2 16,-3-2-2-16,-4 0-1 0,-4 0-1 0,-3 0 2 0,-1 1 2 0,-6-3-2 15,-2-2-2-15,-4 0 2 0,-5-1-1 0,-3-1-1 0,-6-2-1 16,-3-2-7-16,-3 4-1 0,-3 2 4 0,-1 10 7 0,-1 4 10 0,-4 4 1 16,-3 0 2-16,-6 0-6 0,-2 1 0 0,-2 3 2 0,0 4 15 0,-4 7 7 15,-1 1 1-15,-3 1-14 0,-5-2-19 0,-2-3-7 0,-5-4 1 16,-3-1 8-16,-3 2-1 0,-2 2-6 0,-3 2 5 0,-3 3 4 0,-3 3 4 15,-2 4 13-15,0 1-12 0,-4 2-15 0,-3 2 3 0,-2 1-2 16,-1 2 11-16,1 4 12 0,0 4 4 0,-4 0 13 0,-3 1-4 0,-5 3-1 16,-2-1-7-16,-1 3-12 0,-2 3-5 0,-2 1 4 0,-1 2 7 0,-2 3 1 15,-3 0 4-15,-2 1 2 0,-3 2-4 0,-4 0-6 0,1 2 3 16,-4 0-3-16,-3 2-5 0,-2 1 4 0,-5 2-2 0,-4 0-2 0,-3 2 4 16,-1 3 4-16,-1 0 1 0,2 3 8 0,1 3 1 0,0 3-3 0,-1 3-2 15,-2 2-2-15,-4 2-3 0,-1 1 3 0,2 2 3 0,2 3-2 16,2 1 5-16,3 1-1 0,0 2-8 0,0 2-3 0,-1 2-3 0,-2 2 3 15,-3 1-3-15,-1 4-2 0,-1 1 2 0,-2 3 2 0,2 2-1 0,0 2 7 16,3 1 3-16,4 1 1 0,1 2 6 0,0 2-4 0,3 2-6 16,0 3-1-16,-2 5-2 0,2 4-2 0,-2 2-2 0,2 3-2 0,1 3-5 15,-2 4-11-15,-2 3-14 0,-4 7-7 0,-1 4 1 0,2 3 13 16,5 1 12-16,4-1-2 0,3-1-17 0,2 4-39 0,2 5-59 0,-1 5-83 16,2 6-132-16,0 8-169 0,-1 6-208 0</inkml:trace>
  <inkml:trace contextRef="#ctx0" brushRef="#br0" timeOffset="63952.36">3636 7157 639 0,'-12'-8'230'16,"2"-1"-279"-16,0-2 41 0,9 3 16 0,5 1-3 0,1 1 3 0,3-1-1 16,1-1-7-16,3 0-2 0,3-1-4 0,2-1-11 0,1-1-13 15,2 2-11-15,1-3-4 0,1-1 2 0,3 1 5 0,1-1 3 0,-2 0-3 16,2-2 6-16,-2-2 4 0,1-1 8 0,-1 2 11 0,0-2 3 0,-1 0 4 15,-1 2 3-15,1-3 1 0,-2 1 4 0,-1 0 5 0,0 2 1 16,-1 0 5-16,0-1 4 0,1 2 4 0,0-1 7 0,0 0 3 0,1 0 2 16,1 1 1-16,-3-1-1 0,2 0-4 0,0 1-4 0,-1 1-5 0,2 0-6 15,1-1-6-15,2 1-3 0,1 1-2 0,4 2-5 0,0 0 4 16,1-1-3-16,2-1 0 0,0 1 0 0,3 1-2 0,-1 0-1 0,3 0 2 16,-1 0-3-16,1 0 4 0,2 1-3 0,1 0 2 0,1 0-3 0,1 2-5 15,1-1 3-15,-1 2-1 0,3-1 4 0,2 2 3 0,-1 1-1 16,2 0 5-16,-1 1-4 0,1 1 1 0,2 0 0 0,-2 0-4 0,3 1 2 15,0-1-7-15,2 1 0 0,2 0-1 0,0 0 5 0,1 2 1 16,0 0 0-16,4 0 2 0,-1 2-3 0,1 0 4 0,0 2 1 0,-1-1-4 16,2 1 2-16,1 1-5 0,3 0 0 0,0 1 3 0,1 2 2 0,3 0 7 15,-1 1-7-15,1 1 3 0,0-1-4 0,-1 1-1 0,2-1 2 16,3 1 0-16,1-1-2 0,2 1 2 0,-1-2 0 0,-1 1-2 0,0-1 4 16,-1-1-4-16,1 1 1 0,2-1 3 0,-1-1-1 0,1 0 4 15,0 0 5-15,-1-2-1 0,1 1 1 0,-1 0-5 0,-1-2 0 0,1 2 0 16,1-1-1-16,0-1 1 0,-1 2-4 0,0 0 1 0,0 1-1 0,-1 0 1 15,-1 0 1-15,0 2 1 0,2-1-1 0,-1 1 1 0,1-1-2 16,-1 1 2-16,-2 1 0 0,1 1 0 0,-2 1-1 0,0 0 3 0,-1-1-3 16,1 0 1-16,0-1 3 0,2 0-5 0,-2 1 0 0,0-1 1 0,0 0-3 15,-1-1 2-15,0 0 1 0,-1 1-2 0,-1-1 3 0,0 0-4 16,-3-1 0-16,0 0-1 0,-2-1 1 0,-1 0 0 0,-2 0 3 0,-2 0-1 16,-1 1-1-16,-1-1 0 0,-2 1-3 0,-3 0 3 0,-2 1-3 15,0 1 3-15,-4-2 1 0,1 3 2 0,-5 0 2 0,-2 0 3 0,-2 1 1 16,-1 1 6-16,-2 0 4 0,0 2-1 0,-4 0 1 0,0 0-5 0,-3 1-3 15,-1 2 7-15,-2 2-9 0,-1 2 4 0,-2 1 0 0,-1 3-11 0,-2-1 1 16,-2 1-5-16,-2 1-5 0,-3-1 3 0,0 1-3 0,-2 0-1 16,-2 3 2-16,-3 0 0 0,-1 1 1 0,-4 0 5 0,-2 1 1 0,-4-1 1 15,-2 2 3-15,-1-2 0 0,-3 3 3 0,0-1 1 0,-4 0-6 16,-3-1 5-16,-3 3-1 0,-1-2 1 0,-3 3 7 0,-1-2-11 0,-3 0 1 16,-1 0 0-16,-5-1-2 0,1 1 1 0,-4 1 0 0,-3 0 0 0,-1-1-1 15,-2 1 2-15,-4-1 2 0,-2 0-4 0,0-1-1 0,-4 1 3 16,0-2-3-16,-2 1-5 0,-3-2 13 0,-1 2-5 0,-1-2 2 0,-3 2 6 15,-1 0-8-15,-2-2 3 0,-2 1 1 0,-1-2 0 0,0 0-2 0,-2 1 1 16,0-1-4-16,-2 0 2 0,0 0-2 0,-2-1 2 0,-1-2-1 16,-2 2-2-16,-2-2-1 0,-1 1-1 0,-2 0-3 0,1 2 1 0,-1-1-2 15,0-2 0-15,-3 1 9 0,-1-2 3 0,1 0-1 0,-1-1 6 16,2 0-7-16,1-2 2 0,0-1-3 0,0-1-1 0,0-3 0 0,0-1-7 16,1-3 6-16,1 0-3 0,-1-1-4 0,-1-1-3 0,1-2-7 0,-3-2-14 15,-3-2-5-15,0-1 0 0,-2-1 1 0,0-1 8 0,-2-1-6 16,-1-2-6-16,-1-2-9 0,-1-1-4 0,-1-1 11 0,1-1 7 0,-1 0 19 15,2-2 10-15,-1 0 2 0,-1-2-2 0,1-1 0 0,0-1-8 0,3 1-5 16,-1-3-1-16,0-3-9 0,1-1 6 0,0 0 7 0,2-3 4 16,2-1 11-16,2-1-7 0,-1-1-1 0,3-1-7 0,-1-2 7 0,2-2 9 15,2 0 17-15,1-3 8 0,3 0-12 0,-1 0 4 0,1-3-5 16,2 0 11-16,0-2 15 0,3-1-3 0,1-1-2 0,1 0 1 0,3 3 0 16,2-2 0-16,0 3 0 0,4-2-11 0,0 1-13 0,1 3-4 0,3-1-9 15,1 2-2-15,2 0-2 0,1 1-12 0,1 1-18 0,4 2-23 16,1-1-23-16,2 3-27 0,2-1-41 0,3 0-73 0,1-1-70 0,4-1-51 15,2-2-210-15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2:05:45.5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11127 7868 30 0,'-10'-2'17'0,"1"0"-5"0,0-1-1 16,4 2-4-16,3 0-4 0,1 0-2 0,2 0-4 0,0 0-1 0,1-2-2 15,1 2 0-15,-1-1 0 0,1 0 1 0,-1 0 3 0,-1 1 0 16,0-1 3-16,-2 0 0 0,1 0 1 0,-2-1 0 0,1 0 3 0,-1 1 1 15,0-2 4-15,0 1 4 0,0 0 3 0,-1-1 3 0,0 0 1 0,0 0-1 16,0-1-2-16,-1 1 1 0,0-1 0 0,-1-1 2 0,1 2 0 16,0-1 2-16,0-1-2 0,1 1-1 0,-1-1-2 0,1 1-2 0,1 0-1 15,0 1 0-15,0-1-3 0,1 0-1 0,0 0 0 0,0 1-3 16,1 0 2-16,0 0 2 0,0 0 1 0,0 0 4 0,0 0 2 0,1 0 3 16,1 0 4-16,-1-1 1 0,-1 2 1 0,1 1 0 0,0-1-3 0,0 2-3 15,0 0-3-15,0 0-7 0,0 0-2 0,1 1-1 0,1 0-1 16,0 0 3-16,1 1 0 0,0 0-3 0,1 0 1 0,2 0-4 0,0 2 2 15,2-1 0-15,0 0-1 0,3 0 5 0,2 0-3 0,3 0 4 16,1 0 3-16,3 1-2 0,1 0 2 0,3-1 4 0,0 0 1 0,3 1 2 16,1-1 4-16,3 2 7 0,0-2 3 0,3 2 10 0,1 1 4 0,4 0 3 15,1 2-6-15,3 0-3 0,2 3-12 0,3 1-7 0,-2 2-8 16,2 3-6-16,1 3-2 0,0 1-1 0,2-1 1 0,1 1 1 0,0-2-5 16,3-4 6-16,2-2 1 0,3-4 7 0,0-2 5 0,2-1 1 0,-1 0 4 15,-2-1 2-15,1 0-3 0,-1 0 4 0,-1 0 0 0,-1-1 0 16,0 0 1-16,0 1-3 0,-1 1-1 0,0-1-4 0,1 1-10 0,0-1-1 15,0 0-4-15,1 0-6 0,1 1 1 0,2 1-5 0,1 1-1 0,3 0-13 16,1 1-8-16,2 2-19 0,4 2-40 0,1 2-108 0,4 1-101 16,5 0-77-16,3 3-180 0</inkml:trace>
  <inkml:trace contextRef="#ctx0" brushRef="#br0" timeOffset="21467.31">14971 7936 1701 0,'-3'-2'101'0,"1"0"-49"0,2 0-60 0,5 1-12 0,3 1 0 0,7 0-2 15,5-1 12-15,5-2 5 0,5-2 0 0,3 0 2 0,4 0 2 0,3 0 0 16,1 0-3-16,5 2 1 0,2 0-9 0,1 3 5 0,2 1 1 0,2 1 4 16,2 0 2-16,3 1 1 0,3 1 0 0,1-2 5 0,2 2-1 15,4 1 3-15,4 1 1 0,2-1 1 0,2 0 5 0,2-1-6 0,2-1 3 16,3 0-3-16,2-2-5 0,3-1 3 0,2 0-4 0,2-3-1 16,-1 0 1-16,1-2 1 0,1-1 1 0,2 0-3 0,-2-4-1 0,2 0-4 15,-3-2-1-15,2-1-2 0,-2 0-14 0,-1-1-35 0,-2 1-55 0,0-1-94 16,-4-2-95-16,-2 0-127 0,0 0-136 0</inkml:trace>
  <inkml:trace contextRef="#ctx0" brushRef="#br0" timeOffset="23484.31">17978 7688 1215 0,'-12'-1'135'16,"1"0"-99"-16,-1 1-12 0,4 3-13 0,5 2-2 0,3 0-6 16,2 1 3-16,3-1 4 0,3 1-2 0,1 0 8 0,2-3-1 0,5 0-2 15,2-2 1-15,3-2-4 0,6 0-2 0,2-2-2 0,3-1-1 0,4-3 1 16,3 0-3-16,3-2-2 0,4 0 3 0,3-2-1 0,2-1-5 16,4 1 1-16,1-1-3 0,3 0 3 0,2 1 12 0,1 2-2 0,2 0 2 15,2 0 0-15,2-1-6 0,0-1 0 0,1 2-3 0,1 1-2 0,-2 1-1 16,1 0 5-16,-1 0-5 0,-2 1-3 0,0 0 0 0,-1 2-3 15,-2 0-1-15,-1 2-7 0,-1 1-34 0,-2 3-43 0,-3 0-56 0,1 3-68 16,-3 1-84-16,2 2-275 0</inkml:trace>
  <inkml:trace contextRef="#ctx0" brushRef="#br0" timeOffset="26234.75">21688 7889 1024 0,'-11'-7'96'0,"-1"0"-43"0,-3-1-27 0,2 2-15 16,1 1-3-16,4 1-6 0,-1-1 5 0,4 2 3 0,1 0 1 0,1-1 2 15,1 0-4-15,2 1-2 0,1-1-11 0,2 1-1 0,3-1-3 0,3 0 5 16,2-1 5-16,6 1 5 0,3 0 5 0,1-1 1 0,4 0 4 16,3 0 1-16,3 3 1 0,5 0-1 0,3 2 1 0,2 1 0 0,2 0-2 15,3 1-2-15,3 1-4 0,1 2-8 0,2 0 2 0,2 1-2 16,0 0 0-16,2 0 2 0,-1 1-3 0,0 0 1 0,-2 0 2 0,0 0-5 15,0 0 0-15,-3 1 0 0,1-1-3 0,-2 0 7 0,-2-1-1 0,-1 1-1 16,0-2 5-16,-1 0 0 0,-1-2 4 0,-2 0 10 0,1-1 8 16,-3-1 8-16,0-1 5 0,1-1-9 0,-4 0-1 0,0-2-3 0,0-1 4 15,-1-1 4-15,1-1-2 0,-3-1-3 0,0-1-8 0,-1 1-2 0,-2 0-6 16,0-1-5-16,-2 2-2 0,0-1-4 0,-3 0-1 0,-5 2 0 16,-1-1-1-16,-3 2 0 0,-4-1 0 0,0 1 0 0,-3 0 1 0,-2 1-2 15,-3 0-3-15,-2 0-3 0,0 1-4 0,-3 0-13 0,0-1-11 0,-1 2-13 16,-1-2-12-16,0 0-8 0,-1 1 7 0,-1-1-6 0,0-1 3 15,-1 1-5-15,1-1-16 0,-1 1-7 0,1 1-11 0,0-1-21 0,1 1-11 16,1 0-18-16,0-1-24 0,1 1-22 0,0 0-159 0</inkml:trace>
  <inkml:trace contextRef="#ctx0" brushRef="#br0" timeOffset="26701.25">25710 7693 2228 0,'6'-4'9'0,"2"0"-21"0,5-2-1 0,6 1 3 0,6-1 2 0,7-1 4 15,8 0 3-15,4 0 1 0,5 0-2 0,5 2-1 0,3 2-16 0,4 1-1 16,3 1-2-16,3 2 12 0,2 1 12 0,3 0 2 0,2 1-1 16,1 2-9-16,3 1 6 0,-1 0-1 0,4 2 1 0,1-2 2 0,-1 2-3 15,3-1 0-15,0 1-1 0,0 0 2 0,2 1-3 0,-2 0 3 0,1-1 0 16,-1 1-1-16,-3 0 4 0,0-1-3 0,-5-1 3 0,-4-1-2 15,-2-1-1-15,-6-1 3 0,-3 0 1 0,-3 0 3 0,-5-2 4 0,-1 1 2 16,-5 0 3-16,-2 0-3 0,-4 1 0 0,-3 0-1 0,-4 0 1 16,-3-1 2-16,-5 1-2 0,-2-1 2 0,-4 0-3 0,-4-1 0 0,-1 1 0 15,-4-1 0-15,-3 0-3 0,-2-1 1 0,-2 0 2 0,-2 0-3 0,-1-1 5 16,-1 1-2-16,-1-1-4 0,0-1-1 0,-1 1-5 0,-1-1-4 16,0 0-1-16,-2 0-6 0,1-1-6 0,0 0-12 0,0-1-14 0,1 1-14 15,0-2-20-15,1 0-24 0,0 0-34 0,2-2-39 0,0-1-43 0,1-1-43 16,2-2-27-16,2-2-27 0,2-3-36 0,3-3 35 0</inkml:trace>
  <inkml:trace contextRef="#ctx0" brushRef="#br0" timeOffset="31084.84">5475 8528 695 0,'-4'-14'131'0,"0"-3"-93"0,-1-3-34 16,3 3-18-16,2 3 0 0,1-2 10 0,3-1 5 0,1-1 3 0,1 0-2 15,2-1-7-15,2 1-8 0,1-1-10 0,1 1-15 0,1-2-6 16,2 2 0-16,2-1 6 0,0 0 11 0,-1 1 7 0,2-2 4 0,1 1 5 15,-2 0 4-15,1 2 6 0,1 0 4 0,-1 0 7 0,0 3 6 0,0 0 4 16,1 0 7-16,-2 2 0 0,1 1 1 0,1 0-1 0,-1 1 1 16,4 0 1-16,0 1 1 0,-1 1 3 0,1 0 1 0,-1 2 3 0,0 1-1 15,1-1 0-15,2 1-5 0,0-1-2 0,2 1-2 0,2 0-3 0,3-1 4 16,1-1 1-16,3 0 3 0,1-1 7 0,3 1-2 0,4-1 2 16,0-1-5-16,3-1-6 0,2 1-3 0,3-1-6 0,1 1-3 0,1 1 0 15,0 1-6-15,1 0 3 0,1 0 1 0,1 2-1 0,2 0 0 16,1 0-2-16,1 2-1 0,2 0-1 0,2 1 0 0,-1 0-2 0,3 0 1 15,0 0 0-15,2 1 0 0,2 0 0 0,2 0 0 0,2 0-1 0,3-1 1 16,1 0-5-16,2 0 4 0,0 0-5 0,1-2 4 0,2 2-1 16,0-2-2-16,1 1 5 0,1 1-5 0,-1-1 6 0,1 0 0 0,0 1 6 15,0 0 10-15,2-1 4 0,0 0 5 0,1 0-5 0,-1-1-10 0,1 0-2 16,1 0-1-16,1 0 0 0,1 0 0 0,2 1-4 0,0-1 2 16,2 0-2-16,-1 0-2 0,1 0 1 0,-1 0-5 0,2 0 1 0,0 0 2 15,1-1-2-15,0 1-5 0,-1 1 0 0,1 0-1 0,-2 0 2 16,0 0 0-16,0 1 2 0,-3 1-6 0,1 1 1 0,-2 1 1 0,-2 2 1 15,0-1 2-15,-3 1-3 0,0 2 2 0,-3 1 0 0,-1 3 1 0,-1 0 3 16,-2 2 1-16,-1 0 2 0,-2 2 0 0,-1 3-2 0,-4 0 1 16,0 0-1-16,-2 2-1 0,-1 0-3 0,-3 0-1 0,-1 4-1 0,-2 1-1 15,-3 0 2-15,-1 0 0 0,-2 1 0 0,-2-2-2 0,-2 2-1 0,-2-1 0 16,0 1 0-16,-4 0 0 0,-2 0 0 0,-2 1 0 0,-4-1 0 16,-1 2-1-16,-3 0-5 0,-4-1 2 0,-3 1 4 0,-3-1 3 0,-3 1 7 15,-2 0 0-15,-5-1-6 0,-4 1 0 0,-2 0 3 0,-4 0-1 16,-3-1 0-16,-2 0 2 0,-4 1 0 0,-2-1-3 0,-3 1 3 0,-3-1 0 15,-5 0-1-15,-3-1 1 0,-3-1 0 0,-5 1-3 0,-2-1 2 0,-5 2-5 16,-3 1 3-16,-2-2-3 0,-4 2-4 0,-3-3-2 0,-2 1 0 16,-2-1 15-16,-2-1-8 0,0 1 9 0,-3-1-6 0,-2-2-12 0,-2 0 8 15,-1-1-2-15,-1-1 1 0,-1 0 2 0,-2-2-3 0,0-1 0 0,-1-1 3 16,-2 1 0-16,0-2 1 0,-1 0-1 0,-2-2 2 0,0 1-1 16,-4 1 0-16,-2-1 2 0,1-1-6 0,0-2-3 0,-1 0 0 0,-1-1-4 15,-1-1 1-15,-1-1 5 0,-2 0-2 0,3-1 4 0,-3-1-2 16,0-1 2-16,0-1-2 0,-2 0-2 0,0-2 1 0,1 0-2 0,-3-1 4 15,1-1 0-15,-2 0 1 0,0-1-2 0,0-1-3 0,-1 1 2 0,1-2-2 16,-2 1 1-16,-1-1 1 0,0 0-1 0,-2-1-3 0,0 1-1 16,1-1-5-16,-2 1-2 0,0-1 2 0,2-1 8 0,0 1 3 0,1-1-5 15,3 1 0-15,-1 1-1 0,4-1 1 0,-4 1 6 0,4 0-4 0,-2-1 2 16,0 1-5-16,4-1 0 0,-2 1 7 0,2 0-1 0,-1 0 1 16,1 0-2-16,1 1-2 0,-2-1 0 0,1 2-2 0,1 0 0 0,-1 0 2 15,2 1 1-15,-1-1 3 0,1 0 1 0,0 0-1 0,0 0 2 16,1 0-6-16,0 0 2 0,3 1 2 0,1-1-3 0,-1 1 8 0,1-1-1 15,3 1 0-15,-1-1 3 0,3 1 0 0,2-1-1 0,1 0 0 0,4 0 0 16,2 0 1-16,0-1 6 0,3-1-2 0,1 0-2 0,1 0 5 16,3 1-1-16,2-1 8 0,3 0-1 0,2-1 4 0,1 0 1 0,5-1 2 15,0-1-1-15,3 0-4 0,5-2-1 0,2 1-1 0,3-1 2 0,3-2-16 16,1 1-2-16,1-1-4 0,2-1 0 0,4 2 14 0,1-1-6 16,2-1-4-16,4 1-4 0,1-2-7 0,1 2-7 0,4-2-5 0,0 1-5 15,2 0-9-15,1 1-11 0,1-1-21 0,1 0-26 0,2 1-38 16,0 0-51-16,-1 2-60 0,0-1-97 0,1 0-101 0,1 0-196 0</inkml:trace>
  <inkml:trace contextRef="#ctx0" brushRef="#br0" timeOffset="42602.02">5731 8748 90 0,'-14'5'34'0,"-1"2"-1"0,-5-1-6 0,3-1-4 0,1-3-3 0,2-2 73 15,-5-2 22-15,-2 0 6 0,-1-1 2 0,-3 1-136 0,0 2-41 0,3 2-16 16,2 1-5-16,2 0 10 0,2-1 21 0,-3 1 18 0,-1 0 14 16,-1 0 13-16,-3 1 10 0,-2 0 5 0,-2 1 6 0,-5 1 1 0,0 0 1 15,-4 2 7-15,-2 0 5 0,0 2 5 0,-2 1 6 0,-2 1 6 0,0 1 1 16,-1 1 0-16,-2 1 2 0,1 2-7 0,-1 0-7 0,2 0-5 16,0 1-11-16,3 0-10 0,0 2-6 0,-1-1-7 0,3 1-4 0,0 1 0 15,1 1-2-15,3 1 0 0,-1 0-2 0,2 3-1 0,2 0-1 16,-1-1 0-16,1 1 2 0,-2 1 1 0,2 1 1 0,-2 1 1 0,1 3 1 15,0 1-1-15,1 3 2 0,-1 0 3 0,0 3 11 0,-2 2 7 0,-2 1 7 16,1 4 8-16,0 2-7 0,0 3 4 0,0 3-3 0,-3 2 4 16,1 2 0-16,0 1-3 0,-1 3 1 0,0 2-3 0,-2 3 2 0,3 3-4 15,1 2-3-15,0 3-6 0,2 4-7 0,-1 1-2 0,3 2-5 0,0 3-5 16,3 2 1-16,2 1 0 0,4 4 0 0,1-1 0 0,3 2-1 16,1 0-3-16,2 0-3 0,3 0 6 0,2 2 0 0,1 0 0 0,1 1 0 15,1 1-2-15,0-1-5 0,1 3 6 0,2 0 4 0,0 1-4 16,3 3 7-16,-1-1-7 0,2 0-3 0,1 1 8 0,2 0-2 0,2 3 4 15,2-1 4-15,1 1-6 0,3 0-5 0,1-2 7 0,3 2 1 0,2 1-4 16,0 0 6-16,6-2-8 0,1 1-7 0,1-3 9 0,3 0-5 16,0 1 0-16,4 2 7 0,2-1-1 0,3 0-9 0,0 1 0 0,3-2 1 15,0 1-2-15,0-1 6 0,3 1 1 0,1-3-10 0,0 0 10 16,3 1 1-16,0 0 0 0,1-1 7 0,3 0-9 0,1-3 1 0,3-2-7 16,0-1 5-16,2-2 4 0,2-2-4 0,1-3 18 0,3-2-3 0,2-1 2 15,1-6 8-15,3 0-6 0,2-2 0 0,2-5-7 0,2 2-1 16,2-1-3-16,2-3-2 0,-1 0 2 0,1-4-2 0,-37-35-7 0,10 8 8 15,2-1 0-15,10 7-6 0,2-2 14 0,12 8 6 0,0-1-1 0,13 5 8 16,0-1-8-16,2-1-3 0,0-2-9 0,2-1 17 0,-1-2 4 16,-44-24-15-16,5 2 16 0,0-2-22 0,6 4-3 0,1-3 12 0,6 4-2 15,0-2-1-15,7 4 5 0,-1-3-2 0,7 4 1 0,1-3 3 16,6 4-9-16,1-3-3 0,6 2-4 0,1-2 1 0,6 2 9 0,2-3 6 16,-1 1-1-16,1-5 0 0,2 1-20 0,-1-2-3 0,1-2 1 0,1 0-2 15,1-4 10-15,-1 0-2 0,1-2-10 0,1-2 3 0,-1 0 3 16,1-2 2-16,-1-1-7 0,2 0 10 0,-1-3-2 0,-1 1-2 0,1-1 10 15,-1-1-10-15,0-1-1 0,-1-2 5 16,0-1 0-16,1 0 1 0,-3-2 2 0,0-2 10 0,0 0 12 0,-2-1-10 0,0-2 3 0,-1-2 2 16,-2-2 3-16,-1-2 8 0,-1-1-8 0,-1-4-21 0,-1 0-7 0,-2-2 2 15,0-3 4-15,-3-1 13 0,0-3 6 0,-2-4-1 0,-1 0-7 0,-1-2-2 16,-3-1-4-16,0-3 3 0,-1-1 2 0,-3-2-6 0,3-4 19 16,66-36-17-16,-14 2 2 0,-13 0 3 0,-12 3-16 0,-14 4 23 0,-9 2 2 15,-13 3 1-15,-13 6-5 0,-3-2-2 0,-2-2 2 0,43-56 13 0,-17 12-2 16,-16 10-4-16,-15 16-4 0,-8 7-15 0,-2-4-1 0,-2 0 2 15,-3-2-1-15,-1-1 2 0,-2 0 7 0,-2-2-10 0,-2 0 5 0,-3-1 3 16,-2-3-10-16,-2 1 3 0,-2-3-7 0,-2 0 11 0,-2 2 1 16,-4-4-4-16,-2 0 3 0,-1-2-11 0,-3 1 4 0,-2-1 3 0,-1-1 0 15,-2 3 11-15,-1-2-8 0,-3 1 1 0,-2-1-9 0,-2 2-6 0,-4-1 1 16,-2-1 2-16,-3-1 5 0,1-1 1 0,-4-3 1 0,0-1-2 16,-1 0-13-16,-3 0-2 0,-1 1 3 0,-1-2-1 0,-2 0 3 0,-1-4-3 15,-4-2-5-15,-1-2-5 0,-4-3 2 0,-3-2-4 0,0 1 2 0,-1 2 7 16,1 7 8-16,1 6 4 0,0 7 6 0,-2 5-9 0,-2-1 5 15,-2 2-3-15,-2-2 0 0,-3 0 7 0,0 2-4 0,-2-1 4 0,-1 0-14 16,-1 3 9-16,-1-3-1 0,-1 1-2 0,0 2 6 0,-3-3-12 16,0 3 1-16,-1 0-4 0,-1 3-3 0,-2-1-6 0,-2-1-8 0,0 2 6 15,-2 1 7-15,0-1 4 0,0 2 6 0,-1 1-4 0,-1 3 3 0,0 1 0 16,-2 0-4-16,-1-1-2 0,-2 1-17 0,-2 0-9 0,-1-1 3 16,-1 2 15-16,1 2 21 0,2 4 22 0,3 2-8 0,-1 4-1 0,0 1-2 15,-2 0-9-15,-1 1 15 0,-2 0-8 0,-2 1-6 0,0 0 2 0,-1-1 0 16,0 1-3-16,0 1 6 0,-1 3-4 0,0 0-14 0,1 3 8 15,0-2-3-15,-1 3-5 0,0 0 11 0,-3 1-6 0,0 0 5 0,-1 2-2 16,2 2 6-16,-1-1 3 0,3 2-5 0,-1 2 5 0,-1 0 1 16,2 2-3-16,-3 1 9 0,2 2-5 0,0-1-14 0,1 2 0 0,1 0 1 15,-1 2 6-15,0 1 7 0,0 2-2 0,-2 0-5 0,0 2-3 0,3 2-1 16,-2 1-1-16,1 4-1 0,-1 0 2 0,-2 4-2 0,1 1 1 16,0 2-6-16,0 4-1 0,-1 2-1 0,1 2 1 0,-1 3 3 0,-1 4-1 15,0 3-5-15,-2 4-3 0,2 3-7 0,-3 4-5 0,0 4-12 16,-2 6-16-16,-1 4-21 0,-3 6-31 0,-1 5-10 0,-2 5-24 0,-1 4-14 15,-2 6-8-15,0 6-24 0,-3 5-22 0,0 5-28 0,1 7-34 0,0 2-28 16,-3 9-81-16</inkml:trace>
  <inkml:trace contextRef="#ctx0" brushRef="#br0" timeOffset="55435.49">5437 9799 20 0,'-1'1'25'15,"2"0"-1"-15,0 2 3 0,2 0 5 0,-1 0 3 0,0 1 4 0,1 0 0 16,0 1-2-16,1 1 1 0,-1 0 1 0,2 1-2 0,1 0-2 0,2 0 3 16,1-2 1-16,0 2 4 0,2-1 3 0,1 0 0 0,1-1 3 15,0-1 0-15,3 0-4 0,2 1-7 0,0-2-5 0,2-1-4 0,2-1-1 16,-2 0-3-16,3-1-3 0,-1-1-1 0,2-1-1 0,1-1-4 15,0-1-1-15,3-2-4 0,1 0 3 0,2-1 0 0,-1-1 1 0,1-1-2 16,0-2-3-16,-1-1 0 0,1-1-3 0,1-1 5 0,-1 1-3 0,2-2 2 16,-2 1-2-16,1 0-1 0,-3 0 1 0,1 1-1 0,-2 0 6 15,0-1-2-15,-1 0-2 0,1 1 2 0,-2-1-1 0,-1 0-8 0,0 0-2 16,0 1 0-16,0-2 1 0,-1-1 3 0,0 0 4 0,-2 1 1 0,-3 0 1 16,-1 1 6-16,-2 0-2 0,-2 2 1 0,-1 1-4 0,-2 0 1 15,-2 2-4-15,-1 0 3 0,-2 0 0 0,0 1 2 0,-2 0 2 0,-1 2 2 16,0-2 0-16,-2 0-3 0,0 0 0 0,-2 0-2 0,0-1 0 15,0 2-2-15,-1-1-1 0,-1 1 0 0,1-1-1 0,-1 0 2 0,0 0-1 16,0 0 1-16,0 0-1 0,-1 0-4 0,0 0 0 0,0-1-2 0,-1-1 2 16,1-1 2-16,-1 0-3 0,0 0-2 0,0 0 0 0,2-1 2 15,-3-2 1-15,1 0 0 0,-1-1-2 0,-1 1 1 0,0 0-3 0,-1-1 5 16,0-2-3-16,0 1-4 0,0-2 2 0,-2 0-2 0,-1 1-1 0,-4-1 3 16,-2 0 4-16,0 1-14 0,-4 0 4 0,1-1-2 0,0 1-3 15,-2-2 11-15,-2 2 7 0,-1 0 0 0,-2 0 0 0,-1 3 1 0,-3-2-6 16,-1 0-5-16,-3 2 2 0,0 2-1 0,-2 0 0 0,-2 0 2 15,-1 1 2-15,-1 1-1 0,-3 1 1 0,-1 0 3 0,-2 0-3 0,-2 2-4 16,-2 0 5-16,2 1-6 0,0 1 4 0,0 1 1 0,-1 0-2 0,-1 2 4 16,2-1-6-16,1 0 3 0,2 1-1 0,0 0 1 0,-1 1-2 15,0 0 5-15,0 2-5 0,1 1-1 0,-1 1 3 0,1 2-3 0,1 3 2 16,-1 2 1-16,1 0-2 0,2 3 2 0,0 0-2 0,1 2 0 0,2 3 3 16,0 2-2-16,0 1-1 0,1 1-6 0,1 1 1 0,0 1-3 15,3 3 5-15,0 1 6 0,5 1 2 0,0-1 5 0,2 2-3 0,1-2-2 16,2 3-4-16,1-1-5 0,3 3-1 0,0-1 0 0,2 1 0 15,1-1 4-15,3 0 0 0,1-2-3 0,2 1-1 0,2-2 0 0,3 1-3 16,2-1 5-16,1 1-2 0,2-3-6 0,2 1 2 0,2-2-4 0,2 0 3 16,0-1 18-16,1-1-4 0,3 1 2 0,0-3-1 0,0 2-16 15,2-1 2-15,0-1-5 0,0 1-11 0,3 0-6 0,2 0-5 0,0-1-7 16,1-1-2-16,1 0-11 0,2-2-14 0,0 0-10 0,1-1-16 0,0 0-15 16,1-1-11-16,1-2-25 0,2 1-32 0,-2-1-22 0,2-1-179 15</inkml:trace>
  <inkml:trace contextRef="#ctx0" brushRef="#br0" timeOffset="56119.49">5780 10830 574 0,'-1'2'152'0,"1"1"-60"0,1 0 12 0,2-2 3 0,0 1-2 15,2-1-16-15,1 1-21 0,1-1-15 0,2-1-10 0,2 0-4 0,2 0-4 16,4-1-8-16,2-1-5 0,0 0-5 0,3 0-1 0,0 1-3 0,0-1 1 16,4 0-3-16,-1 1-6 0,2 0 3 0,2 1-5 0,-1 0 2 15,3 1-3-15,0 0 0 0,1 2 1 0,1-1-3 0,-2 3 1 0,4-1-2 16,-1 0 3-16,3 1-2 0,1-1 0 0,1 1 1 0,2 0 3 15,0-1 5-15,0 0-4 0,1-1 1 0,-2 0-6 0,1 1 0 0,1 0-1 16,0 0 6-16,0-1-1 0,1 0-2 0,0-1 1 0,0 0-8 0,1-1 4 16,0-1 2-16,1-2 0 0,0 0 2 0,1-2-3 0,-1-1 0 15,-2-1 0-15,0-2-4 0,2-1 1 0,-2 0-2 0,-1-1 4 0,1 0 5 16,-4 1 1-16,-1-2 4 0,1-1-2 0,-3 3 6 0,1-1-8 0,-4 1 6 16,0 0 0-16,0-2 0 0,-3-1 3 0,0 0-4 0,-3 1 1 15,0 0-2-15,-1-1 0 0,-2 0 1 0,-1 0-4 0,0 0 3 0,-1 0-1 16,-1 1-1-16,-2-1 3 0,0-1-4 0,0 1 6 0,-2-1-3 0,0 0 2 15,-1-3-2-15,-1-1-2 0,0 0-2 0,-2-1-1 0,-1-2 2 16,-2 0-1-16,-2-1-4 0,-1-1-1 0,-1 1-1 0,-3-1 0 0,-3 1 5 16,-2 1 0-16,-3-1 3 0,-2 0-3 0,-2 1 0 0,-3 0-8 15,-3-1-4-15,-2 2 1 0,-3-2 4 0,-2 1 11 0,-3 2 2 0,-3 1-2 16,-1 0-1-16,-3-1 1 0,0 1-4 0,-3-2 6 0,-1 1-3 0,-2 2-2 16,-1-2 5-16,-3 2-3 0,-1 0 0 0,-3 2 3 0,1-1-3 15,-1 2 2-15,-1 0 4 0,-4 0-7 0,1 3 5 0,-3-1-4 0,0 2-3 16,-1 0 6-16,-3 4-7 0,-1-1 4 0,-3 3-1 0,0 0-2 0,-1 0 0 15,1 2-4-15,-1 0 2 0,0 2-4 0,0 0 2 0,0 0 3 16,1 1-3-16,0 0 4 0,-1-1-1 0,0 1 0 0,1 0 4 0,-1 1-5 16,3 1 2-16,-1 1 3 0,-1 0-4 0,3 2 7 0,1 0-4 15,-1 1 1-15,1 0 3 0,0 0-1 0,0 0 1 0,3 0-3 0,1 1 2 16,1 0-4-16,2 1 0 0,0 1 0 0,1 1-5 0,2 2 9 0,0 1-5 16,3 1-1-16,-1 1 3 0,2 1-3 0,2 0 0 0,0 1 1 15,2 0-7-15,2 1-7 0,2 0 3 0,1 2-2 0,2 1 18 0,4-2 5 16,0 1 1-16,4 0-6 0,1 0-11 0,1 0-4 0,5-1-1 15,0-1 0-15,4 0-5 0,2 0-9 0,2-1-6 0,2 1-15 0,1 1-23 16,4-1-36-16,1-1-17 0,1-2-15 0,2-1-15 0,2 1-6 0,2 0-30 16,0-2-44-16,0-2-57 0,2 1-238 0</inkml:trace>
  <inkml:trace contextRef="#ctx0" brushRef="#br0" timeOffset="56920.49">5097 11891 740 0,'-23'-1'38'0,"0"0"48"0,-3-2 3 0,6 1-1 0,5-1-10 0,2 1-18 16,2 0-12-16,1 1-8 0,2 1-15 0,3 0-1 0,1 0-12 0,1 2-8 16,2 1 1-16,1 1-8 0,1 2 7 0,1 1-5 0,2 1-3 15,2 2 3-15,1 1-3 0,3-1 4 0,1 3-2 0,3 0-1 0,1 2 1 16,0-1-4-16,1 0 1 0,3 1-1 0,1-1-1 0,-1 1 0 0,2-1 3 15,0 1 1-15,0 1 1 0,1 0 8 0,2-2 3 0,0 1-5 16,1-1 1-16,-1 0-5 0,1-1-2 0,-1-2 3 0,0 1 0 0,1-2-1 16,0-1 4-16,2-2 2 0,1-1 5 0,-1-2 7 0,2-1 1 0,0 0 5 15,2-2 7-15,-1-1-3 0,2-1 0 0,1-2 3 0,0 0 0 16,0-2 6-16,0 0 4 0,3-1-9 0,0-2 0 0,1 0-6 0,0-1-1 16,-1-1 1-16,0 2-4 0,-1 0 3 0,0 0-3 0,1 0-6 15,0 1-2-15,-2 2 1 0,1 0-5 0,0 1-8 0,0-1-2 0,1 0-2 16,-1 1 2-16,1 1 8 0,0-1-1 0,0 1-1 0,3 0 1 0,-1-1-4 15,1-1 1-15,0-1 0 0,-1-1-4 0,2-1 6 0,0-1-4 16,2-1-3-16,1 2 8 0,0-2 0 0,1-1-2 0,0-2 2 0,2 0-8 16,-1 0 1-16,1-1 4 0,-1 1-4 0,0-1 3 0,-3 0-2 0,-1 1-1 15,-1 0 3-15,-1 0-5 0,-2 0 1 0,0 2-2 16,-4-1 2-16,0 1 4 0,-3 0-1 0,-3-1 1 0,-1 1-1 0,-1 0-2 0,-1-1 1 16,-3 0-1-16,-1-2 4 0,-3 1-7 0,-1-2 6 0,0-3-3 0,0-1 2 15,-2 1 2-15,-2-2 0 0,-1 1-1 0,-2 0-1 0,0-2 1 16,-2-1-3-16,-1 1 7 0,-3-1-4 0,-3-1-4 0,-3 1 2 0,-2-2-2 15,-2 2 8-15,-3 0 8 0,0-1-1 0,-2 2 3 0,-1-2-7 16,-3 1 6-16,-2 0-4 0,0-1 1 0,0 1 2 0,-3 1-1 0,-2 1-2 16,1-2-2-16,-2 1 0 0,1 0 0 0,-2-2 2 0,-1 2-8 0,-1-2 0 15,-2 2 1-15,1-1-4 0,-4 2 5 0,1 2-1 0,-2 0 0 16,-1 2-2-16,0 1 3 0,-3 0-1 0,-2 1-4 0,-2 1 5 0,0 0 0 16,-2 1-5-16,1 2-1 0,-1 1-11 0,0 0 0 0,-1 2 0 15,-2 0 2-15,0 1 10 0,0 1-4 0,0 0 8 0,-1 0-4 0,0 2 1 16,-2 0 1-16,-3 1-2 0,1 1 2 0,-1 1-3 0,-1 0 1 0,4 1 1 15,-3 1-1-15,2 0 4 0,1 0-5 0,-2 2 3 0,2 1 0 16,1 1-5-16,-2 2 1 0,1 0 7 0,0 1 3 0,-2 2 2 0,3-1-2 16,1 4-6-16,1 0-4 0,0 2-4 0,4-2 4 0,0 0-5 0,1 1-3 15,3 1-6-15,2 1-4 0,1 0 0 0,4 3-10 0,-1 0-7 16,3-1-17-16,0 1-30 0,4-2-18 0,0-1-10 0,4 1-9 0,3 0-8 16,1 0-25-16,2-1-27 0,1 1-43 0,1 1-41 0,-2 0-247 0</inkml:trace>
  <inkml:trace contextRef="#ctx0" brushRef="#br0" timeOffset="57620.49">5225 12951 608 0,'0'-5'291'0,"4"0"-231"0,4-2 35 0,3-2-2 0,1 0 2 0,2 1-12 16,0-3-19-16,3 2-13 0,2 0-10 0,-1 0-15 0,3 2-4 0,1-1-6 15,2 3-2-15,2-1 2 0,1 2-1 0,3 0-5 0,0 0 0 16,2 2-3-16,0 1 2 0,2 1 0 0,1 0-4 0,2 2-2 0,-1 0-5 15,1 1 2-15,3 1 3 0,0 1-3 0,1 0-1 16,1 0 1-16,-3 0 0 0,1 1 0 0,0 2 2 0,0-1-1 0,2 1 2 0,0 1 1 16,-1 0-2-16,0-1 0 0,0 2-2 0,-1-2 2 0,0 1 2 0,2-2 0 15,-1 0-3-15,0-1-1 0,0-1-1 0,-3 0 5 0,1-2-2 16,0-1 3-16,-1 0 0 0,3-2-2 0,-3 1 2 0,0-2 8 0,0 0 4 16,-2-1 1-16,2 0 7 0,-4-1-7 0,-1-1 2 0,0-1 7 0,-2 0-6 15,1 0 5-15,-2 1-3 0,-1-1-1 0,-4-1 0 0,0 1-1 16,-3 0-2-16,-1-2-1 0,0 1-1 0,-1 0-2 0,-2-2 5 0,0 0-3 15,-1-1 5-15,-1 0-4 0,-3-1 2 0,2 0 2 0,-2-1-3 0,1-2-1 16,-2-2-7-16,-1-1 5 0,0 0-13 0,-2-2 2 0,0-1-1 16,0 0-7-16,-2-2 12 0,-1-1 1 0,-1 1 1 0,-1-2-5 0,0 0 1 15,-2 0-4-15,-1-1 0 0,-1 1 2 0,-2-1-5 0,-1 1 0 0,-2 1 1 16,-2-1 1-16,0 0 1 0,-2 1-2 0,-1-2-7 0,-1 1 5 16,-2-1-4-16,-2 1 1 0,-1 2 8 0,-2-1-2 0,-1 2-2 0,0 2 0 15,-3-2 1-15,-2 2 1 0,2 0 1 0,-4-1 1 0,2 2-10 0,-3 0-1 16,-3 2 1-16,-3 0-5 0,-2 1 11 0,-2 1 2 0,1 2 5 15,-3 1 4-15,0 1-1 0,-4 1-1 0,0 1-6 0,-3 0 2 0,-1 1-4 16,-1 1 1-16,-1 1-2 0,-2 1-2 0,-1 2 7 0,-1-1-4 16,-3 1 2-16,-1 0-4 0,0 1-1 0,0 0 2 0,1 0 0 0,-1-1 3 15,3 0-4-15,1 0-2 0,0-1 6 0,5-1 1 0,0-1 1 0,1-2 1 16,2 1-3-16,-1 0 1 0,1-1-1 0,2 2 3 0,-1-1 2 16,1 1-10-16,0 1 5 0,0 0-6 0,0 2 2 0,0 2 7 0,2 1-5 15,-1 2 4-15,3 0-5 0,-1 2 0 0,1 2 4 0,1 2-2 16,0 1-4-16,4 1 1 0,1 1-4 0,0 1-7 0,4 0 2 0,-1 0-8 15,2 0-6-15,3 3 0 0,1 1-5 0,5 0-6 0,0 0-22 0,2 0-32 16,4 0-31-16,2-1-15 0,3 0-15 0,1-1-6 0,4-1-22 16,2-1-48-16,1 2-55 0,2-1-128 0,1 0 62 0</inkml:trace>
  <inkml:trace contextRef="#ctx0" brushRef="#br0" timeOffset="60203.49">5126 14214 174 0,'-7'-2'24'0,"1"-1"2"0,1 0 7 0,3 0 2 0,1 0 2 16,2 0-4-16,0 1-3 0,2-2 1 0,1 0-5 0,1-1-2 0,1-1-1 16,2 0 0-16,2-1-1 0,0 0 1 0,2 0-4 0,3 2-1 15,1-1-1-15,3 1-3 0,1-1 1 0,2 0 2 0,-1 1-2 0,1 0 1 16,1 1-2-16,0 0-5 0,3 1 1 0,0-1-3 0,2 1-1 0,2 1 2 15,1 0-2-15,1 1 4 0,1 1 3 0,0 1 1 0,2 0 2 16,2 1-5-16,1 0 2 0,0 1-1 0,1 0 2 0,2 0 4 0,0 0-2 16,1 1 2-16,1-1 5 0,-1 1 0 0,1 0 3 0,1 0 1 0,3-1 1 15,0 1 1-15,1-1-1 0,3 0-2 0,-1 1-3 0,1-1 5 16,2 2-1-16,0 0 4 0,0 1 1 0,0 0-3 0,-2-1 1 0,1 0-2 16,0-1 4-16,-2 1 2 0,0-1 3 0,-1 1 1 0,0-3 1 15,0 2 1-15,-2 0 1 0,2-1-1 0,-1 1-6 0,0-2 0 0,1 1-4 16,-1 0 0-16,0-1 1 0,1 2 5 0,0-1 1 0,0 0-1 15,0 0-5-15,-1-1 1 0,0 0-5 0,0 0-2 0,0 1-4 0,-3-2 2 16,0 1-2-16,-1 0-3 0,-2-1 2 0,0 1-4 0,-1-1-8 0,1 0 10 16,-2-1-5-16,-1 0-1 0,1 0 7 0,-1-1-7 0,-1 2-1 0,0-2 0 15,-2 1-7-15,0-2 2 0,0 0-3 0,-1 1-1 0,0 0 1 16,-2 0-2-16,-1-1 1 0,-2 0-2 0,2 0 1 0,-3-1-4 0,2 0-3 16,-3 1-4-16,0 1-5 0,-1-1-7 0,-2 2-6 0,0-2-17 15,0 1-8-15,0 0-27 0,2 0-37 0,-1 0-50 0,0-1-61 0,-1 1-71 16,2 0-17-16,0 0-9 0,5-1-132 0</inkml:trace>
  <inkml:trace contextRef="#ctx0" brushRef="#br0" timeOffset="61869.49">9761 14074 422 0,'-5'-3'75'0,"0"0"-3"0,0-1-9 0,1 2-9 0,1 1-11 0,0 0-23 15,0 0-9-15,2 1-14 0,-1 2-10 0,0 0-3 0,1 0-9 16,-1 2-3-16,1 1-2 0,-1 0-3 0,1 3 1 0,0 0-2 0,0-1-3 16,1 2-5-16,-1-2-6 0,2 0-1 0,-1 0 1 0,1-1 9 0,-1-1 13 15,0 0 10-15,0-1 10 0,0 0 6 0,-1-1 6 0,1-1 5 16,-2 0 4-16,2-1 10 0,0 0 6 0,-1-1 5 0,0 1 5 0,-1-1 2 16,0 0-4-16,0 1 1 0,0-1-4 0,1 1-2 0,0 0-2 0,-1 0-4 15,1 0-6-15,0 0 0 0,0 0-7 0,1 1-3 0,0 0 0 16,1 1-6-16,0 1 2 0,0 0 1 0,1 0-5 0,1 0 1 0,0 3 1 15,1 0 2-15,1 0 2 0,-1 0 0 0,1-2 3 0,1 1 1 16,1 0 7-16,2 0 3 0,0 0 6 0,1-2 5 0,1 0 1 0,0 1 8 16,1 0 0-16,2-1-1 0,1 1 0 0,1-1-4 0,2 0 0 0,0-1 1 15,0 1-5-15,1-1-2 0,3-1-3 0,-1 0-2 0,0-1-1 16,2-2-1-16,0 1-6 0,1 0-4 0,0-2-3 0,2 0-1 0,0-2-1 16,0 0-1-16,1 0-1 0,0 0-5 0,1-2 3 0,1 1 0 15,0-1-2-15,0 0-1 0,-1 1-3 0,0-2 4 0,-2-1-1 0,3 0 5 16,-1-2-5-16,0 0 2 0,-1 0-1 0,0 1 0 0,-1-1 7 0,-1 0-4 15,-1 0 4-15,-1-1 3 0,0 0-2 0,0 1 3 0,-1-2-4 16,-1 1-1-16,1-1 2 0,-3 0 3 0,0 0 0 0,0-2-1 0,-4-1 1 16,2-1-3-16,-1 0 5 0,-2-3 4 0,0-1 0 0,0 0-5 0,0-2 6 15,0-2 0-15,0 0 5 0,-4-2-2 0,1-1-11 0,-2-2-2 16,-2 0 0-16,0 2-1 0,-2 1 9 0,-2 1-4 0,-2 0-1 0,-1 0 0 16,-2 0 1-16,-3-1 4 0,-1 2 4 0,-2-2 0 0,-3 3-6 0,-3 1-3 15,-2 0-3-15,-3 2-2 0,-2-2-4 0,-1 1-3 0,-1 1 1 16,-2 0-2-16,0-1-2 0,-4 3-11 0,1-2-5 0,-4 1-3 0,0 2 10 15,-2-1 12-15,-2 1-3 0,1-1 2 0,-4 1-10 0,1-1-2 0,-2-1 2 16,-2 3 1-16,-1-1-3 0,-2-1 3 0,-3 2 4 0,2 0 3 16,-2 1 6-16,3 0-2 0,-1 0 2 0,0 1-7 0,1 0 1 0,0 2 4 15,0 1-1-15,2 2 2 0,1 1 0 0,1-1 0 0,1 2 3 16,2 1-2-16,1 0-2 0,2 3-1 0,0 1-3 0,3 2 2 0,0 2 6 16,-1 2-10-16,1 2 4 0,-1 1-6 0,2 2-5 0,0 0 2 0,1 2-7 15,1 0 1-15,3 2 2 0,1 2 1 0,3-1-2 0,3 3-5 16,1 1-2-16,1 1-1 0,3 2 3 0,2 2 2 0,2 2 4 0,2 2-3 15,2 1 0-15,2-1 2 0,1 1 7 0,1-1 4 0,2 2 4 0,1-1 3 16,1 1-4-16,2-1 4 0,1 1-5 0,2 0 0 0,2 0 0 16,1 1-4-16,1 2 5 0,3-3-1 0,0 1 1 0,0-3-5 0,-1-1 8 15,2 0-5-15,-1-3-1 0,0 0 5 0,0 0-5 0,0-1 2 16,-1 0 4-16,0-4-7 0,0 1 5 0,-2-3-3 0,-1-1-2 0,0-2 8 16,0-1-3-16,1 0 11 0,0-1 2 0,-2 0 2 0,0-2 0 0,0-1 0 15,-1 0 6-15,1-1 2 0,0-1 0 0,-1-1 0 0,0-1-2 16,-1 0 6-16,1 0 1 0,1-1-3 0,0-1-3 0,-1 0-3 0,1 0 1 15,0-1-9-15,-2 0 4 0,1 0-3 0,1-1-5 0,0 0 5 0,0 0-3 16,0-1 1-16,0 0-1 0,-1 0-5 0,2 0-2 0,-1-1 2 16,0 0 2-16,0 0-4 0,-1-1 1 0,1 0-6 15,-1 1 3-15,1-1-3 0,1-1-2 0,-3 1 1 0,1-1 3 0,-1 0-3 0,-1 1 1 16,1-1 1-16,-3 0-2 0,2 0 0 0,0 1 0 0,-1 0 2 0,1 0-4 16,-2-1 5-16,1 1-4 0,-1 0-4 0,-1 1 5 0,1 0-10 0,-2 0 0 15,1 0 2-15,-1 1-1 0,0 0 2 0,1 0 4 0,-1 0-6 16,-1 0-7-16,1 0 0 0,-2 1-7 0,2 1-7 0,0 0-4 0,1 0-14 15,0-1-11-15,0 1-13 0,1 1-24 0,0-1-31 0,1 0-36 0,2 0-44 16,2 0-62-16,1 0-54 0,2-1-46 0,2-2-174 0</inkml:trace>
  <inkml:trace contextRef="#ctx0" brushRef="#br0" timeOffset="62819.18">8177 15221 589 0,'-4'5'105'0,"-1"0"-32"0,0 0-3 16,2 2 0-16,0 0 8 0,1-1 9 0,1 1 1 0,0 0 1 16,0 1-1-16,1 0-2 0,0 0-3 0,1 0-3 0,0 1-4 0,0 0-7 15,0 0-2-15,1-1-4 0,0 1-6 0,1-1-3 0,0-1-4 0,1 1-5 16,2 0 4-16,0 1-6 0,2 0 0 0,1-1 1 0,0 0-11 16,4-2 3-16,2 1-8 0,1-2-2 0,1 0 5 0,2-1-2 0,1-1-3 15,3-2-6-15,3-1 4 0,3-2-10 0,2-1 3 0,2-1-3 0,1-3-8 16,1 1 4-16,3-1-2 0,1-2-8 0,2 0 0 0,2-1 3 15,0-1-6-15,1 0 9 0,0 1-11 0,-1-2-3 0,-1 0 5 0,0 0-3 16,0 0 11-16,-1 1 1 0,-2-1-3 0,0 0 2 0,-3 0-5 16,0 0-3-16,-1 0-2 0,-1 0 8 0,1-2-12 0,-3 0 4 0,2 1 5 15,-2 1 5-15,1-1 9 0,-2-1-8 0,2-1-3 0,-1-1-3 0,1-2 0 16,-1 0 7-16,0 0-9 0,-1 1-4 0,1 0 6 0,-3 0-3 16,-1 1 7-16,-4 2 1 0,-2-1-2 0,-2 2-4 0,-3-1 1 0,-1 3 5 15,-2-1 3-15,-2 0 4 0,-3 0 4 0,-1 0 0 0,-1 1 4 0,-2-2 2 16,-2 0-4-16,0 0 0 0,-3 0-10 0,0 1 0 0,-2-2 1 15,-1 0-3-15,-1 1-1 0,-3-1-2 0,0 0-1 0,-3-2 1 0,-2 0 1 16,-2 0-6-16,-2-3 2 0,-1 0-7 0,-3 1 4 0,-2-1-2 0,-1-1-8 16,-3 0 3-16,-3 0 2 0,0-1 3 0,-4 0 15 0,2 1-4 15,-1-2-7-15,-1 1-1 0,0 1 1 0,-3-1 7 0,0 1 2 0,-1 1-3 16,-1 1-1-16,-1 0-6 0,-1 2 5 0,-1 1 4 0,0 0-1 16,-1 2 1-16,-1 2-4 0,-1 1 0 0,0 1 2 0,-1 1 0 0,1 2 4 15,-1 0 1-15,1 2-4 0,1 1 4 0,1 0-7 0,0 2 6 0,1 1-8 16,2 1-1-16,1 1 7 0,2 1-9 0,1 1 4 0,1 1 0 15,0-1-4-15,0 2 4 0,1-1-2 0,0 1 0 0,4 1-7 0,-1 0 4 16,3 1-2-16,-1 1 3 0,3 1 4 0,1 1-4 0,1 1 4 0,1 0-4 16,1 0 2-16,0 2-2 0,2 0 2 0,1 1-1 0,-1 2 2 15,2 1-2-15,1 1 2 0,0 0 1 0,3 3-4 0,1-1 4 0,0-1-12 16,1 1 4-16,2-1 6 0,1 0 0 0,2 0 9 0,1 0 3 0,1-2-10 16,1 0 6-16,1 1-6 0,1-1 4 0,0-1-2 0,0 0 1 15,1-1-4-15,0-2-2 0,0 1 1 0,1-1-4 0,-1 1 8 0,1-2 1 16,-1 0 3-16,1 0-1 0,-1 0 0 0,1-2 3 0,-1 0 0 15,1-2 2-15,-1 0-4 0,2 0-1 0,-1-1-2 0,1 0 7 0,-1-1-4 16,0-1 1-16,1 0 1 0,0-2 0 0,0 1 1 0,-1-1 6 16,1 0-4-16,0-1-2 0,1 0 1 0,0-1-4 0,-1 0-1 0,1-1-5 15,0 1 3-15,0-1-1 0,2 0-2 0,-1 0-1 0,1-1-8 0,-1 1 2 16,2-1-5-16,-1 1-6 0,3 0-1 0,0-1-7 0,2 1-7 16,1 1-13-16,1-1-28 0,2 1-32 0,2 1-47 0,3 1-40 0,4 0-38 15,2 2-52-15,6 0-77 0,4 3-100 0,5 3-56 0,5 1 28 16</inkml:trace>
  <inkml:trace contextRef="#ctx0" brushRef="#br0" timeOffset="65619.72">4512 15494 593 0,'-12'1'200'0,"-1"0"-50"0,0 1-39 0,3-1-26 0,4 1-11 0,2-2-7 15,0 1-13-15,1-1-12 0,2 0-17 0,0 0-9 0,2 0-6 0,-1 1-5 16,0 1-3-16,1 1 1 0,-1 0-4 0,1 2 1 0,0 1 0 16,1 1 1-16,-1 2-4 0,0-1 1 0,-1 3 0 0,0 2-5 0,-1 1 4 15,1 2 0-15,0 0-1 0,-1 3 1 0,0 0-2 0,-1 1 1 0,1 2 1 16,0 2-2-16,1 1-1 0,-1 1 2 0,1-1-2 0,0 2 0 15,0 0 3-15,2 0-8 0,-1 1 4 0,1 2 3 0,1-2-2 0,0-1 4 16,0 0-2-16,1-2 0 0,1 1-4 0,-1-1-1 0,1 1 4 16,0-2 1-16,2-2 0 0,-1-1 1 0,1-1-2 0,-2-2 5 0,1-1 2 15,-1 0-5-15,-1-2 1 0,1 1 1 0,-2-1 3 0,0 0 8 0,0-1-3 16,-2-2 0-16,0 0 2 0,0 0 0 0,-1-2 4 0,0 1-4 16,0-2-1-16,0 1 0 0,-1 0-7 0,2 0 1 0,-1-1-4 0,0 1 1 15,2-2-1-15,-2 3-3 0,2 1 4 0,-1-1 1 0,1 2-1 0,0-2 1 16,0 0-4-16,1 2 2 0,0-1 4 0,1 1-2 15,0-1 0-15,0-1-2 0,1 2 1 0,0 0 3 0,3 0 3 0,0-1-6 0,1-1 2 16,0 1-6-16,2 1 3 0,1-1 2 0,0 1 0 0,3-3 1 0,0 1-1 16,0 0 0-16,3 0 1 0,-1 0 4 0,3-1-1 0,2 0 0 15,-1 0 3-15,2-2 3 0,2 2 3 0,-1-2 2 0,2 1 10 0,-1-1 1 16,4-1 7-16,0 1 7 0,4 0-4 0,0 1 11 0,1-2 3 16,1-1 0-16,4 0 2 0,0 0-11 0,3-1-1 0,2 1-5 0,-1-1-3 15,1-1 0-15,1 0-9 0,3-1 2 0,0-1 7 0,4 0 5 0,0-1 5 16,1 0-6-16,3-1-10 0,1-1-3 0,1-1-9 0,2 0 8 15,0-1-2-15,-2 0-8 0,3 0 3 0,0-1 8 0,1 0-1 0,0-1 8 16,0 1-7-16,2 0-11 0,0 0-2 0,1 0 0 0,0-1 9 16,1 0-10-16,-1-1-3 0,3 1-1 0,0-2-10 0,-1 0 14 0,3-1-4 15,0 0 1-15,2-2-1 0,1-1-10 0,2-1 16 0,0-2-9 0,-1 0 4 16,3-2 5-16,0-2-14 0,-1 1 17 0,0 0-2 0,1-1-4 16,1 0 3-16,0 1-9 0,0 1-2 0,2-1 3 0,0 0 2 0,0 1-5 15,0 0 6-15,-1 2-4 0,-1 0 1 0,-1 2 1 0,1 1-7 0,-2 1 5 16,-1 2-4-16,0 1 5 0,-1 1 13 0,-3 3-8 0,-1 0-1 15,-2 2-6-15,-2 1-2 0,-2 1 9 0,-2 0 3 0,0 2 2 0,-4 1-4 16,3 0 6-16,-2 1 1 0,0 0 0 0,2-1-5 0,-1 2-3 0,3-1 2 16,-2-1-7-16,1 0 4 0,1 0-6 0,-2-1 3 0,0 0 2 15,3-1 1-15,-2 0 4 0,0-2-1 0,1 0 3 0,-1 0-5 0,-1-2-4 16,-2 1 4-16,0 0 0 0,-2 0-3 0,-1 0 2 0,0 0-9 0,-2 0 7 16,-1 1 7-16,0 0-6 0,-3 0 6 0,0 2-5 0,0 0 3 15,-2 0 0-15,0 0-9 0,-2 1-4 0,0 0 0 0,-2 1 6 0,-2-1 4 16,1 1 0-16,-1 0-4 0,-1-1-3 0,-1 1-2 0,-1-1 4 15,-1-1 0-15,-2 0 4 0,1-1 4 0,-2 0-8 0,1 1-5 0,-3-2 8 16,0 1-2-16,-3-1 6 0,0-1-8 0,-3 0 4 0,0-1 2 0,-3 1-3 16,0-1 6-16,-1 0-7 0,-3 1 2 0,0-2 12 0,-1 2-8 15,-2-2-6-15,1 1 9 0,-1-1-12 0,-1 1 9 0,-3 1-4 0,0-1-7 16,-2 1 11-16,-1 0-9 0,-1 1-5 0,-1-1 10 0,-1 1-12 16,0 0 5-16,-2 0-6 0,-2 1-13 0,0-1 6 0,-1 0-6 0,0 0 6 15,-2 1-9-15,1 0-8 0,-1-1-4 0,0 0-7 0,0 0-7 0,0-1-7 16,0 1-18-16,0-2-6 0,0 0-9 0,0-1-13 0,-1-4 7 15,0 0-3-15,0-2 9 0,0-2 10 0,-1-3-5 0,-1-2 4 0,0-3-22 16,-2-5-32-16,-1-5-48 0,-3-7-116 0,-4-9-139 0,-5-10-90 0</inkml:trace>
  <inkml:trace contextRef="#ctx0" brushRef="#br0" timeOffset="66203.7">4757 15923 2662 0,'-18'-3'147'0,"4"1"-52"0,-2 0-79 0,9 0-21 16,6 1-22-16,4 0 0 0,3 0 10 0,3-1-6 0,3 1 11 0,5-1 1 15,3 1-9-15,3 1 13 0,4-2-1 0,2 0-3 0,3-2 11 0,3 1-5 16,4 0-9-16,4-2 13 0,3-1-14 0,3-1-3 0,5-2 13 15,3 0-11-15,2-2 7 0,4 2 2 0,1-2 7 0,1 0 10 0,1 1 1 16,3-1-3-16,-1 1-8 0,3-2 0 0,0 2 0 0,2 0 2 16,0 0 4-16,0 2 1 0,1 0 6 0,0 2 1 0,3-1 0 0,0 1 2 15,3-1-3-15,1 2-8 0,2-1 3 0,5 1-9 0,2 1 7 0,3 0 8 16,0 1-9-16,5 0 1 0,-3 1-8 0,3 0 2 0,1 0 4 16,1 1-1-16,1-1-3 0,0-1 2 0,0 1-1 0,1 0 1 0,-1 0-2 15,-1 0-2-15,1 1 1 0,1 0-3 0,0 0 9 0,0 1-3 16,1-1-4-16,-1 1 2 0,2 1-11 0,-1 2 8 0,-2 1 1 0,0 1 4 15,-2 0-1-15,-1 2-2 0,-1 2 1 0,-2 1 1 0,2 1 4 0,-3 0 0 16,2 1-5-16,-1-1-11 0,-1 1 2 0,0-1 1 0,-1 0-4 16,4-2 16-16,1-2-3 0,4 0-1 0,1-2-1 0,-3-4-6 0,-3-1 4 15,-5-2-7-15,-4 0 5 0,-6-1-3 0,-1 0-2 0,-5 1 3 0,-3 1 1 16,-5-1-1-16,-5 2 4 0,-4 0 5 0,-4 2-4 0,-4 0 0 16,-4 2 1-16,-4 2-1 0,-3 1-9 0,-4 3-2 0,-5-1-8 0,-2 3-13 15,-4 0-14-15,-5 2-36 0,-2 2-53 0,-3 0-45 0,-4 1-55 0,-2 2-83 16,-2 2-92-16,-3 1-59 0,-1 3-131 0</inkml:trace>
  <inkml:trace contextRef="#ctx0" brushRef="#br0" timeOffset="104888.88">13484 16702 2536 0,'1'8'92'0,"-1"2"5"0,0 1-16 0,-1-1-25 0,0-2-32 16,0-1-19-16,0-3-7 0,2 1 4 0,-1-2-2 0,1-1-8 16,1 0-4-16,0-1 3 0,0 1-6 0,1-1-3 0,-1-1-18 0,1-1-7 15,1 0 7-15,0-1-5 0,0-2 6 0,3-1-3 0,1-1-4 16,1-3 9-16,2 1-4 0,1-3-1 0,1-1 14 0,0 0-2 0,1-1 15 15,1-1 5-15,1-1 0 0,-1 1 12 0,1 1-8 0,0-2 2 0,-1-1 8 16,-2-1-7-16,0 2 10 0,-1-2-5 0,-2 1-6 0,-2 0 6 0,-1-1-4 16,-1-1-1-16,-1 1 7 0,-2 0 0 0,-3 0 0 0,-1-1 2 15,-2-1-16-15,-3 2-2 0,1 0-2 0,-3 2 5 0,-2 1 0 0,-1 4-2 16,-1 0-2-16,-3 1 1 0,0 3 0 0,-3 2 13 0,-1 3 4 16,-1 1 8-16,-1 2 8 0,-1 2 2 0,0 1 8 0,0 2-7 0,0 2-1 15,3-1-7-15,-1 2-4 0,2 0 5 0,1 2-7 0,1-1-10 0,1 2-6 16,0 1-4-16,4 0 2 0,0 2 1 0,3 0-8 0,1 1 1 15,2 2 2-15,1 3 7 0,2-1 6 0,3 4-10 0,1-1 0 0,3 1 2 16,2 1-3-16,2-1 10 0,3 0-7 0,0 0-3 0,1 2 4 0,2 1-10 16,2-2 15-16,-1 0 0 0,3-3-6 0,0-2 3 0,0-1-11 15,1-3 6-15,0 0 0 0,-1-2-3 0,1-1 5 0,-1-2-9 0,1 0 8 16,-1-1 6-16,1-2-11 0,-1-1-1 0,-2-2-5 0,1-3-18 16,-2 0-5-16,-1-2-34 0,1-1-38 0,-2-1-27 0,0-2-37 0,-2-2-18 15,0-2-17-15,0-4-22 0,1-2 6 0,0-4 5 0,0-2 24 0,-1-4 36 16,0-1 30-16,1-5 38 0,1 0 30 0,-2-5 25 0,2 1 18 15,-1-2 13-15,0 3 7 0,0 2 8 0,-1 1 13 0,1 0 20 0,0 2 32 16,-2 1 39-16,-1 2 41 0,-3 3 33 0,-3 1 26 0,1 3 7 0,-2 1-18 16,0 1-19-16,-1 1-24 0,-1 0-23 0,0 3-9 0,-1 0-23 15,1 1-6-15,-2 2-15 0,2 1-14 0,-1 3-3 0,0 2-18 0,0 1-7 16,0 0-15-16,0 3-6 0,0-1-4 0,1 1-2 0,0 2-7 16,0 1-7-16,2 3-3 0,0 1 4 0,1 3 7 0,1 0-9 0,1 2-4 15,1 1-8-15,1 2 4 0,-1-2 9 0,1 3-2 0,0 0 0 0,1-1 6 16,-1 1-12-16,1-2 6 0,0 1-7 0,-2-3-12 0,2 1-10 15,-1-1-15-15,0-3 6 0,0-1 6 0,0-4 10 0,0 0 6 0,0-1-4 16,-2-2 10-16,1-1 4 0,0-1 5 0,2-3 9 0,-1-1-6 16,1-2 9-16,-1-2 8 0,1-2-2 0,1-3-2 0,0-3 2 0,0-1 0 15,0-1 8-15,0-2 3 0,0 0-1 0,-2 0 7 0,2 0-8 0,-1 0 4 16,1 3 10-16,-1 2-5 0,-1 1 5 0,0 2 4 0,-3 1-6 16,1 1 4-16,-1 3 8 0,0 2-8 0,-1 1-9 0,1 2 1 0,-1 1-6 15,0 3-1-15,1 0-15 0,0 2-1 0,0 3 3 0,2 1-2 0,-1 3 10 16,2 1-28-16,0 0 6 0,0 2-1 0,-1 2-4 0,1 1 22 15,-1-1-16-15,0 0 4 0,0 0-3 0,0-1-3 0,1-1 8 0,-1-1-10 16,-1 0-2-16,1-3-21 0,-1-1-24 0,0-3-12 0,-1 1-32 0,1-1-19 16,-1-1-23-16,0 0-35 0,2 0-34 0,-2-2-52 0,1-1-71 15,0 0-62-15,0-2-13 0,1-1 71 0,0-3-21 0</inkml:trace>
  <inkml:trace contextRef="#ctx0" brushRef="#br0" timeOffset="105138.87">15008 16107 2115 0,'3'3'177'16,"2"1"-11"-16,0 1-18 0,0 0-35 0,0 0-48 0,0 0-35 15,2 1-17-15,1 1-6 0,1 2-7 0,1 1-7 0,0 1 4 0,0 2 3 16,-1 1 0-16,2 1-3 0,-1 2-4 0,1 0 4 0,0 0 6 0,1-1 7 16,0 0-8-16,0-2 4 0,-1-1-6 0,0-4 4 0,1-2-1 15,-1-2-6-15,2-1 4 0,0-2-7 0,2-1 6 0,-2-2 3 0,3-1 10 16,0-2 7-16,0-2 1 0,-1-1 2 0,-1-2-1 0,0-4 0 15,-1-3-5-15,1-2-1 0,-1-3-4 0,2-5-2 0,0-3-2 0,0-8-8 16,1-3-12-16,0-5-8 0,1-6-16 0,1-1-16 0,-3-4-37 0,1-7-37 16,0-5-49-16,-1-4-83 0,2-6-151 0,0-7-226 0,2-2-259 15</inkml:trace>
  <inkml:trace contextRef="#ctx0" brushRef="#br0" timeOffset="105740.87">16781 15182 1577 0,'-11'-9'82'0,"-5"-2"-32"0,-5-6-29 0,-6-2-47 0,-1 0-68 0,-7-2-67 16,-5-1-37-16,-6 2 7 0,-6 0 43 0,-4 2 54 0,-4 2 41 0,-6 3 21 16,-5 1 14-16,-6 2 7 0,-3 1 15 0,-6 1 18 0,-2 3 24 15,-3 1 21-15,-1 0 15 0,2 1 13 0,0 0 5 0,0 2 0 0,0 2-5 16,-1 0-10-16,1 2-2 0,0 1 4 0,4 1 2 0,-1 3 4 0,3 2-8 16,0 3-4-16,0 0 5 0,0 1-10 0,-2 5-2 0,1 1-15 15,0 3-13-15,0 5-10 0,1 2-7 0,-2 3-23 0,-1 2-5 0,0 5-2 16,-1 2-10-16,2 5 7 0,-1 4-4 0,2 5-5 0,-2 1 2 0,0 5 5 15,2 2-1-15,1 0 1 0,3 2-3 0,7 4 3 0,3 1 7 16,7-1 5-16,4 2 8 0,4-1 4 0,6-1-3 0,4 2-2 0,7-1 7 16,5-3-14-16,4 2-2 0,5-1-4 0,7-1-10 0,4-1 14 15,6 0-2-15,6-2-4 0,6 1 4 0,5-2-5 0,8 0 3 0,-6-32-5 16,4 8-10-16,5 0-4 0,6 8 2 0,6 1 7 0,7 8 4 0,5-2-3 16,8 6-3-16,5 0-6 0,4-2 1 0,5-3 25 0,3-4 1 15,2-3 6-15,-32-27-17 0,5 1-26 0,1-3 12 0,7 1 12 0,2-2 26 16,6-1 6-16,1-3 5 0,7-2 0 0,1-3 18 0,8-2-2 0,79-1 14 15,2-7 6-15,2-9-18 0,-2-10 14 0,-13-8-23 0,-11-7-14 16,-13-5 16-16,-15-4 2 0,-7-1 8 0,-3-4 0 0,-2-4-10 0,-3-3 2 16,-2-3-20-16,4-13 15 0,59-50-1 0,-28 10-15 0,-28 12 8 0,-33 23-19 15,-2 0-14-15,-4-3 9 0,-2-2-16 0,-4 0-5 0,-2 0 10 16,-3-2-17-16,-3 0 10 0,-2-2-3 0,-6 1-25 0,-3 3-3 0,-4 2-10 16,-5 4 2-16,-5 1 4 0,-4 2-7 0,-5 1 3 0,-5 1 0 15,-5 2 2-15,-5 1 12 0,-5 1-10 0,-6 3 1 0,-5 3-6 0,-9 3-9 16,-6 3-8-16,-8 2-4 0,-9 3-20 0,-7 3-25 0,-6 7-20 0,-8 6-25 15,-6 6-6-15,-6 7 9 0,-5 10 12 0,-3 7 18 0,-5 8 28 16,-3 7 16-16,-4 8 15 0,-2 6 8 0,-5 5-19 0,0 6-45 0,-1 10-46 16,-3 5-36-16,-1 9-121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2:28:53.4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4583 8404 1 0,'-48'-10'9'0,"5"-5"267"0,-6-4 394 0,15 1-544 0,6 2-29 0,5 3-27 0,2 3-32 16,2 1-20-16,3 1-7 0,1-1-4 0,2 1-7 0,0-1 1 16,2 1-3-16,1 0-5 0,3 2-4 0,0 0-8 0,1 2-9 0,1 0-6 15,1 2-3-15,1-1 5 0,2 1 3 0,0 0 11 0,0-1 10 0,2 2 10 16,1-3 12-16,1 0 7 0,2-2 9 0,0-1 5 0,2-1 2 16,2 0 2-16,0 0-4 0,3-2 1 0,3 1-1 0,2-2-5 0,1 0 1 15,4 0-4-15,2-2-3 0,3 1 3 0,3-2-5 0,4 0-5 16,2-1 1-16,2 0-7 0,5 0-2 0,2-2-2 0,5-1-2 0,2 0 1 15,3-1 3-15,1-1-4 0,3 0 5 0,2-1-1 0,0 0 4 0,2 2 2 16,1 1 5-16,1 2 0 0,1 1 5 0,0 2 0 0,2 1 4 16,0-1 2-16,4 1-6 0,2 1-2 0,1 1-5 0,1 0-2 0,2 0-6 15,3 0-1-15,2 2-2 0,4-1-3 0,1 0-1 0,1 2 0 0,1-1-2 16,1 1-8-16,0 1 2 0,1-1-2 0,2 1 0 0,0-1 10 16,2 1 1-16,1 0-2 0,0 0-3 0,0-1 5 0,1 1 7 0,1 1 4 15,1-1 1-15,1 1-1 0,4-1-9 0,0-1-6 0,1 2 2 16,2 0-3-16,0 0 4 0,-1 2 0 0,1-1-1 0,-1 0 1 0,2 2 4 15,1 1 3-15,0 1 1 0,0 1-2 0,-1 0-1 0,0 0-4 0,-2 1 2 16,0 0 1-16,0 2 0 0,1 0 6 0,-2 3-4 0,-1 0-1 16,-1 2 2-16,-2 0-11 0,-1 1 4 0,-3 1 0 0,0 1 0 0,-4 3 23 15,-1 1-5-15,-3 2 4 0,-2-1 0 0,-3 2-16 0,0 1 1 0,-3 0-7 16,-5 2 0-16,0 0 3 0,-1 1-6 0,-3 1 2 0,-1 2-2 16,-4 1-5-16,-3 1 5 0,-2 1-3 0,-3-1 0 0,-4-1 3 0,0 1 0 15,-3 0 2-15,-3 1-1 0,-2 0 1 0,-1 2-7 0,-1-2 2 0,-4 1-4 16,-1-1 14-16,-1 1 5 0,-3 0 2 0,-2 1-1 0,-2 0-16 15,-3 0 2-15,-2-1-4 0,0 1 4 0,-1-1 2 0,0 4-1 0,-4-2 0 16,-1 1 3-16,-4-2 0 0,1 0-3 0,-1 0 3 0,-2 1-6 16,-2 1 0-16,-1 2 2 0,-2-2-8 0,-2 1 1 0,-4 0 10 0,-2-1 2 15,-3 2 4-15,-2-2-7 0,-2 1-4 0,-5-2-4 0,-2 0-1 0,-3-1 8 16,-3 1-6-16,-4 0 2 0,-2 0 1 0,-5-3-7 0,-6 0 5 16,-3-2-4-16,-6 1-1 0,-4-1-2 0,-4 1-10 0,-6 0-1 0,-4-1 3 15,-7-3-7-15,-3 1 1 0,-3-1 7 0,-5-3 7 0,-2 3 5 0,-1-4 2 16,-3-2-4-16,1 0-4 0,-1-2 2 0,2-1 4 0,0-2 4 15,0-1 3-15,2 0 6 0,1-2-4 0,2-1 10 0,1 0-4 0,1 0-1 16,2-1 4-16,-2 0-1 0,0 0 1 0,1 1 1 0,-1-1-6 16,-3 0-5-16,0-1 0 0,-2 3 1 0,0-1 4 0,-3 2-5 0,-1-1-1 15,-2 0 0-15,-2-1-1 0,2-1 2 0,-2 1-1 0,0 0-3 0,-2 2 3 16,-3 0 2-16,-1 0-2 0,-2 1-2 0,-2-1-4 0,-1 1 1 16,0-2 0-16,-2 0 3 0,-2-1 3 0,2 0-2 0,0 1-4 0,2-2 0 15,3-1 3-15,1-1-1 0,4-3 6 0,1 0 3 0,3-2-3 0,0-1-6 16,3 0 0-16,1-2-1 0,2 0-3 0,0-2 7 0,2 0 4 15,1-1-5-15,2 0 5 0,0-2-4 0,1 0-6 0,1 1 6 0,3-1 2 16,-1 0 5-16,1 0 4 0,1-1-1 0,-1 0 1 0,1 1-2 16,1 1 0-16,-2 0 3 0,0 1-7 0,0 1 2 0,-1 0-3 0,1 2-7 15,0 0 11-15,-2 0-7 0,1 1-5 0,-1 0 2 0,1 1-2 0,1 1 3 16,1-1 2-16,1 1-1 0,3-1 1 0,2 1-5 0,3 0 1 16,2 0 3-16,-1 0 0 0,4-1 3 0,0 0-3 0,1 0 2 0,4-1-2 15,1-2 0-15,1-2-2 0,3 0-1 0,2-3-1 0,2 0 2 0,1-1 2 16,3-1 0-16,-1-2 2 0,3-2-2 0,4-2 4 0,0-1-5 15,4 1 1-15,-1-2 6 0,2-1-4 0,1 0 3 0,3 0-2 0,1-2-3 16,2-1-2-16,2 0 2 0,1-2-3 0,0 0-13 0,2-3-8 16,2 2-3-16,0-1-13 0,2-3 4 0,2 0-7 0,3-4-10 0,3 1-8 15,3-2-8-15,2 0-19 0,2 0-27 0,5-4-35 0,2 0-49 0,4-4-57 16,3 1-49-16,0 0-186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2:07:51.8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3657 8000 296 0,'-4'4'18'0,"0"-1"-9"0,2 0-2 16,3-1 1-16,3-1 7 0,1 0 5 0,2 0 2 0,2-2-2 0,2 1-7 15,1-1-4-15,3 0-5 0,2 0-3 0,1 0-2 0,1-2-1 0,3 1-2 16,0-1 0-16,-1 0-1 0,3 0 0 0,-2 0 1 0,3 0 0 15,0 1 3-15,0 1-3 0,1 1 3 0,-1 0 0 0,1 2-2 0,-1 1 4 16,0 0 0-16,3 1-1 0,1 0 2 0,3-1-1 0,2 0 1 16,3-1 1-16,1-1-2 0,3 0 1 0,2-2 1 0,4-1-2 0,1-2 2 15,5-1 0-15,1-2 1 0,2 0 1 0,3-2 2 0,-1-1 4 0,3-2 3 16,1-1 4-16,0 1 4 0,2 0-1 0,-2 0 1 0,2 2-2 16,1-1-1-16,-1 2-1 0,2 1-3 0,0 0 1 0,1 1-2 0,0 0-1 15,1 2-1-15,0-1 0 0,1 1-3 0,2 1 0 0,1-1-3 0,3 2-2 16,0-1-1-16,0 0-2 0,1 1 1 0,3-1-1 0,0 1 1 15,1-1 0-15,2 0 0 0,0 1 0 0,0-2 0 0,1 0 0 0,0-1-1 16,1 0 0-16,1 0 0 0,0 0 0 0,0 0 1 0,-1 0-1 16,0 0 3-16,-1 1 0 0,0-1 2 0,0 0 2 0,2-1 2 0,-2-1 4 15,0 0 4-15,2-2 1 0,-2-1 3 0,1-1 3 0,-1 2 4 0,0-3 3 16,2-1 0-16,-3 1-1 0,0-1-4 0,1-1-4 0,-3 0 3 16,0-1 2-16,-1 1-4 0,-3-2-2 0,1-1-6 0,-2 1-7 0,0 0-1 15,-1-2 0-15,-4 0 1 0,0 1 0 0,-1-3 1 0,-2 0-2 0,-2-1-2 16,-1-2 1-16,-3 0-2 0,-2 0 4 0,-3-1 0 0,-2 2 0 15,-1-3 3-15,-3 0-1 0,-2 0 5 0,-3-1-1 0,-3 0 7 0,-2-1-6 16,-5 1 7-16,-2-1 1 0,-2 1 4 0,-3-2 1 0,0-1-5 16,-4-1 3-16,-3 0-7 0,-2 0 2 0,-4 1-5 0,-2-1-1 0,-5-1 0 15,-2-1-1-15,-4 1 1 0,-4-1-5 0,-5 1-5 0,-2 0-4 0,-6 2-6 16,-5-2-1-16,-4 2 2 0,-6 0-2 0,-3 0 1 0,-3 2 9 16,-4 1 0-16,-3 0 7 0,-3 0-1 0,-3 2-4 0,-3-1 0 0,-3 3-1 15,-3-1-1-15,-2 1-5 0,-3 3-3 0,-3-2 2 0,-2 1-2 0,-2 1-1 16,-2-2-1-16,-2 1-4 0,-2-1 0 0,-2 0 3 0,-2 3 4 15,0-1 3-15,-5 1-1 0,-1 0-1 0,-3 2-3 0,-1 0-3 0,-1-1 1 16,-5 3 0-16,-1-2-1 0,-4 2 2 0,-2 1 4 0,-2 2-5 16,-1 1 2-16,-3 1-5 0,-4 2 1 0,-3 3 5 0,-3 2-4 0,-1 3 8 15,-3 3 3-15,-2 3 3 0,-2 3 8 0,-2 5 4 0,-3 2-1 0,-1 5-1 16,0 3-2-16,0 3-7 0,-1 4 1 0,3 2-6 0,-2 4 0 16,1 3-6-16,3 3-2 0,-1 2-5 0,4 4-13 0,1 2-18 0,2 3-61 15,4 6-72-15,3 3-60 0,2 4-66 0,1 5-247 0</inkml:trace>
  <inkml:trace contextRef="#ctx0" brushRef="#br0" timeOffset="3333">10088 8722 778 0,'-21'1'191'0,"0"2"-141"0,-3 1-3 16,7 4-1-16,4-1-5 0,2 1-8 0,3 1-12 0,2-1-5 16,2 1-7-16,1 0-1 0,3 0-1 0,1 0-6 0,3 0-1 0,2-1-1 15,2 1-4-15,4-1 3 0,3 0-3 0,4-2-3 0,1-2 6 0,4-2-3 16,2 0 8-16,2-2 0 0,3 0-4 0,0-1 1 0,3 0 3 16,2-1-5-16,0-1 10 0,1 1-1 0,-3-2-2 0,1 1 8 0,-1 0-6 15,-1-1 6-15,1-1 0 0,-3 0 1 0,0 0 3 0,-2 0-3 0,-1 0 4 16,-2 0 3-16,-1-1 1 0,-1 0 6 0,0-3 7 0,0 0 4 15,-1-2 6-15,1-1 2 0,1-2-6 0,1-2-6 0,5-2-3 0,0-1-6 16,4-2 0-16,-1-2-6 0,2 1-4 0,2-4-4 0,1 0-6 16,3-2 1-16,0 0 0 0,0-2 2 0,-1 2-1 0,-1 1 1 0,-1 0-2 15,-1 0-3-15,-2 0 0 0,-2 1-12 0,-2-1 0 0,0 2 5 0,-1 1 3 16,-4-1 8-16,-1 3 2 0,-4-1-6 0,-4 0 0 0,-1 3 5 16,-2-1 1-16,-1 0-2 0,-4 1 1 0,0 0 4 0,-2 1-4 0,-2 2 4 15,-2-2-2-15,-2-1-6 0,-3 2 4 0,-2-4-2 0,-2 1-1 0,-2 0 0 16,-1-2-7-16,-3 1-5 0,-2 1-6 0,-3-1-4 0,-2 1-4 15,-2 1-9-15,-5-1-5 0,-2 0-2 0,-3 3 3 0,-3-1 0 0,-1 2 9 16,-3 0 10-16,-4-1 10 0,0 1 19 0,-3 1 6 0,-1 1 4 16,-2 0 5-16,0 0-6 0,-1 1-2 0,2 2 1 0,-1 0 0 0,2 0 1 15,0 0-6-15,0 1 1 0,0 2-4 0,3 1-1 0,0 3-4 0,0 2-2 16,0 2-2-16,0 1-6 0,0 3 1 0,2 2-1 0,-1 2 2 16,-1 2-1-16,3 3 1 0,-2 2-1 0,-2 4 0 0,-1 1-1 0,-1 3-7 15,-2 2-4-15,0 2-1 0,1 3 19 0,0 2 4 0,0 3-1 0,-1 0 1 16,1 2-14-16,1 1-1 0,1 2 2 0,2 3-2 0,1-1-3 15,3-1 4-15,0-1-4 0,2-2-1 0,2-1-2 0,4 0-5 0,3-2 0 16,5-2-13-16,4-3-1 0,3-1-2 0,3-4 7 0,3 0 3 16,3-2-7-16,2-2-4 0,4-1-14 0,1-2-6 0,4-2-8 0,2-2-4 15,1-3-9-15,3 0-5 0,2-2-6 0,2 0-15 0,2-1-13 0,3-1-23 16,4-2-28-16,2-1-7 0,5 0-5 0,2-2-21 0,3-1-34 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2:09:09.7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5702 8745 493 0,'-1'0'150'16,"1"2"-141"-16,1 2-1 0,4 0-6 0,1 0 1 0,1-1 0 0,0-2-1 16,0 0-3-16,-1 0 0 0,0-1-2 0,-1 0-4 0,0 0 0 15,-1 0-4-15,-1-1 2 0,1 0 4 0,0 1 1 0,0-1 3 0,-1 1 1 16,-1-1 2-16,0 0 3 0,0 0 0 0,0 1 3 0,0 0-1 0,-2 0 2 15,0 0 1-15,-1 1-1 0,1 1 3 0,0-1-3 0,-1 1 1 16,-1 1-1-16,1 1-3 0,0-2-1 0,1 1-3 0,0 0-1 0,0 0 1 16,0 0-3-16,0 1 3 0,-1-1-2 0,2 1-2 0,-1-1 4 0,2 1-3 15,0 1 0-15,-1-1 3 0,2 1-2 0,-1-1 5 0,0-1 4 16,0 0 3-16,1 0 9 0,0-1 9 0,1 0 10 0,-1 0 9 0,0 0-1 16,1-1-1-16,-1 1-6 0,1-1-8 0,0 1 2 0,0-1-5 15,1 1-3-15,0-2-7 0,1 2 2 0,1-1-8 0,-1 0 0 0,2 0-2 16,0 0-2-16,0 0-2 0,0 0-3 0,0 1-1 0,-1-1-5 0,2 1 3 15,1 1-2-15,1-1 2 0,-1 1-1 0,2 0 3 0,0 0-6 16,1 0 0-16,-1 0 2 0,-1 0 0 0,3 0 0 0,0 0 0 0,1 1 0 16,2-2-2-16,-4 1 4 0,2-1 10 0,1 0-2 0,-1-1 1 0,0 1 3 15,0-1-11-15,0 1 6 0,1-1 4 0,-1 1-1 0,0 0 3 16,2-1 3-16,0 1 0 0,-2-1-1 0,2 0-1 0,1 0-2 0,0-1-4 16,0 0 4-16,2 0 0 0,-2 0-6 0,2 0 3 0,0 0-2 15,-1 0-2-15,3-1 4 0,0 1-5 0,0-1 2 0,0 0 0 0,2 1-1 16,-3-2 0-16,1 1 2 0,1-1 2 0,-3 1 0 0,4 0 0 0,-1 0 1 15,1 1-1-15,1-1 2 0,-1 1-2 0,2 1 5 0,-1-1-1 16,0 0 2-16,1 0-2 0,-2 1 0 0,3 1-5 0,-1 0-1 0,2-1 4 16,0 1-3-16,0 0-1 0,1 0-4 0,1 0-1 0,1-1 2 0,4 0-5 15,-1 0 4-15,2-1-1 0,-3-1-4 0,2-1 6 0,1-1-2 16,0-1 0-16,3 0 2 0,-2 0-15 0,2-1 4 0,-1 0 1 0,1-1 1 16,0-1 12-16,-1 2-2 0,0-1-2 0,2 0 2 0,0 0 9 15,0 2-1-15,1-1-2 0,-3 0 0 0,1 0-9 0,-1-1 0 0,0 0 1 16,2 1 1-16,-3 0 2 0,1-1 3 0,0-2-4 0,-2 1 1 0,2-1-2 15,-3 0-1-15,1 1 0 0,-2-1 1 0,-1 0 0 0,0-2 0 16,0 0-1-16,0-1-2 0,-2 0-4 0,0 0 3 0,-2 1 1 0,1-1-3 16,-2 0 3-16,0 0 0 0,-1-1 0 0,-1-1-2 0,0 0 10 0,0-3-2 15,-2 0 3-15,-1 0 4 0,0-3-9 0,-1 0 3 0,-1-1 0 16,0 0-6-16,-1-1 8 0,-3 0-2 0,0 1-2 0,-2-1 7 0,0 0-5 16,-2 0-4-16,0-2 1 0,-1 1 0 0,-3-2-11 0,1 0-3 15,-4 2 7-15,-1-2 0 0,-1 0 11 0,-2 2 4 0,-2-3-6 0,-1 2-1 16,-3-2 1-16,-3 1 3 0,1 1-2 0,-4-2 2 0,-2 3 0 0,-1-3-2 15,-4 1 1-15,1 0-1 0,-5-2-1 0,-2 1-1 0,-3-1-4 16,-4 1-2-16,-1 2-2 0,-5-1-9 0,-2 1-2 0,-3 0 4 0,-5 1-2 16,-2 0 6-16,-1 1 0 0,-4 0-14 0,-1 2 6 0,-3-1 0 0,0 1 8 15,-2 1 14-15,-1 0-3 0,-1 1 1 0,-2-1-7 0,-2 1-1 16,-1 1-1-16,-1 0-1 0,-3 2-1 0,-1 0 4 0,-2 0-1 0,-3 2 2 16,-2 1-4-16,-2 2-5 0,0 3 0 0,-2-1-1 0,-3 2 5 15,-1 1-2-15,-4 1-1 0,-1 2-1 0,-3 1-5 0,2 2 5 0,-4 1 0 16,2 1 6-16,-1 1 3 0,-1 1-5 0,0 0 1 0,0 3-4 0,4 0 3 15,-1 2 0-15,4 1 5 0,0 1-3 0,2 0 0 0,3 3 4 16,2 1 1-16,3 0 2 0,3-1-1 0,0 2-5 0,4 0-11 0,1 0 0 16,0 3 8-16,4 0 1 0,0 2 8 0,1 2 2 0,3 1-9 0,0 1 3 15,1 1-1-15,3 0 0 0,0 3-2 0,2 1 2 0,2 2-6 16,2 1 2-16,1 1 1 0,3 1-1 0,0 1 4 0,2 1-7 0,1 2 4 16,1 1-11-16,3 1 3 0,1 3 5 0,0-2 1 0,4 0 7 15,1 0-4-15,4-2-1 0,3 0 2 0,2 0-1 0,3-3 2 0,3-1-4 16,4-2-2-16,2-4 1 0,3 0-3 0,4-4-1 0,0 1 0 0,2-2 2 15,2-2 1-15,2-2-5 0,1-1 5 0,2-1-9 0,1-3 19 16,1 3 4-16,1-2-4 0,0 0 8 0,1-2-20 0,1 1 8 0,0 0-1 16,0-1-4-16,1-2 9 0,0 1-7 0,2-2 1 0,1 0-3 0,0 1-2 15,0 0 0-15,2 0-7 0,-1-1-1 0,-1 2-8 0,1 0-11 16,-1 0-14-16,0-1-25 0,2 2-47 0,0-1-69 0,0 0-114 0,0 0-165 16,-2 0-204-16</inkml:trace>
  <inkml:trace contextRef="#ctx0" brushRef="#br0" timeOffset="1633.99">5451 9690 712 0,'-19'-13'23'0,"1"0"5"0,-1-4 17 0,5 5-6 0,4 3 4 0,2 0-12 16,0 1-7-16,2 1-4 0,0 1-10 0,2 1-4 0,2 2-4 15,1 1-7-15,0 0-4 0,0 2-5 0,2 2 0 0,0 0 0 0,0 1 5 16,2 0 2-16,2 2-1 0,0 0 3 0,3 1 0 0,0 0 1 0,1-2 2 16,1 2-2-16,0 0 0 0,0-1 4 0,2 1-2 0,1-1 1 15,1 1-1-15,0 0-1 0,-1 0 0 0,2 0 2 0,0 0 0 0,0-1-1 16,0 2 2-16,2-1-1 0,0 1 2 0,0-1 3 0,1 0-3 0,2-2 0 16,1 1 0-16,1-1-2 0,2 1 3 0,0 0 1 0,3-2-1 15,1 2 2-15,1-1 1 0,0 0 0 0,3 0 2 0,0-1 1 0,2 1 3 16,1-1 1-16,-1 0 1 0,1 0 5 0,1 0 0 0,1 1 1 15,2-1 3-15,1-1-2 0,-1 0 0 0,2 0-1 0,2 1 1 0,0 0-3 16,0 1-2-16,3-2 1 0,-1 1-2 0,2 1 0 0,1-1-2 0,-1 0-3 16,3-1 0-16,0 0 0 0,1-1-3 0,4 2 2 0,-1-1-1 15,3 0-3-15,0 1 1 0,2 0-2 0,2-1-2 0,-1 1 0 0,1 1 0 16,0 0-1-16,-1 1 0 0,1 1 2 0,2-2-1 0,-1 2 2 0,0 0-1 16,1-1 0-16,1 1-2 0,-1-2 1 0,0 0 2 0,1-1-4 15,-1 0 5-15,1 0-1 0,0-1 4 0,1-1 0 0,-1 0 1 0,0 0-1 16,2 0 1-16,0-1-2 0,-1 1 4 0,-1-1-2 0,-1 0-1 0,1-1 9 15,2 1-6-15,1-1 2 0,0 1 0 0,1-2-6 0,1 0 0 16,-3 1-1-16,2-1-2 0,-3 1 0 0,1-1 4 0,0 0 0 0,-1 1-4 16,-1 0 2-16,-1 0-3 0,1-1 1 0,-1 1-1 0,-2 0 2 15,0 1-3-15,-2 0 2 0,-2 0 1 0,1 0 0 0,-2 0 3 0,1 0-1 16,-1 1 3-16,-2-1 1 0,2 0-2 0,-2 0 2 0,-1-1 1 0,-1 0 1 16,-1-1 3-16,0-1 1 0,-1 1 1 0,0-1-3 0,-3 1 2 15,0 0-5-15,0-1 2 0,-3 0 0 0,-2-1-3 0,1 0 0 0,-2 0 2 16,-2-1-2-16,0 0 0 0,-4 0-2 0,-1-1-2 0,0 1-1 0,-3-1-1 15,0-1 3-15,-3 0-3 0,-2-1 3 0,0 1 4 0,-4-2-5 16,-1 0 4-16,-1-1-4 0,-2 0-2 0,-2 0 5 0,-1 1-1 0,-3-1 7 16,0-1 1-16,-2 1-1 0,-2-1 7 0,-2-1 0 0,-1 2 2 15,-3-1 4-15,-2-2-6 0,-1 0-1 0,-2-2 2 0,-2 0-6 0,-3-2 4 16,-3 0-4-16,-2 0-4 0,0-2-10 0,-5-1-5 0,-4 1 5 0,-1 0-3 16,-5-2 2-16,-1 0 2 0,-5 0-7 0,0-1 0 0,-6 2 6 15,0-2-1-15,-2-1-2 0,-5 1-2 0,-3 0 2 0,-2 0-4 0,-3 1 2 16,-1-2 2-16,-2 0 3 0,-2 0-1 0,-2-1 3 0,-2 1-2 0,-2 0-1 15,-1 0 3-15,-3 2-7 0,0 0 2 0,-4 0-2 0,-3 3-1 16,-1-1 2-16,-1 0-3 0,-2 2-2 0,-2 0 4 0,-2 1-15 0,-3 0 6 16,-2 2-6-16,-2 0-2 0,-1 2 21 0,0 1 0 0,0 0 1 15,-1 3 5-15,0-3-9 0,-3 2-1 0,3-1-3 0,-2 2-1 0,2-1 2 16,0 2-5-16,-2 0 11 0,1 1-2 0,-2 0-2 0,2 0 5 0,-2-1-3 16,1 1 2-16,-1-1 0 0,-2 1-2 0,-2 0 2 0,1 1-1 15,-2 2-1-15,1 1 2 0,-4 2 0 0,-4 2-3 0,1 1-3 0,-1 1 0 16,2 2-2-16,1 0 7 0,0 3-1 0,2 0 3 0,-1 3-7 0,-2 0-3 15,3 4 6-15,0 1-5 0,2 1 5 0,3-1 1 0,3 2 4 16,1 0 7-16,4 1 3 0,3 2 0 0,2 1 1 0,3 0-12 0,3 2 1 16,2 0-5-16,3 1-3 0,4 1 5 0,3-1-4 0,4 4-4 15,5-2-1-15,5 3-7 0,1-1-12 0,3 2-10 0,1 1-23 0,3 2-27 16,2 1-20-16,2 2-18 0,3 2-15 0,1 1-11 0,3 2-32 0,2 3-39 16,0 1-102-16,3 2-119 0</inkml:trace>
  <inkml:trace contextRef="#ctx0" brushRef="#br0" timeOffset="22100.91">5861 12304 1317 0,'-5'-1'73'0,"1"0"17"0,1 1-43 0,5 0-5 0,4 0-6 0,3 1 7 16,3-1-1-16,3 0 1 0,4 0 0 0,3 0-13 0,1 0 4 15,2-1-12-15,0 2-5 0,1-2-2 0,0 0-3 0,1 0 3 0,0-2 1 16,-2 1-3-16,1-1 3 0,-2 0 1 0,1-2 0 0,-1-1 5 16,-1 0-6-16,0-2-4 0,0-1 3 0,0-1-7 0,1 0 4 0,-1-3 2 15,0 1-14-15,1-2 4 0,-1 0-8 0,2 0 0 0,0-2 5 16,0 0-5-16,1 0 2 0,-4 0 1 0,0-2-3 0,-1 1-8 0,-2 0 11 16,1-1-11-16,-1 2 7 0,-1-1 10 0,-1 1-8 0,-1-1 9 0,-1-3-3 15,-2 3 3-15,0-3-3 0,-1 0-1 0,-1 1 1 0,-1-2 3 16,-3 0 1-16,1 1-1 0,-2-1 5 0,-3-1-2 0,0 1 2 0,-2-1 0 15,-2-1 2-15,-1 1-6 0,-2-1 3 0,-2 0-1 0,-1 1-8 0,-2 2 8 16,-4-1-5-16,-2 2-4 0,-2-1 0 0,-1 0-8 0,-4 1 2 16,-2-2 1-16,-1 2 0 0,-4 0-7 0,1 0-1 0,-4 0 6 0,-2 2 2 15,-2-2 5-15,-1 2 5 0,-1-1-5 0,-1 0-5 0,1 1 7 0,1 1-2 16,-3 2 0-16,3-1 0 0,-1 2 0 0,1 1 1 0,0 0 1 16,-2 4 2-16,2-1-4 0,-1 2 0 0,0 2 1 0,0 0 1 0,-3 2 1 15,1 1 0-15,-1 1 0 0,-1 2-1 0,1 0 0 0,0 2-1 0,-3 2 2 16,1 0-1-16,-2 1 2 0,1 2-5 0,-1 0 2 0,1 2 1 15,2 2-2-15,0 2 4 0,1 0-6 0,1 1 2 0,0 1 6 0,3 2-6 16,3 0 8-16,1-1-3 0,2 2-7 0,2-1 3 0,2 1-1 16,3 0 0-16,0 2 9 0,5 0 0 0,0 0-5 0,3 1-4 0,3 0 6 15,3 0-3-15,2 0-3 0,1 0-2 0,1 2 1 0,2-1-2 0,2 3 6 16,1-1-2-16,2-1-4 0,1 1 5 0,2-3-1 0,0 1-1 16,2-1-1-16,0-1 1 0,1 1-3 0,0 2 1 0,2-2 7 0,0 2-5 15,1 0 3-15,1-2-3 0,0 1-8 0,1-2 1 0,1 0-8 0,0 0 13 16,1-2-1-16,-2 0-3 0,0-1 0 0,1-3-12 0,1-2 0 15,0-1-3-15,0-2-4 0,-2-1-4 0,-1-2-2 0,0-3-11 0,0-1-1 16,-1-2-20-16,-1-2-20 0,1-2-17 0,-1-2-28 0,0-2-14 16,0-4-26-16,1-1-27 0,0-3-16 0,0-1-28 0,1-5-222 0</inkml:trace>
  <inkml:trace contextRef="#ctx0" brushRef="#br0" timeOffset="22651.91">4362 10487 445 0,'-27'-16'157'0,"-4"-2"-95"0,-5-5 36 0,6 3 6 0,5 3 2 0,2-1-10 16,4 0-11-16,1 2-14 0,1-3-8 0,4 1-16 0,2 1-9 15,0-2-3-15,3 0-8 0,1-1 1 0,2 1-8 0,3 0-10 0,1-1-4 16,2-1-3-16,2 1 5 0,2-2 6 0,2 2-1 0,2-1 1 0,1-1-5 16,1 2-4-16,2-1 1 0,2 0-5 0,2 2 4 0,1 0 0 15,4 0-1-15,1 2 2 0,1-1-5 0,2 1 2 0,1 2-1 0,4 0 0 16,0 0-1-16,2 1 1 0,2-1-3 0,1 2 0 0,0 0 2 16,2 0-3-16,0 3 2 0,1 0 0 0,1 3 0 0,0 0 1 0,-1 2-4 15,0 1 2-15,0 1-3 0,0 3 3 0,1 1-3 0,0 3 3 0,-1 1 0 16,1 1-3-16,1 2 7 0,-2 1-6 0,1 4 3 0,-1 2 3 15,0 3-7-15,0-1 4 0,-2 3-1 0,0 0-3 0,-2-1 9 0,0 2-6 16,0 1 1-16,0 0-2 0,0 3 1 0,-2 1 4 0,0 3 0 16,-3 1-1-16,0 0-5 0,-2 2-2 0,0 2 9 0,-3 0 0 0,-1 2 7 15,-2-1-2-15,-3 0-8 0,-1-1-2 0,-2 1 1 0,-3 1 2 0,0 0-1 16,-2-1 6-16,-2-1-5 0,-3-1 1 0,-3 0 2 0,-2 1-1 16,-3 0 1-16,-2 1 3 0,-3 0 0 0,-3 0 1 0,-1 0 9 0,0-2 5 15,-2 2 9-15,-1-3 8 0,-1-1-9 0,-1-2 1 0,1-1-1 0,-3-3 3 16,-1 1-3-16,1-1 3 0,-2 0-7 0,0-2 3 0,0-2-1 15,-2-1-3-15,-2-2 1 0,1 0-7 0,-4-2-7 0,1-1 0 0,-2 0 2 16,-1-2-4-16,0 1 3 0,-2-1-6 0,0-1-5 0,0-1 2 0,-4-2-4 16,0-1 4-16,-1-2-1 0,0-2 2 0,2-1 1 0,0-2-4 15,1-2-6-15,-1-2 3 0,2-3 0 0,0-1-3 0,1-1 0 0,0-2-6 16,2-2-4-16,-2-1-3 0,4-2-4 0,-2 0-9 0,3 1-6 0,4-3-9 16,-1 0-15-16,3 1-27 0,-1-2-41 0,1 0-40 0,2-1-45 15,2 0-68-15,0-2-80 0,1-2-231 0</inkml:trace>
  <inkml:trace contextRef="#ctx0" brushRef="#br0" timeOffset="49336.17">4540 11019 1153 0,'-1'-7'173'0,"-2"-4"23"0,-1-5 21 0,-1-4 17 0,-1 3-211 0,4 0-16 0,5 1-12 0,3-1 3 0,6-1 2 0,2-1 2 16,6-1-2-16,2 1-9 0,1-1-5 0,3 2-4 0,0 3-2 15,2-1 8-15,1 1-4 0,2 0-2 0,2 2 3 0,1-1 0 0,2 1 6 16,1-1 5-16,1 1 1 0,-1 1-1 0,3-1 5 0,-1 0-5 0,1 0 0 16,1 2-1-16,1 2 0 0,0 0 5 0,2 2-6 0,-1 0 5 15,0 2-4-15,3 1-5 0,-3 1 2 0,3 1-4 0,-1 3 2 0,1 0-5 16,-2 1 1-16,-1 1-6 0,-1 1-2 0,0 0-2 0,-2 1-12 15,-1 1-9-15,-1 2-15 0,-1-1-24 0,-1 1-16 0,-4 2-23 0,1-1-22 16,-1 0-25-16,-1 1-15 0,-2 0-24 0,0-1-195 0</inkml:trace>
  <inkml:trace contextRef="#ctx0" brushRef="#br0" timeOffset="49619.18">5734 13067 1941 0,'6'-9'138'0,"3"0"-76"15,4-2-41-15,3 2-9 0,4 0-6 0,6-3-2 0,6-1 3 0,5 0-4 16,6 1-4-16,2-3-3 0,0 1-7 0,3-1 3 0,5 1-4 15,0 0-3-15,3-1-8 0,0 2-5 0,-1 0-1 0,0 1-3 0,1 1-1 16,-2 1 6-16,-1 1-1 0,-1 0 2 0,-4 0 4 0,-1 1 0 0,-1 0 5 16,-1 1 1-16,0 0-3 0,-2 2 4 0,-3-1-6 0,1 1-8 15,-4 1-1-15,-2 0-16 0,0 1-10 0,-2 1-13 0,1 0-13 0,-4 1-18 16,1 0-34-16,-5 0-49 0,0 0-62 0,-2 0-276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2:10:17.5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15568 7582 1 0,'-67'-27'0'0,"5"4"8"0,-8-3 119 0,30 11-123 16,13 4-128-16</inkml:trace>
  <inkml:trace contextRef="#ctx0" brushRef="#br0" timeOffset="563.17">14899 7434 283 0,'-20'-3'49'0,"-1"0"-15"0,-4 0 1 15,2 1 6-15,4 2 1 0,0 0 0 0,0 2-6 0,0 0-6 16,0 0-3-16,0 0 0 0,1 0 8 0,2 1 3 0,2 0 8 0,0-1 1 16,3 0-2-16,3 1-1 0,1-1-1 0,4 0-4 0,0 0-5 0,2-1-9 15,1 1-7-15,1 0 2 0,1 0 0 0,1 1 8 0,3 0 7 16,2 1 4-16,3 1-1 0,1-1 1 0,2 1 2 0,1 0-5 0,2 2 2 16,2-1-6-16,0 2-5 0,0 0-4 0,0 1-5 0,0 1 2 15,-1-1-8-15,1 1 0 0,2 0 4 0,0 0-2 0,3 1 5 0,-1-1-1 16,2-2-3-16,1 2 4 0,1-1 2 0,4 0 11 0,0 1-1 0,3-1-1 15,0 1-1-15,2-2-14 0,3 1 1 0,-1 0-4 0,5-1 0 16,0 0-1-16,1 1-3 0,2 0 4 0,0-1-5 0,0 2 5 0,2-1 1 16,1 1-3-16,1 1 6 0,2-1-1 0,-1-1-1 0,-1 1 0 0,-1-1-3 15,2 1-1-15,0 1 3 0,1 1 1 0,-1-2 0 0,0 1 3 16,0-1 0-16,1 0 1 0,0 0 1 0,2 0-2 0,2-1 0 0,-1 1-1 16,1 0 3-16,1-1-4 0,0 0 2 0,1 0-4 0,1-2-2 15,0 0 2-15,-1 1-6 0,2 0 2 0,1-1-1 0,-3 0-5 0,0 0 1 16,0 0 4-16,1 0-5 0,-1 0 4 0,2-2-5 0,-1 1-2 0,0 0 3 15,0 0-3-15,1 0 4 0,0 0-1 0,0 0 0 0,-2 0 2 16,3 0-4-16,-1-1 1 0,1-2 5 0,1-1-2 0,-1 0-1 0,0 0 4 16,0 0-4-16,0-2 2 0,0 1 2 0,-2-1 2 0,-2 1-2 0,0 0 3 15,-3 0-4-15,-3 1-1 0,0 0 2 0,-2-1-2 0,-1 1 4 16,-2 0-6-16,-1 0 2 0,-2 2 2 0,0-1-3 0,-1 0 5 0,-2 0 6 16,-1 0-4-16,-2 0-1 0,-1 0-1 0,1 0-7 0,-3 1 1 15,0-1 0-15,-4 0-3 0,-1 0 1 0,-2 0-2 0,-1 0 4 0,-2 0 1 16,-1 1 0-16,0-1 1 0,-2 0-1 0,0 1 1 0,-2-1 1 0,-2 0-3 15,0 1 1-15,-2-2 1 0,1 1 1 0,-3 0 1 0,0-1-2 16,-1 1-1-16,-2 0 3 0,0-1-2 0,-1 1 5 0,-1-1-1 0,-1 0 1 16,0 0 2-16,0-1 2 0,-2 1-3 0,0-1 1 0,-1 0 0 0,-1 0-3 15,0 0-2-15,-1-1 2 0,-1 1-3 0,-1-1-2 0,1 0-2 16,-1 1 2-16,-1-1 0 0,1 0-4 0,-1-1-1 0,0 1-8 0,0 0-7 16,0-1-3-16,-2 1-8 0,0-2-8 0,-2 1-4 0,0-1-13 15,-1 0-6-15,-1-1-14 0,0 0-15 0,-1-1-15 0,0-1-16 0,-1-1-14 16,0-1-16-16,0 0-19 0,-1-2-19 0,-1-1-33 0,1 0-18 0,0-3-20 15,0-2-51-15,0-3-101 0</inkml:trace>
  <inkml:trace contextRef="#ctx0" brushRef="#br0" timeOffset="1446.17">21493 7657 2836 0,'-1'-4'8'0,"0"0"-86"0,1-1-74 0,3 2-30 0,2 2-9 16,3 2 12-16,4 2 27 0,3 2 28 0,4 0 19 0,2 1 20 0,2-1-4 15,3 1-17-15,2 0-14 0,1-1-12 0,-1 1 9 0,0 1 22 16,0 0 31-16,2 1 33 0,-1 0 26 0,1 0 17 0,-2 2 14 0,1-1 9 16,0 1 12-16,2 1 14 0,2 0 11 0,1-1 8 0,3 1 4 15,0 1 4-15,4 0-3 0,0 2-3 0,1-2-3 0,4 1-4 0,-2 0 0 16,1 0-2-16,0 1-1 0,0-2-7 0,0 2-9 0,-1-1-7 0,1-1-9 15,0 0-2-15,1-1-4 0,-1 1 2 0,1 0-1 0,-1 0-6 16,-1-1-3-16,0-2 1 0,1 1 1 0,-2-1 0 0,-1 0 2 0,1 0-2 16,1 0 3-16,-1-1 1 0,1-3-4 0,1 0 4 0,-1 0-2 0,0-1-2 15,0-1 3-15,1-2 1 0,-1-1-3 0,0-1 0 0,1 0-4 16,-2-2-4-16,-1 0 2 0,0-1-4 0,0-1-2 0,-1 1-2 0,0-2-5 16,0 0 0-16,-2 0 4 0,-1-1-3 0,0-1 9 0,-3 1 2 15,-1-2-5-15,-2 1 5 0,-1 0-3 0,0-1 0 0,1-2 3 0,-3 0-3 16,0-2-3-16,-2 1-2 0,-1-2-5 0,0-2 0 0,0-1-1 0,0-1 3 15,-2-1 0-15,1-1 0 0,-2 0-5 0,-1-1-7 0,-1-2-3 16,-3 1-1-16,0-4 1 0,-1 0 5 0,-1-4 1 0,-3 0-11 0,-1-1 12 16,-2-2 0-16,-2-2 4 0,0-1 10 0,-2-4-9 0,0 1 1 0,-2-2-3 15,-1-3 4-15,0 2-3 0,-2-2 2 0,0 0 1 0,-1-1-3 16,-2 2 2-16,0 0-4 0,-1 0-12 0,-1 1 5 0,-1-1 3 0,-1-1 0 16,0 0 13-16,-2 2-6 0,-1 2-9 0,-2-1 3 0,-2 3-4 15,-1-2-2-15,-3 2 4 0,-1 1 4 0,-2 0-3 0,-2 2 2 0,-2 0-5 16,-2 2-6-16,-3-1 1 0,0 0-8 0,-4 4 12 0,0-1-7 0,-3 1 0 15,-3 1 8-15,-2 1-10 0,-5-1 2 0,-1 2 4 0,-1 2-5 16,-5 0 6-16,0 2 6 0,-4 1 2 0,-2 1 2 0,-1 2-1 0,-2-2-4 16,-3 1 1-16,-2 2 1 0,0 1 2 0,-2 2 1 0,0 2 2 0,-1 2 5 15,-1-1-3-15,-1 3 5 0,0 1-5 0,-1 1-6 0,-1 2 0 16,0 1-2-16,0 1 4 0,-2 1 1 0,0 2 0 0,-1 0 3 0,1 1 2 16,-1 2-4-16,0 1 4 0,0 2-1 0,1 2 1 0,-1 2 0 15,-1 2 1-15,0 2 0 0,-1 4 2 0,-1 3 0 0,0 1-1 0,3 3 0 16,-3 1-4-16,2 0-3 0,3 2 0 0,0 1 0 0,4 2-2 0,3 2 4 15,0 3-2-15,2-1 0 0,3 2-7 0,1 2 7 0,3 0 4 16,4 1 0-16,2 1 9 0,4 1-6 0,5 0-3 0,2 2-6 0,6-1 5 16,3 0-3-16,5 0 3 0,3-2 2 0,2 0-2 0,1 3 3 0,2-1-15 15,1 1 14-15,2 1 1 0,1 3-1 0,3-1 12 0,2 0-14 16,1 0 0-16,2 0 2 0,2 1-2 0,3-2 4 0,3-1-1 0,4-1 2 16,4 0 2-16,3-2-1 0,3 0-10 0,5 1 10 0,3-2-2 0,2 0-4 15,4 2 11-15,0-2-15 0,3 0-1 0,2 1 0 0,2 0-9 16,2-1-5-16,3 2-14 0,-1-2-24 0,2-1-24 0,0 1-29 0,0-2-34 15,0 1-40-15,0-3-53 0,1-1-73 0,0-1-103 0,1-1-365 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2:13:45.3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22317 5361 499 0,'-2'-2'13'0,"0"-1"-10"0,0 0-2 15,1 1-1-15,1 1 2 0,0-1 7 0,1 0 2 0,1 0 2 16,-1 1-2-16,-1 0-3 0,0 0 3 0,0 1 4 0,0 0 11 0,0 0 16 16,0 1 14-16,0-1 10 0,0 1 1 0,-1-1-4 0,0 1-9 15,-1 1-3-15,-1-1-3 0,0 2 0 0,1 0-3 0,-2 1-2 0,1 1-7 16,-1 1-4-16,1 2-4 0,-1 1-7 0,-1 0-3 0,2 0-8 0,-1-1 0 15,1 0 1-15,0 0 0 0,1 0 1 0,0 1 6 0,1 0 2 16,-1 0 10-16,0 0 6 0,1 0 4 0,1 1 4 0,0 1 5 0,0-1 6 16,0 2 2-16,0-2 5 0,0 3 4 0,0 0-2 0,1 0-2 0,-1 1 0 15,0-1-14-15,1 3-4 0,-1 1-8 0,1-1-10 0,-1 3 2 16,2 0-13-16,-1 1-9 0,0-1-1 0,-1 3-1 0,0 0 2 0,1 0 2 16,-1 0-7-16,0-1-2 0,0 1 2 0,0-2-2 0,0-1 2 15,0-1-2-15,0-1 1 0,0-2-2 0,0-1-2 0,0-1 1 0,1-1 0 16,-1 0-2-16,0-2 2 0,1-2 2 0,-1 1-4 0,1-2 4 0,-1 0-5 15,0 0-5-15,0-1 1 0,0 1-6 0,-1 0-3 0,0 0-7 16,0-2-14-16,0 2-13 0,0 0-21 0,-1 0-25 0,0-1-27 0,0 0-26 16,0-2-36-16,-1 0-37 0,1-3-35 0,-1-2-29 0,1-2 16 0,0-4-65 15</inkml:trace>
  <inkml:trace contextRef="#ctx0" brushRef="#br0" timeOffset="450">21742 5264 1281 0,'-3'-8'278'0,"1"-1"-213"0,0-2-60 16,1 2-30-16,2 2-3 0,0 1 13 0,1 0 17 0,1 1 4 0,1-2 2 15,1 1 1-15,0 1-4 0,0-1-2 0,2 1-3 0,1-2 2 16,1 0-1-16,2 0 2 0,0-3 2 0,4-1 2 0,1 0 9 0,2-1-3 15,0 0 6-15,4 0 8 0,1-1-1 0,1 1 11 0,3 0-2 16,1 0-12-16,3 0 2 0,0 0-5 0,3 1 7 0,0 1 3 0,1 1 4 16,-1 2 1-16,1 1-3 0,1 0 0 0,0 2-3 0,2 2-4 0,-3 0-5 15,2 2-4-15,2 2-4 0,0 1-6 0,2 4-2 0,-1 1 0 16,1 2-1-16,0 4-3 0,-1 1 2 0,-1 3-7 0,-1 0 0 0,-1 4-4 16,-2 3-4-16,0 0 1 0,0 6 4 0,-2 0 3 0,-3 3 3 0,-2 0-1 15,-2 2-2-15,0 3 4 0,-2 1 0 0,-3 1-2 0,0 2 1 16,-3-1-5-16,-3-1 0 0,-2 3-2 0,-2-1-1 0,-4 0-4 0,-3 2 2 15,-5 0 3-15,-2 0 4 0,-4-1 5 0,-4 1 2 0,-3-3 5 16,-2 0 3-16,-4 0 6 0,-3-2 1 0,-1-3 0 0,-2-2-4 0,0-4 1 16,-2-1-1-16,-2-2 2 0,-3-1 8 0,-2-4-1 0,-2-1 7 0,-2-3 3 15,-1-5-5-15,-5-2 0 0,-2-2 0 0,-3-2 0 0,-3-2 18 16,-1-1-7-16,-1-3 1 0,-3-1-2 0,0-3-1 0,0-1 14 0,1-2 4 16,2-2 8-16,4-1-5 0,2-2-11 0,2 0-9 0,3-4-17 0,2-1-13 15,5-1-19-15,1-1-13 0,2-3-7 0,3-1-14 0,2-1-8 16,1-2-24-16,3-1-39 0,1 0-47 0,0-3-88 0,1-4-137 0,2-8-253 15,0-10-165-15</inkml:trace>
  <inkml:trace contextRef="#ctx0" brushRef="#br0" timeOffset="12950.67">22014 7089 1187 0,'-12'-9'15'0,"-3"0"5"0,1-1 5 0,-1 1 1 16,10 7-14-16,3 3-7 0,0 0-5 0,0 3-4 0,1 0-3 0,0 1 4 0,1 2-2 15,-1 2 2-15,1 1-2 0,-1 1-2 0,0 0-1 0,0 2 0 0,-1-1-1 16,1 1 2-16,0-2 2 0,0 0 3 0,1-2 1 0,0-1-1 0,3-1 1 15,0 0 3-15,1 0 1 0,2 0 5 0,1-1 1 0,3 1-3 0,0-3 6 16,3 2-2-16,1-2 2 0,2 1 1 0,2-2 3 0,-1 1-2 16,2 0 6-16,2 0 3 0,-2-1 1 0,1 0 4 0,-1 0 3 0,-2 0 2 15,1 1 2-15,-1-1 3 0,0 2-1 0,-2-1-3 16,0 0-1-16,0 1-5 0,-3 1-2 0,-2 0-3 0,0-1-3 0,-1 2-3 0,0 0 0 16,-1 1-2-16,-2 1-2 0,1 0-2 0,-2 1 1 0,-1 2-4 0,-2 0-2 15,0 0 4-15,-1 1-5 0,-1 2 1 0,-2 0-1 0,0 2-4 16,-2-2 1-16,-2 2 2 0,0 0 0 0,-1-1 1 0,-1-2-1 0,0 2-1 15,-1-2-8-15,0-1 0 0,0-1 3 0,-1 0-4 0,0 1 8 0,-1 1 9 16,3 0-1-16,-1-2 3 0,2 1 2 0,2 0-17 0,0-1 4 16,2-1-1-16,2-1-2 0,2-1 1 0,1 0 1 0,3-2 1 0,1 0 0 15,3-1 4-15,4-2 4 0,3 0 2 0,3-3 5 0,3 0 2 16,3-2-2-16,2-1-2 0,4-1-2 0,2-1-4 0,3 0 3 0,-1 0-3 16,2 0-9-16,-2 1 0 0,0 0-9 0,-1 1 4 0,-2 0 2 15,1 1 0-15,-3 0-7 0,-1-1-15 0,-2 1-21 0,-2 1-26 0,-1 0-33 16,-2-1-35-16,0 1-37 0,-2-2-46 0,-3 1-32 0,-3 0-25 0,-2 0 16 15,-2 0-114-15</inkml:trace>
  <inkml:trace contextRef="#ctx0" brushRef="#br0" timeOffset="13484.67">21800 7181 360 0,'-11'-5'33'0,"0"2"26"16,-3 0 8-16,4 2 6 0,3 0 2 0,1 2 9 0,3-1 4 0,0 0-7 15,1 1-2-15,1-1-12 0,1 0-13 0,1 1-6 0,0-1-9 0,1 0 4 16,2 1 3-16,-1-1 3 0,4 0 4 0,0 0-4 0,3-1-2 16,1 0-5-16,3-1-7 0,2 1-1 0,3-1-8 0,3-1-3 0,2 1-4 15,3-1-5-15,1 1-2 0,6-1-3 0,2 1-3 0,3 0-3 16,3 1-2-16,0 0 1 0,3 0 0 0,2 0-1 0,0-1 1 0,1 0-2 15,1-2 1-15,-1 0 0 0,-1 0 1 0,-2 0 2 0,-2 0-6 0,-2 0 2 16,-3 1 2-16,-2 3-2 0,-4-1 3 0,-2 1 1 0,-2 1-1 16,-2 1 2-16,-4 2 0 0,-2 1-1 0,0 1 2 0,-3 1-5 0,0 2 2 15,0 2-1-15,-1 4 0 0,0 0 1 0,0 5-1 0,-1 4-1 0,-2 2 2 16,-1 4-6-16,1 1-2 0,-1 1 1 0,1 1-4 0,0 1 0 16,1-1 4-16,1 1-5 0,1 1 1 0,-1-3-9 0,-1 0-1 0,1-3 8 15,-2 0 1-15,-1-3 8 0,-4 0-3 0,-1-3-9 0,-2-3 3 0,-4-1 0 16,-3-2 4-16,-3-4 1 0,-2 0 1 0,-4 0 1 0,-5-1 2 15,-5-1 3-15,-5-1 4 0,-6-3 0 0,-5 0 0 0,-5-1 3 0,-8 0-3 16,-2-1 1-16,-4-2-2 0,-4 0-3 0,-1-2 10 0,-3 0-1 16,0-2 2-16,0-2 3 0,0 0-8 0,2-2 9 0,0 0 1 0,3 0 3 15,2-1 6-15,5-1-5 0,3 1 5 0,4-2 0 0,3-2-2 0,4-2-1 16,4-3-3-16,3-1-2 0,3-3 0 0,2-3 2 0,2-4-2 16,2-4 0-16,0-4-8 0,3-4 5 0,2-2 1 0,2-4 1 0,2-2 10 15,2-1-11-15,4 0-2 0,3 3-11 0,5 0 1 0,4 4-8 16,5 3-3-16,4 2 0 0,3 6 0 0,2 1-1 0,2 3 5 0,1 2-2 15,0 0 1-15,2 3-4 0,-1 1-15 0,1 1-12 0,0 4-20 0,1 0-20 16,2 2-27-16,0 3-34 0,3 1-38 0,0 1-56 0,3 0-51 16,0 3-33-16,2 1 9 0,2 3-59 0</inkml:trace>
  <inkml:trace contextRef="#ctx0" brushRef="#br0" timeOffset="13967.66">22573 8921 2378 0,'-23'-24'17'0,"4"2"17"0,-4-3-33 0,10 10 4 16,9 7-11-16,4 3-17 0,3 1 1 0,0 2 4 0,4-1 4 16,2 2 4-16,3 1-4 0,3 2-4 0,4 3-12 0,0 2-23 0,2 3-13 15,1 4-6-15,0 1 7 0,-1 4 10 0,-1 0 1 0,-1 1-7 0,-4 0-12 16,0 0-3-16,-3 0 5 0,-1 0 5 0,-3-1 3 0,-2 0 5 16,-2 1 1-16,-2-2 0 0,-2 2-4 0,-3-1 5 0,0-2 5 0,-3 0 15 15,-3-1 16-15,-1-2 14 0,-1-3 10 0,-2-2 7 0,2-1 10 0,-2 0 8 16,0-2 8-16,1 1 13 0,0-2 3 0,3 0 0 0,1-1 0 15,1 0-9-15,2 0-10 0,2-1-6 0,0 1-11 0,2 0-6 0,0 1-3 16,3 1-5-16,0 0-1 0,2 2 0 0,2 0 0 0,1 2-1 16,2 1 1-16,0 3-1 0,2 1 3 0,1 1-1 0,0 1-2 0,1 2 1 15,-2 2-4-15,3-1 1 0,-1 2 0 0,-1 2 8 0,0-1 5 0,-3 4 1 16,0 0 6-16,-1 1-10 0,0-2-1 0,-1 3-1 0,-2 0 0 16,0-1-1-16,-1 3-2 0,-3-1-2 0,0 1-3 0,-1 0-1 0,-2-1-5 15,-2-2-3-15,0 1 0 0,-2-3-1 0,-1 1-3 0,0-1-3 0,-1 0-5 16,0-1-6-16,0-3-9 0,-3-2-18 0,0 0-31 0,-1-5-30 15,-1 1-46-15,2-1-43 0,0-4-29 0,-1-3-1 0,1-2-118 0</inkml:trace>
  <inkml:trace contextRef="#ctx0" brushRef="#br0" timeOffset="14350.67">22187 9334 1338 0,'-31'-25'48'0,"-3"-3"-13"15,-8-4-10-15,4 3-12 0,6 3-2 0,5 4-4 0,1-1 2 0,4 2-4 16,4 1-4-16,2 2-6 0,2 0-12 0,3 3-8 0,4 0-19 15,2 2-16-15,3 1-9 0,3 2-2 0,3 3 8 0,4 0 16 0,3 2 12 16,3-1 14-16,2 3 9 0,1 0 11 0,4 0 9 0,2 1 6 16,1 0 5-16,5-1 3 0,2 2-3 0,3-1 2 0,1 0 1 0,2 0-5 15,1 1 5-15,1 0-4 0,2 1 0 0,-1 1 5 0,-1 1-1 0,0 2 5 16,-1 2-3-16,-1 1 2 0,1 2-3 0,-2 3-10 0,0 0 0 16,0 4 0-16,-1 3-5 0,2 2 9 0,-2 1-3 0,2 4-1 0,-1 2 0 15,0 2-3-15,4 1-2 0,0 2 1 0,0-2-2 0,-1 4 3 0,0 1-3 16,0 2-2-16,-1 4-4 0,1-1-1 0,1 2-2 0,-2 3-1 15,-1-2 3-15,-2 0 0 0,-2-1 2 0,-3-1 0 0,-5-3 0 0,-4-1 6 16,-5-4 4-16,-5-4 4 0,-5-2 6 0,-4-3 0 0,-2-2-2 16,-6 1-8-16,-3-1-10 0,-4 2-7 0,-5-1-12 0,-3-1 0 0,-7-1-8 15,-6-4-12-15,-4-3-8 0,-5-2-6 0,-4-4-23 0,-3-2-31 0,-7-4-35 16,-1-4-35-16,-7-5-7 0,-2-2 20 0,-6-6 39 0,-3-4 51 16,0-3 57-16,2-4 58 0,2 0 58 0,5-3 40 0,6 1 21 0,4-2-17 15,5 1-44-15,3-1-53 0,5 3-51 0,6 1-40 0,5 3-29 0,7 6-8 16,4 3 3-16,4 5 12 0,5 5 11 0,1 5 3 0,2 4-7 15,1 5-8-15,2 3-7 0,1 7-2 0,1 6 3 0,1 4 2 0,3 7 2 16,2 5 7-16,3 4-81 0</inkml:trace>
  <inkml:trace contextRef="#ctx0" brushRef="#br0" timeOffset="14683.67">22489 11374 1797 0,'-13'8'146'0,"1"1"-79"0,-3 5-49 0,4 2-29 0,5 0-5 0,2 3 4 16,3 3-8-16,3 2 6 0,3 2 0 0,4 2 2 0,2-1-3 16,2 1-8-16,1-1-4 0,4 0-15 0,2 0-19 0,2-1-18 0,3-2-11 15,0-3-2-15,0-3 2 0,1-3 8 0,-1-4 10 0,1-3 8 0,-1-2 17 16,-1-4 16-16,-1-2 11 0,-3-2 15 0,0-3 11 0,-1 0 15 15,-3-3 17-15,0-1 22 0,-1 0 23 0,-1-1 17 0,-3 1 12 0,-4 0-5 16,-1 3 7-16,-4 1 6 0,0 1-4 0,-2 1 5 0,0 0-19 16,0 1-33-16,0 0-14 0,0 1-14 0,0 1-11 0,1 0-2 0,-1 1-7 15,-1 0 3-15,2 1-14 0,-1 1-2 0,1 0-5 0,-1 1-10 0,1 3-3 16,1-2-8-16,0 4-13 0,1 2-9 0,0 0-5 0,1 1-8 16,1 1-8-16,0 1-7 0,1 1-12 0,0 2-9 0,1 1-10 0,-1 1-17 15,3 2-21-15,-1-1-32 0,3 0-38 0,0 1-42 0,1 0-36 0,1-1 1 16,3 2-84-16</inkml:trace>
  <inkml:trace contextRef="#ctx0" brushRef="#br0" timeOffset="15250.67">22175 11140 832 0,'-11'-4'239'16,"0"1"-172"-16,-1-1-15 0,5 0-31 0,4 1-20 0,3-1-20 0,3-1-4 15,3-1-2-15,5-1 9 0,4 0 15 0,4-2 3 0,7 1 8 0,3-1 3 16,6-1-2-16,2 3 1 0,3 1 3 0,3 3-3 0,2 1 2 15,3 4 1-15,2 1-6 0,4 5 0 0,0 4-1 0,1 3-4 0,1 3 4 16,2 3-1-16,-1 2-5 0,1 1 0 0,2 2-5 0,-1 1-3 0,-1 3-4 16,1 2-4-16,-2 4 2 0,0 1 0 0,-4 0 5 0,-1 4 6 15,-6 0 4-15,-3 0 5 0,-5 3 4 0,-4-2 4 0,-5 0 2 0,-5 3 3 16,-3 0 6-16,-4 0 5 0,-4-3 5 0,-3-3 13 0,-4-3 3 16,-6-1-3-16,-2-3-3 0,-5-1-15 0,-3-4-2 0,-3-2-15 0,-4-3-10 15,-3-2-10-15,-3-3-13 0,-5-2 2 0,-4-5-7 0,-2-2 4 0,-3-4-1 16,-3-5-3-16,-2-3 0 0,-3-5-4 0,-3-3-4 0,-2-6 8 15,-1-4 9-15,-2-2 15 0,-1-4 17 0,3 0 7 0,0-2 17 0,1 0 7 16,3-1 1-16,2 3-3 0,3-2-24 0,2 0-31 0,3-1-31 0,-1-2-72 16,4 0-40-16,2-1-34 0,1 0-15 0,3 6 33 0,3 2 20 15,4 6 18-15,4 8-3 0,1 5-13 0,3 9-96 0</inkml:trace>
  <inkml:trace contextRef="#ctx0" brushRef="#br0" timeOffset="15733.79">23073 13343 1824 0,'-7'8'286'0,"1"0"-199"15,-3 1-63-15,2-2-34 0,3-4-1 0,1 1-5 0,1-1-1 16,0 1-9-16,1-1-3 0,1 0-4 0,1 1 2 15,0-1 1-15,1 1-11 0,1 1 1 0,1 1 1 0,1 0 2 0,1 1 8 0,0 2 7 0,2 0 5 16,0 1 6-16,0 0 5 0,1 1 1 0,1 0-2 0,1 2-1 0,-1 0 7 16,1 1 2-16,-2 0 15 0,0 1 2 0,0 1 2 0,-2-1 6 15,0 2 0-15,-1 0 6 0,-1 0 11 0,-1 0 2 0,-1 0-1 0,0-1 7 16,0 0-2-16,-2-2 3 0,0 0-5 0,-1 1-7 0,0-2-2 0,0 0-14 16,-2 1 1-16,-1 0-6 0,-2 0-6 0,-1-1 12 0,0 0-1 15,-1-2 9-15,0 0-10 0,0-1-15 0,-1-3-11 0,1-1-16 0,-3-4-3 16,0 0-5-16,0 0-7 0,-2-2-24 0,2 1-11 0,-1-1-2 0,-1-2-11 15,0-1 1-15,-2-2-21 0,1-2-30 0,1-3-19 0,-2-1-13 16,0-2-8-16,0-2-2 0,1-2-2 0,-1-4 4 0,-1-1 16 0,0 0 24 16,0-2 25-16,1 1 30 0,1 0 24 0,2 0 18 0,3 1 14 15,2 0 7-15,4 1 7 0,1 2 2 0,2 2 2 0,1-1 6 0,1 3 4 16,0-2 11-16,1 1 14 0,0 1 22 0,-1 3 25 0,1-1 23 16,-2 3 15-16,0 1 8 0,0 1 3 0,-2 1-3 0,0 1-4 0,0 1-13 15,0 1-17-15,0-1-29 0,0 1-26 0,0-1-18 0,0 1-19 0,2 0 3 16,0-1-11-16,2 0-10 0,2-1-3 0,1-1-11 0,4 0 2 15,0 0-3-15,2 0-9 0,2-1-10 0,-1 1-14 0,4 1-9 0,-1 1-15 16,3 1-11-16,-1 0-9 0,2 1-17 0,0-3-11 0,0 0-2 0,2 1-27 16,0-4 32-16</inkml:trace>
  <inkml:trace contextRef="#ctx0" brushRef="#br0" timeOffset="16084.78">22176 12766 707 0,'-11'4'402'0,"0"0"-314"0,-1 1-9 0,4-1-41 0,5-1-15 0,2-1-20 16,1 0-12-16,3 0-4 0,1 1 11 0,5 2 10 0,4 1 2 0,2 1 4 16,5 1 0-16,4 1-5 0,3 0 0 0,2 0 0 0,3-2-9 15,1 1 0-15,1-1-2 0,4-1 2 0,2 1-1 0,2 1-7 0,1-1-6 16,3 2-8-16,0 0-4 0,3 1-5 0,0 3 1 0,3 1-8 0,4 2 6 15,-2 2-1-15,3 3 0 0,0 3 7 0,-1 0 2 0,2 3 2 16,-1 2 8-16,1 3 5 0,-3 1 3 0,-3 2 13 0,-2 1 3 0,-5-1 13 16,-2 3 13-16,-3-1 12 0,-4 1 13 0,-5-1 4 0,-6-1 5 15,-4 0 0-15,-5-2 7 0,-3 0 3 0,-5 0-4 0,-3 1-1 0,-5-2-13 16,-3 0-4-16,-5-1-6 0,-3-2-5 0,-3-2-6 0,-3-1-21 0,-5-2-26 16,-3-3-25-16,-5-1-4 0,-4-2-6 0,-6-2 11 0,-1-3 7 0,-1-4 2 15,-4-3 0-15,-2-3-8 0,-1-4 1 0,-3-3 4 0,-3-4-5 16,-1-1-3-16,-2-6 6 0,-1-2-12 0,-2-3 5 0,0-3 6 0,-1-4-15 15,-1-3-33-15,-1-5-16 0,-3-5-60 0,-3-11-131 0,-5-19-286 16</inkml:trace>
  <inkml:trace contextRef="#ctx0" brushRef="#br0" timeOffset="20068.78">23556 5145 854 0,'-5'-2'64'0,"1"0"-34"0,-1 0-16 16,3 4 4-16,1 1 6 0,2 2-2 0,-1 3 3 0,1 0-7 0,0 4-6 15,1 2-4-15,0 3-4 0,1 2 1 0,0 3-2 0,1 2-1 0,1 0 0 16,0 2-3-16,1 1-2 0,2 3 0 0,1-1-8 0,0 3-3 16,2-1-9-16,0 3-13 0,0 1-13 0,-2 3-19 0,3 0-10 0,-2 2-7 15,1 1-3-15,0 0 15 0,-2-1 20 0,1 1 22 0,-1-5 18 16,-1-2 11-16,0-4 9 0,0-4 16 0,-1-5 27 0,1-3 30 0,-1-6 33 16,2-2 16-16,0-4 6 0,1-3 4 0,2-2-10 0,0-2-3 15,1-1-9-15,3-1-19 0,2-2-15 0,1-2-19 0,3-2-15 0,3 0-11 16,2-1-11-16,2 0-8 0,3 1-2 0,2-1-12 0,1-1 3 0,4 1-8 15,2 0-1-15,0 1 0 0,0 3-2 0,2 1 2 0,-1 1-1 0,0 0-9 16,2 0-6-16,-1 2-6 0,0 2-12 0,0 0-1 0,-1 2-7 16,-2 0 0-16,0 0 1 0,0 1 0 0,-2-1 7 0,1 1 8 0,-2-1 7 15,-2 1 6-15,-2-1 8 0,-1 1 5 0,0-2 0 0,-2 1-2 16,1-2 3-16,-2 1 0 0,-2-1-2 0,0 0 4 0,-3-1-3 0,0 0 0 16,-2 0 3-16,-2-1 2 0,-1-1 1 0,-3 0-4 0,-1 1-6 0,-2-3-26 15,-2-1-40-15,-3-2-33 0,-3-2-33 0,-1-1-21 0,-2-2-21 16,-2-1-38-16,-2-5-18 0,-3-4-102 0</inkml:trace>
  <inkml:trace contextRef="#ctx0" brushRef="#br0" timeOffset="20467.78">23651 4989 941 0,'-16'1'233'0,"3"2"-182"0,0 1-54 0,9 3-7 0,7 0 5 15,5 1 10-15,4 0 6 0,5 0-4 0,7-1 0 0,4 0-8 0,7 0 1 16,4-2-5-16,6-1 2 0,5 0 1 0,3-2-1 0,5 0 4 16,3 0-2-16,2-2 3 0,-1 0 0 0,0 0-2 0,-2 0 1 0,-1 0 1 15,-1 0-5-15,-2 0 0 0,-3 0 2 0,-3 0 0 0,-1 1 3 0,-2 0 3 16,-1 0 3-16,-3 2 2 0,-2-1 6 0,-4 0 9 0,-4-1 5 16,-1 0 6-16,-2 0 2 0,-2 0 6 0,-3-1-1 0,-2 1 3 0,-2 0 0 15,-2-1-6-15,-1 2 1 0,-1-1-7 0,0 0 0 0,-4 1 1 16,2-1-6-16,-2 3 1 0,1 1-7 0,-2 1-6 0,-1 1 0 0,0 2-3 15,-1 1 0-15,0 3 0 0,0 0-3 0,-1 3-2 0,-1 3-3 0,-1 1-2 16,-1 5 3-16,-1 2-7 0,-2 2 3 0,0 4-3 0,-1 3-5 16,-1 1 4-16,-1 4-2 0,1-2 2 0,-1 1-6 0,1 1 6 0,1 2-5 15,1 0-3-15,0 1-9 0,0 0-7 0,2-2-2 0,0 2-9 16,0-2-2-16,1-1-11 0,0-1-9 0,-2-3 3 0,0-2 7 0,-2-2 3 16,-2-5 5-16,-2-3 4 0,-2-4 1 0,-2-4 9 0,-1-3 9 0,-1-3 5 15,-2-3 2-15,-3-2-10 0,-2-2-9 0,-3-2-12 0,-1-1-13 16,-3-2-2-16,0-2-14 0,-3-2-11 0,-1-1-18 0,-1-1-24 0,-2-1-12 15,1 0-10-15,-2 0 13 0,1 1 25 0,-2 3 27 0,1 0 29 0,-1 3-9 16,1 1-1-16</inkml:trace>
  <inkml:trace contextRef="#ctx0" brushRef="#br0" timeOffset="20834.78">23714 7140 1087 0,'-1'6'231'0,"3"1"-232"0,1 4-30 0,5 1 1 0,1 0 20 0,1 2 9 15,0 1-1-15,2 1 6 0,0 0-4 0,3 2-6 0,-2 0 2 0,0 1-3 16,1 4 2-16,-1 0 6 0,1 1 0 0,0 2 1 0,-3 0 0 16,0 1 2-16,-1 0-2 0,-1 1 0 0,-1 0 0 0,-1-1-1 0,-1-1-5 15,2-3 4-15,-1 0 2 0,1-1 1 0,1-2 4 0,0-2-1 16,0-2-2-16,0-3 1 0,-2-2 3 0,1-3 5 0,-1-1 6 0,0-3 9 15,0-1 6-15,0-1 9 0,0-2 3 0,1-1-1 0,0-3 1 0,2 0-4 16,1-2-3-16,2-1-12 0,3-2-1 0,1 1-9 0,2-4-11 16,3 0 4-16,-2-1-12 0,3-2 2 0,1 1-13 0,0-1-3 0,3 0 10 15,0 1-7-15,3 0 8 0,0 0-2 0,2 1-17 0,0 0-7 0,2 0-6 16,-2 4-8-16,2-2-5 0,-1 2 0 0,-1 2 7 0,0 0 1 16,0 2-1-16,1 1-10 0,1 2-18 0,-1 0-12 0,0 1-11 0,0-1-6 15,-1 0 4-15,1 0 4 0,-1-1 7 0,1 0 9 0,-2 0 2 16,1-2 7-16,-3 0 3 0,0-2 4 0,-2 1 8 0,-2 0 5 0,-1-1 5 15,-2 0-2-15,-1-1-42 0</inkml:trace>
  <inkml:trace contextRef="#ctx0" brushRef="#br0" timeOffset="21251.78">24137 6727 1871 0,'-4'-2'42'0,"4"1"-84"16,1 1-12-16,6 0 10 0,4 2 28 0,4-1 11 0,1 1 0 16,5 0-3-16,3 0-9 0,3 1-2 0,6 0-2 0,2-1-1 0,4 2-7 15,2 0-16-15,1 2-19 0,1 0-13 0,2 1-8 0,-2-1-7 16,-2 0-1-16,0-1 8 0,-1-1 11 0,-2-1 21 0,-1 0 18 0,-2-1 13 15,-3 0 14-15,-2-1 4 0,0 0 3 0,-3 0 3 0,0-1 2 0,-3 1 5 16,-1-1 8-16,-2 1 9 0,-3 0 6 0,-1 0 3 0,-2 1 0 16,-1 0-1-16,-2 2-4 0,1 1-2 0,-1 0 2 0,-1 1 1 0,0 2 1 15,-1 0 6-15,-1 3 0 0,-1 0-4 0,1 1 1 0,-1 3-10 0,-1 1-7 16,-1 3-1-16,0 1-7 0,-1 1-8 0,0 2 6 0,1 3-6 16,0 2 0-16,2 1 7 0,0 2-12 0,-1-1 1 0,2 1 2 0,1-2-2 15,-1 0 1-15,2-1 1 0,0 1-1 0,1-2 1 0,-2 2 3 16,0-4-2-16,-2 0 2 0,0-1-4 0,-1-4-7 0,-2 0-6 0,-1-1-13 15,-1-2-11-15,-2-1-6 0,-1-2-8 0,-2-1-8 0,-2-2-5 0,-2 1-8 16,-1-2-1-16,0-2-2 0,-1-1-3 0,-1-3-16 0,-1 0-17 16,-1-2-17-16,0-1-1 0,-2-1 14 0,1 0 22 0,-1-1 17 0,-1 0-32 15</inkml:trace>
  <inkml:trace contextRef="#ctx0" brushRef="#br0" timeOffset="21651.78">24134 9293 1816 0,'-6'16'48'0,"2"1"-55"0,2 6-12 16,6-2-2-16,3-1 10 0,3 3 1 0,2 0 6 0,3 2-2 16,1-1-3-16,2-2 3 0,1 1 0 0,0-2-2 0,1-2 3 0,1 3 0 15,-2-1-8-15,0-2-3 0,-1-1-3 0,-1 0-8 0,-4-3-7 0,1-1 2 16,-2-2 2-16,-1-2 4 0,0 0 8 0,-2-2 1 0,1 0 5 16,0-1 0-16,1 0 4 0,0-1 4 0,1-1 0 0,-1 0 2 0,1-2 2 15,1 0 0-15,-1-1 3 0,2 0 2 0,-1 0 0 0,3-1 0 16,3 1-3-16,-2-1 2 0,3 0-2 0,1 0 0 0,0-1-2 0,2 0-1 15,2-1 4-15,-2 1-5 0,2 0 2 0,0 0 0 0,-3 0-1 0,0 2 0 16,-1-1 0-16,1 0 2 0,1 0 0 0,-2 0-2 0,0-1-1 16,-2 0-2-16,-1-1-1 0,-1 0-1 0,-1-1-6 0,-1-1-14 0,-3-2-32 15,-1 0-38-15,-2-4-31 0,-1-2-20 0,-1-3-12 0,-2-4-8 0,-2-4-12 16,-1-5-4-16,-4-4-103 0</inkml:trace>
  <inkml:trace contextRef="#ctx0" brushRef="#br0" timeOffset="22037.78">24178 9053 1019 0,'-19'1'49'0,"-1"-2"-35"0,-2 0-6 0,5-2-3 15,7 1 4-15,3 1-7 0,4 0-13 0,3-1-10 0,2 1-4 0,3-1-2 16,3 0 6-16,4 1 4 0,2 0 1 0,5 2-1 0,2-1 6 16,1 1 3-16,2 1 2 0,3 0 7 0,0 1-1 0,2 0 2 0,1 1 0 15,2-1-1-15,0 2-1 0,2-1-2 0,-1 0 0 0,1 0-1 16,0-1 3-16,1 0-1 0,1 1 1 0,-2-1-1 0,0-1 0 0,-2 1 1 15,2-1-2-15,-3 0 3 0,1-1 1 0,-4 1 0 0,-1 0-1 0,-2 1-1 16,0 0 0-16,-2 1 3 0,0 0 3 0,0 0 2 0,-4 1 4 16,0 1 3-16,-2-2 10 0,-1 2 15 0,-3 0 11 0,1 0 8 0,-2 0 2 15,-1 0-6-15,-1 0-4 0,-2 0-6 0,1 1-1 16,-3-1-6-16,1 0 0 0,-1 0-4 0,0 1-7 0,-1 0 0 0,0 0-10 0,0 0-5 16,0 1-1-16,-1 0-7 0,2 0-1 0,0 1-1 0,-1 0-5 0,1 1 3 15,1 2-1-15,0 0 2 0,1 0-3 0,0 2-6 0,-1 2 2 16,2 2-2-16,-3 1 1 0,0 0-4 0,-1 1 2 0,-2-2-12 0,1 1-9 15,-3 1-12-15,0-3-24 0,-1 1 5 0,0 0-1 0,-1 0 7 0,-1-1 12 16,-1 1 3-16,-1 0 5 0,-1-2-1 0,-1 0 2 0,-1-1-8 16,-1 1-1-16,-3-3-1 0,-2 1 2 0,-1-2 3 0,-2-1 3 15,-1-2 6-15,-3-1 8 0,-2-1 11 0,-1-1 13 0,-2-1 8 0,0-1-1 0,1 0 0 16,-1 0-6-16,2-2-3 0,0 2-5 0,2-1-9 0,4 1-17 16,-1 1-19-16,3 0-23 0,1 0-24 0,1 1-14 0,0 1-9 0,0 3-108 15</inkml:trace>
  <inkml:trace contextRef="#ctx0" brushRef="#br0" timeOffset="22384.78">24162 11584 1462 0,'-5'35'163'16,"-1"-2"-145"-16,1 5-9 0,2-13-7 0,2-8-1 0,4-1-4 16,2-2 0-16,3 0-5 0,4 1 3 0,1-2 3 0,3 0 2 0,1 0-1 15,0 0-2-15,1-1-2 0,2-1-1 0,1-1 7 0,0 1-1 0,0-1 0 16,1 0 1-16,-2-1 0 0,1 0 2 0,-2-2 1 0,0-1-4 16,-1 0-1-16,0 0 3 0,0 0-1 0,-1-1 1 0,1 0-4 0,-2 0-1 15,-1-1-5-15,1 0 3 0,-1-1-1 0,-1 0-1 0,-3 0 2 0,0-1-2 16,-1 1-3-16,0-1 0 0,0-1-1 0,1 0 0 0,-1-1-1 15,1 0-3-15,0-1 1 0,1-2 2 0,0 0 0 0,0-3-1 0,1-1 0 16,-1-2-1-16,-1-1-1 0,0-3-1 0,-2 0 5 0,-1-4-5 16,0-2 0-16,0-1-1 0,-1-1-23 0,-1-3-33 0,-1 0-39 0,-2-4-30 15,-1 0-23-15,-2-3-3 0,-2-1 11 0,-3-1 7 0,-3 1-9 0,-2 0-16 16</inkml:trace>
  <inkml:trace contextRef="#ctx0" brushRef="#br0" timeOffset="22750.78">24319 11259 531 0,'-12'8'283'0,"1"0"-212"0,-4 0 10 0,4-4-9 16,4-3-6-16,1 0-7 0,4-1-14 0,2 0-7 0,1 1-11 0,1 0-8 16,3 1-1-16,2 0-3 0,3 1 4 0,3 0-1 0,0 2 0 15,4 0 1-15,2 2 0 0,2 0 1 0,2 0-3 0,3 1-2 0,0-1-5 16,4 0-7-16,-1-1 1 0,3-1 2 0,1-1-2 0,0-1-2 16,0-1-2-16,1-3-5 0,-1 1 3 0,1-2 1 0,0-1-1 0,-2 0 0 15,-2 0 1-15,-2 0 0 0,1 0-1 0,-2 2 2 0,-1 0-1 0,-2 1-1 16,-2 0 8-16,-2 1-4 0,0 0 3 0,-3 1 1 0,0 0 0 15,-2 0 1-15,-1 2 4 0,-2 0-8 0,0 1 2 0,-1 0 1 0,0 1 2 16,-2-1 12-16,0 2 0 0,-1 0 6 0,-2 1-2 0,1 2 1 0,-1 1 0 16,0 3-5-16,-1-1 0 0,-1 2-5 0,1 1 0 0,0-2 3 15,0 0-2-15,-1-1-3 0,0 1 1 0,0-1-4 0,-3-3-3 0,1 1-2 16,0-2-1-16,1 0 0 0,-1 0 0 0,-1-1 3 0,-1 0-6 16,0-1 6-16,0 1-4 0,-1 1 0 0,-1-1 2 0,0 0-2 0,-1 0 1 15,-1 0 0-15,-2 1 3 0,0-2-3 0,-1 1 0 0,-1 1-2 0,0 0 0 16,-1 1-1-16,0-1 3 0,1 1-4 0,-2-1 2 0,0 2-5 15,0 2-3-15,-1 0 4 0,1 1-6 0,1 0 1 0,-2 1-7 0,1 1-13 16,-1 2-9-16,-1 1-22 0,0 1-21 0,0 1-18 0,-2-1-27 16,0 0-14-16,0 1-21 0,2-3-17 0,-2 1-9 0,0-1-18 0,-1-2-3 15,-1 0-119-15</inkml:trace>
  <inkml:trace contextRef="#ctx0" brushRef="#br0" timeOffset="23117.78">24060 13479 791 0,'-9'35'63'0,"-2"1"9"0,-1 8 2 15,2-6-2-15,2-8-5 0,2 2-5 0,1-3-6 0,2 2-7 0,0 0-14 16,3 1-9-16,0 0-10 0,2 2-2 0,0-1 7 0,2 1 1 15,1-2 7-15,0 0 3 0,1 0-6 0,0-2 2 0,2 0-4 0,0-4-6 16,0-4-5-16,1-2-3 0,-3-2 0 0,2-4-9 0,0-1 6 0,1-3-5 16,0-2-4-16,2-1 4 0,0-3-3 0,-1 0 1 0,2-2-3 15,0-1 1-15,1 0 1 0,0-1-1 0,1-1 6 0,2 0-4 0,1 0 1 16,0 0-1-16,2-1-2 0,2 0 3 0,2 2-1 0,1-1-1 0,1 2-2 16,1 0 3-16,1 1 2 0,0 0-4 0,1 0 4 0,-1 1-4 15,1 0 0-15,1 1-3 0,1 0-2 0,-1 0-3 0,0-1 0 0,-1 1-1 16,-2-2 0-16,2-2-1 0,-3-1-4 0,0-3 1 0,-1 0-3 0,-3-2-1 15,0-2-2-15,-2 2-3 0,-3-4-8 0,1 0-17 0,-1-2-29 16,0-1-23-16,0 0-16 0,-1-3-3 0,-1-1 4 0,-2 0-3 0,-3-2-7 16,1-1-2-16,-2-2-12 0,-2-1-130 0</inkml:trace>
  <inkml:trace contextRef="#ctx0" brushRef="#br0" timeOffset="23501.78">24296 13508 985 0,'-18'12'30'16,"0"-3"11"-16,-3 3 3 0,2-6 1 0,3-2-5 0,2-2-3 0,4-1-4 16,0 1-6-16,3-2-2 0,1 1-4 0,3-1-10 0,2-1-6 15,1 1-2-15,2-1-1 0,1 0 2 0,3-1-2 0,3 0 1 0,0-3-1 16,5 1-2-16,1-3 3 0,3 0-4 0,1 1 1 0,4-4-4 0,2 0 2 16,2-1 4-16,3-1-2 0,0 1-1 0,3 1-1 0,0-1-7 15,3 0 2-15,0 2 1 0,1 0-4 0,0 2-1 0,0 1-1 0,0 2 0 16,0-1 0-16,0 1-1 0,-1 1 1 0,-2 1-5 0,-2 2 5 0,-2 1-2 15,0 1 1-15,-2 1 7 0,0 2-2 0,-2 0 5 0,-2 3 4 16,-1 0-1-16,0 1-1 0,-2 1 0 0,-2 1 1 0,-1 2 6 0,-1-1 4 16,-2 2 3-16,-1 0 1 0,0 1 4 0,-2 0-1 0,-1 1-1 0,1 2 2 15,-3 1-1-15,1-1 3 0,-1 2-2 0,-2 1 2 0,1 1-4 16,-2 0-2-16,1 0-1 0,-1 0-3 0,-2 0 4 0,-1 0-6 0,1 2 5 16,0 0-7-16,-1 1 0 0,0 1-3 0,-2 0-1 0,-1 1 4 15,0-2 4-15,-3 2 4 0,0 0-2 0,-2-1 2 0,0 1-6 0,-2 0-5 16,-2 0 3-16,-3 0-1 0,-3 0-5 0,-1 0 5 0,0-2-5 0,-4 3 1 15,0-1 0-15,-1 1 0 0,-2-1-3 0,0-2-2 0,-2-3-3 16,-2-3-7-16,-1-2-4 0,-2-4-29 0,0-3-34 0,-3-6-36 0,-2-5-41 16,-2-9-23-16,-5-10-5 0,-4-11-2 0,-3-15 5 0,-5-13-123 0</inkml:trace>
  <inkml:trace contextRef="#ctx0" brushRef="#br0" timeOffset="24852.78">22934 3979 889 0,'-64'5'-22'16,"-3"2"95"-16,-15 1-5 0,16 2-23 0,9-1-8 0,4 1-4 16,3 2-6-16,1 1-8 0,3 3-8 0,2 3-2 0,2 2-4 0,1 4-2 15,-1 4-1-15,0 4-2 0,1 5-1 0,-1 3-3 0,-2 5-1 16,1 7 1-16,-2 4-8 0,-2 5 3 0,-1 5 1 0,-1 2 2 0,0 7 5 16,-1 3 1-16,-1 0 3 0,-1 2-6 0,1-1-4 0,0 0 2 0,0 3 2 15,2 1 5-15,1 0 11 0,2 1 0 0,3-1 0 0,1 0 0 16,1 1 2-16,2 2 2 0,1 3 3 0,1 4-3 0,2 3-3 0,0 4-4 15,-1 2-8-15,-1 5 3 0,1 4-4 0,-1 4 4 0,0 4 0 0,1 2-12 16,-1 3 13-16,1 0-3 0,2 3 4 0,-2 2 7 0,1-1-15 16,-1 1 12-16,0 0 4 0,1 1 6 0,0 2 8 0,2 0-8 0,1 1 1 15,2-1 2-15,-1 1 6 0,2-1 1 0,0 1 7 0,4 0-5 0,2 2 2 16,5 6 0-16,4 4-10 0,4 4-2 0,4 6-4 0,4 2-5 16,4 4-4-16,5 4-2 0,3 4-2 0,7 6-16 0,6 3 8 0,4 6-1 15,7 1-1-15,3 1 4 0,4 0-2 0,2 1 2 0,3-2-4 16,5-1 8-16,5 2-10 0,3-2-11 0,3-3 8 0,2-5 3 0,3-4 5 15,3-5-3-15,0-5-3 0,2-2-3 0,1-4-2 0,2-1-6 0,1-5 4 16,3-1 1-16,1-3 1 0,3-3 3 0,0-3-2 0,-2-4 1 16,1-4-6-16,2-2 10 0,2-1-8 0,1-1 8 0,2-6 6 0,1-7-2 15,-2-7 9-15,3-5 4 0,-4-7 11 0,2-8 17 0,0-10 7 16,1-8 0-16,3-9-3 0,0-9-11 0,2-7-3 0,-3-8-11 0,-1-5-6 16,-1-5-3-16,1-5-5 0,-1-5 8 0,3-4-2 0,3-6 2 0,1-3-1 15,2-3-4-15,2-3 5 0,1-2-2 0,1-2-6 0,0-1 1 16,-1-1-2-16,3-2-1 0,1-2 4 0,1-1-4 0,0-2-1 0,1-1 1 15,-3-1-8-15,0-1 5 0,0-2-1 0,-1-4-2 0,-2-1 1 0,-1-4-2 16,-2-2-6-16,-1-5 7 0,-1-4 4 0,-2-2-6 0,-1-5 12 16,-3-3 5-16,0-4-4 0,-4-5 9 0,1-5-9 0,-4-3-3 0,0-2 6 15,-1-2-2-15,-4-1-1 0,1-3 0 0,-2-7-2 0,-3-4-4 0,1-4-2 16,-2-3-6-16,0-2-2 0,-2-2-3 0,-3-3 12 0,-1-4 2 16,-1-6 8-16,-2-1 0 0,-1 1-4 0,-1-3-8 0,-2 0 4 0,-2-5 3 15,-2-2-2-15,-2 0 5 0,-1-1-17 0,-2-1 4 0,-3 0 3 16,-3-3-1-16,-1 1 8 0,-1 1-7 0,-4 1-3 0,-3 1-2 0,-1-2 2 15,-5 2 1-15,0 1-2 0,-4 1 10 0,-1-1-7 0,-5-3 9 0,-1 1 0 16,-3 0-9-16,-1 0 7 0,-2 0-10 0,-1-2 5 0,-2-1-6 16,-2 1 4-16,-2 1 3 0,-2-2-1 0,-2-2 8 0,-1 0-4 0,-2 1-6 15,0 4 3-15,-1 1-6 0,-1 2 5 0,-1 0 2 0,-1 3-1 16,0 4 6-16,-2 5-3 0,0 2-1 0,-2 4 4 0,-2 4 2 0,-3 3 9 16,-1 4-3-16,-5 2 6 0,-4 3-1 0,-2 0-1 0,-4 0-1 0,-3 0-5 15,-2 2-1-15,-3 2-1 0,-3 3 3 16,-3 2 1-16,0 2-7 0,-3-1 0 0,0 1-4 0,-3 0 0 0,-2-2 3 0,-1-1-3 0,0-1-3 15,0 0-2-15,1 4-1 0,0-2 3 0,1 0-1 0,2-1-1 0,2 0 5 16,2 1-1-16,3 2-2 0,2 2 4 0,2 2-1 0,3 3 5 16,0-1-1-16,2 2 2 15,0 2 0-15,1-1-1 0,3 0 4 0,-1 2-3 0,1 0-1 0,1 3 4 0,-2 0-5 0,2 2 1 16,-2-2-2-16,0-1-2 0,-1 1-1 0,-2-2-1 0,0-1-2 0,-1 0 0 0,-2 0 1 16,1-2-2-16,-1 1 2 0,-2 0-2 0,0-1 1 0,-3 1 0 0,1 0 0 15,-2 0-2-15,-1 1 2 0,0 0-1 0,-2 1-4 0,-2-1 4 16,-2 2-5-16,1 1 1 0,-2 1 13 0,0 0-2 0,1 1 6 0,-3 0 4 15,1 0-11-15,-2 0 4 0,1 1-3 0,-1 0-5 0,0 0 2 0,-2 3-12 16,-2-1-7-16,-1 2 4 0,-1 2-3 0,-1 0 7 0,-1 4 7 16,-2 1-7-16,-2 3-1 0,-1 1-3 0,-2 2 2 0,1 0-4 0,-6 1-2 15,-1 2-3-15,-4 2 1 0,-4 5 8 0,-2 1 1 0,-4 4 11 16,-3 3-1-16,-3 4 8 0,-2 3 4 0,-1 5 0 0,-2 1-1 0,0 3-7 16,-3 3-1-16,1 2 3 0,0 3-1 0,-1 3 2 0,3 2-7 0,-1 1-7 15,2 3-3-15,3 2-5 0,2 2 0 0,3 1-2 0,2 1-11 16,2 2-13-16,4 0-23 0,1 2-21 0,1 3-19 0,3 2-10 0,-1 3-14 15,2 0-8-15,0 3-14 0,1-1-16 0,-2 1-8 0,3 2-12 0,-2 1-5 16,2 1 10-16,2 0 8 0,-1 1-79 0</inkml:trace>
  <inkml:trace contextRef="#ctx0" brushRef="#br0" timeOffset="42003">22752 8432 1906 0,'-2'-1'-33'0,"2"0"-40"0,0 1-41 0,1-1-25 16,5 2 12-16,1 0 16 0,2 1 20 0,1 1 10 0,2 1 1 0,2 0-4 0,2 1-4 0,2 0-8 15,2 1-3-15,2 2 1 0,-2 2 4 0,2 2 9 0,1 1 10 16,-2 2 10-16,3 1 5 0,0 4 7 0,-2 3-14 0,2 2-25 0</inkml:trace>
  <inkml:trace contextRef="#ctx0" brushRef="#br0" timeOffset="42436">23528 10654 144 0,'-16'0'9'0,"1"2"-9"0,-6 1 8 0,4-1 2 16,4 1-2-16,1-1-6 0,0 0-2 0,2-1-3 0,1 0-4 15,1-1-1-15,1 0-9 0,3-2-10 0,-1 0-3 0,2-1-43 0</inkml:trace>
  <inkml:trace contextRef="#ctx0" brushRef="#br0" timeOffset="43119">22125 6258 251 0,'-10'-6'79'0,"4"0"-109"0,1 0 20 0,4 3 18 0,5 3-2 15,-2 0-7-15,3 1-7 0,1 0-7 0,1 1-3 0,1-1-4 16,1 0-5-16,3 0-4 0,-1 0-8 0,1 1-12 0,3-1-40 0</inkml:trace>
  <inkml:trace contextRef="#ctx0" brushRef="#br0" timeOffset="43321">23046 6325 60 0,'28'-6'12'0,"4"0"-8"0,11-3 12 0,0 1 5 0,-4 1 1 15,0 0-8-15,3 1-1 0,-1 2-1 0,1-1-3 0,1 2-1 16,1 0-1-16,-1 1-3 0,2 1-2 0,1 1 2 0,-2 1-4 0,2 0 1 16,2 1-1-16,1-1-5 0,-1 1-1 0,0 0-4 0,2 0-2 0,0 1-1 15,1 0 1-15,2 0-2 0,-1-1 0 0,1 1-1 0,0-1-1 16,-1 0 3-16,1 0 1 0,0-1-1 0,0 0-5 0,-1-1-1 0,1-2 6 15</inkml:trace>
  <inkml:trace contextRef="#ctx0" brushRef="#br0" timeOffset="43736">24868 6249 9 0,'44'-13'11'0,"5"-2"4"0,9-5 4 0,-7 0 2 0,-8 0 2 16,0-2 2-16,-3 2-3 0,-1-2 2 0,-2 0 1 0,-2-1-3 0,-1-2 1 15,-1 1-3-15,-1-2-3 0,0 1 2 0,-3-1-4 0,1-1 0 16,-3 0-1-16,0-1-2 0,0-1 2 0,-3-1-2 0,1 1-1 0,-2 0 0 16,-2 0 1-16,-1-1 2 0,-5 1 0 0,0-1 0 0,-4 2-4 0,-2-1 0 15,-4 1 0-15,-3 1-2 0,-3 0 1 0,-3 3-1 0,-3 0-2 16,-3 0-2-16,-4 0-1 0,-2 0-2 0,-3 1-3 0,-3 1 1 0,-1 0 0 15,-3 4 1-15,0-1 1 0,-2 1-1 0,-1 1 3 0,0-2-3 16,-3 1 2-16,0 0 0 0,-1 0-1 0,-1 0 5 0,3-1 1 0,-2 2 4 16,1-3 2-16,0 0-1 0,-1 1 1 0,0-4-1 0,1-1 4 0,-1 0-2 15,1-2-1-15,-1 1 3 0,1-2-4 0,0 1 1 0,0-1 0 16,1-1-1-16,1-2-1 0,-2-1 0 0,-1 1-2 0,0 0-1 0,-2 3 0 16,1 0-2-16,0 1 1 0,-2-1-2 0,-1 3-2 0,-2 0 1 0,-1 2 0 15,-2 2 2-15,-1 1 1 0,-2 1 2 0,0 2-2 0,-3 0-1 16,2 1-3-16,-3 1-4 0,-1 1 0 0,0 2-2 0,-3 1-3 0,1 0-1 15,-1 2-2-15,-2 1 5 0,0 1 2 0,-2 1 0 0,1 1 1 16,-1 2-2-16,0-1-1 0,0 1 1 0,-1 0 3 0,0 2 0 0,1 0 0 16,-1 2 1-16,1 0 5 0,-1 2 1 0,0 0 1 0,1 2 0 0,-1 2-1 15,-1 1 0-15,0 2-2 0,-1 3 0 0,-2 0-4 0,1 5 1 16,1 1-3-16,-2 1 0 0,1 3 1 0,1 2-3 0,-1 2 4 0,2 2-2 16,-1-1 2-16,3 2 0 0,1-1 0 0,3 1 0 0,4 2 1 0,1 1 0 15,5-1-4-15,2 1-1 0,1-2 0 0,4 0 1 0,1 2 2 16,1 0-2-16,3 3 0 0,2 0-2 0,3 1-6 0,1 0 3 0,2-1 0 15,2 2 2-15,2 0 3 0,2 0-4 0,3 1-5 0,5-2-4 16,2 3-8-16,4 1-9 0,3-2-13 0,4-1-17 0,4 0-16 0,6-2-10 16,5 1-9-16,6 0-3 0,3-3-102 0</inkml:trace>
  <inkml:trace contextRef="#ctx0" brushRef="#br0" timeOffset="49419.18">22351 6175 37 0,'-21'-5'53'15,"0"0"21"-15,-4 0-47 0,3 1-2 0,4 0 6 0,1 0-2 16,2 1-5-16,2-1 0 0,3 0-7 0,3 3-3 0,2-1-2 0,1 0-3 16,3 1 0-16,1 1-5 0,1 0-2 0,1 1 2 0,1 0-2 0,3 0 4 15,2 1 2-15,2-1-2 0,2 1 2 0,1 0-1 0,2 0 0 16,1 0 2-16,1-1-2 0,1 0 2 0,3 0 2 0,0 0-2 0,2-1 2 15,2 0 1-15,1 0 0 0,2-1 4 0,2 2-3 0,1-1 2 0,1 2-2 16,0 0 0-16,1 1 2 0,-1 2-2 0,2 1 4 0,0 1-1 16,0 1-2-16,2 2 1 0,0 0-4 0,2 3 1 0,1 2 0 0,0 1-3 15,1 0-1-15,0 2-1 0,0 0-3 0,4 2 1 0,0-2-9 16,2 1 2-16,2 1-1 0,3-4 2 0,3 1 12 0,1-3 8 0,4-2 3 16,2-4 4-16,1-3-2 0,2-2-5 0,1-2-1 0,0-1-8 0,2-3-1 15,2-2-1-15,-1 0-1 0,3-3 7 0,0-1-1 0,0-2 2 16,0-1-2-16,-2 0-1 0,2 1 3 0,-1-1-2 0,-1-2-1 0,1 0-2 15,-1-2-4-15,-1 1 2 0,-2-2-3 0,-1 0 0 0,-1 1 0 0,-3-1-5 16,0 0 0-16,-2 0 0 0,-1 0 2 0,-2 0-1 0,-1-1 2 16,1 0 2-16,-3-1-5 0,-2-3 3 0,-2 0-1 0,-3-2 0 0,1-1 2 15,-2-1 2-15,-2-1-2 0,-2 1-5 0,-3-3 1 0,-2 0-2 16,-1-1 3-16,-5-1 0 0,-1 0 1 0,-6 1 5 0,-3-3 2 0,-4 2 1 16,-2-2 2-16,-3 1-3 0,-3-1-3 0,-2 1 6 0,-3 0-6 0,-2 1 5 15,-2-2-1-15,-2-2-3 0,-1 1 4 0,-2-2-3 0,-1 1 4 16,-1 1 0-16,-1 1 0 0,-2 0 1 0,-1-1-4 0,-1 0 2 0,-2 3 4 15,-1-1 2-15,-3 1 4 0,-2-1-5 0,1 0-4 0,-3 0 1 0,1 0-5 16,-2 2 1-16,-2-1 3 0,-2 1-4 0,-2-1-2 0,-1-1 2 16,-4 0-8-16,0 2-1 0,-2 0-1 0,-4 2-1 0,-2 0 0 0,-1-1 2 15,-4 1 0-15,0 0-5 0,-2 0 1 0,-1 2 6 0,-3 0 6 16,-2-1 3-16,1 2 0 0,-2-2-1 0,-1 0-7 0,0 3 1 0,-2-1 1 16,-2 3-5-16,0 0 4 0,-2 0-3 0,2 2 2 0,0 0 5 0,0 1-1 15,0 1 3-15,1-1-3 0,2 0-3 0,-2 1-2 0,0 4-2 16,1 0 1-16,-1 3 1 0,2 0 0 0,2 1 9 0,1 2-3 0,2 0 0 15,2 2-1-15,1 1-9 0,1 2 1 0,2 1 0 0,-2 2 0 0,2 0 0 16,1 3 1-16,1 1 0 0,-1 3-1 0,2 1 0 0,0 2 5 16,0 1-1-16,-1 2-2 0,1 1 3 0,1 3-5 0,0 2-1 0,-1 1 0 15,1 2 0-15,-1 0-2 0,-2 2 1 0,0-1 0 0,-1 4-2 0,1 3 0 16,0 0 0-16,-2 3-2 0,2 0 0 0,0 0-3 0,3 1 1 16,0-2-2-16,3 0 4 0,4 0 1 0,2 0-1 0,2-2 2 0,2-1-2 15,3-1 0-15,2-2 1 0,5 0 0 0,2 0-1 0,3 0 4 0,3-2-4 16,3 0 1-16,1-2 3 0,1 1-3 0,2 0 4 0,2-1 0 15,2 1 0-15,4 0 1 0,2-1-2 0,2 0 2 0,3 0 0 0,0-1-3 16,3 0-4-16,2 0 2 0,2-2-2 0,2 1-1 0,2 2 6 16,3-3 1-16,1 1 0 0,2 0 0 0,0-2-2 0,-1 2 3 0,1-1-6 15,0-1-1-15,3 0 2 0,-2 1-5 0,3-2-1 0,0 2-3 16,1 0-22-16,1 0-22 0,0 0-27 0,-2-1-26 0,3-1-1 0,-2-1 7 16,2 0 8-16,-2 1 6 0,1-2 0 0,-2-2 2 0,4 1-138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2:13:25.7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4506 6042 1145 0,'0'1'18'0,"2"3"0"0,3 3-12 0,5 1-2 16,2 1-1-16,3-1 0 0,2 2 1 0,3-1-2 0,3 0-3 0,3 0-15 16,2 0-20-16,0 1-17 0,1-1-16 0,2 1-8 0,3-1-6 0,-1 0 10 15,4-2 11-15,0-1 14 0,-1-1 19 0,3 0 12 0,-2-1 10 16,2 1 15-16,0 1 4 0,-3 0 8 0,-1 2 21 0,0 1 17 0,1 0 18 16,2-1 9-16,1-2-10 0,0 0-12 0,1 0-10 0,0 0-7 0,2 0-4 15,2 0-14-15,0 1-4 0,2 0-6 0,-1-1-5 0,3 1 1 16,0-1-2-16,2 0-10 0,5-1-1 0,0 1 1 0,0 0-2 0,1 2 7 15,0 2 0-15,1-1 6 0,2 1 4 0,-1 0 6 0,2 0 0 16,-1 0 5-16,1 0 2 0,3 0 0 0,-1-1 4 0,2-1-8 0,1 2-2 16,0 0-5-16,1-2-5 0,3 1 1 0,1-1 0 0,2-2-2 0,2 0-1 15,-1-1-2-15,0 0-3 0,2-1 1 0,0-1 3 0,0-1-5 16,2 0 0-16,0-1-2 0,3 0 0 0,0 0 0 0,0-2-1 0,3 0 3 16,-1 0 6-16,-1 0 4 0,3 0 1 0,-2-1 4 0,1 1-3 0,0-1 2 15,-1 1-3-15,1 0 1 0,-1 0 1 0,0 1-4 0,1 0 7 16,1-1-3-16,-2 0-5 0,1 0 4 0,0 0-8 0,-1 0 2 0,1-1 0 15,1 0-7-15,1 0 1 0,1-1-3 0,-1-1-2 0,1 0 3 16,0-2 1-16,1 0 0 0,0 0 5 0,-3-2-1 0,2 0-2 0,-2-1 3 16,-1-1-3-16,2-2 2 0,-4-2 9 0,0-1-5 0,1-2 3 0,-5 1 3 15,3-2 0-15,-3 1 4 0,-1 1 5 0,-1-2-5 16,-2 0-7-16,0 0-1 0,0 1-7 0,-2-2 4 0,-2 0-3 0,1 2-2 0,-3-2 2 16,0 0-4-16,-1 1-1 0,-2-1 1 0,-2-1-2 0,1 0 0 0,-2-1-3 15,-2-2 3-15,-2 0 0 0,-1-2 2 0,-2 0 1 0,-2 2-5 16,-1-1 4-16,-5 0-4 0,-4-2 1 0,-1 0 4 0,-2 0 3 0,-4-1-9 15,-1 0 0-15,-3 0 5 0,-2 0-7 0,-2-1 18 0,-2 1-6 16,-3-2-4-16,-2 1-2 0,-2-1-4 0,-3 0 0 0,-5 0-5 0,0-1 0 16,-3 0-4-16,-3-3-2 0,-3 1 2 0,-2-1 1 0,-3-1 1 0,-3 2 4 15,-4-2-2-15,-1 2 2 0,-4-2 2 0,-4 0-1 0,-2 0 7 16,-3 2-2-16,-3-1 1 0,-1 1-4 0,-5-2-6 0,-1 2 2 0,-3 0-2 16,-3-1 1-16,-1 3 2 0,-2-2 1 0,-2 1 2 0,-4-2 0 0,-2 1 3 15,-2-1-1-15,-2 4-2 0,-3 0-2 0,-1 1-4 0,-5 1 2 16,-2 0-1-16,-1 1 1 0,-3-1 4 0,-1 3 1 0,-3-1 2 0,-2 2 3 15,-4 1-4-15,1-1-7 0,-3 2 1 0,-1 0-1 0,0 1 2 16,-1 2 3-16,0-1 2 0,-3 1-2 0,1 0 1 0,0 0 1 0,-1-2-1 16,0-1 4-16,-3 1-4 0,2-1 5 0,-3-1-7 0,-1 2-1 0,-2-1 5 15,1 2-6-15,-4 3 8 0,0 1 2 0,-1 0-10 0,-4 3 2 16,-2 3 1-16,1-1-2 0,-4 2 2 0,-2 0 3 0,-1 2-3 0,-2 1-1 16,0 3-2-16,0 0-2 0,0 3-1 0,-1 1 3 0,0 1-6 0,0 2 5 15,0 0 1-15,0 1-2 0,-1 1 7 0,1 0-1 0,0 0-4 16,1-1 5-16,3 1-1 0,1 0-1 0,2-1 5 0,2 2-1 0,-1 1-5 15,3 0 1-15,1 2 1 0,-1 0-4 0,2 2 3 0,1 3 0 16,-3 1 2-16,3 1-1 0,0 2 1 0,0 2-4 0,1 0-5 0,0 2 7 16,0 0 0-16,0 3 13 0,0 3-4 0,3 0 0 0,0 2-1 0,5-1-19 15,1 1 2-15,3 1 5 0,3 0 16 0,1 2 5 0,3 0 1 16,1 0-3-16,3-1-12 0,6 1-3 0,1-1 0 0,4 0 3 0,4 2 0 16,1-1 2-16,2 0 0 0,4 0-4 0,1 0-4 0,1-1-5 0,2 3 7 15,0-1-8-15,1 1-5 0,1 0 5 0,1-1-7 0,4 0 9 16,2 1 8-16,1-2-4 0,5 1 2 0,3-2-2 0,2 0-2 0,3-1 1 15,5-1 5-15,1 0 1 0,5-4-1 0,3 1 1 0,4-1-4 16,3-1 4-16,2 1-1 0,5-1-1 0,2 2 2 0,2-3-11 0,4 1-3 16,1 0 3-16,4 0 0 0,3 1 7 0,1-1 2 0,2 0 0 0,2-1-4 15,2 0 4-15,2-2 0 0,4 0-3 0,-1-1 1 0,4 0-1 16,1 0 3-16,1-1 5 0,1 0-4 0,1-2 4 0,2-2-4 0,-1 0 1 16,0-1-2-16,0-2 1 0,-2-3 1 0,2 0-2 0,-1 0 7 0,1-1-5 15,1 0-5-15,-1-1 1 0,0-2 2 0,0 0-1 0,0-1 11 16,1-2-4-16,-2 0-1 0,1-1-1 0,-1 0-5 0,-1-2 2 0,0 1 2 15,0-3 0-15,-2 1 3 0,0-2-1 0,-2 1-2 0,0 0 0 16,-2-1-8-16,0 0 7 0,-2-1-11 0,-1 0 3 0,-1 0-3 0,-2-1-2 16,0 2 13-16,-3 0-4 0,1 0 5 0,-1 0-3 0,-2 0 5 0,-1 0-4 15,0-1-2-15,-2 1 4 0,-1-1-2 0,-1 0 1 0,0 0 1 16,-1 0-2-16,-1 0-4 0,1 0 2 0,0-1 2 0,-1 0-2 0,0-1 4 16,-1 1-2-16,-1-1-1 0,0-1 0 0,-1 0-1 0,1-1 2 0,0 0 4 15,-3 0-5-15,3-1 3 0,-3 0-3 0,1 0 1 0,-1 1-1 16,-2-2 0-16,1 1 3 0,-2-1-1 0,1 0-1 0,-2 0 2 0,0 0 2 15,-1 1-5-15,-1 0 5 0,1 1-1 0,-1 0-5 0,0 1 1 16,0 0 0-16,-1 1-2 0,-1 1-1 0,1 0 6 0,-1 1-4 0,0 0-1 16,0 0 5-16,0 2-1 0,0-2-5 0,0 2 0 0,0 0-2 0,0 0-4 15,0 1-2-15,0 0-2 0,0 1-13 0,0 1-16 0,0 2-37 16,0 0-38-16,1 2-42 0,0 2-56 0,0 2-63 0,0 3-126 0,0 2-333 16</inkml:trace>
  <inkml:trace contextRef="#ctx0" brushRef="#br0" timeOffset="80004.25">4266 7510 681 0,'17'-9'23'0,"2"3"-11"0,8-1-5 16,3 6-2-16,-1 2 2 0,4 1-1 0,5 0 3 0,1 1-4 0,3 1-2 16,2 0-2-16,2 2-3 0,3 0-2 0,2 1-2 0,3 2 0 15,1 0-2-15,2 0 1 0,2 1-2 0,0-1-2 0,2-2 3 0,0-1 1 16,4 0 3-16,0 0 6 0,-1 0-1 0,1 0 0 0,-2 1 2 0,2-1-1 16,1 0 1-16,1 0 0 0,0-1 5 0,0 0 4 0,3-1 2 15,-2 1 4-15,3-1 0 0,0-1 2 0,2 1 4 0,2-1-2 0,2-2 3 16,1 2 0-16,3-1-3 0,1 0 2 0,1-1-3 0,2 0-1 0,0-2 2 15,2 1-2-15,3-2-1 0,1 1-4 0,2-1-1 0,0-1-3 16,2 2-1-16,-2-2-1 0,4-1-3 0,1 0-1 0,2 1 2 0,2-1-3 16,1 0-4-16,1 1 1 0,1 0-3 0,-1-2 1 0,1 1 3 15,1-2 2-15,2 1 0 0,1 1 4 0,0-1-1 0,2 1-4 0,-1 1-1 16,2-2-1-16,-2 1 2 0,1 1 6 0,2-1-1 0,1 0 2 0,1 0-2 16,-1 0-7-16,2 0 1 0,-3 0-1 0,2-1-2 0,1 0 3 15,0 1-2-15,0-2 2 0,0 2 2 0,-1-1-2 0,2 0 0 0,1 0-3 16,0 0 0-16,-2-1 1 0,0 1-3 0,0-1 3 0,-1-1 0 0,-1 2 1 15,-1-1 2-15,-1 2-2 0,0-2 2 16,-1 0-1-16,-2 0-1 0,0-1-2 0,-1 1 3 0,1 0 2 0,-1-1-2 0,-1 0 3 0,0-1 2 16,1 1-3-16,-2-3 7 0,0 0 0 0,-2-1 1 0,1-1-1 15,-3 1 2-15,0 0-3 0,0-1-3 0,-3 0 2 0,-2 0-4 0,1 1 0 16,-3 1-1-16,0-3-1 0,-1-1-2 0,0 0 5 0,-3 0-2 0,-1 1 0 16,-1-1 2-16,-2 0-1 0,-2 0 0 0,0 0 3 0,-3-1-1 15,-4-2 1-15,-1 0-1 0,-2-1-3 0,-2-1 1 0,-3-1 0 0,-2 1 1 16,-2-2-6-16,-4 0 1 0,-2 2 6 0,-2-2 1 0,-3-1 11 0,-1 1 3 15,-4-4-6-15,-4 1 1 0,-2 2 1 0,-3-2-2 0,-3 2 2 16,-3-1 0-16,-3 0 3 0,-5 2-1 0,-2-1 2 0,-2 1-1 0,-5 0 0 16,-2-1 0-16,-2-1 0 0,-5 3-2 0,-3-1 0 0,-4 1-2 0,-2 3-4 15,-4-2-1-15,-3 1-4 0,-4 0-5 0,-4-1-9 0,-4-1 0 16,-2 1-6-16,-4-1 0 0,-3 1-3 0,-5 1-2 0,-3-1 4 0,-4 1 7 16,0 1 5-16,-3 1 1 0,-1 0 0 0,-4-2-6 0,-2 2 0 15,-2-1-2-15,-4-1 0 0,-2 1 3 0,-2-1 0 0,-4-1 1 0,-1 0 2 16,-2 2-2-16,-1-1 3 0,-3-1-2 0,0 1-1 0,-5 1-2 0,-2-1 1 15,-2-1 0-15,-2 2 0 0,-3 0 3 0,-2 2 0 0,-4 3 2 16,1 3-3-16,-4 4 1 0,0 1 1 0,-3 2-4 0,-2 4 1 0,-2 2 1 16,-1 4-2-16,0 5 0 0,-1 4 0 0,0 4-4 0,1 1 3 15,1 4-5-15,0 2 0 0,2 5-4 0,2 3-3 0,0 6-4 0,3 2-35 16,2 4-64-16,1 3-39 0,2 3-41 0,0 3-9 0,6 5 6 0,2 4-2 16,4 0-99-16</inkml:trace>
  <inkml:trace contextRef="#ctx0" brushRef="#br0" timeOffset="89390.92">11941 9843 362 0,'-8'-1'249'0,"-1"-1"-179"0,1 1-6 0,1 1-20 16,2 2-16-16,1 0-9 0,1 1-10 0,1 0-2 0,1 1-8 0,0 0-2 16,0 0-2-16,1 2-9 0,1 0 0 0,-1 0-6 0,1 0-2 15,0 1 4-15,1 0 1 0,0-1 7 0,1 0 2 0,1-1 5 0,0 0 4 16,2-1 3-16,0 0 6 0,0 1 5 0,1-1 8 0,2 1 3 0,-1-1 5 15,1 0 6-15,1 1 4 0,-1 0 10 0,0 0 6 0,2 1 0 16,0-1 0-16,2 1-1 0,1-2-5 0,0 2-6 0,1 1-1 0,1-1-11 16,0 1-3-16,2 0-5 0,2-1-11 0,2 1 0 0,3 0-6 15,1-2 3-15,0 0 1 0,2 0-1 0,-2-1 6 0,3 0-5 0,1 0 3 16,0-2 2-16,2 0 0 0,2-2 0 0,-1 0 2 0,3-1-3 0,-1-1-2 16,2 0 0-16,0-1-7 0,0 0 4 0,1-1-6 0,-1 0-1 0,3-1 2 15,-1 0-3-15,1-1 2 0,-1 0-3 0,-2 0-1 0,-1 1-1 16,0 0 7-16,0 0-7 0,0 1 5 0,-2-2 0 0,1 0-4 0,-1 0 2 15,-2 1 1-15,0-1 0 0,0-1 4 0,-1-1 1 0,-1 0 0 16,0-1 1-16,-2 1 2 0,2-1-3 0,-1 0 0 0,1 0-2 0,-1-3-4 16,-1 0 3-16,0 0-3 0,-2 0 2 0,1-1 1 0,-2 0-8 0,1 0 4 15,-2 0-6-15,0-1 2 0,-2-2 0 0,-2 0-1 0,-1 0 2 16,-1 2 2-16,-2-2 0 0,-3 2 5 0,-1-1 2 0,-1 0 5 0,-2 0 7 16,-2-2 4-16,-2-1 3 0,-2 1 3 0,-2-2-5 0,0-1 1 15,-2 2-5-15,0-3-12 0,-3 0-1 0,-2 1-6 0,-1-2-4 0,-2 0 5 16,-2-2-6-16,-3-1-2 0,1 0-1 0,-3-1 7 0,-2 0 2 0,-1 2 0 15,-1 0-3-15,-2 2 0 0,-1-1 1 0,-3 0 1 0,-1 0 1 16,1 1-1-16,-3 1-6 0,0 1-1 0,-2 2-7 0,-3 1 0 0,-3 2 3 16,0 1-3-16,-1 2-2 0,-2 0-1 0,-1 2 0 0,-1 0 1 0,-4 2-1 15,0 0 2-15,-1 0-1 0,-1 2 7 0,1 0 7 0,1 1 3 16,2 2 2-16,1 1 5 0,-1 2-1 0,3 0 4 0,1 2 0 0,4 1-3 16,2 2-1-16,1 2-3 0,2 2-1 0,-2 2 1 0,3 1-9 0,-1 3 0 15,1 2-5-15,-1 3 0 0,0 1 7 0,-1 4 1 0,0 3 1 16,1 2-1-16,-2 1-1 0,1 1-3 0,0-2-2 0,-1 2 3 0,2-1-2 15,3 0 1-15,2 0-3 0,4-2-1 0,4-2-6 0,3-2-1 16,2-2 14-16,3-2-3 0,3 1 5 0,2-1-2 0,1-2-12 0,1 0 1 16,2 0 0-16,2-1 0 0,0 0 2 0,2-2-2 0,0-1-1 0,-1-3 0 15,3 1-5-15,-2-1 0 0,0-1-3 0,1 0-6 0,0-4-5 16,0 1-6-16,0-1-10 0,0-1-9 0,0 0-13 0,0-2-15 0,1 0-11 16,0-1-25-16,0 0-14 0,1-1-28 0,-1-1-34 0,3 0-14 0,1-1-140 15</inkml:trace>
  <inkml:trace contextRef="#ctx0" brushRef="#br0" timeOffset="90088.92">14787 10086 1186 0,'1'0'108'0,"0"0"-44"0,3 0-23 15,3 2-35-15,2-1-7 0,3 2 0 0,5 0-5 0,3 0 1 0,4 0 2 16,3-1-1-16,1 0 1 0,4-2 1 0,-1 0-2 0,2-1 1 16,1-1 3-16,1 0-1 0,1 0 2 0,-1-1 3 0,1 0-1 0,-1 0 8 15,0 0 5-15,3 0 9 0,-3 1 7 0,2-1 4 0,-3 0 4 0,1 0 1 16,0 0-1-16,0 1-3 0,2 0-6 0,-1 1-6 0,0 0-4 16,1 0-3-16,-2 0 0 0,2 0 0 0,-2 0-5 0,-1 0 2 0,-2 1-2 15,0 0-3-15,-1-1 6 0,2 1 0 0,-2-1 3 0,0-1 3 16,-3 0-5-16,0-1 6 0,-1-1-1 0,1 0 1 0,0-2-2 0,0 0-7 15,0-1 2-15,0-1-6 0,0 0 1 0,0-1 1 0,0 1-4 0,-3-1 2 16,0-1-4-16,-2 1 3 0,-1-1 1 0,-1 0 3 0,-3 0-2 16,-1 0 10-16,-2-1-4 0,-2-1 8 0,-2-1 4 0,0 0 0 0,-1-1-1 15,-2-1-5-15,-2-2-4 0,-1-2-5 0,-1 1-5 0,-2-2 0 16,-2-1-9-16,-2 1-1 0,-2-4-12 0,-2-1 0 0,-2-1-5 0,-3-3-8 16,-3 0-5-16,-3-3-12 0,-5 0 5 0,-4-4 1 0,-3 2 7 0,-6-1 11 15,-5-3-1-15,-4 2 2 0,-5-2 5 0,-5 1 6 0,-4 1-2 16,-3-1 5-16,-6 2 0 0,-1 0 4 0,-3 4 3 0,0 2 6 0,0 4 3 15,1 2-1-15,2 3 1 0,2 3-7 0,3 4-9 0,-1 5-9 0,1 4-31 16,2 6-29-16,-1 5-31 0,1 6-42 0,-1 6-30 0,-1 4-68 16,-1 8-90-16,-3 4-47 0,-3 9-86 0</inkml:trace>
  <inkml:trace contextRef="#ctx0" brushRef="#br0" timeOffset="127273.95">10835 11183 1113 0,'-2'-1'204'0,"1"1"-129"15,1 0-71-15,2-1-16 0,2 0-2 0,4-1 5 0,2 0 6 16,3 0 1-16,3 1 0 0,0 0-3 0,2 0-3 0,0 0-1 0,0 1-1 16,1 0-6-16,1 1 1 0,-1 1 2 0,2-1 4 0,0 1 5 0,0-1 2 15,3 1 2-15,0 0-3 0,-1 0 5 0,3-1-3 0,-2 0 2 16,1 0 5-16,2 1-5 0,-1 0 8 0,3-1-5 0,1 0 3 0,3 1 1 15,0-1-1-15,2 0 2 0,1-1 0 0,1 0 3 0,2-1 0 16,-2 0-1-16,0-1 1 0,1-2 4 0,-2 0 2 0,3-1 5 0,-3-2 13 16,0-1 13-16,-1-3 10 0,-3 1 9 0,0-2 2 0,-2-3-9 0,0 0-6 15,-2-1-8-15,-1 0-8 0,-2-1-6 0,-1-1-8 0,0 1-4 16,-1-1-2-16,1 0-6 0,-1 1 2 0,-2 0-5 0,0-2-1 0,-3-1 5 16,-1 1-1-16,-1 0 1 0,0 0 3 0,-3-1-7 0,-3 0-4 0,0 0 4 15,-2 1-4-15,-2-1 7 0,-1 0 1 0,-2-2-3 0,-1-1-4 16,-3 0 2-16,-1 0-2 0,-3-1-5 0,-1 0-1 0,-2-2 1 0,-2 0 0 15,0 1 1-15,-4-2-6 0,-2 0-2 0,-2-1-7 0,-2 1-3 16,-3 0 1-16,-4 2-10 0,-1 2 0 0,-3 0 0 0,-2 2-2 0,-1 1 9 16,-5 1 1-16,0 2 6 0,-4 2 6 0,-2 0 1 0,-2 0-4 0,-1 2 5 15,-2 1 0-15,0 0 2 0,0 2 16 0,-2 1-1 0,1 2 3 16,0 0 1-16,1 1-3 0,1 1-3 0,1 3-3 0,0 0-6 0,0 3-4 16,0 1-2-16,-1 3-2 0,1 2 4 0,2 1-10 0,0 3 0 0,-3 1 2 15,1 3 12-15,0 2 3 0,0 2 3 0,1 1 0 0,2 1-16 16,2 1 5-16,4 1-2 0,1-1-1 0,3 2 2 0,2-1 4 0,2 2-5 15,2 3-3-15,4-1 2 0,1 1-9 0,4 0 4 0,2 1-2 16,3-1-2-16,3 0 3 0,3-1-1 0,4 0-3 0,2 0 0 0,3-1-4 16,4 0 0-16,4-3 0 0,4-1 0 0,4 0 11 0,3-2 3 0,2 1 2 15,6-1 7-15,4-3-15 0,4 1 10 0,4-1 0 0,3-2-6 16,3 1 3-16,4-1-5 0,3 0 1 0,2-3-1 0,5 1-3 0,0 0-8 16,4 0-21-16,1 1-42 0,2-1-79 0,1 2-86 0,2 3-50 0,2 0-19 15,0 0 23-15,3 0-57 0</inkml:trace>
  <inkml:trace contextRef="#ctx0" brushRef="#br0" timeOffset="127590.95">13588 11264 377 0,'11'3'136'0,"3"2"-78"15,3 1-14-15,1 0 1 0,0-1 6 0,1-1 3 0,0 1-3 16,4 0-3-16,0 0-4 0,0-1 3 0,2 2 2 0,-1-1 0 0,1 0-5 16,1 1-2-16,-1 0-4 0,2 0-2 0,-2 1 2 0,2 0 6 0,-3-1 3 15,3-1 14-15,1 0 9 0,1 0 4 0,2 1 14 0,-1 0 6 16,2 1-2-16,0 0-3 0,2-2-9 0,4 1-22 0,2 0-9 0,2-1-11 16,4 0-11-16,1-1 4 0,2-1-11 0,2-2 1 0,2 1-6 0,4-2 1 15,0-1 2-15,2-1 3 0,1-1 0 0,2-2-3 0,1 0 5 16,2 0-3-16,-1-1-2 0,1 0 4 0,0 0-22 0,0 1 0 0,-2 1-3 15,-1 0-10-15,-1 1 16 0,-2 1-1 0,-2-1 3 0,0 0-5 16,-3 0 10-16,-1 0-7 0,-4 0-7 0,-4-1-15 0,-2 0-63 0,0 0-75 16,-4-2-125-16,-2-1-176 0,0-1-143 0,-3-5-66 0</inkml:trace>
  <inkml:trace contextRef="#ctx0" brushRef="#br0" timeOffset="130673.95">5372 11816 588 0,'-31'-10'-20'0,"-1"0"43"0,-9-2-4 0,5 3 7 15,7 1-6-15,-1 0 2 0,4 1 2 0,-1 1-5 0,2-1-2 0,2 1-8 16,-1 0-5-16,3 0 0 0,0 0-4 0,1 0 4 0,2 1-1 0,0-2-3 16,1 2 2-16,1-2-2 0,0 0-4 0,0-1 1 0,-1 1-1 15,1 0 2-15,1-1 2 0,-1 0-2 0,0 1 1 0,-1 1 1 0,2-1-1 16,-1-1 0-16,1 0-2 0,1 0-2 0,2-1 0 0,0 1 1 15,1-1-1-15,0 0-2 0,1-1 1 0,3-1 0 0,0 0 1 0,1-1 3 16,1 1 3-16,2-3-1 0,1 0 2 0,1-1-2 0,2 0-1 0,2 0 1 16,2-2-1-16,1 0 7 0,1 1 2 0,2-2-1 0,4 0 3 15,1-2-4-15,1 2 3 0,1-1-1 0,4-1 1 0,3 2-1 0,1-2 0 16,2 0 0-16,2 1 0 0,3 0 0 0,0-1 1 0,4 2-2 0,0-2 3 16,3 1 0-16,1 0 1 0,1-2 3 0,4 1-5 0,-1 2 0 15,1 1-1-15,1 1 1 0,1 0 1 0,-1 1 3 0,1 1-1 0,1 0-5 16,2 0 2-16,-1 0-2 0,1 2 1 0,2-1 2 0,0 1-1 0,1 1-1 15,2-1-3-15,-2 4-1 0,1-1-4 0,2 2-3 0,-2 1 0 16,0 1-3-16,1 1 4 0,-1 2 3 0,-1 1-1 0,-1 1-1 0,-2 1 0 16,-2 3 3-16,0 0 4 0,-3 3 1 0,-2 2 1 15,-2 2-5-15,-2 2 1 0,-3 2-1 0,-1 2 4 0,-3 2-2 0,0 1-2 0,-2 1 1 16,-1 1 0-16,-3 2 1 0,1 1 1 0,-3 1 2 0,-3 3 1 0,0 0 3 16,-2 1 1-16,-3-2-2 0,0 1 2 0,-1 0-2 0,-1 0 2 15,-2-1-2-15,-1 2-4 0,-2-1 3 0,0-1-8 0,-2 2 3 0,0-1 3 16,-2 0-2-16,0 1 4 0,-1 1 0 0,-1-1-3 0,-1 2-2 15,-1-1 2-15,-2 2-3 0,0 1-2 0,0 0 0 0,-4 1-2 0,0-2 3 16,-2 0 1-16,-2-2 1 0,-3 1 0 0,0-2-2 0,-3 0 4 0,-1-2-4 16,-2 0 0-16,-2 0-1 0,-1 0 7 0,-3-1 3 0,-3 1 2 15,0 0 0-15,-2-2-6 0,0 0 0 0,0-1 0 0,-1-1-1 0,0-1 0 16,1-2-2-16,0 0 2 0,0-2 5 0,1-2 5 0,-2-2 2 0,2-3 1 16,-2-4 7-16,3-1-1 0,-1-3 6 0,0-2-2 0,0-2-1 15,0-1-4-15,-1-2-4 0,0-2 1 0,0-2-5 0,0-1 0 0,0-2 0 16,0-2 0-16,0-2 1 0,0 0-1 0,0-3-3 0,1-1 1 0,0-1-3 15,0-1-4-15,-2-1 5 0,1-2-4 0,0-2-6 0,2-3 5 16,0 0-15-16,2-4-1 0,-2 2 12 0,3-2-4 0,0-1 7 0,0 1 2 16,3-2-7-16,-1 2-2 0,3 0 0 0,3 3 0 0,0 0-3 0,2 3 4 15,2 0-1-15,0 0 0 0,4 3 4 0,0 0-4 0,1 2 2 16,1 2 0-16,1 0-3 0,0 3 4 0,2 1-2 0,1 0 3 0,1 2 1 16,0-1-3-16,0 2 0 0,1 1-2 0,1 0 3 0,0 1-3 0,1 2-3 15,0 1 3-15,0 0-5 0,0 2 2 0,0 1-1 0,1 0-1 16,0 0 5-16,0 1-1 0,0 0 1 0,1 0-3 0,0 1-2 0,1 0 3 15,1 1 1-15,-1 0 1 0,1 0 0 0,0 0 3 0,0 1-5 16,1-1 4-16,-1 2-5 0,2-1-2 0,1 0 7 0,-2 1-4 0,2-1 3 16,-2 0-5-16,0 0-1 0,1-1 5 0,0-1-2 0,-1 0 6 0,3 0-1 15,-1-1-3-15,0 1-1 0,-1-1-1 0,0 0 2 0,-2 0-2 16,1-1 6-16,-2 1-6 0,0 0 2 0,-1 0 2 0,-1 1 0 0,0 0 0 16,0-1-1-16,0 1 0 0,-2 1 3 0,0-2-2 0,1 1 4 15,-1 1 2-15,0-1-6 0,0 2 6 0,0-1-8 0,1-1-2 0,-1 1 4 16,1 0-5-16,-2 1 2 0,1 1-1 0,-1-1 1 0,1 0 1 0,-1 1-1 15,0-1-1-15,1 1 0 0,-1 0 4 0,0 1-3 0,-1-1-6 16,0 1 6-16,1 0-6 0,-1-1 5 0,0 1 0 0,0 0-4 0,-1-1 4 16,0 1 0-16,1 0 4 0,-1-1-3 0,2 0 2 0,-1 0-2 0,0 0 2 15,0 0 3-15,-1 0-5 0,1 0 2 0,-1 0-6 0,2 0-3 16,-1 1 0-16,-2-1-5 0,1 1-1 0,0 0-7 0,0 0-6 0,0 1-2 16,1 1-5-16,-1 0-7 0,1 1-3 0,1-1-9 0,-1 2-11 0,2 0-2 15,0 0-15-15,-1 0-6 0,2 1-15 0,-1 1-15 0,2 0-9 16,1 0-5-16,3 0-3 0,0 1 2 0,2 0 6 0,2-2 2 15,2 2-91-15</inkml:trace>
  <inkml:trace contextRef="#ctx0" brushRef="#br0" timeOffset="131357.94">4905 12862 998 0,'-31'-10'10'0,"4"-1"43"15,-6-2 7-15,10 3 0 0,7 1-1 0,1 1-13 0,2 0-4 16,2 1-8-16,1 0-9 0,3 0-7 0,1 1-10 0,1 1 2 0,1 1-8 16,1 0 0-16,0 0-2 0,2 1 0 0,0-1-4 0,1 2-4 0,1-2 3 15,0 1-8-15,2 0 3 0,-1-1 1 0,2-2 0 0,0-1 4 16,0 0-5-16,3-2 2 0,0-2 0 0,3 1 2 0,1-1 3 0,2-2 4 16,2 1 0-16,0-3 4 0,2-1-2 0,1 0-2 0,2-3-1 0,-1-1 0 15,3 3 5-15,1-2 0 0,1 0 6 0,0 3-1 0,-2-1 3 16,-1 1 4-16,1 2 3 0,-1 1 4 0,2-1-2 0,0 1 0 0,-2 0 0 15,1 1-6-15,-1 2 4 0,3-2-7 0,2 1-2 0,0-1 0 16,2 0 2-16,1 1-2 0,0 0-1 0,2 1-5 0,1 0 0 0,1 0 0 16,3 0 4-16,1 0-4 0,1 1 2 0,2-1-5 0,0 1-1 0,2-1 6 15,0 0-5-15,1 0 0 0,-1 1 0 0,4-1-1 0,-2 0-2 16,-1 2 2-16,1 1 1 0,-2 1-5 0,0 2 2 0,-2 1 0 0,2 4-1 16,-2 1 5-16,-2 3 2 0,1 2 0 0,-2 1-4 0,1 3 1 0,-1 1-2 15,-1 1-3-15,1 4 3 0,-1 2-1 0,1 1 0 0,0 3-1 16,-2 4 1-16,1 1-3 0,-2 4-2 0,0 0 2 0,-3 1 0 0,1-1-2 15,-4 2 7-15,-1-1-4 0,-2-1-2 0,-3 1 5 0,-3-4-8 16,-3 1 4-16,-2-1 5 0,-2 2 7 0,-2-1 8 0,-3 1 5 0,-3-1-2 16,-3-3 1-16,-2 0 2 0,-2-2-1 0,-2 1 3 0,-3-1-3 0,-2 1 2 15,-2-1 1-15,-3-1 0 0,-1-1 2 0,-3-3-5 0,-3 0 5 16,-1-1-3-16,-3-3 4 0,-1-1-4 0,-4 0-7 0,0-1-2 0,-2-2-1 16,-2-2-3-16,-1-2 1 0,-4-1-4 0,-2-2-4 0,-3-2 3 0,0-2 0 15,0-2 2-15,-3 0 4 0,0-3-5 0,-3-1 0 0,1 0 8 16,0-2 6-16,0 2 6 0,2-2-4 0,0-2-7 0,1 0-8 0,2 0 1 15,2 0-2-15,1-1-5 0,6 2 1 0,2-1-9 0,5 0-6 16,3 2 1-16,5 1-5 0,3 1-4 0,3 0-8 0,3 2-24 0,4-1-16 16,1 1-20-16,3 2-37 0,3 0-37 0,1 1-34 0,2 1-25 0,4 0 2 15,2 1 8-15,5 0 1 0,5 0 7 0,3 0-143 0</inkml:trace>
  <inkml:trace contextRef="#ctx0" brushRef="#br0" timeOffset="132140.94">7522 13271 1649 0,'-17'-3'63'16,"2"0"-23"-16,-2 0-28 0,6 1-5 0,4 2 7 0,2 0-7 0,0 1-9 15,3 2-4-15,1 0-5 0,1 1 1 0,1 0-9 0,1 1-2 16,2 2-2-16,1 2 0 0,3 2 18 0,1 2 1 0,2 1 2 0,4-1-2 15,1 1-13-15,3-1 1 0,0 0 1 0,4 0 1 0,0-2 4 16,4 1-4-16,2-1 6 0,0-1-2 0,4-1 2 0,1 1 5 0,2-2-7 16,1 1 7-16,-2 0 2 0,3-1-1 0,-1 1 2 0,1 0 0 0,3 0 0 15,-2-1 3-15,3 2 2 0,1-1-4 0,2 1 2 0,0 0 1 16,-1 1 4-16,4-1 16 0,-3 0-1 0,2 1 5 0,1-1 2 0,0-1 0 16,-1 0 14-16,1-2 12 0,-1 2 8 0,0-2 12 0,0 0 4 0,-1 0-1 15,1-2 3-15,0 0-6 0,1-1-7 0,0 0-8 0,1-1-8 16,1 0-3-16,1-1-3 0,0-2-11 0,2 2-4 0,1-1-7 0,1-1-7 15,1 1 0-15,0 0-7 0,1 0-3 0,2 1-5 0,3-1-3 16,-1 0 0-16,2 0 0 0,0 1 0 0,0-1 0 0,3 0 0 0,-2 0-5 16,0 0 2-16,0 0 0 0,0-1-7 0,2 0 7 0,-2 1-3 0,0-2-2 15,-1 1 1-15,-2-2-12 0,0 0 6 0,0 0 4 0,-1-1-3 16,-2 0 8-16,-3 0-3 0,0-2 1 0,-1 0 4 0,-3-2 2 0,-1 0 0 16,-2-1 4-16,-2 0-3 0,-3 0-1 0,-1-1 5 0,-2 1-5 0,-3-1-2 15,-1-1 1-15,0 1 1 0,-2-2 3 0,0 0 2 0,-4 1-1 16,0-1 0-16,-1 1-1 0,-1 0 3 0,0-1-3 0,-2 1 4 0,-2 0-2 15,-1 0-5-15,-2 0 4 0,0 1 0 0,-1-1 2 0,-1 0-4 16,-1 0 1-16,-3-1 0 0,1 0-3 0,-2-1 5 0,0 0 0 0,-2 0-2 16,-1 1-5-16,0-1 1 0,-2-1-1 0,-2 0-4 0,-1-1 4 0,-1 0 0 15,-1-1-7-15,-1 2 15 0,0-1 5 0,-3 1-1 0,0-2 13 16,-3 0-7-16,0-1-2 0,-2 1-1 0,-1-1-3 0,-2-1-2 0,-2 0-1 16,-2 1-6-16,-2-1 1 0,-1 0-10 0,-3-1 3 0,-3 0 0 0,-2-2-1 15,-4-1 7-15,-2-2 1 0,-6-1 3 0,-2-1 1 0,-7-3 1 16,-3 1 1-16,-4-2 2 0,-5-2-4 0,-6-2-6 0,-7-1 0 0,-6-3-5 15,-3 1 1-15,-7-2-15 0,-5-2 3 0,-6 0-11 0,-6-2-12 16,-8-2-8-16,-5 3-11 0,-4 1-5 0,-2 1 7 0,0 3 1 0,-1 1 11 16,4 6 16-16,4 3 13 0,6 6 28 0,7 4 16 0,6 5 7 0,4 4-9 15,5 5-5-15,5 5-10 0,5 5-7 0,5 4 1 0,4 4-3 16,4 2-12-16,3 6-17 0,3 3-19 0,2 3-33 0,3 2-40 0,3 3-54 16,3 0-70-16,3 6-76 0,2 4-61 0,0 6-32 0,3 11-107 0</inkml:trace>
  <inkml:trace contextRef="#ctx0" brushRef="#br0" timeOffset="135240.94">7735 13653 553 0,'-2'0'190'0,"0"1"-110"16,0 1-33-16,2-1-14 0,0 1 4 0,1-2 0 0,-1 1-7 0,1 1-9 15,-1 0-9-15,1 1-5 0,0-1-7 0,0 2-6 0,2 0-1 0,0 2-6 16,0 2-1-16,1 1-1 0,1 2-5 0,0 2 3 0,1 3 2 15,1 3-2-15,0 1 4 0,1 5 1 0,2 2 2 0,-1 3-1 0,1 4 10 16,0 5 1-16,0 2 0 0,0 5 2 0,0 6-4 0,1 2 2 0,-1 2-1 16,-1 2-1-16,1-1 2 0,-4-2-1 0,1-4 7 0,0-5 8 15,0-4 2-15,0-6 14 0,-1-2 2 0,1-5 4 0,-1 1 11 0,-1-3 6 16,0-1 7-16,-1-3 14 0,-1-1 4 0,-1-2 7 0,-1-3 11 16,-1 0 0-16,-1-1 1 0,-1-3-1 0,0-1-9 0,-1-1-4 0,0-1-8 15,-2 0-15-15,0-2-12 0,1-1-12 0,-1-2-7 0,1 0-8 16,0-1-11-16,1 0-4 0,0-1-3 0,1 0 0 0,0 0 1 0,1-1-4 15,0 1-1-15,0-2-1 0,1 1-2 0,0 0-2 0,0 0 3 0,2 0-1 16,0 0 1-16,0 0-2 0,1 0-2 0,1 0 4 0,1 1 3 16,1 0 1-16,2 1-1 0,-1 0-1 0,1 0-1 0,1-1 2 0,0 2 2 15,2 1-1-15,1 0 2 0,2-1 6 0,0 0-3 0,2-1-3 0,0 0 1 16,0 0-1-16,1-1 6 0,2 0 2 0,0 0-5 0,1-2 7 16,2 0-7-16,1 0 2 0,2-1 8 0,3 0-10 0,0-1 8 0,2 0-1 15,1 0-4-15,6-1 4 0,0 0-7 0,3 1-2 0,2-2 1 0,1 1 1 16,2 0 1-16,2-1 6 0,4 1-9 0,1 0 1 0,2-1-2 15,1 0-1-15,0 0-1 0,2-1-1 0,0 0 5 0,2-1-2 0,0 0 3 16,1 0-1-16,2-1-7 0,0 1 7 0,2-2 1 0,2 0-1 0,1-2-1 16,3 0-4-16,1-1 5 0,2-1 1 0,0-1 2 0,1-2-2 15,3 0-4-15,0 0 1 0,1 0 5 0,4-1-1 0,0-1 6 0,2 1-1 16,4 0-2-16,1-1-9 0,4 1 3 0,0-1-3 0,2 1 4 0,0 0 4 16,2 1-5-16,0 1 2 0,-4 3-3 0,0 0 3 0,-6 1 2 15,0 2-6-15,-4 0 3 0,-1 1-4 0,1 1 4 0,-3 0-5 0,-2 3-1 16,-1 0-1-16,-3 2-4 0,-1 1 9 0,-1 1-2 0,-2 1 1 15,2 1-2-15,-1 1 2 0,0 2-1 0,0 0 2 0,0 1 1 0,-2 1-4 16,2 1 0-16,1-2 0 0,2 3 0 0,0 0 0 0,0 1 4 0,3 1-7 16,0-1 5-16,-2 2-2 0,-1-2-3 0,-1 1 4 0,-1-1 1 15,-1-1-4-15,0 1 2 0,-2 0 2 0,-1 0-4 0,-1-1 5 0,-2-1-1 16,-1 0-4-16,1-1 4 0,-2-1 1 0,0 1-1 0,0-2 1 0,-3-1 0 16,0-1-3-16,-1-1 3 0,-3-1 1 0,-1 0-4 0,-1-2 1 15,-3 0 4-15,0-1-3 0,-3-1-1 0,-2 0 1 0,-1 0-4 0,-5-1 2 16,-2 0 0-16,-1-1-1 0,-3-1 4 0,0 1-3 0,-4-2-2 15,-1 1 4-15,-2-1-5 0,-2 0 1 0,-3 0 0 0,-1 0 1 0,0 0-1 16,-3 0 4-16,-1-1-5 0,-1 0-2 0,0 1 3 0,-2-1-6 0,0-1 0 16,0 0-5-16,-1-2-1 0,-1 1-2 0,0-1 2 0,-1 0 1 15,-1 1-6-15,0-3-1 0,-1 0 0 0,-1-1 1 0,-3-3 7 0,0 0 3 16,-1-2 1-16,-1-3 6 0,-1 0 8 0,-1-3 7 0,-1-3 10 0,-2-2-1 16,-1-4-2-16,-5-3 2 0,-1-3-3 0,-4-4-1 0,-2-2-3 15,-3-2-3-15,-1-2-4 0,-3-3 1 0,-2 2 2 0,-2 1 1 0,-1 4 0 16,1 2 5-16,0 2 0 0,1 4 8 0,0 3-6 0,-1 2 1 15,1 1-5-15,-2 3-12 0,0 1-5 0,-2 2-1 0,-1 3 0 0,-1 1-7 16,1 3 0-16,-3 3-8 0,2 1-3 0,-4 3-2 0,0 0-9 0,-1 3-8 16,-1 2-8-16,0 1-21 0,-2 2-22 0,-1 1-36 0,-3 2-39 15,-2 0-67-15,-2 1-97 0,-3 1-118 0,-4-1-38 0,-7-2-26 0</inkml:trace>
  <inkml:trace contextRef="#ctx0" brushRef="#br0" timeOffset="135657.94">8406 13803 2384 0,'-5'-4'119'0,"1"1"-48"0,3-1-74 0,6 1-11 16,5 1 4-16,6-2 12 0,3 0-5 0,6 0 3 0,6-1 3 0,5 0 0 16,7-1 2-16,7-1-8 0,7-1 4 0,4 0-6 0,7 1 9 15,6 0-3-15,7 0-10 0,3 1 4 0,3 2-5 0,8-2 6 0,4 2 1 16,9-1-7-16,7 1 2 0,5 0-6 0,4 2 0 0,6 0-1 0,4 2-4 15,7 2-4-15,3 2-3 0,7 4-1 0,3 2 4 0,4 1 8 16,1 4 4-16,1 2-1 0,0 2-4 0,-2-1 4 0,-2 2 0 0,-3 0 4 16,1 0 8-16,2 1 2 0,5-1-5 0,2-3 12 0,-3-1-6 0,-5-3 1 15,-11 0 13-15,-8-3-8 0,-5-2 6 0,-8 0 3 0,-2 0 4 16,-5-1-2-16,-3-1 1 0,-2-2 6 0,-4 0-7 0,-5-2 6 0,-2 0-9 16,-2-1-8-16,-2-1-4 0,2 1-24 0,1 1-75 0,2 1-226 15,12 2-360-15,24 6-324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2:25:38.4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11812 10126 181 0,'-2'-8'88'0,"-1"1"-33"0,-1 0 7 0,2 1-2 15,1 2-13-15,1 2-9 0,0 0-16 0,0 0-7 0,0 1-9 16,1 1-6-16,0 1-4 0,1 0 1 0,1 2 0 0,1 0-4 0,1 1 6 15,1 2-2-15,1-1 3 0,1 3-2 0,0 0 1 0,0 1 4 0,1-1 1 16,-1 0 3-16,3-1-1 0,0 0 1 0,2-1 3 0,1 0 2 16,-1-2 0-16,4 0 2 0,0-1-2 0,1 0 3 0,1-1 2 0,3 0 4 15,-1 1 4-15,2-1 6 0,1 0 7 0,-1-1 6 0,2 0 4 0,1-1 2 16,3 1 0-16,2-1-3 0,0 1-3 0,1 0 0 0,3-1-1 16,0 0-3-16,4 0 0 0,1 0-5 0,2 1-4 0,3-1-6 0,3 1-6 15,1 0-9-15,2 1-6 0,3 0 3 0,1 0-3 0,2 0 0 0,2 1-2 16,1-1-4-16,-1 0 4 0,0 1-5 0,0 0 7 0,-1 0-3 15,0 0-1-15,0 0 1 0,-2 0-1 0,1 0 2 0,-2 0-2 0,0 0 5 16,0 0-3-16,-2 0 4 0,1 1 8 0,2-1-4 0,-2 1 3 16,2 0 1-16,-1 0-1 0,2-1 0 0,-1 1 2 0,1 0-2 0,-2-1-5 15,1 2 3-15,-1 0-1 0,0 0 1 0,0-1 4 0,1 1-4 0,-1-1 2 16,0 0 1-16,1 0-4 0,0 0 3 0,1 0-5 0,1-1 1 16,0 0 4-16,0-1-5 0,0-2 0 0,0 0 1 0,0-1 0 0,0-2 3 15,0 0-1-15,-1-1-1 0,2-1 1 0,-1-1 1 0,-1-1 0 0,2 1-1 16,-2-2 1-16,-2 1 1 0,1 1 1 0,-2-3 0 0,0 1-2 15,0-2 0-15,-2 0 2 0,1-1-5 0,2 0 5 0,-2-1-2 0,0-1 1 16,-1-1 4-16,-3-1-4 0,1 1-11 0,-1-3 0 0,-1 0-2 16,0-2 9-16,0-1 10 0,0-2-2 0,0-1 1 0,-1-2-8 0,-1-1 1 15,-2 0-4-15,1-1 1 0,-4 1-1 0,-1 0 3 0,-1 1 7 0,-3-1 2 16,0-2 11-16,-4 1-3 0,-1-2 6 0,0 1 8 0,-2-1 4 16,-2 3 1-16,-1-2-2 0,-3 2-8 0,0 0-10 0,-3-1 0 0,-4 2-16 15,-1-2-7-15,-3 4 6 0,-1-2 2 0,-3 0 5 0,-4 1 1 16,-1-2-10-16,-4 3-2 0,-2-2-3 0,-3 0-2 0,-3 0-3 0,-3 0 1 15,-3 0 0-15,-2-1-1 0,-3 0 0 0,-3-2 2 0,-2 0 1 0,-3 1 0 16,-1-1-2-16,-4 3-1 0,-2 0-2 0,-2 1 1 0,-2 0 1 16,-2 0-4-16,-2 1 4 0,-2 0-14 0,-3 0-1 0,-4 3 8 0,-2-1 1 15,-2 1 12-15,-2-1 3 0,-1 0-7 0,-3 1 4 0,-1 0 5 0,-1 0-5 16,-1 0 3-16,-3 0-2 0,-1-1-2 0,-1 1 3 0,-2 2 1 16,-1 0-5-16,-1 0 1 0,-4 2 0 0,-3 2-7 0,-4 1 2 0,-1 3 1 15,-3 2-1-15,-3 2 3 0,-3 3-1 0,-2 3-1 0,-1 1 2 16,-3 2 3-16,0 2-1 0,-2 3-2 0,-3 2-2 0,1 1-3 0,0 3 2 15,-1 0 2-15,0 3-4 0,3 1 2 0,1 0-2 0,5 1 2 0,5 2 3 16,1-1-1-16,6 0 5 0,3 2-4 0,0 1-4 0,6 0-1 16,0 1-9-16,1 1 2 0,3 3 9 0,1 0-3 0,1 3 10 0,1 1-2 15,0 2-5-15,0-1-2 0,3 2-1 0,0 1 5 0,2 2-4 0,2-2 4 16,3 1 2-16,3-2 1 0,2 0-1 0,3 0 2 0,3-1-7 16,2 1 4-16,4 0-8 0,2 2 2 0,0 1 14 0,1 1 1 0,3 2 3 15,0 0-4-15,2 1-13 0,2 0-3 0,2 2 4 0,2 0-2 0,4-2 3 16,2 0 0-16,4 0 0 0,2-1 3 0,6 1-2 0,1 0 1 15,4-4-10-15,4 1 12 0,4-2 1 0,3 0-1 0,4 1 9 0,1-3-6 16,6 1 1-16,3-2 2 0,4 0 1 0,5 0-2 0,5-2 6 16,5 0 1-16,4-5 4 0,6-1-2 0,5-1-6 0,6-1-10 0,6-1 2 15,5-3-10-15,5 0-2 0,5-3-16 0,3 0-25 0,5-1-42 0,5 1-80 16,5-1-146-16,2-1-187 0,3 0-47 0,3-1-40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2:16:04.8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3494 5516 592 0,'-31'-24'-42'16,"-1"0"48"-16,-10-3 57 0,8 7 0 0,5 3-15 0,3-1-15 16,2 0-3-16,5 0-9 0,1 3-10 0,1 1-1 0,3 1-5 0,2 1-2 15,0 1-5-15,4 3-1 0,3-1-3 0,1 1 0 0,3 0 0 0,2 1-2 16,3-1 0-16,1-1-2 0,3 0 1 0,2-3 2 0,0-1 1 16,3-1 4-16,2 0-3 0,1 1 0 0,1-2-1 0,2-1 0 0,4 0 4 15,1 1 4-15,4-2 3 0,0 1-1 0,2-2 1 0,0-1-2 16,2 0 0-16,3-1 0 0,3 1-1 0,3-1 0 0,4-1 6 0,4 1 1 15,1-1 0-15,2 0 1 0,2 0-6 0,2 0 1 0,4-1-1 16,1 2 1-16,0-2-1 0,1 0-1 0,-1 4 1 0,2-1-1 0,2 4 1 16,1 2 1-16,0 0 0 0,2 4 2 0,2 1 1 0,1 3-1 0,4 3 0 15,2 2-2-15,0 3-12 0,2 1-2 0,1 4-2 0,3 3 0 0,3 3 11 16,3 2-1-16,2 5 0 0,0 4-6 0,1 2-1 0,-1 4 1 16,-1 0-2-16,-1 2 2 0,-6 4-3 0,-1 1-1 0,-7 4-4 0,-4 1-4 15,-5 1 2-15,-7 3 0 0,-6 2 3 0,-8 1 4 0,-7 2 1 0,-4 2-2 16,-6 1 0-16,-4 0 0 0,-6 1-3 0,-6-2 2 0,-6 3 2 15,-6-1-1-15,-5-1 4 0,-6 1 3 0,-7-3 4 0,-3-1 4 0,-3-1-1 16,-4 1-2-16,-1-2 2 0,-7-1-3 0,-3-2 1 0,-5-2-3 16,-6 0-2-16,-3-1-1 0,-5-2-2 0,-4-3 8 0,-3-3 5 0,-2-4 14 15,0-4 16-15,-1-4 11 0,0-4 13 0,4-3 6 0,1-2-6 0,2-4-4 16,2 0-11-16,1-2-16 0,3-1-7 0,0-2-5 0,1-2-6 16,0-1 0-16,1-3-3 0,4-2-4 0,4-2-7 0,2-2-7 0,3-2-11 15,5-1-12-15,3-2-16 0,5-1-13 0,3-3-17 0,5-2-18 0,5-3-15 16,4-2-24-16,5-4-21 0,5-4-126 0</inkml:trace>
  <inkml:trace contextRef="#ctx0" brushRef="#br0" timeOffset="24401.79">13893 6105 90 0,'12'-3'-34'0,"2"1"42"0,5-1 26 0,3 1-1 0,1 0-5 15,1 0-4-15,4 2-3 0,0 0 0 0,2 1-2 0,2 0 1 0,2-1-3 16,2-1-1-16,5 1 1 0,2-2 0 0,3 0 2 0,3 1 0 0,2-1-1 16,4 0-2-16,2 1-2 0,5 0-1 0,1 0-2 0,2 1 1 15,1 1-4-15,2 1 2 0,2 0-1 0,1 2-2 0,3 1 0 0,0 1-1 16,0 1-3-16,2 2 0 0,-3 1 0 0,2 0-1 0,-1 0 3 15,2 1 3-15,3-1-1 0,0 1 0 0,1 1 0 0,0-2 2 0,0 1 1 16,-2-2 5-16,0 0 0 0,0-2 1 0,1 0 3 0,-4-1 4 0,1-2-2 16,-1-1 4-16,-2-2 0 0,-2-1 2 0,0-2 0 0,0-1-2 15,-1-3 0-15,1 0-5 0,-2-3 1 0,1-1 0 0,0 0-3 0,-1-2 2 16,2 0-1-16,0-1-3 0,0-2-6 0,1 1-3 0,-2 0-4 0,0-2 0 16,1 1 1-16,-1 0-3 0,-1 1 2 0,-1-1-3 0,-1-1 1 15,-1-1-3-15,0 1-1 0,-3-1 2 0,0 0 0 0,-2-1 5 0,0 2-3 16,-3-1 5-16,-1-1-4 0,-3 2 1 0,-4-3 3 0,-3 1-4 15,-3-1 5-15,-1 1-1 0,-5-1 1 0,-3-1 3 0,-3 1 7 0,-2-2 0 16,-3-2 6-16,-2 2-1 0,-5-3-6 0,-2 2 3 0,-4-2-5 0,-2 0-3 16,-5 1 0-16,0-2-3 0,-4 1-1 0,-1-1 2 0,-4 0-5 15,-2 1-4-15,-4-3-9 0,-3-1-10 0,-4-1-17 0,-6 1-7 0,-2 0-9 16,-6 0 1-16,-4 1-1 0,-6-2 4 0,-3 0 10 0,-7-1 6 0,-5 2 17 16,-4-2 15-16,-5 1 5 0,-4-2 3 0,-3 0-1 0,-4-1-4 15,-3 1 0-15,-2 0 0 0,-6 1 3 0,-1 0-1 0,-3 1 1 0,-2-3-1 16,-1 2-1-16,-3 0 2 0,0 3-1 0,-3 1 0 0,-3 5-3 15,-1 1-1-15,-2 2 1 0,-2 3-1 0,0 3-4 0,-3 1 1 0,-2 3-3 16,0 3 2-16,-4 2 0 0,-1 4 0 0,-2 2-1 0,-3 4 1 0,-2 3-1 16,-2 1 0-16,-2 4-4 0,0 3 0 0,-2 2-1 0,-1 3-1 15,0 5 5-15,-1 2 0 0,1 2-1 0,-1 0 2 0,2 0-3 0,3-2 2 16,1 3-3-16,2-1-1 0,3 1 4 0,0 1-1 0,5 1 4 0,4-3-6 16,2 2 1-16,5-1 2 0,1-1 1 0,4 4 6 15,6-2-3-15,2 2 2 0,7-1-2 0,7-1-1 0,3 0-1 0,7-1 0 0,5 0 0 16,5-2-2-16,5 0 0 0,5 0-2 0,4 1-2 0,7-1-1 15,6 2-5-15,8-2-8 0,4 1-14 0,7-1-19 0,6 2-15 0,7 1-12 16,7 2-4-16,6 0 6 0,7 2-128 0</inkml:trace>
  <inkml:trace contextRef="#ctx0" brushRef="#br0" timeOffset="27285.12">20626 5673 311 0,'-37'2'-23'0,"0"3"27"0,-9 3-6 0,6 3-2 15,7 2 0-15,-1 4-2 0,-2 3 1 0,0 2-5 0,-1 3-4 0,1 0-1 16,-2-1-6-16,2 1-1 0,1-2 2 0,-1-1 1 0,3-3 7 15,0 0 4-15,0-3 3 0,0 0 2 0,1-1 1 0,-1-1 0 0,2-1 2 16,0-1 0-16,0-2 0 0,-1 0-3 0,-3-1-2 0,2 1-4 16,-1 2-9-16,4-1-23 0,1 0 0 0</inkml:trace>
  <inkml:trace contextRef="#ctx0" brushRef="#br0" timeOffset="27519.12">19249 6166 89 0,'-5'-5'56'0,"0"-1"-10"0,-1-2-8 15,3 1-8-15,1 2-5 0,2-1-4 0,2 0-4 0,1 1-3 0,1 0-6 16,0 0-3-16,4 0-2 0,2 1-3 0,3-1 0 0,2 1-2 15,1 0 1-15,3 0 0 0,2 1-1 0,2-1 1 0,3 1-1 0,3-1 0 16,1-1 1-16,2 1-1 0,3-2 2 0,2 0 2 0,2 0-2 16,1 0 2-16,3 0-2 0,3-1 1 0,0 0 0 0,0 2 2 0,1 0-1 15,3 0 2-15,3 0 4 0,2-1 2 0,0 0 3 0,4 1 4 0,-1 1-1 16,3-1 2-16,1 2 0 0,-1-1-4 0,2 0 1 0,1 1 1 16,-1 1 2-16,2 0 5 0,0 1 1 0,0 1 1 0,0 1-1 0,-3 1-4 15,2 2 0-15,-2 1-5 0,-1 0-1 0,0 2-2 0,-3-1-1 0,1 1 0 16,1 0-3-16,0 1-2 0,-2 1-2 0,0-2-3 0,-1 2 1 15,0 1-1-15,1 1-2 0,1 1-2 0,2 0-9 0,2 1-35 0,5 1-71 16,3 3-61-16,3 0-138 0</inkml:trace>
  <inkml:trace contextRef="#ctx0" brushRef="#br0" timeOffset="35086.15">2552 2696 352 0,'-26'30'33'0,"-2"7"-29"0,-4 9 0 0,7-1-8 0,6-3-2 0,5-2 0 16,1-3-1-16,2 1 5 0,4-4-1 0,3 1-1 0,4-1 0 16,3-3-2-16,5 1 2 0,3-2 4 0,3-1 8 0,1 1 3 0,5-1-9 15,3 0-4-15,-1-3-11 0,4-1 5 0,-1-4 5 0,1 0 3 0,0 0 2 16,2 0-2-16,-1 2 0 0,0 0 1 0,2 0-1 0,-2-1 0 16,2 0 2-16,-2 0 3 0,2 0-2 0,-1 0 6 0,2 1-2 0,0 1 2 15,2-1 2-15,1 0-5 0,4 1 1 0,3-4-4 0,4 1 2 16,3-1 0-16,3-1 4 0,1-2 0 0,4-1-3 0,3-4 2 0,0-1-6 15,3-2 4-15,-2-4 0 0,1-3 1 0,-2-4 4 0,0-2 1 0,-2-3-1 16,-1-3 1-16,-2 0-4 0,-1-4 0 0,1-3 2 0,-3 0 5 16,-1-2 4-16,-2-3 0 0,-3-2 2 0,-1 0-1 0,-1-2-1 0,-1-1-1 15,-2-1 1-15,-2-1-2 0,-1-2-1 0,0 0 1 0,-1-3-5 0,-2-2 0 16,1-1 0-16,-2 0-4 0,1 0 1 0,0-1-2 0,-1 0-2 16,0-1-3-16,-4 1 4 0,1-1 0 0,-2 0 1 0,-1 1 4 0,-1-2 0 15,-4-1 2-15,-2 1 0 0,-2-1 3 0,-1-2 1 0,-2 0-5 16,-3-2 3-16,-2 0-1 0,-3-2 5 0,-1 0 9 0,-2-1 1 0,-3 0 4 15,-4-2-1-15,-1 2 0 0,-4 0 1 0,-4 1-11 0,-2 1-2 0,-4 0-10 16,-3 0-5-16,-4-1-1 0,-4 2-3 0,-3 1-1 0,-4 4 0 16,-2 1-2-16,16 20-3 0,-4-4 1 0,-4 3 1 0,-6-5 4 0,-4 2 4 15,-7-2-2-15,-3 3-4 0,-10-1-5 0,-3 2 0 0,-5 3 0 0,-4 4 3 16,-3 5-1-16,-5 2-6 0,-6 4-11 0,-2 6-34 0,-5 4-26 16,-4 5-33-16,-3 7-38 0,-99 29-23 0,21 11-33 0,22 4-103 0</inkml:trace>
  <inkml:trace contextRef="#ctx0" brushRef="#br0" timeOffset="56003.41">11243 10732 1464 0,'-3'-4'409'0,"0"0"-286"0,-1-1-70 0,4 2-39 0,1 1-25 15,1 0-16-15,3 1-8 0,2 0-11 0,2 2 4 0,4-1 5 0,2 1 10 16,3 0 5-16,0-1 6 0,1 1-4 0,1 0-8 0,-2 0 6 15,3-1-3-15,-1 0 9 0,-1 0 3 0,1 1 3 0,1-2 10 0,-1 1-3 16,3 0 6-16,2-2 4 0,1 1 2 0,3-2 8 0,1 1-3 16,2-1 3-16,2-1-5 0,5 1-3 0,2-1-3 0,5-1-3 0,3 1 2 15,4-1 1-15,4-1-6 0,1 0 0 0,1 0 0 0,1-1-3 0,0 1 4 16,1-2 2-16,0 0-3 0,-2-1 9 0,0-1 8 0,0-1 6 16,-2-1 9-16,-1 0-2 0,-3-2 5 0,-1-1 4 0,0-1-5 0,-2-2-3 15,1-1-7-15,-2-2-7 0,-1-1-1 0,1-2-2 0,0 0-8 0,1-3-5 16,-2 0 2-16,-2 3-3 0,1-2 3 0,-2 1-6 0,-2-1-5 15,-2 0-2-15,0-1-6 0,-4 1 0 0,-3 1-1 0,-1 0 7 0,-6 2 1 16,0 0 10-16,-3-1 2 0,-3 1-3 0,-2-1 3 0,-4 0-6 16,-4 0 0-16,-2 1 2 0,-4 1 1 0,-3-1 4 0,-3 0-4 0,-5-2 4 15,-3-3-1-15,-4-1 4 0,-6-3 4 0,-3 0 2 0,-4-1 1 0,-4 0 0 16,-1 0 4-16,-7 0 5 0,-2 1-8 0,-4 1 4 0,-2-1 2 16,-2 2-4-16,-2 0 11 0,-2 2-10 0,-3 0-8 0,0 2-5 0,-3 1-4 15,0 2 5-15,-2 1-3 0,-4 1-4 0,0 3-4 0,-5-1-13 0,-1 2 7 16,-1 2 0-16,-1 3 5 0,0 0 11 0,1 2 2 0,0 3 9 15,0 2 2-15,1 2 2 0,-1 3 2 0,1 0-1 0,0 2-4 0,-1 1 1 16,1 2-6-16,0 2 0 0,2 1 1 0,0 2-4 0,2 0 3 0,2 0-7 16,3 1-2-16,3 1 3 0,4-1-9 0,2 1 6 0,4-1-8 15,3 0 4-15,1 1 1 0,5 0-2 0,1 1 5 0,0 2-7 0,1 2-6 16,-1 1 4-16,0 2 0 0,2 3-2 0,1 0 10 0,2 0-13 16,1 0-1-16,2 1 14 0,1-1-4 0,4 3 11 0,2-1 3 0,3 2-13 15,4 0 1-15,2 0 0 0,2 1 1 0,1 0-1 0,4 2 0 0,2 1 0 16,2 2-1-16,3-1-1 0,1 2 2 0,4-2-1 0,1 1 1 15,2 1-2-15,4 1 4 0,2 1-2 0,2-2-6 0,3 1 16 0,4-1 0 16,1 0-1-16,4 2 6 0,4-2-10 0,0-1 0 0,3 0-2 0,3 0 4 16,2-3-2-16,2 2 1 0,3-4 4 0,-1-1-4 0,-1-2-2 15,3-3 0-15,0-2 0 0,1-3 2 0,-1-1 1 0,0-1 0 0,1-2-2 16,-3-1-2-16,0-2-1 0,2-2-4 0,-3 0 2 0,1-2-3 16,-2-1 3-16,0-2-8 0,-4 0-1 0,-1-2 0 0,0 0-8 0,-1-2 1 15,-1 0-6-15,-2-2-10 0,0 0-3 0,-2-2-15 0,0 0-17 0,-2-1-20 16,0-2-22-16,-3-1-34 0,-1 0-42 0,-1-3-46 0,-3-1-43 15,-1-2-30-15,0-1-41 0,0-4-120 0</inkml:trace>
  <inkml:trace contextRef="#ctx0" brushRef="#br0" timeOffset="56519.41">6239 10297 200 0,'5'4'20'0,"3"1"19"0,6 2 13 0,4 1 13 0,3 0 0 0,1-1-9 16,5 1-4-16,1-2-7 0,5 1 1 0,2 1-1 0,5 1 0 15,3-1 1-15,1 0-6 0,2 1-1 0,3 0-1 0,3 1 1 16,1 1 1-16,2 2 1 0,2 0 1 0,1 0-3 0,2-1-2 0,1 0 1 0,1 0-1 16,1-1 2-16,2-1 1 0,1-1-2 0,1 0-4 0,2-1-2 15,0-1-6-15,-1 0-5 0,1-1-2 0,0 0-5 0,-2-1-4 0,1 0 2 16,-2-1-2-16,-2-2 6 0,-1 1-1 0,-3-2-4 0,-2 1 5 0,-3-2-6 16,-3-1-2-16,-3 0-3 0,-2-1-1 0,-5-1 1 0,-3-1 1 15,-3-1 1-15,-4 0-4 0,-1 0-5 0,-4-1-2 0,-3 1-10 0,-3-1-9 16,-2 1-12-16,-2-1-19 0,-1 1-24 0,-4-2-30 0,0 2-39 15,-1-2-45-15,-1 1-50 0,1-1-33 0,1-1-92 0</inkml:trace>
  <inkml:trace contextRef="#ctx0" brushRef="#br0" timeOffset="59986.35">3706 8742 104 0,'-14'-17'17'0,"1"1"-38"0,-6 0 26 0,3 5 2 0,2 4 1 15,1 3-2-15,-2 1 0 0,0 2-2 0,0 1-1 0,1 1 0 16,0 1-2-16,0 0 0 0,0 0 1 0,3 0-1 0,0-1 0 0,1 0 0 16,0-1 0-16,1 0 1 0,0-1-1 0,0 0 1 0,1-1-2 0,-1-1 2 15,0 1-1-15,0-1 0 0,2-1-1 0,0 1 1 0,1-1 0 16,1 1 1-16,-1-1-2 0,0-1 1 0,0 2 0 0,0-2-2 0,1 1 0 16,-1 0 2-16,2 0-1 0,-1 0 1 0,1 0 0 0,0-1-1 0,0 0 1 15,0 0 0-15,1 1 0 0,0-1-1 0,0 0 0 0,0 0 0 16,2-1 0-16,1-1-1 0,2-1 1 0,0-2-1 0,1 0 1 0,2-2-1 15,2 0 2-15,1-1-2 0,1 1 3 0,2 1-1 0,0 1-1 16,1 1 1-16,0 1-1 0,1-2 0 0,1 0 0 0,2-1 0 0,0 0 0 16,3-2 0-16,3-1 0 0,3-3-1 0,4-5 1 0,3 0 0 0,3-3-1 15,2-2-2-15,3-2 2 0,3-1 1 0,2-1 2 0,2 0 1 16,2-3-1-16,3 1-2 0,0 0-1 0,1 1 1 0,-1 0-1 0,-2 1 1 16,2-2 0-16,-2 2 0 0,2 1 0 0,-2 2-2 0,-1 2 2 0,-1 2-2 15,0 1 0-15,0 0 0 0,0 1 1 0,-2 2 0 0,0 0 0 16,-2 4 1-16,-2 0-1 0,0 1 0 0,1 3-1 0,-3 2 0 0,-1 4 0 15,0 2 0-15,-4 2 1 0,1 2 2 0,-1 1-1 0,-2 2 0 16,3 1 0-16,-3 2 2 0,3 1-2 0,0 1 1 0,0 1 0 0,2 1 0 16,-1 0 1-16,1 1-1 0,-1 0 0 0,1 4 1 0,1 1-2 0,-2 2 2 15,0 1-2-15,-2 2 1 0,-2 1 1 0,1 3-1 0,-3 2 0 16,-1 3 0-16,-2 2-1 0,-1 0 0 0,0 1 2 0,-1-4-2 0,0 1 1 16,-2-2-1-16,0 0 0 0,-1-2 2 0,-1 0 0 0,0-2 1 0,-3 1-2 15,0-1 2-15,0-1 2 0,-1 1 1 0,-2 1 4 0,-1 1-1 16,-2 0-1-16,-1-1-1 0,-1 1-1 0,-1 0-3 0,-1 1 1 0,-2-1 0 15,-2 5-1-15,0-1 1 0,-1 2-1 0,-2 0 0 0,-1 0 1 16,-3 1-1-16,0 3 0 0,-3 2 1 0,-2 2-3 0,-2 0-1 0,-3 1 4 16,0 2 0-16,-2 2 2 0,-2 1 3 0,-2-2-5 0,-1 0 3 0,-3-1-2 15,0-1 1-15,1-2 1 0,-2-1 0 0,-2-6 3 0,-2 1 1 16,-3-3 3-16,1-1 4 0,-2-1 4 0,1-2 4 0,-4-3 0 0,0-1-1 16,-1-1 3-16,-4-4 1 0,2 1 0 0,-3 1 1 0,-1-3-4 0,0-2-6 15,-1-1 3-15,-1-1-5 0,1-2 1 0,0-3-1 0,-3-1-2 16,0-3-1-16,0-2 0 0,-1-2 1 0,0-3-2 0,1-2-2 0,-1-2-4 15,1-4-2-15,-1-2-2 0,0-3-1 0,1-2 1 0,-1-1-6 0,2-5-3 16,1 0 2-16,0-4 1 0,1-3 6 0,2-4 1 0,5-4-7 16,3-3-3-16,3-4-6 0,3-5-3 0,3-3 0 0,5-5 0 0,2-4 1 15,4-3-2-15,2-5 8 0,2-5 2 0,4-4 5 0,4-6 4 16,5-3-6-16,6-3-2 0,3 0-11 0,4 0 3 0,4 3-5 0,3 2-4 16,2 3-1-16,6 3-16 0,-1 4-11 0,6 4-11 0,1 4-6 0,3 7 1 15,3 3 1-15,1 5-1 0,4 3 2 0,3 2-94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2:29:18.7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19427 11944 1789 0,'-13'-15'120'0,"-1"-1"-7"15,-2-4-7-15,4 5-4 0,4 4-22 0,3 2-19 0,0 0-19 0,2 2-9 16,1 2-10-16,0 0-4 0,1 1 1 0,-1 2-3 0,1 0-3 0,0 2-6 15,0 0-5-15,1 1-4 0,0 0 6 0,-1 2-1 0,1 0-1 16,-1 3 1-16,0 1-3 0,0 2 1 0,-1 4-1 0,0 1 1 0,0 7-7 16,-2 6 2-16,0 3 0 0,0 5-5 0,-1 5 6 0,0 4-4 0,-1 6 6 15,-1 5 2-15,-2 4-7 0,0 6 3 0,0 2-2 0,-2 5 0 16,2 2 4-16,-1 1-9 0,1 2 12 0,1 1 2 0,1 0-4 0,1 2 9 16,0-1-7-16,1 0-1 0,-1-3 1 0,0-3-5 0,0-4 10 0,-2-2 8 15,0-4 8-15,-1-2 14 0,0-4-6 0,-1-2 4 0,0 0-2 16,0-3 2-16,-2-1 1 0,-2-2-11 0,-1 2-4 0,-1-1-14 0,-1 2-10 15,-1 0 2-15,0-1 0 0,-1-1 7 0,1-3-5 0,0 0-1 16,1-3 5-16,0-4-6 0,0-2 3 0,1-5-3 0,3-3-2 0,0 0 9 16,1-2-2-16,0-3-2 0,1 0-1 0,2-3 1 0,1 0-13 0,1-1 2 15,2-5 5-15,1-1-4 0,2-1 17 0,2-2 0 0,2-1-2 16,1-3 6-16,4 1-1 0,2-2 4 0,2 0 4 0,6-2-1 0,3-1 1 16,4-2 4-16,5 0 3 0,3-2-5 0,5-2 4 0,5 0-9 0,4-2-4 15,4 0 0-15,4-2-4 0,2-2 3 0,3 1 1 0,4-1-14 16,2 1-6-16,2-2 5 0,-1 2-3 0,3-1 8 0,0 2-3 0,-2 0-1 15,-2 1-1-15,-2 1 13 0,-3 1-10 0,-1 0 12 0,-2 0 2 16,-3 0-16-16,-2-1 14 0,-1 0-16 0,-3-1 8 0,-1-1 1 0,-1 0-4 16,-2-1 1-16,-2 0-4 0,-2 0 5 0,-2-2-3 0,-1 1 5 0,-1-1-9 15,-2 0-3-15,-2-1-4 0,-2 0-16 0,-3-2-23 0,0 1-20 16,-3-2-32-16,-3 0-43 0,-1 0-50 0,-3-1-82 0,-2-1-117 0,-2-2-117 16,-1-3-61-16,-1-4-152 0</inkml:trace>
  <inkml:trace contextRef="#ctx0" brushRef="#br0" timeOffset="233.33">21166 13814 1574 0,'-1'9'317'0,"-1"3"-217"0,-1 7-32 0,-1 4-27 0,-1 1-22 0,0 5-21 15,-2 3-12-15,-1 5-14 0,0 4 2 0,-1 1 1 0,-2 3 4 16,-1 0 2-16,-1 1 4 0,-1-2-7 0,-1-1-10 0,1-3-2 0,0-4-9 15,2-1-1-15,2-3 15 0,-1-2-3 0,1-1 2 0,1-4-2 0,2 0-1 16,1-4 5-16,2 0 3 0,1-2 5 0,1-2-12 0,0-1-7 16,0-3-10-16,1 0-18 0,1-5-24 0,-1 0-37 0,0-3-48 0,0-4-45 15,1-1-19-15,0-5 11 0,2-3-35 0</inkml:trace>
  <inkml:trace contextRef="#ctx0" brushRef="#br0" timeOffset="367.33">21046 13044 1329 0,'-4'-2'191'0,"1"2"-48"0,-2 1-30 16,2 1-24-16,2 2-26 0,2 2-30 0,2 2-19 0,1 2-7 0,3 3-3 15,0 1-18-15,2 4-40 0,0 2-67 0,1 2-108 0,1 1-131 16,1 3-114-16,2-2-111 0</inkml:trace>
  <inkml:trace contextRef="#ctx0" brushRef="#br0" timeOffset="833.14">21702 13636 954 0,'-2'2'176'0,"1"2"-79"0,-1 1-16 0,1 2-7 0,1 2-4 16,0 3-11-16,3 3-7 0,0 1 1 0,1 1 4 0,0 3 4 0,0 2 3 16,1 0-5-16,0 3 1 0,1 1-8 0,-1 2-18 0,0 1-5 0,-2 3-8 15,3 1-7-15,-2 3 11 0,1-1-1 0,0-2-1 0,-1-1 2 16,0-2-2-16,1-2-2 0,-1 1-2 0,2-4-2 0,-1-2 1 0,1-3-3 16,0-4-4-16,0-1-1 0,2-3 4 0,0-1 4 0,-1-1 10 0,0-4 12 15,-1 0 12-15,0-2 15 0,0-2 9 0,0-2 4 0,0-1 7 16,0-1-5-16,0-1 1 0,0-2 0 0,1-1-9 0,0-3-9 0,1-1-14 15,0-2-12-15,-1 0 2 0,2-3-2 0,0-1-3 0,1-2-3 16,0-2-9-16,0 0-13 0,1-2 3 0,0-2 1 0,1 1-6 0,1-1 2 16,-1 1-3-16,1 0-3 0,-2 2-1 0,1 2-4 0,0 1 2 0,0 2-8 15,1 1 4-15,-3 4-11 0,1 0-3 0,-1 2 1 0,1 1-5 16,0 3 40-16,0 2-23 0,-1 1 1 0,1 3-2 0,1 1-27 0,0 2 22 16,1 3 16-16,-1 3-1 0,1 1-1 0,0 2-1 0,-1 3-17 0,-1 0 4 15,-1 3 0-15,-1-1-4 0,0 3-5 0,0 1-5 0,0-1-4 16,-1 1-11-16,0-1-3 0,-1 0-5 0,0 2-15 0,-1-2-2 0,0 1-2 15,0-2-6-15,0-2-8 0,-1-3-17 0,-1 1-26 0,1-2-31 16,-1-1-28-16,1-1-29 0,0-1-30 0,0-1-28 0,0 0-47 0,-1-3-34 16,-1 0 4-16,1-3-99 0</inkml:trace>
  <inkml:trace contextRef="#ctx0" brushRef="#br0" timeOffset="1150.13">22650 13885 435 0,'-1'-8'200'0,"2"0"-71"0,0-1-14 0,1 3 1 15,-1 3 8-15,1 1-5 0,-2 2-4 0,2 2-13 0,0 1 2 16,1 2-4-16,-1 3-6 0,1 1-1 0,-1 2-14 0,1 1-21 0,0 4-12 16,0 3-10-16,1 2-18 0,1 3 1 0,-1 2-14 0,2 0-9 0,1 3-4 15,0 0-12-15,1 2-7 0,1-1-6 0,2 2-5 0,1-2-9 16,2-2-10-16,0-2-15 0,3-2-12 0,2-2 1 0,3-3 4 0,1-1 17 16,3-2 16-16,-1-2 18 0,2-1 16 0,-3-3 10 0,1-2 20 15,0-3 23-15,0-2 29 0,0 0 35 0,-2-2 16 0,-1-1 14 0,-1 1 12 16,-2-2-3-16,0-1-2 0,-1 0-9 0,-2-1-18 0,-1 0-19 0,0-1-12 15,0 0-11-15,-1-1-11 0,-1-1-3 0,0 1-11 0,0-2-7 16,-2 1-8-16,1-1-4 0,-1 0 1 0,1 0-12 0,-1 0-1 0,-1 1 2 16,-2 0-3-16,1 2-1 0,-4 0-7 0,2 1-4 0,-2 2-4 0,0 0 0 15,0 2 0-15,-1-1-9 0,0 2 2 0,1 0-7 0,-1 1-13 16,-1 0-9-16,1 2-17 0,-1 0-16 0,0 1-23 0,0 0-25 0,0 1-36 16,-1 1-35-16,-1 0-31 0,1-1-27 0,0 2-25 0,0-1-26 0,1 1-31 15,0-1-8-15,1-1 27 0,0 0-77 0</inkml:trace>
  <inkml:trace contextRef="#ctx0" brushRef="#br0" timeOffset="1400.14">24620 13571 1597 0,'3'1'551'0,"0"1"-396"0,-1 2-69 0,-1 1-46 15,0-1-5-15,-1 3-4 0,0 2-2 0,0 1-12 0,-1 3 0 0,-2 0-2 16,-1 2-8-16,0 2-2 0,-4 3-5 0,0 3-8 0,-4 3-4 16,-3 4-1-16,-3 4 0 0,-3 3-2 0,-2 2-10 0,-3 2 3 0,-1 2 2 15,-2 4 3-15,-1 1 7 0,-1 1-8 0,0 2-5 0,0-1-9 16,0-1-12-16,0 0-19 0,4-6-15 0,-3-2-8 0,3-2-11 0,1-4-20 16,3-2-33-16,2-6-46 0,2-1-43 0,2-5-54 0,1-2-21 0,0-1 8 15,2-3-25-15</inkml:trace>
  <inkml:trace contextRef="#ctx0" brushRef="#br0" timeOffset="1584.14">23824 14035 2911 0,'16'18'156'0,"2"1"-50"0,5 6-58 0,2 4-34 0,1-1-9 0,1 4-3 15,4 2-9-15,2 3 4 0,4 1-5 0,4 1-6 0,1 0-16 0,0-1-29 16,1-2-37-16,-4-2-55 0,0-3-74 0,1 0-69 0,-1-3-93 16,-1-1-114-16,-2-2-88 0,0-2-100 0</inkml:trace>
  <inkml:trace contextRef="#ctx0" brushRef="#br0" timeOffset="2434.14">18498 12130 1625 0,'19'-36'494'15,"10"-3"-448"-15,13-11 0 0,9 3 7 0,9 4 10 0,12-2-19 0,10-1-17 16,8 1-12-16,10 0-5 0,6-1-1 0,8 0-8 0,6 4 2 16,6 2-6-16,7 2-1 0,6 2 2 0,6 0-9 0,9 5 10 0,5-1-4 15,7 3 2-15,6-1 6 0,6 1-6 0,6 2 0 0,7 0-1 0,6 1-9 16,8 2 3-16,4 1-4 0,4 4 0 0,4 4 5 0,3 4-12 0,1 3 3 16,2 6 2-16,-2 6-4 0,-3 5 8 0,1 4 2 0,-4 6-2 15,-3 4 3-15,-4 4 3 0,-5 7 3 0,-6 4 1 0,-7 4-9 0,-8 5 7 16,-10 1-6-16,-7 3 8 0,-7 3 4 0,-8 5-5 0,-6 6 1 15,-10 3-1-15,-7 6 5 0,-8 3-5 0,-9-1 6 0,-8 5-5 0,-9 1-5 16,-10 4 0-16,-9 5-8 0,-7 3 1 0,-9 8 4 0,-7 3-6 0,-7 4 7 16,-9 7-1-16,-6 4 0 0,-6 2 6 0,-6 1-3 0,-7-1 4 15,-4 0 4-15,-4-2 1 0,-4-1-1 0,-5 0 5 0,-5 0-2 0,-6 0 6 16,-7 0-1-16,-5 1-5 0,-7-2-4 0,-9 1-6 0,-4-4 1 0,-5-1 0 16,-7-2 1-16,-3-4 0 0,-6-2 0 0,-6-7 1 0,-3-5 11 15,-6-5 11-15,-2-4 1 0,-5-8 6 0,-5-3-3 0,-5-6 8 0,-6-6-5 16,-9-6-8-16,-5-4 6 0,-7-4-8 0,-6-3 7 0,-6-6-5 15,-6-4-8-15,-4-3-4 0,-6-4 3 0,-3-3 2 0,-5-1 0 0,-3-5-4 16,-4-3 1-16,-1-2 4 0,0-5 2 0,-4-3 10 0,-2-2 0 0,-1-3 1 16,-4-2 4-16,-1-4-1 0,0-2 22 0,1-3 4 0,-2-5-4 15,0-3 12-15,-1-3-4 0,-1-5 4 0,-2-4 10 0,-4-7-21 0,0-7-11 16,4-7-11-16,7-3-1 0,12-4 5 0,7-3-1 0,6-2-2 0,9-6-13 16,5-4-10-16,8-5-8 0,9-5-12 0,10-6-19 0,11-3-11 15,8-5-4-15,10-6-2 0,8-3 15 0,10-4-5 0,11-3 0 0,9 0-17 16,13-2-19-16,12-1-21 0,10 2-51 0,13 0-39 0,12 1-33 15,13 2-43-15,13 1-42 0,12 2-58 0,11 2-51 0,14-1-202 0</inkml:trace>
  <inkml:trace contextRef="#ctx0" brushRef="#br0" timeOffset="7869.25">2623 3298 997 0,'-35'7'-44'0,"-4"2"58"0,-7 4 11 0,6 1 3 15,5 3-18-15,1 2 0 0,-1 0-4 0,1 2-6 0,-1 3 9 0,3 1-5 16,0 5-7-16,0 2 2 0,3 3-3 0,-3 0-3 0,2 4 2 0,-2 4-4 15,1 1 1-15,0 3-2 0,2 2 1 0,-1 3 7 0,1 4-1 16,1 3 5-16,13-28 0 0,-3 9-3 0,-1 2-10 0,-5 9-2 0,0 2 0 16,-5 10-2-16,-1 2 11 0,-6 12 2 0,1 2 1 0,-3 3 2 0,0 3 0 15,-1 2-2-15,-3 3 0 0,2 3 2 0,-1 3 1 0,-1 2 5 16,0 1-5-16,1 1 0 0,-1 2 2 0,22-51 13 0,-2 7 5 0,0 0 1 16,-1 6 1-16,0-1-14 0,-1 7 4 0,1 0 6 0,-1 7-3 15,2-1 6-15,-2 6-8 0,2 2-4 0,-1 5-13 0,2 1 16 0,0 6-1 16,3 2 1-16,-1 5 10 0,2 0-24 0,4 2-7 0,1-1 7 0,2 0 4 15,3 3 5-15,2 0 7 0,1 1-6 0,4 1-9 0,2 0 3 16,2 3-1-16,3 0-2 0,2 1 7 0,3 2-10 0,1 0-5 0,3 2-4 16,5 8-45-16,20 107 0 0,4-8 0 0,4-16 1 0,0-10 35 0,1-15 1 15,-1-13 0-15,-2-15 6 0,-3-24 10 0,-1 0 4 0,2 0 6 16,2 1-5-16,0-2 5 0,1 0 2 0,3 0-9 0,7 14 12 0,43 95-2 16,-12-35 12-16,-9-33 19 0,-19-49 6 0,1-1 4 0,2-1-5 15,1-2-2-15,2-2-3 0,-1-2 7 0,3-3-1 0,2-2 4 0,1-2-1 16,1-2 5-16,4-4-1 0,1-2-4 0,3-2 0 0,2-5-15 0,1-3-6 15,4-6-12-15,0-3 0 0,4-2-2 0,1-5 1 0,4-2 4 16,2-3-7-16,2-2-3 0,4-2-1 0,1-2-2 0,0-2-4 0,3-3-3 16,3-1 4-16,0-1 3 0,2-3 1 0,4-2 6 0,0-2-8 0,2 1 3 15,2-2-4-15,0 1-4 0,3-3 1 0,0-2-2 0,2-1 7 16,1-2 2-16,0 0-2 0,1-2-4 0,-1-1 7 0,3-1 4 0,1 0 0 16,0-2 8-16,2 1-6 0,0-4-6 0,1 0 5 0,3-4-6 15,3-1 1-15,-1-2-2 0,3 0-3 0,3 0 2 0,0-2-3 0,4-2 0 16,0-1-5-16,4-2 0 0,0 0-1 0,4-2-1 0,2-2 5 0,3-2-7 15,2 0 1-15,0-1 3 0,1-2 2 0,-1-1 1 0,0-3-1 16,1 0-1-16,-2-2-3 0,1-2 0 0,-4 0 2 0,1-2-3 0,-3 0-1 16,-2-1-3-16,-2 0 2 0,-3 1 0 0,-3-1 1 0,-4 2-7 0,-3-2-17 15,-4 2-26-15,-3 1-35 0,-3 0-43 0,-7 2-40 0,-2 0-35 16,-4 1-24-16,-3 1-18 0,-4-1 4 0,-3 1 19 0,-3-1 46 0,-2-2-30 16</inkml:trace>
  <inkml:trace contextRef="#ctx0" brushRef="#br0" timeOffset="8200.26">15474 14249 1436 0,'29'-14'80'0,"4"-1"-57"0,10-3-7 0,-3 4 0 0,-2 4-6 0,2 3-9 15,4 4-6-15,2 2-2 0,2 3 2 0,3 4-1 0,-2 5 1 16,-1 2 1-16,-1 4 2 0,-2 4 4 0,-1-1-2 0,-3 2 0 0,-1 2 2 16,-3 0 6-16,-4 4 13 0,-3 0 3 0,-4 3 6 0,-3 0-1 15,-4 2 2-15,-5-1 1 0,-3 3 2 0,-4 0 6 0,-4 3 4 0,-6 3 0 16,-3 1-1-16,-6 3-2 0,-5 5-9 0,-6 1 1 0,-6 4-11 0,-8 3-13 15,-5 2-12-15,-8 4-23 0,-5 4-7 0,-5 4-8 0,-3 3-23 16,-5 6-22-16,-3 2-58 0,-1 1-72 0,-2 4-87 0,-1-1-87 0,1 3-204 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2:44:53.0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16105 6301 253 0,'-7'-7'109'16,"0"-2"-97"-16,-2-1-21 0,3 3-4 0,2 1 3 0,1 1 6 0,0 0 6 15,-1 0-1-15,1 0 0 0,0 0-1 0,0 0-1 0,1 0 1 16,-1 1-1-16,0 1 1 0,1 0 1 0,1 1-1 0,-1 1 3 0,1 0-1 15,-1 0 3-15,0 1-1 0,0-1 2 0,1 1 3 0,-1 1 0 16,1-1 4-16,-1 0 2 0,1 1 3 0,0-1 4 0,1 0-2 0,0 0 4 16,1 1 4-16,0 0 0 0,2-1 9 0,1 1 3 0,1 0 4 0,3 0 3 15,1 0-1-15,2-1-3 0,1 0-1 0,5 0-3 0,3-1-2 16,2 1 3-16,4-2-4 0,3 0 0 0,4 0-3 0,2-2-4 0,5 0-2 16,2 0-10-16,4 0-2 0,3-1-5 0,3 0-2 0,3 0 0 0,0 0 1 15,3 1-1-15,1 0-2 0,1-1-2 0,1 2 2 0,2-1-2 16,2 1 0-16,0 1-3 0,2 1-1 0,2 0 2 0,-1 2-1 0,4-1 2 15,1 1-1-15,1 0-4 0,1 0 2 0,1 0-3 0,1 1 3 16,2-1 1-16,-1 2-1 0,2 1 0 0,1 0 0 0,0 0-4 0,-1 0-1 16,1 0 4-16,1-2 0 0,0 0 5 0,2-2 7 0,-1-2 4 0,3-1 5 15,1-2 4-15,0-3 3 0,0-1 1 0,0-2 4 0,1 0 2 16,-2-2-5-16,1-2 0 0,-3 0-9 0,-3 0-3 0,-1-1 2 0,-3-2-1 16,-2 0 5-16,-3 1-3 0,-3 1 3 0,-1 1-2 0,-4-1-3 0,-3 1-3 15,-1 0-2-15,-3 0-3 0,-2 1-5 0,-2 1 2 0,-2-2-6 16,-3 0 1-16,-4 1 2 0,-3 1-1 0,-2 1 2 0,-6-1-9 0,-3-1 4 15,-4 0-6-15,-3 1 1 0,-3-1 1 0,-5-1 1 0,-1 0 8 0,-3-1 0 16,-2-2 3-16,-3-2-4 0,-2-1-5 0,-4-2-3 0,-1-2-1 16,-3 1 5-16,-3-2 4 0,-1-1 3 0,-3-1-1 0,-2-1 0 0,-1-2 1 15,-4-1 2-15,-2-1 1 0,-1 0-1 0,-2 1 1 0,-1 1-1 16,-1-2-1-16,-2 1 1 0,-3-1-4 0,-2 1-5 0,-2-1 8 0,-2 2-4 16,0-1 3-16,-3 2 0 0,-3-2-9 0,-4 2-2 0,-1-1 0 0,-3 2 0 15,-5 0 2-15,0 1-1 0,-3-2 2 0,-2 0-1 0,-2-1-2 16,-1 2 2-16,-2 0-4 0,-1 3 2 0,-2 0-1 0,-2 0-2 0,-1 2 1 15,-1-1-3-15,-3 2-1 0,1 0 10 0,-3 1 2 0,-2 4-1 0,0 0 4 16,-2 2-10-16,-3 2 1 0,0 1-1 0,-1 0-2 0,1 2 3 16,0-1 1-16,0 2-3 0,1 2 5 0,2 0-2 0,1 0 1 0,1 3 1 15,3 0-3-15,1 2 5 0,1 2-2 0,0 1 2 0,2 2-2 16,1 2 1-16,-2 1 0 0,0 2 1 0,-1 2-1 0,-2 0-5 0,-1 3 1 16,-3 2-5-16,0 3 4 0,-1 0 0 0,-1 1-4 0,1 1 6 0,-1 1-10 15,0 0 4-15,1 1 4 0,0-1 0 0,3 0 12 0,1 1-5 16,3 0-2-16,3-2 0 0,0 1-1 0,1 0-2 0,3-1 6 0,1 1-4 15,3 1-1-15,3 0 1 0,0 1-5 0,4-1 3 0,2-1 2 0,2-1 1 16,3 0 2-16,1-1 0 0,2 1-2 0,1 1 5 0,2-1-4 16,3 1 3-16,3 1 1 0,1-1-3 0,2 2 1 0,1 0-3 0,3 0-3 15,0 1-5-15,2 0 2 0,1-1 1 0,2 3 4 0,2-1 1 0,1 0 1 16,4 0 2-16,1-3-3 0,3 0 2 0,4-3 1 0,4-2-2 16,3-1-1-16,4-1 5 0,3 0 0 0,3-2 2 0,5 0 3 0,3 0-1 15,4 0 0-15,1-1 3 0,6-1-7 0,2 1 1 0,4-2 1 16,4-1-3-16,3-1 1 0,4 0-6 0,1-1-1 0,4-1-4 0,4 1-3 15,1-2-3-15,3 1-5 0,2 0-10 0,0 0-16 0,3 0-63 0,1-1-97 16,1 0-76-16,2 0-60 0,0-1 13 0,1-2 7 0</inkml:trace>
  <inkml:trace contextRef="#ctx0" brushRef="#br0" timeOffset="20867.73">3775 6638 1 0,'-15'-4'0'0,"2"1"2"0,-2-2 77 0,8 3-72 0,2-3 0 0,1 1-1 0,1 0-2 16,1 0-1-16,0 0-1 0,1 1 0 0,0 0-1 0,0 1 0 15,0 1 0-15,0 1-1 0,-2 0-1 0,1 1 1 0,0 1-2 0,-2 2-2 16,1 1 1-16,-3 0-1 0,0 2-4 0,-2 0 1 0,2 0-4 0,-2 1-1 15,1 0-8-15,0 1 2 0,-1-1 6 0,1 0 4 0,-1-2 6 16,-1-1 1-16,1 0 1 0,-1 0 0 0,0 0 2 0,2-1 4 16,-1 0 3-16,1-1 9 0,-1-1 1 0,0 0-2 0,1-1-1 0,1-1-1 0,1 0 2 15,1-2 3-15,0 0 0 0,1-2 0 0,0-1-2 0,1-1-2 16,0-1 0-16,1 0 0 0,-1-2 2 0,1 0 3 0,-1-2 2 0,0 0 1 16,0 0 2-16,0 2-3 0,1 0 1 0,1 0 0 0,-1 1 0 0,1 0-2 15,0 0 0-15,0 1-5 0,1-1 1 0,1 2-5 0,0-2-1 16,2 2-1-16,0-1-3 0,3 1 0 0,1-1-4 0,2 0 1 0,2-1-1 15,3 0 1-15,2-2 0 0,3-1-1 0,2-1-1 0,2 0 3 0,4-2 0 16,-1-1 2-16,3 0 0 0,1-3-4 0,3 1 1 0,1-1 0 16,1 0 0-16,0 1 3 0,1 1-2 0,2 0-1 0,-2 1 0 0,2 1 2 15,-3 3-2-15,-1-1 4 0,2 3-1 0,1 1 2 0,0 1 2 16,0 3-1-16,-1 2 0 0,1 2-1 0,-1 2-2 0,2 1 0 0,1 4 0 16,-2 0 3-16,0 4 0 0,1 0 0 0,0 3 1 0,2 2-1 0,-2 2-3 15,1 1-2-15,2 0-1 0,0 4 2 0,2-1-4 0,0 3 0 16,1 2 1-16,2-2-2 0,0 2 0 0,1-1 2 0,3 0-4 0,0-1 0 15,2 1 1-15,-2 0 0 0,1 1-2 0,-1-1-1 0,-1 0 0 0,2 1-2 16,-3-2-1-16,-1 0 3 0,-1 1-2 0,-1-1 2 0,-2 2 3 16,-1-1-3-16,-1 1 3 0,1 0-1 0,-2-4-2 0,-1 1-1 0,-2-1 4 15,-1 0 3-15,1 1 4 0,-2 0 5 0,-1 0-5 0,-1 0 1 16,-2 1 1-16,-2 0 1 0,-2 0 0 0,-2 0-1 0,-2 1-5 0,-3 1 2 16,-1 0 2-16,-2 0-2 0,-5-1 3 0,-1-2 0 0,-3 1 0 0,-2-2 2 15,-3 1-1-15,-3 0 2 0,-2-1 1 0,-4 1-1 0,-2-2 2 16,-5 1-4-16,-3-1 0 0,-3-2 1 0,-7 2 9 0,-2-1 2 0,-6-1 4 15,-1 0 0-15,-5-2-8 0,-2-2 0 0,-1-2-2 0,-4-1 0 0,-2-1-6 16,-2-2-2-16,-5-1 0 0,-2-3-2 0,-1-1 4 0,-2-3 4 16,1-1 2-16,-1-3 4 0,0-2 3 0,0-1 1 0,1-3 2 0,0-2 3 15,0-1 2-15,-1-2 1 0,1-1 3 0,-2 0 2 0,1-1 3 16,-1-2 0-16,0 0 1 0,0-1 1 0,0-1 11 0,1 0-1 0,1 0 3 16,0-1-3-16,1-1-10 0,3 0-5 0,1-2-11 0,3 1-2 0,3 2-5 15,2-1-9-15,1 1 3 0,4 1-5 0,3 0-5 0,0-2-4 16,5 2-17-16,3-1-14 0,3-1-27 0,3 1-59 0,3-2-105 0,3 0-109 15,0 0-140-15,2-1-1 0,1-2 42 0</inkml:trace>
  <inkml:trace contextRef="#ctx0" brushRef="#br0" timeOffset="26651.73">7433 7061 864 0,'-21'-11'65'0,"1"0"-81"0,-3-3-21 0,7 5 4 16,7 1 13-16,-1 2 18 0,1-1 3 0,0 0-7 0,1-1-12 16,-1-1-13-16,1 1-8 0,3-1 0 0,0 0 3 0,0 0 7 0,1 1 12 15,-1-1 7-15,0 0 8 0,1 1 8 0,1-2 7 0,-1 1 9 16,0-1 3-16,0 1 8 0,0-1 2 0,0 0 3 0,0-1 7 0,1 1 3 16,0-1 1-16,0 1 1 0,1-2-3 0,0-1-3 0,2-1-3 0,1-2-7 15,1 0-5-15,2-4-9 0,1-1-8 0,3-1-3 0,1-2-1 16,3 0-4-16,1-1 2 0,3-1-1 0,0 1 0 0,3-3 2 0,1 1 1 15,0-3 4-15,3 2 3 0,1 0 3 0,1 0 5 0,2 0-1 0,1 0 2 16,2-1-7-16,2 0-3 0,4 2-4 0,0 0-3 0,2 1-1 16,4 0-1-16,1 2 1 0,2-1-3 0,0 0 0 0,3 1 1 0,2 0-3 15,2 2 2-15,3 0 0 0,2 0-1 0,2 3 0 0,1-1-1 16,2 1-6-16,2 2 2 0,0-2-3 0,1 2 1 0,0 1-1 0,-1 2 2 16,0-1-2-16,0 1 3 0,1 1 1 0,0 0-3 0,2 1 4 0,-1 2 5 15,-2 0 4-15,1 2-5 0,-2 2 0 0,-1 0-3 0,1 2-3 16,-2 1 5-16,0 2-2 0,0 1-2 0,-2 4 1 0,-1 1-5 0,-1 3 1 15,-2 3 0-15,-2 2 4 0,-2 3 8 0,-1 1-5 0,-1 2 2 0,-3 3-4 16,-1 1-4-16,-3 3 3 0,-2 1 1 0,-1 2-4 0,-4 1 2 16,-3 3 1-16,-3 1-5 0,0 2 4 0,-4 0-2 0,-1 2 1 0,-2 1 0 15,-5 0 0-15,-1 3 1 0,-2 2-6 0,-4 1 4 0,-2 2 3 16,-3 1-4-16,-2 0 7 0,-3 0-6 0,-3 1-3 0,-2 0 5 0,-2 1-3 16,-4 0 5-16,-3-2 5 0,-2-2 1 0,-3 2 1 0,-3 0-5 0,-2-2 5 15,-3 0 3-15,-2 0 5 0,-1 0 7 0,-5-1-3 0,-2 0-1 16,-3 0 2-16,-4 1 1 0,-1-1-2 0,-3-2-3 0,-2-2-1 0,-2 0-6 15,-1-2 5-15,1 0-2 0,-2-3-6 0,0-2 11 0,1 0-2 0,-2-4 2 16,2 1 10-16,0-3-5 0,0 0-5 0,1-3 5 0,2-3-1 16,0-1-4-16,2-3 7 0,-1-1-2 0,0 0 0 0,2-2 0 0,0-2 1 15,1-1-1-15,1-1 0 0,1-2 2 0,0-2-2 0,0-2-5 16,2-1-2-16,0-1-4 0,1-1 2 0,0-2 5 0,5-1-1 0,-1-2 3 16,2-1-6-16,0-2 2 0,-1-3 1 0,3 0 0 0,-1-2 8 0,4-1-3 15,0-1 6-15,2-2-3 0,0 0 0 0,2-1 5 0,1 1-2 16,2 0 5-16,2-1 2 0,0 0-9 0,2 0-4 0,2 0-5 0,1 0-3 15,1 1 4-15,1 0-4 0,2 0 2 0,-1 0-7 0,3 1-9 0,0 1 2 16,1 1 6-16,0 1-4 0,2 0 9 0,1 0 0 0,0 1-13 16,2 0 1-16,-1 0-1 0,0 1-4 0,2 1 2 0,0-1-1 0,2 1-5 15,1 2 0-15,-1-1-3 0,2 1-2 0,-1 1 1 0,1 0-5 16,0 0 3-16,0 1-8 0,2-1 1 0,-1 2-7 0,1 1-6 0,-2-1 0 16,1 1-8-16,0-1-4 0,0 2-10 0,1 0-10 0,0-1-15 0,0 1-8 15,0 1-10-15,1-2-11 0,1 1-2 0,3-1 0 0,0 0-3 16,2 0 2-16,1-1 8 0,1 0 5 0,2-2 6 0,2 0 8 0,3-1-2 15,0-1-4-15,4-1-2 0,2-1 1 0,2 0 6 0,3-2 11 0,3-1 10 16,2 0 13-16,1 0 9 0,2 1 9 0,3 1 10 0,2-2 6 16,0 1 5-16,2-1 3 0,0 0-5 0,1 3-10 0,2-1-30 0</inkml:trace>
  <inkml:trace contextRef="#ctx0" brushRef="#br0" timeOffset="27167.64">10568 7522 412 0,'31'4'122'0,"7"2"-31"0,10 2-8 0,0 0-6 16,-5 0 3-16,3 1-3 0,1 0-9 0,1-1-6 0,2 1-14 0,1-2-7 15,0-1-3-15,1 2-7 0,0 0 5 0,1 0 6 0,0-1 4 16,0 0 7-16,-1 1 9 0,-1-2-6 0,1 1 1 0,-1-3-3 0,-2 1 1 16,0 0 0-16,-1-1 4 0,1 0 7 0,0-1-4 0,0-1 2 0,1-1-8 15,2 0-13-15,0 0-7 0,3 0-6 0,-2-2 2 0,2 0-1 16,-1 0 0-16,-2-1-8 0,2-1-4 0,-2 1 2 0,0-1-3 0,2 0 8 15,-1-1-2-15,-1 1-2 0,-1-2-2 0,0 1-5 0,-1-2 1 0,1 0 1 16,-2-1-16-16,0-2 4 0,0 0 3 0,-2-1 0 0,0 1 24 16,-2-1 2-16,-2-1 2 0,1 0-1 0,-1-3-9 0,-2 1 0 0,0 0-5 15,-2-2 0-15,-2-1-4 0,0 1-4 0,-1 0 0 0,-1-1-5 16,0 0 4-16,-2 0-2 0,-2 2 0 0,-2-2-2 0,-1-1 2 0,-4 0-2 16,1 0 0-16,-3 1 2 0,-2-1-3 0,0 1-2 0,-4-2 0 0,-3 0 0 15,-1 0 2-15,-2 3-2 0,-2-1 5 0,-2-1-3 0,-1-1-2 16,-3 1 0-16,-2-3 2 0,-2-2-2 0,-3 1-2 0,-2-3 1 0,-2 0-6 15,-3-3-13-15,-2-1 10 0,-4 0-2 0,-3-2-2 0,-2 0 19 0,-4-4-16 16,-1 1 4-16,-4 0-3 0,-2-1-2 0,-4 1 2 0,-3-3-1 16,-4 1-1-16,-4-2-3 0,-2 2 3 0,-4 2 4 0,-2-1-4 0,-5 1 0 15,-1 0 6-15,-2 0-11 0,-1 0 1 0,-1 2 12 0,0-1-2 16,1 2 12-16,-1 0 7 0,1 2-9 0,2 2-6 0,-1 2-1 0,0 1-2 16,3 2 0-16,-1 3 5 0,0 1-4 0,1 2 1 0,1 2-4 0,1 2 1 15,1 3-3-15,2 2 3 0,0 2 1 0,0 3-2 0,2 2-3 16,0 3-5-16,0 3 2 0,-2 3-2 0,1 3 0 0,-1 4 2 0,-1 3-2 15,-1 2-2-15,1 5 1 0,-1 2-1 0,0 4 1 0,2 2-1 0,0 3-6 16,4 0 12-16,1 1-2 0,3 2-7 0,5-1 5 0,4 0-11 16,6 1-12-16,5-1-1 0,4 2-7 0,5 1-11 0,3 1-15 0,5 1-32 15,3 3-54-15,3 4-63 0,2 1-89 0,4 4-61 0,1 3-13 16,3 2 17-16,2 7 105 0,2 1-11 0</inkml:trace>
  <inkml:trace contextRef="#ctx0" brushRef="#br0" timeOffset="37685.94">8725 8610 1975 0,'-21'-18'-13'15,"2"0"-83"-15,-5-5-7 0,7 6 20 0,6 5 18 0,2 2-16 0,1 2-43 16,-1 2-59-16,1 0-27 0,-2 2 5 0,-1 1 32 0,0 1 43 16,-2 1 32-16,-1 1 23 0,-1 2 20 0,-1 1 17 0,0 0 15 0,-3 1 13 15,0-2 7-15,0 1 5 0,-3-2 3 0,-2 0 5 0,1 0 3 16,-1-1 7-16,3 1 7 0,-1-2 8 0,0 0 8 0,1 0 9 0,-1-1 7 16,2-1 5-16,1 0 4 0,2-1 1 0,3-1 2 0,0 0-10 0,3-1-8 15,1 0-13-15,1-1-11 0,3 1-7 0,2-1-5 0,1 0-4 16,2-1-2-16,2-1 0 0,1 0-1 0,1-3 2 0,2 0-1 0,3-3 0 15,0-1 4-15,2 0-4 0,3 1 2 0,1-3-3 0,2 0-13 16,1 0 1-16,3 1-2 0,3 0 3 0,0 0 9 0,2 1-1 0,1-1-2 16,1 0-1-16,3 1 1 0,1 2-1 0,2-1 2 0,-1 2 0 0,2 0 0 15,3 2-2-15,2 1-2 0,3 1-2 0,1 0 4 0,2 3 0 16,3 0 0-16,3 2-2 0,1 1-3 0,2 2-6 0,2 1 2 0,-2 2-1 16,2 0-4-16,-1 2 5 0,0 1-3 0,-1 1 2 0,1 2 3 0,-2 1 2 15,-1 1 0-15,-1 0 0 0,-2 1 1 0,0 1-1 0,0 1-1 16,-1 2 0-16,-3-2 0 0,-1 3 0 0,-2 1 0 0,-2 0-2 0,-1-1 1 15,0 4 6-15,-2 0 4 0,-3 2 3 0,1 3 1 0,-5 1-5 0,0 3-3 16,-2 1 0-16,-3 3 0 0,-1 0 1 0,-5 4-1 0,-1 1 3 16,-4 2-1-16,-2 2-3 0,-4 0 1 0,-2 2-6 0,-3 4 0 0,-4-1-2 15,-4 3 5-15,-2 1-2 0,-6 1 0 0,-4 2 2 0,-5 2-10 16,-5 0 1-16,-6-1-6 0,-4 0-4 0,-4-1-7 0,-6-2 5 0,-3-2 9 16,-3-3 3-16,-3 0 18 0,-2-4 8 0,-3-5 4 0,0-2 12 0,-3-5-2 15,0-3 4-15,2-6 7 0,-1-3 3 0,3-4 6 0,0-4 9 16,2-4 3-16,2-4 10 0,0-3-2 0,2-3-1 0,2-3-3 0,-1-3-9 15,4-3 1-15,1-3-5 0,2-2 0 0,4-3-1 0,1-3-10 0,4-2-3 16,2-3-14-16,3-2-22 0,0-3-3 0,5 0-8 0,0-4-4 16,5-1 9-16,2-1-5 0,1-2-3 0,5 2-4 0,0 0 1 0,4-2-5 15,2 2-6-15,4-1-6 0,2 3-18 0,3 2-21 0,5 3-33 0,1 3-48 16,5 0-77-16,2 5-87 0,4-1-60 0,5 3 67 0,3 1-26 16</inkml:trace>
  <inkml:trace contextRef="#ctx0" brushRef="#br0" timeOffset="39202.94">17110 9010 506 0,'-1'-3'169'0,"0"2"-100"0,1-2-51 16,0 2-14-16,2 1-6 0,1 0-1 0,0 1-4 0,3 1 2 0,0-1 0 16,0 2 6-16,3 1 3 0,-1 0 6 0,1 1 1 0,-1 0-3 0,2 2-2 15,0-2-4-15,1 2 0 0,0 0 2 0,3 1-1 0,-2-1 4 16,2 3 2-16,1-1 2 0,-1 1 3 0,0 0 6 0,2 1 12 0,0-1 13 16,2 0 10-16,-1 1 10 0,5 0 6 0,2 1-5 0,1 0-4 15,4-1-5-15,2 1-11 0,3 0-7 0,2 0-6 0,2-1-10 0,2 0-5 16,2 1-3-16,1 1-1 0,4 1-4 0,-1-1 0 0,2 1 0 0,0 1 2 15,1-1 5-15,1 1-3 0,-1-1 1 0,1 0-3 0,-2 1-2 16,0-2 0-16,1 1-2 0,-1-2 0 0,-1 0 0 0,1 1 3 0,1-3-5 16,-2-1 0-16,0-2 2 0,0 0 0 0,-1 0 7 0,1-1-2 0,-1-1 0 15,0-1-9-15,-1-1-7 0,2-2 4 0,-1 0-3 0,-1-2 6 16,-2 0 2-16,1-1-2 0,-2-4-4 0,0 1 1 0,-1-2-3 0,-2 0 7 16,-2 1 9-16,-1-2 0 0,-2 0 1 0,1-3-4 0,-4-1 2 15,-1-2 1-15,-2 0 3 0,0-1 2 0,-3-2 4 0,-1 0 5 0,-3 0 8 16,-2-3 4-16,-1 1-4 0,-2-1 1 0,-2-3-3 0,-2-1 2 0,-2-2-4 15,-2-3-3-15,-2-1-7 0,-3-2-9 0,-1-1 2 0,-3-2-8 16,-2-1-1-16,-2-1 9 0,-2-3-9 0,-3 1-1 0,-3-1 4 0,-2-2-8 16,-3 2 8-16,-3-1 6 0,0-3-1 0,-4 3-4 0,-1-3 1 15,-4-1-5-15,0 0-2 0,-4 0 4 0,-1 0-3 0,-2 1 1 0,1 2 3 16,-2 2-12-16,-2 0 9 0,-1 3-3 0,-3 1-5 0,-2 0 11 0,-2 3-9 16,1 1-1-16,-2 3-1 0,-1 0 1 0,-2 3-2 0,1 2 1 15,-2 1 1-15,-1 3-4 0,1 0 2 0,-3 0-1 0,0 3 1 0,-2 1 0 16,-1 2 1-16,0 2-1 0,0 3 1 0,-2 2 2 0,1 1 3 0,1 3 1 15,0 2 0-15,2 1 2 0,-2 3-3 0,1 1 2 0,-1 2-1 16,0 0-1-16,1 3 4 0,2 2 0 0,2 2 4 0,2 3 1 0,1 1-2 16,1 2-3-16,3 3-2 0,1-1-2 0,0 2 0 0,0 3-3 0,1 1 2 15,2 3-2-15,3 0-3 0,0 3 1 0,2-1 2 0,2 0-8 16,5-2 14-16,1 1-1 0,5-2 0 0,2 2 4 0,4-3-7 0,2 0 1 16,2-2-3-16,2 0 1 0,3-1 1 0,2 0-1 0,1 0 1 15,1-2 0-15,2 0 1 0,1-2 0 0,2-1 5 0,1 0-2 0,3-2 3 16,0 1-3-16,2-1 5 0,1 1-1 0,1-1-2 0,-1 0 1 0,2 1-4 15,1-2 1-15,0 1-1 0,1 0 0 0,0 0 1 0,2-2 1 16,-1 0-12-16,2-2-2 0,-1 1 3 0,-1-4 13 0,1 3 7 0,-2-2 3 16,2-1-1-16,-1 0-15 0,0-3 4 0,0 0-3 0,-2-1 6 0,0 0-2 15,0-1 3-15,-2 0-1 0,1-2 2 0,0 1-1 0,-1-2 0 16,0 0 1-16,-2 0-2 0,1-2-2 0,-1 1 0 0,1-1-3 0,0 0 2 16,-1 0 2-16,1 0-4 0,-1 0 5 0,0 0-3 0,0 0-5 15,-1 0 1-15,0 0-3 0,-1 0-2 0,0 0 1 0,0 0 4 0,-1 0 0 16,1 0-1-16,-1 0 1 0,-1 0-1 0,1-1-1 0,-1 1 3 0,1 0-4 15,-1-1 1-15,0 1 1 0,-1 0-2 0,1-1 3 0,-1 1 2 16,0-1-5-16,0 1 2 0,-1-1 1 0,1 0-3 0,0 0 2 0,0 0 0 16,-1 1-2-16,1-1 1 0,0 0-2 0,-1 1 1 0,1-1 1 0,-1 1-9 15,-1 0 3-15,1 0-8 0,0 0-2 0,-1 1-3 0,0 0-12 16,-1 0-3-16,0 1-19 0,0-1-17 0,0 1-32 0,-1 0-36 0,-1 0-42 16,-1 1-39-16,-1 1-44 0,-1 0-37 0,-1 1-19 0,-1 1 10 15,1 1 45-15,-2 1 71 0,-1 1 76 0,-1 2-76 0</inkml:trace>
  <inkml:trace contextRef="#ctx0" brushRef="#br0" timeOffset="41253.94">25714 9193 212 0,'17'5'12'15,"6"2"-3"-15,7 1 18 0,3 1 2 0,-1-2 1 0,3-1-3 16,1 2 1-16,3-1-4 0,4 0-5 0,1 3-3 0,1 0-2 0,2 0-4 16,5 0-3-16,1-1-4 0,2-1-2 0,2-1 0 0,2 0 0 0,0-2 1 15,4-1 1-15,2 0-2 0,-1-2 2 0,2 0 1 0,0-1 3 16,1-1-2-16,2 0 0 0,3-2 3 0,0 1 0 0,4-1 6 0,1 0 3 16,-1-2-3-16,2 0-2 0,0-2-5 0,-1-1-5 0,3 0 1 15,-2-1-2-15,1 0-2 0,-1-1 1 0,-3 0-1 0,1 0 2 0,-1 0-1 16,-2 0 2-16,1-1 1 0,-2-1-1 0,0-1 5 0,1-2 0 0,-2 0 1 15,1 0 3-15,-1 0-3 0,-2-1 3 0,1 0-3 0,-2 1-2 16,-1 0-4-16,-1-1 1 0,-1 1 2 0,-2 0-1 0,-1-2 2 0,-2 0-3 16,-1-1-2-16,-2 1 2 0,0 0 0 0,-3-1 2 0,-1 0 1 0,-3 0 3 15,-2 2-2-15,-4-1 7 0,1 2 3 0,-6-1 7 0,-2-1 9 16,-4 1 7-16,-6 1 12 0,-4 0 9 0,-5 0 11 0,-4 0 16 0,-5 0 7 16,-4 1 14-16,-3-3 3 0,-4-1-8 0,-3-1-11 0,-3-4-19 15,-5-4-22-15,-3-3-15 0,-5-6-13 0,-4-3-11 0,-5-2-4 0,-4-3-3 16,-4 1 2-16,-3-1-2 0,-2-1-2 0,-3 4 7 0,-5 1-1 0,-2 1 2 15,-2 4 6-15,-3 0 1 0,-1 3 2 0,-2 0-3 0,0 2 4 16,-1 2-4-16,2 1-3 0,-2 0 2 0,1 2-11 0,-2-1-6 0,-1 2 3 16,-1 3-6-16,0 1 4 0,-2 3 5 0,-2 3-3 0,-4 5 1 15,-4 3 3-15,-5 4 3 0,-4 6-1 0,-6 4 2 0,-3 7 4 0,-6 5-4 16,-5 5 9-16,-3 7 4 0,-4 5-5 0,-3 6-3 0,-4 5-2 0,-1 5 0 16,-2 4-6-16,2 5 13 0,1 3-1 0,4 2-1 0,3 3 8 15,3 2-12-15,6 1-3 0,4 4-7 0,5 3-5 0,9-1 4 0,6 3 3 16,7-3-3-16,9-2-2 0,8-2-18 0,9-4-12 0,9-3-8 0,9-5-20 15,8-6-18-15,10-5-30 0,8-6-44 0,6-3-42 0,8-6-48 16,8-5-43-16,7-4-21 0,4-6 9 0,7-7 56 0,7-7 43 0,2-8 20 16</inkml:trace>
  <inkml:trace contextRef="#ctx0" brushRef="#br0" timeOffset="108922.9">17358 11506 2007 0,'-1'2'116'0,"0"2"-53"0,1 1-3 0,0 3-12 0,1-1-20 15,1 1-11-15,1 2-11 0,0 1-6 0,1 1 0 0,0 2-2 16,0 0-1-16,-1 2 6 0,0-2-4 0,-1 3-2 0,0 2 1 0,0 1-2 16,-1-1 2-16,0 2 1 0,0 1-2 0,0-1 4 0,-1 1 1 0,2 1-4 15,-1 2 7-15,0 2 2 0,0 1 4 0,-1 2 9 0,1-1-7 16,1 1 7-16,-1 0 9 0,1 0 2 0,1-1 8 0,0 2-1 0,0-3-2 16,1 1-1-16,1-2-4 0,0 1-1 0,1-2-4 0,0 2 2 15,0 0 10-15,0-3 8 0,0 0 5 0,0-2 7 0,0-2-2 0,-2-1-7 16,1-2 1-16,0-1-1 0,0 0-2 0,-3 0-6 0,0-3-7 0,0 0-4 15,-2 0-7-15,0-1 1 0,-1-2-6 0,-2 1-7 0,1 0 1 16,-2-1-8-16,0 0 3 0,0-2-16 0,0-1 0 0,-1-1-4 0,0 0-5 16,0-1 8-16,-1 1-21 0,1-2-17 0,0-1-12 0,-1-1-26 0,0-2-28 15,1 0-46-15,-2-2-84 0,1-3-76 0,0 0-92 0,0-2-68 16,2-1 16-16,0 0 88 0,3-1 138 0,1-1-19 0</inkml:trace>
  <inkml:trace contextRef="#ctx0" brushRef="#br0" timeOffset="109272.9">18902 12094 2363 0,'20'-5'132'0,"3"-1"-42"0,7-2-6 0,-2-1 3 16,1 1-19-16,2-3-21 0,6 1-17 0,1 0-22 0,2 0 16 0,0 0 2 16,0 1-4-16,0 2 2 0,0-2-16 0,-1 1-6 0,1 0 0 0,-2 0-2 15,0 1 0-15,0-1 1 0,-1 1 1 0,-2-1-4 0,-1-1 2 16,-1 1 2-16,1-1 0 0,-1 0 1 0,-1 2-3 0,-2-1 2 0,-2 2-2 16,-3-2 5-16,0 1 2 0,0 0-4 0,-3 1 4 0,0 1-7 15,-2-1 6-15,-2 1-3 0,1 1 2 0,-2 0 4 0,-2 1-4 0,-1 1-3 16,-2 1-9-16,-1-1 2 0,-2 2-1 0,-1-1 5 0,-1 1 6 0,-1 0-12 15,-1 0 4-15,-1 0-6 0,-1 0-10 0,-1 0-12 0,-1 0-37 16,-1 0-46-16,-1-1-75 0,0-1-88 0,-2 0-107 0,0-2-117 0,0 0-27 16,-1-2 102-16,0-1-2 0</inkml:trace>
  <inkml:trace contextRef="#ctx0" brushRef="#br0" timeOffset="109722.9">20411 11431 303 0,'7'-2'223'0,"1"0"-73"16,3 0-11-16,-1 0 6 0,-1 0 2 0,1 1-16 0,2 0-28 0,1 1-24 16,1-1-18-16,2 1-14 0,1 0-5 0,3 0-10 0,0 0-4 0,2-1 0 15,2 1-13-15,0-1 2 0,3 0-8 0,0 2-4 0,0-1 11 16,2 0-5-16,0 0 8 0,1 0 0 0,-2 1 8 0,1 0 1 0,0 1 1 16,-1 1 9-16,-1 0 6 0,2 1 7 0,-2 0 9 0,-1 2 10 15,-1 1 1-15,-2 1 1 0,-1 0 8 0,-1 1-4 0,-1 2-3 0,1 0-4 16,-2 2-15-16,-2 0-9 0,1 1-2 0,-2 1-7 0,-2 0-3 0,0 1-8 15,-1 0-2-15,-1 0-2 0,-2 1-2 0,-1-2 1 0,-3 3-3 16,-2 1-6-16,-1-2 5 0,-1 0 1 0,-2-2-1 0,-1 1 0 0,-2-3 1 16,-2 3 0-16,-2-1 4 0,-4 0 1 0,-1-1-5 0,-4 1 2 0,-2 1-8 15,-2 1-4-15,-5-1 1 0,0 1-4 0,-4 2-1 0,-1-1-1 16,-2 0 2-16,-2 1-11 0,-3-1 0 0,0-2 0 0,-1 1 5 0,3-1 12 16,3 1-1-16,0-1 5 0,3-1-10 0,1 0-1 0,4-2 4 15,5-1-5-15,2 1 5 0,4-1 0 0,3 0-9 0,4-1 9 0,2-1-9 16,3 0 6-16,3 0 8 0,1 0-10 0,5 0 16 0,3 2-2 0,3-2 3 15,4 3 10-15,2-1 1 0,4 0 8 0,3 0-9 0,3 0 2 16,2 1 7-16,4-1-9 0,1-1-3 0,4-1 0 0,0-2-17 0,0 1 0 16,3 0 8-16,-1-1-13 0,0 0 7 0,2-1-3 0,0 0-7 0,0-1 7 15,-1 0-6-15,-1-2 3 0,-1 0-1 0,-2 0-4 0,0 0 4 16,-3-1-8-16,0-1 4 0,-1 0-4 0,-4-1-3 0,-2 0 3 0,-5-2-9 16,0 0-9-16,-3-1-12 0,-3-1-28 0,-2-2-22 15,-3-1-20-15,-3 0-36 0,-2-3-20 0,-2-4-43 0,-2-2-80 0,-4-4-103 0,-3-3-96 16,-4-6-124-16,-5-3 114 0,-3-3 48 0</inkml:trace>
  <inkml:trace contextRef="#ctx0" brushRef="#br0" timeOffset="110389.9">16422 11328 2035 0,'-11'-15'277'0,"1"-2"-185"16,-1-4 1-16,6 5-16 0,5-1-19 0,3-1-21 0,5-1-15 0,5-1-4 16,5-3-8-16,4 0 1 0,6-3 6 0,2-3 1 0,6-1-4 15,4-1 5-15,3 0-4 0,5-1-1 0,3 2 8 0,1-2-7 0,6 0-5 16,4 0-12-16,6-3-8 0,3 1 12 0,2-3 1 0,8 1 4 0,1-1 0 15,3 0-10-15,5-1 1 0,2 0 4 0,5 1-1 0,2 0 1 16,4-1-4-16,2 1 4 0,3 0 3 0,3 4-8 0,2 1 3 0,4 3-5 16,2 1 1-16,2 4 9 0,3 2 0 0,1 4-11 0,3 3-1 0,2 2-2 15,2 3 8-15,2 2 12 0,0 2 5 0,1 3-1 0,2 3-2 16,1 2-4-16,0 2 1 0,0 4-3 0,2 2 15 0,0 4-2 0,1 1-1 16,-3 5 0-16,1 3-19 0,-1 3-4 0,-4 3 6 0,1 3-2 15,-4 2 2-15,-2 5 0 0,-3 3-1 0,-4 3-8 0,-5 1 2 0,-4 3 4 16,-5 2 1-16,-4 4-4 0,-7 4 11 0,-3 1-9 0,-6 3 1 0,-3 4 9 15,-8 2-6-15,-5 4 6 0,-5 3 1 0,-6 2 3 0,-4 2-3 16,-6 3-2-16,-6 1-2 0,-8 4-3 0,-4 1-1 0,-7-2 3 0,-4 2 1 16,-7-5-22-16,-4-1 13 0,-4 0 6 0,-4-5-2 0,-1 0 16 0,-4-2-4 15,-1-5-7-15,-3-2 4 0,-4-1 8 0,-2-3-13 0,-5-1 15 16,-4-2-2-16,-1-2-1 0,-6-1 9 0,-2 0-9 0,-5-2 5 0,-3-1-7 16,-5-2-8-16,-5-2 1 0,-4-2-4 0,-6-2 3 0,-4-1 6 15,-7 1-6-15,-6-3-3 0,-6 0 10 0,-7-3-6 0,-7-1 0 0,-7-2-1 16,-6-1 1-16,-8-1-3 0,-4-4-3 0,-9-1 12 0,-4-4-7 0,-4-3-3 15,-6 0-3-15,-2-4 2 0,-2 1-9 0,-3-2 14 0,-1-3-2 16,-2 0-3-16,2-2 4 0,1-2-8 0,5-2 5 0,4-1 1 0,2-1 3 16,7-2-8-16,6-1 8 0,3-2 2 0,7-3 4 0,2-2 36 0,5-3-12 15,2-2 0-15,0-4 3 0,3-3-16 0,2-3 0 0,1-4-3 16,4-4 2-16,3-3-4 0,1-4 4 0,5-3 1 0,1-4 7 0,3-3-6 16,3-4 6-16,2-3-6 0,3-4-7 0,2-1-3 0,2-5-25 15,3-4 10-15,1-4 4 0,3-3-9 0,3-1 12 0,3-4-16 0,3-1-5 16,0-2 2-16,4-1-3 0,3 0-5 0,4-1-5 0,5 2-7 0,3 3-12 15,4 0-11-15,3 1-13 0,4 3-16 0,1 0-13 0,3 2-42 16,2 4-23-16,2 0-51 0,1 1-78 0,2 1-101 0,1-1-176 0,1-1-94 16,2-1 100-16,1-2 173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7069D-6EAF-43DA-B28E-751D1DBC0C1E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3AB6C0-50F0-4713-8142-AD0BF2BB3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57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3AB6C0-50F0-4713-8142-AD0BF2BB3C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36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F68F6-E7F1-08F2-D628-A34625014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4FC6F-F1CC-9542-100B-01FF2F07C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68303-61E3-8353-8132-23A91750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C3EAF-9375-40E3-9D70-258563EF4FCE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ED98F-AD7B-9B8F-04BC-A700D7DB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D12F2-6A6A-DBD0-A2D3-6C548BCE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66DC-5EDF-4B09-B25D-8022F0EF2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7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09F13-9634-33BF-E64A-1B3E16889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9DCBA-C382-7084-5EC9-56A8AEA85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1C7A7-7CEE-006D-D0EA-0DD234E89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C3EAF-9375-40E3-9D70-258563EF4FCE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0795D-6F98-665D-E0FB-8E66175E3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C053C-0029-3EF8-9BE8-42CA46D37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66DC-5EDF-4B09-B25D-8022F0EF2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82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65CC-F0A5-E897-3356-0E8427B44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4624B-AD21-EC6A-7DF8-1766C9925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17DD3-BFFD-E922-5C98-5809E0AA4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C3EAF-9375-40E3-9D70-258563EF4FCE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DD8AC-925F-FB7F-595C-5E15B7713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AE922-46F6-AFDD-33A1-89536B967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66DC-5EDF-4B09-B25D-8022F0EF2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8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C53C1-4EE5-6E25-2DA5-7432B521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60033-9148-3EC4-3AFC-702455E174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78C01-C77A-B568-3644-1DE7BA1A7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31FD31-B600-A92A-9A30-C55B6EAB8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C3EAF-9375-40E3-9D70-258563EF4FCE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9CD02-C2AE-2AFF-439C-35C31CEC0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219E7-A33F-4418-7675-743279FA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66DC-5EDF-4B09-B25D-8022F0EF2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64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CB7AA-3BDA-9950-D78A-2258099AD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11648-53D5-588A-C203-E3A95DB28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BD3EA-D5EC-415D-52FA-57EEEB460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34782C-3A2F-9375-88A8-95691C5D1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9C761C-56B0-6E6E-24C3-4AACAD3DE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B164B2-E279-E68E-E7D4-7FEC9FC29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C3EAF-9375-40E3-9D70-258563EF4FCE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2A788E-931F-419F-0328-DBCE374C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43431A-80F3-CA8B-9A74-11F95F40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66DC-5EDF-4B09-B25D-8022F0EF2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17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7478A-D857-6562-77C4-D151B17AA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AE8971-6AA9-9DDB-46F7-E3975C068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C3EAF-9375-40E3-9D70-258563EF4FCE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60B07-1F01-61B6-860A-19D47E3CC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660694-B57E-F70E-A589-6A3AB974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66DC-5EDF-4B09-B25D-8022F0EF2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7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8CEF3-3750-A1BD-C8E9-84AE13CA8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C3EAF-9375-40E3-9D70-258563EF4FCE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013716-7286-3623-9400-4493E941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1A579-5FAB-5583-01CE-CA7A0154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66DC-5EDF-4B09-B25D-8022F0EF2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13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9EC85-D3A6-F6C8-C75B-B7EFA1E0E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3BEB9-B145-F7C1-AE82-7F3FF82AE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8AF22-B8CB-16A0-4391-61DD1BE5D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B0277-EBFD-5432-8532-4A00FAE41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C3EAF-9375-40E3-9D70-258563EF4FCE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688F9-C76F-4A39-EDAE-7210F2CF6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05F62-292B-06F7-7931-5BFBCDF1D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66DC-5EDF-4B09-B25D-8022F0EF2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1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32258-27CB-3901-A4A7-2DE9B87F4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6FF7A-422B-7C56-0FED-F018ED391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4B199-CABD-9E7C-68D4-589A2728A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C8B4D-F5F4-E488-AF4A-53716E09E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C3EAF-9375-40E3-9D70-258563EF4FCE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65B08-7E64-93FB-E4DC-2DCD18089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99748-E4E6-A921-6085-DF8570D14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66DC-5EDF-4B09-B25D-8022F0EF2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1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54811-02F1-0961-5E5B-7DB72507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A5377-42E1-7D51-086E-208F0D4A1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69C82-5E8D-0838-D715-D0879C79E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C3EAF-9375-40E3-9D70-258563EF4FCE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7A9D4-A397-179A-5FFD-3349A0076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5ADED-D76C-A3D6-D819-568896CA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66DC-5EDF-4B09-B25D-8022F0EF2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65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E99A9-B94D-780A-2175-0C3735262D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FE5187-D2E6-CC5B-A34E-EB64B5967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C454F-CE4F-952C-5366-967198AC7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C3EAF-9375-40E3-9D70-258563EF4FCE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A849C-9461-2F3F-22DC-EFC652F63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2A123-D620-0D3E-AF9C-497D83E0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66DC-5EDF-4B09-B25D-8022F0EF2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35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F30BE5-EA6A-47F0-B8B5-9F57C0EE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00724-2D75-B022-AC23-B490623E9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DB490-956A-C39B-E11F-040A8A4EA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C3EAF-9375-40E3-9D70-258563EF4FCE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F6940-1BF3-76E1-D48E-A700CAAC9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F0FAB-5415-7AEC-EE7E-B927AA17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E66DC-5EDF-4B09-B25D-8022F0EF2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938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14.xml"/><Relationship Id="rId26" Type="http://schemas.openxmlformats.org/officeDocument/2006/relationships/customXml" Target="../ink/ink18.xml"/><Relationship Id="rId3" Type="http://schemas.openxmlformats.org/officeDocument/2006/relationships/image" Target="../media/image6.png"/><Relationship Id="rId21" Type="http://schemas.openxmlformats.org/officeDocument/2006/relationships/image" Target="../media/image15.png"/><Relationship Id="rId34" Type="http://schemas.openxmlformats.org/officeDocument/2006/relationships/customXml" Target="../ink/ink22.xml"/><Relationship Id="rId7" Type="http://schemas.openxmlformats.org/officeDocument/2006/relationships/image" Target="../media/image8.png"/><Relationship Id="rId12" Type="http://schemas.openxmlformats.org/officeDocument/2006/relationships/customXml" Target="../ink/ink11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33" Type="http://schemas.openxmlformats.org/officeDocument/2006/relationships/image" Target="../media/image21.png"/><Relationship Id="rId2" Type="http://schemas.openxmlformats.org/officeDocument/2006/relationships/customXml" Target="../ink/ink6.xml"/><Relationship Id="rId16" Type="http://schemas.openxmlformats.org/officeDocument/2006/relationships/customXml" Target="../ink/ink13.xml"/><Relationship Id="rId20" Type="http://schemas.openxmlformats.org/officeDocument/2006/relationships/customXml" Target="../ink/ink15.xml"/><Relationship Id="rId29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11" Type="http://schemas.openxmlformats.org/officeDocument/2006/relationships/image" Target="../media/image10.png"/><Relationship Id="rId24" Type="http://schemas.openxmlformats.org/officeDocument/2006/relationships/customXml" Target="../ink/ink17.xml"/><Relationship Id="rId32" Type="http://schemas.openxmlformats.org/officeDocument/2006/relationships/customXml" Target="../ink/ink21.xml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28" Type="http://schemas.openxmlformats.org/officeDocument/2006/relationships/customXml" Target="../ink/ink19.xml"/><Relationship Id="rId10" Type="http://schemas.openxmlformats.org/officeDocument/2006/relationships/customXml" Target="../ink/ink10.xml"/><Relationship Id="rId19" Type="http://schemas.openxmlformats.org/officeDocument/2006/relationships/image" Target="../media/image14.png"/><Relationship Id="rId31" Type="http://schemas.openxmlformats.org/officeDocument/2006/relationships/image" Target="../media/image20.png"/><Relationship Id="rId4" Type="http://schemas.openxmlformats.org/officeDocument/2006/relationships/customXml" Target="../ink/ink7.xml"/><Relationship Id="rId9" Type="http://schemas.openxmlformats.org/officeDocument/2006/relationships/image" Target="../media/image9.png"/><Relationship Id="rId14" Type="http://schemas.openxmlformats.org/officeDocument/2006/relationships/customXml" Target="../ink/ink12.xml"/><Relationship Id="rId22" Type="http://schemas.openxmlformats.org/officeDocument/2006/relationships/customXml" Target="../ink/ink16.xml"/><Relationship Id="rId27" Type="http://schemas.openxmlformats.org/officeDocument/2006/relationships/image" Target="../media/image18.png"/><Relationship Id="rId30" Type="http://schemas.openxmlformats.org/officeDocument/2006/relationships/customXml" Target="../ink/ink20.xml"/><Relationship Id="rId35" Type="http://schemas.openxmlformats.org/officeDocument/2006/relationships/image" Target="../media/image22.png"/><Relationship Id="rId8" Type="http://schemas.openxmlformats.org/officeDocument/2006/relationships/customXml" Target="../ink/ink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customXml" Target="../ink/ink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customXml" Target="../ink/ink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customXml" Target="../ink/ink3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34DCB-C2E0-47E1-60DE-DD6BDFAE7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/>
              <a:t>Modular Programming(1-dars)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54401-77F4-5CEF-28FC-B6D604F8C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49820"/>
            <a:ext cx="9144000" cy="607979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E9D4F9-A595-D1BD-6D89-ECD34364FC8B}"/>
                  </a:ext>
                </a:extLst>
              </p14:cNvPr>
              <p14:cNvContentPartPr/>
              <p14:nvPr/>
            </p14:nvContentPartPr>
            <p14:xfrm>
              <a:off x="6992280" y="5501520"/>
              <a:ext cx="3721320" cy="494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E9D4F9-A595-D1BD-6D89-ECD34364FC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82920" y="5492160"/>
                <a:ext cx="3740040" cy="51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7374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53120-65E7-9350-F0F7-B850A0FC1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78C58-ADF3-CC23-D416-34D0C6649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Yangi </a:t>
            </a:r>
            <a:r>
              <a:rPr lang="en-US" dirty="0" err="1"/>
              <a:t>oyda</a:t>
            </a:r>
            <a:r>
              <a:rPr lang="en-US" dirty="0"/>
              <a:t> </a:t>
            </a:r>
            <a:r>
              <a:rPr lang="en-US" dirty="0" err="1"/>
              <a:t>nimalar</a:t>
            </a:r>
            <a:r>
              <a:rPr lang="en-US" dirty="0"/>
              <a:t> </a:t>
            </a:r>
            <a:r>
              <a:rPr lang="en-US" dirty="0" err="1"/>
              <a:t>o’rganamiz</a:t>
            </a:r>
            <a:r>
              <a:rPr lang="en-US" dirty="0"/>
              <a:t>?</a:t>
            </a:r>
          </a:p>
          <a:p>
            <a:r>
              <a:rPr lang="en-US" dirty="0"/>
              <a:t>Group </a:t>
            </a:r>
            <a:r>
              <a:rPr lang="en-US" dirty="0" err="1"/>
              <a:t>bo’lib</a:t>
            </a:r>
            <a:r>
              <a:rPr lang="en-US" dirty="0"/>
              <a:t> </a:t>
            </a:r>
            <a:r>
              <a:rPr lang="en-US" dirty="0" err="1"/>
              <a:t>rivojlanish</a:t>
            </a:r>
            <a:endParaRPr lang="en-US" dirty="0"/>
          </a:p>
          <a:p>
            <a:r>
              <a:rPr lang="en-US" dirty="0" err="1"/>
              <a:t>Githubda</a:t>
            </a:r>
            <a:r>
              <a:rPr lang="en-US" dirty="0"/>
              <a:t> </a:t>
            </a:r>
            <a:r>
              <a:rPr lang="en-US" dirty="0" err="1"/>
              <a:t>jamoaviy</a:t>
            </a:r>
            <a:r>
              <a:rPr lang="en-US" dirty="0"/>
              <a:t> </a:t>
            </a:r>
            <a:r>
              <a:rPr lang="en-US" dirty="0" err="1"/>
              <a:t>ishlash</a:t>
            </a:r>
            <a:endParaRPr lang="en-US" dirty="0"/>
          </a:p>
          <a:p>
            <a:r>
              <a:rPr lang="en-US" dirty="0"/>
              <a:t>Modular Programming(basics)</a:t>
            </a:r>
          </a:p>
          <a:p>
            <a:r>
              <a:rPr lang="en-US" dirty="0"/>
              <a:t>Git </a:t>
            </a:r>
            <a:r>
              <a:rPr lang="en-US" dirty="0" err="1"/>
              <a:t>nima</a:t>
            </a:r>
            <a:r>
              <a:rPr lang="en-US" dirty="0"/>
              <a:t>?</a:t>
            </a:r>
          </a:p>
          <a:p>
            <a:r>
              <a:rPr lang="en-US" dirty="0"/>
              <a:t>Git vs </a:t>
            </a:r>
            <a:r>
              <a:rPr lang="en-US" dirty="0" err="1"/>
              <a:t>Github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73E226A-9D32-CEB5-AC0B-B94D2E8D3A47}"/>
                  </a:ext>
                </a:extLst>
              </p14:cNvPr>
              <p14:cNvContentPartPr/>
              <p14:nvPr/>
            </p14:nvContentPartPr>
            <p14:xfrm>
              <a:off x="965880" y="1566720"/>
              <a:ext cx="4856760" cy="3290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73E226A-9D32-CEB5-AC0B-B94D2E8D3A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6520" y="1557360"/>
                <a:ext cx="4875480" cy="330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F528BC4-24FD-1DA0-3406-494865C78236}"/>
                  </a:ext>
                </a:extLst>
              </p14:cNvPr>
              <p14:cNvContentPartPr/>
              <p14:nvPr/>
            </p14:nvContentPartPr>
            <p14:xfrm>
              <a:off x="2673360" y="1675440"/>
              <a:ext cx="3559680" cy="2931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F528BC4-24FD-1DA0-3406-494865C782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64000" y="1666080"/>
                <a:ext cx="3578400" cy="295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380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24CB-404F-9FCD-F13C-55A3C0D1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Yangi </a:t>
            </a:r>
            <a:r>
              <a:rPr lang="en-US" b="1" dirty="0" err="1"/>
              <a:t>oyda</a:t>
            </a:r>
            <a:r>
              <a:rPr lang="en-US" b="1" dirty="0"/>
              <a:t> </a:t>
            </a:r>
            <a:r>
              <a:rPr lang="en-US" b="1" dirty="0" err="1"/>
              <a:t>nimalar</a:t>
            </a:r>
            <a:r>
              <a:rPr lang="en-US" b="1" dirty="0"/>
              <a:t> </a:t>
            </a:r>
            <a:r>
              <a:rPr lang="en-US" b="1" dirty="0" err="1"/>
              <a:t>o’rganamiz</a:t>
            </a:r>
            <a:r>
              <a:rPr lang="en-US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38157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961B6-99F1-2B0B-3B05-3FA0F408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Yangi </a:t>
            </a:r>
            <a:r>
              <a:rPr lang="en-US" dirty="0" err="1"/>
              <a:t>bo’limda</a:t>
            </a:r>
            <a:r>
              <a:rPr lang="en-US" dirty="0"/>
              <a:t> </a:t>
            </a:r>
            <a:r>
              <a:rPr lang="en-US" dirty="0" err="1"/>
              <a:t>nimalar</a:t>
            </a:r>
            <a:r>
              <a:rPr lang="en-US" dirty="0"/>
              <a:t> </a:t>
            </a:r>
            <a:r>
              <a:rPr lang="en-US" dirty="0" err="1"/>
              <a:t>o’rganamiz</a:t>
            </a:r>
            <a:r>
              <a:rPr lang="en-US" dirty="0"/>
              <a:t>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63175-A00B-DAD7-6675-59BDC073A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Modular Programming</a:t>
            </a:r>
          </a:p>
          <a:p>
            <a:r>
              <a:rPr lang="en-US" dirty="0"/>
              <a:t>Git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Githubda</a:t>
            </a:r>
            <a:r>
              <a:rPr lang="en-US" dirty="0"/>
              <a:t> </a:t>
            </a:r>
            <a:r>
              <a:rPr lang="en-US" dirty="0" err="1"/>
              <a:t>ishlash</a:t>
            </a:r>
            <a:endParaRPr lang="en-US" dirty="0"/>
          </a:p>
          <a:p>
            <a:r>
              <a:rPr lang="en-US" dirty="0"/>
              <a:t>Deployment</a:t>
            </a:r>
          </a:p>
          <a:p>
            <a:r>
              <a:rPr lang="en-US" dirty="0"/>
              <a:t>Supervised ML (</a:t>
            </a:r>
            <a:r>
              <a:rPr lang="en-US" dirty="0" err="1"/>
              <a:t>qo’shimcha</a:t>
            </a:r>
            <a:r>
              <a:rPr lang="en-US" dirty="0"/>
              <a:t> </a:t>
            </a:r>
            <a:r>
              <a:rPr lang="en-US" dirty="0" err="1"/>
              <a:t>mavzular</a:t>
            </a:r>
            <a:r>
              <a:rPr lang="en-US" dirty="0"/>
              <a:t>)</a:t>
            </a:r>
          </a:p>
          <a:p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xafta</a:t>
            </a:r>
            <a:r>
              <a:rPr lang="en-US" dirty="0"/>
              <a:t> 1 </a:t>
            </a:r>
            <a:r>
              <a:rPr lang="en-US" dirty="0" err="1"/>
              <a:t>tadan</a:t>
            </a:r>
            <a:r>
              <a:rPr lang="en-US" dirty="0"/>
              <a:t> </a:t>
            </a:r>
            <a:r>
              <a:rPr lang="en-US" dirty="0" err="1"/>
              <a:t>toliq</a:t>
            </a:r>
            <a:r>
              <a:rPr lang="en-US" dirty="0"/>
              <a:t> Project(4 ta </a:t>
            </a:r>
            <a:r>
              <a:rPr lang="en-US" dirty="0" err="1"/>
              <a:t>jami</a:t>
            </a:r>
            <a:r>
              <a:rPr lang="en-US" dirty="0"/>
              <a:t>)</a:t>
            </a:r>
          </a:p>
          <a:p>
            <a:r>
              <a:rPr lang="en-US" dirty="0" err="1"/>
              <a:t>Vazifalarga</a:t>
            </a:r>
            <a:r>
              <a:rPr lang="en-US" dirty="0"/>
              <a:t>: 10 </a:t>
            </a:r>
            <a:r>
              <a:rPr lang="en-US" dirty="0" err="1"/>
              <a:t>balldan</a:t>
            </a:r>
            <a:r>
              <a:rPr lang="en-US" dirty="0"/>
              <a:t>(2-dars </a:t>
            </a:r>
            <a:r>
              <a:rPr lang="en-US" dirty="0" err="1"/>
              <a:t>boshlanishidan</a:t>
            </a:r>
            <a:r>
              <a:rPr lang="en-US" dirty="0"/>
              <a:t> 2 </a:t>
            </a:r>
            <a:r>
              <a:rPr lang="en-US" dirty="0" err="1"/>
              <a:t>soat</a:t>
            </a:r>
            <a:r>
              <a:rPr lang="en-US" dirty="0"/>
              <a:t> </a:t>
            </a:r>
            <a:r>
              <a:rPr lang="en-US" dirty="0" err="1"/>
              <a:t>qolgunicha</a:t>
            </a:r>
            <a:r>
              <a:rPr lang="en-US" dirty="0"/>
              <a:t>)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FB5CCDB-2A6C-EF18-2F5D-EEBFE8CE0AD0}"/>
                  </a:ext>
                </a:extLst>
              </p14:cNvPr>
              <p14:cNvContentPartPr/>
              <p14:nvPr/>
            </p14:nvContentPartPr>
            <p14:xfrm>
              <a:off x="627120" y="1170000"/>
              <a:ext cx="10246680" cy="3924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FB5CCDB-2A6C-EF18-2F5D-EEBFE8CE0A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7760" y="1160640"/>
                <a:ext cx="10265400" cy="394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0891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E4FFC-BA3D-6C21-AF7F-544BFEC5D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481D5-DF02-BDC0-73B9-A97FACCE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Group </a:t>
            </a:r>
            <a:r>
              <a:rPr lang="en-US" b="1" dirty="0" err="1"/>
              <a:t>bo’lib</a:t>
            </a:r>
            <a:r>
              <a:rPr lang="en-US" b="1" dirty="0"/>
              <a:t> </a:t>
            </a:r>
            <a:r>
              <a:rPr lang="en-US" b="1" dirty="0" err="1"/>
              <a:t>rivojlanish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2808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25B16-F66F-8570-6FB7-25F690A5B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</a:t>
            </a:r>
            <a:r>
              <a:rPr lang="en-US" dirty="0" err="1"/>
              <a:t>bo’lib</a:t>
            </a:r>
            <a:r>
              <a:rPr lang="en-US" dirty="0"/>
              <a:t> </a:t>
            </a:r>
            <a:r>
              <a:rPr lang="en-US" dirty="0" err="1"/>
              <a:t>rivojlanish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03A2A-1819-D4AA-F473-3868025B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ga </a:t>
            </a:r>
            <a:r>
              <a:rPr lang="en-US" dirty="0" err="1"/>
              <a:t>bo’linamiz</a:t>
            </a:r>
            <a:endParaRPr lang="en-US" dirty="0"/>
          </a:p>
          <a:p>
            <a:pPr lvl="1"/>
            <a:r>
              <a:rPr lang="en-US" dirty="0"/>
              <a:t>Team </a:t>
            </a:r>
            <a:r>
              <a:rPr lang="en-US" dirty="0" err="1"/>
              <a:t>Leaderlar</a:t>
            </a:r>
            <a:endParaRPr lang="en-US" dirty="0"/>
          </a:p>
          <a:p>
            <a:pPr lvl="1"/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sharti</a:t>
            </a:r>
            <a:r>
              <a:rPr lang="en-US" dirty="0"/>
              <a:t>: </a:t>
            </a:r>
            <a:r>
              <a:rPr lang="en-US" dirty="0" err="1"/>
              <a:t>Xaftada</a:t>
            </a:r>
            <a:r>
              <a:rPr lang="en-US" dirty="0"/>
              <a:t> </a:t>
            </a:r>
            <a:r>
              <a:rPr lang="en-US" dirty="0" err="1"/>
              <a:t>kamida</a:t>
            </a:r>
            <a:r>
              <a:rPr lang="en-US" dirty="0"/>
              <a:t> 2 ta zoom </a:t>
            </a:r>
            <a:r>
              <a:rPr lang="en-US" dirty="0" err="1"/>
              <a:t>dars</a:t>
            </a:r>
            <a:r>
              <a:rPr lang="en-US" dirty="0"/>
              <a:t> + </a:t>
            </a:r>
            <a:r>
              <a:rPr lang="en-US" dirty="0" err="1"/>
              <a:t>davomat</a:t>
            </a:r>
            <a:r>
              <a:rPr lang="en-US" dirty="0"/>
              <a:t>(</a:t>
            </a:r>
            <a:r>
              <a:rPr lang="en-US" dirty="0" err="1"/>
              <a:t>to’liq</a:t>
            </a:r>
            <a:r>
              <a:rPr lang="en-US" dirty="0"/>
              <a:t> </a:t>
            </a:r>
            <a:r>
              <a:rPr lang="en-US" dirty="0" err="1"/>
              <a:t>qatnashgan</a:t>
            </a:r>
            <a:r>
              <a:rPr lang="en-US" dirty="0"/>
              <a:t> </a:t>
            </a:r>
            <a:r>
              <a:rPr lang="en-US" dirty="0" err="1"/>
              <a:t>bolishi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 </a:t>
            </a:r>
            <a:r>
              <a:rPr lang="en-US" dirty="0" err="1"/>
              <a:t>o’quvchi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G’olib</a:t>
            </a:r>
            <a:r>
              <a:rPr lang="en-US" dirty="0"/>
              <a:t> </a:t>
            </a:r>
            <a:r>
              <a:rPr lang="en-US" dirty="0" err="1"/>
              <a:t>groupni</a:t>
            </a:r>
            <a:r>
              <a:rPr lang="en-US" dirty="0"/>
              <a:t> </a:t>
            </a:r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a’zosiga</a:t>
            </a:r>
            <a:r>
              <a:rPr lang="en-US" dirty="0"/>
              <a:t> </a:t>
            </a:r>
            <a:r>
              <a:rPr lang="en-US" dirty="0" err="1"/>
              <a:t>chegirma</a:t>
            </a:r>
            <a:endParaRPr lang="en-US" dirty="0"/>
          </a:p>
          <a:p>
            <a:pPr lvl="1"/>
            <a:r>
              <a:rPr lang="en-US" dirty="0" err="1"/>
              <a:t>G’oliblar</a:t>
            </a:r>
            <a:r>
              <a:rPr lang="en-US" dirty="0"/>
              <a:t>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aniqlanadi</a:t>
            </a:r>
            <a:r>
              <a:rPr lang="en-US" dirty="0"/>
              <a:t>?</a:t>
            </a:r>
          </a:p>
          <a:p>
            <a:pPr lvl="2"/>
            <a:r>
              <a:rPr lang="en-US" dirty="0"/>
              <a:t>Mean(Sum of Final scores)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0C6386F-83A3-C1A0-F068-2DF4EEBD7FF2}"/>
                  </a:ext>
                </a:extLst>
              </p14:cNvPr>
              <p14:cNvContentPartPr/>
              <p14:nvPr/>
            </p14:nvContentPartPr>
            <p14:xfrm>
              <a:off x="1166040" y="1311480"/>
              <a:ext cx="7436880" cy="2423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0C6386F-83A3-C1A0-F068-2DF4EEBD7F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6680" y="1302120"/>
                <a:ext cx="7455600" cy="244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9339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A408D-0EEB-ACD6-903A-E57C32114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8E9E-22E9-D19F-A688-968F5DD2B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Githubda</a:t>
            </a:r>
            <a:r>
              <a:rPr lang="en-US" b="1" dirty="0"/>
              <a:t> </a:t>
            </a:r>
            <a:r>
              <a:rPr lang="en-US" b="1" dirty="0" err="1"/>
              <a:t>jamoaviy</a:t>
            </a:r>
            <a:r>
              <a:rPr lang="en-US" b="1" dirty="0"/>
              <a:t> </a:t>
            </a:r>
            <a:r>
              <a:rPr lang="en-US" b="1" dirty="0" err="1"/>
              <a:t>ishlash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22423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021F3-234B-8540-5783-A3E4CA430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Githubda</a:t>
            </a:r>
            <a:r>
              <a:rPr lang="en-US" dirty="0"/>
              <a:t> </a:t>
            </a:r>
            <a:r>
              <a:rPr lang="en-US" dirty="0" err="1"/>
              <a:t>jamoaviy</a:t>
            </a:r>
            <a:r>
              <a:rPr lang="en-US" dirty="0"/>
              <a:t> </a:t>
            </a:r>
            <a:r>
              <a:rPr lang="en-US" dirty="0" err="1"/>
              <a:t>ishlash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3696F-E0E8-FF56-7550-72E5D5FC1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Repository(team </a:t>
            </a:r>
            <a:r>
              <a:rPr lang="en-US" dirty="0" err="1"/>
              <a:t>leaderlar</a:t>
            </a:r>
            <a:r>
              <a:rPr lang="en-US" dirty="0"/>
              <a:t> </a:t>
            </a:r>
            <a:r>
              <a:rPr lang="en-US" dirty="0" err="1"/>
              <a:t>ochadi</a:t>
            </a:r>
            <a:r>
              <a:rPr lang="en-US" dirty="0"/>
              <a:t>)-&gt;Settings-&gt;Collaborators-&gt;Add People-&gt;Set Permissions</a:t>
            </a:r>
          </a:p>
          <a:p>
            <a:r>
              <a:rPr lang="en-US" dirty="0"/>
              <a:t>Set Permissions:</a:t>
            </a:r>
          </a:p>
          <a:p>
            <a:pPr lvl="1"/>
            <a:r>
              <a:rPr lang="en-US" dirty="0"/>
              <a:t>Read(New members)</a:t>
            </a:r>
          </a:p>
          <a:p>
            <a:pPr lvl="1"/>
            <a:r>
              <a:rPr lang="en-US" dirty="0"/>
              <a:t>Write(push, create)---Team members</a:t>
            </a:r>
          </a:p>
          <a:p>
            <a:pPr lvl="1"/>
            <a:r>
              <a:rPr lang="en-US" dirty="0"/>
              <a:t>Admin(full access)---- Manager</a:t>
            </a:r>
          </a:p>
          <a:p>
            <a:r>
              <a:rPr lang="en-US" dirty="0" err="1"/>
              <a:t>Qayerda</a:t>
            </a:r>
            <a:r>
              <a:rPr lang="en-US" dirty="0"/>
              <a:t>(dropdown menu, after confirmation)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527C072-FD3E-005D-C57A-7DD45C11470F}"/>
              </a:ext>
            </a:extLst>
          </p:cNvPr>
          <p:cNvGrpSpPr/>
          <p:nvPr/>
        </p:nvGrpSpPr>
        <p:grpSpPr>
          <a:xfrm>
            <a:off x="1302940" y="3019573"/>
            <a:ext cx="1208160" cy="1024920"/>
            <a:chOff x="1302940" y="3019573"/>
            <a:chExt cx="1208160" cy="102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41183C6-79D5-046D-FF71-79A4C9E8419A}"/>
                    </a:ext>
                  </a:extLst>
                </p14:cNvPr>
                <p14:cNvContentPartPr/>
                <p14:nvPr/>
              </p14:nvContentPartPr>
              <p14:xfrm>
                <a:off x="1721260" y="3471373"/>
                <a:ext cx="789840" cy="427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41183C6-79D5-046D-FF71-79A4C9E8419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15140" y="3465253"/>
                  <a:ext cx="8020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2363837-240A-2741-BDC0-18CABB6C5B75}"/>
                    </a:ext>
                  </a:extLst>
                </p14:cNvPr>
                <p14:cNvContentPartPr/>
                <p14:nvPr/>
              </p14:nvContentPartPr>
              <p14:xfrm>
                <a:off x="1362340" y="3539053"/>
                <a:ext cx="1020240" cy="505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2363837-240A-2741-BDC0-18CABB6C5B7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56220" y="3532933"/>
                  <a:ext cx="103248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448B545-E5F9-DE5C-700E-E980E10D025A}"/>
                    </a:ext>
                  </a:extLst>
                </p14:cNvPr>
                <p14:cNvContentPartPr/>
                <p14:nvPr/>
              </p14:nvContentPartPr>
              <p14:xfrm>
                <a:off x="2209060" y="3728773"/>
                <a:ext cx="76320" cy="172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448B545-E5F9-DE5C-700E-E980E10D025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02940" y="3722653"/>
                  <a:ext cx="88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1A5645F-296E-83B0-9833-C17DD33C2067}"/>
                    </a:ext>
                  </a:extLst>
                </p14:cNvPr>
                <p14:cNvContentPartPr/>
                <p14:nvPr/>
              </p14:nvContentPartPr>
              <p14:xfrm>
                <a:off x="2148220" y="3760813"/>
                <a:ext cx="64800" cy="28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1A5645F-296E-83B0-9833-C17DD33C20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42100" y="3754693"/>
                  <a:ext cx="77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3A645DC-DF9F-708C-00AE-08D5BD2B262A}"/>
                    </a:ext>
                  </a:extLst>
                </p14:cNvPr>
                <p14:cNvContentPartPr/>
                <p14:nvPr/>
              </p14:nvContentPartPr>
              <p14:xfrm>
                <a:off x="2181340" y="3899773"/>
                <a:ext cx="48240" cy="38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3A645DC-DF9F-708C-00AE-08D5BD2B262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75220" y="3893653"/>
                  <a:ext cx="604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69CB2E4-4987-37CC-4C67-1F8AC35CDF72}"/>
                    </a:ext>
                  </a:extLst>
                </p14:cNvPr>
                <p14:cNvContentPartPr/>
                <p14:nvPr/>
              </p14:nvContentPartPr>
              <p14:xfrm>
                <a:off x="2083780" y="3925693"/>
                <a:ext cx="51480" cy="50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69CB2E4-4987-37CC-4C67-1F8AC35CDF7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77660" y="3919573"/>
                  <a:ext cx="637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3790374-349E-B65F-0A66-457CBB8D26F6}"/>
                    </a:ext>
                  </a:extLst>
                </p14:cNvPr>
                <p14:cNvContentPartPr/>
                <p14:nvPr/>
              </p14:nvContentPartPr>
              <p14:xfrm>
                <a:off x="2026180" y="3936853"/>
                <a:ext cx="96480" cy="28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3790374-349E-B65F-0A66-457CBB8D26F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20060" y="3930733"/>
                  <a:ext cx="108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BE46865-1FD3-620A-412E-65CF2FE7FD86}"/>
                    </a:ext>
                  </a:extLst>
                </p14:cNvPr>
                <p14:cNvContentPartPr/>
                <p14:nvPr/>
              </p14:nvContentPartPr>
              <p14:xfrm>
                <a:off x="2011420" y="3968533"/>
                <a:ext cx="86760" cy="10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BE46865-1FD3-620A-412E-65CF2FE7FD8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05300" y="3962413"/>
                  <a:ext cx="990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6E4ADDA-ADA4-7E58-67C9-848D9496BEDA}"/>
                    </a:ext>
                  </a:extLst>
                </p14:cNvPr>
                <p14:cNvContentPartPr/>
                <p14:nvPr/>
              </p14:nvContentPartPr>
              <p14:xfrm>
                <a:off x="2112580" y="3906973"/>
                <a:ext cx="61560" cy="34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6E4ADDA-ADA4-7E58-67C9-848D9496BED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06460" y="3900853"/>
                  <a:ext cx="738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2888435-5018-FBA2-162D-5A03555159E1}"/>
                    </a:ext>
                  </a:extLst>
                </p14:cNvPr>
                <p14:cNvContentPartPr/>
                <p14:nvPr/>
              </p14:nvContentPartPr>
              <p14:xfrm>
                <a:off x="1302940" y="3188053"/>
                <a:ext cx="1012320" cy="43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2888435-5018-FBA2-162D-5A03555159E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96820" y="3181933"/>
                  <a:ext cx="102456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23D838F-7CAE-43EA-06B0-C0AEAB5E4664}"/>
                    </a:ext>
                  </a:extLst>
                </p14:cNvPr>
                <p14:cNvContentPartPr/>
                <p14:nvPr/>
              </p14:nvContentPartPr>
              <p14:xfrm>
                <a:off x="2132380" y="3889333"/>
                <a:ext cx="10080" cy="9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23D838F-7CAE-43EA-06B0-C0AEAB5E466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26260" y="3883213"/>
                  <a:ext cx="223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E480C52-0135-C1D7-AE06-C1766B2F7003}"/>
                    </a:ext>
                  </a:extLst>
                </p14:cNvPr>
                <p14:cNvContentPartPr/>
                <p14:nvPr/>
              </p14:nvContentPartPr>
              <p14:xfrm>
                <a:off x="1783540" y="3019573"/>
                <a:ext cx="241200" cy="341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E480C52-0135-C1D7-AE06-C1766B2F700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77420" y="3013453"/>
                  <a:ext cx="25344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63366FC-630D-8E6E-27CC-A982E30FD0DA}"/>
                    </a:ext>
                  </a:extLst>
                </p14:cNvPr>
                <p14:cNvContentPartPr/>
                <p14:nvPr/>
              </p14:nvContentPartPr>
              <p14:xfrm>
                <a:off x="2160100" y="3679453"/>
                <a:ext cx="120960" cy="151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63366FC-630D-8E6E-27CC-A982E30FD0D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53980" y="3673333"/>
                  <a:ext cx="1332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1C0B152-3468-211A-F91D-F0736DB23924}"/>
                    </a:ext>
                  </a:extLst>
                </p14:cNvPr>
                <p14:cNvContentPartPr/>
                <p14:nvPr/>
              </p14:nvContentPartPr>
              <p14:xfrm>
                <a:off x="2102500" y="3422413"/>
                <a:ext cx="74160" cy="30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1C0B152-3468-211A-F91D-F0736DB2392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96380" y="3416293"/>
                  <a:ext cx="86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5620B02-00F5-576B-4473-3FCBFE5A17C8}"/>
                    </a:ext>
                  </a:extLst>
                </p14:cNvPr>
                <p14:cNvContentPartPr/>
                <p14:nvPr/>
              </p14:nvContentPartPr>
              <p14:xfrm>
                <a:off x="2229580" y="3416293"/>
                <a:ext cx="41040" cy="27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5620B02-00F5-576B-4473-3FCBFE5A17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23460" y="3410173"/>
                  <a:ext cx="5328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B9D56CE-A0F1-F63F-5961-85EDC78B69AB}"/>
                  </a:ext>
                </a:extLst>
              </p14:cNvPr>
              <p14:cNvContentPartPr/>
              <p14:nvPr/>
            </p14:nvContentPartPr>
            <p14:xfrm>
              <a:off x="4253500" y="3388933"/>
              <a:ext cx="2196360" cy="7020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B9D56CE-A0F1-F63F-5961-85EDC78B69A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247380" y="3382813"/>
                <a:ext cx="2208600" cy="71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CF2938C-9548-F904-BD6C-CFDEF115DBF2}"/>
                  </a:ext>
                </a:extLst>
              </p14:cNvPr>
              <p14:cNvContentPartPr/>
              <p14:nvPr/>
            </p14:nvContentPartPr>
            <p14:xfrm>
              <a:off x="1106640" y="1572120"/>
              <a:ext cx="9978840" cy="34873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CF2938C-9548-F904-BD6C-CFDEF115DBF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97280" y="1562760"/>
                <a:ext cx="9997560" cy="350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6485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AFCE4-B3F7-8C54-6448-04F3CF71D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87309-069E-C958-B2B2-5733FE6D9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Githubda</a:t>
            </a:r>
            <a:r>
              <a:rPr lang="en-US" dirty="0"/>
              <a:t> </a:t>
            </a:r>
            <a:r>
              <a:rPr lang="en-US" dirty="0" err="1"/>
              <a:t>jamoaviy</a:t>
            </a:r>
            <a:r>
              <a:rPr lang="en-US" dirty="0"/>
              <a:t> </a:t>
            </a:r>
            <a:r>
              <a:rPr lang="en-US" dirty="0" err="1"/>
              <a:t>ishlash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714A5-7A6D-0875-5BB7-A5B6B0191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Nima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foyda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Yangi </a:t>
            </a:r>
            <a:r>
              <a:rPr lang="en-US" dirty="0" err="1"/>
              <a:t>ishga</a:t>
            </a:r>
            <a:r>
              <a:rPr lang="en-US" dirty="0"/>
              <a:t> </a:t>
            </a:r>
            <a:r>
              <a:rPr lang="en-US" dirty="0" err="1"/>
              <a:t>kirganda</a:t>
            </a:r>
            <a:r>
              <a:rPr lang="en-US" dirty="0"/>
              <a:t> </a:t>
            </a:r>
            <a:r>
              <a:rPr lang="en-US" dirty="0" err="1"/>
              <a:t>oson</a:t>
            </a:r>
            <a:r>
              <a:rPr lang="en-US" dirty="0"/>
              <a:t> </a:t>
            </a:r>
            <a:r>
              <a:rPr lang="en-US" dirty="0" err="1"/>
              <a:t>kirishib</a:t>
            </a:r>
            <a:r>
              <a:rPr lang="en-US" dirty="0"/>
              <a:t> </a:t>
            </a:r>
            <a:r>
              <a:rPr lang="en-US" dirty="0" err="1"/>
              <a:t>ketish</a:t>
            </a:r>
            <a:endParaRPr lang="en-US" dirty="0"/>
          </a:p>
          <a:p>
            <a:pPr lvl="1"/>
            <a:r>
              <a:rPr lang="en-US" dirty="0" err="1"/>
              <a:t>Tartibli</a:t>
            </a:r>
            <a:r>
              <a:rPr lang="en-US" dirty="0"/>
              <a:t> </a:t>
            </a:r>
            <a:r>
              <a:rPr lang="en-US" dirty="0" err="1"/>
              <a:t>ishlash</a:t>
            </a:r>
            <a:endParaRPr lang="en-US" dirty="0"/>
          </a:p>
          <a:p>
            <a:pPr lvl="1"/>
            <a:r>
              <a:rPr lang="en-US" dirty="0"/>
              <a:t>Git </a:t>
            </a:r>
            <a:r>
              <a:rPr lang="en-US" dirty="0" err="1"/>
              <a:t>yordamida</a:t>
            </a:r>
            <a:r>
              <a:rPr lang="en-US" dirty="0"/>
              <a:t> </a:t>
            </a:r>
            <a:r>
              <a:rPr lang="en-US" dirty="0" err="1"/>
              <a:t>xoxlagan</a:t>
            </a:r>
            <a:r>
              <a:rPr lang="en-US" dirty="0"/>
              <a:t> </a:t>
            </a:r>
            <a:r>
              <a:rPr lang="en-US" dirty="0" err="1"/>
              <a:t>vaqtda</a:t>
            </a:r>
            <a:r>
              <a:rPr lang="en-US" dirty="0"/>
              <a:t> Rewind (history)</a:t>
            </a:r>
          </a:p>
          <a:p>
            <a:pPr lvl="1"/>
            <a:r>
              <a:rPr lang="en-US" dirty="0"/>
              <a:t>Oson </a:t>
            </a:r>
            <a:r>
              <a:rPr lang="en-US" dirty="0" err="1"/>
              <a:t>boshqaruv</a:t>
            </a:r>
            <a:endParaRPr lang="en-US" dirty="0"/>
          </a:p>
          <a:p>
            <a:pPr lvl="1"/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o’quvchu</a:t>
            </a:r>
            <a:r>
              <a:rPr lang="en-US" dirty="0"/>
              <a:t> </a:t>
            </a:r>
            <a:r>
              <a:rPr lang="en-US" dirty="0" err="1"/>
              <a:t>kunlik</a:t>
            </a:r>
            <a:r>
              <a:rPr lang="en-US" dirty="0"/>
              <a:t> report </a:t>
            </a:r>
            <a:r>
              <a:rPr lang="en-US" dirty="0" err="1"/>
              <a:t>topshiradi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31CE11B-CCE4-021F-1BF2-EA376031D91A}"/>
                  </a:ext>
                </a:extLst>
              </p14:cNvPr>
              <p14:cNvContentPartPr/>
              <p14:nvPr/>
            </p14:nvContentPartPr>
            <p14:xfrm>
              <a:off x="437760" y="426960"/>
              <a:ext cx="8382960" cy="6432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31CE11B-CCE4-021F-1BF2-EA376031D9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8400" y="417600"/>
                <a:ext cx="8401680" cy="645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5511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96372-D84D-E3A9-FACD-D147B0002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94FA1-43F9-075E-80D4-2B7FC1787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Modular Programming(basics)</a:t>
            </a:r>
          </a:p>
        </p:txBody>
      </p:sp>
    </p:spTree>
    <p:extLst>
      <p:ext uri="{BB962C8B-B14F-4D97-AF65-F5344CB8AC3E}">
        <p14:creationId xmlns:p14="http://schemas.microsoft.com/office/powerpoint/2010/main" val="3576665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54638-2AB8-C69D-674B-09F9285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Programming(basics)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92AD3-4AAB-FBD4-100B-6F982F8FA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What:</a:t>
            </a:r>
          </a:p>
          <a:p>
            <a:pPr lvl="1"/>
            <a:r>
              <a:rPr lang="en-US" dirty="0"/>
              <a:t>What modular Programming?</a:t>
            </a:r>
          </a:p>
          <a:p>
            <a:pPr lvl="1"/>
            <a:r>
              <a:rPr lang="en-US" dirty="0"/>
              <a:t>Module=Units</a:t>
            </a:r>
          </a:p>
          <a:p>
            <a:pPr lvl="1"/>
            <a:r>
              <a:rPr lang="en-US" dirty="0" err="1"/>
              <a:t>Mudullar</a:t>
            </a:r>
            <a:r>
              <a:rPr lang="en-US" dirty="0"/>
              <a:t>-- class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funksiyalarni</a:t>
            </a:r>
            <a:r>
              <a:rPr lang="en-US" dirty="0"/>
              <a:t> </a:t>
            </a:r>
            <a:r>
              <a:rPr lang="en-US" dirty="0" err="1"/>
              <a:t>o’z</a:t>
            </a:r>
            <a:r>
              <a:rPr lang="en-US" dirty="0"/>
              <a:t> </a:t>
            </a:r>
            <a:r>
              <a:rPr lang="en-US" dirty="0" err="1"/>
              <a:t>ichiga</a:t>
            </a:r>
            <a:r>
              <a:rPr lang="en-US" dirty="0"/>
              <a:t> </a:t>
            </a:r>
            <a:r>
              <a:rPr lang="en-US" dirty="0" err="1"/>
              <a:t>olgan</a:t>
            </a:r>
            <a:r>
              <a:rPr lang="en-US" dirty="0"/>
              <a:t> </a:t>
            </a:r>
            <a:r>
              <a:rPr lang="en-US" dirty="0" err="1"/>
              <a:t>filelar</a:t>
            </a:r>
            <a:endParaRPr lang="en-US" dirty="0"/>
          </a:p>
          <a:p>
            <a:pPr lvl="1"/>
            <a:r>
              <a:rPr lang="en-US" dirty="0"/>
              <a:t>Package---- </a:t>
            </a:r>
            <a:r>
              <a:rPr lang="en-US" dirty="0" err="1"/>
              <a:t>Modullarni</a:t>
            </a:r>
            <a:r>
              <a:rPr lang="en-US" dirty="0"/>
              <a:t> </a:t>
            </a:r>
            <a:r>
              <a:rPr lang="en-US" dirty="0" err="1"/>
              <a:t>o’z</a:t>
            </a:r>
            <a:r>
              <a:rPr lang="en-US" dirty="0"/>
              <a:t> </a:t>
            </a:r>
            <a:r>
              <a:rPr lang="en-US" dirty="0" err="1"/>
              <a:t>ichiga</a:t>
            </a:r>
            <a:r>
              <a:rPr lang="en-US" dirty="0"/>
              <a:t> </a:t>
            </a:r>
            <a:r>
              <a:rPr lang="en-US" dirty="0" err="1"/>
              <a:t>olgan</a:t>
            </a:r>
            <a:r>
              <a:rPr lang="en-US" dirty="0"/>
              <a:t> ‘</a:t>
            </a:r>
            <a:r>
              <a:rPr lang="en-US" dirty="0" err="1"/>
              <a:t>katta</a:t>
            </a:r>
            <a:r>
              <a:rPr lang="en-US" dirty="0"/>
              <a:t>’ </a:t>
            </a:r>
            <a:r>
              <a:rPr lang="en-US" dirty="0" err="1"/>
              <a:t>papka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4B4FA1A-0E68-6572-DE5A-A21AC81D4F60}"/>
                  </a:ext>
                </a:extLst>
              </p14:cNvPr>
              <p14:cNvContentPartPr/>
              <p14:nvPr/>
            </p14:nvContentPartPr>
            <p14:xfrm>
              <a:off x="1091520" y="1168920"/>
              <a:ext cx="9703080" cy="2912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4B4FA1A-0E68-6572-DE5A-A21AC81D4F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2160" y="1159560"/>
                <a:ext cx="9721800" cy="293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9968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7FBD6-F80E-F28F-0211-20971ACEF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32F4B-043E-8437-9229-25D8DDC1C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Programming(basics)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EFCF1-14F4-2B80-6BC2-EBAD59151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Why:</a:t>
            </a:r>
          </a:p>
          <a:p>
            <a:pPr lvl="1"/>
            <a:r>
              <a:rPr lang="en-US" dirty="0"/>
              <a:t>Modular </a:t>
            </a:r>
            <a:r>
              <a:rPr lang="en-US" dirty="0" err="1"/>
              <a:t>Programmingsiz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Barcha </a:t>
            </a:r>
            <a:r>
              <a:rPr lang="en-US" dirty="0" err="1"/>
              <a:t>filellar</a:t>
            </a:r>
            <a:r>
              <a:rPr lang="en-US" dirty="0"/>
              <a:t> </a:t>
            </a:r>
            <a:r>
              <a:rPr lang="en-US" dirty="0" err="1"/>
              <a:t>birgalikda</a:t>
            </a:r>
            <a:r>
              <a:rPr lang="en-US" dirty="0"/>
              <a:t> </a:t>
            </a:r>
            <a:r>
              <a:rPr lang="en-US" dirty="0" err="1"/>
              <a:t>tushunarsiz</a:t>
            </a:r>
            <a:endParaRPr lang="en-US" dirty="0"/>
          </a:p>
          <a:p>
            <a:pPr lvl="2"/>
            <a:r>
              <a:rPr lang="en-US" dirty="0" err="1"/>
              <a:t>Xatolarni</a:t>
            </a:r>
            <a:r>
              <a:rPr lang="en-US" dirty="0"/>
              <a:t> </a:t>
            </a:r>
            <a:r>
              <a:rPr lang="en-US" dirty="0" err="1"/>
              <a:t>topish</a:t>
            </a:r>
            <a:r>
              <a:rPr lang="en-US" dirty="0"/>
              <a:t>, test </a:t>
            </a:r>
            <a:r>
              <a:rPr lang="en-US" dirty="0" err="1"/>
              <a:t>qilish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qaytadan</a:t>
            </a:r>
            <a:r>
              <a:rPr lang="en-US" dirty="0"/>
              <a:t> </a:t>
            </a:r>
            <a:r>
              <a:rPr lang="en-US" dirty="0" err="1"/>
              <a:t>ishlatish</a:t>
            </a:r>
            <a:r>
              <a:rPr lang="en-US" dirty="0"/>
              <a:t> </a:t>
            </a:r>
            <a:r>
              <a:rPr lang="en-US" dirty="0" err="1"/>
              <a:t>qiyin</a:t>
            </a:r>
            <a:endParaRPr lang="en-US" dirty="0"/>
          </a:p>
          <a:p>
            <a:pPr lvl="2"/>
            <a:r>
              <a:rPr lang="en-US" dirty="0"/>
              <a:t>Bitta </a:t>
            </a:r>
            <a:r>
              <a:rPr lang="en-US" dirty="0" err="1"/>
              <a:t>ipynb</a:t>
            </a:r>
            <a:r>
              <a:rPr lang="en-US" dirty="0"/>
              <a:t> </a:t>
            </a:r>
            <a:r>
              <a:rPr lang="en-US" dirty="0" err="1"/>
              <a:t>fileni</a:t>
            </a:r>
            <a:r>
              <a:rPr lang="en-US" dirty="0"/>
              <a:t> Ichida : DP, DA, FE, Model training, testing?</a:t>
            </a:r>
          </a:p>
          <a:p>
            <a:pPr lvl="1"/>
            <a:r>
              <a:rPr lang="en-US" dirty="0"/>
              <a:t>Modular Programming </a:t>
            </a:r>
            <a:r>
              <a:rPr lang="en-US" dirty="0" err="1"/>
              <a:t>bilan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Tartibli</a:t>
            </a:r>
            <a:r>
              <a:rPr lang="en-US" dirty="0"/>
              <a:t>, </a:t>
            </a:r>
            <a:r>
              <a:rPr lang="en-US" dirty="0" err="1"/>
              <a:t>oson</a:t>
            </a:r>
            <a:r>
              <a:rPr lang="en-US" dirty="0"/>
              <a:t> </a:t>
            </a:r>
            <a:r>
              <a:rPr lang="en-US" dirty="0" err="1"/>
              <a:t>qayta</a:t>
            </a:r>
            <a:r>
              <a:rPr lang="en-US" dirty="0"/>
              <a:t> </a:t>
            </a:r>
            <a:r>
              <a:rPr lang="en-US" dirty="0" err="1"/>
              <a:t>ishlatadigan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oson</a:t>
            </a:r>
            <a:r>
              <a:rPr lang="en-US" dirty="0"/>
              <a:t> test </a:t>
            </a:r>
            <a:r>
              <a:rPr lang="en-US" dirty="0" err="1"/>
              <a:t>qilanadigan</a:t>
            </a:r>
            <a:r>
              <a:rPr lang="en-US" dirty="0"/>
              <a:t> </a:t>
            </a:r>
            <a:r>
              <a:rPr lang="en-US" dirty="0" err="1"/>
              <a:t>unitlardan</a:t>
            </a:r>
            <a:r>
              <a:rPr lang="en-US" dirty="0"/>
              <a:t>(</a:t>
            </a:r>
            <a:r>
              <a:rPr lang="en-US" dirty="0" err="1"/>
              <a:t>modullardan</a:t>
            </a:r>
            <a:r>
              <a:rPr lang="en-US" dirty="0"/>
              <a:t>) </a:t>
            </a:r>
            <a:r>
              <a:rPr lang="en-US" dirty="0" err="1"/>
              <a:t>tashkil</a:t>
            </a:r>
            <a:r>
              <a:rPr lang="en-US" dirty="0"/>
              <a:t> </a:t>
            </a:r>
            <a:r>
              <a:rPr lang="en-US" dirty="0" err="1"/>
              <a:t>topgan</a:t>
            </a:r>
            <a:r>
              <a:rPr lang="en-US" dirty="0"/>
              <a:t> project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4E250A6-E8FB-08B7-0412-97D116E7EE05}"/>
                  </a:ext>
                </a:extLst>
              </p14:cNvPr>
              <p14:cNvContentPartPr/>
              <p14:nvPr/>
            </p14:nvContentPartPr>
            <p14:xfrm>
              <a:off x="1549800" y="1920960"/>
              <a:ext cx="9016920" cy="2916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4E250A6-E8FB-08B7-0412-97D116E7EE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0440" y="1911600"/>
                <a:ext cx="9035640" cy="293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4859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ECA56-4469-2EE6-EE4E-FAC593FE7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90BB6-4716-2B13-9B4C-CE48EB36E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Programming(basics)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0A632-3FC6-13AA-5CDF-89E7290B6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How: (Project 1)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FB8B96-F96C-2550-6CC2-9FC6C4794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7773"/>
            <a:ext cx="10858500" cy="40290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4661919-0241-4871-352B-94F086A84892}"/>
                  </a:ext>
                </a:extLst>
              </p14:cNvPr>
              <p14:cNvContentPartPr/>
              <p14:nvPr/>
            </p14:nvContentPartPr>
            <p14:xfrm>
              <a:off x="1264680" y="1602360"/>
              <a:ext cx="2962440" cy="4795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4661919-0241-4871-352B-94F086A848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5320" y="1593000"/>
                <a:ext cx="2981160" cy="481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6083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3D4B-BF77-18F7-8F3A-8C11C0143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98FF-5642-1E8A-9C9B-B8C88F127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Programming(basics)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A678B-B96D-7E24-140B-E5ECC8FE6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How: (Project 1)</a:t>
            </a:r>
          </a:p>
          <a:p>
            <a:r>
              <a:rPr lang="en-US" dirty="0" err="1"/>
              <a:t>Mantiqiy</a:t>
            </a:r>
            <a:r>
              <a:rPr lang="en-US" dirty="0"/>
              <a:t> </a:t>
            </a:r>
            <a:r>
              <a:rPr lang="en-US" dirty="0" err="1"/>
              <a:t>tartiblash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A30239-81AD-F935-B0FF-3CBBB9144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889" y="2892762"/>
            <a:ext cx="5086350" cy="26289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B7D3B3A-EABC-C24C-DB9B-22DE8302779F}"/>
                  </a:ext>
                </a:extLst>
              </p14:cNvPr>
              <p14:cNvContentPartPr/>
              <p14:nvPr/>
            </p14:nvContentPartPr>
            <p14:xfrm>
              <a:off x="1153440" y="2126160"/>
              <a:ext cx="9782640" cy="4062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B7D3B3A-EABC-C24C-DB9B-22DE830277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4080" y="2116800"/>
                <a:ext cx="9801360" cy="408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9515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88EBF-246F-6C69-6134-84B68F82A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1CC94-81FC-4626-6DFB-CCFB04F67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Programming(basics)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31EC2-ADAE-D8C9-5C11-4487699C4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Nimalarni </a:t>
            </a:r>
            <a:r>
              <a:rPr lang="en-US" dirty="0" err="1"/>
              <a:t>bilishimiz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(1)</a:t>
            </a:r>
          </a:p>
          <a:p>
            <a:r>
              <a:rPr lang="en-US" dirty="0"/>
              <a:t>Coding Structure(functions, classes, folders, </a:t>
            </a:r>
            <a:r>
              <a:rPr lang="en-US" dirty="0" err="1"/>
              <a:t>modules,packages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Project Organization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Notebooks</a:t>
            </a:r>
          </a:p>
          <a:p>
            <a:pPr lvl="1"/>
            <a:r>
              <a:rPr lang="en-US" dirty="0"/>
              <a:t>Modules</a:t>
            </a:r>
          </a:p>
          <a:p>
            <a:pPr lvl="1"/>
            <a:r>
              <a:rPr lang="en-US" dirty="0"/>
              <a:t>Main.py</a:t>
            </a:r>
          </a:p>
          <a:p>
            <a:pPr lvl="1"/>
            <a:r>
              <a:rPr lang="en-US" dirty="0"/>
              <a:t>Requirements.txt</a:t>
            </a:r>
          </a:p>
          <a:p>
            <a:pPr lvl="1"/>
            <a:r>
              <a:rPr lang="en-US" dirty="0"/>
              <a:t>README.md</a:t>
            </a:r>
          </a:p>
          <a:p>
            <a:pPr lvl="1"/>
            <a:r>
              <a:rPr lang="en-US" dirty="0"/>
              <a:t>Virtual environment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038E359-5948-DEB7-AC4E-D659021B392C}"/>
                  </a:ext>
                </a:extLst>
              </p14:cNvPr>
              <p14:cNvContentPartPr/>
              <p14:nvPr/>
            </p14:nvContentPartPr>
            <p14:xfrm>
              <a:off x="1105560" y="2703600"/>
              <a:ext cx="9178560" cy="3921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038E359-5948-DEB7-AC4E-D659021B39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6200" y="2694240"/>
                <a:ext cx="9197280" cy="39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09A3B5F-12A5-83BA-4F36-18581C892787}"/>
                  </a:ext>
                </a:extLst>
              </p14:cNvPr>
              <p14:cNvContentPartPr/>
              <p14:nvPr/>
            </p14:nvContentPartPr>
            <p14:xfrm>
              <a:off x="1437840" y="2710800"/>
              <a:ext cx="3025800" cy="880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09A3B5F-12A5-83BA-4F36-18581C8927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28480" y="2701440"/>
                <a:ext cx="3044520" cy="89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2247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A443B-07A4-AF4B-0B59-CD7B044F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2978-33C5-1AE1-C42F-DEBE5DE0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Programming(basics)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45AEF-5AD4-15D4-AEAD-CA161898B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Nimalarni </a:t>
            </a:r>
            <a:r>
              <a:rPr lang="en-US" dirty="0" err="1"/>
              <a:t>bilishimiz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(2)</a:t>
            </a:r>
          </a:p>
          <a:p>
            <a:r>
              <a:rPr lang="en-US" b="1" dirty="0"/>
              <a:t>Version control</a:t>
            </a:r>
          </a:p>
          <a:p>
            <a:pPr lvl="1"/>
            <a:r>
              <a:rPr lang="en-US" dirty="0"/>
              <a:t>Version Control(git)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0C45903-38C6-EAE8-6B3D-961746FE15D4}"/>
                  </a:ext>
                </a:extLst>
              </p14:cNvPr>
              <p14:cNvContentPartPr/>
              <p14:nvPr/>
            </p14:nvContentPartPr>
            <p14:xfrm>
              <a:off x="1312920" y="2084760"/>
              <a:ext cx="2903040" cy="1105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0C45903-38C6-EAE8-6B3D-961746FE15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3560" y="2075400"/>
                <a:ext cx="2921760" cy="112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5470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B20AC-525E-D15D-9D9F-7885582C7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DF43F-F6F5-FA0E-A60B-6ADBFE042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Programming(basics)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73C58-634C-855E-9AC3-3F466F71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Nimalarni </a:t>
            </a:r>
            <a:r>
              <a:rPr lang="en-US" dirty="0" err="1"/>
              <a:t>bilishimiz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(3)</a:t>
            </a:r>
          </a:p>
          <a:p>
            <a:r>
              <a:rPr lang="en-US" dirty="0"/>
              <a:t>Coding best practices:</a:t>
            </a:r>
          </a:p>
          <a:p>
            <a:pPr lvl="1"/>
            <a:r>
              <a:rPr lang="en-US" dirty="0"/>
              <a:t>Commands</a:t>
            </a:r>
          </a:p>
          <a:p>
            <a:pPr lvl="1"/>
            <a:r>
              <a:rPr lang="en-US" dirty="0"/>
              <a:t>Consistent naming</a:t>
            </a:r>
          </a:p>
          <a:p>
            <a:pPr lvl="1"/>
            <a:r>
              <a:rPr lang="en-US" dirty="0"/>
              <a:t>Error handling</a:t>
            </a:r>
          </a:p>
          <a:p>
            <a:pPr lvl="1"/>
            <a:r>
              <a:rPr lang="en-US" dirty="0"/>
              <a:t>Logging for info in the changings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54BCF82-F5A9-66E7-9EC7-DC42FA90B363}"/>
                  </a:ext>
                </a:extLst>
              </p14:cNvPr>
              <p14:cNvContentPartPr/>
              <p14:nvPr/>
            </p14:nvContentPartPr>
            <p14:xfrm>
              <a:off x="1342080" y="2661120"/>
              <a:ext cx="2768400" cy="2043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54BCF82-F5A9-66E7-9EC7-DC42FA90B3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2720" y="2651760"/>
                <a:ext cx="2787120" cy="206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0328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F83FC-9AA9-033B-7303-B59E36BBA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643B0-403B-B221-0202-6DEFCF062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Programming(basics)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A69E9-4C40-7B56-A528-E3263ACE2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Nimalarni </a:t>
            </a:r>
            <a:r>
              <a:rPr lang="en-US" dirty="0" err="1"/>
              <a:t>bilishimiz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(4)</a:t>
            </a:r>
          </a:p>
          <a:p>
            <a:r>
              <a:rPr lang="en-US" dirty="0"/>
              <a:t>ML-Specific Considerations(Data Extraction…Pipeline)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98DCCDB-AE21-17FD-0FD5-79C9B32DBF3D}"/>
                  </a:ext>
                </a:extLst>
              </p14:cNvPr>
              <p14:cNvContentPartPr/>
              <p14:nvPr/>
            </p14:nvContentPartPr>
            <p14:xfrm>
              <a:off x="5256360" y="2124000"/>
              <a:ext cx="3606480" cy="866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98DCCDB-AE21-17FD-0FD5-79C9B32DBF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47000" y="2114640"/>
                <a:ext cx="3625200" cy="88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6935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DBDE4-2A08-07FE-6A12-D60F23604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E4CBA-1135-BF49-C817-41A8F8AF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Git </a:t>
            </a:r>
            <a:r>
              <a:rPr lang="en-US" b="1" dirty="0" err="1"/>
              <a:t>nima</a:t>
            </a:r>
            <a:r>
              <a:rPr lang="en-US" b="1" dirty="0"/>
              <a:t>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9A0B453-7B89-6BAB-525B-711003EEC775}"/>
                  </a:ext>
                </a:extLst>
              </p14:cNvPr>
              <p14:cNvContentPartPr/>
              <p14:nvPr/>
            </p14:nvContentPartPr>
            <p14:xfrm>
              <a:off x="7272360" y="1410120"/>
              <a:ext cx="2991600" cy="4423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9A0B453-7B89-6BAB-525B-711003EEC7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63000" y="1400760"/>
                <a:ext cx="3010320" cy="444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2885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B8C2C-8944-6EEC-CD0D-4740126B8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</a:t>
            </a:r>
            <a:r>
              <a:rPr lang="en-US" dirty="0" err="1"/>
              <a:t>nima</a:t>
            </a:r>
            <a:r>
              <a:rPr lang="en-US" dirty="0"/>
              <a:t>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0E4C6-54B0-A6FA-753F-782F60D38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 Control system</a:t>
            </a:r>
          </a:p>
          <a:p>
            <a:r>
              <a:rPr lang="en-US" dirty="0" err="1"/>
              <a:t>Ko’plab</a:t>
            </a:r>
            <a:r>
              <a:rPr lang="en-US" dirty="0"/>
              <a:t> </a:t>
            </a:r>
            <a:r>
              <a:rPr lang="en-US" dirty="0" err="1"/>
              <a:t>o’xshash</a:t>
            </a:r>
            <a:r>
              <a:rPr lang="en-US" dirty="0"/>
              <a:t> </a:t>
            </a:r>
            <a:r>
              <a:rPr lang="en-US" dirty="0" err="1"/>
              <a:t>papka</a:t>
            </a:r>
            <a:r>
              <a:rPr lang="en-US" dirty="0"/>
              <a:t>-&gt; Git</a:t>
            </a:r>
          </a:p>
          <a:p>
            <a:r>
              <a:rPr lang="en-US" dirty="0"/>
              <a:t>Nima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foydali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Barcha </a:t>
            </a:r>
            <a:r>
              <a:rPr lang="en-US" dirty="0" err="1"/>
              <a:t>o’zgarishlar</a:t>
            </a:r>
            <a:r>
              <a:rPr lang="en-US" dirty="0"/>
              <a:t> </a:t>
            </a:r>
            <a:r>
              <a:rPr lang="en-US" dirty="0" err="1"/>
              <a:t>saqlanib</a:t>
            </a:r>
            <a:r>
              <a:rPr lang="en-US" dirty="0"/>
              <a:t> </a:t>
            </a:r>
            <a:r>
              <a:rPr lang="en-US" dirty="0" err="1"/>
              <a:t>qoladi</a:t>
            </a:r>
            <a:endParaRPr lang="en-US" dirty="0"/>
          </a:p>
          <a:p>
            <a:pPr lvl="1"/>
            <a:r>
              <a:rPr lang="en-US" dirty="0" err="1"/>
              <a:t>Xoxlagan</a:t>
            </a:r>
            <a:r>
              <a:rPr lang="en-US" dirty="0"/>
              <a:t> </a:t>
            </a:r>
            <a:r>
              <a:rPr lang="en-US" dirty="0" err="1"/>
              <a:t>paytda</a:t>
            </a:r>
            <a:r>
              <a:rPr lang="en-US" dirty="0"/>
              <a:t> </a:t>
            </a:r>
            <a:r>
              <a:rPr lang="en-US" dirty="0" err="1"/>
              <a:t>tiklab</a:t>
            </a:r>
            <a:r>
              <a:rPr lang="en-US" dirty="0"/>
              <a:t> </a:t>
            </a:r>
            <a:r>
              <a:rPr lang="en-US" dirty="0" err="1"/>
              <a:t>olsa</a:t>
            </a:r>
            <a:r>
              <a:rPr lang="en-US" dirty="0"/>
              <a:t> </a:t>
            </a:r>
            <a:r>
              <a:rPr lang="en-US" dirty="0" err="1"/>
              <a:t>bo’ladi</a:t>
            </a:r>
            <a:endParaRPr lang="en-US" dirty="0"/>
          </a:p>
          <a:p>
            <a:pPr lvl="1"/>
            <a:r>
              <a:rPr lang="en-US" dirty="0" err="1"/>
              <a:t>Tartibli</a:t>
            </a:r>
            <a:r>
              <a:rPr lang="en-US" dirty="0"/>
              <a:t> </a:t>
            </a:r>
            <a:r>
              <a:rPr lang="en-US" dirty="0" err="1"/>
              <a:t>ishlay</a:t>
            </a:r>
            <a:r>
              <a:rPr lang="en-US" dirty="0"/>
              <a:t> </a:t>
            </a:r>
            <a:r>
              <a:rPr lang="en-US" dirty="0" err="1"/>
              <a:t>olamiz</a:t>
            </a:r>
            <a:endParaRPr lang="en-US" dirty="0"/>
          </a:p>
          <a:p>
            <a:pPr lvl="1"/>
            <a:r>
              <a:rPr lang="en-US" dirty="0"/>
              <a:t>Group </a:t>
            </a:r>
            <a:r>
              <a:rPr lang="en-US" dirty="0" err="1"/>
              <a:t>Collabaration</a:t>
            </a:r>
            <a:endParaRPr lang="en-US" dirty="0"/>
          </a:p>
          <a:p>
            <a:pPr lvl="1"/>
            <a:r>
              <a:rPr lang="en-US" dirty="0" err="1"/>
              <a:t>Barchasi</a:t>
            </a:r>
            <a:r>
              <a:rPr lang="en-US" dirty="0"/>
              <a:t> </a:t>
            </a:r>
            <a:r>
              <a:rPr lang="en-US" dirty="0" err="1"/>
              <a:t>commandlar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07896E8-EB76-96B1-600D-FCD7D3E08310}"/>
                  </a:ext>
                </a:extLst>
              </p14:cNvPr>
              <p14:cNvContentPartPr/>
              <p14:nvPr/>
            </p14:nvContentPartPr>
            <p14:xfrm>
              <a:off x="1274760" y="1423440"/>
              <a:ext cx="4682880" cy="3970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07896E8-EB76-96B1-600D-FCD7D3E083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5400" y="1414080"/>
                <a:ext cx="4701600" cy="39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48435F2-23D6-B7FA-B47D-2BD80E495F31}"/>
                  </a:ext>
                </a:extLst>
              </p14:cNvPr>
              <p14:cNvContentPartPr/>
              <p14:nvPr/>
            </p14:nvContentPartPr>
            <p14:xfrm>
              <a:off x="4195800" y="3065760"/>
              <a:ext cx="1986480" cy="803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48435F2-23D6-B7FA-B47D-2BD80E495F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86440" y="3056400"/>
                <a:ext cx="2005200" cy="82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8069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0BAA3-B61C-532B-2DF9-D012EBEC2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1A7A-E4F7-AF39-17AC-7CF5A7C98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Git  vs </a:t>
            </a:r>
            <a:r>
              <a:rPr lang="en-US" b="1" dirty="0" err="1"/>
              <a:t>Github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27398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4D17A-67E7-AD0D-6FA6-26B1D8037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Git  vs </a:t>
            </a:r>
            <a:r>
              <a:rPr lang="en-US" b="1" dirty="0" err="1"/>
              <a:t>Github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ACF15-DB81-4E49-63C2-C5AE99032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Gitning</a:t>
            </a:r>
            <a:r>
              <a:rPr lang="en-US" dirty="0"/>
              <a:t> </a:t>
            </a:r>
            <a:r>
              <a:rPr lang="en-US" dirty="0" err="1"/>
              <a:t>ustiga</a:t>
            </a:r>
            <a:r>
              <a:rPr lang="en-US" dirty="0"/>
              <a:t> </a:t>
            </a:r>
            <a:r>
              <a:rPr lang="en-US" dirty="0" err="1"/>
              <a:t>qurilgan</a:t>
            </a:r>
            <a:r>
              <a:rPr lang="en-US" dirty="0"/>
              <a:t> user – friendly application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github</a:t>
            </a:r>
            <a:endParaRPr lang="en-US" dirty="0"/>
          </a:p>
          <a:p>
            <a:r>
              <a:rPr lang="en-US" dirty="0" err="1"/>
              <a:t>Gitsiz</a:t>
            </a:r>
            <a:r>
              <a:rPr lang="en-US" dirty="0"/>
              <a:t> </a:t>
            </a:r>
            <a:r>
              <a:rPr lang="en-US" dirty="0" err="1"/>
              <a:t>Projectlarda</a:t>
            </a:r>
            <a:r>
              <a:rPr lang="en-US" dirty="0"/>
              <a:t> </a:t>
            </a:r>
            <a:r>
              <a:rPr lang="en-US" dirty="0" err="1"/>
              <a:t>Githubda</a:t>
            </a:r>
            <a:r>
              <a:rPr lang="en-US" dirty="0"/>
              <a:t> </a:t>
            </a:r>
            <a:r>
              <a:rPr lang="en-US" dirty="0" err="1"/>
              <a:t>foydalana</a:t>
            </a:r>
            <a:r>
              <a:rPr lang="en-US" dirty="0"/>
              <a:t> </a:t>
            </a:r>
            <a:r>
              <a:rPr lang="en-US" dirty="0" err="1"/>
              <a:t>olmaymiz</a:t>
            </a:r>
            <a:endParaRPr lang="en-US" dirty="0"/>
          </a:p>
          <a:p>
            <a:r>
              <a:rPr lang="en-US" dirty="0"/>
              <a:t>Internet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ishlaydi</a:t>
            </a:r>
            <a:r>
              <a:rPr lang="en-US" dirty="0"/>
              <a:t> </a:t>
            </a:r>
          </a:p>
          <a:p>
            <a:r>
              <a:rPr lang="en-US" dirty="0"/>
              <a:t>Git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Githubning</a:t>
            </a:r>
            <a:r>
              <a:rPr lang="en-US" dirty="0"/>
              <a:t> </a:t>
            </a:r>
            <a:r>
              <a:rPr lang="en-US" dirty="0" err="1"/>
              <a:t>yuragi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4E3BB36-72B3-A2BB-4EE5-9540933450E3}"/>
                  </a:ext>
                </a:extLst>
              </p14:cNvPr>
              <p14:cNvContentPartPr/>
              <p14:nvPr/>
            </p14:nvContentPartPr>
            <p14:xfrm>
              <a:off x="854280" y="644040"/>
              <a:ext cx="7086600" cy="3219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4E3BB36-72B3-A2BB-4EE5-9540933450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4920" y="634680"/>
                <a:ext cx="7105320" cy="323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A1AFBBD-8EB4-E16F-8E18-3B7B29CB4DA2}"/>
                  </a:ext>
                </a:extLst>
              </p14:cNvPr>
              <p14:cNvContentPartPr/>
              <p14:nvPr/>
            </p14:nvContentPartPr>
            <p14:xfrm>
              <a:off x="302040" y="1187280"/>
              <a:ext cx="9372600" cy="4626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A1AFBBD-8EB4-E16F-8E18-3B7B29CB4D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2680" y="1177920"/>
                <a:ext cx="9391320" cy="464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7938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15BD2-388F-0CA6-0B7C-38AED28C5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16244-27E1-C807-FDE3-5D50B8866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3911712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ECBD-A51F-0547-B0C7-FF65C0767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3BBB2-2247-55FB-B4DC-4152FB4A6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Modular </a:t>
            </a:r>
            <a:r>
              <a:rPr lang="en-US" dirty="0" err="1"/>
              <a:t>Programminga</a:t>
            </a:r>
            <a:r>
              <a:rPr lang="en-US" dirty="0"/>
              <a:t> </a:t>
            </a:r>
            <a:r>
              <a:rPr lang="en-US" dirty="0" err="1"/>
              <a:t>mos</a:t>
            </a:r>
            <a:r>
              <a:rPr lang="en-US" dirty="0"/>
              <a:t> Project </a:t>
            </a:r>
            <a:r>
              <a:rPr lang="en-US" dirty="0" err="1"/>
              <a:t>qiling</a:t>
            </a:r>
            <a:endParaRPr lang="en-US" dirty="0"/>
          </a:p>
          <a:p>
            <a:r>
              <a:rPr lang="en-US" dirty="0"/>
              <a:t>Qanday: </a:t>
            </a:r>
            <a:r>
              <a:rPr lang="en-US" dirty="0" err="1"/>
              <a:t>Qiziqarli</a:t>
            </a:r>
            <a:r>
              <a:rPr lang="en-US" dirty="0"/>
              <a:t>+ </a:t>
            </a:r>
            <a:r>
              <a:rPr lang="en-US" dirty="0" err="1"/>
              <a:t>Foydali</a:t>
            </a:r>
            <a:endParaRPr lang="en-US" dirty="0"/>
          </a:p>
          <a:p>
            <a:r>
              <a:rPr lang="en-US" dirty="0"/>
              <a:t>Deadline: 3 - </a:t>
            </a:r>
            <a:r>
              <a:rPr lang="en-US" dirty="0" err="1"/>
              <a:t>dars</a:t>
            </a:r>
            <a:r>
              <a:rPr lang="en-US" dirty="0"/>
              <a:t> </a:t>
            </a:r>
            <a:r>
              <a:rPr lang="en-US" dirty="0" err="1"/>
              <a:t>boshlanishidan</a:t>
            </a:r>
            <a:r>
              <a:rPr lang="en-US" dirty="0"/>
              <a:t> 1 </a:t>
            </a:r>
            <a:r>
              <a:rPr lang="en-US" dirty="0" err="1"/>
              <a:t>soat</a:t>
            </a:r>
            <a:r>
              <a:rPr lang="en-US" dirty="0"/>
              <a:t> </a:t>
            </a:r>
            <a:r>
              <a:rPr lang="en-US" dirty="0" err="1"/>
              <a:t>oldin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3-darsda  </a:t>
            </a:r>
            <a:r>
              <a:rPr lang="en-US" dirty="0" err="1"/>
              <a:t>ximoya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150EFD9-F194-A416-3E81-C373603AAA53}"/>
                  </a:ext>
                </a:extLst>
              </p14:cNvPr>
              <p14:cNvContentPartPr/>
              <p14:nvPr/>
            </p14:nvContentPartPr>
            <p14:xfrm>
              <a:off x="1258560" y="1559160"/>
              <a:ext cx="9513720" cy="3437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150EFD9-F194-A416-3E81-C373603AAA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9200" y="1549800"/>
                <a:ext cx="9532440" cy="345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704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D69FB-F07A-C3DE-30C7-C58BFDAC2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1DE87-7DE9-004D-F67E-DCABB0204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Vazifa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38722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35F7-52C9-64B2-B92D-22B0A229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A7958-D38E-2E13-8C50-1678D5AEB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O’rganilgan</a:t>
            </a:r>
            <a:r>
              <a:rPr lang="en-US" dirty="0"/>
              <a:t> </a:t>
            </a:r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tushunchani</a:t>
            </a:r>
            <a:r>
              <a:rPr lang="en-US" dirty="0"/>
              <a:t> list </a:t>
            </a:r>
            <a:r>
              <a:rPr lang="en-US" dirty="0" err="1"/>
              <a:t>qiling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min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qator</a:t>
            </a:r>
            <a:r>
              <a:rPr lang="en-US" dirty="0"/>
              <a:t> </a:t>
            </a:r>
            <a:r>
              <a:rPr lang="en-US" dirty="0" err="1"/>
              <a:t>tarif</a:t>
            </a:r>
            <a:r>
              <a:rPr lang="en-US" dirty="0"/>
              <a:t> bn </a:t>
            </a:r>
            <a:r>
              <a:rPr lang="en-US" dirty="0" err="1"/>
              <a:t>to’ldiring</a:t>
            </a:r>
            <a:r>
              <a:rPr lang="en-US" dirty="0"/>
              <a:t>( </a:t>
            </a:r>
            <a:r>
              <a:rPr lang="en-US" dirty="0" err="1"/>
              <a:t>Kunlik</a:t>
            </a:r>
            <a:r>
              <a:rPr lang="en-US" dirty="0"/>
              <a:t> report </a:t>
            </a:r>
            <a:r>
              <a:rPr lang="en-US" dirty="0" err="1"/>
              <a:t>shaklida</a:t>
            </a:r>
            <a:r>
              <a:rPr lang="en-US" dirty="0"/>
              <a:t> repository ga </a:t>
            </a:r>
            <a:r>
              <a:rPr lang="en-US" dirty="0" err="1"/>
              <a:t>yuklang</a:t>
            </a:r>
            <a:r>
              <a:rPr lang="en-US" dirty="0"/>
              <a:t>(</a:t>
            </a:r>
            <a:r>
              <a:rPr lang="en-US" dirty="0" err="1"/>
              <a:t>Alohida</a:t>
            </a:r>
            <a:r>
              <a:rPr lang="en-US" dirty="0"/>
              <a:t> Folder </a:t>
            </a:r>
            <a:r>
              <a:rPr lang="en-US" dirty="0" err="1"/>
              <a:t>oching</a:t>
            </a:r>
            <a:r>
              <a:rPr lang="en-US" dirty="0"/>
              <a:t>)</a:t>
            </a:r>
          </a:p>
          <a:p>
            <a:r>
              <a:rPr lang="en-US" dirty="0" err="1"/>
              <a:t>Alohida</a:t>
            </a:r>
            <a:r>
              <a:rPr lang="en-US" dirty="0"/>
              <a:t> Repository (</a:t>
            </a:r>
            <a:r>
              <a:rPr lang="en-US" dirty="0" err="1"/>
              <a:t>profil</a:t>
            </a:r>
            <a:r>
              <a:rPr lang="en-US" dirty="0"/>
              <a:t>) </a:t>
            </a:r>
            <a:r>
              <a:rPr lang="en-US" dirty="0" err="1"/>
              <a:t>oching</a:t>
            </a:r>
            <a:endParaRPr lang="en-US" dirty="0"/>
          </a:p>
          <a:p>
            <a:r>
              <a:rPr lang="en-US" dirty="0"/>
              <a:t>Project 1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boshleng</a:t>
            </a:r>
            <a:r>
              <a:rPr lang="en-US" dirty="0"/>
              <a:t>(Data </a:t>
            </a:r>
            <a:r>
              <a:rPr lang="en-US" dirty="0" err="1"/>
              <a:t>Preprocessingacha</a:t>
            </a:r>
            <a:r>
              <a:rPr lang="en-US" dirty="0"/>
              <a:t>)</a:t>
            </a:r>
          </a:p>
          <a:p>
            <a:r>
              <a:rPr lang="en-US" dirty="0"/>
              <a:t>Savol </a:t>
            </a:r>
            <a:r>
              <a:rPr lang="en-US" dirty="0" err="1"/>
              <a:t>javob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DP ga </a:t>
            </a:r>
            <a:r>
              <a:rPr lang="en-US" dirty="0" err="1"/>
              <a:t>tayyor</a:t>
            </a:r>
            <a:r>
              <a:rPr lang="en-US" dirty="0"/>
              <a:t> </a:t>
            </a:r>
            <a:r>
              <a:rPr lang="en-US" dirty="0" err="1"/>
              <a:t>boling</a:t>
            </a:r>
            <a:endParaRPr lang="en-US" dirty="0"/>
          </a:p>
          <a:p>
            <a:r>
              <a:rPr lang="en-US" dirty="0" err="1"/>
              <a:t>Classga</a:t>
            </a:r>
            <a:r>
              <a:rPr lang="en-US" dirty="0"/>
              <a:t> </a:t>
            </a:r>
            <a:r>
              <a:rPr lang="en-US" dirty="0" err="1"/>
              <a:t>oid</a:t>
            </a:r>
            <a:r>
              <a:rPr lang="en-US" dirty="0"/>
              <a:t> </a:t>
            </a:r>
            <a:r>
              <a:rPr lang="en-US" dirty="0" err="1"/>
              <a:t>misollar</a:t>
            </a:r>
            <a:r>
              <a:rPr lang="en-US" dirty="0"/>
              <a:t> </a:t>
            </a:r>
            <a:r>
              <a:rPr lang="en-US" dirty="0" err="1"/>
              <a:t>ishlang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BankAccountni</a:t>
            </a:r>
            <a:r>
              <a:rPr lang="en-US" dirty="0"/>
              <a:t> </a:t>
            </a:r>
            <a:r>
              <a:rPr lang="en-US" dirty="0" err="1"/>
              <a:t>nomli</a:t>
            </a:r>
            <a:r>
              <a:rPr lang="en-US" dirty="0"/>
              <a:t> class </a:t>
            </a:r>
            <a:r>
              <a:rPr lang="en-US" dirty="0" err="1"/>
              <a:t>yarating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u class </a:t>
            </a:r>
            <a:r>
              <a:rPr lang="en-US" dirty="0" err="1"/>
              <a:t>yordamida</a:t>
            </a:r>
            <a:r>
              <a:rPr lang="en-US" dirty="0"/>
              <a:t> </a:t>
            </a:r>
            <a:r>
              <a:rPr lang="en-US" dirty="0" err="1"/>
              <a:t>xozirgi</a:t>
            </a:r>
            <a:r>
              <a:rPr lang="en-US" dirty="0"/>
              <a:t>, </a:t>
            </a:r>
            <a:r>
              <a:rPr lang="en-US" dirty="0" err="1"/>
              <a:t>pul</a:t>
            </a:r>
            <a:r>
              <a:rPr lang="en-US" dirty="0"/>
              <a:t> </a:t>
            </a:r>
            <a:r>
              <a:rPr lang="en-US" dirty="0" err="1"/>
              <a:t>qoshgandan</a:t>
            </a:r>
            <a:r>
              <a:rPr lang="en-US" dirty="0"/>
              <a:t> keying,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pul</a:t>
            </a:r>
            <a:r>
              <a:rPr lang="en-US" dirty="0"/>
              <a:t> </a:t>
            </a:r>
            <a:r>
              <a:rPr lang="en-US" dirty="0" err="1"/>
              <a:t>yechib</a:t>
            </a:r>
            <a:r>
              <a:rPr lang="en-US" dirty="0"/>
              <a:t> </a:t>
            </a:r>
            <a:r>
              <a:rPr lang="en-US" dirty="0" err="1"/>
              <a:t>olgandan</a:t>
            </a:r>
            <a:r>
              <a:rPr lang="en-US" dirty="0"/>
              <a:t> keying </a:t>
            </a:r>
            <a:r>
              <a:rPr lang="en-US" dirty="0" err="1"/>
              <a:t>xolatni</a:t>
            </a:r>
            <a:r>
              <a:rPr lang="en-US" dirty="0"/>
              <a:t> </a:t>
            </a:r>
            <a:r>
              <a:rPr lang="en-US" dirty="0" err="1"/>
              <a:t>ko’rsatsin</a:t>
            </a:r>
            <a:endParaRPr lang="en-US" dirty="0"/>
          </a:p>
          <a:p>
            <a:pPr lvl="1"/>
            <a:r>
              <a:rPr lang="en-US" dirty="0" err="1"/>
              <a:t>StudentGrades</a:t>
            </a:r>
            <a:r>
              <a:rPr lang="en-US" dirty="0"/>
              <a:t> class </a:t>
            </a:r>
            <a:r>
              <a:rPr lang="en-US" dirty="0" err="1"/>
              <a:t>yarating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unda</a:t>
            </a:r>
            <a:r>
              <a:rPr lang="en-US" dirty="0"/>
              <a:t> </a:t>
            </a:r>
            <a:r>
              <a:rPr lang="en-US" dirty="0" err="1"/>
              <a:t>talabalarning</a:t>
            </a:r>
            <a:r>
              <a:rPr lang="en-US" dirty="0"/>
              <a:t> </a:t>
            </a:r>
            <a:r>
              <a:rPr lang="en-US" dirty="0" err="1"/>
              <a:t>ismi</a:t>
            </a:r>
            <a:r>
              <a:rPr lang="en-US" dirty="0"/>
              <a:t>, </a:t>
            </a:r>
            <a:r>
              <a:rPr lang="en-US" dirty="0" err="1"/>
              <a:t>baxolar</a:t>
            </a:r>
            <a:r>
              <a:rPr lang="en-US" dirty="0"/>
              <a:t> </a:t>
            </a:r>
            <a:r>
              <a:rPr lang="en-US" dirty="0" err="1"/>
              <a:t>royxati</a:t>
            </a:r>
            <a:r>
              <a:rPr lang="en-US" dirty="0"/>
              <a:t> </a:t>
            </a:r>
            <a:r>
              <a:rPr lang="en-US" dirty="0" err="1"/>
              <a:t>bolsin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shunga kora </a:t>
            </a:r>
            <a:r>
              <a:rPr lang="en-US" dirty="0" err="1"/>
              <a:t>ularning</a:t>
            </a:r>
            <a:r>
              <a:rPr lang="en-US" dirty="0"/>
              <a:t> Ichida </a:t>
            </a:r>
            <a:r>
              <a:rPr lang="en-US" dirty="0" err="1"/>
              <a:t>eng</a:t>
            </a:r>
            <a:r>
              <a:rPr lang="en-US" dirty="0"/>
              <a:t> past, </a:t>
            </a: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yuqori</a:t>
            </a:r>
            <a:r>
              <a:rPr lang="en-US" dirty="0"/>
              <a:t> </a:t>
            </a:r>
            <a:r>
              <a:rPr lang="en-US" dirty="0" err="1"/>
              <a:t>olgan</a:t>
            </a:r>
            <a:r>
              <a:rPr lang="en-US" dirty="0"/>
              <a:t> </a:t>
            </a:r>
            <a:r>
              <a:rPr lang="en-US" dirty="0" err="1"/>
              <a:t>talaba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o’rtacha</a:t>
            </a:r>
            <a:r>
              <a:rPr lang="en-US" dirty="0"/>
              <a:t> </a:t>
            </a:r>
            <a:r>
              <a:rPr lang="en-US" dirty="0" err="1"/>
              <a:t>ballni</a:t>
            </a:r>
            <a:r>
              <a:rPr lang="en-US" dirty="0"/>
              <a:t> </a:t>
            </a:r>
            <a:r>
              <a:rPr lang="en-US" dirty="0" err="1"/>
              <a:t>qaytarsin</a:t>
            </a:r>
            <a:endParaRPr lang="en-US" dirty="0"/>
          </a:p>
          <a:p>
            <a:pPr lvl="1"/>
            <a:r>
              <a:rPr lang="en-US" dirty="0" err="1"/>
              <a:t>O’zingiz</a:t>
            </a:r>
            <a:r>
              <a:rPr lang="en-US" dirty="0"/>
              <a:t> </a:t>
            </a:r>
            <a:r>
              <a:rPr lang="en-US" dirty="0" err="1"/>
              <a:t>xaqingizda</a:t>
            </a:r>
            <a:r>
              <a:rPr lang="en-US" dirty="0"/>
              <a:t> </a:t>
            </a:r>
            <a:r>
              <a:rPr lang="en-US" dirty="0" err="1"/>
              <a:t>malumot</a:t>
            </a:r>
            <a:r>
              <a:rPr lang="en-US" dirty="0"/>
              <a:t> </a:t>
            </a:r>
            <a:r>
              <a:rPr lang="en-US" dirty="0" err="1"/>
              <a:t>beruvchi</a:t>
            </a:r>
            <a:r>
              <a:rPr lang="en-US" dirty="0"/>
              <a:t> class </a:t>
            </a:r>
            <a:r>
              <a:rPr lang="en-US" dirty="0" err="1"/>
              <a:t>yarating</a:t>
            </a:r>
            <a:r>
              <a:rPr lang="en-US" dirty="0"/>
              <a:t>(</a:t>
            </a:r>
            <a:r>
              <a:rPr lang="en-US" dirty="0" err="1"/>
              <a:t>oldingi</a:t>
            </a:r>
            <a:r>
              <a:rPr lang="en-US" dirty="0"/>
              <a:t> </a:t>
            </a:r>
            <a:r>
              <a:rPr lang="en-US" dirty="0" err="1"/>
              <a:t>oydan</a:t>
            </a:r>
            <a:r>
              <a:rPr lang="en-US" dirty="0"/>
              <a:t> </a:t>
            </a:r>
            <a:r>
              <a:rPr lang="en-US" dirty="0" err="1"/>
              <a:t>farqli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239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2473</TotalTime>
  <Words>639</Words>
  <Application>Microsoft Office PowerPoint</Application>
  <PresentationFormat>Widescreen</PresentationFormat>
  <Paragraphs>118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Modular Programming(1-dars)</vt:lpstr>
      <vt:lpstr>Bugun</vt:lpstr>
      <vt:lpstr>Yangi oyda nimalar o’rganamiz?</vt:lpstr>
      <vt:lpstr>Yangi bo’limda nimalar o’rganamiz? </vt:lpstr>
      <vt:lpstr>Group bo’lib rivojlanish</vt:lpstr>
      <vt:lpstr>Group bo’lib rivojlanish </vt:lpstr>
      <vt:lpstr>Githubda jamoaviy ishlash</vt:lpstr>
      <vt:lpstr>Githubda jamoaviy ishlash </vt:lpstr>
      <vt:lpstr>Githubda jamoaviy ishlash </vt:lpstr>
      <vt:lpstr>Modular Programming(basics)</vt:lpstr>
      <vt:lpstr>Modular Programming(basics) </vt:lpstr>
      <vt:lpstr>Modular Programming(basics) </vt:lpstr>
      <vt:lpstr>Modular Programming(basics) </vt:lpstr>
      <vt:lpstr>Modular Programming(basics) </vt:lpstr>
      <vt:lpstr>Modular Programming(basics) </vt:lpstr>
      <vt:lpstr>Modular Programming(basics) </vt:lpstr>
      <vt:lpstr>Modular Programming(basics) </vt:lpstr>
      <vt:lpstr>Modular Programming(basics) </vt:lpstr>
      <vt:lpstr>Git nima?</vt:lpstr>
      <vt:lpstr>Git nima? </vt:lpstr>
      <vt:lpstr>Git  vs Github</vt:lpstr>
      <vt:lpstr>Git  vs Github</vt:lpstr>
      <vt:lpstr>Project</vt:lpstr>
      <vt:lpstr>Project</vt:lpstr>
      <vt:lpstr>Vazifa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5</cp:revision>
  <dcterms:created xsi:type="dcterms:W3CDTF">2025-09-04T08:07:24Z</dcterms:created>
  <dcterms:modified xsi:type="dcterms:W3CDTF">2025-09-20T09:43:09Z</dcterms:modified>
</cp:coreProperties>
</file>