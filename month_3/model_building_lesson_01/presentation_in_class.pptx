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AE1D2-8317-4B34-A4BA-1B83548E3309}" v="2" dt="2025-08-16T11:34:01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8B5AE1D2-8317-4B34-A4BA-1B83548E3309}"/>
    <pc:docChg chg="modSld">
      <pc:chgData name="Davronbek Malikov" userId="8ee0eb9faaf3663e" providerId="LiveId" clId="{8B5AE1D2-8317-4B34-A4BA-1B83548E3309}" dt="2025-08-16T11:34:01.234" v="8"/>
      <pc:docMkLst>
        <pc:docMk/>
      </pc:docMkLst>
      <pc:sldChg chg="addSp modSp mod">
        <pc:chgData name="Davronbek Malikov" userId="8ee0eb9faaf3663e" providerId="LiveId" clId="{8B5AE1D2-8317-4B34-A4BA-1B83548E3309}" dt="2025-08-16T10:22:07.074" v="7"/>
        <pc:sldMkLst>
          <pc:docMk/>
          <pc:sldMk cId="3091803370" sldId="257"/>
        </pc:sldMkLst>
        <pc:spChg chg="mod">
          <ac:chgData name="Davronbek Malikov" userId="8ee0eb9faaf3663e" providerId="LiveId" clId="{8B5AE1D2-8317-4B34-A4BA-1B83548E3309}" dt="2025-08-16T06:54:58.914" v="6" actId="20577"/>
          <ac:spMkLst>
            <pc:docMk/>
            <pc:sldMk cId="3091803370" sldId="257"/>
            <ac:spMk id="3" creationId="{E2E3EF17-1CD9-4A31-5BC5-67E3D4BA4DE5}"/>
          </ac:spMkLst>
        </pc:spChg>
        <pc:inkChg chg="add">
          <ac:chgData name="Davronbek Malikov" userId="8ee0eb9faaf3663e" providerId="LiveId" clId="{8B5AE1D2-8317-4B34-A4BA-1B83548E3309}" dt="2025-08-16T10:22:07.074" v="7"/>
          <ac:inkMkLst>
            <pc:docMk/>
            <pc:sldMk cId="3091803370" sldId="257"/>
            <ac:inkMk id="4" creationId="{2FF88BB1-1A36-BD5F-9775-4DEFFF0D77F7}"/>
          </ac:inkMkLst>
        </pc:inkChg>
      </pc:sldChg>
      <pc:sldChg chg="addSp">
        <pc:chgData name="Davronbek Malikov" userId="8ee0eb9faaf3663e" providerId="LiveId" clId="{8B5AE1D2-8317-4B34-A4BA-1B83548E3309}" dt="2025-08-16T10:22:07.074" v="7"/>
        <pc:sldMkLst>
          <pc:docMk/>
          <pc:sldMk cId="707022725" sldId="259"/>
        </pc:sldMkLst>
        <pc:inkChg chg="add">
          <ac:chgData name="Davronbek Malikov" userId="8ee0eb9faaf3663e" providerId="LiveId" clId="{8B5AE1D2-8317-4B34-A4BA-1B83548E3309}" dt="2025-08-16T10:22:07.074" v="7"/>
          <ac:inkMkLst>
            <pc:docMk/>
            <pc:sldMk cId="707022725" sldId="259"/>
            <ac:inkMk id="4" creationId="{D881941C-4B33-0FFC-8ABB-5CFAAD5FEB2D}"/>
          </ac:inkMkLst>
        </pc:inkChg>
      </pc:sldChg>
      <pc:sldChg chg="addSp">
        <pc:chgData name="Davronbek Malikov" userId="8ee0eb9faaf3663e" providerId="LiveId" clId="{8B5AE1D2-8317-4B34-A4BA-1B83548E3309}" dt="2025-08-16T10:22:07.074" v="7"/>
        <pc:sldMkLst>
          <pc:docMk/>
          <pc:sldMk cId="3050780460" sldId="261"/>
        </pc:sldMkLst>
        <pc:inkChg chg="add">
          <ac:chgData name="Davronbek Malikov" userId="8ee0eb9faaf3663e" providerId="LiveId" clId="{8B5AE1D2-8317-4B34-A4BA-1B83548E3309}" dt="2025-08-16T10:22:07.074" v="7"/>
          <ac:inkMkLst>
            <pc:docMk/>
            <pc:sldMk cId="3050780460" sldId="261"/>
            <ac:inkMk id="4" creationId="{08B80160-318C-FA0B-88BA-3DB17B084790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580355058" sldId="263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580355058" sldId="263"/>
            <ac:inkMk id="3" creationId="{C95172B0-4A35-28B6-435F-DB670DE593CE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380031301" sldId="264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380031301" sldId="264"/>
            <ac:inkMk id="4" creationId="{E97E0D81-8D15-31A6-D288-F1DDA0168695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2667578750" sldId="265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2667578750" sldId="265"/>
            <ac:inkMk id="4" creationId="{14CE8960-FE50-7933-535A-F9B179F26612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2817314670" sldId="266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2817314670" sldId="266"/>
            <ac:inkMk id="3" creationId="{6AF67BAA-DDF8-D4DD-33CB-B0E05F50AD98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2016558899" sldId="268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2016558899" sldId="268"/>
            <ac:inkMk id="4" creationId="{859ACBCA-A0E1-471A-9A07-7AFB7CC70802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3179135665" sldId="269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3179135665" sldId="269"/>
            <ac:inkMk id="3" creationId="{31B60984-2905-AEFE-FD96-AB034453A233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1202618104" sldId="272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1202618104" sldId="272"/>
            <ac:inkMk id="4" creationId="{F6C25C49-62C5-F27F-2966-DFE461285DC7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3734607593" sldId="276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3734607593" sldId="276"/>
            <ac:inkMk id="4" creationId="{549BE80D-3EC4-C08A-5E31-93A3203F8D2F}"/>
          </ac:inkMkLst>
        </pc:inkChg>
      </pc:sldChg>
      <pc:sldChg chg="addSp">
        <pc:chgData name="Davronbek Malikov" userId="8ee0eb9faaf3663e" providerId="LiveId" clId="{8B5AE1D2-8317-4B34-A4BA-1B83548E3309}" dt="2025-08-16T11:34:01.234" v="8"/>
        <pc:sldMkLst>
          <pc:docMk/>
          <pc:sldMk cId="243567517" sldId="278"/>
        </pc:sldMkLst>
        <pc:inkChg chg="add">
          <ac:chgData name="Davronbek Malikov" userId="8ee0eb9faaf3663e" providerId="LiveId" clId="{8B5AE1D2-8317-4B34-A4BA-1B83548E3309}" dt="2025-08-16T11:34:01.234" v="8"/>
          <ac:inkMkLst>
            <pc:docMk/>
            <pc:sldMk cId="243567517" sldId="278"/>
            <ac:inkMk id="4" creationId="{B10E7226-B6AF-3B29-2C28-C351900B4F0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03:33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4095 6247 167 0,'6'-2'57'0,"3"0"-44"0,1 0-4 16,3 1-4-16,0 1 0 0,2-1 1 0,-1 1 1 0,0 0-1 0,2 1-2 16,0 0-1-16,1 1-3 0,1 1-1 0,0 1 1 0,1-1-1 15,0 1 0-15,2 0 0 0,1 0-1 0,-1 1 2 0,2 0 0 0,0 0 2 16,3-1-2-16,-1 0 2 0,0 0 1 0,2 0 2 0,0-1 0 0,4 0 1 15,0-1 2-15,2-1-4 0,0 0 4 0,0-1-3 0,2 1-1 16,1-2 3-16,-1 1 0 0,2-1 3 0,1 1-3 0,0 0 5 0,0-1 1 16,1 1 4-16,0 0 8 0,1 0-2 0,-1 0 1 0,-1 0-2 15,3 0 0-15,0-1 0 0,0 1-2 0,1 1-1 0,-1-1-4 0,0 0 1 16,1-1-1-16,1 1 0 0,1 0-4 0,0-1-2 0,0 2-3 0,0-1-1 16,-1 1 1-16,0 0-2 0,0 0 1 0,-1 1-4 0,1 0 2 15,1-1-1-15,-3 1-3 0,0 0 5 0,1 0-4 0,-2 0 0 0,1-2 0 16,1 2-4-16,-2-1 4 0,-1 0-3 0,1-1 1 0,0 0 5 0,-2 0-1 15,2-1 0-15,0-2-2 0,0 2 1 0,2-3-1 0,-1-1 3 16,-2-1 1-16,3-1 1 0,-2-1 3 0,2 0-1 0,0-2 3 0,0 0 3 16,1 0 0-16,0-2 4 0,0 0-3 0,-1-1 4 0,1-1 1 15,-1-1-1-15,0 0 3 0,0 1-4 0,-1-1 2 0,-3 2 0 0,1-2 1 16,-2-1 3-16,-1-1-2 0,2 1 0 0,-2-2-1 0,0-1-6 0,-1-1-1 16,-1-1-2-16,1-1-2 0,-2 1 2 0,-1 0 2 0,-1-2-2 15,0 1 4-15,-2-2 3 0,0-1-4 0,-1-1 3 0,0-1-1 0,-3 0 1 16,-1-1 6-16,-2 1 2 0,-3-2 3 0,1 0 2 0,-1 0-1 0,-3-1-1 15,-2 0-1-15,-1 1-2 0,-3-1 4 0,-2 1 2 0,-1-2 1 16,-3-1-4-16,-2 0-2 0,-3 0-5 0,-2 0-6 0,-2 1 1 0,-3-1-3 16,-3 0-6-16,-1-1 3 0,-3 1-3 0,-2 0 0 0,-2 1 6 15,-2-1-3-15,-1 1-2 0,-2-1-6 0,-1 0-3 0,-5 1 1 0,-2 0-1 16,-2 0 1-16,0 2 1 0,-3-3-3 0,-1 1 2 0,-1-1-2 0,-3 0 2 16,-1 1 4-16,0 1-1 0,-4 1 1 0,-1-2-1 0,-2 2-1 15,-1 0-4-15,-3 0 0 0,-2 4 2 0,-2 1 0 0,-4 0 4 0,1 1-2 16,-3 1 0-16,-1 1-5 0,-2 1 2 0,-1 2-1 0,-1 1 1 0,-2 1-1 15,1 1-2-15,0 1 1 0,-1 2 2 0,1 0 1 0,0 2 1 16,0 1-2-16,1 0 1 0,0 1-3 0,1 1 2 0,0 2-3 0,-2-1 0 16,-1 2-2-16,1 0 0 0,-3 2-3 0,-1 1-5 0,0 2 2 0,-2 0-7 15,-1 2 2-15,2 1 2 0,-4 0-2 0,2 2 7 0,-2-1 2 16,1 3 1-16,-1 0-2 0,0 0-4 0,-1 3-3 0,1 0-3 0,-2 0-4 16,1 1-4-16,3 2-1 0,-3 1 2 0,3 1 4 0,2 0 7 15,0 1 4-15,2 1 4 0,2-1 3 0,2 1 0 0,5 1 2 0,1 0-4 16,2-1 1-16,2 1 4 0,2 1 1 0,2 1 7 0,0 1-4 0,2 1 1 15,1 1-6-15,1 1-1 0,3 1 0 0,2 1-2 0,2-2 5 16,2 3-2-16,2 1 2 0,3 1-1 0,2 1-5 0,3 0 1 0,1-2-2 16,4 1-2-16,1 0 0 0,3 1 3 0,0 1-3 0,1 2 2 0,2-3-4 15,0 2-2-15,1-2 2 0,4 0 1 0,2 1 7 0,3 0 4 16,2-1-2-16,2-1-2 0,4-1 4 0,2 1-2 0,1 0 0 0,3 1 1 16,1-2-2-16,2-1-3 0,2-1 3 0,1-2 0 0,2 2-1 15,2-1 2-15,2 1 0 0,0-2-2 0,-1 1 4 0,3-1-1 0,2-2-7 16,1 1 7-16,1-1 0 0,3-1 3 0,0 0 9 0,4-2-4 0,0 0 1 15,3 0-2-15,1-3-2 0,3 1 7 0,-1-1 0 16,3-1-2-16,1-2 2 0,1-1-2 0,1 0-4 0,0-1 4 0,2-2-1 0,2-2-1 16,1 0 3-16,0 0-2 0,0-1-1 0,1-2-1 0,3 1-1 0,0-1-1 15,-1-1 2-15,2 1 2 0,0 0-3 0,-1-1 0 0,2 0 0 16,-2 0-2-16,0 0 1 0,1-2 1 0,-1 1 1 0,1 0 2 0,-2 0 4 16,0-1-2-16,0 0-2 0,-2 0 2 0,3-1 0 0,-3 2 4 15,1-1-1-15,1-1 0 0,-3 1-1 0,2-1-2 0,-1 1 0 0,-2 0 1 16,2 0-4-16,0-1 1 0,-1 1-5 0,0-1-2 0,-1 0 2 0,-1-1-1 15,-1 0 7-15,-2-2-2 0,0 1-1 0,-1 0 1 0,-2-1 2 16,1 0 1-16,-3 0 5 0,-2 0 3 0,-2 0 1 0,-3 0 6 0,-1 1 4 16,-2 0-3-16,-4 1 3 0,-1 1-9 0,-2 0-8 0,-5 1-3 0,0 0-6 15,-1 0-3-15,-3 1-4 0,0-1-5 0,-4 1-12 0,1-1-24 16,-1-1-53-16,-2 0-90 0,0-2-106 0,-1-1-71 0,-1-1-211 0</inkml:trace>
  <inkml:trace contextRef="#ctx0" brushRef="#br0" timeOffset="2082.98">3484 7509 126 0,'-6'5'46'16,"0"2"-12"-16,-1 0-6 0,2 0-5 0,1-1-7 0,1-1-3 0,0 1-6 15,1 0-3-15,1 0-1 0,1 0-2 0,1 1-1 0,-1 2 0 16,0-3-2-16,1 2 0 0,0-2 1 0,1 2-2 0,-1 2 4 0,1-1 0 16,0 2 4-16,-1-1 2 0,1 0 3 0,-1 2 1 0,1-1-1 0,-1 1-3 15,0 0 0-15,1 1 2 0,0 0-4 0,0 1 0 0,2-1-2 16,0-1-1-16,2-1-1 0,1 0 2 0,0 0 1 0,1 0 2 0,2 1 2 15,2-1 2-15,0-3 2 0,2 2 1 0,-1-2 5 0,3-1 2 16,1 0 4-16,2-2 2 0,0 0 3 0,1-1-2 0,3 0 3 0,-1-1 3 16,2 0 1-16,1-3 8 0,2 0 3 0,2 0 5 0,-1 0 4 0,3 0 1 15,-1-1 3-15,4 0-3 0,1 1-2 0,1-1-4 0,3 0-5 16,-3-1-4-16,3 1-3 0,1-1-7 0,1 1-6 0,0 0-4 0,3-1-4 16,-2 1-2-16,1-1-2 0,2-1 1 0,-1 0-4 0,1 0 0 0,2-1-5 15,0 1 1-15,0-1 3 0,-1 0-4 0,-1-1 4 0,0 1-1 16,0 0 0-16,-1-1 2 0,0 1-5 0,1-2 6 0,-3 0 1 0,1 0 9 15,-1-1 3-15,-2 0 2 0,2-1 6 0,-2 0 4 0,1 0 1 16,-1 1 5-16,0-3-2 0,-2 0-5 0,-1 0-2 0,0-1-6 0,-1 1 1 16,1 0-8-16,-3 0 4 0,0-1-1 0,1-1-2 0,-3 0 2 0,1 0-9 15,-3 1-2-15,0-1-1 0,-2 0 2 0,0 0 9 0,-1 0-3 16,0 1 2-16,1-2 0 0,-3 0-7 0,1-2 0 0,-5 2 0 0,0-2-2 16,0 0 4-16,-4 0-2 0,3 0 0 0,-3 0-1 0,-1-2-2 0,-2 1 5 15,-1 1-4-15,-1-3 4 0,0 0-5 0,-1-1-4 0,-1 0 5 16,-2-2-2-16,-1-2 0 0,0 1 3 0,-1-2-5 0,-1 0-1 0,-2-1 2 15,-2 0-5-15,0 0 3 0,-3-1 0 0,0 2 3 0,-2-3-3 16,-3 1-5-16,0-1 2 0,-1 0 6 0,-2 1 2 0,1-2 9 0,-4 2-2 16,0-2-2-16,-1 1-1 0,-1-1 0 0,-2 2-2 0,-2 0-2 0,0 0 0 15,0 1-7-15,-2-1 4 0,-1 1 0 0,-2-1 0 0,-3-1-2 16,-1 2 0-16,-1-1-3 0,-1 3 0 0,-2 0 4 0,-1 0-7 0,-3 2 0 16,0-1-3-16,-3 0 3 0,-1 1-4 0,-1 0 1 0,1 1-1 15,-2 1 8-15,1 0 6 0,1 1-1 0,-1 1 2 0,0-1-12 0,-1 0 2 16,-2 2 2-16,2 0-3 0,0 0 2 0,-2 1 1 0,1 1-8 15,-3 1 2-15,0 2 5 0,-3-1-1 0,-2 2 4 0,1 1-2 0,-1 1-3 16,0 0-4-16,-1 1 5 0,-2 1-6 0,1 1-1 0,-2 1 8 0,3 1-4 16,-1 1 4-16,0 1 6 0,1 1-5 0,0 2 0 0,-1 1 2 0,3 1-7 15,1 2 1-15,-1 2-4 0,1 1 0 0,0 1 0 0,-1 2 2 16,4 2 2-16,1 2-3 0,-1 1 0 0,0 0-9 0,2 4-3 0,0 0 5 16,-1 1 2-16,3 3 0 0,1-3-2 0,1 4 0 0,1-1 14 0,0 1 3 15,0 3 2-15,2 0-3 0,-1 2-13 0,0 0 0 0,-1 3-1 16,0 1 4-16,0 2-9 0,0 2 3 0,-1-1-6 0,1 0-6 0,2-2-1 15,1 1-11-15,3-1-8 0,2 0-20 0,4-1-27 0,2-1-27 16,5 0-48-16,1-2-92 0,5 0-73 0,3 1-15 0,2-3 23 0,5 0-139 16</inkml:trace>
  <inkml:trace contextRef="#ctx0" brushRef="#br0" timeOffset="85937.06">8542 9384 311 0,'39'0'145'0,"8"1"-121"16,13 1-20-16,0 0-2 0,-5 0 0 0,3 0-2 0,4-2 1 0,2 0 0 16,2-1 0-16,1 0-1 0,1 0-3 0,2 0 1 0,1 0-2 15,1-1 1-15,-1 1 0 0,2-2 0 0,2 0 1 0,0 0 0 0,1 0 0 16,-1 0-2-16,-1-1-3 0,1 0 1 0,-1-1-1 0,0 1 4 0,0 0 0 16,-1 0 1-16,1 1 2 0,-1 0 0 0,-1 1 3 0,0-1-2 15,-1 1-1-15,0 0 5 0,2-1-2 0,-1 1 4 0,0 0-2 0,-1-1-1 16,0 1 0-16,1 0-3 0,-1-1 2 0,1 1 0 0,-1 0-2 15,0 1 4-15,2-1-1 0,0 0 0 0,1 0 1 0,-1 0-5 0,0-1 2 16,1-1-2-16,-1 1 0 0,1-2 4 0,0 0-2 0,-1 0-1 0,1-1 0 16,0 0 0-16,0 0 0 0,0-1 1 0,-3-1 0 0,0-1 3 15,1-3 0-15,-1-1 14 0,2-1 2 0,-1 0-1 0,0-1 1 0,-1 0-17 16,0 0-3-16,-1 0 2 0,-1-2-1 0,1 1 6 0,0-3 5 0,-1 1-4 16,2-3-1-16,-3 0-4 0,-1 0-9 0,-2-1 1 0,0 1 2 15,-3-1 5-15,-2 2 1 0,0-1 3 0,-2-1 1 0,-2-1-3 0,-1 1 2 16,-4-2 3-16,-1-1-3 0,1 2 3 0,-3-3 2 0,-1 0-2 15,-2-2 1-15,-1 0 0 0,-1-2-1 0,-1 0 2 0,-3-2-2 0,0 1 4 16,-2-1 1-16,-2 0-2 0,-5 0 4 0,0 0 0 0,-5-1 3 0,1 1 2 16,-4 1 4-16,-2 1 4 0,-3-2 0 0,-2 2 2 0,-3-3-2 15,-1 2-1-15,-3-2-2 0,-1 1 0 0,-3-2-5 0,-2 1-2 0,-3-2-4 16,-3-1-8-16,-1 0-7 0,-4 0-6 0,-3 1-1 0,0-1-6 0,-4-1-1 16,-4-1-2-16,-2 1 2 0,-5 0 9 0,-1 1 11 0,-2 1 10 15,-2 3 3-15,-4 0-1 0,-2 3-4 0,-4 1-8 0,0 1-2 0,-1 1-3 16,-3 0-2-16,-2 1-1 0,-2-1-4 0,-2 3-3 0,0-1-1 15,-4 3 2-15,-1 1 2 0,-2 1-4 0,-3 0-3 0,0 2 3 0,-2-1-4 16,-2 1 2-16,-1 2 4 0,-3 2-1 0,-1-2 0 0,-1 2 1 0,-1-1-1 16,-3 1 0-16,-1 3-6 0,-2-1 1 0,1 1 1 0,-3 2 4 15,-1 0 3-15,-1 1 5 0,-4 1-2 0,2 1-3 0,-4 0 3 0,-1 1-2 16,1 1 3-16,-4 0 1 0,1 1-2 0,-4 1 0 0,-1 1-4 0,-1 2-1 16,-2 0 2-16,2 2 1 0,-3 0 5 0,-1 2-2 0,1 0 0 15,-1 0-3-15,-1 0 2 0,4 0-1 0,-1 1 2 0,1 1 4 0,0 2-7 16,-1 0-4-16,2 0-5 0,-2 1-5 0,-1 1-56 0,-1 3 8 0,-3-1 7 15,-1 2 5-15,-1 1 59 0,1 0 13 0,2-1 7 0,-2-1 1 16,2-1-2-16,0-1-3 0,2 0-6 0,0-2-1 0,2 1-1 0,0 0-4 16,-1-2-4-16,1 0-1 0,0 1 2 0,-2-1-1 0,0 2 7 0,-1 0 2 15,-1-1 3-15,2 0 5 0,0-3 3 0,-1 2 5 0,2-1 5 16,-1-1 2-16,0 1 1 0,2-1 3 0,1 0 1 0,2-2 3 0,2 2-2 16,-2-1-9-16,3 1-10 0,-2 0-15 0,1 0-5 0,1 1-6 15,-1 0 4-15,1 0-4 0,-2 2 1 0,1 1 2 0,-1 0-4 0,1-1 4 16,0 0 0-16,1 0 1 0,-1 0 2 0,3 2-9 0,-3-1-11 0,3 1-2 15,1 0 0-15,0-2 2 0,0 1 15 0,1-1-2 0,1 1 0 16,1-1 6-16,0 2-9 0,2 0 2 0,1 1-13 0,1-1 8 0,3 1 8 16,1 0-10-16,2 0 19 0,1 1-1 0,3-2-1 0,3 0 16 0,1 1-6 15,5-1-8-15,1 0 3 0,1 2-6 0,2 0 1 0,2 2-5 16,2-1-12-16,-1 4-5 0,2 1-2 0,2 0-2 0,1 3 5 0,2 0 1 16,3 0-4-16,-1 1-1 0,4-1-2 0,0 2 2 0,3 1-9 15,2-1-4-15,3 2-9 0,2-3-8 0,2 3 6 0,2-2 5 0,3 2 2 16,-1-1 5-16,3 2 3 0,1 1 1 0,2-1 3 0,5 0 4 0,2 0 1 15,2 2 2-15,2-1 2 0,3 2-2 0,2-2 1 0,2 2 0 16,2-1 0-16,2 0 5 0,1 1 1 0,2 1-2 0,2 1-6 0,0 1-8 16,3 1-4-16,0 0 1 0,1 2 7 0,3-1 6 0,1 2 8 0,3-1 1 15,0-1 3-15,4-1 1 0,3 0 3 0,1-3 3 0,3 0 5 16,1-2 5-16,0 0 0 0,3-3-1 0,0 1 1 0,3-2 1 0,2 1 2 16,0-1 6-16,4-1 0 0,0 0-3 0,3-3-2 0,1 1 4 15,2-2-1-15,2-2 2 0,4 1 4 0,1-1-3 0,3-2 2 0,2 1 0 16,2-1-4-16,3-2-3 0,3 0 0 0,2-1-7 0,1-2 2 0,4 0-1 15,4-1-4-15,1 0 3 0,2-1-5 0,2-1 1 0,2-2-4 16,0-1-2-16,4 0 0 0,2-1-2 0,1-1 4 0,4 0 1 0,1-1 1 16,-1-2-3-16,4-1 0 0,1-1-3 0,3-1-2 0,0-1 6 0,0-1-2 15,2-1-4-15,0-1 1 0,-1-1-2 0,3 0 4 0,1 1 2 16,-1-1-1-16,2-1-2 0,-2-1-5 0,1 0 1 0,1-2 0 0,-1 1 5 16,2-2 0-16,1-1-4 0,-1-1-1 0,2-1-2 0,0-3 2 15,0-1 2-15,0-2-5 0,-2 0-3 0,-1 0-6 0,1-1-4 0,-3-2-17 16,-1 3-9-16,-3-3-4 0,-4 2-3 0,-2 2 8 0,-3-1-3 0,0 1-9 15,-3 1-6-15,0-1-11 0,-2 0-7 0,-1 2-13 0,-2-1-50 16</inkml:trace>
  <inkml:trace contextRef="#ctx0" brushRef="#br0" timeOffset="87921.06">6013 8642 30 0,'20'-2'33'0,"4"0"-9"15,5-1-8-15,0 1-1 0,-2 0-4 0,1 1-3 0,-2 0-4 16,3 1-2-16,-3 0-1 0,2 0 1 0,1 0 4 0,0 1-1 0,2 0 3 16,-1 0-2-16,1 1-3 0,0 0 0 0,3 0-2 0,0 0 1 0,-1 1-1 15,0 1 0-15,0 0 0 0,1 0-1 0,1 0 0 0,0 1 0 16,1 0 0-16,0 1 0 0,2 0 0 0,-1 0-1 0,0 0 0 0,1 1 0 16,1-1 0-16,1 0 2 0,1 1-2 0,1-1 2 0,2 0-2 0,1-1 0 15,-1 0 1-15,1 0 0 0,3-2 0 0,0 0 1 0,1-1-2 16,0-1 1-16,1-1 0 0,1 0 0 0,0 0 1 0,0 0-1 0,0 0 0 15,1 1 0-15,-1 1-1 0,1-1 0 0,-2 1 2 0,0 0 1 16,1 1-1-16,-1 0 2 0,-1 0 0 0,1-1 0 0,-1 1-1 0,0 0 0 16,1 0 2-16,1 0-2 0,0 0 1 0,1 1-2 0,-2 0-1 0,1 0 0 15,1 0 1-15,0-1 1 0,1-1-1 0,1-1 2 0,-1-1-1 16,0 0-1-16,3-1 1 0,0 0-1 0,1-1-1 0,1-1 2 0,1-2 1 16,2 0 0-16,1-1 2 0,0-2 0 0,1 0 0 0,1-1-2 0,1 1-1 15,2-2 0-15,-1 0-2 0,2 1 2 0,-1-1-1 0,0 2 1 16,1 0-2-16,-1 0 0 0,0 0 1 0,-1 1 0 0,0 0-1 0,-1 2 0 15,-1 0-1-15,-1 1 1 0,-3 1-1 0,-1 1-1 0,0-1 0 16,-2 0 0-16,-1 1-1 0,-1 0 4 0,0 1-3 0,0 1 1 0,0-1 0 16,0 0 0-16,-1 0 1 0,0 0-1 0,0 0 0 0,1 0-1 0,-2 0 1 15,1-1 0-15,-2 1 1 0,0-1 1 0,2-1 0 0,-1 0-1 16,0-1 1-16,0 0 0 0,-3 0 0 0,-1 1 1 0,3-1 0 0,-2-1-1 16,-2 1-1-16,1 0 0 0,-2 0-2 0,1 0 2 0,-1 0 0 0,1 0 1 15,1-1-1-15,0 0 0 0,1 0 1 0,-3 0-1 0,2 0-2 16,-2 1-3-16,1-1-7 0,0 1-5 0,-3 0-8 0,-1 1-5 0,-1 2-7 15,1 0-50-15</inkml:trace>
  <inkml:trace contextRef="#ctx0" brushRef="#br0" timeOffset="190610.24">4440 9224 2719 0,'6'-6'34'0,"-1"-2"-19"0,0-3-13 0,0 1 1 0,0-1-1 15,-1 0-2-15,0-1-15 0,-1 1-36 0,-1 1-58 0,-1 1-59 0,-1 1-56 16,-1 0-49-16,-1 2-29 0,-2 1-10 0,-1 1 26 0,-1 2 54 0,-1 1 65 15,0 2 69-15,-1 0 52 0,-2 2 44 16,1 1 36-16,-3 1 28 0,-2 1 20 0,-1-1 9 0,-1 0 0 0,-1 0-2 0,-2-1 0 0,-1 2-2 16,0 0 0-16,-3 0-2 0,-1-1-7 0,1 1-3 0,-4 0-9 15,1 0-8-15,-3 0-7 0,1 1-11 0,-3-2-5 0,-1 2-5 0,-3 0-6 16,0-1 8-16,-1 1 6 0,0 0 5 0,1 0 7 0,-3 0 2 0,2 1 0 16,-1 0 0-16,1 2-8 0,1 2 0 0,-1-1-6 0,2 1-3 15,-1 1-3-15,1 0-3 0,0 3-1 16,2 2-5-16,-1-1-5 0,0 3-6 0,0 1-3 0,-1 1-1 0,1 1-10 0,2 1 1 0,3 1 4 0,-1 2 6 15,2-1 3-15,0 2-1 0,0 0-6 0,4 1-4 0,0 1 2 16,1-1-1-16,2 2-1 0,0 1-1 0,2 0-6 0,1 2 6 0,0-1-3 16,3-1-3-16,0 0 4 0,3 1-2 0,1-1-2 0,1 3-2 15,2-2-1-15,-1 0-5 0,4 0 5 0,1 0 10 0,1-1-2 0,2 0 1 16,1 0-3-16,2-1-6 0,1 1 7 0,1-2 1 0,1 1 1 0,2-1 6 16,1 1-8-16,2-1 10 0,-1 0-8 0,3-2 3 0,2 1 1 15,2-1-4-15,0-2 4 0,2 2-6 0,1-2 8 0,2 0-4 0,2-3-4 16,2 1 4-16,0-1-2 0,4-1 3 0,-2 1 4 0,2-2 2 0,1-1-4 15,1 0 0-15,2 0-2 0,3-2 0 0,1-1 3 0,1 0 3 16,2-2 0-16,1 0 4 0,1-2-1 0,2-1-7 0,2-1 1 0,0-2 0 16,1-1-3-16,0-1 0 0,2-2 1 0,0-1-6 0,1-1 0 15,1-2 9-15,1-1-9 0,1-1 7 0,1-3 4 0,1-1-7 0,2-1 5 16,0-2-2-16,1 0-5 0,0-2 5 0,0-1-5 0,2-1 5 0,-2-1-1 16,2 0-1-16,-2-2 2 0,0-1-10 0,0-2 5 0,2 0-4 15,2-2 1-15,0-2 3 0,0-1-2 0,0-1 2 0,-3 0 6 0,-3-1-3 16,0 0 7-16,-3 1-4 0,-1-2 2 0,-1 2-9 0,-2-1-1 0,0 0 2 15,-3 1-3-15,-1-2 14 0,-2 0-3 0,1-1 3 0,-1-2 6 16,-1-1-5-16,-1-1 0 0,0-2 1 0,-3 2-6 0,-2 0 7 0,-1 0 1 16,-3-1-7-16,-1 1 1 0,-3-1-14 0,-2 1 10 0,-2-1 7 15,-2 1 4-15,-1-1 12 0,-4 0-12 0,-1-1 1 0,-2 2-8 0,-1-3 0 16,-3 2-3-16,-3-2-2 0,-3-2-1 0,-2 1-5 0,-2-3-3 0,-2 2 0 16,-3 0-3-16,-3 0 1 0,-1 1-4 0,-4-2-15 0,-3 2-2 15,-2-2 4-15,-2 2 1 0,-3-1 12 0,-4 1 3 0,-1 1-2 16,-4 1 7-16,-2 2 3 0,-2 0 5 0,-5 2-2 0,0-2-3 0,-2 2 3 0,-5 0-1 15,0 2-2-15,-3 1 1 0,-1 3-4 0,0 2-5 0,-4 0 0 16,0 2 0-16,-2 2-10 0,-1 2-13 0,1 1-11 0,-2 1-15 0,0 2-19 16,-2 2-9-16,0 0-25 0,-1 2-21 0,0 1-23 0,-1 2-18 15,0 2-21-15,2 2-29 0,-2 1-27 0,3 3-34 0,0 2-12 0,0 2-114 16</inkml:trace>
  <inkml:trace contextRef="#ctx0" brushRef="#br0" timeOffset="-173849.5">6514 7259 1271 0,'1'-6'62'0,"2"-1"-49"15,2-1-14-15,1 2 6 0,1-2 6 0,1-1-2 0,-1-1-2 0,0 1-5 16,1-1-8-16,0 1-5 0,0 1-6 0,1 0-7 0,-1-1-7 0,1 1-8 16,0 0-8-16,1 0 1 0,1 1 4 0,0 0 17 0,1 0 14 15,-1 1 5-15,0-2 7 0,0 0-1 0,0-1 5 0,1-1 4 0,0-1-1 16,0 0 0-16,2-1-2 0,2-1 3 0,0 0 2 0,-1-1 0 0,3 1 8 15,1-2-6-15,1-1 0 0,0 0 6 0,1 1-5 0,1-1 4 16,2 0 2-16,1 0 0 0,0 1 0 0,1 0 0 0,1-1 4 0,4 1 1 16,0 1 0-16,3-2-2 0,-1 1-7 0,2-1 0 0,2 3-2 15,0-2-7-15,2 1 6 0,2-1-9 0,1 2-6 0,0-1 5 0,0 1-9 16,1 1 1-16,1 0-2 0,-1 3-2 0,1 0-1 0,1 1-11 0,0 2-10 16,0 0-18-16,0 1-24 0,-1 1-38 0,0 0-47 0,0 2-50 15,1-1-51-15,0 1-167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08:28.9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4089 6312 679 0,'2'0'269'16,"3"-1"-249"-16,3 1-17 0,2 0 0 0,1-1 3 0,3 1-3 0,1-1 0 15,2 0-4-15,1-2 0 0,2 1 0 0,1-1-4 0,2 1 0 16,1-1-7-16,1 1-2 0,2 0 2 0,0 0-1 0,1 1 4 0,2 0 3 16,-2 0 2-16,1-1 0 0,-1 1 4 0,1 0 1 0,-1 0 1 0,3 0 4 15,-2-1-2-15,2 0 3 0,-1 0-1 0,1 0 1 0,0 1 2 16,2-1 3-16,1 1 4 0,3-1 4 0,-2 0 0 0,2 1 2 0,1-2 1 15,0 1-2-15,2-1 4 0,0-1-3 0,1 0-2 0,1-1 0 0,1 0 2 16,1-1-1-16,0-1 2 0,0 0 0 0,0 0-3 0,0 0 0 16,0 0-2-16,2 0-3 0,-1-2 0 0,0 1-5 0,0 0 2 0,2-2 0 15,-2 0-2-15,0 0 1 0,0-1-4 0,-1 0-2 0,0-1 0 0,-1-1 1 16,0 1-2-16,-2-2 6 0,-1-2-5 0,1 0-1 0,-2 1 0 16,-1-1-1-16,-1-1 5 0,-1 1 0 0,0 0 0 0,-3-1 0 0,1 0 4 15,-3-1 1-15,-1 1 0 0,0-1 3 0,0-1 1 0,-2 1 4 0,0-1 3 16,-4-1-7-16,-1 1 0 0,-1 0-1 0,-1-1 2 0,0-1 8 15,-2 0-2-15,0-3 1 0,-2 1-3 0,0-2 0 0,-4-1 2 0,1 2-4 16,-1-2-2-16,-3 0-2 0,-1-1 0 0,-1-1-4 0,-3-2 3 16,-1 0 0-16,-1-1-3 0,-3 1 5 0,-1-2 1 0,-1 1 0 0,-3 0 2 15,-1 0 1-15,-4-2-9 0,-3 3 1 0,-2 0 7 0,-2 0-6 0,-1 0 8 16,-4 1-5-16,-1-2-10 0,-3 2 2 0,-2 0-8 0,-2 2 2 16,-2-1-4-16,-3 1-4 0,-1 0 1 0,-4-1 2 0,0 2 4 0,-2-1-2 15,-1 1 1-15,-1 2 1 0,-2 0 1 0,-1 1 1 0,0 0 6 16,-2 1-1-16,1 0 0 0,-1 1 1 0,0 1-7 0,0 0 0 0,-1 0-3 15,0 2 10-15,-2 0 0 0,2 0-1 0,-3 2 3 0,0 0-9 0,0 1 3 16,-2 0-1-16,1 2-3 0,-1 1-2 0,-1 2-2 0,-2 0 0 16,-1 2-1-16,-2 2-3 0,0 1 0 0,-1 3 1 0,0 1 1 0,-2 1 1 15,-1 2-1-15,1 1 1 0,-1 2-2 0,0 1 1 0,1 1-1 0,-1 3 3 16,2 0 0-16,1 2-1 0,0 2 3 0,1 2-6 0,0 2 5 16,2-1-8-16,1 3-3 0,0 1 2 0,2 0 9 0,1 3 5 0,0 1-1 15,4 1 0-15,1 0-9 0,2 0-1 0,3 1 1 0,1-1 0 16,1 2-2-16,3 1 1 0,3 2-3 0,0-1 0 0,4 0 0 0,-1-1 1 15,2 0 0-15,1 0 5 0,2 0-3 0,1 0-4 0,4 2 4 0,-1-1-2 16,2 1-8-16,0-1 2 0,1 0 8 0,2 0-1 0,2 0 8 16,0 1 1-16,1 0-9 0,2-1 1 0,0 2-3 0,1-2 3 0,2 2-5 15,1-1 5-15,-1 0-3 0,2 0 1 0,1-1-1 0,1-2-2 16,0 3 0-16,2-2-2 0,2-1 3 0,0 2-3 0,0-2-12 0,1-1-27 16,0-1-31-16,2 1-34 0,2-1-41 0,1 0-46 0,0 1-88 0,2 0-339 15</inkml:trace>
  <inkml:trace contextRef="#ctx0" brushRef="#br0" timeOffset="15634.08">18519 2701 1798 0,'-1'39'-1'0,"1"21"-3"0,-1 19 0 0,1 18 3 0,-1-17-6 0,1 2 0 0,-1 5 1 15,0 7-2-15,-1 5 1 0,0 3 7 0,-1 5-2 0,-1 4-3 16,-1 3 2-16,-2 7-1 0,-3 4 0 0,-1 3 5 0,-3 3-7 0,0 2 2 16,-1 6 0-16,0 1 2 0,-1 2 4 0,2 0 3 0,-3 3 3 0,2 0 4 15,-1 2-2-15,2 0 5 0,0-1 6 0,0 4 7 0,3-3 12 16,1 2 24-16,3 3 23 0,0 4 10 0,1 3 2 0,0 4-21 0,1 1-24 16,2 1-14-16,0 4-14 0,1 3-9 0,2 1-8 0,0-1-5 15,2 1-2-15,1 3-5 0,1 2 1 0,1 3 1 0,0 0 7 0,2 3 9 16,-1-3 7-16,1 0 3 0,1 0 6 0,1 1-4 0,2 0-3 0,0 1-3 15,1 1-4-15,-1-1-4 0,1-1-6 0,0 0-1 0,0-2-3 16,0 0 5-16,0 1-1 0,1 1-9 0,0 0 0 0,0-1-2 0,0-1 4 16,0 0 6-16,1 6-9 0,0 4 13 0,-1 5-4 0,-2-3-4 15,2-8 4-15,-1-10-11 0,0-11 4 0,0-6-4 0,-1-2 2 0,1-1-1 16,-1 0-4-16,1-1 0 0,-3-2-9 0,-1-6-3 0,-2-6 1 0,-3-8 2 16,-2-10-2-16,-2-9-8 0,-2-10-6 0,-1-10-17 0,-2-8-16 15,0-9-30-15,1-7-33 0,-1-9-43 0,2-7-83 0,1-7-158 0,1-7-509 16</inkml:trace>
  <inkml:trace contextRef="#ctx0" brushRef="#br0" timeOffset="39935.85">24270 3540 709 0,'-12'-2'244'15,"0"-1"-210"-15,-2 1 16 0,5 1 17 0,1 0 14 0,1 1 0 0,0 1-2 16,1 0-6-16,0 1-9 0,1 1 6 0,1 0 0 0,-1 1 8 0,1 2 14 16,0 0 7-16,1 1-1 0,0 0-7 0,1 1-12 0,-1 2-10 15,3 2-5-15,0 2-2 0,2 2-6 0,2 2 0 0,-1 4-5 0,2 1-7 16,1 4-5-16,0 4-14 0,2 0-7 0,1 2-13 0,1 3-7 0,1-1 7 16,0 3-4-16,0 0 9 0,2 0 0 0,1 1-4 0,0-1 1 15,1 1-2-15,-2-1-4 0,1 0 2 0,0 2-3 0,0-2 4 0,-2 0-3 16,1 1-4-16,0-2 0 0,-2 1-2 0,-2-4-16 0,0-1-16 15,-4-1-27-15,1-1-33 0,1 1-21 0,-1-1-20 0,-1-2-12 0,1-2-7 16,-2-1 1-16,0-1-9 0,-1-4-17 0,-1 0-33 0,-1-2-48 0,1-2-66 16,-2-1-138-16</inkml:trace>
  <inkml:trace contextRef="#ctx0" brushRef="#br0" timeOffset="40234.85">24066 3821 1379 0,'-5'-7'112'0,"2"-3"-88"0,2-1 3 0,5 1 12 0,4 0 10 0,3 0-1 16,4 1 10-16,2-2-6 0,1 0-6 0,5 0-5 0,0 0-6 15,0 0-6-15,3 2-3 0,0 0-2 0,3 1-10 0,0-1 1 0,2 1-4 16,0 0-5-16,0 1 1 0,-1 0 0 0,0 3-4 0,-4-1 2 16,2 0-7-16,-2 2 0 0,-2 1-2 0,0 0-5 0,-3 1 0 0,-2 1-11 15,-2 1-7-15,-2 1-14 0,-2 0-22 0,-1 1-27 0,-2 1-22 0,-1 0-21 16,-1 1-23-16,-2 0-18 0,-1 1-21 0,-3 1-22 0,-1 1-42 0,-3 1-160 16</inkml:trace>
  <inkml:trace contextRef="#ctx0" brushRef="#br0" timeOffset="40418.85">24136 4302 1506 0,'1'3'128'0,"4"0"-100"0,4 2 14 0,6-1 32 0,1-2 17 0,4-1 9 16,1-1 0-16,1-1-13 0,4-4-13 0,2-1-15 0,2-1-11 15,2-3-17-15,0-1-9 0,1-1-6 0,0-1-9 0,-2-1 4 0,1-1-11 16,-2-3-8-16,1-1-18 0,-3 1-21 0,-1-2-25 0,-1-1-38 0,-2 2-41 15,1-1-55-15,-3-1-72 0,0 1-89 0,-2-1-406 0</inkml:trace>
  <inkml:trace contextRef="#ctx0" brushRef="#br0" timeOffset="40751.85">24791 3832 1646 0,'-3'14'131'0,"1"2"-119"16,3 6 5-16,3 3 19 0,5-1 18 0,2 1 14 0,3 1 6 0,0-1-10 16,0-2-14-16,2-1-8 0,1-4-12 0,2 1-5 0,-1-1-9 15,0-3-5-15,1 0-1 0,-1-2-4 0,2-2-3 0,1-3 0 0,-2-2-1 16,2-2-2-16,-1-3 3 0,0-1-3 0,0-2 1 0,-1-2 1 0,-1-3-5 16,0-2 0-16,0-1-3 0,0-2 0 0,-2-2 3 0,0 0-3 15,-1-2 3-15,-1 0 3 0,-1-1 0 0,-1 1 6 0,-1-1 1 0,1 0 2 16,-2 1 3-16,-1 1-3 0,0 0-1 0,0 2-2 0,0 1 3 0,0 2-3 15,-2 2 4-15,0 2 1 0,0 1 0 0,-2 3 5 0,-1 2 1 16,1 1 2-16,-1 3-1 0,0 1 3 0,0 3 2 0,1 1-4 0,0 2-1 16,0 3-5-16,1 2-7 0,1 2-1 0,-1 1-5 0,0 2 6 0,0-1-4 15,1-1 3-15,-1 1-4 0,-1 0-5 0,2-2 4 0,-2 1-11 16,1-1-7-16,0-2-12 0,1-1-21 0,-1-2-21 0,2-3-23 0,0-2-29 16,0-1-18-16,0-2-26 0,0-2-69 0,0 1-48 0,-2-2-34 15,0 0-40-15,-3-2-143 0</inkml:trace>
  <inkml:trace contextRef="#ctx0" brushRef="#br0" timeOffset="41084.78">25745 3778 1015 0,'-2'1'477'16,"1"3"-465"-16,1 2-6 0,3 2 16 0,1 3 26 0,1 0 20 15,2 2 1-15,0 2-2 0,1 1-14 0,1-1-9 0,0 2 3 0,1 1-2 16,0 2 10-16,1-1-4 0,-2-1-2 0,1 0-10 0,-1-3-7 0,-1 1-9 15,-1-2-12-15,-1-1 2 0,1-3-7 0,-2-4-6 0,0 1 0 16,0-2-11-16,-1-1-2 0,0-1-6 0,0-1-4 0,-2 0-4 0,1-2-3 16,0 0 1-16,-2-1 5 0,1-1 7 0,0-2 7 0,-1-1-3 0,2-2-2 15,1 0 4-15,0-2-2 0,1-2 10 0,0-1 5 0,1-2 0 16,1 0 4-16,1 2-2 0,1-2 5 0,1 0 3 0,0 1 8 0,0 1 4 16,-1 0-2-16,1 2 0 0,-1 1 3 0,0 3 5 0,0 1 6 15,1 1 0-15,0 3 2 0,-1 0-1 0,1 3-2 0,0 1-6 0,-1 1-3 16,1 2-6-16,-1 2-6 0,0 0 0 0,1 1-7 0,1 1-4 15,-1-1 2-15,1 2-3 0,-1 0-4 0,-1-1 4 0,2 0-4 0,-2 0 1 16,0-1-7-16,0 0-20 0,-1 0-26 0,0-2-41 0,-2-1-33 0,1-1-34 16,0-1-25-16,-1-2-22 0,1 0-38 0,-2-2-38 0,0-1-47 0,-1-2-219 15</inkml:trace>
  <inkml:trace contextRef="#ctx0" brushRef="#br0" timeOffset="41337.78">26775 3726 1152 0,'-5'-5'345'0,"-2"0"-354"0,-2-1 4 0,0 0 13 0,0 2 2 0,-3 2-7 16,0 1-8-16,-1 3-17 0,-1 1-8 0,-1 3 4 0,-2 2 11 0,-2 2 12 16,0 2 12-16,-2 0 11 0,0 1 5 0,2 3 4 0,-1 1-3 15,3 1-4-15,0 1-3 0,1 1-12 0,1 0-6 0,1 0 4 0,2 3-12 16,4-1 3-16,2 2-2 0,1-2-4 0,4-2 4 0,1 0 4 0,3-3 7 15,3-1 1-15,1-3 1 0,2 0-2 0,4-2 0 0,1-2-3 16,1-1 1-16,1-3-1 0,2-1-2 0,1-3 4 0,2-1-5 0,3-1-4 16,2-3-4-16,-1-2-8 0,2-2-11 0,-2-2-18 0,0-2-54 15,0-1-35-15,-1-1-7 0,1-3-6 0,-2-2 15 0,1-2-15 0,0-5-49 16,-2-2-166-16</inkml:trace>
  <inkml:trace contextRef="#ctx0" brushRef="#br0" timeOffset="41840.78">27116 3064 1143 0,'-11'-11'42'0,"-2"1"4"0,-2-1 24 0,2 4 14 0,2 4-2 0,1 2-5 16,-1 2-16-16,-1 1-16 0,0 4-6 0,0 2 3 0,1 2 7 0,-1 4 11 15,0 3-1-15,0 3-4 0,0 3-9 0,1 3-10 0,3 3-5 16,-1 2-13-16,3 4-6 0,3 3-2 0,1 4 3 0,3 2 9 0,2 4 1 16,1 1-1-16,2 2-7 0,1 0-4 0,1-2-5 0,2-4 0 0,1-1-4 15,2-2-1-15,-1-3-7 0,1-4-13 0,0-3-9 0,1-5-19 16,0-2-33-16,0-2-29 0,-1-4-45 0,0-1-51 0,1-1 7 0,1 0 29 15,-1-3 26-15,-1-1 40 0,-1-3 3 0,-1-4-2 0,-1-3 13 16,0-3 21-16,-3-3 20 0,1-3 16 0,-2-2 12 0,1-4 7 0,-2-2 0 16,0-2 2-16,0-2-1 0,0-2 6 0,-1 1 3 0,1-1 3 0,-1 0 5 15,0 3 3-15,-1-3 5 0,1 1 10 0,-2 1 12 0,0-2 13 16,0 2 12-16,-1 2 7 0,1 2 2 0,-1 0-4 0,1 2-5 0,-1 0-7 16,1 2-9-16,1 2-6 0,0 2-2 0,1 1-6 0,0 2-4 15,-1 1-2-15,1 1-6 0,0 2-2 0,-1 0 1 0,0 1 0 0,0 1 0 16,0 1 5-16,-2 2 2 0,1-1-3 0,-1 3-1 0,-1 0-4 0,1 1-3 15,-3 1-8-15,0 0-5 0,0 0-5 0,-2 0-3 0,-1 2 3 0,0 0 1 16,0 0 0-16,-1 1 2 0,-1-2 0 0,1 2 1 0,0-2-3 16,0 0 1-16,1 0 3 0,0-1 0 0,0-1 7 0,2 0-5 15,0-1-3-15,1-1 2 0,1-1-6 0,1-2 4 0,1 0-2 0,1-1-1 16,1-1 2-16,1 0 3 0,1-2 5 0,0 0 8 0,2-1 4 0,3-1-3 16,1-1 0-16,2-1-7 0,0-2-2 0,-1 0-4 0,2-2-2 0,2 0 4 15,-1-1-9-15,1 1 6 0,1-1 3 0,0 1-5 0,0 0 5 16,2 0 1-16,-2 1-4 0,1 2-2 0,-3 1 0 0,2 2-1 0,0 2 2 15,-2 2 0-15,0 1-3 0,0 1 1 0,-1 2 8 0,0 0-6 16,-1 3 7-16,0-1-4 0,0 0-7 0,0 1 7 0,0 0-2 0,-2 2 3 16,0 0-1-16,0-1 1 0,-2 0-6 0,1-2-2 0,-2 0-11 15,-1-2-27-15,0-1-33 0,0-1-36 0,0-2-38 0,-1 0-34 0,-1-3-73 16,-1-1-195-16</inkml:trace>
  <inkml:trace contextRef="#ctx0" brushRef="#br0" timeOffset="41985.56">27417 3552 1201 0,'-7'9'89'15,"0"1"-109"-15,-2 2-1 0,4 1 7 0,3-2 2 0,1 0-4 16,1-2-16-16,1-2-52 0,1-1-65 0,1-1-51 0,0-1-25 0,1-2-92 16</inkml:trace>
  <inkml:trace contextRef="#ctx0" brushRef="#br0" timeOffset="42435.56">27878 3521 535 0,'3'10'35'0,"3"3"-25"16,1 2 17-16,1-1 17 0,1-2 9 0,1 1 4 0,-1 1-5 0,1 1-10 16,0-1 2-16,1 1 5 0,-1 0 2 0,1 1 7 0,0 0-2 0,0 1-7 15,0 1-3-15,-2-2-11 0,2-1-6 0,-1 1-5 0,0-1-6 16,-1 0-1-16,-2-2-3 0,-1-1-9 0,-1 0-6 0,-4-2-11 0,-1-1-12 15,0 1-10-15,-3 0-8 0,-2-1-9 0,0 0-35 0,-2-1 2 16,-2-1 6-16,0-1 0 0,-1-1 17 0,0-3-3 0,1-2 5 0,0-2 13 16,0-2 26-16,2 0 15 0,0-2 8 0,2 1 6 0,1-2-1 0,2-1-1 15,2 0 1-15,1-3 2 0,2 3 1 0,2-2 8 0,1 1-3 0,2-1 1 16,1-2-1-16,1 1-2 0,1 1 4 0,3 0 5 0,1 1 5 16,1 0 3-16,1 2 3 0,1 0 1 0,1 1-1 0,0 1-1 0,-1 1-6 15,2 1-3-15,-1 0-2 0,-2 1-1 0,2 1 3 0,-1 0-1 16,-1 1-6-16,1 0-1 0,0 0-1 0,-2 1 3 0,0 0 0 0,2 0 8 15,-1 0-3-15,-2 0 3 0,1-1-5 0,-2 0-4 0,1 0-1 16,-1-1-5-16,0 0-3 0,1-1-4 0,0-1 0 0,0 0-2 0,0-1-1 16,2 1-1-16,-1-1 0 0,-1 0 0 0,0-1 4 0,0 0-1 0,0 1-1 15,-1-1 1-15,-1 1-2 0,0-1 1 0,0 1 2 0,-1-1-3 16,0 0 2-16,-2 1 0 0,0 0 0 0,-1 0 4 0,-1 0 1 0,-2-1 5 16,-1 0 0-16,0 0 3 0,-2-2-4 0,-2 1-9 0,-1 0-12 0,-1-2-13 15,-2 0-7-15,0-1-3 0,-2 0 4 0,-1-1 1 0,-2 0-2 16,-2 0-3-16,-2-2-6 0,0-1 6 0,-3 0-5 0,-1 0 7 0,0 2 0 15,0-1-6-15,-2-1 0 0,-2 1-9 0,0-1-3 0,-3 2-7 0,-1 0-22 16,1 2-33-16,0 2-37 0,1 3-47 0,3 3-90 0</inkml:trace>
  <inkml:trace contextRef="#ctx0" brushRef="#br0" timeOffset="42851.56">25493 5084 755 0,'15'-13'-6'0,"3"1"-32"0,6-4-14 0,-1 1-12 16,-2 0-13-16,1-2-12 0,-1 0-18 0,-2 0-96 0</inkml:trace>
  <inkml:trace contextRef="#ctx0" brushRef="#br0" timeOffset="43118.56">25890 4670 115 0,'12'-22'87'0,"0"-1"-11"0,4-6-9 0,-2 3 1 15,-4 4 10-15,0 1 21 0,-2 2 25 0,-2 3 16 0,-2 4 13 0,-3 3 1 16,-2 2-10-16,-3 4-18 0,-3 2-26 0,-3 3-25 0,-4 3-19 0,-4 4-6 16,-7 5-9-16,-5 7-2 0,-8 8 2 0,-6 6 1 0,-6 7 0 15,-8 8 7-15,-7 7-5 0,-6 7 2 0,-8 8-2 0,-5 10-5 0,-9 6-6 16,-6 8 3-16,-5 10 8 0,-7 8 2 0,-5 9 16 0,-5 5-7 16,-4 9 4-16,-6 7 2 0,-3 6 0 0,-6 9 0 0,-6 5-4 0,-3 5 2 15,-4 6-3-15,-1 4 9 0,-4 5-2 0,-1 4-5 0,-1 4-6 0,-2 3-4 16,1 1-2-16,5 0-7 0,1-4-2 0,6-4-7 0,7-5-5 15,4-5-9-15,6-3-7 0,8-5-3 0,5-6-12 0,8-6 17 0,8-8-4 16,6-10-7-16,10-9 13 0,7-12-38 0,9-10 16 0,8-11-4 0,8-11-3 16,6-11 9-16,8-9-31 0,6-11-17 0,9-9-22 0,6-11-16 15,6-9-19-15,6-10-23 0,5-8-43 0,6-6-12 0,6-7 5 0,6-6 15 16,7-9 38-16,7-11 11 0,9-11 9 0,6-10 1 0,7-13-5 16,6-10-19-16,6-8-25 0,7-9-14 0,6-8-11 0,5-9-18 0,9-7-32 15,3-5-80-15</inkml:trace>
  <inkml:trace contextRef="#ctx0" brushRef="#br0" timeOffset="43418.56">26400 4762 2801 0,'29'14'36'0,"6"6"-44"16,13 12-5-16,3 7 3 0,2 4 5 0,2 5 3 0,3 5 2 15,3 5-6-15,4 5 2 0,1 5 3 0,4 4-6 0,2 5 9 0,3 5-1 16,5 3-1-16,1 2-6 0,3 4 4 0,5 4-4 0,0 4 4 0,4 2 10 16,2 1-3-16,2 4-2 0,3 1-6 0,4 2 1 0,2 3 7 15,1 2 4-15,2 3 6 0,0 0 3 0,1 2 0 0,2 1 5 0,1 2 1 16,3 2 1-16,1 1-10 0,0 1-6 0,1 0 1 0,1 1-8 16,-1 0 5-16,-1-1-9 0,-1 1-5 0,-4 0 4 0,-2-2 1 0,-4-1 7 15,-4-2-12-15,-5-2-1 0,-2-4-6 0,-5-3-4 0,-3-3-9 0,-5-3-18 16,-7-4-34-16,-5-5-38 0,-6-3-41 0,-9-6-57 0,-8-2-51 15,-9-4-100-15,-9 0-149 0,-4 3-299 0</inkml:trace>
  <inkml:trace contextRef="#ctx0" brushRef="#br0" timeOffset="44352.58">19877 11831 1 0,'11'-41'166'0,"-9"16"661"16,-8 13 679-16,-4-3-1449 0,-2 0-37 0,0 2-2 0,-1 3-5 0,-1 2-13 15,1 0-18-15,-1 2-18 0,-1 1-12 0,-2 4-1 0,-2 2 1 0,1 5 8 16,-3 3 8-16,-1 4 11 0,-1 4 6 0,-4 4 5 0,0 2 2 15,-1 6-4-15,-2 2 3 0,2 5 2 0,-1 3-7 0,3 2-3 0,0 4 9 16,2 1 4-16,0 1 5 0,1 3 14 0,3 1-6 0,2 0 7 16,1-1 10-16,3-1 8 0,2-3 2 0,2-2-4 0,4-6-4 0,2-4-5 15,3-2-5-15,3-5 3 0,1-3-7 0,3-3-7 0,4-5-7 0,0-2-3 16,1-3 2-16,4-2-2 0,0-1 20 0,3-2 3 0,0-3-1 16,2-3-6-16,2-2-10 0,-2-3-2 0,2-2 1 0,1-2 17 0,0-3-8 15,0-2 2-15,0-1 0 0,1-2-12 0,0 0 6 0,-1 1-4 0,1 0 3 16,-2 2-3-16,0 2 1 0,0 2-3 0,-1 3-4 0,1 4 8 15,-1 0-4-15,-1 4 3 0,-1 1 4 0,0 2-7 0,-2 3 7 0,1 1-3 16,-1 2 0-16,1 0 0 0,-2 2-4 0,2-1 1 0,0 0-4 16,-1 1 4-16,1 0-7 0,1-1 7 0,-2-2-2 0,0-1 0 0,0-2 3 15,-1-1-6-15,1-1 6 0,0-2-1 0,0-3 7 0,0-1 0 0,-1-2 2 16,0-2 4-16,1-1-4 0,0-3 7 0,-2-2 0 0,1-1 0 16,-2-2 2-16,0 0 2 0,-3-1 1 0,0-2-1 0,-2 1-4 0,-1 1-4 15,-2-2-2-15,-2 2 1 0,-1 1 6 0,-2-2 1 0,-1 2-13 16,-3-1 5-16,-1 1-8 0,-1 1-3 0,-3-2-2 0,-1 2-11 0,-2 0-11 15,0 3-7-15,-3 2-2 0,-1 1 3 0,-1 2 6 0,0 3-1 0,-2 2 3 16,0 3-4-16,-1 2-1 0,1 3-2 0,-1 2-5 0,-1 4-12 16,3 1-20-16,-1 2-22 0,0 1-26 0,4-1-21 0,-1 2-21 0,2-1-22 15,3 0-7-15,1-2-6 0,2 0-13 0,3 0-14 0,2-2-22 0,2-1-23 16,3-1-44-16,2-1 14 0</inkml:trace>
  <inkml:trace contextRef="#ctx0" brushRef="#br0" timeOffset="44602.58">20339 12442 779 0,'16'-2'194'15,"3"1"-6"-15,5 0-10 0,-2 1-26 0,-2 1-37 0,0 0-29 0,0 1-13 16,-1-1-10-16,1 2-6 0,-1 0-9 0,1 1-5 0,0 1-5 16,-1 0-7-16,0 0 0 0,0 0-10 0,-1 0-3 0,1 0 0 0,-1-2-2 15,-1-1 0-15,0 1 3 0,1-1-6 0,-2 1 6 0,-1-1 5 0,0-1-2 16,-1-1 5-16,-1-1 3 0,0-1 3 0,-1-2 1 0,1 0 0 16,-1 0-4-16,-1-2 0 0,-1-1-4 0,-2-1 3 0,1-1-1 0,-1 0-7 15,-1-2 3-15,0 0-7 0,-1-2 4 0,-2-2 0 0,0-2-5 0,-2 0 0 16,-1-2-4-16,-2-1-9 0,-1 1-8 0,-2-1-8 0,-2 1-11 15,-2 1 0-15,-3 3 3 0,-1-1-2 0,-1 2-2 0,-2 0 7 0,-2 2-5 16,-2-1 2-16,2 2 6 0,-4 2-7 0,0 1-1 0,0 3-2 16,-2 2-7-16,1 2-5 0,-1 2-4 0,0 2-7 0,1 1-7 0,-1 2-6 15,0 3-14-15,1 0-29 0,1 2-27 0,-1 0-32 0,4-1-34 0,1 1-24 16,2-1-44-16,1-1-70 0,2 0-197 0</inkml:trace>
  <inkml:trace contextRef="#ctx0" brushRef="#br0" timeOffset="45185.46">20829 11708 2582 0,'1'4'104'16,"2"3"-48"-16,3 4-22 0,1 4-9 0,2 1 0 0,3 3-15 16,0 4-10-16,1 2 3 0,1 5-5 0,0 1 1 0,0 2 2 0,-1 1-19 15,-1 3 8-15,1 0 4 0,-1 1-8 0,0 2 3 0,0-2-9 0,0-2-3 16,0-1 2-16,0-2 5 0,0 0-1 0,0-3-2 0,-2-3 1 15,2-3-4-15,0-3 3 0,0-3 6 0,1-2-4 0,-1-2 7 0,0-2 4 16,0-1 1-16,0-1 11 0,1-2 4 0,-1-2 1 0,1-2 2 16,0-2-2-16,1-1 5 0,-1-2 6 0,1-1 4 0,0-2 1 0,1-2 1 15,0-2-7-15,-2-2 6 0,1 0-9 0,1-2-8 0,0-1-9 0,0-1-11 16,0-3 0-16,0 0-4 0,-1 0 2 0,-3-3-1 0,2 1 0 16,-3 1 5-16,0-2 0 0,-2 2 0 0,-2 0-2 0,-1 2-8 0,-3-1 2 15,0 0-5-15,-3 2-3 0,-2-1 5 0,-1 0 4 0,-3 0 1 0,-1 4 5 16,-1 0-4-16,-1 4 0 0,0 2 13 0,2 2 13 0,-3 1 4 15,1 1 4-15,-2 1-10 0,0 1-6 0,0 3-2 0,-1 1-3 0,1 3-8 16,0 2 0-16,0 2-8 0,0 2 4 0,2 2 7 0,-1 0-3 0,3 3-1 16,0-1-6-16,4 2-3 0,0 1-6 0,2 0 4 0,3 2-5 15,0 0 4-15,3-1 2 0,1 0 4 0,2-3 6 0,1-2-2 0,1 0 5 16,1-3-1-16,1 0 5 0,2-3 4 0,1-2 2 0,1 0 1 16,0-1-4-16,2-2 4 0,1 0 4 0,0-2 0 0,-1-1 2 0,2-1 3 15,0-1-4-15,-1-1 6 0,-1-1-2 0,1-1-2 0,-2 0 2 0,1-1-5 16,-1 0 4-16,0 0-2 0,-1 0-7 0,1 0 1 0,0 1 0 15,0-1-4-15,-3 1 4 0,1 1 0 0,0 0-5 0,-1 1 4 0,2 0 1 16,-2 2 3-16,2 0 8 0,0 2 3 0,0 0 6 0,0 3 7 0,0-1 1 16,1 2 1-16,-1 0 0 0,0 2-5 0,1 0 4 0,0 1 0 15,1 0-1-15,-2 0 5 0,1-1-5 0,-1 0-3 0,0 0 9 0,-1-1-9 16,0-2 3-16,0 0-6 0,0-3-5 0,-2 1 6 0,0-2-5 16,0-2 1-16,-1-2-7 0,0-2-4 0,-1 0-4 0,1-3 0 0,0-1-2 15,-1-2-12-15,1-2-2 0,-1-2-10 0,-1 0 2 0,1-2-2 0,0-1-1 16,1-1-5-16,-1 0-8 0,-1-1 3 0,0-2-9 0,-2 1 0 15,1-3-13-15,-1 0-25 0,-1 1-20 0,-1-2-27 0,-1 3-21 0,-1-1-23 16,-1 0-40-16,0 1-55 0,-2-2-108 0,-2 1-183 0,-3-1-174 0</inkml:trace>
  <inkml:trace contextRef="#ctx0" brushRef="#br0" timeOffset="46068.46">22046 12147 2440 0,'2'4'230'0,"1"3"-130"0,3 2-53 0,3 2-17 0,3-1-6 0,2 2-11 16,2 1-9-16,3 1-8 0,0 1-1 0,1 1 2 0,0 2-2 15,0-2-4-15,0 0-2 0,-1 1-6 0,2-1-4 0,0-2-1 0,-2-2 4 16,1-2-2-16,-3-2 9 0,-1-1 4 0,0-1 5 0,-2-2 14 16,-1-1-1-16,-2-2-1 0,0-1 3 0,2-1-3 0,-2-1 7 0,0-1-1 15,0-2 1-15,-2 0-4 0,1-1-1 0,-1-1-9 0,0-1 1 0,0 0-8 16,0-2-7-16,0 0-3 0,1 0-1 0,-1-1 7 0,0 1 3 15,0 3 5-15,0-1-3 0,0 2-5 0,-3 0-2 0,1 2 1 0,-1 0 1 16,-1 2 3-16,1 1 4 0,0 1-1 0,-1 1 2 0,0 1-2 0,0 1 2 16,0 0 2-16,0 1 1 0,1 0 2 0,-2 0 0 0,2 0-3 15,0-1 4-15,0 0-4 0,2-1 0 0,0 1 4 0,1-2-2 0,0 0 4 16,-2-1 2-16,3-1 0 0,-1-1 1 0,0 0 1 0,1 0 3 16,-1-2-5-16,-1 0 0 0,-2 0-1 0,1-1-6 0,-1 0-6 0,-2 0 1 15,1-1 4-15,-2 1-1 0,0 0 1 0,-1-1-7 0,-1 0-13 0,-1 0-6 16,0 2-6-16,-2-2-10 0,-2 0 1 0,0 1-8 0,-2-1 5 15,1 0 8-15,-2 1 5 0,1 0 10 0,-2 0-1 0,-3 0-6 0,0-1-3 16,-1 3-6-16,0-1-8 0,2 0-9 0,-2 1-4 0,0 1-1 0,0 0 4 16,0 1 4-16,2 0-5 0,1 0-1 0,0 2 4 0,2-1 1 15,2 1 6-15,1 0-7 0,1-1-12 0,2 0-19 0,0-1-13 0,1 1-2 16,2-1 0-16,0 1 10 0,1 1 10 0,2 0 16 0,2 0 18 16,0 0 18-16,2 1 15 0,-1-1 11 0,3 1 4 0,0 0 7 0,1 0 6 15,1 0 8-15,1 1 4 0,2-1 2 0,1 2 0 0,0-1-1 0,-1 1 2 16,0 1-2-16,0 0-3 0,0 1-2 0,-2 0-2 0,2 1 4 15,-1 1-2-15,0-1 6 0,0 0 7 0,0 1 6 0,0 1 2 0,-2-1 0 16,-1 0-2-16,0 0-11 0,0-1 7 0,-1 0-4 0,-1-2-4 0,0 1 8 16,-2-1-6-16,-1 1 2 0,0-1 0 0,-2-1-2 0,0-1 0 15,-1-1-4-15,0 0 3 0,-2-1-2 0,0 0 0 0,-1 0 3 0,0-2-5 16,-2 0-17-16,0 1-11 0,-1-1-14 0,-1 0-14 0,0-1 4 16,0-1 4-16,-2-1 13 0,1 0 7 0,-1 0 4 0,0 1-2 0,0 0-4 15,0 0 3-15,3 0 0 0,-2 0-3 0,1 1-7 0,0-2-8 0,0 1-9 16,2 0 2-16,-1 0 1 0,2 0 5 0,0 1 4 0,2-1 6 15,0 0 8-15,2-1 2 0,0 0-4 0,1-1-6 0,1 1-5 0,2-2-5 16,2 0-3-16,1 0 2 0,3 0-1 0,-1 0 1 0,3 1 3 0,-1-1-2 16,1 1-1-16,-1-1-8 0,1 0 0 0,0 1-1 0,0 1-5 15,-2-2-1-15,0 0-8 0,0 1-9 0,-1 0-11 0,-1-1 2 0,-2 0-7 16,1 0-8-16,-2 0 6 0,0 1-5 0,0-1 5 0,-2 2 7 16,0-1 2-16,-2 0 8 0,0 1 7 0,0-1 10 0,0 1 14 0,0-1 13 15,-1 0 8-15,2-1 6 0,-1 1 8 0,0 0 10 0,1 0 10 0,-2 1 15 16,2 0 15-16,-2 0 4 0,1 0 2 0,1 0 1 0,0 1-15 15,0 0-8-15,0 0-9 0,0 1-12 0,-1-1 4 0,1 2 0 0,-1-1 7 16,1 1 8-16,-1 0 5 0,0 1 1 0,1 0-2 0,0 1-8 0,-1-1-3 16,1 2-4-16,-1 0 1 0,0 0 8 0,0 1-6 0,-1 0 4 15,1-1-7-15,1 1-3 0,-3 0-5 0,2 1-8 0,-2-1-4 0,1 1-5 16,0-2-2-16,-2 1 3 0,2-1-7 0,-1-1 2 0,0 0 5 0,0-2 3 16,1-1-2-16,0-2-14 0,-1-2-17 0,0-2-19 0,-1-1-14 15,-1-3 0-15,-1-1 2 0,-2 0 4 0,1-1 13 0,1 1 9 0,-1-4 0 16,-1-1 9-16,1 0 5 0,-2 0 2 0,1 1 6 0,1-1-4 0,-1 2 8 15,1 0-3-15,0 0-1 0,1 3 3 0,2 1-4 0,-1 0-1 16,1 0-9-16,1 0-9 0,-1-1-17 0,2 2-36 0,1 0-37 0,0 0-66 16,1-1-77-16,1-2-96 0,2 1-148 0,3-2-4 0</inkml:trace>
  <inkml:trace contextRef="#ctx0" brushRef="#br0" timeOffset="47085.45">29799 11428 1666 0,'-4'-10'202'16,"0"2"-127"-16,1-2-8 0,1 5-11 0,2 2 1 0,1 0 6 0,0 1-9 16,0 1-11-16,1-1-13 0,-1 1-12 0,2 1-7 0,0 3 1 15,3 1 3-15,1 5 5 0,3 4 0 0,0 4-2 0,2 4-4 0,-1 6-6 16,1 5-2-16,0 5 0 0,-1 3 0 0,0 5-6 0,-1 3 0 16,-1 0 4-16,0 0-6 0,0-1 2 0,-1 1-2 0,1-4-12 15,-2-1 2-15,2-3 12 0,-2-4-3 0,1-2 1 0,2-1-5 0,1-4-22 0,0-1-13 16,2-3-12-16,-2-2-11 0,1-2-6 0,-1-3-1 0,-1-1 4 15,-2-2-1-15,1-2-9 0,-2-3-5 0,0-4-10 0,-1-2-3 0,-2-3 1 16,0-2-12-16,-1-4-19 0,-1-2-3 0,-2-5-20 0,-1-5-18 0,-2-5-33 16,-1-5-281-16</inkml:trace>
  <inkml:trace contextRef="#ctx0" brushRef="#br0" timeOffset="47352.45">30022 11701 913 0,'-7'-39'160'0,"0"-1"-56"16,0-12-41-16,3 11-23 0,4 9-10 0,1 3 4 0,2 5 4 0,1 4-3 15,1 4-16-15,-1 4-9 0,2 4-7 0,-1 4 3 0,0 1 9 0,1 2 14 16,1 2 16-16,0 2 6 0,4 0 0 0,0 4-11 0,1 0-14 15,1 2-11-15,2 1-7 0,2 0-1 0,2 0-2 0,0 0-4 0,3 0 1 16,1 1-2-16,1-1-7 0,2 0 2 0,0-1-6 0,1-1 1 0,-1-1-2 16,1 0-2-16,-1-1 4 0,-1-2-4 0,2 0-1 0,-1-2 2 15,-1-2-4-15,0-1 7 0,-4 0 4 0,0-2-5 16,-1-1 10-16,-3-2-2 0,1 0 3 0,-1 1 3 0,-3-1-6 0,2 1 1 0,-2-2-6 16,-1 1 2-16,-1 0 0 0,-3 0-3 0,2 1 4 0,-2 0-5 0,0 1 1 15,-3 1 5-15,0 1-2 0,-1 0 5 0,-2 0 2 0,1 2-4 0,-3-1 3 16,0 1 0-16,1 1 0 0,-1 1 3 0,-1 0 0 0,0 1 5 15,-1 2 5-15,-1 0-4 0,0 2 3 0,-2 2-4 0,-1 1-5 0,0 2 5 16,-4 0-4-16,0 2 1 0,-2 0 0 0,-1 2-3 0,0-2 2 0,-3 2-7 16,-1 1-9-16,-1-1-1 0,0 1-4 0,-1 0 1 0,0 0-7 15,3-2-20-15,1-1-22 0,0-2-31 0,2-2-29 0,1-1-35 0,2-1-44 16,2-2-44-16,0-1-207 0</inkml:trace>
  <inkml:trace contextRef="#ctx0" brushRef="#br0" timeOffset="47519.45">30749 11287 1027 0,'5'-1'179'0,"1"0"-97"0,1 3-22 0,3 2 6 0,-1 1 17 15,2 4 7-15,0 1-4 0,-1 2-20 0,1 3-40 0,0 2-11 0,2 4-6 16,0 1-5-16,0 3 7 0,-2 2-5 0,1 2-6 0,-1 0-5 16,-1 1 4-16,0 0-5 0,0 1-3 0,-2-2-6 0,0 1-12 0,-1-2-15 15,0-2-20-15,0-1-36 0,0-4-39 0,-1-1-39 0,1-1-30 0,0-3-29 16,-2-1-22-16,3-2-168 0</inkml:trace>
  <inkml:trace contextRef="#ctx0" brushRef="#br0" timeOffset="47785.45">31582 11070 1133 0,'5'1'679'0,"1"2"-596"0,2 4-53 0,2 2-14 0,2 6 9 15,2 2 17-15,3 4 5 0,-2 3-2 0,1 4-9 0,1 4-11 0,0 4-3 16,1 2 6-16,-4 0 0 0,0 2 15 0,-1-1 12 0,-2 0 4 0,-1 2 9 16,-3-2-7-16,0-1-12 0,1 2-12 0,-1-2-10 0,1 0-13 15,0-1-1-15,-1-2-8 0,-1-2-5 0,1 0-5 0,0-1-4 0,1-1-6 16,0-1-4-16,0-4-8 0,0-3-13 0,0-3 1 0,0-6 1 16,1-2 21-16,-1-3 11 0,2-3-8 0,0-3-4 0,2-1-18 0,2-3 1 15,-2-1-1-15,5-2-18 0,1-4-3 0,-7 3 22 0,1-1-6 0,2-1-5 16,4-2-27-16,0-2-69 0,3-2-46 0,1-1-69 0,3-3-54 15,2-1-76-15,2-2-175 0</inkml:trace>
  <inkml:trace contextRef="#ctx0" brushRef="#br0" timeOffset="114922.7">21084 10635 1660 0,'-94'40'95'0,"-11"6"-26"15,-24 12-28-15,16 0-19 0,16-6-9 0,5 2-9 0,3 1 7 16,3 2 4-16,3 0-5 0,4 1 3 0,1 0-9 0,4 0-3 0,2 0-2 16,2 3-5-16,2 1 1 0,4-1-1 0,1 3 5 0,4 1-2 0,3 0 2 15,2 0-6-15,3 1 0 0,3-1-1 0,3 0-1 0,3 2 8 16,5 0-3-16,1 0 0 0,6 3-6 0,2 1-3 0,3-1-3 0,2 1 0 16,3-1 5-16,4-2 6 0,6-1 5 0,5-2 4 0,4-1-2 0,5-2-2 15,5 0-2-15,3-3-4 0,8-3 6 0,4-1-5 0,3-3 2 16,5-3 3-16,1-1-6 0,6-3 4 0,4 0 4 0,4-3-1 0,3 1 11 15,4-1 3-15,3-3 9 0,2-1 0 0,2 0 1 0,5-1-4 0,2-1-1 16,2-1-5-16,3-5 2 0,2 0-2 0,4-2-5 0,4-1-2 16,4 0-4-16,2-2-2 0,3 0-9 0,2-2 3 0,3 0 1 0,3 2 0 15,1-2 7-15,3 4-4 0,0-1-4 0,1 0-6 0,-1-1 10 16,1-2 2-16,0-1 6 0,1-3 0 0,0-2 2 0,0-2 10 0,-1-4 13 16,-2-3 12-16,1-4 7 0,0-5-3 0,-2-3-8 0,1-5-3 0,1-4-5 15,-2-4 3-15,1-4-4 0,2-4-4 0,-2-3-7 0,0-5 1 16,0-3 3-16,-2-2-9 0,-3-1 4 0,2-3-6 0,-4-3-6 0,-3-1 10 15,1-2-7-15,-3 0 0 0,-1-4 0 0,0 0-3 0,-2 0-3 0,-1 0 3 16,-4 2-10-16,-2-2 5 0,-3 2-7 0,-4-1-3 0,-4 0 12 16,-3 1-8-16,-3-3 8 0,-3 1 1 0,-4-1-8 0,-4-1 6 0,-3 0 0 15,-7 2-4-15,-4 1 7 0,-4 0 2 0,-4 0-2 0,-2 1 4 16,-5-3 4-16,-1 2-1 0,-3-1 14 0,-3-1 1 0,-2-2-1 0,-2-1-8 16,-2 0 3-16,-3 0-3 0,-3-1-1 0,-3 0 3 0,-1-4-16 0,-2 1 1 15,-2-1-5-15,-4-1-2 0,-2-2 5 0,-4-1-2 0,-2-1 2 16,-3-2-5-16,-5-2 4 0,-4 0-1 0,-2-1-1 0,-7-1-4 0,-1 1 0 15,-5-4-1-15,-5-2 1 0,-4 0 2 0,-5 0-8 0,-4 2 3 16,-6 1-7-16,-4 1-3 0,-4 3 1 0,-7 2-2 0,-2 3 4 0,-3 2 4 16,-4 2 1-16,-1 3 5 0,-4 2 4 0,0 5-15 0,-4 3 5 0,-1 2-9 15,-2 3-12-15,-2 2 10 0,-1 4-2 0,0 3-1 0,1 7 1 16,-2 2 4-16,3 6-10 0,0 3 5 0,0 4-2 0,1 5 3 0,0 4 1 16,-1 4-1-16,0 4 3 0,0 5-7 0,-3 4 1 0,-2 3-5 0,0 7-3 15,-2 4 1-15,-1 5-3 0,-1 6 7 0,-2 6-18 0,2 5 8 16,3 5-14-16,0 5-16 0,4 6-8 0,3 4-34 0,4 3-32 0,7 2-34 15,6 2-45-15,9 0-71 0,8 0-194 0,7 2-18 0</inkml:trace>
  <inkml:trace contextRef="#ctx0" brushRef="#br0" timeOffset="115422.71">24256 11796 1511 0,'-14'0'250'0,"-1"-1"-248"0,-6-1-39 0,0-1-31 16,1-1-10-16,-1-1-4 0,0 0-1 0,1-1 1 0,0 0 7 16,-2 0-4-16,1 2 7 0,-2-1 2 0,-1 1 4 0,-1 1 9 15,0 1 8-15,1 2 18 0,0 0 13 0,3 3 10 0,0 0 6 0,2 0-2 16,0 1 3-16,1 0-10 0,0 2-8 0,1 0-4 0,2 3-1 0,0 0 9 15,1 2 17-15,2 1 25 0,1-3 26 0,4 2 20 0,0-2 10 0,1 0-3 16,2 0-12-16,2 1-15 0,0-1-10 0,2 1-4 0,2 1-6 16,1 0-4-16,2 1-6 0,1-1-2 0,3 1-7 0,0 1-2 0,2 1-2 15,2 0 2-15,0 0 1 0,0-1 5 0,0 0-2 0,1-1 8 16,0 0 12-16,0-1 5 0,-2 1 21 0,0-1 1 0,-1-1 10 0,-2 0 9 16,-1 0-7-16,-1-2-3 0,-3 0-3 0,0-1-7 0,-2 0-3 0,-2-1 0 15,0 0-12-15,-2 0-8 0,-2-1-6 0,0 0-20 0,-1 1-7 16,-2-1-16-16,0 0-34 0,-2 0-21 0,-3 0-47 0,0-1-35 0,-3-1-20 15,-3-1-50-15,-1-2-58 0,-1 0-107 0,-7-1-312 0</inkml:trace>
  <inkml:trace contextRef="#ctx0" brushRef="#br0" timeOffset="155808.04">20467 14630 1864 0,'-6'2'32'0,"0"3"33"0,-3 1 20 0,-3 3 18 0,3 0-27 0,2 1-25 0,1 2-18 0,2 1-18 16,2 3-2-16,2 1-7 0,0 2 2 0,2 3-1 0,0 2-10 15,1 2 11-15,-1 3-7 0,1 2 4 0,-1 3-2 0,1-1-4 0,-1 5 1 16,1 1-3-16,1 3 6 0,-1 4-20 0,2 2 8 0,-2 3-9 0,2 5-6 15,0 4 4-15,0 6-14 0,-1 4 1 0,0 4 0 0,0 2 4 16,0 3-3-16,0 4 13 0,0 0 3 0,0 1-1 0,-1 2 10 0,1-5-7 16,0 0 4-16,2-4 7 0,0-7-7 0,1-5 15 0,-1-7 9 0,2-4 4 15,1-7 22-15,2-4-2 0,1-6 10 0,2-2 10 0,1-3 7 16,2-2 10-16,1-4 2 0,0-1 0 0,1-5-6 0,0-3-6 0,2-3 0 16,-1-2-8-16,3-3-10 0,-2-4-4 0,2-1-14 0,0-2 1 15,0-3 1-15,2-1-12 0,1-1-4 0,-1-2-4 0,3-1-3 0,-1-2 1 16,0-2-1-16,0 0-2 0,2-1-8 0,-3-2-7 0,3-1-3 0,-3-1-2 15,2 0-8-15,-1-1-10 0,-1 1-31 0,1 1-14 0,-1 1-7 16,1 1-15-16,-1-1-4 0,2 0-20 0,1 1 0 16,0 0-5-16,2 3-11 0,-1-2 5 0,1 1-18 0,-1 0 0 0,0-1-4 0,0 2-19 0,1 2-11 15,-3-1 5-15,0 1 21 0,-4 0 22 0,1 2 29 0,-3 0 32 16,-1 1 29-16,-1 0 29 0,-3-1 28 0,-1 1 21 0,0 1 19 0,-2 0 25 16,0 1 15-16,-2 0 18 0,0-1 14 0,-3 1-4 0,-1-1 4 15,-1 1-1-15,-1 0 2 0,0-1 9 0,-2 2-9 0,1-2-14 0,-1 1-14 16,0-1-9-16,0-1-9 0,0 0-5 0,0-1-7 0,1-1-12 0,1-1-6 15,1-1-12-15,1 1-12 0,0-3-12 0,3-3-4 0,1-3-3 16,0-1 1-16,2-4 4 0,0-1-8 0,2 0 1 0,1-3-4 0,0-1-4 16,-1 1 8-16,2-2-1 0,-1 1-1 0,0-2-2 0,-3 0-6 0,1 0 9 15,0 1 1-15,-1-1-1 0,-1 1 0 0,-1 1 0 0,-2-1 0 16,-3 0 9-16,-2-1-3 0,-1 1-6 0,-2-1 2 0,-1 2-4 0,-2-1 2 16,-2 1-1-16,-1 2-4 0,-2-1 7 0,-1 3-1 0,-2 2 5 15,-3 1 3-15,0 2 4 0,-4 4 2 0,1 1-4 0,-1 3 7 0,0 2-2 16,-1 2 2-16,-1 2 3 0,-1 2 1 0,-2 4-4 0,-1 3-3 0,1 2-1 15,-2 4-3-15,1 1 4 0,0 3 1 0,-1 4-7 0,1 3-3 16,1 3-10-16,1 3-9 0,1 2 16 0,1 6-6 0,2 1 6 0,0 2 0 16,2 3-6-16,3 0-3 0,0 3 1 0,1 2 9 0,2 1-8 0,2 1 4 15,1-1-1-15,4-2-1 0,2 1 4 0,3-2 6 0,2-3-4 16,2-1 4-16,4-3-2 0,0-3 5 0,2-3 6 0,3-4-3 0,1-3 7 16,2-5-5-16,4 0 9 0,1-3 1 0,2-1-4 0,2-2-9 15,-1 0-12-15,1 0 3 0,0-4-6 0,0 0 5 0,1-4 2 0,0-2 0 16,-1-2 1-16,3-3 2 0,-2-1-1 0,2-2-1 0,-1-3 1 0,-2 0-4 15,-1-4-1-15,2 0 4 0,-1-2-4 0,0-3-4 0,1 0 2 16,0-1 5-16,-2-1 0 0,2-1-5 0,-2-2-3 0,-1 1-4 0,1-3 1 16,-1-1 1-16,0 0-2 0,-1-3-1 0,0 1-6 0,-2-2-15 0,-2 1 8 15,0-1 2-15,-2 0 0 0,0 0 11 0,-1-1-3 0,-2 1-2 16,-3 1 8-16,-1 1-1 0,-1 1 4 0,-3 0-1 0,-1 1 5 0,-3 0-1 16,-2 2-2-16,-3 0-1 0,-1 0 1 0,-3 3 4 0,-1 0 6 15,-2 1 9-15,-1 2-6 0,-2 2 14 0,-1 2-2 0,-2 1 0 0,0 1 3 16,-4 2-17-16,-1 1 4 0,0 2-9 0,-2 2-5 0,-2 2 8 0,3 1-8 15,-4 1 0-15,2 2 4 0,0 2-9 0,0 1 6 0,2 2 4 16,1 1-14-16,1 1 4 0,0 2-8 0,1 3 1 0,3 1 6 0,1 2-13 16,3 2-1-16,2 2 1 0,1 2 0 0,3 1 3 0,2 0-8 0,2 2 9 15,2 2 7-15,3 0 8 0,2 1 8 0,3-1-4 0,3 0 6 16,1-1 4-16,2 0 7 0,4-2 4 0,-1-1 1 0,6-2-10 0,2 1-5 16,1-2-4-16,2-3-1 0,0-2 4 0,2-1-9 0,2-2 1 15,-1 0-5-15,1 1 1 0,-3-1 5 0,2-2-4 0,-1 0-3 0,0-1-4 16,-3 1 0-16,0-2-6 0,-2-1-5 0,0-1-4 0,-4-1-9 0,0-2-6 15,-2 0-12-15,-2-2-24 0,-2-2-17 0,0-1-11 0,-3-2-7 16,0-1 3-16,-1-1-16 0,-3-3-23 0,-1-2-64 0,-2-2-85 0,1-4-110 16,-1-4-233-16</inkml:trace>
  <inkml:trace contextRef="#ctx0" brushRef="#br0" timeOffset="156358.04">23991 16051 1681 0,'-11'2'143'0,"0"0"-19"0,-4 1-36 0,2-1-22 16,3-2-3-16,0 0-20 0,0 0-10 0,1 0-16 0,2 1-8 0,-1-2 0 15,1 1-9-15,1-1 0 0,-2 0-9 0,-1 0-3 0,0 0 4 16,0 0 0-16,1 1-1 0,-1-1-5 0,1 1-2 0,1 0 2 0,0 1-4 16,0-1-1-16,2 1-5 0,-1 0 4 0,1 0 2 0,1 0 6 0,1 1 0 15,0-2-2-15,1 1 3 0,0 0 1 0,1-1-1 0,1 1-6 16,0-1 10-16,1 0-3 0,-1 1 4 0,1-2 12 0,0 1-14 0,0 0 6 15,1 0-5-15,0 0-9 0,0 0 13 0,1-1-7 0,0 0-1 0,0-2 2 16,0 0-10-16,0 0-2 0,-1-2-2 0,2 0-10 0,-1-2 0 16,0-1-3-16,1-1 4 0,-1-2 7 0,0-1-8 0,1-2-5 0,-2-2 4 15,2-2 8-15,0-1 18 0,0-1 16 0,-1 1 13 0,0-2 10 16,0 1 21-16,0 3 14 0,-2 0 13 0,0 3 10 0,0 0-1 0,-2 2 2 16,0 3-3-16,0 0 7 0,-1 2-6 0,1 2 1 0,-1 1-3 0,1 2-2 15,0 2-6-15,-1 0-9 0,1 2-16 0,-1 0-15 0,1 1-13 16,-1 2-10-16,1 2-8 0,0 3-9 0,1 3-3 0,1 4-12 0,2 6 14 15,2 5 3-15,1 6-12 0,1 3 15 0,2 5-21 0,0 2-2 0,2 4 10 16,0 2-8-16,2 4 2 0,1-1 1 0,2 3-2 0,0 0 7 16,1-2-6-16,1 2 8 0,1-3-3 0,-2-2-10 0,0-4 1 0,1-3-23 15,-2-5-25-15,1-2-92 0,-1 0-27 0,-1-2 3 0,-3 0-15 16,3-4 36-16,0-4-31 0,0-5-58 0,-3-1-86 0,-1-1-308 0</inkml:trace>
  <inkml:trace contextRef="#ctx0" brushRef="#br0" timeOffset="156525.04">23580 16491 1571 0,'-10'-1'111'15,"-3"0"1"-15,-2 0-8 0,4-2-25 0,3 1-16 0,4-2-27 0,2 2-20 16,2-1-9-16,2 0-6 0,2 0-1 0,2-2 0 0,4 2 2 16,2-1-8-16,3 0 5 0,1 0-4 0,4-2 0 0,2 1-8 0,1-2-13 15,5 0-5-15,1 0-19 0,3-1-11 0,2 0-29 0,2 2-41 16,-1-1-40-16,1 1-50 0,2 0-28 0,0 2-34 0,1 1-39 0,0 0-51 15</inkml:trace>
  <inkml:trace contextRef="#ctx0" brushRef="#br0" timeOffset="157042.04">25183 16255 1699 0,'0'-1'544'0,"0"1"-378"0,0-2-25 16,-2-1-43-16,0 1-17 0,-2-2-11 0,1 0-13 0,-1 0-22 0,-1 0-15 15,-1-1-20-15,0 0 2 0,-1-1-4 0,-3 2-16 0,-2 0 3 0,-2 0-24 16,-1 1-2-16,-4 1 6 0,-2 2-14 0,1 1-3 0,-2 1-1 16,-1 3 7-16,3 0 8 0,-2 3 1 0,2 3-8 0,2 2 0 0,0 3-5 15,2 1 5-15,1 4 1 0,3 4 0 0,0 0 15 0,1 5-3 0,2 0 8 16,1 4 17-16,1 0 1 0,3 4 12 0,1 0 9 0,3 1 2 16,2 1 6-16,2-3-4 0,2 0-1 0,1 1-6 0,3-2-5 0,1-1 0 15,3-4-4-15,2-3-4 0,2-3 4 0,3-3 1 0,0-1 8 16,3-3 9-16,0-1-4 0,1-3 11 0,0-2 4 0,-2-1-9 0,1-1 4 15,-3 1-1-15,-2-2 10 0,-1-2 12 0,1-1-2 0,-2-2 2 0,0 0-18 16,-1-3-4-16,-1-1-8 0,-1-1-2 0,0-2 7 0,0 0-2 16,0-1-1-16,-1 0-4 0,1-1 1 0,0 0 1 0,0-1-1 0,0 0-14 15,0-1-5-15,1 0-1 0,1 1 5 0,0 1 3 0,-1-1-5 0,1 2 1 16,0 0-2-16,0 1-4 0,-1 2 1 0,1 0 1 0,-1 3-2 16,0 1 0-16,0 1-6 0,0 1-1 0,2 1-1 0,-1 0 1 0,0 1-1 15,1 1-12-15,0 0 14 0,1 0-2 0,1-1-2 0,2-1-2 0,0-1-11 16,3-2 7-16,0-1 4 0,-1-2-2 0,2-1 0 0,-1-1 0 15,1-3-4-15,0 0 9 0,-1-2 2 0,1-2-4 0,-2 0 18 0,0-1-4 16,-1 0 8-16,-2 0 10 0,0 1-5 0,-1-2 13 0,-4 0-1 16,-1 0 1-16,-3 0 8 0,-1 1 3 0,-2-1 3 0,-1 0-3 0,-2-1 3 15,-2 0-1-15,-2 0-4 0,-2-2-3 0,-1 0-8 0,-3-3-9 0,-2 0 1 16,-3-2-8-16,-3 0-9 0,-1 0 0 0,-3 0-8 0,-2 3 0 16,-3 0-3-16,-2 4-13 0,-1 0 2 0,0 3-4 0,-2 2-13 0,0 2 11 15,0 2-11-15,0 1 6 0,1 3-8 0,0 1-20 0,2 1-16 0,1 1-32 16,2 1-24-16,2-1-44 0,0 2-35 0,2-2-54 0,1 1-77 15,3-2-124-15,1-1-115 0</inkml:trace>
  <inkml:trace contextRef="#ctx0" brushRef="#br0" timeOffset="157208.04">26142 16093 1734 0,'4'17'145'0,"2"4"-51"0,1 6-66 0,2 2-25 16,0-1 7-16,1 2-6 0,1 2-7 0,3 4-2 0,1 0-14 0,0 2 7 16,0-1-10-16,-1-2-18 0,1 2-35 0,-1-3-53 0,1 2-53 15,1-2-53-15,1-1-37 0,0 0-85 0,0 1-170 0</inkml:trace>
  <inkml:trace contextRef="#ctx0" brushRef="#br0" timeOffset="157542.04">26825 16976 1445 0,'10'4'223'0,"2"-1"-89"0,3 0-37 0,-2-1-14 0,0-2 1 0,1 1-14 16,-1-1-17-16,0-1-15 0,2 1-19 0,1-3-7 0,1-1-9 15,0-2 1-15,1-3-5 0,1 0-2 0,-1-2-15 0,2-2-7 0,0 0 0 16,0-4-10-16,1-2-1 0,-1 2-13 0,0-3-10 0,1 0 2 0,-1 0-5 16,1 0 3-16,-1 0 8 0,1 4 1 0,-2 1 20 0,1 1 3 15,0 2 15-15,-1 1 15 0,-3 2 1 0,0 0 8 0,-3 1 8 0,-1 1 5 16,-3 0 13-16,0 0 14 0,-2 0 1 0,-2 1 3 0,0 1 6 15,-2-1 2-15,-2 0-2 0,0-1-4 0,-3 1-6 0,-1-2-8 0,-1 0-8 16,-3 0 6-16,-2 0-4 0,-1 0-2 0,0 0 5 0,-2 1-13 0,-2 0-1 16,-1 1-2-16,-1 1-9 0,-3 0 1 0,1 1-1 0,0 2 8 15,1 3 11-15,1 2-12 0,0 3 1 0,3 2-12 0,0 2-17 0,3 2-8 16,1 1-24-16,0 4-16 0,1 4-8 0,3 1-1 0,1 5 9 0,4 4 13 16,1 0 8-16,2 3 17 0,2 4 9 0,2-2 11 0,2 3 7 15,1-4 0-15,1-1 2 0,3 0-14 0,1-1 0 0,3 0-19 0,-9-17-24 16,4 1-11-16,0 1-24 0,4 2-13 0,1-3-1 0,1 4-21 15,2-2-17-15,2-1-22 0,0 0-47 0,1-3-36 0,-1-2-54 0,-2-4-142 16,2-3 41-16</inkml:trace>
  <inkml:trace contextRef="#ctx0" brushRef="#br0" timeOffset="158208.04">19290 15585 2340 0,'-27'7'80'0,"2"0"-5"16,-3-1 6-16,11-2-5 0,10-4-32 0,5 0-36 0,6-1-14 0,5 0-4 16,5-1 7-16,8 0 9 0,5-1 9 0,7 0 4 0,5-3 1 15,3-2 13-15,6-2-2 0,5-2-6 0,3-2-3 0,6-2-16 0,6-2-1 16,3-3 0-16,7-1-1 0,4-3-2 0,4-1-1 0,7 0 1 0,4-4 0 15,7-1-1-15,5-4-6 0,6-2-12 0,6 1 7 0,4-2-6 16,4 0 1-16,5 2 5 0,2-2-10 0,6 2-1 0,6 1 6 0,2 1 2 16,9-3 11-16,3-1 7 0,7-1-5 0,5-1 8 0,1 4-6 15,2 2 4-15,1 3-1 0,0 2 2 0,0 3-1 0,0 3 1 0,0 4 0 16,1 2-12-16,0 4 10 0,1 1 3 0,4 3 4 0,-2 3 7 0,1 2-14 16,-4 3-1-16,-5 4-13 0,-3 1-7 0,-1 5 16 0,-1 4-2 15,-2 4 5-15,1 6 11 0,3 5-18 0,-2 6 3 0,-1 5-1 0,-4 2-3 16,-5 5 3-16,-6 3-1 0,-4 2-10 0,-7 3-15 0,-2 2-25 0,-3 3-16 15,-4 3 10-15,-4 5 13 0,-7 0 11 0,-5 3 15 0,-5 2-2 16,-6 2-1-16,-4 2 13 0,-6 2 1 0,-9-1 2 0,-5 3 3 0,-7 0-2 16,-6-1-1-16,-6 2 8 0,-5 0-2 0,-7 0-2 0,-4 0 1 15,-6 0-1-15,-3 0 9 0,-8 0 0 0,-4 1 0 0,-6 2-6 0,-7 1-12 16,-5 2 11-16,-6-2-1 0,-5-42-1 0,-2 9 12 0,-3-1 5 0,-4 9 12 16,-4 0 18-16,-5 8 3 0,-4-1 3 0,-6 7 1 0,-4-5 17 15,15-34-12-15,-2 1 8 0,-4 1-2 0,-4 0-27 0,-1-1 4 0,-4 4-15 16,-4-5 5-16,-5 4-6 0,-2-4-3 0,-7 2-8 0,-3-2-10 0,-6 0 9 15,-3-1-10-15,-8-1 10 0,-6-2-10 0,-9-1 1 0,-5-4 2 16,-6-4-10-16,-7-4-9 0,-7-3-8 0,-5-5-4 0,-8-5-20 0,-6-4 0 16,-5-4-21-16,-7-5-21 0,-7-4-25 0,-5-4-36 0,-6-5-37 15,-5-5-40-15,-14-7-97 0,-155-33-164 0,14-7-420 0</inkml:trace>
  <inkml:trace contextRef="#ctx0" brushRef="#br0" timeOffset="158592.04">27494 15176 1678 0,'2'-3'987'0,"3"-1"-904"0,2-2-9 0,4-2-32 0,2 0-10 0,4-2-2 16,5-2-3-16,3 0-3 0,4 0-1 0,2-2-5 0,2 2-11 16,0 1-5-16,3 0-4 0,0 2-3 0,2-2 5 0,0 1-3 0,1 0-1 15,3 0 3-15,-2 0 2 0,0 1-2 0,0-1 1 0,-1 0 0 0,0-1-12 16,2 0-6-16,-3-1-2 0,1 1-19 0,0-1-6 0,-2 0-9 15,1 0-10-15,-3 1-8 0,-2 1-2 0,0-1 4 0,-3 0 4 0,-1 1 15 16,0 1 8-16,-4 2 13 0,-1 1 7 0,-4 2 5 0,-1 0-3 0,-2 1-6 16,-2 1-19-16,-2 1-17 0,0 1-30 0,-2 1-35 0,0 0-48 15,-1 0-84-15,-3 1-77 0,-1 0-358 0</inkml:trace>
  <inkml:trace contextRef="#ctx0" brushRef="#br0" timeOffset="158875.04">28594 14391 1436 0,'6'-5'160'15,"2"0"-74"-15,3 1-24 0,2 0-17 0,3 0 2 0,3 2 0 0,3 0 0 16,2 1-6-16,3 2-9 0,1 1-13 0,4 2-5 0,-1 2-7 16,3-1-1-16,-1 3-3 0,2 1 0 0,-2 1-5 0,-1 2-1 0,-1 0-5 15,-1-1-1-15,-4 3 4 0,0 0-9 0,-4 1 5 0,0 0 0 0,-2 0-8 16,-1 0 4-16,0 2 4 0,-1 0 5 0,-1 4 6 0,-2 0 2 15,1 0-1-15,-1 2 0 0,-1 0 1 0,1-1 2 0,-2 0-2 0,-1-1 3 16,1-2 1-16,-2 2 3 0,0-1 13 0,0-3 14 0,-3 1 24 0,0-2 14 16,-3-2 11-16,-1-2 2 0,-1-2-6 0,-2-1 2 0,-2 1-6 15,-1-2-16-15,-2 1-12 0,-3-1-18 0,-2 1-24 0,-4 0-2 0,-1-1-9 16,-2 0-1-16,-2-1-5 0,-1-1-10 0,0 0-12 0,-2-3-27 0,-1-1-42 16,0-2-55-16,-2-2-58 0,0-1-56 0,0-4-78 0,0-2-117 15,-1-4-347-15</inkml:trace>
  <inkml:trace contextRef="#ctx0" brushRef="#br0" timeOffset="159192.04">30423 14005 2089 0,'-5'-9'800'0,"-1"1"-708"0,-1-3-18 0,0 2-33 0,0 1-15 16,-1 2-1-16,1 2-2 0,-1-1 5 0,0 1-9 0,-2 1-26 0,0 1 13 16,-4 1-12-16,-2 1-6 0,-3 3 12 0,-1 2-18 0,-2 3 1 15,-2 2-3-15,1 3-1 0,-2 4-10 0,0 2 1 0,-1 2-1 0,-2 4-1 16,3 1 3-16,-1 4-2 0,2 2-11 0,3 4 0 0,2 3-4 0,4 0-1 16,3 1 19-16,3 0-2 0,4 0-4 0,2-2 1 0,4-1-11 15,2-2-2-15,4-2 20 0,3-1 5 0,3-2 5 0,3 2 11 0,4-3-12 16,2 0-1-16,3-4-4 0,3 1 1 0,1-3-8 0,2-1-2 15,1-1-11-15,-1-3-3 0,1-1-6 0,-1-2-3 0,-3-4-5 0,0-3 1 16,-4-3-8-16,0-3-4 0,-1-3-11 0,-3-4-37 0,1-3-56 0,-1-5-71 16,-1-4-94-16,0-4-340 0</inkml:trace>
  <inkml:trace contextRef="#ctx0" brushRef="#br0" timeOffset="160042.04">30674 13508 1423 0,'-2'-13'116'0,"0"0"-30"0,0-1-29 0,1 5-21 0,1 2 1 0,0 3 4 16,0 2 1-16,1 2-1 0,0 2-7 0,1 2-6 0,0 1 0 0,0 2-7 16,1 3-4-16,0 5-5 0,0 3 0 0,0 3-5 0,1 6-2 15,-1 2 0-15,1 2-7 0,0 2 2 0,0 4-1 0,-2 1 1 0,2 5-5 16,-1 0 4-16,-1 1-12 0,0 1 11 0,-1 1 0 0,1-2-1 16,1 0 6-16,0-1-18 0,0 0-9 0,1 0-13 0,0 0-25 0,2-2-22 15,0-2-21-15,0-5-10 0,1-1 3 0,0-2 11 0,0-2 23 0,1-2 34 16,-1-4 25-16,1-2 30 0,-1-2 21 0,0-6 13 0,1-2 30 15,-2-4 29-15,2-2 22 0,-1-2 27 0,0-1 5 0,1-1-3 0,0-2-3 16,-1-1-8-16,-1-2-5 0,1 0-8 0,0-2-24 0,1-1-11 0,-1-3-20 16,1 0-12-16,0-3-5 0,-1-1-16 0,3-1-10 0,-2 0-10 15,0 0-9-15,0-1-9 0,-1 0-8 0,1 1-6 0,0 3-8 0,0 2-4 16,-2 1-7-16,0 3-5 0,-1 1-5 0,0 0-8 0,-1 3-9 16,2 2-5-16,-1 1-5 0,0 2-2 0,1 1-5 0,-1 1-1 0,1 2 0 15,1 1 2-15,1 2 8 0,0 1 11 0,1 1 12 0,3 0 11 0,0 1 10 16,0-1 4-16,1 0 5 0,-1 0 4 0,1-1 6 0,1-1 6 0,0 0 1 15,0-2 4-15,0-1 6 0,0-3 7 0,1 0 9 0,-1-3 2 16,1 1 0-16,0-2 1 0,-1-2 3 0,-2 0 6 0,0-1 2 0,-1 0-1 16,0-2-5-16,-1-1-4 0,-2-1 4 0,-1-1-2 0,-2-2 5 15,0-1-1-15,-1-1-8 0,-2 1 1 0,-2-2-11 0,-2-1-8 0,-1 0-7 16,-2 0-3-16,0 0-2 0,-1 0-3 0,-2 0 5 0,-1 2-13 0,-2 1 8 16,0 0-5-16,-1 0-6 0,-1 2 4 0,-1 1-5 0,-1 1 0 15,0 1 1-15,1 3-2 0,0-1-1 0,1 2-3 0,2 0-7 0,1 2-2 16,0 1-4-16,1 1-2 0,1 0-7 0,1 1-6 0,3 0-5 0,1 3-7 15,1 0 6-15,2 2-4 0,0 2 7 0,2 1 6 0,1 1 2 16,2 0 11-16,1 1 6 0,2 1 1 0,2 1 7 0,-1-1 4 0,2 1 0 16,1 1 4-16,2-1 2 0,2 0 5 0,-1-1-5 0,4 1 3 0,-1 0 4 15,0 0-4-15,2-2-3 0,1-1 0 0,0 0-3 0,0-1 24 16,0-2 6-16,-1-1-1 0,3-2-4 0,-1 0-25 0,1-2-1 0,1-1-2 16,-2-1 3-16,2-3 4 0,-3 0 2 0,0-2 5 0,2-1-2 15,-1-2 7-15,-1 0-1 0,1-1 5 0,0-1-10 0,-1-1-1 0,-2 0 19 16,-1-1-10-16,-2-1 19 0,-1 0 1 0,-1-4-1 0,-2 0 5 0,-1 1-3 15,-3-1-6-15,0 1-4 0,-2-1-1 0,-1-1 0 0,-1 0 9 16,-1 2-8-16,-1 0 1 0,-2 0 2 0,-1 3-3 0,-2 1 9 0,0 0-2 16,-2 0-5-16,1 0-7 0,-2 0-6 0,-1 2-4 0,0 0-3 0,1 1-6 15,-1 0-1-15,-1 0-1 0,1 2-2 0,1 0-2 0,2 2-6 16,2 0-9-16,0 1-17 0,-1 1-7 0,2 1-5 0,1 1-5 0,1 1-5 16,1 0 4-16,1 3 5 0,0 0 2 0,2 2 13 0,2 3 10 15,-1-1 2-15,4 3 13 0,-1 1 2 0,0 1-1 0,3 2 2 0,0-1 6 16,1 2 2-16,1 1-1 0,-2 0 5 0,3 1-4 0,-1-1 1 0,0 1 4 15,0 0-4-15,-1 0 3 0,0 1-6 0,0-2 2 0,-7-9 4 16,0 3 9-16,0 0 3 0,2 1 21 0,0 1-2 0,0 2-3 0,0 0 1 16,-1 0-18-16,0 0 0 0,0 0 3 0,-2-2 1 0,-1-1-2 0,-1-1 6 15,-2-2-8-15,-2 0-1 0,0-1-4 0,-2-2-10 0,-1 0 2 16,-2-1-28-16,-4-1-8 0,-9 4 9 0,-1-2-6 0,-1-4 32 0,1-1 0 16,0-2-1-16,1 1-2 0,-2-1-11 0,2-1-2 0,-1 0-2 15,1 0-12-15,1-1-11 0,1 1-16 0,0-1-14 0,1 0-5 0,1 1-4 16,4 0-9-16,-1 0-1 0,1 0-12 0,2 0-15 0,2 0-23 0,4-1-39 15,-1 1-25-15,4-1-41 0,0-1-49 0,3 1-189 0</inkml:trace>
  <inkml:trace contextRef="#ctx0" brushRef="#br0" timeOffset="160658.04">32490 14244 1654 0,'0'-1'113'0,"1"0"-55"0,-1 0-33 0,0 0-26 15,2 0-2-15,0-1 7 0,2 1 2 0,0 0 2 0,1 1-8 0,1-2 1 16,1 1-2-16,1 0-6 0,-1 0 3 0,1-1-4 0,0 0 3 0,1 0 5 15,-1-1 1-15,0 0 2 0,0 0 6 0,0-2-5 0,-1 1 7 16,-1-1 5-16,1 0 3 0,-1-1 2 0,0 0-1 0,-1-1 5 0,0 0-3 16,-2-1 4-16,0 0 6 0,-1 1 9 0,-1-1 11 0,0 0 8 0,-2 0 0 15,-1 0-4-15,-1-1-3 0,0 0-9 0,-1 0-9 0,0 0-5 16,-3 1-4-16,1-1-7 0,-2 0-2 0,1 0-4 0,-1 1-2 0,-2 0 5 16,-2 1-8-16,1 0 2 0,-3 2-2 0,1-1 0 0,-2 1 1 15,-1 2 1-15,0 0-9 0,1 1 1 0,-2 2-2 0,0 2 3 0,1 1 0 16,2 2-7-16,-2 1-1 0,3 1-3 0,0 2 0 0,2 1-3 0,0 2-5 15,2 2-5-15,1 0-1 0,2 0 3 0,1 3 0 0,2 0 2 16,3 0-5-16,2 2 0 0,2 1 1 0,4 0 1 0,1 2-3 0,3 0-3 16,2 1 5-16,2 1 1 0,4 1 4 0,0 0 7 0,3 0-9 0,1 0 7 15,-1 1 1-15,2 0 4 0,-1-1-2 0,0 0-6 0,-2-2 12 16,-1 0 1-16,0-1 4 0,-2-2 7 0,-2 0-10 0,-1-1 2 0,-1-3 2 16,-3 0 3-16,-1-2-1 0,-4-1 0 0,0-2-12 0,-2 0-10 15,-2-1-11-15,-2-2-24 0,-3-1-26 0,0 0-32 0,-3-1-29 0,-3-2-23 16,-2 0-27-16,-5-2-20 0,-2-1-24 0,-3-1-39 0,-5-1-260 0</inkml:trace>
  <inkml:trace contextRef="#ctx0" brushRef="#br0" timeOffset="161192.04">29777 13142 2003 0,'-19'-19'136'0,"-2"0"-62"0,-3-2-5 0,4 3-12 0,6 5-15 15,3 0 3-15,4 3-8 0,3-1-8 0,3 1-12 0,3 1-13 16,4 0 3-16,3 0-2 0,6 2-6 0,5-3-1 0,3 1-7 0,6 0 7 16,6 0 8-16,6 2 8 0,4-1 4 0,4 2 2 0,4 0 3 15,6-1-3-15,4 1 3 0,6 0-9 0,6 0-1 0,3 1-6 0,7 2-3 16,4 2 1-16,5 2-6 0,6 3 7 0,2 2-1 0,3 2 1 0,1 4-1 15,0 2-10-15,2 3 1 0,1 4 10 0,0 2-1 0,1 3 1 16,-1 3-4-16,1 4-13 0,0 2-4 0,-56-16 30 0,13 7-1 0,-3-1-9 16,13 8 8-16,-3 0-34 0,11 7-5 0,-1 2 12 0,9 6 61 0,-47-22-3 15,3 2-5-15,0 1-7 0,4 3-75 0,-1 2-3 0,5 2-6 16,-2 0 79-16,4 5-6 0,-3-1 1 0,3 4 1 0,-2 0-77 0,2 4 0 16,-2 0 6-16,4 4 8 0,-4 1 13 0,4 4 9 0,-3 0 7 15,-3 2-3-15,-2-1-1 0,-5 2 2 0,-2 2 46 0,-3 0 3 0,-6 1-14 16,-1 2-4-16,-5 2-61 0,-4 0-34 0,-3 1 12 0,-5 0-18 0,-4 1 3 15,-7 1 24-15,-3 0 4 0,-5-2 17 0,-6 1 20 0,-5-1 18 16,-5-1 14-16,-3-3 29 0,-5-1 21 0,-6-4 21 0,-2-2 22 0,-5-2 16 16,-4-4-96-16,-2-1 13 0,-5-5-11 0,-3-3-8 0,-4-2 104 0,-1-4-14 15,-4-5-4-15,-9-2-14 0,-58 19-87 0,-1-11-4 0,1-11-28 16,1-8 2-16,3-8 72 0,5-7-28 0,-83-12-22 0,30-7-15 0,16-3-8 16,20 0 8-16,11-2 28 0,-4-4-13 0,-1 0-2 0,-1-2-6 15,-3-1-6-15,-4-4 17 0,-2 0-1 0,-1-4 4 0,2 0-1 0,8 0-8 16,5 0 2-16,6 1-9 0,4 0 2 0,6-2 0 0,2-1-7 0,5-3-5 15,3 1-21-15,3-2-20 0,3-1-26 0,4 0-32 0,4-2-44 16,3-1-40-16,5 0-49 0,2-2-49 0,2-2-81 0,3-3-153 0,0-3-179 16</inkml:trace>
  <inkml:trace contextRef="#ctx0" brushRef="#br0" timeOffset="166475.81">5146 6382 1192 0,'-36'-2'-12'0,"-2"2"2"0,-9-1 3 0,4 0 9 16,5 0 4-16,-2 1-5 0,-2 0-2 0,-1 2-7 0,-1-1-16 0,-4 3-9 16,1 3 0-16,-2 2-2 0,-3 2 16 0,0 3 9 0,-2 2 10 0,0 0 7 15,-1 2 3-15,-2 4 3 0,1 0 0 0,-3 2 3 0,2 3 6 16,-2 1 0-16,-2 1 3 0,1 4 0 0,0-1-4 0,-1 2 0 0,3 0-2 15,0 1-5-15,-1 0 5 0,4 1 0 0,1-1 2 0,1 2 7 0,2-2-2 16,4 1-1-16,1 1-7 0,4-3-3 0,1 2-5 0,6-2-3 16,2 0 1-16,4 0-4 0,2-2-3 0,3 3-2 0,3 0 2 0,2 0 0 15,5-1 3-15,1-1-1 0,2 1 1 0,4-2 3 0,2 1 5 16,4-2 4-16,4 0-1 0,4-2-3 0,3 0-1 0,4-2-2 0,2 0-2 16,4 0 7-16,5-1-3 0,2-1 2 0,4-1-1 0,3-1 0 0,3-1-2 15,4-3-2-15,3 0 2 0,3-2 0 0,5-3 5 0,1-1 0 16,5-1 7-16,2-1-1 0,3-2 0 0,3-2-1 0,1-2-5 0,4-4 2 15,3 0-8-15,2-1 2 0,3-2 4 0,0 1-7 0,3-3 0 0,2 0-2 16,0-3-3-16,3 0 1 0,2 0-1 0,3 0-3 0,1-1-10 16,0 1 5-16,1-1-2 0,3 1-1 0,0-1 7 0,1 0-3 0,1 0-3 15,-4 1-2-15,4 0-2 0,-3 0 1 0,1 0 2 0,-2 2 1 16,-1-2 6-16,2 0-8 0,-4 1 4 0,0 0 3 0,-2 0-3 0,2-2 8 16,-3-1-2-16,3-1 0 0,-3-3-1 0,1-1 4 0,-1-2 0 0,0-1 0 15,1-1 4-15,-3-3 1 0,0-1 4 0,-2 0-6 0,-1-2 1 16,0-1-1-16,-4-3-2 0,1 0 8 0,-3-2 2 0,-4 1-2 0,-1-2 0 15,-1 0-1-15,-3-1 0 0,-2-2-1 0,-1-1-4 0,-5 0 0 0,-2-1-2 16,-1 2 0-16,-3-2 0 0,-2-1-4 0,-2 1 2 0,-5-2-2 16,0 2 2-16,-4-2-3 0,-3 0-2 0,-2 1 4 0,-4-3 1 0,-1 3-2 15,-6-1-1-15,-1-1-1 0,-3 1 2 0,-3-3 0 0,-2 0-1 16,-3 2-1-16,-4 0-3 0,-4-1-2 0,-2 2 1 0,-3-3-2 0,-2 4 8 16,-4-1-3-16,-1 0-2 0,-5 1 1 0,-4-2-5 0,-3 1-1 0,-2 1 0 15,-4-1-3-15,-3 1-9 0,-3-1-7 0,-5-1-5 0,-2 2-1 16,-4 0-3-16,-4 2-3 0,-2 0 7 0,-3 0 1 0,-6 2 5 0,-3 1 12 15,-5 4 0-15,-4 0 0 0,-2 2 5 0,-4 1 2 0,-5 2-1 0,-3 2 2 16,-5 2-1-16,-3 2 6 0,-2 5 1 0,-6 2-3 0,-1 4 2 16,-5 5-7-16,-4 3 3 0,-1 5 2 0,-5 4-6 0,-4 7 8 0,-2 5-1 15,-4 5 2-15,0 6 7 0,-3 3-4 0,-1 5 0 0,2 3-5 0,0 2-23 16,2 3-45-16,0 3-59 0,1 5-115 0,1 3-445 0</inkml:trace>
  <inkml:trace contextRef="#ctx0" brushRef="#br0" timeOffset="208295.48">7007 7480 562 0,'-18'0'43'0,"-1"0"-40"0,-5 0-6 16,3 1 7-16,5 1 3 0,-1-1 2 0,0 1-2 0,1 0-3 15,-1-1-3-15,0 0 0 0,1 0-1 0,0-1-1 0,0 0 0 0,0 0 1 16,-1-1-1-16,2 0 2 0,-2-1-1 0,0 0 4 0,0-1 5 0,1 1 3 15,-2-1 7-15,1-1 1 0,0 1 1 0,-1 0 0 0,-1-1 0 16,1 2 1-16,-3 0-1 0,-1-1 1 0,-1 1 1 0,-2 0-1 0,-1 0 1 16,3 1-2-16,-3-1-3 0,2 1-2 0,-4 0-2 0,1 1-3 0,-2 0-3 15,0 0 1-15,0 1-2 0,-2 0 7 0,-1 1 1 0,-1-1 3 16,-2 1 1-16,0 1-1 0,-2 0 2 0,1 0 3 0,-2 1 6 0,0-1-4 16,-1 1 2-16,-1 0-3 0,0-1-1 0,-1 0-3 0,-1 1-4 15,0 1-1-15,-1 1-1 0,1-1 2 0,-2 1-2 0,-2 1 1 0,0 0-3 16,-1 1-4-16,-3 0-3 0,0 0-4 0,-1 2 0 0,-1 0 3 0,-1 2-4 15,0 0 2-15,-2 0-3 0,1-1-5 0,-2 1 0 0,-2 1 1 16,-1 1 9-16,0 0 4 0,1 2 4 0,-2 2-3 0,0 0-4 0,-1 1-4 16,0 2 0-16,1 0 2 0,-2-1 0 0,1 3 3 0,-1 0-1 0,0 0-2 15,1 3 0-15,-1 1-1 0,0 1 0 0,-1 1 2 0,1 1 0 16,3-1-2-16,-1 1 5 0,3 1-3 0,-1 1 1 0,2-1-2 0,3 2-2 16,2-4-1-16,1 2 2 0,1-1 1 0,3 0 3 0,2 1 5 15,2 2-1-15,3-3 1 0,2 0-2 0,1-1 1 0,4 0 7 0,0 1 1 16,4 0-5-16,2 0 1 0,3-1-8 0,1-3 2 0,2 0-1 0,5-2-3 15,0 0 0-15,3 0-3 0,1-1-2 0,2 1 2 0,2 1 2 16,3-2-3-16,1 0-4 0,2-1-1 0,1-1 1 0,3 1 4 0,0 0 1 16,3-2 7-16,1 1-4 0,4-2-3 0,1-1 5 0,1 0-1 0,2-2-1 15,4-1 6-15,2 0-2 0,1 0 0 0,3-1-1 0,2-1-4 16,0 0 2-16,4-1-1 0,1 0 0 0,3 0 1 0,1-1 0 0,2 0-2 16,1 1-1-16,3-2 0 0,2-1-2 0,1-1 1 0,4-1 2 0,0-2-2 15,3 2-2-15,2-2 3 0,2-1-1 0,1 1 1 0,2-2-2 16,2 1-4-16,1 0-1 15,3-1 2-15,0-1 3 0,2-1 1 0,1 0-1 0,1-1 0 0,2-1 0 0,1 0-3 0,2 0 1 0,3-2 5 16,1 0-4-16,0-1 4 0,3-1 0 0,0 0-8 0,0 0 2 0,2 0-1 16,1-1 3-16,1 2 5 0,0-2 1 0,3 1 0 0,0-1-5 0,0 0 0 15,2-2 2-15,-1 0-2 0,2 0 7 0,2 0 2 0,-1 3-1 16,3-1-2-16,-3 0-6 0,2 0-2 0,-2 1 0 0,1 0 0 0,-1-1 2 16,0 1 2-16,0-2-5 0,-1 1 3 0,1 0 0 0,-1 1 3 15,0 0-1-15,0-2 9 0,-1 1-2 0,0-1 0 0,-3 1 6 0,1-1-3 16,-2-1 1-16,0 1 3 0,-1 0-1 0,0-1 2 0,1-1 2 0,-3-1 6 15,1-1-1-15,-1-2 2 0,-1 1 1 0,0-2-5 0,-1-2 2 16,0 1-6-16,-1-1-6 0,-2-1-2 0,-2 1 3 0,-4-1-1 0,-3 2 6 16,1-1 0-16,-5-1-5 0,0-1-1 0,-2 1 4 0,-2-1-1 0,-3-1 1 15,-1 1 1-15,-4-1 1 0,-1 0 1 0,-4 1 2 0,0-1-3 16,-2 0 0-16,-3 1-4 0,-2-1 2 0,-1-2 2 0,-4 1-2 0,-2-1-1 16,-3-1 3-16,-1 2-1 0,-3-1-3 0,-1 2 0 0,-5-1-3 15,-1 1 1-15,-3-1 4 0,-3 0 0 0,-4 0-2 0,-1 0-3 0,-2-1 1 16,-3 0-7-16,-2-1 6 0,-2 0-1 0,-4-2-7 0,-2 0 5 0,-3-2-11 15,-2 0-5-15,-4-1-3 0,-3-1 1 0,-3 1-3 0,-2-2 1 0,-4 0-4 16,-2 1 2-16,-4-3 5 0,-1 1-7 0,-4-1-1 0,-3 1-5 16,-3 0 1-16,-3 1 6 0,-4-1 2 0,1 2 6 0,-4-2-4 0,-2 3-1 15,-3-1-6-15,-3 2 1 0,-2 0 8 0,-2 2-3 0,-3 1 8 16,-2 0-7-16,-3 3-5 0,-3 0-1 0,-2 3 0 0,-1 1-6 0,-5 3 6 16,-1 1-1-16,-3 2-2 0,-3 2 1 0,-1 2-3 0,-3 3 7 0,0 2 0 15,-2 1 1-15,-3 3 4 0,2 2-7 0,-1 2 0 0,0 3 2 16,2 2-3-16,-1 1-1 0,2 3-3 0,2 2-11 0,-1 3-12 0,2 1-14 15,1 4-20-15,0 0-27 0,3 4-23 0,-1 1-26 0,1 3-29 0,3 4-40 16,-3 4-60-16,4 1-221 0</inkml:trace>
  <inkml:trace contextRef="#ctx0" brushRef="#br0" timeOffset="210577.47">5504 9221 391 0,'-44'-9'234'0,"0"-1"-209"0,-9-2 5 0,10 2 5 0,6-1 5 16,1-1 3-16,3-1-2 0,-1 0-4 0,5 2-3 0,-1-1-6 0,1 1-6 16,0 1-6-16,0 1-4 0,2 1-5 0,-1 1 2 0,1 0-2 15,-1 2 1-15,0 0-3 0,-1 2-1 0,0 0-1 0,-2 0 0 0,0 1 0 16,-2 1-1-16,0 0 0 0,-4 2 0 0,-2 0 2 0,-2 1-4 0,-2 2 3 16,-1 0 1-16,-3 3-3 0,-1 1 4 0,-4-1 0 0,-3 4-1 15,0-1 2-15,-2 3 0 0,-1 0-1 0,-2 1-1 0,-2 2 3 0,-1 0 0 16,-2 2-2-16,0-2 3 0,0 2-1 0,0 0 4 0,0-1 6 15,3-1 2-15,1 1 8 0,2-2 3 0,2 0 5 0,0 0 3 0,4 1-6 16,2 0-4-16,3 0-4 0,3 1-5 0,-1 0 1 0,4 0-3 0,2 1-1 16,-1 0-5-16,5 2-8 0,2 0 2 0,0 3-6 0,3 2 14 15,0 0 0-15,0 2 0 0,0 1-1 0,3 1-12 0,0 1-1 0,3 1 1 16,3 1-2-16,1 3 2 0,3-2 2 0,1 2-2 0,0-3 0 0,1 3 0 16,4-1 0-16,1 0 1 0,3 0-1 0,4-3-3 0,1 0-3 15,3-3-1-15,2 1 2 0,3-4 5 0,3 2 2 0,2-2 0 0,1-2 0 16,4 1-6-16,2-2 6 0,2-1-2 0,0-1 0 0,3-1-3 0,0 0 1 15,5 0 2-15,3 0-1 0,0-3 1 0,4 1 1 0,-1-3-5 16,1-1 4-16,4-3 0 0,3 0 1 0,3-1 2 0,2-1-4 0,1-1-1 16,2 0 0-16,1-1 2 0,2 0 4 0,2-1-4 0,2 0 0 15,0 1 1-15,1 0 0 0,1-1 1 0,0 0-3 0,1 1-1 0,3-1-1 16,2 1 3-16,1-1 2 0,3 1-1 0,2-1 1 0,0-2-1 0,3 2 1 16,-1 0-2-16,0 0 0 0,3 0 2 0,1-1 2 0,4-1 2 15,2 0-6-15,0-1 0 0,0 0 0 0,1 0-4 0,-1 0 2 0,2-1-2 16,0 1 2-16,3-1-1 0,-1 0 2 0,-1 0 2 0,0 0-1 0,0 0-1 15,2 0-1-15,1-2-4 0,-2 0 2 0,1 1 4 0,-1-2 2 16,-1 1-2-16,0-1 0 0,-4 0-1 0,0-1-2 0,-1 0 5 0,-2-1-2 16,1 1 7-16,-2 0 2 0,0-1-3 0,-1 1 0 0,-1-1-6 0,-2 0 0 15,1-2 2-15,-3 1 0 0,3-2 1 0,-2 0 0 0,-1-1-1 16,-1 1 1-16,-1-3-1 0,-1 0-1 0,1 0 0 0,-1-3 1 0,-1-1-2 16,-1 1 6-16,0-2 4 0,-3 1-5 0,-1-3 2 0,-2-2-2 15,-2 1 2-15,0-2 8 0,-4 0 0 0,0 0 3 0,-3 0 0 0,-2-1 2 16,-2 1 2-16,-1-1 2 0,-2-2 2 0,0 1-2 0,-3-2-10 0,-4 0-3 15,1 1 5-15,-4-1 0 0,-1 0 13 0,-3 0 0 0,-1-3-6 16,-2 2 1-16,-2-3-4 0,-3 2 2 0,-2-1-7 0,-2 1-2 0,-3-2-1 16,-3 0 2-16,-2 0-1 0,-3-2 2 0,-3 1 0 0,-3-2-4 0,-2 3 0 15,-2-2-6-15,-4 0 5 0,-1-1-3 0,-3 0-7 0,-4-1-3 16,-3 1 0-16,-4-3 2 0,-2 2 6 0,-6-2 3 0,-2 0-11 0,-5 1 0 16,-3 0-1-16,-3 1-1 0,-4 0 4 0,-7 1-2 0,-2-4 2 15,-5 2-1-15,-5-1-2 0,-1 2 4 0,-6 2 0 0,-5 3-2 0,-3 0 1 16,-3 2-2-16,-4 1-1 0,-2 3-8 0,-5 4 5 0,-1 1 3 15,-3 3-2-15,-3 2 9 0,-3 4 1 0,-3 4-8 0,-3 4 0 0,-2 1-5 16,0 5-9-16,-3 3-4 0,0 4-6 0,-1 2-20 0,-3 3-19 0,2 5-25 16,-2 3-32-16,1 2-22 0,3 3-20 0,1 1-54 0,6 0-94 0,6 2-260 15</inkml:trace>
  <inkml:trace contextRef="#ctx0" brushRef="#br0" timeOffset="-179883.35">9623 13065 134 0,'16'15'2'0,"3"-1"-102"0</inkml:trace>
  <inkml:trace contextRef="#ctx0" brushRef="#br0" timeOffset="-179166.35">10168 13103 719 0,'3'2'146'0,"3"0"-69"0,0 1-36 0,0-2-5 0,0-1-1 16,1-1-5-16,-1-1-9 0,1 0-7 0,-1-1-4 0,-1-2 3 0,0 0-5 15,-1-3 0-15,-1-3-4 0,0 0-4 0,-2-3 2 0,0 1-6 16,-1-2 1-16,-1-2-1 0,-1-1-1 0,-1-1 3 0,-2 0 1 0,-2 0 1 16,-3 1 3-16,-1-2 3 0,-3 1-2 0,-3 0 4 0,-2-1 4 15,-4 1 7-15,-3 0 2 0,-2 3-1 0,-5-1 0 0,-1 0-5 0,-5 2 6 16,-1-1-6-16,-3 0-2 0,-3 2 2 0,-2 1-6 0,-2 2 5 0,-2 0 10 15,0 1 11-15,-2 1 19 0,0 2 10 0,2 3 6 0,-2 1-5 16,0 3-15-16,0 2-3 0,-1 3-2 0,2 3 5 0,0 4-3 0,2 2 0 16,-1 3-4-16,-2 4-4 0,0 4 1 0,-1 3-4 0,-1 5-7 0,-1 2-7 15,-2 4 5-15,1 4 4 0,-1 1 3 0,-1 3 7 0,1 3-11 16,-3 4 0-16,2 2-4 0,0 2-6 0,2 3 3 0,5 1-11 0,2 1-1 16,4 3-2-16,3 0-3 0,3 2-1 0,3 1-3 0,3 2-5 0,3 1-5 15,4 3 2-15,1 1 4 0,5 4 2 0,-1 3-3 0,3 2-2 16,4 2-4-16,1 1 4 0,2 2 5 0,3 2 0 0,3 0 2 0,1 1-4 15,5 0-1-15,1-1-3 0,2 1 8 0,4-3-4 0,6 2 2 16,2-1 2-16,4 1-2 0,2-1 4 0,5 0 1 0,3-1 3 0,5-2-7 16,4 1 7-16,3-2 7 0,4 1-2 0,4-2 2 0,4-1-4 0,3-1 2 15,3-3 7-15,3 1-1 0,4 0-3 0,2-4 5 0,3 1-2 16,2-3 5-16,3-4 2 0,1-3-10 0,4-5 0 0,-40-32-8 0,13 5 5 16,0 0-1-16,12 5-6 0,3-3 6 0,11 6-4 0,2-4-2 0,14 4 9 15,2-3 2-15,1-3-4 0,3-5-8 0,1-3-12 0,2-5 9 16,1-2 1-16,3-5 7 0,-1-5 5 0,2-4-8 0,0-4-1 0,2-4 3 15,0-4-6-15,0-4 4 0,-1-6 5 0,1-3-6 0,0-5-4 0,0-5-4 16,-1-3 2-16,-1-7 7 0,-1-2 5 0,1-6-9 0,11-11 4 16,78-43-5-16,-27 4-4 0,-27 7 5 0,-42 17 2 0,-1-3-1 0,-2-1 4 15,-3-2-3-15,-2 0-6 0,-3 1 9 0,-4 0-1 0,-1-1-7 16,-5 0-4-16,-2-3 1 0,-3 2 3 0,-5-1 7 0,-2-2 0 0,-3 2-4 16,-5-1 0-16,-3-1 4 0,-5 0 3 0,-4-1-3 0,-5-1 2 0,-3 1-7 15,-4-1 3-15,-7 1-4 0,-3-2-1 0,-4 1 4 0,-7 0 1 16,-4-2-3-16,-3 1 5 0,-6-3-6 0,-5-2 1 0,-4 1-2 0,-6-2-5 15,-4 1 0-15,-5-1 0 0,-5 0 8 0,-3 1-5 0,-5-1 6 16,-2 4-8-16,-4-1-3 0,-3 2 1 0,-3 2 2 0,-4 0 6 0,-2 1 5 16,-4 2 5-16,-3 1-2 0,-1 3 0 0,-1 1 2 0,-2 4 0 0,-3 1 1 15,-2 1-3-15,-2 1 0 0,-3 1-1 0,-3 0-4 0,-1 2-3 16,-2 3 0-16,-3 2 3 0,-1 3 2 0,-4 3 9 0,-4 2-6 0,-3 5 1 16,-2 4 8-16,-4 2-5 0,-1 1 11 0,-1 4 5 0,-3 2-7 0,-1 6 6 15,0 3-13-15,-1 3 10 0,-1 6 3 0,3 2-4 0,-2 5-1 16,2 4-17-16,-1 3-1 0,2 5 3 0,0 3 4 0,0 4-4 0,-1 4-2 15,-1 5-9-15,2 5-5 0,-1 4 5 0,2 4-3 0,1 5-6 0,2 2-11 16,1 2-15-16,3 3-30 0,2 3-33 0,1 3-40 0,0 3-51 16,3 5-73-16,3 0-90 0,2 0-80 0,7 2-74 0,0-2-89 0,3-1 2 15</inkml:trace>
  <inkml:trace contextRef="#ctx0" brushRef="#br0" timeOffset="-178033.35">9210 13833 489 0,'-23'22'176'0,"-2"5"-64"0,-8 11-23 0,4 2-23 15,1 2-5-15,1 0-9 0,-1 2 1 0,0 5-6 0,1 3-6 16,-1 2-10-16,1 1-9 0,-2 0-1 0,0 2-6 0,0 1-7 0,1 1 3 15,1 0-10-15,0-2 5 0,1 0-1 0,4 0-11 0,-1-3-5 0,2 1-37 16,2-4-30-16,1-2-30 0,2-2-30 0,1-1-9 0,2-2-11 16,1-3-5-16,1-3-11 0,4-3-69 0</inkml:trace>
  <inkml:trace contextRef="#ctx0" brushRef="#br0" timeOffset="-177783.35">9605 13658 1247 0,'0'-5'151'0,"1"3"-45"0,3 0-63 0,3 5-14 16,2 3 2-16,2 4 8 0,2 3 6 0,1 3-5 0,0 3-6 0,0 4-7 16,1 4-14-16,0 3-5 0,-3 5-5 0,1 4-10 0,-3 3 2 0,0 4-1 15,-2 5 4-15,-2 3 6 0,-3 2-4 0,-2 3 2 0,-3 0-4 16,-1-1-6-16,-3 0-4 0,-2 0-4 0,-2-1-12 0,-1 2 4 0,0-2-3 15,-1-1 0-15,-1-1 7 0,-2-1-7 0,0-2 2 0,1-3-8 0,0-3-5 16,0-4 2-16,4-4-2 0,1-4-3 0,2-2-13 0,4-4-25 16,2-2-32-16,3-5-23 0,4-3-12 0,3-5 1 0,2-4 6 0,2-4 4 15,4-6-11-15,1-7-120 0</inkml:trace>
  <inkml:trace contextRef="#ctx0" brushRef="#br0" timeOffset="-177600.35">11176 13850 599 0,'9'-1'487'0,"3"2"-400"0,5 3-20 0,2 2-20 16,0 4-1-16,2 2-14 0,1 1 14 0,2 6 2 0,2 2-2 0,1 3 2 15,-1 3-6-15,0 2-8 0,-3 3-4 0,0 1-4 0,-2 5-4 16,-1 1-9-16,-2 5-6 0,0 2-5 0,-4 1-4 0,-2 1-2 0,-2 0-10 16,-3 2-22-16,-2-1-27 0,-3 0-19 0,-2 0-26 0,-2-2-29 0,-2 1-23 15,-2-4-23-15,-2-2-3 0,-2-3 17 0,-2-1 12 0,-3-6 7 16,-3-4-85-16</inkml:trace>
  <inkml:trace contextRef="#ctx0" brushRef="#br0" timeOffset="-177166.36">11092 13712 507 0,'-2'0'38'0,"0"-2"-21"0,1 1-15 0,1-1-7 15,1 1-1-15,-1 0-3 0,1-1-1 0,0-1 2 0,0 1 3 0,-1-1-2 16,0-2-9-16,-1 0-12 0,-1 0-12 0,-1-1-9 0,0-1-2 16,-1 0-1-16,-1-1 2 0,1 0-2 0,-1-3 7 0,1-1 12 0,-1-3 12 15,1-2 16-15,-1-1 15 0,0-2 17 0,1-2 21 0,-2 2 23 0,0-4 15 16,0 1 12-16,-1-3 14 0,1-1 9 0,-2-1 12 0,-1-1-2 16,1-1 6-16,-1-1 5 0,-1-1 0 0,1-3 1 0,0 0-12 0,-1-1-22 15,1-2-14-15,-1 1-14 0,1-3-9 0,0 0-12 0,1-2-12 0,2-1-4 16,0-1-9-16,0 2 1 0,2-1-7 0,0 0-12 0,3 2-3 15,0 1-3-15,3 0-5 0,2 2 4 0,4 0-7 0,3 0 0 0,3 0-1 16,4 0 4-16,3 1-2 0,3-1-4 0,4-1 0 0,2 2 2 16,5-1-2-16,2 0 1 0,4 1-1 0,5-1-15 0,2 2-7 0,2 2 7 15,3-1 2-15,1 2 10 0,0 1 7 0,3 1-4 0,0-1 0 0,0 5 2 16,2 1-2-16,-2 3 3 0,0 2-14 0,-1 3-2 0,-2 1 6 16,-1 4-6-16,-1 2 10 0,-3 2-2 0,0 2 1 0,-4 2 4 0,-2 3 1 15,0 1 2-15,-3 1-3 0,-3 1-1 0,0 1 2 0,-4 0-1 0,-1 1 0 16,-4 1 5-16,-2 0-13 0,-3 0 10 0,-2 0-4 0,-2 0-1 15,-3 1 12-15,-2 1-4 0,-3-2-1 0,-2 2-1 0,-2 0-2 0,-3 0-1 16,-1 1-10-16,-2 0 1 0,-2 1-14 0,-2 1-17 0,-3-1-16 16,-3 0-34-16,-3 1-37 0,-3-1-35 0,-1 0-43 0,-4 0-20 0,-2-2-16 15,-1-2-27-15,-3-2-34 0,-2-3-74 0</inkml:trace>
  <inkml:trace contextRef="#ctx0" brushRef="#br0" timeOffset="-176899.36">12371 11188 477 0,'0'-1'90'0,"3"1"-32"0,2 1-23 16,2 2-10-16,5 0-3 0,2 2 3 0,5 1-1 0,5 1 2 15,1 1-8-15,6-1-2 0,3 0-8 0,3 2-7 0,3 0 3 0,1 0-3 16,2 0-2-16,1 2-2 0,1 1-1 0,2 0 1 0,0 2 0 16,-3 0 1-16,-2 0-4 0,0 1 1 0,-2 0 2 0,-3-1-2 0,0 2 9 15,-5-1-1-15,-2 0 0 0,-4-3 2 0,-3 0 1 0,-1 0 8 0,-2 0 14 16,-2-1 22-16,-1 0 22 0,-4-2 23 0,0 0 13 0,-3-1 3 15,0 0-6-15,-2 0-6 0,-2-2-6 0,0-1-7 0,-2 0-3 0,0 0-13 16,-1 0-5-16,-1 0-12 0,-1 1-7 0,0 1-4 0,-2 0-11 0,-1 0-1 16,-1 2-10-16,-2 2-4 0,-1 0-4 0,-1 2-8 0,-3 3-4 15,-2 1-6-15,-2 1-22 0,-2 3-38 0,-4 0-61 0,-3 1-78 0,0 2-69 16,-5 2-61-16,-2 4-40 0,-5 1-206 0</inkml:trace>
  <inkml:trace contextRef="#ctx0" brushRef="#br0" timeOffset="-171466.26">13203 13317 1236 0,'-6'-4'192'0,"-1"-2"-113"0,-1-1-27 16,2-2-19-16,1 2-4 0,2 1-15 0,0 1-14 0,1 0-7 0,1 0-17 15,-1-1-5-15,-1 0-1 0,0 1-4 0,-1 0-6 0,-1-1-5 0,1 0-4 16,-2 0 3-16,-1 1 5 0,-1 0 9 0,0 1 11 0,-2-1 2 16,1 1 7-16,-1 1 0 0,1-1 3 0,0 1 7 0,-1 0-1 0,1 1 6 15,0 0 5-15,0 0 5 0,1 0 10 0,1 1 8 0,0 0 5 0,0 0 0 16,1 0 1-16,0 0 1 0,1 0 0 0,0-1 7 0,0 1 1 15,1 0 2-15,-1 1 0 0,2-1-5 0,1 1-2 0,-1 0 0 0,0 1-7 16,1-1-1-16,0 1-5 0,1 1-5 0,0-1-2 0,0 2-4 0,0 1 0 16,0-1-8-16,2 3 5 0,-1 0 0 0,0 2 0 0,1 1 3 15,-1 1 2-15,1 1-1 0,-1 2 2 0,1 1 2 0,0 1 2 0,0 1 2 16,0 2 13-16,1 2 5 0,0 0-6 0,0 2 8 0,1 2-11 16,-2-1 1-16,2 3 1 0,0 0-8 0,0 3-1 0,1 0-2 0,0 4-6 15,1 0 5-15,0 2-6 0,0-1-3 0,-1 2 0 0,0 1-3 0,1 2 1 16,0 3-4-16,0 0-9 0,0 2 6 0,0 1-3 0,-1 1 3 15,2 1 6-15,-1 1-10 0,0 3 8 0,-1 1-4 0,-1 1 2 0,-1-1 6 16,0 0-2-16,-2 1 11 0,0 0-6 0,-1 2 17 0,-2 0 6 0,-2 2-1 16,-2-1 16-16,-1-1-14 0,0 1-4 0,1-3-6 0,-1 0-3 15,0-1-1-15,0-2-5 0,-1 0-2 0,1-1-9 0,0-1 4 0,0 0 0 16,2-1 8-16,0-1 3 0,1-2-15 0,0-2 1 0,1 0-10 16,0-1 6-16,1-1 9 0,0 0-9 0,0-3 0 0,0-3 2 0,1 2-4 15,-1-2 8-15,2 1-6 0,-2-2-2 0,2-3-16 0,-1-1 11 0,0 1 3 16,1-3-3-16,0 0 14 0,1-2-14 0,0 0 0 0,0-3-4 15,0-1 7-15,1-1-3 0,0-1-5 0,0-1-5 0,1 0 5 0,0-1 5 16,0 0-4-16,0-1 4 0,0 0-13 0,1 0 3 0,0-2 3 0,1 1-4 16,0 0-4-16,1 1-12 0,-1-1 9 0,1 1-5 0,1 0-4 15,0 1-7-15,0 0-10 0,0 2-6 0,1 1-4 0,0 0-6 0,0 0-10 16,0 1-1-16,0-3-16 0,-1 1 20 0,1 0-3 0,-1-1-10 16,0-2 12-16,1 0-26 0,-1-1 4 0,0-1 9 0,0-3 0 0,-1 0 4 15,1-2-18-15,-1-2-25 0,0-1-26 0,1-2-35 0,-2-2-49 0,1-4-39 16,0-3-40-16,1-3-23 0,0-8-36 0</inkml:trace>
  <inkml:trace contextRef="#ctx0" brushRef="#br0" timeOffset="-170949.26">9749 14892 1 0,'-6'111'143'0,"-10"-48"571"16,-7-22 608-16,-15-19-1252 0,2 5 31 0,0 9-26 0,3 6-32 0,5 4-12 15,2 4-23-15,4 3-7 0,4 3-1 0,3 2-3 0,4 2-1 16,4-2 1-16,1 0-5 0,2-2-11 0,2-1 7 0,0-1-8 0,1-4-2 16,1-1 5-16,1-5-15 0,2-1-4 0,2-2-15 0,1-3-3 0,0-1-2 15,1-3-6-15,-1-2 5 0,0-3-9 0,0 0-1 0,-1-2-13 16,-1 1-18-16,-2-4-19 0,-1 0-28 0,-2-2-35 0,0-6-32 0,-1-1-33 15,-2-4-25-15,-1-4-185 0</inkml:trace>
  <inkml:trace contextRef="#ctx0" brushRef="#br0" timeOffset="-170766.26">8928 15354 1664 0,'-10'-11'161'0,"1"1"-47"0,2-2-18 16,6 2-32-16,5 0-30 0,3 1-16 0,4-3-8 0,4-1-6 16,6-1 2-16,6 0-9 0,2-2-9 0,6-1 4 0,-1 0-1 0,2 1 2 15,3 1 0-15,2 1-19 0,2 0-21 0,2 3-26 0,0 4-31 16,-2 0-45-16,2 1-70 0,-2 1-61 0,0 2-42 0,1 0-37 0,1 0-89 16</inkml:trace>
  <inkml:trace contextRef="#ctx0" brushRef="#br0" timeOffset="-170216.26">10199 15393 1355 0,'-13'8'148'15,"0"3"7"-15,-3 3-23 0,6 2-34 0,1-2-29 0,3 2-29 0,1-1-16 16,1 2-12-16,2 0-2 0,2-1-4 0,0 1-6 0,0 0-1 16,0-2-9-16,0-1-4 0,-3-1-5 0,-1-1-9 0,-2-1-1 0,0-2-4 15,0-2 2-15,1-3-1 0,-2-1-10 0,-2-4-5 0,-1-2-11 0,1-3 2 16,-1-4 13-16,0-4 12 0,2-3 14 0,-1-4 9 0,2-3 6 15,1-2 13-15,1-5-1 0,2-1 6 0,1-1 1 0,1-1-4 0,2 2 3 16,3 1-2-16,3-1 0 0,2 3 3 0,2 0-2 0,-1 4 3 16,2 2-4-16,0 2 10 0,0 4-2 0,-1 0 2 0,-2 2 1 0,2 0-6 15,0 2-4-15,-1 1-3 0,-1 0-5 0,1 2-7 0,-1 2-6 0,1 0-6 16,2 2-9-16,0 2-10 0,3 2-5 0,-2 0-9 0,3 2-9 16,0 0-17-16,0 1-35 0,-1 1-38 0,2 1-33 0,-1 0-15 0,2 1 4 15,-2 0 22-15,1 0 14 0,-2 1 23 0,-2-1 25 0,-3 1 31 0,-2-1 32 16,-1-2 22-16,-1 0 25 0,-2-2 19 0,-1 0 23 0,-2 0 29 15,1 0 27-15,-2 1 17 0,-1-1 15 0,1-1-3 0,-1 0-9 0,0 1-13 16,0-1-19-16,0 2-19 0,0 0-16 0,0 0-16 0,1 3-10 16,-1 1-4-16,2 2-4 0,-1 1 0 0,1 3-1 0,1 1-8 0,0 2-3 15,1 0-6-15,0 0 4 0,1 1 2 0,1 1 2 0,0 1-1 0,3-2-6 16,-2 1-3-16,3-1-3 0,1-1 1 0,0-2-5 0,3 0 1 16,0-1-1-16,-1-2 3 0,3-2 2 0,0-2-7 0,0-1 5 0,0-2-3 15,0-2 2-15,0-1 8 0,0-2-1 0,-2-2 2 0,0-2-6 0,-2-1 3 16,0-1 1-16,-1-3-3 0,-1 0 3 0,-1-2-2 0,-1-1 0 15,-1-1 2-15,-2 1-7 0,-1-3 1 0,-3 1 4 0,-2 1-1 0,-1 0 4 16,-2 0 1-16,-1 0-6 0,-3-1 3 0,1 3 2 0,-1 1 0 16,-2 0 5-16,0 2-3 0,-1 1 6 0,0 1 2 0,-1 2-1 0,-1 1 3 15,2 1-1-15,-1 1 7 0,2 1 2 0,0 1-1 0,-1 1-5 0,1 1-13 16,2 1-3-16,0 1-6 0,2 0 2 0,3 1-3 0,-1 1-1 16,1-1-6-16,1 2-6 0,1 0 2 0,1 0-4 0,1 0-1 0,1 1-6 15,1 0 0-15,2 0-5 0,1 0-4 0,2 0-6 0,1 0-18 0,2-1-22 16,3 0-46-16,1 0-55 0,1-2-37 0,1 0-24 0,3 0 10 15,2-1-70-15</inkml:trace>
  <inkml:trace contextRef="#ctx0" brushRef="#br0" timeOffset="-170064.27">11135 15155 578 0,'5'0'142'0,"1"1"-6"0,1 1-16 0,-1 1-4 16,-1-1-10-16,0-1-13 0,0 1-9 0,1-1-15 0,-1 1-15 0,0 0-9 15,-1 0-8-15,0-1-11 0,-1 2-10 0,1-1-9 0,-1 1-6 0,-1 0-2 16,1-1 1-16,-1 1 2 0,1 0 2 0,-1 0-4 15,-1 0 1-15,0-1-2 0,0 0-9 0,0-1 0 0,1-1-8 0,-1 1-8 0,0-1-14 16,1-1-40-16,0-1-66 0,0-1-64 0,1-1-70 0,1-1-64 0,1-3-57 16</inkml:trace>
  <inkml:trace contextRef="#ctx0" brushRef="#br0" timeOffset="-169599.27">13522 14752 1280 0,'-4'4'113'0,"1"0"-17"0,-1 1-31 15,1 1-29-15,2-1-20 0,0 1-15 0,2 2-12 0,0 1-3 0,1 0 2 16,1 3 6-16,0 2 1 0,1 0 1 0,-1 2-2 0,0-1-3 0,0 1 5 16,-1 0-5-16,1 0 3 0,-1-1 2 0,0 1-6 0,1 0 2 15,-1-1-2-15,0-1-4 0,-1 1 1 0,1 0 2 0,-1-2-1 0,0-1 1 16,0-1 0-16,-1 0-5 0,0-2-5 0,0-1-6 0,0-1-23 16,-1-2-29-16,1-2-39 0,-1-1-31 0,-1-2-38 0,-2-2-26 0,-1 0 29 15,-2-5-139-15</inkml:trace>
  <inkml:trace contextRef="#ctx0" brushRef="#br0" timeOffset="-169499.27">13329 14733 627 0,'-6'-7'241'0,"0"-1"-105"0,-2-2 5 0,1 0-17 0,3 1-29 15,-1 1-39-15,2-1-30 0,2 2-22 0,0 0-10 0,2 1-10 0,1 0-1 16,2 2-8-16,-1 1-14 0,2 0-1 0,0 1-14 0,1 2-7 16,2-1-16-16,0 2-27 0,3 0-37 0,1 2-43 0,3-1-48 0,1 1-149 15</inkml:trace>
  <inkml:trace contextRef="#ctx0" brushRef="#br0" timeOffset="-169249.27">13664 14763 1722 0,'-3'-2'132'0,"1"-1"-15"0,0-1-23 0,2 1-23 0,1-1-26 0,0 0-40 15,2-1-33-15,2 0-20 0,3-1-3 0,1 0-1 0,-1 0-11 0,2-1-12 16,-1 1-22-16,0-1-31 0,0 1-13 0,0 1-14 0,-1 1-13 15,-1-1-3-15,0 1-1 0,1 0 11 0,0-1 15 0,0 0 19 0,0 0 18 16,0 0 16-16,-1-1 19 0,-1 0 23 0,0 0 7 16,-1 0 23-16,-2 1 14 0,-1 1 6 0,-2 0 7 0,-1 2 10 0,-1 1 9 0,-1 1 15 15,-1 1 16-15,0 1 13 0,0 1 14 0,-1 0 7 0,-1 2-1 0,-1-1-7 16,0 2-9-16,-2 1-17 0,1-1-14 0,1 2-11 0,-1 0-14 16,2 2-8-16,-1 1-10 0,-1-1-12 0,1 2-7 0,-1 1-24 0,1 1-36 15,0 1-90-15,0 3-204 0</inkml:trace>
  <inkml:trace contextRef="#ctx0" brushRef="#br0" timeOffset="-112462.33">6588 10587 1418 0,'-46'-9'119'0,"-3"0"-77"0,-11-1-30 0,7 2-12 0,11 2 3 15,0 1 0-15,-1-1 1 0,0 2-5 0,-2-1-9 0,-1 1-10 16,-3 1-11-16,1 1-8 0,0 1-5 0,-3 1-1 0,-2 2 4 0,1 0 11 15,-3 1 16-15,0 0 5 0,0 1 6 0,-1-1 15 0,0 0 0 0,-2 1 5 16,-1 0 5-16,0 1-8 0,-3-1 2 0,0 2 2 0,-2 0-2 16,-1 1 2-16,0 0 11 0,0 0 0 0,-1 1 8 0,0-2 3 0,2 2-5 15,1-1 2-15,-2 0-7 0,2 2-4 0,0-1 2 0,0 0-9 16,1 1-2-16,2 0 1 0,0 1-2 0,2 1 1 0,1 1 0 0,0 0-2 16,-2 1-3-16,0 2 2 0,2 0-6 0,-1 0 0 0,1 2-2 0,1 1 5 15,0 2-2-15,0 1 7 0,0 1-3 0,2 3-6 0,0-2 2 16,1 2-7-16,0 1 4 0,2 0-2 0,0 2 3 0,1 0-3 0,2 2-1 15,2-2 0-15,0 1-3 0,2-2 4 0,1 1-4 0,1-1 0 0,2 1 3 16,2-1-2-16,1 1 1 0,3 0-6 0,1 0 4 0,1 0-12 16,0-2 7-16,2 2 6 0,1-2-8 0,4 2 9 0,2 0-7 0,2 0-6 15,2-2 4-15,1 1-1 0,1 1-6 0,2-1 3 0,3 3-3 0,0-1-2 16,3 2 2-16,1-1-3 0,2 0 2 0,1 0-4 0,3 1 8 16,1 0 1-16,1 2-1 0,2-1 6 0,3-1-10 0,0 0 6 0,2 0 1 15,2-1 3-15,2 2 5 0,2-1 1 0,1-1-2 0,3-1-3 16,2 0 4-16,0-2-3 0,2 0 6 0,3 0 1 0,1 1-3 0,4-3 3 15,0-1-7-15,3-1 6 0,1-2-3 0,1 1 1 0,2-1 2 0,2-1 1 16,1 0 1-16,3 0-5 0,3-2 4 0,0 1-1 0,1 0-2 16,3-2 2-16,2 1-1 0,3-2-6 0,1-1 2 0,1-1 7 0,2 1-6 15,1 0 6-15,3-2 2 0,2-1-10 0,2-1 7 0,2 0-4 0,0-2 0 16,5 0-1-16,2-2-1 0,0-1 2 0,3-2-2 0,1 0 3 16,2-4-4-16,3 0 1 0,3-2 2 0,2-2 5 0,3-2 0 0,3-1-1 15,0 0 3-15,2-2 1 0,2-1 0 0,2-1-1 0,-1 0-1 16,2-1-4-16,-1-2-5 0,0 2 12 0,3-1 8 0,1 1 8 0,-1 0 21 15,2-1-2-15,-1-2-10 0,0 0 0 0,4-1 3 0,2-1 6 0,-1 0 5 16,2 0-1-16,0-1-11 0,1-1-11 0,0 1-7 0,1 0-7 16,-1-1 1-16,0 0-8 0,-2 1-5 0,-1 0-1 0,0 1-5 0,-1 0 2 15,-2 0 8-15,-1-2-4 0,-1-1 4 0,0 1 0 0,-1-1-3 16,-1 1 0-16,-1 1-2 0,-1-1-2 0,-2-2 4 0,0 1-2 0,-2-2-1 16,-1-1 3-16,-1 3-4 0,-2-2-5 0,-1 1 1 0,-4 4 5 0,-1-2 5 15,-4 2 7-15,-1 0-2 0,-1-3-4 0,-4 1-3 0,0 1 5 16,-3-1-10-16,-1 1 2 0,-2-1 0 0,-2 1-1 0,-3-1 7 0,-2 0 1 15,-1 0-1-15,-4-1 0 0,-1 0 3 0,-6-1 3 0,-1-1 0 0,-1-1-7 16,-3 0-4-16,0-1 1 0,-5 2 5 0,-1-2 5 0,-1-1 1 16,-3 0-1-16,-2-1-2 0,0 0-1 0,-3 0-9 0,-2 0 0 0,-1-1 5 15,-4 0-4-15,-1-1 15 0,-4 1-1 0,-2-1-4 0,0 0-2 0,-3 1-3 16,-1-1 0-16,-2 2 1 0,-4-2 3 0,-2 0-1 0,-2 0-3 16,-2-3-8-16,-2 2 8 0,-2-2-1 0,-3 3 1 0,-2-1 2 0,-2 1-7 15,-2-1 1-15,-2 0-4 0,-1-1-6 0,-4 1-6 0,-2 0 3 0,-2 1-1 16,-3-1 4-16,-3 2 1 0,-2-3-9 0,-3 2 3 0,-3 1-5 15,0-1 6-15,-4 2 3 0,0-1-3 0,-4 2 7 0,-2-1 7 0,-3 1 4 16,-3-2 4-16,-2 1-2 0,-3 1-14 0,-1 2 4 0,-3 2-4 16,-2 0 6-16,-2 1 6 0,-4 1-7 0,-1 0 8 0,-2 2 2 0,-3 1-1 15,-3 3 1-15,-2 0-9 0,-1 3 3 0,-3 2-17 0,-4 2 5 0,-1 3 4 16,-4 2-4-16,0 2 21 0,-2 3 7 0,-2 2 6 0,0 2 2 16,-3 3-6-16,-1 3-10 0,-1 1-4 0,-3 3-5 0,1 3 2 0,-1 1 1 15,-1 4-2-15,0 0 1 0,2 2 1 0,1 0-2 0,0 3-3 0,2-1-17 16,2-1-10-16,0-1-23 0,3-2-26 0,3-1-23 0,1-2-43 15,2 0-64-15,0-2-115 0,-2-2-147 0,-3-1-207 0</inkml:trace>
  <inkml:trace contextRef="#ctx0" brushRef="#br0" timeOffset="-111629.33">2199 2454 1039 0,'-21'21'30'0,"1"6"-24"0,-7 9-3 0,7 2 9 0,6-2-1 16,-2 4 6-16,2 0-2 0,1 2-11 0,0 4-1 0,1 3-1 15,1 2-4-15,0 3 1 0,1 3-4 0,1 3-4 0,0 2 0 0,-1 4 16 16,-1 1-1-16,-1 1 3 0,0 1 5 0,-1-1-19 0,-2 1 3 16,0 1 3-16,0 1 0 0,7-36 0 0,-2 10 7 0,0 1 6 0,-2 10 2 15,-1 2 4-15,-3 11 0 0,1 2-8 0,-3 10 1 0,-1 3-5 0,2 3 1 16,-2-1 2-16,-1 4 1 0,1 0 2 0,1 3-4 0,-2 1-9 15,2 2 5-15,1 1-2 0,0 4 2 0,-1 3 6 0,1 0-6 16,2 1-3-16,-1 3 5 0,1 0 3 0,0 2 3 0,0 2 13 0,0 0 31 16,2 2 2-16,-1 3 1 0,2 0-10 0,0 0-40 0,1 2-6 0,1-1 7 15,1 1-5-15,1-2 2 0,3 0-2 0,0-1-9 0,1 0-10 0,2-1 12 16,1 0 1-16,1 1-1 0,1-2 18 0,1 0-16 0,2-1 0 16,0 0-1-16,0-1-1 0,3 1 4 0,-1 1 5 0,3-2 12 0,-1 1 0 15,2 0 1-15,1 0 1 0,-1-1-10 0,2 2 10 0,0-1 3 0,1 1 22 16,1-2 4-16,-1 2 0 0,0 0-5 0,0-1-13 0,1 1-5 15,-1-3-2-15,0-2 1 0,1-1 2 0,-1-1 1 0,2-1-2 0,-1-3-4 16,1-2-4-16,1-1-7 0,1-1 4 0,0-2 2 0,2-2-7 0,0-2-20 16,0-1-13-16,2-2 5 0,18 75-2 0,-4-27 20 0,-5-25 6 15,-5-25-1-15,-1-11-2 0,-1-2 4 0,0-4-2 0,0-1 0 0,1-4-1 16,0-1-5-16,2-2 5 0,0 1 3 0,0-2-1 0,0-1 5 16,-1-1-2-16,-1-3-4 0,-1-1-1 0,-1-2 4 0,2-1 3 0,-2-3 2 15,-1-1 6-15,3-2-7 0,-1 0-2 0,0 0-3 0,1-2-3 0,-2-1-8 16,0-2-2-16,0-1-2 0,-1-2 3 0,1-1 7 0,-1 0-2 15,0-3-7-15,0-2 4 0,1-1 3 0,-3-2 1 0,1-1 3 0,0 0-10 16,-2-4-1-16,1 1 0 0,0-2 7 0,1-3-2 0,0 0-4 0,-2-1 2 16,-1-1-4-16,0 0 3 0,0-1-1 0,0-3 0 0,-2-1-6 15,1-1-6-15,-1-1-10 0,0 0-13 0,-1-3-19 0,2-1-21 0,-1 0-16 16,0-2-24-16,-2-1-27 0,1-2-40 0,0-2-43 0,1-1-49 16,0-2-56-16,-1-2-256 0</inkml:trace>
  <inkml:trace contextRef="#ctx0" brushRef="#br0" timeOffset="-111296.33">3611 12549 2270 0,'-7'-2'110'0,"2"2"-46"16,1 0-50-16,4 2-9 0,2 0-8 0,3 2 10 0,0 1 0 16,0 0-3-16,2 2-1 0,-1 2-3 0,0 1-1 0,1 2-1 0,-1 2-1 15,0 1-8-15,-1 4 0 0,-1 1 8 0,-2 3-1 0,-1 5 8 0,-2 1 4 16,-3 4-13-16,-2 0-2 0,-2 4-3 0,-4 4-3 0,-1 2 0 15,-5 4-2-15,-2 4-6 0,-2 3-1 0,-3 2-2 0,-2 4-3 0,-2 2 11 16,-1 2-4-16,0-1-2 0,-4 0-3 0,0 1-25 0,0-2-16 0,1 0-31 16,3-2-36-16,-2-2-50 0,4 0-68 0,-1-1-82 0,2 2-166 15,0 2 6-15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14:36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5646 4639 866 0,'-11'-15'23'0,"-2"1"13"0,-2-2-14 15,4 4-3-15,0 3-8 0,0-1-7 0,-1 0-3 0,-2 2-8 0,0 0-12 16,-1 1-19-16,-2 2-19 0,-2 1-24 0,-2 1-6 0,0 2 2 0,-3 1 14 16,-2 1 23-16,-2-1 20 0,-2 1 18 0,-3-2 11 0,0-1 12 15,-3-1 7-15,2-1 7 0,-2-1 6 0,-1 1 1 0,-1-1 2 0,-3 0 5 16,0 2-3-16,-1 0 4 0,-1-1 0 0,0 1 1 0,1 0 0 16,-2 0-3-16,0 1-3 0,-1 0-6 0,-2 1-6 0,-1 0-7 0,-1 3-4 15,-1 0-5-15,0 2 0 0,-1 0 4 0,0 2 0 0,1 0 3 0,0 2-1 16,0 1-2-16,0 1-2 0,-1 2 1 0,-1 2 1 0,0 0-4 15,1 3 5-15,-1 0-1 0,3 1 0 0,-1-1-2 0,2 3-2 0,0 1-2 16,1 2-1-16,1 3-2 0,1 1 0 0,0 1 1 0,0 1-1 0,1 0 3 16,-1 1 0-16,0 3 0 0,3-1-1 0,1 1-3 0,1 1-2 15,3-1-5-15,-1 1-2 0,4 0 5 0,1-1 7 0,-1 2 2 0,5 0 1 16,-1-1-4-16,4 2 0 0,1-2-2 0,1 2 1 0,4-1-3 16,1 0-2-16,0-3-1 0,4-1 5 0,0 1-4 0,2-1 2 0,1 0 1 15,1 0 1-15,1 1 1 0,1-2-4 0,1 2 0 0,1-1 4 16,2 0 4-16,2 1 4 0,1 0-1 0,1 0-3 0,2 0-1 0,1-2-2 15,2 2 0-15,2-1-1 0,2 2-4 0,1-2 1 0,0 0 3 0,2-3-2 16,2 1 3-16,0-1 0 0,2 0-1 0,1-2 1 0,0 1 3 0,3-2-1 16,0-1 5-16,3-1-1 0,2-1 2 0,0 0 10 0,3-1 2 15,-1-2-3-15,2 0 5 0,2 1-6 0,-1-2 0 0,3-1 8 0,1 0 2 16,1-1-2-16,2-3 1 0,1 1-5 0,2-1-7 0,0 0-4 16,1-1-3-16,2-3 1 0,-2 1-4 0,2-2 1 0,2 0 1 0,1-1-4 15,1-1 5-15,1 0-3 0,1-1 1 0,2-1 1 0,0-1-5 0,0-2 2 16,2-1-4-16,0 0 1 0,0 0 3 0,1-1-3 0,-1-1 5 15,0 0-2-15,0 0 1 0,0-1 3 0,0 0 2 0,1-1 5 0,0 0 1 16,1 0 1-16,0-1 1 0,0-1 1 0,0 1 0 0,1-1-4 0,0 0 1 16,0 1-3-16,1-1-11 0,-1 0 4 0,1-1-6 0,-2-2-2 15,1 2 8-15,0-2-2 0,0 0 1 0,-2 1 2 0,-1-1 0 0,0 0 3 16,0-2 0-16,0-1 2 0,-1 0-3 0,1 1 3 0,-1-2-3 0,0-1 0 16,1 0 0-16,-2 0-12 0,0 2 0 0,-1-2-2 0,0 1-2 15,-1-1 16-15,-2 1-3 0,-1 0 0 0,0-2 1 0,0 1-5 0,-2-2-1 16,-2 2-1-16,0-1 2 0,0-1-2 0,-3 0 3 0,0 0 4 15,-3-2-3-15,1-1 0 0,1 2 2 0,-3-2 2 0,-1-1 7 0,-4 0 4 16,1-2 1-16,-2-3 4 0,1 1-1 0,-3-2-2 0,0 0 2 0,-1-1-3 16,-2 0-7-16,-1 0 4 0,-2-2-8 0,-1 0-1 0,-1-3-3 15,-1 0-7-15,-3-2 12 0,-1 0 2 0,-2 0 4 0,-1-1 2 0,-3-1-9 16,-1-1-4-16,-3 0 4 0,1-1-4 0,-4-2 3 0,-1 0-1 0,-2-1 0 16,-1-2 3-16,-3 1-1 0,-2 1-2 0,-3-2-7 0,-2-1-1 15,-1 1 4-15,-4-2 4 0,-3 1 7 0,0 0-3 0,-4 1-8 0,-4 0 1 16,0 2-2-16,-4 0 2 0,-2-1-7 0,-2 2 0 0,-5 1-2 15,-4 2 0-15,-4 2 1 0,-4 1-4 0,-5 4-10 0,-2 1 3 0,-4 4-3 16,-3 4 8-16,-4 2 9 0,-1 5-4 0,-4 2 0 0,-2 3-9 0,-1 2-4 16,-1 4-3-16,-3 4-2 0,2 3 2 0,-2 5-5 0,0 3-11 15,2 2-18-15,-1 6-23 0,-1 3-24 0,0 4-21 0,-2 5-37 0,1 2-29 16,1 4-48-16,1 2-53 0,3 5-64 0,-4 4-76 0,-1 5-125 16</inkml:trace>
  <inkml:trace contextRef="#ctx0" brushRef="#br0" timeOffset="16417.62">14213 6847 192 0,'0'0'64'0,"-1"0"-53"0,1 0-14 0,0 1-1 16,1-1-1-16,-1 1 2 0,1 1 1 0,1-1-1 0,0 1-1 0,0 0-3 16,0 0-1-16,0 0-1 0,0 0 0 0,0 0 3 0,-1 0 1 15,0-1 2-15,0 0 2 0,-1 0 2 0,2-1 0 0,0 0 3 0,-1 0 0 16,0 0 3-16,0 0 0 0,-1 0 1 0,1-1 1 0,-1 1 0 15,0-1 1-15,0 1 1 0,0 0 0 0,-1-1 1 0,1 1 0 0,0 0 1 16,0-1 1-16,-1 0 2 0,1 0-1 0,0 0 2 0,-1 0-1 0,1-1-1 16,-1 2 2-16,1-2-1 0,1 0 1 0,-2 1-1 0,1-1-1 15,1 1-3-15,0-1 0 0,0 1-2 0,0-1 0 0,0 1-2 0,0 0-1 16,1 0-1-16,0 0 0 0,1 1 3 0,1 2 1 0,-1 0 2 16,2 0 0-16,-1 2 2 0,1 1 5 0,0 1 5 0,0 0 4 0,2 2 1 15,-1 0 2-15,1 2-1 0,0 1-1 0,1-1-2 0,1 1-1 0,1-1-4 16,0 0 1-16,2 0-4 0,-1-1-4 0,3-1-1 0,0 0-3 15,1-1 0-15,-1-1 1 0,3 0 1 0,-1-1 2 0,1-1 3 0,0-2 2 16,0-1 1-16,3-3 5 0,0-2 1 0,2-1 3 0,2-4 1 0,0 0 0 16,3-2 2-16,2-4-1 0,2-2-1 0,0-1-9 0,2-3 2 15,-2-1-1-15,2-1 0 0,-1-1 5 0,3 0 0 0,-2-1 1 0,0-1 2 16,0 1-1-16,-1-3-6 0,0 0-4 0,0-3-2 0,0 0-8 16,1-2-1-16,1 2-2 0,-1-3-7 0,1 0 0 0,2-4-5 0,2 0-8 15,-1 0 2-15,0-3-5 0,0 0-9 0,1 0-22 0,0-3-49 0,3 2-56 16,-2 0-59-16,1-1-68 0,1-5-297 0</inkml:trace>
  <inkml:trace contextRef="#ctx0" brushRef="#br0" timeOffset="78554.07">7873 8003 333 0,'-17'-5'13'0,"-1"0"18"0,-2-1-3 16,4 0 4-16,2 1-6 0,1 0-3 0,0 2-3 0,0-2-8 15,3 1-4-15,1 0-5 0,1 1 0 0,1-1 0 0,2 1-1 0,0 1 0 16,1-1-2-16,0 0-2 0,1 0-3 0,0 0-2 0,1-1 0 16,1 0-2-16,0 0 0 0,0-2 0 0,2 0 1 0,1-1 2 0,0-2 1 15,1 1 2-15,-1-1 1 0,2-1 1 0,0 0 2 0,1 0 1 0,0-2 0 16,-1-1 3-16,2 0 0 0,1 0 0 0,2 1 3 0,1-2-1 15,1-1 4-15,2-1 1 0,-1 0 3 0,1-1 2 0,2 0 2 0,0 0-2 16,-1 0 0-16,4 0 2 0,0-1-1 0,0 2 6 0,2-2 2 0,2 0-1 16,1 1 1-16,2-1-4 0,2 2-3 0,1-1 1 0,2 0-4 15,0 3 0-15,3-2-1 0,1 0 0 0,2 2 3 0,3 1-3 0,2 0 0 16,2 1 0-16,4-1-3 0,1 1-2 0,2 2-1 0,1-1-3 0,1 1-1 16,2 1 0-16,2 2-1 0,0-1-3 0,0 2-1 0,0 1 0 15,0 1 1-15,2 2 0 0,0 1-1 0,0 1 0 0,-1 2-1 0,-2 2 2 16,-1 2-3-16,-1 0 4 0,0 2-3 0,-2 1-1 0,0 1 2 15,-2 2-2-15,-2 1 2 0,0 0 3 0,-2 2-3 0,-1 0 0 0,-2 3 2 16,-2 1-3-16,-3 2 2 0,1 2 0 0,-2 0 4 0,-2 2 5 0,-1 0 0 16,-3 3-1-16,-1-1-2 0,-4 2-1 0,0-1 1 0,-2 3 2 15,-2-1-1-15,-1-2-3 0,-2 2 0 0,-2-2 0 0,-2 0 2 0,-3 2-1 16,-1 0 2-16,-1-1 2 0,-3 0 0 0,0-2 0 0,-4-1 0 16,-1 1 2-16,-1 1 1 0,-3-1 1 0,-2 0-2 0,-3-2-1 0,-2-1-1 15,-1 0-1-15,-5-1 2 0,-2-1-2 0,-3-1 4 0,-3-2 4 0,-1-1-4 16,-2-2 3-16,0-1-6 0,-4-2 0 0,-1-1-3 0,-4-1-3 15,-1-1 2-15,-1-3-2 0,-2 0-2 0,0-2 1 0,-2-2 0 0,-4-1-2 16,0-3 4-16,-3 0 0 0,0-3 1 0,-1 0 1 0,-1-3-4 0,0-1 1 16,-1-1-2-16,-1-1 3 0,2-2 0 0,0 1 2 0,1-1-2 15,0-2-5-15,-2 1-1 0,3-1 1 0,-2 1 2 0,2 0-1 0,4 0 11 16,0 0-1-16,3 1-1 0,1-1 2 0,2 0-11 0,4 0 1 0,1 1-4 16,5 2 1-16,2-1 0 0,5 1-4 0,4 0-3 0,3 1-12 15,4 0-9-15,2 1-15 0,5 2-16 0,3 0-22 0,3 0-25 0,4-1-15 16,6 0-8-16,4-1-1 0,5 1 8 0,7-1 7 0,5 1-14 15,6 1-65-15</inkml:trace>
  <inkml:trace contextRef="#ctx0" brushRef="#br0" timeOffset="79488.07">18809 7890 652 0,'-3'-3'81'0,"0"1"-79"0,0-1-47 0,1 2-29 15,0 0-11-15,2 1-3 0,1 0 4 0,0 0 6 0,0 2 7 0,1 1 15 16,-1 0 11-16,1-1 17 0,0 1 12 0,-1-2 9 0,0 1 6 15,0-2 5-15,0-1 6 0,0 0 6 0,-1-1 9 0,1 0 10 0,0-2 4 16,0 0 4-16,-1 0 1 0,0 0 2 0,0 0 2 0,0 1 7 0,0 0 5 16,0 1 11-16,0-1 9 0,0 2 5 0,0-1 3 0,-1 1-6 15,1 1-11-15,-1 1-12 0,0-1-13 0,1 2-10 0,-1-1-9 0,1 2-1 16,-1-1-4-16,0 2 0 0,1 1 0 0,-1 0-4 0,1 2 0 16,0 1-4-16,1 0-3 0,0 0 3 0,1-1-1 0,1 1 2 0,-1-1 7 15,1 0 6-15,1-2 10 0,1 0 3 0,1-2 0 0,0 0-5 0,1-1-9 16,0-1-2-16,2-1 0 0,1-2 3 0,0-1 6 0,3-2 4 15,2-1 3-15,2-3-3 0,0-2-4 0,4-2-6 0,1-1-2 0,1-3-9 16,2 0-6-16,-1-1-7 0,4-1-6 0,1 0-6 0,0 0-1 0,2-2-8 16,-1-2-9-16,1 0-11 0,1-3-24 0,1-1-34 0,3-1-32 15,1-3-31-15,2 0-43 0,4-3-33 0,4-4-39 0,8-6-222 0</inkml:trace>
  <inkml:trace contextRef="#ctx0" brushRef="#br0" timeOffset="90939.72">18827 7702 507 0,'0'9'2'0,"0"4"6"0,1 5 6 0,-1 3 8 0,0-6 10 0,0-2 9 0,-1 0 12 0,1-2 9 16,0 0 4-16,0-1 3 0,0 0 1 0,1-3 2 0,-1 0 3 0,1-1-2 16,1-2-4-16,0 0-8 0,0-1-7 0,1-1-4 0,1 0 2 0,0-1-4 15,1-1-1-15,0 0-8 0,2-2-4 0,1-2-4 0,2-1-6 16,4-4-2-16,2-2-7 0,3-2-2 0,3-6-9 0,3-4 0 0,3-2-3 16,6-7-4-16,1 0-4 0,4-1 1 0,-1-2-2 0,0-1 1 15,3-2 4-15,0-1-9 0,2-3 0 0,2 2-6 0,0-1-4 0,0-3-5 16,2 2-10-16,-1-1-6 0,-1 1-19 0,0 2-23 0,-2 1-38 0,1 0-36 15,-2 0-31-15,-2 2-47 0,1-2-33 0,-2 1-94 0</inkml:trace>
  <inkml:trace contextRef="#ctx0" brushRef="#br0" timeOffset="112022.42">9483 2280 193 0,'2'-6'8'0,"1"-1"-6"0,0-1-3 16,2 1-3-16,-1 2-1 0,1 0-4 0,0 1-2 0,0-1-4 0,1 1-5 16,1-1-2-16,-1 0-13 0,1 2-29 0</inkml:trace>
  <inkml:trace contextRef="#ctx0" brushRef="#br0" timeOffset="112274.47">9657 2168 55 0,'10'-3'36'0,"4"0"-1"0,3-2 2 15,1 1 0-15,-4 1-3 0,2-1-4 0,0 2-3 0,2 1-3 0,-1 1-2 16,1 0-1-16,2 1-2 0,1 0 0 0,2 2 0 0,1 1-3 16,1 1 0-16,2 2-3 0,0-1-6 0,2 2-1 0,0 1-3 15,2 2 0-15,1-1 4 0,1 1-3 0,-1 0 0 0,2 1-1 0,-2 0 0 16,2 2 0-16,0 0 0 0,1 0 0 0,-1 3 0 0,-2 0-1 0,-1 0 2 16,-1 1-3-16,0 2 2 0,-2 1 0 0,0 1 0 0,-1 1 1 0,-3 1-2 15,0 0-3-15,-3 0 1 0,0 1 3 0,-2 1 0 0,-2-1 8 16,-1 3 1-16,-2 1 1 0,-2-2 3 0,-1 2-1 0,-3-1 0 0,-3 1 0 15,-2 1-1-15,-1 1-1 0,-4-2 5 0,-1 1 1 0,-2-2 1 0,-3 0-1 16,-2-1-3-16,-2-1-1 0,-3 0-2 0,-2-1 2 0,-2 0 1 16,-1-3 8-16,-3 0 1 0,-1-1-2 0,-3-3 1 0,0 0-4 0,-1-2-1 15,-1-1 5-15,0-3 1 0,0 1-1 0,-2-2 1 0,2-1 1 16,-3-2-2-16,0-1-5 0,-1-3-1 0,2 0-5 0,-1-1-3 0,1-1 1 16,0-3-6-16,1-1-2 0,0-3-4 0,2 0-27 0,0-4-24 0,3-2-32 15,-1-4-37-15,1-1-30 0,2-3-64 0,0-5-190 0</inkml:trace>
  <inkml:trace contextRef="#ctx0" brushRef="#br0" timeOffset="121587.77">22329 8508 68 0,'8'-2'-8'0,"2"1"-35"0</inkml:trace>
  <inkml:trace contextRef="#ctx0" brushRef="#br0" timeOffset="121856.77">22770 8764 412 0,'0'3'374'16,"-1"2"-212"-16,1 0-72 0,0 1-43 0,1 1-20 0,0 0-6 0,2 2-5 15,0 3 8-15,0 0 1 0,3 2 5 0,0 2 0 0,0 1-1 0,1 0 2 16,0 4-9-16,1 1 1 0,0 1-8 0,1 1-2 0,-2 0 3 16,2-1 9-16,0 0 7 0,0-3 14 0,1-1 14 0,0-2 14 0,1-3 11 15,1-3 4-15,1-3 8 0,3-3-4 0,-1-2 1 0,3-3-12 16,4-2-14-16,2-4-10 0,7-3-17 0,2-3-8 0,7-5-14 0,3-3-13 15,5-3-3-15,5-3-6 0,4-4-5 0,2-2 0 0,2-3-11 0,3-2-3 16,4-4-3-16,4-2-11 0,4-5-6 0,5-4-32 0,5-2-31 16,4-6-35-16,5-4-35 0,1-4-33 0,3-4-44 0,4 0-71 0,5-7-48 15,9-7-121-15</inkml:trace>
  <inkml:trace contextRef="#ctx0" brushRef="#br0" timeOffset="131223.47">24765 10619 491 0,'7'-3'181'15,"1"0"-67"-15,2-1-41 0,-2-1-32 0,1 1-9 0,1 1-10 16,1 0-3-16,0 2-3 0,1 0-2 0,3 0-4 0,1 0-5 0,2 0 0 15,1 1-3-15,3 0 4 0,3 0 1 0,2 1-4 0,3 0 4 0,1-1 0 16,3 1 4-16,0 0 4 0,1-1 1 0,3 0 3 0,0-1-2 16,2-1-2-16,-1 0-1 0,2 0-3 0,3-1-1 0,0 0-1 0,1-1 0 15,3 0-3-15,0-1 5 0,0 1-2 0,2-1 5 0,0 0 4 16,1 0 3-16,1-1 3 0,2 0-4 0,-1 1 2 0,1-2 3 0,0 0 3 16,1-1 1-16,1 0-2 0,-1 0 3 0,1 0-1 0,1 1 9 0,-1-1 4 15,1 0-2-15,1-1 1 0,-2 0-9 0,0-1-3 0,2 0 0 16,-1-1-1-16,0 2-5 0,0-1 1 0,0 1-8 0,-1 1 5 0,1-1 1 15,-2 1 0-15,1-1 0 0,-1 3-6 0,0-1 4 0,2 1-3 0,-2 1-1 16,-1-1 0-16,1 1-5 0,-3 0 0 0,0 0-2 0,1 0 1 16,-2 0 3-16,0 1-6 0,-1 0-3 0,-4 0 3 0,0 0-7 0,0-1 3 15,0 0-1-15,-1 0-8 0,-1 0 10 0,1 1-7 0,-3 0-1 0,0 0 4 16,0-1-3-16,-2 0 9 0,-1-1-2 0,0 1-1 0,-2-1-3 16,1-1-1-16,-1-1-1 0,0 0 2 0,-2 0 0 0,0-2-3 0,1-1 0 15,-1 1 2-15,-1-1-2 0,-1-1 2 0,-2 0 8 0,-1 0-3 16,-1 1 6-16,0-2-1 0,-4-2-6 0,2-1 0 0,-3 1-1 0,-1-2-2 15,-2-1-1-15,-1 1-3 0,-1-1-2 0,0-1-4 0,-2 1 0 0,-3-1-4 16,0 0-2-16,-3-1 3 0,-1 1-1 0,-2-1 5 0,-2 0 2 16,-3 1 3-16,-1-3 6 0,-2 1-5 0,-1 1 0 0,-2 0 3 0,-4 0-3 15,-1 2 2-15,-3-1-1 0,-1-1 0 0,-3 1 2 0,0 1 0 0,-4 0 0 16,-2-1 0-16,0 1-14 0,-5-1 1 0,0-1-4 0,-4 5 8 16,-2-2 9-16,-3 0-3 0,-2 1 6 0,-3 0-14 0,-3-1-2 0,-3 1 2 15,-2 0-8-15,-4 3 4 0,0-1-5 0,-4 2-2 0,-2 0 1 16,-3 2 1-16,-4 2 1 0,-2 0 4 0,-3 2 4 0,-1 0-2 0,-2 2 10 15,-4 0-5-15,-1 2 7 0,0 0-3 0,-3 1-2 0,-1 1 6 0,-1 2-4 16,-3-1 5-16,0 2-2 0,0 1-2 0,0 1-2 0,1 0 0 16,-1 0-2-16,2 2 1 0,-1-1 1 0,2 3 2 0,1 0 2 0,0 1-4 15,1 0-3-15,2 2-2 0,0-2 1 0,1 2 1 0,1 1 3 0,2 1 2 16,1 1-2-16,1 0-2 0,2 1-5 0,0-1-3 0,2 1 2 16,1 0 8-16,1 1 10 0,1 2 3 0,3-2-5 0,3 2-1 0,1 0-1 15,4 1-1-15,2 0 4 0,2 1-8 0,3-1 0 0,4 0 2 0,3 2-1 16,1-1 7-16,5 3-2 0,1 1 1 0,4 0-1 0,1 1 0 15,1-1-1-15,1 1-5 0,3 0-2 0,1 2-2 0,1 2-6 0,4 0-1 16,-1 4-5-16,2-1-7 0,1 1-4 0,-1 4-28 0,0 1-53 16,0 4-57-16,0 2-64 0,-3 3-27 0,-2 4-8 0,-1 3-65 0</inkml:trace>
  <inkml:trace contextRef="#ctx0" brushRef="#br0" timeOffset="191994.35">25065 9447 1250 0,'-21'-2'81'0,"1"0"-48"0,-3 0-24 0,7 0 1 16,5 2 1-16,1 0 1 0,1 1 0 0,0 0-6 0,2 0-4 0,0 0-8 15,3 1-11-15,1 0-8 0,2 0-8 0,2 0 0 0,1 1 1 16,3 0 5-16,1 1 12 0,3-1 4 0,2 1 7 0,1-2 5 0,2 0-1 16,5-1 0-16,2-1 1 0,4-1 1 0,6-1 1 0,3-1 6 0,6-1-5 15,4-1 0-15,3 0-3 0,4-1-2 0,5 0 1 0,0 0 1 16,4 1-2-16,3 0 7 0,0 0 10 0,3 1 11 0,3 0 13 0,3 1 9 15,3 1 5-15,4 0 4 0,2 2 3 0,3 0 7 0,3 1 4 0,5 1 4 16,4 1-9-16,6-1-10 0,4 1-8 0,5-1-17 0,6-1-6 16,7 1-12-16,7-1-7 0,6-1-4 0,6-2-3 0,8 1-4 0,8-2-6 15,8 0-18-15,11-1-37 0,8-1-92 0,13 0-127 0,15-1-115 16,19-1-228-16</inkml:trace>
  <inkml:trace contextRef="#ctx0" brushRef="#br0" timeOffset="206361.33">17029 13438 289 0,'-6'-4'104'0,"-2"1"-1"0,0-3-1 0,1 2-10 15,0-1-11-15,1 0-9 0,1-1-12 0,0 2-3 0,0-2-5 16,1 1-3-16,0-1-2 0,0 2-6 0,0-1-3 0,0 1-7 0,0 0-7 15,1 0-6-15,1 2-3 0,0-2-7 0,1 2-2 0,1 1-1 0,1 1-5 16,0 2-3-16,2 2 2 0,2 4-2 0,2 4 5 0,4 7 5 16,1 5 4-16,1 7 6 0,3 3-2 0,1 4-2 0,1 5-3 0,-1 2-8 15,3 3 1-15,-1 2-2 0,1 3-4 0,2 0-2 0,2 2 1 0,2-1 1 16,1-4 0-16,-2-4 8 0,0-7 3 0,-3-9 11 0,-1-6 9 16,-1-7 21-16,-2-7 25 0,-1-4 24 0,-2-3 32 0,-1-3 19 0,-2-3 6 15,-3-2-12-15,0-2-21 0,-1-2-20 0,-1-2-21 0,0-3-18 16,0-2-17-16,0-2-12 0,1-4-15 0,-1-2-3 0,2-1-9 0,2-3-19 15,0 1 11-15,1-2-3 0,0 0-2 0,-1-2 6 0,1 0-10 0,0-3-1 16,1 1-7-16,0-3-1 0,-1 2-10 0,0-2-13 0,1-1-26 16,0-1-27-16,0 0-41 0,3 1-34 0,3 1-26 0,1 3-22 0,1 2-13 15,1 0-14-15,1 3-17 0,0 5 13 0,2 2 25 0,0 7 27 0,-1 5-38 16</inkml:trace>
  <inkml:trace contextRef="#ctx0" brushRef="#br0" timeOffset="206794.33">18000 13891 1220 0,'-5'-1'108'0,"-1"1"-30"0,1 0-11 0,3 1-34 0,1 0-21 15,2 1-10-15,0 2-15 0,4 1-2 0,1 4 3 0,4 2 0 16,1 2 7-16,0 1 1 0,3 2 2 0,0 0-2 0,0 2 0 0,0 0-12 15,2 1-6-15,1 0-5 0,1-1-5 0,-2-1 6 0,1-2 5 0,0-2 5 16,-1-2 5-16,-1-3 4 0,1-1 4 0,-1-2 0 0,0-3 3 16,-1-2 5-16,0-2 7 0,0-3 11 0,-1-2 6 0,-2-2 4 0,0-2 1 15,-1-2-3-15,-1-2-5 0,0-2-4 0,-1-2-8 0,0-3-2 16,-2 0-1-16,1-1 0 0,-2-2-3 0,-1 2 5 0,-1-1-4 0,-2-1 2 16,-1 1 6-16,-1-1-8 0,-2 0-3 0,-2 1-6 0,-1 0-2 0,0 3-3 15,-2 1 0-15,-1 1-2 0,0 2-7 0,0 1-1 0,0 1-2 16,-1 4-8-16,0 4 3 0,-1 1 1 0,0 3-2 0,-2 2 3 0,2 3-2 15,0 3 3-15,0 2 6 0,-1 3 7 0,-1 3-1 0,1 4 4 0,0 2-3 16,3 2-1-16,1 2-2 0,1 1 0 0,3 2 5 0,2 2-3 16,2-1 3-16,2 1-7 0,3-1 7 0,2 0 4 0,1-3 3 0,2 0 9 15,3-2-1-15,1-2 0 0,3-1 0 0,0-1-3 0,2-1-3 0,3-1-2 16,-1-2 2-16,1 0 2 0,1-3-2 0,-2-1-1 0,0 0-3 16,2-1-1-16,-1-2-2 0,1-1-3 0,-1-1-3 0,-1-1-9 0,1-2-2 15,-2 0-7-15,0-3-8 0,1-1-28 0,-1-1-47 0,2-3-57 16,-2 0-43-16,-1-1-30 0,2-2-162 0</inkml:trace>
  <inkml:trace contextRef="#ctx0" brushRef="#br0" timeOffset="207210.92">19036 13402 2015 0,'-5'-8'91'0,"1"0"8"0,0-2-42 0,4 1-21 0,4 3-28 0,2 0-16 16,4 0-5-16,3 1-7 0,3 1 4 0,3 1 4 0,1 2-6 15,-2 0-2-15,1 2-11 0,-2 2-17 0,-1 0-10 0,1 3-20 16,-1 2-11-16,-2 0-12 0,-1 3-4 0,0 1-5 0,-1 2-2 0,0 1 7 16,-3 1 6-16,-1 3 9 0,-3-2 9 0,-3 3 14 0,-2 0 15 0,-1-1 19 15,-4 4 16-15,-2 1 9 0,-2-1 6 0,-2 2 1 0,-2-1 6 0,0-1 6 16,0 0 9-16,-2 0 15 0,1-1 13 0,-1 1 12 0,1-2 7 16,1 2 0-16,2-1-2 0,1-2-3 0,3 1-6 0,1-3-9 0,3-2-5 15,2 0-8-15,2 0-7 0,2-1 0 0,1-2-2 0,3-1-6 0,0-1-7 16,1 0-1-16,1-1-6 0,2-2 0 0,-1-1-1 0,3 1 2 15,0-1-3-15,-1-2-3 0,1 1-6 0,-1-1-10 0,1-2-20 0,1-1-23 16,-1-2-43-16,-1 0-57 0,0-2-63 0,1-2-50 0,0-3-36 16,3-2-111-16</inkml:trace>
  <inkml:trace contextRef="#ctx0" brushRef="#br0" timeOffset="207444.92">19073 13706 1018 0,'-4'-2'444'0,"1"0"-385"0,1 0-12 0,2 2-35 0,3 0-6 0,2 0-12 16,5 0-10-16,4 1-1 0,3 1-4 0,3 1 7 0,1 0 8 15,-1 1 0-15,-1 1 4 0,1 2-2 0,1 1-1 0,-2 1 2 0,2 1-4 16,0 1-5-16,-2-1-4 0,0 2-4 0,0 0-1 0,-2 1-2 16,2 0 1-16,-1 0 1 0,-2 0-1 0,-1 2 8 0,-1-2-2 0,-1 0 6 15,0-2 6-15,-3 1-1 0,1 1 8 0,-2-1 0 0,0 1-3 0,-2-3-2 16,-1 1-10-16,0-2-17 0,0-1-32 0,-1-1-36 0,-1-1-38 15,1 1-26-15,-1-2-19 0,0 0-16 0,-1 1-148 0</inkml:trace>
  <inkml:trace contextRef="#ctx0" brushRef="#br0" timeOffset="207577.92">19577 13608 1510 0,'-5'-5'242'0,"0"1"-157"0,-1 0-5 0,2 2-38 15,2 0-17-15,1 1-25 0,1 1-30 0,2 1-29 0,1 1-36 0,0 0-45 16,2 3-49-16,1 0-76 0,1 1-44 0,0 2-15 0,0 2-150 16</inkml:trace>
  <inkml:trace contextRef="#ctx0" brushRef="#br0" timeOffset="208377.92">19734 13675 2337 0,'-6'-10'66'0,"1"-1"-3"16,-2-1-27-16,5 0-18 0,2 0-19 0,2-1-19 0,4-1-21 15,2 0-7-15,4-3-7 0,3 1-9 0,1 0-16 0,-1 0-18 16,-1 0-17-16,0-1-4 0,-1 1-9 0,0-1-9 0,-1-1-4 0,0-3-8 16,0 0 13-16,1-3 22 0,-1-1 29 0,-1-3 27 0,0-1 19 0,-1-1 13 15,0-1 4-15,-1-2 8 0,0 2 6 0,-1 0 10 0,-1 3 10 0,-1 0 13 16,0 2 12-16,-1 3 14 0,-1-1 16 0,0 2 11 0,-1 1 13 15,0 1 1-15,-1 2 6 0,0 2 1 0,0 2-4 0,-1 1 5 0,0 3-1 16,-1 2-13-16,0 1-12 0,0 1-19 0,1 3-14 0,-1 1-16 0,0 1-8 16,0 2-8-16,1 2-11 0,1 2 1 0,0 3 5 0,1 2-3 15,0 6 2-15,0 2-1 0,-1 4-1 0,2 5 2 0,-1 2 0 0,0 3 0 16,0 2-5-16,0 3 1 0,0 3-3 0,-1 3-2 0,0 3-4 0,-1 2 3 16,1 3 1-16,-1 1-1 0,0 3 10 0,0 1-6 0,0 1-4 15,0 0-3-15,0-1-4 0,1-3 0 0,-1-1-1 0,2-2-8 0,0-3-11 16,1-2-6-16,2-6 1 0,1-2-1 0,1-1 12 0,2-5 0 15,1-2 6-15,1-4 4 0,1-2 0 0,-1-3 1 0,3-2-3 0,0-3-2 16,1-2 2-16,-1-2 1 0,1-3 4 0,0-2 4 0,-1-4 6 0,-1-2 4 16,1-1 5-16,1-6 9 0,-1-1 2 0,0-1 3 0,0-3 3 15,1-2 5-15,2-2 3 0,-3-2 1 0,2-2-3 0,-2 0-6 0,-1-3-1 16,-2-1-1-16,1 0-2 0,-3-1-2 0,0 1-6 0,-3 1 6 0,-1-1-4 16,-3 2-10-16,-2-2 2 0,-3 0-18 0,-1 2 0 0,-2 0 0 15,-2 2 6-15,0 2 2 0,-2 1 1 0,-1 2 7 0,0 2-6 0,-3 3-5 16,-2 1 4-16,0-1-5 0,-1 3 2 0,0 0 0 0,-1 2 1 15,0 2-1-15,1 0 1 0,1 1 5 0,1 2 3 0,1 0 3 0,1 1 5 16,2 0-6-16,1 1-6 0,2-1-5 0,1 0-7 0,1-1-2 0,1-1-1 16,2 0 4-16,1-1-1 0,2 0 7 0,-1-1 4 0,2 0 4 15,0-1 0-15,1-1 6 0,2-2-1 0,0-1 6 0,2-1-5 0,2-2 1 16,0 0 6-16,2-1-4 0,1-1 7 0,0 1 2 0,0 0 5 0,0 0 4 16,2 2 2-16,1 0 1 0,0 1-3 0,0 1-2 0,-2 2-4 15,1 0-1-15,0 1-1 0,0 1-4 0,-1 1-3 0,1 2-3 0,0 0-5 16,1 2 1-16,-1 2 2 0,2 0-6 0,0 3 1 0,1-1-1 15,-2 1-7-15,2 1 7 0,0 1-1 0,0 0-3 0,-1 1 4 0,1-2-2 16,0 0 5-16,-1-1 1 0,0-1-2 0,1-1-2 0,-1-1-2 0,-1 0 2 16,1-2 3-16,-1-1 5 0,0-1-2 0,-1-1 2 0,1-2 5 15,-1-1 2-15,-1-1 8 0,1-1 1 0,-3-1-4 0,0 0-4 0,0-2 0 16,0-2-5-16,-1 1 4 0,-1-1-2 0,-3 0-6 0,0 0-1 0,-3-2-2 16,-1-2-2-16,-2 0-7 0,-3 0-8 0,-1-2-1 0,-3 0-7 15,0 1 6-15,-3-1-5 0,-3 1-9 0,0 2 6 0,-1 4 2 0,-1 0 3 16,-1 3-2-16,-1 1 4 0,-2 2-1 0,1 2 10 0,-3 3 10 15,1 2 7-15,0 1 10 0,0 4 13 0,0 0-5 0,4 1 1 0,0 2 4 16,2 0-1-16,2 2 8 0,3 1-4 0,2 2-5 0,2 0-3 0,2-1-7 16,3 1 0-16,1-1-6 0,3 0-11 0,1-1 4 0,2 1-7 15,2 0-4-15,4-1-6 0,2-2-9 0,3-1-13 0,2 1-23 0,4-2-35 16,0 0-46-16,4-1-65 0,5-2-80 0,1-1-89 0,6-4-37 0,8-2-185 16</inkml:trace>
  <inkml:trace contextRef="#ctx0" brushRef="#br0" timeOffset="209396.92">23118 12628 2530 0,'-14'-12'63'16,"1"2"32"-16,-1-1-51 0,5 4-18 0,4 3-18 0,3 4-9 0,2 0-12 15,2 4-2-15,2 2 2 0,2 4-8 0,3 3 1 0,1 6 18 16,2 3-2-16,1 4 2 0,0 2-8 0,-1 0-27 0,0 1-3 0,1-2-7 15,0 1-5-15,1-1-2 0,-1-1-20 0,3 0-2 0,1-3-3 0,0-1 9 16,1-3 16-16,1-5 12 0,0-2 17 0,-1-3 6 0,1-4 13 16,0-2 13-16,-2-4 1 0,-2-2 6 0,0-3 5 0,-2-4 5 0,1-1 7 15,-2-1 9-15,1-4 2 0,-1-1 1 0,0-2 0 0,-1-1-4 0,-2-1 3 16,2 0-7-16,-3 0-8 0,1 0 1 0,-1 1-3 0,-1-1 1 16,-2 1-9-16,-1 0-1 0,-2 3-7 0,1 0-4 0,-1 2 6 0,-1 2-22 15,1 2-3-15,0 1-2 0,-2 2-3 0,1 3 18 0,0 1-5 16,-1 2-4-16,1 3-8 0,-2 0-7 0,1 2 5 0,0 1-1 0,0 4 13 15,0 2-1-15,1 4 3 0,0 2 4 0,2 3-8 0,0 3 4 0,0 1-5 16,1 4 1-16,1 0 1 0,-1 2-2 0,1 1 1 0,1 4 4 16,0 1-3-16,-1 3 0 0,1-1 0 0,-1 0-6 0,0 2 0 0,1 1 1 15,-1 0-6-15,1-1 1 0,0 0 11 0,-1-1 3 0,-1-2 7 16,0-1 8-16,-1-2-10 0,-1-4 1 0,-1 0 4 0,-1-6 2 0,-1 0 2 16,-2-2 6-16,-1-4-1 0,0 1 0 0,-2-2-1 0,-1-3-6 0,-1-2-10 15,-2-5-13-15,0 0-10 0,-3-3-13 0,0-1-1 0,-2-3 7 16,1-3 11-16,-1-2 21 0,-1-3 7 0,-1-5 15 0,1-2 5 0,3-2 3 15,0-1 13-15,1-2-8 0,1-1-6 0,0-2-8 0,1-2-8 0,0-2-5 16,1-3-1-16,2 0-12 0,3-1-16 0,2 2 5 0,2-1-4 16,3 2 8-16,1 0 7 0,3 3-3 0,1 0-1 0,1 2 3 0,1 4 0 15,3 0 2-15,0 3 4 0,1 2 4 0,0 2 5 0,-1 2 7 0,3 0-2 16,0 2 1-16,0 1-6 0,-1 1-2 0,0 1-3 0,1 3-4 16,0 1-4-16,-1 2 2 0,2 2 0 0,-1 2 2 0,-1 0 2 0,0 1-5 15,0 2 4-15,0 2-1 0,-2 0 2 0,-1 0 5 0,0 1-6 16,-1-3-2-16,0 1 0 0,0-2-4 0,-1 0 12 0,-1 0-2 0,1-2-3 15,0 0 2-15,-2-1-4 0,0-2 1 0,0 0 4 0,-1-1-1 0,-2-1-3 16,1-1 2-16,0-1-2 0,-1-1 6 0,0 0 1 0,1-3 4 16,-1 0-4-16,0 0 5 0,0-2-3 0,0-2 6 0,0 0 0 0,-1-1-3 15,1 0 0-15,0 1-2 0,0-1 2 0,-2 0 0 0,1 2 6 0,0 0 4 16,0 2 0-16,-1 0-2 0,0 2 2 0,-1 1-8 0,0 2-5 16,0 1 5-16,-1 1-3 0,-1 1 2 0,0 1-4 0,1 1-7 15,-1 0 0-15,0 1-1 0,0 2-1 0,1 1-3 0,0 2-5 0,-1 1-3 0,2 2 3 16,-1 2 2-16,1 1-5 0,0-1-5 0,-1 0-4 0,1 0-8 15,1 0-2-15,-1 0-2 0,1-2-8 0,1 0-2 0,2-1-9 0,0 0-8 16,1-1-4-16,0 0-4 0,0-1 3 0,1-3 4 0,-1 1 9 16,1-2 12-16,0-2 8 0,0-1 14 0,1-3 12 0,0-1 10 0,0-2 16 15,1-1 18-15,-1-3 8 0,0-1 11 0,2-2 2 0,0-1-5 0,0-1-1 16,0-1-2-16,-1-3-3 0,2 0-1 0,-2-1 0 0,-1-1-10 16,-1-2-1-16,-2 0-10 0,0-1-6 0,-1 1-3 0,-2 0-2 0,1 0-7 15,-1 1 1-15,-1 0-14 0,1 1 1 0,-2 0 0 0,0 2-5 0,-1 1 4 16,0 0-6-16,0 3-18 0,-1 0-4 0,1 3 1 0,0 1-4 15,0 2 21-15,-1 2-4 0,1 2 11 0,-1 2 1 0,0 1-11 0,1 0 4 16,0 1-8-16,-1 1-5 0,1 1 4 0,0 2 8 0,0 1-8 0,0 5 8 16,0 2 14-16,1 4-2 0,0 2 2 0,0 3 0 0,0 3-12 15,0 1 0-15,1 3 1 0,-1 2 1 0,1 2 1 0,0 2 2 0,0 3 1 16,0 0-1-16,2-1 0 0,0-1-19 0,2-2-16 0,0-1-28 16,1-1-29-16,1-2-28 0,3-2-24 0,2-1-32 0,2-3-125 0,1 1-15 15,0 2 43-15,1 0 34 0,2 0 27 0</inkml:trace>
  <inkml:trace contextRef="#ctx0" brushRef="#br0" timeOffset="209944.92">25035 12042 1826 0,'-2'-7'529'0,"0"2"-429"0,-1 0-36 16,2 4-56-16,1 2-4 0,0 2-11 0,0 2 0 0,2 3 20 15,-1 3-2-15,1 4 0 0,0 2 0 0,0 4-20 0,-1 1 1 0,0 3-2 16,-1 3 4-16,0 2-4 0,0 3 1 0,0 5 3 0,0 0-4 16,0 4 3-16,1-2 2 0,-1 1-11 0,1 2-1 0,0 0-7 0,0 1-21 15,0 3 6-15,1 1-30 0,1-1-30 0,2 0-10 0,-1-4-24 0,2-1 7 16,0-4 3-16,1-2 4 0,-1-3 1 0,0-4 0 0,0-2 3 15,-1-4 1-15,2-5 4 0,-1-2 6 0,-1-3 14 0,1-3 16 0,-1-2 17 16,0-4 21-16,0-2 20 0,-1-2 22 0,0-4 17 0,1-1 13 0,0-4 2 16,-1-1 2-16,1-2-3 0,2-4-3 0,0-1-1 0,0-2 2 15,0-2 6-15,0 0 15 0,-1-1 19 0,-1 0 14 0,0 0 4 0,-2 1-8 16,0 1-7-16,-1 1-12 0,0 1-10 0,-1 0-12 0,0 1-12 0,0 1-13 16,0 0-9-16,0 2-7 0,0 1-1 0,1 2-7 0,0-1-7 15,1 1-2-15,-1 0-4 0,1 2-20 0,0 1-8 0,1 0-17 0,1 0-24 16,1 0-24-16,2 2-31 0,0 1-23 0,2 1-3 0,1 1 15 15,2 1 23-15,-1 1 32 0,2 1 25 0,-2 2 24 0,0-1 19 0,-1 2 12 16,-3 1 12-16,-2 1 7 0,0 2 10 0,-2 2 15 0,-2 0 11 0,-1 0 15 16,-1 0 6-16,0 1 2 0,-1 1 2 0,-2-1 9 0,-1 2 14 15,0-1 8-15,-2 0 8 0,0 2 0 0,-1-1 12 0,-1 1 9 0,-1-2 14 16,-1 1-1-16,3 0-17 0,-2-1-21 0,1 0-21 0,1 0-15 0,1 0-10 16,0 1-11-16,3-1-11 0,0-1-7 0,1 0-4 0,2-2-3 15,1 2-4-15,2 0-9 0,0-1-11 0,2 0-7 0,1 0-5 0,1-2-11 16,1-1-12-16,3 0-2 0,-1 0-18 0,3-3-13 0,1 0-14 15,2-1-32-15,-1-2-17 0,2-1-14 0,0-1-13 0,1-2 3 0,0-1 0 16,0-3-10-16,1-1-26 0,0-5-93 0</inkml:trace>
  <inkml:trace contextRef="#ctx0" brushRef="#br0" timeOffset="211011.69">25950 11920 1333 0,'-1'-3'203'0,"0"1"-77"0,0 1-67 0,0 1-37 16,1 3-1-16,0 1-8 0,0 4-1 0,0 3-8 0,1 6-1 0,-1 3-10 16,0 4 10-16,0 6 2 0,-1 3-5 0,0 8 9 0,-1 1-5 15,-1 4-4-15,0 4 4 0,-2 3-4 0,-1 1 0 0,1-2 0 0,-2-1-1 16,0-1-3-16,1-2-8 0,1 2 3 0,1-2-28 0,2-1-27 0,1 0-32 16,0 0-42-16,1-2 0 0,1 0 9 0,0-2 31 0,0 0 34 15,0-6 27-15,1-7 22 0,1-8 18 0,1-4 17 0,1-6 23 0,0-4 26 16,0-4 21-16,1-3 20 0,-1-2 3 0,2-2-2 0,-1-3-6 15,1-1-14-15,2-2-6 0,1-2-9 0,1-3-9 0,1-2 0 0,0-3-10 16,0-2 2-16,1 0-3 0,0-3-10 0,2-1-4 0,-2 1-12 0,0 0-11 16,-1 4-2-16,-1 1-5 0,-1 2-1 0,-1 2-5 0,0 4-6 15,-3 1-3-15,2 2 1 0,-2 2-7 0,-1 1-2 0,1 2-5 0,0 2-10 16,-1 2-4-16,2 1-10 0,1 3-10 0,0 0-14 0,3 3-14 0,2 1-13 16,2-1-9-16,1 3-4 0,-1-1 3 0,3 1 9 0,1-1 12 15,0 1 13-15,0-2 25 0,1 0 18 0,-2 0 14 0,0-3 10 0,1-1 8 16,0-2 5-16,-2-1 14 0,1-2 13 0,-1-2 11 0,-2 0 10 15,1-2 7-15,1-1 0 0,-1 0 1 0,-2-2-7 0,0 0-10 0,-2-1-4 16,0 0-16-16,-1-2-6 0,-2 1-2 0,0-1-3 0,-2-1-3 0,-1-1-7 16,-2-3-15-16,-2 0-20 0,-3 0-8 0,-2-1-4 0,-2 1 6 15,-2-1 5-15,-1 1 0 0,1-1-7 0,-4 2 0 0,0 1 5 0,-2 0 2 16,-3 1 8-16,-1 2 4 0,-3-2 6 0,-1 2 9 0,1 1 14 0,-1 1 7 16,1 2 10-16,2 1 2 0,2 3-3 0,2 1-7 0,3 1-19 15,1 2-6-15,2 1-13 0,1 2-4 0,0 2 8 0,2 1-3 0,1 1 5 16,1 2 4-16,3-1-6 0,1 1 4 0,1 1 5 0,3 2 9 0,0-1 6 15,2 1-1-15,1 1-3 0,1-1-4 0,2-1-2 0,1 0-1 16,2-3-1-16,0 1-4 0,0 0-2 0,1-2-1 0,1 0-4 0,-1-2-3 16,0 0 2-16,2-3-5 0,0 0 0 0,-2 0-1 0,1-3-4 15,0 0 4-15,1-1 2 0,-1-2 7 0,1 0 5 0,0-2-2 0,0 0 6 16,0 0-2-16,-1-2 11 0,0 0 0 0,-1-1 2 0,-2 1 6 0,0-2 10 16,-1 2 10-16,-1 1 10 0,-1 0 0 0,-2 2-1 0,1 0-7 15,-2 0-6-15,1 2-5 0,-2 0-8 0,0 1-4 0,-1 0-1 0,0 2-8 16,0-1-6-16,0 2-4 0,-2 1-6 0,1 0 1 0,0 1-1 15,-1 0 0-15,1 1 0 0,-1 0-1 0,-1 1-1 0,1-2-2 0,1 1-6 16,0-1-2-16,0-1-5 0,0 0-3 0,-1 1 8 0,1-2 6 0,1-2 8 16,-1 1 6-16,1-1-1 0,-1-2 6 0,1 1 3 0,1-3 4 15,0 0 8-15,1 0-4 0,0-1 4 0,1 0-1 0,0-1-2 0,1-2 3 16,-2 0 0-16,2 0-1 0,0-1 1 0,1 1-7 0,0 0-2 0,-1 0-7 16,0 1-6-16,0 2 3 0,0-1 0 0,0 0-1 0,-1 1 1 15,0 1-6-15,-1 1-3 0,-1 1 3 16,-2 1-3-16,1 1-2 0,0 2-7 0,0 0-2 0,0 2-7 0,-1 0-2 0,0 2 4 0,0 1-3 0,0 2 5 15,-1 3 4-15,1 0-1 0,-1 1-2 0,1 0 1 0,0-1-5 16,1 0 6-16,-1-1 1 0,1 0 2 0,0-1 0 0,0 0-3 0,1-1 7 16,-1-1 4-16,2-2 4 0,-1 0 4 15,0-2-1-15,1-3 3 0,0 1 4 0,0-2 3 0,2 0 2 0,-1 0 2 0,1-2-5 0,-1-1 1 16,2 0 0-16,-2-1 2 0,1-1-3 0,2-1-3 0,0 0 1 0,1 0-3 16,-1-1 2-16,-2 1 1 0,0-2-3 0,0 1 0 0,1-2 4 15,-1 1 1-15,0 1 1 0,0 0-3 0,-1 1-1 0,0 0 3 0,0 1-1 16,-1 1 4-16,0 0 4 0,-1 2-7 0,-1 0 7 0,0 1-1 0,0 1-13 15,0 0 7-15,-2 2-7 0,2 1 3 0,0-1-3 0,1 2-3 16,0 0-5-16,-1 2 1 0,1 0 3 0,0 1-7 0,0 1 8 0,2 0 0 16,0-1-3-16,1 0 0 0,1-1-1 0,1 0-1 0,1-1 2 0,1 1 3 15,-1-1 0-15,2-1-4 0,-1-1 8 0,2-1 1 0,-2 0 4 16,2-1 4-16,0-2-3 0,0 0 4 0,-1-2 4 0,-1-2 0 0,1 0 3 16,0-2 0-16,0 1 1 0,-1-1 0 0,0-1-1 0,0 1 2 15,-1-2 2-15,-1 0 0 0,-2-1-10 0,0-2 4 0,-1-1-9 0,-1 0 1 16,-1-1 1-16,-1-1-10 0,-3-1 3 0,-2-2-12 0,-2-1-4 0,0-2-1 15,-2-1-9-15,0 1 6 0,-2-1-18 0,-1 0-9 0,-3 1 1 16,0 1-6-16,-2 0 7 0,-2 4 1 0,-1-1-2 0,-1 2 7 0,-1 2 11 16,0 4 4-16,1 0 6 0,2 3-4 0,-2 1-16 0,1 2-5 0,1 2-11 15,0 1-10-15,0 2 0 0,1 1-2 0,-1 0-8 0,0 1 0 16,3 0-11-16,0 2-20 0,2 0-22 0,0 1-34 0,0 1-24 0,1 0-14 16,1 0-6-16,2 0 8 0,0-1 3 0,0-1-40 0</inkml:trace>
  <inkml:trace contextRef="#ctx0" brushRef="#br0" timeOffset="211328.98">27926 12046 998 0,'4'-4'662'0,"0"2"-570"0,1 0-39 16,1 4-61-16,-1 0 1 0,2 3 14 0,-1 2 2 0,1 2 1 15,-1 5-10-15,0 2-6 0,-1 4-4 0,-1 3 0 0,0 4-2 0,0 2-1 16,-1 5-4-16,1 2-9 0,-1 4 0 0,0 0-2 0,-1 0 1 0,0 0 11 15,1-3 5-15,0-2 7 0,-2 1 4 0,3-2-4 0,0-1-6 16,1-2-4-16,1-1 12 0,-1-2-2 0,2 1 1 0,-1-2-4 0,1-2-12 16,0-4 0-16,0-3 9 0,0-2 4 0,1-4 9 0,2-2 9 15,-1-2-2-15,0-3 14 0,0-1 17 0,-1-1 16 0,-1-2 17 0,3-1-1 16,-1-1-3-16,1-2-3 0,0-2-2 0,0 1 10 0,0-3-3 16,1 0-6-16,1-1-1 0,0 0-9 0,0-1-5 0,-1 0-12 0,-1 0-7 15,2 1-10-15,-1 0-8 0,0 1 0 0,-1 1-9 0,-1 1 3 0,-1 2-4 16,0 1-2-16,-2 1-5 0,0 2-11 0,-1 1-14 0,0 2-17 15,0 2-9-15,0 2-17 0,1 2-17 0,0 2-13 0,-1 2-30 0,1 2-25 16,1 1-31-16,-1 0-51 0,1 3-54 0,0 2-41 0,-2 3-6 0,-3 5-48 16</inkml:trace>
  <inkml:trace contextRef="#ctx0" brushRef="#br0" timeOffset="211462.98">28556 12395 3013 0,'4'-7'185'0,"0"2"-62"0,2-3-101 0,-1 3-31 0,2 2 7 16,1 0-5-16,0 1-2 0,0 2-13 0,-2 0-40 0,0 1-49 0,-2 1-89 16,0 2-129-16,0 1-177 0,-2 3-181 0,-1 5-322 0</inkml:trace>
  <inkml:trace contextRef="#ctx0" brushRef="#br0" timeOffset="212412.03">28380 11786 2072 0,'-11'-16'89'0,"-4"-4"3"0,-5-7-65 0,-5-2-19 0,-2 3-10 0,-4-2-1 16,-3 2-3-16,-5-2 0 0,-3-2-3 0,-9-1-6 0,-8-3-4 0,-7-2-1 16,-10 2 1-16,-6-1 4 0,-6-1-3 0,-7 1 7 0,-4-4 2 0,-8 0 1 15,-4-1 8-15,-4-2-3 0,-7-1-2 0,-2-1 10 0,-5-3 0 16,-4 1 4-16,-7 2-3 0,-5 2-3 0,-4 4-2 0,-6 2 5 0,-2 4 9 16,-5 5 4-16,-2 0 3 0,-5 4-2 0,-5 0 1 0,-5 2 4 15,-5 4 2-15,-5 2 0 0,-2 1-6 0,-3 4-7 0,-2 3 6 0,1 3 0 16,-5 4 0-16,-3 4 4 0,-2 4-11 0,-3 6-2 0,-3 4 1 0,-1 5-6 15,-1 4-3-15,3 2 2 0,0 5-6 0,2 3 8 0,0 4 7 16,1 4-6-16,0 5 3 0,2 4-14 0,1 5 0 0,-1 3 1 0,0 7 1 16,0 5-1-16,0 5-6 0,1 4 5 0,5 4 0 0,3 5-2 0,4 1 1 15,6 0 2-15,6 4-1 0,5-1 5 0,5 5-4 0,4 5-3 16,3 4 4-16,1 6-7 0,1 2-3 0,7-1 17 0,8-4-2 0,14-4 0 16,9-1 9-16,6-4-13 0,8 0-8 0,6-1 11 0,7-2 6 15,11-1 2-15,7 0 8 0,9-4-13 0,7 0-13 0,7-5 2 0,7 2 2 16,8-3-2-16,6 0 8 0,8-3-4 0,7-1-3 0,7-2 1 0,7-1 0 15,7 0 2-15,8-1-3 0,8 2 0 0,8-1 1 0,9-2 1 16,8-1 4-16,9-4 7 0,9-4-6 0,7-3 3 0,9-3-1 0,6-7-2 16,10-5 13-16,11-6 1 0,7-7 4 0,6-6 5 0,8-5-7 0,5-8 5 15,6-8-5-15,8-5-3 0,4-4-3 0,7-2-11 0,4 1-4 16,3-1 2-16,8 0-3 0,5 1 0 0,5-2 4 0,7 1-7 0,4-2 6 16,5-3-2-16,3-1-6 0,7-2 11 0,4 1-9 0,8 0 4 15,8-1 2-15,4-1-4 0,3-1-1 0,1 0-11 0,2 1-5 0,3-1 2 16,3 0-7-16,4-1-4 0,1 0-13 0,2 0-14 0,3-1 1 0,-1-1 6 15,-2 1 20-15,-2-1 17 0,-4 0 7 0,-2 1 9 0,-7 0 0 16,-8 1 13-16,-14 2 22 0,-12 2 12 0,-4 0 15 0,-7-1-7 0,-3 0-12 16,-1-3-6-16,-5 0-12 0,-2-2-3 0,-2-1-6 0,-3-1-4 0,-1-6 2 15,-1-5-7-15,0-4-13 0,-2-7-12 0,1-6-12 0,0-4-9 16,-1-9 9-16,-2-3 6 0,-4-5 4 0,-4-7-2 0,-3-6-5 0,-6-2 0 16,-4-1 9-16,-6 2 2 0,-6 0 9 0,-1-4-15 0,0-3-15 15,-1-1-5-15,-2-1-15 0,-6 2-6 0,-2 2 0 0,-5 2 8 0,-5 3 14 16,-4 1 25-16,-6 3 13 0,-6 0 12 0,-4 1 6 0,-6 2 3 0,-5 1 12 15,-5 0 7-15,-5 2 2 0,-5-1 6 0,-2-1-4 0,-7 1-6 16,-3-3 0-16,-4 0-11 0,-7-1-12 0,-4-2-5 0,-2-4-12 0,-5 1-15 16,-5-4-2-16,-7-2-9 0,-8 1-5 0,-9-3 4 0,-8 2-3 0,-8 0 8 15,-10-3-5-15,-9 2 11 0,-7 1 6 0,-7-1 2 0,-8 3 13 16,-7-1-11-16,-8 2 4 0,-5 1 3 0,-6 0-10 0,-6 6 19 0,-4 2 0 16,-3 2 4-16,-7 3 5 0,-2 3-11 0,-6 1 0 0,-4 2-3 0,-4 4-3 15,-2 1-5-15,-3 5-8 0,-3 2 2 0,-4 3 7 0,-4 1 7 16,-3 4-8-16,-1 3 5 0,1 2-6 0,1 3-4 0,0 1 12 0,-1 3-7 15,2 0 8-15,0 4 4 0,1 4 4 0,1 3 11 0,0 4-5 16,2 5 7-16,2 2 0 0,2 5 3 0,5 3 4 0,3 3-5 0,2 4 3 16,4 2 1-16,0 2 1 0,7 1 2 0,4 3-2 0,4 2-18 0,6 2-5 15,2 2-5-15,9 1-6 0,1 3 10 0,5 1-19 0,4 4 6 16,2 3-4-16,4 2-9 0,4 5 16 0,2 2-17 0,4 3-5 0,3 4-7 16,4 2-11-16,1 4-5 0,5 2-21 0,3 3-21 0,1 3-26 0,5 5-46 15,2 1-53-15,4 5-78 0,4 2-76 0,2 4-15 0,5 5-173 16</inkml:trace>
  <inkml:trace contextRef="#ctx0" brushRef="#br0" timeOffset="212962.03">31565 10027 871 0,'-1'-7'44'0,"-1"2"-28"0,0-2-21 15,0 3-3-15,-1 0 9 0,1 1 10 0,0 0 8 0,-1 0 3 0,2-1-7 16,-2 1-3-16,0 1-8 0,1 0-4 0,-2 0 5 0,1 0 4 16,0 2 6-16,0 0 5 0,1 1 2 0,-1 2 9 0,1 0 6 0,0 3 8 15,-2 3 11-15,0 2 8 0,1 4 7 0,-1 3 9 0,0 3-4 0,2 3-7 16,-1 3 2-16,0 3 0 0,0 4-1 0,0 7 8 0,0 1 5 15,0 5-1-15,2 5 6 0,0 2-8 0,0 3-8 0,2 2-14 0,0 1-7 16,3 1-11-16,0 3-3 0,0 1-6 0,1 2 1 0,-1 1-1 0,3 2-4 16,-1-1-1-16,1 1 4 0,0-1 6 0,-1-1 0 0,0-1 2 15,2 1 1-15,1 0-4 0,-1-1 0 0,3 1 6 0,0-2-8 0,0 0 5 16,2-2 3-16,-1-2 1 0,0-4-9 0,1-1 10 0,1-3 0 16,0-1-4-16,-2-2 10 0,3-2-18 0,-2 0-2 0,0-2-6 0,2 1-10 15,-3-2-4-15,2 1 0 0,-1-3-3 0,-2 0-4 0,0-1 3 0,-3 0 6 16,3-3-4-16,-4 0 1 0,1-1-7 0,1-1-10 0,-5-1 4 15,3-1-4-15,-3-2-8 0,-1 1-6 0,0-1-17 0,-1 1-21 0,0-3-23 16,-1 1-28-16,-3-1-32 0,0 0-35 0,0 0-48 0,-1 0-67 0,-3-1-83 16,-3 1-116-16,-3 1-52 0,-5 2-100 0</inkml:trace>
  <inkml:trace contextRef="#ctx0" brushRef="#br0" timeOffset="213678.21">32016 14636 2904 0,'-2'7'145'0,"-2"0"-115"16,0 0-35-16,1 0-2 0,1-2 24 0,3 0 35 0,0 0 3 15,-1-1-2-15,0-2-19 0,0 0-25 0,0-1-13 0,0-2-10 0,1-1-16 16,1-1-22-16,0 0 1 0,0-1 1 0,2 1 6 0,2-1 19 0,1-2 8 16,-1 0 8-16,3-1 2 0,-1-2 4 0,3-2-14 0,2 0-4 15,-7 4 1-15,3-1 28 0,0-1 14 0,2 0 1 0,1 0 9 0,2 0-18 16,1 2 8-16,2-2 15 0,-2 2-1 0,0 2 4 0,-1 0 1 0,0 2-6 16,-3 1-1-16,-1 2-7 0,-1 0-4 0,-1 1-1 0,-2 1-2 15,-2 0-4-15,-1 1-5 0,-2 1-22 0,-1-1-11 0,-2 1 17 0,0 0-11 16,-3 0 9-16,0 1 3 0,-3 1-14 0,-1 0 0 0,-1 2 4 15,0 0-1-15,-3 0-4 0,-1 1 6 0,-2-1-3 0,1 0-1 0,0-2-29 16,-14 6-1-16,5-4 9 0,4-2 5 0,6-3 36 0,1-2-3 0,3 0 4 16,1-1 1-16,1-1 0 0,-1 0 7 0,2 0-3 0,2-1-2 15,0 0 5-15,4 0 5 0,-3 0 10 0,1-1 6 0,3 1 4 0,0-1 7 16,1-1 1-16,1 0-4 0,-1 0-16 0,1-1-10 0,1 2-10 0,-2-2-5 16,4 0 4-16,-2 0 0 0,1 0 3 0,2 1 2 0,-2 0 7 15,1 0 6-15,1 1 4 0,-1 1 4 0,1 0-5 0,-2 0 0 0,2 2-10 16,-1 0-6-16,-1 1 0 0,2 1-5 0,-2 1-4 0,-1 0-4 15,-1 0-5-15,-3-1-8 0,-2 0-5 0,1 1-15 0,-2-1-15 0,0 1 8 16,-1 0-3-16,-1 1 17 0,1 0 3 0,0 0 5 0,-1 0 8 0,0-2 0 16,-2 1 7-16,2 0-6 0,0 0 10 0,1-1 3 0,0 0 0 15,2-1 5-15,-1-1 0 0,2 0 9 0,2-1 11 0,0 0 9 0,2 0 4 16,0-1 0-16,0 0-7 0,1 0-11 0,-1 0 0 0,0 0-5 0,1 0 5 16,1 0-1-16,2-1-3 0,0 1 3 0,0-1 2 0,0 0-5 15,0 1-3-15,1 0-1 0,-1 0-1 0,2 2 6 0,-1-1 5 0,1 2-1 16,-4-1-6-16,1 2 1 0,-1-1-1 0,0 1 29 0,1 0 0 0,0 1 4 15,0 0-11-15,1 1-35 0,-1-1 0 0,-1 2-2 0,1 0 4 16,0 0-2-16,-1 1-4 0,0-1 2 0,-1 1-2 0,0 0-2 0,0 0 0 16,0 0 0-16,0 0-5 0,-2-1 9 0,1 1-6 0,0 0-6 15,-1-1 8-15,0 1-7 0,0-1 3 0,-1 0 2 0,0-1-6 0,0 0 7 16,0-1-9-16,0 0 3 0,0 0-1 0,-1-1-1 0,1-1 11 0,0 0-6 16,0 0 6-16,0 0 2 0,0-1-5 0,-1 0 3 0,2 0-8 15,-1 0 1-15,0 0-5 0,-1-1-14 0,1 1-16 0,0-1-23 0,-1 0-28 16,0-1-43-16,-1 0-65 0,1-2-135 0,-1-3-187 0,-2-6-285 0,-1-9-239 15</inkml:trace>
  <inkml:trace contextRef="#ctx0" brushRef="#br0" timeOffset="-90483.2">27164 7874 71 0,'33'-37'3'0,"-2"-2"208"0,0-3-274 0,-13 11 27 0,-12 15-67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33:51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23444 8893 717 0,'3'-9'1'0,"-1"-7"0"0,1-6 0 0,0-6 1 0,-4 2-1 0,-1 0-1 0,-2 0 0 16,-1-1-1-16,-2 3 1 0,-1-1 1 0,-2 1 0 0,-1 0-1 16,-1 0 1-16,0 2-3 0,-2 1-2 0,0 1 3 0,-2 2 0 0,2 1 3 15,-2 1-2-15,-1 2 0 0,0 1-3 0,0 0 2 0,-3 0 2 0,0 0-2 16,1 0 0-16,-3 1 1 0,0 0 0 0,1 1 0 0,-2 1 0 0,-1-1 0 15,1 2 0-15,-4-1 0 0,2 1-1 0,-2 0 0 0,1 0 2 16,0 1 1-16,-1 0 4 0,1 2 3 0,-3 1 3 0,1-1 0 0,-4 0 2 16,1-2-6-16,-2 1 2 0,0 1-1 0,-1-1-1 0,-1 0 0 0,-2 1-3 15,-1 0 2-15,0 0-1 0,-2-1-1 0,-3 1 0 0,1-1-3 16,-2 1 0-16,1 1-1 0,1-1 0 0,-1 1 6 0,-3 0 3 0,0 0 1 16,-1 1 5-16,-1-2 0 0,-3 0-2 0,-1 1 1 0,0-1-2 0,-4 0-3 15,2 0-2-15,-1 0-4 0,0 1-2 0,1 0 0 0,0 1-2 16,-2 0-2-16,0 2-2 0,-2-1 1 0,0 1 1 0,-1 0 4 0,-3 0 1 15,0 0-2-15,0 1-1 0,0-1-1 0,2 1 0 0,-1 1 0 16,-2 0 5-16,1 0-1 0,-2-1 1 0,-1 1 0 0,-2 0-7 0,1 0 1 16,1 1-1-16,-1 1 2 0,3 0 0 0,-1 0 3 0,-1 2 1 0,0 0-2 15,-2-1 0-15,1 3-1 0,-1 0-2 0,1 1 1 0,2 1-1 16,-1 1 0-16,2 2 1 0,-1-1 1 0,1 1 0 0,-1 1-2 0,2 2 2 16,-2 0 1-16,-1 1 4 0,2 2 2 0,0 0-9 0,2 0 2 15,2 0-4-15,-1 1-1 0,1 4 7 0,0-2 3 0,0 3 0 0,2 0-1 16,-3 0 0-16,2 1-3 0,2 0-1 0,0 1 3 0,3 0 1 0,1 0 2 15,0 3 1-15,0-1 0 0,1 1-1 0,1-1-5 0,0-1-1 16,2 1 3-16,-1 0 2 0,2 3 1 0,1-1 3 0,0 2-5 0,4-1 0 16,1 0-5-16,0-1 0 0,2 1 2 0,-1 1 1 0,1 2 6 0,2-2-3 15,1 2 3-15,0-2-1 0,3 1-3 0,-1-1 3 0,2 3-5 16,1-1 5-16,2-1-3 0,-2 0 0 0,2-2-2 0,2 3 0 0,3-1 2 16,1 2 1-16,2 0 3 0,2 1-6 0,-1-1 2 0,2 2 4 0,1-1 1 15,1 2 3-15,0 1-3 0,2-1 0 0,1 2-1 0,4 2 0 16,-1 0 1-16,1 0-3 0,1 2 3 0,2-1-1 0,1-1-3 0,2 1 2 15,1 0-3-15,1-1-1 0,2 2 6 0,2-1-1 0,1 1 0 16,2 0 3-16,1-1-3 0,1 0 2 0,2 1-1 0,0 1-1 0,3 0-1 16,1-1-2-16,2 1 1 0,2-2 2 0,0 1-1 0,2 2-1 0,2-3-5 15,-1 0 2-15,3 0-3 0,0 1 5 0,5 0 2 0,0-1-3 16,3 1 2-16,0-1-4 0,1 1 5 0,2 0-2 0,0-2 0 0,2-1-1 16,0 1-3-16,2-1 3 0,1 2-3 0,1-1-2 0,1-2 3 0,0 0-2 15,0 0 4-15,1-1 4 0,2-1-3 0,4 0 2 0,0-2-3 16,2 2 4-16,-1 0 1 0,0-1-2 0,0 1 7 0,2-5 0 0,-1 1 4 15,1-2 3-15,-1 0-4 0,1 0-8 0,2 1 2 0,2-3-1 16,2 1 2-16,1-3 3 0,0 1 1 0,-2-2-4 0,2 1 0 0,-2-1 2 16,2-3-4-16,0 0-4 0,0-1 1 0,2 0-4 0,1-1 1 0,3-2 3 15,0 1-2-15,-1-1-1 0,0-1 2 0,-1-1-1 0,1-1 5 16,0-3-3-16,0-1-4 0,3-2 1 0,0 0 0 0,2 0 1 0,1-3 0 16,-2 1 1-16,2-1-2 0,0-1-1 0,-1-1 5 0,0-1-2 0,4 1-1 15,-1-1 2-15,3-1-9 0,3 0 6 0,-3 0 0 0,0 0-1 16,-1-1 2-16,0 1-5 0,3-1 6 0,0-1-4 0,2-1 2 0,1 1-1 15,-1 0 2-15,-2-1 3 0,-2 0 0 0,1-1-5 0,1 0 1 16,1-2-1-16,2-1-3 0,1-1 5 0,-2-1 1 0,0-1-4 0,-1 0 8 16,-2 1-4-16,1-3-4 0,2 0 3 0,1-1-1 0,0 0 2 0,-1-2 2 15,-1 2-1-15,0-1-3 0,-4-2 3 0,2-1-4 0,-1-1 5 16,2 0-1-16,0-1-2 0,-1 1-2 0,-2-1-3 0,-1 1 6 0,-2-2-1 16,-3 0 3-16,2 0-1 0,-2 1-1 0,2-3-6 0,-1 0 4 0,-3 1-2 15,-1-2-4-15,-2 2 2 0,-2 1 4 0,0-1-2 0,-3 1-2 16,3 2-2-16,0 0-7 0,-1 0 4 0,1 0 5 0,-3-1 0 0,-3 0 5 15,-1-1-3-15,-2-1 0 0,-1 0-5 0,-1-3 4 0,-3-1-3 16,-1-1-1-16,0-2 0 0,1-3-4 0,-2-2 2 0,-2-4 2 0,-3-4-1 16,-2-1 2-16,-1-3-2 0,-2-1 0 0,-2-2 4 0,-2-3-1 0,-3-2 3 15,-1-2 0-15,-2-1-5 0,-1 0-1 0,-3-2-3 0,-1-3 3 16,-2 0-3-16,-3-2 0 0,-2-1-1 0,-1 0 0 0,-2 1-6 0,-1-1 11 16,-1 0 2-16,-2 0 1 0,-2 0 11 0,-1 0-10 0,-3-1-1 0,0 1-1 15,-2 1-6-15,-2 1 1 0,-1 2-2 0,-1 2 7 0,-1 1 4 16,-1-1-1-16,-2 3 4 0,-1 0-3 0,0 0-1 0,-3-1-2 0,-1-1 0 15,-3 2-2-15,0-1-1 0,-2 3-1 0,-2 2-10 0,0 0 9 16,-3 1-5-16,1-3 5 0,-3 2 12 0,-2-1-10 0,1 2 3 0,-3 2-1 16,1 1-2-16,0 2 2 0,-2 2-1 0,-1 0 0 0,-1 3-4 0,-1 1 8 15,-1 2-4-15,0 0-2 0,1 0 0 0,0 4 0 0,-1 0 6 16,-2 2 4-16,-1 0 4 0,-2 0-10 0,0 1 0 0,0 1-2 0,-2 3-4 16,-1 1 3-16,0 1 0 0,-2 2-3 0,-3 1 6 0,1 1-4 0,-1 1 0 15,1 0 0-15,-2 0 1 0,-2 0-16 0,-1 3-81 0,-2-2-80 16,-1 2-98-16,-1 0-82 0,-2 0-244 0</inkml:trace>
  <inkml:trace contextRef="#ctx0" brushRef="#br0" timeOffset="15385.1">13024 7700 1692 0,'-33'-21'170'0,"-7"-2"-159"0,-14-7-103 15,-1 3-61-15,5 3-41 0,0 1-3 0,0 3 28 0,1-1 44 0,-1 4 52 16,0 1 36-16,0 2 22 0,-2 0 14 0,-1 2 0 0,-3 1 1 0,-4 2 0 15,-1 3-1-15,-1 1 3 0,-2 2 2 0,-1 1 0 0,0 1 4 16,-4 1 0-16,-1 2-2 0,-1 2 0 0,-3 3-4 0,-3 2 0 0,-2 4 0 16,-2 3 1-16,-2 3 0 0,-1 2 6 0,-1 3 0 0,-1 2 0 15,-2 3 4-15,2 2 5 0,-3 0 11 0,0 4 11 0,0 3 1 0,-1 1-5 16,0 4-3-16,-1 4-11 0,0 2-4 0,0 3-4 0,-1 3-5 0,3 2 0 16,0 4-3-16,3 1 1 0,-1 4 1 0,2 3 4 0,1 3 4 15,0 4 0-15,2 4 0 0,2 4-9 0,2 3 2 0,2 4-2 0,2 1-3 16,3 3 1-16,2 0-4 0,4 3-2 0,4 1 0 0,4 1 2 0,2 1-2 15,5 2 1-15,3 0-3 0,6 0 0 0,5-1-2 0,4 0-8 16,7-1 16-16,5-2 1 0,5 0 6 0,6-2 8 0,6-2-8 0,5-1 0 16,7-4 5-16,6-1 13 0,6-3 4 0,5 0 7 0,9-3-2 15,5-3-7-15,7-1-6 0,6-3-1 0,6-3 5 0,7-2-4 0,6-4 3 16,8-3-6-16,3 0-2 0,8-3 0 0,5-4 9 0,9-3 4 0,7-4 5 16,9-3 9-16,5-3-12 0,7-2-19 0,9-5 2 0,7-3-13 15,5-2 3-15,8-4-4 0,4-1-9 0,4-4 0 0,8-2-8 0,3-2 3 16,7-2-10-16,3-3-6 0,3-2-8 0,2-3 0 0,4-2 4 0,4-5-23 15,1-4-13-15,1-4-12 0,1-5-16 0,-2-4 0 0,1-5 8 16,0-6 4-16,-3-3 19 0,0-7 32 0,-4-1 18 0,-6-4 21 0,-4-5 6 16,-5-2 8-16,-5-3 15 0,-2-2 18 0,-7-3 15 0,-6-3 14 15,-5-3 7-15,-5-3-1 0,-5-3-6 0,-6-3-6 0,-3-4-7 0,-6-2-11 16,-4-1-3-16,-7-5-15 0,-5 0-11 0,-5-5-10 0,-7 0 1 0,-5 0-7 16,-8-2-3-16,-6 1 5 0,-7-3-7 0,-7 1 3 0,-6-5-4 15,-9-1-4-15,-6-2 2 0,-9-4-3 0,-7-1 1 0,-10-2-1 0,-7-3-3 16,-10-1-4-16,-10 0 5 0,-8 0-1 0,-10-1 0 0,-7-1-3 0,-11-1-14 15,-8 1 5-15,-9 0-1 0,-7 0 7 0,-10 2 11 0,-7-1-5 16,-9 2 11-16,-11 4 3 0,-6 3 6 0,-10 5 7 0,-7 6-3 0,-5 6 13 16,-6 7 6-16,-6 9 7 0,-4 9 14 0,-6 5 0 0,-3 8-5 15,-7 7-7-15,-4 5-18 0,-6 9-12 0,-6 7-3 0,-5 9-11 0,-4 10-3 16,-8 8-5-16,-5 9-2 0,-4 9-4 0,-4 10-3 0,-2 7-12 0,-4 8-1 16,-1 7-1-16,2 5-5 0,3 4-1 0,5 2-11 0,7-1-33 15,6-2-38-15,10-4-49 0,9-5-79 0,8-7-72 0,10-4-89 0,5-6-345 16</inkml:trace>
  <inkml:trace contextRef="#ctx0" brushRef="#br0" timeOffset="15634.13">9900 6857 3554 0,'-4'-37'90'0,"2"0"-87"0,3-11-23 0,6-1-3 0,7 2-11 0,10-6-20 16,8-4-27-16,9-3-20 0,6-1 2 0,4-1 18 0,3 0 37 0,2 1 28 15,2 2 16-15,0 2 9 0,0 2-7 0,-2 1 0 0,1 2-1 16,-1 0-8-16,0 3 7 0,1 0-17 0,-1 1 10 0,1 1 11 0,-1-1-11 16,1 3 15-16,-2 1-8 0,0 2-1 0,-2 2 2 0,-4 5-4 15,-2-1-9-15,-1 4-21 0,-3 1-37 0,-2 3-50 0,-4 2-55 0,-1 5-67 16,-4 2-60-16,-2 0-66 0,-4 3-24 0,-2-2 9 0,-3 2 24 0,-1 0-133 15</inkml:trace>
  <inkml:trace contextRef="#ctx0" brushRef="#br0" timeOffset="15917.12">11671 4453 3443 0,'14'-14'148'0,"3"2"-120"0,7-3-69 0,2 3-24 16,5 2-18-16,6-1-13 0,7 0-3 0,7 0 0 0,3 1 14 0,3 2 20 15,0 0 24-15,1 2 21 0,-4 2 15 0,-2 2 8 0,-5 1 2 16,-3 3 4-16,-4 2 1 0,-3 2-5 0,-1 2 7 0,-4 2-4 0,-2 2 1 16,-3-1-2-16,-2 3-11 0,-2 1-1 0,-4 1-10 0,-3 1-1 15,-1 3 1-15,-4 3 10 0,-3 1 8 0,-1 5 4 0,-5 1 2 0,-3 3-9 16,-3 0-2-16,-3 4 0 0,-5 3-6 0,-3 2 3 0,-2 3-5 0,-3 0-6 15,-3 2 3-15,-2 2-9 0,-2 2 2 0,-2 2-7 0,-1 1 9 16,-2 0 8-16,0-1-6 0,0 0-6 0,2-2-31 0,0-2-44 0,2-2-52 16,0-4-83-16,1-4-93 0,0-2-98 0,1-5-101 0,-1-2-193 0</inkml:trace>
  <inkml:trace contextRef="#ctx0" brushRef="#br0" timeOffset="16565.74">14354 2205 1 0,'41'17'357'0,"-9"-3"752"0,2 3 716 0,-24-7-1751 0,1 7-68 16,6 11-21-16,7 12-16 0,4 12 1 0,3 9-17 0,1 8-8 16,1 5-11-16,-2 5-14 0,0 7 14 0,-6 1 9 0,-3 4 18 0,-6 1 7 15,-6 2 12-15,-5-1 7 0,-4 0 5 0,-5-3 11 0,-3-3 0 16,-5-5-1-16,-4-3-2 0,-3-5-2 0,-1-4-1 0,-4-4 6 0,1-6 2 15,-1-3 8-15,-1-3 4 0,-1-4-4 0,0-3 6 0,1-4-2 0,-1-6 0 16,2-5-2-16,2-1-3 0,-1-4 0 0,2 0-12 0,1-3-4 16,1-2 1-16,1-1-4 0,3-2 2 0,0-2 5 0,3 0 5 0,1-2 2 15,3 1 10-15,2-2 0 0,1 1 0 0,2-1 4 0,4-1 4 0,1-1 7 16,3 1-1-16,2 1-3 0,4 0-7 0,4 0-7 0,4-2-4 16,2-1-2-16,5-1 2 0,2-3 3 0,4-2-3 0,0-2 3 0,3-3-6 15,-1-3 2-15,1-3 1 0,-1-2-3 0,1-3 8 0,0-2 5 16,1-3-2-16,2-4 9 0,-2-4 2 0,2-1-2 0,1-5 0 0,1-1 1 15,4-5 0-15,1-3-4 0,1-2 5 0,2-5-16 0,1-1 0 0,-1-2-11 16,-1-3-5-16,1-2 4 0,-2 0-2 0,-2-2 1 0,-3 0 3 16,-3-1 5-16,-1-2 1 0,-3-1 2 0,-1-1 3 0,-6 2-5 0,-3 0 0 15,-4 1 10-15,-4 0 0 0,-5 1 4 0,-4 2 2 0,-4 0-4 0,-4 2-4 16,-3-1-8-16,-5 0-5 0,-4-1-6 0,-5-1-7 0,-6 1 5 16,-5-1-15-16,-5 3 5 0,-3 2 5 0,-6 3-12 0,-5 2 6 0,-6 4-6 15,-4 2-22-15,-7 3 16 0,-4 7 3 0,-4 5-4 0,-6 7 23 16,-6 6-8-16,-4 6 5 0,-4 6 17 0,0 6 6 0,0 6 4 0,5 3-17 15,3 6 2-15,4 5-3 0,6 4-4 0,2 7 10 0,2 4-7 0,5 5-4 16,0 7-5-16,3 5-6 0,3 5-11 0,1 4-5 0,4 2-8 16,6 0-12-16,3-1-18 0,9-2-34 0,5-3-48 0,5-2-76 0,7-1-109 15,5-2-139-15,6-2-146 0,6 0-161 0</inkml:trace>
  <inkml:trace contextRef="#ctx0" brushRef="#br0" timeOffset="16748.68">16420 3932 91 0,'7'19'650'0,"1"5"623"0,0 1 571 16,0 2-2034-16,-8-19-177 0,1 5-113 0,4 5-13 0,2 5 68 15,2 4 61-15,1-2 18 0,-1-1 7 0,-5-3 25 0,-2-5-40 0</inkml:trace>
  <inkml:trace contextRef="#ctx0" brushRef="#br0" timeOffset="17009.68">17140 2214 3657 0,'1'1'53'0,"0"3"-97"0,1 6-52 0,5 6-35 0,3 10 9 16,3 10 40-16,4 8 45 0,3 5 30 0,0 6 7 0,-1 3-7 0,-2 5 7 16,-2 5-2-16,-3 4 2 0,0 4 12 0,-1 5-8 0,-2 3-2 15,0 3-2-15,-1 1-7 0,-1 3-6 0,0 2 3 0,-1 1-3 0,1 1 5 16,0-2-5-16,1 1-9 0,0-6-13 0,0-1-24 0,0-5-16 0,-1-3-26 16,1-3-21-16,-1-4-12 0,0-6-7 0,0-4 3 0,-1-8 4 15,0-5 8-15,0-7 2 0,0-6 16 0,-1-9 12 0,1-5 11 0,0-6 3 16,-2-5-42-16,0-4-57 0,0-6-34 0,-2-6-11 0,0-6 19 0,-1-9 23 15,-2-11-23-15,-2-14 13 0</inkml:trace>
  <inkml:trace contextRef="#ctx0" brushRef="#br0" timeOffset="17275.65">17073 2408 1664 0,'-1'-7'1019'0,"0"0"-934"15,1-2-103-15,2 1-80 0,4 0-23 0,5 1 8 0,4-1 44 0,4 2 50 16,4-2 26-16,2 3 24 0,5-1 10 0,2 2 0 0,2 2 8 0,3 2-12 15,2 3 3-15,2 2-2 0,3 4-3 0,4 2 6 0,1 4-14 16,1 4-4-16,0 2-3 0,0 3-5 0,1 4 1 0,-1 5-1 0,2 5-8 16,-2 2-17-16,-2 3 0 0,-3 2-2 0,-2 5 4 0,-4 1 11 0,-2 3-1 15,0 2-4-15,-4 0-4 0,-1 1 1 0,-3 0 1 0,-2 0 4 16,-2 0-1-16,0 4-1 0,-2 1 2 0,-1 0-3 0,-1 2 8 0,-2 0-5 16,-1-1-7-16,-2-2-1 0,0 1-12 0,-2-3-12 0,-3-2-9 15,1-2-16-15,-2-4-10 0,-1-5-25 0,-1-5-31 0,-2-3-34 0,-1-5-45 16,-3-3-29-16,-2-3-12 0,-3-3-33 0,-4-4-18 0,-5-1-15 0,-4-2-156 15</inkml:trace>
  <inkml:trace contextRef="#ctx0" brushRef="#br0" timeOffset="17446.66">17211 3716 3413 0,'7'-1'87'0,"5"0"-174"0,10-1-89 15,12-1-36-15,8 0 23 0,10-2 57 0,6 0 60 0,2-1-6 0,-1-4-33 16,-1-2-47-16,-2-2-30 0,-3-3 9 0,-1-1 18 0,-2-3 29 16,-4-4 29-16,-1 0 19 0,-2-4 16 0,0-2 10 0,-2-2 4 0,0 0-11 15,1-4-27-15,-2-1-29 0,3-2-41 0,1-2-23 0,2-4-15 16,3-4-147-16</inkml:trace>
  <inkml:trace contextRef="#ctx0" brushRef="#br0" timeOffset="18017.65">17965 652 1400 0,'-26'-7'80'0,"-2"1"-46"0,-8 0-28 0,-10 0-14 0,-9 0 6 16,-11 0 4-16,-10 3 9 0,-11 0 16 0,-10 2 10 0,-10 3 17 0,-11 1-10 16,-11 3-2-16,-11 4 0 0,-11 2 2 0,-2 7 16 0,-4 5 2 15,-5 4 10-15,1 5 0 0,-1 4 3 0,-1 5-4 0,-152 49-35 0,23 7-14 16,25 5-8-16,22 4 2 0,23-1 25 0,23 0-3 0,23-1 0 0,-105 85-22 15,53-21-4-15,42-22 5 0,40-21-4 0,21-11 10 0,7-1-9 0,5 2-6 16,6-1 3-16,5 3-5 0,6 0 2 0,8 2-8 0,8 1-8 16,7-1 0-16,9 2 2 0,5-2 0 0,8 0-2 0,5-1-1 0,10-3-9 15,9-1 1-15,7-1-1 0,8-4 7 0,9-2 0 0,10-3 2 16,9-1-2-16,8-5-3 0,11-1-1 0,9-3-2 0,6-5 5 0,10-2 1 16,9-6 4-16,8-4 7 0,10-2 4 0,11-4-1 0,9-1 5 15,9-4 6-15,9-3-4 0,10-2 5 0,8-4 2 0,7-3-15 0,8-3 12 16,8-3 15-16,11-6 2 0,9 0 8 0,7-7-17 0,1-4-20 0,-6-7-12 15,-1-4 3-15,-5-6 0 0,1-7-1 0,2-2 8 0,-1-5 2 0,1-7 1 16,-3-3 2-16,-1-7 4 0,-1-5 1 0,-3-4 7 0,2-4-1 16,-3-3-6-16,1-6 4 0,-4 1 7 0,0-6-4 0,-4-1 4 0,-2-1 7 15,-5-3-10-15,-4-1 3 0,-2-6-5 0,-4-1-8 0,-2-3 7 16,-5-3-5-16,-3-2 8 0,-6 2 7 0,-4-3-5 0,-5-1 14 0,-5 0-9 16,-5-2-7-16,-5-3 4 0,-4 0-3 0,-5-1 10 0,-6-2-3 0,-6 3 1 15,-6-3-8-15,-4-3-3 0,-6-1 1 0,-4-4-10 0,-6-2 5 16,-5-3-3-16,-6-1-5 0,-6-2 6 0,-5-1 2 0,-8-2-6 0,-5-3 2 15,-7-2-11-15,-6-4-9 0,-9-3 5 0,-8-3-7 0,-9-3 1 0,-9-3-4 16,-7-2-11-16,-10 0 4 0,-8-2-10 0,-10 0-2 0,-10-4-5 16,-10 0-6-16,32 61 16 0,-12-15 13 0,-7 3 5 0,-15-15 3 0,-6 2-12 15,-17-11-2-15,-5 1 2 0,41 42 29 0,-9-5-6 0,-3 4 4 16,-11-4-5-16,-2 4-31 0,-12-3 8 0,-3 3-3 0,-10-2 2 0,-3 6 5 16,-11-1 8-16,-3 6 4 0,-12 3 9 0,-1 8 1 0,-13 2-6 0,-2 10 3 15,-13 4-5-15,-2 8-4 0,-3 10-3 0,-3 10-8 0,-16 14-68 16,-162 36-40-16,19 24-49 0,16 23-47 0,18 16-21 0,20 9-66 0,-195 129-80 15,145-35-317-15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34:29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4680 6360 27 0,'4'1'14'0,"1"2"-9"15,3 0 0-15,1 0 0 0,1-1-3 0,0 1 2 0,0-1 0 0,3 0-1 16,1-1 1-16,3 1-1 0,0 0-2 0,4 0 1 0,3 0-1 0,0 0 0 16,2 0 1-16,0-1-2 0,3 1 0 0,1-1 0 0,1 1-1 15,2-1 2-15,1 1 0 0,-1-1 2 0,3 1 4 0,1 0 2 0,2-1-1 16,2 0 2-16,0-1-1 0,1 1 3 0,1 0 5 0,1-1 4 0,2 1-1 16,0-1-1-16,4 0-3 0,-1 0-3 0,1 0-1 0,2 0-3 15,1-1 1-15,2 0-1 0,1-1-3 0,1 0 0 0,-2 0 0 0,1-1-2 16,0 0-2-16,2-1 2 0,-1-1 2 0,0 0 1 0,0 0 4 15,-2-2 2-15,2 1 2 0,-1-1 2 0,-1 1 4 0,0 0 3 0,-1-1 1 16,-2-2 0-16,1-1-1 0,-2 1-2 0,0-1 2 0,-1-1-2 16,0-1 1-16,-3 0-1 0,1 2-3 0,-1-2 3 0,-2-2 2 0,1 0-1 15,-4-1 2-15,-1 1-3 0,0-2-1 0,-2 1 1 0,-2-1 2 0,-1 0 0 16,-3-2-1-16,-1 0 1 0,-2-1-1 0,-1-2 3 0,-2-1 3 16,-1 0 3-16,-3-2 3 0,-4 1-1 0,-1 2 4 0,-1-2 0 0,-3 0 2 15,-1-2 1-15,-2 0-2 0,-2 0 4 0,-2-1-6 0,-2 1 4 0,-2-2 0 16,-2 1 1-16,-3 0 0 0,-2-2-4 0,-1 2-6 0,-3-2-7 15,-1 0 0-15,-2 1-6 0,-1 0-2 0,-2-1-6 0,-2 0-3 0,-1-2-4 16,0-1-5-16,-4 1-1 0,-1-1 0 0,-1 1-3 0,-3 1 1 0,-1 0-4 16,0 0-2-16,-4 2-2 0,0-2-3 0,-3 2 0 0,-3 0 5 15,-1 1 4-15,-2 0-3 0,0 1 10 0,-2 0-8 0,-3-1 1 0,-1 2 1 16,-1 0-3-16,-3 0 1 0,1 3 1 0,-2-1 0 0,-1 1-5 16,0 0 0-16,-3 0-3 0,1 1-6 0,-3-1 0 0,-2 1 7 0,0 1 2 15,-1 0 10-15,-1 2-1 0,2 1-5 0,-3 2-6 0,0-1-5 0,-1 0 1 16,-2 1 6-16,2 0 11 0,-2 1 0 0,0 0 5 0,1 2-4 15,-2 0-8-15,1 2 2 0,0 1-2 0,-2-1-3 0,0 1 0 0,-1 0-4 16,1 2-2-16,-4 1-3 0,1 1 1 0,-2 2-2 0,-1 0 1 0,2 1 2 16,-4 1-3-16,0 2-1 0,-1 0 0 0,0 3 3 0,-1 0 11 15,1 2 5-15,0 1 3 0,2 2 0 0,-1 0-5 0,-1 1-1 0,0 3 0 16,1 1-2-16,0 2-2 0,1 0 3 0,-1 2 1 0,1 0 0 16,2 1-1-16,0 3-3 0,0 2 2 0,1 2 0 0,1 2 1 0,2-2 0 15,2 1 0-15,0-1 2 0,4 1 2 0,1 0 1 0,1 1 3 0,3 0-1 16,2 2-2-16,3-1 3 0,1 0-6 0,5 0 5 0,2-1 9 15,1 0 6-15,4 0 7 0,2 1 1 0,6-2 2 0,3 3 0 0,4-2 0 16,0 3-2-16,5 1-3 0,2 0-4 0,3-1 0 0,3 0 0 0,1-1 3 16,4-1-1-16,3 1-3 0,0-1-6 0,5 1-2 0,0-1-6 15,4-3-3-15,3 0 4 0,1-2-3 0,4-1 5 0,2-2 7 0,2 0-3 16,4-1 2-16,1-3-2 0,0 0-2 0,3-1 3 0,0-2 0 0,4-1 3 16,1-2-3-16,1 0-2 0,-1-1 3 0,1-2-5 0,-2 0 5 15,2-2 1-15,-1 1-5 0,1 0 4 0,1-1-5 0,0 0-3 0,-2-1 4 16,1 0-1-16,-2 0 5 0,0-1 3 0,1 0-1 0,0-1 0 0,0-1-1 15,1-1 2-15,0 0-4 0,2-1 9 0,1-1-6 0,0-1 4 16,2-1 2-16,-2-2-4 0,1 0 6 0,1 0-4 0,0-1-1 0,3-2 0 16,-1 0 0-16,-2 0-2 0,2-1 0 0,-3 1-4 0,2-1-2 15,-1 1-2-15,-2 0 2 0,0-1-2 0,-1 1 0 0,0 0 2 0,-2 0 0 16,1 0 0-16,-4 0 0 0,0 0-6 0,-1 0 3 0,-2 2 1 0,0-2 2 16,-1 1-1-16,-1-1-3 0,-2 2-1 0,-1-1-6 0,-2 1 10 15,-3 0-7-15,1-1 4 0,-3 1 0 0,0 1-2 0,-3 2 7 0,1-1-5 16,-3 0 2-16,-1 0-1 0,0 1-5 0,-3 0 5 0,0 1-3 0,0 0-2 15,-3 0 5-15,0 1-4 0,-1-1-1 0,-1 1 0 0,1 0 1 16,-2 0-3-16,1 0-8 0,-1 0-5 0,0 0-14 0,0-1-8 0,-2 0-16 16,0 0-19-16,0-1-20 0,-1 0-19 0,1-1-15 0,0 0-12 0,0 0-15 15,-1 1-5-15,2-2 1 0,0 1 11 0,1-2 19 0,2 1 15 16,0-1 20-16,2 1 15 0,1 1 20 0,1-2 16 0,2 0 9 0,2 1-37 16,1-1-14-16</inkml:trace>
  <inkml:trace contextRef="#ctx0" brushRef="#br0" timeOffset="324.99">6145 6810 433 0,'-1'-6'14'0,"2"-1"-61"0,0-2-12 15,0 1 1-15,0 0 11 0,1 0 12 0,-1-2 4 0,1 1 5 16,0-2-2-16,-2-2-79 0</inkml:trace>
  <inkml:trace contextRef="#ctx0" brushRef="#br0" timeOffset="902.99">6067 6529 411 0,'-16'-13'105'16,"-1"-1"-26"-16,-5-4-14 0,2 1 5 0,1 1 18 0,-2 1 11 0,0-1-3 16,-2-1-12-16,-2 1-26 0,-2 0-23 0,-1 0-18 0,1 2-7 0,-2 0 0 15,-1 2-2-15,-2-1-4 0,0 1-5 0,-3 0 4 0,1-1 4 16,-1 3 2-16,-3-1 4 0,1 1-1 0,-3 1 2 0,1-1-2 0,-1 2-4 15,-2 0-1-15,-1 2-1 0,-1 1-2 0,0 0 4 0,-2 1-5 16,1 3-1-16,-1-1-4 0,-1 2-1 0,-1 1 6 0,0 1-5 0,0 1 2 16,0 1-2-16,-1 0-5 0,-1 3-1 0,0-1-1 0,-1 2 1 0,0 0-1 15,-1 2 0-15,2 1 5 0,-3 1-6 0,0 1 5 0,1 1 5 16,-1 2-2-16,1-1-1 0,2-2-2 0,1 4-6 0,-3-1 11 0,2 2 3 16,1-1-1-16,0 2 4 0,2 0-7 0,-1 0 4 0,2 3-1 0,-1-2-2 15,2 0-2-15,-1 2-1 0,1-1 5 0,1 1 2 0,1 3-1 16,0 0 1-16,1 0 1 0,0 1-5 0,-1-3 1 0,3 0 2 0,1 0-3 15,0-1 1-15,2 3-1 0,-1-2 0 0,3 3-1 0,1-1 0 16,1-2-1-16,1 1-2 0,0-2-2 0,1 0 2 0,1 0 10 0,2-1 1 16,1 2 1-16,3-1 1 0,1-1-10 0,1 2-1 0,0-2 7 0,1-1-6 15,1 1 4-15,2 0-3 0,2-2-2 0,2 1 2 0,2 1-2 16,0-1 1-16,3 2-1 0,2-2 1 0,1-1 1 0,1 0 4 0,2 0-2 16,2-1 1-16,1-1 0 0,1 0 1 0,3-1-1 0,1 1 2 0,2-1 1 15,3 1-2-15,0-2 3 0,4 0-2 0,2 0 2 0,2-1-3 16,3-1 3-16,1 0 3 0,2 0-10 0,3-1 2 0,1 0-1 0,1 0 0 15,3 0 14-15,2 0-1 0,2 0 0 0,3-1-2 0,1-1-10 0,3-1-1 16,2 1-2-16,0-1-1 0,1 0 3 0,2 0-2 0,3 0 2 16,-1 0 0-16,2-1 0 0,0-1-1 0,0 1-2 0,1-2 1 0,1-1-3 15,2-1 1-15,-1-1-1 0,2-2 1 0,0-1 0 0,0-2 3 16,2-1-2-16,0-3 3 0,1-2 3 0,2-3-3 0,1-1 2 0,1-3-4 16,0-1 7-16,2-2 1 0,-1 0-8 0,1-3 8 0,0 0 5 0,0-1 0 15,3-2 15-15,-2 0-1 0,-1 0-8 0,0-2 4 0,0 0 2 16,-2-1 2-16,0 1 4 0,0 0 3 0,-2-1 0 0,0 1-1 0,-1-1-2 15,-1-2-1-15,-2 0-6 0,1 0-6 0,-3-1-3 0,0 3-2 0,-2 0 1 16,-3 1-1-16,0-1 0 0,-1 1-5 0,-3 2-5 0,-3-1 3 16,-4 3-1-16,0 0 2 0,-4-1 2 0,-1 4 0 0,-4-2-2 0,-2 0-5 15,-3 3 2-15,-2-1 1 0,-3 0 4 0,-3 0 6 0,-2 2 3 16,-2-1-1-16,-4 2 0 0,-3 1 2 0,-1-1-1 0,-3 1-6 0,-2-1-2 16,-3 3-2-16,-1-2-3 0,-2-1-1 0,-1 0-6 0,-1 1-4 15,-3-1-14-15,-1 1-23 0,-1 2-36 0,-3 0-46 0,0 0-42 16,-2-1-53-16,-1 2-47 0,0-1-24 0,-3 3 15 0,-1-1 69 0,2 1 74 0,-2 0-71 15</inkml:trace>
  <inkml:trace contextRef="#ctx0" brushRef="#br0" timeOffset="1231.94">6854 8129 2171 0,'-1'-11'28'15,"1"1"-62"-15,1 0-36 0,2 3-25 0,1 3-10 0,0 0-18 0,0 1-52 16,0-1-76-16,-1 1-69 0,0 0-21 0,-1 0 61 0,-1 1-65 16</inkml:trace>
  <inkml:trace contextRef="#ctx0" brushRef="#br0" timeOffset="1938.99">6625 7964 639 0,'-25'-17'156'0,"-6"-1"-26"0,-9-4 0 0,4 0 14 0,0 3 11 0,1 0-11 16,-3 2-21-16,0-2-23 0,-3 1-25 0,-2 1-15 0,-1-1-16 16,-2 1-14-16,-2 0-10 0,-2 3-13 0,0 1-6 0,-4 1 0 0,-2 1-3 15,-1 1-1-15,-2 3-3 0,-1-1 2 0,-2 2-1 0,-2 2 6 0,-2 0 0 16,-1 3-3-16,-3 1 2 0,-2 2-9 0,0 4 3 0,-3 0-1 16,0 3-3-16,0 0 10 0,0 2-7 0,-2 2 1 0,0 1-1 0,-1 1-14 15,0 0 4-15,1 3 0 0,0 2-2 0,1-1 6 0,1 2-3 0,-2 0 0 16,1 1 4-16,1 3-2 0,1 1-1 0,0 0 0 0,-1 0 2 15,0 0 4-15,2 2 1 0,1-1 6 0,0 4-1 0,1 0-2 0,1 3 1 16,0 1 2-16,3 0-10 0,0 2 7 16,0 0 0-16,3 2 4 0,1 1 8 0,2-1-4 0,3 2 1 0,1 0-7 0,2 0 1 0,2 2-1 15,1-2-1-15,2 0-2 0,2 3-3 0,3-1-2 0,3 2-3 0,1 0-2 16,1 1 12-16,2 0 4 0,4 1 0 0,0 0 9 0,5-1-16 16,-1 1 2-16,5 0-1 0,1-1 0 0,3 0 1 0,4-3-2 0,1 0 4 15,3-1-5-15,3 1 0 0,2-3 1 0,4 1 6 0,1 0 6 16,3-1 1-16,2 1 4 0,1-2-9 0,4-1-4 0,3 0 1 0,1-1 1 15,3 0-2-15,2-1 2 0,1-2 1 0,4 0-5 0,3-2 6 0,0 1-1 16,3-1 1-16,2 0 1 0,2-2-10 0,2 1 1 0,3-3 1 0,0 1 3 16,3-2 8-16,3 0 4 0,1-2 1 0,5 1 3 0,1-2 5 15,4-2-4-15,2-2 0 0,2-1-5 0,2-3 5 0,4 0-5 0,1-2 2 16,4 0 4-16,0-2-3 0,4 1 7 0,1-2-1 0,1-1-6 16,2-2 1-16,-1-2-6 0,3-1 0 0,3-1 2 0,1-1-5 0,2-1 3 15,0-1-2-15,-1 0 0 0,3 0 2 0,-1 0-3 0,1-1 1 0,1-1-1 16,1-1 4-16,2 0 3 0,0-1-5 0,1 0 2 0,-2-1-6 15,4-1 2-15,-1-2 1 0,4 0-1 0,-2-1 7 0,1 0-5 0,0-2 4 16,1 0-2-16,1 1-1 0,2-3 2 0,2 1 1 0,-1-1-3 16,0-1 1-16,0 0-5 0,-3-1-5 0,0-1 5 0,3-1 2 0,-3 2 1 15,1-2-2-15,0-2-7 0,-3-1 1 0,1 0 3 0,-3-1-5 0,0-2 1 16,-5 2 2-16,0-4 2 0,0 0-1 0,-4-3 4 0,3-3-2 16,-3 0-5-16,-1-1 7 0,-1-1 3 0,-4-1 3 0,1-1-4 0,-4-1 3 15,-1-2-4-15,-1-1 1 0,-3-1 5 0,-2 0-4 0,0 0 1 0,-5-1 4 16,-1-1-17-16,-2 1 14 0,-4-2-1 0,-1 1-1 0,-3-1 14 15,-3 1-9-15,-1-1 1 0,-4 1-2 0,-3 1-1 0,-1-3 4 0,-4-1 4 16,-1 2-4-16,-2-2-2 0,-4 3-2 0,-2-1 0 0,-1-2-8 16,-6 0 9-16,0-1-5 0,-3-1 3 0,-3 0 10 0,-2-1-3 0,-2 2 4 15,-3 1-4-15,-3-2 1 0,-4 0-2 0,-3 2 0 0,-3 0-2 0,-3 0-2 16,-3 3-7-16,-3 1-16 0,-4 0 8 0,-3 3-8 0,-2 0-9 0,-6 1 7 16,-3 2-10-16,-6 1-3 0,-2 3 5 0,-4 2-4 0,-3 2 4 15,-6 1 5-15,-3 1 2 0,-4 3 1 0,-4 1 2 0,-1 0 2 0,-6 4 0 16,-3-1 7-16,-3 3-2 0,-2 1-4 0,-3 3 8 0,-4 2-7 15,-1 2 0-15,-6 3-6 0,-1 3-13 0,-3 3-9 0,-1 2-29 0,-2 4-31 16,-4 3-49-16,0 4-74 0,-4 4-76 0,-2 3-56 0,-2 5 28 0,-1 1-83 16</inkml:trace>
  <inkml:trace contextRef="#ctx0" brushRef="#br0" timeOffset="46701.9">15371 16111 1406 0,'-12'5'136'0,"-2"-2"-110"0,-3-2 1 0,0-5 3 0,0-6-10 0,0-7-2 15,-1-8-10-15,0-7 4 0,0-8 0 0,1-7 14 0,-1-6 6 16,0-5 3-16,2-3 7 0,-1-3-10 0,2-7-5 0,3-2-6 0,1-2-5 16,4-4-1-16,0-1 2 0,1-1 2 0,2-2 5 0,1 1 6 0,0-5 2 15,2 1 2-15,1-5-6 0,2-3-12 0,0-5 7 0,1-3-4 16,2-5-2-16,0-4-1 0,1-3-11 0,1-4-5 0,1-1 0 0,3-3 3 15,0-2-2-15,3-1 2 0,-1-1-6 0,3 0 0 0,1-1 6 0,0 0-6 16,0 2 2-16,2 1-4 0,2 1-2 0,1 1 6 0,2-2 1 16,1-3-3-16,0-2 1 0,0-3 1 0,-1-1-1 0,2 0 4 15,1-4 2-15,-1-1-1 0,2 0 3 0,1 2-2 0,0 0 1 0,0 1 2 16,3 0-4-16,-2 4 3 0,1 1-3 0,0-1-2 0,2 2 8 0,-1 1-1 16,1 8 1-16,-1 2 0 0,1 6-3 0,2 3-6 0,-1 4 3 0,3 8-2 15,-2 4 2-15,-1 6 8 0,1 3-4 0,-2 5-1 0,0 5-3 16,-1 3-9-16,-1 7 15 0,-2 5-3 0,-1 5 5 0,-1 4 5 0,-2 4-13 15,0 3-1-15,-1 4-5 0,0-1-6 0,-2 4-9 0,-2 0-8 0,-2 5-10 16,-2 4-11-16,-3 7-15 0,-2 4-18 0,-2 5-30 0,-3 2-38 16,-1 3-49-16,-2 1-36 0,-2 2-20 0,-1 0-15 0,-1 2-16 0,0 0-178 15</inkml:trace>
  <inkml:trace contextRef="#ctx0" brushRef="#br0" timeOffset="47039.9">16608 7748 1813 0,'4'-13'367'0,"6"-3"-316"0,7-5-67 0,7 1-10 0,5 5 8 16,4 0 15-16,3 2-1 0,4 3-5 0,-2 1-16 0,1 1 7 0,0 2 5 15,0 0 4-15,0 1 12 0,1 0-1 0,-1 0-4 0,0 2 2 0,3 0-3 16,-1 2 2-16,0 1-3 0,0 1 1 0,-3 1-3 0,0 1 5 16,1 1 2-16,0 1-4 0,-1 0 5 0,-1 1-1 0,0-1-1 0,-1 2-3 15,-1 1-1-15,-2 1-2 0,-4 0-4 0,-1 1 10 0,-4 2 0 16,-2 1 4-16,-2 2 5 0,-5 1-3 0,0 1 4 0,-3 1 1 0,-5 2 1 16,-3 2 5-16,-4 1 3 0,-4 3-6 0,-4 2 2 0,-3 5-1 0,-5 4-3 15,-1 3 2-15,-3 2-3 0,-3 2-5 0,-2 1 1 0,-4 2-4 16,0 1-12-16,-3 1-11 0,1-1-10 0,0-1-13 0,1-1-23 0,1-4-56 15,2-2-75-15,1-3-70 0,2-2-57 0,2 0-46 0,0-3-151 0</inkml:trace>
  <inkml:trace contextRef="#ctx0" brushRef="#br0" timeOffset="47386.9">20562 6463 2253 0,'-7'-2'156'0,"-2"1"-129"0,-1 5-53 0,1 6 0 16,3 6 10-16,-2 3 9 0,-1 6 10 0,0 3 1 0,-1 5-6 15,-1 5 5-15,1 5 0 0,-1 2 5 0,-1 3 8 0,-1 2-8 0,0 5 1 16,-2 4-10-16,0 2 1 0,-3 1 6 0,0 0-1 0,2-1 2 16,-1 0-2-16,2-2-4 0,1-2-1 0,3-4-1 0,0-3-1 0,1-3 1 15,1-1-8-15,0-3 4 0,1-3-1 0,1-5 3 0,1-1 6 0,2-4-8 16,-1-4 2-16,-1-2-5 0,1-5-1 0,1-3 0 0,-1-3-5 16,2-3-7-16,-1-4-18 0,0-1-35 0,0-1-33 0,-1-4-39 0,-1-2-42 15,2-3-38-15,0-2-48 0,0-6-5 0,-1-5-49 0,2-8-195 16</inkml:trace>
  <inkml:trace contextRef="#ctx0" brushRef="#br0" timeOffset="47741.9">20397 6560 1634 0,'1'-1'247'0,"1"0"-174"0,5 2-81 16,2 3-5-16,3 3 8 0,3 4 5 0,2 2 5 0,-1 4 1 0,3 1-2 15,1 2-1-15,-1 1 4 0,2-1-1 0,0 1-1 0,-1 1 0 16,0 0-2-16,1 0-6 0,-2 2 3 0,1-1 0 0,0 0-5 0,-1-1-1 15,0-2 5-15,0-1-6 0,-1-1 1 0,0-4-18 0,0-1-24 0,0-2-27 16,-1-3-26-16,1 1-11 0,-2-3-9 0,-2-2 3 0,0-2 9 16,-2-2 14-16,-1-2 22 0,0-3 18 0,-1-3 17 0,-1-1 15 0,0 0 9 15,1-3 0-15,0-2-2 0,-1 0 0 0,1-4-10 0,0 0 2 0,0 1-8 16,0 0-4-16,-1-1 4 0,-2-1-1 0,1 3 7 0,-1-2 6 16,-1 2 5-16,1 0 8 0,0 0 6 0,-1 0 8 0,0 2 10 0,0 2 9 15,-3 2 14-15,1 1 11 0,-2 2 9 0,0 1 9 0,-1 3 4 0,0 1-2 16,-1 2-2-16,0 1-13 0,-1 1-4 0,0 0-7 0,-1 3-9 15,0 1 0-15,-1 3-12 0,-2 0-2 0,0 4 1 0,-2 2-9 0,-2 1 1 16,0 2-6-16,-1 2-6 0,-2 2 0 0,-2 1-3 0,-1 1 2 16,-1 1 0-16,-3 0 0 0,0 0-11 0,-1-1 0 0,1 1 3 0,-1-1-4 15,-1 0 7-15,1 0-10 0,0-4-18 0,-1 1-14 0,3-2-17 16,0-2-29-16,1-2-27 0,2-3-17 0,1-2-15 0,0-2-7 0,3-3-2 16,1-3-2-16,3-3-87 0</inkml:trace>
  <inkml:trace contextRef="#ctx0" brushRef="#br0" timeOffset="48022.9">21321 6309 1446 0,'5'0'145'16,"2"1"-132"-16,3 3-35 0,3 2 1 0,0 5 13 0,0 2 4 16,2 3 16-16,0 1 8 0,-1 0 6 0,-1 3 3 0,1 3 4 0,0 0 1 15,-1 3-1-15,0 1 4 0,-2 2-4 0,-1 2-2 0,-1 3-3 0,0 1-2 16,-2 2-10-16,1-2-3 0,-1-1-4 0,-1 1-1 0,0-1-4 15,1 0 1-15,0-1-7 0,-1-2-3 0,0-1 2 0,0-3 6 0,0-2 1 16,0-1 6-16,2-2-2 0,0-2-4 0,0-2 2 0,1-1 0 16,1-2 1-16,-1-4 5 0,0 0-3 0,0-1 1 0,-3-2 4 0,1 0-3 15,-1-1 4-15,-1-2-7 0,0-1-2 0,-1 0 2 0,0-1-3 0,-1 0 2 16,0-1-3-16,0-1-8 0,-1 0-3 0,-1-1-5 0,-1 0-8 16,1-1-6-16,-2 0-18 0,0 0-21 0,-1 0-20 0,0-1-19 0,-1-1-15 15,0-1-2-15,-1 0-13 0,-1 1-8 0,0-3-6 0,-2 0-9 0,0 0-1 16,0-1-22-16,-1-1-10 0,0-1-125 0</inkml:trace>
  <inkml:trace contextRef="#ctx0" brushRef="#br0" timeOffset="48474.91">22286 6173 2252 0,'4'-2'181'0,"0"3"-154"0,5 2-63 16,2 6-2-16,3 3 24 0,1 2 13 0,-1 3 4 0,0 2 3 0,1 0-2 16,-2 2 7-16,0 1-11 0,0 1 8 0,0 4-1 0,-1 1-5 15,-1 3 12-15,-2 3-7 0,-2 1 3 0,-1 1-1 0,-2 1 0 0,-1 0-3 16,-2 1-1-16,-2 2 3 0,-1-2 1 0,-2-1 2 0,-2 1-3 16,-1-1 4-16,-3 1-4 0,-1-3-6 0,0-2-2 0,-2 0 5 0,-1-2 4 15,2-1 10-15,-3-2-2 0,0-1-5 0,0-2 0 0,2-3 0 0,-1-1 0 16,2-1 1-16,-1-4 2 0,0 1-1 0,2-1-1 0,0-1 0 15,1-2-3-15,2 0 0 0,2-1 4 0,1-2 1 0,3-1 1 0,1-2 6 16,1-3-2-16,1 1 1 0,1-1 7 0,2-1 1 0,2 0 1 0,1 0 1 16,3 0-6-16,3-1-1 0,2 0 2 0,4-1-4 0,4-1 4 15,0 1-4-15,4-1-4 0,2 0 1 0,2 1 2 0,2-1-2 0,3 1 1 16,0-1-4-16,2 1 3 0,-1 0-1 0,-1 1-2 0,2 0 3 0,-2-1-2 16,0 2-3-16,-2-1-1 0,2 1-1 0,1 1 1 0,0-1 1 15,2 1-1-15,-2-1-8 0,-1 0 1 0,1 1-6 0,-1-1 2 0,1 1 1 16,-1-1-5-16,-1 1 1 0,-2-1-3 0,-1 1 0 0,-1-1 6 15,-3 0 2-15,0 1-2 0,-2-1-1 0,-3 1-2 0,-1-1-3 0,-2 1 0 16,0 0 4-16,-2-1-3 0,-3 1-8 0,-2-1-9 0,-1 0-18 0,-3 0-26 16,-2-1-37-16,-3 0-35 0,-3 0-43 0,-3-1-34 0,-2 1-37 15,-3-1-42-15,-3 1-31 0,-5-1-60 0,-4 0-58 0,-7 0-249 0</inkml:trace>
  <inkml:trace contextRef="#ctx0" brushRef="#br0" timeOffset="50688.9">15078 15786 580 0,'-8'24'72'0,"-1"1"-34"0,-2 5-6 0,1-3-3 16,3-4-6-16,0-1-14 0,1 0-7 0,1-3 0 0,1 1-3 0,1-1 1 16,0 0 1-16,2 0 7 0,0 1 1 0,1-1 3 0,1 1 3 15,1 0-1-15,1 0 5 0,0 1 4 0,1-1 0 0,1-1 3 0,1 1-6 16,0-2-5-16,-1 1 0 0,1-3-7 0,1 0-5 0,-1 1-3 0,1-4-4 15,-1 0-1-15,0-1 1 0,0-3-3 0,-1-1 2 0,0-2 3 16,-1-2 3-16,0-2 6 0,1-1-3 0,-1-1 1 0,0-1 7 0,1-2 2 16,-1-1 6-16,0-1 3 0,2-3 6 0,-1-1 5 0,0-2 3 0,0-1 13 15,0-2-4-15,-1-2 1 0,0-2 0 0,2-2-7 0,0-2 6 16,2-2-4-16,2 1-6 0,1-5-9 0,1-1-4 0,2 0-1 0,3-1 3 16,3 1 1-16,1 0-9 0,3-3-1 0,2 1-5 0,-1-4 2 0,4 0 1 15,1 0-11-15,4-2 7 0,2-1-5 0,3-4 0 0,3-1 8 16,2-4-10-16,2-3 4 0,4-4-9 0,4-2 5 0,2-3-4 0,4-4 2 15,1-3-1-15,4-3-3 0,1-4 7 0,3-1-4 0,3-3 7 0,4-2-2 16,3-2-4-16,2-1 2 0,2 0-10 0,1 1 7 0,2-2-6 16,3 1 6-16,0-3 6 0,5 1-6 0,0 3 6 0,3-1-9 0,1 2 2 15,2 2 2-15,1-3-4 0,1 4 2 0,1-1 1 0,2 2-8 16,0 4 6-16,1 1-8 0,-1 3 0 0,3 4 2 0,-1 2 0 0,1 3 11 16,1 3 1-16,1 3 1 0,0 4 0 0,0 2 0 0,1 2 1 0,0 4 0 15,2 4-3-15,0 2-3 0,-2 3-5 0,-2 2-1 0,1 2 2 16,-1 0-1-16,0 2 7 0,0 4-10 0,-3-2 9 0,0 4 4 0,0-2-2 15,-1 0 10-15,-1 2-12 0,0 0-3 0,-1 1 6 0,-2 2-1 16,0 0 3-16,0 1-1 0,-2 1-2 0,0 2 3 0,-5 0-1 0,-1 0 7 16,-1 1-2-16,-2 0-10 0,-2 2 2 0,-1 3-4 0,-4-1 6 15,-3 2 5-15,-2 0 0 0,-5 3 1 0,-2 0 4 0,-2 2 6 0,-4 2 9 16,-1-1 0-16,-5 1-2 0,-2 1 2 0,-2 2-9 0,-4 0 4 0,-3 1 2 16,-2 1-6-16,-3 0 6 0,-4 0-6 0,-1 1-1 0,-4 1 4 0,-1 1-6 15,-3 0 2-15,-3 0-5 0,-3 0-3 0,-2-1 3 0,-3 1-6 16,-2 1 4-16,-5 0 2 0,-1 1-11 0,-2 1 4 0,-2-1-10 0,-2 1-15 15,-2 1-2-15,-3 1-17 0,-2 0-21 0,-2 1-24 0,-2 1-36 0,-1-1-25 16,-2-2-24-16,-1-1-23 0,-2-1-36 0,-1-1-30 0,-3-1-38 16,-2-2-86-16</inkml:trace>
  <inkml:trace contextRef="#ctx0" brushRef="#br0" timeOffset="51056.42">22811 11813 2443 0,'0'3'166'0,"2"2"-123"16,0 0-49-16,1 1-10 0,1 0-10 0,2 0-5 0,4 2 0 0,1 0 5 16,4 1 12-16,0-1 11 0,1 2 6 0,-1 1 0 0,2 1 0 0,1-1-3 15,-1 0 1-15,3-2-1 0,2 1 2 0,-1 1 1 0,3-1-6 16,1-1 6-16,-1 0-6 0,1-1 3 0,0-1-2 0,0 0-2 0,1 0 1 15,-2 0-5-15,1 0 3 0,-2 1 2 0,0-1 8 0,1 1-4 0,-3 0 4 16,0 1 6-16,-2 1-6 0,-3 0-1 0,0 1 1 0,-2 1-3 16,-2-1 1-16,-1 1 6 0,-2 0 2 0,-1 2 3 0,-1 0 5 0,-1 1 7 15,-2 2 4-15,-1 2 3 0,-2-1-8 0,-3 2-10 0,-1 2 0 16,-3 2-1-16,-2 3 0 0,-1 1 4 0,-2 2-12 0,-4 0-6 0,0 0 2 16,-3 0-2-16,1 1 6 0,-2-1-4 0,-2 2-2 0,-1-2-8 15,-1 0 1-15,-1-3 1 0,3-1-12 0,-1-1-9 0,0-4-20 0,4 0-10 16,0-3-20-16,1-3-22 0,2-2-29 0,1-1-41 0,1-3-38 0,2-3-34 15,2-1-46-15,1-3-23 0,3-3-24 0,1-1-1 0,2-3-36 16</inkml:trace>
  <inkml:trace contextRef="#ctx0" brushRef="#br0" timeOffset="51975.47">24948 10899 2809 0,'-7'13'373'0,"-1"3"-293"0,-3 6-134 15,0 1-46-15,0 5-31 0,0 3 5 0,-1 10 8 0,1 5 17 0,-2 3 29 16,0 3 28-16,-1-1 25 0,-2 1 19 0,-3-2 2 0,-1 1 4 15,-4-2-5-15,-2 0 4 0,-1-1 3 0,1-2-3 0,-1-3 6 0,0-3 6 16,2-1 5-16,-1-4 4 0,2-2-1 0,1-5-6 0,0-1-4 16,2-2-7-16,3-2-3 0,0-1 4 0,5-2 3 0,0-2 11 0,3 0-2 15,1-3 7-15,2-1 5 0,2-1-20 0,1-1 17 0,1-1-10 0,2-2-5 16,3 1 12-16,3 1-19 0,1 0 1 0,3-1-8 16,1 1-2-16,3-1-3 0,3 0-1 0,2-1 7 0,3-2-2 0,0-1-5 0,2-2 3 15,3-3-3-15,0-1 7 0,4-4 4 0,-2-1-9 0,4-4 0 0,1-2-1 16,3-3-1-16,1-3 7 0,1-4 1 0,1 0-14 0,-2-2 6 15,1-5-6-15,0 0 10 0,1-4 1 0,1-2-2 0,-2-1 4 0,1-3-6 16,0-1 9-16,-1-4-1 0,-2-1-6 0,0 0-1 0,-3-1-2 16,0-1 3-16,-1-1 4 0,0 0-12 0,-3-1 11 0,0-2-2 0,-5 3 2 15,-1-1 14-15,-2 2-15 0,-4 1 2 0,0-2-4 0,-3 3 1 0,-1 0 6 16,-3 0-2-16,-3 4 2 0,-2 0 7 0,-2 2-9 0,-3 1 2 16,-2 3 11-16,-3 1-11 0,-1 2 7 0,-3 1-6 0,-4 1-9 0,-2 1 11 15,-2 2-6-15,-2 2 0 0,-3 2-2 0,-4 2-5 0,-4 1-2 0,-3 3-8 16,-1 1 1-16,-2 3 1 0,-2 1 4 0,-1 3 9 0,0 1 0 15,-4 4-6-15,2 2-5 0,-1 2-2 0,-1 4 1 0,2 2 1 0,-1 2-3 16,1 2-7-16,2 4-5 0,0 2-6 0,-1 4-12 0,1 1-6 0,0 4-7 16,1 3-11-16,3 4 2 0,0 0-6 0,4 2-13 0,1 0-5 15,3 1-21-15,3 0-16 0,1 1-14 0,7-1-32 0,2-2-39 0,4 1-56 16,6-2-43-16,3 2-20 0,4 0-117 0</inkml:trace>
  <inkml:trace contextRef="#ctx0" brushRef="#br0" timeOffset="52789.77">26138 10701 1570 0,'-3'3'322'0,"0"0"-214"15,-1 1-100-15,0 0-20 0,1-3 6 0,0 2 13 0,0 0 7 0,1 0 3 16,0 0 3-16,0 0 11 0,0 0 12 0,0 0 9 0,0 0 1 0,-1-1-7 16,1 1-1-16,-1-1-2 0,1 0 3 0,0 0-1 0,0 0 0 15,0-1-12-15,0 1-2 0,0 0 3 0,0-1-7 0,1 0 3 0,0 0 1 16,0-1-7-16,0 1 9 0,0-1-2 0,0 1-1 0,-1 0 1 0,2 0-7 16,-1 0 1-16,0 0 2 0,1 0-7 0,0 1 4 0,0-1-7 15,-1 1 0-15,0 0 12 0,1 0-12 0,-1 0 4 0,0 1-14 0,0 0-16 16,1 0 6-16,-1 1 6 0,0 0 11 0,0 0 7 0,-1 0 1 15,1 0-11-15,0 0-8 0,0 0 3 0,0 0-3 0,0 1-1 0,-1-1 3 16,0 0-1-16,1 0-4 0,-1-2 5 0,1 1 2 0,-1 1-7 0,0-1 5 16,1-1-1-16,-2 1-6 0,1-2 5 0,1 1-1 0,-1-1-2 15,2 0 4-15,-1 0-4 0,0-1-4 0,-1-1 2 0,1 0-6 0,1 0-3 16,-1 0-3-16,0-1 0 0,0 1-3 0,0-2 1 0,-1 1-5 0,1 0-10 16,-1-1 4-16,1 0-6 0,-1 0-1 0,-1-1 5 0,1 0 1 15,0-2-6-15,1 0 6 0,-1-2-2 0,0 0 20 0,0-1 7 0,1-1 3 16,0 1 5-16,0-2-16 0,1-1 4 0,0 1 0 0,0 1 3 15,0-1-3-15,1 3 5 0,1-1 1 0,0 1-1 0,0 0 5 0,-1 2-3 16,0 0 5-16,1 1-5 0,0 1 4 0,0 0-1 0,1 1-3 0,-1 0 3 16,0 2-5-16,0 0 11 0,-1 0-3 0,1 0 4 0,-1 1 5 15,1 0-7-15,-2 1 7 0,1 1 2 0,0-1-6 0,0 0 3 0,-1 0-1 16,0 1 2-16,1 1 7 0,-1-1-7 0,0 1 2 0,1 0-3 0,-1 0-2 16,1 0 3-16,-1 2 2 0,1-1-1 0,-1 0 1 0,2 0 0 15,-2 0 0-15,1 1 2 0,-1 0-6 0,1 1 4 0,0-2-3 0,0 2-7 16,1 1 9-16,-1-1 1 0,1 1-6 0,-1 1 7 0,1 0 3 15,-1 1-10-15,1 0-8 0,-1-1 1 0,0 1-6 0,0 1 13 0,-1 0 5 16,1 1-4-16,-2-1-5 0,2 0-5 0,-1 1 2 0,1 0 5 16,0 0-2-16,-1 0-4 0,1 0-1 0,-1-1 0 0,0 3-2 0,0 0 0 15,1 2-2-15,0-2-1 0,0 4-1 0,0 1 4 0,1 4 13 0,0 3-12 16,0 5 1-16,2 2-4 0,0 4-10 0,0 3 8 0,0 3-1 16,0 4-2-16,0 7 1 0,0 3-6 0,-1 4 1 0,-1 3 0 0,-2 1 1 15,-1 1-3-15,-1 2 11 0,-2-4 8 0,-2-1-1 0,0-5 9 0,-2-2-12 16,1-6 2-16,-2-3 1 0,1-4 2 0,0-4 6 0,2-3-6 15,1-4 2-15,2-4-4 0,1-3 6 0,1-5 3 0,1-2 3 0,2-2 6 16,2-3-3-16,0-1 0 0,2-4 0 0,1 0-5 0,0 0-10 16,3-1 1-16,-1-1-8 0,4-1 2 0,2 0 6 0,3-2-12 0,1 0 8 15,3-2-4-15,4 0 6 0,1-2 1 0,3 0-5 0,3-1 4 0,1-1-2 16,1 0 3-16,2-1 1 0,2 1-8 0,1-1 0 0,0-1-3 16,2 1-6-16,-1 0 1 0,2-1-6 0,0 0-11 0,0-2-4 0,0 1-15 15,-1-1-8-15,-1-1-4 0,-1 1-25 0,1 0-16 0,-3-2-13 0,0-1-25 16,0-2-21-16,-3-2-40 0,0 0-61 0,-3-3-52 0,-2-1-51 15,-2-2 3-15,-3-4 31 0,-2-2 30 0,-2-3-109 0</inkml:trace>
  <inkml:trace contextRef="#ctx0" brushRef="#br0" timeOffset="53022.77">26186 11011 2458 0,'-3'5'790'0,"0"-1"-690"0,0-1-102 0,2-1-61 0,2-2-12 16,2 0 10-16,2 1 8 0,3-1 13 0,4 1 17 0,5 0 13 15,3 0 11-15,1-1 6 0,3 2 1 0,0-1-6 0,0 1 4 0,2 0 3 16,-1-1-5-16,1 0 2 0,-1 1-21 0,1-1-10 0,0 0-5 16,-2 0-32-16,0-1-28 0,-2 0-38 0,0-1-42 0,-1-1-19 0,-1 0-28 15,0-1-19-15,-1 0-18 0,0-2 0 0,-3 1 17 0,0 0 21 0,-3-1 16 16,-2 0 2-16,-2 0-81 0</inkml:trace>
  <inkml:trace contextRef="#ctx0" brushRef="#br0" timeOffset="53229.77">26302 11506 2558 0,'5'6'341'0,"1"2"-307"16,3 2-86-16,4-1-13 0,4-2 17 0,5 1 22 0,3 1 6 0,6-2 10 15,2 1-3-15,4 1 7 0,1-2 3 0,1 0-4 0,1 0 1 16,0-2-11-16,0 0-18 0,1-2-19 0,-3 0-34 0,0-2-38 0,1-2-34 16,-2-1-32-16,0-2-39 0,0-1-57 0,-3-2-37 0,-1-3-1 15,-2-2 30-15,0-3 44 0,-2-5-9 0</inkml:trace>
  <inkml:trace contextRef="#ctx0" brushRef="#br0" timeOffset="53756.28">23556 10695 3112 0,'-22'-4'121'0,"-1"-1"-71"15,-2-1-62-15,5-2-20 0,8 2-25 0,6 1-18 0,4 0-10 16,4 1 8-16,3-3 26 0,6-1 21 0,6-2 18 0,8-1 14 0,3-1 0 16,6 1 4-16,4 0 3 0,5-1-8 0,4-2-2 0,8-1 1 0,4 1-9 15,4-3 3-15,5-2 1 0,5-1-12 0,5-2 12 0,5-1-5 16,2 2-5-16,4-2 9 0,2 0-9 0,2 1 2 0,2-1 3 0,2 2-5 16,-2 2-3-16,0 2 8 0,2 3 5 0,-2 4 4 0,2 4-1 15,0 2-6-15,1 3 0 0,-2 4-2 0,-1 3 2 0,0 4 16 0,1 4 2 16,0 4 4-16,0 2 3 0,1 4-8 0,-1 3 0 0,0 2 7 0,-1 4 1 15,-2 3-4-15,0 3-2 0,-1 3-9 0,-3-1 1 0,-3 1-4 16,-2 3-1-16,-4 0 5 0,-2 1-9 0,-2 3-1 0,-4 1-8 0,-2 2-16 16,-4 1 2-16,-4 2-9 0,-5 2-4 0,-3 2 1 0,-5 3-5 15,-5 2-4-15,-2 3-19 0,-7 1-4 0,-3 4-2 0,-7 2 9 0,-5 1 24 16,-7 2 11-16,-7 0 10 0,-7 1-4 0,-6 0-3 0,-9 1-9 0,-7 0-2 16,-7 1 7-16,-10 1 8 0,-8-1 16 0,-7-1 11 0,-6-1 11 15,-5-3 15-15,-6-5 17 0,-4-1 12 0,-6-4 11 0,-5-5-1 0,-1-2-5 16,-3-5 3-16,-1-1 4 0,-3-5 12 0,1-2 8 0,0-5-2 0,-5-2-10 15,1-4-5-15,-3-2-3 0,-4-3-11 0,-3-5 1 0,-4-2-8 16,-3-7 16-16,1-4-10 0,-1-4-2 0,2-4-6 0,1-4-23 0,2-4-7 16,1-3 2-16,4-5 9 0,6-2-4 0,1-6 15 0,3-3-18 15,5-3-5-15,2-3-8 0,5-2-13 0,5-4-5 0,2-2-10 0,4-3-1 16,5-2-4-16,5 0-6 0,4 2-14 0,5-1-19 0,3-1-16 0,3-1-22 16,1-2-37-16,3-4-51 0,1-5-71 0,1-5-85 0,-1-10-92 15,1-9-113-15,-2-11-356 0</inkml:trace>
  <inkml:trace contextRef="#ctx0" brushRef="#br0" timeOffset="54449.29">20126 6525 1600 0,'-17'-32'76'0,"2"-2"-40"0,-1-7-28 0,8 5 1 16,7 10 4-16,2 0 4 0,1 4-4 0,1 0-3 0,2 0-6 15,1 2-1-15,2-2 1 0,2 0-3 0,1 0 1 0,2-1-1 0,3-1 3 16,0-2 1-16,5-1-2 0,1-3 1 0,2-2-1 0,3-1-1 0,1-1 1 16,5-1 4-16,2 0-2 0,4-1-5 0,1 0-4 0,2-1-5 15,5-1 7-15,2 0 0 0,5 0 7 0,4 0 0 0,4 0-3 0,4-1-4 16,3 1 4-16,3 2-2 0,5 0 0 0,4 0 1 0,4 1 0 0,2 1 5 15,4 2-4-15,2 4 1 0,3 0 2 0,2 4-6 0,1 3 0 16,2 5 3-16,-2 4-3 0,0 7 1 0,0 4 0 0,-3 4-4 0,-1 5 3 16,-3 3 2-16,-2 5-1 0,-2 2 1 0,-1 3-2 0,-3 3 0 15,1 1 1-15,-1 4 0 0,-1 3-2 0,0 5 2 0,-1 2-5 0,-2 3 1 16,-1 2-1-16,1 3-2 0,-4 4 3 0,1 5-5 0,-1 3-1 0,-3 3 0 16,-2 3-5-16,-3 4 7 0,-2 3 2 0,-3 3-2 0,-2 4 1 15,-3 3-4-15,-5 3-1 0,-4 2-2 0,-8 5-9 0,-6 2-2 0,-5 3-9 16,-5 2-11-16,-9 0-8 0,-5 0 0 0,-7-1 0 0,-6 0-1 0,-5-5 7 15,-6-2 1-15,-4-6 6 0,-6-6 10 0,-4-3 11 0,-3-5 3 16,-4-4 8-16,-7-2 1 0,-4-4 1 0,-5-1 1 0,-6-3 3 0,-4-3 4 16,-6-2 2-16,-6-3 3 0,-5-4 0 0,-3-2 8 0,-5-2 5 15,-1-6 7-15,0-2 13 0,-1-6 8 0,0-4 9 0,-4-4 6 0,1-4-3 16,-5-3-4-16,0-2-3 0,-1-3-6 0,-1-3 0 0,-2-2-7 0,-3-1-10 16,-2-2 2-16,-2-2-4 0,-2-1 5 0,3-3 9 0,1-1 6 15,2-3 5-15,2-1-4 0,1-1-5 0,0-4-10 0,5-3-3 0,2-2-15 16,8-3-3-16,5-1-10 0,7 0-3 0,5-3 0 0,6 0-22 0,5-2-25 15,3-1-35-15,5-2-38 0,6 2-39 0,2-1-52 0,6 0-58 16,3 0-51-16,5-2-63 0,3-2-86 0</inkml:trace>
  <inkml:trace contextRef="#ctx0" brushRef="#br0" timeOffset="58171.94">27115 12945 799 0,'-14'5'81'16,"-3"0"0"-16,0 1 1 0,5-1 20 0,5 0 8 0,3-1-13 0,-1 0-11 16,0 1-24-16,0 0-10 0,1-1-9 0,-1 1-5 0,2 0-3 0,-1 0-3 15,0 1-6-15,0 0-4 0,0 1 1 0,-1-1 0 0,1 1 0 16,0 1 0-16,1 0-6 0,-1 2-2 0,1 0 1 0,-1 1-1 0,1 0-4 15,0 1 3-15,0 1-3 0,1 2-3 0,-2 1 2 0,2 1-2 0,-1 2-2 16,2 1 0-16,1 1-1 0,1 3-4 0,2 1 5 0,0 0-1 16,2 3-1-16,0 1 5 0,1 4-5 0,1 2 3 0,1 2-3 0,2 4-1 15,2 3 1-15,0 1-2 0,4 3 2 0,-1-2-6 0,3-1 0 16,2-2-1-16,0 0-1 0,3-2-8 0,3-2 8 0,2-1 1 0,3-2-1 16,0-1 8-16,2-1-5 0,-2-3-5 0,2-1-2 0,1-3 1 0,-1-2 1 15,2-2 6-15,-2-1-1 0,-1-2 7 0,-2-1-5 0,-1-3 2 16,-5-1 2-16,0-1-5 0,-4-3-7 0,-1-1-5 0,-1-2-10 0,-2-2-19 15,-2 0-35-15,-3-1-35 0,-2-2-38 0,-1-1-46 0,-2-1-39 0,0 0-65 16,0-1-261-16</inkml:trace>
  <inkml:trace contextRef="#ctx0" brushRef="#br0" timeOffset="60741.93">27887 13023 417 0,'-7'-6'130'0,"-2"-1"-23"0,-1-1 13 0,1 1 0 16,2 1 8-16,1 1-8 0,0 1-11 0,-1 0-13 0,1 2-12 0,0 0-6 15,-1 0-7-15,2 1-2 0,-1 1-6 0,1 0-1 0,0 1-4 16,1-1-3-16,0 1-6 0,0 1 5 0,0-1 5 0,-1 1-1 0,2 2 7 16,-1 1-7-16,1 0-3 0,1 0-1 0,0 2-4 0,1 0-1 0,0 3-12 15,0 0-10-15,2 2-5 0,0 4-11 0,1 2 1 0,1 2-1 16,2 2-4-16,0 4-3 0,2 1-2 0,-1 3 1 0,-1 1-1 0,2 1-9 16,1 0 18-16,0 2-1 0,1-1-4 0,0 1 15 0,-1-1-21 15,0-1 5-15,0-1-2 0,1 0-4 0,1-1 4 0,-2 1-5 0,0-1 1 16,-2 1 1-16,0-3-2 0,-1 0 0 0,-1-5-4 0,0-1 3 0,-2-1 1 15,-2-3 4-15,-1 0 6 0,-1-2-5 0,-1-3-1 0,-1-1-4 16,-1-1-3-16,-1-2 5 0,-2-2-8 0,0 0-9 0,-1-2-10 0,-1-2-16 16,1-2-21-16,1-3-5 0,-2-2-11 0,1-2-5 0,-1-2 3 0,0-2-4 15,1-2-2-15,0-2-16 0,1 0-12 0,0-3-10 0,0-1-16 16,1 0-7-16,1-2-6 0,1-2-7 0,1 1 3 0,0-3-4 0,1 0-1 16,1-1 3-16,1-3-41 0</inkml:trace>
  <inkml:trace contextRef="#ctx0" brushRef="#br0" timeOffset="60941.93">27699 13163 200 0,'-6'-5'98'0,"-2"1"19"0,-1 0 1 0,1 0-11 0,2 2-13 16,1 1-16-16,-1-1-10 0,1 2-6 0,1 0-9 0,0 0-4 0,2 1-5 15,1 1-12-15,1 0-7 0,1 1-5 0,1-1 1 0,1 0-1 16,1 1 11-16,1-1 5 0,2 2 5 0,2 0 0 0,1-1-3 0,2 1-4 16,3 0 1-16,0 0 1 0,3-1-3 0,1 1-1 0,1-1-4 0,1 0-9 15,2-1-1-15,2 0-6 0,1-1-11 0,0 1 7 0,-1-1-8 16,0 0 1-16,-2 1 1 0,0-2-11 0,0 0-5 0,-3 0-15 0,1 0-13 15,-2-2-13-15,-2 1-12 0,-2 1-11 0,0-1-1 0,-2 0 2 0,-1 0-3 16,-1-1-5-16,-2 1-9 0,-1-2-18 0,-2 0-8 0,-1-1-23 16,0 0-12-16,-2-1-16 0,-1-1-47 0</inkml:trace>
  <inkml:trace contextRef="#ctx0" brushRef="#br0" timeOffset="61388.06">28365 12919 92 0,'7'-8'84'0,"0"0"16"16,2-3 12-16,-2 3 0 0,0 1-7 0,-2 1-6 0,-1 1-3 0,0 0-7 15,-1 2-2-15,0 0-1 0,0 1-5 0,-1 2-1 0,-1 0-3 16,1 0-1-16,-2 1 1 0,2 1 1 0,-2 1 3 0,1 0 3 0,-1 2 1 16,0 1 3-16,1 1-3 0,-1 1-4 0,0 1-11 0,-1 1-8 0,0-1-10 15,0 1-10-15,0 2-5 0,-1 0-5 0,1 2-13 0,-2 0-4 16,1 3-8-16,-1 1-6 0,0 0 5 0,0 1-1 0,0 0-4 0,-1 1-4 16,0 0 6-16,0 1-9 0,-1 1 6 0,1-1 2 0,-1 3-14 15,0-2 2-15,0 1 0 0,-1-1-5 0,1-3-5 0,0-1 13 0,0-1-11 16,-1-1 1-16,0-3 7 0,2-1-23 0,0-2-4 0,2-3-6 0,-1-1-15 15,3-2-10-15,-1-2-14 0,1-1-21 0,-1-3-8 0,0 0-4 0,0-3 10 16,-1-2 19-16,1-2 18 0,1-2 16 0,-1-2 13 0,2-3 8 16,0-1 12-16,2-2 1 0,0-1 10 0,-1-2 6 0,2 0-3 0,0 1 11 15,2 0 1-15,0-2 2 0,0 1 4 0,-1 0-1 0,0 1 4 16,0-1 12-16,-1 0 4 0,-1 1 14 0,0 0 1 0,0 1 0 0,-1 2-3 16,0 0-6-16,-1 3-6 0,2 3-11 0,0 2 3 0,0 5-7 0,1 0 1 15,-1 3 7-15,1 2 1 0,-1 1 5 0,1 1 5 0,-1 3 4 16,2 0 0-16,0 3-4 0,1 3-2 0,0 1-2 0,1 3-8 0,0 0 3 15,3 2-3-15,2 1 2 0,2 0 4 0,2 0 3 0,0 0-3 16,2 0-3-16,2-2-3 0,1 0-11 0,2-1 6 0,2-1-4 0,1-1-2 16,1-2 2-16,2 0-9 0,2-1-5 0,-1-2-1 0,2 0 0 15,-2 0 0-15,2-1-7 0,-4 1-4 0,1-2-5 0,0-1-10 0,-1-2-5 16,-1-2-8-16,-1 0 0 0,-1-2-2 0,-2-1 4 0,2-1-5 0,-4-3-1 16,0 1-22-16,-3-2-16 0,-3 1-21 0,-3-2-22 0,-1-2-24 0,-3-1-21 15,-2-1-17-15,-2-2-34 0,-5 0-31 0,-2-1-62 0,-3 0 62 16</inkml:trace>
  <inkml:trace contextRef="#ctx0" brushRef="#br0" timeOffset="61838.93">27645 12856 1412 0,'0'-7'142'16,"3"-4"-52"-16,3-4 18 0,4 0 15 0,4 0 12 0,4 0-19 0,1-2-15 15,1 0-19-15,2 0-16 0,1-1-20 0,4 0-6 0,3 0-10 16,2 1-13-16,1-2 5 0,2-1-13 0,-1 1-4 0,2 0 0 0,2 0-7 16,1 2 2-16,4 0 8 0,0 0-5 0,0 1 2 0,3 1-3 0,1 0-6 15,1 1 4-15,2 0 0 0,4 1 0 0,1 1-1 0,3 1-7 16,1 0-2-16,-2 3-1 0,2 2-1 0,0 2-2 0,-1 2 0 0,1 2 3 15,-2 2 2-15,0 2 1 0,2 2 2 0,-1 1-1 0,0 3 3 0,-1 0 5 16,-1 4-4-16,-3 2 3 0,-1 2 0 0,-2 3-1 0,-4 1 4 16,-2 3-2-16,-3 2-5 0,-3 4 2 0,-3 3 1 0,-1 2 4 0,-3 3 3 15,-3 1-2-15,-4 1 3 0,-5 1-7 0,-3 1 3 0,-4 0 0 16,-4 1 0-16,-1 0 2 0,-4 0-4 0,-3 0 5 0,-4-2 2 0,-3 1 5 16,-3 1-4-16,-4-2-9 0,-2-1 11 0,-4 1-2 0,-2-1 2 0,-4 0 7 15,-3 1-13-15,-2-3 1 0,-1 0 0 0,-4 1 1 0,-1-1-1 16,-4-1-6-16,-2 0 0 0,-2-3-2 0,-2 2-2 0,-2-3-7 0,0 0-2 15,0-1-6-15,1-2-2 0,-1-2 3 0,0-1-15 0,2-3-9 0,1-1-19 16,4-4-10-16,0-2-5 0,0-3 2 0,4-3-4 0,0-1-6 16,4-4-8-16,3-1-6 0,2-1-5 0,2-1-16 0,5-1-21 15,0 0-26-15,4-1-30 0,2-2-33 0,2 2-38 0,0-1-15 0,2 0 16 16</inkml:trace>
  <inkml:trace contextRef="#ctx0" brushRef="#br0" timeOffset="62976.93">29606 12479 834 0,'-5'-11'254'0,"0"0"-187"0,-2-4 26 16,0 2 26-16,2 4 29 0,-1 1 12 0,1 0-18 0,0 2-22 0,-2 1-22 15,1 1-23-15,0 0-4 0,-2 1-12 0,0 1-4 0,-1 1-2 0,-1 1-12 16,1 2 0-16,-1 0-13 0,1 0 2 0,0 1 2 0,-1 1 3 16,1 0 2-16,-1 1-1 0,1 2 5 0,0-2-6 0,0 1 1 0,0 0-10 15,2 3-11-15,0 1-5 0,1 1-3 0,2 2-2 0,0 1 1 16,2 1 1-16,1 4-7 0,1 2 3 0,3 2-3 0,1 4 2 0,2-1-1 16,2 3-12-16,2-2 13 0,2 2 2 0,2 1-4 0,3 0 19 0,2-1-23 15,0-2-2-15,3-2 6 0,1-3-12 0,0-1 7 0,2-1 4 16,2-2-3-16,1-1 6 0,1 0-4 0,2-1 6 0,3-1-1 0,-1-1 5 15,0-1 10-15,0-2 2 0,-1-1 17 0,0-2 11 0,-3-1 8 0,2 0 2 16,-3-2 0-16,-1-1-1 0,0-1-5 0,-3-2 1 0,-1 0-12 16,-3-1-6-16,-1-2-1 0,-1 0-7 0,0-2 5 0,-4 0-12 15,1-1-2-15,-2 1-1 0,0-1-6 0,-1-1-2 0,0 1-3 0,0-2-6 16,-1 1 3-16,0 0-1 0,-1 1 0 0,-2-1 6 0,1-1-10 0,-1 1 2 16,0 0-4-16,-1 0-5 0,1 3 3 0,-2-1-10 0,1 0 4 0,-2 1 0 15,-1 1-3-15,1 1 6 0,-1-1-10 0,0 1 1 0,0 0 0 16,0 1-2-16,-1 0 0 0,-1 1-4 0,1 0-6 0,-2 0-5 0,1 0-4 15,-1 1-1-15,-1 0-4 0,1 1-5 0,1-1-3 0,-2 2-2 0,0-2 0 16,0 2 2-16,0 2-5 0,0-1 1 0,-1 0 0 0,0 0-1 16,0 0 3-16,0 0-4 0,0-1-3 0,0 0-5 0,-1-2-18 0,1 1-27 15,-1-2-25-15,0 0-34 0,0-1-14 0,0 0-15 0,0 0-9 16,0-2-6-16,0 0-11 0,0-1-24 0,1-1-10 0,0 1-67 0</inkml:trace>
  <inkml:trace contextRef="#ctx0" brushRef="#br0" timeOffset="69239.24">22495 14445 768 0,'1'0'69'0,"1"0"-11"0,-1-1 1 0,2 1 0 0,-1-1-12 0,-1-1-8 16,2 1 0-16,-2 1 2 0,1-2 17 0,0 2 13 0,-1-1 7 15,1 0 5-15,-2 0-2 0,1-1-7 0,-1 1 0 0,0-1-9 0,1 0-6 16,-2 0-1-16,0-1 1 0,0-1 0 0,-2-1-1 0,-1-2-7 0,-2 0-3 15,-2-2-9-15,-1 0-3 0,-2 1-5 0,0-2-9 0,-3 1-2 16,-3 0-7-16,-1-1 2 0,-2 1 0 0,-3 1-1 0,0 3-5 0,-4 1-7 16,-2 2 1-16,0 3 3 0,-5 2 1 0,-3 2 4 0,0 1-9 0,-3 4 1 15,2 2 3-15,-2 1 9 0,-2 4-3 0,2 1-10 0,-1 3 0 16,-2 3 4-16,3 0 6 0,1 1 8 0,0 0 2 0,5 1 3 0,-1-2 4 16,6 0-1-16,1 1 7 0,2-1-8 0,2 0-4 0,4-1-5 15,1-2 1-15,4 0 1 0,3-2 3 0,3 0-2 0,3-1-5 0,1 1 1 16,2-2-5-16,3 1-1 0,2 1-6 0,2 0-5 0,1 1 5 0,4 1-8 15,3-1 1-15,3 1 2 0,3-1-5 0,0-1 7 0,4 1-2 16,1 1 0-16,-1-2-2 0,3 1 2 0,-1 0 5 0,3 0 2 0,0 0 3 16,3 0-9-16,1 0 6 0,-1-1-4 0,1 3 1 0,-1-2 11 0,1 3-8 15,-1-1-6-15,0 0 1 0,-1 2-2 0,1 0 3 0,-4-1 9 16,1 3-9-16,-5-2 8 0,0 2-3 0,0 2 4 0,-3-2 6 0,0 2-4 16,-2-1 10-16,-5 0-2 0,-1-2 1 0,-4 1-3 0,-1-1-1 15,-3-1 0-15,-2 0-1 0,-1-1-2 0,-3 1-9 0,-2-1-6 0,-2-3 6 16,-1 1 0-16,-2-2 0 0,-3-1 7 0,-2-1-14 0,-2-1-10 0,0-1-9 15,-2-2-8-15,-1 0-2 0,0-2 1 0,-3 0-13 0,-2-2-14 16,1-2-4-16,-4 0-17 0,1-2-3 0,-2-2-21 0,0-1-34 0,0-2-19 16,1-1-27-16,-1-2-25 0,0-1-31 0,2-2-16 0,1 0 0 0,3-2 6 15,2-2 27-15,3 0 9 0,5-1 23 0,2-2 3 0,3 0 3 16</inkml:trace>
  <inkml:trace contextRef="#ctx0" brushRef="#br0" timeOffset="69658.23">22886 14653 1206 0,'5'18'448'0,"0"2"-333"0,2 6 10 16,0 1-7-16,-2-2-15 0,1 2-19 0,0 1-13 0,2 5-4 15,0-1 3-15,3 3 8 0,-1 1-9 0,3 0-15 0,0 2-18 0,1 1-23 16,2 1 2-16,1 0 3 0,3 0 6 0,1-1 2 0,-1-2 2 0,3-2-3 15,0-2-4-15,-2-4 6 0,3-2-7 0,-1-3-7 0,0-4 2 16,2-1-6-16,-1-2-4 0,3-4 1 0,-2 0-6 0,2-2-1 0,-1-2 1 16,1-1-5-16,1-3 3 0,1-3 5 0,0-1-6 0,-1-3 5 0,1 0-4 15,-3-3 0-15,0-1-3 0,-1-2 7 0,0-3-5 0,1 0 1 16,0-1 4-16,1-2-6 0,-2-2 3 0,2-2 9 0,-1 0-3 0,0-2-2 16,0-2 9-16,-2-1-15 0,0-2 5 0,-2-2 1 0,1-1-10 15,-2-1-1-15,-1-1 4 0,-2-1-1 0,0-1 0 0,-2-2 12 0,-4-2-2 16,0 2-3-16,-4-2-1 0,-1 1-1 0,-3-3-1 0,-3 0 6 0,-2 1-2 15,-3-2-1-15,-2 4-2 0,-3-2-5 0,-2 2 3 0,-2-1 2 16,-2 0-3-16,-2 2-12 0,-4 0 11 0,-1 2-2 0,-5 0 6 0,1 2 8 16,-5 2-10-16,1 2-3 0,-5 2-3 0,-1 3-4 0,-2 1-1 0,-3 2-2 15,0 2-8-15,-3 3-1 0,1 2 1 0,-3 3 2 0,-1 3 3 16,0 3 0-16,0 4 4 0,1 3-6 0,0 4-1 0,-1 3-1 0,0 1-13 16,0 5-2-16,3 1-9 0,0 3-11 0,2 4-12 0,2 3-13 15,2 5 0-15,2 1-5 0,0 4-9 0,1 1-14 0,3 1-10 0,2 2-17 16,5-2-18-16,1-1-27 0,3-1-33 0,4-4-38 0,0-1-47 0,6-3-153 15</inkml:trace>
  <inkml:trace contextRef="#ctx0" brushRef="#br0" timeOffset="70026.23">23856 15105 2460 0,'27'39'60'0,"5"5"4"0,6 11-10 0,-3-4-15 0,-5-7-15 0,-1-1-18 15,0 0 1-15,2 3-1 0,-1-2-4 0,3 1 8 0,-1-2-4 16,1-1 4-16,-1-1-6 0,1-1-1 0,0 0-8 0,-2-3 8 0,0-1 10 16,-2-1-4-16,-1-2 15 0,-1 1-6 0,-5-4-6 0,0 0 1 0,-4-2-9 15,-3-3-1-15,-2-1 4 0,-2-2-9 0,-3 0-3 0,-2-2-7 16,-4-2-12-16,-1-1 5 0,-4-2-4 0,-2-1-18 0,-2-3 10 0,-3 0-6 15,-3-1-1-15,-1-2 18 0,-4-2-10 0,-1 0 6 0,-4-3 2 16,-1 0-9-16,-3-3 12 0,-1-1 2 0,-1-2 5 0,-1-3 7 0,-2-1 1 16,0-4 8-16,-1-2 2 0,0 0-6 0,-2-5 3 0,0-2-3 0,-2-3 5 15,1-3-2-15,1-3-3 0,0-1-3 0,2-4-6 0,1-2 4 16,3-4 4-16,3-3-13 0,4-1 1 0,3-2-3 0,6-2-12 0,3-2-5 16,5-4-17-16,4 1-9 0,4-2-4 0,5-2-17 0,3 1-24 15,5-1-42-15,4 1-33 0,1 2-23 0,5 1-8 0,3 0 13 0,1 4 4 16,2 1 5-16,2 3 3 0,1 2 0 0,2-1-78 0</inkml:trace>
  <inkml:trace contextRef="#ctx0" brushRef="#br0" timeOffset="70387.23">24924 14073 2670 0,'0'44'151'0,"1"0"-101"0,-1 14 0 0,1-6-16 0,-1-4-17 16,2 2-5-16,2 1-12 0,2 2-10 0,2 0 10 0,0 3 3 15,2-1-1-15,-1 0 10 0,1-1-7 0,0-2-1 0,0-3 4 0,-1-4 1 16,1-2 10-16,1-3 5 0,-2-5 3 0,2-3 5 0,0-4 1 0,0-2-3 15,0-2-11-15,0-4-4 0,-1-1-12 0,0-5 1 0,1-1-11 16,1-2-4-16,1-2 0 0,0-2 11 0,2-1 14 0,0-1 1 0,2-1 6 16,0-1-14-16,1 0 2 0,1-3 2 0,0 0 3 0,2 1-9 0,0-2 10 15,2 0-3-15,3-1-6 0,0-2 6 0,1-1-28 0,2 0 5 16,-3-3-14-16,1 0 7 0,-2-2 8 0,0-3-13 0,-2 1-11 0,0-4-26 16,-1-2-13-16,-3-1-18 0,1-2-27 0,-2-3-37 0,-2-1-57 15,-3-4-74-15,-1-2-96 0,-2-5-90 0,-2-3-42 0,-2-3-142 0</inkml:trace>
  <inkml:trace contextRef="#ctx0" brushRef="#br0" timeOffset="71110.23">26104 13597 3332 0,'-30'9'27'0,"-3"-1"17"0,-12 0-15 16,-4-5-16-16,-1-4 1 0,-4 0-1 0,-1-2-7 0,-2-2 1 0,-1 0-1 15,-2-2 5-15,-4-2-2 0,-5 0 2 0,-5-1-7 0,-3-1-1 16,-7-1 7-16,-2-1-5 0,-4 2 1 0,-2 1-12 0,-4-1 4 0,-4 2 2 16,-4-1-3-16,-6 1 12 0,-2 1-15 0,-6 0-1 0,-3 1-6 0,-3 2-11 15,-3 0-2-15,1 2-12 0,-2 1-10 0,1 3-3 0,-1 3 1 16,0 3 9-16,1 3 18 0,0 2 7 0,1 3 9 0,1 3 2 0,1 2-6 15,4 4 4-15,5 3 0 0,2 5 3 0,3 2 3 0,3 2 2 16,2 2 3-16,4 1 5 0,5 1 3 0,1 2 6 0,2 3-13 0,2 1 13 16,0 3 1-16,5 3-8 0,4 2 10 0,4 2-19 0,3 4 0 0,2 3 3 15,2 1 4-15,1 3-5 0,3 2 0 0,5 0-3 0,4 2-10 0,4 1 0 16,5 0-1-16,3 3-1 0,5 0 14 0,5 0-4 0,3 1-3 16,6-1-8-16,3 4 1 0,3 0-5 0,7 0-4 0,3-1 12 0,4-3-10 15,6-1 6-15,4-2-1 0,6-2-11 0,4-1 20 0,4-3-4 16,5 0 2-16,3-3 3 0,5 1-13 0,5-1 2 0,6-3 9 0,3-3-5 15,2-3 6-15,4-5 1 0,3-2 1 0,3-5 18 0,4-3-11 0,3-2 0 16,3-5-5-16,2-2-2 0,3-4 2 0,2-2 0 0,4-5 2 16,4-2 0-16,4-3 1 0,5-2-10 0,-1-4-1 0,5-3-8 0,0-3 18 15,3-3 5-15,4-3 3 0,2-1-5 0,2-3-1 0,3-2-8 0,1-1 13 16,2-2 15-16,5 1-10 0,3-4 0 0,2-1-8 0,3-1-5 16,1 0 12-16,-2-2-1 0,2 0-9 0,0 0-1 0,0-1-16 0,3 0 16 15,1 1 3-15,3-2-3 0,-3-1 7 0,0 1-8 0,0-1 10 0,-4-1 5 16,2 0 7-16,-1-1-10 0,-1 0-3 0,-1-1-10 0,-3-2 0 15,0-3 6-15,-2 1-8 0,-3-2 5 0,-2 0-13 0,-3-3 8 0,-2-1 9 16,-2-4-2-16,-4-3 10 0,-2-1-30 0,-4-3 30 0,-4-2-3 16,-2-3 6-16,-4-2 11 0,-3-4-25 0,-5-2 1 0,-4-1-3 0,-5-4 5 15,-2 0-1-15,-4-3-6 0,-3-3 7 0,-7-2 2 0,-3 0-9 0,-6-2 0 16,-6 1-6-16,-1 2-3 0,-7-1 6 0,-5 2-3 0,-5 2-3 16,-6 0-5-16,-4-1 7 0,-6 3 3 0,-5-3 6 0,-4 1 7 0,-5 3-7 15,-4 2 3-15,-6 0 4 0,-4 2-9 0,-7 0 13 0,-4 2-6 16,-4 1 4-16,-5 3 11 0,-4 1-8 0,-7 0-3 0,-5 3-5 0,-5 0-3 15,-4 4-8-15,-3 3 7 0,-6 2 5 0,-3 2-7 0,-5 3-7 0,-4 2-4 16,-3 3-2-16,-2 3-2 0,-5 2 6 0,-2 2-7 0,-4 4-11 16,-4 3-13-16,-1 2-5 0,0 4-18 0,-2 4-20 0,0 3-7 0,-2 5-10 15,-2 3-9-15,1 4-11 0,1 5-10 0,1 6-18 0,1 5-24 0,0 4-17 16,1 6-22-16,4 2-41 0,4 5-4 0,2 2-3 0,3 3-14 16,4 2 6-16,2-1-164 0</inkml:trace>
  <inkml:trace contextRef="#ctx0" brushRef="#br0" timeOffset="89595.17">9373 3405 3 0,'12'9'2'16,"2"3"0"-16,5 4-2 0,-1-1 0 0,2 0 0 0,2 1 1 0,2-1-1 0,2 1-1 15,0 2-1-15,5 0-2 0</inkml:trace>
  <inkml:trace contextRef="#ctx0" brushRef="#br0" timeOffset="89947.17">9943 3768 12 0,'42'29'14'0,"4"3"6"0,12 10 3 0,-6-1-6 0,-6-4-3 15,0 4-6-15,3 2-3 0,1 1-1 0,-1 1 0 0,2 2-1 0,-2 1-2 16,0 0 2-16,2 3 0 0,0 2 2 0,0 2 7 0,1 0 3 0,0 2 3 15,0 2 1-15,2 4-6 0,0 1-2 0,2 2 0 0,0 0-2 16,0 2 1-16,2 1-3 0,1 1-1 0,1 2 0 0,1 0 0 0,1 4 0 16,0 1 0-16,2 2-3 0,-1 3-2 0,2-2-2 0,1 4 3 15,-2 0 0-15,0 1 1 0,1 3-1 0,0 0-2 0,0 3-3 0,1-1-1 16,0 1 5-16,-1 0 0 0,1 3 2 0,0 0 3 0,0 1-6 0,0 2-1 16,0-1 0-16,0 0-2 0,-2 1 3 0,2 3-1 0,0 0 1 15,0 1 0-15,1 1-4 0,-1-1 3 0,0 0-3 0,0 2 1 0,0 0 3 16,0 0-3-16,1 0 0 0,0-1 1 0,-2 0 3 0,2 1 6 15,0 1 6-15,-1-1 3 0,1 3 4 0,0-2 8 0,-1 0 4 0,0 3 7 16,1-2 1-16,-1 0-9 0,0 1 2 0,1-1 1 0,-1 1 0 0,2 0 0 16,-1-4-7-16,0 2-9 0,-1 1-3 0,2-3 6 0,2 1 1 0,-2-1 4 15,1-2 3-15,-1 1-6 0,-1-1 3 0,1-2 5 0,1 1 7 16,0-2 8-16,-1 0-5 0,0-2-11 0,-3-2-9 0,2-1-14 0,-3-2-1 16,2-2-1-16,0 1 7 0,-1-2 2 0,-1 1 0 0,1-2-4 15,-1 0-5-15,1-2 6 0,-2-1 3 0,1-2 4 0,-1 2 4 0,1-2 0 16,0-2-2-16,-1 0-5 0,-1-4-9 0,-1-1-2 0,-1 0-1 15,0-3-5-15,-1 0 5 0,0-2-7 0,-1-2-2 0,-1-1-3 0,1 1-7 16,-1-3-16-16,0-1-15 0,-2-2-36 0,1-2-38 0,1-3-34 0,0-1-24 16,0-2 0-16,4-1 4 0,-3-2-62 0</inkml:trace>
  <inkml:trace contextRef="#ctx0" brushRef="#br0" timeOffset="113944.9">6942 1431 1 0,'-38'-1'131'0,"22"-14"427"0,-4-3 414 0,-1-4-1070 0,-3-1 120 0,-1-3-6 0,-2-1-12 0,-2-4-4 0,-1-1-11 16,-2-3-5-16,0-1-24 0,-1-3-24 0,4 3-28 0,0-2-33 0,1-1-7 15,-3 1 28-15,4 1 13 0,1 0 24 0,2 4 29 0,1-1-3 0,-2 4 23 16,1-2 4-16,-3 3 10 0,0 0 2 0,-3 1-4 0,-1 1 10 15,-3 2-4-15,-2 1 2 0,-2 1 7 0,-5 4 4 0,-1 0 0 0,-2 1 2 16,-4 2-8-16,-2 1-1 0,-2 2 0 0,-2 1 6 0,-2 0 6 16,-1 3 0-16,-1 1 4 0,-2 0-7 0,0 1 0 0,0 1-2 0,-1 1-14 15,0 1-2-15,-1 1-2 0,0 1 0 0,1 1 13 0,-1 1 5 16,0 0 2-16,0 2 3 0,1 1-3 0,-2 1 3 0,1 2-7 0,-1 1 1 16,1 2 0-16,-1 3 2 0,0 1 10 0,-1 3-1 0,0 2 0 0,0 2-22 15,-1 4-6-15,1 2-16 0,-1 3-5 0,1 3 17 0,1 2-1 16,-1 2 8-16,1 2-4 0,0 2-3 0,2 2-4 0,1 2-3 0,1 1-1 15,-1 3-16-15,-48 45-1 0,12-5-4 0,14-5 3 0,11-6 11 0,11-7 6 16,13-4 0-16,7-6-2 0,13-9 1 0,1 0-2 0,5 0 2 16,1 0 4-16,3 0-3 0,3 0 2 0,1 5 0 0,-3 35-1 0,7-13 5 15,9-14 4-15,4-20 6 0,3 2 7 0,2 0 3 0,1 0 3 0,5-2 0 16,1 0 1-16,3-1-2 0,3 0-2 0,3 0 0 0,3 0-2 16,3-1 5-16,3 0 3 0,3-1-3 0,2 1 3 0,3-3-4 0,3 1 0 15,2-1 5-15,3-2-2 0,5 1-2 0,3-3-1 0,3-2-1 0,3-2-1 16,1-2 0-16,4-2 1 0,4-1 0 0,2-2-1 0,3-1 1 15,4-1-7-15,2-2 1 0,3-1-2 0,3-1-2 0,1-2 4 0,3-1-1 16,2 0 5-16,2-3 2 0,3-2-3 0,3 1 1 0,3-2-6 16,1 1-2-16,2-2 2 0,5-1 1 0,0-1 7 0,2 0-1 0,3-1-2 15,-1 0 0-15,3 1-7 0,0 1 2 0,1-1 0 0,1 1 1 0,-1 1 1 16,2-1-2-16,-2 1 1 0,0-2-2 0,1 1 2 0,-2-1-1 16,2 1-1-16,-1-1 1 0,0 0-2 0,0-2 2 0,-1-1 3 0,0 0-2 15,-1 0 1-15,-1 0 1 0,-2-1-6 0,-1 0 2 0,-3 0-2 16,1-1 1-16,-4-2 3 0,-1 0 0 0,-1-2 3 0,-4-3-2 0,0-1 0 15,0-4 3-15,-4-1 2 0,-1-2 6 0,1-4-3 0,-7-3 0 0,1-1-3 16,-3-1 0-16,-3-3 0 0,-2 1 0 0,-1-2 5 0,-4 1-3 16,-3-3 1-16,-2 0 1 0,-3-5-3 0,-2 0 5 0,-4-3 5 0,-1-2 1 15,-4-3 3-15,-4-3-1 0,-3-2 1 0,-5 0-1 0,-5-2-3 0,-1-1 1 16,-7-1-13-16,-3-3 3 0,-7-1-1 0,-4-1-8 0,-6 0 6 16,-5-1-10-16,-7 0-5 0,-6 0-8 0,-7 0-11 0,-6 3-11 0,-7 0-7 15,-7 3-4-15,11 27 14 0,-7-7 11 0,-4 1 7 0,-10-6 4 16,-4 1-11-16,-10-5 0 0,-6 2 0 0,-11-4 1 0,-6 2 4 0,-4 3-11 15,-6 3-13-15,-6 3 1 0,-2 4 1 0,-6 4 11 0,-3 5 19 0,-4 5-1 16,-3 6-41-16,-4 5-41 0,-4 7-16 0,-3 8 5 0,-3 10 27 16,-3 7 18-16,-3 11-118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36:50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3531 1100 676 0,'-11'3'14'0,"-1"-1"-12"0,0 2 0 0,-5 0-2 0,-2 2 0 0,-2 0 4 16,-4 1-8-16,-2 1-5 0,-2 2-10 0,-6 2-6 0,-34 13-10 0,-5 2-5 15,3 3 0-15,7 0 1 0,6 0 11 0,7-2 14 0,5 0 10 16,8-4 6-16,1 0 0 0,1 1 4 0,2-1 0 0,1 1 2 0,-1-1 5 15,3 1-2-15,0 0 2 0,2-1-3 0,1 2 0 0,0-1 2 0,3 1-3 16,-1-1 4-16,4 1-5 0,-1 1-2 0,2-1 1 0,3 1-6 16,0-2 3-16,4 2 0 0,-7 21-2 0,8-8 4 0,7-5-2 0,7-9 1 15,2-2 3-15,3-1 1 0,2-3 0 0,1 1 2 0,3-1 0 16,2 0-2-16,3 0 2 0,3 0-1 0,2-1-2 0,3 0 2 0,0 0 0 16,3-2-2-16,2 1 0 0,3-1-1 0,1 0-2 0,1-2 1 0,2 1 3 15,2-1-6-15,3 0 3 0,1-1 0 0,1 2-3 0,0-1 2 16,2 0-3-16,3-1-1 0,2 0 2 0,2-1 0 0,2 0-2 0,2-1 1 15,1 0-2-15,3 0-1 0,2 1 0 0,1-2-2 0,1-1 1 0,0-1 0 16,2 2 2-16,2 0 2 0,2 0 4 0,1 1 0 0,1 0-2 16,2-1 6-16,0 2-1 0,3 0-1 0,-2-1 2 0,1 1-7 0,1-2-2 15,1-1 3-15,0-2-2 0,3-1 1 0,1-2 0 0,0-1-1 16,2-2 0-16,0 0-1 0,1-2 2 0,3 0-1 0,1 0 1 0,0-2-1 16,-1 1-2-16,2-1 5 0,-1 0 0 0,3-1 2 0,1 1 1 0,0-1-3 15,-1 1 2-15,3 0 1 0,-2 0 3 0,3 0 4 0,0 0-4 16,0 1 1-16,1 0-1 0,-1 0-6 0,0 2 4 0,0 1-3 0,1 0-4 15,1 1 2-15,-2 1-4 0,-1 2-3 0,-1 0 2 0,-2 2-1 0,1 0-2 16,-2-1 0-16,2 2 1 0,-3 0 1 0,0 0 0 0,0 1 2 16,-3-1-2-16,1-2 1 0,0-1 3 0,0-1 0 0,0 0-1 0,-2-1 2 15,-1-2-2-15,-1-1-1 0,-1-1 1 0,0-3 0 0,0-1-1 16,-1-1 4-16,-1-3 4 0,-1 1 2 0,-2-4 4 0,-3-1-3 0,0-2-1 16,-2 0-1-16,-3-2-1 0,1-2 2 0,-2-2 2 0,-4 1 1 0,0-3 5 15,-1-1 2-15,-3-1-5 0,-1-1 5 0,-4 1-3 0,-5-2-3 16,-3 1 8-16,-3 0-8 0,-3 0 1 0,-3-1-1 0,-1-1 4 0,-4 1 0 15,-4-2-2-15,-2 0 3 0,-3 0-5 0,-3-3 4 0,-2-2-1 0,-2-1-1 16,-4 1 0-16,-2 1 0 0,-3-2-1 0,-3 2-2 0,-2-4-5 16,-5 18 5-16,1-4 5 0,-2-2-6 0,-2-4-2 0,-1-2-7 0,-2-5-11 15,-3 0 1-15,-2-5 0 0,-3-1-9 0,-2-3 2 0,-3 1 3 16,-3-1-5-16,-3 0 3 0,-4-1-3 0,-2 0-3 0,-4-1 4 0,17 22 37 16,-4-2 2-16,-3 0-3 0,-2-3 10 0,-4-1-44 0,-3-2-6 0,-2-1 1 15,-6-2-5-15,-1-1-4 0,-6-3 0 0,-2 0-2 0,-6-2-6 16,-3 0 55-16,-6-2-3 0,-3 0 9 0,-7-1-1 0,-3 1-54 0,-3 0 9 15,-4 3 0-15,-3 2-3 0,-2 1 7 0,-4 4-2 0,-4 0-3 0,-2 5 5 16,-3 2 5-16,-4 4 1 0,-3 3 2 0,-3 4 12 0,-3 4-3 16,-4 5 3-16,-3 4 9 0,-3 5-4 0,-3 5-19 0,-3 5-51 0,-2 6-18 15,-5 5-21-15,-2 6-11 0,-2 7-7 0,-5 7-48 0,-3 6-174 16</inkml:trace>
  <inkml:trace contextRef="#ctx0" brushRef="#br0" timeOffset="61772.53">3461 5311 337 0,'-16'-12'62'0,"-1"0"-53"16,-2-2 20-16,7 2-5 0,3 1-1 0,3-1-4 0,0 0-6 0,0 1-1 16,2-1-5-16,1 0-3 0,1 1-3 0,3-1-4 0,2 2-2 15,2-1-1-15,1-1-1 0,1 0 3 0,1 0 1 0,2-1 5 0,2 1 0 16,1-4 3-16,1-2 0 0,1 0-3 0,1-1 2 0,0 1 0 0,2 0 2 16,-1 0 2-16,2 0 1 15,1 1 5-15,0 0-1 0,1 1 7 0,1-1 3 0,0 1 7 0,0 1 5 0,1 0 1 0,0 0-2 0,2 1-3 16,0-1-5-16,5-2-4 0,0 0-1 0,4 0-3 0,2 1-2 15,4 0-5-15,1 0-1 0,3 0-4 0,2 2 1 0,1-1-4 0,2 1-1 16,1 0 0-16,2 1-1 0,1 0-1 0,0 2 0 0,0 1-1 16,3 2-1-16,-1 0 2 0,2 3 0 0,1-1 0 0,1 2 1 0,0 1 1 15,0 1-2-15,0 2-2 0,0 1 2 0,0 1-1 0,0 2 5 0,-1 1 6 16,1 2 5-16,-3 3 5 0,-1 3 3 0,-4 3 3 0,-3 4 2 16,-4 1 2-16,-1 4-2 0,0 0 4 0,-3 4-4 0,-1 3-2 0,-1 2-3 15,-2 3-3-15,-1 1-4 0,0 0-5 0,-3 2-3 0,-1 1-4 0,-1 1-1 16,0 1-8-16,-3 0 5 0,-1 1 1 0,-3 1 1 0,-4 0 8 15,-2 2 0-15,-3 0 1 0,-2 0-2 0,-6 1 5 0,-1 1 0 0,-5-1 6 16,-3-2 2-16,-2 1 2 0,-5 0-4 0,-2 2-1 0,-4-3 9 0,-4 1 4 16,0 0 4-16,-5-1 5 0,-1-1-10 0,-3-2 4 0,-1-1 2 15,-1 0-4-15,0-3 2 0,-3-3-2 0,1 0 1 0,-4-3-1 0,2-1 3 16,-2-1-4-16,-3-1 4 0,-1-4-17 0,-2 1-3 0,-3-1 9 16,-1-2-10-16,-2 0 10 0,-3-3-3 0,-3 1-12 0,-1-1 2 0,-3-3-2 15,0-1-6-15,-2-1 9 0,0-2-1 0,-1-2 1 0,-1 0 2 0,1-1-8 16,-2-1 3-16,1-3 6 0,4-2 6 0,1-2 4 0,2-1 1 15,2-2-5-15,2-2-2 0,0-1-2 0,3-1-3 0,0-2-4 0,2 0-1 16,3-2 0-16,0-2-6 0,1 0 4 0,2 0-7 0,2-1 1 0,2-2 1 16,0 0-1-16,4-2-2 0,-1-1 0 0,3-2-4 0,1 0 0 15,1 0-5-15,0-2-1 0,2-1 1 0,1 0 8 0,2-2 7 0,2-1-3 16,1 1 5-16,1-1-5 0,2 1 0 0,2 1 4 0,0-1-5 0,1 2 1 16,2-1-1-16,0 2-6 0,2 1 8 0,0 0-3 0,1 0 4 15,2 1-2-15,-2 1-3 0,3-1 0 0,-1 0-6 0,3 3 7 0,1-1-4 16,0 1 2-16,1 2-4 0,0 2 0 0,0-1 1 0,1 2-4 15,1 2 0-15,1 0 1 0,1 1-4 0,-1 0-1 0,1 1-2 0,-1 2-10 16,1-1-7-16,1 0-11 0,-1 2-14 0,2 0-14 0,0 1-8 0,2 1-6 16,0 0-5-16,1 1-7 0,3 0-20 0,-1 0-22 0,1 1-27 15,0 0-12-15,2 0-2 0,2-1-3 0,2 0 0 0,1-1-24 0,3-2-137 16</inkml:trace>
  <inkml:trace contextRef="#ctx0" brushRef="#br0" timeOffset="62385.07">6788 5281 1 0,'-13'-9'103'0,"-10"-9"429"0,-6-6 453 0,-6-2-992 0,14 7 18 15,5 5-3-15,6 5-8 0,2 2-13 0,3 0-23 0,1 3-36 16,1-1-42-16,2 2-39 0,1 1-28 0,0 1-3 0,1 2 22 0,2 1 30 15,1 2 34-15,0 2 29 0,0 1 22 0,-1-1 18 0,-2 1 14 0,1-1 13 16,-1-3 18-16,-1-1 18 0,0-1 20 0,0-1 13 0,0-1 6 16,0 0-2-16,1-3-5 0,0 0-3 0,2-2-3 0,2 0-1 0,2-3-2 15,3-4 1-15,2-1-4 0,4-3 5 0,3-1-2 0,3-3-2 16,2-3-2-16,5-1-11 0,2-4-3 0,6 1-2 0,1-3-4 0,4 2 3 16,2-2 2-16,4 1-6 0,3-1-1 0,1 1 3 0,1 0-8 0,2 2-1 15,-1 1 1-15,2 4-9 0,1 2-2 0,0 1-2 0,0 3-1 16,-1 1-3-16,0 3-4 0,0 3 0 0,0 4 2 0,-2 2-4 0,0 3-3 15,-2 2 2-15,-1 3 2 0,1 3-1 0,-4 2-1 0,-1 5 0 0,-2 1-4 16,0 2 2-16,-3 4 3 0,-3 1-3 0,0 2 0 0,-2 6 0 16,-2 1 0-16,-2 4 3 0,-3 0-3 0,-4 0 1 0,-3 3-2 0,-5 0-5 15,-2 4 5-15,-3 1-7 0,-3 0-4 0,-3 2 8 0,-5 0-1 16,-3 2 7-16,-5 0 0 0,-5 0 2 0,-4 2 3 0,-6 1-2 0,-3 0 5 16,-6 0 8-16,-4-1-1 0,-6 2 4 0,-4 0-2 0,-2-1-3 0,-4 0 6 15,-2-1-4-15,-5 1 3 0,-2-1-3 0,-3 1-1 0,-1-2 1 16,-2-2 2-16,1-2 1 0,0-2 10 0,2-5 4 0,1-1 4 0,1-4 4 15,3 0-4-15,2-2-6 0,2-3-12 0,2-4-6 0,3 0-9 0,4-4 8 16,3 1 2-16,2-3-5 0,3-2 2 0,2-2-11 0,2 1-1 16,3-2-2-16,5-1-2 0,0 0-6 0,2-3-6 0,5-2-15 0,1-2-15 15,2-1-21-15,4-1-22 0,3-3-16 0,2 0-32 0,2-2-44 16,1-2-34-16,2 0-27 0,2-6-16 0,3-4 11 0,4-4 2 0,8-6-131 16</inkml:trace>
  <inkml:trace contextRef="#ctx0" brushRef="#br0" timeOffset="63069.07">9411 6352 1607 0,'-6'-22'76'0,"2"4"-32"0,2-5-24 0,5 8-12 0,3 5-10 0,4 1-1 15,1 1-5-15,4 1-7 0,3 1-8 0,3 2-19 0,1 3-29 16,3 2-21-16,-1 4-16 0,2 3-1 0,-1 3 13 0,2 1 18 0,1 3 18 15,-3 1 23-15,1 0 10 0,-3 0 15 0,-1 0 7 0,1 1 6 0,-1-1 6 16,2 0 5-16,0 1 5 0,1 0-1 0,1-1 8 0,-1 0 2 16,3-1 4-16,-1 0 7 0,2-2 0 0,0-3-4 0,3 2 7 0,0-2-4 15,2-1 5-15,0 0 5 0,2-1-1 0,1-3 8 0,0 1-4 0,4-1 2 16,-1-1-4-16,1 0-2 0,2-1 3 0,1 0 4 0,2-1 1 16,1 0 0-16,2-1 2 0,0-1-3 0,1 1-3 0,0-3 1 0,2 2-5 15,2-1 2-15,1 0-3 0,1 0-5 0,0-1-1 0,1 0-2 16,0 1-9-16,1 0 0 0,0-1-7 0,2 2-2 0,1-1 10 0,0 0-9 15,2 0 2-15,0 0-2 0,2 0-5 0,-1 1 0 0,2-1 0 0,1 1-6 16,1-1 3-16,0 0-3 0,2 0 0 0,1 0 0 0,1-1-1 16,2 0 1-16,1 0 1 0,2-1-1 0,0 0-3 0,0-1 3 0,-1 0-2 15,2-1 4-15,0 1 6 0,0-1-6 0,0 0 4 0,0 0 1 0,1 1 1 16,-2 1 5-16,1 0-4 0,2 0-1 0,-1 0-1 0,0 1 2 16,3 0-3-16,0 0 0 0,1 1 1 0,1 1-4 0,0-1-1 0,0 1 2 15,0 1-7-15,0 1 0 0,-1-1 5 0,-1 2-5 0,-1-1 2 16,1 0-2-16,0 0-1 0,-1 0-4 0,-2 0 0 0,1 0 3 0,-2 0 2 15,1 0 4-15,0 0-3 0,0 0 1 0,0-1-5 0,-1-1-1 0,-2 1 10 16,-1-1-10-16,-3 1 1 0,-1-1 5 0,-1 1-5 0,-1 1 6 16,-4-1-1-16,1 0-2 0,-2 0 0 0,-1-1 2 0,-2 1 2 0,-3-1 3 15,-1 2-7-15,-3-2 5 0,-1 1 1 0,-2 1-6 0,-2-1 2 16,-2 0-6-16,-3 1-2 0,-2 0 2 0,-1-1 3 0,0 1-1 0,-3 0-3 16,-1-1 0-16,-5 1 0 0,0 0 2 0,-4 1-4 0,0 0 1 0,-3 1-5 15,-1 0-1-15,-2-1-1 0,-2 2-11 0,-2-1-14 0,-2 0-20 16,-5 0-38-16,1-1-39 0,-3-1-42 0,-2-1-41 0,-1-1-34 0,-2-1-35 15,-1-2-9-15,0-3-18 0,-1-3-11 0,2-5-60 0,1-5-47 0</inkml:trace>
  <inkml:trace contextRef="#ctx0" brushRef="#br0" timeOffset="64301.07">25139 4966 996 0,'12'-25'60'0,"4"-1"-26"15,9-4-12-15,5 2 0 0,5 4 3 0,4-2-5 0,7-1 0 16,6-2-6-16,5 2-5 0,6-1-7 0,5 3-7 0,5 2-4 0,6 1-6 15,5 2 0-15,3-1-1 0,6 1-3 0,0 3 0 0,2-1 6 16,-1 0 4-16,0 1 0 0,-1 2 1 0,2-1-1 0,1 2-1 0,2-1 2 16,2 2 1-16,-1-2 2 0,3-1-5 0,-1 1 4 0,1 1-3 0,2-1 1 15,2 0 1-15,1 0 0 0,2 2 1 0,2-1 0 0,-1 2-1 16,1 1 0-16,-4 2 10 0,-1 2 1 0,-1 1 9 0,3 2 10 0,-3 2 1 16,0 2 7-16,-1 3 11 0,-2 2 2 0,-2 4 0 0,-3 3 2 0,-1 3-7 15,-3 2-1-15,0 3-2 0,-2 4-2 0,-2 2-4 0,-3 3-11 16,-2 1-6-16,-1 3-4 0,-3 2-1 0,-1 4 2 0,-1 1 0 0,-4 1-2 15,-1 3-4-15,-5 0 1 0,-3 1-2 0,-2 0-6 0,-3 0 2 0,-4-2-3 16,-2 1 3-16,-4 1 1 0,-6-3-3 0,-4 1 5 0,-3-1 5 16,-4 0 6-16,-4 0 9 0,-4-2-4 0,-2 1 1 0,-4 1-2 0,-3 1 4 15,-4 2 3-15,-2 0 1 0,-4 1-2 0,-3 0-4 0,-4 4-1 16,-5 1-3-16,-3 2 11 0,-4 1 8 0,-3 1 2 0,-7 1-3 0,-3-1-12 16,-4 2-8-16,-4-3-5 0,-3 1 4 0,-3-3-1 0,-3-3 0 0,-3-1 4 15,-1-3-5-15,-1 0-6 0,-1-3 2 0,0-3-1 0,1 2 4 16,-2-3 8-16,-3-2-5 0,-1 0 2 0,-2-2 5 0,-1 1 1 0,-3-2 0 15,-5 0-2-15,-2-3 1 0,-5-2-3 0,-4-2 0 0,-2-2-1 0,-6-1 1 16,-7-2 1-16,-6-3 3 0,-5-1-3 0,-2-4-9 0,-3-1-7 16,-1-1-1-16,-5-3-1 0,-4-3-1 0,-3-3 10 0,-4-2-7 0,-3-3-8 15,-4-1 5-15,-5-3-4 0,-3 0-1 0,-4-2 7 0,-3-2-8 16,-2 1 1-16,0-4 1 0,-2 0-17 0,1-2 1 0,4 0 0 0,10-3 3 16,12-1 25-16,11-2-8 0,10-5-9 0,5-4-12 0,7-6-22 0,4-3-12 15,9-4-21-15,7-5-26 0,6-3-42 0,7-6-57 0,4-7-85 16,5-10-140-16,6-12-161 0</inkml:trace>
  <inkml:trace contextRef="#ctx0" brushRef="#br0" timeOffset="66501.82">5276 4842 524 0,'-7'-25'-17'16,"0"1"46"-16,-1-8-4 0,3 5-5 0,2 6 1 0,0 0-3 0,0 1-6 15,1 4 0-15,-1-1-6 0,0 3-2 0,1 2 0 0,0 2-2 0,0 1-2 16,-1 0 0-16,-1 1 0 0,-1 1 2 0,0 1 0 0,-1 1 1 0,-1 0-2 15,-1 1 1-15,-1 1 0 0,0-2 2 0,-1 1-1 0,-1 0-1 16,-2 0 1-16,0 0-2 0,-2 1 3 0,-1-1 0 0,0 1 1 0,-4-1 1 16,-2 1 0-16,1 0 5 0,-4 1 1 0,0-2 3 0,-2 1 4 15,-2-2-2-15,-1 1 0 0,-1-1 3 0,-1 0-2 0,0 0 1 0,-2 0-1 16,1 1-3-16,-2-1 1 0,0 1-1 0,-3 0 2 0,0 0-3 0,0 1-1 16,-1 1-1-16,0 0-3 0,0 1-3 0,-1 0 4 0,0 2-5 15,-1 0-1-15,-1 3 2 0,-2 0-5 0,-1 3 2 0,0 1-2 0,-1 1-1 16,-2 1-3-16,0 0 1 0,-1 2-5 0,-1 2 2 0,1 1 1 0,1 2 2 15,0 1 6-15,-1 1 2 0,0 1-1 0,-1 1 1 0,1 3-6 16,0-1 1-16,2 3-2 0,-2 0 1 0,1 0 2 0,2 3-1 0,0 1 0 16,2 2-1-16,2 0-1 0,2 0 1 0,0-1 2 0,2 3 2 0,2-2 3 15,0 3-3-15,3 2 0 0,0-1-4 0,4 1 0 0,1 1 6 16,2 2 1-16,0 3 8 0,3-1 1 0,2 2-4 0,0 2 6 0,2 0 1 16,1 0-2-16,1 0 2 0,1 2-5 0,4 2 1 0,2-1-5 15,3 0 0-15,2 0 4 0,3-1 0 0,2 1 6 0,2-1-1 0,4-1-10 16,3-1 0-16,3-1-4 0,4-2 0 0,4-2 1 0,2 0-4 0,3-3 5 15,3-1-1-15,2 0 1 0,5-3 4 0,0 0 2 0,5-3 2 16,6 0 4-16,2-2 1 0,4 1-8 0,3-3-3 0,4-1-3 0,6-2-11 16,6 1 0-16,3-2-13 0,5-2-23 0,7 1-46 0,4-3-112 15,8-3-151-15,7-4-204 0</inkml:trace>
  <inkml:trace contextRef="#ctx0" brushRef="#br0" timeOffset="73646.58">7676 4672 1287 0,'-17'-12'51'0,"3"-1"-32"0,-4-2-7 0,7 4-5 0,3 1-5 0,-1 3-3 16,2-3 3-16,-2 2-1 0,0 2-3 0,0-1-7 0,-1 3-8 15,-1 1-9-15,-1 2-3 0,0 1 1 0,-3 3 2 0,-2 1 7 0,0 1 3 16,-2 2 9-16,-2 0 1 0,-1 2 6 0,-3 1 4 0,-1 0 0 16,0 3-2-16,-3 1-2 0,1 1 0 0,-2 0-1 0,0 3 4 0,-1 3 4 15,-2 1 1-15,-2 5 2 0,0 2 9 0,-2 2 11 0,2 2 11 0,-2 2 8 16,0 1 4-16,0 5-1 0,0 0 4 0,4 2-7 0,1 1 5 15,1 0 0-15,5 0-5 0,2 0 2 0,3 1-8 0,5-3-7 0,4 0-9 16,5-2-5-16,4-3-3 0,5-3-9 0,5-2 3 0,6-3-6 0,2 0-4 16,5-2 0-16,5 2-6 0,1-1-9 0,7-1-5 0,0-1-3 15,2-2-21-15,3 0-9 0,0-1-28 0,3-1-49 0,1 0-44 0,2-1-87 16,1 0-124-16,3 1-227 0</inkml:trace>
  <inkml:trace contextRef="#ctx0" brushRef="#br0" timeOffset="102386.15">4324 8218 154 0,'-9'-2'20'0,"0"0"-4"16,-1 1-4-16,1 2-4 0,-1 1 2 0,-1 0-2 0,-1 1 0 16,0 0 0-16,1 1-3 0,-1 0 0 0,0 0-4 0,-1 0 1 0,2 0 0 15,2 0 0-15,-1 1 4 0,3-1 2 0,0-2 1 0,0 0 1 0,1-2 7 16,0 0 2-16,0 0 7 0,0-1 7 0,1 0 3 0,0-1 4 15,0 0 2-15,0 0 0 0,1 0-4 0,-1 0-3 0,1-1-6 0,0 2-5 16,0 0-3-16,0 0-3 0,1 1 0 0,1 0 3 0,0-1-6 16,2 0 0-16,1 0-9 0,2-2-1 0,1 0 3 0,3-2-2 0,1 1 4 15,3-2-7-15,3-1 0 0,1 0-3 0,4-1 1 0,1-1 2 0,2 0-2 16,3-1 3-16,1 0-1 0,2 0-2 0,1 0 1 0,2-1-3 16,0 2 3-16,2 0 0 0,-1 3-1 0,0 1 2 0,-1 2-2 0,-1 2 0 15,-1 2-1-15,2 3-1 0,-4 2 1 0,1 2 1 0,-2 1 1 0,-3 2-1 16,0 3-4-16,-2-1 2 0,1 4-2 0,-1 1 2 0,-1-1-4 15,1 2 0-15,-2 0 2 0,-1 1 2 0,1-1 4 0,-1 2 1 0,-2-1-4 16,-1 0-4-16,-1 1 2 0,-2 1 0 0,-1-1 3 0,-1 2 3 16,-3 0-1-16,-2 3 0 0,-2 3 1 0,-3-1 0 0,-2 2 3 0,-2-1 0 15,-2-1 2-15,-3-1 1 0,-4 0 2 0,-1-2 4 0,-4 2-2 0,-1 0 1 16,-4 1-7-16,-2 1 1 0,-4-2-5 0,-1 1-2 0,-3-1 7 16,-2-1-3-16,-3-1 4 0,-1 0 1 0,-3-2-6 0,-1-2 3 0,1-3 1 15,0-5 1-15,0-2 1 0,2-5 1 0,0-2 2 0,2-1 4 0,1-4 4 16,0-1 9-16,5-2 10 0,1-1 9 0,1-2 8 0,3-2-1 15,4-2 0-15,3-2-11 0,3-2-9 0,3 0-9 0,1 0-10 0,2-1-6 16,2 1-13-16,2 0-2 0,2-1-4 0,1 0-1 0,3 0 5 16,1 2 3-16,2 0-8 0,1 1-1 0,1 0-6 0,2 1-10 0,1 1-13 15,1 0-47-15,1 1-43 0,1 0-37 0,2 1-34 0,1 1-13 0,1-2-40 16,3 1-67-16</inkml:trace>
  <inkml:trace contextRef="#ctx0" brushRef="#br0" timeOffset="102976.22">7457 8098 1056 0,'-17'-15'18'0,"-1"1"-9"0,-1-1-8 0,5 7-2 0,4 4-5 0,2 2 1 16,1 1-4-16,1 1-8 0,0 2-12 0,3 2-21 0,-2 1-45 15,0 2-28-15,-2 1-17 0,0 2 0 0,-1 2 26 0,-3-2 25 0,0 1 22 16,-1 0 19-16,-1-2 19 0,0-1 13 0,-1-3 14 0,2 0 12 0,0-3 9 16,0-2 11-16,2 0 13 0,0-2 13 0,2-2 7 0,3 0 1 15,2-1-5-15,2-2-14 0,4-1-6 0,2-2-9 0,3-1-2 0,5-1-3 16,3-3 2-16,3-1-2 0,5 0-1 0,4 0-1 0,2-1 0 16,4-1 1-16,3 0-1 0,1 1 1 0,4 1-1 0,-2 0 0 0,2 2 1 15,1 2-1-15,-1 0 0 0,0 3 1 0,-1 1-2 0,1 1 2 0,-2 4-3 16,-2 0-1-16,-2 4-2 0,-2 2-1 0,-2 2 0 0,-1 2-4 15,-1 2-1-15,-3 4-5 0,0 3-1 0,-3 1 3 0,-2 3 0 0,-1 1 3 16,-2 1-6-16,-1 2 5 0,-1 0-7 0,0 2-2 0,-2 1 3 0,-1 0-3 16,0 2 1-16,-3 0 1 0,-2 0-5 0,-2-2-3 0,-1 2 5 15,-2-3 2-15,0 2 5 0,-3-1 1 0,-2-1-2 0,-3 1-2 0,-1-3 2 16,-2 0 0-16,-4-2 0 0,-3 0 4 0,-2 0 2 0,-2-1 1 16,-2-1 1-16,-4-1 7 0,0-2 2 0,-3-1 4 0,-1 0 3 0,-2-2-3 15,0-2 1-15,-1-3-3 0,0 1-4 0,0-2-3 0,2-1-6 0,-1 0-4 16,2-2-4-16,1 1-6 0,-1-1-3 0,1-1-2 0,-1-2-2 15,3 1-3-15,0-1-5 0,2 0-9 0,3-1-21 0,0 0-46 0,0-2-63 16,3 0-69-16,-1-2-102 0,2 0-173 0</inkml:trace>
  <inkml:trace contextRef="#ctx0" brushRef="#br0" timeOffset="104383.39">11987 9298 569 0,'6'-2'58'0,"2"-1"5"15,5 1-10-15,3 0 16 0,1 1 7 0,2 0 5 0,1 0 4 0,2 1-6 16,3 0-10-16,2 1-12 0,2 0-15 0,1 1-5 0,1 0-6 0,0 0-4 15,0 0 0-15,1 0 1 0,0-1 6 0,2 0 4 0,-1-1 9 16,1 0-3-16,1-1-5 0,0 0-7 0,0-1-10 0,1 0-6 0,0 0-6 16,-1 0-5-16,0 1-4 0,1-1 2 0,0 0-1 0,1-1 1 0,1 0 0 15,-1 1-2-15,0 0 0 0,-2-1 0 0,1 1-1 0,-3-1 6 16,-1 0-6-16,-1-1 1 0,-1 1-4 0,-3-1 1 0,1 0 2 0,-3 0 6 16,2-2 2-16,-1 0 1 0,0 0 3 0,0 0 0 0,0-1 0 15,-1 0 4-15,1 0 3 0,1 1 1 0,0-1 5 0,0 0 1 0,-1-3 2 16,0 0 8-16,-2-2 4 0,-1-1-1 0,1 1 5 0,-2-2-3 0,0 0 2 15,0-3-1-15,-2 0-8 0,2-2-9 0,0 0-8 0,0 0-7 16,-1 0-1-16,0-2-4 0,-2 2-1 0,0-1 2 0,0 0-10 0,-4-1 2 16,2 3 7-16,-2-2-4 0,0-2 11 0,-1 1 1 0,0-3-7 0,-2 0 3 15,-1-1-2-15,-1-1 1 0,-1-1-5 0,-1-2 3 0,1 0 2 16,-2-2-5-16,-1-1 5 0,-1-4-7 0,-1 1-2 0,-2 0 2 0,-1-1-4 16,-1 2 0-16,-3-2-3 0,0 1-2 0,-2-1 2 0,-3 3 8 15,0 0 5-15,-2-1-2 0,-1 3 0 0,-3-1-10 0,-2 2-9 0,-3 1-1 16,-1 1-8-16,-3 1-7 0,-3 0-2 0,-4 2 4 0,-2-1 11 0,-7 1 7 15,-2 0 8-15,-3 2-1 0,-5 1-1 0,0 1 6 0,-4 3-4 16,-3 0 2-16,-2 1-1 0,-4 1-1 0,0 2-4 0,-3 1 0 0,-3 2 2 16,-1 3-9-16,-2 1 2 0,-1 1 3 0,-2 2-6 0,0 2 3 15,0 1-2-15,2 3 3 0,-1 2 4 0,-1 2 4 0,0 0 0 0,2 2 2 16,0 1 0-16,3 1 1 0,2 2 2 0,0-1 1 0,3 4 1 0,4 0 2 16,2 1 4-16,4 1 0 0,4 3 5 0,3 1-5 0,5 3-2 0,3 4 6 15,3 1-8-15,2 4 1 0,3 1-1 0,4 4-4 0,2 1 0 16,5 3 0-16,5 3-12 0,3 2 3 0,3 1-1 0,3 2-1 0,3 2 8 15,3-1 3-15,2 5-4 0,3-2 1 0,2 0 0 0,2-1 1 16,2-4 1-16,1-3-4 0,3-2 5 0,2-5-7 0,3-3-1 0,0-3 14 16,2-4-1-16,1 1 8 0,-2-5 5 0,1-1-14 0,-2-3 1 0,-1-4 2 15,0-1 4-15,2-2 11 0,-2 0 1 0,2-1 3 0,-1-1-5 16,-2-1-5-16,-1 0 1 0,-1-3-4 0,-2 0 1 0,-1-1-3 0,-1-2-2 16,-1 1 1-16,0-1-4 0,-1 1 4 0,-2-1-1 0,0 0 1 15,0 0-5-15,-1-2 3 0,-2 0-1 0,0-1-4 0,-1-1 2 0,-1 1-5 16,-1-1 2-16,1-1 2 0,-2 1 1 0,0-1-2 0,0 0 0 0,-1 0-1 15,0 0-6-15,0 0 9 0,-1 0-3 0,1 0-7 0,0 0 4 16,-1-1-12-16,2 1-13 0,-2 0 1 0,1-1-18 0,0 1-21 0,0 0-36 16,0 0-57-16,0 0-75 0,1 0-77 0,0 0-76 0,0 1-51 0,4 0-49 15,1-1 95-15</inkml:trace>
  <inkml:trace contextRef="#ctx0" brushRef="#br0" timeOffset="105354.42">16643 8554 1352 0,'-4'-16'142'0,"-2"-2"-46"0,-1-2-52 16,-1 3-34-16,2 5-16 0,-1 1-15 0,2 2-12 0,0 1-12 15,0 1-12-15,1 0-6 0,-1 2-9 0,-2 0-6 0,0 0-5 0,-1 1-8 16,-1 0 8-16,-3 2 6 0,-1 0 16 0,-1 1 12 0,-1-1 17 0,0 1 14 16,-2-1 8-16,-2 1 8 0,2-1 2 0,-1 0 2 0,0-1 1 15,0 1 1-15,1-1 5 0,-2 1 0 0,1-1 1 0,2 1 3 0,-1-1-1 16,2 1 2-16,1 0 0 0,2 0-2 0,2 0 1 0,1 1 1 0,1 0-1 16,1 1-1-16,2 1-1 0,1 0-3 0,1 0 4 0,1 0 3 15,0 0 2-15,1 1 4 0,1 0 4 0,0-1 5 0,0 2 5 0,1-1 3 16,0 0 4-16,1 2-2 0,1-1-1 0,1 1 1 0,0 0-1 15,1 1-1-15,1 2-2 0,2 0-6 0,1 1 1 0,0 1-9 0,1 1-2 16,1 1-3-16,2 0-2 0,0 0 5 0,1 1-3 0,0 0-1 0,1 1 3 16,1-1-3-16,1 1 3 0,0-1 3 0,1-1 5 0,3-1 4 15,-1 0 0-15,3-1 2 0,0 0-2 0,1 1-1 0,1-1-1 0,0 0 1 16,4-1-3-16,-2-1-4 0,2 0 2 0,-1 0-4 0,-3 0-4 16,1 0 0-16,1 0-3 0,0 0 0 0,-1-1 4 0,1-1 2 0,-1 0 0 15,2-1-3-15,-1 0-3 0,0-1 2 0,0 0-1 0,-1-1 3 0,2 0 8 16,-1 0-4-16,2-2 1 0,-1 0 2 0,1 0-2 0,-1-1-2 15,1 0 2-15,2-1-7 0,-1 0 3 0,2-1-2 0,-2 0-5 0,-1-1-1 16,2 1-5-16,0-2-3 0,-1-1 0 0,2 0 2 0,-1-2 1 0,-1 0 3 16,-3 0 4-16,0-1-2 0,-1 0-1 0,-1-1 1 0,-1-1 0 15,1-1-1-15,-1-1-1 0,-2 0 1 0,0 0 1 0,-1-2-3 0,-2-2 5 16,1-1-4-16,-1-1-2 0,0 0 2 0,1-2-4 0,-1 2 0 16,-2-3 1-16,-2 0-1 0,0 1-2 0,-2-4-3 0,-3 0 0 0,-1-2 2 15,-2-1-4-15,-3-2 13 0,-2 0-1 0,-3-4-7 0,-3-1-8 0,-2-4-20 16,-5 0-10-16,-3-2-4 0,-5-3 3 0,-6 1 0 0,-5-2 4 15,-6 1-4-15,-4-1 4 0,-6 3 4 0,-5 1 4 0,-5 1 6 0,-6 1 3 16,-4 4 9-16,-1 2 2 0,-4 2 2 0,-3 0 1 0,-1 2-2 0,-3 3 0 16,0 2 0-16,1 4 3 0,1 3-3 0,2 3 3 0,2 2-2 15,1 4 1-15,1 2 1 0,4 2 1 0,0 2 4 0,4 2-4 0,2 3-1 16,2 3 0-16,2 1 2 0,1 4 1 0,4 1 4 0,2 4-2 16,3 2 1-16,1 2-5 0,3 5 5 0,2 1-1 0,1 4-4 0,4 0-7 15,1 4-3-15,4 1-1 0,1 2 1 0,4 3 4 0,2-1-2 0,4 3-2 16,2 1-5-16,5 1-6 0,2 3-4 0,5 1-7 0,1 0-3 15,4-1-11-15,4 2-8 0,1-1-22 0,4 0-17 0,2-1-20 0,1-2-19 16,3-1-22-16,3 1-33 0,2-3-24 0,3 0-22 0,4-1-2 0,2-2 15 16,7-2-63-16</inkml:trace>
  <inkml:trace contextRef="#ctx0" brushRef="#br0" timeOffset="105871.42">27216 9147 614 0,'3'3'137'0,"0"0"-197"0,1 0-29 0,0-6-6 0,-1-1 23 16,1-2 31-16,1 0 26 0,0 1 12 0,2 1-8 0,1-1-18 15,1-1-22-15,2-2-14 0,2-1-12 0,5-2 0 0,5-2 12 0</inkml:trace>
  <inkml:trace contextRef="#ctx0" brushRef="#br0" timeOffset="106621.43">30117 8885 953 0,'16'12'266'0,"2"-1"-340"0,3 0-31 0,-1-6-5 15,-1-5 29-15,-1-1 44 0,3 0 33 0,2 1 8 0,0 0-23 0,2 0-39 16,2-2-32-16,3-2-23 0,4-2 3 0,6-1 25 0,4-1 30 0,2 1 27 16,2 3 18-16,2 1 15 0,-2 3 6 0,1 1 10 0,1 1 4 15,-2 0 1-15,2 0-3 0,-2-1-10 0,0-1-4 0,0-2-2 0,1-1 2 16,1-2 6-16,-2-2 5 0,-1-1 3 0,-2-2 1 0,1 0-2 0,-2-1 7 15,-1-1 2-15,-1-2 4 0,-2-1 0 0,-1-1-3 0,-1 1 8 16,-2-1 7-16,-2 1 7 0,-3 1 5 0,-4-1 0 0,1 1-2 0,0-1 3 16,0-1-5-16,-2 0-7 0,-4-1-7 0,-2 0-4 0,-1-1-10 15,-3 2-1-15,1-1-8 0,-1-2-7 0,-1 1-2 0,-2-1 0 0,0-1-3 16,-1-1 0-16,0 1-1 0,-1-2-2 0,-2 1 0 0,0-1-3 0,-3-2-3 16,0 1-10-16,-3-3 6 0,-4 0-2 0,1-1-2 0,-4-4 4 15,-1 0-3-15,-1-2 1 0,-5-2 5 0,-1-1-2 0,-3-3-1 0,-4-1-4 16,-1-1 0-16,-3-1 0 0,-3 1 4 0,-2 1 1 0,-5-1 2 0,-1-1-2 15,-4 0 4-15,-3 0 2 0,0 0 2 0,-3 2 0 0,-2-2-6 16,-2 3 2-16,-2 1-2 0,-2 0 3 0,0 2 0 0,-2 0 1 0,-2 1 4 16,-2 3-2-16,-2 0 3 0,0 4-1 0,-4 0 0 0,0 1 4 15,1 3 2-15,-3 1-5 0,1 4 2 0,-1 2 0 0,1 1 1 0,2 3 9 16,0 2 1-16,2 4-3 0,2 2 14 0,2 1 10 0,2 2 4 0,0 1 9 16,0 2-16-16,4 2 9 0,1 1-5 0,3 3 1 0,3 1 11 15,1 5-14-15,3 3 2 0,2 3-6 0,0 0-4 0,3 4-4 0,2 2-1 16,2 2-5-16,1 2 0 0,0 1-3 0,2 2-8 0,1 1 1 15,1 2-9-15,2 1-1 0,-1-1-2 0,1 1-4 0,1-1 3 0,1 2-4 16,0 0-2-16,2 0-20 0,-1-2 1 0,1-2-12 0,3 0-15 0,0-2-2 16,1 2-24-16,1-3-14 0,-1 1-18 0,1-2-15 0,-2 0-13 15,2 0-26-15,-2 3-18 0,-1 2-34 0,-2 4-36 0,-2 5-34 0</inkml:trace>
  <inkml:trace contextRef="#ctx0" brushRef="#br0" timeOffset="150923.96">16973 9413 620 0,'-32'-1'37'0,"-4"2"-70"0,-7-1-34 0,5 2-27 0,5 0-3 0,-1 1 6 16,2 1 14-16,0 1 19 0,1 0 19 0,-2 2 18 0,-2-1 10 0,-1 1 11 16,0 0 2-16,1-1 4 0,-1 1 6 0,0 0 11 0,0-1 12 15,0-1 13-15,2-2 11 0,-2 2 2 0,0-1 2 0,0 0 1 0,-1 0-5 16,1-1-2-16,-1 1-4 0,1 0-2 0,-1 2 7 0,-1 0 2 15,-2 1 1-15,-1 1-3 0,-1 0-10 0,-1 3-5 0,-1 1-4 0,-1 1-2 16,0 1-4-16,-1 1 1 0,-2 2-4 0,1 2 0 0,0 0 3 0,0 3-1 16,1 2 0-16,-1 0-6 0,1 4-4 0,2 1-5 0,-2 4-9 15,3 0-2-15,2 2-6 0,1-1-4 0,-1 4 4 0,4-1-2 0,-2 3 0 16,2 1-9-16,2 1 8 0,1 2 1 0,3 0-1 0,2 1 11 0,3-1-9 16,2 0 4-16,3 2 1 0,3-2 0 0,3-1 1 0,2-1 3 15,3 0 6-15,3-2 5 0,5 2 5 0,4 2 7 0,4 0 0 0,3 1 6 16,4 2 11-16,2 1 6 0,4 2 5 0,3 0-7 0,5 2-16 0,3 1-12 15,4 1-10-15,4 1-10 0,4-2-4 0,4 0-6 0,3-2-10 16,3-4-1-16,2-1 3 0,4-3-2 0,4-1 9 0,2-5 2 0,2-3 4 16,2-4 1-16,2-4 8 0,0-3 7 0,3-5 2 0,1-3 5 15,0-4 3-15,2-4 3 0,-1-4 4 0,1-5 4 0,-1-3-6 0,-2-6 5 16,-2-3-3-16,1-4 7 0,-2-5 7 0,-1-2-4 0,-1 0 7 16,-1-4-3-16,-2-1-12 0,-2-3-1 0,-1-1-4 0,0-2-8 0,-3 0 3 15,0 0-2-15,-3-4-5 0,-1 0-4 0,1 0 3 0,-2-2-7 0,-1 0 0 16,0-2-7-16,-2-3-5 0,0 1 1 0,-1-1-4 0,-1 0 0 15,-1-1 3-15,-2 0 0 0,-2 0-2 0,-4 0-3 0,-2 1 1 0,-2-2-9 16,-5 2 4-16,-1 1 1 0,-4-1-4 0,-3-1 6 0,-3 0-12 0,-6 0-11 16,-4 0-13-16,-3 0-15 0,-5-3-17 0,-4 2 2 0,-6 0-2 15,-3 1 0-15,-6 0 18 0,-7 0 0 0,-4 4 5 0,-6 0 5 0,-3 4 0 16,-4 1-11-16,-5 5-15 0,-4 4-18 0,-5 6-17 0,-4 3-15 0,-4 4-13 16,-3 4-1-16,-3 6 8 0,-3 4 9 0,1 4 10 0,-3 4 0 15,-1 3-12-15,-1 3-21 0,-1 2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0:54:00.0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19588 7378 3612 0,'-46'-31'13'0,"-18"-14"4"0,-20-13-4 0,-20-12-24 0,22 21-64 15,-1 3-70-15,2 6-24 0,2 4 3 0,4 5 17 0,1 1 28 16,0 2-18-16,-4 0-17 0,-7 1-2 0,-7-1 5 0,-10 2-21 0,-12 2 26 15,-5 2 35-15,-9 4 34 0,-2 3 67 0,-5 3 15 0,-5 2 14 0,-3 1 7 16,-4 1 6-16,-5 3 6 0,-2 2 0 0,-6 3 3 0,-1 4 9 16,-2 1 4-16,-2 1 7 0,-1 3 3 0,-2 1 1 0,1 2 3 0,-2 3-2 15,-1 1-1-15,2 2 1 0,1 3-5 0,1 0 0 0,1 5-5 0,1 1-4 16,3 4-5-16,1 2-19 0,4 4 8 0,1 3-8 0,4 3-3 16,1 6 5-16,3 2-16 0,2 5 0 0,2 2 1 0,3 3-5 0,3 3 4 15,0 3-5-15,3 5-14 0,2 3 12 0,2 6-3 0,3 4 0 16,1 4 6-16,3 4-8 0,2 3 5 0,2 1-8 0,5 3-1 0,0 2 1 15,4 5-9-15,2 3 9 0,2 1 4 0,5 1 5 0,4 0-3 0,6 0 2 16,5 0 0-16,6-2-5 0,6-3-7 0,8-2 7 0,6-1-3 16,7-3 5-16,7-2 11 0,8-1-11 0,5-2-2 0,7-2-4 0,7-3 6 15,5 0 3-15,6 1 5 0,5 0-3 0,5-3 3 0,6 0-1 0,5-6-9 16,6-1 10-16,5-2-2 0,7-3-4 0,4-1 4 0,7-3-6 16,5-3 5-16,6-2 11 0,6-3 8 0,8-3-7 0,7 0 10 0,5-2 4 15,8-2-5-15,3-4-7 0,8-2-15 0,5-2-8 0,6-3 0 16,6 2 13-16,5-4-10 0,4-2-6 0,8-2 2 0,5 2-3 0,6-3-4 15,3-2 8-15,5 1-5 0,3-3 0 0,5 1 12 0,2-2-5 0,4-2 0 16,6 0 0-16,3-2-5 0,3-1-2 0,2 0 7 0,4-1-3 16,2-3 6-16,4-3-3 0,1-2-3 0,2-2 4 0,4-3 1 0,2-1-7 15,3-3 7-15,1-2-11 0,2-2 5 0,1-4 13 0,-1-2-11 0,2-2 8 16,0-2-10-16,-4-3-5 0,3-5 8 0,-2-3-1 0,0-6 5 16,5-3 6-16,1-6 0 0,0-2 0 0,0-5-1 0,-5-1 1 0,-3-3-7 15,0 0 0-15,-4-2-1 0,0-1 3 0,0 0-1 0,-3-1-1 16,-3-2 0-16,-1 0-2 0,-5-1 0 0,-2-1 5 0,-3-2 0 0,-4-3-1 15,-4-1 1-15,-2-1 4 0,-4-2 2 0,-3-2-4 0,-4-2 2 0,-3-3-1 16,-5-3 0-16,-4-1 8 0,-6-3-4 0,-3-1-7 0,-4-4-3 16,-7-3 5-16,-3-3 4 0,-7 0 5 0,-6-2 6 0,-4-2-10 0,-7 1-3 15,-6-3 4-15,-4 1 2 0,-8-2 12 0,-5 0-7 0,-5-3-4 0,-6-1-1 16,-7-2-8-16,-6-1-1 0,-7 0-1 0,-7-1-12 0,-7 0 7 16,-7 0 11-16,-10-1-5 0,-7 0 10 0,-7-1-6 0,-9-3-5 0,-8-1 6 15,-8 0-2-15,-9 0 4 0,-7 0-3 0,-8 0-5 0,-10 0 1 0,-7-1 3 16,-12 1-3-16,-7-1 5 0,-12 1 0 0,-9 0-1 0,-10 1 7 15,-14 1 0-15,-10 1-8 0,-13 1 1 0,-13 4 7 0,-8 3-4 0,-8 9 2 16,-7 8 10-16,-6 8-8 0,-6 10-5 0,-8 9 5 0,-6 4-6 0,-8 8-5 16,-4 5 8-16,-4 10-9 0,-5 8-5 0,-4 10-3 0,-4 11-1 15,-3 10 0-15,-2 10-13 0,-1 10 17 0,4 11-2 0,0 9-14 0,-2 13 14 16,1 12-26-16,3 9-16 0,10 7-32 0,10 2-60 0,11 6-64 16,2 11-99-16,1 10-168 0,1 10-217 0,2 10-161 0,5 3 49 0</inkml:trace>
  <inkml:trace contextRef="#ctx0" brushRef="#br0" timeOffset="-18707.91">24838 1371 1133 0,'0'10'28'0,"2"2"-24"0,0 5 1 0,1 5 3 16,2 3 9-16,-1 8 5 0,2 3 3 0,0 4 1 0,1 4-7 0,-1 4 16 15,-1 3-1-15,-1 11-7 0,2 49 2 0,-4-7-4 0,-3-8-1 16,-1-20 4-16,0 1-1 0,1 3-9 0,0 1-3 0,0 1-9 0,1 2-2 15,0 3 2-15,0 2-3 0,0 3 6 0,0 0-1 0,1 4 6 0,0 0-4 16,1 2-2-16,0 1 4 0,1 0-16 0,1 0 5 0,2 0 2 16,-1 2-6-16,2 1 2 0,1 0 1 0,1 3 1 0,1 0 4 0,1 2 3 15,-1-2-8-15,-2-2 11 0,1 2 6 0,1 0 8 0,-1 2 12 16,0 2-10-16,-1 0-6 0,0-1 0 0,-2-1-1 0,0 1 4 0,0 3 6 16,0 2-3-16,-2-2-11 0,0-2-5 0,-1-1-1 0,1-2-5 0,-1 1 5 15,1-2-2-15,-1-2-6 0,1 0-2 0,0-4 1 0,0 0 6 0,0-1 7 16,0-2-1-16,0-2-11 0,1-2 3 0,1 0-1 0,-1-2 4 15,1 2 13-15,-1-2 6 0,0 4 12 0,-1-2 0 0,0 1 6 0,0 0 8 16,-1 0 0-16,-1-2 4 0,0-3-5 0,-2-4-13 0,1-4-21 16,1-3 4-16,-1-1-5 0,1-2 0 0,0-1 8 0,1-2-3 0,-1-2 2 15,1-2-1-15,0-3 5 0,0-4-4 0,1-3 1 0,-1-2-1 0,1-3-4 16,1-4-4-16,0-3-1 0,0-2-7 0,1-4 10 0,1-3-3 16,-1 0 0-16,2-4 0 0,1-1-5 0,-1-5-2 0,1-2 2 0,-1-2 2 15,0-3-4-15,-1-1-1 0,-1-1 1 0,1-1-1 0,1-3-2 0,-1-1 9 16,1-2-3-16,1 0-2 0,-1-2 1 0,2 0-5 0,-1-3-1 15,1 0 1-15,2-2-4 0,0 0-2 0,3-3 6 16,-1 0-5-16,2-2 0 0,0-1-2 0,1-1-6 0,1-2 1 0,1-2-3 0,2-1 5 16,1-2-2-16,1-2-5 0,0 0 2 0,4 0 0 0,-1-2-4 0,2-1 9 15,1 1 10-15,-1 1-5 0,3 0 2 0,-1-1 0 0,3 0-7 0,0 1 1 16,1 0 3-16,2 0-1 0,1 0 0 0,5 0 4 0,0 0 1 16,1 0-3-16,3 0-1 0,0 2-5 0,2 1 1 0,3-1 12 0,3 0 3 15,3 1 0-15,1-1 2 0,3 1-12 0,3 2-3 0,1-1 1 0,2-1 0 16,2 1-3-16,0 1 2 0,2-1 8 0,2 3-2 0,0-1 2 15,3 1 4-15,1 2-7 0,0 0 1 0,1 2-1 0,2 1-1 0,1 0 6 16,1 2-4-16,3 1 3 0,0 0-6 0,3 2 1 0,1 1 6 16,2 1 0-16,1 1 6 0,0 1-6 0,2-1 2 0,0 0-2 0,2 2 3 15,1 0 5-15,1 0-3 0,1 0 4 0,0-1-2 0,1 0-8 0,1 1 3 16,0-2 0-16,0 1 1 0,0 0 1 0,0-1 4 0,-2 1 3 16,2-1-1-16,-1 1 3 0,-1 0-1 0,0 0-5 0,-2-1 4 0,0 0 1 15,-1 1-3-15,-2 0 0 0,-3 0 1 0,1 1-5 0,-5 1 6 0,-1 0 6 16,-4-1-12-16,-2 1 6 0,-1-2-7 0,-3 0-9 0,-3 0 0 15,-2 0-4-15,-3-1 0 0,0 1 17 0,-2-2 5 0,-1 0-5 0,-1-1-1 16,-3 0-16-16,2-1-3 0,-6 0 1 0,0-1 1 0,-3 0-3 0,-4-1-1 16,-1 0-1-16,-3 0-1 0,-26-1 33 0,7-1 0 0,-4 1 2 15,5-1 1-15,-2 0-34 0,2 0-2 0,0 0-15 0,1-1-6 0,-3-1-8 16,-3 1-9-16,-1-1-7 0,-2 0-10 0,-4 1-9 0,-1-2-2 16,-2 0-1-16,-2-1 3 0,0 1-1 0,-4-1 4 0,-1 0-7 0,-1-1-7 15,-1 0-10-15,-2-1-13 0,-1 0-16 0,0-1-29 0,-3 0-22 0,0-2-39 16,-1-1-33-16,-2-1-34 0,0-2-29 0,1 0-12 0,-5-4-156 15</inkml:trace>
  <inkml:trace contextRef="#ctx0" brushRef="#br0" timeOffset="-18391.91">32312 8672 2424 0,'4'2'81'0,"-1"0"-131"16,3 1-5-16,1 1 23 0,4 1 30 0,1 2 16 0,4-1-5 15,1 1-11-15,2 2-11 0,0 1 2 0,1-1 3 0,0 1 2 0,-1 0 2 16,0 0 4-16,0 1-3 0,-1-1 1 0,0 1 2 0,0 0-1 16,1 1 4-16,-2-2 1 0,1 1-5 0,1 1-2 0,-2 0 1 0,1 0 78 15,-1-1 10-15,0 2 5 0,1 1 4 0,-3 0-69 0,0 0 3 0,-8-7 4 16,-1 2-1-16,1 0-9 0,0 2 0 0,0 0-1 0,0 1 0 15,-2 0 1-15,0 2 3 0,-1 1 1 0,-2 2 7 0,0 16-1 0,-4 1-2 16,-4 3 0-16,-4-1-5 0,-5-2-87 0,-4-2 1 0,-6-1-5 0,-2-5 1 16,0-1 71-16,-3-1-10 0,-2 0-13 0,-3-1-24 0,-1-2-39 15,-1-1-31-15,-2-2-78 0,0-2-87 0,-3-2-99 0,-2-4-146 0,-2-1-372 16</inkml:trace>
  <inkml:trace contextRef="#ctx0" brushRef="#br0" timeOffset="-17839.91">24794 1333 3003 0,'-5'2'-63'15,"1"2"-66"-15,-1 4-9 0,1 3 41 0,-1 4 45 0,1 1 47 0,0 6 6 16,1 2-7-16,0 3 8 0,0 2-5 0,-2 0 1 0,-1 1 11 0,-2-1-5 16,1 2 0-16,-3-1 6 0,0 0-10 0,-2-1 4 0,0-2 1 15,0 0-2-15,-1-1-1 0,-1-1 3 0,0 0-7 0,-1-1-4 0,0-2-5 16,-1 0 0-16,-2 1-8 0,-12 13-1 0,4-7-4 0,4-6-13 0,10-9-22 16,-1-1-35-16,1-3-29 0,2-1-23 0,1-2-6 0,2-3 8 15,2-2 3-15,2-2-2 0,1-3 0 0,2-2-6 0,1-2 3 0,1-3 6 16,2-3-2-16,-3 4 17 0,3-4-5 0,1-1 10 0,2-4-141 15</inkml:trace>
  <inkml:trace contextRef="#ctx0" brushRef="#br0" timeOffset="-17705.91">24763 1275 383 0,'5'-6'101'0,"-2"3"-34"0,0 0 0 16,1 0 18-16,1-1 8 0,0 1-21 0,1 1-3 0,1-1-16 0,2 2-35 16,10-2 1-16,0 4 9 0,1 5 15 0,2 3 48 0,0 6 0 15,-2 6-4-15,1 2-11 0,-1 5-13 0,-1 2-11 0,3 6-16 0,0 1-10 16,2 4-10-16,2 3-8 0,0 1-12 0,3 2-39 0,1 3-55 0,1 1-62 15,29 46-85-15,-6-10-66 0,-7-14-222 0</inkml:trace>
  <inkml:trace contextRef="#ctx0" brushRef="#br0" timeOffset="-17090.91">23259 11970 3355 0,'-20'-9'69'0,"5"-3"-39"0,-1-2-34 0,12-2-1 0,7 0 1 16,6-2-7-16,7 1 2 0,4-3 0 0,3-1 0 0,5 2 9 0,0-1 0 16,3 2-4-16,1 1-5 0,3 0-6 0,2 2-10 0,1 1-4 15,0 3-5-15,-1 4-5 0,-1 0 7 0,-1 2 0 0,0 1 2 0,-1 2-5 16,0 2-16-16,-1 1-4 0,-1 1-8 0,0 1-3 0,-4 1-1 0,-2 2-5 16,-2 1-3-16,-4 2 1 0,-3 4 5 0,-4 1 8 0,-5 2 11 0,-4 1 14 15,-4 3 14-15,-3 2 13 0,-5 2 12 0,-4 4 2 0,-4 2 4 16,-4 3-1-16,-4 3 2 0,-3 2 1 0,-3 0 17 0,-2 2 12 0,-2 3 10 15,-2 0 17-15,-2 0-9 0,-1 0 0 0,1 2-4 0,1 0 2 0,3-1-1 16,0 0 2-16,1-2-3 0,4-1-1 0,3-2-4 0,3-1-16 16,4-2 0-16,3-2 4 0,2-2-2 0,2-2 4 0,3-2-1 0,3 0-6 15,1-3 0-15,4-1-1 0,2-2-5 0,1-3-1 0,4-2-3 16,2-1-1-16,2-1 3 0,3-2-19 0,2 0-5 0,4 0 2 0,1-2-7 16,3 0 8-16,3-3-12 0,0 0-6 0,1-2-9 0,-1-2-25 15,0-2-17-15,1-1-43 0,-1-3-44 0,0-2-67 0,1-2-82 0,-1-4-87 16,1-1-96-16,0-7-85 0,2-4-243 0</inkml:trace>
  <inkml:trace contextRef="#ctx0" brushRef="#br0" timeOffset="-16890.91">24316 12464 2996 0,'5'2'104'0,"7"1"-57"0,7 2-30 0,6 0 3 0,6 1-1 16,4-1 2-16,3 2-5 0,1-1-1 0,1 0-3 0,1 0 2 0,-1 1-8 15,0-1-3-15,2 0 5 0,-2 0-8 0,0 0 5 0,0-2-7 0,-4 1 0 16,-1-1 4-16,0 0-13 0,-2-1 6 0,1-1-13 0,-3-1-25 16,-2-1-17-16,-2-2-29 0,0-1-31 0,-3 0-14 15,-2-1-20-15,-1-1-27 0,-2 0-19 0,-2-2-24 0,0-3-28 0,-2 0-38 0,-2-2-54 0,-1-4-29 16,1 0 9-16,1-7-20 0</inkml:trace>
  <inkml:trace contextRef="#ctx0" brushRef="#br0" timeOffset="-16687.91">25593 12002 2432 0,'-6'3'264'0,"2"1"-181"16,0 3-59-16,1 0-18 0,3 1-7 0,1 2 15 0,0 2-7 0,1 3 3 15,1 3 10-15,0 4-1 0,1 0 12 0,0 4 5 0,0 2 1 0,1 3 1 16,1 3-3-16,1 3-3 0,-1 3 3 0,2 3-5 0,-1 2-2 16,0 2-1-16,0 1-6 0,0 2-9 0,1 2 8 0,-1 3-6 0,0 0-5 15,1 0 2-15,0 0-18 0,1-2-4 0,0-1-10 0,2 0-10 16,1-3-11-16,0-1-16 0,2-4-22 0,-2-3-24 0,1-2-30 0,-1-4-34 15,-1-4-27-15,-2-5-26 0,-2-3-14 0,1-6-6 0,0-1-16 0,-1-5-21 16,0-5-18-16,0-4-12 0,-1-5 22 0,-2-7-4 0</inkml:trace>
  <inkml:trace contextRef="#ctx0" brushRef="#br0" timeOffset="-16373.91">25464 12131 2811 0,'-3'-2'187'0,"1"-1"-130"16,1-1-42-16,5-2-11 0,5 1 8 0,4-2-2 0,6 0-3 16,4 1 2-16,5-2 0 0,2 1 12 0,5 0-25 0,2 0 4 0,3 2-2 15,3 1 4-15,1 0 16 0,2 3-6 0,0 0 7 0,0 1-8 0,0 0-11 16,0 1 2-16,-1 2-1 0,-1 2 5 0,-2 0 11 0,0 3-2 16,-1 3-6-16,1 1-6 0,0 3 6 0,-1 0 2 0,-3 4-2 0,0 2 3 15,-3 1-5-15,-2 3-3 0,-3 2 0 0,-3 0-1 0,-4 3 1 16,-2 2 8-16,-3 2 10 0,-5-1 0 0,-2 0 14 0,-3-4 1 0,-4 2 3 15,-5 0 5-15,-4 1-12 0,-3 1 3 0,-4 1-4 0,-2 2-8 0,-5 0 8 16,-3 1-5-16,-3 0-6 0,-4 1-4 0,-2 0-9 0,-4 0-6 16,-2 0 7-16,0-2-9 0,-1 0 0 0,1-2 0 0,2-4-6 0,0-2 8 15,2-4-9-15,2-2-10 0,0-4-25 0,4-2-17 0,-2-5-24 0,2-2-33 16,-1-4-29-16,0-5-58 0,0-4-74 0,2-5-113 0,-2-7-174 16,0-9-97-16,-1-11-239 0</inkml:trace>
  <inkml:trace contextRef="#ctx0" brushRef="#br0" timeOffset="-15874.91">23272 10883 3164 0,'-103'28'101'0,"2"8"-61"0,-21 12-31 0,21 5-11 16,21 1 2-16,5 3 5 0,5 7-10 0,0 5 0 0,3 6 1 15,1 5 2-15,0 3 0 0,2 5 2 0,0 2 6 0,2 3-3 0,5 2-12 16,2 1 8-16,7-1-8 0,6-1 0 0,6 2 12 0,6-3-15 16,5 2-3-16,8-1 1 0,6 0 0 0,6-2-2 0,8 0-2 0,5-2-3 15,8-1 0-15,6-3-2 0,7 0 11 0,7-1 7 0,6-1 1 0,7 0 3 16,6-1-8-16,7 0 0 0,5-3 9 0,5-1 4 0,7-4 1 16,7 2 2-16,7-2-2 0,9-1 7 0,9-2 4 0,4-3-5 0,6-3 1 15,5-5-3-15,3-4 3 0,5-3 4 0,2-2-6 0,6-3-2 0,4-2-7 16,6-3 5-16,3-2 1 0,1-6 5 0,0-4-1 0,-1-3-2 15,-2-3 0-15,-2-4-4 0,-3-3 6 0,-2-3 5 0,-2-7-3 0,-3-4-3 16,0-7-1-16,-2-6 2 0,-1-7 4 0,-1-6-3 0,-2-4 7 0,-2-6 2 16,-3-5-2-16,-2-6-1 0,-2-4 2 0,-4-5-9 0,-3-4-1 15,-6-3-3-15,-3-2-1 0,-4-4-3 0,-4-3 6 0,-4-1 3 0,-5-6 4 16,-4-2 7-16,-6 0-8 0,-7-4 0 0,-4 0-6 0,-7 0 4 16,-5-5 17-16,-6-2-5 0,-7-3 5 0,-5-5-13 0,-8-1-11 0,-5-3 8 15,-11-4-7-15,-7-2 7 0,-10-4 1 0,-8-4-2 0,-7 0 1 0,-9-1-3 16,-9 1-1-16,-7 1 4 0,-9 1-22 0,-12-1 14 0,-10 2-4 15,-11 0-6-15,-13 1 15 0,-11 2-20 0,-12 3 7 0,-13 1-8 0,-12 8 0 16,-12 5 5-16,-9 9-11 0,-10 7 3 0,-9 8-6 0,-5 8 5 16,-6 10-9-16,-3 9-2 0,-1 11 8 0,-3 9-3 0,0 10 10 0,0 10 4 15,1 10-7-15,1 10-2 0,2 7-7 0,4 10-5 0,5 5 1 0,6 6 0 16,10 4-14-16,8 2-19 0,9 4-46 0,10 4-71 0,8 4-103 16,10 9-182-16,8 5-299 0,7 8-395 0</inkml:trace>
  <inkml:trace contextRef="#ctx0" brushRef="#br0" timeOffset="-15590.92">24608 15135 3932 0,'-13'38'59'16,"-7"6"23"-16,-9 11-60 0,-11 9-22 0,4-29 0 0,-4 6 0 0,2 0 0 16,3 1 0-16,5 3 0 0,4 2 0 0,2 1 0 0,0 3 0 15,1 1 0-15,-3 3 0 0,-1 1 0 0,-4 2 0 0,0 1-20 0,-1 3-12 16,0 2-12-16,-1 0-13 0,0 2 22 0,-3 0-4 0,1 0-2 16,-1-2 14-16,1-2-8 0,0-4-18 0,2-4-36 0,1-5-53 0,1-2-58 15,3-4-64-15,1-3-46 0,1-1-63 0,-1-7-61 0,-1-3-84 0,-2-6-67 16,-2-3-52-16</inkml:trace>
  <inkml:trace contextRef="#ctx0" brushRef="#br0" timeOffset="-15407.92">23303 15480 2136 0,'8'2'848'0,"2"3"-757"0,5 2-31 16,4 3-11-16,3 2-3 0,4 3-5 0,5 1-18 0,5 5-18 15,3 2 3-15,0 1-1 0,2 7-5 0,0 2-1 0,0 7-4 0,1 4-22 16,1 2 17-16,2 4-25 0,0 2-26 0,0 1-13 0,0 0-51 0,1-1-19 16,-2 0-29-16,2-4-47 0,0-3-52 0,0-3-69 0,0-5-101 15,1-1-78-15,2-1-170 0</inkml:trace>
  <inkml:trace contextRef="#ctx0" brushRef="#br0" timeOffset="-15256.92">25286 16654 2667 0,'5'13'251'0,"2"3"-127"0,3 3-23 0,2 3-30 0,0 1 5 16,1 1-22-16,2 2-19 0,-1 0-11 0,1 1-23 0,0 1 10 0,2 1-9 16,0 2-9-16,0 1 5 0,-1 4-5 0,-7-17-12 0,1 5-8 15,0-1-9-15,2 6-5 0,-2 0-18 0,3 4-18 0,-1-1-26 0,1 4-53 16,0 0-76-16,-2-1-119 0,2-2-157 0,-1-1-172 0,0-3-159 16</inkml:trace>
  <inkml:trace contextRef="#ctx0" brushRef="#br0" timeOffset="-15039.92">26294 15738 3754 0,'-11'4'139'0,"0"0"-41"0,0 2-34 0,3-1-24 0,3-1-40 16,2 1 0-16,2 0 0 0,1 2 0 0,1 1 0 0,1 3 0 0,1 5 0 15,1 3 0-15,1 6 0 0,3 8 0 0,2 4 0 0,1 5 0 0,2 5 0 16,1 3 0-16,2 1 0 0,1 2 0 0,2-1 0 0,1-2-30 15,3 0-28-15,1 0-36 0,0-4 0 0,2-3-17 0,-1-4-13 0,3-6-8 16,0-3-24-16,2-5-11 0,0-4-31 0,3-6-55 0,-2-5-61 0,3-6-40 16,-1-7-55-16,2-8-1 0,0-10 4 0,3-12-5 0,-2-14 77 15</inkml:trace>
  <inkml:trace contextRef="#ctx0" brushRef="#br0" timeOffset="-14740.92">27321 15613 2471 0,'-3'18'596'0,"0"5"-506"16,1 9-62-16,3 5-36 0,3 4-20 0,5 6 21 0,4 7 5 0,1 4 2 16,3 4 9-16,3 3-13 0,1 2 6 0,3 2 5 0,3 3-9 15,2 0-8-15,2 0-1 0,1 4 2 0,1 1 15 0,-2 0 8 0,0 1-13 16,-2 1 6-16,-2 1-8 0,-3-3-3 0,-14-40 11 0,2 7-10 16,-4-1 3-16,1 8-7 0,-4-5-2 0,-1 6 12 0,-6-2-3 0,-2 5-1 15,-5-3-3-15,-6-3-12 0,-6-3 6 0,-4-3-9 0,-8-3-6 0,-3-2-4 16,-5-4 14-16,-6-3 20 0,22-17 17 0,-4 0 6 0,0-2 7 15,-4 1 17-15,1-2 5 0,-3 0 16 0,1-4-5 0,-3 2-8 0,3-4-10 16,-1 1-25-16,1-4-4 0,-2-2-18 0,-28-1-4 0,6-6-9 0,10-6-6 16,13-4 5-16,11-5-2 0,9-3 5 0,9-4-15 0,8 0-3 15,5-1 15-15,4-4-4 0,4 0 6 0,6-2-18 0,4-2-20 0,3 0-4 16,4 1-27-16,2-3-18 0,3 2-30 0,3-3-33 0,38-35-38 16,-6 7-71-16,-8 5-65 0,-9 7-76 0,-4 0-60 0,1-8-4 0,-1-6-47 15</inkml:trace>
  <inkml:trace contextRef="#ctx0" brushRef="#br0" timeOffset="-14257.92">27416 14631 2740 0,'-92'-27'215'0,"-7"-4"-93"0,-31-9-68 16,3 2-12-16,6 1-21 0,-4 3 8 0,-5 2 4 0,-5 2-2 0,-4 0-4 16,-6 2-13-16,-5 0-3 0,-3 5 0 0,-4 4-9 0,2 4-6 15,-1 5 2-15,1 4 2 0,-1 5 2 0,-2 4-6 0,-1 5 3 0,-3 7-8 16,-1 6-8-16,-1 6 5 0,-2 8-6 0,-3 5 5 0,1 8 4 15,1 10 6-15,-2 7 5 0,-1 10 1 0,-1 9 10 0,0 7 3 0,4 8-5 16,3 7 16-16,7 3-4 0,6 3-5 0,8 1 2 0,7 2-3 0,12-2 5 16,9-3 5-16,13-4 3 0,13-7-8 0,12-1 0 0,15-4-5 15,13-2-17-15,14-3-8 0,12 1-12 0,14 0 3 0,12 3 19 0,11 0-2 16,13 4 13-16,10-2-13 0,13-2-15 0,10 0-9 0,-24-49 4 16,11 9 13-16,7 0 3 0,14 7 11 0,7-1-14 0,19 7 7 0,6-3 11 15,19 6-6-15,8-1 14 0,-58-36 9 0,11 3-2 0,5-2 18 0,12 3-19 16,4-3-21-16,12 3-4 0,6-4-21 0,14 3 6 0,5-2-30 15,12 2-12-15,7-4 9 0,14 3-23 0,4-4 1 0,14 3-7 0,5-4-14 16,14 2 9-16,2-4 14 0,3-2 24 0,2-4 22 0,1-1 20 0,1-3 14 16,0-2-9-16,-1-4 9 0,-2-2 8 0,-2-3 4 0,-3-3 10 15,-4-3-1-15,-5-4 12 0,-5-3 6 0,-5-3 1 0,-7-3-4 0,-5-4-2 16,-7-5-4-16,-5-2-6 0,140-34 4 0,-36-6-33 0,-35-6 2 16,-31-5 8-16,-26-3-3 0,-25-1 23 0,-22 0-15 0,-22 3 8 0,-14 1-6 15,0-13-11-15,55-63 12 0,-38 17-16 0,-34 16-3 0,-35 31 1 0,-10-2-3 16,-8-1 15-16,-9-3 3 0,-10-2-10 0,-8-3-3 0,-8-5-9 15,-11-1 8-15,-8-1 11 0,-9-3-10 0,-8 1 7 0,-9-1-3 0,-9-3-1 16,-10-1 11-16,-11-1-4 0,-8 0-11 0,-11 1-5 0,-12 1-5 0,-9 0-7 16,-11 0 15-16,-11-1-29 0,-7 2 13 0,-9 3-9 0,-3 3-12 15,-5 1 18-15,-4 3-25 0,-3 3-23 0,-5 2-26 0,-2 6-40 0,-5 3-41 16,-3 3-65-16,-5 0-119 0,-3 0-176 0,-6-2-198 0,-3 0-294 0</inkml:trace>
  <inkml:trace contextRef="#ctx0" brushRef="#br0" timeOffset="-13856.92">23511 475 3198 0,'-1'6'7'15,"1"3"0"-15,-2 3 0 0,0 3-76 0,-1 3-6 0,-1 5-2 16,-1 3 2-16,-2 5 80 0,-1 3 2 0,-2 4 8 0,-2 4-8 0,-1 4 3 16,-20 54-69-16,-2 7-18 0,-4-8-6 0,-2-4-17 0,0-10 44 0,-1-7-6 15,4-10-13-15,3-11-5 0,3-6 3 0,1-4 6 0,0-1 8 16,2-4-2-16,-2-4-6 0,3-3-17 0,0-4-24 0,1-3-34 0,0-6-54 16,1-2-29-16,0-4-26 0,0-5-8 0,2-4 21 0,-1-3-142 0</inkml:trace>
  <inkml:trace contextRef="#ctx0" brushRef="#br0" timeOffset="-13670.92">22224 457 1718 0,'1'-1'104'0,"1"1"-77"0,0 0-18 0,2 2 1 0,3 0 10 0,1 3 12 15,3 3 5-15,2 1-1 0,3 3-8 0,2 3-51 0,5 3 7 16,2 4 7-16,4 3 4 0,4 4 47 0,5 4-16 0,3 5-7 0,5 3-4 15,5 5-2-15,52 50-51 0,4 5-2 0,1 2-1 0,0-2-5 0,-4-2 41 16,-5-3-19-16,-5-5-35 0,-10-6-54 0,-3-2-83 0,9 11-77 16,61 65-54-16,-21-19-27 0,-23-19-92 0</inkml:trace>
  <inkml:trace contextRef="#ctx0" brushRef="#br0" timeOffset="-13222.92">30201 9592 3177 0,'-1'0'37'0,"3"2"-44"0,2 1-18 16,4 4-10-16,4 4 2 0,7 4-6 0,7 6-4 0,5 4-3 15,6 3-10-15,1 4 5 0,5-1 11 0,1 3 2 0,1 2 3 0,-1-2-1 16,-1 0-1-16,1-3 1 0,-3-1-18 0,2-1-13 0,0 0-17 0,0-2-38 16,0 0-46-16,-1-2-59 0,0-3-68 0,-1-3-62 0,1-2-72 15,4-3-218-15</inkml:trace>
  <inkml:trace contextRef="#ctx0" brushRef="#br0" timeOffset="-12940.92">31662 10121 1729 0,'20'41'336'0,"7"12"-311"0,9 20-23 0,2 11-8 15,-2 1 0-15,1 4 1 0,-1 2-8 0,1-1-10 0,1 2-8 16,-2-3-1-16,-18-44 33 0,3 9 15 0,-1-3 3 0,4 9 14 0,-2-4-22 16,1 7 9-16,-3-5 10 0,1 6 5 0,-3-7 15 0,-6-5 14 15,-4-5 11-15,-5-5-1 0,-6-5-6 0,-5-2-16 0,-7-6-16 0,-4-2-49 16,-33 16-7-16,-11-14-13 0,-2-10-3 0,3-9 33 0,1-6-8 0,-1-2 5 16,-3-3 0-16,2-2 4 0,0-3-2 0,3-3 1 0,2-2 0 15,1-2-4-15,2-5 4 0,4-3 3 0,2-2-1 0,2-3 2 0,5-1-2 16,0-2-7-16,5-3-4 0,3-2-13 0,4-4-15 0,4-5-23 0,3-3-23 15,3-6-39-15,2-4-52 0,4-8-79 0,2-10-90 0,3-10-72 16,4-11-230-16</inkml:trace>
  <inkml:trace contextRef="#ctx0" brushRef="#br0" timeOffset="16827.29">23138 1972 1966 0,'-8'-1'70'0,"2"0"-31"16,-1 1-2-16,1 1-11 0,-1 1-19 0,1 1-6 0,1 5-2 15,6 1-8-15,3 3 3 0,1-1 6 0,1 3 0 0,2 1 2 0,0 2-2 16,0 4 3-16,1 1 0 0,-1 0 1 0,1 2-1 0,0 1 1 15,0 3-4-15,-1 2 3 0,1 2 0 0,1 0-4 0,0 2 2 0,1-1-2 16,2 2-2-16,0 1 1 0,0 2 2 0,0 1 0 0,-1 0-4 0,1 1-3 16,0-2 1-16,-1-3-4 0,0 0 3 0,1-5 2 0,-2-1-5 15,0-4-3-15,0-2-5 0,0-2-3 0,2-4-9 0,0-2-5 0,0-1-2 16,0-3-5-16,-1-3 2 0,2-2 2 0,1-4 5 0,-1-2 8 0,-1-1 10 16,0-4 6-16,-1-3 3 0,0-2-5 0,0-3-4 0,0-1-8 15,0-2-6-15,1-3-2 0,0-1 2 0,-1-1 9 0,0-2 5 0,0-2 9 16,0 0 0-16,0 0 1 0,-1 0 4 0,-2-1 1 0,0 2 1 0,0 1 0 15,0-1-10-15,0 3-22 0,0-3-40 0,0 2-29 0,-1 1-27 16,1-1-3-16,0 1 7 0,0 1 4 0,0 0 10 0,0 1 14 0,-2 1 17 16,-1 0-22-16,1 2-203 0</inkml:trace>
  <inkml:trace contextRef="#ctx0" brushRef="#br0" timeOffset="17094.29">23859 2222 196 0,'0'1'72'0,"0"2"-6"16,0 0 3-16,0 3 13 0,1 2 15 0,1 3 1 0,1 0 2 15,0 2 9-15,0 1 10 0,1 2-7 0,0 2-5 0,1 1-9 0,1 0-17 16,1 2-4-16,0 1-8 0,0 1-14 0,0 3-2 0,2-1-10 0,0 2-8 15,3-1-9-15,1 2-6 0,3-1 2 0,1-2 0 0,0 1 8 16,2-3 8-16,2-2-2 0,1 0-3 0,3-4-7 0,2-2-7 0,3-1-5 16,-1-3 4-16,2-2-1 0,-3-2 6 0,3-4 8 0,-2-1 1 0,0-4 9 15,-1-1 4-15,-2-4 4 0,-3 0 2 0,-3-2-4 0,-3-2 16 16,-3-1 10-16,-2-3 8 0,0-4-3 0,-1-3-21 0,2-3-12 0,-1-4-17 16,1-3 3-16,-2-3 1 0,-2-2-12 0,-2-1 2 0,-2 0-10 15,-3 1-6-15,-3-1-2 0,-4 1-4 0,-6-2-10 0,-2 0-1 0,-7 1 1 16,-3 0 0-16,-3 3 5 0,-4 2-1 0,-1 4-8 0,-4 2-9 0,0 5-15 15,-2 2-4-15,-3 4-5 0,20 10 13 0,-7 1 13 0,-1 1-3 16,-10 1-5-16,-30 3-17 0,-1 7-9 0,8 5-7 0,17 3 0 0,4 4-16 16,0 2-13-16,5 3-21 0,1 1-23 0,5 1-30 0,1 3-55 0,5 0-54 15,4 4-60-15,4 0-301 0</inkml:trace>
  <inkml:trace contextRef="#ctx0" brushRef="#br0" timeOffset="17927.23">32711 9558 498 0,'-1'1'59'0,"1"0"-10"0,1 1-9 16,-1 0 4-16,1 1 7 0,0 1 9 0,2 1-4 0,-1 1-10 0,2 0-6 15,0 2 41-15,1 2 1 0,2 1 0 0,1 2 2 0,0 1-51 16,3 3-2-16,-5-8-4 0,2 1-4 0,-1 2-3 0,3 2-7 0,0 0-7 15,2 3-10-15,1-1-7 0,1 3-6 0,1 1-1 0,3 2-5 0,1 1 2 16,0 2-4-16,2 2 2 0,2 2 2 0,-2 0 2 0,2 3 4 16,-1-1 7-16,1 2 5 0,0 0 9 0,-3-2 19 0,-1 2 23 0,-1-1 26 15,-2-1 20-15,-1-1 11 0,-3 1 3 0,-2-4-1 0,-2 1 3 0,-3-2 6 16,-2-2-4-16,-3-1 5 0,-1-3-13 0,-3-1-12 0,-2-1-3 16,-2-2-10-16,-1-2-1 0,-2-1-1 0,-1-2-13 0,0-1 2 0,-2-2-11 15,1-1-2-15,-2-3-12 0,1 0-11 0,-1-2-15 0,1-1-11 0,-1-2-6 16,2-1-7-16,-1-1-8 0,1-1-5 0,1-2-8 0,0-1-11 15,2-2 2-15,0-1-6 0,1-1-14 0,1-2-2 0,0 0-1 0,1-2 3 16,2-2 7-16,1-1 8 0,1 0 3 0,1-3 4 0,2-1 11 16,2-1 7-16,1-1 7 0,1 0 9 0,1-2 6 0,2-1 8 0,1 0 12 15,1-2 6-15,1 2 2 0,1-2-4 0,1 1-8 0,-1-1-2 0,2 2-1 16,-1-1 2-16,0 2-4 0,1-1-1 0,-2 1 3 0,0 3-2 16,-1-1 2-16,0 2-3 0,-3 0-3 0,0 2-10 0,0 2 2 0,-2 1-10 15,-1 0-25-15,-2 2-21 0,0 2-30 0,-2 0-19 0,0 1-7 16,-3 2 0-16,0 1 1 0,-1 1-9 0,-1 3-9 0,-1-1-8 0,-2 2-22 15,1 1-11-15,-2 1-24 0,-2 1-33 0,-1 2-36 0,0 0-225 0</inkml:trace>
  <inkml:trace contextRef="#ctx0" brushRef="#br0" timeOffset="18311.23">33307 9389 1289 0,'0'0'303'0,"0"-1"-213"0,0 1 0 0,-2 0-57 0,2-1 92 15,-2 1 15-15,0-1-52 0,0 1 60 0,-1-1-38 0,0 1-113 0,0 0 57 16,-2 0-16-16,-1 1-10 0,0 0 0 0,-1 0-4 0,-2 1-8 16,-2 1 5-16,-2 2 1 0,1 0-2 0,-1 1 2 0,-3 2-10 0,-1 2 6 15,-2 1 1-15,1 2 2 0,-4 3 9 0,-1 3-10 0,0 1-2 0,-1 5-1 16,-26 28-1-16,2 5 1 0,1 5 2 0,2 4 3 0,5 1-80 15,3 1-1-15,6-2 1 0,2-4-1 0,6-2 76 0,1 0 1 0,4-2 3 16,2 0 0-16,4-3 4 0,3-3 3 0,4-3-5 0,5-3 9 16,3-3-7-16,4-5-5 0,4-2 6 0,3-3-15 0,2-4 82 0,4-2-5 15,2-4 0-15,-11-14 11 0,2 1-83 0,2-1 5 0,2-1 10 0,-1-2-9 16,1 1 4-16,2-4-6 0,1 1-18 0,-2-2 0 0,2-1-12 16,1-2-2-16,-1 0 8 0,1-3-5 0,2-1-2 0,-3-2-7 0,3 0-21 15,-1-4-2-15,-2-2-16 0,-1-2-16 0,-1-3-11 0,-2 0-16 0,-1-2-4 16,-2-3-14-16,-1 0-23 0,-2-3-48 0,-2 1-32 0,-2-3 8 15,-4 0 2-15,-1 0-4 0,-4 0-6 0,-4 1-19 0,-2-1-48 0,-6 2-277 16</inkml:trace>
  <inkml:trace contextRef="#ctx0" brushRef="#br0" timeOffset="63080.83">26116 7383 1911 0,'-7'0'215'0,"1"0"-196"16,0 2-15-16,3 1 3 0,2 1 2 0,1 1 7 0,1 1 2 0,0 2-6 16,2 1-1-16,0 4-2 0,2 3-7 0,0 4-2 0,1 3 1 0,1 5-2 15,1 2-1-15,-1 4-1 0,1 2-3 0,1 4-1 0,1 3 4 16,0 4 4-16,2 3-1 0,0 6 2 0,2 3-2 0,2 4-4 0,0 2-1 16,0 1 1-16,3 0-12 0,1 2 17 0,-2-1-4 0,1-1-4 15,-1 0 2-15,0-1-18 0,-1 0-1 0,0-4 1 0,-1-4 6 0,-1-7 5 16,1-6 5-16,-1-5 3 0,0-5-5 0,-2-6 4 0,0-1-1 0,-1-2 3 15,-2-3 9-15,-2-2-9 0,-2-3 3 0,-2-4 0 0,-2-3-4 16,-1-2-3-16,-3-5-28 0,0-2-43 0,-2-4-64 0,-2-4-59 0,-1-5-53 16,-4-6-32-16,-1-9-2 0,-2-6-241 0</inkml:trace>
  <inkml:trace contextRef="#ctx0" brushRef="#br0" timeOffset="63412.83">26254 7666 880 0,'-7'-34'101'16,"0"-3"9"-16,-2-9-2 0,3 9-20 0,1 7-13 0,1 3-16 0,1 1-6 15,2 2-12-15,0 2-8 0,2 1-2 0,2 3-9 0,0 2 1 16,1 3 7-16,0 3 12 0,2 1 13 0,0 4 8 0,2-1 11 0,0 1 4 16,3 1-1-16,2 0 0 0,3 0-4 0,3-1 1 0,2-1-5 15,5 0-4-15,3-1-6 0,8-1-19 0,1 1-9 0,4-1-2 0,5 0-12 16,1-1-1-16,3 0-3 0,0-1-8 0,0 0-2 0,1 1-1 0,1-2-4 16,1 0 8-16,-1 0 1 0,-2 0-1 0,-1 1 5 0,-3 0-9 15,-1 0-2-15,-4 0 5 0,-2 1-8 0,-2 1 4 0,-3 1-2 0,-4 3-4 16,-4 2 2-16,-1 1 1 0,-4 0 2 0,0 3 8 0,-1-1 5 0,-3 2-3 15,-1 2 4-15,0 2 2 0,-1 2-4 0,-4 1 1 0,2 4-4 16,-3 1 3-16,-1 5-2 0,0 3-2 0,-3 3-1 0,1 4-7 0,-2 4 0 16,-1 6 1-16,-2 4-1 0,-1 5-6 0,-1 4 2 0,-1 4-1 15,-1 5-13-15,-1 4 15 0,0 6-7 0,-1 3-3 0,0 5 13 0,-2 4-11 16,1-1 0-16,1 0 7 0,1-5-12 0,3-2 3 0,1-4 7 0,3-4-7 16,2-3 11-16,2-3-2 0,1-4-14 0,2-2 0 0,1-2-7 15,-1-4-13-15,3-2-9 0,0-1-35 0,1-1-21 0,0-2-39 0,0-2-53 16,0 0-77-16,0-2-99 0,-3-2-487 0</inkml:trace>
  <inkml:trace contextRef="#ctx0" brushRef="#br0" timeOffset="63762.83">28940 5892 2022 0,'-7'10'18'0,"-1"6"-12"0,-3 7 3 15,3 6 13-15,1 4 14 0,0 5 2 0,-1 5 0 0,0 7-8 0,0 6-6 16,-1 7-21-16,-2 6-13 0,-3 9 1 0,0 6-5 0,-1 5 14 0,-2 3 6 15,2 0-7-15,0 5-9 0,3 0-5 0,1 4-6 0,0 5-3 16,3 0 2-16,2-1-4 0,2-1-18 0,3-3-5 0,1-3-26 0,2-1-31 16,3-1-11-16,1-4-21 0,2-3-3 0,1-3-11 0,0-6 9 15,0-2 0-15,-1-6 16 0,2-3 29 0,-2-4 21 0,1-4 31 0,-2-6 20 16,-2-5 20-16,0-7 16 0,-3-6 20 0,-1-8 18 0,-2-4 17 0,-2-6 7 16,-1-7-11-16,-3-3-19 0,-1-5-30 0,-1-5-24 0,-2-6-21 15,0-4-33-15,-2-8-41 0,-1-7-113 0,-1-4-160 0</inkml:trace>
  <inkml:trace contextRef="#ctx0" brushRef="#br0" timeOffset="64162.85">28812 5368 714 0,'-3'-28'571'0,"0"-4"-466"0,0-4 3 15,2 6 3-15,0 6-2 0,2 0-9 0,2 1-23 0,2 3-11 0,2 0-20 16,3 1-4-16,2 1-8 0,3-1-12 0,2-1-4 0,3 1-11 0,4-1-1 15,3 0 3-15,4 1-3 0,2 1 5 0,3 2 5 0,1 0-4 16,4 2 7-16,1 0 2 0,2 2-4 0,0 1 13 0,2 1-3 0,-1 1-1 16,2 2 1-16,1-1 3 0,0 1-1 0,0 1-1 0,1-1 0 0,-1-1-11 15,2 0-1-15,1-1-4 0,0 3-4 0,-1 0-2 0,-1 2 1 16,-2 1-4-16,0 1 2 0,-3 3-4 0,-1 2 4 16,-3 1 3-16,0 4-3 0,-6 1-1 0,0 3-2 0,-6 2-4 0,-1 1 2 0,-4 1 4 15,-3 3 0-15,-2 3 1 0,-3 1 0 0,-4 3 0 0,-1 3 1 0,-3 4 0 16,-2 4 1-16,-3 4-7 0,-2 5 1 0,-3 6-1 0,-2 4 2 0,-3 7 6 15,-2 7-5-15,-1 5 0 0,-4 7-3 0,0 6-9 0,-2 5-2 16,0 10-2-16,-3 5 0 0,1 6 10 0,1 3 0 0,-1 2-13 0,1-1 0 16,0 3-4-16,3-2-1 0,1-4 12 0,3-2-10 0,3-9 8 0,3-4 0 15,3-5 4-15,2-5 8 0,4-4-2 0,1-6 5 0,3-3 1 16,1-5-3-16,1-2-2 0,2-3-2 0,-1-3 4 0,4-3 5 0,0-1-2 16,0-2-5-16,0-2 3 0,1-1-9 0,1-4-2 0,-1-3-6 15,-2 0-15-15,2-4-5 0,-1 0-11 0,0 0-15 0,-3-3-23 16,0-2-38-16,-1-2-42 0,-1-3-45 0,-3-2-43 0,-3-1-27 0,-3 0-57 0,-1-2-247 15</inkml:trace>
  <inkml:trace contextRef="#ctx0" brushRef="#br0" timeOffset="64429.85">31187 5577 1130 0,'-21'10'34'0,"-2"3"9"0,-6 7 30 0,2 1 23 0,4 0 10 0,1 3-15 16,2 2-25-16,3 4-16 0,0 3-18 0,0 7-1 0,1 3-6 0,2 7-9 15,-1 7 1-15,0 3 1 0,0 8-8 0,2 4 2 0,-1 5-6 16,2 5-10-16,1 6 2 0,1 5-2 0,1 6-2 0,1 5 0 0,0 3-18 15,1 7-15-15,1 1-40 0,0 2-76 0,2-2-77 0,0-2-71 16,2-6-358-16</inkml:trace>
  <inkml:trace contextRef="#ctx0" brushRef="#br0" timeOffset="64863.87">30823 5181 1206 0,'7'-30'249'0,"5"-4"-200"0,6-8 12 0,6 5 13 0,1 5 26 0,4-1 14 15,2 1 2-15,4 0-8 0,3 0-15 0,3 2-24 0,3-1-13 16,0 2-6-16,0 0-8 0,1 2 0 0,1 2-5 0,1 2 5 0,1 3-3 15,-1 0-2-15,0 1-7 0,-2 2-17 0,1-1-5 0,-2 1-5 0,2-1-3 16,0 2 5-16,-4-1-5 0,-1 0 1 0,-2 0 3 0,-5 0-8 16,3 2 12-16,-3 1-3 0,-1 1-6 0,-2 3 9 0,-3-1-13 0,-16 7-2 15,5-2 11-15,-2 1-6 0,3 0 5 0,-2 1 4 0,4 1-1 16,-2 0 5-16,0 2 7 0,1 1 5 0,-1 2 2 0,-1 2 1 0,-3 3-5 16,2 2-11-16,-2 2-3 0,0 4-5 0,-1 3-2 0,0 3 3 0,-1 4-2 15,0 4 1-15,0 4-4 0,-4 7 4 0,1 3-5 0,-1 4 1 16,-1 6 1-16,-2 6-1 0,-3 3-6 0,-1 6-7 0,-2 6 3 0,-2 6-3 15,-2 5 10-15,-1 7 5 0,-1 7-8 0,-3 8-3 0,1 7 3 0,-4 8-5 16,-1 8 1-16,-2 6-9 0,-2 8-14 0,-5 7-9 0,-2 2-3 16,-1 2 6-16,-1-2 10 0,-25 130 3 0,12-50-19 0,13-53-8 0,14-47-2 15,7-25 0-15,5-11 22 0,1-4 10 0,2-8 24 0,3-6-1 0,1-4-18 16,-2-41-42-16,2 8-97 0,0-2-103 0,2 6-117 0,1-4-453 16</inkml:trace>
  <inkml:trace contextRef="#ctx0" brushRef="#br0" timeOffset="65763.9">27168 8730 7 0,'-6'10'1'0,"0"2"0"0,-4 1-2 0,0-2-4 0</inkml:trace>
  <inkml:trace contextRef="#ctx0" brushRef="#br0" timeOffset="66013.32">26374 7595 972 0,'-3'-6'121'0,"0"1"-116"0,0 0-14 15,3 3-14-15,2 0 2 0,0 1-1 0,3-1 1 0,0-1-1 0,2 0-15 16,1 0-41-16,1 0-52 0,1 0-128 0,0 0-106 0</inkml:trace>
  <inkml:trace contextRef="#ctx0" brushRef="#br0" timeOffset="66446.46">26534 7174 1211 0,'1'-4'175'0,"2"1"-190"0,2 0 0 0,4 3 6 0,1 0 16 16,4 0 4-16,4 0 0 0,4 0-2 0,2-1-2 0,5 1-3 0,-1 0-6 15,3 1 1-15,-1 0 0 0,1 0-1 0,-1 1 6 0,-1-2-2 16,-1 0-2-16,-2 0 2 0,-2-1-1 0,-3 0 1 0,-2 0 5 0,-4-1 5 15,-4 2-1-15,0-1 4 0,-4 1-2 0,0 1-7 0,-3 1-2 0,-1 0-5 16,-2 0 1-16,0 2 3 0,-3-1 6 0,0 4 6 0,-2 3-1 16,-2 1-2-16,-1 3-2 0,-1 2-13 0,-1 2 0 0,1 3-1 0,-1 2-1 15,0 0 3-15,0 2-1 0,2 2-1 0,1 3-3 0,2 3 2 16,1 4-2-16,2 2-2 0,3 2-3 0,1 6 0 0,4 1 2 0,1 4 5 16,4 4-3-16,1 4 2 0,1 2-1 0,5 1-12 0,0 1-17 0,1-1-28 15,2-4-14-15,0-1 9 0,-1-6 22 0,0-5 27 0,0-4 17 16,-4-5 6-16,-1-5 3 0,-2-1 1 0,-2-4 1 0,-1-1 0 15,-3-1 1-15,-2-3 2 0,-2-1-1 0,-1-1 2 0,-3-5-13 0,-2 0-16 16,-2-1-37-16,-2-3-60 0,-2-1-54 0,-3-1-84 0,-3 0-160 0</inkml:trace>
  <inkml:trace contextRef="#ctx0" brushRef="#br0" timeOffset="66963.67">27307 7100 783 0,'-8'-3'100'0,"0"2"-71"0,0 0-1 0,2 2-15 0,3 0-5 0,1 1-7 16,0 0 0-16,2 1 1 0,-1 2-2 0,2-1 1 0,-1 3-2 16,2 0 0-16,0 3 3 0,0 0 3 0,1 4 2 0,1 0 4 0,-1 3 2 15,1 5 4-15,2 3 5 0,-1 7-1 0,2 3 4 0,-1 7-6 16,1 3-3-16,-1 3-4 0,2 4-11 0,-1 5-7 0,1 3 1 0,-1 5 1 16,0 3 2-16,0 2 5 0,-1 3-2 0,1-2-4 0,0 1-8 15,2-1-22-15,1 0-24 0,0-2-32 0,3-2-16 0,3-4-4 0,-1-2 12 16,2-2 22-16,0-6 18 0,-2-3 22 0,0-3 11 0,-4-4 11 0,-2-3 16 15,-1-1 13-15,-1-7 23 0,-1-4 15 0,-1-6 5 0,-1-2 0 16,1-4-13-16,0-1-13 0,0-1-10 0,-2-1-11 0,3-2-8 0,-2-1-33 16,1-2-56-16,-2-1-61 0,1-2-223 0</inkml:trace>
  <inkml:trace contextRef="#ctx0" brushRef="#br0" timeOffset="67163.67">27489 7317 1365 0,'4'1'-31'0,"3"4"-18"0,4 3 9 16,2 4 12-16,0 2-2 0,2 0-42 0,2 2-68 0,2 1-119 0,1-3-245 15</inkml:trace>
  <inkml:trace contextRef="#ctx0" brushRef="#br0" timeOffset="67813.02">27023 7302 1305 0,'-3'1'18'0,"-1"0"-31"0,0 3-8 0,1 2 0 16,1 2-1-16,0 2-12 0,0 1-60 0,1 2-115 0,-2 0-388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1:13:30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23763 853 1735 0,'-7'-4'328'16,"0"0"-531"-16,-2 0-67 0,-2-1 45 0,-2 0 85 0,-2 0 43 0,-2 0 33 15,-3-1-36-15,-3-1-47 0,-1 1-3 0,-4-1 30 0,-3 0 44 0,-3 0 40 16,-2-1 15-16,-2 2 10 0,-1 2 9 0,-1 0 14 0,-2-1 12 15,-1 1 13-15,-1 0 9 0,-2 0 0 0,-2 0-7 0,1 0 24 0,-2 1-3 16,-2 0 5-16,0 0 4 0,-1 0-24 0,-2-1 7 0,-1 1 4 16,-1 0 13-16,0-1-5 0,-2 2 4 0,-1-1-4 0,-1 2-3 0,-1 0-4 15,-1 1-23-15,0 1-43 0,-2-1-14 0,0 1-2 0,-1 1 4 0,-1 1 30 16,-1 1-2-16,1 3-4 0,-3 0 1 0,1 3 5 0,-2 1-1 16,1 2 5-16,-1 0 1 0,-1 3-1 0,1 2 2 0,-2 1-3 0,0 2 2 15,0 1 2-15,0 2 3 0,-1 2-3 0,2 2-3 0,-1 1-5 0,0 2-5 16,-67 30-27-16,12-1-1 0,10-1 3 0,12-2-2 0,9-4 31 15,11-2 7-15,11-4-2 0,10-5 0 0,6 1-2 0,1-1-4 0,2-1 3 16,2 1-1-16,1 0 4 0,1 0-1 0,2 0 1 0,2 0 1 16,1-1-5-16,-3 6-10 0,-28 32-3 0,14-10 3 0,15-10 1 15,14-16 12-15,4 2-1 0,0 0-3 0,4 1 1 0,1 0-3 0,2 0-1 0,2-1 1 16,2-1 1-16,0 0-1 0,5 0 0 0,0-2-4 0,1 1-2 16,4-1 2-16,2-1-1 0,4 1 4 0,1-2-1 0,2-1-2 0,3-1 2 15,1 1 0-15,2-2 5 0,2 1-1 0,3-3-2 0,1 0 0 0,1 0 1 16,0-2 1-16,3 2-1 0,2-2-3 0,0-1-6 0,3-2-1 15,3 0 5-15,1 0 1 0,4 1 9 0,2-1-2 0,3 1 2 0,3-2-9 16,2 1-3-16,3-1 1 0,2 2-2 0,2 0 3 0,3 0 1 16,3-1 1-16,-1-1-4 0,3-1 1 0,0 0 1 0,2-1-5 0,1 0 0 15,3 1 0-15,0-2-6 0,3-1 4 0,1-1-1 0,2-1 2 0,3-1 4 16,0-1-3-16,3 0 4 0,1-2 0 0,1-1-3 0,3 0 2 16,1-1 1-16,1-3 1 0,4 0 4 0,-1-3-2 0,0 0 2 0,3-2 0 15,0-1-1-15,0-1 3 0,1-1-4 0,1 0-1 0,0 0-2 16,1-1-5-16,2 0 7 0,-1-1 6 0,2 1 0 0,1-2 1 0,2 0-6 15,0-1-7-15,2-1 6 0,0-1 2 0,0 0 1 0,2-2 2 0,2 0-4 16,-1-1 2-16,0-1-4 0,0-1-1 0,-2 0 1 0,2-1-3 16,-1-1 2-16,0 0 0 0,1-1-3 0,-3-1 3 0,-1-1-4 0,-1-3 3 15,1-1 6-15,-1-2-1 0,-1-2 7 0,3-3-6 0,-2-1 4 0,1-2-2 16,-1-1 1-16,1 0 0 0,-2-3-7 0,1 0-3 0,1-4-4 16,-2 0 2-16,-1-1-1 0,-2-1 2 0,-2-1-9 0,-2 0 2 0,-3-2-6 15,-2-3 0-15,-1 0 2 0,-5 0 0 0,-2 0 3 0,-3 0 5 0,-4-1 3 16,-3 0 7-16,-4 2 10 0,-2-1 3 0,-3 0 7 0,-4 1-2 15,-2-2-1-15,-3 1 5 0,-3 0-5 0,-3-2 1 0,-4 1-2 0,-3-2-4 16,-3 1 5-16,-4 0-3 0,-3 1-2 0,-4-1-1 0,-4-3 2 16,-4 2 3-16,-4-2-5 0,-2-1 2 0,-5 0-6 0,-3-1-11 0,-4-1 2 15,-1-1-2-15,-5-2-4 0,-4-1 1 0,-5 0-6 0,-3 0-3 0,-5-3-5 16,14 27 17-16,-6-6 7 0,-2-2 1 0,-6-7 9 0,-2 1-17 16,-10-8 0-16,-1-1-6 0,-9-9-6 0,-4 1-8 0,-4-1-8 0,-5-1-4 15,-3 0-2-15,33 31 42 0,-7-4-10 0,-1-1-18 0,-5-2-19 0,-4-1-75 16,-5-2-36-16,-4 1-19 0,-6-5-14 0,-4 1-2 0,-7-3 13 15,-3 3-13-15,-8-2 21 0,-4 3-83 0,-10-1 9 0</inkml:trace>
  <inkml:trace contextRef="#ctx0" brushRef="#br0" timeOffset="4065.99">8353 4489 690 0,'-12'-7'-8'0,"0"-1"16"15,0 0 2-15,5 2-2 0,2 3-7 0,3 1-1 0,1 0 0 0,0 0 0 16,1 0 1-16,-1 0-1 0,0-2 0 0,-1 0 3 0,1-2 0 16,-2 0 4-16,0-4 0 0,-1-2 0 0,-1 0 9 0,-2-2 8 0,-1 0 11 15,-1 0 11-15,-3-1 3 0,-2 0 3 0,0 1 5 0,-1 2-7 0,-3 0 2 16,-1 2-5-16,-2 2 0 0,0 0-6 0,-3 2-4 0,-1 2-4 15,-4 1-12-15,-1 3-5 0,-4 0-5 0,-2 4-4 0,-3 2-2 0,-3 2-1 16,-4 2-2-16,-4 1-2 0,-3 0 1 0,-4 0 0 0,-2 2 2 16,-2 0 1-16,-3-2-3 0,-1 0 1 0,-2-2 1 0,-3-2 3 0,-2-1 4 15,0-1 0-15,-3-1-1 0,1-1 2 0,-2 0-2 0,-1-2 2 0,0 2 4 16,-1 0-1-16,-3 2-1 0,-3 3 0 0,1 0-7 0,-3 1-4 16,0 4-2-16,-1 1 1 0,0 3 3 0,0 1 6 0,-1 2 2 0,1 2 1 15,-2 0-5-15,4 3-5 0,-1 2-3 0,2 0 0 0,2 2 1 0,0-1-2 16,4 4 2-16,2-1 0 0,4 1 0 0,3 0 7 0,3 0-4 15,2 0 3-15,4 3-2 0,4 1-7 0,3 2-1 0,2 1-7 0,1 2 1 16,5 0 8-16,2 2 0 0,3 2 5 0,4 1 1 0,3 1-8 16,1 4-1-16,6-2 3 0,1 1-3 0,4-2 1 0,6-2-1 0,3 0-3 15,4-2-2-15,5-3-6 0,5-1 5 0,4-3 1 0,4-1 0 0,4 1 7 16,4-2-6-16,5 0 3 0,4-1-1 0,5-1 4 0,3 0 0 16,5-1 3-16,3 0 1 0,6-2-1 0,2-1 2 0,6-1-6 0,4 2 6 15,2-1-2-15,5 0-2 0,3 1 3 0,4-2-7 0,3 2 4 0,6-1 0 16,2 0 14-16,2 0 7 0,4-1 1 0,1-2 1 0,4 0-7 15,4-3 0-15,2-1-4 0,2-3 4 0,3-1-5 0,0-4-6 0,3-3 2 16,3-4-2-16,1-3 1 0,3-4 7 0,2-6-1 0,0-2-5 0,1-5 3 16,0-2 3-16,1-2-2 0,-2-5 1 0,-2 0-2 0,-2-5-7 15,-1-3 2-15,-3-2-2 0,-2-2 11 0,-2-5-4 0,-2-2 4 0,-3-5 8 16,-3-3-6-16,-2-4 12 0,-4-1-1 0,-2-4 3 0,-4-3 1 16,-1-4-1-16,-4 0 4 0,-2-3 5 0,-4 1 7 0,-5-2 10 0,-4 0-2 15,-6 1-1-15,-3 0-12 0,-5 2-6 0,-5 2-5 0,-6 2-5 0,-3 3-7 16,-7 4 1-16,-5 2-4 0,-7 3 0 0,-4 4 6 0,-4 3-11 15,-5 5-1-15,-4 2-2 0,-4 4-9 0,-3 2-5 0,-4 3-8 0,-3 3-11 16,-2 2-1-16,-3 3-11 0,-2 4-11 0,-4 4-12 0,-3 3-17 16,-1 4-7-16,-3 3-22 0,0 4-7 0,-1 3-10 0,2 4-16 0,0 2-5 15,5 4-17-15,4 2-10 0,6-1-7 0,5 2 1 0,7 0 27 0,6-3-15 16,9 3-145-16</inkml:trace>
  <inkml:trace contextRef="#ctx0" brushRef="#br0" timeOffset="4498.99">11065 5773 1594 0,'-20'-26'16'0,"1"-3"31"0,-2-5 3 0,6 5-2 0,5 6-9 15,2 2-1-15,1 0-4 0,0 3-11 0,2-1-8 0,0 1-6 0,3 2-4 16,0-1 5-16,1 1-8 0,1-1 5 0,1 3-4 0,1-2-4 0,1 1 3 16,3 0-2-16,1 0 2 0,2-2-1 0,1 1-2 0,3-1-1 15,1 3-2-15,3-2 3 0,3 0 0 0,3 0-2 0,3 2 1 0,4-1 2 16,2 1-1-16,3-1 0 0,3 2-2 0,2 0-1 0,3 0-2 0,1 2 4 16,2 1 2-16,2 2-3 0,2 0 2 0,1 2-8 0,0 1 0 15,1 0 2-15,0 2-5 0,0 0 11 0,1 1-5 0,-1 2 3 0,0 1 1 16,-1 1-5-16,-2 0 2 0,0 0 7 0,-1 1-2 0,1 1 3 15,-2 2 4-15,-1 1-11 0,-2 2 0 0,-1 2-4 0,-3 2-3 0,0 3 0 16,-1 2-1-16,-4 0-4 0,-2 2 4 16,-4 2-6-16,-3-1 4 0,-3 3-3 0,-3 1-3 0,-3 2 6 0,-6 0-3 0,-3-1 4 0,-6-1 6 15,-4-1-1-15,-6 1 7 0,-3-1 2 0,-6 2 3 0,-6 0 1 0,-5-2-1 16,-7 3 1-16,-5-1-6 0,-7 0 2 0,-5 2-1 0,-5-3 4 0,-5 2 6 16,-4-2-2-16,-2 1 2 0,-4-2-6 0,-2 0-3 0,-1-3-1 15,0-4 0-15,1-2-4 0,4-3-5 0,2-2-33 0,5-4-64 0,6-2-41 16,6-3-6-16,6-1 10 0,3-5 24 0,6-2-2 0,3-5-20 15,6-4-5-15,5-4 23 0,7-5-215 0</inkml:trace>
  <inkml:trace contextRef="#ctx0" brushRef="#br0" timeOffset="18582.98">16671 4849 1436 0,'-5'-4'-4'0,"-1"-1"-4"0,-2-1 1 0,-2-1-4 0,3 2 4 0,0 2 4 0,0-1 0 0,1 0 2 0,1 1 1 15,0-2 4-15,1 1-3 0,1 0 1 0,2 1 2 0,1-1-6 0,1-1 0 16,2-1-1-16,3 1-4 0,2-2 5 0,2 0 2 0,3-2 3 16,2-1 4-16,2 0-3 0,1-2 3 0,3 0 0 0,3 0-3 0,1 0 4 15,4 0-4-15,1 0 2 0,3 0 3 0,1-1-3 0,1 2 0 0,2 0-1 16,-2 1-1-16,4-1 2 0,-1 0 0 0,0 1-2 0,3 0 2 15,-1 1 0-15,1 0-3 0,3 2 2 0,-1 0-2 0,1 1 1 0,0 2 2 16,0 0-4-16,2 1 2 0,0 1-12 0,2 1 0 0,-1 1 2 16,2 0-1-16,1 2 6 0,1 0-2 0,3 1 0 0,-1 1-3 0,0 1 3 15,1 1-1-15,-2-1 4 0,1 2-3 0,0 1-8 0,1-2 3 0,-1 3-3 16,0 0 3-16,-2 1 4 0,1 0 1 0,0 0-1 0,-2-2 3 16,0 2-1-16,-1 1-2 0,-3 1 1 0,-1 1 2 0,-1 0-3 0,0 1-2 15,-2 2-1-15,-2 1-2 0,0 0 2 0,-2 2 5 0,0 0-3 0,-3 0 0 16,-2 0 1-16,0 2-4 0,-3 0-1 0,0 1 1 0,-3 1 5 15,0-1 1-15,-3 2 3 0,-2-1 0 0,-1 0-1 0,-3 1-11 0,-3 2-1 16,0 3 0-16,-3 2 0 0,-2 1 7 0,-1 1 2 0,-4 1-3 16,-1-1 5-16,0 2 2 0,-3-1 0 0,0 3-1 0,-2 1-4 0,-1 0-2 15,-1 1 0-15,-1 0-1 0,-1 0 2 0,-2 2-1 0,0 0-2 0,-1 2 0 16,-2 1 5-16,0 1 3 0,-2 0 3 0,0 0 2 0,-1 0-4 16,-2 0-4-16,-2 1 0 0,0 0-1 0,-3 2-1 0,-2-3 3 0,-1-1-4 15,-3 1 0-15,-1-2 0 0,-1-2-4 0,0-1 4 0,-3-1 4 0,0-2 1 16,-1-1 5-16,-2-2-2 0,0-2 0 0,-1-2 2 0,-2 0 3 15,0-1-1-15,-2 0 0 0,-3-2-2 0,1 0 0 0,-3-2 1 0,-2-2 1 16,1 0 3-16,-1-4-3 0,0 0 2 0,0-1 0 0,1-4-2 16,0 0 1-16,-1-3 5 0,1-2 4 0,1-2 1 0,1-2 3 0,-1-2 2 15,1-3-1-15,2 0-1 0,0-3 2 0,0-2 0 0,0-2 5 0,1-3 6 16,0-1-1-16,1-2 0 0,2-1 3 0,0-2 1 0,1-2-1 16,0-1 7-16,1-2 0 0,-1-3-4 0,2-2 2 0,0-4-8 0,-1-3-6 15,1-3-8-15,0-2-7 0,1-1-10 0,-3-3 3 0,0-2-7 0,-1 1 6 16,-1-3 2-16,0 2-2 0,-1-1 7 0,1 1-5 0,0 0-5 15,0 2-4-15,3 2-4 0,0 1-2 0,1 2-1 0,3 3 5 0,3 2-1 16,1 2 0-16,5 3 0 0,3 0-2 0,2 1-2 0,6-1 0 16,0 2 0-16,3-1-5 0,3 2 6 0,2 2-4 0,1 0-3 0,2 2-8 15,1-1-22-15,3 3-22 0,4 2-36 0,3 3-51 0,2-1-42 0,4 1-16 16,4 2 17-16,2 0 40 0,4 2 43 0,2 0 34 0,0 2-48 16,2 2-106-16</inkml:trace>
  <inkml:trace contextRef="#ctx0" brushRef="#br0" timeOffset="19282.98">20907 5314 937 0,'-8'-26'48'0,"-1"1"-98"0,1-6-36 15,2 8-10-15,3 5 3 0,3 1 12 0,3 2 11 0,0 2 5 0,2 0 9 16,0 2 13-16,2 0 17 0,1 2 13 0,0 1 8 0,0-1 4 16,1 1 2-16,0 0 1 0,0 2 2 0,-1 1 6 0,1 0 4 0,1 0 4 15,0 0 4-15,0-2 5 0,2 0 8 0,1-1 9 0,3-1 8 0,2 1 2 16,0-1-1-16,2 1 1 0,2 0-3 0,0 1-1 0,5-1-2 16,2 1-2-16,2-1-1 0,3 0-4 0,3 1-2 0,2 0-3 0,4 1-4 15,1 0 1-15,3 1-3 0,3-1 1 0,1 1-2 0,4 0-2 0,2 0-3 16,1 2-5-16,2 1-1 0,0 0-7 0,2 1 5 0,2 2 4 15,0 0-8-15,1 1 2 0,-1 4-9 0,1-1-7 0,-1 2 2 0,0 2 0 16,-1-1 0-16,-1 3 3 0,-1 1-2 0,-2 1 1 0,0 3-2 16,-1 1 0-16,-1 4-2 0,1 1-10 0,-3 3 4 0,1 2-1 0,-3 1 1 15,-1 5 4-15,-2 1-2 0,0 4-2 0,-3 0-2 0,-1 5 1 0,-2 3-3 16,-3 3 4-16,-2 3-1 0,-4 1-6 0,-3 2 1 0,-4 5-9 16,-2 1-3-16,-4 4 3 0,-4 2-1 0,-3 0 6 0,-5 3 4 0,-5 0 0 15,-3-1-1-15,-3 0-2 0,-3-1-5 0,-4-1 2 0,-4-2 5 0,-3 0 4 16,-3-2 6-16,-1-2 3 0,-4-1-3 0,-1-4-2 0,-1-3 1 15,-4-3 0-15,0-2-2 0,-4-3 1 0,1-2-2 0,-2-3 7 0,-2-2 1 16,1-2 4-16,-5-2 3 0,0-2-7 0,-3-3-6 0,-4-3-16 0,-2-2-5 16,-3-3-1-16,-3-2 6 0,-4-1 16 0,-1-3 8 0,-3-4 7 15,-3-1 5-15,-1-3 2 0,-2-4 3 0,0-3 0 0,-3-3-2 0,-1-4-2 16,-2-2 0-16,-1 0-4 0,2-3-1 0,1-2 1 0,-3-1 0 16,2 0 0-16,-1-1 1 0,1-1-1 0,1-1 1 0,0 0 4 0,4-2 0 15,1 0 0-15,2 1 0 0,1-2-3 0,3 1-1 0,4 2 1 0,3 0 6 16,5 0 6-16,3-1 0 0,4 1 7 0,5-1 3 0,6 1 4 15,5 4 3-15,7 2-10 0,6 4-22 0,6 3-38 0,4 3-40 0,5 2-26 16,4 4-22-16,5 4-22 0,6 3-19 0,8 3-15 0,5 5 15 0,6 3-162 16</inkml:trace>
  <inkml:trace contextRef="#ctx0" brushRef="#br0" timeOffset="28300.44">21627 6602 530 0,'-28'-17'18'0,"-2"0"0"0,-5-2 3 0,6 5-1 16,8 4-11-16,1-1-3 0,3 2-2 0,3 1-4 0,1 0-2 0,1 1-10 15,2 0-5-15,1 0-6 0,1 1-4 0,1 1 3 0,0 0 3 0,0 0 6 16,-1 0 5-16,1 0 4 0,-2-2 2 0,1 1 3 0,-1-1 1 16,1 0 0-16,-1-1 1 0,0 2 5 0,0-1 5 0,0 0 7 0,-1 2 8 15,1-1 4-15,0 0 7 0,-2 1 6 0,0-1 4 0,0 1 6 0,1 0 1 16,1 0 3-16,2 2 1 0,2-1 0 0,1 0-3 0,1 2-5 15,2-1-7-15,1 1-12 0,3 1-8 0,1 0-4 0,4 1-5 0,3 0 8 16,6 1 4-16,5 0 4 0,3 0 1 0,5 0-5 0,2 1 2 16,5 1-6-16,3 0-1 0,3 1-4 0,6 0 0 0,1 0-4 0,5 0-1 15,3-1-4-15,1 1 2 0,2 0-2 0,2 0 0 0,1 1 0 0,4-1-7 16,1 1 2-16,1-1 2 0,3-2 2 0,0 1-1 0,0-1 1 16,3 0 2-16,-1-1 2 0,2-1 5 0,1-1 6 0,1 0 5 0,-1 0 6 15,3-1 5-15,0 0 3 0,0 0 5 0,3 0 3 0,0 0-2 16,4 2-3-16,0 0-3 0,-1 2-3 0,1-1-6 0,-2 3-4 0,1 1-2 15,-3 1-12-15,-2 1-3 0,0 0-1 0,-2 2-5 0,0 1 2 0,-1 0-1 16,-2 0-8-16,-2 1 7 0,0-1-1 0,0 0-1 0,1 0 4 0,-2 0-3 16,2 0 10-16,-1 0 3 0,1 0 9 0,0 0 5 0,-2 0 5 15,2-1 0-15,1-1-6 0,-1 1-7 0,-2 0-3 0,0 1-5 0,-1 0 1 16,0 0-1-16,-3-1-3 0,-1-1 10 0,0 1-5 0,0-1-1 16,-1 1-4-16,-1-1-7 0,0 1-2 0,0-1 0 0,2-1 3 0,-1 1-1 15,-1-1 9-15,1 0-1 0,0-1 0 0,-2 0-2 0,1 0-6 0,-2-1-4 16,-3-1-2-16,-1 1-3 0,-2-2 6 0,-1 0 3 0,0 1 6 15,-1-2 2-15,0 0-5 0,1 1 3 0,0-3-1 0,0 1-6 0,1-2 8 16,-4 0-9-16,-4-1-3 0,-4 0 8 0,-4 1-13 0,-3-2 5 0,-1 1 3 16,-3 0-3-16,-1-1 7 0,-5 0-1 0,-2 0-1 0,-3 0 0 15,-3 0-3-15,-3 0-2 0,-3 0 0 0,-3 0 1 0,-2 1-2 0,-3-1 1 16,-2 1 1-16,-3-1-4 0,-3 1-3 0,-1-1-7 0,-2 1-5 16,-3-2-8-16,-2 0-1 0,-4-2-2 0,-5 0-6 0,-3-1 2 0,-6-1-1 15,-3 1 2-15,-5 0-2 0,-3 1 8 0,-3-1 4 0,-3 0 4 0,-2-1 9 16,-2 2-3-16,-3-1-1 0,-5 0 2 0,-2 0-5 0,-4 0-8 15,0 1-9-15,-3 1-15 0,0 0-6 0,-3 0 3 0,-2 1-4 0,-2-1 3 16,-2 3 5-16,-3-2 4 0,-1 2 5 0,-4 0 1 0,-3 0-16 0,-2 2-7 16,-3 1 2-16,-1 1 4 0,0 0 16 0,0 2 13 0,-3-1-2 15,1 1 4-15,-1 1 1 0,1 1 3 0,-1 1 2 0,2 1-7 0,-1 0-10 16,1 1-17-16,0 0-18 0,1-1-22 0,-2 2-25 0,-2 0-14 0,-4 2-7 16,-1 0 3-16,-2 1 22 0,0-1 22 0,1 1 27 0,-2 0 23 15,0 0 14-15,-1 0 11 0,0 1 7 0,1 0 3 0,3-1 5 0,2 0 1 16,-1-2 0-16,2 0 0 0,-1 1 3 0,4-2 3 0,-1-1 3 15,5-1 1-15,0-2 2 0,0 2 3 0,1-1 5 0,0 1 7 0,1 0 10 16,3-2 11-16,5 0 12 0,4-2 9 0,1 0 0 0,3 0 0 0,1 0-7 16,4-1-10-16,4 2-5 0,2 0-7 0,3 0-5 0,4 1 0 15,2 0-4-15,2 0-4 0,4-1-3 0,1 0-2 0,3 1-4 0,1-2 1 16,2 1-4-16,4-1-3 0,2 0-2 0,3 0-7 0,2-1 0 16,4 0 0-16,3-2 1 0,4 0 2 0,4-2-1 0,1 0-1 0,3-1 2 15,2 0-3-15,3-1 1 0,2-1-1 0,1 0-5 0,1 0 4 16,3-1 4-16,1 0 1 0,3-2 11 0,4-1 3 0,0-1 3 0,6-2 1 15,2 1 0-15,4 1 5 0,5-2-2 0,2 0 2 0,7-1-6 0,3-1-7 16,4 0 1-16,4 0-3 0,2-1 0 0,3 3-8 0,4 0 2 0,3 1-3 16,5 1-1-16,3-1 0 0,2 2 2 0,4 2-3 0,1 0 0 15,2 1 0-15,0 1-4 0,3-1-1 0,0 1 3 0,1 1 3 0,2 1-1 16,1 0 3-16,-1 0-1 0,3 1 3 0,-3 1-3 0,3 0 0 0,0 1-1 16,-1 0-6-16,4 0 3 0,-2 1 1 0,4-1 1 0,-2 1 1 15,0 0-5-15,1 1 0 0,1 0 1 0,0 0 0 0,1 0-1 0,-2 1-2 16,0-1 0-16,-2 0-2 0,1-2 2 0,-1 0 0 0,2-1-2 15,-2 0 4-15,1-1-1 0,0 0 7 0,-3 0-1 0,0 0-1 0,-2 0 2 16,0-1-2-16,-2 1-2 0,-2-1 1 0,-2 0 0 0,-2 1 5 0,-4-1 3 16,0 1 6-16,-3 0-1 0,-1 1 6 0,-1-1 1 0,-2 1 4 15,0 0 4-15,-1 1-4 0,-3 1 0 0,-3 0-2 0,-2 1-3 0,-2 1-8 16,-3 0-1-16,-3 2-9 0,-3-1-1 0,-1 0-1 0,-4 0-2 0,-3 1-1 16,-1 1 1-16,-5 0-1 0,-1 1 0 0,-2 0 0 0,-2 1-4 15,-3-1 7-15,-2 0-7 0,-3-1 4 0,-3-1-3 0,-2-1-6 0,-3 0 1 16,-2-1-9-16,-3-1 3 0,-3-1-4 0,-2 0 8 0,-2-1 10 15,0-2 9-15,-3 1 10 0,-1-1 1 0,-4-2-1 0,-2-1-11 0,-3-1-10 16,-4-1-6-16,-3 0-5 0,-3-2 6 0,-4 0 0 0,-1-1 0 0,-2-1 3 16,-1 0-2-16,-4 0-2 0,-2 1 1 0,-3-1 1 0,0 0 2 15,-2-1-4-15,-2 2 4 0,-2-1-2 0,-1 1-4 0,-2 0 1 0,-1 0 2 16,-2-1-1-16,-2 2 4 0,0 0 4 0,-2 2 0 0,-1 1-3 0,0 0 4 16,-3 0-2-16,2 1-2 0,-1 1-8 0,-3 1-2 0,1 1-9 15,-1 1-5-15,0 0 1 0,0 2-8 0,-1 0 2 0,0 1-2 0,0 1 6 16,1 0 8-16,1 1-1 0,-1 0 10 0,2 2 0 0,3 0 3 0,0 2 5 15,5-1-2-15,0 1 0 0,2 1-1 0,4-1-3 0,3 1-2 16,5-1-1-16,4 1-6 0,3-1 1 0,5 0 1 0,4-2 2 0,4-2 3 16,4 0 5-16,5 0 1 0,2-1 2 0,3-1 3 0,4 0 3 15,0-2 3-15,3 0 3 0,1 0 0 0,1-1 1 0,2 1-3 0,2-2 2 16,2 1-4-16,0-1 0 0,1 0 2 0,3 0-5 0,-1 1 2 0,0 0-1 16,1 0-2-16,0 1 1 0,2 0-3 0,-1 0 0 0,-1 0 2 15,0 2 2-15,0-2-1 0,-1 2-6 0,-1-1 1 0,1 1-1 0,0 0 4 16,-1-1 2-16,1 1 0 0,-2-1-2 0,1 1 0 0,1-2-3 0,-1 0 1 15,0 0-7-15,-2 0-2 0,0 0-6 0,-1-1-5 0,-2 0 0 16,0 0-7-16,-2 0 2 0,0 0-6 0,-1-1-6 0,-2 0-8 0,0 0-12 16,-1 0-12-16,-1 0-17 0,0 1-15 0,-1-1-12 0,-1 0-16 15,-1 1-8-15,-1 0 10 0,-2-1 1 0,-2 1-132 0</inkml:trace>
  <inkml:trace contextRef="#ctx0" brushRef="#br0" timeOffset="72836.71">18536 4786 1099 0,'-42'-26'-36'0,"-2"-1"87"0,-8-4-13 0,10 5-6 0,8 9-9 15,0 2-8-15,3 2-1 0,-1 3-4 0,0 1-1 0,0 2-3 0,0 0-8 16,-1 1 0-16,1 0-4 0,-1 1 0 0,-1 1-4 0,-2 0-5 15,-2 2 2-15,-2 0-1 0,-3 1 2 0,1 1 4 0,-2 1-1 0,0 1 2 16,-4 1-2-16,-1 2 9 0,-2 2-1 0,-3 1 2 0,1 1 3 0,-2 1-8 16,-3 2 6-16,-2 2 4 0,-1 2 1 0,-2 0 2 0,1 1 4 15,0 3 4-15,-2 3 0 0,0 0 7 0,1 1-1 0,0-1-1 0,1 1 4 16,0 1 0-16,0 0 2 0,1 4-4 0,2 0 1 0,2 4-5 0,1 0-11 16,3 3 1-16,0 2-5 0,4 0 2 0,3 5 7 0,2 0-5 15,3 1 0-15,2 2-5 0,3 1 1 0,3 1 2 0,4 0-1 0,5-1 1 16,4 2-3-16,6 0-1 0,3 0-3 0,3 2 0 0,4 0 6 15,5 0 2-15,3 2 6 0,4 1 1 0,3 2 1 0,2 2-2 0,4 3-1 16,5 1 1-16,2 0-2 0,6 2-1 0,2 1 1 0,5 1-1 0,1-2 1 16,4 0 5-16,4 0-1 0,3-3 3 0,5-3 0 0,3-3-7 15,4-5 3-15,3-3 3 0,5-5-4 0,4-5 4 0,1-6 5 0,4-5 7 16,2-4 3-16,2-3-2 0,6-4 3 0,1-3-10 0,1-4-5 0,0-2-2 16,-2-1-4-16,2-4-4 0,-4-1 6 0,3-2 0 0,-2-3-1 15,0-1 5-15,-2-1-8 0,-2-1 5 0,-2 0-6 0,-1-2 1 0,-3 0-4 16,-1-1-3-16,-3 2-4 0,-4-3 3 0,-2 2-3 0,-5 0 6 15,-3 0 0-15,-3 2 4 0,-2-1 2 0,-5 1-7 0,0-1-1 0,-2 0-3 16,-5 0 4-16,-1 0 4 0,-2 1-2 0,-4-1 1 0,0 2-4 0,-1-2-1 16,-2 2 5-16,0-1-5 0,-3 2-6 0,-2-1 4 0,-4 0-1 15,-1 0-1-15,-2 1 10 0,-3 0-8 0,-2-1-5 0,-2 1-10 0,-2-1-20 16,-3-1-23-16,-2 0-17 0,-2-1-27 0,-1 1-18 0,-2-4-17 0,0-1-19 16,-2-2-26-16,0-4-26 0,-1-1-15 0,0-5-12 0,1-2 16 15,1-5-132-15</inkml:trace>
  <inkml:trace contextRef="#ctx0" brushRef="#br0" timeOffset="73436.71">20767 6487 1455 0,'-46'-34'-124'0,"-4"-1"240"0,-11-7-59 0,9 6-12 16,10 8-21-16,3 1-6 0,5 0-15 0,2 2-6 0,3 1-7 15,2 3-8-15,4-1-2 0,2 1-1 0,2 2 3 0,4-1 2 0,0 0-2 16,3 1 1-16,2-3-5 0,1-1-2 0,1 0-1 0,1-1-2 0,2 2 6 16,0-1 1-16,1-1 5 0,0 2-2 0,3-3 3 0,0 0 2 15,1-1-3-15,1-2 6 0,1 1 2 0,0-1 7 0,2 1 2 0,0 0 1 16,3 0 4-16,-1 0-6 0,3-1 7 0,1 2 4 0,2-2 0 0,3 1 6 16,1-1 3-16,3-1 3 0,4-2 3 0,0 0 0 0,3-1-1 15,1 0-3-15,2 1 2 0,0 1-3 0,4-1 6 0,1 2 3 0,2 0-8 16,2 2 3-16,2 1-1 0,1 2 13 0,2 1 6 0,3 1 2 15,3 3 0-15,2-1-14 0,5 2-1 0,1 2-5 0,4 4-5 0,2 0-6 16,3 3-4-16,3 2-1 0,2 3-2 0,3 3 2 0,3 2-5 16,3 3-5-16,0 3-4 0,2 3-3 0,1 4-1 0,-1 1 11 0,1 5-2 15,-1 2-1-15,0 2-3 0,0 2-8 0,-2 3 1 0,-2 2 1 0,-1 0 8 16,-2 4-2-16,-2-2 5 0,-2 2-2 0,-5-1-2 0,0 3 1 0,-2 0-3 16,-3 1-2-16,-3 2 4 0,-4-1-3 0,-1 1 1 0,-4 2 2 15,-3 2 0-15,-3 1-6 0,-3 1 3 0,-2 3-2 0,-3 1 14 0,-2 2 5 16,-3 2-3-16,-2 3 4 0,-3 0-13 0,-4-2-3 0,-1-3 6 15,-3-2 1-15,-4-3-1 0,-2-3 3 0,-3-3-1 0,-4-1 11 0,-2-6 7 16,-5 1 12-16,-3-4 7 0,-5-1 7 0,-4-3 11 0,-6-2 7 0,-6-4 10 16,-4-1-11-16,-7-2-14 0,-10-2-19 0,-9-3-21 0,-13-1-4 15,-11-2-18-15,-16-3-20 0,-15-2-38 0,-17-1-40 0,-13 0-79 0,-17 1-78 16,-15 2-108-16,-15 7-70 0,-17 6-255 0</inkml:trace>
  <inkml:trace contextRef="#ctx0" brushRef="#br0" timeOffset="85228.14">23442 3196 548 0,'68'-13'82'0,"8"-3"-94"16,24-4-37-16,-5 2-32 0,-3-1-45 0,3-1-115 0</inkml:trace>
  <inkml:trace contextRef="#ctx0" brushRef="#br0" timeOffset="96004.44">21705 6594 1499 0,'9'0'0'0,"5"2"1"0,5 0-1 0,6 1 1 0,0 1 1 0,0 0-5 0,4 2 0 16,2 0-1-16,2 1 0 0,3 0 2 0,4 1 2 0,3-1 0 15,2-1 1-15,4-1 0 0,3-2 2 0,5-1 0 0,2-1-1 0,4-1 1 16,2-1-2-16,2-1 3 0,3 1 7 0,3-2 6 0,2 1 9 0,1-2 16 15,4 1 11-15,1 0 10 0,1-1 9 0,3 1-5 0,1 0 1 16,2 2 1-16,3 0-6 0,1 1 0 0,1 1-1 0,2 2 1 0,2 2-3 16,2 1-4-16,-2 1-9 0,3 2-5 0,-3 2 3 0,1 2 2 0,6 1 5 15,2 2-9-15,6 0-12 0,6-2-10 16,3 1-10-16,4 0 10 0,2 0-4 0,2-2-2 0,0 2-6 0,0-3-5 0,1 2 4 0,-1-1-2 16,1-2-1-16,2 0-8 0,1-3-13 0,-1-1 6 0,0-2-3 15,-3-2-7-15,-2-2-3 0,-2-2-30 0,-1-2-13 0,-2-1-23 0,0-1-47 16,-2-2-74-16,-2-1-78 0,-4-1-74 0,-3 1-33 0,-4-2 18 0,-1-2-160 15</inkml:trace>
  <inkml:trace contextRef="#ctx0" brushRef="#br0" timeOffset="83897.24">11864 4868 1571 0,'-12'-20'36'0,"-3"-1"0"0,-4-5-25 0,1 8-8 0,-2 3-5 16,-2 2-12-16,0 3-16 0,0-1-25 0,1 3-19 0,2 0-21 0,1 2-23 15,-1 1-12-15,0 3-11 0,-2 0 12 0,-1 2 24 0,1 2 26 16,0 0 25-16,-1 2 17 0,0 2 13 0,0 1 13 0,-3 1 12 0,1 0 10 15,-2 0 12-15,1 2 13 0,-2 0 14 0,0 2 7 0,-1 0 2 0,-1 1-6 16,1 1-10-16,-2 2-10 0,1 0-5 0,-2 2-7 0,1 2-1 16,-1 3-5-16,0 0-5 0,-2 3-5 0,1 1-2 0,-1 2-9 0,2 1 2 15,1 2 3-15,3 0-1 0,0 4 9 0,3-1 1 0,0 2 0 0,2 1 5 16,2 2 5-16,1 2 1 0,3-1 2 0,2 0-3 0,2 1-2 16,2-2-1-16,1 2 5 0,3 0 1 0,1 1-8 0,3 0 1 0,1 0-4 15,1-1-3-15,3-1 6 0,1-1-5 0,3 2 0 0,2-3 1 16,2 0 2-16,2 0 1 0,1-4-3 0,3-1-1 0,2-3 0 0,3-1 3 15,3-3 4-15,1-1 1 0,2-2 6 0,2-2 4 0,0-1 2 0,5-3 3 16,0-2-4-16,1-2-3 0,3-3 0 0,0-1 0 0,3-3 4 16,1 0-2-16,1-2-3 0,2-2-4 0,1-2-1 0,2-2-1 0,0-1 3 15,-1-2 1-15,1-1 0 0,0-1 2 0,1 0-2 0,-1 0 4 0,0-1 2 16,-1-2 6-16,-1 0 8 0,3-2 0 0,-2-1 5 0,1 0 1 16,1-3-3-16,0 0 3 0,-1-2-6 0,-2 1-2 0,1-4-6 0,-2 1-7 15,0-1-5-15,-1-2-6 0,-3-1 0 0,-1 0 0 0,-1-2-1 16,-3-2-2-16,-1-2-1 0,-3-1-4 0,-1-3 6 0,-4 2-1 0,-1-4-1 15,-1-1 1-15,-3-2-13 0,-1-2 1 0,-4-1 11 0,-2-3-4 0,-2-1 14 16,-2-1-1-16,-4-2-9 0,-1 0 5 0,-4-2-1 0,-1 0 0 16,-4 0 5-16,-2 1-4 0,-2 0 4 0,-1 0-8 0,-4 1 1 0,-2 1 8 15,-1 2 0-15,-3-1 7 0,-1 2-5 0,-2 2-12 0,-3 1-1 16,-1 1-5-16,-2 1 5 0,-1 0-8 0,-3 1-1 0,-1 2-4 0,-3 2-7 16,-2 2 9-16,-3 1-6 0,-1 4 2 0,-3 1-10 0,-3 2-4 0,-5 5-4 15,-2 1-3-15,-4 3 5 0,-2 5 8 0,-3 3-9 0,-4 4 2 16,-4 4-2-16,-2 3-11 0,-6 4 6 0,-2 8-7 0,-2 4-11 0,-4 4-17 15,-3 7-22-15,-1 3-43 0,-3 6-66 0,-3 5-68 0,-1 4-55 0,-1 4-9 16,-1 3 30-16,1 3 31 0,2 1-128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1:17:52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23628 12825 1022 0,'0'-1'346'0,"3"0"-313"0,1 1-35 0,4 2-25 16,1 0-62-16,3 2-79 0,1 0-84 0,1 1-79 0,-1 1-94 15</inkml:trace>
  <inkml:trace contextRef="#ctx0" brushRef="#br0" timeOffset="2147.98">26308 12771 462 0,'-5'1'29'0,"1"1"-25"0,-1 0-8 0,2 1-7 0,2 1-3 16,0 1-13-16,2-1-17 0,0 1-16 0,1 0-33 0,1-2-111 0</inkml:trace>
  <inkml:trace contextRef="#ctx0" brushRef="#br0" timeOffset="6582.98">26671 14226 346 0,'-7'-5'103'0,"1"0"-70"0,-2-1-11 0,3 1-4 0,1 1-4 15,1 3-3-15,0 0-7 0,0 0-8 0,0 2-10 0,0-1-17 16,-1 1-15-16,2 0-14 0,-1 1-14 0,-1 1-27 0,1 1-87 0</inkml:trace>
  <inkml:trace contextRef="#ctx0" brushRef="#br0" timeOffset="138007.79">24063 2610 2294 0,'-1'4'1'0,"0"4"-1"0,1 3 2 0,-1 4 2 0,1-2 1 0,0 1 2 0,0 2 7 16,0 0 2-16,-1 0 10 0,0 0 5 0,1 1-1 0,-2-2 4 16,0 1-1-16,0 2 1 0,0 0-2 0,-1 2 1 0,1 2-5 0,-1 2-3 15,0 0-9-15,-1 2-6 0,0-1 1 0,-2 4-7 0,0 0 0 0,-3 3 1 16,-1 1-8-16,1 3 0 0,-2-2-4 0,2 1-6 0,-1 0 2 16,0-1 0-16,1-1 0 0,1-1 3 0,1-4-2 0,1-2-4 0,-1-5-1 15,2-1-5-15,-1-2-12 0,1-4-18 0,0-2-43 0,1-3-34 0,1-3-32 16,0-3-35-16,-1-2-11 0,1-4-21 0,2-2-37 0,-1-4-21 15,1-4-7-15,1-6-185 0</inkml:trace>
  <inkml:trace contextRef="#ctx0" brushRef="#br0" timeOffset="138257.79">24008 2538 2228 0,'-1'-1'243'0,"0"4"-195"0,1 5-50 16,4 7-12-16,3 5 6 0,2 2 7 0,3 3 6 0,1 1 1 0,3 2-3 16,3 2-3-16,3-1 1 0,3 2-4 0,4 0 3 0,1 1 2 15,4-2-7-15,1 2 2 0,3-4-6 0,1 1 1 0,1-4 2 0,2 0 3 16,-1-2 4-16,-1-1-4 0,-1 0 3 0,-2-2-3 0,-3 0-2 0,-1 0 2 16,-4-3 3-16,-2 0-8 0,-2 0 2 0,-3-2 0 0,0-2-2 15,-2 1 8-15,-2 0 0 0,-1-1-4 0,-2-1-4 0,-3-2-10 0,-1 0-22 16,-2-3-52-16,-1 1-56 0,-1-2-46 0,-2-1-44 0,-2 0-17 15,-3-2-20-15,-1-1-2 0,-2-1 17 0,-4-1-195 0</inkml:trace>
  <inkml:trace contextRef="#ctx0" brushRef="#br0" timeOffset="139123.79">24164 2771 3145 0,'-3'-7'-2'0,"4"3"-76"16,2 4-23-16,5 10 4 0,4 5 36 0,4 6 38 0,0 6 16 0,2 2-1 16,-1 6 0-16,2 3-2 0,-1 4 2 0,-2 3-2 0,0 3-5 15,-1 1-4-15,-2 4-1 0,-3 3 7 0,-4 3 0 0,-2 3 12 0,-2 4 1 16,-2 2-3-16,-1 0 6 0,-2 3-5 0,0 1 5 0,1 0-6 0,-1 3-8 15,0 0 5-15,0 2-6 0,1 2 9 0,-1 2 6 0,2 3-1 16,0 1-12-16,1 2 2 0,1 2 2 0,0 3 0 0,1 2 7 0,0 4-2 16,0 2-3-16,2 2-8 0,1 4 1 0,0 3 4 0,2 2 3 15,0 3 10-15,1 1-12 0,0 2-1 0,2 2 2 0,1 5 4 0,0 5 15 16,0 2-11-16,1 3 0 0,-1 0 1 0,0 3-4 0,-1 1 11 0,1 3-7 16,0 3 0-16,1 1-6 0,0 2 4 0,-1 1-2 0,-3 3-4 15,2 1 3-15,-2 1-1 0,-1 2-1 0,1 1 2 0,-1 1 10 0,1 1 5 16,-1 1 1-16,0-1-2 0,3-2-7 0,-1-6-3 0,2-4-8 0,0-2 12 15,-1-2-1-15,0 2 4 0,1 0 16 0,2-1-13 0,0 0 3 16,0-1 7-16,-1-3 0 0,0 0 3 0,-1-1 0 0,1-2 2 0,1-1-3 16,-2-1 4-16,1-4 8 0,-1-2-10 0,-1-6 2 0,-1-1-3 15,0-3-4-15,-1 0-8 0,0-1 24 0,2-3-2 0,-2-2-6 0,0-5 5 16,0-6-22-16,-1-3 2 0,0-1 17 0,-1-4 0 0,1-1-3 0,0-5 4 16,-1-2-17-16,1-3 11 0,1-3-1 0,0-2-1 0,-1-4 8 15,0-3-13-15,-2-4 6 0,0-2-7 0,0-2-6 0,-1-2 2 0,1-3-8 16,-1-3 4-16,-1-3 1 0,0-3-3 0,-1-2-17 0,0-3 20 0,-1-2-3 15,0-3-1-15,-1-1 16 0,0-4-20 0,-1-2-6 0,0-4 2 16,0-1 0-16,0-2 2 0,-1-2 3 0,1-2 1 0,-1-1-2 0,0-3-6 16,1-1 4-16,0-3 5 0,0-2-7 0,1-2 4 0,0-3-15 15,1-1 3-15,0-1 3 0,0-2-9 0,1 0-1 0,0-1-5 0,0-1-8 16,1 0-2-16,0-1 2 0,3-2-7 0,1 1 15 0,1-2 9 0,3-2 2 16,3-1 5-16,1-2 0 0,2 0-3 0,0-2 0 0,3 1 1 15,3-3-1-15,0-1 1 0,4 0 1 0,0 0-1 0,3 0 3 0,1-1-1 16,3-2-3-16,1 1 0 0,6-3-2 0,1-1 9 0,3 2-2 0,2-4 2 15,4 0 2-15,5 1-19 0,4-3 16 0,3 1 2 0,4-2-2 16,4-2 6-16,5 0-7 0,3 0-1 0,2 0 1 0,2 2 4 0,3 0-2 16,2 0-2-16,2 0-2 0,2 2 2 0,1-1 4 0,0 2 0 15,4 1 5-15,-1 1 2 0,2 3-3 0,4 1 6 0,-1 2-3 0,2 2 0 16,3 1 1-16,1-1 8 0,3 1 2 0,5 0 2 0,2 2-2 0,3 0-3 16,2 1-1-16,1 0 3 0,3 1-2 0,0-1-8 0,1 1-2 15,2-1 1-15,0 1 1 0,2 2 2 0,0-1 4 0,-2 1 2 0,2 2 4 16,-1-2 2-16,0 2-3 0,0-1-4 0,-1 1 5 0,1 1 3 0,-4-1-4 15,-1 1 5-15,-1 1-10 0,-2-1-5 0,0 1 1 0,-3 0 10 16,2 2 3-16,-4-1 1 0,0 1 6 0,-3 0 1 0,-4 1 7 0,-1-1-7 16,-2-1-12-16,-5 0-12 0,-1-1-10 0,-52 1 40 0,13 1-34 0,-2-1-4 15,12 0 0-15,-2 0 0 0,11 0 0 0,-3 0 0 0,10-1 0 16,-3 1 0-16,-44 0 0 0,3 0 0 0,-1 0 0 0,3 0 0 0,-1 0 0 16,2-1 0-16,-1 1 0 0,3 0 0 0,-3-1-72 0,3 1 74 15,-5-1-10-15,3 1-32 0,-4-1-38 0,2-1-140 0,-3 1-51 0,1-1-61 16,-4-1-90-16,-3-1-113 0,-3 0-71 0,-3-2-22 0,-6-2-51 0</inkml:trace>
  <inkml:trace contextRef="#ctx0" brushRef="#br0" timeOffset="139356.79">32817 12622 3883 0,'2'2'196'0,"0"-1"-180"0,2 1-16 16,0 0 0-16,2 2 0 0,1 0 0 0,3 1 0 0,2 1 0 0,2 2 0 16,2 1 0-16,2 0 0 0,4 3 0 0,2 2 0 0,2 1-22 0,3 1-10 15,1 2 86-15,3 1-54 0,0 3 0 0,2 0 0 0,0 2 0 16,0 1 0-16,0 2 0 0,-1 0 0 0,-1 2-64 0,-2 2-27 0,-2 0-22 16,-3 1-42-16,-2 3-72 0,-5 0-71 0,-5 3-74 0,-5 2-84 0,-4 3-129 15,-9 4-32-15,-6 3-195 0</inkml:trace>
  <inkml:trace contextRef="#ctx0" brushRef="#br0" timeOffset="142023.78">27020 9619 714 0,'-18'1'51'0,"-1"3"4"0,-5 1 14 0,4 1 10 0,5 0 9 0,-1-2-9 16,1-1-19-16,0-1-12 0,1 0-16 0,0 0-17 0,-1-1-5 0,1 1-3 16,-1-2 0-16,2 0 0 0,-1-1 3 0,0-1 6 0,0 1 10 15,1-2 15-15,-1-1 16 0,1-1 19 0,1 0 8 0,1-2 11 0,2 1 3 16,1 0-5-16,1-1-3 0,2 0-12 0,2-1-18 0,2 1-12 0,1-2-13 15,2 0-7-15,2-2 5 0,3 0 2 0,4-1 12 0,1-2 0 16,4 2 4-16,2 0-1 0,1 0-9 0,4 1-1 0,1 0-2 0,2 1 2 16,3 0 4-16,2-1-3 0,1 3 5 0,1-2-6 0,3 2-6 15,-2 1-11-15,2 1-9 0,1 3-9 0,-3 1-2 0,1 2-1 0,-4 3-1 16,0 2-2-16,-2 2 1 0,-1 2 1 0,-3 0 1 0,0 2-2 0,-4 0 0 16,-3 3 0-16,-1 1 0 0,-3 1 4 0,-1-1-13 0,-3 2 1 15,0 4 4-15,-1 0 8 0,-2 5 13 0,-2 1-2 0,-2 2 0 0,-2 2 0 16,-2 1 1-16,-2 1 6 0,0 2 6 0,-3 0-1 0,0 0-2 0,0-1-1 15,-2 0 4-15,1-2 0 0,-1 1-5 0,-1 0 2 0,-1 0-11 16,1 0 2-16,0-1-10 0,-1 0-5 0,2-2 3 0,0-1 8 16,0-2 8-16,2-1 0 0,1-1-4 0,0-3-14 0,2-1 2 0,0-3-4 15,1-2 0-15,0-2 1 0,1-1-1 0,1-1 2 0,0-2-4 0,1-4-1 16,1 1-3-16,0-1 5 0,1-1-7 0,1-1 1 0,1-1 4 0,0 0-6 16,3-1 1-16,0 0-8 0,1-1-2 0,0-1 1 0,1-1 1 15,1-1-6-15,0-1-4 0,1-1-4 0,0 0-3 0,3-1-4 0,1-1-11 16,0 0-19-16,0 1-23 0,1-2-18 0,0 0-30 0,1 0-49 0,-1-2-63 15,1 2-129-15,-2 2-11 0,-1 1 30 0,0 2 45 0,-1-1 80 16,1-2-154-16</inkml:trace>
  <inkml:trace contextRef="#ctx0" brushRef="#br0" timeOffset="142240.78">27683 10230 361 0,'-7'-2'348'0,"-1"2"-190"0,-2-1 2 0,5 1-34 0,1 1-20 15,1 0-15-15,1 1-5 0,2-1-2 0,1 1-3 0,0 1-1 0,2 1 4 16,2 1 5-16,0 0 4 0,3 0 5 0,2 1 0 0,0-1 2 0,2 1-3 15,2 0-7-15,0 0-17 0,2 0-11 0,0 1-16 0,0 0-16 16,0 0-6-16,2 0-14 0,1 1-10 0,-1-1-5 0,1-1 0 0,0-1-4 16,-3-1-7-16,0-1-7 0,-3 1-10 0,-1 0-13 0,-1-1-9 15,-1 0-13-15,0 0-16 0,0-1-19 0,-1-1-20 0,-1 0-9 0,-1-1 4 16,0-1 10-16,0-1 16 0,-1-1 21 0,1-1 16 0,0-1 16 0,2-2 10 16,0 0-4-16,1-3-11 0,0-1-17 0,0-2-16 0,2-1-22 15,0 1-91-15,0 0-14 0,0 0 40 0,-1 0 44 0,3-3 72 0,2-4 36 16,0-2-2-16,1-1-53 0,1-3-37 0</inkml:trace>
  <inkml:trace contextRef="#ctx0" brushRef="#br0" timeOffset="142490.79">28497 9664 297 0,'-1'-2'165'0,"1"1"-38"0,0 0-2 0,-1 1-1 0,0 2-6 0,0 1 2 16,0 1 1-16,0 3 10 0,1 0 12 0,0 2 1 0,1 2 4 0,0 2-7 15,1 2 1-15,0 0-7 0,0 4-15 0,1 1-12 0,0 1-15 16,2 3-10-16,-2 0 1 0,2 1-10 0,0 2-4 0,0 0-12 0,0 2-13 15,0 0-6-15,0 1-13 0,-1 1-4 0,2 2 0 0,-2-1-22 16,2 3 4-16,-1-1 1 0,-1 2-3 0,2 2 11 0,-2 1 1 0,0 4-12 16,-1 3-2-16,-2 3 0 0,-1 0-5 0,0-1 1 0,1-4 3 0,-1-3-5 15,0-1 3-15,0-1-2 0,0-2-12 0,0-1-1 0,0-2 6 16,-1-3-8-16,-1-2 1 0,-1-2-5 0,1-6-16 0,0-2 0 0,0-4-3 16,1-4-15-16,0-5-9 0,0-1-23 0,1-3-36 0,0-2-46 0,0-1-38 15,1-1-34-15,1-3-5 0,0-2 3 0,2-8-8 0,1-5 8 16,1-3 7-16,1-6-205 0</inkml:trace>
  <inkml:trace contextRef="#ctx0" brushRef="#br0" timeOffset="142824.82">28435 10151 1668 0,'-2'-1'68'0,"2"1"6"0,1 1-13 0,4 3 11 15,2 0 24-15,-1 0 7 0,3 1-1 0,0 2-12 0,3 2-15 16,1 2-20-16,2 1-17 0,-1 2-4 0,2-1-13 0,-1 2-4 0,1 1-6 16,-3 1-4-16,1-2-7 0,-1 1 1 0,0-2 4 0,-1 0 1 0,1-1 15 15,0-1 5-15,1-1 6 0,-1-1 9 0,0-1 0 0,-1 0 7 16,1-2 3-16,-1 1-7 0,0 0 0 0,-1-2-7 0,0 1-6 0,1 0-3 16,0 0-8-16,-1 1 1 0,-1 0-5 0,-2-1 1 0,-2 2 4 0,-1-2-1 15,-1 1-1-15,-2-1-5 0,-1 1 2 0,-2 0 4 0,-2 0 3 16,-2 3-6-16,-2 1-9 0,-2 3-7 0,-1 0-2 0,-4-1 6 0,-2 1 2 15,0 1-1-15,0 1-3 0,-3 0 3 0,1 0-5 0,1 0-1 0,-2 0 2 16,2-3 0-16,0 2-9 0,2-2 1 0,1-1-6 0,1-3-10 16,0-2 3-16,3-1-8 0,3-2 1 0,0-2-4 0,1 0-16 0,2-3-22 15,1 0-34-15,2-3-37 0,0-2-33 0,2-1-48 0,0-4-53 16,1-4-85-16,2-5-62 0,2-5 0 0,0-3-253 0</inkml:trace>
  <inkml:trace contextRef="#ctx0" brushRef="#br0" timeOffset="143440.82">26793 9088 1441 0,'-56'31'155'0,"-4"5"20"16,-13 10 16-16,13 0-30 0,10-5-16 0,3 0-24 0,4 2-22 0,2 1-27 15,2 3-31-15,2 2-20 0,4 2-2 0,2 2 0 0,4 1-4 0,4 2-4 16,2 4-9-16,3 1-4 0,4 1 2 0,2 2-1 0,3 0-7 16,3 1-9-16,2 1 3 0,4 3 3 0,4 0-2 0,3 3 5 0,4-1 2 15,4-1-7-15,3-1 5 0,5-3-3 0,3-1-10 0,6 3 2 0,3 1 11 16,5-1 2-16,3 1 11 0,4-1-4 0,3-2-9 0,4-1 4 16,4-3 1-16,3-2 4 0,1-2-4 0,3-1 9 0,1-3 8 0,2 0 15 15,2-1 7-15,1-4-4 0,-1 3 10 0,3-5-5 0,-1-1 11 16,-1-2-2-16,1-3-8 0,0-4 2 0,1-3-3 0,1-1 0 0,0-4 1 15,0-4-21-15,0-5 4 0,0-6 1 0,-3-3 11 0,-3-6 19 0,-3-3-22 16,-4-7 4-16,-2-5-1 0,-3-4-8 0,-1-8 20 0,-2-7-18 16,0-4-14-16,0-4-6 0,2-5-9 0,0-1 13 0,0-2-6 0,0-2 1 15,2-2-3-15,0 1 1 0,1 3 0 0,-3-1 3 0,-3 1-14 0,-3 1 1 16,-4 1 13-16,-1-1-7 0,-4 1 21 0,-4 0-9 0,-3 2-3 16,-5-1 15-16,-1 3 2 0,-5-2 0 0,0-2 2 0,-3 0 3 0,-2 0 7 15,-3 0-3-15,0 0 9 0,-2-2-16 0,0-1 3 0,-2-2-4 0,-1 2-10 16,0 1 12-16,-2 1-14 0,-1 0 1 0,-1 2-1 0,-2 0-9 15,-2-2 0-15,-2 0 2 0,-1 1-6 0,-3 1-2 0,-1 1 0 0,-4-1-8 16,-2 2 21-16,-1-3-1 0,-3 1-6 0,-1-1 6 0,-2-1-16 16,-1 0 4-16,-2 1 2 0,-1-2-2 0,-3-2 6 0,-2-1-3 0,0 1 1 15,-4-2 2-15,-2 1-4 0,-1 2-19 0,-2 0 11 0,0 3 4 0,-4-3 0 16,0 3 21-16,-3-1-13 0,-3 1-6 0,-1 1-2 0,0 3 0 16,0-1 0-16,0 1 4 0,0 1 2 0,-2 1 2 0,2 3-6 0,0 3 0 15,0 4 0-15,1 2-14 0,1 5-3 0,-1 0 1 0,-2 2-3 16,0 2 7-16,-2 2 6 0,0 2 8 0,1 3 2 0,0 2 2 0,-1 2 0 15,0 2-14-15,0 3 2 0,2 2-4 0,2 2-15 0,2 2-2 0,1 1 0 16,3 1-7-16,1 1 2 0,2 2 3 0,3 0-16 0,2 3 5 16,0 0-3-16,3 1-16 0,0 1-5 0,2 1-18 0,0 1-9 0,1 0-15 15,1-1-19-15,0 2-36 0,4 1-57 0,0 0-88 0,2 3-78 0,5 1-55 16,0-1-33-16,2 1-241 0</inkml:trace>
  <inkml:trace contextRef="#ctx0" brushRef="#br0" timeOffset="146057.82">33071 14474 262 0,'-1'0'58'16,"-1"-1"4"-16,0 0 3 0,0 0-2 0,-1-1-6 0,0-1-6 0,-1 0-9 15,0-1-11-15,-1 0-4 0,-1-2-4 0,-1 0-1 0,0-1-2 0,0-2-1 16,-3 0 2-16,0-2-1 0,-1-1 4 0,0-1-1 0,-1 1 5 15,1-3 4-15,-2-1 14 0,0 0 16 0,-1 1 16 0,1-3 13 0,-1 1 4 16,0 1 0-16,-1-3-7 0,-10-15-7 0,1 4-9 0,3 1-16 0,5 5-2 16,1 3-4-16,3 2 7 0,2 4 7 0,2 3 5 0,1 0 5 15,3 2 5-15,-2 0 3 0,0 1 8 0,1 2 6 0,1 0 5 0,1 1 5 16,0 1 3-16,1 1 0 0,0 2-6 0,2 0-4 0,0 1-6 16,-1 0-10-16,1 1-1 0,1 1-6 0,1 1-5 0,-1 1 1 0,2 1-10 15,-1 2-6-15,1 1-7 0,0 2-10 0,1 0 3 0,0 4-10 0,0 1-2 16,0 3-1-16,-2 0-8 0,0 2-3 0,0 3 1 0,0 0-7 15,-2 3-4-15,-2 2 4 0,1-1-10 0,-1 3 3 0,-2 0 7 0,0 3-6 16,-2-1 2-16,-1 2-6 0,-1-1-4 0,-2 1-88 0,-2-1-19 0,1 0 12 16,-2 2-24-16,-3-3 71 0,-1 1-10 0,0-3-36 0,-1 0-25 15,0-2-44-15,-1-2-54 0,2-1-88 0,-1-3-117 0,0-3-96 0,1-1-32 16,-2-4-212-16</inkml:trace>
  <inkml:trace contextRef="#ctx0" brushRef="#br0" timeOffset="146290.82">32113 13834 1259 0,'-5'4'162'0,"2"0"14"0,-1 3-8 16,0 1 0-16,1 4 8 0,-1 1 10 0,2 3-1 0,3 2-30 0,2 4-19 16,1 0-18-16,3 3-19 0,1 2-5 0,3 0-8 0,3 2-5 15,2 1-9-15,2 2-3 0,4-1-14 0,1 2-9 0,2-1 4 0,3 0-21 16,1 0-6-16,2-1-12 0,-1 0-16 0,2-2 3 0,-2-1-8 0,1-2 1 15,-1-1-8-15,0-1-9 0,-3-3-5 0,2 0 5 0,-2 0 76 16,-1-2-19-16,1 0-14 0,-1 0-56 0,-12-10-137 0,1 1-73 0,1 0-121 16,2 2-138-16,1 1-132 0,3 2 9 0,0 0-99 0</inkml:trace>
  <inkml:trace contextRef="#ctx0" brushRef="#br0" timeOffset="146824.07">22565 3942 3115 0,'2'-1'-26'0,"4"4"-5"0,5 2 10 0,7 4 8 15,7 1 4-15,4 0 4 0,4 0 0 0,0 0-4 0,4-2-8 0,-1 1-9 16,3-1-14-16,-2-1-24 0,-3 1-27 0,-2-1-34 0,-6 0-27 16,-1-1-34-16,-3-3-39 0,-3 0-25 0,-1-2-18 0,-4-3 3 0,-3-1 8 15,-3-3 21-15,-3-3 40 0,-2-4-191 0</inkml:trace>
  <inkml:trace contextRef="#ctx0" brushRef="#br0" timeOffset="147057.07">23006 3774 756 0,'-12'-18'268'0,"-1"-1"-17"15,-4-3-14-15,4 4-14 0,2 5-34 0,0 3-37 0,2 1-35 16,1 3-33-16,1 2-31 0,2 2-29 0,4 2-24 0,0 2-15 0,1 3-9 15,1 4-6-15,1 4-2 0,1 3-2 0,2 5-7 0,0 3-9 0,1 3-9 16,2 3-13-16,1 2-3 0,1 3 7 0,1 2-8 0,0 2 11 16,3 3 1-16,2 0 5 0,3 5 12 0,1 1 5 0,4 6 0 0,0 2 0 15,3 1 2-15,2 4 7 0,1 0 6 0,2 0 9 0,0-2 8 16,0-3 4-16,2-1 12 0,-2-3 1 0,-1-2 2 0,-2-2 9 0,-3-5 6 16,-3-2 7-16,-4-3 12 0,-4-2 6 0,-4 0 12 0,-5-2 13 0,-5-3-1 15,-6-1 6-15,-5-3-6 0,-5 0-15 0,-4-1-11 0,-5-1-17 16,-3 0-9-16,-5-4-2 0,-4-1-2 0,-2-3 3 0,-3-5 4 0,-1-3 5 15,0-4 6-15,2-4 15 0,2-4 4 0,5-3 9 16,2-2 4-16,6-5-8 0,2-3-15 0,6-4-20 0,0-4-24 0,3-5-16 0,3-2-19 16,3-5-15-16,4-2-27 0,3-2-43 0,4-1-38 0,4 2-75 0,2 1-77 15,3 1-44-15,3 3-43 0,0-2-153 0</inkml:trace>
  <inkml:trace contextRef="#ctx0" brushRef="#br0" timeOffset="150624.07">32286 15492 3550 0,'-2'5'149'0,"0"0"-54"0,-1 1-58 0,1 2-31 0,-1 3 0 15,0 1 1-15,0 2 5 0,1 3 2 0,2 3-3 0,1 1-5 0,1 4-10 16,0 3 2-16,3 5-13 0,1 3 3 0,1 5 0 0,0 3-5 0,2 2 11 16,1 5-11-16,1 3 3 0,1 3 5 0,-1 0-11 0,-1 2 7 15,1 2-16-15,-2 0-3 0,-1 1-13 0,-1 0-12 0,0-4-12 0,-1-1-23 16,-1-3-20-16,-2-3-31 0,3-4-51 0,-1-4-97 0,1-6-126 15,0-4-142-15,0-5-46 0,0-4-201 0</inkml:trace>
  <inkml:trace contextRef="#ctx0" brushRef="#br0" timeOffset="150925.06">32842 15833 2636 0,'-3'8'690'0,"-2"1"-546"0,-1 5-53 0,-1 4-65 16,0 4 1-16,-1 4 35 0,0 5 3 0,2 0 11 0,1 4-8 0,3 0-35 16,1 2-7-16,3 2-24 0,0-21-4 0,0 5 2 0,3-1-20 15,1 2 3-15,1 1-13 0,1 0-6 0,2 1 8 0,2 1-6 0,2-2-3 16,2 1-10-16,3-2-6 0,1 1-4 0,2-3 0 0,3-1-6 0,0-1-5 16,3-1 8-16,0-4-3 0,2-3 97 0,-1-3 2 0,2-4 2 15,-1-3 21-15,1-4-83 0,-1-3 11 0,-1-3-1 0,-2-4 5 0,0-1-2 16,-2-4-2-16,-2-2 24 0,-2-3 0 0,-1-2 13 0,-4-2 5 0,-2-2 0 15,-4-3 12-15,-1 0 7 0,-3-4 6 0,-5 1 6 0,-3-2 5 16,-4-2 0-16,-2 1-86 0,-5-2-19 0,-2 0-17 0,-5 1-11 16,-3 0 74-16,-5 1-20 0,-2 0-25 0,-5 1-35 0,-4 2-60 0,-6 0-79 15,-43-26-197-15,-3 8-391 0,-4 8-468 0</inkml:trace>
  <inkml:trace contextRef="#ctx0" brushRef="#br0" timeOffset="151608.06">22403 3877 3164 0,'-38'-13'-17'0,"2"2"19"0,-7 0-11 0,11 10-16 16,9 4-11-16,6 2-11 0,3 3 1 0,2 2 0 0,3 1-1 15,2 5-2-15,3 3-2 0,2 6-5 0,1 3 7 0,2 4 10 0,1 2 15 16,3 2 5-16,1 2 8 0,2 0 1 0,1 0 5 0,2-1 4 0,2-3 1 16,2 1-2-16,5 0-4 0,1 1 0 0,0 0-7 0,4-1 0 15,0 2 4-15,0 0-2 0,4 1 3 0,1 2 5 16,3 0 1-16,-1 2-1 0,3 0 6 0,-3-1-1 0,0 1-1 0,0-4 7 0,-3-2-5 0,-1-4 5 15,-3-3 3-15,-4-2 2 0,-2-2 6 0,-5-2 6 0,-2-2 3 16,-6-3 2-16,-1 0 6 0,-5-3-4 0,-2-1-2 0,-4-1-1 0,-2 1 1 16,-4 0 0-16,-5 0-5 0,-3-2-3 0,-2-3-11 0,-4-1-1 15,-1-2 1-15,-4-3-8 0,-4 0 2 0,-4-1 2 0,-1-1-4 0,-2 0 6 16,-1-1-6-16,1 0 0 0,1-1 3 0,-1-1-5 0,0-1 6 0,3-2-4 16,0-1-9-16,4-1 1 0,1-1-7 0,2-1 7 0,3-1 3 15,4-1-3-15,2-1 3 0,5-1 11 0,2 1-13 0,3-3 4 0,5-1-10 16,4-2-14-16,3-3 8 0,4-4 7 0,4-3 2 0,6-4-3 0,6-5 4 15,6-5-11-15,7-8 5 0,5-6 2 0,6-4 4 0,5-6 1 16,5-1 3-16,2-4 6 0,1-5 9 0,2-1 2 0,1-3 3 0,-2 2 12 16,0 1 1-16,-3 1 1 0,-2 1-12 0,-4 6 4 0,-6 0-2 0,-6 4 4 15,-5 4 17-15,-6 6-10 0,-5 5 2 0,-6 7 2 0,-5 7-5 16,-7 5 7-16,-5 8-14 0,-5 5-19 0,-5 7-26 0,-5 3-35 0,-4 6-33 16,-9 5-35-16,-7 8-33 0,-6 9-31 0,-9 9-35 0,-6 12-73 15,-4 9-81-15,-3 9-84 0,-6 9-365 0</inkml:trace>
  <inkml:trace contextRef="#ctx0" brushRef="#br0" timeOffset="163408.91">26475 14224 338 0,'-6'1'102'16,"0"0"-58"-16,-1 0 2 0,3 0 6 0,1-1 6 0,2 0-4 0,-1 0-7 16,0 0-17-16,0 0-7 0,1 0-9 0,0 0-4 0,-1 0 0 15,2-1-5-15,-1 1-1 0,1-1-4 0,-1 1 2 0,0 0-4 0,0 0 2 16,0 0-4-16,0 1-4 0,0-1 3 0,-1 1-3 0,1-1-2 15,0 2 0-15,0 0-3 0,0 1-1 0,0 0 1 0,1 0-7 0,-1 0-3 16,1 0-9-16,0 0-3 0,0 0-3 0,1 0-6 0,0 0-4 0,1-1-8 16,1 1-12-16,0 0-13 0,0-1-152 0</inkml:trace>
  <inkml:trace contextRef="#ctx0" brushRef="#br0" timeOffset="164725.9">26447 14139 865 0,'-6'-3'161'0,"1"1"-8"0,-2-1 33 16,2 1 9-16,3 0-8 0,1 1-24 0,1 0-28 0,0 1-39 0,1 0-19 16,-1 0-15-16,2 1-9 0,1 0-2 0,1 2 1 0,2 2 0 15,-1 0-5-15,3 3 3 0,1 2-8 0,0 2-2 0,1 1 0 0,-1 0-9 16,1 3-3-16,-1 1-3 0,0 0-10 0,1 0 0 0,1 1-2 0,0 0-3 15,0-1-2-15,-1-1-1 0,2 1 0 0,-1-2-6 0,1 0 6 16,1 0-5-16,-2-1 1 0,1-1-3 0,-1-1-12 0,-1-2 12 0,-2-1-5 16,0-1 5-16,-1-1 5 0,-1-2-1 0,0 0-1 0,-1-2 1 0,0-1 4 15,-1 0-1-15,0-3 6 0,-1 0-1 0,0 0-2 0,0-2 2 16,-1 0 0-16,0-1 5 0,0-2-5 0,-1 0 3 0,0-1-6 0,0 0 6 16,-1-1-3-16,1-2 0 0,-1 0 4 0,0 0-2 0,-1 1 1 0,0 0-3 15,0 0 2-15,0 2-7 0,0 0 4 0,1 1-4 0,0 2 0 16,0 0-2-16,0 1 0 0,0 2-5 0,1 0 0 0,-1 2 4 0,1 0-6 15,1 1 6-15,0 0-4 0,0 2-6 0,2 0 10 0,-1 1-4 16,-1 1 0-16,3 0-5 0,-1-1-1 0,2 2 5 0,-1-1-3 0,1 0 2 16,1-1 1-16,1 0-6 0,0-1 3 0,0-1-1 0,1-1 0 0,0-1-2 15,1-1 1-15,-1 0-1 0,0-2 2 0,0 0 0 0,-1-1 3 16,0-1-3-16,0 1 2 0,0-1 4 0,0 0-4 0,0-1 6 0,-2 0-6 16,1-1 6-16,-1 1-1 0,-1 0-2 0,1 0 12 0,-2-1-14 0,1 0 6 15,0 0 3-15,0 1-5 0,-1 0 5 0,-1 0-9 0,1 1 5 16,0 0 1-16,-2 1-1 0,1 1 3 0,-1 0-8 0,-1 2 5 0,2 0-1 15,-2 0 3-15,1 2-1 0,0 0-2 0,0 1-2 0,0 0-2 16,0 1 5-16,0 0-4 0,1 0-1 0,0 1-2 0,0 0 4 0,0-1 4 16,0 0-1-16,1-2 1 0,0 1-8 0,1-1 1 0,1-2 3 0,1 1 7 15,0-1-4-15,0 0-4 0,-1-1 4 0,2 0-3 0,0-1 0 16,1 0 5-16,1 2-6 0,-2-1-5 0,1 2 3 0,-1-1 1 0,0 0 4 16,1-1 3-16,2 0 0 0,-1-2-3 0,1 0 2 0,0-1-6 0,0 1 2 15,0 0-4-15,0-1 1 0,-1 0 1 0,0 0 6 0,-1 1-3 16,0-1 1-16,1 1 2 0,-2 0-4 0,1 1 3 0,-1-1-3 0,-2 1 0 15,-1-1-3-15,0 0 4 0,0 1 1 0,-1-1 2 0,0 1-1 0,-1-1 1 16,-1 2-1-16,0-1 1 0,0 0 6 0,-1 0-4 0,0 1 4 16,0-1-4-16,0 0-10 0,-1 0 13 0,0-1 0 0,0 1-4 0,0 0 8 15,-1-1-12-15,1 0-4 0,-1 0 6 0,-1-1 1 0,2 0-1 16,-2 2 1-16,0-2 0 0,0-1-3 0,-1-1 3 0,1 0 3 0,-1-2-3 16,-1 0-3-16,1 0 5 0,-2 1-8 0,0-2 4 0,0 1 3 0,-3-1-8 15,0-1 4-15,-1 1-2 0,-2 0 2 0,0 0 7 0,0 2-8 16,-1 2-2-16,0 1 2 0,-1 1-4 0,0 1 2 0,1 1 6 0,-1 2-6 15,-2 1 8-15,0 1-5 0,-1 1 1 0,-1 1-7 0,1 1 3 16,1 1-2-16,0 1 1 0,-1 0 5 0,0 2-10 0,2 0-1 0,1 1-1 16,0-1-12-16,2 2 3 0,0 0 1 0,1 1-7 0,3 0-1 0,1-1-2 15,2-1-7-15,2 1-13 0,2-2-11 0,2 1-15 0,3-1-21 16,1-2-22-16,3 0-33 0,2-2-41 0,2-2-34 0,2 0-28 0,0-1-12 16,2-1 8-16,2-1 13 0,0-2 22 0,1 0 29 0,3 0 20 0,-2 0 33 15,2-2 0-15,-1-1-52 0</inkml:trace>
  <inkml:trace contextRef="#ctx0" brushRef="#br0" timeOffset="164908.9">27296 14305 264 0,'10'-8'173'15,"1"1"-37"-15,0-1 3 0,-3 2 8 0,-2 1 4 0,-3 0 9 0,0 2-7 16,-2-1-11-16,-1 2-5 0,-1 0-16 0,0 0-2 0,-1 0-18 16,-1 2-20-16,1 1-13 0,-1-1-18 0,1 2-8 0,-1 0-2 0,0 0-8 15,1 2 0-15,-1 0-13 0,2 1-2 0,-1 0-2 0,2-1-8 0,1 2 7 16,0 0-10-16,2-2 0 0,1 1 3 0,2-1-5 0,1-1 2 16,1 1-2-16,0-1-1 0,2 0-1 0,2-3 5 0,0 1-4 0,3 0 2 15,-1 0-1-15,0-1-2 0,2 0 1 0,-1-1-4 0,-1 1 5 16,0-1-5-16,0 0-3 0,-1-1 1 0,-1-1-18 0,1 0-26 0,-2 1-61 15,0 1-44-15,-2 1-41 0,-3 0-38 0,-1 0-13 0,-2-1-31 16,1-2-4-16,1-1-23 0,0-3-96 0</inkml:trace>
  <inkml:trace contextRef="#ctx0" brushRef="#br0" timeOffset="165075.91">27630 13747 1420 0,'-8'-5'200'0,"-1"1"-93"15,-1 0 14-15,3 3-19 0,5 3-6 0,0 1-7 0,2 2-12 0,2 3-3 16,0 2-11-16,0 0-11 0,1 5-1 0,1 2-12 0,2 1-2 16,0 3-13-16,1 3-10 0,1 0-9 0,0 1-10 0,1 2 13 0,0 0-5 15,2 2 12-15,0 1-4 0,-1 0-16 0,1-2-6 0,0 1-26 0,-1-2-27 16,2 1-88-16,-1-1-161 0,1 0-98 0,-1-1-62 0,-1-2-23 16,1 0-6-16</inkml:trace>
  <inkml:trace contextRef="#ctx0" brushRef="#br0" timeOffset="165375.9">27967 14406 1272 0,'-3'-7'399'0,"1"-2"-268"16,1 0-34-16,1 1-19 0,0 1 15 0,1 2 7 0,2-1-17 0,0 0-18 15,1 0-29-15,0-1-21 0,0 0-10 0,1 1 1 0,0 0-2 0,1-1 2 16,1 0-1-16,2 0-11 0,1-1 7 0,-1 0-5 0,4 0-1 16,0 0 2-16,1 0-1 0,0-3-1 0,0-1-6 0,0-1-4 0,0-1 0 15,1 1 0-15,-2-2 0 0,1 0 3 0,-1 0 3 0,-2 2 3 16,-1 0 11-16,-4 1-1 0,0-1 2 0,-2 0 8 0,-3 1 5 0,-1 0 11 15,-1 2 17-15,-2 0 14 0,-1 2 15 0,-2 1 13 0,-1 3 3 0,-1 2 2 16,-3 2-8-16,0 1 1 0,-3 2-5 0,1 3-5 0,-2 2-1 16,-2 3-5-16,0 2-5 0,-1 2-9 0,0 2-13 0,-1 2-7 0,3 2-4 15,0 0-5-15,1 2 4 0,0 1-2 0,2 2-4 0,2 0-7 0,1-1-6 16,3-2 2-16,1-2-5 0,2 0-1 0,2-2-5 0,2-1-2 16,2-1 6-16,2-1-5 0,2-1-5 0,2-3-3 0,3 0-7 0,0-3 3 15,4 0-1-15,3-2-16 0,2-3-23 0,2-1-43 0,4-2-56 16,1-2-84-16,4-2-125 0,0-2-172 0,4 0-118 0,0-2-365 0</inkml:trace>
  <inkml:trace contextRef="#ctx0" brushRef="#br0" timeOffset="165858.9">30704 14006 2516 0,'-4'3'146'0,"0"1"-79"0,1 5 3 0,1 3 15 0,2 3 8 0,1 2-5 15,1 0-11-15,1 2-28 0,-1 0-23 0,0-1-4 0,0 4-15 0,0 0 2 16,0 0-9-16,0 2-6 0,0 0 6 0,0-2-14 0,0 0 7 16,-2-1-4-16,0-1-6 0,0 0 4 0,0-2-18 0,0 0-4 0,0 0-4 15,1 1-18-15,-1-2-9 0,0 1-22 0,0 0-30 0,0-1-21 16,0-1-49-16,-1-2-55 0,-1 0-20 0,-1-2-12 0,0-2 22 0,-1 1 34 16,-1-2 16-16,-1-2 18 0,0-2 18 0,-1-1 10 0,0-4-32 0,-1-2-40 15</inkml:trace>
  <inkml:trace contextRef="#ctx0" brushRef="#br0" timeOffset="166024.9">30599 14383 340 0,'-5'-16'153'0,"-2"-4"-11"0,0-4 14 0,-3 4 22 0,1 1 12 0,-1 1 4 16,-1-1-11-16,0-2-14 0,0 1-24 0,-1 2-26 0,1 2-18 0,-1 1-22 15,3 2-15-15,-1 2-12 0,3 2-10 0,-1 1-10 0,2 2-5 0,0 0-4 16,1 1-12-16,2 1 1 0,1 1-4 0,2 3-8 0,0-2 3 16,2 1-3-16,1 1-3 0,2-1-2 0,3 2 6 0,2 0-8 0,1 1-2 15,2 0 7-15,1 1-16 0,0-1 6 0,1 2-5 0,0 0-12 16,1 0-13-16,0 0-39 0,0 0-46 0,0-1-41 0,-1 0-32 0,0 0-9 15,-2 1 1-15,-1-1 8 0,0 1 17 0,-1 0 16 0,-1 2 15 0,-1-1 14 16,-1 1-126-16</inkml:trace>
  <inkml:trace contextRef="#ctx0" brushRef="#br0" timeOffset="167008.9">30555 14391 674 0,'-1'-1'98'0,"2"-1"-75"15,1-1-10-15,2 1 5 0,1 0 13 0,2 0 16 0,2 0 6 0,0 0-8 16,3-2-14-16,-1 1-13 0,2 0-7 0,2 2 2 0,-1-1 8 16,2 1 0-16,0 0 1 0,1 0 8 0,-1 1-4 0,0 0 5 0,1-1-4 15,-2 1-7-15,1 0-3 0,1 0 0 0,-1 1-7 0,-1-1-1 0,1 0-2 16,0 0-3-16,0 0 0 0,-1-1 0 0,-1 1-1 0,-1-2-3 16,-2 0 2-16,0 0 0 0,-3-1-4 0,0-2 1 0,0 2 2 0,-2-2 4 15,-1-1 8-15,-2 0 9 0,-1 0 8 0,-2-1 13 0,0-1 20 16,-1 0 25-16,0 0 18 0,-1-1 12 0,-1 0-5 0,0 0-9 0,-1 0-8 15,1-1-8-15,-1-1-6 0,1 0-7 0,0-1-4 0,0 1-11 0,1 2-7 16,0-2-6-16,0 1-7 0,0-1-3 0,0 1-11 0,0 0-6 16,1 3-2-16,-1-1-7 0,-1 0-4 0,0 0 3 0,1 0-10 0,0 0 5 15,0 2 5-15,0-1-12 0,0 2 2 0,-1-1-3 16,1 0 0-16,-1 1-2 0,0 1-5 0,0 1-2 0,-1-1-12 0,0 0-11 0,-1 0-10 16,0 0-16-16,0 0-3 0,0 1-9 0,-1 0-3 0,0 2-6 0,0 0-3 15,0 1 3-15,0 1 9 0,0 2 7 0,-1 0 15 0,2 2 10 16,-1 2 10-16,0 0 2 0,-1 2 5 0,-1 2 10 0,1-1 6 0,-1 2 9 15,1 0 3-15,-1 1 4 0,1 2-4 0,2 0 3 0,-1 4 1 16,0 1-4-16,2 0 6 0,1 3 1 0,1 0 4 0,1-2 3 0,0 1 2 16,2-3 4-16,1-2-2 0,2-1 6 0,0-1-2 0,2-1 5 0,1-1 2 15,1-1 0-15,2 1-7 0,1-1-4 0,0 1-6 0,-1-2-13 0,1 1 5 16,-1 0 1-16,2-1 6 0,1-1 7 0,0-2-4 0,1-2 3 16,-1-2 7-16,-2-1 5 0,1 0 2 0,-3-3-4 0,0 0-1 0,-1-2 1 15,-1-1 7-15,1-1-2 0,-2 0-8 0,1-2-1 0,-1-2-11 16,-2-1-1-16,1 0-4 0,-2-1-9 0,0 0-1 0,1-1-2 0,-2 0-1 15,0-1-4-15,0 0-4 0,-1 1-4 0,-1 0-7 0,0 2 11 0,-1 0 6 16,0 0 0-16,0 2 6 0,0 1-7 0,0 0-1 0,1 2 6 16,0 1-5-16,0 2 0 0,0 1 2 0,-1 1-6 0,1 1 7 0,0 1-1 15,1 1 5-15,0 1 1 0,0 1-2 0,1 1 1 0,-1 0 1 0,1 0-3 16,2 1 0-16,0-1-3 0,1 0 3 0,1 0 3 0,1 0-3 16,1-1 2-16,2 1-7 0,-1-2-1 0,-2 0 6 0,1-2-2 0,-1 0 5 15,1-1-4-15,0-1 1 0,-1 0 0 0,2-1 0 0,-3-1 11 16,0 0-5-16,-1-1 8 0,-1-2-3 0,2 0 4 0,-2 0-1 0,0-1 5 15,2 1 10-15,-2-1-2 0,-1 0 4 0,1-1 4 0,-1 1-3 0,1 0 0 16,0 0 8-16,-2 2-12 0,1 0 4 0,-1 0 2 0,0 0-12 16,0 2 5-16,-2-1-8 0,1 2-2 0,0-1-1 0,-1 0-11 0,1 2 2 15,0-1-2-15,0 0 0 0,0 2 1 0,1 0-3 0,0 1-6 0,0 0 3 16,0 0-2-16,-1-1 0 0,1 2 6 0,2-1-10 0,-1-1-1 16,1 1-1-16,1-1 3 0,-1 0-4 0,1-1 2 0,0 1-3 0,0-2-4 15,1-1 9-15,-2 1 2 0,1-1-3 0,0 0 12 0,0-1-10 16,2 0 4-16,-2 0 4 0,0-1-4 0,0 1 0 0,0-1 0 0,0 1 0 15,1 0 1-15,-2 0 1 0,0 0 0 0,2 0-1 0,-2-1-2 0,2 2 2 16,-2 0-1-16,-1 2 2 0,1 1 0 0,-2-1-2 0,0 1 7 16,0 1-6-16,0 0 6 0,1 1-3 0,0 1-4 0,-1 1 1 0,1-1 1 15,-1 0 12-15,1 0-2 0,1-1-5 0,-2 1 7 0,1-1-14 0,0 0 2 16,2 0 3-16,0-1-7 0,1-1 0 0,0-2-3 0,0-1 9 16,1-2 2-16,3-1 3 0,-1-2-2 0,-1-2 0 0,-1 0-5 0,0-1 5 15,0 0 0-15,3 0 2 0,-2-1 6 0,0-1-1 0,-1 0 4 16,0 1-7-16,1 0 1 0,0 1 9 0,0-1-8 0,-3 2 6 0,0-1-6 15,-1 1-6-15,0 0 5 0,-1 1-3 0,-2 1 4 0,-1 2-9 0,-1 0 5 16,-1 1 0-16,1 1-2 0,-2 1 5 0,-2 1-6 0,0 0 1 16,-2 1-10-16,-1 1 1 0,0 1 2 0,-2 0-4 0,1 0 2 0,-1 1-1 15,1 1-3-15,1 0 3 0,-2 0 4 0,2 0-6 0,1 0-2 0,-1 0 0 16,2-1-4-16,0 1 5 0,1-1-1 16,1 0-4-16,0 1 1 0,2-1-1 0,1 0 0 0,-2 1 1 0,3-1-1 0,-1 0-5 0,2-1-7 15,2 1-5-15,-1-1-7 0,2 0-7 0,0 0-9 0,2-1-12 16,2 0-20-16,0-1-47 0,-1-1-81 0,3 0-83 0,1-1-80 0,1 0-38 15,1 0 7-15,0 0 34 0,3 0-150 0</inkml:trace>
  <inkml:trace contextRef="#ctx0" brushRef="#br0" timeOffset="168041.9">31730 14138 958 0,'0'-24'318'0,"0"-4"-218"16,2-6 9-16,4 1 28 0,1 6 17 0,3-1 3 0,2 3-1 0,3 0-33 15,2 2-19-15,0 0-20 0,2 1-17 0,-1 2-3 0,2 1-2 16,2 1-9-16,2 2-8 0,0 3-9 0,2-1-8 0,-1 4 25 0,4 1-4 16,-14 5 2-16,3 0-4 0,2 0-33 0,4 1-9 0,1 0-5 15,5 1-2-15,0 1-3 0,7 1 0 0,0 1-5 0,1 1-7 0,1 3-2 16,0 3-3-16,0 2 4 0,1 2-2 0,-1 2 0 0,0 2 0 0,-1 4 73 16,-2 1 3-16,1 1-12 0,-19-9 4 0,3 2-81 0,-1 1-1 15,1 1 5-15,1 2-3 0,3 3-1 0,-2 1-6 0,3 3 6 0,-1 1-1 16,2 3 0-16,1 1-1 0,-1 4-2 0,2 0 9 0,-1 4 4 0,1 0 3 15,0 3 11-15,-1 2 87 0,-2 0-71 0,0 0 92 0,-2 0 7 16,-3 1-66-16,0-1 97 0,-4 0-72 0,-4 1 9 0,-1-3-8 0,-3 0-84 16,-3-1 1-16,-2 0-5 0,-4-2 6 0,-3-1 82 0,-4-1-6 15,-4-3 0-15,-3 1 1 0,-3-4 6 0,-5 1 6 0,-4-3-3 0,-2-1-2 16,-8-2-11-16,-34 21-14 0,-4-8-83 0,-5-6 0 0,0-7-5 0,2-5-6 16,1-7 76-16,6-3 0 0,9-6-7 0,0-3-7 0,-1-1-3 15,3-3-10-15,0-2-5 0,-46-9-26 0,18-4-9 0,21-2-5 0,16 0 7 16,11 1 6-16,2-2 9 0,4-2 6 0,3 0-9 0,3-1 18 0,3 0-14 15,3 0-17-15,2-1 1 0,2 2-12 0,1 1-14 0,5 0-11 16,1 3-15-16,3 0-23 0,5-1-34 0,-1 2-35 0,4-1-49 0,3-1-37 16,2 1-26-16,4-1-31 0,1 0-2 0,5 0 13 0,2 1-216 15</inkml:trace>
  <inkml:trace contextRef="#ctx0" brushRef="#br0" timeOffset="169792.01">29768 16337 1316 0,'1'1'548'0,"0"0"-416"16,1 1-59-16,3 0-22 0,1 1 18 0,2 0 19 0,0-1 18 0,1 0-4 15,0 0-18-15,1-1-15 0,0 0-13 0,1-2 10 0,-1-1-5 16,2 0-6-16,-1-2 2 0,0 0-8 0,-2 0 5 0,0-2 1 0,-3 0-4 15,1-1-15-15,0-2 0 0,-3 0-8 0,1-2-3 0,-2 1 0 0,-4 0-9 16,1 0 4-16,-4 0-7 0,-4-1 1 0,0 0 1 0,-2 0-4 16,-2 1 3-16,-3 0-10 0,-2 0 7 0,-3 2 3 0,-3 0-4 0,-3 3 12 15,-1 1-17-15,-2 3 8 0,1 2 7 0,0 3-5 0,2 2 0 16,0 2-13-16,0 2 7 0,2 2 2 0,1 0-1 0,2 2-5 0,2 1-1 16,1 0-4-16,3 0 2 0,4 1 7 0,1 0-18 0,2 1 14 0,3 0-16 15,3 0 0-15,2 1 2 0,3 0-14 0,1-1 12 0,3 1-22 16,1-1 18-16,3-2 6 0,0 1 5 0,4 0 12 0,1-1-12 0,0-1-1 15,1 0 1-15,3-2 8 0,0 0-8 0,-1 0 2 0,1-2 0 0,2 1 0 16,-3-1 2-16,1 0-11 0,2 0 11 0,-3-1 4 0,3 0 2 16,-1 1 6-16,-3 0-15 0,0 1 1 0,-1 0 4 0,-3-1-4 0,-3 0 17 15,0 1-17-15,-3-1 2 0,0 1 3 0,-2 0-17 0,-3 0 23 16,-2-1-5-16,-3 1-15 0,-1 0-2 0,-2-1-16 0,-1 0-11 0,-2-1-9 16,-2-2-23-16,-2 1-14 0,0-2 5 0,-1 0 19 0,1-1 13 0,-1 0 22 15,1-1 3-15,0-1 4 0,-2 0 18 0,2-2-3 0,1 0 2 16,1 0-1-16,3-2-1 0,2 1 0 0,0-1 5 0,1-2 2 0,1 1-2 15,3-2 8-15,-1-2-16 0,1 0 1 0,2-2 2 0,1-1-2 0,2 0 9 16,1-2-4-16,1-1 2 0,2-3 4 0,2 0-6 0,1-1 7 16,2-2 5-16,0 0-3 0,0 0 6 0,2-1 2 0,1-1-3 0,1 0 12 15,1-1 5-15,1-2 5 0,-1 2 12 0,2-1-4 0,0-2 14 16,0 3-2-16,-1-2-11 0,0 1 7 0,-1 1-16 0,0-1-1 0,-1-1-4 16,-2 4-7-16,-1-1 1 0,-2 1-1 0,1 3-7 0,-2 0-2 0,-3 2-7 15,-1 2 5-15,0 2-2 0,-2 1-4 0,-2 1 7 0,-2 2-3 16,-1 0 6-16,-1 1 3 0,-1 1-8 0,0 2 7 0,-1 0 3 0,0 1-5 15,-1 1 6-15,-1 0-10 0,-1 1 3 0,0 1-1 0,0 1-5 0,-2 1 9 16,1 2-17-16,-1 0 7 0,0 2-7 0,1 1-3 0,-1 0 14 16,0 3-7-16,1 1-4 0,2 1-4 0,0 1-2 0,1 0 1 0,1 1 14 15,0 2-11-15,3 0-4 16,0-2 5-16,1 3-9 0,2-3-3 0,-1-1 9 0,2 0 4 0,2-2 6 0,1 1 7 0,1-1-2 0,0-2-9 16,1 0-6-16,1-1 4 0,-1 0-15 0,1-2 15 0,-1-1-2 0,1-2 2 15,0 0 8-15,-1-1-21 0,-2 0 24 0,1-1-5 0,-1-1-10 16,-1-1 15-16,-1-2-18 0,0-1 9 0,-1-2 19 0,0 0-18 0,-1-1 7 15,0 1 0-15,-2-1-7 0,2-1 11 0,-2-1-10 0,2 0 7 0,-1-2 3 16,0 1-9-16,-1-1 17 0,0 2-14 0,0 0-3 0,0 0 13 16,0 1-16-16,0 1 6 0,0 1 5 0,0 1-7 0,0 1-4 0,1 1-6 15,-3 1 2-15,1 0 2 0,1 1 8 0,0 2-8 0,0-1-8 16,0 3 10-16,1 0-4 0,0 1 8 0,0 2-4 0,0-1-12 0,0 1 14 16,0 0 0-16,1-2 0 0,-1 1 0 0,2-1-2 0,0 0-4 0,0-1 0 15,0-1 4-15,-1-1-4 0,2 0-2 0,0-2 6 0,-1 0-14 16,0-1 10-16,-2 0 2 0,0 0 0 0,2-1 0 0,-1 0 0 0,-1-1 2 15,0 0-10-15,-1-1 10 0,1 0-9 0,-1-1 5 0,1-1 13 0,1 0-7 16,-2 0-14-16,2-1 3 0,-1-1 3 0,0 1 2 0,2-1 15 16,-2 1-16-16,2-1 3 0,-1 0-4 0,2 2-4 0,-1 0 10 0,0 0 0 15,1 2 4-15,-1 0 9 0,0 2-19 0,-1 2-7 0,1 0 18 16,-1 2-12-16,1 1 8 0,1 1-8 0,-1 2-1 0,0 0 10 0,1 1-6 16,1 1 6-16,-1 0-4 0,0 0-10 0,1-1 18 0,-1 1-6 0,1-2-8 15,1 0 12-15,-1-1-14 0,2 1 8 0,0-1-2 0,1 0-10 16,0 0 16-16,1 0-8 0,-2 0 10 0,2-1 2 0,1-2-8 0,2 0 6 15,0-2-4-15,-2-1 3 0,1 0 1 0,0-2-2 0,0 0-4 0,-1-1-4 16,-1 0 6-16,2-1 4 0,-2 1 4 0,1-1-8 0,1 0-2 16,-4-1 2-16,2 0 6 0,-2 1 7 0,-2-1-11 0,0 0 4 0,-3 1-4 15,1 0 4-15,-1-1 7 0,-2 2-15 0,0-2 14 0,-2 0-6 16,-3 1-4-16,0-2 18 0,-3 0-18 0,-1 0 6 0,-1-2-2 0,-3 2-14 16,-1 0 20-16,1-2-6 0,-4 1-6 0,0-1 6 0,-1 1-18 0,1 1 10 15,-1 0-18-15,-1 2-24 0,0 1 3 0,1 0 9 0,-1 2 1 16,2 0 15-16,-1 2-23 0,0 0-32 0,2 0-2 0,-2 2-3 0,2 1-2 15,0 0-23-15,0 0-15 0,2 0-40 0,1 0-23 0,2-1-9 0,3 0-29 16,0-1-44-16,3-2-74 0,2 0-56 0,1-2 0 0,4-1 32 16,2-2 65-16,2-3-150 0</inkml:trace>
  <inkml:trace contextRef="#ctx0" brushRef="#br0" timeOffset="170342.01">30819 16140 1487 0,'3'-16'466'0,"0"0"-198"15,0-3-28-15,-1 3-13 0,-2 1-16 0,0 2-9 0,-1 0-27 16,-1 4-36-16,-1 0-15 0,0 3-21 0,-2 2-18 0,1 2-20 0,0 2-26 15,0 1-4-15,-1 3-10 0,-1 0-3 0,-1 4-9 0,0 1-3 0,-1 4-4 16,1 5 10-16,-1 3-6 0,0 4-5 0,1 3-1 0,2 1-8 16,1 4-3-16,1-1 1 0,1 1 8 0,2 1-4 0,1 0-6 0,1 0-8 15,2 0 0-15,2 0 11 0,2-2-9 0,1 0 2 0,1-5-9 0,2 0-6 16,2-2 3-16,0-2-10 16,3-1-8-16,0-2 1 0,2-3 4 0,4-1-5 0,-2-1-1 0,2-1 2 0,-1-2 20 0,-1-1 12 0,2-1 15 15,-2-3 5-15,2-3 0 0,0-2 6 0,-2-2-6 0,-1-3 15 16,0 0 0-16,-2-2 5 0,0-2 8 0,1 1-12 0,-1-2 5 0,-2-2 7 15,2 2-14-15,-1-4 0 0,-2 0-6 0,0 0-1 0,-1-2 7 0,-2 3 0 16,0-3-11-16,-3 0 8 0,0-1-5 0,-2 1 7 0,-3 1 6 16,0-1-18-16,-1 0 22 0,-3 0-18 0,0 2-10 0,-3-2-6 0,-1 1 0 15,1 1-10-15,-1 2 10 0,-1 3 0 0,-1 1-4 0,-1 2 18 16,3 2-14-16,-3 1 0 0,-1 2 0 0,1 2 0 0,-4 0 0 0,0 2 0 16,1 2 0-16,0 2 0 0,2 3 0 0,-1 1 0 0,0 1-12 0,3 0-14 15,0 1 0-15,2 1 0 0,1 0 2 0,0-1-3 0,4 3-7 16,2-2-9-16,2 1 5 0,1-3 3 0,1-1-4 0,2 0 13 0,1-1-1 15,1-1-2-15,0-1 16 0,2-1-6 0,0 0-11 0,2-3 0 0,-2 0-7 16,3-3 11-16,-2-1 9 0,1-1 2 0,0-2 8 0,-1-1-8 16,1-2 11-16,-1-1 2 0,-2 0-5 0,-2-2 3 0,0 0 6 0,0 0 13 15,-1-1 7-15,-1 1 8 0,0-2-6 0,0-1 10 0,-1 1-4 0,0-1 13 16,-2 2 4-16,1 1-7 0,-2 1 6 0,-1 1-17 0,-1 1 14 16,-2 0-12-16,0 3 2 0,0 0 3 0,-1 0-13 0,0 2 13 0,-1 0-8 15,-2 2-6-15,1 2-24 0,-3 0-4 0,-1 1 4 0,2 1 8 16,-2 2 0-16,3 1-8 0,-2 1 0 0,0 0-16 0,0-1 6 0,0-1 10 15,2-1-6-15,3-1 10 0,-1-1-22 0,0-2-20 0,0-2 7 0,0-1-12 16,3-2 10-16,0 0 2 0,-1-2-15 0,1-3 8 0,0-1 11 16,2-2-1-16,4-2 16 0,-1-1-3 0,3-3 12 0,1-1 9 0,1 1-10 15,3-4 12-15,1-2-6 0,2-1 0 0,-1-3-2 0,3-3-15 0,3 1-17 16,4-5-22-16,6 0-40 0,1-2-99 0,3-2-152 0,2-1-204 16,1-3-164-16,6-1 2 0,0-4-5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1:23:47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27004 1485 1 0,'17'-29'202'0,"-14"4"428"0,0-4 421 0,-1-3-1075 0,0-3 52 0,-4 23 25 0,-1 0 3 0,0-2-7 15,0 0-12-15,0 0-30 0,-1-2-20 0,0 3-22 0,0-1-30 0,1 1-32 16,-1-1-35-16,0 3-27 0,-2-3 8 0,2 2 18 0,-3-1 34 15,-2 0 48-15,-1 0 27 0,-2-1 28 0,-1 0 25 0,-1-1 20 0,-4 2 19 16,-1-2 23-16,-2 1 2 0,-4-1 1 0,-1 0-7 0,-2 1-10 0,-3-2-7 16,-2-1-15-16,-3 1 6 0,-1-1-20 0,-2-1-8 0,-2 0-2 0,-1 0-10 15,-2 0-4-15,-2-1-3 0,-2 1-13 0,-1 0 52 0,-1-2-1 16,-2 2-3-16,-1-2 6 0,-2 0-61 0,-2 1-9 0,-2 0 4 0,-1-1 1 16,-2 0 1-16,-1 1 3 0,-2-1-5 0,-2 0 2 0,-2 0-13 0,-3 0 3 15,0-1-3-15,-3 2-1 0,-1-2 6 0,-2 1-2 0,-3 1 4 16,0-1-5-16,-3 0-4 0,-2 2 66 0,-1-1-5 0,-3 0 8 0,0 2 9 15,-4-1-82-15,0 1 15 0,-3 0-6 0,0 2 9 0,-2 0 13 16,-3 0-4-16,0 1-7 0,-1 2 4 0,-2 1 1 0,0 0 15 0,-2 1 8 16,1 2-7-16,-3 1-13 0,2 2 0 0,-1 0 14 0,0 4 0 0,0 0 13 15,0 2 4-15,1 0-29 0,2 3-7 0,-1 1 5 0,2 2-10 16,2 3 26-16,1 0 7 0,-1 3 1 0,3 0 0 0,1 2-2 0,3 2 6 16,1 1 4-16,0 0-3 0,3 4 0 0,1 0-7 0,1 2-28 15,3 2 7-15,1 0-63 0,2 4 10 0,0 0-12 0,3 2-9 0,2 1 54 16,1 2-2-16,1 1 36 0,3 2-8 0,1 0 2 0,3 2-3 0,2 2 0 15,2 1 0-15,2-1 0 0,3 2-20 0,-50 43-17 0,14-4 8 16,14-5 0-16,14-5 17 0,13-5 13 0,10-6-2 0,12-5 2 0,9-5-7 16,6-2-2-16,6 0 4 0,3-1-7 0,3 1 10 0,4 0-5 0,5 1-5 15,9 42-10-15,7-11-7 0,6-13 5 0,2-13 4 0,4-4 11 16,3 1 2-16,3 0-1 0,2 0 1 0,5-1-1 0,4-2 2 0,4 1-4 16,6 0-8-16,2 0-1 0,4 0-2 0,4 0 4 0,4-1 7 0,1 0 3 15,4 0-2-15,1 0 3 0,2 0-4 0,1-1-4 0,4 0 2 16,2-1-4-16,4 0 6 0,0-2-5 0,4 0 4 0,1 1 2 0,3-3-5 15,2 1 7-15,3-2-1 0,4-1 0 0,0-3 2 0,5 0 7 16,2-3 1-16,7-2 2 0,2-2 3 0,4-4-7 0,3-2 9 0,3-1 1 16,4-4-3-16,4-1 3 0,2-2-7 0,0-3-6 0,3 0 3 15,0-1-1-15,3-2 4 0,2-2 3 0,0-4 0 0,-1 0 2 0,1-1-5 16,-4 0 2-16,-2-1 4 0,3-2 5 0,-3-1 7 0,1-1 6 0,-2-2 7 16,-2-1 4-16,-2-1 1 0,-2-2-1 0,-1-1 0 0,-1-1-7 0,0-2-1 15,-2 0 3-15,-2-4-12 0,0 0 5 0,-1-2-6 0,-2-1-10 16,-4-2 6-16,-2-2-4 0,-3-1 0 0,1-3 2 0,-2-1-1 0,-3-2-3 15,-5-1-2-15,-5-3 2 0,-3-1-2 0,-3-3-5 0,-3 1 5 16,-5-3-1-16,-4-2-4 0,-3-3 3 0,-5-2 4 0,-4-5 2 0,-3 1 5 16,-6-2-5-16,-3-1-3 0,-6-2-4 0,-4-3-2 0,-5-3 1 0,-5-1 3 15,-7-2-4-15,-5-1 4 0,-4-1-2 0,-6-4-8 0,-6-1-6 16,-6-2-7-16,-6-2 1 0,-6-1-3 0,-7 0 1 0,1 37-3 0,-3-11 3 16,-4 1-2-16,-5-10 0 0,-4-1-4 0,-5-8-10 0,-7-2 6 0,-6-8 4 15,-6 1-2-15,-6 1 6 0,23 39 20 0,-5-5-6 0,-3 3-9 16,-6-4-13-16,-3 2-36 0,-8-2-12 0,-3 3-6 0,-8-3-17 0,-4 5-14 15,-8 0-26-15,-4 3-18 0,-10 2-16 0,-4 3-32 0,-10 3-73 0,-4 8-76 16,-11 2-32-16,-5 8-243 0</inkml:trace>
  <inkml:trace contextRef="#ctx0" brushRef="#br0" timeOffset="5984.98">3237 5098 545 0,'-19'-10'141'0,"1"0"-129"0,-2-2 37 0,7 2-23 16,6 0 4-16,3 1-15 0,1 0 0 0,2-1-4 0,3-1-3 0,0 1-1 16,3 0-3-16,2 0-3 0,0 3 0 0,1 0 0 0,1 1-1 0,0 0-1 15,0 1 1-15,1 0 1 0,1-1 0 0,0 0 1 0,0-1-4 16,-1 0 5-16,3 1-1 0,2 0 4 0,2-2 5 0,2 0 1 0,3-1 1 15,3-2 1-15,0 0-1 0,1-1 0 0,1-1 0 0,2-1-3 16,1-1 4-16,4 0 2 0,0-2 5 0,4-2 4 0,-2 1 4 0,2 1 3 16,3 0 6-16,0 0 5 0,1 3 1 0,2-1 6 0,0 0-6 0,2 1 2 15,0 0-1-15,3-1-7 0,-1 0-3 0,2 2-4 0,1 1-1 16,2 1-3-16,2 0-2 0,2 2-9 0,1-1-1 0,1 2 4 0,4 1-1 16,1 0 7-16,0 2-3 0,2 1-8 0,0 1-3 0,0 3-6 0,0 1-4 15,1 1 0-15,-1 2 2 0,0-1-3 0,0 2 4 0,-1 2-1 16,-2 1-2-16,0 0 4 0,-2 2-1 0,-1 1-3 0,0 0 1 0,-3 3-4 15,0 1 1-15,-1 1 6 0,-2-1 1 0,0 2-6 0,-1 2-2 0,-3 0-2 16,-2 0-1-16,-2 2 4 0,-1 1-1 0,-1 0 2 0,1 1-1 16,-2-1-4-16,-2 0 2 0,2-1-2 0,-4 0 2 0,0 0 3 0,1 1 0 15,-3-1 0-15,1 2-1 0,1 1 2 0,-3-1 1 0,-1 2 0 16,0-2-3-16,0 1-3 0,-1 0 1 0,-1-1 7 0,1 2 6 0,-3 0-3 16,0 0-1-16,-2 2-6 0,-2-2 1 0,-1 2 3 0,-2-2-1 15,-1 2 3-15,-3 1-3 0,-1 3 1 0,-3 0 1 0,-3 2 2 0,-3-3 1 16,-2 2 1-16,-2 0 1 0,-2 2-1 0,-4 0 0 0,-2 2-1 0,-3-2 3 15,-3 2-3-15,0-1 7 0,-4-1 0 0,-1 2-1 0,-4-2 3 0,0 0-5 16,-4 0 1-16,-2 0 3 0,1 1-2 0,-3-1-1 0,0-1 6 16,-1-2-2-16,-3 0 0 0,2-2 6 0,-4 1-8 0,1-2 0 0,-2 2 3 15,-1-2-8-15,0 1 3 0,0-2-6 0,-3-2 2 0,-3 1 4 16,0-2 0-16,-3 1 0 0,0-1 2 0,-2 1-5 0,-2-1-1 0,-4 0 5 16,-2 0-7-16,-1-1 2 0,-2-1 0 0,-1 1-4 0,0 0-1 0,-4 0 1 15,0-1-8-15,-1-1 6 0,0-1-2 0,0 0 2 0,-2-2 6 16,0-1 0-16,-1 1 0 0,0-2 0 0,1-1-3 0,0 1-3 0,2 0 0 15,1-2 0-15,1-1 0 0,1 0 5 0,-1 1 7 0,1-2-1 0,-1 1-6 16,0-1-1-16,1-2-16 0,-2 1 3 0,1-3 6 0,-1 0-3 16,-2-1 8-16,2-1-5 0,1-1 4 0,0-1 2 0,1 0-3 0,0-1 2 15,-1 0-8-15,1 0 3 0,-3-1 3 0,2-2 0 0,-1 0 3 16,0-2 0-16,4-1-4 0,-1 0 1 0,0-1-3 0,1-2-3 0,-1-1 3 16,4-1 3-16,1-1 3 0,1-1 3 0,1-2-1 0,1-2-9 0,2 0 2 15,3-3 2-15,-1-2 2 0,4 1 1 0,-1-3-6 0,2-1 3 16,0 2-7-16,0-2 4 0,0 0 3 0,0-1-8 0,1-1 8 0,-1 0-4 15,1-2-1-15,-2-2 1 0,-1 0-1 0,1 0 2 0,2 1 2 0,2 0-6 16,2-1 3-16,1-1 2 0,1-1-8 0,3-1 4 0,-1 2-4 16,3-3 1-16,3 0 8 0,1-1-5 0,5 0 1 0,1-2-4 0,2 0 0 15,1-1-3-15,4 2-1 0,1 0 0 0,1-3-6 0,3 0 7 16,1 0 3-16,1 2-2 0,2 0 7 0,1 2 1 0,0 1-6 0,1-1-6 16,-1 3 3-16,2 1 6 0,-1 2 1 0,0-1 8 0,1 3 2 0,-1 0-7 15,1 1 2-15,0 3 3 0,0 1-4 0,1 2-1 0,-1 2-1 16,0 3 2-16,1 1-1 0,0 2-1 0,-1 2 2 0,1 1-4 0,0 2 1 15,-1 1-1-15,1 1 1 0,0 1-1 0,2 1-4 0,0 1 2 0,1 1-4 16,0 1 2-16,0 1 5 0,3 1-1 0,-1 1-2 0,2 0 1 16,-1 2-5-16,0 0 5 0,1 1 3 0,-1 0-3 0,-1 0 3 0,1 0-3 15,-1 1-3-15,0 0 6 0,0 2-3 0,0-2 2 0,0 2 5 16,0-2-5-16,-1 1 4 0,-1 0-2 0,-1 1-5 0,0 0-1 0,-1 0 2 16,1-1 5-16,-2 0-5 0,-1 1 7 0,0-2-5 0,0 0-2 0,-1-1 3 15,-1 0-3-15,1-1 3 0,-2 2 3 0,1 1 1 0,0 0 1 16,0-1-1-16,0 0 2 0,0-1 3 0,-1 1 5 0,1 0 1 0,-1-1-3 15,0 1-11-15,1-1 2 0,-1 1-4 0,1-1 4 0,1 0 0 0,-1 0-2 16,-1 1 6-16,1-1-6 0,1-1 2 0,-1 1-4 0,0-2-1 16,1 1 2-16,-1-2-1 0,0 1 2 0,0 1 1 0,0-2-2 0,-1 0 1 15,2-1 1-15,-2 0-2 0,1 0 0 0,1-1 0 0,0 0 1 16,-1-1 1-16,0 0 1 0,0-1 0 0,-1 1 0 0,2-2 1 0,-2 0-4 16,0 0 3-16,2-1-1 0,-2 1 0 0,0-1 1 0,1 0 0 0,-1 0 0 15,1 0-2-15,0-1-2 0,-1 1 1 0,1-1-3 0,0 1 1 16,1 1-4-16,0-1-17 0,2 1-39 0,0 0-51 0,1 1-68 0,3 0-61 15,2-1-58-15,2 1-23 0,4 0-4 0,4-1-242 0</inkml:trace>
  <inkml:trace contextRef="#ctx0" brushRef="#br0" timeOffset="7233.98">7574 5214 1105 0,'-41'-31'7'15,"-1"1"74"-15,-7-7 12 0,13 10-31 0,10 4-5 0,5 1-11 16,6 2-10-16,2 0-12 0,4 1-12 0,3 3-2 0,2 1-6 0,3 3-4 15,2 1-6-15,2 2-4 0,2 2-2 0,2 1-2 0,3-1 4 0,2 1-4 16,3 1 5-16,3 1-4 0,1 0 4 0,2 0 1 0,2 0 1 16,3 0 3-16,0-1-2 0,4-1 6 0,1 0-3 0,3 0 4 0,1-2 0 15,2-1-1-15,3-1 0 0,2-1 1 0,2 0 1 0,2-1 1 16,0-1 0-16,1-2 1 0,1-1 6 0,1 0-2 0,5-3 4 0,0 1 4 16,3-1 0-16,0-1 6 0,4 1 3 0,1-1-6 0,2 1 6 0,0-1-1 15,2-1-2-15,0 2 5 0,2 1-7 0,2 0 2 0,2 1 6 16,0 0 1-16,3 1 3 0,1 1 8 0,0 2-7 0,4 0 1 0,-2 0-3 15,1 1-10-15,2 1-3 0,2 2-4 0,1 1 0 0,1 0 0 0,-1 2-5 16,3 2-2-16,-1 1-11 0,1 0-3 0,1 2 2 0,-1 1-1 16,3 1 7-16,-3 2 1 0,3 1-2 0,-3 1-4 0,1 0-2 0,-1 1 2 15,-1 1 0-15,1 0 1 0,-3 1 3 0,2 0 0 0,-2 2-6 16,-2-1 4-16,2 0-5 0,-2 0 0 0,-1-1 4 0,0 0-1 0,-1 2 2 16,-2 0 5-16,-2 0 0 0,0 1 1 0,-4-1 0 0,-3-1-2 0,0 1-4 15,-2-1 2-15,-2 2 0 0,-2 0 0 0,-1 1 3 0,-2 0-3 16,-1 1 3-16,-2 1 0 0,-3-1 1 0,-1 0 1 0,-1 1-3 0,-2 0-2 15,-1 2 0-15,-3-1-2 0,0 3 2 0,-4 0 0 0,-3 1-4 0,0 0 3 16,-2 1 3-16,-2-1-2 0,-2 0 6 0,-3 1-3 0,-1 0 0 16,-3-1 2-16,-2 2-5 0,-1 1 2 0,-2-1-2 0,-2 1 0 0,-1 1 1 15,-4 0 2-15,0 0-7 0,-3 0 1 0,-2 0 4 0,-1 1-1 16,-3 0 9-16,0 2 3 0,-3-1-5 0,-1 0 0 0,-2 1-3 0,-2-2 1 16,0 1-1-16,-2-1-1 0,-1 3 1 0,-1 1-1 0,-1-3 2 0,-2 3 3 15,-1-3-6-15,-1 1 4 0,-2-1-4 0,-2 2-2 0,0-1 2 16,-1-1 0-16,-2 1-1 0,-1-2 1 0,1 1-4 0,-2-2-2 0,-1-1-3 15,-1 1 4-15,-2-2 2 0,0 1 11 0,-3 0 2 0,0-3 1 0,0 2-1 16,-2-1-4-16,0 0-3 0,-4-1-1 0,-1 1-1 0,-1-3 0 16,-3 2-2-16,1 0 2 0,-2 1 1 0,-1-1-1 0,-1 1 5 0,-2 0-7 15,-3-2 2-15,0 0-2 0,-1 0-2 0,0-2 2 0,0 1 2 16,-4-1 0-16,2 1 4 0,0-2-5 0,2 2-2 0,1-1-3 0,-1-1 0 16,2-1 2-16,-2 1 4 0,0-1-1 0,-1 0 3 0,-1-1-5 0,0 0 0 15,2-1 1-15,-2-1-4 0,1-1 3 0,-2-1 2 0,1-2-7 16,0 1 5-16,0 0 6 0,-2 1-3 0,-1-1 3 0,-1-1 0 0,1-1-8 15,1-1 4-15,2-1 8 0,2-3 2 0,-1 1 1 0,0-1 0 0,2 0-13 16,0 0 0-16,2 0 3 0,-1-1-4 0,2 0 7 0,0-1 0 16,1 1-5-16,0 0 5 0,1-1 0 0,1 1-3 0,0 0 2 0,3-1-1 15,0 0-2-15,-1 1-1 0,2 1-1 0,-1 0-3 0,1 0 8 16,2-1 1-16,-1 0-2 0,1 0-1 0,0 1-3 0,1 0-3 0,1 0 6 16,0-1 2-16,1 0-1 0,0-1 2 0,1 0-6 0,1 0 0 15,1-1 0-15,1-1-3 0,1 0 6 0,2-1-1 0,-1-2 1 0,0 0 4 16,-2-1-5-16,1-1 8 0,0 0-1 0,2-1 5 0,3 2 10 0,0-1-2 15,0-1 2-15,1-1-1 0,0 0-10 0,0-1 2 0,1 1-1 0,0 1 4 16,0-1 0-16,1 0-3 0,1 0-1 0,-1 1-8 0,2-1-1 16,-2 1 1-16,2 1 1 0,0-1-1 0,0 0 0 0,0 1-2 0,0 0 2 15,1 0-6-15,0 1 5 0,0 1-2 0,0-1-3 0,1 2 6 16,-2-1-7-16,2 0 4 0,-1 1-1 0,1 0-2 0,-3 0 1 0,0 1-4 16,0-1 3-16,-1 2 0 0,0 0 2 0,2 0-1 0,-3 2-4 0,0 0-3 15,1 1-6-15,-5 2-5 0,0-1-5 0,1 1-23 0,-3 0-26 16,1 0-39-16,-1 1-38 0,-1 1-21 0,0 0-24 15,0 0-20-15,2 0-45 0,-2 0-22 0,2 1-13 0,-1 0-226 0</inkml:trace>
  <inkml:trace contextRef="#ctx0" brushRef="#br0" timeOffset="8416.98">13673 5907 107 0,'-21'-34'2'0,"-5"-14"253"0,-5-11-210 0,8 5-19 16,11 15 6-16,2-1 1 0,2-1 1 0,2 0-4 0,3 1-1 0,1-2-3 15,3 1-9-15,2-1-7 0,3-2-4 0,3 1 0 0,2 1 0 16,2 1-2-16,4 0-3 0,1 0 0 0,3 2 7 0,2 0 4 0,3 1 1 15,2 0-1-15,4 1-6 0,0 2 3 0,2 0-3 0,0 4 3 0,2-1-2 16,2 2-4-16,0-2 1 0,4 3-2 0,0-1-1 0,2 4 0 16,3 1 1-16,3 1-2 0,0 2 0 0,2-1 0 0,3 2-1 0,2 0 2 15,3 2-1-15,1 3-1 0,0 1 1 0,1 2-4 0,1 1 0 0,-1 3 0 16,0 2 5-16,0 2 2 0,-1 1 1 0,0 3 2 0,1-1-6 16,-2 3 1-16,-4 1-7 0,-4 1-2 0,-3 4 1 0,0 3-1 0,-3 2 5 15,-2 2 2-15,-2 1 0 0,-2 0 2 0,-2 1 1 0,1 2-1 16,-2 0-1-16,-1 2 0 0,0 1-1 0,-1 0 1 0,0 1-1 0,-1 2-2 15,0 1 1-15,0 3-2 0,-3 1 2 0,2 1 3 0,-2 1-2 0,0 0-1 16,-1 2 0-16,-2 2-2 0,-2 2 1 0,-2 1-2 0,-1 2-5 16,-1 0 2-16,-2-1 1 0,0 1 0 0,-3-1 8 0,-1 1-2 0,-4-2 5 15,-2 1-2-15,-4 1 0 0,-3-1 0 0,-3-1 2 0,-5 0-1 0,-3-3 1 16,-3 0-1-16,-5 0-3 0,-2 1 2 0,-5 0-5 0,-3-2 2 16,-3 2 1-16,-6-1-3 0,-5 2 7 0,-5-1-7 0,-3 1-3 0,-6 1-1 15,-1-2-5-15,-4 1-4 0,-5-1 2 0,-2-1 2 0,-1-1 1 16,-3-4 8-16,-3 0 0 0,0-1-1 0,-1-1 3 0,2-2-1 15,0 0 3-15,3-2 5 0,2-3 4 0,4-2 0 0,4-3-1 0,5-4 0 0,2-1-2 16,4 0 0-16,6-2 3 0,5-2-3 0,5-2-2 0,6-3 2 16,4-3-7-16,3-1-6 0,8-1-7 0,2-2-9 0,4-1-3 0,4 0-9 15,1-2-12-15,6 1-15 0,2-2-6 0,3-1 4 0,7-1-47 0,3-3-83 16</inkml:trace>
  <inkml:trace contextRef="#ctx0" brushRef="#br0" timeOffset="9083.98">18336 6790 971 0,'18'-13'3'0,"4"-1"140"0,7-2-82 0,4 3 9 16,0 1-10-16,5 2-8 0,5-1-12 0,2 1-10 0,2 1-5 16,4 0-4-16,4 0-5 0,2 0-8 0,2 1 1 0,2 0-8 0,1 1-1 15,0 0 4-15,2 0-2 0,-1-1 4 0,0-1-2 0,-1 1-2 0,0-1 1 16,-1-1-3-16,-1 0 1 0,-1-1-2 0,-3-1 2 0,-3-2 0 15,-3 0 0-15,-1-2 2 0,-3-3 0 0,0-3 2 0,-3-1-2 0,-3-4-1 16,0-1-2-16,-3-3 6 0,-1-3 2 0,-1-4 4 0,-1-3 3 0,2-6-4 16,-2-4 1-16,1-3 0 0,-3-5 0 0,-1-2 3 0,-4-1 0 15,-2-3-1-15,-4 1 3 0,-2 1-2 0,-3-3 5 0,-3 0 2 0,-1-1 0 16,-5 1-3-16,-3-1-3 0,-6 1-4 0,-4 2-3 0,-5 1-3 16,-4 5 2-16,-6 1 2 0,-4 3 1 0,-4 3 5 0,-7 2-5 0,-4 3-8 15,-7 4 0-15,-8 3-2 0,-6 0 2 0,-6 5-2 0,-8 1 2 16,-9 4-3-16,-8 4-1 0,-8 5 5 0,-5 3 4 0,-1 3 0 0,-1 2-1 15,-1 3-4-15,0 4-2 0,1 3-1 0,2 2 6 0,2 2 1 0,3 3-3 16,5 2-2-16,6 2-4 0,6 2 2 0,3 2-2 0,4 2 11 0,0 5-1 16,4 3 0-16,0 4 2 0,3 4-11 0,3 1-2 0,3 4-1 15,3-1-3-15,3 3 1 0,3 1 2 0,3 3 5 0,1 2-6 0,4 3-2 16,4-1 4-16,3 2-4 0,1 0 7 0,6 2 0 0,1-1-4 16,3 1 1-16,2 0 1 0,2-3-1 0,2 1 1 0,2-3-3 0,3-1 1 15,6-1-4-15,3-1-5 0,2-1 2 0,4-2-2 0,3-2 1 0,2-1 4 16,3-2-2-16,2-4 0 0,0-1-1 0,2-5-4 0,2 0-2 15,1-3 6-15,0-2 1 0,0-2 3 0,-2-3 3 0,0 0-5 0,-1-5 5 16,-1-1-2-16,-1-1 0 0,0-2 4 0,0-1-5 0,0-2 3 0,-1-1-3 16,1-1 2-16,-1 0-3 0,-1 0-4 0,1-2 2 0,0 0-4 15,0 0 2-15,-1-1 0 0,2 0-1 0,0 0-6 0,1 0-1 0,-1 0-8 16,0 0-9-16,1 0-2 0,-1 0-15 0,1 1-9 0,0-1-8 16,1 2-13-16,0-1-5 0,1 0 4 0,-1 1-2 0,2 0 6 0,1 0 6 15,0 0-2-15,1 1-1 0,-1 0-2 0,2 0 3 0,0 0 6 16,1 0-49-16,0 2-105 0</inkml:trace>
  <inkml:trace contextRef="#ctx0" brushRef="#br0" timeOffset="12817.72">6646 7548 526 0,'-12'1'383'0,"2"1"-341"0,0 0-1 0,7-2-13 0,3 1-6 15,1 0-2-15,1 1 0 0,1 0-4 0,2 0 0 0,3 1-5 0,1 0-1 16,3 1-1-16,2 0-3 0,1-1-1 0,3 0-3 0,2-1-3 0,1 1 3 16,2-2-2-16,0 1-1 0,2-2 2 0,1-1 1 0,0 0-2 15,2-2 5-15,2 0-1 0,0 0-3 0,2-1 4 0,0 1 0 0,1-1 2 16,3 0 3-16,1 0 1 0,1 0 4 0,0-1 1 0,0 0 2 15,3 1 3-15,1-2 0 0,2-1 4 0,3 1 1 0,0-1 2 0,2-1 0 16,1 0 5-16,2 0 5 0,4-1-1 0,0 2 2 0,2-2-6 0,3 1 0 16,0 0-2-16,0 0-1 0,2 2-1 0,0 0-5 0,1 1-4 15,1 1 0-15,1 1-4 0,2-1 1 0,-1 1-3 0,2 1-5 0,-2-1-4 16,1 0-2-16,0 1 0 0,-2-1-2 0,1-1 2 0,-2 1-3 0,1-1 4 16,-1 0-4-16,-1 0-2 0,-1-2 2 0,-1 1-6 0,-1-2 4 15,-1 1-2-15,-2 0 3 0,-3-2 0 0,-1 1 1 0,-1-1-2 0,-1-1 1 16,-2-2 4-16,-3 1-6 0,-2 1 2 0,-2-2 1 0,-2 1 0 15,-1-1 1-15,0-1 4 0,-4 0-5 0,0-1 0 0,-2-1 3 0,-2 0-3 16,1-1 4-16,-2 1 0 0,-1-2-1 0,-2-1 3 0,-2 1-2 0,-1-2 0 16,0 0-4-16,-1 0-6 0,-4 0 4 0,-1-1 1 0,-2 0 9 15,-2 1 6-15,-4-2-4 0,0-1 3 0,-5 1-8 0,-1-2 3 0,-2-1 2 16,-4 1 2-16,-2 0-1 0,-2 0-2 0,-4-1-4 0,-2 0 6 0,-1 1-5 16,-5-2 2-16,-3 0 5 0,-2 1-1 0,-4 0 1 0,-3 0-3 15,0 1-1-15,-4 2-4 0,-4-1-1 0,0 2-1 0,-5-1 1 0,0-1 3 16,-2 2 2-16,-1-1 1 0,-3 0 0 0,1 1-3 0,-1-1-3 15,0 1 10-15,-3 1 5 0,0-2 12 0,2 1 10 0,-2-1-6 0,2 0 1 16,0 0-6-16,-2 2-5 0,2-1-5 0,-1 1-2 0,-1 1-6 0,0 3-1 16,0-1 1-16,-3 2 2 0,-1 0-3 0,1 3 3 0,-3-1-8 15,1 1 0-15,0 1-3 0,-4 3-4 0,0 1 5 0,-1 1 1 0,-2 0-3 16,1 1 1-16,-3 2-2 0,0 0-1 0,0 1 10 0,-1 0-12 0,3-1 7 16,-2 0 2-16,3 0-3 0,0 0 6 0,0 0-5 0,2-1-2 15,0 1 5-15,1-1 2 0,3 0 1 0,1 1-2 0,1 0 1 0,2 1-4 16,0-1 3-16,1 2-4 0,0 0 3 0,2 1 0 0,1 0 2 0,4 0 6 15,0 0-5-15,0-1 0 0,2 1-3 0,2 1-3 0,1 0 3 16,2 0-6-16,0 1 3 0,2 0 1 0,1 1-6 0,-1 0 5 0,2 1-2 16,-2 1-4-16,2 1 1 0,-2 1 0 0,1 0-2 0,0 2 2 15,0 1 2-15,1 0-4 0,-4 1-1 0,2 0-2 0,-3 2-2 0,3 0 3 16,0 1 0-16,-1 1 3 0,2 0-6 0,-1 2 6 0,1-2-4 0,0 1-3 16,1 0 0-16,0 0-2 0,2-1 4 0,0 2 9 0,2 0 7 15,0-2-1-15,3 1-2 0,0-2-11 0,2 1 3 0,0-3-2 0,1 1 3 16,2-3 0-16,-1 0 3 0,1-2-3 0,2-1 0 0,1 0-2 0,2 0 1 15,2-1 1-15,1-1-2 0,0 0 4 0,1-1-4 0,0-1 4 16,2-1-2-16,0-1 0 0,1 1-2 0,1 0 0 0,1 0-2 0,1-1 0 16,1 1-2-16,2-1 0 0,0-1-2 0,1 1 1 0,1-1-2 15,1 1-6-15,0-1 1 0,0 2 0 0,1-1 3 0,1 1-2 0,0 0 7 16,1-1 0-16,-1 0-4 0,2 0 6 0,-1 0-7 0,0 0 0 16,1-1 1-16,-1-1 3 0,1 1 2 0,0-1 7 0,-2 1-2 0,-1-1 0 15,0 0-4-15,-1 0 3 0,0-1 1 0,0 1 0 0,-1 0 1 0,1-1-1 16,-1 0 5-16,0 1-3 0,0-1-1 0,0 0 1 0,0 0 1 15,0 0-2-15,-1 0 4 0,1 0 0 0,1 0-2 0,-1 0 0 0,1 0-8 16,0 0 4-16,0 0-2 0,0 0 6 0,1 0-2 0,-1 0-4 0,1 0 3 16,1 0-1-16,-1 0 2 0,0 0 2 0,1 0-4 0,-2 1-1 15,0-1 1-15,0 0-2 0,1 0 3 0,-1 0-2 0,0 0 2 0,0 0 3 16,0 0-3-16,-1 0 0 0,1 0 0 0,-1 0 0 0,-1 1 3 0,2-1-4 16,-2 1 2-16,2 0-4 0,0-1 3 0,-1 1 0 0,1-1-1 15,0 1 4-15,0 0-5 0,1 1 4 0,-1 0-4 0,1 1 1 0,0-1 1 16,-1 1 0-16,2 0 1 0,-1 0-1 0,1 1 0 0,-1-1 0 0,0 2 0 15,1-1 0-15,-1-1-3 0,0 1 0 0,0-1 1 0,0 0 2 16,-1 1 3-16,0-1-3 0,0 0 2 0,-2 1-7 0,1-2 4 0,0 1-1 16,-1 0 2-16,0-1 2 0,-1 0-2 0,-2 0-3 0,1 0 0 15,-1 0-2-15,1-1-1 0,0 1 0 0,-2-1-5 0,1 1-5 0,0-1-11 16,0 1-23-16,0 0-47 0,1 0-57 0,-1-1-42 0,1-1-27 0,1 0-4 16,0 0 7-16,2-2 15 0,2 1 11 0,1-2 18 0,2-1 25 15,3-1-203-15</inkml:trace>
  <inkml:trace contextRef="#ctx0" brushRef="#br0" timeOffset="14267.72">5191 9796 1119 0,'-19'-10'10'0,"0"2"15"0,0-2 4 0,7 4 4 0,3 3 8 16,3 0-8-16,2 0-8 0,1 1-10 0,3 0-19 0,0 1-2 0,3 0-5 16,3 0 5-16,2 2 2 0,3 0 0 0,2 1 0 0,1 1 1 0,5 0 2 15,3 2-1-15,0 2-2 0,4 2 4 0,1 0-5 0,0 0 4 16,4 0 3-16,1 1-4 0,4 2 3 0,3 1-2 0,2 0-8 0,2 1 0 16,5 0 4-16,3 1 0 0,2-2 3 0,5 0 5 0,4 1-5 0,3 0 1 15,4 1 3-15,3 1-1 0,1-1-1 0,4 2 4 0,4 0 7 16,1-1 14-16,4 0 18 0,4-2 15 0,2-1 6 0,3-1-7 0,0-3-2 15,2 0-5-15,3-1-8 0,-1-1 0 0,1-2-3 0,0 1-12 0,-3-2-3 16,1 0 0-16,-1-2-4 0,0-3 1 0,-1-2 8 0,1-4-3 16,1-2-13-16,-3-2-3 0,1-1-7 0,-2 1-5 0,0-1 4 0,-1 0-2 15,-1-2 1-15,-2-2 6 0,-1-2 5 0,-2-2-2 0,-1-1 0 16,-3-1-8-16,-1-2 1 0,-2-1 3 0,-5-2 1 0,-2 1-2 0,-3 0 7 16,-3-2 0-16,-5 1 4 0,-3-1 5 0,-1-1 5 0,-4-1 6 15,-2 1 2-15,-3-3 4 0,-6 0-14 0,-1 1 6 0,-3-1 6 0,-3-2-3 16,-4 2 10-16,-2-2-2 0,-6 1-4 0,-4-1 2 0,-4 0 2 0,-5 0-5 15,-3-3 0-15,-6-1-4 0,-3-2-13 0,-5-3-1 0,-5 0-3 0,-4-1-6 16,-6-3-9-16,-3-1 7 0,-8 0-6 0,-4-2-2 0,-6-1 4 16,-6-1-11-16,-5 2-7 0,-6 0-7 0,-5-2-1 0,-7 2-2 0,-4-1-4 15,-6 2 9-15,-5 3-4 0,-4 3-6 0,-6 2 15 0,-2 3 2 16,-3 5 6-16,-3 2 7 0,-1 5-5 0,-3 2-1 0,-4 6 3 0,-2 5-2 16,0 4 2-16,-4 3 9 0,2 5 3 0,-3 5-1 0,-1 5 3 0,1 3-3 15,0 5 0-15,0 5-1 0,1 2 4 0,-1 5-11 0,2 2 2 16,3 5 4-16,1 3 0 0,3 3 8 0,4 1-4 0,1 3-5 0,3 3-7 15,2 2-4-15,4 4 4 0,2 3-3 0,5 1-6 0,2 2-12 0,6 2-3 16,5-1-18-16,6 1-15 0,7 1-45 0,7 1-100 0,8-1-75 16,5-1-66-16,8-2-13 0,6-2 21 0,7 1-197 0</inkml:trace>
  <inkml:trace contextRef="#ctx0" brushRef="#br0" timeOffset="16201.71">14748 8810 1009 0,'-17'-15'87'0,"-1"0"-110"15,-4-4-22-15,3 1-8 0,5 1 2 0,1 0 10 0,2 1 10 0,1 0 7 16,3 1 4-16,-1-1 8 0,3 3 8 0,-1-2 4 0,-1 0 5 15,2 0-1-15,0 0-2 0,1 0 0 0,2 1 4 0,1 1-1 0,1 1 11 16,0 1 3-16,2 0 3 0,0 1 4 0,0 1-1 0,0 1 4 0,1 1 3 16,-1 1 11-16,0 2 10 0,0 0 9 0,-1 1 11 0,0 1 3 15,0 2 0-15,-1 0-1 0,1 2-4 0,-1-1-3 0,1 2 0 0,0 1-4 16,1 2-2-16,1 3-8 0,0 2-5 0,0 4-7 0,2 2-9 0,-1 1-5 16,3 6-6-16,-1 1-7 0,3 3-3 0,0 3-4 0,1-1-2 15,0 3-6-15,0 3 3 0,0 2 1 0,0 6 0 0,1 1 0 0,-1 3-4 16,-1 4-3-16,0 5 2 0,1 5 8 0,-2 6 3 0,0 4-3 0,-2 5 0 15,0 4-4-15,-1 6-3 0,-2 6 6 0,0 4 0 0,-2 5-3 16,-2 1-1-16,-1 4-6 0,-1 0 4 0,-1 0 3 0,1 1-4 0,-1 2 6 16,1-1 1-16,0-2 3 0,0 0 1 0,0 0 0 0,0 1 0 15,-1-1 0-15,1 0 6 0,-1-2-1 0,0-3-6 0,-1-2-1 0,-1 3 0 16,1 1-1-16,-1 2 6 0,-1 2-5 0,0 4 2 0,0 1-1 16,-1 2 0-16,0 0 5 0,0-2-2 0,0-2 1 0,-1-1 1 0,1 0-1 15,0-1-2-15,2-1-1 0,2 0-2 0,1 2-5 0,2-1 5 0,3 3-5 16,2 2 0-16,2 2 3 0,3 1-11 0,1 2 4 0,0 0-1 0,4 1 1 15,-1 3 5-15,3-1-5 0,2 3-4 0,0-1 2 0,2 1-3 16,1 0 6-16,0-1 3 0,3-1-4 0,1 0 1 0,2 1-3 0,0-2 4 16,2-1-8-16,1-2 5 0,0-4 2 0,1 0 5 0,1-2 10 15,1-3-15-15,1-3 1 0,0-3-4 0,1-2 0 0,1-6 6 0,1-2-6 16,0-4 5-16,2-2 1 0,-18-45 4 0,5 10 10 0,0-3-1 0,8 9 8 16,0-3 1-16,7 8 5 0,3-5 1 0,6 7 1 0,2-4 0 15,4-5-7-15,3-4-12 0,3-3 1 0,3-7 14 0,-31-23-10 0,7 1 6 16,1-2-6-16,7 0-15 0,3-3-3 0,7 2-13 0,3-3 2 0,8-1-7 15,4-4 5-15,8 2 5 0,3-4-13 0,11 0 6 0,3-3 3 16,10-1-6-16,5-3 4 0,20-3-6 0,117-4-8 0,-3-5 11 0,-5-7 1 16,-9-1-9-16,-9-3 19 0,-14 1 1 0,-13 1 8 0,-25 3 11 15,3 0-3-15,3 0-3 0,2 0-3 0,3 1-10 0,3 1 5 0,2 3 3 16,2-1 6-16,1 2-4 0,2 1-6 0,0 4-3 0,2 2 3 0,3 1 6 16,1 2 10-16,0 2 1 0,2 1 6 0,1 2 23 0,1 1 5 15,1 1 12-15,1 1-3 0,-2 2 16 0,0 2 15 0,0-1-8 0,-2 3 42 16,0 1-32-16,-1 1-7 0,-5 1 11 0,-2 1-28 0,-2 0 35 0,-2 2-10 15,-96-11-7-15,10 3-14 0,-2 0-18 0,10 2 1 0,-2-1-11 16,10 1-4-16,-3 1-8 0,8 0-32 0,-2 0 0 0,7 1 0 0,-2-2 0 16,7 2 0-16,-4-1 0 0,7 1 0 0,-5-2 0 0,7 1 0 0,-5-1 0 15,-4-2 0-15,-6-1 0 0,-4-2 0 0,-5-1 0 0,-4-1 0 16,-4-2 0-16,-4-1 0 0,-5-3-90 0,-4-1-22 0,-3-3-19 0,-6-2-34 16,-3-2-17-16,-3-2-23 0,65-17-40 0,-18-4-71 0,-16-8-90 15,-19-3-154-15,-15-7-17 0,-15-3-60 0</inkml:trace>
  <inkml:trace contextRef="#ctx0" brushRef="#br0" timeOffset="16502.71">28493 16425 3821 0,'1'17'49'15,"2"-2"-69"-15,2 5 7 0,3-3-20 0,4 0 10 0,7 2 21 16,6 3-21-16,4 2 8 0,6-1-20 0,1 1 12 0,2-2 3 0,6 0-18 16,2 0-5-16,5-2-13 0,4 0 6 0,4 0 13 0,2-1 17 15,4 1 9-15,2 0-2 0,0-1 4 0,2-1 7 0,2-1-14 0,-1-1-8 16,4-1-10-16,2 2-11 0,1-1 1 0,1 0 7 0,0 2 12 0,-2 2 15 16,-2 2 4-16,-5-1 12 0,-4 4 6 0,-4 0 11 0,-35-12 14 0,6 3 9 15,-5 0 19-15,4 3 7 0,-7 1 5 0,3 5-4 0,-7-1-6 16,1 5-7-16,-7 2 3 0,-5 3-11 0,-7 3-25 0,-7 3-6 0,-6 5-15 15,-8 4 8-15,-8 4-10 0,10-23-22 0,-6 4-7 0,-4 1-23 16,-6 6-29-16,-6 0-34 0,-5 4-65 0,-7 3-80 0,-8 2-149 0,-5 1-297 16,-10 2-231-16,-6-1 81 0</inkml:trace>
  <inkml:trace contextRef="#ctx0" brushRef="#br0" timeOffset="17168.71">15606 7640 1652 0,'-34'-16'927'0,"0"3"-938"0,-3 2-18 16,10 12-41-16,9 8-30 0,2 10 1 0,1 7 1 0,2 7 31 15,0 5 18-15,2 5 7 0,-1 1-7 0,0 3-25 0,-3 1-25 0,-1 1-8 16,-4 0 8-16,-2-2 23 0,0-1 24 0,-3 1 17 0,0-4 9 0,-3-1 11 16,-3-2 8-16,-1-3 4 0,-2 0 7 0,-1-2-2 0,-2-2-2 15,-2-1-25-15,0-2-45 0,-2 1-52 0,-2-3-48 0,1-1-26 0,-1-2-5 16,-2-3 30-16,0-3-163 0</inkml:trace>
  <inkml:trace contextRef="#ctx0" brushRef="#br0" timeOffset="17334.71">15195 7294 2423 0,'2'-12'65'0,"2"3"-50"0,4 2-19 16,3 11-7-16,7 7-5 0,3 5 7 0,4 8-1 0,4 6 6 16,1 5 1-16,4 8 0 0,-2 8 1 0,0 5-12 0,1 5-1 0,1 5-19 15,0 5-71-15,4 5-40 0,-1 4-125 0,2 0-131 0,1 3-60 0,1-3-258 16</inkml:trace>
  <inkml:trace contextRef="#ctx0" brushRef="#br0" timeOffset="18251.71">16598 13453 2418 0,'-11'13'118'0,"3"5"-102"0,-2 8 6 0,5 5 2 15,4 9-8-15,6 8-8 0,6 11-8 0,2 11-3 0,5 8-5 0,0 11-2 16,3 6 2-16,0 9 2 0,-1 5 1 0,0 6 3 0,1 4-7 16,-1 3 1-16,2 2 5 0,0 0-3 0,-1 1 9 0,1-1-8 0,-1-2 0 15,-2 2 5-15,0-1-3 0,-1 3 6 0,0 1 4 0,-2-1 0 16,-2 4 9-16,-2-5 3 0,-2 0 10 0,-1-3 15 0,-1-3 1 0,0-4 1 16,-2-4-7-16,-1-7-7 0,0-6-2 0,-3-50 0 0,1 8-5 0,-1-5 1 15,1 9-1-15,0-5-15 0,0 7-3 0,0-6-7 0,1 4-3 16,0-6-1-16,-1-7-11 0,2-6-10 0,-1-8-16 0,0-6-24 0,0-8-41 15,1-7-39-15,-1-8-48 0,2-7-27 0,0-10-15 0,-1-13-16 0,0-10-41 16,-1-16-19-16,-1-30-1 0,0-83 9 0,-6-21-78 0</inkml:trace>
  <inkml:trace contextRef="#ctx0" brushRef="#br0" timeOffset="18567.71">16746 13837 667 0,'-21'-60'581'0,"-1"-3"-302"0,-4-13-53 0,6 14-25 15,5 10-38-15,2 5-37 0,4 3-50 0,4 2-34 0,4 2-23 16,4 3-12-16,4 1 9 0,6 0-3 0,4 2 4 0,7 0-7 0,5 2-12 15,8 1-6-15,10 1-2 0,7 2-3 0,8 1-2 0,9 0-2 16,4 3 2-16,9 0 1 0,6 2-1 0,5 4-10 0,5 1 2 0,4 2-2 16,0 1-2-16,3 2 9 0,2 1-5 0,2 0 7 0,0 0 3 0,0 0 5 15,-2 0 6-15,-2 1-6 0,-1-1 11 0,-3-1-3 0,-3 0 3 0,-4 1 6 16,-7 0 2-16,-5 2 7 0,-8 0 1 0,-6 0 9 0,-8 2 18 16,-6 1 20-16,-8 3 26 0,-5 2 13 0,-8 4 3 0,-6 3 3 0,-5 3-14 15,-7 3-16-15,-3 3-18 0,-5 6-16 0,-4 7-11 0,-6 5-3 16,-5 10-10-16,-7 11-4 0,-5 7-5 0,-8 8 1 0,-4 9-3 0,-3 5-5 15,-3 9-3-15,-1 10-10 0,0 8 1 0,-1 10 8 0,3 7-10 0,0 9 4 16,2 6-6-16,4 7-7 0,3 5 9 0,6 5-14 0,6 5-26 16,3 2-33-16,4 2-29 0,6 0-21 0,4-3 0 0,5-2 0 0,3-4 4 15,4-7 19-15,3-6 21 0,4-9 28 0,1-11 25 0,3-10 27 0,-1-11 10 16,-1-8-2-16,0-5-4 0,-3-4-32 0,0-4-43 0,-1-3-46 16,-4-6-77-16,-9-41-74 0,1 6-61 15,-3-2-17-15,0 4-179 0</inkml:trace>
  <inkml:trace contextRef="#ctx0" brushRef="#br0" timeOffset="18851.71">23334 13804 1 0,'114'212'385'0,"-52"-96"835"0,-32-52 812 0,-26-35-1941 0,-8-3-85 15,0 10-6-15,5 12-10 0,3 11-9 0,6 13 2 0,4 13-15 16,4 10-21-16,4 10-5 0,2 6-12 0,-2 1-2 0,0 2-20 0,-2-1-35 16,0 3-36-16,-1 5-27 0,-1 3-10 0,-1 6 6 0,-1 2 42 0,-1 2 36 15,-2-3 52-15,-5-3 37 0,0-7 1 0,-3-6-16 0,-2-8-56 16,1-7-67-16,-1-6-61 0,1-9-44 0,1-6-2 0,1-12 15 0,-2-38 35 15,0 5-164-15</inkml:trace>
  <inkml:trace contextRef="#ctx0" brushRef="#br0" timeOffset="19168.71">22851 13881 1547 0,'0'-15'1030'0,"2"-2"-961"0,4-7-72 0,6-5-23 0,8 0-14 0,6-6-17 0,12 0-10 16,9-3-5-16,10 0 6 0,9 0 15 0,8 0 15 0,3 4 10 16,6 2-2-16,6 6-4 0,1 4-7 0,4 4-5 0,4 7 2 0,0 2 1 15,1 5 5-15,-2 3 13 0,-2 3 10 0,-3 2 11 0,-2 0 7 16,-6 2 6-16,-2 0 10 0,-6 1 12 0,-5 1 19 0,-2-1 29 0,-4 1 32 16,-7 2 32-16,-6 0 20 0,-5-1 10 0,-7 2-7 0,-5 0-10 15,-3 1-21-15,-5 1-25 0,-3 2-22 0,-3 3-19 0,-3 3-5 0,-4 4-17 16,-1 4-12-16,-3 5-11 0,-3 7-7 0,-2 6-8 0,-4 7-3 0,-4 7-4 15,-3 8-6-15,-4 6 4 0,-3 6-4 0,-2 10 8 0,-1 5-1 0,-3 9-3 16,0 5 2-16,-1 7-19 0,1 8-4 0,0 5 0 0,2 4-7 16,3 5 3-16,2 3-7 0,3 4-14 0,5 5-11 0,3 3-31 0,6 5-22 15,4 2-34-15,5 4-72 0,4 3-94 0,8 3-141 0,3 2-173 0,-11-86-54 16,6 21 13-16</inkml:trace>
  <inkml:trace contextRef="#ctx0" brushRef="#br0" timeOffset="19617.71">26156 10060 3074 0,'-15'14'-4'0,"2"9"-46"0,-6 16-32 0,4 17-17 15,4 17 26-15,4 18 8 0,6 18 18 0,3 18 5 0,4 15-23 0,4 18-32 16,6 17-43-16,3 15-42 0,5 14-20 0,7 16-7 0,4 13 20 15,4 12 18-15,4 7 25 0,2 7 36 0,0-1 36 0,1-7 37 0,-2-9 29 16,-2-17 23-16,-4-14 41 0,-3-16 44 0,-4-12 44 0,-2-10 45 0,-2-4 2 16,-1-4-7-16,-2 0-9 0,-3 0-18 0,-1 3-10 0,-2-1-1 15,-1-3-10-15,-1-2-11 0,-1-5-18 0,0-6-9 0,-3-5-6 0,1-7-12 16,-1-9-6-16,-1-7-26 0,0-7-13 0,-6-62-20 0,1 10-3 16,-2-4 6-16,2 8-3 0,0-8-4 0,-1 7-26 0,-2-9-26 0,1 4-47 15,-2-10-24-15,-2-8-19 0,-2-12-30 0,-2-9-19 0,-1-10-8 16,-2-9-40-16,-2-10-4 0,-3-12 30 0,-3-13 10 0,-1-14 31 0,-21-70-7 15,-3-25-29-15,3-15-35 0,4 2 3 0,0-6 34 0,0-15-127 0</inkml:trace>
  <inkml:trace contextRef="#ctx0" brushRef="#br0" timeOffset="19967.71">25543 10911 2783 0,'4'-63'106'0,"6"-5"-82"0,10-18-38 0,11 3-4 0,11 3-6 0,11-1 8 16,8-3 7-16,7 0-4 0,9 2 5 0,8 1 1 0,4 4-4 0,8 4 11 16,2 0-5-16,5 3 0 0,4 3 1 0,3 4 3 0,2 5-9 15,-1 5 10-15,0 4 3 0,-1 2 1 0,2 4 4 0,-2 4-10 0,-2 4 2 16,-1 5 3-16,-3 3-4 0,-2 6 1 0,-3 3-4 0,-1 4 1 16,-8 4 2-16,-4 6-3 0,-7 2 4 0,-6 5 0 0,-4 2 2 0,-6 7 3 15,-5 4-2-15,-6 5 5 0,-5 5 4 0,-3 7 9 0,-6 5 11 0,-4 5-8 16,-4 8 6-16,-5 6-1 0,-2 8 3 0,-4 8 23 0,-5 11 0 15,-3 7-1-15,-5 11-5 0,-4 7-14 0,-4 10-3 0,-5 12-7 0,-1 7 0 16,-3 10-8-16,1 11 1 0,-2 5-2 0,1 9-5 0,4 4 3 0,1 7-14 16,4 3 4-16,4 6-6 0,6 6-3 0,6 3 8 0,3 9-5 15,8 6 8-15,4 5-1 0,5 3-1 0,3 5 3 0,5 1-16 0,3 3 18 16,2 2-9-16,3 0 6 0,3 0 14 0,3-3-20 0,0-6 5 16,1-9-3-16,-1-11-4 0,-3-14 11 0,-2-9-1 0,-2-9-6 0,-2-7 7 15,-3-4-4-15,-1-3 1 0,-6-1-3 0,-4-2-17 0,-21-80-56 0,1 17-97 16,-4 0-139-16,-4 19-263 0,-7-58-312 0,-5 11-156 0</inkml:trace>
  <inkml:trace contextRef="#ctx0" brushRef="#br0" timeOffset="21018.71">15837 13879 1 0,'-35'-63'262'0,"-9"0"677"0,-13-11 652 16,3 16-1593-16,3 11 10 0,3 2 1 0,4 2 0 0,3 4-7 15,5 1-4-15,5 5 6 0,2 1-19 0,1 3 13 0,2 2 1 0,0 1-6 16,0 0 17-16,1 4-8 0,2 0-6 0,1 2 3 0,2 4 2 16,2 1-6-16,2 2 7 0,1 1-5 0,2 1 4 0,3 2 8 0,2-1-9 15,1 1 5-15,2-1-2 0,1-1-3 0,3-1 1 0,4-2-1 0,2-3-4 16,6-4 7-16,6-5-3 0,8-6-3 0,9-3 4 0,10-7 1 0,10-4 6 15,9-3-15-15,9-6 11 0,12-2-4 0,7-5-5 0,9-2 20 16,10-2-7-16,8-3-3 0,8 0 0 0,8-1 0 0,5 1-15 0,7 2 8 16,6 1 2-16,5 2 0 0,4 3 14 0,3 5-3 0,0 4 10 0,0 3-3 15,1 7 7-15,-5 5 1 0,1 6-7 0,-5 9 5 0,-1 8-7 16,0 6-4-16,-4 9-4 0,0 8-7 0,-2 9 3 0,0 11-2 0,-1 8 1 16,-3 8 1-16,-1 9-3 0,-6 8-4 0,-6 9-5 0,-3 10 4 15,-6 10-6-15,-7 10-3 0,-5 8 2 0,-10 9-9 0,-7 5-5 0,-6 6 3 16,-7 9-1-16,-10 4 6 0,-6 8 9 0,-8 6-2 0,-8 6 9 0,-10 4-8 15,-8 4-4-15,-9 3-1 0,-7-2 3 0,-8 3-10 0,-8 1 10 16,-8 3 5-16,-11-1 1 0,-10 0 18 0,-11-3-11 0,-11-1 2 0,-12-2 5 16,-10-5 10-16,-13-1 9 0,-11-1 3 0,-10-4 7 0,-10-2-7 0,-10-5-1 15,-10-1-5-15,-9-6-5 0,68-73-4 0,-22 17-13 0,-6 1-6 16,-23 13 2-16,-3-2-7 0,56-46 31 0,-10 7-1 0,-1-5 3 0,-11 5 18 16,-9 5-22-16,-10 3 4 0,0-5-2 0,-9 1 12 0,3-6 18 15,-9 2 11-15,3-7 11 0,-8 0-22 0,3-8 8 16,-7-2 8-16,4-7-9 0,-8-3 6 0,5-10-63 0,3-8-4 0,3-10 2 0,5-10-6 0,4-10 45 15,4-11-12-15,-105-42-8 0,27-24-50 0,23-20 2 0,24-16 8 16,19-12 7-16,11-26 14 0,-41-108-18 0,58 34-7 0,32 21-8 0,36 49 12 16,12-1-2-16,11 2 2 0,11 1 2 0,11 4 10 0,9 3-9 0,8 4 1 15,7 5 0-15,6 7 0 0,4 6 13 0,5 9 0 0,6 4-13 16,1 5 14-16,4 7-16 0,1 4 15 0,2 6 9 0,3 7 6 0,0 5 2 16,0 6-15-16,0 8-7 0,-1 7-10 0,-4 11-7 0,-3 9-8 0,-4 7 12 15,-5 10-4-15,-4 5 16 0,-2 7 1 0,-2 2-13 0,-3 4 7 16,-2 3-4-16,-3 3 6 0,-5 3 8 0,-1 2-5 0,-2 0 8 0,-3 3 0 15,-1 2 4-15,-2 1-4 0,-3 0-2 0,-3 2 2 0,-2 0-3 16,-2 1 8-16,-1 1-7 0,-2 1 0 0,0 0 6 0,-2 1-9 0,0 0-1 16,-2 2 6-16,0 0-9 0,0 3 3 0,-2 1 19 0,-1 3-5 0,-1 1 8 15,-1 0-1-15,0 4-14 0,-1 0-2 0,-2 0 1 0,-1 2 0 16,-1-2 3-16,0 2 1 0,0 0-2 0,1 0-2 0,0 0 3 0,0-3-6 16,0 0 3-16,1-2 5 0,1-2-7 0,1-1 2 0,0-1 0 15,1-1 0-15,0-3-1 0,2 1-3 0,0-1 2 0,0-2 2 0,2-1 0 16,0-2 2-16,1 1-2 0,0-2 2 0,1-1 0 0,0 0-2 0,2 0 0 15,-1-1-8-15,2 0 1 0,0-1 3 0,0 0 1 0,1 0-5 16,0-2 3-16,0 1-1 0,0-1-5 0,0 0 11 0,0 0-9 0,0-1 0 16,0-1 11-16,1 0-11 0,-1 0 5 0,0 1 6 0,-1-2-7 0,1 0-3 15,0 0 7-15,0 0-12 0,-1 0 9 0,0 0 3 0,1 0-7 16,0-1 12-16,0 0-8 0,0 0-1 0,0 0 5 0,0-1-11 0,0 0 2 16,1 0 7-16,0 1-1 0,0 0 5 0,0-1-8 0,-1 2-1 0,0-1 0 15,-1 0-2-15,1 1 2 0,-1 0 0 0,-1 1-6 0,1 0-6 16,-2 0-8-16,1 1-1 0,-1 0-2 0,-1 0 2 0,0 1 0 15,0 0-3-15,0 1 2 0,-1 0-4 0,-1 1-8 0,0 1-8 0,-2 0-11 0,-1 2-13 16,-1 0-21-16,-2 2-40 0,0 0-29 0,-2 1-37 0,-1 2-38 16,0 1-24-16,-2 2-57 0,-1 2-30 0,0 1 16 0,-2 2-186 0</inkml:trace>
  <inkml:trace contextRef="#ctx0" brushRef="#br0" timeOffset="22602.03">21056 12592 1723 0,'-27'-32'967'0,"-1"-2"-861"0,-8-10-11 15,5 2-2-15,5 3-10 0,2-1-17 0,-2-3-29 0,1 3-25 16,0 1-3-16,-3-2-13 0,0 0 2 0,-3 0-17 0,-2-2-7 0,-4 2-11 16,-1 0-15-16,-5-1 2 0,-3 2-6 0,-2 1 2 0,-5-1 7 0,-4 3 11 15,-2-1 7-15,-5 1 13 0,-3 0 1 0,-2 0 0 0,-5 3-2 16,-1 0 5-16,-2 3 2 0,-5 0 7 0,1 2-5 0,-3-1 2 0,-4 4 15 16,1 2 3-16,-3 1 12 0,-1 2-1 0,-4 0-12 0,0 4-4 15,-3 0 0-15,-4 3-1 0,1 2 4 0,0 2 2 0,-1 3-4 0,1 1 0 16,-1 2 0-16,-3 3 4 0,2 2 1 0,0 2 2 0,0 2-1 0,4-1 1 15,0 3 0-15,-1 3 2 0,1 2-5 0,-2 4-2 0,-1 3 2 16,0 5-7-16,3 1-7 0,1 3-5 0,2 4 11 0,-1 2-4 0,2 6 10 16,-3 5 4-16,1 3-16 0,0 6 4 0,-1 1-4 0,5 2-3 0,0 1 5 15,5 1 0-15,-2 2-12 0,5 5 10 0,-1 2 1 0,1 2-5 16,6 3 17-16,1 2-16 0,3-1 5 0,4 3-4 0,1 1 1 0,2 1 4 16,3 4-6-16,1 1 4 0,6 0-1 0,4 1 2 0,2-2-2 0,6-1 2 15,4-1-8-15,2 2 6 0,2 0 2 0,6 3 2 0,1 0 3 16,4 1-8-16,2-1 1 0,3 0-3 0,1 1 5 0,2 2-4 0,1 2 3 15,3 1-4-15,2 0 10 0,3-1-2 0,3 0-10 0,1-2 12 16,2 2-8-16,3 0 10 0,2 2 10 0,2-2-9 0,2 3 6 0,1-2-16 16,3 0 17-16,3 0 1 0,0 1-8 0,4-1 13 0,1 0-12 0,2-1 1 15,-1-2-15-15,4-1 19 0,2 0-4 0,0-1-1 0,4 1 11 16,2-1-20-16,3-1 4 0,2 0-2 0,3-2 8 0,2 1 6 0,1-1-14 16,3-1 8-16,4-1-1 0,-1-2-9 0,3-2 3 0,1-2-8 0,-25-38 17 15,7 9 4-15,2-1 4 0,8 8 1 0,0 0-16 0,8 7 2 16,3 0-1-16,8 6-1 0,1-2-5 0,2-4 34 0,2-2-7 0,-33-31-8 15,4 2 7-15,2-1-28 0,5 2 7 0,0-2 6 0,5 2-7 16,1-2 1-16,6 1-5 0,1-2 2 0,6 1 14 0,2-3-14 0,5 0 18 16,2-1-9-16,6 0-9 0,1-4 9 0,7 0-6 0,2-2 5 0,2-5-9 15,1-1-12-15,1-5 13 0,2-3 7 0,2-2 1 0,1-4 1 16,1-4-17-16,1-3 19 0,0-3 4 0,3-2-14 0,-2-4-1 0,2-3-2 16,7-5 0-16,90-28 17 0,-11-3-17 0,-13-5-6 0,-13-3 14 0,-13-2-3 15,-10-1 27-15,-12-1-14 0,-20 2 9 0,-1-2 1 0,11-12-34 16,78-57 16-16,-35 15-12 0,-34 22 13 0,-42 25 21 0,0 0-13 0,-5-2 12 15,-3-2-3-15,0-4-7 0,-4-1 29 0,-1-6-5 0,-1 2-22 0,-5-3 20 16,-1 1-33-16,-3 2 6 0,-1-2-6 0,-3-1 5 0,-1 1 5 16,-1-3-20-16,-2-4 18 0,-1-3-4 0,0-2 2 0,-5-1-2 0,-2 0-6 15,-3 2-8-15,-2 0-4 0,-3-1 6 0,-4 2-2 0,0 0 0 16,-5 0-8-16,-5 1 10 0,-3 1-2 0,-5 1-6 0,-5 3 4 0,-2-2 0 16,-6 1-4-16,-6-2-2 0,-5 1 0 0,-4-2-6 0,-2 1-2 15,-6 1 12-15,-3 1-2 0,-4 1 4 0,-3-1 4 0,-2 2-8 0,-4-2 0 16,-1 3 0-16,-4-1-1 0,-4 2-5 0,0 1-8 0,-3 1 2 0,-4 1-3 15,-1 1 13-15,-2 2 2 0,-3 2 2 0,-2 1-13 0,-1 4 3 0,-4 0-3 16,-2 4-14-16,-1 3 16 0,-2 1-20 0,-2 2 3 0,-1 5-1 16,0 1 9-16,-2 5 3 0,1 4-3 0,-2 5 14 0,2 3 5 0,2 5 1 15,-1 6 9-15,2 1-12 0,2 6 3 0,1 4 2 0,3 4-1 0,2 5-7 16,2 4-5-16,1 4-2 0,2 4 6 0,1 3 4 0,1 3-4 16,1 4-4-16,2 1 2 0,1 4 2 0,2 3 0 0,0 3 7 0,3 0-1 15,3 3-4-15,4 0 3 0,2-1 2 0,6 2 6 0,1-1-16 16,4-1 1-16,3-2 2 0,3-1 2 0,4-1 20 0,3-2-4 0,1-1-5 15,3 0 0-15,1-2 3 0,2 0-1 0,2 0 3 0,1-1-1 0,1-1-1 16,2-1 6-16,1 0 2 0,0 0-4 0,1-1-5 0,0 1 5 16,1 0-5-16,1 0 1 0,1 0 6 0,-1 0-9 0,1 0 6 0,0 0-3 15,0-1-5-15,0 1 6 0,0 0-8 0,-1-1 4 0,1 1 3 16,-1 0-1-16,-1 0 7 0,1-2-9 0,-1 1-4 0,0-2 2 0,0 0-4 16,0-1 4-16,0-1 8 0,0 0-10 0,0 0 2 0,0 0 6 0,0-1-3 15,1-1 5-15,0 0-4 0,-2-1-4 0,2 1 3 0,0-1 1 16,-1 0 2-16,1-1-1 0,0 1 5 0,0-1-5 0,0 0-7 0,0-1 8 15,1 0-4-15,-1 0 4 0,1 0-1 0,-1 0-1 0,1 0 0 0,-1-1-1 16,0 1-1-16,1 0 4 0,-1 0-6 0,-1 0 6 0,1 0-4 16,-2-1-6-16,0 1 4 0,1 0-2 0,-1 0 8 0,0 0-3 0,1 0-1 15,-1-1-4-15,1 1 2 0,0 1-3 0,-1 0 1 0,0 0 4 16,0-1-2-16,1 1 1 0,-1-1-6 0,1 1 3 0,-1 0 2 0,1 0 2 16,0 0 2-16,1-1-6 0,-1 1 2 0,-1 0-6 0,1 0 10 0,-1 0-4 15,0 0 0-15,1 0 2 0,-1 0 0 0,-1 0 3 0,1 1-3 16,0-1 0-16,-1 1 2 0,1-1-10 0,-1 0 10 0,0 0-6 0,0 0 0 15,-1 0 2-15,1 1-2 0,0-1 6 0,0 0-6 0,0 0 2 0,0 0-2 16,0 0-2-16,0 0 6 0,0 0 0 0,0 0-2 0,0 0 6 16,0 0-4-16,1 0 0 0,-1 0-2 0,1 0-2 0,-1 0 0 0,0 0 0 15,0 0 4-15,2 0-4 0,-1 0-4 0,1 1 3 0,-1 0-1 16,1-1 4-16,-1 1 7 0,0-1-3 0,1 1-8 0,-1 0 2 0,1-1-9 16,0 1-10-16,-1 0-3 0,0 0-19 0,-1-1-5 0,1 1-2 0,1-1-16 15,-1 1-11-15,0 0-23 0,0-1-25 0,-1 0-17 0,1 1-27 16,1-1-25-16,-1 0-26 0,0 0-48 0,-1 0-57 0,0-1-52 0,1 1-7 15,-2 0 29-15,0-1-152 0</inkml:trace>
  <inkml:trace contextRef="#ctx0" brushRef="#br0" timeOffset="23385.51">14316 15432 1 0,'7'-4'307'0,"0"-1"685"0,-1-1 569 0,-3 1-1496 0,-5 2-7 16,0-2 21-16,2 1-4 0,-1-1-26 0,1 0-22 0,1 0-13 0,-1 0 11 16,-1 0 18-16,0 0 13 0,-3 0-4 0,-1 0-6 0,-2 1-9 0,-3 0-9 15,-2-2 5-15,-3 1-20 0,-4 1-11 0,-2 1-13 0,-3 3-15 16,-5 0-2-16,-3 2-3 0,-5 1 10 0,-5 0 12 0,-5 2 11 0,-3 1 5 16,-4 1-1-16,-1 0-4 0,-2 3 5 0,-4-1 0 0,0 2 5 0,-2 1 10 15,-1 0-9-15,-1 2 1 0,1 0-8 0,-1 1 0 0,0-1 5 16,2 0-2-16,1 2 0 0,2-1-9 0,2 1 4 0,2-2-2 0,3 0-6 15,1 0 6-15,4-2-6 0,2 0-1 0,4-2-4 0,2-1-16 16,7-1-23-16,2-2-34 0,5-1-43 0,3-1-57 0,3-2-90 0,3-1-155 16,3-3-234-16,2-3-35 0,2-5-106 0</inkml:trace>
  <inkml:trace contextRef="#ctx0" brushRef="#br0" timeOffset="23651.67">12631 14811 2979 0,'-20'0'603'0,"2"1"-507"0,-1 0-12 0,3 1-15 16,6-1-13-16,1 1-25 0,4 0-25 0,1 1-17 0,2 0 1 0,-1 2 0 16,1 1 4-16,-1 2 6 0,0 4-19 0,0 1-16 0,0 5-19 0,-1 3-28 15,0 2-9-15,0 3-11 0,-1 4 6 0,-1 1 13 0,-1 1 22 16,-3 3 27-16,-1-2 7 0,-3-1 6 0,-3 0 7 0,-3 0 5 0,-2-1 7 16,-1-1 16-16,1-2-5 0,-1-3 2 0,0-1 5 0,3-3 3 0,2-2 4 15,1-3-3-15,3-3 5 0,2 0-2 0,2-2 6 0,3-2 6 16,2-1 3-16,2-3-1 0,3-2-12 0,1-1-1 0,3-1-9 0,4-1-9 15,4 0 7-15,4-1-11 0,8-2-2 0,5-3-2 0,4-2-6 0,6-3 5 16,6-4-5-16,2-2-12 0,3-3-8 0,2-3-16 0,0-1-27 16,0-5-26-16,2-2-48 0,-3-4-57 0,-1-2-67 0,-3-4-169 0,-3-6-198 15,-2-6-45-15,-7-8-31 0</inkml:trace>
  <inkml:trace contextRef="#ctx0" brushRef="#br0" timeOffset="24334.86">3148 9904 6 0,'-17'36'460'0,"-9"6"722"0,-2 4 705 0,-5 11-1933 15,15-26 0-15,5 19-5 0,2 13 11 0,3 18 22 0,2 10 14 16,3 9-7-16,0 10-19 0,2 9-40 0,2 9-60 0,0 9-56 0,1 11-45 15,0 5-26-15,-2 8 1 0,0 5 25 0,-2 0 25 0,-2 2 33 0,-2 0 45 16,-3-2 40-16,-4-3 42 0,-4-5 30 0,-3-4 18 0,-2-3 10 16,-4-3 17-16,0-1 37 0,-2-3 36 0,-1 2 31 0,-2-1 17 0,-3-1-6 15,1-2-5-15,-1-1-7 0,0-6-6 0,2-2-17 0,-1-3-4 16,3-5-3-16,-1 0-10 0,4-3 7 0,0-2-3 0,1-4 0 0,4-4-5 16,1-4-5-16,2-3-15 0,2-4-10 0,3-3-16 0,4-3-7 0,3-6-5 15,4-2-6-15,3-5 5 0,3-5-10 0,4-4 6 0,4-4-6 16,4-4 8-16,2-6 4 0,4-4-29 0,4-4 18 0,5-4 0 0,6-4 0 15,6-3 13-15,3-4-30 0,5-5-1 0,7-2-3 0,6-7-4 16,7-3 10-16,6-4-12 0,5-4-5 0,6-6-1 0,8-2 2 0,6-5 10 16,3-4-2-16,7-3 0 0,5-4-9 0,3-1-1 0,7-3 6 0,0-1-1 15,6-1 1-15,4-2-11 0,3 0 3 0,4-2 5 0,1-1-3 0,3 1 8 16,1-2-28-16,2 2 17 0,0-1 8 0,2 1 1 0,-1 2 21 16,2-1-21-16,1 1 0 0,-1 2-7 0,-1-1 7 0,0 2 12 0,-3 0 7 15,4 1-2-15,-4-1-2 0,1 1 19 0,0 0 4 0,-1-1 10 16,1 2 10-16,-2 0-19 0,0 0 8 0,-4-2-4 0,1 0-4 0,-2 3-2 15,-3-1-5-15,-1 1 4 0,-3 1 0 0,-2 1-14 0,-3-1-16 0,-2 0-2 16,-3 0 0-16,-3 1 0 0,0 0 0 0,-1-2 0 0,1 1 0 16,-4 1 0-16,-6 2 0 0,-11 1 0 0,-8 0 0 0,-7 2 0 0,-7 0 0 15,-8 1 0-15,-5 1 0 0,-8 1 0 0,-5 2 0 0,-6 0 0 0,-7 0 0 16,-6 1 0-16,-3-1 0 0,-5 0 0 0,-3-1-42 0,-2 0-20 16,-5 0-16-16,-2-1-6 0,-2 0-20 0,-3-1-19 0,0-1-16 0,-3-2-52 15,-3-1-83-15,-2-6-144 0,-2-7-212 0,-4-7-148 0,-3-13-103 16</inkml:trace>
  <inkml:trace contextRef="#ctx0" brushRef="#br0" timeOffset="24601.84">10072 14280 3075 0,'0'0'141'0,"4"1"-125"16,2 1-16-16,5 0-9 0,9 3 0 0,5 2 11 0,7 3-2 0,7 2 0 15,6 2-2-15,3 2-4 0,3 1 5 0,3 2 2 0,3 2-1 0,4 2-12 16,6 2-2-16,3 2-2 0,3 0-3 0,4 4 14 0,0 1 5 16,1 1 3-16,0 1 9 0,-3 0-10 0,-4-1-9 0,-1 3 5 0,-3-1 4 15,-4 3 9-15,-1 2 13 0,-4-1 3 0,-4-1 3 0,-4-1 9 0,-8 0-3 16,-6-1 4-16,-5-2 2 0,-6 1-13 0,-4-4-9 0,-5 1 17 16,-5-1-4-16,-5-1-1 0,-4 3 5 0,-6-1-24 0,-4 3-1 0,-8 1-5 15,-7 0-5-15,-5 2-15 0,-8 1-25 0,-6 1-8 0,-8 0-12 16,-8-3-7-16,-9-1-19 0,-8-1-28 0,-8 1-14 0,-9-1-66 0,-9-1-88 15,-13 0-186-15,-12 0-320 0,-20 2-184 0</inkml:trace>
  <inkml:trace contextRef="#ctx0" brushRef="#br0" timeOffset="25269.02">4261 11096 1447 0,'5'43'2'0,"3"13"-5"15,5 22 8-15,4 11-5 0,3 5 0 0,1 9 4 0,0 5-2 0,1 5 3 16,1 4-8-16,0 3-1 0,1 4-1 0,1 2-11 0,0 4-8 16,-1 2-28-16,-1 3-23 0,3 3-8 0,-2 3-2 0,1-1 10 0,-2-1 25 15,-4-3 20-15,-1-2 13 0,0-4 15 0,-2-3 0 0,-2-5 3 0,-1-3 9 16,-1-2 16-16,-1-2 18 0,-1-3 13 0,-2-2 15 0,1-2 5 16,-1-3-5-16,-2-3-2 0,1-1-5 0,-1-4 1 0,-1-3 10 0,2-2 6 15,-2-4 3-15,-1-5 1 0,1-1-10 0,0-5-7 0,-1-5 1 0,0-4 2 16,-1-6-6-16,-1-6 2 0,1-4-19 0,-2-6-11 0,1-6-3 15,0-4-14-15,1-4 3 0,0-4-10 0,-1-7-6 0,1-4-3 0,0-3-13 16,-1-5-9-16,1-5-17 0,-1-2-31 0,0-3-35 0,-1-2-36 16,0-5-25-16,1-5-28 0,-1-9-49 0,0-9-37 0,-1-14-34 0,0-12 4 15,-3-14-155-15</inkml:trace>
  <inkml:trace contextRef="#ctx0" brushRef="#br0" timeOffset="25802.03">4597 10856 1990 0,'-19'-28'646'16,"6"1"-631"-16,3-5-18 0,13 5-2 0,12 5-10 0,6 1 12 0,8-2 0 15,6 1 1-15,6-1 9 0,9-1-9 0,8 2 7 0,10 0-5 0,10 1-6 16,5 3-2-16,10 0-5 0,6 3 2 0,5 2-2 0,6 3-9 15,3-1 9-15,5 2 2 0,4-1-2 0,3 0 12 0,3 0-12 0,-1 2 1 16,2-1 3-16,0 0-2 0,2 1 11 0,2-1-5 0,-1 2-1 16,2 0 0-16,-3 1-4 0,-1 1 9 0,-2 2-5 0,-2 1-2 0,0 2 5 15,-4 1-3-15,-2 2 6 0,-1 0-3 0,-5 4 3 0,-5 1-5 16,-4 2 6-16,-5 2 1 0,-2 2-2 0,-5 2 0 0,-4 3-3 0,-5 1 9 16,-4 2-6-16,-3 2 2 0,-4 2-2 0,-7-1-2 0,-5 3 7 0,-6 0-1 15,-6 4 4-15,-3 2 0 0,-6 5-1 0,-4 0-3 0,-6 5 5 0,-3 3-3 16,-6 5 0-16,-5 7 7 0,-4 5-7 0,-3 8 5 0,-5 7 3 15,-4 9 6-15,-4 7 3 0,-4 8-1 0,-3 10-6 0,-3 5-7 0,0 5-5 16,-2 3-3-16,-1 6 2 0,1 8 2 0,-1 8 0 0,0 6-2 16,2 6-12-16,3 3-23 0,1-1-43 0,4-2-38 0,3-6-24 0,4-3-4 15,4-6 20-15,4-6 19 0,4-7 28 0,2-13 26 0,3-10 20 0,1-12 26 16,0-11 3-16,1-9 2 0,-2-6 2 0,0-7 9 0,-3-3 18 16,1 0 23-16,1-6 24 0,-1-2 21 0,-1-3 5 0,-1-3 0 0,-2-3-7 15,-1 0-17-15,0-3-7 0,-3-4-3 0,1 0-17 0,-2-4 1 0,-1 0-3 16,-1-3-11-16,-1-3-4 0,0-2-3 0,-1-3 5 0,0 0-7 15,-2-2 2-15,1-1-10 0,-2-1-6 0,0-3 0 0,0 0-6 0,0-1-4 16,-1 0-1-16,1-2-2 0,-1-2 0 0,1-1 1 0,0 0-12 0,-1-1 3 16,0-1-2-16,-1 1-14 0,1-2-7 0,-1-1-6 0,1-1-12 15,0-3-7-15,0 1-12 0,0-1-19 0,0-1-20 0,0 0-28 0,0-3-49 16,-1 0-61-16,-2-6-113 0,-2-3-190 0,-4-6-286 0</inkml:trace>
  <inkml:trace contextRef="#ctx0" brushRef="#br0" timeOffset="26485.01">5205 14651 2781 0,'-40'3'134'16,"-2"0"-25"-16,-10 1-14 0,8 2-2 0,6-1 0 0,0 0-10 0,0 1-15 15,-1-1-24-15,1 1-5 0,0-2-11 0,3-1-10 0,1 0-4 16,2-2-14-16,2 0 1 0,3-2-4 0,3-2-1 0,2-1-5 0,3-1-16 15,0-2-8-15,4 0-12 0,2-5-10 0,1-2-10 0,4-7-25 0,1-3-6 16,3-8-9-16,3-8 0 0,6-7 19 0,7-8 0 0,7-8 10 16,8-9 13-16,10-8 9 0,6-7 11 0,10-6 10 0,10-1 4 0,8-2 5 15,10 2 11-15,4 0 4 0,8 5 6 0,2 2 0 0,5 5-2 16,5 5 2-16,2 1 1 0,3 6 4 0,3 6 1 0,-1 5 5 0,2 6 1 16,2 4-4-16,-1 5 4 0,0 5 0 0,0 5 2 0,0 5 6 0,-1 5 2 15,3 4 10-15,0 6-1 0,1 6-2 0,-3 6-9 0,-5 8-9 16,-2 8-8-16,-6 7 3 0,-1 7-1 0,-4 7-5 0,-5 6 3 0,-4 7 1 15,-5 4-4-15,-6 3 3 0,-7 1-1 0,-7 2 1 0,-7 0 1 0,-6 4 10 16,-8 1 1-16,-9 1-4 0,-6 4 3 0,-7 4-11 0,-10 3 5 16,-7 3 0-16,-9 3-4 0,-10 2 3 0,-10 4-3 0,-8 2 9 0,-11 5 3 15,-9 1 2-15,-10 2-1 0,-9 4-12 0,-9-1 14 0,-9 3-4 16,-4 1-4-16,-6 0 10 0,-6-4-13 0,-3 0 0 0,-5-7 3 0,-4-2 2 16,-2-6 0-16,0-5 7 0,-1-4-5 0,-1-7 1 0,0-6 7 15,1-7 6-15,4-10 11 0,2-9 13 0,7-8 3 0,4-10 10 0,6-11 7 16,9-9 3-16,5-10-3 0,5-10-18 0,9-9-22 0,7-11-21 0,9-7-26 15,11-12-5-15,13-8 2 0,11-6 4 0,11-7-13 0,13-4 13 0,10-6 7 16,11-2 5-16,11-5 30 0,9-3-8 0,8 1 0 0,8 0-6 16,8 2-1-16,8 6 4 0,4 5-1 0,5 5 8 0,4 7-7 0,1 5-13 15,3 6-2-15,3 8-6 0,1 6 6 0,2 5 0 0,1 5-7 16,3 5-2-16,2 3-6 0,-2 6-1 0,0 3-8 0,-1 4-14 0,-1 4-18 16,-2 2-11-16,-3 0-9 0,-6 1 10 0,-7-3 14 0,-8 1 21 0,-8 0 16 15,-11-1 5-15,-9 4 10 0,-12 1 3 0,-9 4 6 0,-10 2-3 16,-7 4 8-16,-6 0-10 0,-5 3 2 0,-5 2-2 0,-7 3-16 0,-7 5-19 15,-7 4-43-15,-8 3-46 0,-11 6-66 0,-6 5-95 0,-10 7-130 0,-6 7-212 16,-6 4-267-16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1:31:13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18119 5486 938 0,'-15'-15'43'0,"1"1"-5"0,-2-4-20 16,4 6-11-16,4 3-7 0,1 0-3 0,1 3 1 0,1-1 4 0,1-1-4 15,1 1 0-15,0 0-2 0,1 0-3 0,0 0 2 0,1 0-1 0,1 0 2 16,0 1 3-16,-1-1 1 0,1-1 0 0,1 1-1 0,-1-2 2 16,0 1 1-16,2-2 2 0,0 0 2 0,0 2 0 0,2-2 5 0,-1 1 3 15,2-1 8-15,1-1 8 0,1-1 7 0,1 0 5 0,2-1 1 16,1-2 0-16,1 1 0 0,3-1 0 0,4 0-3 0,1-2-4 0,5 0-10 15,2 2 4-15,3-2-1 0,3-1-1 0,2 2 3 0,3-2-8 0,3 1-3 16,2 0 4-16,1 2 1 0,3 0-1 0,1 2 0 0,0 1-4 16,1 1-1-16,0 3-2 0,2 0-7 0,2 1-4 0,0 2-2 0,1 0 0 15,0 3 5-15,2 0 0 0,1 1-3 0,0 2 0 0,2 0-3 0,2 2-3 16,-1 0 3-16,2 2-7 0,1 1-2 0,1 0 1 0,-2 1 0 16,0-1 3-16,0 1 4 0,0 0 2 0,-1 1 0 0,1-2 0 0,-3 2-4 15,0 0-4-15,1-1 0 0,-1 2 4 0,1 0-3 0,1 1 7 0,1 1-4 16,0-1-3-16,-1 1 6 0,1-1-6 0,-2 1-5 0,-1 1 2 15,-1-1-5-15,-1 1 7 0,-2 0 11 0,-2 2-1 0,-1 1 0 0,-4 0-2 16,-1 2-6-16,-1 0 0 0,-1 2 4 0,-4 2 1 0,-3-1 1 16,-2 3 5-16,-3-1-2 0,0 2 4 0,-4 3 1 0,-1 1 2 0,-4 3 0 15,0-1 4-15,-3 2-1 0,-3-1-6 0,0 3 2 0,-2 0-4 0,-3 3-2 16,0 3 3-16,-1 0-9 0,-3 1-1 0,0 2 3 0,-3-1-4 16,-1 2 2-16,-1 1 5 0,-2 0-9 0,-1 0 2 0,-1 1 1 0,-1-1-5 15,-2-1 8-15,-2-2-1 0,-1 1-1 0,-2-1 0 0,-1-3-6 16,-1 1 8-16,-3-4 2 0,0-1 2 0,-3-1 7 0,-3-1-4 0,-1-4 1 15,-4-2-1-15,-4-1 7 0,-1-3 1 0,-6-3-2 0,-1-2 7 0,-4-2-5 16,-5-2 4-16,-3-1 1 0,-4-3 2 0,-5-3-4 0,-5-2-11 16,-3-3 2-16,-6-2-2 0,-3-2-1 0,-5-2 4 0,-4-2-1 0,-5-3-6 15,-3-2 5-15,-1-1-2 0,-2-2 4 0,2-1 7 0,0-1 10 0,5 0 8 16,0-2 7-16,5 0 6 0,3-1-4 0,1 1-7 0,6-3-5 16,1 0-17-16,3 1-6 0,4-2-12 0,2 1-6 0,3 0 1 0,2 0 5 15,1 1-1-15,1-2-14 0,2 0-15 0,1 1-40 0,0-2-35 0,0 1-59 16,0 0-82-16,0 0-135 0,-3 0-162 0,-4 0-229 0</inkml:trace>
  <inkml:trace contextRef="#ctx0" brushRef="#br0" timeOffset="1882.99">3525 8118 595 0,'-40'-25'375'16,"0"1"-372"-16,-11-7 62 0,12 6-2 0,9 3 4 0,5 1-9 0,2-1-17 16,5-2-16-16,1-1-11 0,2-2-6 0,2 1-6 0,1 1-1 15,3-1-3-15,-1 2 1 0,2-1 0 0,0 2-5 0,0-1-9 0,0 0-7 16,0 2-6-16,1 0 4 0,-3 1 7 0,0 2 4 0,-1 0 9 0,0 1-5 15,-2 2 6-15,1 0 4 0,-1 0 2 0,-1 0 0 0,1 1 3 16,1 0-2-16,-1-1 0 0,1 0 4 0,1 1-3 0,2-2 3 0,1 0 0 16,2-1-1-16,2-1 1 0,3-2 1 0,2-3 0 0,4-2-2 0,2-1 3 15,4-1-1-15,3 0-1 0,3-1 1 0,3-2-1 0,3 0-2 16,3-2-6-16,2 2 0 0,5 0 8 0,2 2 4 0,2-2 10 0,5 1 1 16,4-4-4-16,4 1-3 0,5-1 2 0,2 2-1 0,3 0-3 15,2 1-4-15,4 0 0 0,3-2-3 0,1 1 0 0,4-2-3 0,2 4 2 16,4-2-4-16,4 2 3 0,3-1-5 0,2 0-2 0,2 1 1 0,5 3-2 15,0-1 11-15,4 2 1 0,1 2 4 0,0 0-11 0,2 2 0 16,-1 0-2-16,1 3-1 0,-1 3 7 0,-3 1 1 0,1 4 2 0,-3 1 3 16,-1 2 7-16,-1 3 4 0,-4 2 2 0,-2 2 3 0,-2 3-5 0,-2 2-3 15,-4 3-5-15,-3 3-2 0,-3 4-5 0,-4 4-3 0,-4 2 0 16,-6 6-2-16,-4 4 0 0,-6 3-9 0,-5 4 1 0,-4 3 4 0,-4 5-2 16,-7 4 7-16,-3 2 3 0,-6 4-3 0,-5 3 2 0,-3 1 3 15,-5 1 2-15,-5-1 0 0,-2 0-2 0,-3-2-4 0,-3 0 9 0,-3-3 0 16,-3-2 5-16,-1-2 8 0,-4-1-2 0,-2-2 5 0,-4-1-2 0,-3-5 2 15,-4-3-6-15,-5-2 0 0,-5-2 0 0,-5-1-1 0,-6-2-2 16,-6-1-3-16,-4-5-2 0,-2-3-9 0,-4-2-3 0,-3-1 2 0,-7 1 7 16,-6 0 0-16,-2-3 5 0,-8-1-5 0,0-1-10 0,-4-3 2 0,1-4 3 15,-1-1 1-15,0-4 0 0,0-2 2 0,-1-2-7 0,1-4-1 16,1-2 3-16,3-5 6 0,3-4-9 0,5-4 2 0,7-5-2 0,4-4 3 16,7-4 3-16,7-4 3 0,5-2 1 0,6-3-11 0,9-2-1 15,7-1-5-15,6-1-7 0,7-2-2 0,8-2-16 0,8 0-24 0,6 0-45 16,9 0-60-16,10 0-57 0,8 0-72 0,10-2-67 0,9 0-375 0</inkml:trace>
  <inkml:trace contextRef="#ctx0" brushRef="#br0" timeOffset="3332.99">3149 8407 884 0,'-16'-5'25'16,"0"-1"26"-16,-1 0 8 0,8 0-1 0,7-1-11 0,2 1-14 0,2-1-15 15,4-1-9-15,3-1-3 0,5-2-2 0,5 0 0 0,3-2-2 16,7 0-2-16,2-1 0 0,6 0 0 0,5-3 3 0,5-2 0 0,6 0 8 16,3-1 2-16,5-4 4 0,4-1 4 0,6-3-7 0,6-1 2 0,5-2 0 15,5 1 0-15,7-2 1 0,3 0-1 0,7-3-2 0,4 0-5 16,6-3-2-16,7 3-1 0,3-1-2 0,5 3-8 0,6 1 2 0,1-1-4 16,5 2 0-16,2 1 4 0,3 3-1 0,2 1 3 0,1 1 3 15,2 3 1-15,0 1-4 0,2 2-1 0,-1 6 2 0,0 1-1 0,-2 4 2 16,-1 2 0-16,-3 4 1 0,-1 4 3 0,-3 4 5 0,-5 4-5 0,-5 3-2 15,-2 3 1-15,-5 5-5 0,-4 3-1 0,-5 2-5 0,-6 5-1 16,-7 0 5-16,-8 5 3 0,-7 3 5 0,-8 2-2 0,-4 3-2 0,-9 4 2 16,-7-1-1-16,-7 1 0 0,-7-2 2 0,-6 2 1 0,-9-2 1 0,-8 1-1 15,-10 0-5-15,-8 0 11 0,-11 0 4 0,-8 1 10 0,-11 1 10 16,-9 0-8-16,-8 2 5 0,-11-2-11 0,-8 2 1 0,-10 0 1 0,-12 0-7 16,-7 2 2-16,-6 0-4 0,-4 0 4 0,-6-3 7 0,-3-1 1 0,-4-2 0 15,-4-1-3-15,-1 1-10 0,-2-1 3 0,-1-1 3 0,-2-1-5 16,1-4-1-16,1-3 0 0,1-1 2 0,5-5-2 0,4-2-4 0,5-6 4 15,10-2-7-15,7-6 3 0,10-6 4 0,10-6 4 0,10-3 2 16,8-6 0-16,10-5-3 0,9-2-6 0,8-3-5 0,8-2-4 0,10-1-8 16,8-2-3-16,10-1-6 0,13-2-4 0,12-4-5 0,13-2-14 0,13-3-17 15,11-4-23-15,13-1-26 0,8-4-20 0,9 0-28 0,9 0-26 16,4-2-24-16,4 0-6 0,5 3 7 0,1 2 31 0,1 2-221 0</inkml:trace>
  <inkml:trace contextRef="#ctx0" brushRef="#br0" timeOffset="4266.13">11434 8914 1853 0,'-18'-39'38'0,"0"-3"-30"0,-1-7-3 0,8 12-6 0,4 8-45 16,2 6-40-16,-1 2-39 0,-1 3-38 0,-1 4-11 0,-2 2-7 0,1 1 1 15,0 1 20-15,-1 1 36 0,2 1 38 0,0 2 34 0,1-1 24 0,1 2 14 16,1-2 9-16,1 0 6 0,2-1 4 0,0-1 7 0,1-2 10 16,1-1 7-16,1-1 13 0,2-2 10 0,1-1 5 0,1 0 5 0,2-1 0 15,3-1-2-15,2 0 3 0,3-2 0 0,3-1-1 0,4-2 2 16,4 0-8-16,3-1 0 0,4-1-4 0,4-1-2 0,3 1 7 0,5-1 1 16,5-1 5-16,4 1 2 0,4-2-3 0,5 3-2 0,4-2-2 0,6 2-8 15,5 1 0-15,4 1-4 0,5 1 2 0,3 2 1 0,2 1-5 16,5 1-3-16,-1 4-5 0,3 0-1 0,3 1-4 0,4 4-3 0,2 1-3 15,5 5-7-15,-3 1-5 0,-2 2-1 0,0 1-3 0,-2 2-3 16,2 1 2-16,-1 2-5 0,-2 3 0 0,0-1 0 0,0 1-2 0,-3 0 5 16,0 0-1-16,1-2-4 0,-4 2-2 0,1-1 2 0,0 1 1 0,-1 1 2 15,4-1 2-15,1 2 2 0,1-1 0 0,2 2 1 0,3 1 1 16,1 1 1-16,2 2-2 0,3 2 1 0,-1 3-7 0,0 0 0 0,-1 3 3 16,0 1-3-16,2 2-5 0,-1 2 7 0,-2 0-8 0,-1 1 3 0,-3 0 1 15,-4 0-2-15,-7-2 4 0,-7 1 0 0,-4-3 0 0,-9 2 2 16,-5 0-5-16,-7 1 3 0,-5 0 5 0,-4-1-1 0,-1 1 4 0,-6-3-6 15,-4 2 1-15,-4-3 0 0,-3 3-2 0,-4-2 2 0,-3 3-5 16,-4 0 6-16,-2-1-14 0,-6 0-4 0,0-1 5 0,-5 1 0 0,-2-1 9 16,-3 2 2-16,-2-2-1 0,-2 0 3 0,-2 0-6 0,-2 0 2 0,-2-1 0 15,-4 2-1-15,-2 1-5 0,-1-1 4 0,-3 0 1 0,-4-2-4 16,-3 0 9-16,-6-1-6 0,-2 2 1 0,-6 0 3 0,-5-1 2 0,-5 1-3 16,-7-1 2-16,-6 0-6 0,-6-2 1 0,-7 0 1 0,-4-1 1 0,-6-1 5 15,-6 2-2-15,-5-4 10 0,-10-1-6 0,-6-1-2 0,-7-1 0 16,-5-3-8-16,-5 0 3 0,-7-1-6 0,-3 1-2 0,-5 0 7 0,1 1-2 15,2 0-7-15,2 2 2 0,4-1 1 0,3 1 0 0,5 1 8 0,5 0 2 16,3 0-8-16,3-2 4 0,3 1-2 0,4-1-2 0,3-2 6 16,5-1-8-16,3 0 1 0,3-1 0 0,3 0 3 0,1-3 2 0,2-1-2 15,5-3 4-15,1-2-2 0,3-3 0 0,6-2 10 0,1-2-4 16,4-2-1-16,4-2-2 0,3 1-5 0,3-4 8 0,2 0 1 16,2-3-2-16,0-1 1 0,4-1-10 0,2-2 7 0,2-1 3 0,2 0-5 15,0-3 4-15,0-2-1 0,2 0-3 0,1-1 2 0,1 1 3 0,0-1-1 16,3 0 1-16,1 1-6 0,3-1 4 0,1 2-11 0,4-2 2 0,-1 0 6 15,3 3-3-15,2-2 10 0,3 0 3 0,2 3-6 0,2-2 1 0,4 4-2 16,2 0 3-16,4 2 4 0,1 0-3 0,3 2-4 0,1 1 3 16,3 0-4-16,2 2 1 0,2 1-3 0,0 1-4 0,2 0 2 0,1 0-2 15,2 2-1-15,-1 0 4 0,1 0-2 0,0 2 1 0,-1 0 6 0,0 1-7 16,0-1 0-16,0 1-2 0,1 0-1 0,-2 0 6 0,1 0-3 16,0-1 4-16,0 0-3 0,-1 0-6 0,0 0 2 15,-1 0 1-15,1 0 1 0,-2-1-1 0,2 0-1 0,-1 1 1 0,0-1-4 0,-2 1-8 16,-1-1-17-16,2 0-42 0,-2 2-57 0,0-2-75 0,-1 0-77 0,-2 1-88 15,1 0-77-15,-1 0-20 0,0-1-136 0</inkml:trace>
  <inkml:trace contextRef="#ctx0" brushRef="#br0" timeOffset="4966.13">19693 9113 2933 0,'6'-10'230'0,"-1"2"-209"0,4-1-46 0,1 2-8 0,1 2 3 16,6 1-1-16,3 1 2 0,5 2 8 0,6-1 4 0,1 0 3 0,6-1 11 16,0 0-1-16,2 0-1 0,4 0-3 0,2 0-8 15,3 0 3-15,3 1-1 0,3-2 11 0,3 0 1 0,4-1 7 0,3 1-1 0,3-1-4 16,3 1 5-16,1-1-10 0,4 2 5 0,3 0 3 0,2 1-1 0,4 0 6 15,-1 1 4-15,2 1-2 0,1 1 0 0,2 0 6 0,2 1-1 16,2 0 4-16,3 2 2 0,3 1-2 0,4 0 7 0,3 1 5 0,4 1 2 16,2 0-1-16,0 1-6 0,2 0-2 0,0 2-7 0,1 0 3 15,1 2 3-15,3 1 4 0,2 1 6 0,2 1 1 0,2 1-8 0,-1 1-8 16,2 0 2-16,0-1-7 0,1 2 4 0,3 1-6 0,1 0-8 0,2-1 5 16,-1 1-6-16,3-1 7 0,0-2 4 0,1 1-10 0,2 1 7 15,1-3-7-15,3 1 16 0,3-1 2 0,2-3 1 0,0 0 6 0,-3-4 3 16,1-1-5-16,-1-1 1 0,1-1-2 0,3-2-24 0,1-2 19 15,3-1-1-15,3-1-2 0,2-3 2 0,2-1-9 0,4-2-4 0,-1-2-4 16,1 0 6-16,0-2-5 0,-1 1 3 0,-2 0 4 0,-1-1-4 0,-3 2 2 16,-3 0 1-16,-5 1 3 0,-3 0-4 0,-7 0 0 0,-4 0-6 15,-6 0 5-15,-7 1-1 0,-8 0-2 0,-6-1 2 0,-10-1-20 0,-6-1-21 16,-8-2-44-16,-5-2-74 0,-6-2-123 0,-3-4-294 0,-3-6-453 0,3-10-212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6T11:31:26.9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3483 5670 729 0,'-12'-23'46'0,"-1"0"8"16,-1-6 15-16,1 7 2 0,3 3 6 0,1-1 1 0,1 2-7 0,3 0-6 16,2-2-18-16,1 2-21 0,2-1-12 0,3-1-7 0,1 1-11 0,3-1 2 15,3 0 2-15,0 1-2 0,1 0 3 0,-1-2-1 0,1 0-2 16,1 0 3-16,1-3-1 0,0 1 2 0,0-3-4 0,3 1-2 0,0-1 0 16,2-1 4-16,1 0 9 0,2-2 2 0,3 1 7 0,0-3 3 0,5 1 3 15,2-2 7-15,4 1 3 0,4 0-4 0,2 0-3 0,6-2-6 16,4-1-4-16,3-1-4 0,3 2-2 0,5 1-5 0,1 3 0 0,3 1-6 15,3 2 2-15,2 0 0 0,1 4-6 0,4-1-2 0,2 3 1 0,-1 2-1 16,5 2 10-16,-1 1-2 0,-1 3 1 0,3 2 0 0,-1 1-4 16,-1 1 2-16,2 2 3 0,-2 3-1 0,-1 2 4 0,0 1 3 0,-2 3 0 15,-1 2 7-15,-2 1-2 0,-2 2 2 0,1 0-3 0,-3 1-7 16,-2 3-5-16,-3 3 1 0,-5 5 1 0,-3 3-2 0,-6 6 1 0,-5 4-7 16,-6 3-5-16,-5 2 1 0,-6 4-1 0,-6 3 7 0,-4 4 0 15,-6-1 2-15,-5 1 5 0,-5 2-6 0,-7 0 0 0,-5 1-2 0,-5-1 8 16,-5 0 3-16,-5 0 3 0,-6 0 5 0,-7-1-6 0,-6 2 1 0,-4-4 4 15,-7 0-3-15,-6-2 1 0,-3-2 2 0,-5-2-2 0,-5-2 2 0,-3-2 3 16,-4-3-5-16,-4-3 4 0,-3-3 12 0,-2-3 2 0,-2-3 25 16,-1-3 10-16,1-2 3 0,1-4 5 0,2-3 2 0,3-2-2 0,3-4-1 15,3-4-3-15,5-3-7 0,6-3-13 0,6-4-12 0,5-3-10 16,7-2-7-16,4-4-2 0,8-1-12 0,4-2-4 0,4-1-1 0,6-3-7 16,3 0-2-16,5-1-14 0,5-1-37 0,5-3-38 0,5 0-44 0,4-2-46 15,4 2-44-15,5-2-48 0,5 2-42 0,4-5-22 0,5 0 45 16,4-3-237-16</inkml:trace>
  <inkml:trace contextRef="#ctx0" brushRef="#br0" timeOffset="632.79">7111 5391 785 0,'-22'-23'546'0,"0"2"-610"0,-1-2-30 16,11 7 13-16,7 7 28 0,3 0 14 0,3 2-2 0,2 2-19 0,2 0-19 15,4-1-11-15,3 0 6 0,5 0 17 0,4-1 25 0,4-1 20 0,5-2 12 16,2-1 11-16,4-3 7 0,0-2 10 0,2-2 15 0,4 1 16 15,2-3 18-15,2-2 12 0,3 1 9 0,3-3 4 0,3-1-8 0,3 0-3 16,3-3-7-16,5 1 0 0,3-2-4 0,3 2-7 0,5-2-4 0,2 2-6 16,4-1-9-16,4 0-4 0,3 1 2 0,2-1-11 0,3 2 4 15,1 2-7-15,0 3-7 0,3 2 3 0,1 3-10 0,-1 5 2 0,1 2-3 16,-1 5-5-16,-1 2 0 0,-2 3-8 0,-2 2 0 0,0 3-1 0,-3 4 1 16,-3 3 3-16,-2 4-2 0,-5 3-12 0,-1 4 2 0,-3 4 2 15,-4 2-1-15,0 2 11 0,-4 2-3 0,-3 1-7 0,-4 3 1 0,-4 2-2 16,-4 3 1-16,-4 1-6 0,-2 2 0 0,-7-1 0 0,-4 1 4 15,-3 2 9-15,-7-2-3 0,-4 1 1 0,-6-2-5 0,-7 1 5 0,-8-3 2 16,-5-2 5-16,-8 0 0 0,-9-1 5 0,-7 0 3 0,-7-1-6 0,-8 0 14 16,-6-2 7-16,-9 1 6 0,-5-1 8 0,-5-1 0 0,-7-2-5 15,-4-1-4-15,-3-1 8 0,-3-1-9 0,-2 0 1 0,-1-4 0 0,-1-3-7 16,1-3-1-16,3-4-9 0,1-4-3 0,4-3 0 0,4-4-10 0,3-3 7 16,5-4-7-16,5-3-3 0,4-4-7 0,6-2-43 0,2-2-55 15,3-3-72-15,4-2-102 0,3-4-95 0,4-2-10 0,4-4-229 0</inkml:trace>
  <inkml:trace contextRef="#ctx0" brushRef="#br0" timeOffset="1999.79">21599 6565 1103 0,'54'-37'-135'15,"12"1"283"-15,18-8 59 0,1 14 36 0,-8 7-82 0,1 7-48 16,0 3-27-16,5 4-29 0,3 4-12 0,4 2-7 0,6 4-5 0,7 2-12 16,2 2-9-16,5 3-3 0,2 2-4 0,2 1 1 0,2 3-2 0,-1 1-5 15,1-1-6-15,-1 0-3 0,-4-1 2 0,-3 0 4 0,-2-3-6 16,-6-1 0-16,-4-1-4 0,-3-2-5 0,-6-1 5 0,-4 1-9 0,-2-2-6 16,-6 0-12-16,-3-1-21 0,-1-1-26 0,-5 0-42 0,-2 0-63 15,-1-1-64-15,-3 0-46 0,-2 0 16 0,-1 0-198 0</inkml:trace>
  <inkml:trace contextRef="#ctx0" brushRef="#br0" timeOffset="6682.61">3374 6719 671 0,'-20'-25'3'0,"0"0"56"0,-2-8 29 0,5 7-28 0,3 3-3 16,1 1-19-16,0 4-6 0,0 0-4 0,0 1-5 0,1 4-5 0,0-1-5 15,4 1-2-15,0 2-3 0,1 1-1 0,2 2 0 0,1 3-6 16,1-1 0-16,2 1 1 0,-1 0-1 0,2 1 0 0,1-1 0 0,2 1 2 15,1 0-9-15,4-1 1 0,3 0 1 0,2-1-5 0,6-1 11 16,2-1 2-16,4-1 0 0,5-2 4 0,2-1 2 0,7 0-3 0,3-1 4 16,3 0 3-16,3-1 3 0,3-1 0 0,3-1-1 0,3 1 3 0,3 0 1 15,2-1 3-15,2 1 3 0,2 1-5 0,4-1 0 0,0 2-3 16,2 0-3-16,1 3 1 0,0 1-4 0,1 1-2 0,-1 2-2 0,-1 2-2 16,1 2 4-16,0 2-1 0,-2 2 0 0,0 1 2 0,-2 1-5 0,0 2-9 15,0 2 2-15,-2 0-5 0,-2 1 2 0,-1 2 6 0,0 2-2 16,-2 0 1-16,-3 2-5 0,-1-1 1 0,-4 3-1 0,-2 1-3 0,-4 0 2 15,-2 2-7-15,-6 0 4 0,-4 0 2 0,-3 2 1 0,-5 0 12 16,-5 0 0-16,-3 1 2 0,-6 1-2 0,-2-1-6 0,-4 2 3 0,-4 0 0 16,-5 2 4-16,-3 1 0 0,-4 2 4 0,-5 1-2 0,-3 0 0 0,-8 1 4 15,-4 0-2-15,-7 1 0 0,-6 1-2 0,-5 1 0 0,-8 1-3 16,-5-1 0-16,-4 2-1 0,-4-2 4 0,-6 1 1 0,-2 1 3 0,-3-2-2 16,-1-2-4-16,-2-1-1 0,-4 1 2 0,0-2-1 0,-6 2-2 0,1-2-2 15,-3 0 0-15,1 0 2 0,2-2 3 0,1 0-1 0,2-2-3 16,-1-2-2-16,6 0-3 0,1-3 1 0,4-1 0 0,8-3-2 0,5-4 1 15,6-5-1-15,7-3-2 0,9-5-2 0,9-5-5 0,7-3-30 16,8-2-40-16,8-5-52 0,6-3-53 0,10-4-31 0,8-2-2 0,13-4 15 16,13-3-219-16</inkml:trace>
  <inkml:trace contextRef="#ctx0" brushRef="#br0" timeOffset="7733.63">14525 7601 1115 0,'5'-9'38'15,"3"3"2"-15,4-2-9 0,6 6-18 0,3 3-2 0,6 0-1 16,5 4 3-16,4 1-2 0,7 3 5 0,3 1-2 0,4 2 3 0,3 3-6 15,6-1 1-15,6 1 1 0,4 2-5 0,5-1 2 0,2 0-2 16,4 0-6-16,3-1 2 0,1-1-4 0,3-2 2 0,1-1-1 0,1-3-1 16,2 1 4-16,-1-1-3 0,0-1-1 0,-2-2 2 0,1 0 9 0,-3-2 11 15,2-1 25-15,-1-1 27 0,2-2 18 0,-3-1 8 0,-4 0 1 16,-1 0-9-16,-2 1-12 0,-1-1 0 0,1 1-9 0,1-1-5 0,0 1-6 16,1 0-9-16,1-1-10 0,2 2-7 0,2 0-6 0,2 1-7 0,3 0 4 15,1-1-8-15,3 0-2 0,0 0-4 0,3-1-10 0,0 0 4 16,3-1-2-16,1-3 2 0,0 0-5 0,0-2 0 0,1-1-2 0,-4-2-4 15,0-2 4-15,-3-3-1 0,-2-2-2 0,0-1 4 0,-4-4 1 0,-1-2-6 16,-3 0-2-16,-5-4-5 0,-4 1 8 0,-1-4 7 0,-3 0 7 16,-3-4 2-16,1 0-6 0,-4-3 0 0,-4 1-2 0,-4-1 3 0,-7-2 1 15,-4 1-3-15,-5-1 1 0,-6-1-8 0,-5 0 1 0,-6 0-4 16,-3-3-11-16,-4-1 3 0,-6-3-4 0,-3-4-7 0,-5-1 2 0,-5 0 0 16,-5-3 1-16,-4-1 7 0,-6-1 1 0,-4-2-4 0,-5 0-6 0,-5 0-2 15,-6 2-1-15,-5-2-3 0,-6 1 5 0,-6 1-3 0,-6 0 6 16,-4 2 2-16,-5 2 8 0,-7 2 5 0,-4 3 4 0,-4 3 9 0,-6 6 11 15,-5 3 7-15,-7 3 3 0,-8 4-2 0,-7 4-4 0,-7 5 2 0,-8 8 16 16,-3 4 9-16,-9 5-5 0,-5 6-1 0,-10 9-16 0,-4 5 2 16,-5 9-1-16,-4 8-2 0,-2 5 2 0,-1 8-9 0,0 6-4 0,2 6 2 15,0 6-13-15,1 5-3 0,6 5 3 0,6 2-12 0,8 5-6 16,9 3-10-16,10 2-12 0,9 4-7 0,9 0-27 0,10 3-51 0,12 0-77 16,8 3-121-16,10 1-113 0,5 6-24 0,4 3-214 0</inkml:trace>
  <inkml:trace contextRef="#ctx0" brushRef="#br0" timeOffset="10249.74">6567 8675 1091 0,'-22'3'-53'0,"1"1"168"0,-3 0-27 0,10 1-38 0,6-2-10 16,4 0-16-16,1 0-8 0,3 1-11 0,1 0 1 0,3 2-1 16,2 2-1-16,2 0 1 0,3 0-4 0,3 2-2 0,1 0 4 0,2 0-2 15,-2 1 2-15,2 0-1 0,2 1 0 0,-1-1-1 0,0 1 1 16,1 0-6-16,1 0 1 0,0 0 4 0,2 1-2 0,1 1 8 0,0 2 3 15,3 0 4-15,-2 0-4 0,4-1 3 0,0 3-6 0,2 0 0 0,2 1 5 16,2-1-3-16,1 2 2 0,2-1 1 0,1-1 2 0,2 1 6 16,4 1 0-16,0 0 3 0,2 2 6 0,3 1 5 0,4-1 9 0,3 0-2 15,2-1 2-15,4 0-1 0,2 1-4 0,4-2 0 0,3 0-1 0,4 1 6 16,4-3-4-16,1 2-3 0,2-1-12 0,2 0-11 0,-1-2-6 0,2-2-3 16,3-3 6-16,1-3 2 0,6-3 4 0,2-3 7 0,3-3 2 15,2-3-2-15,-1-1 1 0,2-2-10 0,2-1-3 0,1-3-5 0,-1-1-2 16,0-3 1-16,2-1 1 0,-2-3 0 0,1-3-5 0,-1 0-5 15,0-3-1-15,-3-1-2 0,-2-1 1 0,-1 0 7 0,-5-1-7 0,-2-1 5 16,-6-1-4-16,-2-2 5 0,-4 0 3 0,-4-1 5 0,-2 0-5 0,-5-2 1 16,-3 1 1-16,-4-1-14 0,-5 1 7 15,-3 0 4-15,-5 0-2 0,-3-1 18 0,-3-1-2 0,-4-1-1 0,0 1 0 0,-4-1-3 0,-2 1-1 16,-2 0 0-16,-5-2-1 0,-4 0-1 0,-4 0 2 0,-5-1-5 16,-4 1-3-16,-5-2-6 0,-2-2-3 0,-6-1-8 0,-2-3 4 0,-7-1-1 15,-4-2-7-15,-6-2-3 0,-4 0-8 0,-7 0-1 0,-2-1 6 0,-7 0 2 16,-6-1 3-16,-7 2 5 0,-7 2 0 0,-4 2 4 0,-4-1 3 15,-7 3 10-15,-4 1 3 0,-2 1 4 0,-7 1 0 0,-2 4-1 0,-5 4-2 16,-2 3 1-16,-6 4-1 0,-3 5-6 0,-5 3 2 0,-2 4 3 0,0 5 3 16,0 4 0-16,0 4 4 0,-1 4 2 0,2 3 2 0,0 5 1 15,3 4 1-15,-2 5-1 0,3 4-1 0,3 6-2 0,-1 5-6 0,4 6 0 16,1 5-7-16,2 6-2 0,3 4 1 0,5 3-4 0,4 6 10 0,3 4-6 16,4 3-13-16,9 1-8 0,6 3-19 0,7 0-33 0,8 1-53 15,7 0-91-15,10 0-66 0,9 0-73 0,10-2-7 0,6-2 66 0,7 1-175 16</inkml:trace>
  <inkml:trace contextRef="#ctx0" brushRef="#br0" timeOffset="13499.74">6450 9703 973 0,'-13'-14'56'0,"1"1"50"0,-2-4-12 0,5 3-2 0,4 2-24 15,2 1-10-15,1 2-2 0,1-1-11 0,2 1-13 0,0 1-17 0,2 0-6 16,0 2-7-16,2 0 1 0,0 1 2 0,1 1-10 0,0 1-3 15,1-1-1-15,-1 1 1 0,0-1 9 0,0 1 0 0,1 0 3 0,0 0-2 16,1-2-2-16,0 2 4 0,-1-3-4 0,-1 2 4 0,1 0 5 0,1-1 1 16,1 0 10-16,0 1 4 0,1-1-4 0,1 0 9 0,1-1-2 15,0-2-1-15,3 0 7 0,3-2-5 0,0 0-2 0,6-1 1 0,2 1-2 16,1-2 1-16,4 0-2 0,0 0-6 0,4 0-4 0,1 0-9 16,1 1 5-16,4-1 3 0,0 2 4 0,2 0 1 0,3 2 2 0,1 3 0 15,1-1-2-15,2 2 0 0,2 0-1 0,1 2-5 0,0 2 2 0,2 1-10 16,-1 1-4-16,2 1 3 0,-2 3-6 0,0 0 9 0,-1 0 2 15,0 2-5-15,0 2 2 0,-2 1 1 0,-1 0 0 0,-2 1 3 0,-1-1 3 16,1 2-5-16,-3 2 5 0,-2-1 0 0,-3 1 12 0,0 2 7 16,-3-1 4-16,0 2 4 0,-2 0-2 0,-1 4 17 0,3 2 12 0,-3 2-2 15,0 3 0-15,-3 1-24 0,-2 3-7 0,-4 1-7 0,-2 2-6 0,-3 5-2 16,-3-1 2-16,-3 2-5 0,-3 1 0 0,-4-1 0 0,-4 0-1 16,-3 3 6-16,-3-2-12 0,-4 1-3 0,-4 0 24 0,-5 1-14 0,-4 0 14 15,-6 1-1-15,-4 1-23 0,-8-1 7 0,-6 0-5 0,-8-1-2 0,-7-1 0 16,-7-2 2-16,-6-1-2 0,-5-1 1 0,-5-1-12 0,-7-2-6 15,-4 1 9-15,-8-3-1 0,-2-1 10 0,-4-1 7 0,1-3-9 0,-2-1 1 16,2-3 4-16,2-5-1 0,2 0-8 0,5-5 7 0,5-4 2 0,11-3 0 16,7-4 5-16,7-5-2 0,7-2-5 0,6-4-2 0,7-1-1 15,4 0-2-15,6-3-2 0,4-1-4 0,3-2-5 0,4-1-5 0,4 1-1 16,2-3-12-16,4-1-19 0,5-1-26 0,4 0-38 0,4-1-31 0,6-2-56 16,4-1-57-16,4-4-44 0,9 0-66 0,6-5-53 0,9-3 35 15,10-5-214-15</inkml:trace>
  <inkml:trace contextRef="#ctx0" brushRef="#br0" timeOffset="14766.74">2344 11906 2116 0,'-8'-1'163'16,"2"1"-33"-16,1 2-58 0,5 2-31 0,4 0-3 0,3 2 2 15,2-1 11-15,3 1 5 0,5-1-2 0,3 1-19 0,2-1-7 0,4-1-11 16,3 0-11-16,3-1 16 0,2-1-7 0,3-1-8 0,1-2 0 0,3-1-4 16,2 0-3-16,0-2 3 0,3-1-1 0,-1 1 5 0,-1-2 1 15,1 1-4-15,-2-3 8 0,3-2-11 0,-2 0 4 0,-1 0 7 0,2 0-3 16,-3-1 11-16,-1-1-1 0,-1-2-5 0,-1 1 5 0,-1 0-9 0,-1 1-5 16,-3-1 5-16,-1 0-6 0,-4-1-2 0,-1 1-4 0,-2 0-2 15,-2-1-8-15,-2 1-8 0,0 0-15 0,-3-1-39 0,-2-1-58 0,-2 0-110 16,-2 0-166-16,-3 1-177 0,-1-2 2 0,-4-2-138 0</inkml:trace>
  <inkml:trace contextRef="#ctx0" brushRef="#br0" timeOffset="15033.73">2723 11417 2755 0,'-14'-3'104'0,"3"2"-3"0,1 0-39 0,7 2-26 0,6 0-7 0,3 1-1 15,3 0 4-15,5 1 1 0,3 0-1 0,4 2-4 0,1 0-13 16,0 1-3-16,2 1-1 0,0-1-6 0,2 3-1 0,2-1 1 0,2 1-7 16,1 2 2-16,2 0 0 0,-1 1-5 0,1 1 0 0,-2 0-1 0,0 1-3 15,-1 0 4-15,1-1 1 0,-4 2-1 0,1 0 3 0,-3 0-5 16,0-1 4-16,1 1-3 0,-1 0-1 0,1 0 0 0,-1-2-4 0,1 0 3 16,-2-2-3-16,-1 0 2 0,0-1-3 0,-1 0 5 0,0-1-4 15,-1-1 1-15,-1 0-4 0,1-2-7 0,0 0-14 0,-1-1-17 0,1-1-31 16,-1 1-56-16,-2-1-40 0,1-1-80 0,-1-1-66 0,0-1-102 0,-3 0-60 15,1-1 93-15,-2-3-156 0</inkml:trace>
  <inkml:trace contextRef="#ctx0" brushRef="#br0" timeOffset="15349.77">3742 11095 2221 0,'-28'0'139'0,"0"3"4"0,-6 2-35 0,8 4-36 0,3 1-12 0,3 1-9 16,1 2-11-16,-2 4-10 0,1 2-8 0,0 3-5 0,-3 6-9 0,0 3-1 15,-1 2 1-15,-1 1-11 0,0 5 6 0,-3 0 2 0,1 1 2 16,1 2 7-16,0 0-4 0,4 0-2 0,0 2 3 0,0 0 1 0,2-1-2 16,0 0 2-16,2-2 0 0,1-2-2 0,1 0-1 0,0-1 1 15,1-2 2-15,2 0-5 0,-1-4 5 0,3 0 11 0,0-3-2 0,1-2 11 16,2-1-6-16,0-2-8 0,-1-1 5 0,1-3 0 0,0-1 9 0,2-1 0 15,0-3-3-15,-2 0-3 0,3-2-3 0,-1-1-3 0,1-1 0 16,0-1-3-16,-1-2-6 0,2 0-7 0,0-1-1 0,0-1-5 0,1 0-1 16,-1-2 6-16,1 0-15 0,0-1-3 0,0 0-3 0,-1-1-21 15,1 0-19-15,-1-1-42 0,1 0-40 0,1 0-67 0,-1-2-77 0,-1 0-115 16,0-1-164-16,0-1 3 0,-1-3-210 0</inkml:trace>
  <inkml:trace contextRef="#ctx0" brushRef="#br0" timeOffset="15867.77">1902 11567 2766 0,'-20'-14'103'0,"1"0"26"0,0-3-6 15,9 4-43-15,4 4-30 0,3-1-9 0,4 1-16 0,1-1 2 0,4 0-8 16,2-2-19-16,3 1 0 0,1-2-8 0,3 0 6 0,4-1 12 0,2 2 6 15,1-1-2-15,3-1-3 0,1 0 0 0,7-2-9 0,1 0 2 16,4 0-4-16,0-1-2 0,-1 1 0 0,4-1 4 0,1 0-2 0,1 1-2 16,4 2-12-16,1-1-7 0,0 0 9 0,2 1 3 0,0 0 14 0,1 1 1 15,3 1-6-15,0 0 0 0,2 2-2 0,3 0 2 0,1 1 2 16,0 1-8-16,3 2 1 0,0 1 3 0,1 1 2 0,1 2 5 16,-1 2-3-16,1 3-2 0,-2 1 2 0,-1 3-9 0,-2 1 5 0,-1 1-2 15,-2 0 1-15,1 3 3 0,-4 2-4 0,-1 1-1 0,-2 1 1 0,-4 2 4 16,1 3-2-16,-4 2 4 0,-1 3-4 0,-2 3 0 0,-3 4 1 0,-1 0-10 15,-1 6 5-15,0 0 3 0,-3 2-3 0,0 4 15 0,-4-1-10 16,0 2 6-16,-3 3-1 0,-1 3-4 0,-1-1 3 0,-4 0-8 0,0-2 5 16,-3 0-4-16,-4 0-10 0,-4 0 10 0,-3-2 4 0,-3 1 2 0,-4-1 9 15,-3 0-11-15,-3-2-2 0,-5 0 2 0,-6-1 5 0,-3-1 3 16,-4-3 2-16,-6-1 1 0,-2-1 0 0,-6-1 0 0,-4 0 2 0,-2-3-1 16,-4-1-2-16,-2-3 10 0,-4-1 5 0,-2-4 8 0,-3 1 10 15,-2-3-8-15,-2 1-10 0,-2-1 1 0,-3-3 6 0,-3-2 4 0,-2-3 2 16,-4-3-8-16,-1-1-3 0,-2-2-4 0,-2-2 2 0,3-2 10 0,-1-2-4 15,1-3 4-15,3-2 1 0,0-2 1 0,2-4 1 0,2-1 0 16,2-3-14-16,1-2-24 0,2-2 0 0,-1-5 0 0,0-3 0 0,0-4 0 16,2-2 0-16,-2-4 0 0,3 0 0 0,1-4 0 0,4 0 0 0,34 19 0 15,-7-4 0-15,5-1 0 0,-6-2 0 0,5-1 0 0,-4-4 0 16,6 2 0-16,-4-4 0 0,6 0 0 0,4 2 0 0,5-1 0 0,3 1 0 16,4-1 0-16,4 0 0 0,4-1 0 0,7 0-58 0,6-2-183 15,7-2-116-15,6-3-221 0,17-11-353 0,42-38-335 0</inkml:trace>
  <inkml:trace contextRef="#ctx0" brushRef="#br0" timeOffset="16483.77">5432 11811 2577 0,'-32'-28'122'0,"2"1"-12"15,-4-6-8-15,8 3-17 0,9 3-16 0,2 0-19 0,3 2-13 0,-1 1-5 16,3 4-2-16,1 0-5 0,2 3 7 0,2 1-5 0,0 2 1 0,2 3 3 15,-1 2 0-15,2 2 2 0,-1 2-4 0,2 3-5 0,1 1-7 0,-1 1-3 16,2 3-8-16,0 2-6 0,1 5 5 0,2 4-1 0,0 5 2 16,2 5 5-16,0 5-6 0,0 6 7 0,1 6-3 0,-1 4 8 0,1 5 2 15,1 2-6-15,-1 3 0 0,0 3-19 0,-1-1 19 0,2 1-3 0,0-2-3 16,-1-3 8-16,1-2-11 0,-1-1-4 0,1-2-2 0,0-2 4 16,0-3-4-16,0-3 4 0,-1-5 0 0,-1-3 2 0,-1-4-8 0,-2-2 2 15,-1-6 0-15,-1-1-1 0,-2-3 1 0,-1-3 2 0,-1-4 2 16,-2-2-19-16,-1-3 5 0,-3-4 5 0,-2-3-3 0,-1-3 7 0,-4-5-26 15,-2-5-8-15,-2-5-9 0,-3-5 1 0,-1-5 11 0,-1-3 4 0,-2-5 12 16,1-3 11-16,-4-6 9 0,1-7 3 0,1-4-3 0,-1-5 5 16,4-3-10-16,2 0 8 0,5-1 10 0,5 4-1 0,3 5 10 0,7 6-4 15,1 4-3-15,3 4 5 0,3 3 6 0,0 7 2 0,0 4-1 0,2 6 0 16,1 3 1-16,1 2-6 0,1 4-3 0,1 1-6 0,0 3 2 16,2 2-5-16,0 3 5 0,2 0 2 0,3 2-15 0,2 1 8 0,1 2-5 15,3 1-3-15,2 1 6 0,0 3-4 0,4 2-5 0,2 0-2 16,3 3-3-16,1 1 4 0,0 2 0 0,-1 2 0 0,-1 3-2 0,2 0-2 15,0 3 4-15,2 1 4 0,-2 2-8 0,1 2-2 0,-2 3 2 0,-2 3-1 16,1-1 5-16,-3 3-2 0,-1-1-2 0,-2 1 2 0,-3 0 2 16,-1 1-2-16,-1-1 0 0,1 2-4 0,-2-2-11 0,-3 0 0 0,0-1 5 15,-3 1-9-15,0-3 0 0,-4 0-24 0,2-1-49 0,-1-2-27 0,-1-2-45 16,0-1-67-16,-3 0-82 0,-2 0-104 0,-1 1-127 0,-3 1-42 16,-3-2-68-16</inkml:trace>
  <inkml:trace contextRef="#ctx0" brushRef="#br0" timeOffset="16649.77">5287 12195 3154 0,'-19'-9'147'0,"5"4"-9"0,-2-2-51 0,9 3-31 16,7 1 4-16,4 0-13 0,5-2-1 0,5-1-4 0,4-1-17 16,4-2 2-16,4 0-8 0,3 0-11 0,4 0 2 0,2 1-10 0,5 0-6 15,3 0 0-15,1 0-9 0,1 0-7 0,2 0-26 0,-1 1-30 16,-1-1-35-16,-3 0-50 0,3 1-45 0,-3-1-62 0,0 2-77 0,1 0-114 15,-4-1-115-15,2 0 25 0,0-1-185 0</inkml:trace>
  <inkml:trace contextRef="#ctx0" brushRef="#br0" timeOffset="17383.77">6336 11686 2803 0,'-20'-6'128'0,"3"3"6"0,-2 1-49 0,9 3-12 0,5 2-11 0,3 0-8 15,0 2-7-15,2 0-7 0,-1 3-3 0,1 2-9 0,2 2-1 0,0 2 3 16,1 2-2-16,0 1 0 0,2 4-2 0,3 1-7 0,-1 0-2 0,3 2-5 16,2 0 3-16,0 1-9 0,4 1 1 0,0-2-3 0,1 1-17 15,-1-3 7-15,2 1 10 0,2-1 3 0,0-2 16 0,4 0-7 0,-2-3-16 16,0-3 0-16,0 0 0 0,-2-2 0 0,2-2-2 0,-3-1 4 16,0-3-2-16,-2-3 0 0,-1-2 1 0,0-2 5 0,-3-3 2 0,0-1 3 15,-3-3 3-15,3-1-5 0,-2-4 5 0,0-1-3 0,1-2 1 0,-1-4 0 16,0-1-24-16,1 0 4 0,-1-2 14 0,-1 1-6 0,0-1 14 15,-1 0-3-15,1 1-15 0,-1 1 2 0,1 1 6 0,-1 3-2 0,-1 2 4 16,0 2-6-16,0 3 0 0,0 3-4 0,0 2-2 0,-1 2 6 16,0 2-15-16,0 2 9 0,0 2-4 0,2 2 5 0,1 2 3 0,1 3-6 15,0 2 0-15,1 2-3 0,-1 0 1 0,2 3 2 0,1 1 3 0,0 0-3 16,0-1 0-16,3 1-5 0,-1-1-10 0,1-2 4 0,0 0-7 16,1-1 11-16,-2 0 3 0,-1-2-8 0,-2 0-10 0,-2 1-52 0,0-1-8 15,-2-1-5-15,-1-2 6 0,-1-3 4 0,-1 0-26 0,0-3-28 0,0 0-22 16,-1-2 6-16,0-2 18 0,0-2 24 0,1-1 19 0,1-3 13 15,0-1 12-15,1-2 12 0,-1-3 21 0,1 0 21 0,1-3 5 0,1 0 6 16,-1-1 16-16,0 1 12 0,0 2 22 0,-2-1 13 0,2 0 0 16,-1 1 4-16,-2 1-5 0,1 3-6 0,0 0-8 0,-1 2-9 0,0 2-1 15,0 2 0-15,-2 2-6 0,2 1 1 0,0 2-2 0,0 1-8 0,-1 2 5 16,1 1-8-16,0 1-2 0,0 2 4 0,1 1-4 0,1 0 2 16,-1 1-1-16,1 1-4 0,1 1 1 0,0-1-6 0,1 0-1 0,1-2 0 15,0 1 0-15,0 0 0 0,3 1 21 0,3-2 6 0,0 0 2 0,1-3 13 16,3 1-11-16,-1-1 13 0,2-1-1 0,2 0-3 0,0-2 2 15,3-1-12-15,0-1-2 0,-1 0-1 0,0-2-6 0,-1 0-1 0,-1 0-7 16,-1 0-3-16,-1 0-8 0,0 0 7 0,-3-1 2 0,0-1-3 0,-1-1-2 16,0-1-2-16,-3-1 4 0,-1-1 5 0,-2 0-14 0,-2-3-3 15,-2-2 3-15,-2 0 7 0,-1-1 16 0,-3 0-5 0,-4-2-7 0,-1-1-11 16,-3-1-8-16,-4 0-1 0,-4 0-1 0,-4 0-9 0,-3 1-3 0,-4 2 5 16,-2-1 4-16,-1 1 4 0,-2 3 6 0,0 2-1 0,-1 0-1 15,1 2 2-15,-3 2-1 0,2 1 6 0,-2 2-2 0,4 1 1 0,1 2 1 16,3 3 1-16,2 1 2 0,2 2 0 0,1 2 4 0,3-1-4 15,3 3 1-15,4 2-5 0,1 1-1 0,2 1-2 0,3 1 1 0,3 2 5 16,2 2-5-16,3-1 3 0,2 3 3 0,2-2-20 0,2-1 0 0,3 1 15 16,4 0-12-16,2-1 19 0,2-1 10 0,4-1-21 0,1-2 7 15,3-2-1-15,3 0-4 0,3-1-6 0,0-1-2 0,3-2 6 0,-1-2 0 16,1-1 6-16,1-2-8 0,-1 0-5 0,2-3-3 0,-3 0-3 16,-1-1-5-16,-1-1-12 0,-3-1-19 0,0-1-31 0,-3-1-36 0,-1-2-44 15,-2-2-54-15,-2-2-85 0,0-3-146 0,-2-3-142 0,3-2 17 0,-2-6-150 16</inkml:trace>
  <inkml:trace contextRef="#ctx0" brushRef="#br0" timeOffset="18617.77">8442 11028 3081 0,'-18'-10'110'15,"1"1"11"-15,0 0-52 0,8 6-9 0,6 3-23 0,2 1-15 0,1 3-9 16,1 4-8-16,2 3 3 0,1 6-5 0,2 6 9 0,1 3 1 15,1 6-2-15,1 1 2 0,1 4-6 0,0 4 1 0,1 3-1 0,-1 4-14 16,3 1 14-16,1 1-1 0,1 3-4 0,1 0 11 0,2 0-20 0,1 1-1 16,0-2 2-16,4-2-5 0,1-4 6 0,2-3-3 0,3 0-7 15,0-4 4-15,4-1-13 0,-1-3-10 0,2-4 10 0,-1-3 4 0,-1-4 0 16,-3-2 16-16,0-2-7 0,-4-5-1 0,0-2 12 0,-1-3 2 16,-1-3 3-16,-1-3 4 0,-3-2-5 0,-1-5-1 0,-1-2 1 0,-2-3 2 15,-1-3-5-15,-1-1 1 0,0-4 2 0,0-4 1 0,-3-2-8 0,-1-1 12 16,-2-2-5-16,-2 1 5 0,-2-3 13 0,-2 1-11 0,-2-1 0 15,-1 1-7-15,-1 4-2 0,0 2-4 0,1 4 5 0,0 4 1 0,0 3-2 16,2 2 0-16,-1 3-13 0,1 3 7 0,0 1-3 0,-1 1-3 0,2 2 5 16,0 2-6-16,1 3 7 0,1 2 6 0,1 4-2 0,1 3-2 15,2 1-2-15,1 2-1 0,2 1 7 0,2 1-8 0,-1-1 3 0,4 1-16 16,1-2-8-16,2-2 25 0,0-1-3 0,3 0 6 0,0-2 7 0,0-1-19 16,2-2 3-16,0-2 1 0,0-3 5 0,1-2 2 0,-2-3 0 15,-1-2 0-15,-1-1 4 0,-4-2-6 0,-2 0-5 0,-3-1 7 0,-3-1 3 16,0-3 7-16,0-3-1 0,0-2-24 0,0-3-1 0,0-2 16 0,-2-1 3 15,-1-2 27-15,-2-1-12 0,0-1-11 0,-2 1 0 0,-1 1 1 16,-2 3 5-16,0 1-10 0,0 2 5 0,-1 3-8 0,1 3-2 0,-1 2 4 16,2 3-8-16,-1 2 2 0,1 2-7 0,0 0-5 0,-1 3 7 15,1 3-2-15,0 2 5 0,0 4 5 0,1 4-5 0,0 3-3 0,2 4-2 16,0 4 2-16,2 2-2 0,1 2-5 0,1 2 10 0,2 1 3 16,-1 0-4-16,2 4 3 0,0 0-7 0,1 0 6 0,0 1-1 0,0 1 5 15,0-1 2-15,0 0-6 0,0-1-2 0,0-1-15 0,0 3-4 0,-1 0 1 16,0 1 2-16,-2-2-11 0,-1-2-1 0,-1-1-12 0,-2-1-10 0,-2-3 20 15,-2-1-1-15,-2-5 21 0,-1-3 14 0,-1-4 13 0,-2-4 7 16,0-4 7-16,-1-2 2 0,-2-2 1 0,0-2-5 0,-1-1-3 0,-1-3 0 16,0-2-3-16,-2-2 3 0,0-2 2 0,1-2-3 0,-2-2 3 15,2 0 0-15,0-3-3 0,2-2 1 0,-1-3-6 0,1-2-2 0,1-4-15 16,1-1-10-16,3 0-4 0,2-1-14 0,4 0 7 0,2 1 4 0,5-2 0 16,3 0 11-16,3-2-4 0,4 2-9 0,3-1 13 0,4 1-1 15,2 1 1-15,2-1 10 0,1 2-7 0,1-3 4 0,0 1 8 0,0-3 2 16,1 1 1-16,1-1-1 0,-1 0 4 0,0 2-1 0,-3 0 13 0,-2 0 7 15,-2 1-8-15,-3 0 8 0,1 0-3 0,-4 1-16 0,-3 2 17 16,-1 1-3-16,-2 2-11 0,-2 1 12 0,-2 1-12 0,-3 1 0 0,-2 4 8 16,-2 0 6-16,-3 2-10 0,-3 1 2 0,-2 1-2 0,-1 1-5 15,-3 2-2-15,1 0-9 0,-2 2-11 0,0 1 0 0,-1 1-1 0,-1 2 1 16,0 1 6-16,1 3-5 0,-1 1-1 0,2 1 16 0,0 0-5 0,1 2-2 16,2 3 4-16,-1 0-11 0,2 3 1 0,1 1 4 0,3 2-1 15,0 1-5-15,4 2-14 0,1 0 15 0,3 2 3 0,2 0 3 0,2-1 15 16,2 2-21-16,2-2-11 0,2 2 7 0,2-1-4 0,1-1 5 0,1-1 10 15,3 0-2-15,0-3-5 0,0 2 5 0,2-2-2 0,0 0 1 16,-2-1 3-16,1 0-6 0,-2-1 6 0,2-3 0 0,-1-2 2 0,-2-1 3 16,1 0-3-16,-2-1 9 0,-1 0-7 0,-5 0-6 0,-1-1 0 0,-2-1 2 15,-2-2-2-15,-1 0 8 0,0 1-6 0,-2-1-2 0,0-1-2 16,-1 1-3-16,-1-1 3 0,-1 0-6 0,-1-1-3 0,1 0-3 0,-1-1-2 16,-1 0-3-16,1-1 3 0,-2 1 9 0,-1-1 2 0,0-1 10 15,-2 0 6-15,0 1 0 0,-2-2-2 0,0 0-1 0,-1 0-1 0,0-1 2 16,-1 0 0-16,1-1 0 0,0 0-7 0,-1 0 0 0,-1 0 9 0,2 0-7 15,-1-1 3-15,2-1-3 0,1 1-4 0,2 0 1 0,0-1-3 16,1 2-1-16,1-1-2 0,1 1 3 0,1 0-5 0,0 0 7 0,2 0 1 16,-1 0-10-16,1 0 7 0,1 0-5 0,0 0 6 0,1-2 6 0,1 1-8 15,1 0 2-15,2-2-3 0,1 0 1 0,0 0 7 0,1 0-4 16,-1 1 0-16,0 0 2 0,0 0-3 0,2 0 1 0,-1 1-3 0,2-1-1 16,-1 1 3-16,0-1-10 0,0 1 6 0,1-1-7 0,0 1-3 15,1 0 5-15,-3 2-9 0,2-1-5 0,-2 1-4 0,-1 0-11 0,0 0-5 16,-1 2-5-16,-1-1 4 0,-2 1 7 0,0 0 5 0,0 0 4 0,-1 0 0 15,0 0-1-15,-1 1-6 0,0-1-8 0,0 1-10 0,1-1-6 16,-1 0 0-16,1-1 0 0,1 1 1 0,0-1-12 0,-1-1-15 0,0 1-26 16,-1 0-35-16,1-1-26 0,1 0-14 0,0 0 4 0,0-2 29 0,0 2 36 15,0-1 31-15,0 0 29 0,0 1 24 0,-1-2 13 0,0 0 16 16,0 0 10-16,0 0 5 0,0 1 6 0,-1-1 16 0,1 1 17 0,-1 1 20 16,1-1 14-16,-1 1 6 0,0 0-1 0,1 0 0 0,0 0 2 15,-1 0-1-15,1 1 0 0,0 0-6 0,0 0 2 0,1-1 3 0,-2 1 1 16,1-1 2-16,-1 1-5 0,0 0-2 0,0 0-8 0,0 1-7 0,0-1 0 15,0-1-13-15,1 1-4 0,-1 1-14 0,0 0-2 0,1 1-1 16,-1 1-7-16,1-1-4 0,0 2-12 0,-1 1-2 0,1 0 10 0,0 1-5 16,1 1 3-16,1 2-4 0,-1 0-12 0,2 3 6 0,0 2-7 0,0 0-1 15,0 2 2-15,0-2 0 0,-1 1 0 0,0 0 0 0,0 0-7 16,-1 1-1-16,1-2-5 0,-1 1-10 0,1-2-6 0,-1 0-24 0,0-1-32 16,0-1-78-16,-1-2-96 0,1 0-139 0,-1-2-110 0,1-3 59 15,0-3-125-15</inkml:trace>
  <inkml:trace contextRef="#ctx0" brushRef="#br0" timeOffset="18750.77">10889 11741 3368 0,'-8'-5'115'0,"1"2"-33"0,0-2-65 16,3 3-4-16,4 1-8 0,0 1-18 0,2 1-15 0,1 1-15 0,0 1-17 16,2 1-15-16,0 1-39 0,0 0-69 0,3 2-108 0,1 1-177 15,2 1-227-15,5 2 35 0,2 0-94 0</inkml:trace>
  <inkml:trace contextRef="#ctx0" brushRef="#br0" timeOffset="19083.77">11808 11751 2646 0,'-1'-6'379'0,"1"0"-264"15,1 0-66-15,-1 0-17 0,1 1-5 0,1 0-8 0,-1 0-14 0,0 2-21 16,-1 0-3-16,-2 1-11 0,-1 1-4 0,-1 0-8 0,-2 1-17 0,-2 0-5 15,-4 1-6-15,-1 1 15 0,-2 0 11 0,-2 2 8 0,0 0 12 16,-2 2 11-16,0 0 5 0,1 1 3 0,-2 0 2 0,0 1 1 0,0-1 6 16,-1 2 14-16,1-1 10 0,3 1 10 0,2 0 9 0,3-2-10 0,2 1-7 15,3 0-8-15,4-1-15 0,1 2-5 0,2 1-7 0,3 3-4 16,2 1 11-16,4 0-2 0,3 2 10 0,3 1-1 0,3 1 9 0,1-1 3 16,4 2 1-16,1-1-1 0,2-1-12 0,2 1 8 0,2 1 2 15,2 0 4-15,-1 1 3 0,2 0 1 0,-2-1-4 0,-1 0-5 0,-1 1 15 16,-3-1-6-16,-3-1 6 0,-1 0 8 0,-4 1-8 0,-3-1-4 0,-3 0-3 15,-3 1-10-15,-4 0-8 0,-2 1-6 0,-3 1-4 0,-4-2-13 16,-2 2-11-16,-5-1-10 0,-4 0-13 0,-3 0-2 0,-5-1-8 0,-3 0-5 16,-5-3-2-16,-2 0-9 0,-5-1-10 0,0-2-40 0,-3-2-53 0,-1-1-99 15,-1-2-215-15,-4-2-180 0,-4-2-205 0</inkml:trace>
  <inkml:trace contextRef="#ctx0" brushRef="#br0" timeOffset="19551.75">12398 12400 2601 0,'-18'-12'399'15,"2"0"-240"-15,-3-2-40 0,6 1-36 0,5 2-16 0,2 1-23 16,3 0-16-16,4 0-13 0,4 2-10 0,4-3-5 0,5-2 6 0,3-1-1 16,7-2 3-16,4 1 1 0,6-2-16 0,5-1 1 0,6-1 6 0,3-3-7 15,5 1 16-15,3-1-4 0,4-1-21 0,2 0 6 0,2 1 9 16,0-1 1-16,-1 0 9 0,1 0 0 0,0 0-7 0,-2 0-2 0,-3 1 4 16,-3 0-4-16,0 2 3 0,-4-1-3 0,-1 1 4 15,-3 3 6-15,-4 0-5 0,-4 1 4 0,-3 2-1 0,0 2 1 0,-4 0-14 0,-1 0-1 16,-3 1-3-16,-2 2-2 0,-3 0 7 0,-2 3-6 0,-2 1-3 0,-4 0-5 15,0 1-10-15,-4 1-18 0,-2 2-16 0,-2-2-23 0,-2 2-27 16,-1 0-24-16,-1 0-35 0,-2 0-80 0,0-1-114 0,1 0-174 0,0 0-74 16,1-3 98-16,2-2 13 0</inkml:trace>
  <inkml:trace contextRef="#ctx0" brushRef="#br0" timeOffset="19833.75">14162 11231 2778 0,'-12'-9'201'16,"3"2"-86"-16,0-1-38 0,4 3-20 0,3 2-18 0,2 1-8 0,2 0-15 16,0 2-16-16,3 0 2 0,2 0-6 0,2 1-1 0,2 1 3 0,2 0 2 15,0 2 0-15,3-1 2 0,4 1-6 0,1 2-7 0,3-1 2 16,4 1-2-16,0 1 6 0,3-1 5 0,0-1-5 0,4 1 1 0,-1 0-3 16,2 0 2-16,1-1 10 0,-1 1 0 0,1 0-3 0,-2 0 5 15,2 0-7-15,-1 0 4 0,0 0 3 0,0 1-2 0,-4-1 1 0,1 1 6 16,-2-2 3-16,-1 1 8 0,-2 1 10 0,-1-1-4 0,-5 0 7 0,-2 1-4 15,-3 0 5-15,-4 0 0 0,-1 0-28 0,-4-1-2 0,-1 2 1 16,-4 3 5-16,-3 1 13 0,-2 3-1 0,-5 2-27 0,-2 3-8 0,-4 2-16 16,-6 3-11-16,-5 4-6 0,-6 2-23 0,-6 4-6 0,-4 1-29 0,-4 4-42 15,-4-1-56-15,-4 0-98 0,-4 2-169 0,-4 1-274 0,-6 2-95 16</inkml:trace>
  <inkml:trace contextRef="#ctx0" brushRef="#br0" timeOffset="29318.37">1814 3765 1338 0,'-13'6'430'0,"2"3"-448"0,-2 4 24 0,-2 5-9 15,-1 5 13-15,0 9-2 0,1 5 2 0,3 6 7 0,2 9-13 16,2 5-1-16,1 6-7 0,2 6-1 0,1 7-3 0,2 6-2 0,1 6 5 15,1 8-5-15,1 3 4 0,3 5 4 0,0 5-2 0,-1 3 1 0,2 4 5 16,1 2-1-16,-1 2 0 0,0 2-3 0,0 2-1 0,-2 3 3 16,0 2 0-16,0 2 1 0,-2 2 14 0,0 3 0 0,-1 2 3 0,0 4 6 15,-1 0 1-15,-1 2 3 0,0 3 3 0,1-1 2 0,0 2-8 0,0-1 4 16,1 2 8-16,0 1 5 0,2 1-2 0,0 1-24 0,1 1 20 16,0 1-26-16,0 1 4 0,2 1 28 0,-1 2-27 0,2 0 36 0,-2 3 27 15,1 2 3-15,0 2 4 0,1 5-15 0,0 1-40 0,-1 1-8 16,1 1-12-16,-2 21-13 0,8 125 1 0,-3-50-1 0,-2-46 3 0,1-69 3 15,-2 1-9-15,0 2-1 0,-1-2 3 0,0 1-3 0,0-3 4 0,-2-1 1 16,0-3-4-16,-2-1 1 0,-1-3 7 0,2-5-2 0,-1-1 0 16,0-5 3-16,-1-4-16 0,0-5 10 0,1-6 1 0,0-3 2 0,2-4 8 15,-1-4-8-15,1-4-3 0,2-8 3 0,0-4 3 0,3-6-1 0,-1-2 1 16,3-7-3-16,2-2 0 0,0-2-1 0,2-5-6 0,2-3 14 16,1-5-4-16,1-5 6 0,4-4 11 0,4-5-7 0,1-3 6 0,4-3 5 15,-1-4 4-15,2-1 3 0,1-4-1 0,3-2-5 0,3-4 0 16,1-2-4-16,2 0-10 0,1-4-3 0,2 0-6 0,2-2-1 0,1-3 13 15,3-1-1-15,2-2 1 0,3-1-6 0,4-3-1 0,3-2-4 0,3-1 6 16,3-3-6-16,5-3 2 0,1-2-1 0,3-2-4 0,4-2 2 16,2-1-2-16,5-2 6 0,3 0-2 0,2-4-4 0,2-1-2 0,5-2-5 15,1 0 9-15,2-2-5 0,5-1 1 0,1 0 0 0,2-3-3 0,5-1 8 16,1 1-8-16,4-2 4 0,2 1 1 0,0-2-4 0,3 3 6 16,1 0-2-16,3 1-2 0,4 1 4 0,2-1 0 0,3 0-2 0,3 0 8 15,4 0-4-15,2-1-3 0,4 1 11 0,3-1-3 0,2 1 3 0,2-2 0 16,3-1-7-16,5-1-2 0,5-1 1 0,3 0 8 0,3-1-2 15,3 1-10-15,0-1 0 0,6 1-3 0,3-1-4 0,1 1 3 0,3 0-4 16,2 2 3-16,2 1-2 0,3 3 2 0,2 2 3 0,1 0-12 16,4 0 7-16,0 2-1 0,3-1-4 0,3 2 5 0,4 0-5 0,0 0-5 15,4 1 12-15,6 0 10 0,0 1 9 0,7 0 10 0,1-1-4 0,2-1-3 16,5 2-8-16,-1-1-2 0,3 0-2 0,1-1-10 0,0 0 3 16,5-2-1-16,1 1-1 0,5 0 4 0,2-1 7 0,2 0-2 0,4 0 7 15,-2 2 5-15,4-1-3 0,0 0 5 0,1 2-8 0,3-2-4 16,-3 1 10-16,4 3-1 0,-4 2 5 0,0 1 7 0,-1 2-10 0,-1 1 2 15,1 2 1-15,-2 2-7 0,3 2 9 0,-5 1-3 0,0 2 2 0,-1 1-6 16,-5 0 6-16,3 1 5 0,-5 1-7 0,1 1 6 0,-4 1-4 16,-3 1-13-16,0 2 2 0,-4-1-7 0,3 2-4 0,0 1 11 0,-3 1-4 15,2 1 10-15,-8 0-4 0,-2 0-8 0,-4 0 5 0,-3 0 1 0,-1 0 2 16,-2-1 6-16,-8 2-2 0,-1 0 3 0,-4 1 9 0,-6 1 5 16,0 1 6-16,-5 1 0 0,-3-1-2 0,1 1-1 0,-3 0 2 0,-7 1-4 15,-6-3 5-15,-8 1-5 0,-9 0-11 0,-10-2-8 0,-4 0 0 0,-8 2 2 16,-3 0 4-16,-3 2-22 0,-8-2 0 0,-4 0 0 0,-4 1 0 15,-5-2 0-15,-6 3 0 0,-7-2 0 0,-8-1 0 0,-3-3 0 0,-7 1 0 16,-2-1 0-16,-8-2-2 0,-7-1-78 0,-5-3-24 0,-9-2-38 16,-7-3-60-16,-7-2-82 0,-8-3-143 0,-4-2-249 0,-5-7-145 0,-4-6-159 15</inkml:trace>
  <inkml:trace contextRef="#ctx0" brushRef="#br0" timeOffset="30353.37">3399 4399 8 0,'-4'3'465'0,"-3"-5"719"16,1-3 709-16,1-2-1923 0,10-9-10 0,12 5-5 0,10 0 7 15,8 1 36-15,6 0 2 0,6-1-2 0,7-1 4 0,7 2-5 0,10-1-5 0,7 1-8 16,11 2-24-16,7 2-21 0,9 2-12 0,5 1 3 0,4 0 16 16,6-1 20-16,1 0 15 0,4 1 7 0,2-2 1 0,0 0 5 0,4 0 2 15,1 1 2-15,1 1-3 0,5 0 2 0,0 1-4 0,5 0 2 0,3-1 7 16,2 0-4-16,5-2 4 0,3-2 1 0,5-1 0 0,4-2-1 16,6-1-2-16,4-2 0 0,3 0 2 0,5-1 6 0,3-1 3 0,4 0 6 15,3-1 2-15,5 0 5 0,3 1 2 0,2-2 0 0,6 0 2 16,4 0 0-16,2-1-4 0,4-1 3 0,4-1-13 0,0 1-10 0,6-1-2 15,4 2 1-15,3 0 10 0,4 0 4 0,2-1 1 0,2 1-9 0,3-2 0 16,3 0 2-16,2 2 2 0,1 0 5 0,2 1-4 0,1 2 10 16,2 1-4-16,2 1-4 0,2 1 6 0,1 0-5 0,3 3 5 0,-2 0-4 15,4 2 1-15,-1 0-1 0,2 0-7 0,-2 2 12 0,0 1-5 0,4 1-4 16,-3 2 1-16,3-1-14 0,1 0-1 0,-1 1-1 0,0-1-5 16,-3 1 8-16,2 1-12 0,-4 0 3 0,0 1-2 0,-3 0-6 0,-3 0 15 15,-3 1-6-15,-2 0 8 0,-2 1 2 0,-4-1-4 0,-3-1 9 16,0 1 8-16,-1-1-4 0,-2 1 6 0,-7 0-2 0,-6 1-12 0,-6 1 14 15,-4 2-6-15,-3 1 1 0,-1 1 11 0,-7 1-10 0,-1 1 2 0,-3-1-2 16,-3 2-5-16,2 0 1 0,1 0 3 0,-2 2 1 0,0 1-1 16,-6 0-2-16,-10 0-5 0,-8 4-1 0,-5 1 0 0,-3 3 0 0,-5-1-16 15,-3 3 2-15,-9 0 8 0,-4 2 0 0,-8 2 6 0,-4 0 8 0,-6 3-16 16,-5 0-2-16,-3 3 6 0,-4 1-10 0,-7 2 10 0,-7 2-8 16,-5 0 6-16,-6 1-4 0,-2 3 0 0,-3 1 12 0,-5 3-4 0,-9 0-14 15,-6 2 8-15,-8-1-9 0,-4 3 1 0,-3 1 12 0,-3 2-10 16,-2 3 2-16,-6 0 1 0,-2 2-1 0,-3 1 2 0,-3 1 0 0,-1 4-9 15,-2 2 9-15,-3 4 2 0,-1 1-4 0,-3 3 12 0,-1 1-12 0,-2 2 4 16,-4 3-2-16,0 1-1 0,-2 1 1 0,-2 4 0 0,-2 2 0 16,-2 5 6-16,0 3 0 0,0 3-2 0,-1 3-2 0,-1 3-4 0,-2 2-1 15,0 3-5-15,0 2 7 0,0 2-13 0,-1 1 13 0,2 0-1 0,1 4-2 16,0 0 14-16,0 1-6 0,-1 2-4 0,1 1-1 0,-1 4-5 16,1 2-1-16,0 1-6 0,0 1 9 0,0 0 6 0,0 1-5 0,0 0 11 15,0 2-14-15,0 2-3 0,-1 0 8 0,-1 3-3 0,-2 3 10 16,2-3 4-16,-2 3-1 0,0 2 5 0,-1-2-5 0,-1 2-5 0,-2 1-2 15,-2 0 6-15,0 2 4 0,-2 0 10 0,-1 2 5 0,-1-1 0 0,-2 1 7 16,0-1-12-16,-1 0 18 0,0-4-7 0,-1-2-8 0,0 0 29 16,0 0-18-16,-1 0 3 0,2 3 4 0,-1 1-17 0,1 0-2 0,0-1-2 15,1-5-10-15,0-2-4 0,1-1-8 0,1-3 4 0,-1-2-2 0,2 4 2 16,-1-1-12-16,-1 3-30 0,-2 1-50 0,-2-1-91 0,-2 0-116 16,-5 3-233-16,-2 2-347 0,-7 9 14 0,-7 7-23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692C-25C0-D399-22AA-40D71DC39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0A610-89E3-2014-7836-CBE6A2B2F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6769-74FF-DEF5-7D52-8F89C776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2BED0-D038-2A64-643F-7F768F72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52A3-B5D5-E1D9-E536-DE658D63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8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7AB8-A7D5-D70E-C38B-622E86E7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9BBC2-ACC9-E2A1-4781-5CE7CB8DB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16FA7-7818-8994-8A27-5818C1A2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B5B4D-C9C5-5588-E7F2-8D38169C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E9606-944E-3490-265C-CA80EB69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5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272C-C218-5C49-2321-1F62D32F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8B12C-83CD-64A2-A1D6-8870A0C9A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72185-3F8B-0CA1-3347-834A16E3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A7BAF-7C06-17E0-46CA-C829F582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D02E-2928-1A01-1D4C-B9654B7D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0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5D30-ED43-CC27-4501-8CBBBFD8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8FB0D-852F-BBAC-C2C5-A6473EC5F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5D444-9456-20CE-1754-A4165A17E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FF6FB-DEAB-9DD4-5240-C1F4C9D8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3863B-6004-8168-7B53-7222CD65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14B1A-9D44-20F4-6C03-432D3652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3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1F02-D603-CF3D-A605-EDFF3E18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C8763-759D-955C-D66D-69C6D92B9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DF643-7E25-747E-24AA-891E19A15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8EFD6-05D7-3788-8293-82B338D93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913E5-38A1-DCFE-5C1C-0A866C477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14413A-B225-8B06-3E6B-FB5270EC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152E6-091B-6C13-E0CC-BDFB92B0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800B4-E126-9BCC-7CEA-1950DE53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9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1C9B-51DF-9D4B-12EA-609DBAB9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4D1F7-0F19-8A8F-6AF0-F87C9443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767EA-6324-075C-97A7-90241AE4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09A2E-C28C-8C54-270B-C8208236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08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CC888-B919-8B3C-1E44-8FF22A5C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0A70D-E674-ACE4-23C8-19E828E7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68983-239E-142C-FE12-08BBF88D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15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8A1BD-AE18-CB65-0546-13EE1D16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884C9-1678-79E7-6CE4-B2C235410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603DE-CB56-1376-E702-2C5F60386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FF817-665F-872E-80A0-EB39C835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C1675-64ED-4FCE-E1B7-4BB7A373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87AE4-16E6-467E-C807-34917891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7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4DB9-22CD-38DF-A49A-F257F672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36F0C1-6477-CBB7-2D6D-F93C74EC1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2DB9F-7F81-12EA-18F2-E8B833B3E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07128-B14B-C803-BC1A-11B21E69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F1FAB-A139-1466-AA05-B4D205FE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65634-AF12-7CFE-BA3C-C9ECF19A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1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6E77-A59F-CDDC-FF14-A38F87C3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8A836-4A76-20DF-ECD7-09CE28479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D7CBF-B7E5-EE3E-A50F-252EDC89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CE1F1-2B23-182B-F6CD-D5866D1F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4D80D-E8C7-7AA5-4D4E-1897D76B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3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130AE-4A36-A0D3-FD34-9BC3B11F6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76D55-2914-F07E-057F-0F26085F9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B6D19-7C22-556E-EA19-BF9CE682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04CF8-A848-9F47-9216-0D5795D6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CEEF-01F0-25B7-05C4-4F253980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213D0-83FF-F61D-E4CC-E2FB0813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FFDE-DAAD-F024-C094-5DA888378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3CE92-F335-A39C-36E0-999820D46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8A7A6-0B04-494D-876F-54EC7DA82CC8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9D979-2A2A-288A-1FAF-C2A8844D6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FFB9-38B1-9545-D560-B7D10DC62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CF83E-A7AC-49B4-8DBC-FE8943E02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3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api/_as_gen/matplotlib.pyplot.figure.html#matplotlib.pyplot.figure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plotly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7E68-6164-1517-822C-E9969CD45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544C9-7690-7ACC-4A13-C214E5571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634"/>
            <a:ext cx="9144000" cy="74416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3857445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1C934-6C0E-BF55-2DB0-BE8C78B0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EF17-1CD9-4A31-5BC5-67E3D4BA4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1-oy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/>
              <a:t>2-oyda</a:t>
            </a:r>
          </a:p>
          <a:p>
            <a:r>
              <a:rPr lang="en-US" dirty="0"/>
              <a:t>Visualization </a:t>
            </a:r>
            <a:r>
              <a:rPr lang="en-US" dirty="0" err="1"/>
              <a:t>kutubxonalari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F88BB1-1A36-BD5F-9775-4DEFFF0D77F7}"/>
                  </a:ext>
                </a:extLst>
              </p14:cNvPr>
              <p14:cNvContentPartPr/>
              <p14:nvPr/>
            </p14:nvContentPartPr>
            <p14:xfrm>
              <a:off x="959760" y="1498680"/>
              <a:ext cx="4421880" cy="2478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F88BB1-1A36-BD5F-9775-4DEFFF0D77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0400" y="1489320"/>
                <a:ext cx="4440600" cy="249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80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18E5-2CF8-99E0-9ADC-D3E13D0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1-oy </a:t>
            </a:r>
            <a:r>
              <a:rPr lang="en-US" b="1" dirty="0" err="1"/>
              <a:t>taxlili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665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90AB-55A6-4E3F-B71B-B2FE238C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</a:t>
            </a:r>
            <a:r>
              <a:rPr lang="en-US" dirty="0" err="1"/>
              <a:t>oyda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F78F-88D6-D486-3097-D1F600FA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Funksiya+Data</a:t>
            </a:r>
            <a:r>
              <a:rPr lang="en-US" dirty="0"/>
              <a:t> Preprocessing</a:t>
            </a:r>
          </a:p>
          <a:p>
            <a:r>
              <a:rPr lang="en-US" dirty="0" err="1"/>
              <a:t>Algorithmlar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yasash</a:t>
            </a:r>
            <a:endParaRPr lang="en-US" dirty="0"/>
          </a:p>
          <a:p>
            <a:r>
              <a:rPr lang="en-US" dirty="0"/>
              <a:t>Uni </a:t>
            </a:r>
            <a:r>
              <a:rPr lang="en-US" dirty="0" err="1"/>
              <a:t>saqlash</a:t>
            </a:r>
            <a:endParaRPr lang="en-US" dirty="0"/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81941C-4B33-0FFC-8ABB-5CFAAD5FEB2D}"/>
                  </a:ext>
                </a:extLst>
              </p14:cNvPr>
              <p14:cNvContentPartPr/>
              <p14:nvPr/>
            </p14:nvContentPartPr>
            <p14:xfrm>
              <a:off x="488880" y="883440"/>
              <a:ext cx="11704320" cy="5654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81941C-4B33-0FFC-8ABB-5CFAAD5FEB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520" y="874080"/>
                <a:ext cx="11723040" cy="56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702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09F7-F405-A13B-1A3C-C7241CF6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9779-8FB1-CDA2-77E7-F93E76D4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2-oyda</a:t>
            </a:r>
          </a:p>
        </p:txBody>
      </p:sp>
    </p:spTree>
    <p:extLst>
      <p:ext uri="{BB962C8B-B14F-4D97-AF65-F5344CB8AC3E}">
        <p14:creationId xmlns:p14="http://schemas.microsoft.com/office/powerpoint/2010/main" val="263441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14B5-CCEE-38D0-737B-8E17E953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2-oyda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048FB-5147-4B61-4F69-B422FD0FA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Kelishuv</a:t>
            </a:r>
            <a:endParaRPr lang="en-US" dirty="0"/>
          </a:p>
          <a:p>
            <a:pPr lvl="1"/>
            <a:r>
              <a:rPr lang="en-US" dirty="0" err="1"/>
              <a:t>Darsga</a:t>
            </a:r>
            <a:r>
              <a:rPr lang="en-US" dirty="0"/>
              <a:t> </a:t>
            </a:r>
            <a:r>
              <a:rPr lang="en-US" dirty="0" err="1"/>
              <a:t>o’z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kirishlik</a:t>
            </a:r>
            <a:endParaRPr lang="en-US" dirty="0"/>
          </a:p>
          <a:p>
            <a:pPr lvl="1"/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xolatlarni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aytib</a:t>
            </a:r>
            <a:r>
              <a:rPr lang="en-US" dirty="0"/>
              <a:t> </a:t>
            </a:r>
            <a:r>
              <a:rPr lang="en-US" dirty="0" err="1"/>
              <a:t>qo’yishlik</a:t>
            </a:r>
            <a:endParaRPr lang="en-US" dirty="0"/>
          </a:p>
          <a:p>
            <a:pPr lvl="1"/>
            <a:r>
              <a:rPr lang="en-US" dirty="0"/>
              <a:t>2- </a:t>
            </a:r>
            <a:r>
              <a:rPr lang="en-US" dirty="0" err="1"/>
              <a:t>qismda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biron</a:t>
            </a:r>
            <a:r>
              <a:rPr lang="en-US" dirty="0"/>
              <a:t> </a:t>
            </a:r>
            <a:r>
              <a:rPr lang="en-US" dirty="0" err="1"/>
              <a:t>ish</a:t>
            </a:r>
            <a:r>
              <a:rPr lang="en-US" dirty="0"/>
              <a:t> </a:t>
            </a:r>
            <a:r>
              <a:rPr lang="en-US" dirty="0" err="1"/>
              <a:t>chiqib</a:t>
            </a:r>
            <a:r>
              <a:rPr lang="en-US" dirty="0"/>
              <a:t> </a:t>
            </a:r>
            <a:r>
              <a:rPr lang="en-US" dirty="0" err="1"/>
              <a:t>qolsa</a:t>
            </a:r>
            <a:r>
              <a:rPr lang="en-US" dirty="0"/>
              <a:t> </a:t>
            </a:r>
            <a:r>
              <a:rPr lang="en-US" dirty="0" err="1"/>
              <a:t>aytib</a:t>
            </a:r>
            <a:r>
              <a:rPr lang="en-US" dirty="0"/>
              <a:t> </a:t>
            </a:r>
            <a:r>
              <a:rPr lang="en-US" dirty="0" err="1"/>
              <a:t>qo’yishlik</a:t>
            </a:r>
            <a:endParaRPr lang="en-US" dirty="0"/>
          </a:p>
          <a:p>
            <a:pPr lvl="1"/>
            <a:r>
              <a:rPr lang="en-US" dirty="0" err="1"/>
              <a:t>Vazifalarni</a:t>
            </a:r>
            <a:r>
              <a:rPr lang="en-US" dirty="0"/>
              <a:t> </a:t>
            </a:r>
            <a:r>
              <a:rPr lang="en-US" dirty="0" err="1"/>
              <a:t>vaqtida</a:t>
            </a:r>
            <a:r>
              <a:rPr lang="en-US" dirty="0"/>
              <a:t> </a:t>
            </a:r>
            <a:r>
              <a:rPr lang="en-US" dirty="0" err="1"/>
              <a:t>topshiring</a:t>
            </a:r>
            <a:r>
              <a:rPr lang="en-US" dirty="0"/>
              <a:t>(</a:t>
            </a:r>
            <a:r>
              <a:rPr lang="en-US" dirty="0" err="1"/>
              <a:t>muddat</a:t>
            </a:r>
            <a:r>
              <a:rPr lang="en-US" dirty="0"/>
              <a:t> </a:t>
            </a:r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bo’ladigan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15:00 </a:t>
            </a:r>
            <a:r>
              <a:rPr lang="en-US" dirty="0" err="1"/>
              <a:t>gacha</a:t>
            </a:r>
            <a:r>
              <a:rPr lang="en-US" dirty="0"/>
              <a:t>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B80160-318C-FA0B-88BA-3DB17B084790}"/>
                  </a:ext>
                </a:extLst>
              </p14:cNvPr>
              <p14:cNvContentPartPr/>
              <p14:nvPr/>
            </p14:nvContentPartPr>
            <p14:xfrm>
              <a:off x="985680" y="771480"/>
              <a:ext cx="10634400" cy="483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B80160-318C-FA0B-88BA-3DB17B0847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6320" y="762120"/>
                <a:ext cx="10653120" cy="48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78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47F6-C5DC-EF20-8F76-DFC04E3ED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2-oyda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0C382-D2AE-E8FD-1452-6873A7420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 </a:t>
            </a:r>
            <a:r>
              <a:rPr lang="en-US" dirty="0" err="1"/>
              <a:t>oyda</a:t>
            </a:r>
            <a:r>
              <a:rPr lang="en-US" dirty="0"/>
              <a:t> </a:t>
            </a:r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o’rganamiz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912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3F3D-C078-CC4A-7295-645E0C8C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C9C1-698C-EB5C-8D88-50ED6999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Visualization </a:t>
            </a:r>
            <a:r>
              <a:rPr lang="en-US" b="1" dirty="0" err="1"/>
              <a:t>kutubxonalari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5172B0-4A35-28B6-435F-DB670DE593CE}"/>
                  </a:ext>
                </a:extLst>
              </p14:cNvPr>
              <p14:cNvContentPartPr/>
              <p14:nvPr/>
            </p14:nvContentPartPr>
            <p14:xfrm>
              <a:off x="3045600" y="218880"/>
              <a:ext cx="6119640" cy="4289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5172B0-4A35-28B6-435F-DB670DE593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6240" y="209520"/>
                <a:ext cx="6138360" cy="430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035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CF67-3830-76AF-FBCC-FD6B95AE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</a:t>
            </a:r>
            <a:r>
              <a:rPr lang="en-US" dirty="0" err="1"/>
              <a:t>kutubxonalari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52C7A-70D7-44B9-4153-110A4B8B3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  <a:p>
            <a:r>
              <a:rPr lang="en-US" dirty="0"/>
              <a:t>Seaborn</a:t>
            </a:r>
          </a:p>
          <a:p>
            <a:r>
              <a:rPr lang="en-US" dirty="0" err="1"/>
              <a:t>PlotlyExpress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7E0D81-8D15-31A6-D288-F1DDA0168695}"/>
                  </a:ext>
                </a:extLst>
              </p14:cNvPr>
              <p14:cNvContentPartPr/>
              <p14:nvPr/>
            </p14:nvContentPartPr>
            <p14:xfrm>
              <a:off x="777600" y="147600"/>
              <a:ext cx="10161000" cy="5863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7E0D81-8D15-31A6-D288-F1DDA01686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240" y="138240"/>
                <a:ext cx="10179720" cy="588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03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653B-8714-9603-AD52-5214E697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9AF0-8DBB-B783-3B37-8149A11B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</a:t>
            </a:r>
            <a:r>
              <a:rPr lang="en-US" dirty="0" err="1"/>
              <a:t>kutubxonalari</a:t>
            </a:r>
            <a:r>
              <a:rPr lang="en-US" dirty="0"/>
              <a:t>: Matplotlib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730C-914B-382F-E945-EB87369F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Sodda</a:t>
            </a:r>
            <a:r>
              <a:rPr lang="en-US" dirty="0"/>
              <a:t>, </a:t>
            </a:r>
            <a:r>
              <a:rPr lang="en-US" dirty="0" err="1"/>
              <a:t>statik</a:t>
            </a:r>
            <a:r>
              <a:rPr lang="en-US" dirty="0"/>
              <a:t> visualization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ishlatiladigan</a:t>
            </a:r>
            <a:r>
              <a:rPr lang="en-US" dirty="0"/>
              <a:t> </a:t>
            </a:r>
            <a:r>
              <a:rPr lang="en-US" dirty="0" err="1"/>
              <a:t>Pythin</a:t>
            </a:r>
            <a:r>
              <a:rPr lang="en-US" dirty="0"/>
              <a:t> </a:t>
            </a:r>
            <a:r>
              <a:rPr lang="en-US" dirty="0" err="1"/>
              <a:t>kutubxonasi</a:t>
            </a:r>
            <a:endParaRPr lang="en-US" dirty="0"/>
          </a:p>
          <a:p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xollatlarda</a:t>
            </a:r>
            <a:r>
              <a:rPr lang="en-US" dirty="0"/>
              <a:t> </a:t>
            </a:r>
            <a:r>
              <a:rPr lang="en-US" dirty="0" err="1"/>
              <a:t>ishlaydi</a:t>
            </a:r>
            <a:endParaRPr lang="en-US" dirty="0"/>
          </a:p>
          <a:p>
            <a:pPr lvl="1"/>
            <a:r>
              <a:rPr lang="en-US" dirty="0"/>
              <a:t>1 ta </a:t>
            </a:r>
            <a:r>
              <a:rPr lang="en-US" dirty="0" err="1"/>
              <a:t>yoki</a:t>
            </a:r>
            <a:r>
              <a:rPr lang="en-US" dirty="0"/>
              <a:t> 2 ta input </a:t>
            </a:r>
            <a:r>
              <a:rPr lang="en-US" dirty="0" err="1"/>
              <a:t>qiymatlar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target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ortasidagi</a:t>
            </a:r>
            <a:r>
              <a:rPr lang="en-US" dirty="0"/>
              <a:t> </a:t>
            </a:r>
            <a:r>
              <a:rPr lang="en-US" dirty="0" err="1"/>
              <a:t>munosabatni</a:t>
            </a:r>
            <a:r>
              <a:rPr lang="en-US" dirty="0"/>
              <a:t> </a:t>
            </a:r>
            <a:r>
              <a:rPr lang="en-US" dirty="0" err="1"/>
              <a:t>korish</a:t>
            </a:r>
            <a:r>
              <a:rPr lang="en-US" dirty="0"/>
              <a:t> </a:t>
            </a:r>
            <a:r>
              <a:rPr lang="en-US" dirty="0" err="1"/>
              <a:t>uchun</a:t>
            </a:r>
            <a:endParaRPr lang="en-US" dirty="0"/>
          </a:p>
          <a:p>
            <a:pPr lvl="1"/>
            <a:r>
              <a:rPr lang="en-US" dirty="0" err="1"/>
              <a:t>Istalgan</a:t>
            </a:r>
            <a:r>
              <a:rPr lang="en-US" dirty="0"/>
              <a:t> </a:t>
            </a:r>
            <a:r>
              <a:rPr lang="en-US" dirty="0" err="1"/>
              <a:t>ikki</a:t>
            </a:r>
            <a:r>
              <a:rPr lang="en-US" dirty="0"/>
              <a:t> input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orasidagi</a:t>
            </a:r>
            <a:r>
              <a:rPr lang="en-US" dirty="0"/>
              <a:t> </a:t>
            </a:r>
            <a:r>
              <a:rPr lang="en-US" dirty="0" err="1"/>
              <a:t>munosabatlarni</a:t>
            </a:r>
            <a:r>
              <a:rPr lang="en-US" dirty="0"/>
              <a:t> </a:t>
            </a:r>
            <a:r>
              <a:rPr lang="en-US" dirty="0" err="1"/>
              <a:t>ko’rish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CE8960-FE50-7933-535A-F9B179F26612}"/>
                  </a:ext>
                </a:extLst>
              </p14:cNvPr>
              <p14:cNvContentPartPr/>
              <p14:nvPr/>
            </p14:nvContentPartPr>
            <p14:xfrm>
              <a:off x="836640" y="165960"/>
              <a:ext cx="10689840" cy="406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CE8960-FE50-7933-535A-F9B179F266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280" y="156600"/>
                <a:ext cx="10708560" cy="407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757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A15E-09D7-5830-BCD0-AA858897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B5A9-4FD6-2F46-A8AA-7F028D20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Matplotlib </a:t>
            </a:r>
            <a:r>
              <a:rPr lang="en-US" b="1" dirty="0" err="1"/>
              <a:t>amaliy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F67BAA-DDF8-D4DD-33CB-B0E05F50AD98}"/>
                  </a:ext>
                </a:extLst>
              </p14:cNvPr>
              <p14:cNvContentPartPr/>
              <p14:nvPr/>
            </p14:nvContentPartPr>
            <p14:xfrm>
              <a:off x="3766680" y="164160"/>
              <a:ext cx="8224200" cy="6383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F67BAA-DDF8-D4DD-33CB-B0E05F50AD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7320" y="154800"/>
                <a:ext cx="8242920" cy="64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31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632C-4688-2850-AE16-EFEE12D41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3215-1BB0-C3AE-1B4F-EA9FCCA2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Matplotlib </a:t>
            </a:r>
            <a:r>
              <a:rPr lang="en-US" b="1" dirty="0" err="1"/>
              <a:t>qo’shimcha</a:t>
            </a:r>
            <a:r>
              <a:rPr lang="en-US" b="1" dirty="0"/>
              <a:t>:</a:t>
            </a:r>
            <a:br>
              <a:rPr lang="en-US" b="1" dirty="0"/>
            </a:br>
            <a:r>
              <a:rPr lang="en-US" b="1" dirty="0">
                <a:hlinkClick r:id="rId2"/>
              </a:rPr>
              <a:t>https://matplotlib.org/stable/api/_as_gen/matplotlib.pyplot.figure.html#matplotlib.pyplot.figure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180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E038-9298-93B8-08DE-85F80457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DC62-784A-5FCF-2002-876CDE4AB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</a:t>
            </a:r>
            <a:r>
              <a:rPr lang="en-US" dirty="0" err="1"/>
              <a:t>kutubxonalari</a:t>
            </a:r>
            <a:r>
              <a:rPr lang="en-US" dirty="0"/>
              <a:t>: Seaborn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851A-94A8-712B-BE0A-8556C6D87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Matplotlibnining</a:t>
            </a:r>
            <a:r>
              <a:rPr lang="en-US" dirty="0"/>
              <a:t> </a:t>
            </a:r>
            <a:r>
              <a:rPr lang="en-US" dirty="0" err="1"/>
              <a:t>ustiga</a:t>
            </a:r>
            <a:r>
              <a:rPr lang="en-US" dirty="0"/>
              <a:t> </a:t>
            </a:r>
            <a:r>
              <a:rPr lang="en-US" dirty="0" err="1"/>
              <a:t>qurilgan</a:t>
            </a:r>
            <a:r>
              <a:rPr lang="en-US" dirty="0"/>
              <a:t> </a:t>
            </a:r>
            <a:r>
              <a:rPr lang="en-US" dirty="0" err="1"/>
              <a:t>chiroyli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koproq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beradigan</a:t>
            </a:r>
            <a:r>
              <a:rPr lang="en-US" dirty="0"/>
              <a:t> Python </a:t>
            </a:r>
            <a:r>
              <a:rPr lang="en-US" dirty="0" err="1"/>
              <a:t>kutubxonasi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9ACBCA-A0E1-471A-9A07-7AFB7CC70802}"/>
                  </a:ext>
                </a:extLst>
              </p14:cNvPr>
              <p14:cNvContentPartPr/>
              <p14:nvPr/>
            </p14:nvContentPartPr>
            <p14:xfrm>
              <a:off x="1538280" y="252360"/>
              <a:ext cx="8479080" cy="236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9ACBCA-A0E1-471A-9A07-7AFB7CC708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8920" y="243000"/>
                <a:ext cx="8497800" cy="23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6558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1B4D-3E9F-A88A-602D-096B6815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BE25-6432-E39D-301E-FA4F0E25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Seaborn </a:t>
            </a:r>
            <a:r>
              <a:rPr lang="en-US" b="1" dirty="0" err="1"/>
              <a:t>amaliy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B60984-2905-AEFE-FD96-AB034453A233}"/>
                  </a:ext>
                </a:extLst>
              </p14:cNvPr>
              <p14:cNvContentPartPr/>
              <p14:nvPr/>
            </p14:nvContentPartPr>
            <p14:xfrm>
              <a:off x="7895880" y="913320"/>
              <a:ext cx="4154760" cy="515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B60984-2905-AEFE-FD96-AB034453A2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86520" y="903960"/>
                <a:ext cx="4173480" cy="517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13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E662-77E9-5F53-1214-ABEA33EA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Seaborn </a:t>
            </a:r>
            <a:r>
              <a:rPr lang="en-US" b="1" dirty="0" err="1"/>
              <a:t>qo’shimcha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EE00-5D1E-556F-BF62-DA86743C3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Seaborn</a:t>
            </a:r>
          </a:p>
          <a:p>
            <a:r>
              <a:rPr lang="en-US" dirty="0">
                <a:hlinkClick r:id="rId2"/>
              </a:rPr>
              <a:t>https://seaborn.pydata.org/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30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22267-F221-1B01-662B-FEABDBA6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DE89-5CF2-F9AB-4DF8-B4399B8B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</a:t>
            </a:r>
            <a:r>
              <a:rPr lang="en-US" dirty="0" err="1"/>
              <a:t>kutubxonalari</a:t>
            </a:r>
            <a:r>
              <a:rPr lang="en-US" dirty="0"/>
              <a:t>: </a:t>
            </a:r>
            <a:r>
              <a:rPr lang="en-US" dirty="0" err="1"/>
              <a:t>Plotly</a:t>
            </a:r>
            <a:r>
              <a:rPr lang="en-US" dirty="0"/>
              <a:t> express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0FA2A-F1E1-FAA3-99B2-0E0E0F5F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Qiziqarli</a:t>
            </a:r>
            <a:r>
              <a:rPr lang="en-US" dirty="0"/>
              <a:t>, </a:t>
            </a:r>
            <a:r>
              <a:rPr lang="en-US" dirty="0" err="1"/>
              <a:t>boshqarilivchan</a:t>
            </a:r>
            <a:r>
              <a:rPr lang="en-US" dirty="0"/>
              <a:t> visual </a:t>
            </a:r>
            <a:r>
              <a:rPr lang="en-US" dirty="0" err="1"/>
              <a:t>chizmalar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</a:t>
            </a:r>
            <a:endParaRPr lang="en-US" dirty="0"/>
          </a:p>
          <a:p>
            <a:pPr lvl="1"/>
            <a:r>
              <a:rPr lang="en-US" dirty="0" err="1"/>
              <a:t>Yaqinlashtirish</a:t>
            </a:r>
            <a:endParaRPr lang="en-US" dirty="0"/>
          </a:p>
          <a:p>
            <a:pPr lvl="1"/>
            <a:r>
              <a:rPr lang="en-US" dirty="0" err="1"/>
              <a:t>Uzuqlashtirish</a:t>
            </a:r>
            <a:endParaRPr lang="en-US" dirty="0"/>
          </a:p>
          <a:p>
            <a:pPr lvl="1"/>
            <a:r>
              <a:rPr lang="en-US" dirty="0"/>
              <a:t>Filter </a:t>
            </a:r>
            <a:r>
              <a:rPr lang="en-US" dirty="0" err="1"/>
              <a:t>qilish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C25C49-62C5-F27F-2966-DFE461285DC7}"/>
                  </a:ext>
                </a:extLst>
              </p14:cNvPr>
              <p14:cNvContentPartPr/>
              <p14:nvPr/>
            </p14:nvContentPartPr>
            <p14:xfrm>
              <a:off x="807480" y="54360"/>
              <a:ext cx="10133280" cy="650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C25C49-62C5-F27F-2966-DFE461285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120" y="45000"/>
                <a:ext cx="10152000" cy="652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2618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71C6-1CB3-B1B4-8F8B-3988261B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D751-7AA4-69EB-433F-A0CCC963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Plotly</a:t>
            </a:r>
            <a:r>
              <a:rPr lang="en-US" b="1" dirty="0"/>
              <a:t> express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3191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1F13-E9FF-605A-7BA9-E42ECB64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2D7A-BC63-BBB9-776F-66F64E77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Plotly</a:t>
            </a:r>
            <a:r>
              <a:rPr lang="en-US" b="1" dirty="0"/>
              <a:t> express </a:t>
            </a:r>
            <a:r>
              <a:rPr lang="en-US" b="1" dirty="0" err="1"/>
              <a:t>qo’shimcha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86DFB-855F-3465-A78F-C0D12074D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Plotly</a:t>
            </a:r>
            <a:r>
              <a:rPr lang="en-US" dirty="0"/>
              <a:t> express</a:t>
            </a:r>
          </a:p>
          <a:p>
            <a:r>
              <a:rPr lang="en-US" dirty="0">
                <a:hlinkClick r:id="rId2"/>
              </a:rPr>
              <a:t>https://plotly.com/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89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7FBD-4DC5-2E18-B9F6-7BF11450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C2EF-FC0D-AF1C-7992-DC662152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Umumiy</a:t>
            </a:r>
            <a:r>
              <a:rPr lang="en-US" b="1" dirty="0"/>
              <a:t> </a:t>
            </a:r>
            <a:r>
              <a:rPr lang="en-US" b="1" dirty="0" err="1"/>
              <a:t>xulosa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4080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1F1B-B3EA-6369-BEDC-5E82B044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xulosa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6DF4-04F5-98C1-67F5-07443B50D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e’tibor</a:t>
            </a:r>
            <a:r>
              <a:rPr lang="en-US" dirty="0"/>
              <a:t> </a:t>
            </a:r>
            <a:r>
              <a:rPr lang="en-US" dirty="0" err="1"/>
              <a:t>berilishi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bo’lgan</a:t>
            </a:r>
            <a:r>
              <a:rPr lang="en-US" dirty="0"/>
              <a:t> </a:t>
            </a:r>
            <a:r>
              <a:rPr lang="en-US" dirty="0" err="1"/>
              <a:t>xolatlar</a:t>
            </a:r>
            <a:endParaRPr lang="en-US" dirty="0"/>
          </a:p>
          <a:p>
            <a:r>
              <a:rPr lang="en-US" dirty="0"/>
              <a:t>Missing </a:t>
            </a:r>
            <a:r>
              <a:rPr lang="en-US" dirty="0" err="1"/>
              <a:t>valuelardan</a:t>
            </a:r>
            <a:r>
              <a:rPr lang="en-US" dirty="0"/>
              <a:t> </a:t>
            </a:r>
            <a:r>
              <a:rPr lang="en-US" dirty="0" err="1"/>
              <a:t>tozalash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  <a:p>
            <a:r>
              <a:rPr lang="en-US" dirty="0" err="1"/>
              <a:t>Tanlab</a:t>
            </a:r>
            <a:r>
              <a:rPr lang="en-US" dirty="0"/>
              <a:t> </a:t>
            </a:r>
            <a:r>
              <a:rPr lang="en-US" dirty="0" err="1"/>
              <a:t>olinayotgan</a:t>
            </a:r>
            <a:r>
              <a:rPr lang="en-US" dirty="0"/>
              <a:t> input </a:t>
            </a:r>
            <a:r>
              <a:rPr lang="en-US" dirty="0" err="1"/>
              <a:t>qiymatlaru</a:t>
            </a:r>
            <a:r>
              <a:rPr lang="en-US" dirty="0"/>
              <a:t> </a:t>
            </a:r>
            <a:r>
              <a:rPr lang="en-US" dirty="0" err="1"/>
              <a:t>chizmalarga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bo’lishi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9BE80D-3EC4-C08A-5E31-93A3203F8D2F}"/>
                  </a:ext>
                </a:extLst>
              </p14:cNvPr>
              <p14:cNvContentPartPr/>
              <p14:nvPr/>
            </p14:nvContentPartPr>
            <p14:xfrm>
              <a:off x="1063080" y="1757160"/>
              <a:ext cx="9753120" cy="1823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9BE80D-3EC4-C08A-5E31-93A3203F8D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3720" y="1747800"/>
                <a:ext cx="9771840" cy="18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4607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26B2-7FEA-B61B-552D-79868B74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28E3-4BCE-F119-88FC-E0F56406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8362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EA59-C82C-E9DD-3E69-29C58D29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687C1-CBA3-486A-9214-970392C1C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Kaggle/</a:t>
            </a:r>
            <a:r>
              <a:rPr lang="en-US" dirty="0" err="1"/>
              <a:t>Githubdan</a:t>
            </a:r>
            <a:r>
              <a:rPr lang="en-US" dirty="0"/>
              <a:t> dataset toping(</a:t>
            </a:r>
            <a:r>
              <a:rPr lang="en-US" dirty="0" err="1"/>
              <a:t>kamida</a:t>
            </a:r>
            <a:r>
              <a:rPr lang="en-US" dirty="0"/>
              <a:t> 5000rows)</a:t>
            </a:r>
          </a:p>
          <a:p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algorithmlarni</a:t>
            </a:r>
            <a:r>
              <a:rPr lang="en-US" dirty="0"/>
              <a:t> </a:t>
            </a:r>
            <a:r>
              <a:rPr lang="en-US" dirty="0" err="1"/>
              <a:t>qo’llang</a:t>
            </a:r>
            <a:endParaRPr lang="en-US" dirty="0"/>
          </a:p>
          <a:p>
            <a:r>
              <a:rPr lang="en-US" dirty="0" err="1"/>
              <a:t>Funksiyani</a:t>
            </a:r>
            <a:r>
              <a:rPr lang="en-US" dirty="0"/>
              <a:t> </a:t>
            </a:r>
            <a:r>
              <a:rPr lang="en-US" dirty="0" err="1"/>
              <a:t>qo’llang</a:t>
            </a:r>
            <a:endParaRPr lang="en-US" dirty="0"/>
          </a:p>
          <a:p>
            <a:r>
              <a:rPr lang="en-US" dirty="0" err="1"/>
              <a:t>Bugungi</a:t>
            </a:r>
            <a:r>
              <a:rPr lang="en-US" dirty="0"/>
              <a:t> 3 ta </a:t>
            </a:r>
            <a:r>
              <a:rPr lang="en-US" dirty="0" err="1"/>
              <a:t>kutubxonani</a:t>
            </a:r>
            <a:r>
              <a:rPr lang="en-US" dirty="0"/>
              <a:t> </a:t>
            </a:r>
            <a:r>
              <a:rPr lang="en-US" dirty="0" err="1"/>
              <a:t>barchasini</a:t>
            </a:r>
            <a:r>
              <a:rPr lang="en-US" dirty="0"/>
              <a:t> </a:t>
            </a:r>
            <a:r>
              <a:rPr lang="en-US" dirty="0" err="1"/>
              <a:t>qo’llang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10E7226-B6AF-3B29-2C28-C351900B4F02}"/>
                  </a:ext>
                </a:extLst>
              </p14:cNvPr>
              <p14:cNvContentPartPr/>
              <p14:nvPr/>
            </p14:nvContentPartPr>
            <p14:xfrm>
              <a:off x="569520" y="1292760"/>
              <a:ext cx="9933840" cy="4166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10E7226-B6AF-3B29-2C28-C351900B4F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160" y="1283400"/>
                <a:ext cx="9952560" cy="418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56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254</Words>
  <Application>Microsoft Office PowerPoint</Application>
  <PresentationFormat>Widescreen</PresentationFormat>
  <Paragraphs>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1-dars(Model Building)</vt:lpstr>
      <vt:lpstr>Bugun</vt:lpstr>
      <vt:lpstr>1-oy taxlili</vt:lpstr>
      <vt:lpstr>1- oyda</vt:lpstr>
      <vt:lpstr>2-oyda</vt:lpstr>
      <vt:lpstr>2-oyda</vt:lpstr>
      <vt:lpstr>2-oyda</vt:lpstr>
      <vt:lpstr>Visualization kutubxonalari</vt:lpstr>
      <vt:lpstr>Visualization kutubxonalari </vt:lpstr>
      <vt:lpstr>Visualization kutubxonalari: Matplotlib </vt:lpstr>
      <vt:lpstr>Matplotlib amaliy</vt:lpstr>
      <vt:lpstr>Matplotlib qo’shimcha: https://matplotlib.org/stable/api/_as_gen/matplotlib.pyplot.figure.html#matplotlib.pyplot.figure </vt:lpstr>
      <vt:lpstr>Visualization kutubxonalari: Seaborn </vt:lpstr>
      <vt:lpstr>Seaborn amaliy</vt:lpstr>
      <vt:lpstr>Seaborn qo’shimcha</vt:lpstr>
      <vt:lpstr>Visualization kutubxonalari: Plotly express </vt:lpstr>
      <vt:lpstr>Plotly express amaliy</vt:lpstr>
      <vt:lpstr>Plotly express qo’shimcha</vt:lpstr>
      <vt:lpstr>Umumiy xulosa</vt:lpstr>
      <vt:lpstr>Umumiy xulosa 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2025-08-16T05:57:36Z</dcterms:created>
  <dcterms:modified xsi:type="dcterms:W3CDTF">2025-08-16T11:34:01Z</dcterms:modified>
</cp:coreProperties>
</file>