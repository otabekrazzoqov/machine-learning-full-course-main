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3" r:id="rId4"/>
    <p:sldId id="262" r:id="rId5"/>
    <p:sldId id="271" r:id="rId6"/>
    <p:sldId id="284" r:id="rId7"/>
    <p:sldId id="285" r:id="rId8"/>
    <p:sldId id="283" r:id="rId9"/>
    <p:sldId id="272" r:id="rId10"/>
    <p:sldId id="274" r:id="rId11"/>
    <p:sldId id="273" r:id="rId12"/>
    <p:sldId id="275" r:id="rId13"/>
    <p:sldId id="266" r:id="rId14"/>
    <p:sldId id="286" r:id="rId15"/>
    <p:sldId id="277" r:id="rId16"/>
    <p:sldId id="279" r:id="rId17"/>
    <p:sldId id="280" r:id="rId18"/>
    <p:sldId id="278" r:id="rId19"/>
    <p:sldId id="281" r:id="rId20"/>
    <p:sldId id="282" r:id="rId21"/>
    <p:sldId id="2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0:03:46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4566 6079 164 0,'-17'-1'14'0,"1"2"-18"0,-5 0 30 0,7 1-4 0,2-1-15 15,3 0-4-15,0 0-2 0,3 0-2 0,2-1-3 0,2-1-8 0,2 0-13 16,1 0-13-16,3 0-48 0</inkml:trace>
  <inkml:trace contextRef="#ctx0" brushRef="#br0" timeOffset="915.36">4748 6322 391 0,'-9'-2'25'0,"2"1"-10"0,1-2 34 0,6 2-22 0,0-1-20 16,3 2-1-16,0-1 5 0,3 0 1 0,2 0 1 0,0 0-3 15,3 0-3-15,2 1-5 0,1-1 0 0,3 0 0 0,2 1-2 0,0 1 3 16,0 0-3-16,1 0 0 0,1 1-1 0,-2 0-4 0,1 0-1 16,0 0 2-16,-1 0 2 0,1 0 2 0,0 2 0 0,-1-1-2 0,1 0-1 15,1 1 0-15,-1 1 3 0,1 0 3 0,-2 0 5 0,-2 1 1 0,2-1 3 16,0 1 1-16,1 0 2 0,2-2 1 0,1 0 4 0,-1-1-1 16,3-1 2-16,-1 0 1 0,1 0-2 0,3-1-1 0,0-1-1 0,3 0 2 15,0-1-4-15,3 0 0 0,1-1-6 0,0 1-2 0,3 0-1 0,1 0 2 16,1-1 4-16,0 0 1 0,1 2-1 0,2-2-3 0,0 0 3 15,1 1 0-15,0-1 1 0,1 0-1 0,0 1 0 0,1 1 0 0,1 1-2 16,1 1-1-16,-1 1-4 0,1 1-1 0,0 0 5 0,-1 2 1 16,1 1-1-16,0 0 1 0,-2 1-1 0,0 0 4 0,0-2 1 0,-1 2 3 15,0 0-2-15,0-1-1 0,2 2 2 0,-1 1 2 0,1-1-1 0,1 1-1 16,2 1 2-16,-1-2 0 0,2 0-3 0,1 1 1 0,-1-1-3 16,1 0-3-16,0 1-2 0,2-3 0 0,2-1 5 0,2 0-1 0,1-2 0 15,3-1-1-15,2-1-6 0,2-2 0 0,2 0-2 0,1-2 3 0,1-2 0 16,1-1-2-16,2-2 6 0,0 1-5 0,-1-3 1 0,2 1 1 15,0-1-4-15,-2 0 5 0,1-1-4 0,-3 0 4 0,-3 1 3 0,0-2 1 16,-2 2 8-16,-1-1 2 0,-1 1 4 0,-1 0 0 0,0 1 1 16,-3 1-4-16,-1 1-1 0,-3-1-1 0,-1 0-5 0,2 1 2 0,0-1-2 15,0 1-8-15,2-1 2 0,0 1-5 0,2-1-3 0,1 0 2 0,0-1-1 16,0-1 2-16,0 2 4 0,0-1-2 0,3 0 3 0,-1 0-3 16,3-2-1-16,-1 0 1 0,0 0 1 0,0 2-4 0,-2 1 1 0,1 0-3 15,-3 2 1-15,-2 1 0 0,1 1 0 0,-3 0 1 0,0 1-5 0,-3 1 4 16,-1 1-5-16,0 1-1 0,-2 0 7 0,-2 1-4 0,-2 0 2 15,0 1 3-15,-3 0-6 0,0 1 0 0,2 0 2 0,-3 1-2 0,2 0 1 16,-2 0 1-16,3 0-2 0,-3 0 0 0,1 0-2 0,2 0 4 16,1 0-4-16,0 0 2 0,-2-1 2 0,2-1 2 0,0 0-2 0,1-1-2 15,2 0 2-15,0-1-6 0,1 0 8 0,0-1-1 0,0 1 3 0,-1-1-4 16,2 0 0-16,-1 1-2 0,-1-1 0 0,-1 0 6 0,-3 1-9 16,-1-1 9-16,-1 2-4 0,1-1 4 0,-2 2 4 0,-1-1-1 0,0 2 1 15,-1 0 5-15,-2 1-1 0,0 0 3 0,-3 2-1 0,2 0 8 0,0 0-1 16,-1 0-5-16,-1 2 5 0,-3 0-13 0,1 0-4 0,1 0 4 15,0 1-7-15,3-1-2 0,-2 0 10 0,2 0-7 0,2-2 3 0,0 0 1 16,1 0-5-16,2-2-2 0,1 0 9 0,2-2-5 0,1-1 1 16,2-1-2-16,0 0-8 0,0-1 8 0,1-1 2 0,0 0-2 0,2-1 4 15,-1 0 0-15,-2-1-5 0,2 1 2 0,-3-1 1 0,2 0-5 0,-2 0 1 16,-1-1 2-16,-2 1 1 0,-1-1-2 0,-1 0 4 0,-1 0-1 16,-1 1-4-16,0-1-1 0,-2 2 1 0,-1-1-1 0,-3 1-1 0,-1 1 2 15,0 0-1-15,-4 1-2 0,-1 0 7 0,-3-1-12 0,0 2-8 0,-2-1-1 16,0 0-38-16,-2 1-39 0,-1-1-60 0,-2 0-87 0,-1 0-75 15,0-2-53-15,-1 0 26 0,3-2-190 0</inkml:trace>
  <inkml:trace contextRef="#ctx0" brushRef="#br0" timeOffset="8742.7">4391 7588 255 0,'-5'-1'26'0,"0"0"-1"16,-1 0-2-16,4 0-2 0,1 1-1 0,1-1-6 0,1 1-4 0,1 0-4 15,0 0-6-15,2 0 5 0,1 0-2 0,2 0 0 0,2 0 1 16,1 1-4-16,1 0 2 0,2 0 0 0,2 0-1 0,-1 1 1 0,1-1-1 16,-1 1 0-16,1 0 1 0,2 0-1 0,0 0 0 0,1 0-1 0,3-1-1 15,0 0 2-15,0 0-1 0,1 1 0 0,-1 0 0 0,3 0 1 16,1 0-1-16,1 0 0 0,2 0 1 0,1 0-1 0,2 0 1 0,0 1-1 16,3-1 4-16,-1 1 4 0,1 0 6 0,2 0 7 0,1-1 9 15,2-1 8-15,2 0 2 0,3 0 8 0,2-1-2 0,1 1 1 0,2-1-2 16,0 0-5-16,3 1-3 0,3 0-10 0,0-1 0 0,1 2-6 0,1-1-3 15,0 0-2-15,1 1 0 0,1-1-1 0,0 1-2 0,0 0-1 0,0 0-3 16,-1 1-1-16,1-1-2 0,0 0 0 0,-1 0-2 0,1-1-3 16,-3 1 3-16,1-2-2 0,0 0 1 0,0 0 3 0,1-2 0 15,-1 0-4-15,-3-1 1 0,2-1 3 0,-2-1-3 0,0 1 2 0,0 1-1 16,-2-1-3-16,-2 2 5 0,1 0 1 0,-1 0 1 0,-2 1-2 0,-1 0-4 16,-2 0-2-16,-2 0 0 0,-3 1-1 0,0 0 3 0,-1 0 0 15,-3 1-1-15,0-1 3 0,-4 0-4 0,1 0 4 0,-3 0-3 0,0-1 2 16,-2 0 4-16,0-1 2 0,-4 0 2 0,2 0 3 0,-2-1 5 0,1 0 7 15,-1-2 6-15,-2 0 3 0,-2 1 5 0,-1-2 1 0,-2-1-3 16,-1 0-2-16,-1-1 0 0,0-1-4 0,-3 0 1 0,1-1-1 0,-2 2-2 16,-1-3-3-16,-1-1 0 0,-1 0-7 0,-1-1-3 0,-1 0-1 0,0-1-5 15,-2-1 0-15,-1-1-5 0,0 1 2 0,-3-4-1 0,0 0-2 16,-3-1 5-16,-2 0-6 0,-1-3 3 0,-2 0 1 0,-4-2-5 0,-1-1 3 16,-4 2 2-16,-1-3 0 0,-4 1 4 0,-2-2 0 0,-1 0-4 15,-4 0-6-15,-3-1 0 0,-4 1 6 0,-1-2 6 0,-2 2 8 0,0-2-5 16,-1 0 1-16,-3 0-4 0,-1 2 0 0,-1-2 4 0,-1 3-8 0,-2-1-2 15,-2 0 2-15,1 0-7 0,0 0 4 0,-2 0-5 0,0 1 4 16,0 0 0-16,-1 0-4 0,1 2 5 0,2-2-8 0,-2 2 5 0,1 0-4 16,-1 0-4-16,0 2 4 0,0 0-1 0,0 2 8 0,-1 0-2 0,-1 1 0 15,-1 2-5-15,-4-1-5 0,2 3 5 0,-1 1-4 0,-3 4 3 16,-2 0-4-16,-1 3-2 0,-2 1 2 0,0 1-2 0,-3 1 1 0,0 2 1 16,-2 0 0-16,-2 2-6 0,0 0 4 0,-2 2 3 0,1 0 0 15,-1 0 5-15,0 1-5 0,1 0 1 0,2 0 1 0,1 0 2 0,1-1 1 16,3 0 9-16,0 1 1 0,3-1-1 0,2 1 1 0,0 0-7 0,2 0-4 15,0 2 0-15,2 0 0 0,1 2-6 0,1 1 6 0,0-1 5 16,1 3-3-16,0 2 1 0,0 2-1 0,-1 1-5 0,1 2-4 0,-2 1 5 16,0 1-5-16,1 2-1 0,-2 0 2 0,1 3-5 0,0 2 10 0,0 2-5 15,0 2 4-15,0-1 6 0,0 3-4 0,1 0 2 0,1 2-3 16,1 1-3-16,2 1 3 0,1 1 1 0,3-2 0 0,4-1-2 0,2-3-1 16,2 1 1-16,4-3-1 0,2 1 4 0,5 0-1 0,2-3-7 15,4-1-1-15,3-2-2 0,3-1 1 0,2-1 9 0,3 0 0 0,1 1 0 16,2-2 4-16,1 1-3 0,2 0 2 0,0-2-3 0,2 1 0 0,1 0-1 15,2 0 1-15,0 1 1 0,1 2 0 0,1-1 3 0,1 2-4 16,2-2 2-16,2 0 3 0,0 0-2 0,2-1 3 0,2 0 3 0,0-1 0 16,5-1-1-16,1-1 5 0,1 1-4 0,3-2 1 0,3-1 3 0,2 1-1 15,4-1 4-15,1 0 0 0,5-3-3 0,0-1-9 0,3-3-3 16,2-1 4-16,4 0 2 0,3-2 4 0,2 0 1 0,2-1-2 0,-2-1-6 16,2 0-2-16,1-2 2 0,1 0-4 0,-1-1 0 0,1 0 0 0,0 0 0 15,-1 0-3-15,1-1 4 0,-2 0-3 0,-1-1 2 0,0 1 0 16,-2-2-3-16,1 0 3 0,-3 0-8 0,-1 0 3 0,-2-1 0 0,-2 0 1 15,-1 0 3-15,-4 0-5 0,-1 1 3 0,-3-1-1 0,-2 0 1 16,-2 0 1-16,-1 1 1 0,-3-1 2 0,-2 0 1 0,-3 1-2 0,-3 0 0 16,-2 1-2-16,-2 0 4 0,-2 0-4 0,-2 1 10 0,-2-1-7 0,-1 1 2 15,-1 0-2-15,0-1-8 0,-1 1-6 0,0 0-18 0,-1-1-24 16,0 1-42-16,0 0-64 0,0-1-80 0,2 0-70 0,-1 0-33 0,2-3 28 16,0-2-108-16</inkml:trace>
  <inkml:trace contextRef="#ctx0" brushRef="#br0" timeOffset="10567.46">3923 9304 426 0,'-1'-3'35'0,"1"-1"-24"0,1 0 0 0,4 1 1 0,1-1 9 0,1 1 5 16,1-1 2-16,2 1 0 0,1-1-8 0,1 1-3 0,-1 0-7 16,0 0 0-16,0 0-5 0,1 1-3 0,1 1 0 0,0 1-1 0,-1-1-1 15,2 1-1-15,0 0 2 0,0 0-2 0,-1 0 2 0,2 1 0 0,-1-1-3 16,0 1 2-16,0-1-1 0,-1 0 2 0,2 1 0 0,0-1 1 15,0 1-1-15,-1 0 0 0,1 0 2 0,-1 1 2 0,2 1 2 0,-1 0 0 16,0 0 3-16,2 1 1 0,-1 0 3 0,0-1 2 0,1 1 2 16,1-1 3-16,-1 1 5 0,2-1 3 0,1-1 4 0,-2 0 0 0,3-1 1 15,0 0 3-15,2-1 1 0,2-1 1 0,1-1-2 0,1 0-4 0,2-1-1 16,-3-1-6-16,4 0 2 0,-1-1-5 0,2 0-3 0,2 0-2 16,1-2-6-16,2 1 0 0,0-1-3 0,4 2-2 0,-1-2 1 0,3 1-1 15,0 0-1-15,2-1-2 0,3 1-4 0,-1-1 0 0,2 0 1 16,0-1 0-16,-1 2 3 0,1-2-3 0,1 2 0 0,1-1 3 0,0 1-2 15,-1 1 2-15,1 1-2 0,-1 0-2 0,-2 0-2 0,2 1 0 16,-2 0 1-16,0 1-1 0,-1 0-2 0,-3 1 3 0,0 1 2 0,0 0 0 16,-1 0 4-16,-2 1 0 0,-1 0-4 0,-1 1 1 0,-2 0-1 0,1 1 6 15,-2 0 6-15,2 1 2 0,-2 0 4 0,1 2 2 0,1-1-6 0,-2 2 2 16,2-1-3-16,-3 2-4 0,2-1 1 0,-1 1-4 0,2 0 0 16,1-1-2-16,-1 1 1 0,0-1 0 0,3 0-6 0,-1 0 4 0,2-1-4 15,0 2 3-15,0-1-2 0,1 0 1 0,1 0-1 0,-1-1-1 0,1-1 0 16,0 0-1-16,-2 0 1 0,1-1-3 0,1-1 3 0,-1 1-2 15,0-2 2-15,0 1 3 0,0 0-1 0,-1-1 1 0,1 0-3 0,-2-1 3 16,1 0 1-16,1-1 0 0,1 0 3 0,-1-1-1 0,1-1 1 0,0 1 1 16,0-2-2-16,1 0 2 0,3 0 4 0,0-1 1 0,2-1-2 15,2 0 3-15,-1-1-1 0,4-1-5 0,1 0 1 0,1 0-3 0,2-2-1 16,0 1 1-16,0 0 2 0,1 0 1 0,1 1-1 0,0 0 1 16,0 1-2-16,1 1-5 0,-2 1-3 0,1-1 0 0,-2 2 3 0,-1 1-2 15,-1 0 1-15,-2 2-4 0,-2 1-1 0,0 2-2 0,-2 0 3 16,-4 1 1-16,0 1-4 0,-3 1-1 0,-1 0-3 0,-2 0 2 0,-2 1-1 15,1 1 2-15,-4-1-4 0,0 2-4 0,-3 1 1 0,1 0-8 0,-1 1-8 16,1-1-18-16,0-2-37 0,-1 2-57 0,1-2-56 0,2 0-45 0,0-1 2 16,1-1 54-16,4-3-159 0</inkml:trace>
  <inkml:trace contextRef="#ctx0" brushRef="#br0" timeOffset="30904.89">3699 10564 225 0,'-10'5'33'0,"1"1"-1"0,-3 0-3 16,5 0-3-16,2-1-3 0,0-2-1 0,2 1 0 0,0-1-1 0,0-2-1 15,3 0-6-15,0 0-4 0,1 0-5 0,0-1-3 0,1 1-1 0,1-1 2 16,1 0 2-16,0-1 0 0,1-1 1 0,1 0 0 0,0-1 0 16,0-1 2-16,2 1-1 0,-1-1-2 0,0-1 1 0,2-1-2 0,0 0 3 15,1-1 0-15,0 0-1 0,1 0-2 0,0 0-1 0,1 0 3 16,1 1-1-16,-1-1-1 0,1 1 0 0,1 0-1 0,-1 0-1 0,1 1 2 15,1 0-1-15,-2 0-1 0,2 1 2 0,0 1-1 0,-1 0 2 16,1 1 2-16,1 0-3 0,0 1 1 0,2 1 0 0,-3 0-1 0,1 1 3 16,0 0-1-16,0 0 0 0,0 0 1 0,1 1-1 0,1 0 2 0,0 1 3 15,1 0-1-15,3 0 0 0,-1 0-1 0,1 0-2 0,1 1-2 0,0 1 0 16,0 0 1-16,1 1 0 0,0 0-1 0,1 1 3 0,1-1-3 16,1 1 0-16,0 0-1 0,0 1-2 0,0-2 2 0,1 1-3 0,0 0 3 15,1 0-2-15,1 0 2 0,-1-1-1 0,2 1 0 0,-4 1 0 16,1 1 0-16,0 0 1 0,2 1 5 0,-1 0 3 0,3-1 3 0,-1 2 4 15,1 0 3-15,0-1 2 0,2 1-1 0,-1 0 2 0,3-2-2 0,0 2-2 16,1-2-4-16,1-1-2 0,2-1-5 0,0 1-2 0,2-1 0 16,0 0 1-16,-1 1 4 0,2 0-3 0,-1 0 2 0,0 0-8 0,2 0-3 15,-3 0 2-15,0 0 0 0,1-1 2 0,-3-1-1 0,-1 1-4 0,0-2 3 16,-2 1 4-16,0-1-2 0,1-1 5 0,-4 1-1 0,1-1 5 16,-3 0 4-16,0 0 7 0,0-1 4 0,0 0 2 0,-1 0 3 0,1 1 4 15,-1 0 3-15,2-1-1 0,-3 1-3 0,2-1-8 0,-2 1-1 16,0 0-4-16,0 0 3 0,0-1-3 0,-1 1-7 0,0-1 1 0,0 0-8 15,2 1 4-15,0 0-1 0,0 1-4 0,-2-1 0 0,1 0-1 0,0 0-2 16,0 0-1-16,2 0 0 0,-1 0 3 0,1 0-3 0,0 0 6 16,1-2-1-16,-1-1-3 0,1 0-2 0,2 0 0 0,-2-1 1 0,1-1 0 15,-1-1 2-15,1 0-1 0,-1-1-1 0,2-1 2 0,-1 1 0 0,1-1-1 16,-2 0 0-16,1 0-3 0,-1 0 1 0,1 1 0 0,-1 1-7 16,0-1 2-16,0 0 0 0,-1 1 0 0,0 1 4 0,-1 1-3 0,0 0-1 15,-1 1-9-15,2 0-5 0,-3-1-14 0,1 2-20 0,0-1-64 16,-1 0-154-16,2-1-118 0,-1-1-2 0,3-2-100 0</inkml:trace>
  <inkml:trace contextRef="#ctx0" brushRef="#br0" timeOffset="51255.6">5443 11826 158 0,'-6'-5'31'0,"0"1"0"15,-1-1 15-15,3 1-6 0,0 0 0 0,1 1-1 0,1 0-2 0,0 0 4 16,0 1-7-16,2 0-6 0,0 1-7 0,-1 1-6 0,2-1-6 16,0 2-2-16,0-1-1 0,1 0-2 0,0 1-2 0,1-1 3 0,0 1-1 15,1 0 2-15,0 0-1 0,0 0-1 0,2-1 1 0,1 0-1 0,0-1 2 16,0 1-2-16,2-1 1 0,1 1 2 0,2 0-3 0,2-1 3 16,0 1-2-16,-1 0 3 0,2-1 3 0,1 0-1 0,1-1 1 0,1 1-3 15,2-1-1-15,0 0-2 0,2 0 2 0,1 1-1 0,-2 0 1 0,0 0 0 16,1 1-1-16,-3 0 1 0,3 1 0 0,0-1 0 0,0 1 3 15,1 0-3-15,-2 0 2 0,0 0 0 0,-2 1 2 0,0 0 2 0,0 0-1 16,0 0 0-16,0-1-2 0,0 0 2 0,2-1-2 0,1 1 0 16,-1-1 0-16,3-1-1 0,-1 1 3 0,1-1 2 0,0 0 0 0,1 0-1 15,2-1 0-15,0 0-3 0,2 1-2 0,1 1-2 0,1 1-2 0,1 1 2 16,-1 1-4-16,1 1 2 0,0 1-2 0,0 1-4 0,1 0 3 16,-1-2-3-16,-1 1 2 0,0 0 1 0,0-1 1 0,0-1 1 0,1 0-2 15,-1 0 3-15,0-1-1 0,-1 0 3 0,1-1 5 0,-1-2 3 0,2 1 5 16,-1-1 2-16,0 0 5 0,0-1-1 0,1 1 4 0,0-2 2 15,3 0 0-15,0 0 1 0,1 0-1 0,0-1 0 0,0-1-5 0,1 2-4 16,0-1-1-16,2-1-3 0,1 1 1 0,0 0-2 0,1 1-2 0,-1 1-3 16,0 1-2-16,1 0 0 0,0 1-4 0,-1 2 2 0,2 0-2 15,-1 1 2-15,-1 1-2 0,0 0-5 0,0 0 0 0,-3 0 2 0,2-1-3 16,-2 1 0-16,-1 1 5 0,1-1-3 0,-4 1 3 0,2-1 3 16,-1 0-11-16,0 0 4 0,2-1-1 0,-3 0 0 0,2 0 5 0,0-1-5 15,2 0 3-15,-1-1-3 0,1 1 2 0,0-1 3 0,0-1-1 0,1 0 2 16,0 1-2-16,0-1 6 0,1 1 0 0,-1 0-2 0,0 1-1 15,-1 0-7-15,0-1-2 0,0 2 8 0,0-1-5 0,0 1 3 0,1 2-2 16,1 0-3-16,0 0 6 0,-1 0-2 0,-2 1-1 0,2-1 1 16,0 2-1-16,1 0 4 0,1 0-1 0,-1-1 2 0,2 1-3 0,-3 1 3 15,0 0-6-15,1 0 1 0,-3 0 1 0,0 0-3 0,0 0 0 0,-1-1-1 16,0 0-2-16,-1 1 7 0,-1-1-4 0,0-1 0 0,-1-1 4 16,0 1-7-16,0 0 7 0,1 0 3 0,0 1-1 0,2-3-2 0,-2 2 6 15,1-1 3-15,2-1-1 0,1 1 3 0,-1-1-6 0,1-1-3 0,2 0 4 16,0-1-4-16,1 0 2 0,1-1 0 0,0 0 0 0,-1 0 7 15,1-1-3-15,0 0 4 0,0 1-1 0,0 0 0 0,-1 0-3 0,-1 0 2 16,2 1-3-16,-1 1 1 0,0 0-1 0,0 1 3 0,-2-1 8 0,1 0 1 16,-1 0 2-16,-2 1-2 0,-2-1 0 0,-1 1 1 0,0 0 0 15,-1 0 7-15,2 0-4 0,-1 0 1 0,0-1-1 0,0-1-3 0,-1 0-3 16,1-1-2-16,1 1-2 0,1 0-4 0,0-1 1 0,2 0-7 0,-1-1 3 16,1 0 3-16,1 0-5 0,-2 0 6 0,1 0 0 0,-3 0-4 15,1 0-4-15,1-1-1 0,0 1 6 0,1-1-5 0,0 0 5 0,-1 1-5 16,1-2-3-16,0 0 5 0,0 1 0 0,-1-1 7 0,0 1-10 15,1-1 6-15,1 0-5 0,0 1-4 0,-1-1 6 0,-1 1-8 0,0-1 6 16,-1 0 1-16,1 0-6 0,-1 0 9 0,2 0-9 0,1 0 6 0,-1-1 2 16,1 0-4-16,-2 1 1 0,1-1 1 0,1 1-9 0,-1-2 2 15,0-1 5-15,0 0-2 0,0 0-1 0,2 1 2 0,-3-1 0 0,0 1-1 16,0 0 2-16,1 0-1 0,1 0 0 0,-1 0-14 0,1-1 7 0,0 0-2 16,-2 1 7-16,2 0-1 0,-2 1-1 0,0 0 3 0,0 0-4 15,-1 0 9-15,2 0-2 0,-1 1-1 0,1 0-2 0,-2 0 2 0,-1 1 6 16,1 0-4-16,0 0 6 0,0 0 0 0,0 1-10 0,1-1 15 15,0 1-9-15,-1-1 0 0,1 0-5 0,0 1 0 0,0 0-1 0,-1 0-10 16,0 0 12-16,1 0-13 0,1 0 8 0,1 0 2 0,-1 1 4 0,0-1-1 16,-2 0-3-16,-1 0 1 0,1 0-4 0,-1 0 1 0,2 1 6 15,-2-1-1-15,1-1-3 0,0 1-1 0,-3 0-1 0,2 0 4 0,-2 0 1 16,1 0 0-16,-2 0-5 0,1 0 0 0,1 0 1 0,0 0-1 0,0 0 7 16,0 0-2-16,-1 0 1 0,-1 1 1 0,0-1-5 0,0 1-4 15,0 0-5-15,0 0 11 0,1 0-6 0,-1 0 12 0,0 1-10 0,-2 1-2 16,2 0 2-16,-3 0 0 0,2 0 4 0,0 0-1 0,0 0 3 15,-1 0-6-15,0 0 5 0,2 0 2 0,-1 0 1 0,0 0-3 0,-2 0-3 16,0 0 1-16,-1-1-6 0,0 1 8 0,-2-1-7 0,1 0 1 0,-1-1 2 16,1 1-1-16,-1 1 4 0,-1-1-4 0,0 0-2 0,-1 0 4 15,0-1-2-15,1 1 1 0,-3 0-7 0,2 0 2 0,-1 0-2 0,-1-1-1 16,0 1 4-16,-1-1-15 0,-1 0-2 0,1 0-10 0,0-1-9 0,-2 0-11 16,3-1-40-16,-1-1-53 0,-1 0-57 0,2-2-70 0,-2 0-61 15,0-1-46-15,2-1-14 0,0-1 84 0,1-1-135 0</inkml:trace>
  <inkml:trace contextRef="#ctx0" brushRef="#br0" timeOffset="67906.37">3870 13341 558 0,'-1'-7'94'0,"1"0"-32"16,1-3-26-16,1 4-3 0,0 0 0 0,2 1 12 0,0 1 1 0,0 0-7 16,0 0-1-16,0 1-10 0,0 1-2 0,-1 2-3 0,1 0 4 0,0 1 1 15,0 1 1-15,0 1 5 0,-1 1 5 0,0 0 0 0,0 0 0 16,1 0-2-16,0 2 5 0,-1 1 1 0,1 2 1 0,-1 1-1 0,1 0-10 16,0 1-1-16,0 1-8 0,0 1-2 0,-1 0-7 0,2-1-1 0,0 2 0 15,0 0-5-15,0-1 0 0,2 0-1 0,-1-1 1 0,4 0 1 16,1 0-2-16,1-1 6 0,2 0-4 0,0-2 4 0,3 1 5 0,2-1-4 15,2-1 5-15,1-1 2 0,3-1-8 0,0 0-1 0,4-2-4 16,-1-1 1-16,3 0 1 0,1-1-2 0,1-1-3 0,2 0-5 0,1 1 4 16,1-1-3-16,0 1 3 0,4 0-3 0,0-1 2 0,2 1 1 0,2 0-1 15,-2 0 3-15,3 2 3 0,0 0 0 0,3 0 8 0,0 1 2 16,2-1 1-16,2 0 3 0,1-1 0 0,2-1 3 0,4 1 6 0,1-1 5 16,4 0 4-16,2-1 1 0,1-2-10 0,2-1-2 0,3 0-8 0,1-2-5 15,2 0-5-15,3-2-5 0,2 0 0 0,2-1-4 0,2 1 1 16,1 1 1-16,3 0-3 0,0 2 2 0,2 0-2 0,0 1 1 0,0 0 2 15,3-1 2-15,-2 1-5 0,3 0 3 0,-1 2 4 0,-1 0-7 0,1 0-2 16,0 1-4-16,0 0 5 0,-2 0 2 0,3 1 7 0,-1 0 5 16,2-1-2-16,-2-1 0 0,2 0 1 0,-3 0 6 0,0-1-2 0,-1 0 1 15,1-1 4-15,-1-1-3 0,-1 1 5 0,2-2-1 0,-3 0-5 16,0 0-4-16,-2-1-9 0,-1-1-4 0,-1 1 0 0,-2-1-5 0,0 0 4 16,-2 0-2-16,-3 1-5 0,-1-1 0 0,-3 1-4 0,-1-1-17 0,-3 1-11 15,-1 1-24-15,-3-1-37 0,-3 1-40 0,-3 1-51 0,-1-1-77 16,-2 1-93-16,-3 0-74 0,-2-1 43 0,-2-1-156 0</inkml:trace>
  <inkml:trace contextRef="#ctx0" brushRef="#br0" timeOffset="109866.29">3846 15031 9 0,'-31'-3'12'0,"1"1"6"0,-6-1 4 16,3 0 4-16,7 1-1 0,0-1-2 0,1 0-5 0,2 0-2 15,0 0 3-15,0-1 4 0,2 0 0 0,1-2 3 0,0 0-3 0,1-1 3 16,0-1 4-16,1 1 1 0,3-1 3 0,0 0-1 0,1 0 5 0,1 0 3 16,2 4 2-16,2-1 3 0,0 1-7 0,1 0-3 0,2 0-7 15,1 1-5-15,1 1-4 0,1 1-3 0,2 0-9 0,1-1-8 0,1 1-2 16,1 0-4-16,2 0 3 0,1 1 7 0,3-1 4 0,1 0 5 0,3 0 3 16,2 1 2-16,2 0-1 0,2 0 2 0,3 1-4 0,3 1-1 15,4 0 1-15,1 1-4 0,5 1 3 0,1 1 3 0,3 1-3 0,5 1-2 16,1 0-5-16,3 3-4 0,3 0 0 0,4 0 2 0,2 1 2 15,1-2-3-15,3-1-2 0,-1-1-1 0,3 0-1 0,0-3 5 0,1-2 3 16,2-1-4-16,-1-3 2 0,4-1 2 0,1-2 4 0,0-1 10 0,2 0 10 16,-1-1 2-16,0 0 13 0,-2 1 4 0,2 1 0 0,0 1-4 15,0 1-10-15,0 2-1 0,-2 2-10 0,-2 2-2 0,-1 3-3 0,-2 0 1 16,0 3 2-16,-1-1-2 0,0 2-1 0,-1 2-8 0,2 1-7 0,-1 0-1 16,2 1-1-16,1 1-2 0,-1-1 4 0,3 1-2 0,1-1-1 15,1-3 7-15,0 2-5 0,-1-3 4 0,1-2-2 0,-3-4-3 0,0-2 5 16,0-4 4-16,-1-3 6 0,1-2 17 0,-2-4 8 0,1-2 12 15,-1-1 6-15,2-3 2 0,-1-2 0 0,-1 1-9 0,0-1-5 0,0 1-17 16,-1 1 4-16,1 1 1 0,-2-1 5 0,0 1 0 0,-1 1 1 0,0 2 3 16,-1 2 1-16,-2 1 3 0,0 2-5 0,-2 2-2 0,0 2-4 15,-2 1-3-15,-1 2-5 0,0 1-14 0,-2 1 0 0,2 1-6 0,-1 1-4 16,1 2-2-16,-2 2-4 0,1 1 3 0,0 0-3 0,-2 1-1 0,2-1 4 16,0 0-6-16,1 1-1 0,0-1 7 0,0 0-7 0,-1-1 5 15,-2-2-1-15,1-1-7 0,-2 0 10 0,0 0 8 0,0-1 7 0,-3-2 12 16,-1 1 0-16,0-1-6 0,0 0 7 0,1 1-5 0,-1 0 1 15,-1 0-3-15,0 0-2 0,0 1-1 0,-2 0-6 0,1 1-1 0,1 0-2 16,-1 1-9-16,0 0 2 0,-3 1-4 0,2 1-3 0,-3 0 7 0,2-1-8 16,1 2-3-16,-1 0 4 0,0 1 0 0,0 0-7 0,0 0 7 15,-1-1 2-15,2 1-9 0,0-1 3 0,0 1-13 0,2 0-25 0,-2-2-23 16,1 0-23-16,2 0-27 0,-1-2-29 0,3 1-40 0,0-3-67 0,3 1-82 16,4-1-102-16,0-1-51 0,6-2 96 0,6-2-75 0</inkml:trace>
  <inkml:trace contextRef="#ctx0" brushRef="#br0" timeOffset="146818.29">2585 13045 1089 0,'-24'-2'211'0,"-1"1"-121"15,-2 0-15-15,7-1-25 0,7 2-11 0,1 0 6 0,1 0 1 16,1 1-1-16,0-1-13 0,3 1-15 0,2 0-14 0,2 0-6 0,2 0-2 16,1 0-3-16,4 1-1 0,1 1 4 0,1 0 1 0,4-1 3 0,1 1 3 15,1 0-6-15,3-1 4 0,0 0 0 0,3 0 0 0,0-1 4 16,0 0-1-16,1 0-1 0,0 0 1 0,0-1-4 0,2 0 7 0,1 0-7 16,1-2 5-16,3 1 0 0,0-2-6 0,0 0 5 0,-1 0 0 15,0-2 3-15,0 1-2 0,1-1 3 0,0 0-4 0,-1 1 0 0,2-1 1 16,0-1-1-16,-2 1-3 0,2-1 2 0,-2 0 1 0,1 1-4 0,-2 0 2 15,0 0-5-15,1 1 1 0,-1 1 2 0,0-1-8 0,-1 2-4 16,-1 1-9-16,0-1-25 0,-2 3-27 0,1 0-51 0,0 0-63 0,-2 2-58 16,1 0-23-16,0 1 32 0,-3 2 23 0,-4 0-53 0</inkml:trace>
  <inkml:trace contextRef="#ctx0" brushRef="#br0" timeOffset="147186.79">2563 14415 1075 0,'-21'2'596'0,"2"0"-467"0,-4 0-45 0,8-2-38 0,5 0-7 15,4 0 9-15,1 0 7 0,0-1-1 0,1 1-12 0,1 0-20 0,1-1-10 16,2 2-14-16,1-1 1 0,1 0-4 0,2 1-2 0,3 1 4 16,1 0 0-16,4 1 5 0,1 0 1 0,2 1-2 0,2 0 2 0,2-2 6 15,3 0 3-15,1 1 7 0,4-2 4 0,3 0 1 0,3-1 11 0,1-1-2 16,4 1-1-16,0-2-3 0,2 0-14 0,1-1-7 0,3 1-1 16,1-1 3-16,1-1-3 0,0 1 0 0,0 0-4 0,0 0-3 0,-1 0 0 15,-1 1 4-15,2 0 0 0,-3 0-6 0,1 1 8 0,-3 0-6 0,-4 1-1 16,0 1-1-16,-4 1-6 0,-1 1-1 0,-2 0 3 0,-1 3-3 15,-4 2-2-15,0 1-2 0,-4 4 0 0,-1 2-12 0,-1 2-11 0,-2 1-44 16,-3 2-56-16,-2 2-60 0,-1 0-80 0,-1 2-101 0,1 2-37 16,-2 0 18-16,0 2-2 0</inkml:trace>
  <inkml:trace contextRef="#ctx0" brushRef="#br0" timeOffset="148600.88">5842 11809 663 0,'-55'-12'169'0,"-4"-1"-115"0,-14-1-40 0,9 3-13 16,10 5 0-16,0 1-7 0,2 2 5 0,1 1-5 0,0 3-5 16,-1 2-2-16,1 1-7 0,1 3-3 0,0 1-6 0,1 4-2 0,0 2-3 15,-2 2-8-15,1 1-4 0,0 3-5 0,-2 4-2 16,0 1 7-16,0 4 9 0,-4 2 10 0,0 2 8 0,-1 1 6 0,-1 2 7 0,1 1 3 15,1 3 3-15,-2 2-3 0,0 1 1 0,1 1-1 0,2 2 3 0,1 2 0 16,-1-2 0-16,1 1 0 0,-1 0 1 0,0 2 0 0,3 0-1 16,0 1 2-16,1 2 2 0,2 0 3 0,0 1 7 0,1 2 4 0,1 2 9 15,1 0 4-15,2 0 5 0,-2 1-4 0,0 0-3 0,2 1-7 16,0 1-1-16,1 0 1 0,4 2-5 0,0 0 3 0,1 1-8 0,3 0-4 16,0-1-4-16,2-1 1 0,2-1 0 0,1 0-1 0,2 0 0 0,2 0 3 15,2 0 3-15,3-1 6 0,3 0 6 0,1 1 5 0,3-1 5 0,2-1 7 16,4-2 4-16,0 0-1 0,3 1-5 0,3-1-13 0,2 0-6 15,2 0-3-15,2 0-4 0,2 0 6 0,2-1-7 0,3-2-1 0,3-1-3 16,2-1-2-16,3-3 1 0,5 0-5 0,3-2 3 0,2-1-3 16,4-1 7-16,3 0 11 0,2-2 1 0,5 0 10 0,2-1-6 0,2 0 0 15,4-2-1-15,3 2-3 0,4-3 0 0,2 0-3 0,2 0-1 0,2-1-3 16,1 1 2-16,5-1 1 0,2-1 3 0,3 0-2 0,2-2 5 16,2 2-7-16,1-2-2 0,2-1 6 0,1 2 3 0,2-2 4 0,3-1-2 15,3 0-7-15,1-1-10 0,2 0 2 0,1 0 4 0,3-2 8 0,-2 0-6 16,4-3 0-16,2 0-2 0,-1-2-8 0,3-2 5 0,2 0 3 15,0-1-1-15,2-3-7 0,2 0 0 0,2-2-4 0,0-3-4 0,2-1 13 16,0-1-3-16,3 1-4 0,0-3 4 0,-1 0-5 0,2-3-5 16,-1 0 3-16,2-1-5 0,3-2 2 0,0-3 3 0,0-2-5 0,0-1 4 15,-1-2-3-15,0 1 1 0,-2-2 4 0,-3 1-9 0,0-1-2 0,-3 0 12 16,2-1 3-16,-1 0 5 0,1 0 2 0,4 0-3 0,1 3-4 16,2 3-3-16,3 1 10 0,-2 0-4 0,-1 0-8 0,0-1 2 0,-2 0-9 15,-2-1-1-15,-1 1 13 0,-1-3-7 0,-4 1-7 0,-1-1 0 0,-4-2-3 16,-2 0 11-16,0-4 4 0,-3-1-3 0,0-3-3 0,-1-2-2 15,-1-3 1-15,-2-3 2 0,-2-2-3 0,-3-4 7 0,1-2-10 0,-3-5 4 16,-1-2 4-16,-3-2-3 0,0-2 10 0,-2-1 5 0,-3-2-1 16,-1-4 10-16,-4-1 6 0,-1-2-1 0,-3 0 5 0,-2-3-2 0,-3 1-2 15,-4-2 2-15,-4-3-4 0,-1 0 2 0,-5 0 4 0,-3 0 3 0,-3-1 7 16,-2 1 7-16,-5-2 3 0,-5 0 3 0,-2 1 5 0,-5 0-8 16,-2 0-2-16,-3 1 1 0,-5 0-5 0,-3 2 1 0,-3 1 1 0,-3 1-10 15,-3 2 6-15,-2-1-4 0,-2 1 2 0,-2 0 5 0,-3-1-9 0,-3 0 0 16,-1-1-8-16,-4-2-5 0,-1 1-3 0,-3-1-2 0,-2 1-7 15,-2 2 8-15,-3-1-1 0,-4-1 2 0,-1 0 4 0,-4-1-7 0,-3-2-7 16,-4-1 2-16,-3-1-7 0,-3-2-5 0,-3 0 3 0,-4-2-4 0,-4 0-1 16,-4-2 0-16,-2-1-1 0,-4-1-4 0,-4 1 0 0,-2-2-1 15,-5 2-11-15,-2-1 6 0,-3 1 1 0,0 3 0 0,-4 2 0 0,-2 2-6 16,-1 0-2-16,-3 4-3 0,-3 1 8 0,-1 0 5 0,-1 3 5 16,-3 1 3-16,-1 2 2 0,-1 1-1 0,0 2-1 0,-3 2 1 0,-2 2-8 15,-1 1 3-15,-2 0-2 0,0 4-1 0,0-1-2 0,-1 4-7 0,-3 2-3 16,-1 1-3-16,-3 2-5 0,-3 2-3 15,0 2-2-15,-5 2 6 0,0 3 12 0,0 2 8 0,-1 6-5 0,1 3 1 0,-2 3-10 0,-3 5-4 16,-2 4-31-16,-2 4-10 0,1 5-9 0,-2 5 4 0,0 4 28 0,-1 4 8 16,1 5 12-16,1 1-3 0,3 4-30 0,1 5-49 0,0 5-33 15,1 5-40-15,-1 6-1 0,1 4 10 0,3 5-12 0,3 6-9 0,3 2-9 16,5 3 27-16,1 3 34 0,5-1-131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2:07:46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6626 4882 376 0,'-38'-19'119'0,"-4"1"-95"0,-10-4 2 0,4 4 0 0,11 6-5 16,0-1-3-16,0 1-5 0,1 1-3 0,-1-1-3 0,2 2-5 15,-2 1-4-15,2 2-5 0,0 1-2 0,-1 1-4 0,2 2 0 0,-2 0 0 16,3 0 2-16,-3 1 2 0,-2 0 3 15,1 0 3-15,-2 1 4 0,1 0 2 0,-1 0 1 0,-2 1 2 0,-1 0 0 0,-1 0 6 0,-2 1 1 16,0 0 0-16,0 2 1 0,0 1-6 0,-2 1 3 0,2 0-1 0,-1 0-2 16,0 0-1-16,-1 1-3 0,2 0 1 0,1 0 1 0,-1 3 0 15,-2 0 0-15,1 2 9 0,-1-2 1 0,-1 2 0 0,1-1 3 0,-2 0-8 16,2 1 1-16,0 0 5 0,1-1 0 0,1 0 0 0,0-1-1 0,1 2 1 16,-2 0 0-16,0 1 2 0,2 1 3 0,-1 0-4 0,1 2-3 15,-1 1-6-15,0 0-1 0,1 1-3 0,-2 1-1 0,-1 3-3 0,-2 0-10 16,-1 2 0-16,-2 2 2 0,2 0-1 0,-1 2 6 0,-1 1 0 0,1 2-2 15,0-2 2-15,0 2 0 0,1-1 2 0,0 2-1 0,0 1 1 16,0 1-1-16,1-1-1 0,2-1 2 0,3-3 0 0,6 0-1 0,1 0 0 16,1 1-1-16,-1 0 1 0,1 2 1 0,2-1-4 0,0 0-1 15,4 1 5-15,0 0-1 0,2 1 6 0,-1 2-1 0,3-2-2 0,-1 2-1 16,3-2 0-16,1 2 0 0,-1 0 0 0,2 1-2 0,-1 1 1 0,0-2 0 16,2 1-1-16,1 0 1 0,1 1 1 0,4-1-4 0,-1 1-1 15,2-2-1-15,1 0-6 0,1-1 0 0,2 0 4 0,1 2-2 0,1-3 9 16,4 2-1-16,0-2 0 0,1 0 2 0,2 2-3 0,1 1 4 0,0-1-2 15,2 0 1-15,1-1 0 0,2-1 0 0,0 0 2 0,1-1 2 16,1 1 0-16,2 0 0 0,0 0 5 0,3-1-1 0,1 1 2 0,0-3-3 16,1 2 1-16,1-2-3 0,3-1 0 0,1-1 0 0,3 0-5 15,3-2 4-15,1-2 0 0,0 1 0 0,2-1 3 0,0 1 1 0,2-1 0 16,2-2 3-16,2-1 0 0,2-2 1 0,1-1-1 0,3 1-3 16,0-1 2-16,1-1-3 0,4-1-1 0,-1 0-2 0,0 0 3 0,3 1-4 15,0-2-1-15,1 1-1 0,-1 0-2 0,2 0 2 0,1-2 0 0,-1 1 5 16,2-2-8-16,0-2 1 0,0 1-2 0,3-3 4 0,1 2 7 0,3 0 1 15,0-2 1-15,1 0-2 0,2-1 3 0,0-1 1 0,3 0 0 16,0-3 1-16,0 2-7 0,4-2-1 0,0 0-1 0,3-1-1 0,0-2 0 16,0 1-1-16,2-1 0 0,-3-1 1 0,3 1 4 0,2-2 0 15,-1 0 1-15,2-1-2 0,-1 0 2 0,0 0 0 0,1-1-3 0,-1 0 1 16,-2 0 1-16,3-1 2 0,-1 1 1 0,1-1-8 0,1 1 2 0,0 0-4 16,1 0 1-16,0-1 5 0,-1 0 0 0,4 0-1 0,2-1-4 15,2 1 3-15,2-1-5 0,1 0 9 0,2 0-3 0,0-1 0 0,3-1 3 16,1-2-6-16,4 0 0 0,0 0-1 0,0-1 3 0,1-1-4 0,-3 0 6 15,2 0-4-15,0 0-3 0,1-1 3 0,-2-1-5 0,-1 0 6 16,0 0-2-16,-2 0 2 0,3 0 3 0,-2 0-2 0,1-1 2 0,0 2 0 16,-1-2 1-16,0 1 2 0,0 0 5 0,3 0-4 0,1-2 2 15,0 0-4-15,1-1-4 0,0 2 1 0,2-1-5 0,4-1 4 0,2 0 2 16,2 1 2-16,2-2 5 0,4-1-3 0,4-1-2 0,2-2-3 0,1-1-2 16,-3 3 0-16,-1-1-11 0,-1 1 2 0,-2 1 3 0,-2 0-1 15,-2 0 8-15,-3 1 4 0,-2-2-4 0,0 0 1 0,-1 1 3 0,-1-1-4 16,-1 0 4-16,1 0 1 0,-3 3 2 0,0 0 3 0,0 1 0 0,-3 2 0 15,-1-1-1-15,0 0 1 0,0 2 4 0,1-1-1 0,-1 3-1 16,1 0-4-16,-1-1-5 0,-1 0 2 0,4-1-1 0,-2 1-1 0,1-1-4 16,0 0-1-16,-2 1-2 0,1-2-4 0,2 1 3 0,1-1-2 15,0 0 0-15,0-1 1 0,0 0 2 0,-1-4-1 0,1-1 0 0,-3-1-1 16,-2-1-3-16,-4-1-1 0,-3-1 1 16,-2 0 9-16,-2-2-1 0,-1-2 12 0,-2 0 6 0,-2-1-4 0,-3-2 5 0,-4 0-1 0,-2 0-4 15,-2-1 3-15,-3 0 0 0,-1-2-2 0,-2 0 0 0,-4-1-1 0,-1 2-6 16,-3-1-2-16,-1 2 4 0,-4-1-3 0,-3 2 2 0,-2-2-2 0,-2 2-6 15,-2-1 11-15,-4 2 2 0,-2-2 5 0,-5 2-1 0,-1-1-6 16,-4-1-1-16,-1 2-3 0,-2-1 2 0,-4 0-7 0,-2 0 4 0,-1-2-4 16,-2-2-2-16,-2 1-1 0,-2-2 1 0,-3 2-4 0,-3-2 1 15,-2 1 1-15,-4-1-11 0,-2-3 1 0,-5 1 4 0,-2-1-3 0,-3-1 7 16,-5-1 2-16,-3 0-7 0,-4-1-1 0,-5 0 4 0,-3-1-7 0,-6-3 4 16,-3 0 2-16,-5 0-11 0,-4 0 10 0,-5-1-3 0,-3 0 3 15,-5 1 12-15,-5-1-5 0,-2 0 8 0,-4 1-1 0,-3 2-5 0,-4 1-3 16,-4 1 3-16,-3 1-8 0,-3 1 4 0,-4-1-2 0,-1 2-5 0,-5 3 2 15,-1 1 2-15,-2 2 2 0,-3 0-2 0,-4 2 16 0,-3 1-5 16,-1 3 5-16,-5 1 2 0,-3 1-22 0,-5 3 4 0,-6-1-8 0,-8 3-2 16,-7 2 4-16,-4 2 1 0,-2 1 0 0,0 4 0 0,4 0 3 15,-2 2 3-15,1 1 0 0,-4 1-2 0,-3 1-2 0,-3 1-5 0,-4 2 3 16,1 2-5-16,1 0 10 0,0 2-2 0,1 2 1 0,1-1 4 0,1 3 1 16,-2 1 0-16,0 2-2 0,-3 2 4 0,-1 3-5 0,-3 2-2 15,-1 1 2-15,1 4-4 0,-1-2 1 0,1 3-2 0,1 1 1 0,3-1-1 31,1 2-7-31,0 2 4 0,0 1 2 0,1 3-2 0,2 3 5 0,-1 3-4 0,-1 2-11 0,-2 1 4 0,-2 7-5 0,-1 1-1 0,-2 4-6 16,-1 3-4-16,0 1-6 0,-3 4-6 0,1 3-1 0,-2 4-4 0,0 3-5 16,1 2 9-16,2 5-11 0,1 3-11 0,5 2-16 0,5 6-8 15,3 0-21-15,4 6-16 0,4 4-15 0,2 6-28 0,3 2-8 0,-1 6-9 16,-3 3 19-16,-2 3-184 0</inkml:trace>
  <inkml:trace contextRef="#ctx0" brushRef="#br0" timeOffset="15634.14">3462 8641 66 0,'7'13'47'0,"2"1"-15"15,3 4-11-15,1-1-4 0,-1-1 0 0,1 1-1 0,2 2-1 0,0 0-2 16,1 2-1-16,3 1-4 0,2-2-2 0,1 2-2 0,3-2-4 16,2-2 1-16,1 1-2 0,4-1 3 0,1 0 2 0,2 1 0 0,4-2 4 15,2 0 1-15,2-2 7 0,4 0 8 0,0 1 1 0,1-2-2 16,2-1-5-16,2 1-8 0,3 0-3 0,-2 0-1 0,2 1-3 0,-2 1-1 15,1 3 0-15,2 0 1 0,0 2 2 0,0 1 4 0,1-2 3 0,-1 2 0 16,2 0 0-16,1-1 1 0,1 1-1 0,2 0 4 0,0-2 3 16,1 2 0-16,4 0 3 0,0-3-1 0,3-1 0 0,1 0 2 0,1-4-3 15,2 1 2-15,3-3-3 0,2-2 2 0,3-2-2 0,0-2-4 16,2-1 2-16,1-2-6 0,2-1 5 0,3-3-2 0,1 0-1 0,4-1-2 16,-1-2-6-16,0 1 0 0,2 0 4 0,-2 0-1 0,4-1 1 0,-1 1 0 15,1 0-6-15,-1-2-1 0,-1 3-1 0,1 0 0 0,-2 2-2 16,-1 0-1-16,-1 0 3 0,-1 1 0 0,-1 0-2 0,1 1 1 0,-2 0 3 15,0 0-2-15,-1-1 6 0,1 0-2 0,0-1 2 0,0-2 1 0,0 0 0 16,0-2 4-16,0-1 1 0,2-2 2 0,1-1-2 0,0-2-2 16,-2-2-1-16,2-1-1 0,-2-1 2 0,1 0 0 0,-1-1-2 0,1-1 1 15,-2-1-2-15,-2 0 0 0,0 1-3 0,-4-1 2 0,-1 0-1 16,-2 1-2-16,-2-2 2 0,0 1-2 0,-2 0-1 0,-3 1 3 0,-3-3 0 16,-3 2 0-16,-2 0 1 0,-4 0-1 0,-2 0 5 0,-2-1 0 0,-5 2 3 15,1-2 1-15,-4 0-3 0,-1 0 2 0,-3-1-2 0,-4-1 1 16,-2 0 3-16,-1-1 0 0,-2-2-7 0,-1 2 8 0,-3-3-2 0,-1 0 2 15,-4 0 6-15,0-4-9 0,-2-1 1 0,0-1-2 0,-3-1-5 0,-2 0-1 16,-1-1-1-16,-3-2 0 0,-2 0 2 0,-2-1-2 0,-2 0 2 16,-3 1-2-16,-3 0-3 0,-4 1 4 0,-2-2-1 0,-5 2 2 15,-2-1-8-15,-5 3 0 0,-2-2 3 0,-2 2 0 0,-4 0 9 0,-2 0 0 16,-5 0-4-16,-3 3 2 0,-4 0-1 0,-3 3-4 0,-3-1-2 0,-4 1-4 16,-2 0-1-16,-5 0-1 0,-2 2-2 0,-3-1 3 0,-2 2 1 0,-3 0 5 15,-2 1 3-15,-1 2-2 0,-2 0-2 0,-2-1-3 0,-2 1-3 16,-4 2 0-16,0 0-4 0,-3 2 1 0,-3 1 4 0,-1 0-9 0,-1 0 5 15,-2 2-2-15,0 0-3 0,-1 3 13 0,-4 2-2 0,-1-1 1 0,-3 3 7 16,0-1-11-16,-2 2 3 0,0 1 1 0,-3 1-2 0,-2 3 6 16,-1 2-1-16,-3 0-7 0,-2 2 0 0,-1 0-8 0,-1 1 4 0,1 2 7 15,0 0 2-15,-3 3 6 0,3-1 3 0,0 0 0 0,-1 0-2 16,2 1-2-16,2-1-1 0,0 0 1 0,2 1-3 0,0 0 1 0,1 1 0 16,-1 1-1-16,-1 2 0 0,1-1-1 0,1 0 9 0,1-1-5 0,1 0 3 15,2 1 5-15,-2 2-5 0,0 2 3 0,2 1 3 0,0 2-4 16,2 0 3-16,-1-1 1 0,2 1-5 0,-2 1 2 0,2-1 0 0,2 1 2 15,1 0-3-15,1 1 1 0,0 2-4 0,2 0-4 0,2 2 3 0,2-1-1 16,3 0-4-16,2-1-1 0,4-1 13 0,2-2 4 0,5 0 5 16,3-1-1-16,2-1-9 0,4 0-8 0,3 0 0 0,0 2-5 0,3-3-3 15,2 1 4-15,3-1 0 0,2-1 2 0,2-1 1 0,2 1-3 0,1 0 2 16,2-1-4-16,1 1 1 0,4 0 2 0,0 0-5 0,4-2 4 16,0 2-2-16,2-1 0 0,2-2 3 0,2 1-2 0,1 0 3 0,2-1-1 15,2 0 1-15,1 0-1 0,2-1 0 0,4 0-1 0,0-2 0 0,2-1-1 16,2 0-1-16,2 0 0 0,1 1 0 0,1-2 2 0,2 0-1 15,0-1-7-15,0 0 2 0,2 0 0 0,0 1 3 0,2 0 2 0,1 0 5 16,1-1-2-16,0 1-3 0,0 0 2 0,3 0-4 0,1-1-1 0,2 1-1 16,0-2-1-16,1 0-1 0,1 0 5 0,-1 0-9 0,5 0-3 15,0-1-7-15,2-1-10 0,2 0-11 0,0-2-15 0,3-3-49 0,0-1-69 16,3-1-54-16,0-4-49 0,3-2-19 0,1-3 56 0,2-4-143 16</inkml:trace>
  <inkml:trace contextRef="#ctx0" brushRef="#br0" timeOffset="17084.82">4557 10218 772 0,'-40'-5'74'0,"-2"0"-24"0,-9-1 18 0,15 0-1 0,7 0-12 15,2-1-7-15,3 0-5 0,4 0-6 0,2 0-10 0,3 0-8 16,1-2-10-16,3 1-2 0,2 0-7 0,1 1 1 0,4 1-9 0,1 0-5 16,2 0-8-16,2 1-12 0,1 0 0 0,2 0-1 0,2 0 0 0,1 0 3 15,1 0-1-15,0 0 7 0,3 0 5 0,0 0 5 0,1-1 5 16,2-1 1-16,0 1 1 0,5-4 2 0,1-1 6 0,0-1-2 0,6-3 2 15,1-1 4-15,4-3 1 0,3-3 1 0,2-2 2 0,4-5-2 16,3-1 4-16,1-2 0 0,1-2 0 0,1 1 5 0,2 0 0 0,1-2 2 16,2 2 4-16,0-2-5 0,1 2 1 0,1 0 2 0,1-1-1 0,3 3 5 15,-1-2 0-15,1 3-1 0,0 0 0 0,1 2-1 0,0 2-3 16,2 1 0-16,-1 2 0 0,2 0-1 0,0 2-1 0,1-1-4 0,2 2-2 16,-1 2-1-16,2 1-2 0,0 2-3 0,1 1 5 0,1 1-4 0,0 3 0 15,2 0-4-15,0 1-3 0,2 1 2 0,0 1-2 0,0 1 3 16,-1 1 0-16,0 2-1 0,0 0 2 0,2 2-3 0,0 1 1 0,0 0-2 15,0 2-1-15,-1 2 1 0,1 0-1 0,0 2-1 0,-2 0 2 0,1 1-1 16,-2 0 3-16,-2 3-2 0,-1 0-1 0,0 1 3 0,-2 1-6 16,-1 1 2-16,-3 0 2 0,-2 2-4 0,0 1 9 0,-3 1-5 0,0 1 4 15,-1 0 1-15,-4-1-5 0,-2 2 1 0,-1 0 1 0,-3 0-3 16,0 1 1-16,-4 1 2 0,-2-1 0 0,-4 2-2 0,-1-1 4 0,-2 1-1 16,-3 1 1-16,0-2 1 0,-3 1-3 0,-2 2 4 0,-2-2 13 0,-2 0 1 15,-4 3 5-15,-2-1-1 0,-2 1-9 0,-2 1 3 0,-3 0-1 16,-3 0 1-16,-2 1 5 0,-2 2-3 0,-4 0 3 0,-1 1-1 0,-3 0 0 15,-2 0 3-15,-3-1-6 0,0-1-7 0,-5 1 2 0,-1 0-6 0,-1 0 1 16,-4 2 5-16,-1-1-3 0,-2-1-5 0,-2 0 14 0,-1 0-2 16,-3-1-2-16,-2 3 9 0,-3-2-18 0,-3 0 3 0,0 0-1 0,-3 0-1 15,-1-1 5-15,-3 1 1 0,-2 0-8 0,-1-2 0 0,-1 0 1 0,-2-1-6 16,-2-1 9-16,1-2 0 0,-3 1 0 0,-2-1 4 0,0-2-2 16,-2 1 1-16,0-1 1 0,0-3-1 0,-2 1-3 0,0-2 0 0,0-2-5 15,-1-2 4-15,-1-1 3 0,0 0-6 0,0-1 7 0,-1-1 4 16,0-1-1-16,0 0-3 0,-1 1-2 0,0-1-7 0,-1 0 5 0,-1-1 5 15,0 0-2-15,-1-3 8 0,-1 2-2 0,1-1 5 0,-1 1 4 0,3-1-10 16,-1 0 0-16,1 0-3 0,0 0-4 0,0-1 3 0,-1-1 3 16,2-1-1-16,0-2-1 0,0 1-1 0,2 0-6 0,2-2 4 0,-1 0-4 15,0-1-2-15,1-1 0 0,0 0-2 0,1-2-1 0,0 0-7 16,-1 0 1-16,1 0 3 0,0-2 9 0,4 0 7 0,2-3-2 0,-1 0 1 16,3-1-2-16,1-1 2 0,1 0 2 0,3-1 1 0,0 0-11 0,2-2-1 15,2 1-3-15,0 0 5 0,2-1 2 0,0 0 9 0,3 2-6 16,1-3-5-16,0 0 3 0,1 1-5 0,2 0 1 0,-1 2-4 0,5-1 0 15,-1 0 5-15,2 1-4 0,1 0 1 0,3 1-2 0,-1 0-2 0,3 0 1 16,-1 0 2-16,1 1-1 0,1 0-1 0,2 1-1 0,1 0 1 16,1-1 4-16,2 2-2 0,1-1-1 0,0 1 0 0,2 0-1 0,3 2 2 15,-1-1-1-15,1 0 3 0,0 1-3 0,3 0-3 0,1 0 2 0,1 1-1 16,0 0-1-16,2 1 2 0,-1 0-4 0,0 0 2 0,2 2 3 16,0-1 2-16,1 1-6 0,0 1 4 0,2 1-6 0,-1-1 0 0,2 1 3 15,1 0-6-15,0 0 5 0,1 1-3 0,0 0 0 0,-1 0-1 16,2 1-1-16,-2 1 2 0,2-1 2 0,0 2 4 0,1 1-1 0,0-1-1 15,0 2 0-15,1-1 0 0,0 0 2 0,1 1 2 0,-1 0-1 0,0 0-1 16,1 0 1-16,-1 0-3 0,1 0 1 0,1 0 1 0,-1 0-2 16,0 1 1-16,0-1 5 0,0 1-3 0,0 0 3 0,0 0-6 0,1 0 3 15,-1-1-1-15,0 2 1 0,1-1 3 0,-2 1-5 0,2 0 4 0,-2 0-5 16,1 0 3-16,0 1 3 0,-1-2-6 0,1 1 3 0,-2 0-3 16,2 0 1-16,0 0 5 0,-1-1-3 0,0 1 2 0,0-1-2 0,-1-1-3 15,1 2 4-15,-1-1 1 0,0 0-4 0,1-1 2 0,-1 0-3 0,-1 0 5 16,0 0 1-16,1-1 1 0,-1 0 2 0,0-1-6 0,1 0 2 15,-2 0 2-15,1-1-5 0,-1 0-4 0,-1 0 2 0,1-1-7 0,0 0 10 16,-1 0 3-16,0 0 1 0,0 0 2 0,0 0-4 0,-1-1 5 16,1 0-2-16,0 0-1 0,-2 0-1 0,2 0-1 0,-2-1 1 0,0 1-3 15,0-1 4-15,-1 1-2 0,1-1-2 0,-1 0 1 0,1 1 1 0,0-1-1 16,0 0-1-16,-1 1 0 0,0 0-1 0,0-1 2 0,0 1 1 16,1 0-4-16,-1 0 5 0,1 0-6 0,0 1 2 15,1-2-1-15,0 1-1 0,0 0 0 0,0 0-7 0,1 0-7 0,0 1-5 0,1-1-10 0,0 0-6 16,0 0-6-16,2 0-24 0,1 0-37 0,0 0-43 0,1-1-37 15,2 0-24-15,0-1 3 0,3-2 4 0,1 1 3 0,3-2 10 0,1-1 21 16,1 0 37-16,4-1-35 0,2 1-15 0</inkml:trace>
  <inkml:trace contextRef="#ctx0" brushRef="#br0" timeOffset="19251.59">13982 11487 592 0,'-23'-13'49'0,"0"-1"-23"0,-4-3-3 0,5 1-6 0,7 2-14 0,1 1-10 16,2 1-11-16,1 1 2 0,2 0 5 0,0-2-3 0,2 0 2 16,-1 0-2-16,1 2 1 0,0-2 6 0,1 1 2 0,0 0 6 0,2 1 3 15,0 0 2-15,0-2 7 0,2 0 2 0,0 0 6 0,0-1 4 0,1 2 4 16,0-2 3-16,1 0 7 0,0-1 3 0,1 1 4 0,1-1 3 16,0-1 2-16,2-1-1 0,1-1-5 0,2-1-4 0,1-2-8 0,1 1-8 15,3 0-2-15,1-2-5 0,2 0-1 0,3-1-1 0,3-2-5 0,1-1 2 16,4-1-6-16,1-1-5 0,2 0 7 0,2 0-6 0,4-1 5 15,1 1 3-15,3-3-6 0,0 1 0 0,0 0 3 0,3 2-1 0,1-1 1 16,0 2 0-16,1 0-2 0,1-1 1 0,0 2-4 0,2 0 4 16,-1 1-2-16,3 1 1 0,0 2 0 0,2 2-2 0,0-1 0 0,2 0 1 15,1 1-6-15,3 1 1 0,3 0 0 0,0 2-2 0,3 0 4 0,1 2-9 16,3 0 1-16,2 3-2 0,-1 0 1 0,4 1 11 0,1 3-1 16,0 0-1-16,2 2-1 0,0 2-4 0,0 0-2 0,2 2 2 0,-2 2-1 15,1 1-2-15,0 1 2 0,-1 2-2 0,-1 0 0 0,2 3 1 0,-2-2-4 16,1 1-3-16,-2 2 2 0,-2 1 1 0,1 3 8 0,-1-1 1 15,-1 3 7-15,0 0-1 0,0 0-1 0,-3 2-1 0,0 0-3 0,0 2-2 16,-3 2-2-16,-1-1 4 0,-2 1 1 0,-1 1-4 0,0 0 5 16,-3 2-2-16,1 2-2 0,-3 0 3 0,-1 2-2 0,1-2-2 0,-3 2 5 15,-1-2-2-15,-2 2 2 0,-2 0-1 0,-1 1-1 0,-2 1-1 0,-1 1-1 16,-2 0-4-16,-1-1 1 0,-3 1 3 0,-1 0 2 0,-3 1 1 16,-1-1 7-16,-4 2-4 0,-1-2 0 0,-3 1 3 0,-2 0-4 0,0 1 3 15,-4 1 1-15,0 0 3 0,-3-1 3 0,-3 0-1 0,-2-1-1 0,-1 1-2 16,-3 1-1-16,-2-1 1 0,-1 3 0 0,-2-3-8 0,-3 2 8 15,-2-1-1-15,-1 1 1 0,-4-1 8 0,-1 1-5 0,-2-1 0 0,-3-1 2 16,-2 2-2-16,-2-1-3 0,-1 1 0 0,-2-1-3 0,0 1 5 16,-3-3-2-16,-3 0 2 0,-1-3-1 0,-3 3 2 0,-1-2 2 0,-2 2-1 15,-3-2-1-15,-1-1-7 0,-3-1 4 0,-2 0 6 0,-2-1 5 0,-1 1 5 16,-5 0-1-16,-2-2-7 0,0 1 1 0,-3-3 0 0,0 0-5 16,-1 0 7-16,-3-2-5 0,0-1-4 0,-2 1 7 0,-2-2-12 0,-3 1 4 15,-1-1-5-15,-2-2-1 0,-2-1 5 0,0-1 0 0,-1-1 1 0,-3-2-2 16,0 0-4-16,-2-2 0 0,-2 0 6 0,2-2-2 0,-3-1 2 15,0 0 2-15,0-2-9 0,-4 0 6 0,0 0 3 0,-3-1-8 0,-1-1 8 16,0-1-11-16,-3 1 1 0,1-1 4 0,-3 0-3 0,-1 0-3 16,-2-1 1-16,-2-1 6 0,1 0 0 0,-1 0 8 0,-1-2-6 0,2 2-5 15,-3-1 1-15,-2 0 0 0,0 0-3 0,0-2-2 0,0 1 1 0,1-1-5 16,0 0 2-16,-3 0-1 0,0 0-2 0,-1 0 1 0,0 0 3 16,2 0-5-16,-4-1 7 0,1-1-1 0,1 0 1 0,-2 1 2 0,1-1-2 15,1 1-1-15,0-2-1 0,-1 1 3 0,0-1-3 0,0 0-1 0,2 0 3 16,0 0-2-16,-2 0 5 0,0-2-7 0,0 2-1 0,0-1 3 15,0 1-2-15,-1 0 3 0,1 0 0 0,0 0 2 0,0-1 3 0,1 1-1 16,0-1-13-16,-1 0-6 0,-1 0 1 0,-1 1 7 0,0-1 15 16,3-1 7-16,2-1-2 0,1 1-7 0,-2-1 2 0,2 0-1 15,-1 2 3-15,0-1-2 0,2 0-4 0,-1 1-1 0,2-1-5 0,0 2 8 0,0 0-9 16,-1 0-5-16,-2 0 3 0,2 2-1 0,0 0 13 0,-1 0 0 16,2 1-2-16,2-2 3 0,1 1 3 0,2-1-6 0,-1 0 3 0,1 2-1 15,0 0-7-15,-2-1 4 0,4-1-1 0,1 0 4 0,2-1-1 0,0 0 5 16,2 1 2-16,-2 0 2 0,3 0-5 0,-1 0-2 0,3 1-9 15,-1 1-1-15,0 2 4 0,-1 0-3 0,0-1 6 0,1 0-8 0,0 1 4 16,3-1-2-16,-1 1 1 0,1 1-1 0,1-1 0 0,-1 1 2 16,2-1-7-16,1 0 5 0,0-1-1 0,4 1-5 0,1-1 10 0,-1 0-2 15,2 0-4-15,0-1 5 0,0 0-6 0,1-1 2 0,-1 1 1 16,4-1-2-16,0 0-1 0,-1-1 5 0,1 0-1 0,0-1 1 0,2 1-8 16,1 0 0-16,2-3-7 0,2 1 1 0,1-1 11 0,2-1-2 0,3 2 15 15,0-1-3-15,1 0 2 0,0 1-7 0,2-2-5 0,2-1-1 16,1-1-2-16,1 1 0 0,1 0-3 0,1 1-1 0,3-1 7 0,1 1-2 15,3-2 3-15,0 0 1 0,0 0-4 0,0 1 2 0,2-2-2 0,2 0 1 16,1 0-2-16,3 0-1 0,0 1-1 0,3 0 0 0,1-2 2 16,2-1-5-16,1 0 1 0,2 0-1 0,1-1 3 0,2-1 0 0,3-2 2 15,0 1-5-15,2-2 0 0,4 0-2 0,0 1 3 0,2-1-7 0,2-1 6 16,0 0-1-16,4-1-3 0,1-1 5 0,1 1-5 0,2-3 2 16,2 0-8-16,2 0-1 0,3-1 8 0,1 0 8 0,2-2 7 0,3 0-3 15,1-2-6-15,3 0-4 0,1 0 6 0,3 0 4 0,3 0-5 0,1-1 4 16,3 2 0-16,2-4-5 0,0 2 13 0,4-3-7 0,1 2 1 15,0 1 4-15,5 1-11 0,0 0 2 0,3 1 5 0,3-2 1 0,2 1-12 16,2 0 11-16,1 2-7 0,3 0-2 0,0 1 12 0,3-1-7 16,3 0 6-16,2 1 0 0,2 1 1 0,1 3-2 0,2 0-1 0,2 2-2 15,0 1 1-15,2-1 0 0,1 1-6 0,1 2 3 0,2 0 0 0,1 1 2 16,2 1 4-16,1 2-5 0,0 1-3 0,0 2 2 0,-1 1 0 16,2 1 1-16,-1 2 0 0,2 1-1 0,-1 0-1 0,2 2 4 0,1 1 5 15,-4 1-3-15,1 1-2 0,-2 0-3 0,1 2-1 0,0 1-1 0,0 2 4 16,1 1-3-16,-3 0 0 0,-2 2 1 0,1 0 4 0,-3 0 3 15,0 2-2-15,-1 0-2 0,-1 2-7 0,-3 1 4 0,-1 2 3 0,-1 0-3 16,-2-2 5-16,-3 3-4 0,-2-1-3 0,-2 1 9 0,-3-1-3 16,-1 1 3-16,-3 0 2 0,-1 0-3 0,0 1-2 0,-4 1 3 0,-1 1 3 15,-1-2-2-15,-3 1-1 0,-2 1 0 0,0-2 2 0,-4 1-3 0,-1-2-1 16,-1 2 1-16,-1-2 3 0,-1 2 11 0,1 0-5 0,-2-2 0 16,1 0-2-16,-2 1-7 0,1 0 6 0,0-2-3 0,-4 1-9 0,1-1 6 15,-1 1-5-15,-1-2 5 0,1 2 2 0,-3 1-4 0,0-1 0 0,-1 0 4 16,-2 1-2-16,1 0-2 0,-1 0 6 0,-2-1-5 0,0-1-1 15,-2 0 2-15,0 0 2 0,-1-1-4 0,-3 0 0 0,-1 0 2 0,-1-1-4 16,-1-2 7-16,-1 2-2 0,1 0 2 0,-2-1 0 0,0 0 0 16,-1-2-3-16,-1 0 3 0,-1 1-5 0,0-2 0 0,0 0 8 0,0-1-7 15,-2-1 7-15,0-1-6 0,0 0 2 0,-3 0 6 0,2-1-4 0,-1 1 4 16,0-2-4-16,0 0-5 0,-1 0 1 0,1-2 1 0,0 2 5 16,-1-2 0-16,0 1-4 0,1-1-2 0,-1 0-2 0,0-1-4 0,-1 1 6 15,0-1-10-15,0 0 5 0,0 0-1 0,-1 0-3 0,0 0 12 0,0-1-7 16,1 2 1-16,-1-2 0 0,1 1 0 0,0 0 1 0,0 0 1 15,-1 1-1-15,4-1-2 0,-1 0-2 0,-1 0 4 0,2 0-2 0,-2 0 1 16,2 0 0-16,-1 0-6 0,1 0 4 0,0 0 1 0,1 0-2 16,1-1 7-16,-2 1-5 0,2-1 1 0,0 1 0 0,-1-1 1 0,0 0 2 15,1 0-4-15,-1 0 2 0,0 0-2 0,0 0 2 0,1 0-1 0,-1 0 2 16,2 0-4-16,-1 0-1 0,-1 0 5 0,1-1-5 0,0 1 3 16,-1 0-2-16,2-1 2 0,-2 1 0 0,0 0 3 0,0-1-3 0,0 1 2 15,1-1-5-15,-1 0 1 0,1 0 2 0,-1 1-6 0,0-1 6 0,0 1 0 16,0-1 0-16,0 0 0 0,0 1-1 0,0-1-1 0,0 0 1 15,0 0 2-15,1 0-1 0,-1-1-3 0,0 2 2 0,0-1 1 0,0 0 0 16,-1 1 0-16,1-1 0 0,0 1 0 0,0-1-2 0,0 1 4 16,0-1 4-16,0 0-6 0,0 1 4 0,-1-1-4 0,1 0 0 0,0 1 3 15,-2-1-1-15,1 2 5 0,-1-1-8 0,0 0-4 0,0 0 5 0,-1 0-7 16,1 0 5-16,0 1-1 0,-1 0-1 0,1 0-1 0,-2-1-4 16,2 2 3-16,-1-1-9 0,1-1 8 0,-1 2-3 0,0 0 4 0,-1 1 0 15,1-1-1-15,0 1-5 0,0 0-6 0,1 1 1 0,-1 0-6 0,0 0 4 16,1 1-5-16,0-1-2 0,1 0 2 0,1 1-10 0,-1-1-16 15,1 1-20-15,0-1-22 0,0 0-8 0,1 1-4 0,-1-1-2 0,0 0-8 16,0 0-8-16,1 0 10 0,-1 0 10 0,0 0 12 0,0-1 14 0,0 0 6 16,0 0 6-16,0 1 5 0,0-1 1 0,-1 1 2 0,0 0 2 15,-1 0 2-15,0 0 8 0,-1 1 7 0,0 1 5 0,-1-1 4 0,0 1 2 16,-1 0-2-16,0 0-86 0,1 0-22 0</inkml:trace>
  <inkml:trace contextRef="#ctx0" brushRef="#br0" timeOffset="20900.96">10311 12640 723 0,'-18'-18'331'0,"-1"1"-273"0,-4-4 7 0,3 2 13 0,4 4 7 0,1 1-13 16,0-1-39-16,-1 1-19 0,1 0-5 0,-2 3-4 0,-1 0 3 0,-2 1-6 15,-1 2-3-15,-3 1-8 0,0 0-8 0,-3 1-6 0,-2 1-2 16,0 2 2-16,-2 0 1 0,-1 1 3 0,-2 0-1 0,-2 1 4 15,-1 0 3-15,-2 0 1 0,-2 0 6 0,-3 0-1 0,-2-1 3 0,0 1 3 16,-2-1-1-16,0 0 6 0,-2 0-5 0,-2-1-2 0,-1 0 9 0,-1 0 0 16,0-2 1-16,0-2 7 0,-2 1-5 0,0-2 3 0,-2 0 9 0,-1-2 6 15,2-2 7-15,-2-2 1 0,1-2-5 0,0 1-5 0,-2-2 6 16,1 0 1-16,0 0-2 0,-2-1-5 0,-1 0 2 0,0-1-1 0,-2 0 13 16,2-2 10-16,0 0-1 0,-2 0 0 0,2-1-12 0,0-1-2 0,1 2 9 15,0-1-4-15,-1 1 5 0,0-1-4 0,-1-1-8 0,1 1-2 16,0-1-7-16,-1 1-4 0,0 1-4 0,-1 2-5 0,0 1 9 0,-1 1-7 15,-1 1-3-15,-1-1-3 0,-1 2-5 0,-1 2 2 0,1-1-1 16,-1 1 1-16,0 1-2 0,1 0 4 0,-2 3-2 0,-1-1-5 0,-1 2-2 16,-1 1-2-16,0 2-5 0,-1 1 2 0,1 0 9 0,2 1 0 0,2 1 2 15,-3 0-1-15,1 1-1 0,-2 1-1 0,-2 1 4 0,3 2-6 16,-3 1 0-16,1 1-3 0,0 1 3 0,-2 1 3 0,3 0-3 0,-1 2 8 16,-1 1-4-16,1 1 2 0,1 2 1 0,1-1-1 0,1 1 0 0,1 0 5 15,2 2-4-15,2 1 1 0,2-1-5 0,0 1 0 0,1 2 3 16,1 1-6-16,1 1 0 0,2 1 0 0,1 2-2 0,2 0 5 0,0 1 3 15,0 1-10-15,0 0-3 0,2 3 8 0,0-1-1 0,1 5 8 16,1 1 3-16,0 1-11 0,2 1-5 0,2 1-1 0,0 1-2 0,2 1 6 16,2 2 5-16,2-1-3 0,0-1 3 0,1 1-5 0,3 0 1 0,0 1 2 15,5 2-11-15,0-1 12 0,2 1 1 0,1 0-6 0,3 0 13 16,0-1-8-16,5 1-7 0,-1 0 5 0,3 0-5 0,3 1-1 0,0-1 5 16,4-1-4-16,1 0 0 0,4-2-1 0,1-1-1 0,2 2 3 0,1-3-6 15,3-1 6-15,1 1 0 0,2-2 1 0,2 2 6 0,1-2-6 16,3 0 1-16,0 0 2 0,2 0 0 0,1 1 7 0,2-2-2 0,2 1 3 15,-1-3 0-15,4-1-8 0,1-1 1 0,2 0-2 0,2 0-2 16,1 0 2-16,2-2 0 0,2-2-8 0,1-1 8 0,1 1 4 0,2-2-4 16,4-1 14-16,1 0-2 0,3-1-3 0,1 1 0 0,1-2-6 0,0-3-1 15,4 0 1-15,2-1 7 0,-1-1-2 0,3-1 0 0,3 0 2 16,1 0-6-16,2 0 3 0,2-2-3 0,0 1 6 0,2 0-4 0,0-3-3 16,1-1 5-16,2-1-2 0,1 0 5 0,1 0 0 0,0 0-3 0,1-1 2 15,3 1-6-15,-1 0 1 0,1-1-1 0,1 0 0 0,1 0 0 16,0-1 5-16,4-1-2 0,0 0-5 0,1-1-1 0,2 0 0 0,-2 0 3 15,3-2 2-15,0-1 2 0,1 1 2 0,3-1 0 0,0-1 0 16,1-1-5-16,1 0-1 0,-1 0 1 0,1 1-5 0,1-2 3 0,1 0 5 16,1 0-1-16,0 0 3 0,0 0-11 0,-1-1 1 0,0 1 0 0,0-3 9 15,0 1 1-15,1-1-3 0,2 0 3 0,0 0-12 0,-2-1 3 16,2-1 3-16,-2 0 2 0,3-2 9 0,0-1-1 0,3 0-1 0,0-3-3 16,1 0-6-16,-1 0 3 0,-1 1-4 0,-1 0-4 0,-1 2-4 0,0-2 2 15,0-2 3-15,-1 0-2 0,2-2 0 0,-3 2 3 0,4-2 0 16,-3-1 2-16,2 1 1 0,-2-1-4 0,0-1 2 0,-1 0 1 0,-1 0-2 15,-1-2 0-15,-3 0-6 0,-1-1 6 0,-1 2 0 0,-2-2 1 16,-1-1 0-16,-1 3 6 0,-2-3 5 0,-1 1 3 0,-2 0-2 0,-2-2-2 16,-1-1-3-16,-2 2-1 0,-1-2 8 0,-1 0-5 0,-1 0 3 15,-1-1-4-15,-1 0-6 0,-1-1 2 0,-4 1-2 0,-2-2 4 0,0 0 1 16,-2 1 2-16,-1-3-3 0,-3 3 2 0,-2-1 3 0,-3 1-5 0,1-2 11 16,-5 1-7-16,-1 0-2 0,-2-1 6 0,-4 1-11 0,-2 0 13 15,-1 2 5-15,-3-2 5 0,-2-1 5 0,-1 0 0 0,-3-2-1 0,0 1-8 16,-1-1 6-16,-2 1-3 0,0-1-4 0,-3 2-2 0,-2-4-1 0,-2 0-5 15,-2-1 0-15,0 1 0 0,-3 0-3 0,-1 1-1 0,-1-1 6 16,-2 1-9-16,-3-2 6 0,-1 2-10 0,-2 0 2 0,-2 1 4 0,-2-1 0 16,-2 2 10-16,-1-2-11 0,-2 0 10 0,-3-1-6 0,-3 3 3 0,-2-1-2 15,-1 0-6-15,-3 1 8 0,-1-2-6 0,-2 1 2 0,-3-1 4 16,-2 1-7-16,-4 0 3 0,-2 3-3 0,-2-2 0 0,-5 1-2 0,-2-1-1 16,-3 1-7-16,-3-1-13 0,-4 2 6 0,-2 2 9 0,-4-1 3 15,-2 3 12-15,-4-1-1 0,-2 0-11 0,-4 3 0 0,-1-1 3 0,-4 2-3 16,-2 1 0-16,0 1 4 0,-3 0 2 0,-2 2 2 0,-2 1-3 0,-2-1-3 15,0 2 0-15,-2 0-6 0,-3 3 1 0,-1 1 0 0,-5 2-9 16,-1 2 6-16,-1 2 2 0,-4 1 3 0,1 2 4 0,0 0 2 0,-1 3-10 16,0 1-5-16,0 2 2 0,-2 3-16 0,-2 2 4 0,-1 6-6 0,-3 3 4 15,2 0 7-15,2 2 2 0,1 2 1 0,1 1-14 0,0 4-12 16,-1 3-18-16,2 4-31 0,-2 2-26 0,1 3-34 0,2 4-51 0,-3 2-69 16,2 4-80-16,1 4-57 0,-1 6 52 0,-3 4-106 0</inkml:trace>
  <inkml:trace contextRef="#ctx0" brushRef="#br0" timeOffset="23902.93">10346 13713 587 0,'-63'-4'9'0,"-5"0"23"15,-15-3 13-15,11-1 9 0,10 0-7 0,0-2-10 0,1 0-7 0,1 0-7 16,1 1 1-16,-1-3-3 0,-1 0-1 0,0 1-7 0,-2 0-5 16,1 2-2-16,0 2-2 0,-3-1 2 0,-1 1-3 0,0 1 0 0,-1 2 0 15,-1-1-1-15,-1 2 5 0,-3-1-3 0,-1 1 1 0,0 2-2 0,-3 2-4 16,1 1 3-16,-3 0 0 0,-3 2 2 0,1 0 3 0,-3 1 0 15,-1 1-1-15,1-1-3 0,-2 2 0 0,0-1-3 0,-3 1 1 0,-1 2 1 16,0-1 1-16,-1-1-1 0,1-1 2 0,-1-1 3 0,3 0-4 16,-2 0 4-16,0 0 2 0,-2-1-1 0,2-1 3 0,-3 0-7 0,3 1 1 15,-1 1 0-15,0 0-4 0,-3-1 3 0,1 1-1 0,-1 1 3 16,0 1 0-16,2 1-1 0,1 0 0 0,-1 0-2 0,1 2 1 0,-3 0 1 16,1 3 1-16,-2 0-2 0,2 1-1 0,0 4-3 0,-1 1-1 0,0 2 2 15,1 0-1-15,-1 2 2 0,2 0-4 0,-1 3 0 0,3 1-1 0,0 0 7 16,2 3 5-16,-1-1-3 0,1 3 2 0,4-1-11 0,0 2-2 15,4-1 1-15,3 0-1 0,-1 1 8 0,4-2-2 0,1 2 1 16,2-2-2-16,5 1 0 0,1-1-1 0,1 1-1 0,3 0 1 0,2 1-2 16,3-1-4-16,2 1 3 0,1 0 1 0,2 1-1 0,2 1 5 0,2 1-3 15,2 0 0-15,3 0 0 0,2 3 1 0,2-2 0 0,1 3-2 0,2 2 0 16,4-1 1-16,1 1 0 0,3 1 1 0,2-1-3 0,2 1 0 16,4 0-6-16,1 0 7 0,2-2 2 0,4 2-3 0,1 0 0 0,3-1-3 15,2 0-3-15,3 2 9 0,2-3-4 0,4 0-1 0,0 1 0 0,4-3-4 16,0 0 5-16,4 1-3 0,2 0-2 0,0-1 0 0,3 0-4 15,2 1 4-15,2-1 2 0,3 1 1 0,1 0 3 0,3 1-3 0,1-2 4 16,2 1 1-16,1 1-4 0,2-3 3 0,2-1-7 0,2-1 6 16,3-1 4-16,2 0-6 0,3-2 2 0,3 0-3 0,1-4 0 0,2-1 7 15,2-1-4-15,2 0 1 0,3-3 4 0,1 0-5 0,4-2 5 16,0-2 2-16,5 0-9 0,1-3 6 0,0-1-5 0,4 0-2 0,1-1 6 16,1-1-5-16,3-2 6 0,1 1-1 0,3-2 4 0,1 0-3 0,2 0-2 15,1-1-2-15,1-1 1 0,2-1 4 0,1-1 1 0,5-1 3 16,-2-1-7-16,2 1 1 0,2-3 1 0,-3 0 8 0,6-2 3 0,0-1-4 15,2 0-1-15,1-2-3 0,1 0-2 0,-1-1 10 0,1 0-1 0,3 1-1 16,-3-1 0-16,2 0-8 0,-2 0 1 0,1-1-2 0,-2 0-3 16,4 0-1-16,0 1 2 0,4-2 4 0,1 0-2 0,-3 0-1 0,1-1-2 15,-1-1-1-15,0 0 8 0,-1-1-1 0,1 0-6 0,-1 0 0 0,0 1-1 16,2-1 4-16,-2-2 1 0,0 0-5 0,0-1-2 0,0 1-2 16,1-1 1-16,-1 1 7 0,-2-2-2 0,-1-1-2 0,0-1 0 0,-3-2-6 15,-3-1 3-15,-1-4-7 0,-4-2-6 0,-1-1 4 0,0-3-3 0,-2-3 15 16,-2-5 5-16,-1-4 3 0,-3-5 2 15,-1-4 1-15,-5-2 5 0,-3-3 0 0,-3-2-6 0,-3-1-6 0,-1-1 1 0,-2-3 5 0,-3-2 12 16,1-3 8-16,-3-3 0 0,-4-1 4 0,-3-1-4 0,-4 0 2 0,-4 0-2 16,-3-2-6-16,-3-1 5 0,-3 0 1 0,-3-1-2 0,-2 1 2 15,-3 0-7-15,-1-2-7 0,-3 0-5 0,-1 1-1 0,-4 0-3 0,0 1 5 16,1 0-3-16,-4-1 2 0,1 1-4 0,-3-1-9 0,-4 2-14 16,-1 2-22-16,-2 2-27 0,-3 1-18 0,-1 4-26 0,-2 1-23 0,-1 0-17 15,-1 1 7-15,-1-1-210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09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34 504 0 0,'1'-5'376'0'0,"-1"1"-168"0"0,2-2-32 0 0,-1 0-104 0 0,1 2-16 0 0,-1 0 0 0 0,2 1-40 0 0,-1 1 0 0 0,-1 2-40 0 0,-2 0-152 0 0,-1 2 56 0 0,-1-1-104 0 0,2 4-448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09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95 121 560 0 0,'-3'-3'117'0'0,"0"0"0"0"0,0 0 0 0 0,0 0 0 0 0,0 0 0 0 0,1-1 0 0 0,-1 1 0 0 0,1-1 0 0 0,0 1 0 0 0,0-1 0 0 0,0 0 0 0 0,0 0 0 0 0,1 0 0 0 0,0 0 0 0 0,-2-7 0 0 0,2 6 118 0 0,0 0 0 0 0,-1 0 0 0 0,1 0-1 0 0,-1 1 1 0 0,-1-1 0 0 0,1 0-1 0 0,-1 1 1 0 0,1 0 0 0 0,-6-7-1 0 0,7 11-18 0 0,1-1 1 0 0,0 1-1 0 0,-1-1 0 0 0,1 1 0 0 0,-1-1 0 0 0,1 1 0 0 0,-1-1 0 0 0,1 1 0 0 0,-1-1 0 0 0,1 1 0 0 0,-1 0 1 0 0,1-1-1 0 0,-1 1 0 0 0,0 0 0 0 0,1 0 0 0 0,-1-1 0 0 0,0 1 0 0 0,1 0 0 0 0,-1 0 0 0 0,0 0 0 0 0,1 0 0 0 0,-1 0 1 0 0,0 0-1 0 0,1 0 0 0 0,-1 0 0 0 0,0 0 0 0 0,1 0 0 0 0,-1 0 0 0 0,0 0 0 0 0,1 1 0 0 0,-2-1 0 0 0,1 1 47 0 0,0 0-1 0 0,0 0 0 0 0,1 0 1 0 0,-1 0-1 0 0,0 1 0 0 0,0-1 0 0 0,0 0 1 0 0,1 0-1 0 0,-1 1 0 0 0,1-1 1 0 0,-1 0-1 0 0,1 1 0 0 0,-1 1 0 0 0,-4 46 1933 0 0,11 78-929 0 0,30 168 1 0 0,-13-131-841 0 0,52 433 1202 0 0,-65-528-1466 0 0,51 333 1221 0 0,-56-372-1234 0 0,3 11 46 0 0,-2 1 0 0 0,1 43 1 0 0,-21-149-8590 0 0,2-16-2453 0 0,11 55 7857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0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339 283 7770 0 0,'-82'-30'6996'0'0,"-40"-8"-3458"0"0,1 1-1664 0 0,120 37-1862 0 0,1-1 0 0 0,-1 1 0 0 0,0 0 0 0 0,1 0 1 0 0,-1 0-1 0 0,1 0 0 0 0,-1 0 0 0 0,0-1 0 0 0,1 1 1 0 0,-1 0-1 0 0,1 0 0 0 0,-1-1 0 0 0,1 1 0 0 0,-1 0 1 0 0,1-1-1 0 0,-1 1 0 0 0,1-1 0 0 0,0 1 0 0 0,-1 0 1 0 0,1-1-1 0 0,-1 1 0 0 0,1-1 0 0 0,0 1 0 0 0,-1-1 0 0 0,1 0 1 0 0,0 1-1 0 0,0-1 0 0 0,0 1 0 0 0,-1-1 0 0 0,1 0 1 0 0,1 0 12 0 0,-1 0 1 0 0,1 0 0 0 0,-1 0-1 0 0,1 0 1 0 0,0 1 0 0 0,-1-1-1 0 0,1 0 1 0 0,0 0 0 0 0,0 1-1 0 0,-1-1 1 0 0,1 0 0 0 0,0 1-1 0 0,0-1 1 0 0,0 1 0 0 0,2-1-1 0 0,50-19 810 0 0,-45 18-654 0 0,110-33 349 0 0,1 6 1 0 0,1 5-1 0 0,124-8 0 0 0,-84 21 428 0 0,295 17 0 0 0,-374 2-1209 0 0,103 22-1 0 0,-140-20 88 0 0,-2 2-1 0 0,1 2 0 0 0,-2 2 1 0 0,41 21-1 0 0,-70-31-555 0 0,-1 1-1 0 0,1 0 0 0 0,-1 1 0 0 0,-1 0 1 0 0,0 1-1 0 0,0 0 0 0 0,11 14 0 0 0,-15-15-361 0 0,0-1-1 0 0,-1 1 0 0 0,0 1 1 0 0,-1-1-1 0 0,1 1 1 0 0,-2 0-1 0 0,1 0 0 0 0,-1 0 1 0 0,-1 0-1 0 0,1 0 1 0 0,0 10-1 0 0,-1 21-3533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0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100 505 11066 0 0,'-11'5'3760'0'0,"-16"7"995"0"0,19-8-4365 0 0,0 0 0 0 0,1 0 0 0 0,0 0 0 0 0,0 1 0 0 0,0 0 0 0 0,-6 7 0 0 0,13-12-376 0 0,0 0 0 0 0,-1 0 0 0 0,1 1 0 0 0,0-1 0 0 0,-1 0 0 0 0,1 0 0 0 0,0 1-1 0 0,0-1 1 0 0,-1 0 0 0 0,1 0 0 0 0,0 1 0 0 0,0-1 0 0 0,0 0 0 0 0,-1 1-1 0 0,1-1 1 0 0,0 0 0 0 0,0 1 0 0 0,0-1 0 0 0,0 0 0 0 0,0 1 0 0 0,0-1 0 0 0,0 1-1 0 0,0-1 1 0 0,0 0 0 0 0,0 1 0 0 0,0-1 0 0 0,0 0 0 0 0,0 1 0 0 0,0-1-1 0 0,0 1 1 0 0,0-1 0 0 0,0 1 0 0 0,12 3-3 0 0,18-4-98 0 0,-5-5 256 0 0,-1-1 1 0 0,0-2-1 0 0,0 0 1 0 0,32-16-1 0 0,87-56 303 0 0,-93 51-362 0 0,133-83 139 0 0,33-20 291 0 0,-159 101-442 0 0,1 1 1 0 0,120-41 0 0 0,-122 58-104 0 0,0 3-1 0 0,0 2 1 0 0,0 3 0 0 0,1 2 0 0 0,74 6 0 0 0,-124-2-541 0 0,0 0-1 0 0,-1 0 1 0 0,1 0-1 0 0,-1 1 1 0 0,11 4 0 0 0,-16-6 462 0 0,0 0 1 0 0,-1 0-1 0 0,1 0 1 0 0,0 0-1 0 0,0 1 1 0 0,-1-1 0 0 0,1 0-1 0 0,0 1 1 0 0,0-1-1 0 0,-1 1 1 0 0,1-1-1 0 0,0 1 1 0 0,-1-1-1 0 0,1 1 1 0 0,-1-1-1 0 0,1 1 1 0 0,-1 0 0 0 0,1-1-1 0 0,-1 1 1 0 0,1 0-1 0 0,-1-1 1 0 0,0 1-1 0 0,1 0 1 0 0,-1-1-1 0 0,0 1 1 0 0,1 0 0 0 0,-1 0-1 0 0,0 0 1 0 0,0-1-1 0 0,0 1 1 0 0,0 0-1 0 0,0 0 1 0 0,0 0-1 0 0,0-1 1 0 0,0 1-1 0 0,0 0 1 0 0,0 0 0 0 0,0 0-1 0 0,-1-1 1 0 0,1 1-1 0 0,0 0 1 0 0,0 0-1 0 0,-1-1 1 0 0,1 1-1 0 0,-1 0 1 0 0,1-1 0 0 0,-1 1-1 0 0,1 0 1 0 0,-1-1-1 0 0,1 1 1 0 0,-1-1-1 0 0,1 1 1 0 0,-1 0-1 0 0,0-1 1 0 0,1 0-1 0 0,-2 1 1 0 0,-3 4-2161 0 0,-1 0 1 0 0,0-1-1 0 0,0 0 0 0 0,-12 5 1 0 0,-2 1-2384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1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133 266 21389 0 0,'-31'-21'789'0'0,"20"15"-476"0"0,0 0 0 0 0,1-2 0 0 0,-1 1-1 0 0,2-1 1 0 0,-1-1 0 0 0,1 0 0 0 0,0 0 0 0 0,-8-12-1 0 0,17 21-302 0 0,-1-1 0 0 0,1 1 0 0 0,-1-1 0 0 0,1 0 0 0 0,0 1 0 0 0,-1-1 0 0 0,1 0 0 0 0,0 1 0 0 0,-1-1 0 0 0,1 0 0 0 0,0 1 0 0 0,0-1 0 0 0,0 0 0 0 0,0 0 0 0 0,-1 1 0 0 0,1-1 0 0 0,0 0 0 0 0,0 0 0 0 0,0 1 0 0 0,1-1 0 0 0,-1 0 0 0 0,0 1 0 0 0,0-1 0 0 0,0 0 0 0 0,0 0 0 0 0,1 1 0 0 0,-1-1 0 0 0,0 0 0 0 0,1 1 0 0 0,-1-1-1 0 0,1 0 1 0 0,1 0-10 0 0,-1 0-1 0 0,1 0 0 0 0,-1 0 0 0 0,1 1 0 0 0,-1-1 0 0 0,1 0 0 0 0,-1 1 0 0 0,1-1 1 0 0,0 1-1 0 0,-1 0 0 0 0,1 0 0 0 0,0 0 0 0 0,2 0 0 0 0,3 0-27 0 0,1 0 0 0 0,0 1 0 0 0,-1 0 0 0 0,1 0 0 0 0,10 4 0 0 0,-3 2 2 0 0,-1 1 0 0 0,0 0 0 0 0,0 1 0 0 0,-1 0 0 0 0,0 1-1 0 0,-1 1 1 0 0,0 0 0 0 0,-1 1 0 0 0,0 0 0 0 0,10 15 0 0 0,5 9-156 0 0,-2 2 1 0 0,29 59-1 0 0,-16-15 62 0 0,-4 3-1 0 0,-3 0 1 0 0,-4 2 0 0 0,19 119 0 0 0,26 367-111 0 0,-62-477 165 0 0,100 660 510 0 0,-99-727-517 0 0,-10-29 67 0 0,0 1 1 0 0,0-1 0 0 0,0 0 0 0 0,0 0 0 0 0,0 0-1 0 0,1 0 1 0 0,-1 0 0 0 0,0 0 0 0 0,0 1 0 0 0,0-1-1 0 0,0 0 1 0 0,0 0 0 0 0,0 0 0 0 0,0 0 0 0 0,0 0-1 0 0,0 0 1 0 0,0 0 0 0 0,1 0 0 0 0,-1 0 0 0 0,0 1-1 0 0,0-1 1 0 0,0 0 0 0 0,0 0 0 0 0,0 0 0 0 0,0 0 0 0 0,1 0-1 0 0,-1 0 1 0 0,0 0 0 0 0,0 0 0 0 0,0 0 0 0 0,0 0-1 0 0,0 0 1 0 0,0 0 0 0 0,1 0 0 0 0,-1 0 0 0 0,0 0-1 0 0,0 0 1 0 0,0 0 0 0 0,0 0 0 0 0,0 0 0 0 0,1 0-1 0 0,-1 0 1 0 0,0 0 0 0 0,0-1 0 0 0,0 1 0 0 0,0 0-1 0 0,0 0 1 0 0,0 0 0 0 0,0 0 0 0 0,1 0 0 0 0,2-17-361 0 0,0-79-878 0 0,-4 1 1 0 0,-21-139-1 0 0,-96-369 991 0 0,2 16 1307 0 0,89 218-413 0 0,26 291-42 0 0,4 1 0 0 0,23-135 0 0 0,-25 208-535 0 0,0 0 0 0 0,-1 0 0 0 0,2 0 0 0 0,-1 0 0 0 0,0 0 0 0 0,1 0 0 0 0,0 0-1 0 0,0 0 1 0 0,0 1 0 0 0,0-1 0 0 0,0 1 0 0 0,1-1 0 0 0,5-5 0 0 0,-6 8-42 0 0,0 0 0 0 0,1 0 0 0 0,-1 0 0 0 0,0 0 0 0 0,0 0-1 0 0,1 0 1 0 0,-1 0 0 0 0,0 1 0 0 0,1 0 0 0 0,-1-1 0 0 0,1 1 0 0 0,-1 0 0 0 0,0 0 0 0 0,1 0 0 0 0,-1 0 0 0 0,1 1 0 0 0,-1-1 0 0 0,0 0 0 0 0,1 1 0 0 0,-1 0-1 0 0,0 0 1 0 0,1 0 0 0 0,-1 0 0 0 0,4 2 0 0 0,9 5 21 0 0,-1 1 0 0 0,0 1 0 0 0,-1 0-1 0 0,0 0 1 0 0,-1 2 0 0 0,0-1 0 0 0,0 2 0 0 0,-1-1 0 0 0,-1 1-1 0 0,13 22 1 0 0,8 18-49 0 0,36 84-1 0 0,-56-114-29 0 0,231 646-48 0 0,-56-129-317 0 0,-157-468 142 0 0,4-2-1 0 0,63 101 1 0 0,-77-144-408 0 0,0 0 0 0 0,1-1 0 0 0,2 0 1 0 0,1-2-1 0 0,1-1 0 0 0,0-1 0 0 0,2-1 0 0 0,42 27 0 0 0,-18-23-3990 0 0,-46-23 4071 0 0,-1-1 0 0 0,1 0 1 0 0,0 0-1 0 0,0 0 1 0 0,0 0-1 0 0,-1 0 0 0 0,1-1 1 0 0,0 0-1 0 0,0 0 1 0 0,0 0-1 0 0,0 0 0 0 0,4-2 1 0 0,10-5-3363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1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79 14451 0 0,'-100'7'5399'0'0,"-24"1"-1221"0"0,250-4-4781 0 0,131-28-2496 0 0,-2-18-6922 0 0,-175 28 5860 0 0,14-3-639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1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7 360 24957 0 0,'-1'-1'10'0'0,"1"1"0"0"0,0 0 0 0 0,-1 0-1 0 0,1 0 1 0 0,0 0 0 0 0,-1 0 0 0 0,1 0-1 0 0,0-1 1 0 0,0 1 0 0 0,-1 0-1 0 0,1 0 1 0 0,0 0 0 0 0,0-1 0 0 0,-1 1-1 0 0,1 0 1 0 0,0 0 0 0 0,0-1 0 0 0,-1 1-1 0 0,1 0 1 0 0,0-1 0 0 0,0 1 0 0 0,0 0-1 0 0,0-1 1 0 0,0 1 0 0 0,0 0 0 0 0,-1-1-1 0 0,1 1 1 0 0,0 0 0 0 0,0-1 0 0 0,0 1-1 0 0,0 0 1 0 0,0-1 0 0 0,0 1-1 0 0,0-1 1 0 0,10-8 532 0 0,20-4 181 0 0,10 0-846 0 0,0 2-1 0 0,1 2 1 0 0,51-4-1 0 0,130-2-792 0 0,-60 6 466 0 0,88-20-2118 0 0,-193 18 1195 0 0,-2-2-1 0 0,78-29 1 0 0,166-99-12754 0 0,-293 138 13785 0 0,27-15-2492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1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19 20852 0 0,'-8'-4'2642'0'0,"4"2"-2213"0"0,0 0 0 0 0,0 0 0 0 0,0 0 0 0 0,-1 1 1 0 0,1 0-1 0 0,0-1 0 0 0,-1 2 0 0 0,1-1 0 0 0,-1 0 0 0 0,1 1 0 0 0,-1 0 0 0 0,1 0 0 0 0,-1 0 0 0 0,-8 2 0 0 0,12-1-418 0 0,1-1 0 0 0,-1 1 1 0 0,0 0-1 0 0,1 0 0 0 0,-1 0 0 0 0,0 0 0 0 0,1 0 0 0 0,0 0 0 0 0,-1 0 0 0 0,1 0 0 0 0,-1 1 0 0 0,1-1 0 0 0,0 0 0 0 0,0 0 0 0 0,0 0 0 0 0,0 0 0 0 0,0 0 0 0 0,0 0 0 0 0,0 1 0 0 0,0-1 0 0 0,0 0 0 0 0,0 0 0 0 0,1 1 1 0 0,7 34-206 0 0,-6-27 214 0 0,60 337-214 0 0,-1-4-501 0 0,-45-276 333 0 0,2-1 1 0 0,4 0 0 0 0,34 70-1 0 0,-51-126 261 0 0,22 47-402 0 0,36 56 0 0 0,-53-97-102 0 0,0-1 0 0 0,1 0 0 0 0,0 0 0 0 0,2-1 0 0 0,-1-1 0 0 0,1 0 0 0 0,1 0 0 0 0,23 14 0 0 0,-16-20-2331 0 0,-19-6 2401 0 0,0 0-1 0 0,0 0 1 0 0,0 0-1 0 0,0-1 1 0 0,0 1-1 0 0,0-1 1 0 0,0 1 0 0 0,0-1-1 0 0,0 0 1 0 0,0 0-1 0 0,-1 0 1 0 0,1 0-1 0 0,0 0 1 0 0,-1 0-1 0 0,1 0 1 0 0,0-1 0 0 0,-1 1-1 0 0,0-1 1 0 0,1 1-1 0 0,-1-1 1 0 0,0 1-1 0 0,2-4 1 0 0,11-19-4077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2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858 358 22509 0 0,'-12'-11'799'0'0,"2"2"38"0"0,0 1-1 0 0,0 1 0 0 0,-18-11 1 0 0,33 25-933 0 0,-1 0 1 0 0,0 1-1 0 0,0 0 1 0 0,-1-1-1 0 0,3 11 1 0 0,1-1 18 0 0,22 59-164 0 0,-3 1 0 0 0,-4 0-1 0 0,20 138 1 0 0,3 248-2316 0 0,-30-266 1518 0 0,-14-190 982 0 0,0 9 334 0 0,0 0 1 0 0,1-1-1 0 0,1 1 1 0 0,6 17-1 0 0,-8-30-119 0 0,0 0-1 0 0,1 0 1 0 0,-1 1-1 0 0,1-1 0 0 0,0 0 1 0 0,0 0-1 0 0,0 0 1 0 0,0-1-1 0 0,0 1 0 0 0,0 0 1 0 0,1-1-1 0 0,-1 1 1 0 0,1-1-1 0 0,0 0 0 0 0,0 0 1 0 0,0 0-1 0 0,0 0 1 0 0,0-1-1 0 0,0 1 0 0 0,0-1 1 0 0,1 0-1 0 0,-1 0 1 0 0,0 0-1 0 0,5 1 0 0 0,17-1 32 0 0,0 0-1 0 0,0-2 0 0 0,-1-1 0 0 0,42-8 0 0 0,-14 3-151 0 0,10-2-42 0 0,0-1 1 0 0,-1-4-1 0 0,94-33 0 0 0,-124 35-7 0 0,-2-2 0 0 0,0 0-1 0 0,-1-2 1 0 0,0-1 0 0 0,-1-1-1 0 0,-1-1 1 0 0,-1-2 0 0 0,40-42 0 0 0,-43 36 50 0 0,0-1 0 0 0,-2-1 0 0 0,-1-1 0 0 0,-2 0 0 0 0,-1-2 1 0 0,-1 0-1 0 0,-2 0 0 0 0,-1-1 0 0 0,-2-1 0 0 0,-1 0 0 0 0,-1-1 1 0 0,-2 0-1 0 0,-2 1 0 0 0,-1-2 0 0 0,-2 1 0 0 0,-3-41 0 0 0,0 43-45 0 0,-2 0-1 0 0,-1 0 0 0 0,-2 0 0 0 0,-1 1 1 0 0,-1 0-1 0 0,-2 0 0 0 0,-1 1 0 0 0,-2 1 1 0 0,0 0-1 0 0,-3 0 0 0 0,0 2 0 0 0,-2 0 1 0 0,0 1-1 0 0,-2 1 0 0 0,-1 1 1 0 0,-2 1-1 0 0,-29-24 0 0 0,19 23-10 0 0,-2 2 0 0 0,0 1 0 0 0,-1 2 0 0 0,-1 1 0 0 0,-1 2 0 0 0,0 2 1 0 0,-1 2-1 0 0,-1 1 0 0 0,0 2 0 0 0,-73-8 0 0 0,41 13 10 0 0,0 2-1 0 0,0 4 1 0 0,0 2 0 0 0,0 4 0 0 0,-100 23-1 0 0,129-20-129 0 0,1 2 0 0 0,0 3 0 0 0,1 1-1 0 0,1 1 1 0 0,0 3 0 0 0,1 1 0 0 0,2 2-1 0 0,0 2 1 0 0,1 1 0 0 0,2 2 0 0 0,1 2-1 0 0,1 1 1 0 0,2 1 0 0 0,1 2 0 0 0,-50 72-1 0 0,57-68-932 0 0,1 0-1 0 0,2 1 1 0 0,2 1 0 0 0,-14 47-1 0 0,20-45-1174 0 0,1 0-1 0 0,3 0 1 0 0,1 1-1 0 0,-2 58 1 0 0,10-13-2076 0 0,6-2 322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2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240 233 25085 0 0,'-2'0'64'0'0,"1"-1"-1"0"0,-1 1 0 0 0,1 0 1 0 0,0 0-1 0 0,-1 0 0 0 0,1 0 1 0 0,-1 0-1 0 0,1 0 0 0 0,0 0 1 0 0,-1 1-1 0 0,1-1 0 0 0,0 0 1 0 0,-1 1-1 0 0,1-1 0 0 0,0 1 1 0 0,-1-1-1 0 0,1 1 0 0 0,0 0 1 0 0,0 0-1 0 0,0-1 0 0 0,0 1 1 0 0,0 0-1 0 0,0 0 0 0 0,0 0 1 0 0,0 0-1 0 0,0 0 0 0 0,0 1 1 0 0,0-1-1 0 0,1 0 0 0 0,-1 0 1 0 0,0 0-1 0 0,1 1 0 0 0,-1-1 1 0 0,1 0-1 0 0,-1 1 0 0 0,1-1 1 0 0,0 0-1 0 0,0 1 0 0 0,-1-1 1 0 0,1 1-1 0 0,0-1 0 0 0,0 0 1 0 0,0 1-1 0 0,1-1 0 0 0,-1 1 1 0 0,1 2-1 0 0,8 67-319 0 0,20 78 0 0 0,-15-84 156 0 0,-12-55 99 0 0,9 44-189 0 0,2-1 0 0 0,25 65 0 0 0,-33-104 153 0 0,1 0-1 0 0,0-1 1 0 0,1 0-1 0 0,1 0 1 0 0,0-1-1 0 0,0 0 1 0 0,2 0-1 0 0,-1-1 0 0 0,1 0 1 0 0,1-1-1 0 0,0 0 1 0 0,0-1-1 0 0,22 14 1 0 0,-26-20 65 0 0,1 1 0 0 0,-1-1 1 0 0,1 0-1 0 0,0-1 0 0 0,0 1 1 0 0,0-2-1 0 0,0 1 0 0 0,0-1 0 0 0,0 0 1 0 0,0-1-1 0 0,0 0 0 0 0,11-1 1 0 0,-6-1 46 0 0,0 0 0 0 0,-1-2 0 0 0,1 1 0 0 0,-1-1 0 0 0,0-1 0 0 0,0 0 0 0 0,12-8 0 0 0,6-6 99 0 0,-1-1-1 0 0,-1-2 1 0 0,-1 0-1 0 0,41-46 1 0 0,-42 42-113 0 0,-2-1 0 0 0,-1-2-1 0 0,-1 0 1 0 0,-2-1 0 0 0,33-65 0 0 0,-48 82-86 0 0,0 0 0 0 0,-1 0 0 0 0,0 0 0 0 0,-1 0 0 0 0,-1 0 1 0 0,0-1-1 0 0,-1 0 0 0 0,0-17 0 0 0,-2 21-38 0 0,0-1 0 0 0,-1 1-1 0 0,0 0 1 0 0,-1 0 0 0 0,0-1 0 0 0,0 2 0 0 0,-1-1-1 0 0,-1 0 1 0 0,1 1 0 0 0,-2 0 0 0 0,-11-17 0 0 0,0 6-61 0 0,0 2 0 0 0,-2 0 0 0 0,0 1 1 0 0,0 0-1 0 0,-2 2 0 0 0,0 1 1 0 0,-1 0-1 0 0,0 1 0 0 0,-38-14 0 0 0,-4 2 100 0 0,-1 2 0 0 0,-91-18 0 0 0,101 29-2 0 0,-70-7-1 0 0,106 18-135 0 0,-1 0 0 0 0,0 1 0 0 0,0 1 0 0 0,1 0 0 0 0,-1 2 1 0 0,0 0-1 0 0,-21 8 0 0 0,33-9-46 0 0,1 1 1 0 0,0 0-1 0 0,0 1 0 0 0,0 0 1 0 0,0 0-1 0 0,0 0 1 0 0,1 1-1 0 0,-6 6 1 0 0,6-5-445 0 0,0 0 0 0 0,1 0 0 0 0,0 1 0 0 0,0 0 0 0 0,1 0 0 0 0,0 0 0 0 0,0 1 0 0 0,0-1 0 0 0,1 1 0 0 0,0 0 1 0 0,-2 10-1 0 0,3-5-394 0 0,0 1 0 0 0,0-1 0 0 0,1 1 0 0 0,1 0-1 0 0,1 0 1 0 0,-1 0 0 0 0,2-1 0 0 0,0 1 0 0 0,1 0 0 0 0,0-1 0 0 0,9 23 0 0 0,6 2-1193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3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17900 0 0,'3'2'5040'0'0,"19"16"-4987"0"0,2 19 184 0 0,-3 0 0 0 0,19 45 0 0 0,20 34-203 0 0,34 26-60 0 0,-83-127 49 0 0,1 0 1 0 0,1-1-1 0 0,1-1 1 0 0,-1 0-1 0 0,2-1 1 0 0,0-1-1 0 0,17 10 1 0 0,-28-18 53 0 0,0-1 1 0 0,1 0-1 0 0,-1 0 1 0 0,1 0 0 0 0,-1 0-1 0 0,1-1 1 0 0,0 0-1 0 0,0 0 1 0 0,0 0-1 0 0,-1-1 1 0 0,1 1-1 0 0,0-1 1 0 0,0 0-1 0 0,0-1 1 0 0,0 1 0 0 0,0-1-1 0 0,0 0 1 0 0,-1 0-1 0 0,1-1 1 0 0,0 1-1 0 0,4-3 1 0 0,1-2 153 0 0,-1 1 0 0 0,1-2 1 0 0,-1 0-1 0 0,-1 0 0 0 0,1 0 0 0 0,-1-1 1 0 0,-1-1-1 0 0,9-10 0 0 0,46-69 450 0 0,-47 63-623 0 0,2 1 1 0 0,0 1-1 0 0,2 1 0 0 0,24-24 0 0 0,-43 46-64 0 0,0-1-1 0 0,0 1 1 0 0,1 0-1 0 0,-1 0 1 0 0,0-1-1 0 0,0 1 1 0 0,1 0-1 0 0,-1 0 1 0 0,0 0-1 0 0,0 0 1 0 0,1-1-1 0 0,-1 1 1 0 0,0 0-1 0 0,1 0 0 0 0,-1 0 1 0 0,0 0-1 0 0,1 0 1 0 0,-1 0-1 0 0,0 0 1 0 0,1 0-1 0 0,-1 0 1 0 0,0 0-1 0 0,1 0 1 0 0,-1 0-1 0 0,0 0 1 0 0,1 0-1 0 0,-1 0 0 0 0,0 0 1 0 0,0 0-1 0 0,1 0 1 0 0,-1 0-1 0 0,0 1 1 0 0,1-1-1 0 0,-1 0 1 0 0,0 0-1 0 0,1 0 1 0 0,-1 1-1 0 0,7 15-227 0 0,-3 31-110 0 0,-3-37 286 0 0,0 6 5 0 0,1 0 0 0 0,1 1 0 0 0,1-2 0 0 0,0 1 0 0 0,12 28 1 0 0,-14-38 38 0 0,1 0 1 0 0,1 0 0 0 0,-1 0 0 0 0,1 0 0 0 0,0 0 0 0 0,0-1-1 0 0,1 0 1 0 0,0 0 0 0 0,0 0 0 0 0,0 0 0 0 0,0-1 0 0 0,1 0-1 0 0,-1 0 1 0 0,1 0 0 0 0,0-1 0 0 0,10 4 0 0 0,-12-5 2 0 0,1-1 0 0 0,0 0 1 0 0,0 0-1 0 0,0 0 0 0 0,0-1 1 0 0,1 0-1 0 0,-1 1 0 0 0,0-2 1 0 0,0 1-1 0 0,0-1 0 0 0,8-1 1 0 0,3-3 15 0 0,0-1 0 0 0,18-8 1 0 0,-25 9-24 0 0,1 1 1 0 0,-1 0-1 0 0,1 0 0 0 0,-1 1 1 0 0,1 1-1 0 0,0-1 1 0 0,0 2-1 0 0,0-1 0 0 0,11 1 1 0 0,-17 1-21 0 0,0 1-1 0 0,0 0 1 0 0,1-1 0 0 0,-1 2-1 0 0,0-1 1 0 0,0 0 0 0 0,0 1 0 0 0,0 0-1 0 0,-1-1 1 0 0,1 2 0 0 0,0-1 0 0 0,-1 0-1 0 0,6 5 1 0 0,0 2-129 0 0,-1 0 0 0 0,-1 0 0 0 0,10 15 0 0 0,-9-13-11 0 0,0 0 0 0 0,16 16 0 0 0,-21-24 158 0 0,1 0 1 0 0,0 0 0 0 0,0 0 0 0 0,0 0-1 0 0,0 0 1 0 0,1-1 0 0 0,-1 0-1 0 0,1 0 1 0 0,-1 0 0 0 0,1-1-1 0 0,6 2 1 0 0,6 0 6 0 0,1-1-1 0 0,0-1 1 0 0,-1 0 0 0 0,1-2-1 0 0,23-2 1 0 0,89-22 425 0 0,-25 3-363 0 0,-56 15 8 0 0,83-1 0 0 0,-113 8-26 0 0,1 0 0 0 0,-1-2 1 0 0,37-7-1 0 0,-51 8-13 0 0,0-1 1 0 0,-1 1-1 0 0,1 0 0 0 0,0-1 1 0 0,-1 0-1 0 0,0 0 0 0 0,1-1 1 0 0,-1 1-1 0 0,0-1 0 0 0,0 0 1 0 0,0 0-1 0 0,-1 0 0 0 0,1 0 0 0 0,-1-1 1 0 0,0 0-1 0 0,1 0 0 0 0,-2 1 1 0 0,1-2-1 0 0,0 1 0 0 0,-1 0 1 0 0,2-6-1 0 0,-3 7-37 0 0,-1-1 1 0 0,1 1-1 0 0,-1-1 1 0 0,0 1-1 0 0,-1-1 1 0 0,1 1-1 0 0,0-1 1 0 0,-1 1-1 0 0,0-1 1 0 0,0 1-1 0 0,0 0 1 0 0,0-1 0 0 0,-1 1-1 0 0,1 0 1 0 0,-1 0-1 0 0,0 0 1 0 0,0 0-1 0 0,0 0 1 0 0,0 0-1 0 0,0 0 1 0 0,-1 1-1 0 0,1-1 1 0 0,-6-3-1 0 0,-4-4-192 0 0,0 0 0 0 0,0 1-1 0 0,-1 1 1 0 0,-15-9 0 0 0,12 10 99 0 0,0 1 0 0 0,-1 0 0 0 0,1 1 0 0 0,-1 1 1 0 0,0 1-1 0 0,0 0 0 0 0,0 1 0 0 0,-1 1 0 0 0,1 1 1 0 0,-30 2-1 0 0,19 1-50 0 0,0 2 0 0 0,1 0 0 0 0,-1 2 1 0 0,1 1-1 0 0,-48 21 0 0 0,45-15-299 0 0,0 2-1 0 0,-28 20 1 0 0,49-30-170 0 0,-1 1 1 0 0,2 0 0 0 0,-1 1 0 0 0,1 0-1 0 0,0 0 1 0 0,1 0 0 0 0,0 1 0 0 0,1 0-1 0 0,-12 20 1 0 0,17-27 261 0 0,0 1 0 0 0,0-1 0 0 0,0 0 0 0 0,0 1-1 0 0,1-1 1 0 0,-1 1 0 0 0,1-1 0 0 0,-1 1 0 0 0,1 0 0 0 0,0-1 0 0 0,0 1 0 0 0,0-1-1 0 0,0 1 1 0 0,0-1 0 0 0,1 1 0 0 0,-1-1 0 0 0,1 1 0 0 0,0-1 0 0 0,0 1 0 0 0,0-1-1 0 0,0 1 1 0 0,0-1 0 0 0,0 0 0 0 0,0 0 0 0 0,1 0 0 0 0,3 4 0 0 0,-1-2 62 0 0,1 0 0 0 0,0 0 0 0 0,0 0 0 0 0,0-1 0 0 0,0 0 0 0 0,1 0 0 0 0,-1 0 0 0 0,1-1 0 0 0,0 0 0 0 0,7 2 0 0 0,14 3-569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3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1224 0 0,'84'-14'5559'0'0,"54"-7"2642"0"0,-117 20-7723 0 0,-1 0 0 0 0,1 1 0 0 0,0 1 0 0 0,34 7 0 0 0,-11 3-453 0 0,-1 3 0 0 0,44 20 0 0 0,49 15-59 0 0,-118-44 25 0 0,1 0 1 0 0,-1-2 0 0 0,1 0 0 0 0,0-1-1 0 0,28-1 1 0 0,-34-2 96 0 0,1-2-1 0 0,-1 0 1 0 0,0 0-1 0 0,0-1 1 0 0,0-1 0 0 0,0 0-1 0 0,-1 0 1 0 0,0-1-1 0 0,16-12 1 0 0,-9 8 1162 0 0,-1 0 0 0 0,34-13 0 0 0,-50 23-1216 0 0,1-1-1 0 0,-1 1 1 0 0,1 0-1 0 0,-1 0 0 0 0,0 0 1 0 0,1 0-1 0 0,-1 0 0 0 0,1 0 1 0 0,-1 1-1 0 0,1-1 1 0 0,-1 1-1 0 0,0 0 0 0 0,1 0 1 0 0,-1 0-1 0 0,0 0 0 0 0,1 0 1 0 0,-1 0-1 0 0,0 0 1 0 0,0 1-1 0 0,0-1 0 0 0,0 1 1 0 0,-1 0-1 0 0,1-1 1 0 0,0 1-1 0 0,-1 0 0 0 0,1 0 1 0 0,-1 0-1 0 0,1 0 0 0 0,1 4 1 0 0,5 8-484 0 0,0 1 0 0 0,-1-1 0 0 0,6 22 0 0 0,-8-23-239 0 0,-4-12 577 0 0,26 66-5328 0 0,-14-39 22 0 0,-13-28 5318 0 0,0 0 1 0 0,0 0-1 0 0,0 0 1 0 0,1 0-1 0 0,-1 0 1 0 0,0 0-1 0 0,0 0 0 0 0,0 0 1 0 0,0 0-1 0 0,0 0 1 0 0,0 1-1 0 0,0-1 0 0 0,1 0 1 0 0,-1 0-1 0 0,0 0 1 0 0,0 0-1 0 0,0 0 1 0 0,0 0-1 0 0,0 0 0 0 0,0 1 1 0 0,0-1-1 0 0,0 0 1 0 0,0 0-1 0 0,0 0 0 0 0,0 0 1 0 0,0 0-1 0 0,0 1 1 0 0,0-1-1 0 0,0 0 1 0 0,0 0-1 0 0,0 0 0 0 0,0 0 1 0 0,0 0-1 0 0,0 1 1 0 0,0-1-1 0 0,0 0 0 0 0,0 0 1 0 0,0 0-1 0 0,0 0 1 0 0,0 0-1 0 0,0 0 1 0 0,-1 1-1 0 0,1-1 0 0 0,0 0 1 0 0,0 0-1 0 0,0 0 1 0 0,0 0-1 0 0,0 0 0 0 0,0 0 1 0 0,0 0-1 0 0,0 0 1 0 0,-1 0-1 0 0,1 1 0 0 0,0-1 1 0 0,0 0-1 0 0,0 0 1 0 0,0 0-1 0 0,0 0 1 0 0,-1 0-1 0 0,1 0 0 0 0,0 0 1 0 0,0 0-1 0 0,0 0 1 0 0,-3-1-2502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4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47 20156 0 0,'-10'-23'4331'0'0,"-2"-1"-3130"0"0,9 27-4322 0 0,3 10 524 0 0,3 12-1518 0 0,13 50-8090 0 0,-11-53 9203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4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12323 0 0,'2'-1'339'0'0,"0"-1"0"0"0,1 1 0 0 0,-1-1 0 0 0,1 1 0 0 0,0 0-1 0 0,-1 0 1 0 0,1 0 0 0 0,0 1 0 0 0,-1-1 0 0 0,1 1 0 0 0,0-1 0 0 0,0 1 0 0 0,0 0 0 0 0,-1 0 0 0 0,1 0 0 0 0,3 1 0 0 0,-1-1 106 0 0,0 1 0 0 0,-1-1-1 0 0,1 1 1 0 0,0 1 0 0 0,-1-1-1 0 0,1 0 1 0 0,-1 1 0 0 0,9 4-1 0 0,-3 4-415 0 0,1-1-1 0 0,-2 2 1 0 0,1-1-1 0 0,-1 1 1 0 0,-1 0-1 0 0,0 1 0 0 0,6 13 1 0 0,-5-9 40 0 0,1-2 0 0 0,0 1 0 0 0,1-1 1 0 0,13 13-1 0 0,-20-23-56 0 0,0-1 0 0 0,0 1 1 0 0,1-1-1 0 0,-1 0 0 0 0,1 0 1 0 0,0-1-1 0 0,0 0 0 0 0,0 1 1 0 0,0-2-1 0 0,0 1 0 0 0,0 0 1 0 0,1-1-1 0 0,-1 0 1 0 0,0 0-1 0 0,1-1 0 0 0,-1 0 1 0 0,9 0-1 0 0,10-3 875 0 0,42-10 1 0 0,-41 8 385 0 0,43-5-1 0 0,-60 9-1118 0 0,0 1 0 0 0,0 0 0 0 0,0 1 0 0 0,0 0 0 0 0,0 0 0 0 0,0 0 0 0 0,0 1 0 0 0,-1 1 0 0 0,12 4 0 0 0,8 3-328 0 0,43 13-1 0 0,13 4-1742 0 0,-80-26 1816 0 0,0 1 1 0 0,0 0-1 0 0,0 1 0 0 0,-1-1 0 0 0,1 0 0 0 0,-1 1 0 0 0,1-1 0 0 0,-1 1 0 0 0,0 0 1 0 0,0 0-1 0 0,0-1 0 0 0,-1 1 0 0 0,1 1 0 0 0,-1-1 0 0 0,2 5 0 0 0,-2-5-19 0 0,0-1 0 0 0,0 1 0 0 0,0 0 0 0 0,1-1-1 0 0,-1 1 1 0 0,1 0 0 0 0,0-1 0 0 0,-1 0 0 0 0,1 1 0 0 0,0-1-1 0 0,0 0 1 0 0,0 0 0 0 0,1 0 0 0 0,-1 0 0 0 0,0 0 0 0 0,1-1-1 0 0,-1 1 1 0 0,5 1 0 0 0,8-4-3467 0 0,-3-3-1653 0 0,-3 2-4281 0 0,-6 0 5887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15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867 1144 3313 0 0,'-91'52'1771'0'0,"3"4"0"0"0,-105 85 1 0 0,143-98-1194 0 0,2 3-1 0 0,1 1 1 0 0,3 3 0 0 0,-66 95 0 0 0,82-102-483 0 0,2 1 0 0 0,2 1 1 0 0,2 1-1 0 0,2 1 0 0 0,3 1 0 0 0,1 1 1 0 0,-12 63-1 0 0,22-78-108 0 0,2 0-1 0 0,1 1 1 0 0,2 0 0 0 0,1-1 0 0 0,1 1-1 0 0,2 0 1 0 0,2-1 0 0 0,1 0-1 0 0,2 0 1 0 0,1 0 0 0 0,21 51 0 0 0,-6-36 51 0 0,1-1-1 0 0,2-1 1 0 0,3-2 0 0 0,43 53 0 0 0,-18-34 411 0 0,3-3 0 0 0,68 56 0 0 0,-55-60 283 0 0,3-2-1 0 0,2-5 1 0 0,3-2-1 0 0,139 61 1 0 0,-63-46 260 0 0,270 72-1 0 0,-107-61-801 0 0,361 36 0 0 0,333-18-922 0 0,-659-73 993 0 0,1-15-1 0 0,557-66 1 0 0,-610 19-215 0 0,544-150 0 0 0,-651 132 126 0 0,-4-9-1 0 0,-2-7 1 0 0,311-181-1 0 0,-431 217 282 0 0,-2-4 0 0 0,-2-3-1 0 0,85-80 1 0 0,-125 104-229 0 0,-1 0 1 0 0,-1-2-1 0 0,-1 0 0 0 0,-2-1 1 0 0,0-2-1 0 0,-2 1 0 0 0,-1-2 1 0 0,-2 0-1 0 0,-1-1 0 0 0,18-63 1 0 0,-26 66-234 0 0,-2-1 1 0 0,0 0 0 0 0,-3 0-1 0 0,0 0 1 0 0,-1 0 0 0 0,-2 0-1 0 0,-1 0 1 0 0,-2 1 0 0 0,0 0 0 0 0,-2 0-1 0 0,-1 0 1 0 0,-13-26 0 0 0,-4-3-199 0 0,-2 2 1 0 0,-2 1 0 0 0,-3 2 0 0 0,-64-79 0 0 0,20 43 54 0 0,-5 3 0 0 0,-3 4 0 0 0,-3 3 0 0 0,-116-77 0 0 0,-419-224 33 0 0,-238-48-422 0 0,-38 87-461 0 0,728 289 840 0 0,-1 9 0 0 0,-2 7 0 0 0,-2 7 0 0 0,-194-5 0 0 0,242 31 148 0 0,1 5 1 0 0,-1 5 0 0 0,2 6 0 0 0,0 6 0 0 0,1 4-1 0 0,-181 62 1 0 0,141-24-38 0 0,3 7-1 0 0,2 8 1 0 0,5 6-1 0 0,3 7 1 0 0,4 6 0 0 0,5 7-1 0 0,4 5 1 0 0,-131 135 0 0 0,153-124-3256 0 0,6 5 0 0 0,-147 214 1 0 0,149-168-2702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0:20:26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3796 499 3505 0 0,'-72'-28'1259'0'0,"1"-4"0"0"0,-98-59 0 0 0,127 67-1385 0 0,-74-31 0 0 0,93 46-29 0 0,0 2-1 0 0,-1 1 0 0 0,1 0 0 0 0,-1 2 1 0 0,-31-2-1 0 0,-5 4-219 0 0,0 4 1 0 0,-95 13-1 0 0,-118 37-40 0 0,197-36 367 0 0,-150 34 345 0 0,3 10 0 0 0,-262 108 0 0 0,342-106 1570 0 0,-151 87-1 0 0,217-103-1346 0 0,2 3 0 0 0,2 4 0 0 0,-91 86 0 0 0,73-51-327 0 0,4 4-1 0 0,-120 167 1 0 0,163-195-278 0 0,3 2-1 0 0,3 2 1 0 0,3 1-1 0 0,4 2 1 0 0,-36 113-1 0 0,-47 363-94 0 0,108-507 396 0 0,1 0-1 0 0,2-1 1 0 0,2 1-1 0 0,6 59 0 0 0,-3-83-132 0 0,1 0 0 0 0,1 0 0 0 0,0 0 0 0 0,1 0 0 0 0,0-1 0 0 0,1 0 0 0 0,1 0 0 0 0,1 0 0 0 0,0-1-1 0 0,0 0 1 0 0,2-1 0 0 0,0 0 0 0 0,19 20 0 0 0,8 0 131 0 0,2-1-1 0 0,0-3 1 0 0,2-1 0 0 0,1-2-1 0 0,72 32 1 0 0,237 77-48 0 0,-346-134-162 0 0,937 294 46 0 0,-665-221-306 0 0,143 19 336 0 0,194 7 270 0 0,-415-79 393 0 0,223-5 0 0 0,532-83 135 0 0,-823 48-842 0 0,-2-6 0 0 0,222-74 0 0 0,-256 63 211 0 0,-2-3 0 0 0,-3-5 0 0 0,-1-3 0 0 0,102-73 0 0 0,-121 71-141 0 0,-2-4 0 0 0,-3-2-1 0 0,-2-3 1 0 0,69-83 0 0 0,-104 106-9 0 0,-1-2-1 0 0,-1-1 1 0 0,-2 0-1 0 0,-2-2 1 0 0,-2-1 0 0 0,-2 0-1 0 0,-1-2 1 0 0,-2 0-1 0 0,16-77 1 0 0,-19 39-1 0 0,-4 0 1 0 0,-2-128 0 0 0,-39-162 95 0 0,18 276-48 0 0,-5 0 0 0 0,-52-153-1 0 0,45 178-63 0 0,-3 0-1 0 0,-3 2 0 0 0,-82-123 1 0 0,42 91 98 0 0,-4 4 1 0 0,-140-134 0 0 0,84 108 16 0 0,-167-115-1 0 0,238 194-121 0 0,-2 4-1 0 0,-1 2 1 0 0,-3 3 0 0 0,0 3-1 0 0,-2 4 1 0 0,-1 2 0 0 0,-1 3 0 0 0,-148-23-1 0 0,93 30 5 0 0,-1 5 0 0 0,0 6-1 0 0,0 6 1 0 0,-186 26 0 0 0,238-18-5 0 0,-461 71 322 0 0,422-58-387 0 0,2 6 0 0 0,-179 70-1 0 0,233-74-65 0 0,1 4 0 0 0,2 1-1 0 0,0 4 1 0 0,3 1-1 0 0,1 3 1 0 0,-64 60 0 0 0,83-65-926 0 0,1 2 0 0 0,1 1 0 0 0,-42 66 0 0 0,53-69-1540 0 0,2 1-1 0 0,1 0 1 0 0,2 1-1 0 0,-22 74 1 0 0,21-39-2651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0:25:40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6363 6149 23 0,'-3'-2'20'0,"1"-2"-2"0,-2 1 0 0,3 1-8 0,0 1-5 15,1 0-2-15,2 1-3 0,1 0 0 0,0 1 0 0,3-2 0 0,1 1 0 16,-1-1 1-16,4 0-1 0,1-1 1 0,1 0-1 0,2 0 1 15,-1-1-1-15,3 0 1 0,-1 0 1 0,1-1-2 0,0 0 1 0,1 1-1 16,0-1-1-16,-1 1 0 0,-3 0 1 0,2 0 0 0,-2 1-1 16,-1 1 1-16,0 0 1 0,-1 1-1 0,1-1 4 0,0 1 3 0,1 0 1 15,0 1 6-15,0 0 4 0,2 1 1 0,0-1 11 0,2 1 4 0,0-1 4 16,4-1 4-16,3 1-3 0,2-2-4 0,4 0-5 0,2-2-1 16,4 0-8-16,5-1-5 0,1 0-2 0,1 0 0 0,6 1-3 0,2 1 2 15,1-1-1-15,5 1-3 0,-1 0-1 0,4 0 1 0,3 0-2 0,2 0 2 16,3 0-1-16,1 0-2 0,3 0-1 0,-3-1 1 0,2 0 3 15,-1 0-1-15,-2 0 5 0,2 0 0 0,-1 0-2 0,-1 0 3 0,-3 0-4 16,-2 0 3-16,-1 0 1 0,-2 0-1 0,-1 0 1 0,-3 0 1 16,-3 1-1-16,1-2 3 0,-3 1-2 0,-1-2-2 0,0 1 0 0,-1 0 2 15,-1-2-2-15,0 0-1 0,-1 0 1 0,-1 0-3 0,0-1 1 0,-1-1-1 16,-2 2 0-16,1-3 1 0,0 0-1 0,0 1 3 0,-1-1-1 16,0 1 1-16,-1-1-2 0,-1 1-2 0,2-2-1 0,-2-1 0 0,1-1 2 15,0-1-1-15,-3 1 0 0,-3 2-1 0,-3 0 2 0,-3 0 1 0,0-1 1 16,-3 1-2-16,1-1 2 0,-2-1-1 0,0-1-3 0,-2 0 5 15,0 0 2-15,-2 1 2 0,-2-1 2 0,-2 0-2 0,-3 0-3 0,0 1 1 16,-2 1-3-16,-2 0-1 0,0 1 3 0,-2 0-1 0,0 1 0 16,-2 0-3-16,-2 1 2 0,-1 0-1 0,-1 0 3 0,-1 0 0 0,-1 0-1 15,-2 0-3-15,0-1-1 0,-2 1 1 0,-1 1-2 0,-1-1-2 0,-3 0-4 16,-2 1 2-16,-2-1-3 0,-1 0-1 0,-2 0 2 0,-3 1-3 16,-2 2 2-16,-1-2 2 0,-5 1-1 0,-3-1 3 0,-3 0-3 15,-3 0 2-15,-4 0-1 0,-1 0 0 0,-3-1-1 0,-4 0 3 0,-4-2-1 0,-1-2 0 16,-4-1 0-16,0 1-2 0,-1-1 2 0,-3-2-3 0,1 0 2 15,-2-1-1-15,0 0 0 0,-1-1 1 0,-1-2-1 0,0-1-2 0,0 1-1 16,0-3 1-16,1 1-2 0,2 0-2 0,1-2 0 0,1 1 6 0,1-3 1 16,2-1 2-16,1 1 1 0,-1-4-4 0,0 1 1 0,2-1-2 15,-2 1 0-15,2-2-1 0,-1 1-5 0,-1-1 4 0,0-1-1 0,0-2-3 16,-1 1 7-16,0-1 0 0,-2 3 1 0,-1 0-2 0,0 0 1 16,-2 0-1-16,1 2-5 0,1 0-2 0,-2 3 5 0,1 0 2 0,0-1 0 15,0 3 5-15,0 0-6 0,-1 1 2 0,-1 2-1 0,0 0-1 0,0 3 1 16,-1 3-6-16,-2 0 0 0,1 2 1 0,-1 2 0 0,0 1 2 15,-1 3-1-15,-1 2-2 0,0 2 3 0,-2 1-4 0,-1 3 4 0,-1 3-1 16,0 1-2-16,-2 3 2 0,-1 2-1 0,-1 2-3 0,-2 1 0 0,1 2 1 16,-2 3 0-16,1 1 12 0,0 1-1 0,-2 2 3 0,2-1-7 15,1 2-8-15,2 1 0 0,2 1 3 0,2 2 3 0,3 0 5 0,1 1 9 16,1 1-2-16,1 0 2 0,1 1 0 0,2 1-14 0,-1 2 0 16,2 2-1-16,2 0 0 0,0 0 2 0,4-1-2 0,0 2 4 0,-1 2-2 15,1 0 0-15,-1 1-7 0,1-1-3 0,2-1 2 0,1 2 1 16,1-1 7-16,-1 0-2 0,3 1 0 0,0-2 1 0,2 0 1 0,4 0-4 15,1-1 2-15,4 0-5 0,3-3 0 0,1-1 2 0,4-2-1 0,2 0 4 16,4-1-2-16,4 0 4 0,1-2-10 0,4 0 1 0,2-2 0 0,2-1-1 16,2 0 11-16,1 0-3 0,3-2 2 0,1 1-1 0,3-2 2 15,0-1 0-15,2-1-2 0,2-1 1 0,1 1-1 0,3-2 1 0,1 1 1 16,2 1-3-16,2-2 2 0,3 0 1 0,2-1-2 0,0-1 3 16,3 0-2-16,2 1 0 0,1-1 1 0,2 0-2 0,3 1 1 0,1 0 0 15,2 1-1-15,3-1 0 0,0 2 1 0,4 0 0 0,1 0-3 0,1 2 1 16,2 0-6-16,3-1 1 0,-1 2 1 0,2-1 0 0,2-2 3 15,5 1 2-15,2-2-6 0,3-1 2 0,4 2-6 0,2-2-3 0,4 0 4 16,4-3-4-16,4 1 0 0,4-1-5 0,2-1-10 0,5 0-10 0,2 1-18 16,6 0-20-16,4 0-28 0,5 0-28 0,10 1-42 0,4 0-158 0</inkml:trace>
  <inkml:trace contextRef="#ctx0" brushRef="#br0" timeOffset="67186.8">4319 6971 1993 0,'-8'-7'7'0,"0"-3"-6"0,-1-3-6 0,-1-1-15 0,8 2-41 0,4-1-28 0,3-1-26 0,4-1-16 0,3 1 4 0,5-3 8 16,1 1 22-16,2 0 21 0,3 1 20 0,2-2 24 0,2 0 12 15,3 1 6-15,0-2 10 0,3-1 3 0,3-2 1 0,0 1 3 0,4-3 1 16,-1 1 4-16,3-1 4 0,3 0 7 0,3 1 10 0,3-4 6 15,3 1 5-15,5-2 6 0,2 1-7 0,4 0-1 0,6 2-1 0,2 1-11 16,5-1-3-16,4 4-8 0,5 1-12 0,3 2-2 0,4 4-3 16,1 4 4-16,1 4-1 0,2 4 0 0,0 4-4 0,1 4 0 0,0 4-5 15,1 5 0-15,-2 2-4 0,-2 6-6 0,-1 2 3 0,-3 0 2 0,-1 4 2 16,-3-1 6-16,-1 3-1 0,-4-2-2 0,-3-1 2 0,-2-1 6 16,-4-1 3-16,-4-2-1 0,-3 2 2 0,-5-1-2 0,-4-1 1 0,-6 1 1 0,-5-2 0 15,-5 2 0-15,-5 0-4 0,-5 3 4 0,-6 1 0 0,-6 4 0 16,-4 2 0-16,-5 2 0 0,-5 4 1 0,-7 3 4 0,-5 4 5 0,-7 4 3 15,-8 3-7-15,-7 3-4 0,-9 2-3 0,-9 2-6 0,-7 0-3 16,-9 2-1-16,-6-1 2 0,-7 0 9 0,-9-1 9 0,-7-2 7 0,-5-1 11 16,-5-4 8-16,-3-4 9 0,-2-3 14 0,0-5 12 0,2-2 11 15,0-4 0-15,2-4-3 0,3-1-15 0,0-5-21 0,6-1-10 0,3-4-2 16,5-3-9-16,4-1-1 0,4-2-2 0,5-5-16 0,1-1-6 0,7-4-4 16,1-3-17-16,4-2-27 0,1-3-37 0,5-3-49 0,2-2-56 15,4-2-51-15,0-2-52 0,1-2-16 0,2-2-17 0,1-3-110 0</inkml:trace>
  <inkml:trace contextRef="#ctx0" brushRef="#br0" timeOffset="68088.08">5122 8878 1671 0,'49'-18'79'0,"9"0"-57"0,18-2-5 15,4 4 22-15,-5 3 21 0,4 1 10 0,6 0-11 0,1 1-26 0,5 1-20 16,3 2-13-16,5 1 0 0,2 3-4 0,3 2-6 0,4 2-10 0,0 1-16 15,1 2-11-15,0 2-7 0,1 2 7 0,0 2 4 0,-1 2 9 16,-1 2 10-16,-2 1 7 0,1 0 8 0,-2 3 5 0,-1-1 3 16,0 2-5-16,0 2 0 0,-1-1 16 0,1 3-3 0,1 2 14 0,-2-2 0 0,0 1-7 15,2-1 5-15,-2 1 1 0,2-1 1 0,3-2 6 0,2 2-4 16,2-1-3-16,0 0-7 0,3 0-5 0,2 1 0 0,2-1-1 0,3-1 0 16,2 0 1-16,0-5-6 0,0 1 3 0,2-1 2 0,-1-2-5 15,2-1 4-15,0-2-3 0,0 1-3 0,1 0 3 0,-1-1 0 0,2 0 4 16,0-2 3-16,1-1 1 0,1 1 3 0,0 0-3 0,1-1 2 0,-1 0-3 15,1-1 0-15,0 1 0 0,1-1-5 0,-1 0 3 0,0 0-3 16,-1 1 2-16,-1-1 3 0,0-1-4 0,-1 0 1 0,-1-1 4 0,0-1-6 16,-2 1 4-16,0 0 0 0,0-2-9 0,-1 1 6 0,0-2-2 15,-1-2-1-15,1-1 4 0,-1 0-2 0,-1-2-1 0,0 0 3 0,-1-2-1 16,0-1 0-16,-2-1 0 0,-2-1 4 0,0 0 2 0,-3-2 3 0,-2 0 1 16,-1-1 2-16,-2-1 6 0,-2 1 2 0,1-2-5 0,-3 0 2 15,-2 0-6-15,-3 1-4 0,-2 1-2 0,-5-2-3 0,0 0 3 0,-6-1-7 16,-2 2 7-16,-4-1-5 0,-4-1 2 0,-3 0-2 0,-6-1-4 0,-3 1 4 15,-5-2-3-15,-5 0 3 0,-3 1 2 0,-6-1-2 0,-3 0 5 16,-5 0-6-16,-5 1 3 0,-4-2-2 0,-4 0 1 0,-5 0 2 0,-3-1-3 16,-4 0 10-16,-4-1 0 0,-5 0-13 0,-2 0 7 0,-4-1-13 0,-4-2-7 15,-6-1 12-15,-4-4-17 0,-5-3 8 0,-3-1-3 0,-7-2-1 16,-4-1 3-16,-9-1-5 0,-4-1-1 0,-7 0 2 0,-6-2 2 0,-3 2 6 16,-5 2 1-16,-6-1 0 0,-1 1-1 0,-6 1 4 0,-5 2-14 0,-2 1 13 15,-5 2 1-15,-3 0-3 0,-5 3 14 0,-4 0-11 0,-3 1-3 16,-3 4 1-16,-3 0-1 0,-3 2 0 0,-4 2 3 0,-3 0-3 0,-4 1 6 15,-2 0 0-15,-4 1-6 0,-2 0 3 0,-2 2-2 0,-3 0 1 0,-4 2 2 16,0-1 1-16,-3 0-2 0,-2 1 0 0,-2 0 1 0,1 2 1 16,-2 0-1-16,2 0-2 0,-1 1-2 0,1 0 4 0,1 1-1 15,-1 1-1-15,2 1-2 0,-1 0 0 0,1 3-2 0,-2-1 2 0,1 1 1 16,-3 0-1-16,1 1 0 0,-2 0 2 0,0 1 2 0,0 1-2 0,0 0 2 16,-1 0-2-16,0 1-21 0,-5 1-13 0,-4 1 3 0,-1 3-4 15,-2 1 22-15,0 0 13 0,4 1-1 0,3 0 2 0,1-2 0 0,5-1 3 16,3-3 0-16,4-1-6 0,0-2-3 0,2 2 0 0,1-1 0 0,0 2 0 15,1-1-1-15,0 2-4 0,-1 0 2 0,0 2 2 0,1 0 5 16,0 1 2-16,1 1 0 0,-1 1 2 0,1 0-8 0,1 0-3 0,4 1 3 16,0 2 0-16,1 0 3 0,4 2 6 0,-1 0-7 0,1 2 0 0,4 2 4 15,-1 1-5-15,2 3 4 0,2 1-1 0,2 2-1 0,2 2 0 16,3 0-10-16,2 3-4 0,2 2 12 0,4 1 1 0,2 2 4 0,5 2 0 16,4 0-20-16,1 2-16 0,5 5-18 0,2 0-19 0,6 3-14 15,3 0-6-15,3 1-5 0,7 0-10 0,2 2-4 0,5 2-14 0,6-1-15 16,4 2-9-16,6 0-4 0,5 0 9 0,5 2 7 0,6-1 6 0,7 2 3 15,4-2-69-15</inkml:trace>
  <inkml:trace contextRef="#ctx0" brushRef="#br0" timeOffset="140694.01">5315 10785 812 0,'-31'0'437'0,"-4"-1"-357"15,-7 1-45-15,5-3-42 0,6 0 2 0,0 1 16 0,1-3-1 0,-1 0 8 16,1 0-11-16,-1 1-19 0,1 0-14 0,-3 1-20 0,1 1-7 16,-2 1 0-16,0 2 8 0,-2 1 12 0,2 1 10 0,-1 1 11 0,-1 0 5 15,1 2 5-15,-3-1 1 0,-1 0 7 0,1-1 4 0,-3 1 8 16,2 0 8-16,-1 2 7 0,-2 0 9 0,0 1-3 0,-1 0 2 0,-2 1 1 0,-1-1 0 15,0 0 7-15,1 1 0 0,-2 0 1 0,1 0-7 16,0 0-7-16,1 0-8 0,1-1-10 0,2 1-7 0,1 0-1 0,0-1-3 0,-1 0-3 16,4 0-7-16,-1 0-2 0,2-1 4 0,1-1 2 0,1 2 3 15,2-1 7-15,1 2-2 0,3-1 3 0,1 2 0 0,3 1-2 0,-1-2-7 16,2 3-3-16,1 0-4 0,1 0-7 0,2 3 1 0,0 1-7 16,0 2-1-16,2 2 2 0,1-1-1 0,-2 3 3 0,2 0-1 0,1 1 1 15,1 2 2-15,1 0 0 0,0 2 4 0,2 1-6 0,2-1 1 0,0 0-11 16,1-1 5-16,3 2 3 0,1-2-1 0,3 1 2 0,2 1-3 15,2 0-1-15,1 0 1 0,1 0 2 0,2 1-4 0,0-1 5 0,2 0-3 16,2 2 1-16,1-1 1 0,1 1-4 0,2-1-1 0,2-1-3 16,1 0 2-16,3 0 1 0,2 0 3 0,1-1 3 0,2-1 2 0,2-1 3 15,5-3-3-15,1-1 9 0,5-2-2 0,-1-2 7 0,3 1 6 0,1-3-3 16,3-1 8-16,3-3 2 0,5 0 1 0,0-1 3 0,4-2-3 0,1 0-5 16,2-1-1-16,3 0-1 0,0-2-5 0,3 1 1 0,1-1 1 15,1 0-1-15,0-1 3 0,1-1-3 0,3 0 1 0,1 0 0 0,3-1-5 16,1-1 1-16,1 0-1 0,3-1 0 0,1-1 8 0,1 0-2 0,3-1-1 15,1-1 4-15,2 0-6 0,1 0 2 0,0-1 1 0,0 0-4 16,1 0 5-16,0-1-3 0,1 2 2 0,0-2 2 0,-3-1-1 0,2 0 4 16,-3 0 1-16,1 0 3 0,-1-1 2 0,0-1-1 0,1 0 1 15,-2 0 2-15,0-2-3 0,-1 0 2 0,0-2 3 0,0 1 1 0,-4-2-3 16,2 1 13-16,-2-2 5 0,-3-1 5 0,1-1 13 0,-3-1 1 16,0-1 2-16,-2-1 3 0,-2 1-1 0,-3-2-9 0,-1 0-2 0,-3 1-10 15,-1-1-4-15,-3 0-3 0,-2 0-3 0,-2-2 6 0,-3 0-7 0,-1-1 1 16,-2-2-7-16,-3 1-7 0,-2 0-6 0,-4 1-1 0,-1 1-2 15,-2-2 0-15,-4 1 0 0,-2 0-2 0,-5 0-1 0,-2 0-1 0,-3 0 2 16,-2 0 5-16,-3 1-1 0,-3 0 6 0,-1-1 4 0,-3 1 2 0,-2-2 3 16,-3 0 1-16,-2-1-7 0,-2-1 1 0,-2 1-5 0,-2-2-1 15,-1 1-8-15,-1-2 0 0,-3-3 1 0,-1 1-5 0,-2-1 3 0,-1-2-4 16,-3 3-4-16,-2-1-5 0,-3 1-4 0,-1-1 3 0,-3 1-1 0,-2-1-4 16,-2 0-7-16,-4 0 6 0,-3 2 3 0,-3-1 6 0,-1 2 12 15,-2 1-6-15,-3 0 0 0,-1 3 1 0,-4-1-5 0,-3 2 0 0,-2-1-1 16,-1 1 1-16,-2 1 0 0,-3-1 2 0,-2 1-1 0,-1 3-1 15,-2-1 0-15,-4 2-6 0,-1 2-3 0,-4 1 0 0,-2 1 1 0,-2 2 1 16,-1 1-2-16,-2 3 0 0,-2 1-3 0,-2 1-3 0,-2 2-4 0,-2 1-4 16,-3 3 0-16,0 1 7 0,-3 3 7 0,0 1 3 0,-2 1 8 15,0 3-5-15,0 3 4 0,0 2 2 0,1 2 4 0,2 3-2 0,1 2-2 16,0 4-6-16,2 3-11 0,0 3-5 0,4 1-13 0,2 3-22 0,1 4-36 16,4 3-47-16,0 5-64 0,2 4-67 0,2 3-65 0,2 7-249 15</inkml:trace>
  <inkml:trace contextRef="#ctx0" brushRef="#br0" timeOffset="142057.1">3649 13206 384 0,'-13'-12'268'0,"2"-2"-264"0,-2-4-1 16,6 1 9-16,5 0 7 0,2 0 7 0,2 0-1 0,2-2-7 0,2-1-3 15,3-1-6-15,2-3-2 0,4 0 2 0,3 0-3 0,2-3-1 0,3 2-3 16,4-1 0-16,3 0-4 0,3 1 1 0,2-2 1 0,3 0-2 16,4-2 5-16,1 1-6 0,3 0 3 0,3 0 2 0,-1-1 0 0,4 0 4 15,2-3-1-15,2 2-1 0,2-1-1 0,1 2 0 0,2 0-2 0,1 0-3 16,2 2 1-16,0-3-1 0,1 2 3 0,0 0 1 0,0 1-2 16,2 1 1-16,3 1-1 0,-1 1 3 0,3 0-1 0,2 1-2 0,-1 0 1 15,1 0-4-15,-2 3 2 0,0 0-2 0,-2 2 3 0,1 3 0 16,-3 0 4-16,-2 1 1 0,0 2 3 0,-3 1-4 0,1 2 1 0,-2 0 0 15,-1 3 1-15,-1 1 5 0,0 1-1 0,0 2 2 0,-2 2 0 0,-1 1-3 16,1 2 1-16,-2 1-2 0,0 2 0 0,-1 2 1 0,-3 2-1 16,-2 1-2-16,1 1-1 0,-4 2 0 0,0 2 5 0,-2 1 1 0,0 4-1 15,-2 3 0-15,-3-1-5 0,3 3-4 0,-3 0 5 0,-1 2-5 0,0 3 0 16,-3-1 1-16,-3 3-4 0,2 1 3 0,-1 0-2 0,-1 2 1 16,-2-2-1-16,-2 3 3 0,-3-1 3 0,-2 0-6 0,-3 3-2 0,-3-2-6 15,-2 1 1-15,-2 0 6 0,-4-1 0 0,-3 3 4 0,-4-3 0 16,-3-1-1-16,-1 0 4 0,-3-2 2 0,-2 1 2 0,-3-3 4 0,-3 1 4 15,-1-3 2-15,-2-1 1 0,1-1 4 0,-2-1 3 0,-2-1 10 0,1-1 9 16,-4-1 7-16,0-2 10 0,0 0 0 0,-3-2-5 0,-2-2-9 16,1 1 7-16,-3 0-5 0,0-1-1 0,-2 0 1 0,-3 0-9 0,-3-2-9 15,-2-1-2-15,-1 0-2 0,-1 0-14 0,-2-1 3 0,-3-2-4 0,-4-1-9 16,-2-2-5-16,-3 1-5 0,-3-1 1 0,0 1 5 0,-3-2 0 16,-1-1-2-16,-2 0 2 0,-2-1-1 0,-1 0 4 0,1-1 3 0,1-1 0 15,0-1 3-15,2-1-1 0,2-1 3 0,0 0-4 0,-1-1-3 16,1 1 1-16,0-1-2 0,1-1 5 0,2-1-1 0,0 0-5 0,0 0 2 15,0-1-7-15,1 0-1 0,0 0 7 0,2-1-3 0,-1 0 2 16,4-1-3-16,-1-1 3 0,1-1-2 0,4 0 4 0,-2-1-4 0,2-1-4 16,0-1-2-16,1 0-1 0,1-1 3 0,1-1-4 0,0-1 3 0,2-3 3 15,1 0 1-15,-1 0 4 0,1 0-1 0,2-2 2 0,1-1-2 0,1-1 0 16,0 1 12-16,1 0 2 0,1 0 7 0,2-1 5 0,0-2-2 16,1 3 7-16,2-2 4 0,0 0 6 0,2 2-5 0,1-1-2 0,2 1-8 15,0 2-6-15,1-1-2 0,2 0-4 0,0 0-2 0,0 3-1 16,3-2 2-16,-1 0-9 0,0 2-2 0,3 1 1 0,2 0-6 0,1 2 5 15,0 1-7-15,3 2-5 0,0 1 2 0,1 1-6 0,0 0 6 0,2 1-5 16,0 0 0-16,-1 2-5 0,2 0-3 0,0 1 4 0,1 1-17 16,1 0 3-16,0 1-5 0,1 1-8 0,2-1 6 0,-2 1 0 0,2 1-9 15,-1-1-3-15,1 0-2 0,0 1-1 0,0-1-6 0,1 1 2 0,0 0-8 16,1 0-15-16,0 0-3 0,0-1-11 0,0 1-17 0,1-1-13 16,0-1-19-16,1 0-20 0,1 0-8 0,2-3-9 0,2 0 9 15,3-4 5-15,2-3-127 0</inkml:trace>
  <inkml:trace contextRef="#ctx0" brushRef="#br0" timeOffset="142636.62">3775 10261 1080 0,'-32'-18'212'0,"-1"2"-212"0,-3-5-3 15,8 4-3-15,11 3 10 0,4 1-1 0,1 1-2 0,3 2-1 16,3 0-16-16,3 1-18 0,2 0-14 0,5 0-8 0,4 2 5 0,3 0 5 15,5 3 4-15,1 1 11 0,4 2 0 0,3 2-3 0,2 2 1 0,4 3 0 16,3 1 5-16,3 1 5 0,0 3 5 0,2 1-1 0,4 1 3 0,1 3 3 16,1 0 1-16,1 4 3 0,1 0 1 0,0 0 2 15,2 2 1-15,1 0 6 0,0-2-2 0,1 0 2 0,0-1 3 0,-1-4-2 0,2 2 2 16,0-2-4-16,1 0 0 0,0-2 0 0,-2-1 3 0,-1 1 3 0,0-2 4 16,-1-1 7-16,0 0 10 0,-3-5 5 0,-1 1 9 0,0 0 9 15,-1 0 1-15,-3-1 12 0,1 0 8 0,-2 0 4 0,1 0 5 0,0 0-8 16,0 0-4-16,-1 1-1 0,2-1-1 0,2 0 1 0,1 0-6 15,2 1-3-15,1 0-6 0,1-1-3 0,2 1-3 0,0-1-7 0,2 0-6 16,0 0-2-16,3 0-5 0,-1-1 6 0,1 0-4 0,0-1-3 16,1 0-5-16,3-1-4 0,1 0-1 0,1 0 1 0,0 0 0 0,1-1-2 15,0 0 1-15,-1 0-4 0,0 0 0 0,-1-1-3 0,0 0 5 0,0-2 1 16,0 1 3-16,0-2 4 0,0 1-8 0,-2 0 1 0,1-2-4 16,-2 0-2-16,-1 1 4 0,-1-1-2 0,-1-1 2 0,-1 1-3 0,-1-1 2 15,1 1-1-15,-3-1-4 0,-1 1 4 0,0 2-7 0,-2-1-8 16,1 2 7-16,0-2-7 0,0 1 8 0,1 1-3 0,-1 0-9 0,-1 2 4 15,2 0-10-15,1 0-3 0,2 2-10 0,0-1-32 0,0 1-26 0,0 1-37 16,1 0-37-16,2-1-36 0,3 1-40 0,1-1-67 0,2 1-44 16,3-1-113-16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0:29:07.8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19849 4565 1207 0,'-6'-5'-16'0,"-4"-2"-27"0,-5-1-32 0,-6-3-24 0,0 4 1 0,-4-1 20 0,0 0 30 0,0 2 27 0,1-1 18 0,1 0 10 0,-2 1 3 0,-1-1 2 0,-3 0-2 0,-1 0 10 0,-2 0 0 0,-1 0 0 0,-3 0 1 0,0 1-4 15,-2-1-1-15,-1 2 5 0,0-1 5 0,-2-2-3 0,0 1 2 0,-3-2-4 16,-2 0 1-16,-2-1 3 0,-1 0 0 0,-2-2 3 0,-1 0 0 16,-3-1 3-16,0 0 20 0,-1-2 39 0,0-4 1 0,-1-2-9 0,-1-1-22 15,-3-3-49-15,-2 1-11 0,-2 1 0 0,0-4-3 0,-1 1 0 0,-2-2 3 16,-1 1 1-16,-1 1 2 0,-1 1-1 0,-3 1 6 0,2 0-1 16,-5 0 2-16,-1 1-1 0,-1 1 3 0,-2 3 3 0,-1-1 4 0,-3 2 16 15,1 0 0-15,-1 2-3 0,-2 1-2 0,0 2-15 0,-3 1-2 0,2 3 0 16,-3 0-4-16,1 2 1 0,-2 2 0 0,-1 2 2 0,0 3 6 15,2 1 1-15,1 2-5 0,1 2 1 0,-2 2-4 0,1 3-4 0,-4 0 1 16,3 4-9-16,0 3-9 0,3-2 33 0,3-1 3 0,2-2 5 0,-1-1 0 16,-1 2-43-16,1 5-22 0,0 7-15 0,0 5-3 0,3 3 5 15,0 2 15-15,3 2 12 0,3-1 9 0,-1 1 3 0,4-2 1 0,1 0 2 16,2-3-3-16,2 0 1 0,3 2 3 0,0 0-3 0,2 3 1 16,1-2-6-16,1 3-2 0,2 0 0 0,1 0-1 0,2 2 4 0,4-2-1 15,3-1 6-15,3 1-2 0,1 1 3 0,3 1 1 0,4-1-3 0,1 1-5 16,3-3 5-16,2 0-6 0,3 2 3 0,3 2-2 0,5 0-10 15,1 1 8-15,4 1-1 0,3 0 1 0,2 1 10 0,4 0-6 0,3 1-1 16,4 1 3-16,2 1-5 0,3 0 5 0,3 2 2 0,3-2-4 16,3 0 2-16,2 1-5 0,1 3-3 0,5-1 9 0,3 1 2 0,1-1 8 15,3 0 2-15,1-1-6 0,1 1 0 0,3-2-3 0,3 0 1 0,4-2-2 16,2 0 4-16,2-3 0 0,4-2 3 0,4 0 2 0,3-2-4 16,3-1 3-16,3-1 1 0,0-3 1 0,4-1 4 0,3-2-5 0,2-3 2 15,2-2 0-15,4-1 1 0,1-2 4 0,5 0-4 0,1 0 0 0,1-3 2 16,3 1 1-16,-1-2 6 0,4-3 1 0,0 0 1 0,2-1-1 15,0 0-2-15,0-3-1 0,1 0 2 0,-1 0 1 0,4-1-2 0,2 0 1 16,0-1-4-16,0 0 1 0,0 0 3 0,2-1-3 0,0 0-1 0,1-1-6 16,2-1-1-16,-2-1-1 0,1-1-1 0,-1 0 1 0,3-1 1 15,-2-2-1-15,1-2 0 0,-1-2 4 0,-1-2 3 0,-2-2 0 0,1-1 4 16,-3-3-1-16,0 0 4 0,0-2 6 0,-1-2-1 0,-1 0 0 16,0-2-4-16,-1-1 1 0,0 0 2 0,-1 0-3 0,0-4 1 0,-1-1-3 15,-1-2-7-15,0-2 2 0,-2 0-3 0,-1-3 2 0,-3 2 2 0,-3-1-3 16,-2 0-2-16,-2 1-5 0,-3-2-2 0,0 0 2 0,-5-1-4 15,-3 1 10-15,-2-2 0 0,-5 1 0 0,-3 0 14 0,-3-1-5 0,-4 0 1 16,-4 1 0-16,-2-1 0 0,-2 2-4 0,-5-2 6 0,-3 0-3 16,-3-2 5-16,-3 1 1 0,-3-2-3 0,-3 3-1 0,-4-3 0 0,-2 2 0 15,-1-1-3-15,-5-2-3 0,-1 1-8 0,-3-1 6 0,-3-1-2 0,-3-1 5 16,-3-1-2-16,-3-1-11 0,-4-1 1 0,-2 0-4 0,-3-1-4 16,-5-3 2-16,-2-1-1 0,-2-1-4 0,-5-1 5 0,-2-1-4 0,-6-1-2 15,-2 0 6-15,-5-1 4 0,-2-1 1 0,-5 1-2 0,-3-1-7 0,-4 1-3 16,-5 3-1-16,-4 0 0 0,-5 0 5 0,-5 3 2 0,-2 2 0 15,-3 4-4-15,-4 5-9 0,-2 3 1 0,-4 2-6 0,-2 3-4 0,-3 7 8 16,-3 2-12-16,-4 7-11 0,-1 5-13 0,-5 6-29 0,-2 7-30 0,-3 5-26 16,-4 4-30-16,-1 8-51 0,-5 6-58 0,-4 3-90 0,-6 7-74 15</inkml:trace>
  <inkml:trace contextRef="#ctx0" brushRef="#br0" timeOffset="5352.78">19238 11304 311 0,'-11'-8'8'0,"0"-1"7"0,-1-2 4 0,2 3-4 16,3 2-6-16,0 0-1 0,1 1-1 0,0 0 0 0,1 0 1 0,-1 1-1 15,0 1-3-15,0 0 2 0,1 0-2 0,-1 1 3 0,1-1-1 0,-1 0 0 16,1-1 2-16,-2 1-2 0,0-1 2 0,-1 1-1 0,-1 0 1 15,1 0-3-15,-1 0-1 0,0-1-2 0,3 1 0 0,0-1-4 0,1 1 2 16,1-1-3-16,1 1-5 0,1-1 2 0,2 0-1 0,1 0 3 16,1-1 2-16,0-1 0 0,2 0 2 0,1 0-2 0,1-1 3 0,0-2 2 15,3 0 1-15,0 1 4 0,1-3 0 0,0 1 2 0,-1-1-1 0,0-1 3 16,0 0 1-16,2-1 1 0,0-1-2 0,1 0-3 0,1-1 0 16,0 0 0-16,3-1 2 0,2 0 0 0,3-2-3 0,0-2 2 0,5 1-1 15,2-2 0-15,3-1 0 0,3 1 0 0,4-1 0 0,1 0 0 0,3 2 0 16,4-3 0-16,-1 1-4 0,4 2 0 0,1-1 0 0,1 2 0 15,0 2 0-15,1 1 0 0,-1 1-3 0,1 3 1 0,1 2-2 0,-1 2 1 16,1 2 0-16,0 1 0 0,1 2 0 0,2 2-2 0,-1 3 0 16,-2 1-1-16,1 3 2 0,-1 2-1 0,1 0 1 0,2 3-3 0,0 2-1 15,0 1-1-15,1 2 1 0,-2 0 0 0,-2 2 2 0,0 3-1 16,-6-1 0-16,-5 4-1 0,-3 4 1 0,-9 1 4 0,-1 5 1 0,-3 1 0 16,0 1-1-16,0 2-2 0,-3 0 2 0,0 1 1 0,-2 2-2 0,-2-3 0 15,-2 1 2-15,-2-5 0 0,-3-1 1 0,-1-1 2 0,-2-2 0 0,-2 0-1 16,-2-3 3-16,-3-1 4 0,-3-2-2 0,-3-2 2 0,-3 1 5 15,-3-2-1-15,-3 0 10 0,-2 1-1 0,-4-2-5 0,-4 0 3 0,0 0-2 16,-5-1 1-16,-2-2-1 0,-1 0-3 0,-1-1-6 0,-3-1-4 16,1-2 5-16,-3-1-1 0,-1 0 1 0,-1-2 5 0,-1-2-5 0,1-1 6 15,0-3 7-15,-3-3-1 0,1-1 4 0,1-2-2 0,-2-1-5 0,2-2-3 16,-1-2-2-16,-1-2-7 0,2-1-1 0,0-1-2 0,0-1-7 16,-1 0 5-16,0-1 0 0,-1-2 0 0,1-1-2 0,1 0-1 0,-1-3-4 15,0-2-2-15,1 1 2 0,0-3-10 0,1 0-6 0,2 1 5 0,-1-1-9 16,4 1 5-16,1 1 8 0,5-1-3 0,2 2 7 0,3 2-4 15,1 0-2-15,2 2-3 0,2 3-4 0,2 0-4 0,2 2-8 0,2 1-14 16,5 1-18-16,3 2-25 0,5 0-30 0,4 0-30 0,7-1-17 16,7-2-27-16,8-4-65 0</inkml:trace>
  <inkml:trace contextRef="#ctx0" brushRef="#br0" timeOffset="6070.78">19982 12113 824 0,'-7'-13'20'0,"4"0"17"0,-1-3-2 0,4 3-4 15,3 1-9-15,1 1-13 0,4 0-3 0,2 0 2 0,3-1-1 0,3 1-7 16,1-1 2-16,5 1-4 0,3 0 2 0,3 2 2 0,4 1-2 0,4 3 0 16,0 2-1-16,4 2 0 0,0 2 0 0,1 3-3 0,2 1 1 15,-2 3-1-15,-1 3 0 0,1 1 1 0,-1 2-1 0,1 0-5 16,1 2-5-16,-2 2 3 0,0 0 1 0,-2 2 3 0,0 3 6 0,-1 0-3 16,-3 1-3-16,-2 2 3 0,-2-1 2 0,-1 1 0 0,-1 0 0 0,-2 0 0 15,-3 2-1-15,-3 0 4 0,-2-1 2 0,-3 0 0 0,-1 0-2 0,-1-2-1 16,-1 1 2-16,-1-1 0 0,-3 0 1 0,1 1-2 0,-2-1 1 15,-1 1-1-15,-1-2 5 0,-3-1 1 0,-2 1 0 0,-1-2 5 0,-4 0 1 16,0 0 5-16,-4-3 4 0,-2 1 4 0,0-1 1 0,-4-1 2 0,-3 0-4 16,0-1 0-16,-5-1-12 0,-2-1-2 0,-1 1-7 0,-4-1-5 15,0-1-2-15,-3-2-7 0,-1 1 1 0,-4-2-2 0,-1-1 4 0,-4 0 3 16,-1-2 6-16,-3-3 9 0,-1 0 4 0,-1-3 1 0,-1-1 1 16,0-3-9-16,-1-2-2 0,0-1-9 0,1-2-11 0,-1-1-7 0,4-3-14 15,2 0-3-15,2-2-8 0,5 1 2 0,3-1 0 0,4 0 2 0,3 0 1 16,4 3-3-16,3 1 0 0,2 2-1 0,4 1 0 0,2 1-6 15,3 0-14-15,2 1-14 0,3 1-15 0,1 1-6 0,3 1-60 0</inkml:trace>
  <inkml:trace contextRef="#ctx0" brushRef="#br0" timeOffset="6630.78">19499 13648 675 0,'-15'-2'106'0,"3"-1"-39"15,-5 0 10-15,5 0 0 0,2-1-23 0,2 0-23 0,3 1-16 0,1 0-6 16,2 1-5-16,1 0-5 0,2-1-6 0,1 0-2 0,1-1-2 15,2-1-1-15,3 0 5 0,2-1 0 0,4 0 2 0,2 1 1 0,1-1-2 16,3 0 0-16,2 0 3 0,1 2 1 0,3-1 1 0,0 1-2 0,3 0 1 16,2 0-2-16,2 1 3 0,1 1-2 0,2 0 0 0,-2 2 1 15,3 0-4-15,0 1 5 0,2 2-3 0,3 0 2 0,-1 1-1 0,-1 0 1 16,1 1 2-16,-1 0-2 0,0 0 1 0,0 1 0 0,-2 0 1 16,0 0 3-16,-1 0 3 0,-2 2-3 0,0 0 0 0,-3 2-1 0,-2 0-1 15,-3 0 3-15,1 0 1 0,-1 1 0 0,-1 0 1 0,-1 2-1 0,-3 0 1 16,0 0 1-16,-1 0-4 0,-4 0 4 0,-1-1-1 0,-2 1-1 15,-1-1 8-15,-3 1-3 0,-1 1 1 0,-1-1 1 0,-2 0 0 0,-2-2 2 16,-2 2-2-16,0 0 4 0,-3 1 0 0,-2 0-1 0,-1-2 6 0,-1 1-7 16,-3-1 5-16,-1 0 4 0,-2 0 1 0,-4-1 10 0,-1 1-4 15,-2 0-5-15,-3-1 1 0,-3-1-6 0,-2-1-2 0,-2 0-1 0,-3-1-7 16,0 0 0-16,-2 0-3 0,0-2 0 0,-2 1 1 0,-1 0-7 16,1-1 1-16,1-2-6 0,4 0-3 0,0 1-2 0,3-2-12 0,1 1-9 15,4-1-13-15,2 0-17 0,2-1-3 0,4 0-13 0,2 0-7 0,1 1-2 16,1 0 0-16,2 0 9 0,2 0 12 0,0 1 4 0,1 2 4 15,0 2 2-15,1 1 4 0,1 3 4 0,0 4 4 0,0 1 3 0,1 4 2 16,0 5 4-16,2 1-1 0,0 2-1 0,0-1 0 0,2 0-2 0,1 0 0 16,0-1 1-16,0 0-2 0,-1-1-7 0,1 0-2 0,0-2 2 15</inkml:trace>
  <inkml:trace contextRef="#ctx0" brushRef="#br0" timeOffset="7295.78">19003 15372 829 0,'-17'2'217'0,"-3"0"-108"0,-5 0 15 15,4-1-2-15,2 0-26 0,2-1-39 0,2 0-25 0,2 0-6 0,1-1-8 16,2 0-3-16,1 1-6 0,2-2-10 0,3 1-4 0,0-1-8 0,2 1-6 15,1-1-3-15,2 0-6 0,0 0-2 0,2-2 3 0,1-1-3 16,3-1 9-16,3-1 4 0,2-3 1 0,4-1 4 0,1-1-1 16,5 0 3-16,3 0 4 0,0-1 1 0,4 0 1 0,-1 0-1 0,4 1-4 15,1 1 2-15,1 0 0 0,1 1-6 0,-1-1 18 0,0 2-4 0,1 1 3 16,3 0 6-16,-1 1-16 0,2 0 2 0,0 1-3 0,1 0 3 0,1 1 1 16,2 0 3-16,-1 2 1 0,1 0-1 0,3 1-2 0,-1 2 1 15,0 0-2-15,0 1-2 0,-2 0 3 0,0 2 1 0,0 1-2 0,2 1 3 16,-2 2-6-16,-1 1-2 0,0 1 4 0,-1 2-7 0,-1 0 5 0,1 2 0 15,-1 2 0-15,0 1 5 0,1 2 0 0,-2 3-4 0,-1 1 1 16,-1 1-5-16,-1 2-2 0,-1 0 2 0,0 3-2 0,-1 0 1 0,-1 3 1 16,-2 1-1-16,0 4 4 0,-3 0 0 0,0 2-3 0,-2 2 2 15,-2-1-4-15,-1 4 5 0,-3-1-2 0,-1-1 8 0,-4 1-9 0,-4-3 3 16,-3-1 6-16,-4 0-5 0,-3-3 6 0,-3 1-5 0,-3-4-6 0,-2 1 0 16,-4-1-3-16,-4-1 5 0,-4 0 3 0,-1-1 3 0,-4-2 4 15,-1 0 1-15,-3-3 10 0,1 1 4 0,-4-3 8 0,-1-1 14 0,-2-2 3 16,-1-3 9-16,-1-2 10 0,0-1-4 0,-2-3 6 0,0-3-1 0,-2-2-5 15,-2-1 2-15,0 1-9 0,-2 0-5 0,1-2 1 0,-3-1 1 16,0 0 1-16,0-3 2 0,-1 2-6 0,-1-2-1 0,2 1-6 0,0-1-1 16,3-1 4-16,0 1-8 0,1-1 4 0,0 0-7 0,-2 0-5 15,4 0-2-15,2 0 2 0,0 2-8 0,3-1-4 0,0 0 0 0,3 0-9 16,1 0 3-16,2 0-4 0,1 0-8 0,3 1-2 0,2 1 1 0,2-1-2 16,2 2-9-16,2-1-6 0,1 1-4 0,3-1-3 0,1 1-4 15,2 1-4-15,1-1-2 0,2 0 2 0,-1 1 7 0,2-2 2 0,2 0-2 16,-1 1-3-16,3-1 3 0,-1 1-6 0,1 0 2 0,1-1-3 0,0 1-4 15,0 0-4-15,1-1-5 0,0 0 1 0,1 1 1 0,0-1 8 16,1 1 1-16,1 1 9 0,0 0 9 0,1 0 2 0,-1 1 8 0,2-1-7 16,0 0-1-16,1 1-3 0,0-2-7 0,0 1-16 0,0-1-12 0,1-1-9 15,1-1-5-15,0-1 1 0,-1-1 3 0,2-1 0 0,-1-1 0 16,1-1-3-16,0-1-2 0,1-2 2 0,0-2 0 0,-1-2 0 0,2-1 0 16,0-3-4-16,1 0-59 0</inkml:trace>
  <inkml:trace contextRef="#ctx0" brushRef="#br0" timeOffset="45820.63">2723 8830 490 0,'-17'-13'-10'0,"0"-4"1"0,-2-4 25 0,6 3 2 0,6 1 3 0,1-1-2 15,0 1-1-15,2 1-3 0,2-1-6 0,0-1-1 0,2 1-3 16,1 1 0-16,0-1-2 0,3 0-2 0,0 1-2 0,0 1 1 0,1-1-3 15,0 3-1-15,2 0 2 0,1 3-1 0,1 0 1 0,0 2 1 16,2 1-2-16,-2 1 0 0,-1 0 2 0,1 2-2 0,0 2 0 0,-1 1 0 16,0 1-1-16,0 2 1 0,0 2 2 0,1 1-3 0,-1 1 0 0,1 2 2 15,0 1 0-15,0 1 1 0,2 0 0 0,-2 0 0 0,0 1 0 16,1 0 0-16,1 1 0 0,0-1 0 0,0 0 1 0,1-1 0 0,-1 0 2 16,2-2 4-16,0 0 4 0,1-2 13 0,0 0 10 0,2 0 4 0,0-1 4 15,1 0-3-15,-1 1-7 0,2-1 1 0,1 1-1 0,0 0-1 16,0 1-2-16,3 0-5 0,-1 1-5 0,3-1-8 0,-1 1 2 0,0 1-3 15,3 0-2-15,0 1 1 0,1 0-3 0,4-1 1 0,-1-1-1 16,1 0-4-16,-1-1 2 0,2-1-1 0,1-2 3 0,2-1-1 0,2 0-3 16,0-2 1-16,1 0-2 0,-2-1 3 0,1 0 0 0,2 1 1 0,-1 0-1 15,0 1 0-15,0 0 1 0,-1 1-2 0,0 0 0 0,0 1-2 16,-2 1 2-16,1 0 2 0,-4-1 2 0,2 1 2 0,-1 1 1 0,1-1-1 16,1 0 4-16,-1 1 2 0,-1-1 1 0,0 0 5 0,1 0 0 0,0 0-3 15,1-1 3-15,-2 0-1 0,3-2 5 0,-1-1 4 0,3-2 1 16,2 0 5-16,-1-3-4 0,2 0-3 0,1 0-4 0,0-2-3 0,2-1 1 15,2 0 0-15,0-1-1 0,0 0-3 16,0 1 0-16,2 1-3 0,-2 0-1 0,1 1-2 0,0 2-1 0,-1 2-1 0,0 1 2 0,0 2-6 16,-2 2 0-16,1 3 0 0,-1 0-5 15,0 2 0-15,0 2-3 0,1 1 3 0,0 0 0 0,1-1-5 0,1-1 2 0,3 0-2 0,1 0-2 16,1-1 10-16,1-1 8 0,3-2 2 0,0-1-1 0,2-2-2 0,4-1-7 16,0-1-2-16,4-2 0 0,2-1 1 0,1-2-10 0,2-2 2 0,-1 0-3 15,-1 1 3-15,1 0 11 0,0 1-2 0,2 1 4 0,-1 0-3 16,-2 2-3-16,3 0 0 0,-4 2-1 0,1 1-1 0,1 0 1 0,-2 2-3 15,0 2 5-15,-1 1 11 0,1 3 1 0,0-1 2 0,1 4-6 0,1 1-9 16,-1 0-2-16,2 1-2 0,-1-1 3 0,2 2 0 0,-1-1 2 16,2-1-1-16,0-1 0 0,1-2 0 0,0 0-1 0,-1-2-1 0,2-1 0 15,0 0 7-15,1-1-2 0,0-2 3 0,-1 1-2 0,0-1-3 0,-1 0 0 16,-2 0-2-16,-1 0-2 0,0-1 2 0,-2 1-1 0,-1 0 2 16,-2 1 5-16,-2 0-4 0,0-1 8 0,-2 1-3 0,-3 1 1 0,-1 0 0 15,-3 0-3-15,-1 1 4 0,-2 0-5 0,0 1 9 0,0 0-1 16,-2-1 1-16,0 2-2 0,-1 0-6 0,1 0 1 0,1 1-1 0,-1-1 0 15,1-2 1-15,0 1-5 0,0-1 2 0,2-2 2 0,-1 1-2 16,2-2-1-16,-2 0 2 0,0 0 3 0,-1-1 1 0,0 0 0 0,1-2-1 16,-1-2 0-16,-1 1-3 0,0-1 0 0,-3 0 3 0,1 0 1 0,2-1 2 15,-2-1 3-15,0-1 1 0,0-1-7 0,0-1 7 0,2 0-3 16,-2-1-7-16,1 0 8 0,-1 1-5 0,1-2 0 0,-1 1 7 0,-2-1-3 16,0 1 3-16,-1-2-1 0,2 1 0 0,-2-1-3 0,-2 1 1 0,1 0 1 15,-1 1-1-15,-2-1 1 0,-1 1-2 0,2 2 1 0,-2-1 1 0,1 0 0 16,1 0-1-16,-3-1-3 0,0 2 1 0,-1 0-4 0,1 0 1 15,-2 1 6-15,2-1-3 0,-2 2-2 0,-1-1 1 0,0 1-7 0,0 1 2 16,-1-1 5-16,0 1-7 0,0 0-1 0,0 0 0 0,1-1-1 16,1 0 4-16,-1 0 0 0,1 1-6 0,-2 0 6 0,2-1-3 0,-1 0-3 15,0 0 4-15,0 0 2 0,-1 0 0 0,1 0 2 0,-3 0 2 0,1 0-7 16,-2 2 5-16,-1-1-4 0,-1 0-5 0,0-1 7 0,-2 1-3 16,3-1 0-16,-1 2 1 0,0-2-2 0,0 1 2 0,-2-1 1 0,1-1-2 15,2-1 4-15,-2 0-7 0,2 0 5 0,0-1 2 0,0 0-4 16,-1-1 0-16,0 1 0 0,0 0 5 0,0 0-4 0,-1-1 4 0,2 1-5 15,-3-1 0-15,2 0 3 0,-2 0 0 0,2 0 0 0,0-2 3 16,1 1-8-16,0-1 1 0,1-2-4 0,-3 1 4 0,2-2-4 0,-1 0 4 16,2 1-5-16,0-1-8 0,0 0 4 0,-1-1-2 0,0 0 4 0,-1-1 2 15,-1 1 2-15,-1 0 1 0,-1 0-9 0,-2 1 10 0,0 1 1 16,-2 1 2-16,-2-1 10 0,-2-2-5 0,0 0-2 0,-2 0-1 0,0 0 0 16,0-1-3-16,0 0 2 0,-1 0 1 0,-1-1 0 0,-3 1-2 0,1-3-5 15,-3 0 1-15,2-1-2 0,-2 1-1 0,0-2 2 0,-1-1-2 16,-1 0 3-16,-2-1 4 0,-2-1 2 0,0 1 5 0,-2-1 4 0,0 1 0 15,-2 2 6-15,-2-1 4 0,-1 1 2 0,0 0 4 0,-2 2 2 0,0-2-2 16,-2 0-2-16,1 2 1 0,-1 0-9 0,-2 1-4 0,1-1-3 0,-1 1-6 16,0-2 0-16,0-1-16 0,-1 3 8 0,-2 1-1 0,-1-2 0 15,0 1 10-15,-3-3-11 0,-1 1-3 0,0 0-2 0,-1-1-3 0,-1 0-1 16,-2-1-1-16,-2-1-4 0,-3 1-3 0,-2-1 1 0,-4 0-6 16,-2 1-1-16,-2 0-3 0,-4-1 1 0,-2-1-2 0,-4 0 3 0,-2-3-6 15,-3 1-3-15,-5-2 2 0,-2 0 6 0,-1 2 14 0,-4-3 2 0,-1 2 3 16,-3-2-2-16,-3 0-4 0,-3 0-9 0,-2 0-1 0,-6 0-8 15,-1-1-12-15,-4 2 7 0,-4-2 4 0,-1 1 6 0,-4 2 10 0,-1 0 0 16,-4 3-2-16,-1-2-5 0,-2 2-1 0,-3 1-7 0,-1-2-9 16,-1 2-9-16,-4 2-16 0,-3-1-5 0,-2 1 5 0,-2 0 15 0,-2 1 22 15,-2 1 16-15,-1 1-4 0,-2 1-5 0,-1 1 2 0,0 0 2 0,-1 0 13 16,1 0-7-16,0 1-10 0,-2-1-3 0,2 1-1 0,-1 2 16 16,1 0 10-16,2 1 6 0,1 0-1 0,4 0-2 0,-1 0-2 0,4-1-4 15,2 2 3-15,0-1-6 0,4 2-4 0,1 2 0 0,-1 1-3 0,1 3 0 16,-1 2-10-16,-1 3-12 0,0 1-9 0,-2 5-2 0,1 3 6 15,0 2 1-15,-4 3 2 0,2 2-14 0,-4 4-8 0,-1 1 11 0,0 4 13 16,1-1 20-16,3 1 18 0,4 0 2 0,1-2-2 0,1-2 0 0,3-1-10 16,2-1 0-16,6-3 5 0,3-4 4 0,3-2 8 0,0-2 3 15,0 2-8-15,-3 1-1 0,2 3 1 0,-1 2 1 0,3 1 2 0,-2 2 1 16,3 1 1-16,0-1-2 0,1 2 3 0,1-1 3 0,1 3-1 16,2 2 4-16,3-1-2 0,-1 2-3 0,5 0-1 0,0 1-1 0,3 1-2 15,3 3-2-15,0 0-1 0,4 0-2 0,2 1 2 0,2-1-3 0,1 2 0 16,3 0-1-16,-1-1-1 0,6 2 2 0,1-3-3 0,2 0 2 15,6-3 2-15,1 0 1 0,3 0 3 0,3 0 1 0,3-4 0 0,4 2-2 16,4-3 0-16,1 0 3 0,5-1-2 0,1-1 1 0,2-2 1 0,4-1-3 16,4-2-2-16,2-1 0 0,5-2-1 0,2-1 0 15,3-1 0-15,2-2 0 0,2 1 0 0,2-2 3 0,2 1-1 0,2 0-2 0,0-2 1 16,4 0-1-16,1-2 0 0,0 0 1 0,0-2-1 0,1 0 2 16,0-2-1-16,2 0 1 0,0-2 0 0,0 0-1 0,2-1-1 0,-1 0 0 15,2 0 1-15,0 0 0 0,-2-2 0 0,2 1 1 0,0-1-1 16,-2-1 4-16,2 0 2 0,-1-1 4 0,-2 0 2 0,1 0 3 0,0 0 2 15,-2-1 2-15,-1-1 3 0,1 0 0 0,-1 0 0 0,0 0 1 16,1-1 1-16,-2 0-2 0,-1-1 0 0,-1-1-1 0,2-1 1 0,0-1 0 0,-1 1 3 16,2-3 1-16,-1 1-3 0,1 0 1 0,0-1-4 0,-2 1-5 15,1 1 0-15,-1-2-1 0,-3 2-1 0,1-1-2 0,-3 1 0 0,1 1-2 16,0 1-2-16,-3 2-1 0,0-1 0 0,0 1-3 0,-1 1 3 16,0 0-4-16,-2 1-1 0,0-1 1 0,1 0 0 0,-1 1 3 0,0 0-4 15,1 1-1-15,-1 0 0 0,1-1 1 0,-1 1 0 0,0-1 2 0,-1 1-4 16,0 0 0-16,0-1 1 0,-1 2 0 0,0-1 3 0,0 0-1 15,-1 1 1-15,0 0 0 0,0 0 2 0,-2 0 4 0,0 0-1 0,0-1 0 16,0 2-2-16,0-1 0 0,0 0 2 0,-1 1-2 0,0-1-3 0,0 2 2 16,-1-2-4-16,1 1 2 0,-2 1-2 0,0-1 1 0,0 2 1 15,-1 0-5-15,0 2 2 0,-1 0 0 0,0 0 2 0,1 0 0 0,-3 0 0 16,2 0 0-16,-2 0-2 0,1 1 3 0,-1-1 0 0,-1-1-3 16,1 1 3-16,2-1 0 0,-2 1-1 0,1-1-2 0,0 0-2 15,0 1 2-15,1-1-1 0,0 0 1 0,1-1 3 0,0-1-6 0,2 1 2 0,-1 0 2 16,0-1-4-16,1 1 4 0,-1-1-2 0,1 0 1 0,0 0 0 15,0 0 0-15,2-1-2 0,-1 0 1 0,1 0 1 16,0 0-1-16,1-1 1 0,0 1-1 0,0 0-1 0,0 0-1 0,-1-1 1 0,2 1-3 0,0 0 1 16,0-1 0-16,1 1-2 0,0-1 2 0,1 0 1 0,0 1 1 15,1-1-1-15,0 0 0 0,0 0-3 0,2-1 0 0,0 1-1 0,-1 0-2 16,0-1 0-16,1-1 3 0,1 0-3 0,0-1 0 0,0 1-1 16,1-1-3-16,-2-1-1 0,2 1 1 0,0-2-2 0,0 1-1 0,0 0-1 15,0 0-2-15,-1 0-2 0,1 0-1 0,-1 1 0 0,2-1-5 0,-1 0-4 16,2 1-9-16,1-2-10 0,1 1-12 0,-1 0-11 0,1 0-15 15,3-1-8-15,1 0-18 0,2-2-17 0,2 2-169 0</inkml:trace>
  <inkml:trace contextRef="#ctx0" brushRef="#br0" timeOffset="47288.63">17886 8987 833 0,'14'2'-6'0,"6"2"-5"0,10 1 6 16,6-1 2-16,3-2 0 0,6-2-1 0,3-1 3 0,5-1-1 0,3-1-1 16,3-1 2-16,4-1-2 0,2-1-1 0,2-1 2 0,3 0-3 15,3-1 3-15,0 0-6 0,3 0-2 0,2 0 3 0,1 0-2 0,1 0 3 16,3 0 2-16,-2 1-4 0,2 1 6 0,-1-1-4 0,1 0 2 16,-1-1 4-16,0-2-5 0,0 1 7 0,-1-2 1 0,-1 1 2 0,0 0 5 15,-3 1 1-15,0-1 2 0,-1 1 8 0,-2-1 7 0,-1 1 6 0,1 0 7 16,-3-1 3-16,-1 1 6 0,-3-2 0 0,0 0 2 0,-1 0 0 15,-2-1-4-15,0 1-3 0,0-3-7 0,-1-1-5 0,-2-1-7 0,-1 0-4 16,-3-4-3-16,-1-1-3 0,-2 0-5 0,-3-1 0 0,-2-2 0 0,-2 1-4 16,-3-3 2-16,-3 0 1 0,-4-2-1 0,-2-1 2 0,-4-3 0 15,-3 0 2-15,-4-1-3 0,-4-1-1 0,-6-2 7 0,-3-1-3 0,-6-3 7 16,-2 0 1-16,-5-2-5 0,-3-4-1 0,-5-1 1 0,-6-2-3 16,-4 0 3-16,-5 2-6 0,-6-3-2 0,-3 0-3 0,-6 1-5 0,-3-1 3 15,-4 2 2-15,-5 1-4 0,-6-1 0 0,-5 2-11 0,-5 0-8 0,-5 1-2 16,-6 0-1-16,-3 5 8 0,-8 4 4 0,-3 3 9 0,-6 4 7 15,-2 2-7-15,-7 3-39 0,-7 4-7 0,-6 2 9 0,-6 3 38 0,2 3 60 16,-1 3 26-16,2 2-3 0,0 2-33 0,-1 0-26 0,1 2-20 0,-2 1-12 16,-1 2-3-16,-1 3 5 0,-2 2-7 0,0 3-2 0,0 4-1 15,-2 3-4-15,0 4 12 0,-2 5 14 0,4 3 14 0,-1 3 6 0,3 4-1 16,1 2 3-16,0 5 5 0,4 2 3 0,3 3 5 0,5 1 0 16,3 0-9-16,8 0-8 0,5 0-5 0,8 1-6 0,7-2-6 0,4 0 0 15,8 0-6-15,4-1 3 0,8 1-5 0,5-1 0 0,6 1 3 0,5 1-1 16,4 0 3-16,8-2-1 0,1 0-3 0,7 1-1 0,4 1 0 15,3-2-2-15,6 1-1 0,4 0 1 0,3 1-1 0,4-1 2 0,3-2 0 16,3 0-1-16,2-2 1 0,3 1 1 0,3-2 3 0,3-1-3 0,1-2 0 16,3 0 0-16,2-1 0 0,2 0 0 0,3-1 5 0,1 0 1 15,4 0-2-15,0-3-1 0,4 1-1 0,2-1-2 0,1-3 1 0,3-1 0 16,1-1 1-16,2-3 4 0,-1-2 4 0,3-1-3 0,-3-1 1 16,1-3-3-16,1-2-1 0,0-3-1 0,0-1 0 0,0-2 0 0,-1-1-2 15,1-1 2-15,-2-2-1 0,2 1-2 0,-1-1 1 0,1-1 0 0,-2 0-1 16,-2-1-2-16,1 0-1 0,0 0-3 0,0-1 3 0,-1-1 0 15,0 0 3-15,0-1-3 0,-2 0-1 0,-1 0 1 0,-2-1 0 0,-2-1 5 16,1 0-4-16,-3-1 2 0,1 0-4 0,-3-1-1 0,-2 1 4 0,-3-1-3 16,0 0 1-16,-2 0 3 0,0 1-2 0,-3 0 2 0,0 0 0 15,-2 0 2-15,-4 0-2 0,1 1 0 0,-3 0 0 0,-2 0 0 0,-1 1 0 16,-3 0 1-16,-1 0 1 0,-2 1-1 0,0 0 3 0,-2 0-2 16,-1 0 5-16,0 0-3 0,-1 0-1 0,0 1 3 0,0-1-2 0,0 0-1 15,-1 0 2-15,0 1 2 0,0 1 0 0,-1-1 5 0,-1 1-2 0,0 0 2 16,0 1-2-16,-1 1 2 0,-1 0 1 0,0 0 0 0,0 0 4 15,-1-1-1-15,1 2 1 0,-1-1-1 0,-2 1 2 0,1-1 0 0,-1-1-1 16,-1 1-3-16,1 0-5 0,0-1 2 0,0 0-1 0,0 0-2 0,1-1-3 16,0 1 1-16,-1-1-3 0,1-2 3 0,-1 1-3 0,1 0 2 15,1 1 2-15,0-1-3 0,0 0 3 0,0 0-4 0,1-1 2 0,-1 1 0 16,0-1-1-16,0 1 0 0,0 0 0 0,1-1 1 0,-1 0-4 16,1 1 6-16,0-1-3 0,-1 1-2 0,1 0 6 0,1 0-4 0,-1-1-2 15,1 2 4-15,-1-1-1 0,2 0 0 0,-1 1-1 0,0-1-2 0,0 1 1 16,0 0-3-16,0 0 2 0,0 0-4 0,1 0 1 0,0 0 2 15,-1 1-6-15,0 0 2 0,1 0 0 0,-1 0-6 0,1-1 1 0,0 1 3 16,0-1 10-16,-1 0-7 0,1 0 12 0,1-2-2 0,-1 1-8 0,0-1 9 16,1 1-14-16,-1-1 1 0,1 1-3 0,0-1 7 0,-1-1 2 15,1 1 1-15,-1-1 2 0,1 0-1 0,-1 0 6 0,0 0-1 0,0 0 1 16,-1 0-4-16,0 0 4 0,0 0-4 0,-1 0 2 0,1 0-3 0,0 0-3 16,0 0 4-16,0 0-4 0,0 1 1 0,0-1 0 0,-1 1-6 15,1-1 0-15,0 1-1 0,0 0 0 0,0-1 2 0,0 1 2 0,0 0-5 16,1 0 0-16,-1 0 1 0,-1-1 0 0,0 1 6 0,1 0-4 15,-1 0-2-15,1 1 4 0,0-1-4 0,-1 0 1 0,0 0 0 0,1-1-2 16,-1 0-3-16,1 1 4 0,-1-1-1 0,1 1-3 0,-1-1-3 0,1 0 2 16,-1 1-2-16,2-1 1 0,-2 0 1 0,1 0-2 0,-1-1-3 15,0 0-2-15,0 1-2 0,0 0-4 0,0-1-10 0,0 1-15 0,-1-2-16 16,1 0-21-16,-1-1-13 0,-2 0-16 0,0-1-15 16,0 0-31-16,-1 0-27 0,-1-2-21 0,-2-1-9 0,0-2 0 0,-3-2 2 15,1-2 12-15,-3-3-157 0</inkml:trace>
  <inkml:trace contextRef="#ctx0" brushRef="#br0" timeOffset="48709.82">3595 9979 148 0,'8'-20'14'0,"4"-4"-4"0,3-4 3 0,3-1 10 15,1 2 4-15,0 0 2 0,1 0 0 0,3 1-4 0,1 0-1 0,2 2 5 16,1 0-4-16,0 1 1 0,1 0-3 0,2 0-3 0,3 2-6 16,1-1-5-16,2 1-2 0,1 0 0 0,0-2 5 0,3 0 0 0,2-1-2 15,2 0-1-15,1 1 3 0,3-1-3 0,0 1 2 0,1 2-1 0,1-1-3 16,3 0 3-16,3 1-3 0,1-2 0 0,2 1 0 0,1-3-1 16,1-1 0-16,2-1-3 0,1-2 1 0,2 1-2 0,0-2 0 0,3 1 2 15,2-2-1-15,-1-1-6 0,2 1-1 0,-1 2 4 0,-2 0-3 0,1 2 8 16,0 0 1-16,-1 1-5 0,-1 1 4 0,0 1-3 0,-3 2 0 15,0 0 0-15,-1 1 2 0,0 2 2 0,0 1 2 0,-2-1 4 0,-1 3 4 16,0 0 0-16,0-1 6 0,0 3-3 0,0 2-5 0,-1 2-2 16,-2 4-3-16,-1 4-1 0,-1 2 1 0,-2 5-2 0,-1 3-1 0,-2 5 0 15,-2 5-2-15,-1 4 1 0,-1 3 0 0,-2 3 2 0,-1 2-3 0,0 5 1 16,-3 1-1-16,-1 4 1 0,0-1-4 0,-2 2 8 0,1 1 0 16,-1 0 0-16,-1 1 5 0,0 0-6 0,-3 1 1 0,0 1-4 0,-2 0 0 15,-3 2-4-15,0-2 0 0,-4-2 1 0,-3 2-1 0,0 1 4 0,-3 0-6 16,-2 2 8-16,-2 3 3 0,-4 0-1 0,-5 4 6 0,-3 4-9 15,-3 2-3-15,-4 4 2 0,-5 3-1 0,-4 1 0 0,-5-1-6 0,-4 1 5 16,-4-2 2-16,-1-1 1 0,-6 0 5 0,-2 0-5 0,-6-1-2 16,-4-1-1-16,-4 3 2 0,-5-1-4 0,-3-1 5 0,-4 0 2 0,-3 0 5 15,-4-3 2-15,-2 0 0 0,-4 1-1 0,-3-1-3 0,0-2 2 0,-5-1-1 16,0-4 3-16,-3-3 0 0,-2-2 4 0,-2-7 9 0,-2-3 11 16,1-4 5-16,-3-4-3 0,2-4-5 0,-3-5-10 0,-1-3-4 0,-1-6-4 15,-2-5-6-15,1-5-9 0,-3-4-4 0,2-4-4 0,-2-7-3 16,2-6-3-16,2-7-14 0,-1-5-20 0,6-8-23 0,1-5-18 0,6-6-15 15,2-5-4-15,6-5-14 0,4-5-21 0,4-6-24 0,7-3-17 16,5-4-162-16</inkml:trace>
  <inkml:trace contextRef="#ctx0" brushRef="#br0" timeOffset="58052.9">8850 12845 1725 0,'-19'3'119'0,"0"1"6"16,-1 1-45-16,5 1-26 0,6 0-14 0,2 1-6 0,1 2-8 0,3 2-2 15,2 2-1-15,-1-1-5 0,2 3-3 0,0 3-3 0,1 2-9 16,2 0 0-16,1 4-3 0,2 0 0 0,1 1 2 0,3 1-2 0,2 0-2 16,3 2 1-16,1-1-2 0,3 3 0 0,0-1-2 0,0-1-2 0,3-2-5 15,2 1 7-15,2-1 5 0,4-1 0 0,1 0 5 0,2-2-7 16,-1-1-7-16,2-2 2 0,-1-4 4 0,0-2-3 0,-2-4 6 0,-1-4 4 15,-2-2 5-15,-2-2 17 0,-5-3 11 0,0-1 15 0,-4-2 7 16,-3-1 10-16,-2-2 1 0,-1-3-4 0,-2-1-2 0,-1-1-7 0,-2-4-12 16,0-2-9-16,-2-1-16 0,1-3 4 0,-1-2-26 0,0 0 2 15,0-2 0-15,0 0-8 0,-1-2 11 0,1 1-5 0,-2 1-1 0,0-1-10 16,-1 4 1-16,-1-1-6 0,-1 2 0 0,-2 4 9 0,1 0-1 0,-3 1 5 16,0 3-1-16,-1 2-1 0,-1 2-1 0,1 1-3 0,-2 1-1 15,-1 3 4-15,0 1-2 0,1 2 2 0,0 3 3 0,0 0 0 0,1 3 2 16,0 1 1-16,1 2 2 0,-1 1 0 0,2 2 2 0,1 1 0 0,0 0-4 15,4 3 0-15,2 0 2 0,1 1-3 0,4 0 5 0,1 2-6 0,2 1 3 16,2 0 2-16,3 0-4 0,1 2 3 0,3 0-3 0,3 0-2 16,3 2 2-16,0 1-12 0,3 0 12 0,0 3 0 0,4 1-4 0,2 3 11 15,2 1-8-15,-1 2-10 0,1 1 1 0,0 2 2 0,0 0 0 16,2 3 3-16,-2 1 5 0,0 1-1 0,-2 0-4 0,-2 2 8 0,-3-2-3 16,-2-2 5-16,-3-1-7 0,-5-5 0 0,-2-1 13 0,-6-4 3 0,-3 1 12 15,-2-3 4-15,-4-1 2 0,-3 0 0 0,-4-4 7 16,-3 1-2-16,-3-3-4 0,-4 1-5 0,-3-2-10 0,-2 0 1 0,-2-3-2 0,-3-1-4 15,-1 0 2-15,-4-3-7 0,-1-3 3 0,-1-2 0 0,0-3 4 0,-1-3-3 16,1-1-2-16,0-4-1 0,1-2 4 0,0-4 4 0,0-3 3 16,-1-2 0-16,1-1 4 0,1-4 1 0,5-1 2 0,1 0-3 0,3-3-9 15,4 0-1-15,3 1-8 0,3 0 6 0,4 2 2 0,2 0-13 16,2 1-3-16,1 4 5 0,1 0 1 0,2 1 13 0,0 2-3 0,3 1-6 16,2-1-8-16,1 0-4 0,3 2-7 0,2-2-14 0,2 2-16 15,1-2-26-15,3-2-42 0,2 0-62 0,1 0-90 0,4-3-99 0,2-1-86 16,2-2-44-16,2-3-115 0,0-4 154 0</inkml:trace>
  <inkml:trace contextRef="#ctx0" brushRef="#br0" timeOffset="58486.9">9982 12769 1322 0,'-11'2'297'0,"3"0"-120"0,-3-1-19 0,5 0-46 0,2 0-11 0,2 0-28 16,1 1-24-16,1 1-11 0,1 1-20 0,1 1 5 0,0 1-2 0,1 2-7 15,1 3 1-15,1 2-10 0,0 2-4 0,2 1 4 0,1 5-4 16,2 2 1-16,0 2-1 0,2 3-4 0,1 1-3 0,0 3 2 0,3 0-1 15,0 2-6-15,3 1 0 0,0 2 1 0,1 2-10 0,1-2 8 16,-2-1-3-16,0-5 7 0,0-3 13 0,-2-4 2 0,1-3 10 0,0-3 7 16,-1-4 22-16,-3-1 27 0,0-2 27 0,-1-1 16 0,-2-3 9 0,1 0-2 15,-3-2-15-15,1-1-14 0,1-2-20 0,-1-1-16 0,0 0-8 0,1-2-12 16,-1 0-14-16,4-3-6 0,0-1-7 0,2-1-5 0,-1 0 5 16,3-1-11-16,1-2 0 0,0 0 1 0,1 0-6 0,-1 0-10 0,1 0-5 15,-1-1-7-15,1 1-11 0,0 0-15 0,-2 0-16 0,0 1-28 16,-1 3-11-16,-2-2-14 0,0 0-18 0,-2 2-3 0,0-1-25 0,-2 0-10 15,-3 1 7-15,0 0-10 0,-2 0 5 0,-1 1-16 0,-2-2-30 0,-3 1-4 16,-1-2-16-16,-2-1-1 0,-3-1 35 16,-2-2-130-16</inkml:trace>
  <inkml:trace contextRef="#ctx0" brushRef="#br0" timeOffset="58693.9">10038 12816 237 0,'-37'-17'183'0,"-3"0"-87"0,-10-5 6 16,8 3 0-16,7 4 1 0,2-1 9 0,2 0 11 0,3 1 14 0,4 3 12 15,3 1-2-15,3 1-9 0,4 0-4 0,2 1-9 0,2 2-13 0,3 0-20 16,2 2-23-16,5-1-18 0,4 2-19 0,3-1 3 0,4 0 1 16,2 0-2-16,3-1 6 0,3 2-5 0,2 0-1 0,2-1 0 0,3 2-2 15,0 0-4-15,4 1-4 0,0-1-4 0,2 1 1 0,1 0-3 16,2 0-12-16,-1 0 1 0,2 0-3 0,0 0-4 0,-1 1 5 0,1-1-13 16,-2 0-1-16,1 0-9 0,0 1-16 0,0 0-7 0,-2 1-29 0,-2 0-35 15,-2 1-34-15,-2 0-42 0,-1 0-31 0,-1-1-14 0,-2 0-18 16,-1-1 12-16,-1 1 11 0,-2-1 19 0,1-1 26 0,-2 0 15 0,-3 0-143 15</inkml:trace>
  <inkml:trace contextRef="#ctx0" brushRef="#br0" timeOffset="59059.41">10584 12680 931 0,'-3'17'161'15,"0"3"-36"-15,3 5-2 0,3 2-25 0,5-3-15 0,2 2-17 0,4 0-12 16,2 0-12-16,2 2-7 0,3 1-3 0,0 0-14 0,1 0-4 16,2 0-3-16,1-2-12 0,0-1 7 0,1-2-3 0,1-2-3 0,3 1 0 15,-1-2 0-15,1-3 1 0,-1-2 7 0,-1-2 7 0,-2-2 10 16,1-5 14-16,0-2 7 0,-2-2 9 0,1-4 7 0,-2-2 6 0,0-3 3 16,-2-1 2-16,-2-3-6 0,0-3-5 0,-1-2 8 0,0-1-3 0,0-1 7 15,-2-3 7-15,-2 1-5 0,-2-1 0 0,-1-2-9 0,-2-1-7 16,-1 1-2-16,-1-3-8 0,-3 0-7 0,-2-1-9 0,-3-1-5 0,-2 1-6 15,-3 0-7-15,-2 0-1 0,-3-1-5 0,-2 0-6 0,-2-1-1 0,-1 1-12 16,-4-1-1-16,-2 1 12 0,-2 2-8 0,-3 0 19 0,-1 2-6 16,-1-1-13-16,-3 2 12 0,0 4-8 0,-2 0-3 0,1 4 8 0,0 2-8 15,0 4 7-15,-1 2-1 0,-2 3-4 0,3 2 1 0,0 3 4 16,3 2 0-16,1 1-6 0,1 3 1 0,2 2-12 0,1 2-9 0,3 2-10 16,1 1-15-16,3 1-20 0,3 3-22 0,1 1-32 0,2-1-40 0,2 2-40 15,2 0-49-15,2-1-72 0,2 2-68 0,2 0-19 0,2-1 8 0,1 1-127 16</inkml:trace>
  <inkml:trace contextRef="#ctx0" brushRef="#br0" timeOffset="59636.8">10773 12060 1836 0,'-15'-9'223'0,"2"0"-111"0,-1-1-13 16,8 4-42-16,5 0-13 0,5 0-15 0,2-1-14 0,5 0-9 16,2 0-7-16,1 0-1 0,4-1 7 0,1 2-4 0,2 0 2 0,2 2-9 15,4 1 1-15,0 0-4 0,4 2-2 0,-1 1-4 0,1 0 0 0,1-1 3 16,1 1 0-16,-1-1 6 0,2 0-5 0,-3-1 4 0,0 1 1 16,0-2 3-16,-2 0 4 0,-3 0-2 0,-2 0 2 0,-3 0 1 0,0-1-1 15,-1 0 8-15,-4 1 5 0,-1-1 2 0,-3 2 4 0,-1 0 3 0,-2 1 2 16,-1 1 2-16,-3 0 6 0,1 3 6 0,-2 0 7 0,0 1 3 15,-1 2 1-15,0 0-8 0,-1 2-5 0,0 2-5 0,-1 2-11 0,0 2-3 16,-1 2-5-16,1 0-14 0,0 4-1 0,0 2 4 0,3 1 3 16,0 5 8-16,2 0-3 0,2 5-8 0,0 0-9 0,4 5 2 0,2 1-3 15,1 1-2-15,2 1 5 0,-1-2-3 0,1-4 6 0,1-1 0 0,-2-3 2 16,2-1 2-16,0-1 4 0,0-2 1 0,0-1 1 0,-1-3 4 16,0 0 8-16,-2-2 7 0,1 2 5 0,-2 0 15 0,0-1-11 0,-2 1 7 15,0 0-6-15,-1-2-6 0,-2 1 2 0,0-1-1 0,-1-1-2 0,-2 3-10 16,-1-2-1-16,-3 3-3 0,-1 0-3 0,-3-2 5 0,-1 2-8 15,-2-1-4-15,-2-2 1 0,-4 2-5 0,-1-1 3 0,-4 1-5 0,-1 1 0 16,-3-2 0-16,-2 0-5 0,-1-1 7 0,-1-2-8 0,0-1 4 16,1-2-7-16,0-1-5 0,2-4 0 0,-1 1 3 0,3 0 4 0,0-3-16 15,0 0-20-15,1-1-34 0,1-2-27 0,5 0-27 0,-1 1-23 0,3-2-37 16,0-1-60-16,1 0-111 0,1-1-107 0,3-1-72 0,-1-1-156 16</inkml:trace>
  <inkml:trace contextRef="#ctx0" brushRef="#br0" timeOffset="62194.8">12370 12055 950 0,'-15'-2'68'0,"3"0"78"0,-2 0-12 0,5 0-17 0,3 0-27 15,3 0-22-15,1 2-22 0,1-1-11 0,1 1-11 0,1-1-8 0,1 1-1 16,1-1-3-16,2 1-7 0,1 0-1 0,1 0 0 0,1 1 0 15,1 1 2-15,1-1 0 0,1 0-5 0,2-1 4 0,1 0 2 0,0 0-1 16,3-1 2-16,0-2-7 0,2 0 5 0,0-2-4 0,2-1 6 16,2-2 0-16,0 0-5 0,4-2 4 0,0 1-9 0,1-3 4 0,1 0-1 15,1 0 0-15,0-1 2 0,2 2-2 0,-1 0 2 0,0 0 0 16,-4 1-1-16,1 2-2 0,-2 0 2 0,-2 2-4 0,-1 2 8 0,-2-1-4 16,-1 1 0-16,-2 0 2 0,-1 2-4 0,-2-1 4 0,-2 1-2 0,0 0 0 15,-2 1-2-15,-3-1-4 0,0 1 4 0,-1-1-2 0,1 1 0 0,-1 0-8 16,-1-1-18-16,1 1-57 15,-2 0-63-15,-1 0-66 0,-1 0-36 0,-2 1-2 0,-1-1 14 0,0 2 21 0,-2 0-109 0</inkml:trace>
  <inkml:trace contextRef="#ctx0" brushRef="#br0" timeOffset="62411.8">12537 12269 667 0,'-19'9'345'16,"1"2"-238"-16,-3 2 35 0,10-3-18 0,5-1-26 0,2 0-36 15,2-2-13-15,2 0-13 0,2-1-6 0,1 0 4 0,3 1-5 0,1-1-4 16,4 0-8-16,1 0-8 0,2-1-2 0,2 0-3 0,0 0 3 16,2 0-3-16,2-1-6 0,-1-1 4 0,3 0-8 0,0-1 5 0,0-1 0 15,3 0-3-15,0-1 2 0,3-1 0 0,1-1 2 0,-1 0-3 0,1-1-3 16,-2 0-6-16,2-1-7 0,-1-1-7 0,1 0-35 0,-1-1-32 16,1 0-35-16,-1-1-42 0,1 0 2 0,-1-1 1 0,-1 1 11 0,1-2 15 15,-2-1 0-15,0 0-11 0,1-3-124 0</inkml:trace>
  <inkml:trace contextRef="#ctx0" brushRef="#br0" timeOffset="64224.76">13372 10973 721 0,'-13'3'199'0,"0"0"-51"0,0 3 14 0,5 1-17 0,3 1-34 15,2 2-22-15,2 1-14 0,2 3 0 0,2 3 4 0,3 1-4 0,3 0-4 16,3 2-10-16,3 0-9 0,5-2-6 0,3 2-10 0,4 0-9 16,3-2-8-16,3 1-10 0,3 0-4 0,4 1-2 0,4-2-2 0,2 0 2 15,1 1-9-15,1-2 0 0,2 1-1 0,-1 0-8 0,0-3-2 0,-2-2-12 16,0 1-7-16,0-1-15 0,-5 2-30 0,-1-3-38 0,-3 1-32 15,-3-1-37-15,-2-1-29 0,-4-2-6 0,-2-1-7 0,-3-2-2 16,-2 0 19-16,-2-1-109 0</inkml:trace>
  <inkml:trace contextRef="#ctx0" brushRef="#br0" timeOffset="64422.76">14188 11275 661 0,'-23'-17'544'0,"-2"-2"-382"15,-5-4 18-15,3 5-5 0,4 2-43 0,0 0-36 0,2 2-22 0,2 1-23 16,3 2-21-16,2 1-10 0,2 2-12 0,2 2 0 0,3 2-7 15,2 2-1-15,1 2-9 0,0 1-7 0,2 3 2 0,0 1-2 0,1 5-1 16,0 3 2-16,0 2 0 0,2 5 3 0,0 0 5 0,1 2 5 16,1 2 1-16,0 3-2 0,0 1 2 0,1 4-5 0,-1-2-2 0,1 3-2 15,2 2 6-15,-1 0-2 0,1 4-5 0,0-1 0 0,0 2-12 0,1 2-8 16,-1 1 3-16,1 1-6 0,-2 2-4 0,0-2-3 0,0-1-14 16,0 1-13-16,-1-1-18 0,0-1-36 0,-1 0-19 0,0-1-9 0,-1-3-5 15,0-1 15-15,-1-5 0 0,1-2-4 0,0-4-6 0,0-2-177 0</inkml:trace>
  <inkml:trace contextRef="#ctx0" brushRef="#br0" timeOffset="65114.27">14118 11833 356 0,'-3'-30'115'0,"0"-4"-59"15,0-8 2-15,1 5-7 0,0 4-9 0,0 3-12 0,1 1-14 0,1 1-5 16,0 3-6-16,1 0-5 0,1 2 1 0,1 2-4 0,2 3-6 16,0 2-1-16,0 3-5 0,1 2 1 0,0 3 2 0,1 3 2 0,0 1 4 15,0 2-3-15,1 3 8 0,0-1-1 0,0 3 4 0,3-1 2 0,1 2-4 16,2 1 0-16,2-1-4 0,2 1 0 0,2-2-2 0,4 0 0 15,1-2 1-15,5-2-7 0,-1-2-6 0,3-1-5 0,0-2-9 0,2 0 2 16,-2 0-1-16,1-2 1 0,-3-1 1 0,-2 0 4 0,-1-2 10 16,-2-1 6-16,-4 0 11 0,-2 0 14 0,-5 2 17 0,-5-2 21 0,-3 1 25 15,-4 0 18-15,-3 1 17 0,-3-1 24 0,-2 2 11 0,-3-1 7 0,-3 1-2 16,-3 1-16-16,-1 0-4 0,-3 2-4 0,-1 0-9 0,0 0-2 16,-1 2-14-16,-1 0-13 0,2 1-17 0,-2 1-10 0,1 0-13 0,1 1-12 15,0 0-6-15,2 2-9 0,3 1-7 0,-1 1-5 0,1 0-4 0,1 0-6 16,1 1 1-16,2 0-3 0,0 2-1 0,1 2 0 0,1 0-3 15,1 2 1-15,1 1-1 0,1 2-1 0,3 1 2 0,0 1 2 0,2 2-3 16,2 0 0-16,2-1-4 0,1 2 0 0,4 0 0 0,1-2-11 0,2-1 2 16,3 1 11-16,2 0 1 0,2-1 10 0,3 0-6 0,4-2-11 15,3-1-1-15,3-1-2 0,3-3-3 0,2-1-5 0,3-3 3 0,2-3-6 16,1-2 6-16,1-3 2 0,-2-3-10 0,-3 1-9 0,-1 0 2 16,-4-2 1-16,-1-1 5 0,-1-5 24 0,-1-3-11 0,-1-1 5 0,0-2 13 15,-4 0 1-15,-1 1 17 0,-3-2-1 0,-3 0-3 0,-1 0 7 0,-1 0 5 16,-1 0 4-16,-3 1-4 0,0 0-2 0,-1 0-3 0,-2 1-3 15,1 1-3-15,-3 1-7 0,1 1-3 0,-1 3 0 0,-1-1-1 0,-2 1 4 16,0 1-2-16,-1 1-1 0,-2 1 1 0,0 1 2 0,-1 1 5 0,-1 2-1 16,-1 0 1-16,1 1-3 0,-2 0-4 0,0 1 4 0,0 1-2 15,-2 0-2-15,0 3-2 0,-1-2-4 0,1 1-1 0,-1 0 1 0,0 0 2 16,0 1-9-16,0 0 6 0,1 0 0 0,0 1-1 0,1 0 4 16,0 0-7-16,1 1 2 0,-1-1-1 0,1 1-1 0,-1 0 1 0,1 0-3 15,1 0 3-15,-1 1 1 0,1 1-2 0,-1 1 5 0,1 1-1 0,0 0-4 16,1 3 1-16,1 1-1 0,0 2 1 0,1 2 1 0,0 2 0 15,1 0-5-15,1 1 5 0,2 2 1 0,1 1-1 0,2 0 4 0,-1 2-4 16,2 1 0-16,1-1 3 0,2 3-5 0,-1 0 1 0,2-1 1 0,1 1-13 16,-1-3 0-16,1 2 20 0,-1-2-9 0,1 0 15 0,0-1 3 0,-3-1-20 15,-1-1 3-15,-3-1-1 0,-1 0-1 0,-1-2 0 0,-2-1 3 16,-1-1 1-16,-1 0-2 0,-3 0-9 0,-2 1 2 0,-2 0 2 0,-2 0 4 16,-3-2 9-16,-2-3-10 0,-1 0-7 0,-2-1 1 0,-1-1 1 15,-2-2 1-15,-1-1 6 0,1-2-5 0,-3-2-1 0,-1-1 1 0,1 0 0 16,-2-2-7-16,1 0-7 0,2-1-3 0,2 0-8 0,0 0-4 0,5 0-15 15,0 0-25-15,2-2-24 0,2 0-27 0,1 0-28 0,4-1-45 16,0 0-44-16,3-1-16 0,3-3 5 0,2-1 29 0,3-4 28 0,3-3 16 16,4-1-90-16</inkml:trace>
  <inkml:trace contextRef="#ctx0" brushRef="#br0" timeOffset="65271.27">15527 10664 667 0,'-6'-8'601'0,"-1"1"-428"0,-2 0-3 0,4 3-47 0,3 3-43 16,-1 1-32-16,3 2-23 0,-1 4-16 0,2 1-1 0,2 2-5 0,-1 2 1 15,1 4 2-15,1 1-10 0,1 1 1 0,0 3-5 0,-1 1-11 16,2 0-36-16,1 2-50 0,0 2-48 0,2-1-68 0,0 2-36 0,0-2-15 16,1 0-14-16,0 0-136 0</inkml:trace>
  <inkml:trace contextRef="#ctx0" brushRef="#br0" timeOffset="65438.27">15764 10658 1494 0,'-10'-18'316'15,"-1"-1"-191"-15,-2-3-8 0,4 6-20 0,2 2-34 0,2 2-22 16,1 0-24-16,2 3-8 0,1 1-9 0,1 0-17 0,1 2-15 0,-1 1-24 16,1 2-22-16,-1 3-18 0,2 2-16 0,0 3-16 0,2 2-8 15,1 3-33-15,0 2-33 0,1 4-25 0,-1 4-24 0,2 0-22 0,1 4-126 16</inkml:trace>
  <inkml:trace contextRef="#ctx0" brushRef="#br0" timeOffset="65774.07">12718 10959 1930 0,'-11'-1'85'0,"1"1"29"0,0 0-57 16,7 2-19-16,5 2-21 0,1 3-8 0,4 1-6 0,3 0-1 0,3 1 1 15,4 1-2-15,3-1 1 0,2-1-7 0,3 0-10 0,1 0-14 16,0 1-54-16,0 0-87 0,1-1-64 0,0 0-65 0,0-1-8 0,-1-3 26 16,0 0 13-16,-4-1-169 0</inkml:trace>
  <inkml:trace contextRef="#ctx0" brushRef="#br0" timeOffset="65977.07">13047 10574 1133 0,'-10'-4'70'0,"1"1"32"0,1 0-32 16,6 4-14-16,2 1-38 0,2 1-12 0,2 2-6 0,2 1-3 0,3 1 3 15,3 0-2-15,1 3-7 0,1 1-22 0,1 0-34 0,2 2-45 16,2 0-40-16,-1 0-26 0,5 2-1 0,0 1-5 0,0-1-17 0,4-2-91 16</inkml:trace>
  <inkml:trace contextRef="#ctx0" brushRef="#br0" timeOffset="66807.41">13137 11175 611 0,'-25'-26'112'16,"0"-1"0"-16,-4-8 19 0,5 3-3 0,8 4-4 0,1 2-10 0,2 1-14 16,3 4-12-16,1-1-16 0,3 0-12 0,2 0-7 0,1 0-14 0,2 1-5 15,2 1-14-15,0-1-13 0,3 0 0 0,1 2-3 0,2-2 6 16,2 1 0-16,1 0-6 0,3-3-3 0,1 0 2 0,2 1 1 0,3-2 0 16,3 0-2-16,1 1 0 0,3-2 0 0,1 3 0 0,3-3-5 15,1 1 3-15,4-2-1 0,-1 1-1 0,5 2 4 0,-1-1-5 0,3 3 3 16,3 2 0-16,-1 1 1 0,0 2-1 0,3 2 3 0,3 1-3 0,1 0 0 15,3 3-1-15,2 0-1 0,3 2 1 0,2 3-4 0,2-1 2 16,3 2-1-16,1 0 4 0,2 1 4 0,1 0-7 0,0 1 1 0,4 2-1 16,0 2-2-16,0 0 5 0,1 2 0 0,-1 2 1 0,-1 1 2 0,0 2 1 15,-1 4-3-15,-2 1 0 0,0 2 2 0,0 2-3 0,-3 1 0 16,3 3 1-16,-1 1-3 0,-3 4 2 0,0 3-2 0,-3 3-2 0,-4 2 4 16,-1 1-1-16,-3-2 1 0,-1 2 3 0,-1-1-5 0,-3 1 4 15,-2 0-5-15,-1-2-4 0,-3 1 14 0,-2 0-2 0,-1 1 6 0,-3 1 8 16,-2-1-10-16,-2 2 1 0,0-1-2 0,-4 1-4 0,-1 1 2 0,-3-1-5 15,-3 1-1-15,-1-2-4 0,-2 0-2 0,-2 2 1 0,-2-1 1 16,-1 0-11-16,-4 0 7 0,-1-2-7 0,-3 1 7 0,-2-2 9 0,0 1-7 16,-2-2 6-16,-2 1-6 0,-1 2 5 0,-2 0 5 0,-1 1-3 0,-2-1 2 15,0-2 2-15,-3 1-1 0,-2 0 2 0,-1 1 3 0,-1 1-8 16,-1 0-6-16,-2 0 8 0,-2-1-5 0,-1 1-3 0,-1-1 6 0,-2-1-6 16,-2 0 0-16,-3-2-2 0,-1 0 3 0,-3-1-5 0,-2 1 5 15,-2-2 1-15,-2-1 2 0,-4-2 1 0,0-3 1 0,-1-1 0 0,-3 1 7 16,1-3-2-16,-1 1-4 0,-3-1 0 0,-1-2-6 0,0 1 4 0,-2-4-4 15,2-3 5-15,-1-1 6 0,2-3 1 0,-1-1 16 0,0-3 3 16,2 0 0-16,-1-5 5 0,0 0-11 0,-1-2 7 0,-1-2-6 0,1-3-3 16,-2-1-2-16,-1-2-13 0,-1 1 3 0,0 0-1 0,-1-2-1 0,0 0-3 15,1-1-5-15,-2 0-4 0,2-3-2 0,0 0 5 0,-2-1 5 16,-1 0 7-16,-1-2-3 0,1-1 1 0,1-1 1 0,1 1 3 0,-1-2 7 16,2-1 4-16,0 0-4 0,-1-3 2 0,0-4-3 0,2 0 0 0,-2-5-3 15,1 1-2-15,-1-3 0 0,1 0-2 0,2 0 8 0,1-2 1 16,0-1-9-16,2-2-2 0,2 1 1 0,0-2-1 0,1-2 13 0,3 1-5 15,-1-1-5-15,0-1-3 0,1 1-4 0,1 0 6 0,0 0 1 16,3-1 4-16,1 2-3 0,0 1 1 0,3 0 1 0,1 2-6 0,1 0-5 16,1 4 3-16,4 1-1 0,1 0 7 0,5 1 6 0,0 0-3 0,3 1-4 15,3 0-4-15,-1 3-1 0,1 1-2 0,2 1 0 0,1 4-2 16,4-1 3-16,0 0-4 0,1 0 0 0,3 0 0 0,2 2-5 0,2 1-3 16,3 0-1-16,3 3-9 0,2-2-2 0,2 0-8 0,3 2-7 15,4-3-14-15,1 1-47 0,1 1-51 0,2 1-55 0,3 1-25 0,2 2-13 16,6 0-10-16,3 3 12 0,2 0-1 0,3 1 15 0,4 2-166 0</inkml:trace>
  <inkml:trace contextRef="#ctx0" brushRef="#br0" timeOffset="67353.44">15405 13111 189 0,'-1'4'0'0,"-1"1"-166"0</inkml:trace>
  <inkml:trace contextRef="#ctx0" brushRef="#br0" timeOffset="67585.47">15510 13130 1971 0,'-8'2'245'0,"0"1"-197"0,-2 1-8 0,2-1-1 16,2 0-5-16,1-1-33 0,1 1-43 0,3-1-33 0,0 0-19 0,1 0-16 15,0 0-22-15,1-1-38 0,-1 1-47 0,1 2-29 0,1 0 2 16,1 0 17-16,1 0 33 0,0 1 30 0,1-1 34 0,1 2 23 0,2-1-91 15</inkml:trace>
  <inkml:trace contextRef="#ctx0" brushRef="#br0" timeOffset="68288.49">15559 13209 256 0,'-1'0'175'0,"2"1"-35"0,-1 0-7 15,1-1-1-15,-1 0-1 0,1 0-8 0,-1 1-14 0,0-1-22 0,1 0-15 16,-1 1-15-16,-1-1-14 0,1 0-12 0,0 0-14 0,0 0-9 16,1 0-10-16,-1 0-4 0,0-1-1 0,0 1-4 0,0 0-3 0,0-1-3 15,0 1-1-15,1 0-1 0,-2 0 3 0,1-1-1 0,0 1 0 0,0-1 0 16,1 0 1-16,-1 1 2 0,1 0 3 0,-1-1 3 0,1 1 3 15,0-1 1-15,-1 0 4 0,0 0 0 0,1 1-3 0,-1 0-1 0,-1 0-4 16,1 0-3-16,0 1-8 0,-1-1-1 0,1 1-7 0,-1 0-5 16,0 0 2-16,1 0 4 0,-2 1 4 0,1 0 6 0,0 1 7 0,-1 0 0 15,1 0 6-15,-1 0 5 0,0 1 1 0,1 0 2 0,-1-1 3 0,0 0-6 16,1-1-1-16,0 1-3 0,0-2-1 0,1 1-2 0,0 0-6 16,1-2-7-16,0 1-13 0,1-2-7 0,0 1-4 0,1 0 1 0,0 0 1 15,1-1 2-15,0 0 5 0,-1-1 1 0,1 0 4 0,0 0 7 16,0 0-2-16,-1 0 5 0,1 0 1 0,0 0 1 0,0 0 0 0,0 0-3 15,-1 0 2-15,1-1 1 0,-1 1 5 0,-1 0 5 0,1 0 6 0,-1 0 2 16,0 0 3-16,-1-1 6 0,1 0 4 0,-1 1 12 0,0 0 2 0,0 0 7 16,0 0 0-16,-1-2 0 0,1 2-1 0,-1-1-3 0,1 1-4 15,-1 0-5-15,0 0-4 0,1 0-3 0,0 0-8 0,0 0-4 0,0 1-3 16,-1-1-2-16,1 1 2 0,-1 0-1 0,1 0-5 0,0 0 0 0,0 1-1 16,-1 0 0-16,0 1 2 0,1 0-2 0,-1-1-1 0,0 1 2 15,-1 0 0-15,1 0 1 0,-1 0-2 0,1 1 1 0,-1 0 0 0,1 0-2 16,-1 1 2-16,0 0 0 0,0 0 1 0,-1 1 0 0,1 0 0 15,-1 0 0-15,0 0 1 0,1-1 2 0,0 1 0 0,-1-1 0 0,0-1 1 16,1 1 2-16,-1 1-2 0,1-2 1 0,0 1 4 0,0-1 0 0,0-1 3 16,0 1 1-16,1-1 0 0,0 0 0 0,0 0 3 0,0-1-5 15,0 0-2-15,0 0-3 0,-1 0-1 0,1 1 0 0,1-1-3 0,-1-1 2 16,0 2-5-16,0-1-1 0,-1 0-1 0,1 1-1 0,-1 0-1 0,1 1-6 16,0-2-2-16,0 2-7 0,0-1 0 0,0 0 3 0,0 1 2 15,-1 0 3-15,1-1 2 0,-1 1 2 0,1-1 0 0,-1 0 1 0,-1 0-4 16,1 0-1-16,0 1-4 0,0-1 3 0,1 0-1 0,-1 0-1 15,0-1-1-15,0 1 3 0,0-1 3 0,0 1 6 0,0-1 3 16,0 0 2-16,1 1 0 0,-1-1 1 0,0-1 2 0,0 1 0 0,0 0 0 0,0 0-1 16,0 0-2-16,0 0-5 0,1 0-2 0,-1-1-5 0,1 1-4 15,-1 0-5-15,1-1-8 0,0 1-5 0,-1-1 1 0,1 2 4 0,-1-1 6 16,0 0 2-16,0 1 5 0,0-1 4 0,0 0 3 0,0 1 7 0,0-1 0 16,0 0 1-16,1 1-2 0,-1-1 0 0,1 2 3 0,0-2 0 15,0 1 3-15,-1 0 0 0,1-2-1 0,0 1 2 0,1 0 2 0,0 0 0 16,-1 0-1-16,0 1 2 0,1-1 0 0,0 0 4 0,0 0 6 15,0 0 2-15,0-1-2 0,0 1-2 0,0 1-4 0,0-1-2 0,0 0-2 16,0 0-1-16,0-1-3 0,1 0-1 0,0 0-1 0,-1 1 0 0,1-1-4 16,0 0-4-16,0 0-2 0,1-1-4 0,0 1 5 0,0-2 2 15,0 0 1-15,0-2 6 0,0 1-2 0,0 0 3 0,0 0 2 0,0 2-1 16,0-2 1-16,0 1-1 0,-1 0 0 0,0 0 1 0,0 1 1 0,-1 1 2 16,1 0 0-16,-1 0 0 0,-1 1-1 0,0 0-1 0,1 1-4 15,-2 0-3-15,1 0-3 0,0 1-12 0,0 0-47 0</inkml:trace>
  <inkml:trace contextRef="#ctx0" brushRef="#br0" timeOffset="70285.5">19049 11210 1300 0,'0'-5'838'0,"2"-2"-760"0,2-2-36 0,1-1-21 0,3 0-11 16,3 0-14-16,4 0-11 0,5 1-14 0,4 0-4 15,4 1-3-15,1 0 5 0,2 0 3 0,0 0-10 0,3 0-16 0,1 0-13 0,2 1-2 16,1-3 18-16,1 0 19 0,3-1 16 0,-2 2 10 0,3-1 2 0,0 1 0 16,2-2-1-16,1 0-2 0,2 0-2 0,0 0-3 0,2 0-1 15,-1 2 4-15,0-1 5 0,1 1 7 0,-1 0-2 0,-1 1 5 0,-2 0 13 16,-2 1 7-16,0 2 15 0,-1 1 3 0,-2 1-2 0,-2 2-7 15,1 1-6-15,-3 0-8 0,-1 3-10 0,0 2-2 0,-1-1-4 0,1 5 2 16,1 1 0-16,0 1-4 0,-1 4-7 0,1 1-4 0,0 4-6 0,-2 3 4 16,1 3 4-16,-2 2-1 0,-3 1 2 0,1 2-9 0,-3 0 3 15,0 2 1-15,0 1 1 0,-4 1 2 0,0 2 4 0,-3-1-7 0,-2 0 2 16,-2 0-4-16,-3 1-1 0,-2-1 6 0,-1 1 3 0,-2-2 9 0,-2-2-2 16,-2 0-3-16,-1-3 1 0,-4 1-9 0,-2-2 0 0,-4 1-11 15,-2-1-3-15,-2-3-8 0,-4 0-6 0,-4-3-5 0,-3 0-1 0,-6-2 4 16,-3 0 2-16,-4-2 11 0,-3-2 5 0,-4-3-4 0,-2-1 1 15,-5-2-3-15,-4-1 0 0,-5-3 13 0,-4-1 5 0,-2-4 1 0,-2 0 7 16,1-4 8-16,-1 0 13 0,3-1 21 0,0-2 9 0,3 1 12 0,2-2 4 16,1 0 4-16,1-1-3 0,3-1-5 0,1-1-12 0,3-1-15 15,2-1-11-15,2-1-12 0,3-2 2 0,2-1-1 0,0-2-1 0,3-3 4 16,3 0-2-16,2-1 2 0,0-2 6 0,3-3 9 0,-1-1 6 0,4-3 10 16,0 0 3-16,2-3-8 0,3 2-2 0,1 0-9 0,3 1-6 15,1-1-9-15,2 1-12 0,1-1-7 0,1 1 2 0,2 2 0 0,1 2 2 16,2 0 1-16,1 3 0 0,1 0 0 0,3 1-2 0,1 3 1 15,1 1 0-15,-1 1 1 0,0 0 1 0,1 3 4 0,1 1 5 0,0 1 1 16,1 2 6-16,0 0-3 0,1 2-3 0,0 0-3 0,0 0-6 0,-1 3-2 16,0 0-6-16,0 2-6 0,0 1-4 0,0 0-7 0,-1 1 4 15,1 1-4-15,1 0-1 0,0 1 7 0,0 1-1 0,0 0 6 0,1 1 3 16,-1 0-1-16,0 1 3 0,1-1 2 0,-1 1 2 0,1 0 2 0,-1 0-2 16,0 0-3-16,1 1 1 0,-1-2-1 0,0 1 2 0,-1 0 1 15,0 0-3-15,0 0-1 0,-1 0 4 0,0 0 2 0,0-1-4 0,-1 1 1 16,0-1-2-16,0 0 0 0,-2 1 0 0,1-2-2 0,-1 1-2 15,1 0-3-15,-2-1 4 0,1 1 3 0,-1 0 2 0,0-1-2 0,1 1-2 16,-2 1 1-16,-1 0-5 0,1 0 6 0,-2 0 3 0,0 1-5 0,0-1 5 16,0 1-1-16,0 0-2 0,0 0 9 0,0 0-5 0,0-1-2 15,0 1 1-15,0-1 0 0,1 0 0 0,-1 0 3 0,-1 0 0 0,2 0 1 16,-1-1-1-16,1 1 0 0,-1-1 2 0,1 1 1 0,1-1-2 0,0 1-2 16,0-1-1-16,0 0-2 0,0 0 1 0,0 0 4 0,0 0-4 15,-1-1 2-15,2 1 0 0,0-1-1 0,0 0-1 0,0 0 3 0,0 1-3 16,-1-1 2-16,1 0-1 0,0 0 1 0,1 0 2 0,-1-1-1 15,0 1-3-15,0 0 0 0,1 0-1 0,0-1-1 0,0 1 4 0,1-1-1 16,-1 1 1-16,1-1 1 0,-1 0 0 0,1 0 1 0,-1 0 0 0,0 0-3 16,2-1 2-16,-2 1-1 0,1-1-1 0,0 0 5 0,-1 0-3 15,0 0 1-15,0 0-3 0,1-1 1 0,0 1 1 0,-1-1 1 0,1 1 2 16,-1 0-4-16,0 0 1 0,1-1-1 0,-1 1-2 0,0 0 1 0,0 0-2 16,0 0 1-16,0 1-2 0,-1-1-4 0,1 0-2 0,-1 0-3 15,1 0 1-15,0 0-7 0,-1 0 2 0,1 1-4 0,-1-1 0 0,0 1 2 16,1 0-4-16,0 0 5 0,-1 0 4 0,1 0 4 0,-1 0 2 15,0 0-1-15,0 0-1 0,-1 0 7 0,1 1 0 0,-1-1-2 0,0 0 0 16,2 0 1-16,-2 0 1 0,1 0 2 0,0 0 1 0,-1 1-4 0,1-1-7 16,0-1 8-16,1 0-8 0,0 1 9 0,-1-1 1 0,0 0-2 15,0 1-2-15,1-1-7 0,0 0 7 0,-1 0-9 0,1 1 9 0,0-1 2 16,-1 1-2-16,1-1 6 0,0 0-6 0,1 1 0 0,-1-1 3 0,0 1-2 16,0 0 4-16,-1-1-4 0,2 1 2 0,-2 0 5 0,1 0-5 15,0-1 0-15,0 1-2 0,0 0-1 0,0 0 5 0,-1-1-1 0,1 1 2 16,0 1-3-16,-1-1-1 0,1 0 2 0,1-1-2 0,-1 1 1 15,0 0 0-15,0-1-3 0,0 0 3 0,0 0 1 0,0 0 2 0,0 0 0 16,0 0 0-16,0 0-3 0,0 0 0 0,1 0 0 0,-1 0 0 0,1 0 0 16,0 0-1-16,-1-1 1 0,0 1 3 0,0 0 0 0,0-1 1 15,1 1 0-15,-2 0-1 0,1 0-1 0,0 0-1 0,0 0-2 0,0 0 1 16,-1 0-2-16,1 0-1 0,0 0-3 0,0 0-2 0,-1 0-1 0,1 0-3 16,0 0-4-16,-1 0 5 0,1 1-7 0,0-1 8 0,-1 1-1 15,0-1 1-15,0 1 9 0,0 0-1 0,0 0 9 0,0 0-1 0,0 0 5 16,1 0-2-16,-1 0 5 0,0 0 2 0,1-1-10 0,-1 1 6 15,1-1-12-15,0 0 3 0,0 1 1 0,0-1-4 0,0 0 3 0,0 1-6 16,0 0-1-16,0-1 4 0,0 1-6 0,0-1 9 0,0 0-3 0,0 1 0 16,0-1 3-16,0 0-6 0,0 0 3 0,0 1-3 0,-1-1 4 15,1 0 4-15,0 1-2 0,0-2-1 0,0 1-3 0,0 0 1 0,-1 0 1 16,1 1 2-16,0-1-3 0,0 0 0 0,0 0 0 0,-1 0 3 0,1 0 5 16,0 0-7-16,-1 0 5 0,1 0-6 0,-1 0-2 0,1 1 7 15,0-1-4-15,-1 0 2 0,1 1-3 0,0-1-4 0,0 1 4 0,0-1 1 16,0 1 1-16,0 0-1 0,0-2 1 0,-1 1-1 0,1 0-1 15,0 0 0-15,0 1-3 0,1-1 3 0,-1 0 2 0,0 0-1 0,1 0-1 16,-1 0 0-16,0 0 0 0,0 0 5 0,0 0-2 0,0 0-1 0,0 0 1 16,0 0 0-16,0 0 2 0,0 0-2 0,0 0 1 0,-1 0-4 15,2 0-1-15,-2 0 1 0,1 0 3 0,0 0 1 0,0 0 2 0,0 0-5 16,-1 0-2-16,1 0 1 0,-1 0 4 0,1 0-2 0,-1 1 1 0,0-2-3 16,1 1 3-16,-1 0 0 0,0 0 3 0,0 0-2 0,0 0 2 15,0 0 2-15,1 0 1 0,-1-1 3 0,0 0-8 0,0 0 8 0,0 0-6 16,1 1-1-16,-1-1 1 0,0 1-6 0,1-1 6 0,0 0-5 0,0 1 2 15,0 0 2-15,0 0-4 0,0 0-4 0,-1 0-1 0,1-1 4 16,-1 1 0-16,1 0 3 0,-2 0-2 0,1 1-1 0,0-1 0 0,0 0 2 16,0 0 1-16,0 1-6 0,0 0 1 0,1-1-1 0,-1 1 3 15,0 0 2-15,-1 0-2 0,1 0 0 0,0 0 0 0,1 0 4 0,-1-1-1 16,1 1-1-16,-1-1 4 0,1 0-5 0,-2 1 3 16,2-1 0-16,-1 0-1 0,2 1 0 0,0-1 0 0,-1 0-1 0,0 0 1 0,0 0 0 15,-1 1-3-15,1-1-3 0,0 1 1 0,-1-1 1 0,1 0 1 0,-1 0 0 16,2 0 0-16,-2 1 0 0,1-1 1 0,0 1 1 0,0-1-1 0,-1 1 1 15,2-1-2-15,-1 0 0 0,-1 0 0 0,2 0 0 0,-2 0-3 16,1 0 1-16,0 0 4 0,0 0-1 0,0 0 5 0,0 0-1 16,0-1-3-16,0 1-2 0,0 0 1 0,0 0-2 0,1 1 1 0,-1-2-4 0,0 1 4 15,0 0 5-15,0 0 0 0,0 0 1 0,1-1-5 0,-1 1-1 16,0 0-1-16,0 0 2 0,0 0-1 0,0 0-3 0,1 0 3 0,-1 0-6 16,0 1 2-16,-1-2 0 0,1 1-2 0,0 0 5 0,1 0-4 15,-1 0 8-15,0 0-3 0,0 0-1 0,0 1-2 0,0-1-5 0,0 0 4 16,0 1-4-16,1-1 6 0,-1 0-1 0,0 0 0 0,0 1 0 0,0-1-1 15,0 1-1-15,0-1 1 0,-1 1-2 0,1 0 1 0,-1 0 1 16,1 0-1-16,-1 0-2 0,2 0-1 0,-1-1 1 0,-1 1-7 0,1-1 2 16,-1 1-6-16,0-1-2 0,1 0-7 0,-1 1-1 0,0-1-1 0,1 1-3 15,0-1-5-15,-1 0-10 0,1 0-7 0,-1 0-8 0,0 0-27 16,-1-1-28-16,1 1-35 0,-1 0-50 0,1-1-22 0,0 1-21 0,0 0-6 16,0 1 29-16,-1-2-120 0</inkml:trace>
  <inkml:trace contextRef="#ctx0" brushRef="#br0" timeOffset="71508.5">19424 12289 911 0,'0'-2'250'0,"0"0"-182"0,1-1-26 0,0-1-21 0,1-1-7 16,0 1-12-16,2-2-10 0,1 1-10 0,0-2 3 0,2 0 4 0,0 0 5 16,2-1 6-16,1 0 1 0,-1-1-2 0,2-1-1 0,1 0-1 15,2-1-1-15,0 0 0 0,1-1 7 0,2 0 5 0,3 0 5 0,1 0 6 16,2 0-4-16,2 0-3 0,0 0 3 0,3 0 1 0,1 0 1 0,3 2 4 15,-1 0 1-15,2 2 4 0,-2 0 6 0,2 1-1 0,0 0-2 16,1-1-6-16,1 2-3 0,0 0-8 0,1 1-2 0,2 1-6 0,0 2-5 16,2 0 1-16,0 1-2 0,2 2 4 0,-1 2 0 0,0 1 1 0,2 3-6 15,-1-1 3-15,-1 4-1 0,1 0-2 0,-2 2 7 0,0 1-3 16,2 1-2-16,-3 1-5 0,1 2 1 0,0 0-2 0,-2 0-1 0,1 1 7 16,-1 1-11-16,-1 0-7 0,-1 0-11 0,-1 2-12 0,0 1-9 15,-2 0-9-15,-2 2 1 0,-2 1-1 0,-4 2-1 0,-1 0 3 0,-2 2 6 16,-3 1 6-16,-1 0 9 0,-4 1 7 0,-2 3 3 0,-4 0 3 0,-1 3-4 15,-3 0-5-15,-3 3-9 0,-3 0-8 0,-3 3-4 0,-4 1 0 16,-5 2 6-16,-3-2 11 0,-5 0 11 0,-3-1 14 0,-2-4 14 16,-2-3 18-16,-1-4 17 0,-1-4 10 0,-2-3 7 0,2-2-4 0,-1-3-8 0,2-1-9 15,-4-1-13-15,-1-3-8 0,-4 0-9 0,-3-3-2 0,-1-2 2 16,-1-3 2-16,-1-3 3 0,0-2 8 0,1-3 5 0,1-2 15 0,0-1 18 16,3 0 23-16,3-1 29 0,2 0 18 0,5 0 4 0,4-1-3 0,2-1-20 15,3-1-30-15,0-1-26 0,1-3-21 0,0-1-16 0,-1-3-11 16,0-3-5-16,2-2-4 0,-2-3-4 0,1-2 12 0,2-4 1 0,-1 0 9 15,1-5 0-15,3 0 2 0,-1-1-1 0,1 2-2 0,2 0 1 16,1 0-10-16,-1 2 1 0,1-2 0 0,0 2 2 0,1 0 1 0,0 3-5 16,3-1-1-16,-1 2-4 0,1 1-1 0,1 1 0 0,1 3-11 0,1 2-9 15,1 2-1-15,1 4 5 0,0 2 10 0,1 2 5 0,0 1 0 16,1 2 1-16,-2 2-6 0,2 2-2 0,0 0-2 0,-1 1-12 0,0 0-6 16,1 2-5-16,-1 1-10 0,1 0-5 0,0 0-7 0,1 1-2 0,-1 0-2 15,1 0 2-15,1 1 2 0,-1 0 0 0,0-1 9 0,0 1 6 16,1 0 12-16,0-1 17 0,0 0 9 0,0 0 7 0,0 1 8 0,1-1-3 15,-1 0-2-15,1 0 1 0,0 0-6 0,0 1 3 0,1-1 0 0,0 1-2 16,0 0 1-16,0 0-7 0,0 0-3 0,0 0-6 0,0 0-7 16,1 0-8-16,0 0-14 0,0 1-10 0,0 0-7 0,0 0 2 0,1 1 5 15,-1-1 3-15,0 1 2 0,0 1 3 0,0 0 3 0,1 0 8 0,-1 2 11 16,0-1 6-16,0 1 10 0,-1-1 6 0,-1 0 3 0,1 0 3 16,-2-1 2-16,0 1 3 0,0-2 0 0,-1 0 1 0,1 0 0 0,-1-1-1 15,0 0-2-15,0 1 0 0,1-1 0 0,0 1 0 0,-1 0 1 16,0-1 0-16,0 0 1 0,0 0 0 0,0 0 1 0,0 0-1 0,0 0 0 15,-1 0 3-15,1-1-1 0,-1 1 2 0,0-1-1 0,1-1-2 0,-1 1 2 16,1 0-4-16,-1-1 2 0,1 1 0 0,-1 0-3 0,0 0-1 16,1-2-2-16,-2 2-1 0,2 0 2 0,-1 0-1 0,1-1-1 0,0 1 0 15,-1-1 1-15,2 1-1 0,-2 0 3 0,1 0-2 0,0 0 1 16,1-1 2-16,-1 1 0 0,1-1 3 0,0 0-2 0,-1 0 2 0,1 0-4 16,0 0-1-16,0 1 0 0,1-1-4 0,-1 0 2 0,1 0 2 0,0-1-1 15,0 0 1-15,1 1 1 0,-2-1-3 0,1 0 1 0,0 1-1 16,0-1-2-16,0 0 1 0,0 0-4 0,0-1-3 0,1 1 0 0,-1 1-4 15,-1-1 0-15,1 1-4 0,1-1-4 0,-1 1-3 0,1-1-3 0,0 1 0 16,0 0 3-16,-1-1 4 0,1 1 6 0,-1 0 3 0,0 0 1 16,0 0 2-16,1 0 2 0,-1-1 4 0,0 2 0 0,0-1 2 0,-1 0 0 15,1 0-1-15,-1-1 0 0,1 0 0 0,-2 1 0 0,1-2 1 0,-1 2 0 16,1-2-2-16,-1 1 2 0,1 0 0 0,-2-1 0 0,2 1-1 16,-1 0-2-16,-1 0 0 0,1 0 0 0,-2-1-2 0,0 1 0 0,0-1-2 15,-1 0 0-15,2 1 1 0,-1 0 3 0,0 1 1 0,0 0 2 0,0 0 1 16,-1 0-2-16,0-1 1 0,0 1 0 0,0-1 1 0,0 2 1 15,0-1 0-15,0 0 0 0,-1 1 3 0,2-2 0 0,1 1-2 0,-2-1 0 16,1 1-1-16,0-1-1 0,-1 1 0 0,0 1-2 0,1-1 1 16,-1 0-2-16,0-1 1 0,0 0 0 0,0 2-3 0,0-1 2 0,0 1-2 15,0 0-2-15,-1 0 0 0,0 0-3 0,-1 0 1 0,1 1-3 16,0-1-9-16,2 1-12 0,0 0-17 0,-2 0-1 0</inkml:trace>
  <inkml:trace contextRef="#ctx0" brushRef="#br0" timeOffset="135007.41">22572 3064 2017 0,'-5'-4'89'0,"0"2"-125"0,1-1-24 0,3 2-3 15,4 1 14-15,1 0 27 0,-1 0 18 0,0 0 3 0,0 0-2 0,-1 0 8 16,1 0 1-16,-2 0-2 0,0 1 11 0,1 0 2 0,-2 1 4 0,1 1 7 15,0 0 1-15,-1 1 2 0,0 0 7 0,0 0 0 0,0 1 0 16,-1 0 4-16,0 2-3 0,1 1 1 0,0 0-2 0,2 1-5 0,-1 0-8 16,0 2-3-16,2 1-7 0,0 2-6 0,0 2-1 0,1 1-11 15,0 1-3-15,2 2 7 0,0 1-1 0,1 2 6 0,0 1 2 0,-1 1-5 16,1 1 5-16,0 1-5 0,0-1 0 0,0 2 0 0,-1-1 8 0,0 3 14 16,-1-1 12-16,-1 1 15 0,-1-3 4 0,-1-2 1 0,1-2-1 15,-2-1-6-15,1-1 2 0,-1-1-5 0,-1-1-4 0,2-1-7 0,-2-1-9 16,1-3-10-16,0 0-5 0,0-1-5 0,0-2 0 0,1-2-2 0,0-1 2 15,-1-3 0-15,2-1-2 0,-1 0 2 0,2-2-2 0,-1 0 2 16,2-1 2-16,0-1-4 0,1 0 4 0,0 0-1 0,0-1-4 0,2-1 6 16,1 0-4-16,2-1-3 0,1 0 4 0,2 0-3 0,1 0-1 15,2-1 2-15,2-1-3 0,3 1-2 0,1-1 0 0,1 0 4 0,3-2-3 16,0 0 3-16,4 0-2 0,0-1-2 0,5 0-2 0,1-2 4 0,2 0-11 16,3-1 0-16,2 0 2 0,2-1 2 0,1 0 10 0,4-1-5 15,1 0 4-15,2 0-4 0,2 0 0 0,3 0 3 0,0 0 4 0,4-1-3 16,3 0-4-16,3 2-4 0,1-2-1 0,1 1 1 0,4-1 8 0,1 0 5 15,3 3-2-15,2-1 0 0,0 0-7 0,4 0-4 0,0 0 1 16,3 2-1-16,1 0 8 0,1-1-1 0,2 1 1 0,0 0-4 0,2-1-4 16,2 2 2-16,1-1-1 0,2 0 8 0,-2 1 0 0,2 0 1 15,1 0 1-15,-2 1-2 0,2 1 2 0,0-1 0 0,-1 1 0 0,1 1 0 16,-1 0-5-16,-1 0 2 0,0 1-4 0,-2 0-2 0,-3 0 4 0,-3 2-2 16,0 0 3-16,-5 1 1 0,0 0-3 0,-4 0 5 0,-4 1-6 15,-2 0 2-15,-4 1-1 0,-2 0-2 0,-5 1 1 0,-4-1-2 0,-2 1 5 16,-3 0 3-16,-4 1-3 0,-4 0 4 0,-3-2-10 0,-5 2-3 0,-4 0 5 15,0 0-3-15,-5 0 2 0,-2 0 4 0,-5-1-7 0,-4-1-15 16,-4-1-13-16,-4-1-15 0,-2 0-4 0,-6-1 0 0,-1 0-13 0,-4-3-24 16,-2-1-29-16,-5-2-21 0,-5-2-8 0,-4-1 10 0,-5-3 1 15,-6-1 4-15,-4-3-5 0,-6-1-14 0,-3 0-17 0,-6-2-32 0,-5-1-47 16,-6 1-78-16,-6 0-277 0</inkml:trace>
  <inkml:trace contextRef="#ctx0" brushRef="#br0" timeOffset="135460.41">22967 2678 2758 0,'-37'-8'26'0,"-1"-1"-137"0,-6-1-37 0,14 0 0 0,10 2 47 16,5-1 72-16,4 0 40 0,0 0 16 0,2-1-3 0,3 2-2 0,2-2 2 15,3-1-2-15,1 0 2 0,3-1-1 0,2 1-3 0,5-2-4 16,2 0-5-16,3 0-5 0,4 1-2 0,5 2 4 0,2-1 0 0,5 0 0 16,1 1 1-16,4 0-6 0,2 1 2 0,3 0-3 0,5 1-2 15,3 0-16-15,4-1-3 0,3 0 2 0,3-1-2 0,4-1 16 0,4 0 3 16,3-2-1-16,3 0-1 0,3-1-2 0,1-1-12 0,4 0-1 16,2-1 2-16,1 0 0 0,3 2 15 0,1 0-2 0,1-1 2 0,2 0-4 15,2 0-1-15,0 3 0 0,1-1 2 0,1 1 5 0,-1 0-1 0,1-2 3 16,0 1-3-16,-1 0 1 0,-1-1-2 0,2 0 0 0,-3 1 1 0,1 0 2 15,-1-1-3-15,-1 2-1 0,-1-1-2 0,-46 8 7 0,12-1 1 16,-1-1 4-16,9 0 2 0,-1 1 1 0,8-1 0 0,-1 2-6 0,9-1 0 16,-2 1-7-16,-4 2 1 0,-2 1 9 0,-3 1 10 0,-2 1 6 15,-3 1-5-15,-3 1 3 0,-3 1-2 0,-3 1 0 0,3 3 7 0,34 6 1 16,-19 3 0-16,-19 0 6 0,-19-1 1 0,-5 2-1 0,-4 1 1 0,-2 1-6 16,-3 3-4-16,-5 2-4 0,-1 2-5 0,-4 3-5 0,-4 2-11 15,-2 5 3-15,-5 1-4 0,-3 2-9 0,-3 1 4 0,-3-1-11 0,-3 0-16 16,-2 1-13-16,-2-1-21 0,-2-2-39 0,0 0-22 0,-3-3-23 0,-2-1-17 15,0-1 0-15,-2-2-16 0,-1-3-13 0,-1 0-28 0,-1-2-21 16,-3 0-8-16,0-1 1 0,-3-1 13 0,-1 2-73 0</inkml:trace>
  <inkml:trace contextRef="#ctx0" brushRef="#br0" timeOffset="135865.41">23775 2906 2651 0,'-2'-3'-11'0,"3"0"-77"16,1 0-32-16,5 0-8 0,2-1 17 0,2 0 43 0,0 0 23 0,0 0-2 15,-1 1-20-15,-2 0-14 0,-1 0-2 0,-1 0 10 0,-1 1 15 0,-2-1 13 16,0 0 10-16,1 0 0 0,-2-2-1 0,0 1-1 0,0-1-1 15,0 1 8-15,0-1 12 0,-1 0 5 0,1 0 9 16,-1 1 4-16,0-1 0 0,-1 0-9 0,1 1-14 0,-2 0-35 0,1 0-35 0,-2 0-28 16,1 1-21-16,0-1-6 0,-1 2 1 0,1 0 1 0,-1 0-13 0,1 1-98 15</inkml:trace>
  <inkml:trace contextRef="#ctx0" brushRef="#br0" timeOffset="137614.82">21797 3538 1190 0,'-2'-2'71'0,"1"1"-47"16,-1 0-38-16,2 0-2 0,1 1 14 0,0-2 12 0,1 0 6 15,1 0-3-15,-1-1-9 0,0-1-4 0,1-2-4 0,0 0 0 0,0-1 2 16,-1-2 2-16,0-1 0 0,0-1 4 0,-1-2 2 0,0 0-3 0,-1-3 3 16,-1-1 1-16,-1 0 2 0,0 0 4 0,0-1 7 0,1-1 3 15,-1 1 6-15,0 0 3 0,0 0 10 0,0 1-1 0,0 4 8 0,0-1-2 16,0 3-9-16,0 2-3 0,0 1-7 0,0 3-3 0,0 3-1 0,0 1 1 16,-1 1-7-16,1 0 0 0,-1 0-9 0,0 0-2 0,0 3-3 15,0 1-2-15,1 4 4 0,0 1-13 0,1 4-2 0,0 2-2 0,1 0-1 16,0 4 9-16,1 1-2 0,1-1 0 0,1 3-1 0,1-1 1 0,2-1 1 15,1 1-4-15,1 0-1 0,0 0-6 0,3 1 2 0,0 1-1 16,2-2 1-16,2 0 4 0,-1-1-1 0,4-1 1 0,-1 0-4 0,1 1 0 16,0-2 2-16,0 1 3 0,0 1 3 0,1-3 4 0,-1 1-2 15,-1-1 1-15,-1 0 3 0,-3-2-2 0,0-1 3 0,-1 1 4 0,-2-2 3 16,-1-1 1-16,-4-1-4 0,-2-1-4 0,0 0 2 0,-3 0-1 0,0 1 0 16,-2-1 6-16,-1 1-5 0,-1 0 5 0,-3 0 2 0,-1 0-5 15,-1-1 4-15,-1-2-2 0,1 1 3 0,-2-1 2 0,1 0-3 0,0-1 9 16,0-1-1-16,0-1-2 0,0 0 3 0,1 0-4 0,1-1-7 0,0-1-3 15,-1 1-2-15,2 0 2 0,0 0 2 0,1-1 1 0,3 0-6 0,-1-1-8 16,2 0-9-16,1-1-18 0,0 0-18 0,3-1-25 0,0 0-27 16,1 1-24-16,2-2-31 0,-1 1-32 0,2-1-19 0,2-1-17 0,1-1-39 15,2-1-85-15</inkml:trace>
  <inkml:trace contextRef="#ctx0" brushRef="#br0" timeOffset="137945.82">22562 4164 1463 0,'-2'1'12'0,"1"2"-95"0,1 3-31 0,3 3 11 15,2 5 43-15,1 3 42 0,0 4 15 0,0 2 1 0,0 5-1 16,-2 2-1-16,1 5 0 0,0 2-10 0,-1 2-12 0,0 1-16 0,-1 2-29 15,0 1-57-15,0 6-46 0,-2 2-72 0,0 4-71 0</inkml:trace>
  <inkml:trace contextRef="#ctx0" brushRef="#br0" timeOffset="138209.85">22654 5102 388 0,'7'14'207'0,"4"0"-79"0,4 4-25 15,2-5-15-15,0-1-12 0,4-3-5 16,2-1-14-16,2-1-17 0,4-4-10 0,4 0-15 0,4-2-11 0,3-1 0 0,2-2-4 0,4-1 2 16,2-1 4-16,4-2-5 0,2 0-1 0,3-2 3 0,3 0-6 0,3 0 10 15,3-1 3-15,3-1-1 0,2-1 6 0,4 1 6 0,0-2-5 16,7 1-1-16,4-3-3 0,4-1-8 0,5-3 3 0,4 1 2 0,4-2-5 15,6-2 0-15,4-1-2 0,4-1 3 0,3-1 0 0,3 0 6 0,4-1-4 16,1-1 6-16,7-2 9 0,0 1 11 0,1-1 11 0,3 1 5 16,-1 2 6-16,3 1-1 0,1 2 6 0,2 0-5 0,1 1 5 0,0 1-4 15,2 1-7-15,-2 0 1 0,0 2-19 0,-2 2-6 0,-2 1-2 0,-3 1-8 16,0 2 10-16,-2 3 9 0,0 2 4 0,-3-1 3 0,-1 2-4 16,-2-1-10-16,-3 2-5 0,-2 0-5 0,-8 2-5 0,-3 1-12 0,-6 0 10 15,-6 1-1-15,-4 0-1 0,-4 1 1 0,-7 0-21 0,-4 1-11 16,-6 0-13-16,-8 0-18 0,-4 0-17 0,-5 0-22 0,-5 0-23 0,-6-1-28 15,-6 0-25-15,-5-2-12 0,-5 0-10 0,-9 0 6 0,-4-1 7 0,-6 0-3 16,-8-2 5-16,-8 0-79 0,-9-2-7 0</inkml:trace>
  <inkml:trace contextRef="#ctx0" brushRef="#br0" timeOffset="138600.64">24382 4019 1895 0,'-8'-20'977'0,"6"-1"-1189"0,5-8-106 0,12-1 16 0,10 1 91 16,8-1 120-16,7 0 92 0,5 2 15 0,5 0-7 0,4 2-16 0,5 1-11 15,3 1-9-15,4 2-13 0,3 1-8 0,4 1-12 0,3 4-23 16,6 0-14-16,3 1-12 0,2 3-1 0,4 2 19 0,-1 1 24 0,3 0 28 15,-2 0 21-15,3 0 11 0,-2 2 6 0,1 1 0 0,-1 3 2 16,1 2 4-16,-1 1 0 0,0 1 1 0,1 2 4 0,-1 2 6 0,1 0 8 16,-1 2 9-16,-1-1 7 0,2 1 0 0,-2 2 4 0,1 0 3 0,-1 1 3 15,0 3 2-15,-3 2-1 0,0 2-1 0,-3 2-8 0,-1 5-2 16,-1 5 8-16,-5 2 7 0,0 5 4 0,-4 3-7 0,-4 1-19 0,-3 4-13 16,-4 2-6-16,-3 1 6 0,-2 1 8 0,-3 4-6 0,-4 1-2 0,-4 2-9 15,-6 1-13-15,-4-1-9 0,-4-1-6 0,-5-1-15 0,-6 0-3 16,-3-1-5-16,-5-1-17 0,-5 0-8 0,-7-3-19 0,-5-1-22 0,-9-1-20 15,-6 0-20-15,-8-2-28 0,-11-1-45 0,-8-2-79 0,-12-2-83 0</inkml:trace>
  <inkml:trace contextRef="#ctx0" brushRef="#br0" timeOffset="139023.64">20960 4329 2019 0,'2'-7'233'0,"6"-1"-317"0,7-2-60 0,8 0 0 0,4 2 41 16,4-1 55-16,0 1 35 0,3 2 4 0,0-2-23 0,1 2-22 15,2 1-13-15,-2 0-2 0,1 2 16 0,-1 0 19 0,-1 0 14 0,2 2 10 16,0 0 2-16,-1 0-4 0,-1 2-3 0,0 1-9 0,-1 1-12 16,0 2-20-16,-3 0-15 0,-2 1-8 0,-5 2 3 0,-3 1 20 0,-5 0 23 15,-5 2 20-15,-2 1 24 0,-5 1 13 0,-2 3 5 0,-4 2 8 0,-4 2 1 16,-1 1-1-16,-4 3 3 0,-3 0-4 0,-3 2-3 0,0 2 4 15,-4-1 8-15,-1 2 12 0,2 0 9 0,-1 2 1 0,2-2-9 0,2 2-14 16,1-2-12-16,2 1-12 0,2 0-10 0,4 1-1 0,1-2-3 0,1-1-9 16,3-3 5-16,2-1-10 0,2-1-4 0,4-3-2 0,2-1-7 15,3-1-4-15,0-2 4 0,5-1 5 0,3-2 4 0,3-3 3 0,3-1-7 16,5-3-13-16,2 0-28 0,4-2-33 0,1-1-29 0,3-2-35 16,3-2-18-16,2-2-18 0,2-2-27 0,3-3-133 0</inkml:trace>
  <inkml:trace contextRef="#ctx0" brushRef="#br0" timeOffset="140602.01">22580 1555 1207 0,'-8'-4'245'0,"2"0"-313"15,-1-2-54-15,-1-2-10 0,0-2 27 0,-1-2 45 0,1-1 40 16,1 1 21-16,-1-3 6 0,1 0 3 0,-1-2 9 0,-1 2 15 0,0-2 11 15,0-1 9-15,-1 1 0 0,-1-1-8 0,1 1-4 0,0 0-8 0,0 3-3 16,3-1-1-16,0 3-4 0,1 2 9 0,1 2 2 0,1 2 0 16,2 3-1-16,0 3-9 0,0 0-7 0,2 4-11 0,0 4-3 0,2 3 0 15,0 5-1-15,1 5 9 0,1 4 0 0,2 5-3 0,1 4 4 0,2 4-3 16,2 6-5-16,1 1 0 0,3 1-5 0,1 2 0 0,0 2 0 16,3 0-11-16,0-1-34 0,0 5-10 0,15 33 4 0,-8-17 10 15,-8-17 44-15,-10-22 23 0,-2-3 9 0,-3-5 11 0,-2-2 4 0,-1-1-3 16,-1-2 0-16,0 1-2 0,0-2-11 0,0 0-7 0,-1-3-7 0,2 1-10 15,-1-1-4-15,1-3-2 0,1-1-5 0,0-1 2 0,1-2-2 0,1 0 1 16,1-2-4-16,2 0-3 0,1-1 1 0,1 0 1 0,2 0 4 16,2 1 8-16,2-1-1 0,3 0 3 0,1 0 3 0,4 0-5 0,0 0 1 15,4 0-2-15,3-1-2 0,4 0-3 0,3-2 2 0,4 0 1 16,3-2-1-16,2 0-2 0,5-2 3 0,3 0-19 0,4-2 1 0,3-2 9 16,4 0 10-16,3-4 25 0,3-1 10 0,5-2 8 0,4-2-5 0,3 0-1 15,1-3-17-15,5-1-10 0,3 0-2 0,7-3-6 0,1 1 9 16,3 0 0-16,5-1-9 0,1 1-1 0,4 0 1 0,2-1-8 0,1 1 7 15,1-2 2-15,2 0-10 0,-59 13 16 0,16-3 3 0,1 1-3 0,14-4 7 16,3 1-9-16,14-3-7 0,3 1 6 0,15-4-4 0,0 1 5 16,1-2-9-16,0 1-2 0,2-1 0 0,-3-1-6 0,0 0 9 0,-1-1-4 15,-1-2 4-15,-1 0-5 0,-1-2 1 0,-2 1 6 0,-4-1 1 16,-1 1 2-16,-3-2 0 0,-2 1-1 0,-4 0-7 0,-4 1 2 0,-3 0-4 16,-4 2 12-16,-2 0-2 0,-6 1-1 0,-44 13 23 0,2-1-15 15,-1 0 0-15,2 0 6 0,-3 2-34 0,2-2 5 0,-5 1-9 0,4-1-9 16,-7 1-12-16,1 1-14 0,-4 0-23 0,-2-1-35 0,-4 1-34 0,-2 0-27 15,-6-1-9-15,-1 1-5 0,-8-1-10 0,-7 1-23 0,-8-1-25 0,-7 0-70 16,-8 1-187-16</inkml:trace>
  <inkml:trace contextRef="#ctx0" brushRef="#br0" timeOffset="141022.53">22369 941 3368 0,'1'-1'-170'0,"0"-1"-150"16,3-1-8-16,2-1 79 0,2-1 135 0,4 0 114 0,0-1 13 0,6-1 0 15,2 0-21-15,3-1-6 0,5 0 12 0,4-2-9 0,3-1 1 0,5-1-3 16,7-1-9-16,4-1-8 0,5 2-3 0,5-2-4 0,4 0 11 15,4 0 2-15,3 1 46 0,5-1-2 0,5-1-9 0,2-1 5 0,5 2-42 16,3-2-3-16,4 0 4 0,1 0 3 0,4 1-8 0,1-1-2 16,1 0 2-16,2 0 8 0,1 2 0 0,1-1 9 0,0-1-6 0,0 1-2 15,1 1 3-15,-2 0 2 0,1 0 3 0,-1 1 4 16,1 1-2-16,-2 1-1 0,0-1 5 0,0 1-4 0,0 0 6 0,-2 1-1 0,1 1-9 16,0-1 37-16,-3 1 4 0,1 0 1 0,0 0 12 0,-3 1-41 0,0 0 7 15,-3 0 0-15,-1 2-2 0,-2 0 3 0,-2 0-3 0,-2 1 3 0,-3 1 4 16,-3 1 2-16,-3 1 0 0,-3 1-4 0,-5 2 10 0,-2 2-12 15,-3 1 6-15,-4 1 13 0,-3 2-3 0,-4 2 21 0,-3 0-3 16,-3 3 0-16,-4 1 9 0,-4 1 1 0,-2 2-39 0,-2 1 2 0,-4 2 2 16,0 2-5-16,-5 0 2 0,0 3-1 0,-3 0-8 0,-1 3-10 0,-2 2 32 15,-2 1-10-15,0 2-15 0,-2 2-9 0,-2 0-25 0,-1 3-33 0,-1-1-34 16,-2 3-37-16,-4 0-51 0,-1 1-69 0,0 40-90 0,-8-3-191 16,-10-3 81-16</inkml:trace>
  <inkml:trace contextRef="#ctx0" brushRef="#br0" timeOffset="141518.53">21603 1650 2590 0,'-17'0'-43'0,"2"-1"-173"0,0 1-42 16,-3 1 39-16,0 1 91 0,-2 0 92 0,5 3 41 0,1 1 5 16,2 2-3-16,1 1 1 0,0 3 8 0,1 1 11 0,-1 2 6 0,1 1-5 15,0 1-7-15,3 1-8 0,2 2-6 0,2-2-6 0,3 21-26 16,7-3-2-16,5-3 2 0,2-5 1 0,2-2 24 0,2-2 6 0,1-2-4 15,2 0 3-15,0-4 6 0,2-2-2 0,3-2 1 0,5-2 10 0,0-5 4 16,2-1 8-16,-2-4 13 0,2-3-3 0,-1-3 1 0,3-2-2 0,-1-2 1 16,1-3 6-16,1-2 1 0,-2-2-9 0,-1-2-3 0,-2-3-13 15,0-2-10-15,-17 10 14 0,3-2 3 0,1-1-1 0,2-4-4 0,-2 1-12 16,1-5-14-16,0-2-2 0,1-2 6 0,-4-1-1 0,0 0 6 16,-4-1 2-16,-1 1-2 0,-3-1-4 0,-3 0-8 0,-2 1-4 0,-2 0-2 15,-2 2 1-15,-3 1 11 0,-2 1 10 0,-3 2 2 0,-2 1 6 0,-3 4-6 16,-3 0-4-16,-2 3-1 0,-3 1-2 0,-2 4-4 0,-2 0 1 15,-4 1 14-15,-2 3 0 0,-3 0 7 0,-3 3-1 0,-1 1-17 16,-3 3-6-16,-1 1-7 0,1 2-3 0,-2 2-5 0,0 2-7 0,2 1 0 16,2 4-10-16,0 0-11 0,5 3-1 0,0 1-17 0,5 2-21 0,2 3-26 15,6 0-34-15,3 1-41 0,4 2-64 0,5-2-67 0,5 2-90 0,5-3-250 16</inkml:trace>
  <inkml:trace contextRef="#ctx0" brushRef="#br0" timeOffset="141867.53">23448 1580 1841 0,'-8'7'3'0,"2"0"-189"0,1 0-59 16,1 2 16-16,0-1 64 0,2 2 80 0,4-2 34 0,2-2-2 0,3-3-13 16,1-4-11-16,2-3 5 0,1-4-1 0,1-3-7 0,2-4-18 15,1-5-21-15,1-5-40 0</inkml:trace>
  <inkml:trace contextRef="#ctx0" brushRef="#br0" timeOffset="142475.53">23899 1025 175 0,'5'-7'110'0,"0"0"-16"15,1 0-13-15,1-2-13 0,1-1-6 0,-1 0-2 0,2-1-1 0,1 0 3 16,0 2 4-16,0-2 0 0,1 1 2 0,-1 1 8 0,0 1-7 15,1 0 2-15,-1 4-8 0,-2 3-17 0,-1 4-9 0,-2 3-9 0,-1 3-7 16,-2 4-10-16,-2 2-3 0,-1 3-5 0,-2 3-1 0,-4 6-26 0,-7 26 2 16,-4 4 0-16,-2 4 1 0,-5 0 28 0,-2-1 5 0,-1-1 0 15,1-4 10-15,3-8-1 0,-1 0-9 0,3-2-14 0,-1-4-28 16,2-3-27-16,4-3-23 0,1-5-28 0,3-4-14 0,3-6 9 16,3-4 8-16,3-4 18 0,3-5 22 0,3-4 16 0,4-4 20 0,2-6 15 0,4-4 10 15,4-6-8-15,1-5 1 0,5-5 0 0,3-5-1 0,2-4 8 0,4-4 0 16,0-3-3-16,4-3 3 0,-1 0 2 0,2 1 2 0,-18 22 25 15,2-2 11-15,-1 1 4 0,3-1 10 0,-1 0-18 0,1-2-3 0,0 3 1 16,2-1-3-16,-2 3-3 0,1-2-1 0,0 4-2 0,0 0 1 0,-1 3 4 16,0-1 0-16,-1 4-1 0,0 2 3 0,-2 1-6 0,0 4 1 15,-3 4 3-15,0 2-7 0,-4 3-2 0,0 4-4 0,-2 1-9 0,-2 4-10 16,-1 0-5-16,-4 5-32 0,1 18 4 0,-6 0 7 0,-4 2 11 0,-5 1 36 16,-2-3 10-16,-4-2 4 0,0-4-4 0,0-6-5 0,0-1-8 15,1-3-7-15,1-1-5 0,2-3-2 0,1-3-9 0,3-3-2 0,2-1-9 16,3-4-15-16,1-1-1 0,3-4-3 0,2-2 2 0,2-4 14 15,2-2 6-15,4-4 3 0,2-4 4 0,3-2 2 0,3-5-1 16,-9 11 19-16,3-2 2 0,2 1 1 0,1-4 4 0,0-1-16 0,3 1 4 0,0-2 4 16,1-2 7-16,0 3 10 0,2-3 7 0,-1 2 8 0,1 0 4 15,0 0 3-15,0 0-6 0,-1 3-2 0,1-1 0 0,-1 3 1 0,-2 2 4 16,-2 5 3-16,-1 1-2 0,-2 3-4 0,-3 3-7 0,-1 3-9 0,-1 3-9 16,-2 4-4-16,-3 2 3 0,-1 2-6 0,-2 3 5 0,-5 20-31 15,-3 4-3-15,-4 0 6 0,-1 1-4 0,-2-2 34 0,0-4 4 0,2-4 8 16,1-5 9-16,2-6 5 0,0 0 5 0,1-1 1 0,1-4-4 15,0 0-4-15,0-3 3 0,1-1-10 0,1-1-3 0,1-1-4 0,-1-3-5 16,1 1-1-16,1-1 1 0,-1 0 0 0,1-2-1 0,1 0-2 0,0-1-1 16,0-1-3-16,1 0-6 0,0 0 0 0,0-2-7 0,1 1 1 15,-1-1 2-15,2 0-5 0,0 0 5 0,0-1-3 0,0 0-3 0,0 0 2 16,0 0-3-16,1 0-2 0,0-1 1 0,0 1 1 0,0 0-1 0,1-1 3 16,0 0-1-16,1 1 2 0,0-1-1 0,0 1-1 0,1 0 3 15,-1-1 0-15,0 1 0 0,-1 1-1 0,0 0-6 0,0 1-1 0,-1 0-6 16,0 0-2-16,-1 1-4 0,0 0-6 0,-1 1-4 0,-1 0-2 15,0 0-1-15,0 0-5 0,-1-1 2 0,-1 1-5 0,1 0-13 0,-1 0-16 16,0 0-22-16,-1-1-25 0,1-1-30 0,-1 1-20 0,0-1-18 0,1-1-13 16,-1 0-78-16,-1-1-2 0</inkml:trace>
  <inkml:trace contextRef="#ctx0" brushRef="#br0" timeOffset="142866.51">24138 868 2313 0,'-3'-2'-37'0,"0"-1"-87"0,0-1-17 0,0-1 47 0,1-2 42 16,-1 0 28-16,1-1 12 0,2-1-11 0,-1-1-5 0,1-2 9 15,1 0 2-15,0-2 55 0,3 0 0 0,2-3-6 0,2 0-6 0,2-1-54 16,4 1-3-16,3-2-4 0,1 1 1 0,4 1-6 0,1-2-2 15,4 1 7-15,2 1 8 0,1 1 13 0,3 0 8 0,1 1-3 0,2 0 11 16,3 3-5-16,0 1 3 0,1 2 12 0,2 1-8 0,0 2 1 0,1 3 6 16,0 1-8-16,-1 3-1 0,1 2 9 0,-1 2 1 15,-1 3 8-15,0 2 11 0,-1 2-3 0,-2 2-42 0,-2 3-3 0,0 4 1 0,-4 1-2 16,0 5 43-16,-3 2-3 0,-1 2 3 0,-3 2-1 0,-1 4 1 0,-3 0-2 16,-2 3-5-16,-3 0 0 0,10 42-42 0,-10-3 1 0,-5-2-2 15,-7-7 0-15,-5-9 38 0,-5-8 0 0,-4-7 1 0,-2-7-8 0,-3-4-6 16,-1-1-3-16,-3-3 1 0,-1 0 7 0,-2-1 4 0,-1-1 2 15,-2-3 2-15,-1-1-3 0,0-2-2 0,-1 0-2 0,1-3-8 0,0-3-9 16,0-1-9-16,3-2-17 0,-2-2-13 0,3-2-16 0,0-1-19 0,2-1-21 16,2 0-17-16,1-3-18 0,1 0-9 0,2-2-21 0,2-1-25 15,1-2-72-15,1-1-67 0</inkml:trace>
  <inkml:trace contextRef="#ctx0" brushRef="#br0" timeOffset="143084.51">24849 1891 1601 0,'1'4'447'0,"0"1"-512"0,1 2-39 0,2 3 14 15,6 11 54-15,5 6 38 0,0-3 15 0,-2-2-11 0,-2-1 1 0,0-1-6 16,-1 2 1-16,-1-1 3 0,-3-1-1 0,-1 0 1 0,-3-2 2 0,-1-1-2 16,-2 1 5-16,-2-2-6 0,0 0-2 0,-2-3 2 0,1 0-4 15,-1-1 3-15,0 0-4 0,0-2-3 0,0-1 4 0,0-3-2 0,0 0-6 16,0-3 0-16,2-1-13 0,0-1-20 0,1-2-17 0,0-2-32 15,-1-1-31-15,1-1-31 0,-1-1-20 0,0-1-7 0,-1 0 11 0,1 0 6 16,0 1 12-16,0 1-11 0,1-1-116 0</inkml:trace>
  <inkml:trace contextRef="#ctx0" brushRef="#br0" timeOffset="143210.51">24843 2508 1550 0,'6'9'227'0,"2"3"-275"0,6 3-31 0,4 1 8 0,4-1 14 15,2 0-34-15,3-1-71 0,2 1-70 0,4 1-24 0,1 0 22 0,3-3 69 16,2 0 38-16,3-5-46 0</inkml:trace>
  <inkml:trace contextRef="#ctx0" brushRef="#br0" timeOffset="149163.1">21088 3218 902 0,'-9'1'-13'16,"0"0"21"-16,-1 3 0 0,1 1-4 0,1 0 3 0,2 1-3 0,-2 0-8 15,2 0-5-15,0 0 1 0,1 0 4 0,2-2 11 0,1 0-3 16,1-2 2-16,1 0-3 0,1-1 3 0,0-1 2 0,0 1 3 0,1 0 1 16,2-1-2-16,0-1 2 0,2-2-2 0,1-1-2 0,2 0-1 0,1-4 3 15,1-1 2-15,0-2-1 0,1-1 2 0,2-2-7 0,1 0-3 16,0-4 2-16,1-2-3 0,2 0 0 0,0-2 1 0,-1-1 4 0,2 1 2 15,0-2 2-15,0 2-1 0,0 1 1 0,1 0 3 0,-1 1 5 16,0 1 9-16,0 0 3 0,-1 2 3 0,1 2 1 0,0 0-5 0,2 3-3 16,-1 1-3-16,0 1-4 0,2 2 0 0,-1 1-5 0,3 2-6 0,2 1-1 15,3 1-4-15,0 0 0 0,2 1-1 0,1 0-3 0,1 1-1 16,3 1-4-16,1 1 3 0,2 0-1 0,1 0-6 0,2 2-2 0,0 1 1 16,0 0 2-16,1 2 5 0,-2-1 2 0,-1 1-1 0,2 2 1 0,-2 2 1 15,1 1 1-15,-1 1-1 0,-2 1-2 0,-1 0 2 0,0 4-3 16,-2 1 6-16,1 1-2 0,-4 3-1 0,0 3 3 0,-2 1-5 0,-2 4 3 15,-2 1 3-15,-1 4 0 0,-3 3 2 0,-1 2-11 0,-1 4 2 16,-4 2-1-16,-3 1 2 0,-3 4 4 0,-1 0 0 0,-2 3-1 0,-2-2-1 16,-1-1 2-16,-1-1 0 0,-2-3-3 0,-1-2 0 0,-1-3 2 0,-3-4-3 15,-1-1 0-15,-3-4 3 0,-1-1 1 0,-3-1 5 0,-4-1 4 16,-5-3-3-16,-3-1-2 0,-2-2 1 0,-4 0-7 0,-1-2 0 0,-5-3-1 16,-3-1 1-16,-2-2 0 0,-4-3 6 0,0-4 4 0,0-1 9 0,-3-3 2 15,0-1-1-15,-1-2 3 0,0-3-2 0,0 0 3 0,0-2-1 16,-1-2 0-16,1 0-4 0,1-4 0 0,0 0-2 0,1-3-2 0,1-2-2 15,2 0 0-15,1-3-2 0,0-3-3 0,2-2-1 0,2 0-3 0,2-3-2 16,3-2 6-16,1-2-4 0,2-5 7 0,2 0 6 0,5-1 3 16,1-2 2-16,4 0-2 0,2-3-10 0,1 2-8 0,3-2 1 15,3 1-3-15,2 1 0 0,1 1-4 0,4 0 3 0,1 3-6 0,2 1-4 16,2 3-3-16,3 1-9 0,2 0-6 0,2 0-14 0,2 1-13 0,3 0-20 16,2 1-20-16,1 2-23 0,0-1-29 0,2 3-30 0,1 1-41 0,0 0-83 15,1 2-106-15</inkml:trace>
  <inkml:trace contextRef="#ctx0" brushRef="#br0" timeOffset="157100.39">20929 1434 1633 0,'-4'-1'208'0,"0"1"-231"0,1-1-87 0,0 0-29 0,0-1 9 16,1-1 33-16,2 0 54 0,1 0 21 0,2-1-14 0,2-1-11 0,0-1-14 16,1 1-15-16,1-2 6 0,-1 0 10 0,0-1 18 0,2 1 26 15,-1-2 14-15,0 0 12 0,0-1 4 0,0-1 4 0,1 0 9 0,0 0 6 16,0-2 5-16,2-2-3 0,1 0-5 0,2 0-5 0,2-2-11 0,-7 8-3 16,1-1-2-16,3 0-7 0,2-2-13 0,2 2-4 0,1-3-1 15,4 1-6-15,2-1 16 0,1 1-3 0,4 0 0 0,1 0 3 0,4 0-3 16,2 0 3-16,3 0-3 0,1 2 3 0,3-1 0 0,2 1 2 0,1 1 0 15,1 2-1-15,0 1 1 0,1 3 7 0,-1 1 8 0,-1 2 7 16,1 2 4-16,0 3 1 0,-2 1 2 0,-1 2 1 0,-1 3 2 0,38 14-20 16,-9 5-4-16,-9 3-4 0,-9 4-2 0,-7 0 16 0,-7 2 3 15,-8-2 0-15,-6-2-4 0,-6 0-4 0,-4 0-6 0,-2 4-5 0,-3 0-2 16,-3 1-4-16,-5 3-1 0,-5 0-7 0,-4 2-11 0,-4 1-12 16,-6 2-15-16,-10 6-20 0,-28 35 9 15,-7-11 26-15,-2-16 31 0,7-22 47 0,-2-2 35 0,-3-4 30 0,-5-2 12 0,0-4 1 0,-3-2-13 0,-1-4-24 16,-2-4-18-16,0-3-14 0,-3-7-15 0,-1-2-12 0,1-4 10 0,2-4 2 15,-1-2 10-15,5-5 9 0,4-2-17 0,3-4-3 0,7-5-12 16,4-5-20-16,5-6-14 0,3-3-16 0,4-3-20 0,2-5-21 0,1-4-39 16,5-6-47-16,17 21-55 0,-2-5-143 0,2-5-256 0</inkml:trace>
  <inkml:trace contextRef="#ctx0" brushRef="#br0" timeOffset="157637.39">22813 2428 199 0,'22'37'112'0,"1"5"-26"0,8 9-14 0,-4-2-12 15,-2-4-7-15,1 1-3 0,1 2-23 0,1 1-6 0,2 1-7 16,0 4-5-16,0 0 2 0,1 2-11 0,-2 2 4 0,1 1-2 0,-2 0 5 15,1-1 13-15,-1 1 4 0,0 0 11 0,-2 0 2 0,1 1 2 0,-1-1 2 16,0-1-5-16,2-2-5 0,0-4-7 0,-1-4-17 16,0-4-3-16,1-6-6 0,-2-3-4 0,4-5 0 0,1-3-11 0,1-5-29 0,0-6-59 15,3-6-79-15,0-8-251 0</inkml:trace>
  <inkml:trace contextRef="#ctx0" brushRef="#br0" timeOffset="-212974.18">27633 10716 858 0,'-16'-3'95'0,"1"2"19"0,-2-1-4 16,5 2 4-16,3 0-16 0,1 0-22 0,1 1-18 0,1-1-23 0,2 1-12 16,1 0-12-16,1 0-3 0,2 1-6 0,1 1-4 0,2 1-1 15,2-1 1-15,2 0 1 0,3 0 1 0,2-2 2 0,0 0-2 0,2 0 1 16,1-1 1-16,2-1-1 0,2 0-2 0,-1 0 1 0,2-1 1 15,2 0-1-15,-1 1 1 0,1-1-5 0,-1 1-3 0,-2-1-2 0,-1 1 2 16,0 1 1-16,-3 0 1 0,1-1 1 0,0 1-3 0,-2-1-1 0,-1 1 0 16,1 1-5-16,-1-1-6 0,0 1-5 0,0 0-11 0,-1 0-27 15,1 1-24-15,1 0-33 0,1 2-32 0,-2 0-23 0,2 0-28 0,0 2-67 16,2 0-51-16</inkml:trace>
  <inkml:trace contextRef="#ctx0" brushRef="#br0" timeOffset="-211783.12">28723 10416 376 0,'-6'-6'42'0,"0"1"7"0,0-1-1 0,3 3-10 0,0 1-15 16,1 1-13-16,-1-1-4 0,1 2-2 0,-2 0-5 0,0 1-1 15,0 2 1-15,0-1-4 0,-2 2 2 0,0 0-3 0,0-1-1 0,-1 0 0 16,-1 1 2-16,-2 0 1 0,0-1 0 0,-3 0 1 0,-2 0 3 0,0-1-1 16,1 0 3-16,0 0 0 0,0 0 0 0,1 0 3 15,1 0-3-15,2 0 2 0,0 0 0 0,3-1 0 0,1 0 4 0,1 0 1 0,2 0 4 16,1 0 6-16,0 0 2 0,2-1 4 0,0 1 6 0,1 0 10 0,0 1 14 16,1 0 15-16,1 1 8 0,1-1 2 0,1 1-6 0,0 0-7 15,0 1-10-15,1-1-7 0,2 2-4 0,-1 0-9 0,2 1-3 0,-1 1-7 16,1 0-4-16,-1 2-3 0,1 0-6 0,1 1 1 0,0 2-3 15,2 0-4-15,0 3-2 0,1 0 0 0,0 0-4 0,-1 2 4 0,2 0-3 16,2 0-1-16,1 0 1 0,-1-1-9 0,1-1 5 0,1 0-1 0,0-2-2 16,2 1 8-16,0 0-2 0,-1-2 5 0,-2-1 2 0,-1-1-5 15,-2 0-2-15,-2-2 2 0,-4-1-5 0,-1-1 3 0,-2-1 4 0,-1 0-6 16,-2-1 8-16,-2-1 4 0,-1-1 4 0,-2 1 5 0,-2 0 0 0,-3 2-5 16,-3-1-4-16,-5 1-2 0,-5 0-1 0,-2 0-2 0,-5 0 1 15,-2 0-3-15,-3 0-5 0,-2-1 4 0,-2 0-4 0,-2 0 2 0,0-1 1 16,-1 0-4-16,4 1 1 0,1-1-2 0,4 1-6 0,0 0-12 15,3 0-14-15,2 0-16 0,3 0-34 0,1 0-20 0,4 0-27 0,2-1-26 16,2 0-39-16,2-2-38 0,2 0-69 0,1-4-29 0</inkml:trace>
  <inkml:trace contextRef="#ctx0" brushRef="#br0" timeOffset="-211656.13">28128 10335 461 0,'-6'-18'122'16,"1"1"-35"-16,1-1 13 0,5 5-6 0,4 3-25 0,4 1-22 0,5 1-17 15,4 2-9-15,5 1-8 0,5 2-9 0,5 3-3 0,5 1-7 16,5 3-11-16,1 4-24 0,3 0-88 0,1 3-90 0,1 1-255 0</inkml:trace>
  <inkml:trace contextRef="#ctx0" brushRef="#br0" timeOffset="-211350.13">29143 10571 1341 0,'-6'-8'44'0,"1"1"42"0,0 2-14 16,5 8-5-16,3 3-9 0,1 2 1 0,3 3-1 0,3 1-13 0,3 2-13 15,2 2-14-15,3 3-9 0,4 0-7 0,3 2-10 0,3 2-9 16,1 0-13-16,-1-1-20 0,0 1-13 0,0-3-10 0,-2-3-16 0,-3 0-4 16,-1-4 4-16,-3-2 5 0,-1-1 6 0,-3-3 5 0,-1-2 3 15,-4-2 8-15,-1-3 16 0,-3-2 19 0,1-3 13 0,-2-2 12 0,-1-3 8 16,-1-2 4-16,0-1 0 0,-2-2 10 0,-1-1 1 0,-1-1 11 15,0-2 13-15,-1-1 7 0,-1-1 15 0,-1 0 7 0,1-1 4 0,-2-1 4 16,1 0-7-16,-1 0-4 0,-2 3-7 0,1 1-12 0,-1 1-8 0,0 3-6 16,0 2-10-16,-1 2-6 0,-1 0-3 0,0 2-8 0,-3 1-7 0,-1 1-7 15,-3 3-5-15,0 1-5 0,-3 2-9 0,-1 2-7 0,0 1-22 16,1 0-23-16,0 3-46 0,1 0-39 0,2 1-38 0,1 0-49 16,2-1-22-16,4-2-228 0</inkml:trace>
  <inkml:trace contextRef="#ctx0" brushRef="#br0" timeOffset="-211159.13">30005 10195 553 0,'1'6'86'16,"1"2"12"-16,1 4 10 0,-1 1-6 0,-1 3-7 0,-1 1-16 0,-2 2-13 15,-1 3-15-15,-1 3-14 0,0 4-13 0,-3 3-11 0,-1 3-2 16,-1 4-6-16,0 2-1 0,-4 4-3 0,0 5-5 0,-4 4-11 15,0 3-2-15,-3 3-10 0,0 0-16 0,1 1-19 0,1 1-52 0,2-3-28 16,3 0-23-16,2-1-11 0,3-5 12 0,4-2-21 0,5-5-14 0</inkml:trace>
  <inkml:trace contextRef="#ctx0" brushRef="#br0" timeOffset="-210846.01">30278 10637 617 0,'-1'11'28'0,"0"2"7"0,2 6 2 0,4 2 8 0,4-2 0 16,3 2-2-16,2 2 0 0,1-1-8 0,1 1-8 0,2 1-8 0,1-1-7 15,1 2-4-15,2-2-2 0,2 1-1 0,-1-1 4 0,1-1-1 16,0 1 2-16,-3-2-3 0,-2-3-5 0,-3 0 3 0,-3-3-2 15,0-1 5-15,-2-2 1 0,-2-1 1 0,-1 1 4 0,-1-3-3 0,-2-1 3 16,-3 0 1-16,-1-3 8 0,-2 0 9 0,-1-1 15 0,-3-2 13 0,-4 0 8 16,-2-2-3-16,-3-1-13 0,-5-1-14 0,-1-2-14 0,-5-1-9 0,-1 0-5 15,-2-2-4-15,0-1 1 0,-1-1 1 0,1-1-2 0,2 0-7 16,-1-1-7-16,3 2-6 0,-1-1-15 0,3 0-21 0,1 1-21 0,1-1-30 16,3-2-30-16,1 1-37 0,2 0-43 0,1-1-49 0,0 1-168 0</inkml:trace>
  <inkml:trace contextRef="#ctx0" brushRef="#br0" timeOffset="-210724.5">30360 10594 745 0,'11'-9'37'0,"3"1"6"0,5-1-5 0,4 5-20 16,4 1-10-16,1 1-7 0,3 2-2 0,-1 1-8 0,1 1-7 16,0 2-30-16,0 1-73 0,1 0-91 0,1 3-175 0</inkml:trace>
  <inkml:trace contextRef="#ctx0" brushRef="#br0" timeOffset="-210451.5">31061 10879 1113 0,'-6'-12'166'0,"0"2"55"0,-1-1 1 15,3 6-38-15,2 3-41 0,1 1-38 0,1 2-34 0,0 1-26 16,1 0-17-16,1 3-8 0,0 2-5 0,1 3 1 0,3 2-7 0,0 4-1 16,3 1-5-16,2 3-17 0,5 2 10 0,1-1-13 0,1 2-4 15,0-1-3-15,1-3-18 0,1 0-5 0,-1-4-7 0,2-3 3 0,0 0 4 16,-1-2 4-16,2-3 14 0,-1-2 4 0,-2-3 14 0,0-2 14 0,0-4 5 15,-3-4 10-15,2-2 2 0,-3-4 5 0,0 0 10 0,-5-3 5 16,-1-3 0-16,-2-2-5 0,-3-3-3 0,-2 0-1 0,-3-3-2 0,-4 0 0 16,-4-2-10-16,-2-1-5 0,-5 1-4 0,-4 0-13 0,-4 2-6 0,-5 3 8 15,-3 3-7-15,-7 2 7 0,-5 2-1 0,-7 4-10 0,-6 4-1 16,-5 1-5-16,-5 4-13 0,-3 2-12 0,-3 3-27 0,-4 3-37 0,-1 2-49 16,-2 5-46-16,-4 2-40 0,1 4-35 0,-6 3-60 0,-2 3-250 0</inkml:trace>
  <inkml:trace contextRef="#ctx0" brushRef="#br0" timeOffset="-209749.83">28106 10285 792 0,'-21'-17'77'15,"2"-1"31"-15,-2-4 26 0,8 5 16 0,8 2-13 0,6-1-38 0,5 1-37 16,6-3-15-16,7-2-13 0,7 0 4 0,10 0 6 0,8-2-5 16,10 1-2-16,9-3-11 0,8 0-2 0,8 1-3 0,7 0-6 0,9 0-3 15,5 1-4-15,8 0-1 0,5 1-1 0,8 1-2 0,3 1-1 0,5 2-3 16,5 4-4-16,3 1-1 0,7 1 1 0,2 2 2 0,4 3-4 16,1 4-1-16,2 4 2 0,0 3-3 0,-1 2 6 0,-1 3 0 0,-1 3-4 15,-4 1-2-15,-3 5-4 0,-5 3 1 0,-7 1 5 0,-4 4-1 16,-3 2 0-16,-4 5-3 0,-60-14 10 0,11 4-10 0,-3 3 13 0,13 5-6 15,-6 4-14-15,8 6 1 0,-3 3-9 0,8 8 48 0,-8 2-5 0,-43-26 2 16,3 3-3-16,-5 3-47 0,4 3 2 0,-6 2 6 0,2 4 9 16,-6 0 6-16,2 5 7 0,-7 2 3 0,1 3 2 0,-6 0 9 0,-3 4 6 15,-4 0 1-15,-3 3 7 0,-7-1 3 0,-6 6 2 0,-14 53-44 0,-17-11 1 16,-16-13 2-16,-11-13 1 0,-10-12 53 0,-9-14 7 0,-5-12-3 16,-1-13-1-16,-27-4-31 0,-89 14-9 0,1-16 1 0,13-12-16 0,35-9 18 15,-4-3-8-15,-6-3-5 0,-5-2 5 0,-3-2 3 0,-6-3-3 16,-2-1 1-16,-1-3 2 0,-2-1-4 0,-1-3 7 0,-2-1-6 0,-2-4-3 15,-1-2 2-15,3-1-3 0,1-2 3 0,2 0 0 0,0-1-3 0,3 0-3 16,3-2-3-16,4 1-7 0,8-1-11 0,5-1-9 0,10 1 2 16,9-2-11-16,11-1-13 0,11 0-33 0,11-2-39 0,9 0-21 0,11-1-9 15,11 1 3-15,11-2-15 0,14-4-22 0,11-2-19 0,12-1-12 0,12-6-148 16</inkml:trace>
  <inkml:trace contextRef="#ctx0" brushRef="#br0" timeOffset="-206128.04">19856 14955 1309 0,'-31'-8'61'0,"-3"0"-20"16,-3-2 0-16,10 5 0 0,9 0-9 0,4 1-10 0,4 2-10 0,3 0-7 16,2 0 0-16,1 0-3 0,2 0 8 0,-1 0 0 0,1 0-2 0,0-1 3 15,1 0 4-15,0-1 1 0,1 0 5 0,2 0-1 0,1-2-3 16,2-1-2-16,3-1 1 0,5-2-2 0,5-4-5 0,6-2-5 0,7-2-2 16,5-2-6-16,7-1 4 0,5 1-3 0,7-2-6 0,6 0-3 0,7 0-8 15,6 0-9-15,4 1-7 0,8 3-8 0,3 1-8 0,4 3-12 16,1 5-11-16,0 4-11 0,1 5-4 0,2 6 2 0,-2 5 1 0,1 7 6 15,-3 3 4-15,-3 7 9 0,-3 3 11 0,-1 6 9 0,-5 5 11 16,-2 3 5-16,-5 6 9 0,-5 3 4 0,-6 0 2 0,-7 3 7 0,-6-2 3 16,-9 0 9-16,-6-3 18 0,-9-4 21 0,-7-4 24 0,-8-9 33 0,-7-6 36 15,-5-5 40-15,-6-2 30 0,-5-1 18 0,-7-1-14 0,-4 1-27 16,-10 0-27-16,-7-3-26 0,-9 2-25 0,-9 0-23 0,-8-1-11 0,-7 0-19 16,-5-2-2-16,-3-1-4 0,-4-1-13 0,-3-1 1 0,-1-2-11 15,-3-2-13-15,-2-3 2 0,0-3-2 0,-3-1-2 0,0-3 2 0,1-3-8 16,4-3 2-16,4-4 6 0,6-5-1 0,3-4 4 0,6-1-1 0,5-5-5 15,6-3 0-15,6 1-5 0,7-5-10 0,6 3-18 0,5-1-8 16,9 4-7-16,5 5-2 0,7 4 5 0,5 6-9 0,2 3-9 0,4 4-14 16,2 1-37-16,3 2-36 0,1 1-25 0,3 2-22 0,4 3-15 0,2 3-25 15,3 3-26-15,5 3-27 0,3 3-50 0,2 3-47 0</inkml:trace>
  <inkml:trace contextRef="#ctx0" brushRef="#br0" timeOffset="-205747.04">20537 15558 1565 0,'-8'1'165'0,"0"1"-10"15,-2 1-14-15,1-1-26 0,2 1-35 0,0 0-40 0,0 1-28 16,1 1-6-16,-1 0-2 0,1 1 2 0,0-2 5 0,-1 0-5 0,0 1 6 15,-3 0-3-15,0-1 6 0,-4 0-3 0,-2-1 0 0,-2-1-3 0,-2 0 3 16,-2-1 4-16,-4-2-3 0,-3 0 4 0,-3-1-7 16,-2 1 0-16,-5-1 6 0,-1 1-2 0,-3-1 5 0,-4 0-2 0,0 0 8 0,-2 1-3 15,-2-1 5-15,-3 1-1 0,-2 1-7 0,-4 0 3 0,-2 1-12 16,-3 1 6-16,-1 0 2 0,-4 1 3 0,-1-1 6 0,1 0-3 0,-1 1-1 16,1-1 5-16,0 0 1 0,0 0-1 0,1-1-1 0,3 1 4 0,1 1-1 15,2 0-1-15,3 0-3 0,4 1-4 0,2 0-10 0,1 0 6 16,1 0 1-16,3 1-7 0,4 0 6 0,4 0-6 0,4 2-14 15,3 0 6-15,3 0-3 0,3 1-1 0,4-1-1 0,5 1-5 0,3-1-6 0,3 0 0 16,3 2-13-16,2-1-16 0,4 1-35 0,1 1-15 0,3 2-12 16,3 0-9-16,1 1-2 0,4 2-16 0,3 1-20 0,1-3-31 0,3 2-24 15,0-2-11-15,4-3-8 0,2 0-23 0,0-2-30 0,3-4-36 0,2-2-162 16</inkml:trace>
  <inkml:trace contextRef="#ctx0" brushRef="#br0" timeOffset="-205364.04">18534 15355 491 0,'-22'-20'127'0,"-3"-1"-20"0,-6-4 17 0,4 2-13 0,3 4-16 16,3 3-13-16,1-1-14 0,3 3-8 0,1 1-9 0,1 2-9 0,0 5-13 15,-1 0-8-15,1 2-9 0,2 2-11 0,0 1-4 0,-1 3-5 16,-1 2-5-16,-1 2 3 0,-2 4 5 0,0 3 7 0,-2 4 6 0,-1 3 7 16,-1 0 10-16,-1 3 2 0,-2 0 13 0,0 2-5 0,0 1-1 0,-1 1-11 15,0 3-12-15,-3 2 1 0,1 5-11 0,-4 0 0 0,0 2-1 16,-1-1 0-16,0 1 1 0,1 0-3 0,1 2 1 0,0 0-11 0,3 1 5 15,0 2-6-15,3 0 2 0,1 1 10 0,4 0-8 0,3-1 8 0,3 0-5 16,3-1-3-16,3-1 6 0,3-4 0 0,4-4 2 0,3-5 0 16,5-3 0-16,2-5 2 0,4-3 15 0,2-4 17 0,3-3 12 0,4-5 24 15,1-2 12-15,3-2 7 0,3-3 16 0,1-2 2 0,2-2-5 0,0 0-10 16,1-3-14-16,2-3-12 0,-1 1-6 0,0-2-14 0,-2 0-15 16,0 2-4-16,-1-1-14 0,-2 0 1 0,-1 1-2 0,-1 0-9 0,-3 1 6 15,0 2-5-15,-1-1-6 0,-4 2-4 0,1 0-10 0,-1 1 7 16,-3 2-2-16,1 1-4 0,0 1 8 0,0 1-17 0,-1 1 0 0,2 0-14 15,1 2-9-15,-1 1-6 0,2 0-15 0,0 2 1 0,-1 0-17 0,2 0 5 16,2-1 6-16,-1 1-4 0,0-1 16 0,1-1 1 0,-3 0 14 16,0 0 3-16,1-1-5 0,-3 0 0 0,0-1-16 0,-1 0-3 0,-1-1-8 15,-3 1-16-15,-1-1-12 0,-2-1-16 0,-2-1-19 0,-3 0-30 0,-2-1-54 16,-3-1-191-16</inkml:trace>
  <inkml:trace contextRef="#ctx0" brushRef="#br0" timeOffset="-205051.89">17337 15635 1053 0,'-32'-16'64'0,"0"-2"27"0,-8-2 19 15,10 3-4-15,7 3-13 0,6 3-24 0,4 2-27 0,4 0-13 0,3 2-13 16,3 1-11-16,2 1-5 0,3-1-6 0,4-1 0 0,4-1 2 16,4 1 2-16,6-2 6 0,4 0-2 0,3-1-2 0,3 0 0 0,2 2-4 15,5 0 4-15,2 1 1 0,4-1-2 0,5 1-2 0,2 2-3 0,2 1 1 16,2 1 0-16,3 2 2 0,1 2-4 0,1 1-7 0,0 4-1 15,0 2-9-15,0 2-4 0,0 1-2 0,0 2-1 0,-1 0 7 0,0 0 6 16,1-1 12-16,-2-2 3 0,1-2 6 0,-2-1 1 0,-3-1 4 16,-2-2 5-16,-5 1 10 0,-2 0 11 0,-3 0 10 0,-3 1 9 0,-2 2 1 15,-3 1 4-15,-3 3-3 0,-5 2 1 0,-1 1-1 0,-4 1-1 16,-1 3-3-16,-3 3-3 0,-2 1 6 0,-4 3-6 0,-6 1-3 0,-4 2-2 16,-5 0-18-16,-6 1-11 0,-6 4-8 0,-6 2-6 0,-5 5 4 0,-8 4-8 15,-7 3-10-15,-6 3-16 0,-4 3-27 0,-4 0-11 0,-3 0-29 0,-2-3-14 16,-1 2-28-16,-2-1-23 0,0 0 10 0,2-2-36 0,1-3-28 15,4-3-33-15,4-5-34 0,2-4-134 0</inkml:trace>
  <inkml:trace contextRef="#ctx0" brushRef="#br0" timeOffset="-204301.89">17237 15487 1312 0,'-9'2'35'0,"4"3"-4"0,-1 3 2 16,4 2-1-16,3 2-4 0,2 3-10 0,3 2-9 0,0 4-7 16,4 1-2-16,0 0 0 0,1 1-5 0,1-1 1 0,-1 0-11 0,1 0-12 15,2-3-9-15,0 0-14 0,2-3-5 0,-1-2-2 0,1-3-5 0,-1-2 2 16,-2-2 8-16,-2-1 11 0,-1-3 14 0,-3-1 10 0,-1-2 10 15,-1 0 4-15,-2-2 1 0,-1 1 10 0,1-2-2 0,-3-1 1 0,0 1 3 16,0-1-5-16,-2-1 1 0,1 0-1 0,-1 0-2 0,1 0 0 16,-1-1-2-16,0 0 1 0,0 0 1 0,1 0-2 0,-1 0 5 0,0 2-2 15,0-2 3-15,0 1 5 0,0-1 0 0,0 1 2 0,0 1-1 0,0 0 8 16,0 0 2-16,0 0 3 0,1 0 6 0,0 1-3 0,0 0-2 16,1 0-3-16,-1 0-2 0,0 1-6 0,0-1 2 0,0 2-6 0,1-1-1 15,-1 0-2-15,1 0-8 0,0 1 3 0,0 1-1 0,0 0-6 0,0 0 4 16,0 0-3-16,1 1-2 0,-1-1 1 0,0 0-4 0,1 1 2 15,-1 0-1-15,0 0 4 0,1 1 1 0,0-1 2 0,-1 1-1 0,1 0 0 16,-1-1 1-16,2 1-3 0,-1 0 0 0,0 0 2 0,1 0 0 16,0 0 0-16,0-1 1 0,0 1 1 0,0-1-3 0,0 1 1 0,0 0 2 15,1-1-2-15,-1 0 5 0,0-1-1 0,0 0-4 0,-1-1 4 0,0 0-3 16,0 1 0-16,0-1 0 0,0 1 3 0,0-1-2 0,-1-1 4 16,0 1-3-16,0 0 0 0,0 0 6 0,0 0-2 0,-1-1 0 0,1-1 0 15,-1 1-6-15,0 0 4 0,1-1 3 0,-1 1 2 0,0-2 1 16,1 1 2-16,0-1 1 0,-1 1 3 15,0-1 1-15,0 1-3 0,0-1 0 0,-1 1-4 0,0 0 2 0,1-1 3 0,-1 1-4 0,0-1 4 0,0 0-7 16,-1 2 0-16,1-1 1 0,0 1-3 0,-1 1-3 0,0 0 2 16,1 0-7-16,0 1 1 0,-1 0-5 0,-1 0-3 0,1 1 8 0,-1 1-5 15,-1 0 3-15,0 1-1 0,0 0-3 0,0 0 1 0,-1 1 1 0,-1 2 0 16,-1 1-1-16,1-1 0 0,-2 2 3 0,-2 1-3 0,-1 3-5 16,-1 1 0-16,-2 0-4 0,-3 3-2 0,-3 1 0 0,-2 2-2 0,-4 0-5 15,-2 2 3-15,-4 2-6 0,-2 2 4 0,-3 1 8 0,-1 0-4 0,-2 2 4 16,-2-1-5-16,-1 1-10 0,-2 2 4 0,0-1 2 0,-1 4 3 15,1 2 3-15,0-1 2 0,-4 2 2 0,-1-3 7 0,-2 3 1 0,0 0-2 16,-1 0 6-16,0 4-6 0,0-2-2 0,-1 2 7 0,0 1-4 16,-2 2 4-16,-1 2 4 0,2 0-1 0,-1-1 7 0,0-4-1 0,0-1 1 15,1-6-4-15,3-1-3 0,5-5-1 0,5-2 0 0,9-4 1 0,7-4-2 16,7-3-2-16,7-4-3 0,6-4 2 0,5-2-1 0,6-3 0 16,8-2 9-16,8-2 0 0,7-3 5 0,11-3 3 0,10-2-9 0,10-2-1 15,11 0-6-15,8 0 0 0,8-3 2 0,5 0 0 0,4-1 2 0,3 1-8 16,7 1 3-16,2 3-5 0,4 2-10 0,4 3-15 0,1 4-40 15,2 0-51-15,5 4-46 0,0 2-41 0,4-1-153 0</inkml:trace>
  <inkml:trace contextRef="#ctx0" brushRef="#br0" timeOffset="-203722.89">19344 16335 1393 0,'-16'-1'6'0,"0"-1"12"0,-2 1-5 16,4 0-19-16,4 1-14 0,3 1-11 0,1 0-9 0,2 1 6 16,0-1 1-16,0 3 2 0,0-1-4 0,1 1-11 0,-1 0-12 0,-1-1-10 15,1 1-6-15,1-2 2 0,0 1 3 0,1-1 2 0,1-1 5 0,0 0 10 16,2-2 6-16,-1 1 12 0,1-2 4 0,0 0 10 0,-1-1 9 15,2-1 11-15,-1-1 10 0,0-1 3 0,1-1 10 0,-1 1 2 0,1 0 8 16,-1-1 8-16,0-1 4 0,-1 1 5 0,0 0 2 0,0 0-2 16,0 0-1-16,0 1-3 0,0 1-6 0,0 0-4 0,1 1-6 0,-1 1-5 15,1-1-4-15,0 1-9 0,-1 0-6 0,1 0-2 0,0 2 1 0,-1 0 2 16,1 0-3-16,-1 1 0 0,1-1-1 0,-1 1 1 0,1 0 5 16,-1-1 1-16,0 1 1 0,0 0 3 0,0 0-1 0,0 0 0 0,1-1-1 15,-1 1-7-15,0 0 1 0,0 0-3 0,0 0 2 0,0 0-3 0,-1 1-4 16,1-1-1-16,0 0-2 0,0 0 1 0,0 1 5 0,0 0-3 15,0-1-3-15,0 1 0 0,0 0 0 0,1 0 3 0,-1 1 0 0,0 0-5 16,0 0 4-16,0 1-1 0,1 0 0 0,-1 0 5 0,1 0-2 16,0 0 0-16,-1-1-3 0,1 0 3 0,0 0 3 0,-1-1 0 0,1 1 7 15,-1-1-2-15,-1-1 6 0,1 0 6 0,1 0 3 0,-1 0 1 0,0-1 6 16,0 0 7-16,-1 0 1 0,0-1-2 0,0-1-10 0,1 0-1 16,-1-1-8-16,1 0-3 0,-1-1 1 0,1 0-9 0,0-1 2 0,0 1-3 15,0 0-3-15,0 0-2 0,1-1-4 0,0 1 4 0,-1 0-6 0,2 0 7 16,-1 0 0-16,1 0-4 0,-1 1-3 0,0-1-2 0,1 1 5 15,-1 0 1-15,1 1 0 0,-1 0-5 0,0 2-4 0,0-1 4 0,0 1 0 16,0 0-3-16,-1 0 0 0,0 1-1 0,0 0 6 0,0-1 2 0,1 1-2 16,-1 0-1-16,-1 0-3 0,1 0-5 0,-1 0-3 0,1 0-1 15,0 0-9-15,1 0-2 0,-2 1-5 0,1-1-10 0,0 1 2 0,0 0-4 16,1 0-8-16,-1 0-4 0,1 0-9 0,0 0-6 0,0-1-5 16,0 0-16-16,1 0-15 0,1 1-12 0,0-2-37 0,0 0-73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0:32:25.4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14143 7004 43 0,'7'6'19'0,"2"4"0"16,3 3 1-16,-2 2-6 0,2-2-2 0,2 3-3 0,1-1-3 0,0 1-1 16,0-1-1-16,2 2-2 0,1-2 0 0,2 0 0 0,2-4-1 15,2 1 0-15,-1-2-2 0,2-2 2 0,-1-1-3 0,3-1 1 0,2 0 2 16,-2-1-1-16,2-1 0 0,-1-1 0 0,0 1-2 0,1-1 4 15,2 0 2-15,-2 0 0 0,2 0 9 0,-3 1 5 0,0 0 3 0,-1-1 4 16,2 1-3-16,-1 0-2 0,1 1-2 0,0 1-4 0,1-1-1 0,0 0-4 16,-1 1-2-16,1 0 1 0,-1 0-1 0,1-1-2 0,0 0 1 15,0-1 1-15,-1-2 0 0,0 0 1 0,-1-2 4 0,3-1 0 0,-1-1 6 16,0-1 5-16,-1-2-1 0,0-1 0 0,-2-2-3 0,2-1-4 16,0 1 0-16,0-2-5 0,1-1-2 0,0 0-1 0,-1-1-3 0,1-1 2 15,-1 2-2-15,0-2-1 0,0 0-1 0,-1-1 0 0,1 1 1 0,-3-2-3 16,-1 0 1-16,-1-1 1 0,-1 1-2 0,0 0 2 0,-2-1-1 0,-1 0 1 15,-1 0-5-15,-2 0 1 0,-2 1 4 0,-1 0-1 0,-2 2 3 16,-3-1 1-16,-1-2-2 0,0-1 1 0,-1 0 1 0,-1-3 2 0,-1 0 0 16,0-2 2-16,-1 0 0 0,1 0 1 0,-2 0 6 0,1-2 3 0,-2-1 2 15,0 0 0-15,-1-2 2 0,-1 2-4 0,0-2 3 0,-1 3-3 16,-2-1-5-16,-1 0-3 0,-2 2-6 0,-1-3-4 0,-1 2-3 0,-2-1-3 16,-2 1-2-16,-2 1 2 0,-2-1 1 0,-3 3 0 0,-3-2 4 0,-2 2 3 15,-4 0-1-15,0-1 1 0,-2 2 0 0,-2 2-1 0,-4 1 0 16,-1 1 3-16,-2 1 1 0,-2 2 2 0,1 1 1 0,-1 1 4 0,-3 0 1 15,2 1 3-15,0 1 3 0,-2 1-2 0,2 1-2 0,-1 1-2 16,-1 1-5-16,0 3-5 0,0 1 0 0,1 2-2 0,-2 2-2 0,1 2 2 16,-1 1-3-16,-1 2 0 0,-1 1 0 0,0 2 1 0,0 2 3 0,1 2-2 15,-3 0 2-15,0 4 0 0,1 1-4 0,1 1 5 0,2-1 1 16,0 3-2-16,2 0 4 0,2 0-5 0,0 1 1 0,3-2 11 0,3 2 0 16,0 2 6-16,4 0-1 0,0 1-5 0,4 0-3 0,1 1-1 0,3-2-1 15,1 0 0-15,1 0-3 0,3 1 4 0,2-1-2 0,2-2-1 16,3 0 2-16,3-2-3 0,2 1-3 0,2-2 3 0,2-2-7 0,2 1 2 15,1 0-2-15,1-1-2 0,0 1 0 0,2 0 1 0,0-3-1 16,0 2-2-16,0-3 1 0,0-1-4 0,0-3 0 0,0 0 2 0,1 0-1 16,-1 0 2-16,1-1 10 0,-1-2-3 0,0-2 2 0,0 0-4 0,-1-1-10 15,2-1-7-15,0-1-2 0,0 0-6 0,2-2-13 0,0 0-6 16,1-2-21-16,3 0-17 0,0-3-35 0,1-1-34 0,2-2-25 0,2-3-108 16</inkml:trace>
  <inkml:trace contextRef="#ctx0" brushRef="#br0" timeOffset="752.05">18650 7326 690 0,'1'0'80'0,"2"1"-75"0,2 2-9 0,4-1-2 0,3 2 1 16,2 0-2-16,5 0 4 0,2 0-2 0,2-1 1 0,4 1 4 15,2-2-5-15,1 0 2 0,4 0-1 0,2-1-4 0,0 0 0 0,4 0-1 16,1-1-2-16,2 0-1 0,2 1 0 0,-1-1-1 0,1 0-3 0,1 0 0 16,3-1-1-16,-1 0-5 0,2 0 2 0,0-1 0 0,1-1-1 15,-1 2 7-15,2-3 4 0,-1 1 6 0,1-1 6 0,-1-1 4 0,1 0 0 16,-2 0-2-16,0-1-2 0,-1 0-2 0,-2 0-2 0,-1-1 2 15,-2 2 0-15,0 0 0 0,-4 0 8 0,-1 0 5 0,-1 0 2 0,-1 0 5 16,0 0-2-16,-1-1 1 0,-1-1-1 0,-2 0 3 0,-1 0 2 0,0 0 2 16,-1 0 3-16,0-1 0 0,-2 0 0 0,1 0-2 0,-3-1-2 15,0 0 0-15,-1-1-3 0,-3 1 3 0,1-2-3 0,-4-1-1 0,1 1-4 16,-1 0 0-16,-3 1-1 0,-3 0-2 0,-1-1 1 0,-3-1-4 0,-1-1 1 16,-3-1-11-16,-2 0 0 0,-2-2-1 0,-3-3-7 0,-2-2 5 15,-4-3-10-15,-2-4-7 0,-3-2 1 0,-6-2 1 0,-2-1 7 0,-6-2 2 16,-3-1 3-16,-5-1 3 0,-2-1 6 0,-6 0 9 0,-1 1 7 15,-4 1 3-15,-3 0 4 0,0 2 1 0,-6 2 1 0,1-1-7 0,-2 5 2 16,-3-1-3-16,3 2-6 0,-2 0 9 0,0 2-10 0,0 1 0 0,0 2 0 16,-1 3-5-16,0 0 2 0,-1 3-1 0,-1 4-1 0,-1 2-3 15,-1 2-1-15,0 4-1 0,-1 1-1 0,-1 4-1 0,-1 4-5 0,1 2-1 16,-3 4-6-16,0 2 1 0,0 6 2 0,-1 2-4 0,2 3-3 0,1 4-4 16,1 0-11-16,1 3-21 0,3 3-9 0,2 2-39 0,1 4-49 15,4 3-66-15,0 4-215 0</inkml:trace>
  <inkml:trace contextRef="#ctx0" brushRef="#br0" timeOffset="44186.3">17888 7354 1451 0,'-24'-18'217'0,"0"-1"-173"0,-2-2-31 16,6 6-20-16,9 4-7 0,5 3-4 0,1 3-5 0,2 2 0 0,2 0-6 15,0 2 0-15,1 0 1 0,0 1-1 0,1 0 4 0,0 0 2 0,0 1 5 16,1 0 5-16,0 0 5 0,1 0 2 0,1 0 5 0,1-1 4 16,1 1 1-16,3-2-2 0,1 0 4 0,3-2-2 0,2-1-2 0,4-1 2 15,4 0-2-15,2 0 2 0,5-1-1 0,1-1 3 0,5 1-1 16,3-1-2-16,3 0 4 0,5 1-6 0,1 0 1 0,3 0 1 0,4 2-3 15,1 1 0-15,4 0-1 0,1 1-1 0,0 0 0 0,3 2 0 0,-2 0-1 16,-1 3 3-16,-2 0 0 0,-2 0-3 0,-1 2-2 0,-3 2-2 16,-2 2 2-16,-2 2 0 0,-3 3-3 0,-2 3-2 0,-3 4 1 0,-3 2 0 15,-2 0 3-15,-3 3 1 0,-1 0-1 0,0 3 0 0,-3 1 1 0,0 1-1 16,-3 2-1-16,0 0 4 0,-1-1-7 0,-2 2 1 0,0-1 15 16,-2 0 0-16,-2-2 6 0,-2 1-3 0,-1-3-10 0,-2 0 0 0,-5-3 2 15,-1-2 2-15,-4-2 3 0,-2-1 0 0,-2-1 3 0,-2 0 7 16,-4-2-1-16,-4 0-1 0,-3 1 0 0,-6 0-5 0,-4 2-4 0,-4 0-4 15,-7-1-1-15,-5 1-5 0,-4-1 2 0,-6-1 2 0,-6 0-2 0,-2-1 4 16,-6-2 4-16,-3-2 1 0,-3-1 5 0,-4-2 0 0,-1-2-7 16,-1-1 8-16,-2-3-9 0,2-1 1 0,-4-1 3 0,1 0-7 0,0-1 12 15,1-1 1-15,3 0 17 0,5 0 18 0,5 0 23 0,6-1 15 0,6 0-3 16,8 0-9-16,4-1-21 0,8 1-21 0,3-1-15 0,7 1-17 16,3 0-21-16,6 0-14 0,5 1-18 0,4 0-16 0,4 1-3 0,2 1-3 15,5 2 9-15,5 2 10 0,5 1 18 0,5 0 9 0,4 3 5 0,4-2 1 16,5 3-13-16,5-1-9 0,7 2-22 0,5 0-20 0,5 1-19 15,7 1-21-15,3 1-13 0,3 1-23 0,5-1-14 0,3 3-36 0,2 1-72 16</inkml:trace>
  <inkml:trace contextRef="#ctx0" brushRef="#br0" timeOffset="44500.3">25164 8651 1262 0,'0'-3'8'0,"1"-1"-110"0,2 0-54 0,4 0-8 16,4 0 18-16,4 1 17 0,2 1 9 0,5 0-22 0,2 0-82 16</inkml:trace>
  <inkml:trace contextRef="#ctx0" brushRef="#br0" timeOffset="45595.82">25897 8586 379 0,'15'1'289'16,"2"1"-186"-16,7 2-37 0,3 1-14 0,3 1 2 0,4 1 5 0,2 3-9 16,4 2-3-16,1-1-7 0,2 3-7 0,5 0-1 0,1 1-7 15,3 0-5-15,2 1-2 0,3-1-7 0,1-1-2 0,2-1 0 0,1-2-1 16,0 0 0-16,0-1-2 0,1-2 6 0,0 0 2 0,2-3 7 16,0 0 3-16,1-3-2 0,1-1 0 0,-1-2-2 0,3-2-4 0,-1-1-2 15,0-2 0-15,1-1-6 0,-2-1 5 0,3-1 0 0,-3-1 0 0,1-1 1 16,-3 0 1-16,-1-2-6 0,-2-2 4 0,-3 1 3 0,-3 0 1 15,-3-2 4-15,-3 0-1 0,0-1 6 0,-3 1 1 0,-1-2-2 0,-3-2 1 16,1 0 2-16,-3-2-3 0,-1-2-2 0,-1 0-1 0,-2-2-8 0,-1 2-1 16,-3-2-2-16,0-1-3 0,-5 0 1 0,-1-2 1 0,-3 0-3 15,0-1-14-15,-1 1 1 0,-3 0-6 0,0 1-2 0,-3-1 5 0,-2 1-10 16,-2-1 0-16,-1 2 2 0,-2-1 3 0,-3 0 2 0,-2 2 6 0,-4-3 0 16,-3 1 0-16,-4-1 6 0,-2 0-2 0,-3-1 9 0,-2 3 10 15,0-2 10-15,-3 2 7 0,-2-1-4 0,-1 1-3 0,-2 0-8 0,-2-1-16 16,0 3 3-16,-5-1-9 0,-2 0-4 0,-5-2 11 0,-2 0-8 15,-2-3 1-15,-5 1 2 0,-1 0-6 0,-5 1 1 0,-5-1-1 0,-3 1 1 16,-5 0-3-16,-3 0 7 0,-5 0-1 0,-4 1 0 0,-1 3 5 0,-6 1-7 16,-1 1 5-16,-4 2-2 0,-4 0-2 0,-1 1 1 0,-2 1-3 15,0 4 4-15,0 1-2 0,1 5 0 0,2 2 1 0,1 2 0 0,2 3 1 16,0 3 3-16,2 2-4 0,1 3 2 0,2 2-1 0,3-1 1 0,1 3 1 16,4 2 0-16,-2 1-1 0,3 2 1 0,-1 0-6 0,-2 2 0 15,2 1 2-15,1 0-3 0,-2 2 4 0,2 0-1 0,-2 2 3 0,2 1-4 16,1 2 5-16,1 0 0 0,2 2-3 0,2-1 4 0,3 2-6 15,2 0-2-15,5 2-1 0,3 1-6 0,2 2-2 0,3 0-8 0,1 1-1 16,4 0 7-16,0 1 5 0,6 0 11 0,3 1 0 0,2-4-5 0,5 0 0 16,5-2 1-16,3 0-2 0,4 0 2 0,3 1-2 0,2-3-1 15,3 2 2-15,4-4 3 0,1 1 0 0,2-1-2 0,2 0 1 0,1-1-3 16,1 1 0-16,2 0 3 0,0-3-3 0,1 1 3 0,1-3-6 0,1 0 0 16,2-1 5-16,0-2-2 0,0 0 6 0,0-2 3 0,0 0-13 15,1-3-4-15,1 0 3 0,1 0-3 0,0-1 6 0,2-1 7 0,0-1-1 16,-1-1 5-16,0-1 1 0,0-1 0 0,1 0 2 0,-1 0-1 0,0-1 3 15,2-1-1-15,0 1 0 0,-1 0-3 0,-1-2-1 16,0 2 2-16,0-1-2 0,1 0 3 0,0 0-1 0,-2 0-3 0,2 0-2 0,-1-1 3 16,0 1-6-16,1 0 5 0,-1-1 1 0,0 0-2 0,-1-1 1 0,-1-1 4 15,-1 1-2-15,-1-1 1 0,0 0 2 0,-1-1-7 0,0 0 5 16,0 0-1-16,0 0-2 0,-1-1 0 0,-1 0-2 0,1 0 3 0,-1-1 3 16,0 1 2-16,0-1 0 0,-2 1 0 0,2 0 0 0,0-1 0 15,-1 1 1-15,0-1-1 0,1 1-4 0,-1 0 0 0,1 0 0 0,0 0-1 16,0 0-1-16,0 0 3 0,-1 0-1 0,0 1-3 0,0-1 3 0,-1 1-3 15,1 0 0-15,-1 0 1 0,0 0-1 0,-1-1 2 0,0 1-2 16,0-1-1-16,0 1 1 0,1 0-1 0,-2 0 3 0,1 0-1 0,0 0-1 16,-1 0 1-16,0 0-4 0,0 1 4 0,1-1 1 0,-1 0-2 15,1 0 2-15,0-1 1 0,-1 1-1 0,0-1 4 0,0 1-2 0,0-1-3 16,-1 0 2-16,0 1-2 0,1 0 1 0,-2-1 0 0,1 0-1 0,1 0 0 16,-1 1 0-16,0-1 0 0,0 0 0 0,0 1-1 0,0-1 2 15,0 0-2-15,0 0-3 0,0 0-2 0,0 0 0 0,0 0 1 0,0-1-1 16,-1 2 1-16,1-1 0 0,0 0 0 0,-1 0 0 0,2-1 0 15,-1 1 1-15,0-1 1 0,1 2 0 0,-2-1 3 0,1 1-3 0,0 0 1 16,0-2 0-16,-1 1 4 0,2-1 0 0,-1 0-4 0,0 1 0 0,-1 0-2 16,1 0-1-16,-1 0 2 0,1-1-2 0,0 1-3 0,-1 0 0 0,0 0 2 15,0 1 2-15,0-1 0 0,0 0 3 0,0 0-3 0,0 1-1 16,0 0 3-16,0 0 0 0,0 0-3 0,0-1 1 0,0 1 1 0,1 0-1 16,-1 0 2-16,2 0-2 0,-1 0 4 0,-1 0-2 0,2 0-1 15,-2 0 5-15,1 0-2 0,1 0 3 0,-1 0 1 0,0 1 0 0,0-1-1 16,-1 1-1-16,1-2 1 0,-1 2-1 0,1-1 0 0,-1 1-2 0,0 0 3 15,0-1-2-15,0 1-2 0,-1 0 0 0,0-1-2 0,0 1 1 16,0 0-1-16,0 0 3 0,-1 1 4 0,0-1-4 0,0-1 2 0,0 1 0 16,2 0-5-16,-2 0 4 0,1 0-2 0,-1 0 0 0,1-1 5 15,0 0-3-15,1 0-1 0,0 0 6 0,0 0-6 0,0-1 0 0,0 0 5 16,0 1-4-16,0-1 6 0,1 0-1 0,-2 0-1 0,0 0-2 0,1 0 2 16,-1 0-2-16,0 0-1 0,0 0 4 0,0 0-4 0,-1 0 2 15,1 0-1-15,-1 0-2 0,1 0-1 0,0 0 1 0,0 0-2 0,0 0 1 16,0 0-3-16,0 0 3 0,0 0-2 0,0 0 1 0,0 0 1 0,0 0-3 15,0 0 4-15,0 0-4 0,-1 1-2 0,0-1-3 0,2 1-3 16,-2 0-2-16,0-1-11 0,1 1-11 0,-1-1-17 0,1 1-21 0,-1 0-17 16,0-1-21-16,-1 1-30 0,0 0-35 0,-2 1-46 0,0-2-201 15</inkml:trace>
  <inkml:trace contextRef="#ctx0" brushRef="#br0" timeOffset="63473.93">15693 11827 2237 0,'-17'40'2'0,"-6"15"-4"0,-8 18 4 0,-8 19 0 0,8-21 9 0,-2 6 11 16,-2 4 7-16,-2 3 10 0,-4 6 6 0,-2 3 6 0,-4 3-1 0,0 4-3 15,-5 0-6-15,3 1-3 0,0 1-9 0,-1-3-5 0,3 0-1 16,-1-3-9-16,4-2 1 0,2-1-4 0,3-5-8 0,2-3 4 0,4-6-10 16,0-4 1-16,1-3-4 0,3-5-4 0,1-2 7 0,1-3-10 0,3-5-30 15,1-5-41-15,1-4-69 0,2-8-90 0,0-6-88 0,1-5-113 16,1-7-88-16,-1-10-134 0</inkml:trace>
  <inkml:trace contextRef="#ctx0" brushRef="#br0" timeOffset="63737.92">14293 11811 2563 0,'-8'5'49'0,"2"2"-36"0,2 4-13 0,8 2-1 16,7 4-3-16,5 5 0 0,8 6 4 0,5 3 0 0,3 3-4 0,1 1 12 15,3 3-6-15,1 0 4 0,2 4 4 0,2 3-15 0,4 4 8 16,3 5-3-16,4 3 0 0,1 4 0 0,2 4-1 0,4 2-4 0,4 3 3 15,3 4-4-15,3 5 0 0,0 3 1 0,4 3-5 0,1 2 1 0,-1 0-6 16,-2-3-15-16,-2-1 11 0,-1-4 5 0,-1-7 6 0,0-5 10 16,-4-4-2-16,-2-9 0 0,-2-4-3 0,-4-4 11 0,-2-7-5 0,-3-2 3 15,-4-4 0-15,-2-3 2 0,-1-1 0 0,-1-4-16 0,-4-4 3 0,-1-1-17 16,-3-4-27-16,-1-3-37 0,-1-1-86 0,-2-6-112 0,-2-2-106 16,-3-5-64-16,-2-6-51 0,0-6 31 0</inkml:trace>
  <inkml:trace contextRef="#ctx0" brushRef="#br0" timeOffset="64053.32">17217 12214 2404 0,'-26'0'991'0,"2"2"-938"0,-4 2-53 0,7 4-2 15,7 3-21-15,0 5-25 0,3 9-24 0,1 9-14 0,2 8 7 16,-1 4 30-16,0 4 27 0,-5 0 16 0,-1 3 10 0,-3 2-2 0,-1 4-4 16,-1 4-7-16,0 3-10 0,-1 5-5 0,1 5-8 0,1 1-11 0,1 4-11 15,0 4-19-15,1 2-14 0,2 3-7 0,2 3-6 0,0 1-3 16,1-3-8-16,0-3-21 0,2-5-16 0,1-6 0 0,2-5 12 0,1-7 41 16,2-7 42-16,1-8 25 0,2-7 20 0,1-9 3 0,0-5-6 15,0-7-18-15,0-6-21 0,-1-6-43 0,-1-5-38 0,0-6-24 0,-1-5-5 16,-1-7 15-16,-1-7 36 0,0-9 34 0,-1-8 31 0,1-10 17 15,-1-5 14-15,3-8 6 0,-1-5 3 0,2-4 1 0,0-3-4 0,2-4-3 0,1-7-23 16,1-5-29-16,1-7-50 0,1-6-128 0</inkml:trace>
  <inkml:trace contextRef="#ctx0" brushRef="#br0" timeOffset="64312.32">16820 12284 824 0,'4'-8'174'0,"2"-2"-69"0,3-2-8 0,2 2-3 0,1 1-21 15,3 1-13-15,2 1-7 0,3 0-1 0,2 2 11 0,4 1 5 16,0 0 7-16,5 2-5 0,-1 1-1 0,2 2-3 0,-2 2-4 0,1 2 9 15,0 3-4-15,0 2 3 0,0 2 9 0,-1 2-13 0,-3 2 0 16,-1 3-9-16,0 2-7 0,-3 2-1 0,0 2 1 0,-1 0-5 0,0 3-8 16,-1 0-4-16,-3 3-3 0,1 2-1 0,-3 4-2 0,0 2-2 0,-3 2-10 15,-1 6 7-15,0 2 6 0,-2 4-6 0,-2 6 2 0,-2 4-7 16,-3 5-8-16,-2 2 3 0,-2 2 0 0,-2 3-5 0,-3 1 1 0,-1 4-8 16,-2-2 9-16,0 1-1 0,-1 0-4 0,-1-3 6 0,3-4-8 0,-2-2 5 15,1-6-4-15,1-3-4 0,1-5-5 0,2-6-1 0,1-3-5 16,2-7-5-16,0-3-7 0,2-4-24 0,-1-4-23 0,1-2-30 0,1-5-43 15,-1-3-48-15,0-5-73 0,0-4-69 0,-1-4-55 0,-1-5-38 0,-1-6-1 16,-2-6-63-16</inkml:trace>
  <inkml:trace contextRef="#ctx0" brushRef="#br0" timeOffset="64498.53">16611 13455 2488 0,'-17'-1'110'0,"1"0"-81"0,-2-1-4 15,9 0-4-15,5 1-21 0,4 0-21 0,5 0-15 0,2-2-6 16,5 0 14-16,4-1 17 0,1-1 7 0,2 0 9 0,1-1-5 16,2 0-3-16,1 0-5 0,4 0-6 0,0 1-2 0,5-1-7 0,0 0 0 0,3 0-13 15,0-2 4-15,3 1-10 0,-1-1-27 0,1 1-30 0,1 0-55 16,-1 0-61-16,2-1-67 0,0 0-15 0,1 0 12 0,1 0 27 0,1-1 32 16,-1 0-140-16</inkml:trace>
  <inkml:trace contextRef="#ctx0" brushRef="#br0" timeOffset="64794.53">18713 12325 3029 0,'-2'5'171'0,"1"3"-138"0,1 3-38 0,1 3-7 16,3 4-22-16,4 5-22 0,3 6-22 0,3 8-13 0,-1 4 13 15,1 4 25-15,-4 2 20 0,-3 1 29 0,-2 1 8 0,-2 3-4 0,-1 5 5 16,-1 3-10-16,0 5 1 0,-1 1 4 0,0 2 2 0,0 1-5 16,1 0-10-16,0 0 13 0,1-1-5 0,0 0 8 0,2-2 0 0,-1-2-14 15,1-3 2-15,1-3-5 0,-1-5 5 0,1-3 9 0,0-6 0 16,0-3 5-16,0-4-8 0,0-5 3 0,-1-2 10 0,0-4 3 0,-1-1 12 16,0-5 0-16,-1-2-9 0,0-4-8 0,0-4-4 0,-1-3-14 0,1-4-8 15,-1-2-24-15,1-4-25 0,-2-2-31 0,-1-3-43 0,-1-6-31 16,0-6-40-16,0-8-43 0,-2-8-26 0,-1-9-20 0,-1-10-17 0,0-8-2 15,0-13-152-15</inkml:trace>
  <inkml:trace contextRef="#ctx0" brushRef="#br0" timeOffset="65005.61">18303 12279 2212 0,'-9'-3'130'15,"-1"-1"-97"-15,0 0-12 0,4 1-2 0,4 1-21 0,2 2-25 0,2 0-19 16,2 1 4-16,3 0 17 0,1 0 16 0,3 0 18 0,0-1 0 15,2 1-3-15,0 0 7 0,1 0-7 0,2 0 2 0,3 0 1 0,0 0-5 16,4 0 1-16,1 0 4 0,3-1-9 0,1 0 4 0,-1-1 5 0,2 1-9 16,0-1 5-16,2 1-7 0,0-1 2 0,0 0 2 0,0 0-5 15,0 1-3-15,0 1-6 0,0 0 3 0,-1 1 4 0,1 1-5 0,-1-1-17 16,0 1-40-16,-3 1-37 0,-1 2-38 0,-2 0-28 0,-1 0-11 0,0 3-18 16,-2 0 1-16,0 1 8 0,-1 3 11 0,-3 1 17 0,-2 1 16 15,-2 2 24-15,-2 1 12 0,-2 1 1 0,-4 1-77 0</inkml:trace>
  <inkml:trace contextRef="#ctx0" brushRef="#br0" timeOffset="65289.61">18159 14300 3370 0,'-1'6'56'16,"2"-1"-67"-16,1 0 11 0,3-3 6 0,5-1-15 0,7-1-17 0,6-1-12 16,7-4 13-16,3-2 16 0,1-2 7 0,-1-2 9 0,0-1 2 15,-2-1-9-15,2 0 0 0,-1-1-7 0,2-1 7 0,-2-1 2 0,0 2-4 16,2-1 4-16,-1-1-2 0,1 1 3 0,0 0-1 0,-1 0-5 0,0 0-3 16,-1 1-1-16,-2 0-4 0,-1-1 9 0,-2 2 1 0,0 0 6 15,-3 2-3-15,0 1-6 0,-2-1-1 0,-1 1-4 0,0 0-2 0,1 0-12 16,0 1-18-16,0 0-36 0,-1-1-41 0,-2 1-38 0,1 0-54 15,-3-1-69-15,0 0-69 0,-1 0-65 0,0-3-25 0,0 0 6 0,0-3-142 16</inkml:trace>
  <inkml:trace contextRef="#ctx0" brushRef="#br0" timeOffset="66194.55">19500 11141 3505 0,'-42'-42'6'0,"-2"0"-50"0,-12-12-39 0,1 3-46 0,6 4-42 16,-4 1-79-16,-3 2-34 0,-6 1 32 0,-6 0 57 0,-7 3 107 0,-6 0 63 16,-8 2 32-16,-3 1 6 0,-8 2-13 0,-2 3-7 0,-3 0-9 15,-5 3-5-15,-3 3 5 0,-2 3 7 0,-2 3 8 0,-3 3 4 0,-4 4-3 16,-3 4 0-16,-1 3 1 0,0 4 12 0,-1 2 6 0,-2 3 6 16,1 3-1-16,-1 2-1 0,3 2 1 0,1 3-4 0,1 2 8 0,2 3 1 15,-1 3 2-15,4 4 1 0,0 0 6 0,1 4 4 0,2 0 2 0,3 4 4 16,2 1-3-16,3 4 0 0,2 2-2 0,3 1-14 0,4 4 2 15,6 0 6-15,0 4-2 0,5 3 14 0,1 3-14 0,1 5-8 0,4 1-9 16,3 3-5-16,4 1 0 0,5-1 0 0,3 2-14 0,3 0 11 0,5 2-5 16,2-2-4-16,5 2 18 0,2 0-19 0,2 1-5 0,4 0 1 15,0 3-1-15,2 2 7 0,2 1 5 0,2 2-2 0,3 0 0 16,2 4-5-16,1 1 0 0,0 0 3 0,2 4 5 0,0 0-9 0,4 6-3 16,2 2 8-16,3 2-3 0,2 0 10 0,3 0 0 0,5-3-11 0,4-2 10 15,5-3 7-15,4-2-2 0,4-3 7 0,3-3-10 0,5-4-7 0,4-1 2 16,3-4-14-16,1-2 4 0,4 1 3 0,3-2-2 15,5 0 9-15,1-1-5 0,4 0 0 0,1 0-1 0,1-1 3 0,2 0-1 0,2-2-3 16,3 0-3-16,2 4-1 0,2 1-1 0,2 3 7 0,1 3 5 0,3 0 1 16,1 0 1-16,0 0-13 0,1 0 4 0,0-2 0 0,0-2 6 15,2-3 4-15,2-1-2 0,2-1 8 0,1-3 1 0,3-3 0 0,3-3-3 16,3-5-3-16,1-2-10 0,4-6 5 0,2-5 1 0,5-4-11 16,2-4 15-16,5-3-4 0,1-3-2 0,2-3 14 0,5-2-5 0,2-3 9 15,2-1-5-15,6-3-2 0,-1-1 5 0,0-3-2 0,0-4-3 0,-1-2-3 16,3-3-8-16,1-4 1 0,-2-1 8 0,1-4-8 0,1-2-6 15,1-3-2-15,0 0-4 0,2-2 10 0,-2-1-2 0,-1-2-6 0,-1 0 6 16,0-3-4-16,2 0 8 0,-1-1-3 0,0-2-3 0,-1 0-9 0,-4-1 9 16,1-1 7-16,-2 0 1 0,-1-3 11 0,-2 0-19 0,-1-2-10 15,-2 3 8-15,-3-2-4 0,-1 0 6 0,-3-2 6 0,-3-3-10 0,-2 0-1 16,-5 1-1-16,-2-2-1 0,-1 0-5 0,-2-3 1 0,-3-1 0 16,-1-4-7-16,-3 0 24 0,-2-1-6 0,-4-3-4 0,-3-3 8 0,-2 0-24 15,-3-4 0-15,-3-1-1 0,-3-2 11 0,-4-4-1 0,-1 0 2 0,-2-3-14 16,-5-3 18-16,-5 1-4 0,-3-3 4 0,-5-1 16 0,-2 0-20 15,-3 1 7-15,-5 1 0 0,-3 3 2 0,-4 3-7 0,-3 3 18 0,-3 0 5 16,-4 0-4-16,-3 2 11 0,-3 0-13 0,-4-1 6 0,-3 1-2 0,-1-1 2 16,-4 0-1-16,-3 0 2 0,0 0 0 0,-2 0 2 0,-1-1-4 15,-1 0-6-15,-2 1 0 0,-1-3 0 0,-2 0-2 0,-1 0-1 0,0-3-5 16,1 0-1-16,-3-3 0 0,0-2 6 0,-2 0-4 0,0 1-2 0,-1-1 3 16,1 1-1-16,0 4 7 0,-1-2 6 0,1 2-12 0,1 2 6 15,1 1-1-15,0 3-5 0,3 4 10 0,-2 3-7 0,0 2 3 0,0 3-4 16,1 3-5-16,0 3 0 0,-1 2-5 0,-1 4-15 0,-4 3-2 15,-2 2-11-15,-2 0 9 0,-6 3-6 0,-3 1-19 0,-4 2 3 0,-6 1-18 16,-7 1 1-16,-5 4 8 0,-5-1-27 0,-8 3-18 0,-4 3-31 0,-5 1-36 16,-5 3-44-16,-7 3-52 0,-4 3-89 0,-4 2-141 0,-6 2-348 15</inkml:trace>
  <inkml:trace contextRef="#ctx0" brushRef="#br0" timeOffset="80041.71">20637 13304 2003 0,'6'-1'4'0,"4"1"8"0,7-1 9 0,8 0 16 0,1 0 18 0,6-1-1 0,4 1 16 0,3-2-1 16,6 1-10-16,5-1 9 0,4-1-12 0,2 2-3 0,4-1-3 0,0 1-1 15,2-1-5-15,2 1-6 0,0-1-7 0,0 1-8 0,1 1-3 0,1 0-5 16,1 0 6-16,-3 1-1 0,0 1 6 0,-1 0-4 0,0 1 1 16,0 0 1-16,-1 0-9 0,-2 0 8 0,-1 1-11 0,0-1-7 0,-2-1 5 15,-1-1-10-15,-3 0 2 0,-2-1 6 0,-1-2-4 0,1-1-16 16,-1-1-5-16,-1-1-23 0,-2-2-34 0,0 0-33 0,-2-1-64 0,1-1-102 15,0 2-115-15,-3-2-79 0,0 0-36 0,-5 1-233 0</inkml:trace>
  <inkml:trace contextRef="#ctx0" brushRef="#br0" timeOffset="80337.7">20784 14202 1291 0,'-19'11'1007'16,"1"1"-912"-16,-1 3 11 15,8-2-37-15,8-4-13 0,3-1-20 0,5 1-11 0,5-1-16 0,4 0 1 0,5 1 3 0,3-1 8 0,5-2 2 16,2 0-3-16,6-1 2 0,3-1-1 0,3-2 1 0,5-1-4 16,0-1-4-16,1-2-6 0,3 0 0 0,1-1 2 0,4-2-5 0,0-1 1 15,1 0-1-15,2-3 0 0,2 1 0 0,3-3-2 0,0-1-3 0,3-1 0 16,0-1-3-16,0 0 4 0,0-2 5 0,2 1-1 0,-1 1 1 15,-1-1-9-15,0 1 8 0,-1 0-3 0,-2 1-1 0,-1 0 5 0,-3 0-12 16,-2 0 5-16,-3 1-4 0,-1 1-4 0,-4 1-11 0,-2 0-12 0,-3 0-23 16,-3 1-34-16,-3 0-41 0,-3 1-56 0,1-2-63 0,-3-1-53 15,-1-2-28-15,-1-2-22 0,-3-1 12 0,2-5 13 0,0-5-99 0</inkml:trace>
  <inkml:trace contextRef="#ctx0" brushRef="#br0" timeOffset="80628.7">23513 12587 1722 0,'-15'-5'410'0,"0"0"-283"15,-2 0-20-15,7 2-61 0,6 1-9 0,2 2-20 0,3 1-14 0,2 1-8 16,3 2-6-16,4 1 5 0,6 2 8 0,4 1 4 0,3 2-4 16,6 1 1-16,2 3-6 0,6 2 1 0,4 0-4 0,4 1 3 0,5 4 7 15,3 2-7-15,2 1 14 0,1 4-6 0,2 2-4 16,3 2 2-16,1 2-4 0,1 2-1 0,3 3 4 0,-2 2-2 0,-1 0-3 0,3-1 0 15,-3-2 1-15,1 0 2 0,-1-1 3 0,1-2 8 0,1-4 6 0,-2-3 10 16,-1-2 30-16,-2-2 6 0,0-3 5 0,-1 1 3 0,-3-2-15 0,-4-3 2 16,-4 0 8-16,-8-3 9 0,-7 0-2 0,-6-3-1 0,-5-3-7 15,-7-1-2-15,-4-1-5 0,-5-1-13 0,-5 0-5 0,-3 0-6 0,-4 0-16 16,-4 1-3-16,-4 2-21 0,-8 1-31 0,-6 0-16 0,-6 3-25 16,-9 0-31-16,-8 1-28 0,-9 0-38 0,-9 0-62 0,-10 4-83 0,-14 1-112 15,-16 2-273-15,-24 6-185 0</inkml:trace>
  <inkml:trace contextRef="#ctx0" brushRef="#br0" timeOffset="81129.7">21180 12184 3024 0,'0'-10'90'0,"3"3"-11"0,3 0-60 0,5 6-7 0,8 5-6 0,7 4-6 16,4 5 3-16,8 6-4 0,1 5 1 0,0 3 0 0,2 8-2 15,-4 3-2-15,-3 4-8 0,-1 7-11 0,-4 3-16 0,-2 6-19 0,-4 6-16 16,-8 5-23-16,-6 4-13 0,-8 4-18 0,-10 5-16 0,-7 1 3 16,-9 2 5-16,-6-1 23 0,-5-7 41 0,-5-2 36 0,-6-6 29 0,-5-7 13 15,-3-4 14-15,-5-3 10 0,-5-3 21 0,-5-2 24 0,-4-1 17 0,-3-4 24 16,-3-2 4-16,-2 0 11 0,2-3 0 0,0-3 1 0,3 0-9 15,4-3-16-15,1-1-10 0,3-3-23 0,5-2-11 0,2-3-8 0,7-1-7 16,5-1-11-16,4-4-5 0,5 0 0 0,6-2-11 0,4-2-3 0,6-1-10 16,4-2-6-16,4-2 9 0,6-2-3 0,1-2-3 0,4-2-3 15,4 0-7-15,2 0-1 0,4 0 4 0,3 1 4 0,4 1-2 0,6-1 0 16,7 1-2-16,6-1 2 0,8 0 0 0,7-1 0 0,8-1-2 16,6 0 2-16,8-1 2 0,7-1 8 0,5 0-3 0,6-1 3 0,4 0-7 15,2 1-12-15,5-1 11 0,4 1-10 0,1-1 8 0,2 3 0 0,1-1 0 16,-2 1 2-16,1 0-4 0,1 0 8 0,-1 1-10 0,-2 0 10 15,0 0 0-15,-4-1 3 0,-1 0-1 0,-7-1 1 0,-1-1 10 0,-6 0-7 16,-3 0 1-16,-4-1-5 0,-5 0 3 0,-4 0-1 0,-4 0 2 0,-5 0-1 16,-5-1-7-16,-5 1 0 0,-6 0-10 0,-2 0 4 0,-5 0 0 15,-2-1-4-15,-6 0-9 0,-4-1-35 0,-4-1-34 0,-5-1-39 0,-2 0-45 16,-2-2-55-16,-2-3-66 0,-3-1-126 0,-1-6-173 0,0-7-176 16,0-8-68-16</inkml:trace>
  <inkml:trace contextRef="#ctx0" brushRef="#br0" timeOffset="81583.7">27353 11884 2215 0,'-22'-25'563'0,"-5"-1"-489"0,-6-6-11 0,-1 6-31 16,6 5 15-16,-4 1 8 0,0-1 3 0,-3 1-11 0,-4 1-19 15,-3 0-9-15,-3 4-8 0,-3 1-4 0,0 1 0 0,-2 3-1 0,-2 3-6 16,-6 3-4-16,-7 4 4 0,-7 4-4 0,-6 4 4 0,-2 3 8 0,-5 5-8 16,1 3 5-16,1 5-2 0,-2 1 5 0,3 4 4 0,4 0 0 15,2 2-3-15,8 0-3 0,6 2-1 0,9-1-1 0,9 2-4 0,8 0-2 16,11 1-25-16,7 0 20 0,10 2-9 0,9 2-7 0,9 3 7 15,12 4-32-15,10 6-1 0,10 2-1 0,12 2 0 0,8 3-1 0,9 0 12 16,6-1 7-16,6 0 7 0,0-1 25 0,5-3 8 0,0-2 4 0,1-2 6 16,0-1-6-16,-2-2 2 0,-1-1 6 0,-4-2 5 0,-4-1 6 15,-4-4 4-15,-8-2-1 0,-6-2 1 0,-9-3-2 0,-7-2-1 0,-5-3-9 16,-9-2 0-16,-5-1 10 0,-7-2-11 0,-5-1 10 0,-5-1 2 16,-4-2-23-16,-4 2 4 0,-4-1-8 0,-4 0-14 0,-5 2-6 0,-5-3-12 15,-7-2-15-15,-4 0-13 0,-8-1-4 0,-5 1 4 0,-8-1-1 0,-9 1 8 16,-6-1 5-16,-9 1-3 0,-6-1 5 0,-5 1 8 0,-7 1-4 15,-4 1 6-15,-6-1-1 0,1 0-6 0,0 0 8 0,3-2 2 0,8-1 10 16,5 0 1-16,11-3-17 0,10-1-46 0,8-2-83 0,9-3-127 0,9-2-142 16,7-2-152-16,8-4-214 0</inkml:trace>
  <inkml:trace contextRef="#ctx0" brushRef="#br0" timeOffset="81943.7">27414 11141 1514 0,'-2'-8'1122'0,"0"2"-1018"0,0 2-27 0,2 7-60 0,2 5-7 15,1 3 2-15,2 7 6 0,1 5 1 0,1 5 1 0,1 8 5 16,0 5-6-16,0 6-7 0,0 6 3 0,0 5-5 0,-1 5-1 0,0 7 10 16,0 4-9-16,-3 4-3 0,0 3-2 0,-2 4-17 0,-2 3 21 15,-1 3-9-15,-2 5-2 0,0 0 11 0,-1 2-25 0,-1 3-4 0,1-1-18 16,0-1-28-16,0 1-41 0,-1-3-30 0,0-5-27 0,1-5-6 0,2-7 27 15,-1-8 35-15,2-9 51 0,2-10 42 0,1-11 23 0,2-7 43 16,0-10 34-16,1-7 40 0,-1-6 40 0,0-5 11 0,0-4 3 0,0-2-5 16,0-1-9-16,-1-3-20 0,1 0-19 0,0-3-16 15,0-2-18-15,1-4-15 0,-1-3-18 0,1-3-9 0,1-3-11 0,1-4-18 0,-1-4-17 16,3-3 8-16,2-5-12 0,1-4 2 0,2-5 15 0,1-3-21 0,3-1-2 16,2-1-5-16,1 2-7 0,4 4 5 0,1 6-7 0,-2 8-1 15,1 6-2-15,-3 6-8 0,-2 5 3 0,0 4-3 0,-2 4-5 0,-1 3-9 16,0 6-3-16,0 3-1 0,-1 5-6 0,3 3 4 0,0 4-4 0,-1 6-6 15,0 2-6-15,-2 7-28 0,-2 2-44 0,-2 3-44 0,-2 2-48 16,0-2-72-16,-2 2-64 0,0-2-42 0,1-1 10 0,0 1 52 0,-1-3 74 16,4-1-39-16</inkml:trace>
  <inkml:trace contextRef="#ctx0" brushRef="#br0" timeOffset="82242.7">28262 13325 945 0,'8'-12'351'0,"1"-1"-46"0,4-4-40 0,-1 2-25 0,-2-1-27 16,1-2-23-16,0 0-30 0,1-3-38 0,1 0-30 0,0 1-23 15,0 0-16-15,0 1-19 0,0 2-6 0,0 3-11 0,0 1-7 0,-3 2-6 16,1 4-1-16,-2 0-10 0,1 3-5 0,-2 1-3 0,0 2-1 0,1 2-3 15,-2 0 0-15,2 1-12 0,0 2-8 0,0 0-3 0,1 2-10 16,2 0-6-16,1 1-13 0,3-1-13 0,1 1-14 0,4-1-11 0,-1 0-23 16,2-3-19-16,2-1-29 0,0-1-26 0,2-4-7 0,0-1 14 0,0-3 44 15,-2-2 49-15,-2-1 53 0,-2-1 37 0,-4-1 32 0,-2 0 33 16,-2-1 31-16,-3-2 29 0,-4 1 23 0,-1-1 4 0,-2-1-5 0,-4-2-21 16,-2 0-25-16,-4 2-22 0,-2-1-19 0,-2 1 1 0,-1 0 10 15,-4 3 5-15,-3 0 10 0,-2 2-5 0,0 2-8 0,-5 3-7 0,-2 2-7 16,-2 3-3-16,-2 2-1 0,-2 4-5 0,0 2 1 0,0 2-3 0,2 2-6 15,3 3-1-15,2 2-7 0,2 2-7 0,3 3-3 0,2 0 4 16,3 1-6-16,6-1 2 0,2-1-6 0,5-1-9 0,3 0-4 0,3-2 3 16,4 0-7-16,5 0 6 0,3 0-3 0,6-2-4 0,3 2 4 15,3-2 0-15,3-1-4 0,3-2-3 0,5 0-4 0,0-3-9 0,4 0-2 16,0-3-7-16,1-1-22 0,2-1-24 0,1-3-46 0,1-1-62 0,0-2-73 16,0-4-73-16,0-2-58 0,2-6-91 0,2-5 83 15</inkml:trace>
  <inkml:trace contextRef="#ctx0" brushRef="#br0" timeOffset="82408.7">29553 12462 2082 0,'-3'-4'622'0,"1"1"-485"0,1 1-92 15,0 2-32-15,1 2-1 0,0 2 12 0,1 2 3 0,-1 3 2 16,0 3-2-16,0 5-11 0,0 8-6 0,1 6-3 0,2 9-2 0,0 7 2 16,0 8-2-16,2 7-3 0,1 8-7 0,1 5 0 0,0 4 1 15,1 8 1-15,0 1 6 0,1 5-8 0,1 0-4 0,1 0-23 0,0-2-35 16,1-2-37-16,1-3-68 0,1-3-149 0,1 2-251 0,-3 5-45 0,-5 12-249 15</inkml:trace>
  <inkml:trace contextRef="#ctx0" brushRef="#br0" timeOffset="82708.7">29260 12631 2670 0,'-3'-7'124'0,"1"-3"-54"0,3 0-62 16,3-2-2-16,3 2 5 0,2 0 13 0,1 0-11 0,4 1-4 16,3-1-1-16,6 1-11 0,5 1-4 0,6 1-17 0,7 2-13 0,6 2-9 15,6 5-2-15,5 3 8 0,1 5 8 0,1 4 11 0,0 2 8 16,-1 4 3-16,-3 3 2 0,-1 0-8 0,-2 3 11 0,0 2 2 0,-3 2-3 16,0 3 14-16,-3 1-16 0,-4 0-5 0,-2 2 3 0,-3-1 2 0,-6 2 7 15,-2 1 1-15,-7-2 1 0,-2 0-1 0,-3-3 2 0,-6-1-2 16,-4-3 1-16,-5-1 1 0,-4-3 4 0,-4 0 6 0,-3-4 8 0,-4-2 0 15,-3-2 2-15,-5-1 9 0,-1-4 16 0,-4-1 13 0,-4-1 7 16,-5-2 0-16,-5-2-17 0,-4-3-1 0,-2-3-4 0,-3-2-13 0,-1-3-11 16,-2-1-16-16,0-3-36 0,3-2-25 0,-1-1-30 0,3-4-54 0,0-4-77 15,-1-3-122-15,1-8-191 0,-4-9-286 0,-4-13 74 0</inkml:trace>
  <inkml:trace contextRef="#ctx0" brushRef="#br0" timeOffset="83229.7">26409 10820 2834 0,'-122'40'136'0,"-3"12"4"0,-30 23-38 0,14 10-18 0,20 2-17 0,10 5-26 0,6 4 5 0,8 5-20 0,3 8-8 15,2 4 6-15,7 5-22 0,6 7 7 0,9 3-5 0,8 6-6 16,11 0 4-16,9 2-22 0,10 2 22 0,9 2-8 0,11-1 2 0,13 0 8 15,12-4-21-15,13-4-1 0,9-3-11 0,11-4 1 0,10-6-7 16,10-6-13-16,12-5 13 0,8-5-6 0,6 2 4 0,7-4 23 16,3-2 0-16,4 0 3 0,6-8 0 0,6-2 3 0,5-5-3 0,7-3 6 0,5-1-2 15,6-2 14-15,5-1 3 0,6-2 11 0,5-4 11 0,5-3-9 16,2-4-1-16,2-6-5 0,1-5 0 0,1-7 2 0,0-4-2 0,3-4 1 16,1-6 0-16,0-6 2 0,-5-6 0 0,-2-6 0 0,-4-7-7 0,-1-7-2 15,0-7 3-15,-1-6-6 0,-2-6-5 0,-5-3-3 0,-6-5-3 16,-2-3 6-16,-4-4 3 0,-1-6-1 0,0-7 1 0,-3-6-4 0,-5-5 5 15,-7-3-3-15,-10-1-8 0,-6-5 6 0,-2-5-9 0,-4-2 1 0,-5-2 2 16,-5 1 10-16,-7-1 1 0,-5-1-9 0,-5-1-1 0,-7-2-16 16,-2-3-5-16,-6 1-1 0,-5-3-10 0,-2-4-10 0,-9-2-2 0,-3-7-10 15,-3-8-10-15,-8-5-12 0,-16 52-19 0,0-17-11 0,-6-2 8 16,-1-18 17-16,-6-96 21 0,-12 2 22 0,-12 18 14 0,-12 38 5 0,-4 17 7 16,-10-2 8-16,-8 2 7 0,-8 1 6 0,-8-1 6 0,-7 2 14 0,-8-2-1 15,-8 0 14-15,-6 2-12 0,-10 0 15 0,-5 5 12 0,-7 3-3 16,-9 4 4-16,-8 4-15 0,-9 4-11 0,-10 7 3 0,-6 7-1 0,-7 9 0 15,-8 8 1-15,-7 8-1 0,-9 10-1 0,-4 7-2 0,-9 6-2 0,-3 10-6 16,-3 8-4-16,-2 10-4 0,-1 8 1 0,1 10-5 0,-3 8 1 16,0 6-5-16,-2 8 1 0,-1 6 1 0,0 8-1 0,-2 9 2 0,0 9-18 15,0 9 10-15,2 8 2 0,5 10-4 0,3 8 3 0,6 10-27 16,10 8-28-16,7 6-44 0,12 7-79 0,13 6-122 0,12 5-216 0,13 6-167 16,15 9-313-16</inkml:trace>
  <inkml:trace contextRef="#ctx0" brushRef="#br0" timeOffset="145776.69">3912 6805 773 0,'-17'-2'181'16,"2"3"-210"-16,-3-2-18 0,5 1 13 0,2-1 24 0,0-1 23 0,1 0 3 16,1 0-17-16,1 0-33 0,-1-2-30 0,1 1-10 0,0 0-1 15,0 1 13-15,0-1 11 0,0 0 11 0,-2 1 8 0,0-2 5 0,0 2 8 16,-2 1 5-16,1 1 9 0,0 0 11 0,-2 2 10 0,-2 0 9 15,0 1 4-15,-1 2 5 0,-2 2-1 0,0 0-4 0,-2 3 1 0,2-1 0 16,-3 3 2-16,1 2 1 0,-1 1 1 0,-2 1 0 0,1 0-5 0,0 1-3 16,-1 1-7-16,3-1-1 0,-2 0 0 0,2 0-6 0,1 1-4 15,0-1-11-15,2 1-2 0,1 3-1 0,1 0 5 0,-1 3 7 0,0 0 0 16,0 2 1-16,0 0-2 0,-1-1-2 0,1 3-5 0,2-1 1 0,1 3 0 16,0 2 2-16,-1 1 1 0,0 0 0 0,4 0-1 0,-2-2-3 15,1 1 3-15,1-1-2 0,0 2 1 0,2-1-2 0,-1 1-7 0,2 0 1 16,-2 1 1-16,1 0-2 0,0 2 7 0,-1 1-4 0,2-2 1 0,1 2 3 15,0-2-1-15,1 1 3 0,1 2-3 0,-1-2 1 0,2 2-1 16,1-2 0-16,-1 0 3 0,2 2 0 0,1-2 4 0,1 1-2 0,0-1 0 16,2 0 1-16,-1 1-3 0,2-1 5 0,1 1 2 0,1-3 0 0,0 0 2 15,2-1-1-15,1 0 2 0,3 1-2 0,0-1 0 0,1 0-1 16,0-2-3-16,2-1 3 0,1 0-1 0,2-1 2 0,-1-1 4 0,2 1 1 16,1-1-1-16,0-1 2 0,2-1 1 0,0 1 4 0,0 1 3 15,1-2 2-15,0 2-6 0,3-2 1 0,1 1-3 0,0-2-2 0,3 1 0 16,-2-1-5-16,1-1-2 0,-1-1-4 0,2-1-2 0,0 0-1 0,2-3-1 15,1-2 1-15,-1-3 2 0,0-1-1 0,1-3 7 0,-2-1 1 16,2-2 2-16,-1-3 6 0,0-1-1 0,0-2 2 0,-1-2 4 0,1-1 1 16,0 0 7-16,1-3 3 0,-2-1-3 0,1-1 4 0,-3-2-6 15,0 0 4-15,0-2 2 0,1 1-3 0,0-3 4 0,0-3-7 0,0-1 0 16,0-1-1-16,0-1 3 0,1-2-7 0,-1 1 0 0,2-3-7 0,-1-2-9 16,1-1 3-16,-2-3-8 0,0 0-4 0,0-4 2 0,0 0-4 15,1-2 2-15,0 0 1 0,-3-1-2 0,1-3 6 0,-3 1-3 0,-1-1 0 16,1-1 1-16,-1 0-1 0,-1-3 3 0,-1 1 0 0,-1 1-2 0,-1 0 0 15,-2 1-1-15,0 0 3 0,-2-2 3 0,-2 2-3 0,0 0 1 16,-1-1 5-16,-2 0 0 0,0-1 6 0,-3 0 0 0,0 0-3 0,-2 0 2 16,-1-1 0-16,0 0-4 0,-3 2 3 0,0 1-3 0,-4-3 0 0,-1 1 1 15,-2 0-3-15,-2-2-5 0,1 3 2 0,-2 0-1 0,0-1-1 16,-2 1 4-16,-1 1-3 0,0 0 2 0,-2 1-1 0,0 0-1 0,-1-1 2 16,-1 0-2-16,0 2 2 0,-1 0-4 0,1 0 0 0,-2 0-4 0,-2-1-2 15,0 2 7-15,0-1-2 0,0 1-1 0,-2 1 2 0,0-3-12 16,-3 2-2-16,0-1-1 0,1 1 2 0,-3 0 4 0,-1-1 2 15,-2 2 1-15,-1 1 0 0,-1 4 0 0,1 1 2 0,-1 3 2 0,-1 0 2 0,-3 2 2 16,2 1-3-16,-4 1-1 0,1 3 4 0,-2 2 2 0,-1 1-4 16,-2 3 2-16,-3 1-5 0,0 2 2 0,-1 4-1 0,-1 2-1 0,-3 2-3 15,0 4-8-15,-2 2 5 0,-1 3 3 0,-1 4-4 0,-2 2-1 16,-2 3-4-16,-1 5-1 0,-1 4 8 0,1 5 7 0,1 4 4 0,0 1 8 16,1 4-4-16,1 2-5 0,3 4-3 0,4 2-10 0,1 3-17 15,3 0-27-15,3 0-39 0,2 2-53 0,2 0-67 0,3 3-66 0,3 4-72 16,1 3-197-16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0:36:10.9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13218 5658 9 0,'-2'-7'9'0,"-1"0"-1"0,0-3 1 15,0 1 2-15,0 2 1 0,1 1 2 0,-2-1 4 0,0 2 12 0,0-2 7 16,0 1 7-16,1 1 4 0,0-2-8 0,0 1-1 0,0 0-6 0,1 1-9 16,1 0-6-16,0 1-8 0,1 0-4 0,1 0-3 0,1 1-1 15,0 0 0-15,1 1-1 0,1-1-2 0,0 2 2 0,0-1-2 0,1 1 1 16,1 1 1-16,-2-1-1 0,1 0 1 0,0 0-1 0,1 0-2 16,-2 1 2-16,1-1 0 0,-1 1 2 0,0 0 1 0,0 0 4 0,-1 0-1 15,2-1 3-15,-1 1-2 0,2-1 0 0,-1-1 1 0,3 1 3 0,1 0 2 16,2 1 0-16,0-1 1 0,1 0-3 0,-1 0-3 0,3 0 3 15,1 0 0-15,1-1 2 0,0 2-1 0,2 1-3 0,1 0-4 0,0 1-1 16,-1-1 2-16,1 3-3 0,-1 0 2 0,-1 1-1 0,1 3-4 16,0 1 1-16,-1 2-1 0,2 2 0 0,-1 3 1 0,1-1 1 0,-4 4-2 15,1 1 1-15,-2-1 0 0,0 3-3 0,-2-2-1 0,1 0-1 0,0 2 3 16,-1-2-1-16,0 1-9 0,-3-1-15 0,1 1-17 0,-2-1-7 16,0 1-3-16,-2-2 4 0,-2-2 0 0,-3 0 2 0,-1-1 3 0,-2-1 2 15,-4-2 3-15,-2 0 4 0,-3 0-3 0,-2 0-9 0,-3-1-1 0</inkml:trace>
  <inkml:trace contextRef="#ctx0" brushRef="#br0" timeOffset="75">13466 6075 30 0,'-20'1'32'0,"-3"0"-5"0,-4-1-8 0,7 1-3 0,5-1-5 0,3-1-3 0,1 0-3 16,4 0-8-16,1 1-4 0,5 0-13 0,-1-1-9 0,2 2-5 15,2-1 5-15,-1 3 6 0</inkml:trace>
  <inkml:trace contextRef="#ctx0" brushRef="#br0" timeOffset="494.99">17107 6123 27 0,'48'-3'22'0,"4"1"-9"0,14-1-6 0,-6 0 0 0,-7 0 0 16,2 0-4-16,1 0 0 0,1 0-1 0,-1 0-1 0,0-1 2 16,-1 0-1-16,1 1 5 0,-3-1 5 0,-1 2 6 0,-1 0 7 0,-2 0 5 15,-3 1-1-15,2 0-3 0,-3-1-2 0,-2 0-7 0,-1 0 1 0,0-1-2 16,-4 1-3-16,1-1-2 0,-2-1-3 0,-1 1-1 0,2-2-4 15,-1 0 1-15,-1 0 0 0,-1 1-2 0,-3 0 1 0,1-1 0 0,-3 0 0 16,1-1 0-16,-2 2-1 0,0-1 1 0,-2 0-2 0,0-1 3 0,-1 0-1 16,-2-1-1-16,0-1 0 0,-2 0-6 0,0 0-4 0,-1 1-4 15,-2-1-6-15,-2-1-1 0,-1-1-4 0,0-1 0 0,-2-1 1 0,-1 0-2 16,-1-3 0-16,-3 0-9 0,-2 0-6 0,0 0-34 0,-3-2-4 0</inkml:trace>
  <inkml:trace contextRef="#ctx0" brushRef="#br0" timeOffset="3969.01">6460 5312 28 0,'28'-27'9'0,"9"-5"191"0,9-7-59 0,5 2-120 15,-8 9-8-15,5-3 5 0,5 0 4 0,4-2 2 0,6 0-3 0,2 0-4 16,5 2-7-16,2 1-1 0,1 1-3 0,5 0-2 16,0 2 0-16,3-1 0 0,2 2-2 0,0 0-1 0,2 3-1 0,-1 3-1 0,-1 1 2 15,0 4 0-15,-1 3 4 0,-1 5-1 0,0 2-3 0,-1 3 2 16,0 5-6-16,-2 2 1 0,-2 3 3 0,1 7-1 0,-3 3 3 0,-1 4 0 15,0 3-1-15,-2 3 2 0,0 2-4 0,-3 2 2 0,-4-1 2 0,-1 1-1 16,-4 0 2-16,-3 1-2 0,-2 1 0 0,-2 1-1 0,-3-1-3 16,-2 1 3-16,-3 1 3 0,-4 0 2 0,-1 2 4 0,-4 0-1 0,-1 0-3 15,-1 1-2-15,-3 1 5 0,-2-1-2 0,-4 0 0 0,-3-4-1 0,-1-2-2 16,-1-2 0-16,-4-1 1 0,0-3 1 0,-3 1 1 0,-3-4 3 16,-1 0 2-16,-3-2 2 0,-2-2 5 0,-2 0 4 0,-1-1 5 0,-2 0 4 15,-2 0 0-15,-2-1-1 0,-2-2-4 0,-3 1 1 0,0-1 2 16,-3-2-2-16,0-1 1 0,-4 0 0 0,-3-1-7 0,-3-1 1 0,-6 0-5 15,-3-2-2-15,-5 0 0 0,-2 0-4 0,-4-3-4 0,-2-1-2 0,-2-2-6 16,-4-1-3-16,-2 0-1 0,-3-2-1 0,-2 0 2 0,-4-1-2 16,-3 0 4-16,-1-1 0 0,-3 0 0 0,0-1 2 0,1-1 0 0,-1 1-1 15,-1-1 1-15,0-1 7 0,1 1 0 0,-2-1 4 0,1 1 2 0,1-1 4 16,1-1 9-16,2 0 3 0,1 0-4 0,1 1-1 0,1 0-1 16,3 0 1-16,3-1 4 0,2 1-5 0,2 1-8 0,2-1-1 0,2 2-4 15,2-1-3-15,4 0 3 0,1 1-5 0,4 1-5 0,4-1 4 16,2 1-7-16,5 0 5 0,1 1-2 0,4 1-3 0,2 0 0 0,3 1-2 15,2 1 4-15,2 1-7 0,2 0 3 0,2 0-5 0,2 2-2 0,2 0-1 16,0 2-8-16,2 1-1 0,1 0-6 0,1 0-1 0,3 2-4 16,1 0-3-16,2 0-3 0,2 1-5 0,2 0-8 0,2 0-15 0,2 0-31 15,4 1-20-15,2-2-19 0,5 1 3 0,3 0 23 0,2-1 9 0,3-1 19 16,2-1 7-16,5-2 1 0,0-3 3 0,4 1-61 0</inkml:trace>
  <inkml:trace contextRef="#ctx0" brushRef="#br0" timeOffset="4485.01">9583 5420 967 0,'-12'-30'-64'0,"3"-1"91"0,0-7 47 0,5 6 4 0,4 5-35 16,2-2-19-16,1 2-1 0,2-1-7 0,3 2-7 0,3 1-2 0,3 1 4 15,3 2-4-15,5 0 1 0,4 1 1 0,3 2-9 0,3 1 4 0,1 2-4 16,3 3 2-16,4 2-4 0,4 2 1 0,3 1-1 0,6 3-1 16,3 2 2-16,4 2-4 0,5 3 2 0,3 3-2 0,3 3-4 0,2 3 0 15,1 2-2-15,0 2-4 0,1 3 1 0,1 2-2 0,0 1 0 0,1 2 3 16,-1 1 4-16,-1 0 3 0,2 3 5 0,-2 1-3 0,-2 2-4 15,1 0-1-15,-3 3 0 0,-3-1 2 0,0 4 2 0,-4 1-1 0,-4-2-3 16,-5 2 2-16,-5-4 1 0,-5 0 0 0,-1-2 3 0,-6-2 1 16,-3-2 1-16,-4 0 2 0,-5-1-1 0,-5 0-3 0,-4-1 3 0,-5 0 4 15,-4-1 4-15,-5 2 2 0,-5 1 2 0,-5 1-3 0,-5 0 1 0,-7 1 3 16,-5-1-3-16,-8 2 2 0,-5 1-4 0,-6 0-2 0,-5-1-1 16,-1 0-4-16,-2-5 1 0,-2-1-1 0,2-2 4 0,-1-2-1 0,3-1 2 15,4-3 3-15,2-3-3 0,1-1-1 0,3-2 4 0,2-1-5 0,-1-3 6 16,1-1 0-16,-1-2 2 0,1-2 2 0,1-3-2 0,1-1 7 15,3-4-5-15,-2-1 4 0,2-1-6 0,0-4-7 0,1 0-5 0,2-2-5 16,3-2 1-16,1 1-1 0,4 1 3 0,1 0 1 0,3 0-4 16,4 0-3-16,2 2-6 0,4 2-4 0,2 1-6 0,2 1-1 0,4 2-7 15,3 1-11-15,2 0-10 0,2 1-6 0,5-1-6 0,4 3 0 0,5-1-4 16,2 1-7-16,6 3-8 0,2 1 6 0,7 2 8 0,4 2-2 16,3 2-5-16,5 2-5 0,2 1-93 0</inkml:trace>
  <inkml:trace contextRef="#ctx0" brushRef="#br0" timeOffset="15542.76">9896 6292 794 0,'11'1'-15'0,"3"0"7"0,8 1 14 0,4 1-5 0,-2 1-8 16,3 1-4-16,2 1-6 0,2 0-12 0,0 1-13 0,3 2-9 15,-1 0-7-15,4 1-1 0,1 1 0 0,0-2 3 0,2-1 4 0,-3 3 4 16,2 0 10-16,0 2 3 0,-1 1 7 0,0-1 0 0,1 2-29 15,-1 2-29-15</inkml:trace>
  <inkml:trace contextRef="#ctx0" brushRef="#br0" timeOffset="16964.27">9665 7762 889 0,'-33'9'7'0,"0"1"23"0,-7 2 6 0,10-1-10 0,7-1-17 0,3 0-6 15,1-1 1-15,2 0-1 0,2-2-1 0,3 0-2 0,4 0 0 0,2-2-10 16,2-1-8-16,4 0 2 0,2-1-8 0,3 0 3 0,2 0 4 0,0 0-1 15,4-1 4-15,2-1 1 0,1 0 4 0,1-1 3 0,0 0-1 16,2-1 3-16,2 0-2 0,0 0 4 0,4 0 0 0,1 0 0 0,0 1 4 16,1-1-3-16,0 2 1 0,1-1-1 0,1 2 3 0,0-1 1 0,2 2 2 15,2-1-2-15,2 1-2 0,0-1-2 0,2 1 4 0,3 0 1 16,-1 0 1-16,4 2-1 0,-1 0 0 0,3 1 0 0,1 0-1 0,3 2 2 16,0 1 1-16,1 0-2 0,2 1 1 0,2 0 0 0,1-1-3 15,3-1 1-15,2 0 1 0,2-3-1 0,2-2 2 0,2-1-3 0,4-4 1 16,0-1 2-16,2-3-1 0,3-2-3 0,-1-1 1 0,3-3-1 0,2-1-1 15,1-3 0-15,3-1 1 0,1-1-1 0,-1 1-1 16,3-2 3-16,-1 0 2 0,3 1 1 0,0 0 0 0,1-1-1 0,3 1-1 0,-2 0-1 16,3 1-2-16,-2 1 2 0,2 2 0 0,0 1-1 0,3 1 1 15,-1 2-2-15,2 2-2 0,-1 1 1 0,0 3 1 0,0 1-1 0,0 3 0 16,0 1 0-16,-1 2-1 0,0 0 1 0,0 2 1 0,-1 1 1 0,-1 1-2 16,0 0 1-16,-1 0-2 0,-1 1 1 0,0 0 1 0,1-1 0 15,-2-1 0-15,1-1-1 0,1-1 1 0,-1 0-1 0,2-3-2 0,-1-1-6 16,3-2-4-16,-2-2-2 0,3-2-2 0,-2 0 2 0,4-4 0 0,-2-1 1 15,0-2-3-15,1-2 6 0,-2 1 0 0,1-2 2 0,0-2 2 16,1-3 0-16,-2-1 2 0,1-3-6 0,-2 0-4 0,2-3-7 0,-3 0-7 16,3-2-6-16,-2 1-5 0,1-1-2 0,-1-1 2 0,0-1-5 0,-1 1 0 15,2 0-2-15,-3 4-6 0,1 0-2 0,-2 2-11 0,2 3-17 16,-3 1-46-16</inkml:trace>
  <inkml:trace contextRef="#ctx0" brushRef="#br0" timeOffset="62201.25">12496 8065 58 0,'23'-3'1'0,"4"0"6"15,12-2 4-15,1 0 1 0,1 0 1 0,6 0 0 0,3 1-5 0,3-1-2 16,4 2-1-16,3 0-2 0,2 0-2 0,4 2 1 0,2 2-3 0,3 0 2 16,1 1 0-16,5 0-2 0,1 0 1 0,1 0-1 0,-1 3-1 15,-1 0 1-15,-1 1-1 0,-2 0 1 0,-3 1-1 0,-2 1 2 0,-1 1 1 16,-5 1 0-16,-1-1 0 0,-3 3 0 0,-3 1 1 0,-2 0 1 16,-3 2 1-16,-2 0 0 0,-4 3 0 0,-1 1-1 0,-1-2 0 0,-4 3 3 15,-1 1 1-15,0 0 3 0,-2 2 1 0,-2 1 1 0,-2 0 2 0,-2 2 0 16,-1-2 3-16,-2 2-1 0,-2 0-3 0,-1-1 0 0,-2 3-3 15,-1 0-1-15,-1 0 1 0,-3-1-2 0,-1 0-1 0,-2-2 0 0,-1-1 1 16,-3 0-2-16,-3-1 3 0,-2-1 3 0,-2-1 3 0,-5-1 11 0,-3-1 7 16,-4 0 7-16,-3-2 1 0,-4-1 3 0,-4-2 1 0,-2 0 1 15,-5-2 3-15,-2 0-6 0,-5-1-11 0,-2-1-8 0,-4-1-13 0,-4-2-5 16,-4 0-4-16,-4-3 0 0,-4-4 4 0,-1 0 1 0,-3-3 8 0,-4-3 7 16,-1-3 9-16,-1-1 11 0,-1-3 3 0,-2-2 8 0,0 1 5 15,-1-4-7-15,0-1-1 0,1 1-10 0,0-3-15 0,-1 0-5 0,2 1-1 16,3 0 3-16,3 1 7 0,1 1 4 0,5 4 2 0,2 0-4 15,1 3 0-15,6 0 0 0,1 2-9 0,2 2-2 0,4-1-13 0,1 2-13 16,4 0-6-16,3 2-20 0,3 1-20 0,3-1-37 0,5 2-61 16,3-1-81-16,5 1-83 0,4 0-208 0</inkml:trace>
  <inkml:trace contextRef="#ctx0" brushRef="#br0" timeOffset="63264.25">11247 12737 3487 0,'-26'-4'82'0,"6"2"-24"0,-2 2-49 0,8 1 8 16,7 2-15-16,2 0-13 0,4 2-4 0,3 3 0 0,2 4 1 0,3 3-2 16,1 3 2-16,0 2 5 0,-1 2-4 0,-1 1 6 0,0 2-3 15,0 1-1-15,0 1 6 0,0 0-3 0,1-2-5 0,-1-1-3 0,1-3 3 16,0 1-4-16,0-1 6 0,2-1 2 0,0 2 0 0,0-2 0 0,0 0-6 16,1 0 2-16,-1-1-3 0,-1 0-6 0,1-3-14 0,-1 1-16 15,0-2-26-15,1-2-21 0,-1 0-6 0,0-2-37 0,-1 0-41 0,-1-1-89 16,0-1-154-16,0-2-128 0,-1-1-21 0,0-3-73 0</inkml:trace>
  <inkml:trace contextRef="#ctx0" brushRef="#br0" timeOffset="63636.11">10697 12731 3168 0,'-33'-14'121'0,"7"0"-2"0,-5-2-57 16,11 3-6-16,10 3-21 0,3 0 12 0,4 0-25 0,4 1-16 0,4 0-4 15,4-3-13-15,5 1-1 0,4-1 5 0,4 1-6 0,1 0-6 16,5 1 2-16,2 2-3 0,2 0-1 0,2 1-1 0,4-1-9 0,0-1 3 16,4 1-8-16,3-1-6 0,0 1 0 0,3 1-8 0,0 2 2 15,3 0-1-15,2 1 1 0,1 3 8 0,-1 2 4 0,-1 3 2 0,0 3 1 16,0 2 6-16,1 6 3 0,0 3 7 0,0 3 2 0,-1 4 7 0,-2 3-9 16,1 2 5-16,1 3 15 0,0 1-4 0,-1 3 4 0,-1 3 4 15,-2-2-16-15,-3 1 8 0,-3-1 1 0,-2-1 5 0,-6 1 0 0,-3-2 3 16,-7 0 1-16,-5-2 4 0,-5 1 4 0,-4 1-2 0,-6-2 2 15,-6 1 2-15,-5-4-9 0,-8 1 9 0,-6 0 3 0,-7 0 6 0,-9 0 8 16,-5 1-6-16,-6-4-6 0,-4-1-6 0,-4-4-3 0,-5-1 3 0,-4-5-4 16,-2-1-1-16,-1-3-6 0,0-5-2 0,1-3 7 0,2-5 3 15,1-4 2-15,2-4 10 0,4-5-3 0,2-3-1 0,3-2 8 0,3-6 0 16,2-3-2-16,3-5-9 0,3-4-14 0,2-5-28 0,2-4 2 16,3-1-6-16,5-3-12 0,5 2 2 0,6 3-25 0,6 4-21 0,6 3-19 15,4 3-24-15,4 0-33 0,5 3-56 0,3 0-92 0,5 2-144 0,4 2-117 16,5 0-48-16,3 2 79 0</inkml:trace>
  <inkml:trace contextRef="#ctx0" brushRef="#br0" timeOffset="63919.1">13032 11956 2485 0,'-29'-7'1465'0,"6"5"-1378"0,-1 1-39 16,10 8-38-16,8 3-10 0,2 5 0 0,5 7 0 0,3 9 0 15,6 9-2-15,2 5-8 0,0 1 12 0,0 1-10 0,-3 3 2 0,0 0 4 16,-3 5-6-16,0 0-8 0,-1 1-10 0,-1 2-8 0,2 1-21 0,1 0 4 16,0-1 3-16,2-1-16 0,0-3 17 0,2-2-10 0,-1-3-2 15,0-4 18-15,0-6 11 0,0-6 8 0,-1-5 15 0,-1-4-1 0,0-6 4 16,-1-2 6-16,0-2-11 0,-2-2-2 0,1-4-6 0,-2-1-19 0,-1-3-17 15,0-1-37-15,-1-3-43 0,-1-1-62 0,-1-3-107 0,-1-4-159 16,-1-4-147-16,-2-7-54 0,-4-10-56 0</inkml:trace>
  <inkml:trace contextRef="#ctx0" brushRef="#br0" timeOffset="64363.1">12656 12002 3437 0,'-13'-12'163'0,"4"2"-38"0,2-3-77 0,9 3-19 0,8 1-4 0,5-2-9 16,8-1-13-16,10 0-5 0,6 0-11 0,3 2 9 0,3 1-2 15,-3 3-13-15,-3 2 2 0,2 2-10 0,-3 2-15 0,0 3 0 0,1 1-9 16,-3 3 0-16,0 2 1 0,-1 2-2 0,-1 2 12 0,-1 1-9 0,-2 1 11 16,-2 1 3-16,-3 1 7 0,-1-1-1 0,-3-1 11 0,-1 2 1 15,-2 0 15-15,-2 0 18 0,-3 1-9 0,-2 1 5 0,-3 0-19 0,-2-1-5 16,-2 2 3-16,-3 1 0 0,-3-1-7 0,-2 1-2 0,-4 2-1 0,-4-1-2 15,-4 3 4-15,-3 0 3 0,-2 0-2 0,-3-1 11 0,2-3 1 16,-2 1 9-16,1-3 6 0,-1-1-11 0,1-2 10 0,2-1-11 0,2-2 6 16,3-3 7-16,2-2-3 0,3-1 3 0,0-2 4 0,3-2-6 0,1-2 12 15,3-1 4-15,1-1-6 0,2-1-3 0,1 0-8 0,0-1-5 16,2 0 10-16,1 0 1 0,2-1-1 0,1 1 4 0,1 1 4 0,-1 0-1 16,3 1 7-16,1 2-10 0,1 1-5 0,3 3 1 0,0 1-4 0,2 2 6 15,1 2-3-15,-1 1-6 0,1 1 5 0,1 3-7 0,0 0 6 16,0 3 0-16,1 0-16 0,0 2-1 0,-2 0 4 0,0-1 4 0,-3 1 13 15,-2 0-6-15,-3-3-7 0,-1 2-9 0,-2-2 3 16,-1 1 0-16,-4-1-7 0,-2 0 6 0,-3 1-3 0,-2-1-1 0,-4 1 7 0,-3 2-7 16,-1-1-4-16,-3 1-4 0,-4 1-5 0,-1-2-3 0,-3 0-8 0,-2-2 2 15,3-1-16-15,-1-3-15 0,3-1-26 0,0-2-41 0,1-2-64 16,3-1-73-16,1-3-90 0,3-2-136 0,2-2-64 0,3-4 73 0,1-4-64 16</inkml:trace>
  <inkml:trace contextRef="#ctx0" brushRef="#br0" timeOffset="64705.1">13758 12481 3430 0,'-9'3'127'0,"2"1"-46"0,-1 3-22 0,4 1 0 0,4 1-19 15,3 3-9-15,5 6-29 0,3 4-2 0,2 3-6 0,2 2-5 0,1 0 18 16,0 0-13-16,-1 1 10 0,1-1-4 0,1-1-23 0,-1 1 4 0,3-3-15 15,0-1-5-15,-1-3 1 0,0-4-3 0,1-1 15 0,1-3 7 0,0-2 4 16,1-4 9-16,1-3 3 0,-1-3 12 0,0-3 8 0,-2-2 2 16,-2-2 9-16,-1-2-6 0,0-2 9 0,-2-2-1 0,-1-1-3 0,0-2-1 15,0-1-2-15,-2-2-3 0,-1 1-4 0,-2-1-7 0,0 0 1 16,-3 0-3-16,-1-1-2 0,-2 0-12 0,-3 1 2 0,-3-1 0 0,-1 0-1 16,-4 0 5-16,-2 0-14 0,-2-1-11 0,-3 3-6 0,-2 0 1 15,0 2-3-15,-3 4-7 0,-2 1-3 0,-1 3-12 0,-3 1 3 0,-1 3 2 16,-2 2-1-16,2 3 6 0,-3 1-10 0,1 4 9 0,-1 1 1 0,0 3 1 15,1 2 11-15,2 3-1 0,1 2-16 0,2 0-31 0,3 4-54 16,2 0-74-16,2-1-112 0,6 0-138 0,2 1-100 0,4-1 12 0,5 0-55 16</inkml:trace>
  <inkml:trace contextRef="#ctx0" brushRef="#br0" timeOffset="64908.1">14220 12549 2339 0,'-10'4'338'16,"-1"3"-257"-16,-2 2-33 0,6 1 2 0,2 1-7 0,2 2-9 0,1 2-22 15,3 3-20-15,0 3 9 0,2 1-2 0,1 1-1 0,-1 2 9 16,2-1-12-16,1 1 3 0,1-2-8 0,2 1-7 0,2-1-5 16,0-2-8-16,2 0-2 0,2 0-13 0,0-3-20 0,2 0-29 0,-2-1-34 0,3-3-49 15,0-1-49-15,0-3-66 0,-2-3-50 0,0-1-4 0,0-4 30 16,0-2 52-16,-1-3-63 0</inkml:trace>
  <inkml:trace contextRef="#ctx0" brushRef="#br0" timeOffset="65418.1">14748 12303 1707 0,'-11'1'642'0,"0"2"-491"0,-4 0-51 0,3 3-6 0,2 0-22 16,2 2-22-16,3 1-25 0,0 2-27 0,3 1-1 0,1-1-4 0,1 4 0 15,1-1 1-15,0 2-2 0,3 1-1 0,1 0-1 0,1 1-4 0,3 0 0 16,0 0-2-16,2 1 0 0,2 0 1 0,0-1-1 0,2 2-4 16,1-1 11-16,1-1-3 0,1-1-1 0,1 1 9 15,1-1 2-15,0 0 0 0,0 1 12 0,1-1-5 0,-1-1-5 0,1 0 0 0,-2 0 1 16,0 1-1-16,-2-1 0 0,0 0-1 0,-1 0-4 0,-1 1 0 0,0-1 5 16,-2 2 7-16,-3-1 1 0,-2-2 0 0,-2-1 1 0,-2 0-2 15,-3 0 6-15,-3-2-2 0,-1-1-3 0,-3 0-4 0,-2-1-9 0,-4-1-3 16,-1-1-4-16,-3 0-9 0,0-2-3 0,-2 0-3 0,0-2 0 0,-2-1 9 15,2-2 5-15,-1-2-2 0,1-1 7 0,2-2-3 0,-1-1 6 0,2 0 7 16,0-1-4-16,4-1 0 0,0-1-5 0,2 0-4 0,1 0-5 16,3-1-1-16,1 0 3 0,3 0-1 0,0 0 7 0,2-1 3 0,2 1 4 15,1 0 1-15,2 1-2 0,3-1 4 0,2 2 1 0,1-2 1 0,3 0 3 16,1 0 0-16,1 0 1 0,1 0 3 0,1 1 4 0,2 0-1 16,1 0 4-16,1-1 2 0,0 0 5 0,0-2 2 0,2 1 2 0,-1-1 8 15,1 0 2-15,-1-1 6 0,-1 1 6 0,-2 0 2 0,0 0 1 16,-4 2-9-16,1-2-11 0,0 0 0 0,-3 0-13 0,1 1-9 0,-3 0-2 15,-1 2-13-15,-1 0 17 0,-4 0 3 0,0 2 2 0,-2 0-1 0,-3-1-8 16,-1 1 4-16,-2 0-3 0,-2 0 3 0,-2 2-6 0,-2 0 8 16,-1-1 2-16,-3 1 3 0,-1 0-1 0,0 1-8 0,0 1 2 0,0 1-3 15,0 2 5-15,0 1 4 0,0 1-11 0,1 3-3 0,2 0-8 0,-1 2 11 16,1 2 2-16,0 2-11 0,1 2-2 0,1 2 4 0,1 0 7 16,2 4 9-16,2 0-5 0,3 0-10 0,2 2-6 0,3-1 3 0,2-1-4 15,2 0-3-15,3 0-6 0,1-4-7 0,3 1-3 0,3 0-8 16,2-2-5-16,1-3-14 0,2-1-11 0,1-2-26 0,0-2-26 0,0-3-26 15,1-2-37-15,-1-2-58 0,1-3-118 0,0-4-158 0,0-2-46 0,2-6-186 16</inkml:trace>
  <inkml:trace contextRef="#ctx0" brushRef="#br0" timeOffset="65809.1">15874 11723 1946 0,'-8'-7'843'0,"1"3"-694"0,-2-1-43 0,5 2-19 0,1 3-20 0,3 2-37 16,0 1-28-16,2 4-13 0,1 3 4 0,0 4 12 0,1 4 8 16,0 5 8-16,1 5 8 0,-1 3 1 0,1 5-1 0,1 4-13 0,0 2-8 15,0 3 1-15,3 3-8 0,1 2 1 0,2 0 4 0,1 0-14 16,2 1 1-16,2-1-6 0,2 0-6 0,1-3-14 0,0-2-8 0,0-1-9 16,0-2-13-16,-1-2-14 0,0-2-24 0,0-2-19 0,-2-2-25 0,2-1-24 15,-1-3-11-15,-1-2-16 0,1-5 10 0,-1-2 11 0,1-3 7 16,-1-5 12-16,-1-3 12 0,-1-1 17 0,-3-1-148 0,-4 1 68 0,-1-2 90 15,-1-4 42-15,0-5 141 0,2-5 2 0,-1-4-30 0,0-1 32 0,-1-1 44 16,0-2 12-16,-1 0 8 0,-2-1-16 0,1 0-16 0,-1-4 7 16,3-1-13-16,-1 0-30 0,1-1-20 0,1-1-6 0,-2 2-3 0,1 0-7 15,-1 1-6-15,0 4 0 0,0 0-3 0,-1 2 12 0,1 3 8 0,-1 3 11 16,0 3 7-16,0 2 3 0,-2 2 10 0,-1 1-3 0,1 1 0 16,-1 1 3-16,1 2-9 0,-1 1-5 0,1 2-12 0,1 4-18 0,0 1-4 15,0 4-11-15,1 0-7 0,1 3-6 0,-1 2 10 0,2 0-2 16,-1 3 0-16,2-1-2 0,1 0-15 0,1 1-11 0,1-1-5 0,0 0-21 15,0-2-25-15,-2-2-34 0,2 1-52 0,-1-2-45 0,0-1-57 0,1-2-29 16,-1 0 13-16,-2-2 26 0,-1-2 45 0,1-3 29 0,-2-3 23 16,0-2-25-16,0-4-39 0</inkml:trace>
  <inkml:trace contextRef="#ctx0" brushRef="#br0" timeOffset="65950.1">16574 12272 1935 0,'-7'-1'764'0,"1"0"-655"0,1 1-61 16,1 1-16-16,3 1-16 0,0 1-24 0,1 2-51 0,1 2-23 16,1 3-24-16,2 2-34 0,-2 2-56 0,1 2-103 0,0 1-126 0,-2-1-56 15,0 1 29-15,0 1-75 0</inkml:trace>
  <inkml:trace contextRef="#ctx0" brushRef="#br0" timeOffset="66265.1">16738 12560 2291 0,'0'3'121'0,"1"1"-86"0,0 1 1 0,2 1-6 0,1 0-12 15,4 2-16-15,2 1-24 0,2 1-3 0,1 0-4 0,-1-1-2 0,0 0 3 16,-2-1-9-16,1 1 12 0,-2-1 2 0,1-1 5 0,-2 0 8 16,2 0-7-16,-2-2 4 0,0-1 7 0,0-1 7 0,-2-1 13 0,1-1 7 15,-1-1 4-15,-1-1 8 0,-2 0 7 0,2-1 6 0,0 0 10 16,0 0-8-16,0-1 1 0,0 1-11 0,0-1-7 0,1 1-7 0,0 0-9 15,1 0-6-15,0 1-2 0,-1-1 1 0,2 2 0 0,-1 0-5 0,1 2-1 16,0 1-2-16,0 1 2 0,0 1 2 0,0 2 3 16,-1 1-4-16,1 1 1 0,0 2 4 0,0-2-3 0,-1 2 6 0,1 1-3 0,-1-1 1 15,0 0-1-15,-1 1-5 0,0-2-1 0,-1 0-4 0,0-1-1 0,0-2 0 16,-2-1 1-16,0 0-5 0,0-2 1 0,-1 0-2 0,0-2-6 16,0 0 0-16,0-2-14 0,0 0-17 0,0-1-24 0,0-1-26 0,1-2-30 15,1-1-33-15,1-1-22 0,0-1-37 0,1-3-40 0,0-1-35 16,2-1-5-16,1-2 8 0,1-1 40 0,1-1-111 0</inkml:trace>
  <inkml:trace contextRef="#ctx0" brushRef="#br0" timeOffset="66580.1">17433 12698 3373 0,'-2'0'110'0,"1"0"-82"15,0-1-13-15,3 0-8 0,1-1-24 0,2 1-47 0,2 0-40 0,2 0 0 16,0 0 10-16,0 0 35 0,1 0 10 0,-2 1-11 0,0-1-14 16,-1-1-12-16,0 1 6 0,-1-2-6 0,1-1-5 0,-1-1-7 0,-2 0 9 15,1 0 32-15,-1-1 33 0,-1-1 31 0,-1-2 16 0,-1-1 7 0,-1-1 13 16,-1 1 9-16,-1 2 10 0,0 0 3 0,-2 0 0 0,-1 2-8 16,0 0-8-16,-2 1-6 0,0 1-10 0,-1 1-3 0,0 0-8 0,0 2-6 15,0 0-7-15,0 2-9 0,1 2-9 0,-2 1 4 0,1 2-6 16,0 2-3-16,1 3 11 0,0 2-2 0,2 2 10 0,1 3-2 0,1 2 9 15,2 1 6-15,1 3-4 0,1 2 9 0,3 0-11 0,3 1-2 0,2-2 2 16,3 2-5-16,3-2-3 0,2 0-6 0,5 0-7 0,1-2-4 16,2 1-9-16,1-2-9 0,1-2-12 0,0-2-15 0,0-3-29 0,2-3-55 15,-2-1-72-15,1-3-86 0,1-2-156 0,-1-4-65 0,5-4-91 0</inkml:trace>
  <inkml:trace contextRef="#ctx0" brushRef="#br0" timeOffset="66877.82">18157 11820 2783 0,'-16'18'88'0,"1"6"-75"0,-1 9-30 16,5 7-6-16,7 3-2 0,4 6-15 0,3 8-6 0,3 5-4 16,1 5 5-16,1 1 15 0,-1 0 15 0,0 0 17 0,0 1 3 0,0-1-10 15,4 2 13-15,1-2-8 0,5-2 0 0,4-4 6 0,4-4-17 0,5-4-2 16,4-3-9-16,3-3-10 0,5-6-2 0,4-2-3 0,3-3-7 16,3-4 2-16,0-2-8 0,0-5-16 0,-1-4-41 0,-2-1-82 0,-1-2-10 15,-1-2-4-15,0-2-20 0,0-7-27 0,-1-5-51 0,1-6-8 0,2-8-88 16</inkml:trace>
  <inkml:trace contextRef="#ctx0" brushRef="#br0" timeOffset="67279.24">19269 12224 2959 0,'-18'-5'149'0,"2"0"-100"0,-6-1-40 0,4 1-11 16,4 1-26-16,2 2-43 0,1 0-34 0,0 2-9 0,-2 0 15 0,-1 2 30 16,-2 0 29-16,-3 2 6 0,-3 1 6 0,0 3 6 0,-3 2 4 15,-1 2 7-15,-1-1 8 0,0 3 5 0,2-1-2 0,0 1 0 0,3-1 3 16,1 2-2-16,4-1 2 0,3-1-6 0,2-1 0 0,2-2-6 15,2 1-4-15,3 0 7 0,3 1-3 0,2-1-2 0,4 1 0 0,2 0 2 16,4 1 1-16,2 0 2 0,4 1-1 0,4-1 1 0,3 1 5 0,1 0 2 16,3-1 2-16,2 0 2 0,3-1 3 0,0 1 3 0,2 1 6 15,-2 0 3-15,1 0-3 0,-3-1-3 0,-1 0-3 0,-5 0 3 0,-3 0-1 16,-3-1 1-16,-5 1 1 0,-3 0-9 0,-3-1-4 0,-2 0-2 0,-3-1-12 16,-2 1-5-16,-3 0-8 0,-3 0-16 0,-2 0-12 0,-2-2-47 15,-2 0-61-15,-3-2-66 0,-3-2-57 0,-2-1-43 0,-5-3-8 0,-3-1 11 16,-3-3-137-16</inkml:trace>
  <inkml:trace contextRef="#ctx0" brushRef="#br0" timeOffset="67844.23">19510 12445 2582 0,'1'-1'119'0,"0"-1"-67"0,3-2-37 0,0 0-7 0,2 0-5 15,1 0-16-15,2 1-21 0,-2-2-8 0,2 1 1 0,-2 0 9 0,-3 0 7 16,-1 0-2-16,-2 1-14 0,-1 0-3 0,-1 1-3 0,-1-1 1 0,-2 0 16 16,-1 1 9-16,0 0 9 0,-2 0 10 0,1 0 8 0,-2 1 9 15,-1 0 10-15,-1 1 3 0,-2 1 6 0,0 1 2 0,1 2 0 0,-1 1-10 16,-1 2 0-16,0 2-14 0,0 2-2 0,1 1-1 0,-1 2-7 16,2 3 4-16,1 3-1 0,1 0 0 0,2 2 0 0,2 1-1 0,2-1 0 15,1 3-4-15,2-4-8 0,2 1 9 0,3-1-1 0,2-3 5 0,2 2 1 16,2-2-7-16,2-1-2 0,2-3-7 0,0 0 7 0,4-2-4 15,0-1 6-15,1-2 4 0,2-3 3 0,1 0 7 0,-2-3 2 0,3-1-1 16,-2-2 0-16,-1-3 3 0,1-1 2 0,-2-2-3 0,-1 0 1 0,0-2 2 16,-1-1-2-16,-1-1 4 0,0-2 1 0,0 0-4 0,-2-1 7 15,-2-2-7-15,0 0-1 0,-1-2-9 0,0 1 6 0,-2 0 6 0,-2 0-6 16,1 1 11-16,-2 1-16 0,0 0-1 0,-2 1-8 0,0 3 4 0,-1 1 4 16,0 3 4-16,-2 3 9 0,0 1 1 0,-1 1 4 0,-1 1-2 15,0 2 1-15,-1-1-11 0,1 2-11 0,1 0 1 0,0 3-9 0,1 2-1 16,1 2-2-16,0 3-6 0,3 1 0 0,0 0-9 0,3 3 1 15,1 0 13-15,0 0 0 0,2-1 11 0,0 1 0 0,2 0-13 0,1-2 3 16,2 1 1-16,-1-2-2 0,0 0 3 0,-1-2-1 0,0-3 7 16,-1 0 10-16,-1-2 9 0,0-1 7 0,-1-2 7 0,-2 0 0 0,-3-2-5 15,-2-1 0-15,1 0-2 0,-2-1 1 0,0-1 3 0,1 0-5 0,-1-2-7 16,1-1-4-16,0-1 1 0,-1-2-8 0,-1-1-4 0,0-1 8 0,0-1-13 16,-1-3 6-16,-1-1 0 0,-1-2 1 0,-1 1 11 0,-2-2-1 15,0-2-13-15,-1 0 7 0,-1-1-5 0,-2 0-6 0,0 0 11 0,-1 2-13 16,-1-1-9-16,1 1 1 0,-3 1-10 0,-1 0-12 0,1 1-2 0,0 2-5 15,0 1-11-15,2 1-9 0,-1 1-9 0,0 2-19 0,-1 0-11 16,-1 2-16-16,-1 3-17 0,0 0-8 0,-1 2-14 0,-2 1-15 0,0 2-18 16,0 2-16-16,-3 0 4 0,0 3 20 0,0 1 38 0,2 1 48 15,2 1 36-15,2 1 21 0,4-1-8 0,0 1-33 0,1 0-33 0,3 0-19 16,0 1-5-16,3 0 10 0,2-1 24 0,2 0 18 0,3-1-78 0</inkml:trace>
  <inkml:trace contextRef="#ctx0" brushRef="#br0" timeOffset="68420.28">20295 12555 2156 0,'0'0'199'0,"0"1"-111"0,1 0-45 0,1 2-9 0,1 0-16 15,1 2-14-15,1 3-15 0,2 1-3 0,1 2 8 0,0 0 8 0,-2 1 2 16,1 1-4-16,1 0-1 0,0 1 4 0,0-2-2 0,0 2 6 0,1-1 1 15,-1-1-10-15,-1-1-1 0,2-1 1 0,-3-1-6 0,1 0 2 16,-2-2 3-16,-1-2 1 0,1 0 6 0,-3-2-4 0,0-2 4 0,0 0 10 16,-2-2 2-16,0 0 10 0,0-1 2 0,-1-2-9 0,0-1-6 0,0-2 0 15,-2-1-3-15,1-1 1 0,-1-1 3 0,0-1 1 0,0-1-4 16,0-1 12-16,-1-1-6 0,1 2 7 0,2-1-1 0,-1-1-9 0,1 1 0 16,1-1-17-16,0 2-15 0,2-1-13 0,0 1-12 0,1 1-11 15,0 2 0-15,1 1 0 0,1 0 2 0,0 2 5 0,1-1 2 0,0 2-1 16,1 1-5-16,0 0-17 0,2 0-17 0,0 0-19 0,0 1-20 15,1 1-27-15,0 0-25 0,0 2-29 0,1-1-6 0,0 1 12 0,1 0 20 16,0 1 39-16,0-1 31 0,-1 2 24 0,0 0 27 0,1 1 15 0,0 0 13 16,0-1 13-16,-1 2 10 0,1-1 8 0,-1 0 15 0,0 0 17 0,-1 0 27 15,-2 0 34-15,-1-1 51 0,0-1 58 0,0-1 38 0,0 1 18 16,0-1-20-16,0 1-49 0,0-1-45 0,0 0-32 0,1 0-40 0,-2 0-19 16,2 0-16-16,0 0-20 0,0-1-3 0,0 0-11 0,-1 1-2 15,0-1 1-15,-1 0-6 0,-1 0 0 0,0-1 0 0,1-1 3 0,-1 0 1 16,-1 0 8-16,-1 0-3 0,0-1 2 0,1 0-2 0,-1-1 3 0,0-2 3 15,-1 1 1-15,1-2 8 0,-1 0-4 0,-1 0 1 0,0 0 5 16,-2 1-3-16,1 0 7 0,-1-1 2 0,-1 2 7 0,0 1 5 0,-1 0 1 16,0 1 1-16,-2 0-8 0,1 1-7 0,-1 0-9 0,1 0-2 15,-1 0 1-15,0 2 0 0,0 0-3 0,0 2-2 0,0 0-1 0,1 2 1 16,-1 1-3-16,1 1-5 0,0 0-8 0,1 2 1 0,1 0 2 0,2 2 3 16,0 2 1-16,4 3-6 0,1 1 4 0,2 0-2 0,3 3 1 0,1-1 3 15,4 2-4-15,2-1 1 0,1 2-2 0,1-2-1 0,1-2-10 16,1-1 1-16,1-2 6 0,1-1-15 0,2 0 12 0,1-3-17 0,1 0-23 15,-1-2-17-15,-1-1-35 0,-2-1-55 0,-1-2-14 0,-2-1-3 16,-1-3-49-16,2-4-69 0,0-5-92 0,1-6-32 0,2-6-154 0</inkml:trace>
  <inkml:trace contextRef="#ctx0" brushRef="#br0" timeOffset="68626.28">21257 11606 1690 0,'-12'-10'219'0,"-3"0"-66"0,-2 0-45 0,3 4-5 15,5 3-21-15,2 2-31 0,1 0-27 0,3 2-11 0,0 1 2 16,2 2 10-16,1 2 9 0,2 4 1 0,2 4 3 0,2 5 7 0,4 6-2 16,3 7 8-16,5 4-7 0,4 7-13 0,4 7 1 0,5 5-11 0,5 7-9 15,5 7 3-15,4 3-11 0,0 4-1 0,-1 2 0 0,-1 1-11 16,-3 0-7-16,-3 3-17 0,-2-1-6 0,-6 0-13 0,-4 1-13 0,-6-2-21 16,-6-1-39-16,-5-2-50 0,-4-2-64 0,-4-3-93 0,-4-3-66 0,-4-5-40 15,-1-2 57-15,-1-4-51 0</inkml:trace>
  <inkml:trace contextRef="#ctx0" brushRef="#br0" timeOffset="87183.86">6250 9179 89 0,'19'5'31'0,"6"1"12"0,6 1 8 0,1-1 0 0,-2-3-11 15,1 0-9-15,3 0-4 0,3-1-4 0,-1-1-6 0,2 0-2 0,0 0-5 16,-1-1-5-16,1 1 0 0,-1-1-3 0,0-1 2 0,0 0-1 0,-1-1 1 16,0 0 1-16,-2-2-1 0,-1-1-2 0,1-1 2 0,-2 0-1 15,0-2 0-15,-3-3 1 0,0-1 0 0,0-2 0 0,-1-1 1 0,-1 1 1 16,-3-2 0-16,-2-2 2 0,-2 1 5 0,1-4 4 0,-2-1 6 0,-1-1 5 16,0-3 1-16,-1 0 0 0,-1-2-9 0,-1 0 2 0,0-2-3 15,0-2 0-15,0 1 6 0,-3-4-7 0,1 0-3 0,-2 1-1 0,0-2 3 16,-1 3 9-16,-3-3 7 0,-1-1 5 0,-3 1 5 0,0-1 3 15,-1 2 5-15,-2 1 1 0,-2 1 5 0,-1-1-4 16,-1 2-11-16,-3-1-5 0,0 3-2 0,-1 0 0 0,-1 2 6 0,-1 0-6 0,-2 1-6 0,0 0-11 16,-2 3-3-16,0 0-6 0,0 1-5 0,-1 1-3 0,-3 2-4 15,-2 0-4-15,-2 1-5 0,0 1-6 0,-3 0-7 0,-1 1-6 0,-5 1-3 16,-2 2 2-16,-5 2 2 0,-2 2 3 0,-2 2 1 0,-3 0 6 0,-2 1 4 16,-3 1-2-16,-1 2 6 15,-2 1 3-15,-2 2 2 0,1 2 7 0,-3 2 5 0,-1 2 6 0,-1 2 8 0,-1 3 6 0,-1 2 11 0,2 5 4 16,-1 3 5-16,0 3-3 0,1 5-6 0,-1 2-9 0,0 4-9 0,1 3-5 15,-1 5-4-15,2 3-3 0,3 2-10 0,3 2 3 0,6 2-4 16,3 2-8-16,5 1-12 0,6 2-50 0,3 2-95 0,5 1-65 0,4 2-40 16,4 2 16-16,3 1-115 0</inkml:trace>
  <inkml:trace contextRef="#ctx0" brushRef="#br0" timeOffset="89591.75">20273 2091 1759 0,'-10'1'284'0,"-4"1"-130"0,-2 2 20 0,0-1 15 0,3 2 40 0,0-1 11 16,1 2-32-16,0 1-35 0,0 2-37 0,2 0-14 0,-1 1-2 0,2 1-1 15,1 1-5-15,1 4-40 0,0 1-74 0,1 2 0 0,2 0 0 16,-1 2 0-16,1 1 0 0,0 0 0 0,0 3 0 0,2-1 0 0,0 1 0 16,1 1 0-16,1 0 0 0,1 0 0 0,1-2 0 0,2-1 0 15,1-2 0-15,2-5 0 0,1-2 0 0,2-3 0 0,3-3 0 0,1-4 0 16,1-2 0-16,0-3 0 0,2-3 0 0,2-3 0 0,-1-4 0 0,0-2 0 16,0-3 0-16,-2-4 0 0,-1-5 0 0,0-1 0 15,-2-4 0-15,0-1 0 0,-2-3 0 0,-1-1 0 0,0-3 0 0,-1-2 0 0,-1-1 0 16,-2-2 0-16,-3 0 0 0,-3 2 0 0,-2 0 0 0,-2 1 0 15,-2 0 0-15,2 20 0 0,-2-4 0 0,-1 0 0 0,-2-3 0 0,-1 4-32 16,-2-5-71-16,-2 5-16 0,-2-2-6 0,0 3 8 0,0 7 9 0,-2 2 1 16,-1 5-8-16,0 4-21 0,-1 4-8 0,-1 3-16 0,0 5 9 15,-1 4 9-15,-1 2-1 0,2 4 0 0,-1 4-40 0,-17 25-55 0,8 0-38 16,9-2-36-16,7-5-18 0,3-6-271 0</inkml:trace>
  <inkml:trace contextRef="#ctx0" brushRef="#br0" timeOffset="90327.74">20336 2033 1743 0,'14'-8'269'0,"2"0"-48"0,5-1-24 16,-5 4 5-16,1 4-10 0,-4 2-39 0,0 2-41 0,0 2-38 0,-3 1-29 15,1 0-11-15,0 3-5 0,-1 0-10 0,-1 0-4 0,1 4-3 16,-1 0-10-16,2 2 0 0,0-1-2 0,-1-1-4 0,2 2-1 0,0-2-4 16,0 1-4-16,0-3-1 0,0 1 0 0,1-3 1 0,0-2-4 15,1-1 1-15,1-3 0 0,0-1-7 0,-1-1 7 0,1-2 4 0,-2 0 1 16,1-3 13-16,-1-1-2 0,-1-2 0 0,2-2 2 0,0 0-1 15,0 0 3-15,0-1 1 0,1 0-5 0,0 0 0 0,0-1 0 16,-1 1 0-16,-1 0 2 0,1 0-2 0,0 0 3 0,0 0-3 0,-1 1 2 0,3-1 0 16,-1 0-2-16,1 1 0 0,-1-1 2 0,0 0 1 0,1-1 1 15,-2-1 4-15,-1 1 1 0,0-1 2 0,-1 0 1 0,-1 0 2 0,-1 1 4 16,0-1-2-16,-6 6 51 0,1-1-6 0,0-1 5 0,0-2 8 0,-2 0-44 16,1-2 3-16,-1 2 14 0,-1-4-9 0,-1 1 6 0,-2-1-10 15,-1 1-11-15,-1 2-2 0,-2-1-9 0,-2 0-3 0,0 1-1 0,-2 0-10 16,-1 1 2-16,-2 2-10 0,-2 0-7 0,0 1-2 0,-1 2 0 0,-1 0 0 15,-1 3 9-15,0 0-5 0,0 3 7 0,0 1-5 0,-1 1 1 16,1 2 3-16,-1 1-2 0,1 2 5 0,1 1 8 0,2-1-12 0,0 4 3 16,1 0 3-16,2 2-3 0,2 0 14 0,2 1-3 0,3 2-45 0,0 14-4 15,4-7-2-15,5-4 1 0,1-7 39 0,3-3-4 0,2 1-8 16,1 0-4-16,3-1-14 0,-1 0-8 0,4 0-7 0,2-2-10 0,0 0-1 16,2 1 2-16,3 1-5 0,0 2-51 0,2 1-49 0,-2 0 11 15,-1 2 21-15,2 1 62 0,-2 1 58 0,1-1 8 0,-1 1 6 0,-1 3 1 16,1-1 10-16,-3 4 6 0,1 0 3 0,-2 0-10 0,-3 1 10 15,-3-2 3-15,-2-1 4 0,-2 1 12 0,-2-1-3 0,-2-1-7 0,-4 2-2 16,-1-1-5-16,-3 2-11 0,-2-1-6 0,-2-1-8 0,-3 0-10 0,-2 0 12 16,-1-3-19-16,-2 0-10 0,0-1-33 0,-3-2-21 0,-1 0 15 0,1-2 7 15,-2-1 43-15,-1-1 10 0,0-3 7 0,1-1 8 0,0-4 5 16,2-1 4-16,2-1 6 0,0-3 7 0,1-2 4 0,2-1 5 0,2-4-1 16,4-1-2-16,1-3 21 0,3-1-4 0,3 0-3 0,2-2 3 0,2-2-26 15,2-1-2-15,4-1 3 0,2-3-6 0,2 1-4 0,2-2 4 16,1-1-3-16,2 2-1 0,3-2 0 0,0 2-3 0,2 0-1 15,1 0-4-15,2 0-16 0,0-3-7 0,1-1-2 0,-3 0 0 0,3-1 17 16,0 1 2-16,-1 1 3 0,1 0-2 0,-2 0 4 0,1 1-4 0,-2 0 6 16,1-1-3-16,-13 14 28 0,0-5 2 0,1 1 10 0,2-4 4 0,-1 2-28 15,0-5 2-15,0 1-4 0,0-2-3 0,-3 0 1 0,-3 1 6 16,-2 0-1-16,-1 0 11 0,-3 3 5 0,-3 0 2 0,-1 1 3 0,-3 3-2 16,-3 0 0-16,-1 3-7 0,-2 2-4 0,-2 2-5 0,-3 3-9 15,-2 4 1-15,-4 2 7 0,1 4 8 0,-3 4 20 0,0 2 5 0,-2 4 16 16,0 3-2-16,1 1-1 0,1 4-2 0,2 3-13 0,3 1-44 0,3 3-12 15,0 3 0-15,-1 27 0 0,11-8 0 0,8-7 0 0,6-17 0 16,4-4 0-16,3-3 0 0,2-4 0 0,5-4 0 0,3-3 0 0,3-4 0 16,5-2 0-16,5-3 0 0,1-5-42 0,3-3-81 0,2-5-82 0,1-2-159 15,3-3-99-15,1-3-217 0,-25 9-98 0,5-4-201 0</inkml:trace>
  <inkml:trace contextRef="#ctx0" brushRef="#br0" timeOffset="90894.74">23298 1136 2396 0,'0'3'266'16,"-1"0"-91"-16,1 1 10 0,-1 1 25 0,1 1 10 0,-1 4-64 16,2 9-52-16,0 4-45 0,0 5-26 0,2 3 33 0,0 5-18 0,3 0-4 15,1 1-17-15,0 1-7 0,0 0-2 0,2 3-8 0,1 1-8 0,0 0-2 16,2 0 2-16,-1 1-6 0,1-3-10 0,1-2-12 0,-1-1-31 16,1-5-54-16,0-2-54 0,0-5-65 0,1-2-78 0,0-4-125 0,0-3-236 15,1-5-99-15,12 4-150 0</inkml:trace>
  <inkml:trace contextRef="#ctx0" brushRef="#br0" timeOffset="91174.74">23640 1188 1383 0,'0'3'356'0,"-1"0"-167"0,0 6-20 0,0 3 4 0,0 4 9 0,1 3 30 15,0 3-29-15,1 5-34 0,0 1-24 0,1 1-20 0,2-1-10 16,0 2-15-16,1-2-18 0,2 1-18 0,1-2-16 0,2-1-11 0,1-2-2 15,1-3-4-15,2-2-5 0,1-2-1 0,1-3 1 0,0-4-2 0,2-1 1 16,0-4-14-16,-2-2-6 0,2-3 4 0,0-2 3 0,0-3 19 16,-1-3 8-16,-1-1-4 0,0-2-2 0,-1-4 6 0,-1 0-4 0,1-3 15 15,-1 1 5-15,0-2-1 0,-2-1 6 0,1 1-3 0,-1-1 8 0,0 1-4 16,-1 2 4-16,-1 1-6 0,0 2-5 0,0 3-6 0,0 2 4 16,-2 3-30-16,0 4-2 0,0 3 0 0,-2 4 0 0,0 3 0 0,0 4 0 15,0 3 0-15,-1 3 0 0,-1 3 0 0,1 4 0 0,-2 2 0 0,1 4-24 16,0 0-72-16,-1 4-54 0,0 0-95 0,-1 3-153 15,1 0-341-15,0 1-254 0,1 0-65 0</inkml:trace>
  <inkml:trace contextRef="#ctx0" brushRef="#br0" timeOffset="92671.85">20784 3786 1101 0,'-10'-6'193'16,"-2"0"-132"-16,-5-1 7 0,-1 2 35 0,0 3 20 0,-1 1 5 0,-1 1-1 16,-1 1-41-16,-1 3-20 0,-3 2 4 0,2 3-12 0,-2 2 4 15,0 2-1-15,2 1-14 0,-2 2 3 0,3 1-14 0,0 2-2 0,1-1 5 16,3 2-6-16,1-1 9 0,2-1 2 0,4 0-7 0,2-1 3 15,2-1-6-15,4-2-1 0,3-1-3 0,2 1-7 0,4-1 0 0,3 0-4 16,3 1 8-16,3 0 3 0,3 1 6 0,2-2-4 0,2 1-4 0,2 2-8 16,3-2-6-16,2 1-4 0,0-1-3 0,2 0-1 0,-2 1-10 15,1 0-1-15,-3-1-2 0,0 2-2 0,-4-1 8 0,1 1 2 0,-3-2 1 16,-3 2 1-16,-1 0-3 0,-4-1 2 0,-2-1 2 0,-4 1-1 0,-2 1 6 16,-1 1-6-16,-2-1-1 0,-2 1 0 0,-1-1-16 0,-2 0 0 15,-1-3-7-15,0 1-3 0,-3-1 2 0,0-1-9 0,-1-1 1 16,-1-2-11-16,0 0-9 0,0-1-6 0,1-2-16 0,1-1-15 0,1-2-24 15,0-2-33-15,2-2-39 0,1-1-31 0,1-3-28 0,1-2-17 0,2-3-10 16,1-2 14-16,1-2 25 0,1-3 32 0,2 0 43 0,2-2-137 0</inkml:trace>
  <inkml:trace contextRef="#ctx0" brushRef="#br0" timeOffset="92937.12">21022 4200 626 0,'8'1'255'0,"-1"1"-43"0,3 0 2 0,-1 2 8 15,-1 1-17-15,-1-1-26 0,2 1-43 0,-1 0-40 0,0 0-22 0,1-2-19 16,-1 0-2-16,0-2-3 0,0-1-9 0,0 0 5 0,1-1-7 15,0-1-3-15,-1-1-2 0,0-2-11 0,0-1 6 0,-1 0-6 0,-1-1 2 16,-1-1-2-16,-1 1-5 0,0-2 0 0,0 0-5 0,-2 0 2 0,1-1-4 16,-2 0-1-16,0-1-3 0,-1 0-6 0,-1 1 6 0,-3 0-4 15,-1 2 2-15,-2 1-1 0,0 0-11 0,-1 1 4 0,0 2-2 0,-2 0-2 16,-1 1 4-16,2 2 1 0,-1 2 0 0,4 0 9 0,-1 2 0 0,2 2 4 16,0 1 4-16,1 1 0 0,2 2 8 0,0 1 3 0,1 3-1 15,2 0 2-15,0 1-3 0,2 0-4 0,2-1 2 0,1-1-5 0,2 0-1 16,2-1-1-16,2-2-8 0,1 0-5 0,2-2-2 0,-1-2-3 15,2-1-3-15,2-1-4 0,0-1-5 0,0-1-9 0,0-1-14 0,0-2-20 16,-1-1-25-16,0-2-34 0,0-4-49 0,-1-3-44 0,-2-2-56 0,0-3-61 16,-1-3-68-16,0-3-14 0,-1-2 48 0,-1-2-92 0</inkml:trace>
  <inkml:trace contextRef="#ctx0" brushRef="#br0" timeOffset="93513.63">21539 3406 1396 0,'-5'-4'298'0,"-2"1"-74"0,0 0-12 0,1 4-21 0,1 3-12 15,0 2-14-15,0 3-32 0,1 3-20 0,-1 2-7 0,0 3-4 16,0 4 3-16,1 3-12 0,0 1-17 0,1 3-15 0,1 2-21 0,2 3-12 16,1 2-6-16,1 3 1 0,2 2-5 0,1 1-12 0,2 0-19 15,-1-1 0-15,1-1-8 0,2-1 12 0,0-5 5 0,1-1-11 0,1-6-9 16,1-2-14-16,-1-3-30 0,2-3-19 0,1-2-28 0,0-1-28 0,0-4-37 16,0 0-48-16,2-1-71 0,-1-4-105 0,-1-1-85 0,-1-1 32 15,0-2 97-15,0-2 139 0,0-2 115 0,0-2 59 0,-2-4 35 0,0-2 33 16,0-2 41-16,1 1 50 0,-1-3 75 0,-1 1 51 0,1 0 30 15,-1 0 6-15,0 1-26 0,-2-1-34 0,1 0-27 0,0 2-23 0,-2 1-22 16,2 2-23-16,-1 2-20 0,0-1-20 0,0 1-14 0,0 2-9 0,-1 1-5 16,-1 2-8-16,0 1-6 0,0 2-1 0,0 0-9 0,0 1 0 15,1 0-8-15,0 0-3 0,0 0-3 0,1-2-9 0,0 0 1 0,1-1 2 16,1 0-2-16,1 0 0 0,1-2 2 0,0-1 4 0,-2-1 3 0,2-2 1 16,-1 0 3-16,0-1 5 0,-1-1 1 0,0-1 6 0,-1 0 6 15,0-1-8-15,-1-1 3 0,-1-1-2 0,-2 0-8 0,0 0-3 0,-1 1-5 16,-1 0-7-16,-2 1 1 0,-1 0-3 0,-1 1 10 0,-2 0 1 0,-1 2-6 15,-1-1 4-15,-2 1-17 0,0 0 6 0,-2 1 0 0,1 1-6 16,0 2 10-16,-1 1-8 0,1 1 4 0,-1 2 1 0,1 1-5 0,0 1 6 16,2 1-2-16,1 0 0 0,2 0 1 0,1 0-3 0,0 1 0 15,1 0-3-15,2 1-14 0,0-1-3 0,2 1-2 0,2 0-5 0,1 0 5 16,3 1-5-16,1 1-7 0,0 0-6 0,3 0 1 0,0 0-8 0,1-2-9 16,0 2-9-16,0-1 5 0,0 0 8 0,0-1 8 0,1 1 12 15,0-1-3-15,1 0 7 0,-3 0 1 0,2 0 8 0,-1-1 0 0,-1 1 5 16,-3-1 6-16,-1 1 1 0,-2-1 4 0,-2-1 1 0,-1 0-6 15,-2-1-6-15,-1 0-11 0,-2 0-5 0,-1-1-13 0,-2 0-17 0,-2-2-7 16,-1-1 4-16,-1 0 14 0,-2-2 27 0,0 0 23 0,-2-2 22 0,1 0 16 16,1-1 15-16,2-1 11 0,2-1 14 0,-1-1 11 0,2 0 1 15,0-2 0-15,1-1-12 0,1-1-16 0,1 1-19 0,2 1-16 0,1 1-11 16,2 1-10-16,2 2 0 0,1 1-5 0,1 0 0 0,2 2-8 16,1-1 3-16,3 2 10 0,1 0-7 0,0 1 0 0,-1-2-14 0,2-1-31 15,0 0-32-15,0 0-59 0,-1 0-86 0,1-1-109 0,2 0-157 0,0-1-70 16,1 1 48-16,2 0-58 0</inkml:trace>
  <inkml:trace contextRef="#ctx0" brushRef="#br0" timeOffset="94084.63">23949 3390 1305 0,'0'6'1082'0,"-1"1"-938"16,1 0 3-16,1 0 11 0,1-2 38 0,3 2 4 0,2-1-17 0,2-1-44 16,3 1-38-16,0-2-19 0,2-2-13 0,2 0-9 0,1 0-13 15,1-1-12-15,2-1-8 0,2-1-7 0,1-1-8 0,2 0 2 0,1 0-2 16,-1-2 2-16,0 0-2 0,-2-1-4 0,2 0-2 0,0 0 0 0,-2 1 0 15,2-1-6-15,-4 0 2 0,2 0-4 0,-2 0-4 0,-1 0 2 16,-1 0-14-16,-2 1-10 0,0-1-18 0,-1-1-24 0,1 0-24 0,-2 0-44 16,-2 0-69-16,-1 0-89 0,-1-1-135 0,-2 0-224 0,0-1-127 15,0 1-170-15</inkml:trace>
  <inkml:trace contextRef="#ctx0" brushRef="#br0" timeOffset="94433.63">24666 3199 1782 0,'-1'-3'586'0,"2"0"-488"0,0-3 5 0,0-1 24 0,4-1 21 0,1-1 1 16,2-2-21-16,3 0-39 0,0-2-28 0,2-2-6 0,0 1-2 0,2 0-6 15,2 1-5-15,-1 0-14 0,0 1-8 0,-2 2-5 0,1 1-5 16,0 3-1-16,-2 1 0 0,0 2-3 0,-2 2-1 0,-1 2-3 0,-1 2-2 16,-1 2-9-16,-1 1-10 0,1 3-3 0,-2 2-17 0,0 3-12 0,-3 2-13 15,0 0-8-15,-1 2 2 0,-3 2 10 0,-1-1 15 0,-1 3 15 16,-1-1-3-16,-3 0 7 0,1 1 19 0,-1 1-1 0,-2 1 20 0,1 2 5 16,-1 0-3-16,0 0 8 0,0-1 11 0,1-1 6 0,1 1 3 15,3-3-1-15,0 1 0 0,1-1-7 0,2-2 0 0,2-2-7 0,2-1-3 16,2-4-8-16,1-3-3 0,2 0-4 0,3-3-7 0,0-1-4 0,3-3-3 15,1-2-8-15,2-1-5 0,1-2-17 0,2-3-28 0,-1-1-47 16,2-2-57-16,-1-2-64 0,0 0-85 0,0-3-98 0,0-2-97 0,-1-1-7 16,1 1 79-16,0-3-44 0</inkml:trace>
  <inkml:trace contextRef="#ctx0" brushRef="#br0" timeOffset="94687.63">25330 3225 913 0,'-1'-3'375'0,"-1"0"-121"15,-1 1-27-15,1 3-6 0,-1 1-20 0,0 3-32 0,0 0-20 0,-1 2-10 16,0 2-12-16,0 0-8 0,1 2-10 0,0-1-14 0,1 2-13 0,0 1-11 15,1 1-14-15,2 0-6 0,1 1-4 0,2 0-7 0,1 0 1 16,1-1-4-16,2-3-11 0,1 0-2 0,1 0-9 0,0-2 0 0,2-1 0 16,2-2-4-16,1-1-1 0,1-4-4 0,1-1-3 0,0-1 3 0,0-3 0 15,-1-2 3-15,2-2-5 0,0-2 2 0,-1-1-1 0,-3 0-1 16,1 0 9-16,-1-3-7 0,-1 0 0 0,-3-1 3 0,-1-1-7 0,-2 2 6 16,-1 0 3-16,-1-1-1 0,-2 1 1 0,-2 1-3 0,-1-1-16 0,-1-1 1 15,-2 1 12-15,-1 1-3 0,-3 0 10 0,-2 0-6 0,-3 0-20 16,-2 0-1-16,-2 1-4 0,-2 1-4 0,-1 1-8 0,-1 1-4 0,0 3-9 15,0 2-10-15,-2 4-7 0,1 3-2 0,2 2 2 0,0 4-3 16,1 2-14-16,2 2-17 0,2 2-25 0,0 1-30 0,2 1-23 0,1 1-44 16,3-2-68-16,2 3-82 0,2-1-77 0,3-2-37 0,3 0-136 0</inkml:trace>
  <inkml:trace contextRef="#ctx0" brushRef="#br0" timeOffset="94888.21">25904 3179 1316 0,'28'-7'747'16,"2"-1"-515"-16,10-2-25 0,-5 2-3 0,-3 3-14 0,-2 1-33 0,1 1-33 15,-3 2-29-15,0 0-10 0,-1 1-8 0,-2 1-13 0,-1 0-6 0,-1 1-17 16,-2 0-6-16,-2 0-4 0,0 0-11 0,-3-1 3 0,-3 0-8 16,-3-1-3-16,-2 0-4 0,-1-2-5 0,-3 0 7 0,-2-1-6 0,-2-2 0 15,-2 0-10-15,-2-2-9 0,-4-1-5 0,-2-2-20 0,-4 0-9 16,-4-1-9-16,-3-1-7 0,-3-1 12 0,-4 0 5 0,-1 1 3 0,-3 2 1 16,0 0-3-16,-3 1-9 0,-2 2-11 0,-2 0-15 0,-3 2-16 0,0 3-4 15,1 1-10-15,-1 3-11 0,2 2-20 0,2 2-33 0,0 3-45 16,3 1-87-16,0 2-109 0,3 2-57 0,1 2-194 0</inkml:trace>
  <inkml:trace contextRef="#ctx0" brushRef="#br0" timeOffset="100060.36">24458 358 1 0,'-23'26'77'0,"6"-23"340"0,-4-1 331 0,-3 2-716 0,-2 0-150 0,-3-1-71 0,-3 3 2 0,-3 1 37 0,-2 0 66 0,-2 2 47 15,-5 1 2-15,-1 1-20 0,-3 1-7 0,-3 2 0 0,6-1 19 16,2 2 20-16,-1 1 2 0,1 3 20 0,-1 2 19 0,1 1 19 0,1 3 34 15,0 2 17-15,1 0 8 0,0 3-7 0,0 0-14 0,2 3-12 16,1 1-17-16,0 1 0 0,1 1-8 0,0 2-7 0,-30 39-21 0,6-1-16 16,7-1-2-16,8-5 1 0,7 0 25 0,4-4 1 0,7-1 2 0,6-3 0 15,4 0-4-15,0 2 5 0,3 3 0 0,3 1-1 0,-5 64-5 16,8-12 7-16,7-16 7 0,6-15 10 0,2-10 13 0,2 0-2 0,4 3-8 16,2-4-11-16,3 2-11 0,1 2-3 0,5-3-7 0,2 4 0 0,2-1-1 15,3-1-5-15,0 3-8 0,4-2-10 0,2-1-2 0,2 0 2 16,2-1 4-16,2 1 14 0,2 1 0 0,3 0 3 0,4 1 0 0,1-2-3 15,2-1 7-15,3-4 8 0,0-3 5 0,4-1 12 0,3-3 3 16,4-1-2-16,3-3-2 0,3-1-2 0,4-4-3 0,3-2-4 0,4-2 0 16,3-4-9-16,3-2 0 0,5-3 1 0,3-3-2 0,4-3 3 0,1-5 1 15,2-3-14-15,2-5-3 0,1-6-3 0,3-4-6 0,1-7 5 16,1-4 4-16,1-3 0 0,0-5-1 0,2-2 2 0,0-3 0 0,-1-6 1 16,-2-1 2-16,-1-4 0 0,-2-2-1 0,0-3 1 0,-2-4 0 0,-4-1 3 15,-2-4-1-15,-4 0 1 0,-3-3 1 0,-4-1-3 0,0-2-1 16,-5-3 2-16,-4-1-6 0,-1-2 3 0,-4-1 1 0,-4 0 2 0,-2-3 3 15,-4 0-1-15,-3-4-3 0,-4-1-4 0,-2-2-2 0,-3-2-1 16,-3-3-1-16,-4-2-5 0,-1-1 4 0,-4-2 5 0,-2-2 0 0,-3 0 2 16,-6-3-6-16,-2 0-5 0,-7-2-3 0,-2-1-3 0,-4-3-3 0,-3 1 6 15,-4-2-1-15,-4-2 1 0,-3-2 1 0,-4-4-4 0,-3 0 8 16,-5-1 2-16,-4 1 7 0,-4 0-2 0,-5-1 2 0,-4 1-3 0,-2-2-2 16,-6-1-6-16,-2 0-17 0,14 43 0 0,-5-11-6 0,-2 0-4 0,-7-10-1 15,-3-1-9-15,-8-11-21 0,-3 0-13 0,-8-9-1 0,-3 0 6 16,28 44 20-16,-4-5 15 0,-4 1 4 0,-3-4 7 0,-2 1 2 0,-6-4-1 15,-2 2-3-15,-6-5 0 0,-1 2-7 0,-6-2 22 0,-3 3-22 16,-6-3-15-16,-3 4-27 0,-5-2-54 0,-4 4 2 0,-5-3-21 0,-4 3-3 16,-1 5 6-16,-4 3 6 0,0 3 30 0,-3 4-31 0</inkml:trace>
  <inkml:trace contextRef="#ctx0" brushRef="#br0" timeOffset="105918.92">19549 1445 218 0,'4'-3'-59'0,"2"0"33"0,3-1 82 0,4 0-36 15,5-2-12-15,7-2-2 0,8 0-4 0,8-1 1 0,6-1-4 0,9-1 4 16,8-1 2-16,-29 6-2 0,5-1 4 0,3-1 0 0,6 0 2 16,0 0 5-16,6 0 2 0,-1 1 5 0,6 0 11 0,-1 1-5 0,4 0 0 15,1 2-5-15,3 0-12 0,0 3 5 0,4 1-1 0,67 3 4 0,-7 7-18 16,-12 5 5-16,-12 6-4 0,-9 5-7 0,-12 1 18 0,-9 2-5 0,-9-1 0 16,-7 1 4-16,-1 2-6 0,-5 1 2 0,-2 0-1 0,-3 0 0 15,-1 1 3-15,-4 0-3 0,-3 1-9 0,-2 1-4 0,-2-2-2 0,-2 1 1 16,-1 2-1-16,-3 0 3 0,0 3 0 0,21 35-8 0,-10-7 7 15,-9-7-1-15,-11-10-1 0,-5-6 5 0,-3 2 2 0,-6-2 0 0,-6 0 2 16,-4-2 1-16,-9-3-1 0,-8 1 2 0,-7 0-1 0,-8-1-6 16,-11 2 2-16,-11 1 1 0,-12-1-3 0,-14 3 8 15,-9-1 0-15,-13-1-2 0,-7 4 5 0,-9 1-2 0,-5-1 0 0,0 0 0 0,-3-3 0 0,5 0 1 16,3-4-1-16,7-2 5 0,6-4-2 0,3-4-1 0,6-3 2 0,5-3-4 16,7-2-7-16,4-2 1 0,6-2 1 0,5-5 1 0,5-3 8 15,5-3 1-15,7-3-6 0,5-3 1 0,3-3-3 0,5-3 1 0,2-2 0 16,7-4 9-16,4-3 2 0,5-2-1 0,6-2-1 0,2-3-4 0,5-3-3 15,2 0 2-15,2-4-1 0,3-1-5 0,3-3-2 0,3-1 3 16,3-3-1-16,3 0-1 0,4-4-1 0,4-3-4 0,4-1-1 0,5-3-1 16,5-1 13-16,5-1 1 0,5-6 10 0,4-4 0 0,4-3-10 15,5-4 3-15,2-2-10 0,5-4-4 0,2-4 0 0,0-1 0 0,-1-1 1 16,-31 42 23-16,6-9 2 0,-2 5 10 0,5-5 3 0,-3 3-20 0,7-3-1 16,-5 5-10-16,4-5-3 0,-3 6-1 0,-1 5-2 0,-4 1 4 15,0 4-1-15,-3 1 1 0,0 4 0 0,0 0 1 0,0 4-2 0,0 3 0 16,0 1-2-16,1 3 2 0,-1 4-2 0,0 3 2 0,-1 2 1 0,-2 4-1 15,-4 2 0-15,0 1 1 0,-4 5 2 0,-3 1-2 0,-3 2-17 16,-2 3-1-16,-4 1 0 0,-3 2 18 0,-2 3 20 0,-4 1-3 0,-3 1 0 16,-4 2-18-16,-3 1-2 0,-4 0 0 0,-4 2 0 0,-4-2 1 0,-2 2-1 15,-5 0-1-15,-2-1 1 0,-3 2-6 0,-2 1 3 0,-2 2 0 16,-5 4-20-16,-29 25 6 0,8-4 0 0,10-8-1 0,15-15 26 0,-1-1-1 16,2 1 0-16,1-2 4 0,1 0-9 0,2-1 1 0,3-3 1 0,3-3-3 15,2-6 2-15,4-1-1 0,1-2 0 0,1-3 1 0,3 0 0 16,3-3-2-16,3-1 1 0,3-1 0 0,1-1 1 0,3-2 1 0,1-1 0 15,0-1 2-15,1-1 1 0,0 0 1 0,-1-1 0 0,2-1-2 16,-1 1 1-16,-1-2-1 0,1 1-2 0,-1-1 2 0,1 0-2 0,-1-1 1 16,1 1-1-16,0 0 2 0,-1 1 0 0,1 0-2 0,-1-2-1 15,0 1 0-15,1 0-1 0,0 0 2 0,0 0 0 0,0 0 2 0,0 0-2 16,1 0-2-16,0 0 2 0,1 0-1 0,0 0-1 0,0 0 3 0,0 0-2 16,2 0 1-16,0 0-1 0,1 0 0 0,2-1-2 0,-2 0 2 15,2 1 0-15,-1-1-1 0,-1-1 2 0,1 2-3 0,-1-1 0 0,0 1 1 16,-1 0 0-16,0 0 0 0,-1 0 0 0,-1 1 0 0,0-2-1 0,0 1 1 15,0-1 0-15,-1 0 0 0,0 0 1 0,0 0 0 16,0 0-2-16,0 1 2 0,0-2-2 0,0 1 0 0,0-1 0 0,0 0-2 0,0 1 2 16,0 0 1-16,0-1 1 0,0 0-2 0,0 0 1 0,0 0 0 0,1 1-1 15,0-1 0-15,0 1-3 0,1 2 4 0,0-1-2 0,-1 0 2 16,0 1 0-16,0-1-3 0,-1 0 2 0,1 2 1 0,-1-1-1 0,0 1 2 16,0 1-1-16,0 0 0 0,0 0 0 0,0 1 0 0,0 0 0 15,1 1 0-15,0 0-3 0,-1 0 0 0,1 1 1 0,-1-1-1 0,1 1 1 16,1 0-1-16,1-1 0 0,0 1-7 0,0 0 0 0,1 0-5 0,0 0-2 15,2-1-1-15,0 1-4 0,2 0-9 0,-1-1-16 0,4-1-31 16,1 0-88-16,3 0-54 0</inkml:trace>
  <inkml:trace contextRef="#ctx0" brushRef="#br0" timeOffset="106795.95">21032 8436 18 0,'20'-22'-1'16,"7"3"-8"-16,3 4 2 0</inkml:trace>
  <inkml:trace contextRef="#ctx0" brushRef="#br0" timeOffset="107982.95">23691 8873 162 0,'1'-11'38'0,"-1"0"-30"15,3-1 13-15,0 3 12 0,0 2 2 0,1 0-12 0,-1-1-4 16,1-1-5-16,1 1-3 0,-1-1-1 0,1 1-5 0,0 0-3 0,0 2-1 16,0-2 1-16,0 0 1 0,1 0 0 0,-1 0-1 0,1-1 1 15,0 0 1-15,0 0 4 0,0-1 3 0,2-2 1 0,0-1 4 0,0-1 3 16,1 1 2-16,1-1 2 0,1-2 2 0,2-1-5 0,0 1 2 0,1-2 3 15,0-2 3-15,3 0 5 0,1-1 0 0,0-1 1 0,2 2-1 16,1-1-2-16,1 0-2 0,2 2-5 0,0-1-4 0,1 1-6 16,2-2 0-16,3 2-3 0,4-1 4 0,0-1-6 0,3 2 2 0,-2-1 5 15,2 0 6-15,2 0 7 0,1-1 1 0,2 0-3 0,1 0-6 0,1-1 3 16,1 2-3-16,2-2 4 0,1 0 0 0,0 2-6 0,1 0 4 0,1 1-5 16,2 0 0-16,2 2-5 0,1 0-5 0,4-1-1 0,2 2-5 15,3-1-1-15,2 1 0 0,4 0 0 0,2 3 5 0,0 0-2 0,1 1 1 16,-2 1 1-16,-2 0-4 0,-1 2 6 0,-2 0 0 0,-1 1-2 0,-2 0 2 15,-3 2-2-15,0-1-1 0,-2 2 2 0,1 0-2 0,0 1-4 16,1 2 1-16,0 0-2 0,2 1 1 0,0 1 3 0,0 0-3 0,-2 0 0 16,1 1 0-16,-2 0 1 0,-2 1 1 0,0 0-2 0,-2 1 0 0,-3 1-1 15,-1 0 1-15,-1 0 0 0,-2 1-3 0,1 2 2 0,-1 0 0 16,-1 2 1-16,-1 1 2 0,-1 0-7 0,-1 2-2 16,-3-1-1-16,-3 2 2 0,-2 0 0 0,-2 2-1 0,-1 2 0 0,-1 1-3 0,-1 0 1 0,-2 1 0 15,-2 1 0-15,-2-1-1 0,-1 3 0 0,-3 1 0 0,-3 0-2 16,-2 3-2-16,-3 1-2 0,-3 0-2 0,-3 2-3 0,-3 0-2 0,-3 1 7 15,-2 0 4-15,-4 2 2 0,-2 1 6 0,-4 0-5 0,-1 0 0 16,-3 0 4-16,-3 2-5 0,-2 0 2 0,-4 1-4 0,-1-1-1 0,-3 1-1 16,-1-2-2-16,-4 0 1 0,0 1-5 0,-4 1 2 0,1 1-1 0,-3-1-3 15,-2 1 8-15,-1 1 0 0,-1-2-2 0,-2 3 6 0,0-2 0 16,-1 0-3-16,-2 0 7 0,-1 0 1 0,-4 1-2 0,0-2 3 0,-1-1-3 16,-1-2 0-16,-2-1 0 0,-1 0 0 0,-2-3-3 0,0 1 1 15,0-3 0-15,0 0-3 0,0-2 0 0,1-1 3 0,0-2 6 0,2-2 3 16,0 0 6-16,-2 0-1 0,0-2-1 0,1-2 1 0,-2 0-2 0,1-1-1 15,2 0-2-15,0-4 2 0,2 0 1 0,1-1 1 0,0-3-3 0,2 1-1 16,-2-2 0-16,2-3 0 0,-1 0-3 0,2-3-1 0,1 0 1 16,1-3 1-16,-1 0 0 0,1-3 4 0,0 0-1 0,2-1-2 0,3 0 2 15,3-2-2-15,1 0 1 0,4-1 1 0,1-2 0 0,1 0-1 16,0 0 1-16,3-2 4 0,1 1 2 0,4-2 3 0,1-2-4 0,3 1 3 16,1 0 4-16,2 1 4 0,2-1 7 0,2 1 0 0,1 0 1 15,1-2 3-15,2 0 3 0,1 1-2 0,1 1 0 0,-1 0-4 0,2 0-6 16,2 0-2-16,0 2-3 0,2-1-3 0,0 2-7 0,0 1 1 0,2 1-2 15,0 2-3-15,-1 0-1 0,2 0 0 0,0 2-4 0,0 1-3 0,1 0 1 16,0 1-4-16,0 1 1 0,1 1 3 0,-1 0-2 0,1 2 2 16,0-1-3-16,0 0 0 0,0 1 0 0,0 0 2 0,0 0 1 0,0 1 4 15,-1-1-1-15,1 0 2 0,1 1 0 0,-2 0 1 0,1 0 1 16,-1 0-1-16,1 0 1 0,0-1-2 0,-1 1-1 0,0 0 3 0,0 0 0 16,0 0 2-16,1-1 0 0,-1 1-3 0,0-1 2 0,0 0-4 0,0 0 3 15,0-1 1-15,0 1-1 0,0 0 3 0,-1-1-5 0,1 1 2 16,0-1-5-16,0 0-1 0,0 1-2 0,-1-2-5 0,1 1 2 0,0 0-1 15,-1-1 4-15,0 1 2 0,0-1-1 0,0 0 3 0,0 1-1 0,0-1-2 16,-1 0 0-16,0 1 0 0,0-1-1 0,-1 0 0 0,-1 1 1 16,0 0 0-16,-1-1-3 0,0 1-1 0,0-1-1 0,0 1-2 15,0-1 2-15,1 0 1 0,0 1 1 0,1-1-2 0,-1 1-1 0,1-1-4 16,2 1-3-16,-1-1-4 0,1 1-1 0,0 0 1 0,0 0 3 0,1 0 2 16,0 1 6-16,0-1 2 0,1 1 1 0,-1-1 4 0,0 0 0 0,0 1 2 15,0-1 2-15,1 1 1 0,-1-1 1 0,1 0-1 0,-1 0 1 16,0 1 2-16,0 0 1 0,-1-1 0 0,1 1-1 0,-1 0-2 0,1 0-2 15,-1 0-2-15,0 0-1 0,0 0 2 16,0 0-3-16,-1 1 4 0,1 0-3 0,-1 0 1 0,0 0-2 0,0 1 0 0,0-1 1 0,0 1-1 16,1-1-1-16,0 0-1 0,-1-1 2 0,1 1 1 0,0-1 2 0,-1 0-2 15,2 0-1-15,-1 0 0 0,0 0-6 0,1 0-4 0,-2 0-10 0,1 0-9 16,1 0-9-16,-1 0-11 0,1 2-10 0,-1 0-9 0,1 1 0 16,-1 1 2-16,1 1-120 0</inkml:trace>
  <inkml:trace contextRef="#ctx0" brushRef="#br0" timeOffset="108668.94">28156 9196 368 0,'1'-10'73'0,"1"1"-78"0,-1-1 4 0,1 3 7 16,0 1 3-16,0 1 2 0,1-1-2 0,0 1-2 0,0 1 0 16,-1 0-3-16,0 1 2 0,1 0 0 0,0 0-2 0,1 1-1 0,0 0-3 15,0 1 0-15,1 1 2 0,-1-2 1 0,0 2 1 0,0-1 1 0,1 0-1 16,0 2-1-16,0-2 1 0,1 1-2 0,1 0 0 0,-1 1 1 16,2 0-3-16,0 0 0 0,1 0 3 0,3 0 1 0,0 0 3 0,2 0 4 15,1 0 0-15,2 0 2 0,1-1 0 0,3 1 2 0,3-1-2 16,1-1 2-16,2 1-4 0,4 0 0 0,1 0 1 0,4 0 0 0,3 0 3 15,2 0 5-15,3 0 4 0,0-1 5 0,2 0 5 0,1-1 7 0,2 1 5 16,0-2 7-16,1 0 3 0,0 0-2 0,1-1-1 0,1 1-3 16,1-1-1-16,-2 0-5 0,1 1-2 0,0-1-6 0,-2-1-4 0,0 1-3 15,1-1-7-15,-3 1 3 0,0 0-4 0,1-1-1 0,-1 0 0 0,1-1 1 16,-2 2-3-16,1-2-1 0,-2 2-3 0,2 0-3 0,-1-2 0 16,-1 2-2-16,0-1 2 0,2-1-4 0,-2 2-1 0,1-2-1 0,0 1-4 15,-2-1 3-15,0 1-3 0,-2-1-1 0,-2 1 5 0,1 0-8 0,-2 1-5 16,0 1-10-16,-2 0-10 0,-3 2-9 0,-3 2-10 0,-3 0-14 15,-1 1-18-15,-5 1-20 0,-2 1-39 0,-3 1-26 0,-4 2-8 0,-2 0 3 16,-3 2 12-16,-4 0 24 0,-4 1-87 0</inkml:trace>
  <inkml:trace contextRef="#ctx0" brushRef="#br0" timeOffset="116663.89">19300 13904 1857 0,'-12'-1'320'15,"0"1"-199"-15,-3 0-1 0,4 1-8 0,2 1-15 0,0 0-18 0,2 0-37 16,1 1-24-16,0 1-11 0,1 0-10 0,-2-1-1 0,1 1 4 0,1 0-1 16,0 2 1-16,0 0-2 0,1 1 0 0,0-1 6 0,0 0 1 15,0 1-7-15,2-2 0 0,0 0-6 0,2 0 0 0,0 1 5 0,3-2-7 16,1 1 0-16,1-1 0 0,3-1 7 0,2 1 1 0,2-2 2 0,4-1 4 15,3 1-6-15,2-1 8 0,5 0 4 0,1 0 0 0,3 1-5 16,0 0-3-16,2 2-4 0,0 1 0 0,-1 2 7 0,-1 1-6 0,0 0 2 16,-2 2-2-16,-2 0-1 0,-1 2 4 0,-4 0-2 0,-1 0 5 15,-2 0-5-15,-4 0 1 0,-2 1 2 0,-2 1-1 0,-2 0 1 0,-4 1 2 16,-3-2 2-16,-3 4 6 0,-2-1-3 0,-3 1 0 0,-2-1-2 0,-2-1-1 16,-1 1 6-16,-2-1 2 0,-3-1-2 0,0 1 6 0,0-1 4 15,0-1 4-15,0-2 9 0,1 0-3 0,4-1-4 0,0-2-2 0,4-1-4 16,3-3-9-16,3-1-14 0,3 0-6 0,2-2-4 0,3 1-2 0,3 0 2 15,4 1 3-15,2 0 1 0,4 0 0 0,3 3 6 0,1 0 0 16,4 2 8-16,3 2-6 0,3 3-2 0,2 2 0 0,4 1-2 0,0 3-10 16,4 2 0-16,3 0 0 0,4 3-10 0,3 1 17 0,2 2 0 15,1 0-1-15,-1 1 3 0,-3 1 3 0,-3-1 0 0,-5 1 3 0,-8-3 1 16,-5 1-6-16,-9-4 7 0,-5-3 0 0,-5-1 9 0,-6-5 12 0,-3-2 3 16,-4 0-1-16,-5 0 0 0,-3 0 1 0,-5-1-4 0,-5-2 5 15,-2 1-7-15,-8-2-5 0,-1 0 3 0,-4-2-5 0,1-1 4 0,-3 0-6 16,0-1 0-16,0-1-10 0,-2 0 0 0,2-2-4 0,-1 1-2 0,2-2 5 15,-1 2-4-15,2 0-3 0,0 0 4 0,1 1 2 0,5 0 3 16,0 0 1-16,4 1-6 0,3 0 7 0,1 0-5 0,2 1-4 0,2-2 2 16,2 0-7-16,1 1 3 0,2 0 0 0,3 1-5 0,3-2 4 0,1 1 0 15,1-1-3-15,1-1 8 0,1 1-1 0,0-1-3 0,2-1 9 16,0 1-3-16,1-2 5 0,2 1-1 0,1 0-3 0,0-1 5 0,2 0-1 16,2 0 5-16,2 0-3 0,1 0 2 0,2 0-3 0,-2-1-3 15,2-1 4-15,0-1 0 0,1 0-1 0,-1 0-8 0,1 0-4 0,0 0 4 16,-1-1-2-16,-2 1 0 0,2 0 0 0,-3 0-3 0,1 0 5 15,-2 0 5-15,-1 0-6 0,-1 1 2 0,-1 0-2 0,0 1-5 0,0-1 6 16,-2 1 0-16,0 0 2 0,0 0-2 0,-2 0 4 0,1 1-6 0,-1 0 0 16,-2 0 9-16,1 0-3 0,-1 0-2 0,-1 0 9 0,0 1-4 0,1-1-2 15,0 0 8-15,0 1-11 0,-1-1 7 0,1 1 4 0,-1-1-6 16,1 2 3-16,1-2-7 0,-2 1 7 0,1-1-10 0,-1 1 7 0,0 0-1 16,1-1-6-16,0 1 7 0,-1-1-2 0,1 1-5 0,0 0 2 15,0-1 2-15,-1 0-6 0,0 1 6 0,0-2-2 0,0 1-4 0,0 0 4 16,1-1-4-16,-1 2 4 0,0-1-4 0,0-1-2 0,0 1 8 15,-1 0-2-15,1-1 1 0,0 2-3 0,-1-2 0 0,1 2-3 0,-1-2 1 16,0 1 6-16,0-1-4 0,0 1 9 0,1 0-11 0,-1 0-4 0,0-1 10 16,0 1-4-16,0 0 9 0,1 0-7 0,-1 0-2 0,0 0 2 0,1-1-4 15,-1 2 6-15,1-1 0 0,-1 0-4 0,1 1-2 0,-1-1 0 16,1 1-2-16,-1 0 6 0,0 0-2 0,1 0-2 0,-2 0-5 0,2 1-1 16,-1 0 5-16,1-1-1 0,0 1-5 0,-1 0-4 0,1 1-7 0,0-1 3 15,0 0-9-15,0 0-14 0,0 0-16 0,1 0-27 0,-1 0-14 16,2-1-23-16,-1 0-18 0,1-1-13 0,0-1-14 0,0 0-19 0,2-1-33 15,-1-1-44-15,2-2-54 0,3-3-47 0,0-2 11 0,3-4 40 16,1-1-111-16</inkml:trace>
  <inkml:trace contextRef="#ctx0" brushRef="#br0" timeOffset="117940.89">21086 14460 1765 0,'-2'-4'314'0,"0"-1"-273"16,0 0 0-16,3 0 11 0,2 0-1 0,2-1-11 0,2-2-19 0,3 0-16 16,1 0 1-16,0 0-2 0,0 1-5 0,1 0 4 0,0 2-2 0,0 0-1 15,1 0-1-15,-1 0 1 0,1 1 3 0,1 0 1 0,-1 0 8 16,0 1 4-16,0-1 0 0,0 0 12 0,2 0 12 0,-1 0 4 0,3-1 8 15,1 1-3-15,1-1-6 0,1 0 6 0,3 1-5 0,1-2 7 16,1 1-3-16,3 0 0 0,0-1 0 0,4 0-1 0,2-1-4 0,2 0 0 16,2-1-5-16,1 0-4 0,5-2-3 0,2 0-4 0,3-1 5 0,4-1 3 15,2 0 1-15,3 0-7 0,0-1-9 0,3-1-9 0,0 0-4 16,1 2 4-16,0-2-2 0,-1 0-2 0,1 1 0 0,-2 0-3 0,1 1 0 16,-2-1 3-16,-1 0-2 0,-1 1 3 0,-1-1-3 0,-1 2-3 15,-2-1 4-15,-1-1-10 0,-2 0-13 0,-2 1 6 0,-1 1 8 0,-3 0 1 16,-3 0 9-16,-1 1-14 0,-4 0-24 0,-3 0-12 0,-2 2-40 0,-5 0-40 15,-2 0-55-15,-2 0-76 0,-4 1-64 0,-1 1-89 0,-3 0-96 0,-3 2 8 16,-4 0 54-16,-3 1-4 0</inkml:trace>
  <inkml:trace contextRef="#ctx0" brushRef="#br0" timeOffset="118231.89">21822 14840 2513 0,'-3'1'128'0,"1"-1"-65"16,1-1 6-16,3 1 4 0,3 0-4 0,2 1-32 0,3 0-27 0,4 0-3 15,2 0-2-15,3 0 14 0,3-1 5 0,0-1-2 0,3 0 6 16,2-1-4-16,0 0-7 0,2-2 6 0,0-1-4 0,1 0-3 0,-1 0 7 15,3-1 0-15,-1-1-2 0,3 1 4 0,-2-3 0 0,1 1-3 0,-1 0-2 16,-1 0-8-16,1 0-3 0,-1 0-2 0,1 0 4 0,0 1-3 16,-2-1 4-16,-1 1-6 0,-1-1-4 0,-1 1-2 0,-1 0-4 0,0 1 8 15,0 0-3-15,-1 2-1 0,0-2-3 0,-1 2-8 0,-1-1-9 16,0 0-14-16,1 1-35 0,-1 0-56 0,0 0-75 0,-1 0-90 0,-1 0-107 16,-1 1-157-16,0-1-33 0,-1-2 26 0,1 0 93 0</inkml:trace>
  <inkml:trace contextRef="#ctx0" brushRef="#br0" timeOffset="118579.89">24179 13266 2659 0,'-3'-3'149'0,"1"2"-135"0,3-1-30 0,2 2-11 16,2 1 13-16,5 1 7 0,1 1 1 0,4 1-3 0,2 2 6 0,0-1 0 0,2 2-1 16,2 0-4-16,2 2-6 0,2 2 19 0,1 2-1 0,3 1 8 15,0 2 3-15,3 1-19 0,1 1 3 0,2 0 4 0,2 2-3 0,3 2-2 16,2 0 6-16,4 2-4 0,0 1 3 0,3 2 5 0,-1 2-6 16,0 1 1-16,0 1 2 0,-1-1 5 0,-1 0 6 0,-3-2 7 0,-3 2 11 15,-3-1 3-15,-4 1 6 0,-2 0 3 0,-6 0 4 0,-1-1-9 0,-4 1-1 16,-5-2 2-16,-2 0-5 0,-3 0 4 0,-3 1-7 0,-3-2-2 15,-4 1-1-15,-4 1-6 0,-3-1-5 0,-4 2-11 0,-5 1-7 16,-2 2-2-16,-7 0-8 0,-3 0-4 0,-8 1-14 0,-3 1-10 0,-6-1-12 16,-5 1-14-16,-4 1-20 0,-3-3-32 0,-2 2-42 0,-5 0-61 0,-2-1-102 15,-8 3-180-15,-6 0-179 0,-9 1-155 0</inkml:trace>
  <inkml:trace contextRef="#ctx0" brushRef="#br0" timeOffset="120359.69">22762 12747 3017 0,'-21'10'83'0,"5"1"-69"0,1 1-14 0,9-3-4 15,7-2-5-15,6 1 8 0,3 2-3 0,8 0-8 0,5 1 10 16,4-1 1-16,5-2 1 0,3-2 0 0,4-1-4 0,2-2-5 0,3-2 2 15,4-2 1-15,5-1-8 0,-1-4 0 0,2 0-5 0,-1-4-3 16,-1-1 5-16,0-1 0 0,1-1-10 0,-1 0-2 0,2 0-15 0,-2-2 0 0,0-1-3 16,-2 1-5-16,0 0-5 0,0-1-29 0,-3 0-19 0,-3-1-31 15,-3 1-40-15,-2-1-34 0,-5-2-47 0,-2 3-52 0,-7-2-8 0,-1 0 18 16,-5 1 38-16,-4 1-133 0</inkml:trace>
  <inkml:trace contextRef="#ctx0" brushRef="#br0" timeOffset="120593.69">23245 11952 3474 0,'-23'1'132'0,"8"1"-106"0,1 1-29 0,12 2-18 0,6 2 8 15,2 6 13-15,4 3-2 0,3 8-13 0,0 7 15 0,0 6 0 0,-2 6-2 16,-2 7 19-16,-1 5-32 0,0 7-9 0,2 5-17 0,-1 8-16 16,2 8-22-16,-1 3-33 0,0 8-52 0,0 4-83 0,1 8-180 0,2 5-239 15,3 5-48-15,0 10-94 0</inkml:trace>
  <inkml:trace contextRef="#ctx0" brushRef="#br0" timeOffset="121719.53">17377 16535 1840 0,'-18'22'71'0,"2"3"-20"15,-5 8 13-15,5-3-1 0,4 1-19 0,4-1-28 0,1 5-19 0,3 0-2 0,1 1-3 16,1-2-3-16,2-2-1 0,0-2-3 0,2 0-8 0,1-5-6 15,0 1-13-15,1-3-2 0,1-2-7 0,0-1-2 0,2-4-6 0,-3-8 0 16,2 1 7-16,0 0 8 0,2 1 10 0,0-1 4 0,2 1 13 16,1-3 9-16,3 3 12 0,1-2 5 0,2-1-2 0,0-1 7 0,4-2-4 15,1-2 5-15,1 0 0 0,3-1-5 0,2-1 9 0,3-1-8 0,2-1 5 16,3-1 7-16,2 0 3 0,5-1 6 0,1-1-1 0,3-2-5 16,3 0 5-16,3-1 4 0,11-1 1 0,46-10 6 0,-7 2-6 0,-13 1 9 15,-20 3 4-15,2-1 0 0,0-2 3 0,3-2-8 0,-1 1 5 0,2-3-1 16,1-1-11-16,1 1 1 0,-1-1-9 0,2 0-6 0,1 2 8 15,-2 0-18-15,3 0 4 0,-1 1-6 0,-2 1-9 0,1-1 15 0,-2 0-9 16,0 3-3-16,-4 1 3 0,0 3-12 0,-2 2 12 16,-2 2-1-16,-1 1-9 0,-2 0-3 0,-2 1-4 0,-2 2-5 0,-1 0-12 0,-1 2-13 15,-3 0-21-15,-1 2-29 0,-4 0-46 0,-2 0-73 0,-2 2-82 0,-2 0-88 16,-3 0-9-16,-5 1 44 0,-1-1-124 0</inkml:trace>
  <inkml:trace contextRef="#ctx0" brushRef="#br0" timeOffset="122088.53">18073 16293 2630 0,'-36'-6'219'0,"6"-1"-155"0,-6-1 11 16,12-2-8-16,9 1-19 0,6 1-50 0,6-2-24 0,6 0 0 15,6-2-3-15,4 0 7 0,6-3 5 0,8 0 3 0,5-2 7 0,8 1-5 16,5-1-10-16,4-2-3 0,5 2-15 0,5 0-12 0,4-1-5 0,6 1-20 16,3 1 0-16,4 0-10 0,3 0 0 0,3 1 0 0,4 1-3 15,0 1 14-15,3 2 7 0,-1-1 26 0,1 1 15 0,1 1 11 0,0-1 11 16,1 0-2-16,-2 0 4 0,0-1 9 0,-2 2 4 0,-1-1 10 0,-2 0 9 16,-1 0 11-16,-2 1 11 0,-2-1 10 0,-3 2 13 15,1 1 9-15,-4 1 4 0,-2 3-2 0,-5 1-1 0,-3 1-11 0,-2 2-2 0,-3 2-10 16,-2 3-10-16,-3 3-3 0,-5 2-1 0,-2 3-7 0,-4 1-19 15,-2 4-1-15,-3 0-3 0,-2 5-4 0,-5 3-5 0,-3 1-11 0,-2 3-6 16,-3 0-2-16,-2 4 0 0,-4 1-28 0,-2 2-26 0,-3 2-33 0,-4-1-36 16,-2 1-29-16,-2-3-66 0,-2-1-88 0,-3 2-115 0,-3-1-61 15,-4 3-153-15</inkml:trace>
  <inkml:trace contextRef="#ctx0" brushRef="#br0" timeOffset="122339.53">18187 16502 1423 0,'11'-7'964'0,"3"1"-802"0,6-2 0 16,1 1 16-16,1 0-9 0,3 2-64 0,2-1-52 0,5 3-7 0,2-1-10 16,4 0-13-16,1 1 0 0,2 0-14 0,0 1-12 0,-1 1 6 15,2 0-8-15,1 2-24 0,0-1-26 0,0 2-73 0,1 1-75 0,-2 0-106 16,1 1-208-16,-1 1-200 0,-1-1-219 0</inkml:trace>
  <inkml:trace contextRef="#ctx0" brushRef="#br0" timeOffset="136068.35">24207 16117 1571 0,'-10'14'243'0,"0"0"-103"16,-1 1-15-16,5-2-18 0,3-4-26 0,3-1-33 0,3 0-14 0,3 2-12 15,2-1-4-15,6 1 3 0,0 0-10 0,3-1-6 0,2-1-4 16,3 0-2-16,2-2 1 0,-1-1 0 0,2 0-3 0,-2-2-7 0,2-1 7 16,-2-2-3-16,-3-1 2 0,0-1 7 0,-2 0-6 0,-3 0 9 15,-1-1 1-15,-2 1 0 0,-2 0 0 0,-1 0-1 0,0 2 7 0,-2 0 4 16,1 1 1-16,-1 2-5 0,0 0 9 0,0 3 1 0,0 2 12 0,1 2 11 15,-1 2-1-15,1 4 4 0,-1 2-13 0,2 3-10 16,1 3-6-16,2 0-12 0,3 3 5 0,0 0-4 0,6 2-3 0,3-2 18 0,3 1-4 16,4-2 2-16,2-3 0 0,5-1-17 0,1-5 0 0,3-1 0 0,4-3-15 15,3-3 3-15,2-3-2 0,0-3 4 0,0-3 0 0,-1-3-5 16,-1-2 5-16,0-2-5 0,-1-1 7 0,-2-3 4 0,-1-2-9 0,-2 0 10 16,-3-4 3-16,-1-1-4 0,-2 0 11 0,-3 0-13 0,-1-2 4 15,-4 0-3-15,-2 0 0 0,-4-3 17 0,-1 0 1 0,-4 0-2 0,-1-4 0 16,-5-1-4-16,-1-3-1 0,-4-1 4 0,-4-2-13 0,-4 1-1 0,-3-1-2 15,-4 1 8-15,-1-4 3 0,-3 2-5 0,-4-3-5 0,-2 1-3 16,-5 1 3-16,-3-2 1 0,-5 3 3 0,-3-1-3 0,-4 1 1 0,-5 2 7 16,-3 3 4-16,-3 1 1 0,-5 4 2 0,-2 0-6 0,-4 3-3 0,-2 4 5 15,-3 2 2-15,-2 4 6 0,-3 3 6 0,-1 3 4 0,2 4 11 16,1 3 10-16,3 5 0 0,4 2-6 0,2 3-9 0,2 2-6 0,5-1-5 16,2 4-3-16,4 3-12 0,3 0-8 0,3 4-2 0,4 2-13 15,1 1 16-15,4 2-12 0,3 2 4 0,3 3-3 0,2 0-7 0,2 1 19 16,3 1-13-16,2 0 2 0,1 0-1 0,2 0-8 0,4-1 14 0,1-3 0 15,2-2-3-15,3-3-3 0,3-1-4 0,2-2 1 0,1 0-2 16,2-4-16-16,0-3-7 0,1-1-16 0,1-3-36 0,0-2-24 0,-1-3-50 16,-1-4-49-16,-2-3-52 0,0-1-80 0,0-1-115 15,-1-2-34-15,-1-4 36 0,-1-6-79 0</inkml:trace>
  <inkml:trace contextRef="#ctx0" brushRef="#br0" timeOffset="136514.35">23586 16037 2938 0,'-26'0'193'16,"-3"-2"-108"-16,-3-2-3 0,5 0-23 0,9-3-8 0,5 0-31 0,4 0-16 16,3-1-6-16,3-2-4 0,3 0 1 0,4-3 3 0,3-2 2 0,4-3 4 15,5-3-1-15,6-2-23 0,6-3 22 0,8-1 0 0,4-3-4 16,7-1 19-16,8-3-23 0,6-1 2 0,8-2-1 0,7 2-8 0,6-2 4 16,6-3-4-16,4 0-1 0,4 1-8 0,4 1-3 0,0 4-2 0,3 0 2 15,3 6-5-15,2 1 0 0,0 4 3 0,3 3-8 0,-1 4 5 16,2 5-11-16,-1 4-2 0,0 7 8 0,-2 5-2 0,0 5-9 0,-2 6 1 15,-2 4-3-15,-1 4 6 0,-2 5 11 0,-2 3 0 16,-3 5-1-16,-3 5-1 0,-5 4-7 0,-2 4-17 0,-4 4-15 0,-7 2-13 0,-3 3-8 16,-7 1 1-16,-6 2 15 0,-4 0 22 0,-7-2 18 0,-7-2 25 0,-7 0-2 15,-8-2-16-15,-7 2 11 0,-9 0 19 0,-9 0 25 0,-8-1 29 16,-12-2 6-16,-5-1-8 0,-11 0-7 0,-9 0-11 0,-9 0 6 0,-9-1 1 16,-8-1-5-16,-6-1 5 0,-5-1-10 0,-7-4-8 0,-3-1 1 15,-6-4-13-15,-2-2 3 0,46-20-7 0,-13 5-6 0,-3-3-1 0,-13 4-8 16,-1-1 25-16,-13 2 1 0,-2-2 7 0,-13 2 10 0,0-2-13 0,1-2 15 15,2-4 8-15,-1-1 7 0,4-1 18 0,2-3 0 0,4-1 14 16,5-1 7-16,4-1-14 0,6-2 0 0,5 0-11 0,5-3-27 0,6-1 3 16,6 0-17-16,4-1-16 0,4-1 11 0,5-1-20 0,3-1 0 0,3-1 8 15,6-1-3-15,3-1 4 0,1 0-1 0,5 0-12 0,3-1 10 16,2-1-1-16,4 0-7 0,0 1 2 0,3 0-9 0,0-1 2 0,3 0-8 16,0 1-25-16,1-1-2 0,1-1-12 0,0 0-13 0,1 0-19 0,1-3-42 15,1-1-25-15,-1-4-42 0,1-4-51 0,0-4-88 0,-6-33-97 16,3-10-58-16,3-8 2 0,5-6-46 0</inkml:trace>
  <inkml:trace contextRef="#ctx0" brushRef="#br0" timeOffset="153121.56">20264 13348 2878 0,'36'-4'-14'0,"16"0"-9"0,17-3-2 0,19-1-5 0,-19 0 10 16,1 0-11-16,2-3-3 0,-1-1-3 0,0-1-18 0,-2-2-7 0,-1-2-16 0,-3-1-13 0,-4-1 7 15,-4 0 15-15,-4-1 14 0,-4 0 17 0,-4-1 15 0,-3 0 9 16,-5-1 8-16,-2-2 6 0,-2 1-7 0,-5-5 1 0,0-1 2 0,-3-2-2 16,-3-2 12-16,0-2-3 0,-4-1-3 0,1-2 4 0,-3-2-1 15,-2-2 0-15,-3-2 8 0,-6-2-2 0,-3-2 6 0,-3-1 13 0,-3-2 1 16,-2-3 7-16,-6-1-2 0,-4-2 7 0,-4 0 13 0,-4-2-3 0,-3-1-12 16,-2 1-13-16,-6-2-26 0,-4 3-1 0,-4 2 2 0,-6 2-7 15,-6 6-8-15,-4 2-4 0,-6 5-13 0,-6 7 0 0,-7 4 4 0,-6 7 2 16,-6 8 4-16,-7 5 4 0,-3 7 4 0,-3 6-1 0,-6 6 4 0,0 5-5 15,-3 5 4-15,-3 6 0 0,2 4 7 0,1 4 7 16,1 3 3-16,5 1 1 0,6 2 9 0,5 1 1 0,8 1-1 0,10 0-4 0,7-1-6 16,8 4-2-16,6 0-1 0,7 3-3 0,8 5-12 0,7 4-7 15,8 3-11-15,8 4-6 0,7 3-12 0,8 1-18 0,10 1-41 0,8 2-51 16,7-1-72-16,9-2-55 0,7 0-22 0,6-2-10 0,6-4-42 0,2-3 84 16</inkml:trace>
  <inkml:trace contextRef="#ctx0" brushRef="#br0" timeOffset="161551.76">17004 10975 1149 0,'-15'-18'248'0,"0"-1"-26"0,-4-3-43 0,3 6-49 0,3 8-34 0,3 2-17 15,2 5-26-15,1 2-15 0,0 5-10 0,1 3-9 0,-1 3-2 0,-2 6-8 16,1 5-2-16,0 2-4 0,1 5-1 0,3 1 2 0,2 1-5 16,4-1 1-16,5 0 0 0,3-3-11 0,4 0-1 0,6-3-6 0,3 0 1 15,4 0-1-15,2-3-2 0,2 0 2 0,3-4-2 0,0-2 5 0,0-4 7 16,2-3-7-16,-1-3 18 0,0-3-4 0,-1-1 18 15,-2-3 5-15,-4 0 7 0,0-2 19 0,-4-1-3 0,-1 0 22 0,-2-3 0 0,-2-2 9 16,0-1 6-16,-2-1 2 0,-1-4-11 0,-1-1-6 0,-1-2-9 16,-2-3-14-16,-1-2-5 0,-2 0-10 0,-2-1-14 0,0 0-3 0,-4 0-5 15,-1-2-6-15,-3-2-1 0,-2 0-1 0,-3 0-1 0,-2 0 2 16,-2 0 0-16,-3 0-3 0,-3-1 1 0,-2 0 2 0,0-1 0 0,-2 2-10 16,-1-1 3-16,-1 3 5 0,-3 1-3 0,1 1 15 0,-2 6-3 15,0 1-9-15,0 5 4 0,-3 5 1 0,0 3-4 0,-1 5 1 0,1 4 0 16,-1 4-5-16,2 4 3 0,-2 4-5 0,2 2-23 0,-1 4-18 0,3 2-25 15,0 2-50-15,2 4-64 0,3 0-94 0,2 1-144 0,5 1-90 0,3-1-30 16,3 0-43-16</inkml:trace>
  <inkml:trace contextRef="#ctx0" brushRef="#br0" timeOffset="161935.75">17743 10760 1360 0,'-11'4'576'0,"1"4"-494"0,-1 3-11 0,4 5-31 16,3 3-14-16,3 1-4 0,2 5-9 0,2 2-6 0,1 2-1 16,1 3-3-16,0 1-1 0,0 3 2 0,1-1-4 0,1 1-3 0,0 0-6 15,2-4-8-15,1 0-14 0,3-3-11 0,0-3-9 0,3-4-8 16,3-4-4-16,0-5 3 0,1-3 8 0,1-5 17 0,-3-2 23 0,0-3 11 15,-2-4 6-15,-2-2 6 0,-2-3 4 0,0-2 13 0,-1-3 16 0,-1-3 12 16,-1-2 15-16,-1-2 5 0,-1 0 11 0,-2-1 4 0,0-2 2 16,0 0-7-16,-1-2-9 0,0 1-10 0,0-2-13 0,0 0-6 0,1 0-10 15,1 0-12-15,0 3-5 0,1 1-11 0,1 1-5 0,-1 1 0 0,1 4-5 16,-1 1 2-16,0 5-1 0,0 2-4 0,-1 2 1 0,-1 2-4 16,-1 3-2-16,0 2 3 0,0 3-5 0,0 3 2 0,-2 2-1 0,0 3 3 15,0 2-1-15,0 5-1 0,-1 3 0 0,-1 2-3 0,0 2-4 0,1 0 0 16,-1 3-2-16,1 2-3 0,1-1-7 0,1 0-5 0,1-1-14 15,3-3-10-15,2-2-12 0,2-1-23 0,1-2-32 0,2-3-41 0,2 0-37 16,0-2-45-16,1-2-27 0,2-2 4 0,1-2 19 0,0-1 30 16,-2-2 42-16,0-3-139 0</inkml:trace>
  <inkml:trace contextRef="#ctx0" brushRef="#br0" timeOffset="162235.75">19032 10201 636 0,'1'0'93'0,"1"1"-52"0,2 0-28 16,1 3-8-16,0 0-1 0,1 2-1 0,0 2 2 0,0-1-3 0,1 3 4 16,-2 0 7-16,0 1 13 0,-1 1 18 0,-1 1 15 0,-1-1 11 15,0 3 16-15,-1 1 11 0,0 2 9 0,-2 0 3 0,0 4-6 0,0 1-14 16,0 3-13-16,0 1-10 0,-1 0-10 0,1 3-11 0,0-1-10 15,1 2-6-15,1 0-13 0,1 2-5 0,3 0-2 0,0 0-14 0,2-1 8 16,3 0-1-16,-1-3-5 0,2 0 8 0,0-3-10 0,1-2 3 16,0-3-3-16,0-3-2 0,2-3 6 0,0-3-5 0,-1-2 10 0,-1-1 0 15,-3-2-1-15,1-1 0 0,-1-2 0 0,-2-1-1 0,-3-1 7 0,-1-2-1 16,-2-1-8-16,-1-1-12 0,-1-2-45 0,-3-3-67 0,-2-1-104 16,-3-2-86-16,-3-2-27 0,-3-1 38 0,-3-1 33 0,-4-2-6 0</inkml:trace>
  <inkml:trace contextRef="#ctx0" brushRef="#br0" timeOffset="162357.75">18717 10695 1006 0,'-19'-8'295'16,"1"1"-109"-16,-4-2-68 0,5 4-42 0,7 1-23 0,4 1-11 0,3 1-20 16,2 0-15-16,3 1-4 0,2 1-10 0,3 0 3 0,4 0 0 15,3 0-4-15,3 1 3 0,1-1-11 0,4 2-13 0,3-1-28 0,0 0-44 16,3 1-30-16,1-1-21 0,2 0-20 0,0-1-1 0,2 1 2 0,0-1-8 16,1 1 6-16,-1 0-165 0</inkml:trace>
  <inkml:trace contextRef="#ctx0" brushRef="#br0" timeOffset="162579.76">19547 10347 1669 0,'-5'2'91'0,"-1"2"-45"0,0 3-30 0,3 3-13 0,2 2-3 16,1 5-1-16,1 0-2 0,0 4-1 0,1 2 0 0,-1 0 1 15,0 4 2-15,-1 1 1 0,1 2 3 0,0 2-3 0,0 4 0 0,2 1-4 16,0 4-11-16,0 2 10 0,0 1-10 0,0 3-2 0,0 3 0 0,1 2-17 16,-1 2-14-16,2 1-23 0,1 1-24 0,0 0-38 0,2-3-30 15,1 0-28-15,-1-1-13 0,0 1-9 0,-3 8-141 0</inkml:trace>
  <inkml:trace contextRef="#ctx0" brushRef="#br0" timeOffset="162843.78">19494 11248 791 0,'-20'-35'117'0,"-2"-3"-31"0,-4-10 0 0,6 3-11 0,3 5-13 16,3 2-11-16,2 0-20 0,3 2-15 0,1 2-5 0,2-1-14 15,2 2-3-15,2 1-10 0,2 3 3 0,2 2-6 0,2 2-9 0,2 1-6 16,2 3-13-16,1 3 2 0,1 2 10 0,3 4 18 0,1 3 17 0,2 2 17 16,1 3 9-16,2 3 8 0,1 2 5 0,1 4 2 0,2 1 10 15,1 3 3-15,-1 0 4 0,2 2-2 0,0 1-14 0,-1 2-6 0,0 1-9 16,-1 2-10-16,2-2-7 0,-1 2-5 0,1 2-7 0,-3 0 1 15,-2 0 5-15,0 2 1 0,-3-2-2 0,-1-1-12 0,-1 0-29 0,-3-1-27 16,-1-2-18-16,-3 0-8 0,-2-2 10 0,-2-1 8 0,-3 0 5 0,-1-2 5 16,-4 0 2-16,-1-1 11 0,-3-1 4 0,-2-2 9 0,-1 0 7 15,-1-1 2-15,0 0 7 0,-2 0 1 0,-1-2 3 0,0 0-2 0,2-2-2 16,2 1-8-16,1-1-18 0,3-2-31 0,2 0-33 0,2-1-160 0</inkml:trace>
  <inkml:trace contextRef="#ctx0" brushRef="#br0" timeOffset="163169.78">20106 10644 685 0,'13'-8'126'0,"1"0"-49"0,5-2-39 0,-3 3-20 15,0 2-11-15,0 3-14 0,0 3-10 0,-3 1-8 0,1 4-15 0,-2 3-1 16,-2 2-3-16,-1 4-3 0,-4 1 6 0,0 6 0 0,-1 2 7 0,-2 0-2 16,-1 3 0-16,0-1-9 0,-1 2-5 0,0 1-4 0,0 2 1 15,1-2 5-15,1 0 7 0,1-2 8 0,1-4 2 0,1-2 1 0,1-3 4 16,4-1 7-16,0-4 13 0,2-2 20 0,3-4 23 0,-1-2 27 15,0-3 35-15,-2-1 39 0,0-4 51 0,-1-2 40 0,-1-3 29 0,0-1-6 16,-1-2-27-16,-1-1-36 0,2 0-30 0,-2-2-25 0,0-1-25 0,0-1-20 16,0 0-14-16,-2 0-20 0,1-1-16 0,-2 0-11 0,-2 1-16 15,0-1-3-15,-1 2-1 0,-1 1-3 0,-1 2 0 0,-1 1-4 0,-1 1 2 16,-1 2-4-16,0 2-5 0,-1 2 2 0,0 2-5 0,0 1 3 0,0 2-4 16,1 2-2-16,-2 2-2 0,1 3-6 0,-1 3-5 0,-1 2-3 15,1 1-7-15,0 3-8 0,0 2-20 0,0 1-33 0,3 2-31 0,0-1-49 16,2-1-69-16,2 0-89 0,0 0-27 0,4-2 17 15,1 1-117-15</inkml:trace>
  <inkml:trace contextRef="#ctx0" brushRef="#br0" timeOffset="163338.78">21055 10506 2085 0,'2'-18'255'15,"1"1"-151"-15,1-4-48 0,1 5-31 0,-1 4-8 0,1 3-5 0,0 5-9 16,-1 2 5-16,-1 3-8 0,-1 1 0 0,-1 5-2 0,0 3-4 15,-1 4-2-15,0 3-14 0,-1 1-8 0,0 3-10 0,1 3-10 0,-1-1 4 16,1 4-12-16,-1 0-32 0,0 4-30 0,0 2-33 0,-1 1-36 0,1 1-25 16,0 2-35-16,1-1-17 0,1 0 26 0,1-1 28 0,2-3 47 15,0-3-53-15</inkml:trace>
  <inkml:trace contextRef="#ctx0" brushRef="#br0" timeOffset="163434.78">21031 10960 1386 0,'-9'-18'813'0,"1"-2"-669"0,-1-6-67 15,4 2-42-15,4 2-12 0,2 1-10 0,4 1-2 0,0 0-16 0,4 0-7 16,2 1-9-16,1 1-23 0,0 1-42 0,0 0-89 0,0 1-134 0,2 1-117 16,2 2-38-16,0 2 23 0,0 0 5 0</inkml:trace>
  <inkml:trace contextRef="#ctx0" brushRef="#br0" timeOffset="163988.25">19390 9377 1098 0,'-117'-11'223'0,"-12"2"-199"0,-33 0-7 15,15 11-6-15,17 9-5 0,0 7 9 0,3 9 21 0,3 3 19 0,3 7 20 16,5 4 1-16,4 5-16 0,5 5-16 0,4 2-21 0,2 7-13 15,6 2-6-15,4 2-5 0,6 4 1 0,2-1 0 0,5 3-2 0,5 4 0 16,4 0-2-16,6 3 1 0,3 1-2 0,5 2 1 0,5 1 0 0,6 0-2 16,6 1 2-16,4 2-3 0,7-3 3 0,5 3 0 0,6-1 0 15,7-2 2-15,5 1-3 0,7-4-6 0,5 0 5 0,7 0 2 0,6-2 4 16,7-1 9-16,8-4-2 0,6-3-4 0,7-4 8 0,6-4 0 0,11-5 6 16,5-4 3-16,8-5 7 0,6-4 6 0,4-4 0 0,6-5 8 15,4-1-12-15,5-1-8 0,4-2 1 0,4-1 3 0,3-4 3 0,5-6 6 16,3-3-1-16,4-6-4 0,1-5 2 0,-1-3 7 0,2-4 2 15,-1-4 11-15,2-3 1 0,-2-5 6 0,-1-5 8 0,-1-4 1 16,-1-8 0-16,2-5-5 0,-2-7-19 0,1-5-6 0,0-5-14 0,-1-6-10 0,3-1 0 16,0-5-14-16,-1-1-4 0,1-1-2 0,-5 0-8 0,-1 1 4 15,-4 3-10-15,-6 4 8 0,-4 0 3 0,-6 1 3 0,-7 2 9 0,-4 0-4 16,-7 1 2-16,-6 1-1 0,-8 0 2 0,-5 1 4 0,-8 1 7 0,-6 1-6 16,-6 1 5-16,-6-1 3 0,-9 1 0 0,-6-2 6 0,-8-1-2 15,-10-1-1-15,-7-2 1 0,-10-1 5 0,-8 0 9 0,-7-1 5 0,-11-1-4 16,-7 1-6-16,-9-1-12 0,-10 2-10 0,-10 1-3 0,-9 4 3 0,-10 3-1 15,-10 5-4-15,-7 3-5 0,-8 6-2 0,-8 2-7 0,-7 7 2 16,-5 3 0-16,-7 8-3 0,-8 6 5 0,-5 9-1 0,-9 9 3 0,-7 9 0 16,-4 12 2-16,-5 7 0 0,0 7-3 0,-2 7 3 0,0 2-10 0,0 5 3 15,3 5-22-15,3 4-5 0,6 4-19 0,5 2-30 0,7 5-39 16,5 3-79-16,7 4-87 0,7 4-101 0,8 4-69 0,7 4-74 0,5 3 36 16</inkml:trace>
  <inkml:trace contextRef="#ctx0" brushRef="#br0" timeOffset="167982.72">27480 11240 770 0,'-4'-6'84'0,"2"1"-33"0,-2-1-10 0,2 2-4 0,1 1 7 0,-1 0-7 16,1 1-15-16,-1 0-11 0,0 1-9 0,-1 1 0 0,0 0 5 0,-2 0 10 15,1 2 11-15,-1-1 13 0,-2 1 13 0,1 0 8 0,-1 0 6 0,-1 0 5 16,1 0-4-16,0-1-2 0,0 0-5 0,0-1-6 0,1 1 0 0,0 0 3 16,0-1 6-16,2 0 11 0,0-1 6 0,0 0 4 0,2 0 0 15,1 0-16-15,-1 0-15 0,2 0-12 0,0-1-13 0,0-1 10 0,2 0 7 16,-1 0 8-16,2-1-1 0,1-1 1 0,1-1-7 0,2-1 1 16,1 0 4-16,1-1-1 0,2-1 5 0,0 0-3 0,1-1-7 0,1 0-4 15,2-1 5-15,2-1-6 0,1 1-1 0,3 0 0 0,0 2-13 0,0-1 1 16,1 0 0-16,1 0-2 0,0 1-9 0,0 1-4 15,0 1-5-15,1 3-1 0,0 1 3 0,-1 1-4 0,0 2 2 0,-1 2-7 0,-2 1-2 16,0 2 0-16,-1 3 2 0,-1 1 3 0,-1 2-5 0,0 2-2 16,-2 0 1-16,0 1-1 0,-1 2 4 0,-2 1-1 0,-1 0 1 0,-3 3 0 15,-1 0-2-15,-3 1-2 0,-3 0-3 0,-1 3-1 0,-3-1 4 0,-2 2 2 16,-3 1-12-16,-5-3-1 0,-2 2 13 0,-3-2 2 0,-1 1 10 16,-3-2 5-16,-2 0-12 0,0-1-1 0,-2-1 7 0,1-1-5 15,-3-1-3-15,1-2 5 0,3-2-5 0,1-1-1 0,3-1 7 0,2-2-3 0,1-2-1 16,3-1 3-16,3-1-4 0,1-3 5 0,2-1 0 0,3-1-5 15,1-1 7-15,3 0-11 0,1-1 4 0,1 0 5 0,3 1-13 0,2-2 6 16,4 0 6-16,2 0-10 0,4 0 9 0,4 0-5 0,2 0-4 0,4 1 8 16,4 2-4-16,2 1-1 0,3 1 1 0,1 2-5 0,3-1 6 15,3 3-3-15,0 2 10 0,0 1-5 0,1 1 1 0,-1 1-4 0,-2-1-6 16,1 2 12-16,1 0-5 0,-3 2 9 0,1-1-5 0,-2 0-3 16,-1 2 7-16,0-1 2 0,-4 1 10 0,-2 0-8 0,-5 0-3 0,-2 1-3 15,-4 0-1-15,-3-2 5 0,-4 1 6 0,-5 0 4 0,-3-1 6 0,-4 1-2 16,-5 0-13-16,-4 1-5 15,-6 1 17-15,-5 1 7 0,-5 2 8 0,-8-1 4 0,-5 2-25 0,-6-1-4 0,-5-1 10 0,-4 0 2 0,-2-1-18 16,-1-3-10-16,-2 1 0 0,1-2 0 0,-1 1 0 0,3-4 0 0,2 1 0 16,0-1 0-16,3 0 0 0,2 0 0 0,1-1 0 0,4-2 0 15,0-1 0-15,4-2 0 0,0-1 0 0,4-2-16 0,2 0-60 0,2-1-36 16,2 0-38-16,3-1-71 0,0 1-99 0,2 0-160 0,0 1-283 16,1 1-54-16,2 1-60 0</inkml:trace>
  <inkml:trace contextRef="#ctx0" brushRef="#br0" timeOffset="169022.72">27895 13402 2128 0,'-2'-4'111'0,"-1"0"-28"0,0 1-13 15,1 2-10-15,3 1 15 0,0 0-1 0,1 1-16 0,1 1-18 0,-1 1-12 0,3 2-15 16,-1 0-3-16,2 4-7 0,1 2 0 0,0 4 2 0,1 2 5 0,0 3 5 16,-1 3-3-16,-1 2-1 0,0 6 2 0,-1 2-3 0,2 4 7 15,0 1 1-15,-1 4-2 0,0 0-5 0,0 3-6 0,0 3 0 0,-1 1-1 16,-2 2-1-16,0 1-3 0,0 0-8 0,0 1-2 0,0-1-11 0,-2 0-22 16,1 0-30-16,0-3-32 0,0 0-32 0,1-1-28 0,-1-2-42 15,0 0-48-15,-1-2-61 0,0 0-68 0,0-2-1 0,-1 3 65 0,0-2-82 16</inkml:trace>
  <inkml:trace contextRef="#ctx0" brushRef="#br0" timeOffset="169350.72">28605 13874 2339 0,'0'7'288'15,"3"5"-221"-15,1 8-14 0,4 7-30 0,3 6 0 0,1 7 16 0,4 3 0 16,0 3-7-16,2 2-9 0,0 1-18 0,1 2-6 0,0-3 6 0,-2-1-5 16,2-4 0-16,1-1-2 0,-1-3-3 0,1-4-7 0,0-2 9 15,-1-6-2-15,1-3-5 0,-1-3 6 0,0-5-7 0,0-2 0 0,-1-4 5 16,0-4 2-16,-1-1 8 0,0-5 1 0,0-2 12 0,-2-3 10 0,1-4 8 16,0-3 15-16,0-2-1 0,-2-4 9 0,1-2-1 0,-2-1-2 15,-1-4 0-15,-1-1-6 0,-5-3 10 0,-1-3 2 0,-3-2 3 0,-5-2-4 16,-2-3-15-16,-4-2-11 0,-4-4-4 0,-3-2 0 0,-2-2-9 15,-2 0-2-15,-2 0 0 0,-2 0-24 0,-4 1 16 0,-1 2-7 0,-2 2-2 16,-2 3 8-16,0 4-14 0,0 7 6 0,-1 3-8 0,2 3-4 0,-3 4-3 16,1-1-10-16,-1 1-11 0,0 4-2 0,0 1-27 0,-2 3-19 15,-1 3-39-15,-1 4-60 0,0 6-88 0,1 6-126 0,-3 5-229 0,-2 6-123 16,-4 5-137-16</inkml:trace>
  <inkml:trace contextRef="#ctx0" brushRef="#br0" timeOffset="172058.71">27793 10873 54 0,'-9'-10'21'0,"1"0"-6"0,-4-1-4 0,0 2-4 0,-1 2 1 16,-1 1 1-16,-3 2 1 0,-2 1-1 0,-2 2-1 0,0 2-2 0,-3 4-1 15,0 3 2-15,-1 2-1 0,-3 1-5 0,1 1 0 0,-4 1 0 16,1 0-1-16,-2 1 4 0,1-1 1 0,-3 4 0 0,0 1 1 0,-3 1-2 16,-2 3-2-16,-1 2 0 0,-2 1 5 0,2 3-2 0,0 4 0 15,-1 2 0-15,1 2-6 0,-1 2 4 0,0 3 1 0,0 3-1 0,1 5 3 16,-2 5-1-16,0 6 4 0,0 6-1 0,0 5-4 0,-3 7 2 0,2 4-4 16,1 3-1-16,2 5-3 0,7-2-1 0,2 2 2 0,6-1 3 15,5 0 5-15,7-2 9 0,7-1 1 0,8-1-1 0,7-7-11 0,7-3-3 16,9-3 0-16,7-7 2 0,8-5 8 0,12-5-1 0,5-7-5 15,7-4 0-15,6-7 3 0,5-5 6 0,7-3 6 0,4-3 8 0,8-2 7 16,3-2 17-16,1-3 30 0,1-3 22 0,-2-1 13 0,0-4 2 0,0-4-17 16,1-3-14-16,-5-6-11 0,-1-4-4 0,-5-7-9 0,-2-5-6 15,-3-5-4-15,-1-6-9 0,-2-4-2 0,0-6-1 0,-3-5-9 0,0-5-9 16,-2-5 0-16,-3-5-10 0,1-4-2 0,-3-3-6 0,2-6-4 0,0-3 2 16,-2-5-4-16,-1-4 7 0,-4-4-8 0,-3-2-1 0,-2-5-3 15,-3 0 0-15,-1-5 1 0,-4-1-3 0,-6-3-1 0,-1-2-1 0,-7-1 2 16,-4 0-1-16,-6 3-2 0,-4 0-2 0,-8 4-5 0,-6 4-5 0,-6 2-14 15,-8 6-10-15,-5 2-20 0,-9 6-11 0,-7 5-10 0,-8 3-13 16,-7 5-10-16,-9 7-8 0,-5 5 3 0,-8 7-5 0,-6 7 10 0,-4 6 2 16,-8 7 0-16,-4 9-16 0,-4 5-144 0</inkml:trace>
  <inkml:trace contextRef="#ctx0" brushRef="#br0" timeOffset="172842.71">27272 13315 440 0,'10'-2'-56'15,"2"-1"115"-15,6-1-46 0,2 0 0 0,0-1 6 0,3-1 4 0,3-2 4 16,2 2 1-16,4-3-6 0,1 0-3 0,2 1-8 0,2 2-4 15,0 1 6-15,4 1 1 0,1 3 3 0,1 1 6 0,4 2 4 0,2 3 8 16,0 1 7-16,2 3 5 0,2 1 3 0,0 1 0 0,4 0 9 0,2 0-1 16,2 0 1-16,2 0-1 0,2 1-5 0,2-1-3 0,2 2 0 15,1-1-10-15,2 1 0 0,0 1-6 0,0 1-10 0,3 2-6 0,0 2-10 16,1-1-4-16,0 3-3 0,-1 2 1 0,1 4 2 0,-1 5-3 0,-1 6-1 16,0 5 0-16,2 5 0 0,-1 4-1 0,2 4-4 0,-3 4 5 15,-2 4-2-15,-1 2-3 0,-5 0 10 0,0 3-11 0,-3 1 1 16,-1 1 0-16,-4 1-7 0,-4-2 5 0,-3-4-5 0,-5-3-1 0,-3-3 7 15,-7-4-1-15,-4-4 7 0,-8-3 3 0,-5-3-4 0,-7-3 0 0,-6-2 2 16,-6-3 3-16,-8-4 4 0,-7-4 0 0,-8 0-9 0,-7-4-9 0,-10-2-11 16,-9-2-5-16,-10-5 6 0,-8-4-4 0,-7-4 2 0,-10-5-3 15,-7-5-6-15,-9-5-4 0,-8-7-12 0,-6-5-12 0,-6-8-11 0,-4-6-16 16,-4-10-13-16,-1-10-35 0,-4-9-18 0,-1-10-95 0,2-12-31 0</inkml:trace>
  <inkml:trace contextRef="#ctx0" brushRef="#br0" timeOffset="181810.39">20259 5136 549 0,'-6'-2'-25'0,"2"1"25"15,1 1 2-15,5 2-1 0,6 3 1 0,3 2 7 0,4 2 3 0,5 0-2 16,5 3 2-16,4-1 0 0,6 1 2 0,1 0 1 0,4 0 1 16,4 2 2-16,2 0-1 0,5 1 1 0,2 0-2 0,1 2-2 0,4 1 3 15,2 1 1-15,4 0 0 0,4 2 1 0,1-1-5 0,4-3-3 16,1 0 0-16,2-2 0 0,5-3 1 0,3-2-1 0,2-2 5 0,3-3-5 16,1-3-2-16,2-1 0 0,-2-3-5 0,2-1 2 0,-1-1-2 0,3-4 0 15,-2-1-1-15,0-4 2 0,-2-3-2 0,-1-2 1 0,-2-2-1 16,-1-4 2-16,0 0 5 0,-4-2 2 0,-3 0 3 0,-3 0 1 0,-5-2 2 15,-5 1-2-15,-3-1 0 0,-4 3-4 0,-5 0-4 0,-5 2 2 16,-4 4-2-16,-5 1-2 0,-4 3-1 0,-5 2-13 0,-5 5-29 16,-5 3-38-16,-7 3-41 0,-5 5-41 0,-7 4-30 0,-4 5-201 0</inkml:trace>
  <inkml:trace contextRef="#ctx0" brushRef="#br0" timeOffset="-184820.84">20450 2965 2076 0,'27'-12'-3'0,"12"-6"-4"0,12-7-9 0,12-5 2 0,-15 4 4 0,4-1-2 0,1-3 9 0,3-1-3 16,3-3 1-16,1 0 6 0,2-1 23 0,-1 0 6 0,-1-1 2 15,1 1-22-15,1 3-24 0,-1 2-4 0,0 7-7 0,-3 6 21 0,-2 5-7 16,0 9 1-16,-3 7 3 0,-2 6-1 0,-3 7-1 0,-3 2 0 16,0 6-7-16,-2 3 1 0,-2 4-25 0,-1 1-2 0,-4 3-1 0,-2-1-1 15,0 3 14-15,-3 0-28 0,-1-2-35 0,-2 2-49 0,0 0-36 0,-3-1-11 16,2 2 8-16,0-3 17 0,-3-2 15 15,0-2 18-15,-3 0-43 0,-1-4-68 0</inkml:trace>
  <inkml:trace contextRef="#ctx0" brushRef="#br0" timeOffset="-184593.84">21417 5448 2955 0,'-25'4'178'0,"11"-2"-260"0,6-4-24 0,20-9 2 0,15-5 31 15,8-3 32-15,10 0 7 0,7-2-24 0,7-1-17 0,8-1-14 0,7-3-11 16,4-2-4-16,6-2-28 0,3 0-37 0,8-2-40 0,1 3-44 15,4-1-37-15,2 1-21 0,1-2 10 0,4-1-165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0:54:05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28729 14555 629 0,'-4'3'118'0,"-2"1"-66"0,0 0-30 0,1 0-15 0,2 0 4 0,2 1 23 16,-1 0 7-16,1 1 7 0,0-1-1 0,0 2-4 0,-1 1 3 0,1-1-1 15,0 0 1-15,-1 0-7 0,1 1 0 0,-2-1 0 0,1 2 4 16,0 0 4-16,-1 0 2 0,-1 1 6 0,0-2-2 0,-1 3 3 0,0 0-11 15,-1 1-8-15,1 1-7 0,-1-1-12 0,-1 2-4 0,0 1-3 0,0 3-2 16,-2-1-6-16,0 4 1 0,-2 0-2 0,0 1-2 0,-2 2 4 16,1 1-5-16,-2-1 2 0,0 0 2 0,0-1-3 0,1 0 0 0,-1 1 0 15,0-2 0-15,-1 2 3 0,1-2 5 0,2 0-7 0,-2 0 0 16,0-4 5-16,1 0-1 0,1-2-2 0,1-1-5 0,0-2-4 0,1 1-14 16,0-1-9-16,0-2-12 0,1-2-11 0,0-2-14 0,1-1-9 0,-1-1-18 15,2-1-13-15,-1-2-4 0,1-3-7 0,1-1-2 0,1 0 0 16,0-2-1-16,-1 0 5 0,0-4 5 0,-1-3 4 0,0-4 12 0,0-4 6 15,0 0-106-15</inkml:trace>
  <inkml:trace contextRef="#ctx0" brushRef="#br0" timeOffset="484.28">28358 14720 791 0,'-3'3'324'0,"0"0"-205"0,0 0-81 0,2-1-43 0,1-2-5 16,1 1 2-16,1 0 6 0,0 1-4 0,1-1-7 0,0 0-9 15,0 0-5-15,0 1-5 0,0 0-9 0,0 0-10 0,1-1-15 0,0 0-3 16,1 0 6-16,-1 0 8 0,0 0 12 0,1 1 10 0,0 1 5 16,0-1 5-16,1 0 4 0,-1 0 1 0,1 1 5 0,-1-1 3 0,0 2 3 15,1-1 2-15,-1 0 4 0,0 0 1 0,0 0 3 0,0 1 6 0,1-1 0 16,0 1 11-16,-1 0 5 0,3 0 5 0,0 0 7 0,0 0 0 16,2 2 7-16,3 1 3 0,1 0-2 0,3 1 2 0,1 2-2 0,3 0-2 15,1 2-3-15,1 1-6 0,1 1-7 0,3 1-5 0,1 0-7 0,2-1-1 16,1 1-1-16,1 1 3 0,0-1-2 0,1 0 0 0,1 1-3 15,-2 0 3-15,1 0 4 0,-1-1 7 0,0 0 2 0,-2-1 8 0,-1 1 2 16,-2-2 2-16,0 2 4 0,0-1-1 0,0-1-1 0,-2-2-6 0,-2 1 3 16,-1-1-4-16,-3 0-3 0,-1-1 3 0,0 0-10 0,-1-1-7 15,-1 0-2-15,-1 0-3 0,-1-1-6 0,-1 0 1 0,-2-1-6 0,-1-1-1 16,0 0-2-16,-1-1-14 0,0-2-10 0,-1 1-21 0,-1-1-14 16,-1 1-15-16,-1-1-14 0,0 0-17 0,-2 0-16 0,1-1-18 0,-1 1-6 15,-2-2-1-15,0 1-1 0,-1-1-3 0,-2 0 2 0,-1-1-22 0,-3-1-35 16</inkml:trace>
  <inkml:trace contextRef="#ctx0" brushRef="#br0" timeOffset="1616.66">4918 3890 1055 0,'-3'2'-37'0,"2"0"28"0,2 3 32 0,5 3 2 0,2 3 8 0,2 3-12 15,0 2-7-15,2 3-6 0,1 2-6 0,4 1 3 0,2 2-2 0,2 2-2 16,1 2-3-16,5 1 0 0,-2-1 0 0,4 1 1 0,1-3-2 0,1 0-1 16,2-1 0-16,1 1 0 0,0-1 1 0,0-1-2 0,-2-1-2 15,0-1 2-15,-2-1-2 0,1-1-4 0,-2-3 1 0,0 0-1 0,-2-1-5 16,0 0 1-16,-3-2-8 0,0-1-17 0,-2 0-14 0,-3-3-12 16,0 1-9-16,-1-3 1 0,-3-2 3 0,1-1-1 0,-2-2 2 0,-2-3 4 15,-1-2 9-15,-1-4 4 0,1-2 6 0,0-5-123 0</inkml:trace>
  <inkml:trace contextRef="#ctx0" brushRef="#br0" timeOffset="2049.66">6030 4185 486 0,'-4'4'122'0,"3"2"-131"16,1 4 24-16,5 1 19 0,0 1 5 0,0 1-2 0,0-1-4 0,-1 3-5 16,1 1-7-16,1 1-2 0,1 1-1 0,-1 2-3 0,1 2 1 15,1 0-1-15,1 4 1 0,1-2 0 0,0 3 3 0,-2 1 3 0,0 0 2 16,2 4 5-16,-1-1-4 0,2 1 0 0,-2 2-4 0,1 0-4 16,-2 3-1-16,2 2-4 0,0 1-1 0,-1 3-3 0,0-2-2 0,0 2-3 15,-3 2-2-15,1-1-2 0,-2-3-3 0,0 0 1 0,-1-2 0 0,-2-3 4 16,-1 1 3-16,-1-3-1 0,-2-1 1 0,-2-3-1 0,-2-1-1 15,-1-4-3-15,-1 0 1 0,-3-1 1 0,-4-1 3 0,-4 2-3 0,-3-1-4 16,-3 1-6-16,-2 0-5 0,-4-1 0 0,-1 0-2 0,-3-1 0 0,-2-2 4 16,-1-1 5-16,-2-3 8 0,-2-2 4 0,-1-2 1 0,-2-3 3 15,2-3-5-15,2-1 7 0,-1-4-5 0,1-1 8 0,1-1-3 0,-1-1 3 16,3-3 6-16,1-2-13 0,1-2 6 0,4-3-10 0,2-2-5 0,4-3 1 16,2-1-6-16,2-2 0 0,4-3-6 0,2 0 0 0,3-4-3 15,3 0 2-15,2-3 5 0,4-1-2 0,3-3-1 0,3 0 5 0,3-3 1 16,4 3 2-16,1-1 2 0,2 2-3 0,3-1 5 0,0 1-1 15,3 0 0-15,1 2 2 0,1 1 3 0,1 1 3 0,3 0 1 0,1 2-3 16,2 0-6-16,2 2-1 0,2 0-8 0,2 2-32 0,2 2-40 16,0 1-44-16,3 2-37 0,2 1-18 0,0 0-76 0,4 0 44 0</inkml:trace>
  <inkml:trace contextRef="#ctx0" brushRef="#br0" timeOffset="8917.26">13348 14515 51 0,'-9'-1'36'0,"1"2"1"0,-1 0-2 0,2-1-8 0,1 0-6 16,1 0-4-16,1 0-6 0,-1 0-2 0,2 0-1 0,-1 0-1 15,1 0 1-15,0-1-1 0,0 0 2 0,0-1 4 0,-1 1 2 0,0-1 3 16,0-1 2-16,0-1 4 0,0 2 3 0,0-2 1 0,-1 0 3 0,1 0-3 16,0-1 0-16,0 0 2 0,0 0-2 0,0 0-2 0,0 1-2 15,1-1-4-15,-1 0-3 0,1-1-2 0,0 1-5 0,1 1 0 0,1-1-4 16,-1 1 0-16,1-2-2 0,1 2-1 0,0-2-3 0,0 1-1 0,1-1 1 16,0 0-3-16,1-1 2 0,2 0 4 0,0 0-3 0,2-2 4 15,1-2 2-15,2-1 1 0,1-1 3 0,1 0 2 0,0-1 2 0,1-1 3 16,-1 2-1-16,1-2 2 0,-1 1-1 0,0 0-1 0,1 0 0 15,0 1-4-15,2 2 2 0,0-1 0 0,-1 0-3 0,2 1-1 0,2 0-3 16,0 1-5-16,0 2 2 0,0-1-1 0,1 0-5 0,0-1 2 0,1 1-2 16,1-1 1-16,0 0 1 0,2 3-2 0,1-1-4 0,-1 1-1 15,1 1-2-15,0 0 4 0,0 0 4 0,0 3-3 0,0-1 2 0,-1 1-4 16,1 1 1-16,-1 1 4 0,1 0 0 0,0 0-1 0,-2 2-2 0,2-1 2 16,-2 1 1-16,-2 1 2 0,1 0 2 0,-2 1 1 0,0 1-3 15,1 0 0-15,-1 2 3 0,-1 0 0 0,0 2 3 0,-1 1-3 0,-2 0 0 16,-1 2 1-16,0 2-2 0,1 0 2 0,-2 0 0 0,0 1-5 15,-2 2 2-15,2 0-2 0,0 2 0 0,0-1-1 0,0 3-4 0,0 1 0 16,-1-1-3-16,0 2-4 0,2 0-2 0,-1-1-1 0,0 3-2 0,0 0 2 16,0 1-1-16,-1 2-2 0,1 0 2 0,0 1 0 0,-2-1 3 15,0 0 1-15,0-2 1 0,-1 2 6 0,0-2 2 0,-1 1 7 0,-1 1-1 16,-1-2 1-16,0 1 1 0,-2-2-3 0,0 1 5 0,-2-1 2 0,-1 0 1 16,-1 1 1-16,-1 0 4 0,-2-1-1 0,-1-1 2 0,-1-1-2 15,-3 0-3-15,1 0-1 0,-2-1-1 0,-2 0 1 0,-1 0 0 0,-1-2 3 16,-1 1 5-16,-3-2 6 0,-2-1 1 0,-1-1 2 0,0-1-1 15,-3-2-5-15,0-3-7 0,-2-3-1 0,-1-1 0 0,0-1 4 0,-1-2 15 16,0-3 10-16,-3 0 24 0,-1-2 12 0,-2-2 18 0,-1 0 8 16,-1-4-7-16,-1 0 1 0,0-3-7 0,-2-1-4 0,1 0-12 0,-1-2-10 15,0 1-5-15,2-1-11 0,-1-1-7 0,2-1-8 0,1 0-11 0,2-1-5 16,0 1 0-16,3 0-4 0,-1 0-4 0,1 0 5 0,1-1-7 0,2 0-5 16,1 0 3-16,4-1-12 0,-1 0 3 0,1-1 1 0,1 0-2 15,1 1 1-15,2 0 0 0,2 0 1 0,3 1 4 0,1 1-4 0,3 2-4 16,0-1-7-16,2-1-17 0,0-2-7 0,2-1 4 0,1-3-3 0,3 1-2 15,1 1-5-15,3 1-13 0,2 1-3 0,2 1-8 0,2-1-22 16,2-1-36-16,2-1-18 0,5-2-20 0,5-4-25 0,5 0-16 0,4-1-28 16,3 1 16-16,4-1 43 0,6 1-123 0</inkml:trace>
  <inkml:trace contextRef="#ctx0" brushRef="#br0" timeOffset="9883.67">15846 14444 285 0,'-4'-3'57'0,"0"0"-14"0,0-3-9 0,0 1-9 15,1 0-14-15,2 0-13 0,-2 0-4 0,1 0 0 0,-1 0 0 16,0 0-4-16,0 1 0 0,0 0-4 0,0-1-1 0,0 2-1 0,0 1-2 16,0-2 3-16,-1 1 2 0,0-2 1 0,0 1 3 0,-2 0-3 0,0-1-1 15,-1 1-1-15,2 1-1 0,-1 0 2 0,0 0 7 0,0 0 1 16,0-1 2-16,-1 1 3 0,0 0 0 0,0 0 4 0,-1 1 2 0,1 0 3 16,0 1 4-16,1-1 2 0,0 1 1 0,2-1 3 0,0 0 0 0,1 0 2 15,1-1 3-15,0 0 0 0,0-1 4 0,0 1 9 0,0 0 6 16,1-1 8-16,0 1 8 0,1 0 3 0,-1 0 9 0,1 1 2 0,0-1 6 15,-1 0-3-15,1-1-5 0,0 1-12 0,0-1-11 0,0 1-8 16,1 1-16-16,0 0-5 0,1-1-11 0,1 0-9 0,1-2-1 0,1 1-7 16,1-1 1-16,1 0-1 0,1 1 2 0,1 0-2 0,0-1 4 0,2 0 1 15,1 0-4-15,1 0 2 0,2 0-1 0,0 1 1 0,2-1 3 16,1 1 0-16,-2-1 2 0,2 1 1 0,0 0-5 0,0 1 6 0,1 0 0 16,0-1-1-16,1 1-1 0,-1 1-2 0,0 0 2 0,0 1-2 15,-1-1 1-15,1 2-2 0,-1-1-6 0,1 1 5 0,0 1-2 0,2 0-3 16,-1 0-2-16,0 2-1 0,0 0-1 0,-1 2 1 0,0 0 2 0,0 1 0 15,0 1 5-15,-1 1 4 0,0 0 0 0,0 2 1 0,-1 0-5 16,0 1 2-16,-1 0-1 0,0 1 5 0,-1-2 3 0,1 1-4 0,0-1 1 16,0 0-1-16,-3 1 2 0,1-1 0 0,-1 0 3 0,-1 2-2 0,1-1 0 15,-1 0 2-15,-1 0 3 0,0-1-1 0,-1 1 1 0,-1 1 0 16,-1 0-3-16,0 1 5 0,-1-1-2 0,0 1 0 0,0 1-1 0,-2 0-1 16,0 2-2-16,-1-1-3 0,-2 1-1 0,-1-1-11 0,-1 1-5 0,0-1-6 15,-3 1-10-15,-1 2 6 0,-2-1 4 0,-2 1 4 0,-1 0 5 16,-2 1-2-16,1 0 2 0,-4 0 3 0,-1-1 7 0,-1-2 7 0,-1 1 6 15,0-1 6-15,-2-1 6 0,0-1 3 0,-1-1 9 0,-2 0 7 16,2-1 6-16,-1-2 7 0,-1-1 4 0,1 0 1 0,-1-3 6 0,0 0 2 16,2-3 5-16,-1-2 2 0,1-1-3 0,2-1-1 0,0-2-6 0,0-1-11 15,1-1-5-15,1-2-8 0,-2-1-5 0,1 1-2 0,0-2 4 16,-1-2 0-16,1 1 0 0,-1-3-2 0,1 0-5 0,-1-1-2 0,-1-2-7 16,2 0-6-16,-1 2-15 0,2 0-2 0,1-1-6 0,3 0-12 0,-1 0-2 15,1 2-8-15,1-2-9 0,2 1-4 0,1 0-13 0,1 1-20 16,1 0-12-16,0 0-21 0,1 1-19 0,1 1-12 0,2 2-22 0,1 0-9 15,2 0-2-15,2-1-5 0,2 1 6 0,3-1 14 0,2-1-128 16</inkml:trace>
  <inkml:trace contextRef="#ctx0" brushRef="#br0" timeOffset="10633.67">17872 14431 338 0,'-4'-2'83'0,"0"0"-27"0,0 0-4 16,1 0-12-16,2 0-16 0,1 1-13 0,2-1-8 0,-1 0 3 0,-1 0 2 15,0-1 7-15,0 1 12 0,0 0 12 0,1 0 16 0,-1 1 10 0,0-1 12 16,0 0 3-16,0 0-3 0,0 0-6 0,2 0-8 0,0 1-10 16,0-2-9-16,1 1-7 0,-1-1-7 0,1 0-8 0,2 0-2 0,0 0-4 15,0-1-3-15,2 0 0 0,-1 0 2 0,2 0-1 0,0 0-4 16,1-1 0-16,1 1-2 0,0 0 1 0,2-1 3 0,-2 1-5 0,3-1-2 16,0 1-1-16,2-1-3 0,0 2 2 0,2-1 3 0,0 0-4 0,-1 0 1 15,-1 0 2-15,1 0-1 0,0 0-1 0,1 1 2 0,-2 0-5 16,1 0-3-16,1-1 5 0,-1 0 1 0,-1 1-1 0,2 1-2 0,-1 0 0 15,-1 1-9-15,0-1 9 0,1 1-3 0,1 1-4 0,-2 0 0 0,2 2-4 16,-1 1 1-16,-1 0 1 0,-2 2 3 0,1-1-1 0,0 2 3 16,-1 1 2-16,0 0-2 0,-1 2 3 0,1-1-5 0,0 2 1 0,0 1-3 15,0 0-3-15,-1 1 0 0,-1 1-4 0,0 0 3 0,0 3-5 16,0 0-4-16,-3 1 0 0,2-2-4 0,-2 2 1 0,-1 1-2 0,0-1 0 16,0 1-3-16,-2 1-3 0,0-1-1 0,-1-1 3 0,-1 2 9 15,-2-1 7-15,0-1 4 0,-1 0 5 0,-2 0-3 0,0-1 2 0,-2-1 3 16,-1 0 4-16,-2 0 6 0,-1-1 8 0,0-1 5 0,-3 0-1 0,-1 0 5 15,0-1 1-15,-3 0 3 0,0-1 0 0,-1 0-5 0,-1-1 0 0,-1-1-6 16,0 0 2-16,0-1 3 0,0-1 7 0,0 0 0 0,0-1 1 16,0-2 3-16,-1-1 4 0,-1-2 7 0,3 0 1 0,-1-1 17 0,1-2-3 15,2 0 7-15,0-2 1 0,0-1-8 0,1 0-1 0,0-1-5 16,3-3 2-16,-1 0-5 0,0-1 1 0,1-1-6 0,0 0-8 0,1 0-1 16,0-1-12-16,0-1-8 0,0 0-5 0,2 0-8 0,0 0-9 0,0-1 0 15,1-1-9-15,1-1-15 0,-1-1-3 0,1 0-17 0,0 0-19 16,1 0-15-16,0 0-18 0,1 0-17 0,2-1-24 0,-1 3-28 0,2-1-41 15,0-2-19-15,1 0-12 0,2-3-9 0,3-6-182 0</inkml:trace>
  <inkml:trace contextRef="#ctx0" brushRef="#br0" timeOffset="12867.51">13929 15121 435 0,'-6'3'275'0,"0"1"-165"0,-2 1 16 16,3-2 5-16,1 0-10 0,-1-1-33 0,2 1-35 0,0 0-21 0,-1 0-4 15,2 2-1-15,-2 0-6 0,1 1 0 0,0 1-3 0,-1 1 2 0,-1 1 3 16,1 1 2-16,-1 0 8 0,1 2 10 0,1 0 16 0,0 1 15 16,1 1 3-16,1 0-7 0,1 2-7 0,0 1-3 0,1 1-8 0,0 2 6 15,-1-3 1-15,2 2-3 0,-1 0 8 0,1 0-6 0,-1 1 2 0,1 2 5 16,-1-2-12-16,0 3-2 0,1 1-8 0,-1-2-9 0,-1 0 4 15,1 0-6-15,-1-2-5 0,0 2-4 0,-1 0-7 0,1-1 4 0,0 1-5 16,0 0-1-16,0-1 4 0,0 1-13 0,-1 0 5 0,2-2-11 16,-1 1-8-16,0-4 6 0,1 1-4 0,0-1 7 0,0-1 4 0,1-2-13 15,-1-2 13-15,0-1-11 0,0 0 0 0,0-2 7 0,1-1-17 0,-2-3 7 16,2 0-6-16,-2-1-6 0,1 0-1 0,-1 0-8 0,0-2-10 16,-1 0-19-16,1-1-21 0,0-3-44 0,-1 0-29 0,1-1-25 0,-1-2-17 15,1-3-18-15,-1 0-59 0,1-3-31 0,-1-1-17 0,1-1 43 0,1-1-101 16</inkml:trace>
  <inkml:trace contextRef="#ctx0" brushRef="#br0" timeOffset="13216.95">14358 15244 1356 0,'-10'12'493'0,"0"3"-360"0,0 4 14 0,2-4-21 15,1-2-30-15,2 0-31 0,1 0-31 0,1-1-13 0,2-1-4 0,0 1 1 16,-1 1-2-16,1 0 3 0,-1-1-3 0,-1 1-8 0,0 1 3 16,-1 0-3-16,0 0-2 0,0 0 0 0,0 1-1 0,0-1-3 0,0 1-2 15,-1-1-2-15,1 2 2 0,0-1 0 0,-1 2 0 0,1-1 0 0,0 1 0 16,-1 2 2-16,0 0 1 0,0 1-1 0,0 0-4 0,0-1 4 15,-1 1-2-15,1 0 3 0,0-1-5 0,0-2-9 0,1 0 5 0,0 0-4 16,1-3 7-16,0 2-2 0,1-1-1 0,1 0 3 0,0-2-1 16,0 1 1-16,1-1 0 0,0-1-5 0,1-1 2 0,-1 0-4 0,2 1 1 15,0-2-2-15,-1 1-9 0,2 0-13 0,-1 1-4 0,1 0 0 0,-1-1-4 16,0-3-13-16,1-2-49 0,0-2-52 0,-1-3-26 0,1-1-39 16,-2-1-62-16,0-2-32 0,0-1-84 0,-1 0-106 0</inkml:trace>
  <inkml:trace contextRef="#ctx0" brushRef="#br0" timeOffset="13583.94">13547 16070 2050 0,'-2'9'59'0,"1"-2"0"0,1 1 6 0,3-2-6 16,3-2-15-16,3 1-22 0,2 1-17 0,2-1 3 0,0 1 4 15,3 1-3-15,-2 0-3 0,0-1-1 0,1 0-8 0,0 1 1 0,2 0-3 16,-2 1-14-16,2 0 0 0,1-1-11 0,-1 1-6 0,2-1-4 0,0 0-22 16,-1 0-2-16,2-1-6 0,0-1 7 0,0-2 17 0,-2-1 16 15,-1 0 18-15,-1-2 8 0,-2 0 10 0,0-1 11 0,-1 0 5 0,-1 0 11 16,0 0 12-16,-3 0 17 0,1-1 13 0,0 1 13 0,-1-1 0 15,0 0-2-15,0-1-3 0,-2 0-2 0,1 0-9 0,0-1-16 0,1-1-2 16,0 0-9-16,0 0-9 0,-1 0 0 0,0-1-16 0,-1 0-2 0,1 0-8 16,0 0-6-16,0-1 1 0,-1 1 0 0,0 1-8 0,0-2-4 15,-1 1-10-15,0 1-15 0,-1-1 2 0,0 2-33 0,1 1-36 0,-2 1-37 16,0 0-54-16,0 1-68 0,-1 0-108 0,0 0-86 0,-1 1 3 16,0-1-189-16</inkml:trace>
  <inkml:trace contextRef="#ctx0" brushRef="#br0" timeOffset="13933.42">14049 16713 1772 0,'-10'17'544'0,"1"2"-417"16,-3 3 23-16,3-2-16 0,2-4-22 0,1-2-33 0,3 1-45 16,1 1-12-16,1-1-7 0,2 0-1 0,0 0-4 0,-1 2-3 0,1 1 2 15,-2 0-1-15,1 1-3 0,0 1-5 0,0-1-6 0,1 0-5 0,-1 0 10 16,1-10-22-16,0 2-1 0,0-2 4 0,0 3-4 0,0 1 17 15,1 1-4-15,1-1-6 0,-1 3 5 0,0-1-2 0,0 1 9 0,0-2 0 16,-1 1 0-16,0 0-5 0,-1-2-1 0,1 0-6 0,-1-1-1 16,0 0-4-16,-1-1-22 0,1-1-37 0,-1-1-51 0,0-3-51 0,1 0-80 15,-1-3-126-15,0-1-80 0,-1-3-5 0,1-3-116 0</inkml:trace>
  <inkml:trace contextRef="#ctx0" brushRef="#br0" timeOffset="14667.36">13869 16663 1450 0,'-2'3'188'0,"0"-2"-14"0,0 1-11 0,0-3-5 0,1 1-35 0,1 0-57 16,1-2-42-16,1 2-18 0,0-3 8 0,1 1 1 0,0-1-1 16,0 0-3-16,-1 0-16 0,2 0 10 0,0 0-1 0,0 0-1 0,0 0-1 15,0 0-5-15,-1 0 4 0,1-1-1 0,1 0 3 0,1 0-6 0,1 0 0 16,1 0 5-16,-2 1-2 0,2-1 0 0,0 1-2 0,1 0-1 15,0 0 8-15,1 1 4 0,0 1-1 0,-1-1 3 0,1 1-2 0,1 0-5 16,0 0 4-16,0 0-2 0,0 1-1 0,-2 1-2 0,1-1-6 0,1 1 9 16,0 1-1-16,1 0-2 0,0 0 0 0,-2 1-4 0,1 0-1 15,-1 2 4-15,0 0-1 0,-1 1-2 0,0 1 4 0,-1-2 0 0,0 2 5 16,0-1 1-16,-2 1-1 0,0 0 6 0,-1 1 0 0,-1 0 5 16,0 0-1-16,-1 1-9 0,-2-1 9 0,0 1-12 0,-1 0 2 0,0 0 5 15,-2-1-3-15,-1 1-1 0,0 0-1 0,0-1 2 0,-1 0-2 0,-1 0 0 16,-1-1-1-16,0 0-7 0,0-1 1 0,-1 0 9 0,1-1-7 15,-1 0-1-15,0-1-2 0,0 1-2 0,0-2 7 0,0 2 7 0,-1-1-16 16,1 0 4-16,0 0-5 0,0 1-1 0,-1-1 9 0,1 1-3 0,-1 0 10 16,2-1-17-16,0 1 3 0,0-1 4 0,2 0-10 0,0 0 11 15,0-1-7-15,2 0-10 0,1 0 9 0,0-1-6 0,0 0-1 0,1 1-5 16,1-1-7-16,0 0 4 0,1-1 4 0,0 0 1 0,1 1 1 16,1-1 3-16,-1 0 10 0,1 0 2 0,1 0-6 0,1 0 4 0,-1 1-1 15,1 0-1-15,1 1 10 0,-1 0-5 0,0 0 9 0,0 0-3 0,1 2-6 16,-1 0 11-16,1 1-11 0,-1-1 10 0,1 1-9 0,-2 2 2 15,2-1 7-15,-1 1-2 0,-1 1 0 0,2 0-7 0,-1 1-7 0,-1-2 11 16,0 1 1-16,0 0 4 0,-2 0-4 0,1 0-8 0,-1 0 10 0,-2-5-25 16,0 1 18-16,0-1-8 0,-1 2 3 0,1 0 23 0,-1 2-19 15,-1-1 15-15,0 1-10 0,0 0 9 0,-1 0 0 0,0-1-7 0,-1 1 14 16,-1-1-13-16,0 0 3 0,0 0-8 0,-2-1-4 0,1 0 9 0,-1-1-2 16,1 0 2-16,-1 0-3 0,0-1-3 0,0 0 9 0,-1-1-4 15,1 0-4-15,0 0-5 0,0-1-1 0,0 0 2 0,0-1-14 0,1 0 0 16,1 0-4-16,-1-1-2 0,1 0 13 0,1 0-10 0,-1 1-9 15,2-1-2-15,0 0-20 0,-1 1-13 0,2-1-27 0,-1 0-47 0,1 0-33 16,1 0-42-16,-1-1-46 0,2 0-53 0,-1 0-6 0,0-1 18 0,1 0 57 16,1-2-118-16</inkml:trace>
  <inkml:trace contextRef="#ctx0" brushRef="#br0" timeOffset="15033.59">14318 16952 747 0,'-5'10'174'0,"-1"0"12"0,0 2 19 16,0-2-19-16,1-1-39 0,0-1-53 0,1 3-37 0,0-2-4 15,2 1-15-15,0 0-3 0,1-5-16 0,0 2-3 0,0-2-1 0,0 3-3 16,0 1 7-16,1 0-12 0,0 1 2 0,0 1 1 0,1 1-3 0,0-2 3 16,2 2 0-16,0-1 3 0,1-1 3 0,1 0 2 0,1-1-6 15,1 0-1-15,-1-1 6 0,2-1-1 0,0-1 15 0,0-1 4 0,1-1 1 16,1 0 0-16,-1-2-8 0,0 0 7 0,1-2-6 0,0 0-6 0,1 0 3 15,0-3-9-15,-1 0 5 0,0-1 0 0,1-1-5 0,0 0-6 16,0-2 0-16,0 0 5 0,-1 0-2 0,-1 0-3 0,1-1-3 0,-1 0-2 16,-1-1-1-16,0 1 6 0,-1-1-1 0,-1 0-5 0,0-1 6 15,-2 1-14-15,0-1 1 0,0-2 20 0,2-9-1 0,-2 3 1 0,-3 0 0 16,-1 4-8-16,-1 1-5 0,0 0-2 0,-1 0-3 0,-1 0-5 0,0 1 2 16,-1 0 6-16,-2 2-3 0,2 1-3 0,-2 0 3 0,-1 1-5 15,0 1 13-15,-1 3-8 0,-1-1-10 0,0 2 7 0,-1 1-10 0,0 0 0 16,-1 2-6-16,-1 1-20 0,1 0-1 0,-2 1-20 0,1 1-13 15,-1 2-13-15,0 0-17 0,0 2-20 0,0 0-37 0,1 1-45 0,0 0-59 16,1-2-41-16,0 3 1 0,1 0 11 0,1-1-3 0,0-1 25 0</inkml:trace>
  <inkml:trace contextRef="#ctx0" brushRef="#br0" timeOffset="15267.58">14626 16942 1025 0,'-2'13'220'0,"1"2"-58"0,-1 3 4 0,0-2 3 0,0-3-42 0,1 1-50 15,2-1-32-15,-1-7-39 0,0 3 8 0,1-2-8 0,-1 3-5 16,1 0 16-16,1 1-12 0,-1 0-9 0,0 2-4 0,0-2-6 0,1 1-10 16,0-2-1-16,1 0-14 0,0 0-11 0,0-2-18 0,1-2-19 0,1 0-15 15,1-1-19-15,-1-1-9 0,1 0-6 0,-1-2-6 0,1-1 6 16,0 0 5-16,1-1 15 0,-1-1 16 0,0-1 17 0,1-1 9 0,0 0-2 15,0-1 3-15,0 0-7 0,-1-2-112 0</inkml:trace>
  <inkml:trace contextRef="#ctx0" brushRef="#br0" timeOffset="15600.58">15002 16781 719 0,'-3'11'146'0,"0"-1"-10"0,-1 3 21 16,1-4 7-16,1-1-34 0,-1-1-59 0,1 1-45 0,1 0-16 0,-1 1 0 16,0 0 3-16,0-1 2 0,-1 0-6 0,2 0-1 0,-2-1-2 0,0 1-1 15,0-1 4-15,0 1-12 0,1-1 2 0,0-1 0 0,0-1-7 16,2 1 9-16,-1 0-7 0,0 1 2 0,1-1 2 0,-1 1 2 0,1 0 6 16,1-1 0-16,-1 1 3 0,0 0 3 0,2 2 7 0,0 1 5 0,-1-1 8 15,2 1 2-15,-1 2-5 0,1-2 3 0,-1-5-16 0,0 1 1 16,1 0 2-16,-1 1-4 0,2 0 14 0,1 0-1 0,1 1 3 0,0 0 1 15,0-1-1-15,2 0-6 0,-1-1-2 0,1 0 1 0,-1 0 5 16,0-1-7-16,0 1-8 0,0 0-2 0,0 0 1 0,-1 0 2 0,-1 0 1 16,0-1-12-16,-2 2 2 0,1-1 12 0,-2-1-5 0,-1 0 2 0,0 0-10 15,-2 0-5-15,1-1-3 0,-2 1-12 0,-1 1-13 0,-1-1-31 16,-2 0-22-16,0 0-29 0,-2 0-22 0,-2-1-8 0,0 1-23 0,-1 0-5 16,-1 0-8-16,-1-1 3 0,0 0 17 0,0 1 20 0,1-1 18 0,0 0 5 15,0 0 9-15,0 1 5 0,1-2 2 0,3 1-91 0</inkml:trace>
  <inkml:trace contextRef="#ctx0" brushRef="#br0" timeOffset="16017.56">15132 17131 1303 0,'2'5'194'0,"0"-1"-38"0,0 1 15 16,2 1 1-16,0 0-39 0,1 1-68 0,0-2-31 0,2-1-7 0,1 0-6 15,0-1-2-15,1 0-5 0,0-2-2 0,1-1-12 0,-1 0-2 16,1-1-2-16,-1-2-8 0,1 0 7 0,1-2-2 0,0-1-7 0,-1-1-4 16,1-2-2-16,1 0-3 0,-1-2-9 0,3-1 12 0,7-11 2 0,-4 1 7 15,-3 5 6-15,-6 3-8 0,0 0-4 0,-2 1 3 0,-3 1 3 0,1-1-2 16,-2 2 8-16,-1 0 3 0,-1 2 2 0,-1 0 5 0,0 2-2 16,-1 0 3-16,-1 0 1 0,0 1-3 0,-2 1 1 0,-2 0 2 0,-1 1 4 15,-1 2 8-15,0 0 1 0,0 2-3 0,-1 1 8 0,1 1-1 16,-2 1 4-16,-2 1 6 0,0 2-7 0,0 0 4 0,2 1-4 0,0 2 2 15,1-1 0-15,0 3-2 0,0 0-4 0,2 0-8 0,1 1 1 16,1-2-5-16,-1 2 0 0,2 1-8 0,0 1 2 0,1-1 2 0,3-8-16 16,0 2 12-16,0 1-1 0,1 1-2 0,0-1 25 0,1 2-8 0,1-1-1 15,2 2-11-15,0-1 1 0,1-1 4 0,2 1-2 0,0-2 6 0,1 0-4 16,1-1-8-16,1-1-6 0,0-1 1 0,0-1 3 0,1 1 0 16,-1-2 2-16,1 0-9 0,0 0-12 0,-1 0 6 0,0-1 2 0,0 0 2 15,-1 0-7-15,1-1-9 0,-1 1-7 0,-1-2-11 0,1-1-13 16,0 1-23-16,-1-2-31 0,-2 0-39 0,2-1-48 0,-1-1-50 0,0-1-55 15,-1 0-12-15,1-2 25 0,-1 0 41 0,0-3-107 0</inkml:trace>
  <inkml:trace contextRef="#ctx0" brushRef="#br0" timeOffset="16335.56">15503 16537 1128 0,'-2'4'212'0,"-2"0"-18"0,1 2 11 16,0-2-18-16,1-1-64 0,2 0-50 0,0 0-33 0,0 0-12 16,0 1-2-16,0 1 4 0,0-2 3 0,1 3 0 0,-1-1-5 0,1 2-7 15,0 2-2-15,-1 0-6 0,1 1 0 0,-1 2-4 0,1-1-6 16,1 2 0-16,0 4-3 0,-1 1 3 0,1 0 0 0,0 3 0 0,-1 2 3 15,1 0-7-15,-1 1 7 0,0-1-3 0,-1 2-4 0,1-2 4 0,0 0-5 16,0 0 5-16,0-1 3 0,0 2-4 0,1-1 0 0,0-1-1 16,1 0-7-16,-2-12-11 0,0 3 8 0,1-1-1 0,1 3 10 0,0-1 13 15,1 2-13-15,-1-1-20 0,2 3-29 0,-1-1 19 0,0 0-12 0,1-2-3 16,-1-1-12-16,1-1-53 0,-1-2-23 0,0-2-30 0,0-4-56 16,0-2-62-16,-2-3-32 0,1-2 5 0,-1 0 63 0,1-5-99 0</inkml:trace>
  <inkml:trace contextRef="#ctx0" brushRef="#br0" timeOffset="16534.56">15764 17004 961 0,'-2'14'738'0,"-1"1"-569"0,0 3 1 16,1-3 4-16,1-10-50 0,0 2-47 0,0-1-44 0,1 1-26 0,0-1 20 15,0 2-16-15,1-1-5 0,0 1-4 0,0-1-7 0,1 1-1 16,-1 0-16-16,1-1-1 0,-1 1-4 0,1-1-12 0,-1 0-14 0,0-1-25 15,1-1-38-15,-1 0-32 0,1-2-33 0,0 0-31 0,0 0-17 0,-1-2-14 16,1 0 15-16,0 0 32 0,0-1 27 0,-1-1 35 0,0 0 24 16,0 0-110-16</inkml:trace>
  <inkml:trace contextRef="#ctx0" brushRef="#br0" timeOffset="16733.56">15744 16782 1861 0,'-3'14'146'0,"0"0"-33"0,0 1 10 15,1-5-3-15,2-2-47 0,1-2-51 0,2 0-36 0,1-1-9 0,0 0 2 16,0 0-13-16,0-1 4 0,-1 0-15 0,0-1-28 0,-1-1-39 16,1-1-50-16,-1 0-43 0,1 0-49 0,0-2-30 0,0 0 4 0,1-1 19 15,0-1 47-15,2-3-135 0</inkml:trace>
  <inkml:trace contextRef="#ctx0" brushRef="#br0" timeOffset="17201.06">15927 16899 607 0,'0'9'133'0,"0"0"26"0,0 2 20 16,0-2-5-16,1-3-47 0,0 1-56 0,1-1-27 0,1 0-5 16,0 1-2-16,0 0-5 0,1 1 2 0,-2-1-1 0,0 0-6 0,-1-1 0 15,1-1-7-15,0 1 4 0,1 0 1 0,-1 2-1 0,1-2 9 0,0 0-2 16,0 0 6-16,0-1 3 0,0 2 6 0,0 0-3 0,1-2 11 16,0 2 0-16,0-1 5 0,-2-3-5 0,0 1-5 0,1 0 25 0,0 0-15 15,0 0 17-15,1 1-6 0,-1-1-17 0,2 1-7 0,0-1-5 16,0 0-5-16,0-2-8 0,0 2-1 0,0-1-17 0,-1-1-2 0,1 0 7 15,-1-1 2-15,0 0 5 0,0-1-16 0,0 0-4 0,0 0 7 0,-2-1-1 16,1-1 6-16,0 2-8 0,1-2-4 0,-1 0-2 0,1 0 14 16,-1 0-6-16,0 0 2 0,1 0 2 0,-1-1-13 0,1 1-3 0,-1-1 1 15,1 1-11-15,-1-1 14 0,1 1-10 0,-1 0-7 0,1 1 20 0,0-1-13 16,-1 1 10-16,1 1 0 0,0-1-5 0,0 2 12 0,0-1 11 16,0 1-2-16,0 0-3 0,0 1-7 0,-1 0-3 0,1 2 2 0,0 0-10 15,0 0 2-15,0 1 3 0,-1 1-9 0,1 1 11 0,-1 1-13 16,0 0-2-16,0 1 13 0,0 0-17 0,0 0 17 0,-1-1-7 0,1 1 2 15,-1 0 3-15,0 0-16 0,0 0 8 0,0-1-2 0,0 0-8 0,1-2 1 16,-1 1-14-16,0-1-3 0,1 0-2 0,-1-2-22 0,0 1-19 16,0-2-30-16,0-1-41 0,0 1-83 0,0-2-8 0,0 1-15 0,-1-2-14 15,1-1 19-15,0-1 3 0,0-1 29 0,0-1 50 0,0 0 55 0,0-2 31 16,-1 0-39-16,2-1-8 0</inkml:trace>
  <inkml:trace contextRef="#ctx0" brushRef="#br0" timeOffset="17667.13">16291 17149 211 0,'1'-1'130'0,"-1"0"-1"0,1 0 19 0,0 0 24 15,1 0 14-15,0-1-5 0,-1 1-38 0,1 0-26 0,0 0-22 0,0 0-15 0,-1 1-6 16,1 0-14-16,0 0-6 0,1 1-10 0,-2 0-14 0,2 0 1 16,0 0-17-16,1-1-2 0,-1 1-10 0,2-1-5 0,-1 1 8 0,1 0-5 15,0 0 0-15,1-1-1 0,0 1-3 0,0-1 8 0,1 1-3 0,0-1-2 16,1 0 0-16,0 0-3 0,1-1 2 0,-1 0 6 0,1 0-1 16,0-1 0-16,-1 0 4 0,1-1-9 0,-1 0 10 0,0 0-2 0,0-1-1 15,0 1 5-15,-1-1-18 0,1-2 24 0,4-5 7 0,0 2-2 0,-2 0 15 16,-3 2-18-16,-1-1 10 0,-1 1 13 0,0-1 1 0,-1 0 12 15,-1 1 4-15,-1 0-1 0,0 0 9 0,-1 1-5 0,-1-1-5 0,0 2 0 16,-1 0-8-16,0 0-8 0,-1-1-3 0,0 0-8 0,-1-1-3 0,-1 1-6 16,-1 1-8-16,1 0-1 0,-2 1 3 0,0-1-6 0,-1 1-5 15,0 0 0-15,-1 2 1 0,0 0 1 0,1 1-2 0,-2 1-3 0,0 0 2 16,0 0 1-16,-2 1-1 0,1 0-4 0,0 2-6 0,0 1-2 16,0 0 10-16,0 1-9 0,1 1-2 0,1 1 6 0,0 1-8 0,1 1 8 15,1 0 8-15,1 1-6 0,1 0 3 0,0 2-4 0,1 0-5 16,0 0 4-16,1 0 0 0,1-5-15 0,0 1 15 0,1 0-6 0,0 1 12 15,1 1 11-15,0 1-14 0,1-2 2 0,0 4-6 0,2-1 10 16,0 0 1-16,2-1 2 0,0 0 1 0,0-1 0 0,3 1 10 0,0-2 4 0,2 0-10 16,0-1 9-16,1 0 6 0,-1-2 3 0,1 0 7 0,1 1-3 15,0-2-3-15,0 0-4 0,-1 0-6 0,1-2 3 0,-1 1 2 0,1-1-5 16,-1-1 2-16,-1 0-20 0,0-1 8 0,0-1 6 0,0 1-8 16,-1-2 5-16,-1 1-18 0,-1-1 6 0,0 0 5 0,0 0-1 0,-1 0-5 15,0 0-2-15,0 0 4 0,-1 0 1 0,0 0-3 0,-2 0-6 0,1 1 7 16,-2-2-2-16,0 2 3 0,-1-1-8 0,0 2-5 0,-1-1-3 15,0 0-1-15,0 0 2 0,-1 0-11 0,0 1 6 0,-1-1-22 0,0 1-30 16,0-1-26-16,-1-1-46 0,0 0-41 0,-2 0-51 0,0-1-67 0,-2-1-139 16,-1-2-60-16,-2-1 31 0,-1-1-66 0</inkml:trace>
  <inkml:trace contextRef="#ctx0" brushRef="#br0" timeOffset="35086.36">10070 5290 1 0,'-10'-7'2'0,"0"1"-1"0,-4-2 1 0,2 0-2 0,1 2 1 16,-2 0-1-16,0 0 1 0,0 0 2 0,0 0 3 0,-1 0 3 0,2 0 4 16,0 0 4-16,1 1 3 0,2-1 3 0,-1 0-2 0,2 1 0 15,0 1-2-15,1-1 3 0,1 1 3 0,0 0 7 0,2 1 3 0,0 0-2 16,2 0 4-16,-1 1-5 0,1 0-2 0,-1 1-4 0,2 0-6 0,0 1-5 15,0-1-5-15,1 0-3 0,0 1-5 0,0-1 2 0,2 0-3 16,0 0 1-16,1-1 0 0,1 0 0 0,1-1 1 0,2 0-2 0,0-1 2 16,2 0 2-16,1-1 0 0,1 0 5 0,0 1-2 0,1-1 2 15,0 0 2-15,2 0 1 0,0-2 2 0,0 2 4 0,0 0-3 0,1 0 0 16,0 1 2-16,-1-1-5 0,2 1 3 0,0 0-2 0,1 0 3 0,-1 1 0 16,2-1-4-16,1 0-1 0,1 0-8 0,0 0-2 0,1 1 3 15,0-1-3-15,2 0 1 0,2 0 1 0,0 0 0 0,1 1-2 0,0-1 1 16,0 1-2-16,0 0 1 0,-2-1 1 0,2 0 3 0,0 1 1 0,3-1 4 15,0 0 0-15,2 1 3 0,-2-1 1 0,3 0 2 0,-1 1 3 16,2-1-1-16,0 2 2 0,1 0-2 0,0-1-2 0,0 1-2 0,0 1-1 16,-1 0-3-16,1 1-4 0,0 0 0 0,-1 1-2 0,0 0 0 0,-2 1 2 15,-1-1-4-15,2 1 1 0,-3 0-3 0,1 0 0 0,-2 2 0 16,-1 1 0-16,-1-1-1 0,-3 2 1 0,1-1 0 0,-2 1 1 0,-1 1-1 16,-1-1 2-16,-1 1-1 0,-1 1 1 0,0-2-1 0,0 3-5 15,-3-2 2-15,0 1-1 0,2 1 6 0,-2 1 3 0,2 1 1 0,2-1 2 16,1 1-3-16,-1 2-1 0,1-1 1 0,0 2-1 0,-2-1-2 0,2 1 2 15,-2-1-2-15,-1 1 0 0,1-1 2 0,0 0-2 0,-1 0-1 16,-1 0 1-16,0 1 3 0,-1-1-5 0,-2 1 1 0,-2 0 2 0,1 0-3 16,-2 0 3-16,0 1-3 0,0 0-1 0,-2 1 0 0,-1-2 0 0,0-1 1 15,0-1 2-15,-1 0 3 0,-1-1-5 0,0 1 3 0,1-3-1 16,0 2-5-16,0-1 4 0,0-1-2 0,-2 0-1 0,1 0 2 0,0-2-2 16,-1 2 0-16,0-1 2 0,-1 0 2 0,-1-1-1 0,0 0 0 0,-2 1 0 15,0-1 2-15,-2 0 1 0,-2 1 2 0,-2 0 2 0,-2 1-1 16,-1 0-1-16,-3 1-4 0,-2 0 0 0,-4 1 0 0,0 0 0 0,-4 1-5 15,-3-1 2-15,0 0 0 0,-3 0-1 0,2-1 7 0,-3 1 7 16,0-1-1-16,-1 0 0 0,0 0 0 0,-3-1-5 0,1 0 0 0,-1 0 1 16,1-1 0-16,-1 0-3 0,1-1 4 0,-2-1-5 0,-2 0-3 0,0 1 3 15,-2-2-6-15,-2 2 4 0,-2-1 1 0,1-1 5 0,1-1 3 16,0-1-3-16,1 0 6 0,1-1-5 0,-2 0-5 0,1 0 1 0,-1 0-6 16,0 0-2-16,1 0-2 0,0-1 4 0,-1 0 0 0,1 0 3 15,2-1 1-15,-1-1-1 0,1-1 2 0,-1 0-1 0,0 0 1 0,2 0 4 16,-1-1-5-16,1 0 3 0,-1-1-4 0,0-1-3 0,1-1 1 0,-1 0 1 15,3-1-1-15,-1 0 1 0,2-1-4 0,0-1 4 0,2 1 1 0,2 0-4 16,3 0 3-16,-1-1-4 0,3 1-2 0,-1-1-1 0,2-1-7 16,2 0-3-16,1-1 8 0,2-1 0 0,2 1 7 0,2 0 2 0,2-1-3 15,3 0-2-15,1-2-6 0,2 2-2 0,2-2-8 0,2 0-2 16,1 0-8-16,3-1-11 0,2 0-13 0,2-4-37 0,4-3-33 0,2 1-15 16,3-2-16-16,4 0 9 0,3-1 4 0,2-2 5 0,2-2-154 0</inkml:trace>
  <inkml:trace contextRef="#ctx0" brushRef="#br0" timeOffset="50019.31">19890 5658 9 0,'12'-3'9'0,"1"-2"0"0,4 1 2 0,0 0-2 0,-2 0 0 15,0 0-2-15,1 0-3 0,0-1 1 0,0 1 2 0,-2-1 1 16,1 0 1-16,-1 0 2 0,0 0 1 0,-2-1 0 0,2 0 0 0,-2 1-1 16,0-1-2-16,-1-1 4 0,-1 0 1 0,0 0 4 0,0-1 2 0,-1-1-2 15,0 1 0-15,-2 0 1 0,0 0 0 0,-1-2 4 0,-2 0-2 16,0-1-2-16,-1 0 1 0,-1-1-5 0,0-1 0 0,-1-1-2 0,-2-1-3 15,0-1 0-15,-1 1-2 0,-1-2-1 0,-2 0-1 0,0 1-2 16,-2-1-1-16,-1 1-2 0,-2-1 1 0,0 2 0 0,-3 0-1 0,1-2 0 16,-3 0 2-16,0 0-1 0,0-2 1 0,0 0 0 0,-1 1 0 0,-2 0-1 15,-1 1 2-15,-1 2 2 0,-3 1-1 0,0-1-1 0,0 0 2 16,-2-1-4-16,1 2 1 0,-3-2 0 0,2 2-2 0,-1 1 1 0,-1 1 1 16,0 0 1-16,-3-1-1 0,2 2 2 0,-2 0-3 0,1 2 2 15,0 2-2-15,-1 0 0 0,-1 2 1 0,0 2-3 0,0 1 0 0,-1 2-1 16,-1 1 1-16,0 1-1 0,-1 1-1 0,0 1 0 0,1 1 1 0,-1 2-2 15,1-2 0-15,0 4 0 0,2 0 1 0,-1-1 0 0,0 2 0 16,-1-1 0-16,2 1-1 0,1 0-1 0,3 1 0 0,-1 0 0 0,2 1 1 16,0 1 1-16,1-2-1 0,4 2-4 0,-1 0 0 0,1 2 5 0,3-1-1 15,-2 3 6-15,1 1-3 0,3 1-3 0,1-2 1 0,2 2 0 16,1 2 0-16,2-2 2 0,2 1 0 0,0 1 2 0,1-3-1 0,1 3-2 16,0 0 0-16,2-2 0 0,0 2 1 0,2-2 0 0,1-3 0 0,2 0 1 15,0-2 0-15,1-1 0 0,0-1 0 0,2-1-1 0,1-1-1 16,1-1 1-16,2-1-1 0,1 0 3 0,0-1 0 0,3 0-1 0,1 0 2 15,3-2 0-15,1 0 0 0,1-1-1 0,3-1-2 0,1-1 1 16,0-2-1-16,3 0 2 0,-2-1 0 0,3-1-1 0,1 0 1 0,-1-1-2 16,1 1 0-16,-2 0 1 0,1 0-2 0,-1 0 2 0,1 1-2 0,0 0 0 15,-3 0 0-15,-1 0 0 0,-2 0 2 0,0 0-1 0,-1 0-1 16,-1-1 1-16,0 1-1 0,1-1 0 0,-1 1 2 0,-3 0 0 0,1-1-1 16,-1 0 0-16,0 0 0 0,-2-1 1 0,1 0 0 0,-1 0-2 15,-1-1 1-15,-1 1 1 0,-3 0-1 0,1-1 3 0,0 1-2 0,-1 0 0 16,-1 0-1-16,1 0 1 0,-2 1-2 0,1 0 0 0,-1 0 0 0,0 0-2 15,1 1 1-15,-1 1-5 0,2-1-1 0,-1 1-2 16,0-1-4-16,1 1-7 0,0 0-21 0,0 0-30 0,2 0-116 0</inkml:trace>
  <inkml:trace contextRef="#ctx0" brushRef="#br0" timeOffset="57752.59">13264 2272 80 0,'0'-1'58'0,"0"-1"-10"16,-1 2 1-16,0-3-7 0,1 1-12 0,0 1-4 0,0-3 2 16,0 1 2-16,1 1 2 0,0-1 3 0,0 1 0 0,1 0-1 0,0-1-5 15,0 1-6-15,-1-2-5 0,1 1-5 0,0 0-5 0,-1 0-1 0,1 0-4 16,0 0-1-16,0 0-1 0,1 1-3 0,-1-1-4 0,1 1-6 16,-1 0-5-16,1 0-6 0,-1 0-5 0,1 1-6 0,-1-1-5 0,0 1 0 15,1 0-1-15,-1 1 7 0,0-1 7 0,0 1 6 0,0 0 9 0,1 0 4 16,1 0 5-16,-1 0 1 0,1-2 7 0,0 1 5 0,1 1 6 15,0-2 6-15,-1 2 2 0,1 0 5 0,-1-2 4 0,1 1 1 0,1 0 1 16,0-1-4-16,0 0-2 0,0 1 3 0,0-1-1 0,1 0 5 0,-1 0 5 16,1 0-3-16,-2 0 8 0,1 1 5 0,0 0 6 0,-1 0 6 15,1 1 1-15,-2-1-2 0,-1 1-4 0,1 1-1 0,0-1 1 0,-1 0 0 16,0 0 2-16,0 1 3 0,1 0 2 0,-1 0 2 0,0 0 8 0,0 0 3 16,0 0 4-16,1 1 7 0,0-2-3 0,-1 0-1 0,1 0 0 15,0 0-4-15,0 0 1 0,0-1-2 0,-1 1-4 0,1-2-6 0,1 0-7 16,-1 0-4-16,1-2-8 0,0 2-2 0,0-1-9 0,0-1-4 15,1 2 0-15,-1-2-3 0,0 1 2 0,1-1-2 0,-2 0-3 0,0 0 0 16,1 1 0-16,-1-1 1 0,0 0 1 0,-1 1 3 0,-1-1-3 0,0 2 1 16,0-2-1-16,0 0 3 0,-1 1-6 0,0-1-2 0,-1 2-1 15,-1-1-7-15,0-1-1 0,-2 0 3 0,1 0-5 0,-2 0 3 0,-2 0-5 16,-1 0-6-16,1 1 1 0,-3 0-9 0,-1 1 5 0,0 0 2 16,-1 1-3-16,0 0-1 0,-1 1 0 0,-1 0-4 0,-1 1 3 0,0 1-3 15,-1 1 2-15,0 1 4 0,-1 2-4 0,-1 1 9 0,1 1-3 0,2 1-5 16,-1-2 7-16,2 2-3 0,0-1 7 0,1 2-1 0,0-1-2 15,2 1 2-15,0 0 1 0,0 0 1 0,1 3 4 0,2 0 2 0,-2 0-3 16,1-1-1-16,1 2 0 0,1 0-1 0,1 0 3 0,3-1 1 0,0-2-5 16,3-1 1-16,0-2-1 0,3 0-1 0,1 0 8 0,1-1-5 15,3 0 1-15,1 0 2 0,0-1-10 0,3 1 6 0,2 0 0 0,1 1 0 16,1-1 0-16,3 0-8 0,2 0-8 0,0 1 0 0,3-2 0 0,0 2 0 16,-1 0 0-16,0 1 0 0,0 0 0 0,0 2 0 0,1 2 0 15,-2-1 0-15,1 3 0 0,-2 0 0 0,-1-1 0 0,1 0 0 0,-4 3 0 16,0-1 0-16,-1 2 0 0,-3-2 0 0,-2-1 0 0,0 0 0 0,-2-2 0 15,-2 0 0-15,-2 1 0 0,-2 1 0 0,-1 0 0 0,-2-2 0 16,-3 1 0-16,-1 0 0 0,-2 1 0 0,-3-1 0 0,0 0 0 0,-3 0 0 16,0-1 0-16,-1 0 0 0,-3 0 0 0,0 0 0 0,-1 1 0 15,-1 0 0-15,0-1 0 0,0 0 0 0,2 0 0 0,-1 0 0 0,1-1 0 16,0-1 0-16,2 0 0 0,1 0 0 0,1-2-6 0,0 1-24 0,2-2-8 16,0-1-10-16,2-2-3 0,1-1-9 0,0-1-12 0,1-1-14 15,1-2-29-15,0 0-35 0,2-2-43 0,0-2-50 0,1 0-57 0,2-5-52 16,0-2-105-16,2-3-61 0,1-1 26 0,1-2-162 0</inkml:trace>
  <inkml:trace contextRef="#ctx0" brushRef="#br0" timeOffset="58519.59">13780 1727 1201 0,'0'1'302'0,"0"1"-24"0,0 1 3 0,0 0-10 0,1 2-20 16,0 1-36-16,-1 2-35 0,1 2-26 0,0 0-23 0,1 3-18 0,1 0-16 15,0 1-21-15,0 3-12 0,0 2-12 0,5 20-12 0,-1 2-5 16,0 0 1-16,-1-7-5 0,0-2 0 0,0-1-4 0,0 0-4 0,0 0-7 16,1 1-5-16,1-1 1 0,-1 2-4 0,0-1 0 0,0-3 4 15,1-3-6-15,-1-3 0 0,0-4-3 0,1 0 1 0,-1-2 0 0,1-1-2 16,-1-2 4-16,1-2 0 0,0 0 2 0,0-1-6 0,-1-1 4 0,0-4-4 15,0 2-2-15,-1-3 6 0,0-2-6 0,-1 0 6 0,1-2 0 16,0-1 2-16,0-2 0 0,0-1-2 0,0-1-2 0,0-1 0 0,0-1 4 16,-1-1-2-16,0-2 2 0,-1 0 0 0,0 0-4 0,1-1-2 0,0 0-2 15,0 2 0-15,0-1 0 0,1 1 0 0,0 1 0 0,0 2 0 16,1 2 0-16,-1 1 0 0,0 3 0 0,-1 1 0 0,0 2 0 0,1 1 0 16,0 2 0-16,0 2 0 0,0 1 0 0,1 2 0 0,-1 2 0 15,0 1 0-15,0 1 0 0,-2 0 0 0,3 0 0 0,-1 0 0 0,-1-2 0 16,2 1 0-16,-2 0 0 0,1-2 0 0,0-1 0 0,0-2 0 0,0 0 0 15,0 0 0-15,0-2 0 0,0-2 0 0,0-2 0 0,1-1 0 16,0-2 0-16,0 0-2 0,0-1 0 0,0-1 0 0,0 0 2 0,-2-1 6 16,3-2-6-16,-1-2 0 0,2-2 0 0,-1-1 0 0,0-1 0 0,0-1 0 15,0-1 0-15,-1-1 0 0,0 1 0 0,0 0 0 0,1 1 0 16,0-1 0-16,-1 2 0 0,1 0 0 0,-1 2 0 0,-1 2 0 0,1 1 0 16,0 3 0-16,0 0 0 0,-1 2 0 0,0 1 0 0,0 0 0 15,-1 2 0-15,1 2 0 0,-1 0 0 0,1 2 0 0,1 0 0 0,1 1 0 16,-1 1 0-16,1-1 0 0,-1 0 0 0,1 1 0 0,-1-1 0 0,0 1 0 15,1-2 0-15,1-1 0 0,-1-1 0 0,2-2 0 0,-1-1 0 16,1-1 0-16,-1-1 0 0,0-1 0 0,1-2 0 0,-1 1 0 0,1-2 0 16,-1-1 0-16,1-1 0 0,-1-1 0 0,0 0 0 0,-1 0 0 0,-2-1 0 15,0 1 0-15,-1-2 0 0,0-1 0 0,-1-1 0 0,-1 0 0 16,-1-1 0-16,-2 1 0 0,-1-2 0 0,-2 0 0 0,0 0 0 0,-2 0 0 16,-1 1 0-16,-2 0 0 0,-2 0 0 0,-1 1 0 0,-1 2 0 0,-1 2 0 15,1 2 0-15,-1 2-8 0,0 3-12 0,0 2 2 0,-2 2-8 16,0 1 4-16,0 4 0 0,1 2 9 0,0 2 7 0,0 0 2 0,2 2 6 15,1 0 2-15,3 2 0 0,1-1 5 0,2 0-9 0,2 0 2 16,1-2-2-16,2 1-4 0,3-2 10 0,2 0 0 0,2-1-2 0,1-1 4 16,3-1-4-16,1 0-2 0,1-2 10 0,2-1-2 0,-1 0 2 0,2-2 6 15,1 1-8-15,1-1 2 0,0-1-14 0,1-2-6 0,0 0 0 16,1-1-4-16,0 0 20 0,-1 1-2 0,-1 0 6 0,0-1-4 0,-1-1-4 16,-1 1 6-16,-2-1-10 0,0 0 0 0,-1-1 0 0,-1 0 0 0,-2-1 0 15,0 0 0-15,-1 0 0 0,-1 0 0 0,-1-1 0 0,0-2-28 16,-2 0-40-16,0-2-63 0,-1-1-50 0,0 0-54 0,-2 1-74 0,2-1-71 15,-1-1-134-15,0 0-114 0,-1 0 26 0,0 0-139 0</inkml:trace>
  <inkml:trace contextRef="#ctx0" brushRef="#br0" timeOffset="58719.59">14995 2340 1975 0,'-1'3'376'0,"1"1"-89"0,-1 1-19 0,1 4-27 16,0-1-24-16,1 2-31 0,1 1-32 0,-1 1-33 0,1 1-18 0,1 3-14 15,1 3-11-15,-1 1-78 0,1 2 0 0,-1 4 0 0,1 1 0 0,0 3 0 16,0 0 0-16,0 1 0 0,0-2 0 0,1 0 0 0,0-1 0 16,1 1 0-16,1-2 0 0,-1 0 0 0,2-1 0 0,0-2 0 15,0 1 0-15,0-1 0 0,0-2 0 0,0-1 0 0,0-4 0 0,1-2-48 16,0-2-55-16,1-2-12 0,-2-1 6 0,0-1-20 0,0-3-14 0,-2-1-24 16,-1-1-39-16,-1-2-52 0,-2-2-50 0,-1-1-62 0,-2-2-101 0,-1-1-21 15,-2-3 75-15,-1 0-153 0</inkml:trace>
  <inkml:trace contextRef="#ctx0" brushRef="#br0" timeOffset="58986.12">14921 2588 748 0,'-7'-19'198'0,"1"-1"-3"0,-1-4 27 15,1 4 24-15,1 4-2 0,1 1-20 0,1 2-19 0,0 2-30 0,2 0-12 16,0 2-10-16,2 2-10 0,0 1-6 0,2 1-3 0,0 1-4 0,2-1-6 16,1 0 2-16,1 1-13 0,1 0-6 0,2 2-9 0,2 0-10 15,1 0-6-15,2 2-42 0,1 0-40 0,2 0 0 0,0 1 0 0,1 0 0 16,1 1 0-16,1 1 0 0,-1 1 0 0,1 2 0 0,-1 1 0 0,0 0 0 15,-2 2 0-15,1 2 0 0,0 0 0 0,-3 2 0 0,2-1 0 16,-1 0 0-16,-1 2 0 0,1 0 0 0,-1 1 0 0,-1-1 0 0,-2 2 0 16,0-1 0-16,-2 0 0 0,-1-2 0 0,-2 1 0 0,-1-2 0 15,-1 0 0-15,-2-1 0 0,-2-2 0 0,0 1 0 0,-1-1 0 0,-2 0-70 16,0-1-5-16,-2-1 10 0,-1 1-5 0,-1-1-6 0,-2-1-4 0,1 0-7 16,-1-1-22-16,-1 1-15 0,-2-1-33 0,0 2-36 0,0-2-43 15,-1 0-60-15,0 0-102 0,1-1-90 0,0 1-17 0,2-1 8 0,2 0 40 16</inkml:trace>
  <inkml:trace contextRef="#ctx0" brushRef="#br0" timeOffset="59203.13">15448 2732 1559 0,'7'1'748'0,"0"-1"-444"0,4 1-58 15,0-1-19-15,0 0-17 0,2 0-19 0,0 0-36 0,0 0-47 16,1 0-25-16,1 0-23 0,0-1-19 0,0 1-4 0,1 0-7 0,-1 0-4 15,0 0-2-15,-1 0-8 0,1 0-8 0,0 0-2 0,0 0-2 16,-1 0 2-16,1 0 0 0,0 0-6 0,-1 0 0 0,0-1 0 0,0 1 0 16,0 0-8-16,-1 0-4 0,-1-1-14 0,-2 1-22 0,1-1-17 0,-1 1-36 15,1-1-35-15,-1 0-45 0,0 0-50 0,-2-1-67 0,1 0-75 16,1-1-85-16,-1 1-109 0,0 0-4 0,0-2-166 0</inkml:trace>
  <inkml:trace contextRef="#ctx0" brushRef="#br0" timeOffset="59536.46">15908 2323 2136 0,'-2'8'421'0,"1"2"-142"0,1 2-31 16,2 2-22-16,1 0-16 0,2 2-26 0,1 1-36 0,2 1-36 15,0 2-19-15,2 1-55 0,-1 1-38 0,3 2 0 0,-1 0 0 0,3 1 0 16,-1 1 0-16,0-4 0 0,2-1 0 0,-1-2 0 0,0-4 0 16,0 1 0-16,2-2 0 0,0-3 0 0,1-2 0 0,-2-1 0 0,0-1 0 15,0-2 0-15,0-1 0 0,-2-2 0 0,0-2 0 0,-1-1 0 0,-1-2 0 16,-1-2 0-16,-1-1 0 0,0-3 0 0,-1-1 0 0,1-4 0 16,-1-1 0-16,0-1 0 0,0-1 0 0,-1-2 0 0,0-3 0 0,0-1 0 15,0-1 0-15,-1-2 0 0,-1 0 0 0,-1-1 0 0,1 1 0 16,-1 0 0-16,-1 1 0 0,1 1 0 0,0-2 0 0,0 3 0 0,0 1 0 15,-1 2 0-15,1 7 0 0,0 0-22 0,0 5-66 0,-1 1-21 0,-1 3-25 16,0 2-26-16,-1 2-43 0,0 1-50 0,0 2-94 0,-1 0-101 16,1 3-150-16,-1 1-23 0,0 1-165 0</inkml:trace>
  <inkml:trace contextRef="#ctx0" brushRef="#br0" timeOffset="59904.46">16555 2592 1869 0,'3'9'401'0,"1"3"-135"0,1 2-41 0,0-2-22 0,0-3-17 16,0-1-60-16,1 1-27 0,-1-1-35 0,0-1-18 0,1-1 8 0,0-2-6 15,0 1 3-15,-1-2-13 0,1 0 4 0,-1-1-6 0,0-1-7 0,1-1 1 16,-1-2-4-16,1 0 3 0,-1-1-4 0,1-2 2 0,-1 0 1 16,0-2-8-16,-1-1 23 0,1-1-1 0,-1 1 0 0,-1-3-42 0,0 0 0 15,0-2 0-15,-1-1 0 0,0-1 0 0,-2-1 0 0,0 0 0 0,-2 0 0 16,0 2 0-16,-2-2 0 0,-1-1 0 0,-2 2 0 0,0 1 0 15,-3 1 0-15,-1 1 0 0,0 1-32 0,-1 1-6 0,0 2-4 16,2 2 1-16,-2 2 8 0,2 2-2 0,-1 3 4 0,1 1 5 0,0 2 1 16,0 0 8-16,1 2 9 0,1 2 3 0,2 1 6 0,2 1 1 0,2 1 0 15,1 0 0-15,2-1 0 0,2 2 0 0,0 0-4 0,2 0 8 0,1 0-6 16,3-1 4-16,1 2 5 0,0-3-7 0,1-1 0 0,1 0 2 16,-1-2-2-16,2 2 4 0,-2-2 0 0,3-1-3 0,0 0 5 0,0-1-4 15,1-1-2-15,0-1 2 0,1-1-4 0,1-1 4 0,-1 0-2 0,1-1-6 16,-1-1 4-16,1 1-4 0,-2-2-2 0,1 0-4 0,-1 0-9 15,0-2-14-15,-1 1-24 0,0-1-35 0,-1-1-31 0,0 0-25 0,-1 0-31 16,0-2-28-16,1-2-47 0,-2 0-65 0,0-1-106 0,-1 0-72 16,-1-1-4-16,2 0-183 0</inkml:trace>
  <inkml:trace contextRef="#ctx0" brushRef="#br0" timeOffset="60437.64">17051 1884 1825 0,'-2'4'440'0,"0"1"-144"0,0 0-5 0,1 2-14 15,-1 2-16-15,0 1-19 0,0 2-45 0,0 1-60 0,1 1-30 0,1 1-85 16,-1 15-22-16,3 0 0 0,1-4 0 0,1-1 0 0,-1-2 0 16,2 2 0-16,1 1 0 0,0-1 0 0,0 0 0 0,-1 0 0 0,1 2 0 15,0-2 0-15,1 1 0 0,-1-1 0 0,1-4 0 0,0 0 0 0,2-2 0 16,1-3 0-16,0 0 0 0,1-2 0 0,-1-1 0 0,1-1 0 15,1-1 0-15,0-2 0 0,1-1 0 0,-1 0 0 0,-1-2 0 0,-1 0 0 16,0-1 0-16,-1-2-18 0,0-1-2 0,0-2-4 0,-1 0-2 16,0-2 6-16,0-1 8 0,-1 0 1 0,-1-1 7 0,-1-1-4 0,0 0-2 15,0-2 8-15,-1 0 0 0,0-1-2 0,-2-1 4 0,1 1-8 0,0-2 4 16,-1 0 4-16,0 1 0 0,-1-1 0 0,0 0-2 0,0 1 4 16,0 2-4-16,1 0 2 0,0 3-4 0,0 2-1 0,0 1 5 0,-2 2 5 15,1 1 5-15,0 1 2 0,-1 1-2 0,1 1-6 0,1 1 0 16,-1 1 4-16,0 0-3 0,0 1 5 0,1 1-4 0,0-1-2 0,0 0-2 15,0 0-2-15,1-1 2 0,1 1-2 0,-1-1 0 0,1 0-4 0,0-1-2 16,0-1-2-16,1 0-1 0,-1-2-9 0,2-1-2 0,0 0-5 16,1-1-8-16,-1 0-4 0,1-1-2 0,0-2-1 0,1 0 7 0,-1-1 5 15,-1-1 13-15,2 0 5 0,0-1 3 0,-1-1 5 0,0 0-2 0,0-1 13 16,-2 0 3-16,1 0-1 0,0-1 6 0,0 0-9 0,-1 0 5 16,0 0 4-16,0 0 3 0,0 1 5 0,0 0-2 0,-1 2 2 0,0 0 6 15,-1 1 2-15,0 1 2 0,-1 2-1 0,0 1-5 0,-1 1-9 16,0 1 2-16,-1 1 6 0,1 1-2 0,0 2-24 0,0-1-2 0,-1 2 0 15,1 1 0-15,-1 1 0 0,2 2 0 0,-1-1 0 0,0 1 0 0,0 2 0 16,0 0 0-16,0 1 0 0,1 0 0 0,0-2 0 0,0 2 0 16,0 0 0-16,1 0 0 0,0 0 0 0,0-2 0 0,0 1 0 0,0-2 0 15,0-2-96-15,0 0-59 0,1-2-87 0,0-3-73 0,1-1-148 0,0-1-187 16,0-2-81-16,1-1-232 0</inkml:trace>
  <inkml:trace contextRef="#ctx0" brushRef="#br0" timeOffset="60770.03">17839 2586 1100 0,'2'1'560'0,"0"0"-324"0,1 0-43 0,-1-1-3 0,1-1 2 16,2-1-14-16,-1-1-33 0,1 0-38 0,-1-1-24 0,0 0-4 16,2-1-6-16,-2-2-15 0,2 0-3 0,-1-2-12 0,0 0-5 0,0 0 0 15,0-1-5-15,1-1-6 0,-1-1 1 0,-1 0-6 0,0 0-4 16,0-1 1-16,-1 0-3 0,0 0 3 0,0 0-2 0,-2 2 0 0,1-1-2 15,-1 1-2-15,-1 1 5 0,-1 0-1 0,-1 2 2 0,-2 2 2 0,1 0-4 16,-2 1 0-16,0 2 1 0,-1 1-3 0,0 3-4 0,0 1 1 16,-1 1-6-16,0 3-1 0,0 0-3 0,0 1 2 0,0 2-2 0,0 2 2 15,1 2 6-15,0 0-1 0,1 1-1 0,1 1 0 0,1 1 1 0,0 1-3 16,3 1 4-16,-1 1 2 0,2 0-1 0,1-1 3 0,2 1 0 0,1 0-1 16,1-2-1-16,2-1-2 0,0-1-18 0,2-2-4 0,-1-2-3 15,0-2-32-15,1 0 12 0,0-1-2 0,1 0-3 0,1-1 30 0,-1-1-9 16,0-2-11-16,0 0-10 0,1-3-24 0,0 0-27 0,0-3-28 15,-1 0-34-15,2-2-41 0,-1-2-45 0,0-2-62 0,0 0-56 0,-1-2-84 16,2 0-31-16,-1 0 54 0,0-2-165 0</inkml:trace>
  <inkml:trace contextRef="#ctx0" brushRef="#br0" timeOffset="61053.05">18453 2342 1753 0,'-2'6'671'0,"2"-1"-404"15,-1 3-64-15,3 0-8 0,0-2 8 0,1-1-6 0,1 1-29 0,-1-2-40 16,1 0-39-16,1-1-25 0,0-1-13 0,0 1-7 0,1-1-10 0,-1 0-6 16,1 0-28-16,-1-1 0 0,0 0 0 0,0 0 0 0,1-1 0 15,0 0 0-15,1 0 0 0,0 1 0 0,1-1 0 0,-1 0 0 0,1-1 0 16,-1-1 0-16,1 1 0 0,1-1 0 0,1 0 0 0,0 0 0 0,0-1 0 15,1 0 0-15,0 0 0 0,1 1 0 0,0 0 0 0,1 1 0 16,-1 0 0-16,-1-1 0 0,1 2-54 0,-1-1-100 0,0 2-15 0,-1 1 3 16,-2 0-18-16,-2 1-25 0,1-1-119 0,0-1-129 0,0 0-109 15,-1 1-2-15,-1-1 85 0,0 0-81 0</inkml:trace>
  <inkml:trace contextRef="#ctx0" brushRef="#br0" timeOffset="61236.25">18752 2593 1256 0,'5'2'809'0,"3"1"-505"0,2 1-81 0,0-2-19 0,-1 1 8 15,1-1-12-15,0 0-31 0,1 1-31 0,1-1-39 0,0 0-28 0,1-1-12 16,-1 0-28-16,-1 0 0 0,0 0-22 0,0 0-9 0,-2 1 12 0,0 0-18 16,0 0 6-16,-2 1-4 0,0-2-15 0,-1 0-16 0,-1 1-28 15,0-1-44-15,0 1-54 0,-2-1-103 0,0-1-141 0,-1-1-283 0,-1 0-139 16,0 0-70-16</inkml:trace>
  <inkml:trace contextRef="#ctx0" brushRef="#br0" timeOffset="62103.68">18238 2436 1211 0,'-1'0'327'0,"1"1"-39"16,-1 0-44-16,1 0-23 0,0 1 2 0,1 0-25 0,1 1-22 0,0-1-28 16,1 2-28-16,2-1-9 0,0 1-14 0,1-1-7 0,1 2-3 15,1-2-9-15,1 0-8 0,0 1-7 0,1-1-3 0,2-1-8 0,-1 1-7 16,2-1-2-16,2 0-8 0,0-1 1 0,2-1-4 0,0-1-6 0,2 0-12 15,0-1-14-15,-1 0 0 0,1-2 0 0,0 1 0 0,-1-1 0 16,1 2 0-16,0-1 0 0,-1 0 0 0,2 0 0 0,-1-1 0 0,0 1 0 16,-2 1 0-16,2-1 0 0,-1 1 0 0,-1 0 0 0,1-2 0 15,0 2 0-15,-2 0 0 0,-1 1 0 0,1 0 0 0,-1-1 0 0,0 1 0 16,-2-1 0-16,0 1 0 0,-2 0 0 0,1 1 0 0,-2-1-34 0,-2 1-24 16,1 0-25-16,-3 0-27 0,0 0-43 0,-2 1-41 0,-1 0-57 0,-1 1-85 15,0 0-83-15,-2-1-135 0,0 2-51 0,-1 0-264 0</inkml:trace>
  <inkml:trace contextRef="#ctx0" brushRef="#br0" timeOffset="62336.97">18658 2733 1634 0,'1'6'550'0,"0"0"-253"0,1 0-64 15,1 0-16-15,0-2 1 0,2 1-4 0,0-1-27 0,1-1-50 0,2 1-28 16,-1-2-18-16,2 0-14 0,1 0-4 0,2-1-15 0,1-1-58 0,-1 0 0 15,2-1 0-15,0 1 0 0,2-1 0 0,-1 0 0 0,1 0 0 16,0-1 0-16,-1 0 0 0,1 0 0 0,1-1 0 0,-1 0 0 0,0-1 0 16,-1 1 0-16,1-2 0 0,-1 1 0 0,1-1 0 0,-1 0 0 0,0 0 0 15,1 0 0-15,1 0 0 0,-2 0 0 0,1 0 0 0,-2 1 0 16,0-1-16-16,-2 1-127 0,2-1-58 0,-1 0-80 0,0 0-110 0,-1-1-148 16,-1 0-214-16,2-1-260 0</inkml:trace>
  <inkml:trace contextRef="#ctx0" brushRef="#br0" timeOffset="64786.62">19694 1922 1185 0,'0'4'609'0,"0"1"-226"0,1 2-103 0,-2-1-44 15,2-2-11-15,0 1-10 0,-1-1-31 0,1 1-29 0,-1 1-28 0,1 0-29 16,-1 1-14-16,1-1-11 0,0 2-12 0,0 0-8 0,0 2-4 0,0 1-7 16,0 1-6-16,-1 1-36 0,1 2 0 0,-1 1 0 0,0 3 0 15,0 1 0-15,0 3 0 0,-1 2 0 0,0 3 0 0,-1 3 0 0,0-1 0 16,-2 2 0-16,1-1 0 0,-2 0 0 0,-1-1 0 0,1 2 0 16,-3 1 0-16,1 1 0 0,-3 1 0 0,-1-1 0 0,0-1 0 0,0-3 0 15,-1-1 0-15,2-5 0 0,-2 2-30 0,-1-3-4 0,1 0-8 0,-1-1-5 16,2-2-14-16,-1 0-7 0,1-2-16 0,0-2-13 0,1-1-13 0,1-1-13 15,0-2-21-15,0-1-25 0,1-2-26 0,0-2-39 0,0 0-54 16,1-3-94-16,0-1-56 0,2-3 2 0,-2-3 69 0,2-1 93 0,1-3-90 16</inkml:trace>
  <inkml:trace contextRef="#ctx0" brushRef="#br0" timeOffset="65036.81">19350 2551 1022 0,'-1'-19'343'0,"-1"-1"-8"0,0-5-30 0,0 5-40 0,1 2-19 0,1 1-35 16,-1 1-40-16,2 4-28 0,0 0-32 0,0 1-12 0,1 2-6 0,1 2-13 15,1 0 3-15,0 1-6 0,0 2-8 0,-1 0-1 0,1 1-8 16,1 0 0-16,0 1-6 0,1 1-1 0,0 0 2 0,2 1-3 0,-1 0-12 16,3 1-40-16,-1-1 0 0,2 3 0 0,1 0 0 0,0 1 0 0,2 2 0 15,-1 0 0-15,2 2 0 0,2 1 0 0,1 1 0 0,1 2 0 16,1 2 0-16,1-2 0 0,1 3 0 0,2 1 0 0,2 0 0 0,2 0 0 16,0 0 0-16,0 0 0 0,-1 0 0 0,-1-2 0 0,2 1 0 15,-2 0 0-15,3-1 0 0,-2-3 0 0,2 0 0 0,-1 0 0 0,-2-2 0 16,1 1 0-16,-3-1 0 0,-1-1 0 0,-1 1 0 0,-3-1 0 0,0-1 0 15,-3 0 0-15,-2 0 0 0,-2-1-24 0,-1 0-107 0,-3-2-70 16,-1-1-86-16,-3-1-109 0,0-1-200 0,-2-1-174 0,-1-1-330 0</inkml:trace>
  <inkml:trace contextRef="#ctx0" brushRef="#br0" timeOffset="65653.8">20536 2580 1558 0,'-4'-1'613'0,"-1"0"-312"15,0-1-75-15,1-2-46 0,0-2-16 0,0-1-15 16,0-1-33-16,1-1-33 0,-1-1-17 0,0-2-18 0,0 0-6 0,0-2 1 0,1 1-5 16,0 0 1-16,1 0-6 0,0 1-3 0,0 3-1 0,1 1-8 15,0 1 4-15,-1 3 4 0,2 2-2 0,-1 2 0 0,0 2 1 0,2 1-1 16,-1 3-3-16,0 3-1 0,2 3-1 0,-1 3 0 0,2 3-8 0,0 4 6 15,1 3-6-15,1 1-2 0,0 2-12 0,1-2-36 0,0 2 0 16,1-3-2-16,0 1 15 0,-1-1 29 0,2-1-4 0,-1 0-1 0,0-1 1 16,1 0-7-16,-1-1 3 0,1-1 0 0,-1 1-2 0,-2-2 2 0,-1-2 0 15,0 1-6-15,-1-3 2 0,0 0 2 0,-1-3 0 0,0-1 4 16,-1-1 2-16,-1-3-4 0,1 0 6 0,-1-2 0 0,0-2-4 0,0-1 2 16,-1-2 2-16,1-1 0 0,0 0 6 0,0-1-6 0,0-2 0 15,-1-1-1-15,0-3-1 0,1-1 6 0,0-3 0 0,1-1-4 0,0-2 4 16,1 1 2-16,0-3 4 0,3-1 0 0,1 0 2 0,1-1 0 0,2 1-18 15,0 2 6-15,0 2-4 0,2 1 2 0,-1 2 14 0,2 1-12 16,-1 3-4-16,-1 1 0 0,1 2 0 0,-1 1 0 0,1 1 0 0,-2 2 0 16,1 1 0-16,0 2 0 0,-2 0 0 0,2 2 0 0,-1 0 0 0,0 1 0 15,-1 1 0-15,0 0 0 0,-1 0 0 0,-2 1 0 0,0 1 0 16,-1 0 0-16,-1 0 0 0,-1 0 0 0,-1-1 0 0,-1 2 0 0,-1 0 0 16,-2-1 0-16,0-1 0 0,-2 0 0 0,-1 0 0 0,-1-2 0 0,-1 2 0 15,-1-1 0-15,-1-1 0 0,-1-1-58 0,0-1-17 0,1-1-8 16,-1-1-15-16,0-2-17 0,-1 0-22 0,0-2-31 0,2 0-34 0,-1-1-42 15,2-1-54-15,0-1-60 0,1-2-83 0,1 0-1 0,1-1 19 16,2 0 97-16,2 0-139 0</inkml:trace>
  <inkml:trace contextRef="#ctx0" brushRef="#br0" timeOffset="66570.05">20883 2821 1236 0,'2'10'776'0,"0"0"-393"0,2 5-98 16,-1-1-27-16,0-2-32 0,2 1-37 0,0-2-44 0,1 0-46 0,0-1-22 16,0-1-20-16,0-1-15 0,1 0-9 0,0-2-6 0,0-1-6 0,1 1-5 15,2-1-1-15,0-1-9 0,0-1 0 0,0-1 2 0,-1-1-4 16,-1-1 2-16,1-1-1 0,0 0-1 0,0-2-2 0,1-1 2 0,-1 0-2 16,-1-2 0-16,0 1 6 0,0-2-2 0,-1-1 4 0,0-1 3 0,-1 0-5 15,-2-1 6-15,1-2 0 0,-1 1-4 0,0-1 6 0,-1 0-8 16,0 0-4-16,-2 0 4 0,-1 2-6 0,1-1 6 0,-2 1-4 0,0-1 0 15,-2 2 0-15,-1 0-10 0,-1 1 4 0,-1 0-8 0,-1 0-4 16,-1 1-10-16,-2 2-16 0,0 1-15 0,-1 1-15 0,-1 2-11 0,0 2-7 16,0 1-6-16,1 2-5 0,0 1 2 0,-1 2 1 0,1 0 9 0,0 1 4 15,1-1 7-15,1 2 9 0,2 0 4 0,1 1 12 0,1-1 8 16,1 0 7-16,3 0 6 0,0-2 2 0,3 0 4 0,1 0-1 0,1-2 8 16,1 0 0-16,1-2 3 0,3 0 3 0,1-1 3 0,2 0 9 0,0-2 1 15,1 0 4-15,-1 0 4 0,0-1 0 0,2 0 4 0,0 0 2 16,0 0 4-16,2 1-1 0,-1 0 4 0,0 1 3 0,-1 0 2 0,1 1 7 15,0 1 2-15,0 0 3 0,-2 1 6 0,0 0-2 0,0 1-1 16,0 0-1-16,0-1-4 0,-2 1-1 0,1-1-6 0,-1-1-4 0,1 1-11 16,-2 0-2-16,1 0-2 0,-2 0-1 0,2-2 3 0,-1 0-5 0,0-1 2 15,-1 0-4-15,-1 0 2 0,0-1-3 0,0-1-4 0,0 0 5 16,-1 0-11-16,0 0 1 0,-1-1 1 0,1-1 0 0,-1 0 7 0,1-3-1 16,-2 0-4-16,1-2-2 0,0-1 2 0,0 0 6 0,1-1-3 0,-1 0 4 15,0-1 2-15,-1 0 2 0,-1 0 0 0,-1 0 2 0,0-1 0 16,0 1-2-16,0 0-8 0,-1 1 8 0,-1 2-5 0,-1 0-4 0,0 0 9 15,0 1-8-15,0 1 5 0,-1 1 4 0,0 1 0 0,0 2 0 16,-1 0 5-16,1 1 0 0,0 1 1 0,0 1 1 0,1 0 0 0,0 1 1 16,1 1-1-16,0 0-4 0,0 1 0 0,1 0-3 0,0 1 5 0,0-1-2 15,1 2-2-15,2-1 0 0,0 1-5 0,1-1 4 0,0 2-5 16,0 0 3-16,1 0-5 0,0 1-3 0,1 1-2 0,-1-1 2 0,1 1-4 16,1 0 4-16,0 0 0 0,0 0 0 0,1 1-2 0,0 1-6 0,-1 0 4 15,0-2-3-15,0 2-11 0,-2-1-6 0,-1 0 1 0,-1 1 3 16,-2-1 9-16,0-1 3 0,-1 1-9 0,-1-1-2 0,-1-1 0 0,-2 2 6 15,0-2-6-15,-2-1 6 0,0-1-6 0,-1 0-3 0,-1 0 1 16,0-1-1-16,0 0-2 0,-1-2-2 0,0-1-2 0,-1 0 6 0,0-2 2 16,2 0 5-16,0 0 2 0,0-3-5 0,2 1 3 0,1-1 2 0,0 0-1 15,2 0-5-15,0 0 1 0,2-1 0 0,0 0 0 0,2 0 5 16,1 1 3-16,1-1 2 0,1-1 4 0,2 1 1 0,1-1 4 0,1-1 3 16,0 1 2-16,2-1 7 0,-1-1-3 0,1 1 4 0,0-1 0 0,0 0 1 15,2 0 1-15,-1-1 3 0,0 0-3 0,0-1 2 0,-1 0 0 16,2-1-5-16,-2 1 3 0,1-1 3 0,-2-1-5 0,-1 2 5 0,1 0-1 15,-2 0-3-15,-1 0-1 0,-2 2 3 0,-2-1-8 0,-1 1 2 16,-1 0-5-16,-2 1-1 0,-1 0 1 0,0 0-2 0,-2 2 5 0,-1 0-4 16,0 1 7-16,-2 0-7 0,0 0-3 0,-1 2 5 0,-1 0-5 0,0 1-2 15,0 1 2-15,-1 0-2 0,1 1 0 0,-1 2 0 0,1 1 5 16,1 1-3-16,1 0 6 0,0 2-1 0,2 0-1 0,2 1-1 0,-1 1 7 16,1-1-3-16,2 1 3 0,0 1 1 0,1 0-3 0,2 1 3 0,-1-1 5 15,3 2-5-15,1-2 1 0,0 0-3 0,2-1-1 0,1-1-4 16,1-2 3-16,1 1-5 0,-1-1-4 0,1 0 2 0,0-1-4 0,2-1-2 15,-1-1 2-15,-2-1-6 0,2-1-1 0,0-1-3 0,0 0 4 16,-1 0-6-16,0-1-15 0,-2 0-4 0,0-1-19 0,1-1-8 0,-1-1 0 16,0-1-18-16,-1-1-15 0,1 0-19 0,-3-1-21 0,2 0-30 0,-2-1-40 15,0 1-43-15,-1-1-89 0,-1-1-142 0,0 0-50 0,-1-2 33 16,0-1-136-16</inkml:trace>
  <inkml:trace contextRef="#ctx0" brushRef="#br0" timeOffset="66920.52">22007 2349 1866 0,'-1'4'262'0,"-1"3"-15"16,1 3-14-16,-1 0-10 0,1 0-18 0,1 1-36 0,0 0-49 0,2 5-30 16,0 2-14-16,1 2-15 0,1 2-3 0,1 2-11 0,2 1-2 0,-1 2-16 15,1 0-8-15,0 1-15 0,0 1-12 0,0-1 14 0,1 1-8 16,1-2 11-16,0-1-1 0,0-3-6 0,1 0-2 0,0-3-4 0,1-3 0 15,0-1-6-15,1-1-2 0,-1-3-7 0,0 0-8 0,-2-3-9 16,2 0-21-16,-1-1-20 0,0-1-30 0,-1-1-21 0,0-1-20 0,-1-1-4 16,0-1 4-16,0-1-71 0,-1-1-9 0,-1-1 47 0,0-1 45 0,0-1 101 15,-1-1 53-15,0-3-7 0,0 0-2 0,0-3 9 0,0 1 5 16,0-1 17-16,0 1 3 0,-1-1-5 0,-1 1 4 0,1 1 2 0,-1 1 0 16,0 0 10-16,0 2 0 0,0-1-9 0,1 2-4 0,-1 2-4 0,1-1-4 15,-1 2 0-15,0 1-2 0,-1 0-2 0,1 2-4 0,1 1-6 16,0 0 0-16,0 1-11 0,0 0-2 0,0 1-1 0,1 0-7 0,-1 0 2 15,1 1-1-15,-1-2-1 0,0 2-1 0,0-2-6 0,0 0-5 0,-1-2-10 16,1 0-8-16,-1 0-21 0,0-2-53 0,0 0-88 0,0-1-73 16,0-2-128-16,-1-1-71 0,0-1-4 0,0-1-193 0</inkml:trace>
  <inkml:trace contextRef="#ctx0" brushRef="#br0" timeOffset="67553.84">22412 2582 837 0,'0'0'264'0,"1"0"-10"0,0 2 3 15,1 0-24-15,-1 3-32 0,0-1-47 0,-1 2-36 0,2 1-33 0,-1 1-36 16,1 1-24-16,0 0-13 0,-1-1-12 0,0 0 5 0,0-1-10 16,0 0-7-16,0-1-12 0,1 0-11 0,0-2-15 0,0 0-24 0,0-2-45 15,1 0-46-15,0-1-53 0,0 0-43 0,1-2 6 0,-1 0 28 0,1 0 42 16,0 0 41-16,0-1 25 0,1 1 16 0,-1-1 17 0,1 1 18 16,0-1 22-16,0 1 17 0,-1 0 13 0,1 0 11 0,0 1 4 0,0 0 10 15,-1 0 11-15,1 0 17 0,0 1 19 0,-1-1 13 0,0 1 13 0,-1 0 9 16,2 1 16-16,-1 0 28 0,2 1 30 0,-1 1 21 0,0 0 3 15,1 1-16-15,0 1-34 0,0-1-30 0,-1 2-19 0,0-1-8 0,1 1 1 16,-2 0 0-16,2 0 1 0,0 0-5 0,-1 0-10 0,1 0 0 16,1-1-5-16,-1-1-4 0,1-2-2 0,-2 1-12 0,1-1-8 0,0 0-2 15,0 0-7-15,1-1 0 0,-1-1-10 0,0-1 0 0,0-1 1 0,-1 0 0 16,1 0 5-16,0-2-3 0,0 0-1 0,0-1-3 0,-1 1 3 16,2-2-1-16,-1 0 1 0,1 0-5 0,-1-1-1 0,0 0-1 0,-1 0-2 15,-1 0 2-15,1 1-2 0,-2 0-1 0,1 0 1 0,-2 0 2 0,0 3-5 16,1-1 3-16,0 2 1 0,0 0-6 0,0 2 7 0,-1 1-4 15,-1 0-2-15,2 1-1 0,-1 0-4 0,0 2 3 16,0 1-5-16,0 0 3 0,-1 1 1 0,2 0-5 0,0-1 2 0,0 1-4 0,1-1-1 16,-1-1 3-16,1 0 0 0,1 0-4 0,-1-1 1 0,0 1-3 0,0-1-4 15,2-1 4-15,-1 0-1 0,0 0 0 0,1-2 2 0,-1 1-8 0,1-1 8 16,0-1-2-16,1 0 2 0,-1-1 3 0,-1 1 0 0,-1-2 2 16,2 1 2-16,0-2 1 0,-1 1-1 0,1-1 2 0,-1-1 1 0,0-1-1 15,1 0 1-15,-1 0 5 0,1 0-1 0,-1-1 4 0,0-1 3 0,1-1-2 16,-1 0 0-16,1 0 4 0,-1 0 2 0,0 0-4 0,-1 1 6 15,1 1-2-15,-1 0-4 0,0 1 6 0,-1 1-2 0,-1 1-3 0,1-1 3 16,-2 2-5-16,0 0-4 0,-1 0 5 0,0 0-3 0,0 1-4 16,-1-1 3-16,0 0-3 0,0 1-2 0,-2-1 1 0,1 1 1 0,-1 0-3 15,-1 1-2-15,0 0-1 0,-1 0-5 0,0 1 2 0,1 1 0 0,-1 0-7 16,0 2-1-16,0 0 7 0,0 2-5 0,1 0 12 0,0 1-6 16,0 1-6-16,1 0 4 0,0 2-3 0,1 1-1 0,0 0 4 0,1 1-4 15,2 0 3-15,0-1 1 0,2 1 2 0,2-1-4 0,0 0 2 0,0-1-1 16,2-1-3-16,1-1 0 0,0 0 1 0,0-2-4 0,1 0-2 15,1-2-6-15,-1 0-1 0,0-2-1 0,2 0-3 0,-1 0-5 0,2-2-4 16,-1 0-82-16,-2 0-3 0,0-1 12 0,-1 0-19 0,-1-1-23 16,0-2-110-16,0-2-118 0,0 0-102 0,0-1 24 0,-1-2 30 0,-1 1-156 15</inkml:trace>
  <inkml:trace contextRef="#ctx0" brushRef="#br0" timeOffset="67820.27">23132 2080 2478 0,'1'8'448'0,"3"1"-201"0,2 0-47 15,2 0-23-15,3-1-13 0,2-1-28 0,2 0-44 0,0 0-23 0,2-1-17 0,1 0-20 0,1-2-32 16,-2 0 0-16,2-2 0 0,0 0 0 0,-2-2 0 0,2 0 0 15,0 0 0-15,-1-2 0 0,-1 1 0 0,0-2 0 0,-1 1 0 0,-1-1 0 16,0-1 0-16,1-1 0 0,0 1 0 0,-1-2 0 0,2 1 0 16,1-2 0-16,-2 0 0 0,-1 0 0 0,2-1 0 0,-1 0 0 0,0 0 0 15,-3-2 0-15,1 2-64 0,0-1-86 0,-1 1-51 0,-1 0-95 0,0 0-145 16,1-1-274-16,-1-1-151 0,1 1-126 0</inkml:trace>
  <inkml:trace contextRef="#ctx0" brushRef="#br0" timeOffset="68287.14">24866 1632 1073 0,'-3'-1'548'0,"0"0"-241"0,-1 0 1 0,-1 0-49 0,0 0-45 16,-1-1-27-16,-1 1-30 0,0 0-25 0,1 1-9 0,0-1-19 0,1 2-18 16,-1 0-12-16,1 0-17 0,0 1-8 0,1 1-2 0,-1 1-9 15,0 0-5-15,0 3-2 0,0 0-2 0,-1 1 0 0,1 2 2 0,-1 0-7 16,0 3-8-16,0 1-10 0,0 2-2 0,0 1-2 0,0 2-4 0,-2 3 4 16,1 1 1-16,-1 2 3 0,-1 2-19 0,-1 5-5 0,-5 23-4 15,0-5-5-15,3-5 15 0,3-14 1 0,0 0-3 0,0-3-3 0,2 0-1 16,-1-2-5-16,0-1-4 0,2-2-6 0,0-1-10 0,1-3-7 15,0-1-6-15,1-5-8 0,0-3-2 0,0-1-7 0,1-3-14 0,1-2-20 16,-1-3-40-16,0-1-60 0,-1-3-51 0,0-1-76 0,-2-3-92 0,1-2-19 16,-1-3 18-16,0-4 69 0,1-1-105 0</inkml:trace>
  <inkml:trace contextRef="#ctx0" brushRef="#br0" timeOffset="68486.97">24446 1794 902 0,'0'-10'474'0,"-2"0"-158"0,1-1-40 0,-1-1-32 16,0-1-36-16,-1-1-41 0,1 3-29 0,-1 2-24 0,0 3-22 0,1 2-15 15,0 2-1-15,0 3-6 0,1 2-1 0,0 1 2 0,1 3-13 16,1 1-4-16,0 3 1 0,1 2-5 0,1 0 0 0,1 3 1 0,2 2-14 16,0 1-14-16,1 2 4 0,2 1-27 0,0 0 5 0,3 4 5 15,9 20-8-15,-1-4 19 0,-2-9-4 0,-6-9-2 0,2-2 1 0,0-2-7 16,1 0-1-16,0-3 0 0,1-2-8 0,1 0 2 0,0-2-6 0,0-3 0 16,1 0-6-16,1-1-9 0,0-1-21 0,2-2-34 0,1-1-50 15,-1-2-63-15,1 1-79 0,0-1-114 0,-1 0-204 0,2-1-145 0,1-1-259 16</inkml:trace>
  <inkml:trace contextRef="#ctx0" brushRef="#br0" timeOffset="69386.89">25181 2543 566 0,'0'-1'435'0,"2"1"-161"0,-1-1-31 0,1-2-35 0,0 1-21 16,0-1-15-16,0-1-21 0,0-1-19 0,1-1-20 0,-1-1-23 15,0-1-12-15,1-1-16 0,-1-2-8 0,1 1-14 0,-1-3-2 0,0-1-7 16,1 0 0-16,-2-1 7 0,2 1-3 0,-1-1 4 0,0-1-1 0,0 1 0 15,0 1-1-15,0 0 5 0,-1 1 1 0,1 0-1 0,-1 0 1 16,-1 2-2-16,0 0-2 0,-2 2 4 0,0 3-4 0,0 2-1 0,0 2 2 16,0 0-8-16,-1 2-3 0,0 2-2 0,1 1-9 0,-2 1 0 15,0 4 4-15,0 1-4 0,0 2 0 0,0 0 0 0,0 2-5 0,1 1-5 16,0 3 3-16,1 0-8 0,1 3 2 0,0 2-1 0,1-1-5 0,2 4 4 16,0 0-5-16,1 0 3 0,0 4 0 0,1-1-16 0,0 1 11 15,1 0-9-15,0 1 8 0,2 0 10 0,-1 0-8 0,2 0-3 0,-1-1-1 16,1-1 3-16,-1 0-7 0,-1-2 3 0,1-1-10 0,0 0-6 0,-1-3 3 15,0 0-6-15,-1-3 0 0,0-3-4 0,0 0 8 0,-1-2 4 16,1-2 5-16,0-2 12 0,-1-3-6 0,-1 1 1 0,0-1 1 0,-1-1 0 16,0-2 5-16,-1-1 4 0,0-2 7 0,0-1-2 0,-1-2-1 15,-1-1-3-15,0-1 5 0,-1-1-8 0,0-1 1 0,-2-2 1 0,0 0-2 16,-2-2 4-16,-1-1 0 0,-1-1-10 0,0 0 1 0,-2-1 1 0,1 1-5 16,-1-1 3-16,0 1 1 0,1-1-1 0,-1 2 3 0,0 0-1 15,2 1 0-15,-1-1 3 0,1 2 1 0,0 0-4 0,2 0 4 0,1 1 2 16,0 0-2-16,2 0 0 0,0 1 2 0,1 0-2 0,2 0 0 0,0 1 3 15,0 0-1-15,2 1 2 0,0 1 1 0,2-1-3 0,1 0 2 16,1 0 7-16,0 1-4 0,2-1 9 0,1 1 3 0,2 0-4 0,-1 0-2 16,2 0-1-16,0 1-2 0,-1 0 3 0,1 1-2 0,-1 1 2 0,1 1 0 15,0 1 0-15,0 1-5 0,0 0-5 0,-2 2 3 0,2 1-6 16,0 0 4-16,0 0-2 0,-1 1-2 0,0 1 2 0,-3 0-2 0,0-1 1 16,-2-1 1-16,0 2 0 0,-1-1-4 0,-1 0-1 0,-1 0-3 0,0 0-2 15,-1 0-5-15,-2-1-4 0,0 0-11 0,-2-2-14 0,1 1-10 16,-1-2-23-16,0 0-24 0,-1-2-42 0,-1-1-59 0,-1 0-69 0,0-3-103 15,0 0-128-15,-1-3-16 0,-1 0 25 0,1-2-118 0</inkml:trace>
  <inkml:trace contextRef="#ctx0" brushRef="#br0" timeOffset="69536.89">25327 2532 1148 0,'0'5'323'0,"0"1"-44"15,0 3-42-15,0 0-19 0,1 0-22 0,0-1-36 0,1 2-35 0,0-2-30 16,1 2-17-16,0-1-11 0,0 0-12 0,0-2-16 0,1 0-11 0,-1-2-13 15,1-1-8-15,-1-1-12 0,-1-1-11 0,1-1-6 0,-2-2-14 16,1 0-18-16,0-1-36 0,1-2-58 0,-1 1-73 0,1-2-63 0,0 0-68 16,0 0-52-16,1-1 5 0,0 0 27 0,0 0-46 0</inkml:trace>
  <inkml:trace contextRef="#ctx0" brushRef="#br0" timeOffset="70220.52">25502 2609 849 0,'4'7'313'0,"0"0"-30"0,1 3-25 0,0-1-24 15,-3-1-13-15,3-1-24 0,-1 2-21 0,1 0-16 0,0 0-14 16,1 0-11-16,0 1-16 0,1 1-17 0,0-1-19 0,0 1-11 0,0 0-7 16,0 0-11-16,0 0-8 0,1-1-3 0,-1 0-12 0,0 1-3 0,1-1-9 15,-1 1-4-15,0-1-3 0,-2-1-9 0,1-1 1 0,0-1-2 16,-1 0-2-16,0 0 2 0,0-2 2 0,0-1-10 0,-1 0 10 0,1-1-4 16,-2-1-4-16,1-2 2 0,-1 1-7 0,1-1 1 0,-1 0 3 15,0-1-11-15,-1 0 3 0,1-1-5 0,-1 0-3 0,-1-1 0 0,1 0-5 16,-1-1 2-16,1 0 6 0,0-1 1 0,0 0 8 0,0 0 2 0,1 0 1 15,0 0 6-15,-1 0 0 0,1 0 2 0,-1-1 2 0,0 1-3 16,0 0 3-16,0-1-2 0,0 2-2 0,1 1 2 0,-1 1-2 0,1 0 0 16,0 1 2-16,-1 0-1 0,1 1-1 0,0 1 0 0,-1 0-1 0,0 1-1 15,1 1-2-15,0 0 2 0,1 0-3 0,0 2 1 0,1-1 2 16,-1 0 0-16,1 0 1 0,0-1 1 0,-1 1-2 0,2-1 0 0,-1-1 0 16,0 0 0-16,1-1 2 0,-2 0-2 0,2 0 4 0,1-1-4 15,-1 0-1-15,1-1 3 0,1-1 0 0,0 0 0 0,1-1 0 0,-2-1 0 16,1-1-2-16,0 0 2 0,-1-1 4 0,1 0 3 0,0 1-3 15,0-1 5-15,-1 1-4 0,0-1-3 0,1 1 5 0,-1 0-3 0,0 1-2 16,0 0 2-16,-1 0 1 0,0 1 1 0,0 0 3 0,0 1-3 0,-1 0-1 16,-1 1 1-16,1 0-6 0,-2 1 1 0,2 0 3 0,-2 0 2 0,0 1 1 15,0 0 1-15,0-1-5 0,-1 1 1 0,-1-1 2 0,0 1 1 16,0-1-5-16,-1 0 2 0,0 0-2 0,-1-1-2 0,0 1 0 0,0-1-2 16,0-1 0-16,-1 1 2 0,-1-1 0 0,-1 0 2 0,0-1-4 15,0 0-4-15,-1 1-1 0,0-1 1 0,1 1-1 0,-2 0 5 0,0 1 2 16,0 0-2-16,-1-1 6 0,1 2-4 0,-1 0 2 0,0 0-1 0,0 1-2 15,1 2 4-15,-1-1-6 0,0 2 3 0,1 0-4 0,-2 0 0 16,2 0 2-16,-1 1 0 0,1 0 4 0,0 0-4 0,1 0 2 0,2-1 0 16,-1 1-1-16,0 1 2 0,2 0-2 0,-1 0 1 0,2 0-2 0,0 0 2 15,1-1 0-15,1 1 0 0,0-1 0 0,2 0 0 0,0 0 3 16,2-1-1-16,-1-1 0 0,2 2 4 0,1-2-1 0,1 0-1 0,1-1 2 16,0-1 1-16,0 0 2 0,2 0-1 0,-2-1 5 0,3-1-5 0,-1-1 3 15,1 0-4-15,0 0 3 0,0-1-1 0,0 0-7 0,1 0 6 16,-1 0-8-16,-1 0 1 0,-1 0 5 0,0 0-8 0,0 0 8 0,-1 0-4 15,-1 0 0-15,1 1-4 0,-2 0 2 0,0 0-2 0,-1 1 0 16,0 0 0-16,0 0-2 0,-1 0-5 0,0 0-2 0,-1 1-6 0,0 0-2 16,-1 0-7-16,0-1-8 0,0 1-8 0,0-1-12 0,0 0-13 0,-1 0-16 15,0 0-15-15,-1 1-17 0,0-1-16 0,0 1-8 0,0-1-5 16,0 0-3-16,1 0-8 0,0 0-14 0,-1 0-16 0,0 0-23 0,1-1-27 16,0 1-23-16,0-1 4 0,0 0 22 0,0-1 20 0,1 1 43 0,-1-1-143 15</inkml:trace>
  <inkml:trace contextRef="#ctx0" brushRef="#br0" timeOffset="70504.53">26303 2205 1639 0,'-2'-2'291'0,"0"0"-22"0,0-2-44 0,-1 3-40 0,1 1-34 16,0 2-22-16,0 1-10 0,1 0-8 0,1 2-2 0,0 2-5 0,0 1-6 15,1 1-17-15,0 2-14 0,1 4-9 0,0 1-9 0,1 1 1 16,1 2-8-16,0 1-9 0,2 1-4 0,-1 1-4 0,2 2-4 0,0 0-1 16,1 1-9-16,-1 1-1 0,1-1-4 0,0 1-6 0,-1-1-14 0,1 0 7 15,0-2 1-15,1-2-6 0,-1 0 18 0,1-4-22 0,1 0-7 16,-1-2-12-16,0-2-27 0,0-2-31 0,-1-2-40 0,-1 0-56 0,0-2-78 15,-1-2-145-15,-1-1-232 0,0-2-129 0,0-1-154 0</inkml:trace>
  <inkml:trace contextRef="#ctx0" brushRef="#br0" timeOffset="76937.56">13334 14545 285 0,'-1'-6'56'0,"2"0"-4"0,-1-2-6 15,2 0-8-15,-1 1-13 0,2 0-12 0,0 2-9 0,1-1-4 16,1 0 2-16,0 0 0 0,2 1-2 0,-1 0-1 0,2 2 0 0,-1 0-2 15,1 1-1-15,0 0-1 0,1 0-2 0,0 1-2 0,1 1 0 0,-1 0-1 16,1 1 1-16,-2 1 1 0,0-1 1 0,-1 2-2 0,-1-1 3 16,-2 0-1-16,1 2 0 0,-2-2-2 0,-1 2-4 0,0-1-2 0,-1 0-11 15,1 1-6-15,-1 0-5 0,0-1-4 0,0 0-5 0,1 0-77 0</inkml:trace>
  <inkml:trace contextRef="#ctx0" brushRef="#br0" timeOffset="77387.7">13558 15058 145 0,'1'-4'43'0,"1"1"-8"0,1-2-6 0,1 1-6 0,-2 0-7 0,3 0-9 16,1 0-4-16,1 0-1 0,1 0-1 0,2-1-1 0,0 0-1 0,1 1-2 15,-2 0 0-15,2 0-3 0,-1 1-1 0,0 0-3 0,0 0-1 16,-2 1-1-16,0 1-4 0,0 0 1 0,0 0-2 0,1 0-6 0,-2 0 2 15,1 0 3-15,0 0-21 0,-1 0-40 0</inkml:trace>
  <inkml:trace contextRef="#ctx0" brushRef="#br0" timeOffset="95838.6">10074 5540 148 0,'-11'-4'7'0,"-1"1"5"15,-2 0 6-15,3 1 0 0,2 2-8 0,0-1-6 0,1 1 0 0,-1 0-1 16,1 1-1-16,0 0 0 0,2-1-1 0,0 1 2 0,1-1-3 15,0 1 0-15,0-1-1 0,0 1-2 0,0-1-1 0,1 0-2 0,0 0 1 16,0-1-1-16,-1 0 1 0,1-1 1 0,0 0 0 0,1 0 1 0,0-2 0 16,-1-1-2-16,0 0 2 0,1-1 0 0,-1-1 2 0,0 0 3 15,1-1 3-15,0 0 3 0,0 0 2 0,1 0 0 0,-1-2-1 0,1-1 0 16,-1-1-1-16,1-1 0 0,0 1 1 0,0 0-2 0,1-1 2 0,1-1 2 16,0 0 0-16,2 1-2 0,-1-1 1 0,2-1-2 0,1-1-3 15,1 0 0-15,3-3-2 0,1 0-2 0,2 0 2 0,1 0-2 0,2-1-1 16,1 1 0-16,2-1 1 0,0 1 1 0,2 0 2 0,2 0 0 15,0-1-3-15,2 0 0 0,1 1 0 0,-1 0-1 0,2 1 2 0,0 0 0 16,2 0-2-16,1 1 2 0,3 0 0 0,-1 1-2 0,3-1 2 16,-2 0-4-16,2 2 1 0,-1 0 1 0,3 1-1 0,0-1 2 0,1 2-1 15,0-1-2-15,0 2 1 0,2 0-2 0,-2 3 2 0,2 1-1 0,-1 2 4 16,-2 1 0-16,2 1 1 0,0 0 2 0,2 1-2 0,-2 1-2 16,-1 2 1-16,0 0-1 0,-1 1 2 0,2 1-1 0,0 2 0 0,0 1-1 15,2 1 0-15,-1 0-1 0,1 2 0 0,0 2 0 0,-1 0 2 16,1 3-2-16,-3 1 1 0,0 1-2 0,0 2 1 0,0-1 2 0,-2 1-1 15,-1 2 0-15,-3 2 0 0,-1-1-2 0,0 2-2 0,-2 0 2 0,1 1 1 16,-1 0-2-16,-1 2-1 0,0-1 0 0,0 1-2 0,1-1 1 0,-3 0 2 16,0 1 0-16,-2 1-2 0,0 0-1 0,0 0-2 0,-4 1-1 15,1-2 2-15,-2 1-2 0,-4-2 1 0,-1-1-2 0,0 0-2 0,-2 0 1 16,-2-2-1-16,-2-1-3 0,-1-2 0 16,-2-2-3-16,-2 1-4 0,-2-1-3 0,-3-2-9 0,-1 1-43 0</inkml:trace>
  <inkml:trace contextRef="#ctx0" brushRef="#br0" timeOffset="96124.6">11357 5685 13 0,'2'-4'8'0,"0"1"-1"0,1-2-1 0,0 1-3 0,0 0-1 16,0 0 0-16,0 0 0 0,1 1 0 0,1 0 0 0,-1 1-1 16,1 1 0-16,1-1 0 0,-1 1-1 0,0 0 1 0,1 1 0 0,-2 0-2 15,1 0-1-15,0 1-1 0,0-1-4 0,1 0 0 0,0 0 2 0,0 0 0 16,1 0 1-16,0 0 3 0,1-1-2 0,0-1 0 0,-1 0-2 15,0-1 0-15</inkml:trace>
  <inkml:trace contextRef="#ctx0" brushRef="#br0" timeOffset="98321.51">9902 6794 8 0,'4'0'6'16,"0"0"1"-16,3 1 1 0,0 1 0 0,1-1 1 0,-1 1 0 0,0 1-2 15,0-1 1-15,1 0 0 0,0 0 1 0,0 0 0 0,1 1 3 16,0-1 1-16,1 0 2 0,-1 1 1 0,3-2-1 0,-2 1 1 0,2 0-2 16,1 0 1-16,0-1 0 0,2-1 0 0,-1 1 1 0,2-2 1 15,0 2-1-15,0-1 0 0,1 0 3 0,0 1-4 0,2 0-3 0,0 0 1 16,2 1-2-16,0-1 0 0,1 1 4 0,-1 0-1 0,0 0 1 0,-2-1 0 15,2 0 4-15,1 0-1 0,-1 1 4 0,2-1 4 0,0 1-2 16,0 0 2-16,2 0 3 0,-1 2 2 0,1-1-5 0,1 2-1 0,-1-1-4 16,1 2-2-16,-1 1 1 0,1 1-2 0,-1 0 0 0,2 1 1 0,0 1 0 15,-1 0-1-15,1-1 1 0,0 1-8 0,2 0 3 0,-1 0-1 16,1 0-2-16,-2 0-4 0,0-3-1 0,1 1 0 0,1 0-2 0,1-1 7 16,0 1 4-16,1 0 0 0,1-1 4 0,-1-2-4 0,3 1-7 0,-2-2 0 15,1 1-2-15,0-1 1 0,1-1 2 0,-3 0 1 0,2-1-1 16,-3-1 6-16,3 0-1 0,-3-1 2 0,0-1-1 0,-3 0 2 0,-2 0-4 15,-1 0 2-15,-1-1 3 0,1 1-3 0,-2-2 4 0,0 1 2 16,-1-1 0-16,-3 0 1 0,0-1 3 0,0 1-3 0,-1-2-3 0,0-1 5 16,0 0-9-16,-1-1-3 0,0 1-4 0,1-2-1 0,0 1 9 0,0-1-2 15,2 0 2-15,0-2-6 0,0-2-2 0,0-1 1 0,0 0-5 16,0 0 2-16,-1-1 2 0,0 0-3 0,0 0 1 0,-2-1 5 0,0 1-5 16,0-1 3-16,-1 1 5 0,-2 0-3 0,-2 1 6 0,-2-2 3 15,-1 0-2-15,-3 1 5 0,0 0 1 0,-2 0-4 0,0-1 4 0,-2-1-4 16,-1 0-3-16,-1-3 3 0,-2 1-1 0,0-1-1 0,-2 1 0 0,0-2-5 15,-1-1-5-15,-1 1-3 0,-2-2-1 0,1 0 0 0,-3-1 3 16,0-1 0-16,-2 0-8 0,1 0-2 0,0-1 8 0,-4 1-3 0,0-3 15 16,0 2 0-16,-2-2-6 0,-2 0 1 0,-1 0-6 0,-1 1 3 0,-4 1-6 15,0-1 0-15,-2 2 1 0,-3-2-7 0,0 1-2 0,-3-1 1 16,-2 1-3-16,-2 1-3 0,-3 2 2 0,-1 2-6 0,-2 2 0 0,-2 0-2 16,-4 1 4-16,0 1-2 0,-1 0-4 0,-2 1-8 0,-3 3-4 0,-3 0-7 15,-3 3-1-15,-2-1 9 0,0 1 8 0,-1 1 5 0,-1 0 4 16,2 0 5-16,-3 2-5 0,2 1 7 0,-2 0-2 0,1 3 3 0,1 0 0 15,0 4-1-15,2 1 3 0,-1 1-1 0,3 1 0 0,2 1 6 16,1 1 2-16,3 1-3 0,4 2 3 0,1 3-5 0,4 0-9 0,1 2 6 16,3 3-9-16,1 3-10 0,4 0-6 0,1 3-15 0,3 2-17 0,2 2-29 15,2 2-38-15,1 2-30 0,4 0 1 0,2 3 19 0,3-3 22 16,5 4 18-16,4 0 5 0,3 3 7 0,3 2 12 0,5-1-18 0,5 4-83 16</inkml:trace>
  <inkml:trace contextRef="#ctx0" brushRef="#br0" timeOffset="111855.51">9678 7363 517 0,'-9'-4'48'0,"1"1"-31"0,-2-2-7 0,2 1-3 0,3 0 2 0,2-1 2 16,2 0 2-16,2 0-1 0,2-1-1 0,2 1-6 0,1 0-1 16,2-1-4-16,1-1-3 0,3 1-1 0,2-1-3 0,2-2-2 0,2 0 2 15,1-1-2-15,3-1 3 0,1-1 2 0,3 2-3 0,2-1 3 0,0 0 1 16,2 0 6-16,0 0 7 0,3 0 2 0,1 0 4 0,2 1-2 15,2-1 0-15,1 0-1 0,3 0 2 0,2 1-2 0,1 0 0 0,4-2-1 16,1 1-3-16,2 0-1 0,2 1 1 0,2 0-2 0,3 2 2 0,1 2 3 16,1 1-2-16,3 3 5 0,2 0 0 0,1 0-4 0,0 1 1 15,3 1-7-15,0 0-1 0,0 1-1 0,2 0-4 0,0 0-3 0,-1 1 1 16,1 1-5-16,-2 2 5 0,0 2 0 0,-2 2 3 0,-3 1-2 16,-1 2 6-16,-2 3 1 0,-1 1 0 0,-2 1 2 0,-2 2-6 0,1 1-1 15,-1 0-1-15,-1 1-2 0,1 0 2 0,-1 0-2 0,0-1 4 0,0 0 3 16,-2-1-1-16,-1 0-1 0,-4-1 1 0,-4 0 0 0,-2-1-2 15,-1-1 1-15,-3-1 0 0,-4 1 1 0,-3-2-1 0,-4 1 3 0,-7 0 0 16,-3 1 0-16,-5 0 2 0,-4 2-1 0,-4 1 3 0,-3-1 3 16,-5 1 1-16,-4 1 0 0,-4 0 1 0,-5 1-11 0,-5 2-8 0,-4-1-6 15,-6 1-13-15,-6 2 0 0,-3-1 3 0,-4 3 0 0,-3 0 10 0,-1 0 8 16,-5-2 9-16,-3 1 4 0,-2-1 7 0,-3-1 4 0,0 1 5 16,-2-2 3-16,-2 0 3 0,1-3 3 0,-3-2 0 0,0-1 5 0,1-1-1 15,-1-1 4-15,1-3 2 0,0 1 3 0,1-2 1 0,-1-2 0 0,1-1-2 16,2-2-4-16,1-2-6 0,3-1-5 0,3-2-9 0,0-2-2 15,3-2-6-15,1-3 1 0,2-2-2 0,3-2-3 0,1-1 2 0,4-1 1 16,1 0 4-16,1-2 4 0,3-1 5 0,5 0-1 0,0-1-2 16,4-1-6-16,1 0-2 0,2-1-2 0,4 1-5 0,0-1 0 0,4 2-6 15,3 1-2-15,2 0-2 0,4 2-3 0,-1 1 1 0,3 1 1 0,2 1-6 16,1-1-4-16,3 0-3 0,0-1-9 0,2-1-4 0,1 0-2 16,2 0-12-16,1-1-18 0,2-2-33 0,1 1-55 0,2-1-31 0,2-1-12 15,2 0 11-15,4 2 25 0,2-2 9 0,5 0 18 0,3 0-3 0,3-2-96 16</inkml:trace>
  <inkml:trace contextRef="#ctx0" brushRef="#br0" timeOffset="112740.37">15601 7891 32 0,'5'0'22'0,"1"1"-20"0,3 1-6 0,0-1-13 16,-1 0-17-16</inkml:trace>
  <inkml:trace contextRef="#ctx0" brushRef="#br0" timeOffset="113372.44">14957 8196 233 0,'84'13'59'0,"-25"-11"-23"0,-5-4-15 0,-13-2-1 16,-6-1-1-16,1-1-2 0,-1-1-2 0,1-1-1 0,-1-1-2 0,-3-2-1 16,0 1-3-16,-1-3-7 0,1-1-2 0,-3 0-5 0,2-2 0 0,-3 1 2 15,0-4-1-15,-2 1-1 0,-3 0 0 0,-1-2 2 0,-4 0 1 16,-3 1 4-16,-2-2 4 0,-4 0 3 0,-3 1 3 0,-3-1 5 16,-4 1 4-16,-2 0 3 0,-4 0 2 0,-2 0 2 0,-3 1-3 0,-2-1-3 15,-1 0-8-15,-2-1-7 0,-1-1-10 0,0 0-12 0,-2 0-15 0,-1-1-10 16,0-1-23-16,0 0-20 0,-1-3-2 0,1-1-11 0,-1-1-81 15</inkml:trace>
  <inkml:trace contextRef="#ctx0" brushRef="#br0" timeOffset="124583.46">14015 6399 16 0,'2'-3'12'0,"2"1"-7"0,1-1-6 0,2 1 0 16,0 0-3-16,1 0-8 0,0 0-2 0</inkml:trace>
  <inkml:trace contextRef="#ctx0" brushRef="#br0" timeOffset="125123.69">14187 6369 21 0,'7'-2'25'0,"0"1"5"0,3-1 7 0,-1 0 1 0,1 0-10 16,0-1-6-16,0 1-6 0,3-1-8 0,0 1 0 0,2 0-2 0,-2 0 1 15,2 1-1-15,-1-1-1 0,1 0 1 0,-1 0-2 0,-1 1 1 0,1 1 2 16,-1-1 1-16,-1 1-1 0,-2 0-1 0,-1 1-2 0,0-1 1 16,-1 1 0-16,-1 0 1 0,-1 1 0 0,-2-1 2 0,1 1-1 0,-2 1-2 15,-1 0 0-15,-1 1-1 0,1 1 1 0,-2-1 0 0,0 1 1 16,-1 1-1-16,-2-1-2 0,1 2 0 0,-2 1-2 0,-1 1 0 0,0-1 0 15,0 1 2-15,-1 0 1 0,0 1-3 0,1-1 1 0,-1 3-2 0,1-1 0 16,0 1 1-16,-1 0 1 0,-1-2-2 0,1 1 1 0,-1 0 0 16,-1 0 0-16,1 0-1 0,-1-1 2 0,0-1 0 0,0 0-2 0,0 0 2 15,-2 1-1-15,0-2-1 0,0 1 1 0,-2 0-1 0,1-2 2 16,-2 1 0-16,-1-2 1 0,0-2 0 0,0 1 0 0,1-3 4 0,-1 0 2 16,1-1 2-16,0-1 1 0,2-1 0 0,0-1 0 0,-1-1 2 0,2 0-1 15,-1-1-1-15,1 0-1 0,1-2-1 0,0 0-2 0,0 0 2 16,1-2-3-16,0 0 0 0,1 1-2 0,0-1-1 0,0 1-1 0,2 0 0 15,-2 1 1-15,1-1-2 0,-1 1-1 0,0 0 1 0,0-1-2 0,-1 1 3 16,2-1 0-16,-1-1 0 0,1 0 3 0,1 0 4 0,1 1 4 16,0-2 2-16,1 0 2 0,1-1-7 0,1 0-2 0,1-1-2 0,0 0-5 15,1 2 0-15,0-2 2 0,0 1-4 0,1 1 0 0,-1-1 1 16,2 1-1-16,-1 1-1 0,1 0-2 0,1-1 3 0,-1 1-2 0,0 0 2 16,1-1 1-16,0 2-2 0,1 1 5 0,0 0-3 0,1 1 4 0,-1 0-3 15,1-1 0-15,0 1 0 0,-1 0-4 0,1 0 3 0,0 1-2 16,-2 0 1-16,3 1-1 0,-2 0-1 0,2 1 2 0,-1-1 0 0,0 1 3 15,1 1-4-15,-1-1-1 0,1 0 2 0,-1 2-1 0,-1-2 1 0,2 0 1 16,0 1 0-16,-1-2-1 0,0 1-2 0,0 1 1 0,0 0-2 16,-1 0 2-16,1 0 1 0,-1 0 3 0,-2 0-3 0,1 0 1 0,0 1 0 15,-1 0-1-15,0-1 3 0,-1 0-2 0,0 0-1 0,0 1 1 16,0 1-5-16,-1 0 3 0,1 0 0 0,-1 0-2 0,0 1 2 0,0-1-3 16,0 1 3-16,0 1-3 0,0 0 3 0,0 0 0 0,0 0-3 0,-1 0 0 15,1 1-1-15,1 0-2 0,-1 0-2 0,0 0-4 0,0 0-14 16,1 0-17-16,-1 0-19 0,1 1-14 0,-1-1-7 0,1 0 5 0,0 1-22 15,1-1-60-15</inkml:trace>
  <inkml:trace contextRef="#ctx0" brushRef="#br0" timeOffset="126190.47">16072 7395 176 0,'-3'-4'59'0,"2"1"-12"0,-2-1-12 0,1 1-10 0,0 1-8 16,1 0-5-16,1 0-7 0,-1 0-2 0,1 1-3 0,0 0-1 15,0-1-1-15,0 1 0 0,0 0 2 0,-1 0-2 0,1 1 2 0,0 0 0 16,-1-1-2-16,0 0 2 0,1 1-2 0,-1 1 2 0,0-1 2 16,-1 0-2-16,0 1 0 0,0 0 0 0,-1 1 0 0,0 0 1 0,-1 0-1 15,0 0 0-15,-1 0 0 0,-1 1 0 0,1 1 0 0,-1 0-1 0,1 0 0 16,-1 0-1-16,0 1-1 0,0 0 2 0,0-1-1 0,0 2 0 16,0-1-1-16,1 0 1 0,0 1 1 0,1 0-1 0,0 0 1 0,1 0 1 15,0-1-1-15,0 1 3 0,0 0-2 0,1 0 3 0,1 1 4 16,0-1 0-16,0 2 6 0,0 0 3 0,1 0 1 0,0 0 1 0,0 0-5 15,0 1-4-15,0-1-4 0,1 1 0 0,-1 0 0 0,1 0-5 0,0 0 3 16,0 0-4-16,1 0-1 0,-1 0 2 0,0 2 2 0,1-1 0 16,0 0 0-16,-1 0 0 0,2 0-4 0,0-2 1 0,0 1 2 0,1-1-1 15,0-1 0-15,1 0 2 0,0 1-2 0,0-2 5 0,1 1-2 0,-1 0 1 16,2-2 2-16,-2 1 1 0,0 0 7 0,1 0 5 0,0 0 5 16,-1 0 5-16,1-1 1 0,1 0 5 0,-1 0 4 0,2-1-1 0,-1 2-3 15,2-3-5-15,-1 2-7 0,2 0-4 0,2 0-4 0,0 0-3 0,1 0-4 16,0 0 0-16,1-1 0 0,0-1-5 0,1 0 3 0,-3-1 0 15,0 1-1-15,0-1 2 0,-1-1-2 0,1 0 2 0,-1-1 1 0,-1 0 0 16,1-1 4-16,-1 1 1 0,0-1-1 0,1 0 0 0,-1-1 1 0,-2 0 1 16,3-1 5-16,-1-1 8 0,1-1 2 0,-1-1 3 0,0-1 1 15,-1 1-6-15,0-2-1 0,0 2-4 0,-1-2-6 0,0-1-3 0,0 1 1 16,-2-1 1-16,0 0 3 0,-1-1 5 0,0 2 0 0,-1-1-1 16,-1-1 0-16,-1 1-7 0,0 0 1 0,-1 0-3 0,0-1-5 0,-2 1 2 15,1-2-1-15,-2 1-6 0,0-1-1 0,-1 0-1 0,0 0 3 0,-2 1 10 16,-1-1 3-16,1 1 4 0,-1-1-7 0,-2-1-3 0,0 1-5 15,0-1-4-15,-1 0 0 0,-2 1-7 0,1 0 1 0,-3 1-5 0,-1 0-1 16,-2-1 6-16,1 1-4 0,-1 1 0 0,-1 0 0 0,0 1-6 16,1 0-7-16,-2 3 2 0,1 0-6 0,0 2 0 0,1 1-1 0,-2 1-7 15,0 2-8-15,1 1-10 0,0 2-13 0,0 1-27 0,0 0-34 0,1 3-33 16,-3 1-38-16,0 1-2 0,-1 1-144 0</inkml:trace>
  <inkml:trace contextRef="#ctx0" brushRef="#br0" timeOffset="138723.88">18814 5297 45 0,'6'-8'29'0,"0"-1"-6"0,3-3-9 0,0 1-4 15,1 1-5-15,1 0 0 0,0 0-2 0,4 0 0 0,1-1 1 16,2 0 1-16,1 0-3 0,0-1 1 0,2 0-4 0,-2 2-1 0,2-1 3 16,0 3 2-16,0-2 1 0,1 2 3 0,0 0-3 0,-1 0-2 0,-2 2 2 15,-1-1 2-15,-2 1 3 0,1 2-1 0,0 1 1 0,-1 2-6 16,0 0 1-16,1 1 0 0,0 2 0 0,1-1 4 0,-1 2-3 0,2-1 0 15,3 0-1-15,0 1-1 0,3-1 2 0,2 0-4 0,2-1 2 16,2-2 0-16,5-2-1 0,0-2 0 0,4-1-1 0,1-2-1 0,1-1 0 16,2 0 1-16,0 0-1 0,-3 3 1 0,-2 1 1 0,0 2-1 0,-4 0 0 15,0 2-1-15,-3 1-1 0,-3 2 0 0,-3 2 1 0,-3 1-1 16,-4 2 1-16,-1 0 0 0,-3 3-2 0,-2 0 3 0,-3 2 0 0,-2 1-2 16,-2 0-1-16,-1 1 0 0,-3 3 0 0,-2 1 3 0,-2 2 2 0,-2 3-2 15,-1 1 1-15,-1-2-1 0,-1 3-1 0,0-2 1 0,-2 1-3 16,1-1 2-16,-1-3 1 0,0 1-1 0,-1-1 0 0,1-1 2 0,-2-2-2 15,1-2 2-15,-1-2 0 0,-1-4 0 0,1-1 5 0,-4-1 0 16,1-2 2-16,-2-1-1 0,0-1 1 0,-2-1 2 0,0 0 3 0,-2-2 3 16,2 0 1-16,-2-2-2 0,1 0-1 0,1-2-3 0,-2 0-3 0,1 0 0 15,0-1-1-15,-2 0-4 0,0 0 2 0,0 1-2 0,-1-2-2 16,1 0 0-16,3-1-2 0,-1 0 0 0,1-1 2 0,1-1-1 0,-1 0 1 16,1 0-1-16,0 0-4 0,2-2-13 0,-1-2-15 0,2-1-10 0,2 0-21 15,2-3-172-15</inkml:trace>
  <inkml:trace contextRef="#ctx0" brushRef="#br0" timeOffset="188943.72">8499 4770 1 0,'-11'2'0'0,"0"1"3"16,-2 1 3-16,3-2 1 0,2 0 4 0,1-1-2 0,0 0-2 0,-1 0-1 16,0 0 0-16,-1 1-2 0,1-2 0 0,-1 1 1 0,2-1 0 0,-2 1 2 15,1 1 3-15,0-1 6 0,0 0 1 0,0 1 1 0,-2 1-2 16,1-1-7-16,-1 1 0 0,-1 1-2 0,1 0-3 0,0 1 1 0,-1 1 0 15,0 0-2-15,-3 1 1 0,0 1 0 0,1-2-1 0,0 2-1 0,1 0 2 16,-1 1-2-16,1 1-2 0,-1 0 1 0,2 0-1 0,2 0 2 16,0 2 0-16,0-1-2 0,2 1 0 0,1-1 0 0,1-1 0 0,2-1-1 15,0 2 0-15,1-1-1 0,1 1 0 0,1 0 1 0,0-1-1 0,0 0 1 16,1-1 1-16,0 2 2 0,0-2-1 0,0 0-1 0,0 2 1 16,-1-2-3-16,1 1 2 0,0 1 2 0,0 0 0 0,0 0 0 0,0 0 0 15,0-1 1-15,-1 1 0 0,1-1 1 0,-1 0-1 0,0 0 0 16,0-1-1-16,0-1 0 0,0 1-1 0,0 0 0 0,1-1 0 0,0 1 1 15,0-1-1-15,0 1 0 0,1-2 0 0,0 1 0 0,1 0 0 0,0 1 0 16,1-1-1-16,0-1 2 0,0 0-3 0,1 0 2 0,0 0 0 16,-2 1 0-16,2-1 1 0,1 0-1 0,-2 0 0 0,1 1 1 0,0 0-1 15,0-1-1-15,0 0 0 0,0-2 1 0,-2 1 0 0,1 0-1 0,-1 0 1 16,0 0 1-16,1 0-2 0,-1-1 2 0,0 1 1 0,0 0-1 16,1-1 1-16,1 0 1 0,-1 0-1 0,0-1-1 0,2 1 0 0,0 0 2 15,1 0-1-15,0 0-2 0,1 0 1 0,0 0 0 0,0 0-1 0,2 0 1 16,0 0 2-16,0-1-2 0,2-1 1 0,-1 1 0 0,1 0 0 15,1 0 1-15,-1 1-2 0,0-1 2 0,0 0-2 0,0 0 0 0,1 0 1 16,-2 0 0-16,0 0 2 0,-1 0-2 0,-2 1 2 0,1 0-2 16,-1-2 3-16,0 0 1 0,-1 1-1 0,0 0 2 0,0 0-3 0,0 0 0 15,0 0 0-15,2 0-1 0,-1 0 0 0,0 1 1 0,0-1-1 0,1 0-1 16,1 0 0-16,0 0 0 0,2 0-1 0,0 0 1 0,0-1-1 16,1-1 0-16,-1 2-1 0,1-1 0 0,1 0 1 0,0-1 0 0,1 1 0 15,-1-1 1-15,0-1-1 0,1 1-1 0,0-1 3 0,-2 0-2 16,1 0 1-16,0 0 3 0,-1 0 1 0,-1-2 2 0,1 1-1 0,0 0 0 15,0 0 0-15,0 0 2 0,-1 0 0 0,0 0-1 0,-1 0 0 0,-1 0-2 16,0 0 0-16,0 1-3 0,-2 0 0 0,2-1-1 0,0 2 0 16,1-1 0-16,-1 1 0 0,0 0 0 0,0-1 1 0,0-1 4 15,3 1-2-15,-1-1 3 0,2-1 3 0,-2 0-1 0,1-1 3 0,2-1-3 0,-1-1-2 16,1-2-1-16,2 0-1 0,1-1-1 0,1 1 0 0,1-2-5 16,1-1 2-16,0 0-1 0,-1 1 1 0,0-1 2 0,-1-1-1 0,-2 1 3 15,0-2 3-15,-2 0 3 0,-2-2 4 0,-1 1 2 0,-1-1 3 0,-1 0 0 16,0-1-2-16,-2-1-1 0,0-1 1 0,-2 0-5 0,1-1 1 15,-1-1-3-15,-1-1-4 0,-1-2 1 0,0 0-3 0,-1 0-1 0,0 0 3 16,1 0-5-16,-1 1 1 0,0-2 1 0,-1-2-2 0,1 1 1 16,-1-2-2-16,0 0-2 15,-1-1 0-15,0 2 4 0,0 0 2 0,-1-2 1 0,0 2 0 0,-2-1-3 0,0-1-2 0,-2 3 2 0,-2-2-5 0,0 2 3 16,-2-1 2-16,-3 0-3 0,-1 2 1 0,-1-1-6 0,-4 0-2 16,0-1 0-16,-2 0 2 0,-2 1 2 0,-2 0 1 0,0 2-3 0,-3 2 0 15,-2-2-2-15,0 2-6 0,-3 1 0 0,1 0-6 0,-3 0-4 16,-3 2-3-16,-1 1-9 0,-4 1-3 0,-1 2-4 0,-1 2-1 0,-2 3 5 15,-3 1 4-15,-1 2 7 0,-1 2 1 0,-2 1 3 0,-1 3 1 0,-2 1 1 16,-2 2-1-16,-1 1-1 0,-1 3-2 0,-1 2 1 0,0 1-1 16,1 3 0-16,0 0-2 0,2 2 1 0,1 2-1 0,3 0 0 0,4-1 1 15,5 2 2-15,3 1 2 0,6 0 4 0,3 2 2 0,7 0-11 16,4 2-165-16</inkml:trace>
  <inkml:trace contextRef="#ctx0" brushRef="#br0" timeOffset="189627.27">7488 6178 384 0,'-20'-16'-71'0,"-1"0"67"0,-3-3 34 0,9 6-5 0,4 3-11 0,1 1-5 16,3 2-2-16,1 1-5 0,1 1-1 0,2 3-3 0,2 0-5 16,1 1-2-16,1 0-2 0,2 1 1 0,0 1 3 0,2-1 3 0,1 2 1 15,0-2-1-15,1 1 2 0,0-1 1 0,0 0 0 0,1 0 2 0,1 0-2 16,1 0 1-16,1-1 1 0,0-1 0 0,0-1 3 0,0-1-1 15,1 1 2-15,0-2 0 0,2 0 2 16,-1 0 2-16,2-2 1 0,0 2 2 0,0-2 0 0,1 0 1 0,1 0 1 0,0 2 3 0,0-2 1 0,-1 1 1 16,1 0 2-16,0-1 1 0,2 2-2 0,0-1-2 0,1 0-1 15,1 1-3-15,0 1 1 0,0 0 1 0,-1 2-4 0,-1-1-2 16,2-1-2-16,1 2-1 0,0-1 1 0,1 2-2 0,0-1 2 0,1 0-2 0,1 1-5 16,-2 0 3-16,2 0-1 0,0 0 0 0,1 1 2 0,1 1-2 15,0 0-2-15,1 1-2 0,0 0 2 0,1 0 0 0,0 1-1 0,-1 1 1 16,0 1-1-16,3-2-1 0,-3 2 1 0,1 0 1 0,-2 0-1 15,-1 1 1-15,-2 0 0 0,-1 1-2 0,0 0 4 0,-1 1-1 0,0 1 0 16,0-1 0-16,-2 1-4 0,-1 1 3 0,0 0 0 0,-1 0-1 0,-1 1 3 16,1 0-2-16,-2 1 2 0,-2 0 1 0,0 1-1 15,-1 1-1-15,-1-1 0 0,-1 2-3 0,-3 2 3 0,0 1-4 0,-2 0-1 0,-2 2-7 16,-1 1-7-16,-2 2-8 0,0 3-10 0,-3 2-5 0,-2 3-5 0,-1 0 3 16,-2 5 9-16,-1-1 9 0,-4-1 8 0,-2-2 6 0,-2-4 4 15,0-4 6-15,1-3 3 0,-2-4 8 0,-1-4 7 0,1-3 7 0,-3-2 7 16,-1-1 6-16,0-1 0 0,-3-2 4 0,0 1-1 0,-1-2-7 15,-1 0-4-15,1 0-10 0,-1-1-6 0,-1 0-5 0,0 0-6 0,0 0 1 16,-1 1-5-16,1 0-2 0,2 0-2 0,-2 2-6 0,1 1-6 0,-1 0-2 16,-2 2-3-16,1 1 0 0,-2-1 3 0,2 0-3 0,-3 0 0 15,1 1-1-15,0-1 0 0,1-2 5 0,0 1 5 0,2-3 10 0,1-2 3 16,2 0 3-16,0-3 3 0,2 0-1 0,1-3 4 0,-1-1 2 0,-1-1 0 16,2-2 3-16,-1-1-2 0,1-2 0 0,1 0 0 0,0-3-6 15,1-1-3-15,2 0-6 0,-2 0-4 0,1-1-3 0,2 0-8 0,1 0-8 16,3 1-15-16,2 0-12 0,2-1-8 0,2 1-6 0,3 0 8 15,1-1 11-15,4-3-48 0,3-1-58 0</inkml:trace>
  <inkml:trace contextRef="#ctx0" brushRef="#br0" timeOffset="190260.32">7884 7416 699 0,'-23'-12'-30'0,"1"1"16"15,-3-2 43-15,6 4 8 0,3 2-10 0,2 2-17 0,0 1-4 0,0 0-6 16,2 0-3-16,3 1-4 0,2 1-12 0,2 1-12 0,1 0-17 0,2 1-20 16,1 1-4-16,0-1 3 0,2 2 14 0,0-1 15 0,1 1 13 15,0-1 8-15,1 0 4 0,1 0 4 0,-1-1 1 0,1 0 2 0,1 0 1 16,0-1 2-16,2 0 3 0,1-1 1 0,0-1 3 0,2 1 2 16,-1-2 4-16,-1 0 3 0,2-1 1 0,1-1 1 0,1-1-1 0,0 0 0 15,2-1-3-15,-1 2 1 0,2-2-1 0,0 2 1 0,0 0 4 0,0-1-1 16,2 2 1-16,-1 0-1 0,1 1 0 0,-1 0 0 0,1 1 2 15,-1 1 1-15,-1 1 2 0,0 1 0 0,0 0-1 0,0 1-1 0,-1 0-2 16,0 1 1-16,0 0 1 0,1 2-3 0,0-1-2 0,0 2-1 0,1 0-4 16,0 0 0-16,0 2 0 0,2 0-1 0,0 0-2 0,1 1 1 15,-2 0-1-15,0 0-4 0,1 1 3 0,0 0-3 0,2 0 2 0,1 2-1 16,-1-1 0-16,2 2 0 0,-1 1-2 0,-1 0 2 0,-1 1-2 16,0-1 2-16,-1 2 0 0,0 1-1 0,1 2-1 0,-1-1 3 0,-1 2 1 15,0 0-2-15,-1-1-1 0,-3 2-3 0,-2-1-7 0,-1-1 1 0,-2 2 2 16,-2 0-1-16,-3 0 3 0,-1 2-5 0,-4 1-3 0,-1-1 1 15,-3 1 1-15,-1-1 3 0,-2-3 4 0,0-2 3 0,-3 0 1 0,0-3 0 16,-3 0-3-16,-1-1-2 0,-1-1-3 0,-2-2 0 0,-1-1 3 0,0-2 0 16,-2-2 3-16,-3-1-2 0,-2-2 1 0,-4-2 3 0,-1-2 3 15,-4-3 5-15,2 0 4 0,-3-2 2 0,-3-1 2 0,0-2 1 0,-3-2 4 16,0 0 0-16,-1-1 5 0,1 0-4 0,-1 0-6 0,0 0 1 16,3 0-7-16,1 2 0 0,-1 0 0 0,3 0-5 0,0 1 0 0,4 1-4 15,5 1-4-15,1 1-5 0,3 2-8 0,4 2-6 0,1 0-8 0,5 1-10 16,4 2-11-16,2 2-8 0,4 0-8 0,2 2 2 0,2 2 13 15,3 1 10-15,3 3-29 0,2 1-69 0</inkml:trace>
  <inkml:trace contextRef="#ctx0" brushRef="#br0" timeOffset="190893.94">8409 8902 540 0,'-14'-4'5'16,"1"1"-18"-16,-2-2 1 0,3 0 6 0,3 1 11 0,2-3-5 16,-1 0-7-16,2 1-8 0,1-1-11 0,1 0-8 0,0-1-5 0,1 0-2 0,0 0 0 15,0 1 6-15,0-1 7 0,0 0 10 0,1 0 8 0,-1 1 4 16,2 0 2-16,-2 1 2 0,0-1 2 0,0 1 0 0,-1-1 2 0,2 0 2 16,-1 0 2-16,1 0 2 0,0 0-1 0,0 0 1 0,1 0 1 15,0 0 2-15,1 1 1 0,0-2 4 0,-1 1 3 0,1-1 3 0,0-1 5 16,0 2 1-16,1-1 4 0,-1 2 3 0,2 2-1 0,-1-1 0 0,1 1-4 15,0 0-4-15,1-1-5 0,-1 2-7 0,1-1-3 0,1 1-3 16,1-1-2-16,1 1-3 0,1 0-2 0,1 0-2 0,1 1-1 0,1 0 0 16,3 0 0-16,2-1 0 0,1 2 2 0,-1 0-2 0,2 1 0 15,0 1 0-15,1 0-1 0,-2 1 2 0,3 1-1 0,-1 0 1 0,1 0-1 16,1 1 1-16,0 0 1 0,-1 1-1 0,1 0 2 0,0 0 0 0,-2 1 1 16,0-1-2-16,-1 0 3 0,1 0 0 0,-2 1 1 0,0 0-1 15,0 1-1-15,0-2-2 0,-1 2 1 0,0-1-1 0,0 0-1 0,-1 1 1 16,1-1-4-16,0 2 0 0,1 0-2 0,-2 2 0 0,-3 0-3 0,1 1 0 15,-2 0-4-15,0 0-4 0,0 1 0 0,-2 0-1 0,-1 2-3 16,-2-1 3-16,-1 0 0 0,-1 0-2 0,-1 2 1 0,-1-2 0 0,-2-1 0 16,-2 2 4-16,-2-1-3 0,-1 1-1 0,-3 1 2 0,-2 0 2 0,-2 0 5 15,-1 0 9-15,-3 0 5 0,-2-2 6 0,-4 1 9 0,1-1 9 16,-3-2 10-16,0 0 9 0,0-3 0 0,-2 0-9 0,0-1-7 0,0-1-9 16,0-2-4-16,-2 0-3 0,1-3-8 0,-1-1-4 0,0-1-9 15,-1-2-3-15,0-2-4 0,0-2-2 0,-2-1 2 0,1-3 1 0,1 0-10 16,3-1-4-16,2-1-11 0,3 1-8 0,1 2 3 0,3 2 0 0,2 2 2 15,3 2 0-15,2 2 10 0,4 3 6 0,1 0 5 0,2 0 1 16,2 0-109-16</inkml:trace>
  <inkml:trace contextRef="#ctx0" brushRef="#br0" timeOffset="191543.38">8278 9894 862 0,'-13'-2'182'0,"2"1"-167"0,-3-2-18 0,3 0-3 0,4 0 12 0,1-1 2 16,2 1-13-16,1-1-20 0,1-1-24 0,2 0-16 0,1-1-9 15,0-3-6-15,3-2 4 0,2-1 2 0,2-1 5 0,1 0 7 0,2-1 7 16,1-1 9-16,-1 1 6 0,2 0 8 0,2 2 6 0,0-1 5 0,0 1 3 16,1 0 4-16,1 1 4 0,2 0 2 0,-2-1 5 0,1 1 0 15,0 0 3-15,-1 0 5 0,2 2 6 0,-1-2 6 0,0 0 5 0,0 1 5 16,0 1 3-16,2 0 1 0,-1 0 1 0,1 2-6 0,0-1-5 0,0 2 1 15,2 1-6-15,-1 0 5 0,0-1 2 0,1 1 0 0,0 1 3 16,-1 0-6-16,2 1-7 0,-2 1-3 0,3 1 0 0,1 0 1 0,-2 1 2 16,3 0-1-16,-3 0-4 0,1 0-4 0,2 1-1 0,0 0-1 0,0 1-1 15,-2 0 2-15,0 1-3 0,-2 0 0 0,-1 1-2 16,1 0-1-16,1 2 4 0,-2-1 5 0,0 0 1 0,0 3-1 0,-3 0-3 0,1 1-3 16,0 2 0-16,-3 0-2 0,1 1-3 0,0 1-3 0,-1 0-1 15,-2 3-5-15,1 1-4 0,-1 3 2 0,-1-1-1 0,-2 1 4 0,0 2 3 16,-1-1 2-16,-1 1 3 0,-1 1 4 0,-2-1 4 0,-1-1 6 0,-2-2 5 15,-3 0 4-15,-1-2 7 0,-3 1 2 0,-1-1 3 0,-1 0 7 16,-3 0 4-16,-2-1 2 0,-1 0 4 0,-1 1-2 0,-3-1-4 0,-1-2 0 16,-2-1-8-16,1-1-9 0,-3 0-7 0,-1-2-9 0,0-1-10 15,-3-2-5-15,0-1-8 0,-3-1 0 0,-1-1-2 0,-1-1 3 0,1 0 3 16,-3-1 2-16,0 0 5 0,-1 1 6 0,-1 0 2 0,-1 1 1 0,3-1-1 16,-3 1 1-16,2 0 0 0,-1-1 5 0,0 0 14 0,2-1-4 15,-1 1 14-15,2-1 2 0,-1 1-1 0,2-1 13 0,1 0-2 0,2-2-6 16,0 0-2-16,3 0-10 0,2-1-8 0,1 0-10 0,3-2-18 0,1-1-4 15,0 0-14-15,0-2-14 0,0-1-15 0,1-2-26 0,1 0-18 16,3-3-22-16,1-1-16 0,3 0-13 0,1-4 1 0,2-1 18 0,1 1 39 16,3-3 13-16,2 1-102 0</inkml:trace>
  <inkml:trace contextRef="#ctx0" brushRef="#br0" timeOffset="192243.38">7543 10842 916 0,'-11'-1'52'16,"-1"0"-62"-16,-1-1-8 0,4 1 8 0,4-2 16 0,0 0-2 16,3 1-15-16,-1-2-17 0,3-1-22 0,0-1-16 0,3-3-6 0,1 0-5 15,2-2 1-15,3 1 4 0,1-3 8 0,3-2 11 0,1 1 9 0,2 0 4 16,2 2 9-16,0 0 9 0,2 1 7 0,-1 1 9 0,-1 1 3 0,0 1 1 15,2 1 1-15,-1 0 1 0,-1 0 1 0,0 0 0 0,0 1 3 16,-1 0 3-16,-1 1 9 0,1 0 8 0,-1 0 9 0,-1 0 9 0,1 1 5 16,1 1 4-16,-1 0 1 0,2 0 2 0,0 0-1 0,1 0 1 0,1 2 1 15,-2 0 1-15,1 1-5 0,0 0-3 0,0 0-4 0,1 1-9 16,-1 1-6-16,3 0-7 0,0 2-6 0,-1-1-4 0,2 2-6 0,0-2 1 16,-1 2-5-16,2 1 1 0,-1 0 3 0,-1 2-1 0,0 0-1 0,1 0-4 15,3 0-1-15,0-1 1 0,-1 1 1 0,0-1 0 0,-2 1-1 16,1 0 0-16,0-1-1 0,1 1 0 0,1 0 2 0,-2 1-2 0,2-1-1 15,-1 1 1-15,0 1 2 0,-1 0 2 0,-1 2-4 0,0-2 1 16,-1 1-1-16,-1 1-5 0,0 1 4 0,-1 2-8 0,-1-1 1 0,0 2 0 16,-2 0 1-16,-1 0 6 0,-2 0-3 0,0 2 1 0,-2 0 5 0,0-1 3 15,-1-1 1-15,0 0 3 0,-1-1-3 0,-2 1-1 0,1-1 7 16,-2 1 2-16,0-1 4 0,-3 1 1 0,-1-1 2 0,-1 0 1 0,-2 0 1 16,-1-1 1-16,-1-1 1 0,-1 0-3 0,-1 1-2 0,-2-1-4 15,-1 0 0-15,-2-1-5 0,0 0-3 0,-1 1-2 0,-1 0-3 0,1 0 0 16,-3 1-3-16,0-1-8 0,-1 0-5 0,-2 0-6 0,-1-1-5 0,-2 0 2 15,-2 1-3-15,2-1 4 0,-3 0 5 0,-1-2 6 0,0 0 5 16,-3 0 5-16,1-2 7 0,-3 0-2 0,0 1 3 0,0-1-3 0,-1-3-1 16,-1 1-3-16,2-1 4 0,-2-2-2 0,1-2-4 0,-1-1-3 0,-2-1-12 15,-1-1-1-15,1-2-3 0,-1-3 4 0,0 0 6 0,0-3 3 16,1 0 0-16,-2-1 6 0,3 0 3 0,0 0-3 0,1-3 0 0,-1-1-9 16,3-2-14-16,0 0-6 0,3 1-13 0,1-1-24 0,4 2 1 0,3 0-5 15,4 3-10-15,0 0 8 0,3 1-8 0,1 1-1 0,0-1 13 16,4 2 19-16,0-2 12 0,2 1-9 0,2 1-107 0</inkml:trace>
  <inkml:trace contextRef="#ctx0" brushRef="#br0" timeOffset="192860.59">7624 11970 369 0,'-13'4'253'0,"1"-2"-214"0,-1-1-7 0,2-2-4 0,3-1 4 15,2 0 2-15,0-1-13 0,2 0-20 0,1-1-11 0,1-2-11 0,1 0 0 16,2-2 2-16,0 1 3 0,2-3 2 0,1-1 0 0,2 0 5 16,1-1 0-16,2 1 4 0,2 1-1 0,1 0-2 0,0 0 3 0,2-1 4 15,-1 1-2-15,1-1 5 0,0 1 0 0,1-1 0 0,0 0 3 0,1 1 2 16,1 0-2-16,2-1 0 0,1 2 3 0,-2-2 1 0,1 1 2 16,0 0 0-16,-1 2 2 0,1 0-3 0,1 2 5 0,-2 1 0 0,2-1 0 15,1 1 2-15,0 0-1 0,-1 2-2 0,2 0 2 0,-2 1 2 16,2 1-1-16,-1 0 2 0,0 0-2 0,1 2-1 0,-1-1-3 0,0 1-1 15,-1 0-1-15,2 1-2 0,-1 0-2 0,1 0 1 0,0 0-2 16,-2 0 0-16,1 2-1 0,0 0 0 0,-1 1 3 0,3 0-3 0,-1 1 1 16,-1 1-2-16,1 1 0 0,-3 2 2 0,1 1 0 0,0 1 0 0,-1 0 1 15,1 1-3-15,0 1-3 0,-1 1-6 0,-1 0-10 0,0 1-6 16,0 2-5-16,-3 0-10 0,2 0-7 0,-2 3-8 0,-1 1-5 0,-2-1 2 16,0 3 2-16,-1 0 5 0,0 0 6 0,-2 1 10 0,-1-1 10 0,-2 1 12 15,-1 0 7-15,-1-2 6 0,-2 2 3 0,-1-2 8 0,0-1 6 16,-3 0 9-16,0-3 4 0,-1 0 2 0,-1 0 1 0,0-2 1 15,-2-1 3-15,-1 1-1 0,-1-2-2 0,-1-1-11 0,0-2-9 0,-1-1-9 16,1-2-11-16,-3-1-1 0,-3-1-6 0,0-3 0 0,-3-1-8 0,-1-1-10 16,-3-1-6-16,0-1-6 0,-3-3 2 0,-2-1 1 0,0-1 1 0,-2-2-2 15,-3-1-7-15,-3 0-1 0,0 0-1 0,-1 0 3 0,0 2 10 0,1 1 8 16,1 3 12-16,1 1 8 0,1 2 6 0,3 3 2 0,0 2-2 16,3 1-1-16,-1 0 0 0,3 1-4 0,-1 1-1 0,2 0-9 0,2-1-11 15,-1 1-12-15,2 1-3 0,3-1 3 0,1 2 1 0,0 0-89 16</inkml:trace>
  <inkml:trace contextRef="#ctx0" brushRef="#br0" timeOffset="193476.62">7484 12905 925 0,'-11'7'51'0,"1"0"-6"0,-1 1-3 16,2-3 12-16,4-1-3 0,0-1-8 0,1-1-17 0,0-1-14 0,2 0-12 15,1 0-22-15,2-2-10 0,0 0-8 0,2 0-6 0,0-2 10 0,2-1 13 16,2-1 10-16,1 0 6 0,2-1 0 0,1 0-1 0,3 0 2 16,1-1 1-16,1 1 3 0,0-1 0 0,0 0 2 0,2 1-1 0,0 0 3 15,0 0 3-15,0 1-2 0,0 2 4 0,-2-2 8 0,2 2 1 0,-1-1 3 16,1 2 6-16,-1 0-4 0,1 0-2 0,0 1 5 0,0 1-4 16,0 0 0-16,1 2-1 0,0 0-3 0,-2 1 2 0,1 1 2 0,1 1 3 15,-3-2 1-15,3 1-5 0,-1 1 2 0,-1 0-1 0,1 2-2 16,-1-1 6-16,1 1-8 0,-1 1 4 0,1-1 4 0,1 3-1 0,-2-2 3 15,1 3-5-15,1 1-7 0,0 1-4 0,-1 0-5 0,2 1 1 0,1 3-2 16,0 0 4-16,2 2-5 0,-1-1 1 0,0 1-3 0,-1 0 2 16,1-1-2-16,0 1-2 0,0 1 3 0,-2-1-3 0,-1 2 1 0,-2 0 4 15,-2 0-3-15,-2 1-7 0,-1 0 6 0,-1 0-5 0,-2 1-3 0,-2-1 8 16,-1 1-10-16,-1 0 1 0,-3 0 1 0,-1-1-4 0,-1 0-4 16,-2-3-3-16,0 0-5 0,-4-2-1 0,-2-1-3 0,-3 0 0 0,-1 0-1 15,-4-1 2-15,-2-3 11 0,-4 2 1 0,-3 0 7 0,-2-1 7 16,-2-1 8-16,1-2 8 0,-3-1 6 0,0 0-2 0,-1-2-2 0,0 0 0 15,-3-1 2-15,2-2 0 0,0-1-5 0,-3-2-3 0,2-1-4 0,-1-1-2 16,-1-2 2-16,0 0 3 0,1-1 0 0,0 0 4 0,-2-1-3 16,0-1 3-16,0-1-5 0,0-1-3 0,1 0 0 0,-1-3-5 0,3 0-2 15,0-2-5-15,3 1-7 0,2 0-7 0,3 1-4 0,2 0-9 0,2 0-14 16,2 2-14-16,3-1-19 0,3 2-13 0,3 0-17 0,1 0-11 16,2 0-10-16,3 1-5 0,1 1 7 0,2-1 14 0,1-1 21 0,2-2 31 15,1 0 21-15,2-2 6 0,2 0-138 0</inkml:trace>
  <inkml:trace contextRef="#ctx0" brushRef="#br0" timeOffset="201260.46">1591 1873 1481 0,'-2'-1'194'0,"0"1"-39"0,-1 0-2 0,-1 0 5 16,2 0-5-16,-1 0-7 0,0 1-31 0,-1-1-5 0,3 1 1 0,-1 0-9 16,1 0-16-16,0 0-9 0,-1 1-15 0,1 1-4 0,0 0 2 15,0 3-16-15,0 0-6 0,2 2-4 0,-1 1 4 0,1 1-3 0,0 3 3 16,1 1 1-16,0 3-10 0,2 0-1 0,-1 2-9 0,0 2-2 0,2-1-4 15,0 1-7-15,0 1 1 0,0-2-3 0,1 1-6 0,0 0 6 16,0-2-2-16,-1 1-2 0,0-1 1 0,0 0 1 0,-1-2-4 0,-1 0 1 16,0 0-7-16,-1-3-7 0,-1 1-15 0,-1-2-16 0,-1-1-17 15,0 0-25-15,0-3-16 0,-2 1-23 0,-1-2-22 0,1-1-27 0,-1-1-31 16,0-1-26-16,0-2-40 0,-2-1-30 0,1-1-18 0,0-2-1 0,0-1 35 16,0-2 58-16,1-1 68 0,-1-2 55 0,2-1 44 0,1-2 27 15,-1-1 14-15,1-2 9 0,1-3 4 0,0-1 3 0,0-2 1 0,1-2 5 16,0-2 0-16,-1 0 1 0,1-2 2 0,0-2 6 0,-1-3 11 15,2 1 14-15,-2-2 16 0,2 1 12 0,0-1 20 0,1 2 9 0,1 0 8 16,0 1 18-16,1 5 6 0,1 0 17 0,0 5 9 0,1 2-7 0,-1 2-20 16,2 2-13-16,-1 4-9 0,-2 1 3 0,2 3-4 0,0 3-2 15,1 1-6-15,0 1-7 0,0 3 0 0,0 1 1 0,0 1-10 0,1 3-2 16,0 0-6-16,0 1-20 0,1 1-4 0,0-1-16 0,0 1-17 0,1 0-6 16,1 0-7-16,-2-1 2 0,2 0 2 0,-1-2 1 0,1-1-19 15,1 0-34-15,0-1-48 0,1-1-59 0,-1 0-75 0,1-1-73 0,1-2-87 16,-1 0-21-16,0-2 69 0,-1-1 101 0,-1 0 112 0,0-2 68 0,-2-1 18 15,0-2-107-15</inkml:trace>
  <inkml:trace contextRef="#ctx0" brushRef="#br0" timeOffset="201395.46">1987 1854 163 0,'0'-6'99'16,"0"1"2"-16,0-3 31 0,-1-1 24 0,0-1 24 0,0-2 15 0,-1 1 1 15,1 0-17-15,-2 0-17 0,1 1-24 0,0 2-18 0,-1 1-19 16,1 2-12-16,0 3-1 0,1 0-3 0,-2 3 4 0,2 1-1 0,-1 2-5 16,0 3-7-16,0 1-8 0,0 2-5 0,-1 1-7 0,0 2-8 15,1 0-10-15,0 2-4 0,-1 3-12 0,0-1-12 0,1 2-5 0,-1 0-7 16,-1 5 14-16,-1 14 2 0,2-5 2 0,-2-4 0 0,1-8-18 0,-1-3-3 15,2 0-17-15,-2-2-37 0,1-2-57 0,1-2-81 0,-2-1-107 16,3-1-138-16,0-3-132 0,1-1 67 0,1-3-48 0</inkml:trace>
  <inkml:trace contextRef="#ctx0" brushRef="#br0" timeOffset="201560.39">1955 1797 567 0,'-1'3'218'0,"1"1"8"0,-1 1-18 0,2 3-22 15,-1 1-20-15,1 3-16 0,0 3-10 0,1-1-10 0,1 4-14 16,0 1-10-16,3 19-7 0,-1-1-15 0,0-4-14 0,-2-7-23 0,2-4-24 16,-1-1-10-16,2-2-4 0,0-3-13 0,1-1-23 0,1-2-71 0,0-1-206 15,1 0-299-15,1 0-16 0,0 0-90 0</inkml:trace>
  <inkml:trace contextRef="#ctx0" brushRef="#br0" timeOffset="202094.23">2323 2147 536 0,'6'-3'190'0,"1"0"1"0,3 0-22 0,-2-1-17 0,0 1-19 0,2-2-22 16,-1 0-13-16,0-1-7 0,1-1-6 0,-1 1 7 0,-2-3-5 0,0 0 0 15,0-1-6-15,-1 0-17 0,1 0-7 0,0 0-11 0,-2-1-7 16,-3 5-21-16,1-2-5 0,-2 0 1 0,1-2 3 0,-1 1 15 0,0-1 8 16,-1 0 8-16,1-1 3 0,-2 0-3 0,0 1-3 0,-1 0-11 0,-2 3-10 15,1 1 2-15,-2 0-7 0,0 2-2 0,-1 1-1 0,-1 3-11 16,0 1 5-16,1 2 3 0,-2 3-4 0,1 0 14 0,-1 1 3 0,1 3 1 15,-1 1 9-15,0 2-6 0,0 2 1 0,-4 11 0 0,5 2-6 16,1-3-6-16,3-5-8 0,2 0-4 0,0-1-2 0,3-1 2 0,0-1 0 16,1-2-4-16,1-2 2 0,1 1-1 0,1-1-1 0,2-2-3 0,0-1-1 15,1-2-1-15,1 1-2 0,-1-2 20 0,1-1 2 0,0-1-1 16,-1-1-6-16,-1 0-25 0,0 0-2 0,0-2 0 0,0-1 6 0,-1-3 4 16,0-3 3-16,1-2 1 0,0-1 2 0,0 0 4 0,0-1-1 15,-1 1 1-15,-1-1-3 0,1 0 3 0,-1-1-1 0,1 0 4 0,0 2 0 16,-1-2 0-16,1 4 6 0,-1-1-3 0,0 0-1 0,1 2 3 0,-1 1-3 15,0 1 0-15,-1 0 1 0,1 2 1 0,0 0 3 0,-1 0 4 16,1 3 0-16,-1 0 0 0,1 0-2 0,0 1 4 0,1 0-2 0,0-1-4 16,0 1-1-16,0 1 1 0,0-1-4 0,2 1 1 0,1 0-2 0,1-2-2 15,0-2 0-15,0 0 1 0,3 0-1 0,-1-1-2 0,0 1 6 16,-1-3-3-16,1 0-5 0,0 0 5 0,0 0-4 0,-1-1 3 0,-1-1 0 16,1-1-1-16,-1 1 1 0,-1 0 2 0,0-1 4 0,-1 0 2 0,-2-1 2 15,1 0 2-15,-1-1 3 0,-1-1-3 0,0 0 0 0,-1 0 0 16,-2-1-2-16,0 0 7 0,-2 1-4 0,0-1-1 0,-1 1 4 0,-2 5-25 15,1-1-6-15,-2-1-3 0,-1 0-1 0,-1 0 20 0,-1-2-3 0,-2 3 5 16,-1-3-6-16,0 0-2 0,-3 2 13 0,-1 0-19 0,-1 1 2 16,0 3-2-16,1 1-18 0,-2 2 22 0,1 2-8 0,-1 3 0 0,2 2 6 15,-16 10 21-15,6 1-3 0,4 2-1 0,4-5-21 0,4-2-43 16,0 0-25-16,2-2-35 0,1 0-25 0,1-1-46 0,1-2-64 0,3-2-103 16,2-2-191-16,1-1-202 0,3-4 70 0,2-2 98 0</inkml:trace>
  <inkml:trace contextRef="#ctx0" brushRef="#br0" timeOffset="202244.22">2957 1495 1757 0,'-1'0'299'0,"-1"-1"6"0,0 2-60 0,0 0-32 16,-1 1-22-16,0 2-38 0,-1 4-31 0,0 2-4 0,0 3-17 0,0 4-12 16,0 1-4-16,1 5-19 0,1 2-10 0,0 1-17 0,2 5-10 0,0 1-4 15,2 2-9-15,0 2-5 0,2 1-20 0,1 7 14 0,6 30-34 16,0-10-77-16,0-13-99 0,0-17-233 0,1-2-557 0,3-1-221 0</inkml:trace>
  <inkml:trace contextRef="#ctx0" brushRef="#br0" timeOffset="203345.99">3438 1392 477 0,'-1'-3'142'0,"0"0"21"16,0 0 7-16,-1 0 3 0,0-2-11 0,0 2-16 0,0-2-8 15,0 1-8-15,0 0-1 0,-1 2-18 0,1-1-9 0,0 0-10 0,0 1-12 16,-1 2 3-16,1 1 0 0,0 0-3 0,0 2 1 0,0-2 1 15,0 3-5-15,0 1 3 0,1 1-9 0,1 0-2 0,0 2-9 0,0 3-4 16,1 1-2-16,1 2-2 0,0 2-4 0,1 3 1 0,1 2-9 0,1 3-3 16,0 1 3-16,1 3-13 0,1 0-1 0,0 2-10 0,0 0 1 15,1 1-10-15,0 0 6 0,0-1-9 0,0 0-1 0,0 0-17 0,0-1-1 16,-1 0 0-16,0-2-5 0,0 2 27 0,6 16-12 0,-3-10-28 16,-1-8-35-16,-3-12-54 0,-1-2-34 0,0-3-49 0,-1-1-69 0,0-2-147 15,1-3-226-15,0-2 33 0,-1-2-65 0</inkml:trace>
  <inkml:trace contextRef="#ctx0" brushRef="#br0" timeOffset="203744.07">3776 1385 1256 0,'0'3'312'16,"0"0"18"-16,1 2-70 0,0 1-26 0,0 1-20 0,1 3-34 15,1 0-21-15,0 1-20 0,1 3-16 0,0 1-23 0,1 2-19 0,0 0-13 16,0 3-20-16,-1 1-10 0,1 0-10 0,0 1-7 0,-1 1-4 0,1-2-6 16,0 1 2-16,0-1-7 0,-1-2 2 0,1-1-3 0,1 0-7 15,-1-3 6-15,0 0-6 0,0-2 2 0,0 0 8 0,1-1-6 0,0-3-10 16,0 1 14-16,0-3-8 0,0-1 2 0,0 0 7 0,0-2-12 16,-1-1 3-16,0-2 2 0,-1-1 2 0,0-2 5 0,0-1-7 0,0-1 8 15,-1-1-1-15,1-2-3 0,-1-1 6 0,0-1-10 0,0 0 4 0,-1-3 1 16,1 1-3-16,0-1 4 0,-1-1-2 0,1 1-10 0,-1-1 14 15,0 1-8-15,1 0 3 0,0 1 5 0,1 2 0 0,-1 2-4 0,0 0 1 16,1 2-7-16,1 2 2 0,0 2-2 0,0 1 2 0,0 2 4 0,0 1-4 16,0 1 12-16,1 2-14 0,-1 1 4 0,0 0 0 0,0 2-6 15,0 1 10-15,1 0-3 0,-1 1-3 0,1 0 4 0,0 0 2 0,0 0-2 16,0 0-2-16,0 0-6 0,0-1 0 0,-1 0-6 0,1-3-1 0,-1 1-6 16,1-2-29-16,0-1-11 0,-1 0-33 0,1-1-20 0,-1-1-32 15,0-1-54-15,0-1-67 0,0 0-99 0,0-2-145 0,0 1-127 0,-1-2 103 16,0 0-91-16</inkml:trace>
  <inkml:trace contextRef="#ctx0" brushRef="#br0" timeOffset="203994.09">4529 1608 1185 0,'1'0'292'0,"-1"-1"13"0,0 0-59 0,0 1-43 0,-1-1-41 0,1 1-27 16,-1-1-28-16,-2 1-4 0,0 1-9 0,-1 1-18 0,0-1 0 0,-2 2-19 15,-1 0-14-15,-1 1 1 0,0 0-8 0,0 1 3 0,-2 1 4 16,1 1 0-16,-1 1-4 0,0 0 5 0,0 1-4 0,2 0-4 0,-1 1 7 16,0 1-16-16,1 0-3 0,2 0-5 0,0 0-13 0,2 1-1 15,1-2-8-15,2 1 4 0,1-1 3 0,2 0-2 0,1-1 6 0,1-1-8 16,2-1 5-16,2 0 5 0,1-1-12 0,1 0 4 0,0-1-4 0,2-1-8 16,1 0 3-16,2-2 1 0,0 0-16 0,-1-1-6 0,2-1-20 15,0-1-25-15,0 0-22 0,-1-1-36 0,2-1-48 0,-1 0-56 0,-1-2-67 16,2 0-100-16,-1 0-154 0,0-2 5 0,-1 0-161 0</inkml:trace>
  <inkml:trace contextRef="#ctx0" brushRef="#br0" timeOffset="204495.07">4945 759 607 0,'-1'2'619'0,"0"0"-311"0,0 0 23 0,-1 2-51 0,0 1-32 16,0 0-24-16,0 2-38 0,0 2-27 0,0 1-11 0,0 2-28 0,0 1-20 15,-1 3-2-15,1 2-24 0,-1 3-11 0,1 1 1 0,0 4-19 16,0 2 1-16,0 7-14 0,1 33-1 0,1 4-8 0,0 3-4 0,2 3 6 16,1 2-5-16,2 0 1 0,1-1-1 0,2-5 1 0,10 69-11 15,1-7 2-15,1-15-10 0,0-14 2 0,-1-7 5 0,1-1-5 0,3 7-13 16,-1 2 9-16,6 2 0 0,-1 5-2 0,0 0 15 0,3 0-11 0,-2 2-8 16,2-1 4-16,-3 2-5 0,-2 1-5 0,-2 0 10 0,-3 1-14 15,-1-1-9-15,-2 1-18 0,-2 0-21 0,-1 1-32 0,-1-2-38 0,-3 1-32 16,0-2-54-16,-3 0-85 0,0 1-147 0,0 0-270 0,-1-1 6 0,-2 0-61 15</inkml:trace>
  <inkml:trace contextRef="#ctx0" brushRef="#br0" timeOffset="205678.17">5587 1437 1427 0,'-5'-5'136'0,"2"0"34"0,-3-2 11 0,-1-1-3 15,0 0-29-15,-1-1-21 0,0 1-16 0,2 1-5 0,0 1-10 0,2 3-6 16,1-1-8-16,1 2-12 0,0 2-1 0,2 1-21 0,0 1 0 16,1 3-16-16,1 1-10 0,2 4 7 0,0 3-13 0,2 2 6 0,1 4-1 15,1 4-8-15,2 4-3 0,0 1-6 0,0 5-1 0,2 0-8 0,1 3 8 16,0 1-1-16,0-1-3 0,0 2 13 0,0-2-13 0,0 1 0 16,0-3-15-16,-2-2 1 0,9 25-2 0,-5-10 4 0,-5-14 15 0,-5-8-6 15,-2-7 1-15,-1-2 2 0,-2-3-9 0,0-2 2 0,0-3-4 0,-1-3-3 16,-1-3 0-16,1-1-4 0,0-3-4 0,-1-3-1 0,0-3-2 15,-1-3-1-15,0-3 2 0,-1-3-2 0,-1-1 2 0,3 7 11 0,0-3-1 16,-1-1 21-16,1-3 5 0,0-2-2 0,0-5 7 0,0 1-10 16,0-6 5-16,0 0 4 0,0-3 3 0,0-1 0 0,0 0-4 0,0-3 6 15,-1 0 4-15,1-1 3 0,-1 2 0 0,1 0 1 0,1 1-3 0,1 3 3 16,2 2 0-16,1 5 5 0,2 2 0 0,0 3-1 0,2 5 7 16,1 4-6-16,1 1-3 0,0 4-7 0,0 3-5 0,0 2 0 0,0 4-6 15,1 1-6-15,1 3-1 0,-1 3 3 0,1 1-5 0,0 4 9 0,0 2-2 16,0 3-3-16,0-1-2 0,0 4-3 0,-1 0 9 0,0 3-10 15,-2 0 5-15,1 0-3 0,-2 1-8 0,0-1 12 0,0 1-18 0,-1-2 3 16,-1 0-12-16,0-1-30 0,-1-1-26 0,1 0-48 0,-3-1-38 0,1-3-35 16,0 0-43-16,-1-2-67 0,0-2-115 0,-2-2-157 0,1-3 10 15,-2-2-142-15</inkml:trace>
  <inkml:trace contextRef="#ctx0" brushRef="#br0" timeOffset="205811.18">5825 1650 436 0,'0'-2'212'0,"1"1"-44"16,-1 0 40-16,0 1-6 0,1 0-11 0,1 1-33 0,-1 2-29 15,2 2-17-15,0 0 4 0,1 2-8 0,0 0-3 0,1 0-14 0,0 1-21 16,2-1-13-16,0 0-19 0,2-2-3 0,-1 0-21 0,1-2-3 0,2-2-1 16,0 0-7-16,0-3 0 0,1 0-14 0,-2-1-35 0,2-2-74 15,-1-1-88-15,1-1-115 0,-1 0-114 0,0 0-18 0,0-2 35 0,0 0 32 16</inkml:trace>
  <inkml:trace contextRef="#ctx0" brushRef="#br0" timeOffset="206044.21">6170 1445 926 0,'0'-2'260'15,"1"0"18"-15,0 1-51 0,0 0-35 0,2 0-35 0,-1 0-25 0,0 2-9 16,1 2-11-16,0 1-2 0,0 1-15 0,0 2-13 0,1 2 0 0,0 0-17 16,1 3-3-16,1 0-6 0,0 3-15 0,1 1 1 15,0 1-2-15,1-2-10 0,0 2-6 0,-1 0-4 0,2-1-13 0,0-2 0 0,-2-1 0 16,0-1-11-16,1-1 11 0,-2-1-3 0,1-3-3 0,-2-1 10 0,0-1-9 16,0-1 1-16,-1-3 15 0,1-1-5 0,-1-1 8 0,0-3 2 15,0-1-7-15,-1-1 6 0,1-2 5 0,-1-2-7 0,-1-2 0 0,1 1-9 16,-1-2-6-16,0 0 1 0,0-2-3 0,-1 0-1 0,0 0 2 15,0 1-1-15,0-1-1 0,-1-1-4 0,0 1-10 0,0 2-10 0,0-1-20 16,-1 1-28-16,0 2-50 0,1 2-60 0,-1 1-51 0,1 2-60 0,0 2-67 16,0 1-77-16,1 2-67 0,-1 2 84 0,1 2-147 0</inkml:trace>
  <inkml:trace contextRef="#ctx0" brushRef="#br0" timeOffset="206278.21">6468 1622 700 0,'3'1'423'0,"0"-1"-108"0,1-1-1 0,2 1-59 15,0-1-44-15,1-1-45 0,1 0-20 0,1-3-19 0,0 0-23 0,0-2-3 16,1 0-11-16,-2-2-10 0,0-1-2 0,0 0-8 0,0 0-15 0,-1-1-9 16,-1 0-6-16,0-1-8 0,-1 0-1 0,-1 1-3 0,0 0-3 15,-2 0 1-15,-1-1-8 0,0 2 5 0,-1-1-9 0,-1 2 9 0,-1 1-7 16,-1 0 5-16,0 1 11 0,0 2-10 0,-1 1 9 0,-1 2-5 0,0 1-13 16,0 1-1-16,-1 2 9 0,1 2-8 0,-1 1 4 0,0 1 3 15,2 3-9-15,-1 0 5 0,0 2-1 0,1 1-3 0,0 2-1 0,2 1-1 16,1 0-4-16,1 1-4 0,2 1 6 0,1 0-7 0,2-2-1 15,2 1-1-15,1-1-19 0,2-1-30 0,2-3-44 0,2-1-79 0,1-1-163 16,2-2-376-16,2-3-263 0,2-1-128 0</inkml:trace>
  <inkml:trace contextRef="#ctx0" brushRef="#br0" timeOffset="207344.69">7047 1385 1172 0,'-1'2'407'16,"-1"0"-240"-16,1 1 42 0,-2 0-21 0,0 1-12 0,-1 0-15 0,1 1-16 15,-1 0-10-15,1 1-9 0,0 0-4 0,0 0-16 0,1 1-15 0,0 2-13 16,0 0-13-16,0 1-10 0,1 1-4 0,0 0-13 0,2 0-4 16,0 1 3-16,1 1-3 0,0-1-10 0,2 1 4 0,0-1-9 0,1 0 0 15,0 1 6-15,0-2-2 0,2-1-4 0,-1-2-2 0,1-1 2 0,2-1-7 16,-1-3-1-16,2-1 3 0,0-2-4 0,1-2 1 0,0-2 5 16,0-3-10-16,0 0 5 0,1-3-1 0,0-2-4 0,-2-2 2 0,1-1-2 15,-1-1-2-15,0-1 1 0,-1-2-3 0,0 1 0 0,-2-2 0 16,0-1-2-16,-1 1 2 0,-1-1-4 0,-1 0 2 0,-2 10 28 0,-1 1 13 15,0-1 7-15,-1 0-4 0,-1-1-36 0,0 0-8 0,-2 2-4 0,0-3-2 16,0 2-4-16,-2-1-8 0,0 1 8 0,0-1-2 0,-2 3 0 16,0-2 6-1,-1 2-18-15,-1 0-7 0,-1 2 3 0,0 1-11 0,0 2 8 0,0 1-4 0,-1 2-9 0,0 1-14 0,0 3-6 16,1 1-12-16,1 2-6 0,-1 1-30 0,-8 11-53 0,3 2-33 0,3 3-46 0,4 1-40 16,2-3-75-16,4 1-130 0,2-4-76 0,4-4 115 0,1-2-66 0</inkml:trace>
  <inkml:trace contextRef="#ctx0" brushRef="#br0" timeOffset="207628.62">7774 1202 1156 0,'2'1'250'0,"-2"-1"22"0,2 1-24 0,-1 0-32 0,1-1-39 16,0 1-25-16,0 0-25 0,-1 0-11 0,1-1-4 0,0 1-18 0,0-1-1 15,-1 0-27-15,0 0-16 0,0 0-2 0,-1-1-9 0,-1 0-11 16,0-1 4-16,-2 0-3 0,0-1-13 0,-1 0 2 0,-1 0-7 0,0 0-9 15,-1 1 1-15,-1-1 3 0,-1 0 1 0,0 1-3 0,-1 0 5 0,0 1-6 16,-1 0 1-16,1 2 11 0,-1 0-8 0,-1 2 9 0,1 0 3 16,-1 2-12-16,-7 7-44 0,0 3 4 0,3 3-3 0,2 1 0 0,4 2 52 15,1 1-10-15,4-2-1 0,2-1 10 0,3 1-8 0,1-2 6 0,2-1-4 16,1-1-4-16,2 0-3 0,1-4-4 0,3 1 8 0,0-2-5 16,3-1 3-16,0-1 2 0,2-1-8 0,1-1 4 0,1-2-10 0,0 0 3 15,2-1-3-15,0-1-6 0,-2-1-8 0,1-1-17 0,0-1-24 16,-2-1-39-16,-1-1-46 0,-1-1-70 0,-1-1-72 0,-1-1-97 0,-2 0-149 15,1-3-37-15,-1 0-163 0</inkml:trace>
  <inkml:trace contextRef="#ctx0" brushRef="#br0" timeOffset="208094.64">8229 1102 1392 0,'-1'0'239'0,"-1"0"-10"0,0 0-4 16,-1 0-34-16,0 0-40 0,-1 1-26 0,-1-1-28 0,0 1-16 0,0 0-5 15,-2 0-8-15,0 1 5 0,-2 0-19 0,0 0-6 0,-1 1-4 0,0 1-9 16,1 0 3-16,-1 1 10 0,-1 0-11 0,0 1 6 0,1 1-3 16,-1 0-15-16,2 1 11 0,-1 1-27 0,0 1-25 0,-7 9 0 0,4 2-13 15,5-1 18-15,1-2 22 0,4 0 1 0,3-1-1 0,2-3-7 16,3-3 3-16,-1-1-5 0,3-1-4 0,1-1 6 0,2-1-8 0,0-1 4 15,1-1 0-15,1-1-7 0,0-1 5 0,1-1-14 0,1-1 5 0,0-1 0 16,-1 0-12-16,2-1 6 0,-1-1-4 0,0-1-6 0,-1 0 11 16,-1-2-3-16,1 0 5 0,-1 0 14 0,0-1-4 0,-1-1-1 0,-1 0 8 15,0-1-10-15,0 1 11 0,-1 1 6 0,0-1-4 0,-2 1 4 0,1 1-3 16,-3 0 0-16,1 1-1 0,-1 1 3 0,-1 1-9 0,-1 2 3 16,-1 0 4-16,0 1-7 0,0 1 4 0,-1 1-2 0,0 1 5 0,0 2-5 15,-1 0-1-15,0 1 3 0,-1 0-9 0,0 1 3 0,0 0 2 16,1 1-2-16,-2 1 6 0,1-1-6 0,0 0 5 0,0 0-4 0,0-2-7 15,0 2 7-15,1-1-5 0,-1-1 3 0,1 0-4 0,0-1 3 0,1 0 6 16,0-1-4-16,0-1 9 0,0-1-17 0,1 0-1 0,0 0 0 16,0-1-3-16,1 0 5 0,0-1-8 0,0 0-3 0,0-1-15 0,1 1-3 15,0-2-12-15,0 0-15 0,1 0-11 0,0-1-17 0,1-1-22 0,1 0-28 16,0 0-37-16,1-2-50 0,0 0-57 0,0 0-56 0,0-1-43 16,-1 0 24-16,1-1 95 0,0 0 61 0,1 0-32 0</inkml:trace>
  <inkml:trace contextRef="#ctx0" brushRef="#br0" timeOffset="208261.63">8624 1269 454 0,'0'1'231'0,"0"0"13"0,0 0 1 16,0 0-18-16,0 2-28 0,1 0-38 0,-1 1-19 0,0 0-16 0,0 1-7 15,0 0-2-15,0 2-1 0,0 0-9 0,0-1-10 0,0 3-7 0,0-1-17 16,0 1-12-16,0-1-16 0,1 1-11 0,0 0-14 0,1-1 0 16,-1 2-3-16,0-1-10 0,2 0 0 0,0 0-9 0,0 0-3 0,1 0 1 15,0-1 6-15,0 1-4 0,1-1-4 0,0-1-8 0,1 1-15 0,0-1-26 16,0 1-85-16,1-1-69 0,-1 0-40 0,1 2-83 0,0 1-77 15,0 0-44-15,0 1 53 0,0-1-115 0</inkml:trace>
  <inkml:trace contextRef="#ctx0" brushRef="#br0" timeOffset="208577.41">8766 1330 774 0,'-3'-1'505'0,"-1"-1"-261"0,0 0 35 0,0-1-24 15,-1 0-44-15,-1-2-35 0,1 1-25 0,1-1-16 0,0-2-23 0,1-1-21 16,1 1-11-16,1 2 42 0,0 0-17 0,1 0-4 0,0-2-10 16,1 1-73-16,0-1 4 0,1 0-5 0,0-2-12 0,1 1-1 0,1 0 0 15,0-1-2-15,2 1-4 0,0 0 4 0,-1 0-8 0,3 0 10 0,0 0-2 16,1 1-4-16,1 1-2 0,0 0-2 0,2 2 1 0,-2 0-2 15,2 2 3-15,0 0-5 0,0 2-1 0,-1 0 14 0,0 2-8 0,1 0-7 16,-1 1-5-16,-1 1-8 0,0 0-10 0,-1 1 8 0,-2 1 1 0,1 0-15 16,-3 2-45-16,4 6-6 0,-5 1-6 0,-2 0-5 0,-5 1 35 15,-2 0-27-15,-3-2-16 0,0 0-19 0,0-3-14 0,-2 1-20 0,0 0-47 16,1-1-76-16,-1 0-90 0,0 0-53 0,1-2 75 0,1 1-87 16</inkml:trace>
  <inkml:trace contextRef="#ctx0" brushRef="#br0" timeOffset="209694.63">908 3231 1 0,'65'-6'108'0,"-56"2"450"0,14-8 467 0,6 0-844 0,7-3-155 16,9-2 0-16,8-4-1 0,10-2-10 0,3 0 0 0,2 0-8 0,5-2-3 15,20-4 10-15,72-25-4 0,-9 5 3 0,-15 8 2 0,-34 9-13 0,3 3 1 16,1 0 18-16,1 3 0 0,4-2 6 0,3 2 4 0,4 0-20 16,7 1-19-16,4 1 0 0,11 1-6 0,6 3 11 0,8 0 20 0,6 3 1 15,1-1 5-15,-1 2-13 0,0 0-5 0,0-1-4 0,1 2-5 16,5-1-6-16,6-1 1 0,8 0-4 0,7 0 1 0,7 0 5 0,8-1-2 15,4 0 5-15,4-1 8 0,5-1 3 0,3-1 8 0,6 0 7 0,4-4 4 16,3 1 17-16,5-1 0 0,3 0 4 0,3 2 4 0,2-1-9 16,2 2-2-16,2-2-10 0,0-1-21 0,-127 13 5 0,34-3-9 0,-1-2 3 15,33-3-7-15,1 0-94 0,31-5-179 0,-1 1-302 0,31-5-28 0,-1 0-143 16</inkml:trace>
  <inkml:trace contextRef="#ctx0" brushRef="#br0" timeOffset="210844.97">1862 3217 918 0,'-5'-3'290'0,"-2"0"-22"0,-1-1-49 15,1 3-29-15,1 1-15 0,3 0-24 0,0 0-20 0,0 0-15 0,-1 2-16 16,0 0-15-16,0 2-16 0,0 0-13 0,-1 1-3 0,0 1-13 15,0 3-8-15,0 0-5 0,0 3-9 0,1 0 26 0,-1 3-1 0,1 1-1 16,1 3 3-16,-1 0-26 0,1 3-3 0,0 0 1 0,2 1-3 0,0 1 1 16,0 0-5-16,2 2-3 0,1-1 0 0,1 0-5 0,2 0 2 15,1 0-3-15,1 1-2 0,9 21 2 0,-1-7-2 0,2-6 1 0,-2-10-4 16,1-8 4-16,-1-3-3 0,4-2-5 0,0-3 3 0,0-1-4 16,1-3-3-16,0-2-2 0,-2-1-9 0,1-2 6 0,1-3 3 0,-1 0 3 15,-2-2 8-15,0 0-1 0,-1 0 2 0,-3-1 4 0,0-1 0 0,-3 0 3 16,-2-1 0-16,-2 1 1 0,-1-2-1 0,-1 0 2 0,-2 0-2 15,-1-1-1-15,-1 1-3 0,-1 2 3 0,-2-2-8 0,-1 1-1 0,-2-1 0 16,0 1-7-16,-2-1 3 0,1 2 2 0,-1-1 3 0,0 0-4 0,-4 1 4 16,0 0 1-16,-1 1-2 0,2 1 3 0,1 1-5 0,0 2-2 15,1 1-1-15,0 2-12 0,1 2-1 0,2 2-1 0,0 3-1 0,1 1 4 16,1 1 3-16,0 2-11 0,1 0-13 0,2 1-19 0,-1 1-34 0,2 0-31 16,0 0-42-16,1 0-62 0,2-2-72 0,0 2-103 0,2-2-78 15,1 0 96-15,3-3-84 0</inkml:trace>
  <inkml:trace contextRef="#ctx0" brushRef="#br0" timeOffset="211027.97">2507 3557 1216 0,'1'1'752'0,"1"1"-505"0,0 1-4 0,-1 0-26 0,0 0-23 0,2 0-39 15,-2 0-48-15,1 2-38 0,0-1-18 0,-1-1-15 0,0 1-16 0,0 0-8 16,-1-1-6-16,0 0-5 0,0-2 3 0,0 0-11 0,1 0-20 0,0-1-37 15,-1 0-40-15,1 0-52 0,-1-1-73 0,1 0-108 0,0-1-200 16,0 0-139-16,1 0-179 0</inkml:trace>
  <inkml:trace contextRef="#ctx0" brushRef="#br0" timeOffset="211345.12">2635 3126 1666 0,'4'-13'397'16,"1"0"-139"-16,3-2-33 0,-1 3-15 0,3 1-33 0,0 0-42 0,2 0-32 16,0 0-18-16,-1 2-9 0,1-1-7 0,-1 1-14 0,1 0-13 15,0 2-5-15,-1 1-9 0,-1 1-4 0,1 2-7 0,-1 1-4 0,1 1-3 16,0 1-3-16,-2 2-1 0,-1 2-6 0,-1 1-2 0,0 1-4 0,0 3 1 16,-2 1 5-16,0 2-8 0,-2 0 4 0,-1 3 3 0,1 1-5 15,-2 1 4-15,0 2-2 0,-1 1 4 0,-2 1-2 0,0-1-1 0,-2 2-1 16,1 0-2-16,-2-1-5 0,1 2 4 0,-1 0-1 0,2-2 17 15,-1 1 18-15,2-3-5 0,0-1 8 0,1-1-13 0,2-2-5 0,1-3 3 16,1 1 0-16,0-3-2 0,2-2 3 0,1-1 3 0,2-2 2 0,1-2-2 16,1 0 6-16,-1-2-7 0,3-1-3 0,2-1 1 0,1-1-20 15,1 0 2-15,0-1-8 0,2-1 2 0,1 0 14 0,-1-1-6 0,2 0-8 16,-1-1-23-16,0-1-32 0,1 1-32 0,0-1-45 0,-1-1-56 0,2-1-111 16,1 0-220-16,0-2-366 0,2-1-204 0</inkml:trace>
  <inkml:trace contextRef="#ctx0" brushRef="#br0" timeOffset="212614.17">3336 3029 843 0,'2'-3'200'0,"1"-1"-38"0,0-1-3 0,1-1-18 16,1 1-5-16,0-1-20 0,1 1-24 0,0 0-16 0,0 0-14 15,-1 0-3-15,-1 2-12 0,2-1-10 0,-1 1-3 0,0 1-14 0,0 0-4 16,1 1-3-16,1 2-4 0,0 0 0 0,0 0-1 0,0 2-3 15,1 0-2-15,-1 1 0 0,2 0 2 0,1 1 1 0,1 0 1 0,1 1 2 16,-1-1 2-16,2 2-5 0,0-1 6 0,1 0-3 0,-1-1-2 0,0 1 5 16,1 1-6-16,0-1 3 0,-1 2-3 0,1-1-3 0,-2 1 8 15,1 1-5-15,-2-1 5 0,-2 2 1 0,-1-1-10 0,-1 2 1 0,-1-1-2 16,2 0 5-16,-2 0 0 0,-2 1-1 0,0-1 1 0,-2 0-3 0,0-1 2 16,0-1 3-16,0-1-1 0,0-1 0 0,1 1 8 0,0-3-4 15,1 1 6-15,-1-2 5 0,2-1 2 0,-1 0 10 0,-1-1 3 0,3 0 8 16,-1 0 2-16,0 0 0 0,1-1 5 0,0 0-4 0,-1 1-3 15,1-2-4-15,0 1-4 0,0 1-1 0,1 0-2 0,-2 0-1 0,1 1-1 16,1 0-6-16,-2 0-2 0,1 2-6 0,-1-1-2 0,0 2-4 0,0 1-3 16,0-1 4-16,-1 1 11 0,-1 0-2 0,0 1-2 0,0 0-2 15,-2 1-17-15,2 0 3 0,-1-1-2 0,-1 0 1 0,1-1-8 0,-1 2 5 16,0-1 2-16,0 1-4 0,0-2 4 0,0 0-4 0,-2 0-5 0,1-1-4 16,0 0-20-16,-1-1-11 0,0-1-29 0,-1 0-27 0,0-3-32 15,1 0-45-15,0 0-50 0,0-2-91 0,-1-3-155 0,1-1-126 0,0-3-14 16,-2-2 151-16</inkml:trace>
  <inkml:trace contextRef="#ctx0" brushRef="#br0" timeOffset="212878.62">3957 2944 1021 0,'0'1'344'15,"2"2"-165"-15,0 0 20 0,0-2-17 0,2 1-4 0,0 0-17 0,3 0-29 16,0 1-12-16,1-2-9 0,0 2-13 0,1 0-10 0,0 1-20 0,0 0-19 15,-1 1-14-15,1 0-6 0,0 0-6 0,-2 2-10 0,3 1-2 16,1 2-4-16,-2 0-4 0,2 3 1 0,-2 1-4 0,-1 1-2 0,1 0-2 16,-2-1 1-16,1 2 3 0,-1-1 0 0,1-2 0 0,-1-1 3 0,-1 0-3 15,-2-2 4-15,0 0-2 0,0-1-9 0,0 0 0 0,0-1 0 16,0 2 9-16,-1-1 15 0,-1 1 26 0,0-1 15 0,0 0 7 0,0-2 5 16,1-1-16-16,1 0-11 0,1-1-6 0,0-1-4 0,1 0-11 0,1-2 0 15,0-1-2-15,2-1-11 0,2-1-1 0,1-1-8 0,1-2-8 16,0-1-16-16,2-1-27 0,1-1-40 0,1-1-83 0,0-2-106 0,3-2-189 15,1 0-357-15,1-2-259 0</inkml:trace>
  <inkml:trace contextRef="#ctx0" brushRef="#br0" timeOffset="213961.13">5916 2776 1500 0,'-2'1'239'0,"-1"0"-90"0,0-1 12 0,1 0-7 15,0-2 0-15,2 1-14 0,1-1-25 0,0-1-21 0,1 0-7 0,1 0-9 16,-1-2-6-16,2-1-7 0,2 0-8 0,0-2-15 0,2-1-9 15,0 0-2-15,-1 0-8 0,4-1-7 0,0 0-2 0,1-1-6 0,1 0-1 16,0 0 3-16,1 1-11 0,0 1-5 0,3 1 1 0,-3 0-2 0,3 2 3 16,-1 1 2-16,0 2-3 0,-1 2 2 0,1 3-3 0,-1 2 1 15,0 2-6-15,-2 2-1 0,1 1-4 0,0 2-1 0,-2 0 3 0,-2 2-6 16,0 2 3-16,-1 1-4 0,-2 0-3 0,-1 2-4 0,-3 0-6 16,0 1-5-16,-1 0-5 0,-1 1 0 0,-1 1 2 0,-1-1 6 0,0 2 6 15,-1 0 9-15,0-2 10 0,1 1 4 0,1-3 6 0,1-2 2 0,1 0-1 16,0-2 3-16,2-1 6 0,0-3-3 0,2 1 9 0,0-1 3 15,2 0 8-15,-1-1 4 0,1 0 3 0,0-1-1 0,2 0-5 0,-2 0 0 16,1-1-1-16,-1 0-2 0,-1 0 0 0,1-1-4 0,0-1-1 0,2-1-3 16,-1 0-6-16,0-1-3 0,0-2 0 0,-1-1-5 0,1 0 3 15,0 0-1-15,1-3-4 0,-1-1-9 0,1-1-12 0,0-1-27 0,-2-2-51 16,1-1-79-16,-2-2-117 0,1-1-190 0,0 1-196 0,-1-3 62 0,0 1 57 16</inkml:trace>
  <inkml:trace contextRef="#ctx0" brushRef="#br0" timeOffset="214078.13">6613 3066 1094 0,'-2'9'337'0,"-1"0"-232"15,0 3 7-15,0-3-22 0,3-3-23 0,-1-2-30 0,2-2-27 0,0-1-32 16,0-2-56-16,0-2-92 0,0-2-141 0,2-1-102 0,0-3-94 0</inkml:trace>
  <inkml:trace contextRef="#ctx0" brushRef="#br0" timeOffset="214478.74">7137 2735 1889 0,'4'-3'240'0,"0"0"15"16,1-2-17-16,-2 1-31 0,0-1-47 0,-1 0-34 0,0-1-27 0,0-1-17 15,-2 1-8-15,-1 0-9 0,-1-1-6 0,-2 1-20 0,-2-1-3 0,0 0-12 16,-4 1-11-16,0 0 4 0,-2 0-19 0,0 2 0 0,-1 0-7 15,0 2-4-15,-1 0 7 0,0 1-5 0,-1 2 5 0,-1 1-3 0,0 2 1 16,0 2 1-16,0 1 1 0,-1 1-5 0,2 0 2 0,1 2-10 0,1 1 1 16,0 1-1-16,2 0 3 0,1-1-1 0,2 1 5 0,3-1-12 15,1-1-2-15,2-1-8 0,1 0-13 0,1-2 3 0,1-2-8 0,2 1 5 16,1-1 3-16,2-1 4 0,3 0 4 0,0-1 1 0,2-1 5 0,1-2 3 16,1-1 5-16,0-1 8 0,1-1 4 0,3-1 8 0,-1-1 4 15,-1 0-2-15,1-1 3 0,0 2 2 0,0-2 7 0,0-1 8 0,1 2 9 16,0 0 9-16,-1 1 6 0,1 2 15 0,-1 1 4 0,-1 2 5 15,-3 2-1-15,1 0-14 0,-1 3-6 0,-1 1-12 0,0 1-10 0,-1 2 3 16,-3 1-2-16,0 2-6 0,0 2-1 0,-2 0-8 0,1-1-5 0,-1 2 1 16,-1 2-5-16,0-1 0 0,-1 0-2 0,-1 0-2 0,0-1 2 15,-1-1 0-15,0 1-6 0,-1-1-1 0,0 1-12 0,-1-2-12 0,0 1-10 16,-1 0-12-16,-1 0-16 0,1-1-14 0,-1-1-20 0,1 1-22 0,-1-2-32 16,1-2-44-16,1-1-78 0,-1-1-127 0,1-2-179 0,0-2 42 15,0-1-132-15</inkml:trace>
  <inkml:trace contextRef="#ctx0" brushRef="#br0" timeOffset="-214719.02">7541 2757 1821 0,'6'-3'244'0,"2"0"16"0,3-1-17 0,-1-1-27 0,1 1-36 0,0-1-46 16,2 1-20-16,0-1-21 0,1 1-6 0,-2 0-7 0,0 0-13 15,2-1-4-15,-1 0-18 0,1 1-7 0,-2-1-5 0,2 2-10 0,0 1-2 16,-1-1-8-16,-1 3 2 0,-1-1-7 0,-1 2-2 0,-1 1 2 0,-1 1-5 15,-1 2-1-15,0 2-6 0,-2 1-7 0,1 1-6 0,-1 3-3 16,-1 1-1-16,0 1-7 0,-1 1-5 0,0-1 1 0,-1 2-2 0,-1 1 4 16,0 1 10-16,1-1-3 0,-2 2 10 0,1 0 6 0,0-1 3 15,1 0 4-15,0-1 0 0,1-1-2 0,-1 0 2 0,1-1-2 0,1 0 4 16,0-2-2-16,2-1 0 0,-1 1 2 0,2-1-4 0,-1-2 0 0,2-1 4 16,2-2-2-16,0-1 8 0,1 0-8 0,1-1-2 0,-2 0 0 15,2 0-5-15,0-1 5 0,1-1-6 0,1-1-12 0,0-1-4 0,1-3-13 16,0 0-8-16,0-1-22 0,-1-2-29 0,0 0-24 0,1-1-45 0,-1-2-41 15,-2 1-42-15,1-2-55 0,-1 0-73 0,-2-2-93 0,0 0-5 16,0-1 128-16,-2 1-76 0</inkml:trace>
  <inkml:trace contextRef="#ctx0" brushRef="#br0" timeOffset="-214485.02">8203 2660 1446 0,'4'-4'189'0,"3"0"45"16,2-2 13-16,2 1-23 0,0 0-26 0,1 1-22 0,0 0-29 0,2 0-10 15,0 0-4-15,1-1-16 0,0 1-10 0,2 1-8 0,1-1-22 16,0 3-11-16,0 0-12 0,0 1-12 0,-1 2-6 0,-2 1-9 0,-1 3 0 16,0 1 0-16,-3 2-12 0,0 2-1 0,-3 1-14 0,-1 1-6 15,-1 4 4-15,0 1 0 0,-1 2-6 0,0 3-1 0,-2 0-7 0,0 1 1 16,0 1-4-16,-1 0 1 0,1 1-5 0,0-1 6 0,2-3 6 0,2-2 7 16,-1-2 8-16,4-4-2 0,0 0 3 0,1-3-1 0,1-1-6 15,1-3 4-15,0-2-2 0,3-2 4 0,1-2 6 0,0-2-3 0,1-2-1 16,3-2-2-16,1-3-10 0,1-1-19 0,2-2-28 0,0-2-44 0,3-1-76 15,-1-2-112-15,4-3-181 0,-2-1-328 0,3-2 25 0,1-2-58 16</inkml:trace>
  <inkml:trace contextRef="#ctx0" brushRef="#br0" timeOffset="-213618.18">2146 4520 671 0,'-3'-5'137'0,"-2"-1"51"0,-1-1 19 0,1 0 7 15,1 0-15-15,1 2-27 0,2-1-19 0,0 1-2 0,0 0-9 0,0 1-2 16,1 1-5-16,-1 0-17 0,1 0-8 0,1-1-13 0,-1 1-11 0,1 1-10 16,1-1-5-16,-1 0-3 0,2 0-2 0,1 0 2 0,0-1-3 15,2 2-9-15,0-2-11 0,-1 1-8 0,3 0-11 0,-2 1-2 0,1-1-2 16,2 1-3-16,1 1-4 0,0 0-2 0,3 1-2 0,-1 2-5 15,0 0 1-15,3 1-8 0,0 1 1 0,1 1 0 0,-1 0-2 0,1 2 7 16,0 1-8-16,0 1 1 0,-1 2 22 0,-2 1-3 0,1 0 2 0,-3 0-11 16,1 1-33-16,-2 1-3 0,-1-1 17 0,0 0 5 0,0 1 10 15,-3-1-10-15,0-1-7 0,-2-1 6 0,-2-2-5 0,0 1 1 0,-2 0-4 16,-1 0-5-16,-1 0-4 0,-1 0 5 0,1-1-8 0,-1-1 8 0,1-1 3 16,0 0-2-16,0-1 12 0,0-2 1 0,0 0-3 0,0-2 10 15,1 0-7-15,1-1-3 0,1-1 5 0,0 1-3 0,0-2 5 0,1 0-3 16,1 0 4-16,0-1 0 0,1 0 2 0,0-1 3 0,1 0-3 15,-1 0 0-15,1 1 1 0,1 0 3 0,1 0 5 0,0 0 2 0,0 0 1 16,0 1 1-16,0 1 1 0,0 0-1 0,1 1 3 0,-2 1 1 0,1 0-6 16,0 2 0-16,-1 0 0 0,0 1-2 0,1 2 4 0,0 0-2 15,-1 1-4-15,-1-1-1 0,-1 2-4 0,1 1 7 0,0 1-6 0,-1 0 1 16,-1 0 0-16,-2 0-3 0,0 0 1 0,1 2 2 0,0 0-2 0,-1-1-6 16,0 0 2-16,-2-1-6 0,0 0 0 0,0 0-1 0,0 1-25 15,0-1-13-15,-1-2-27 0,0 1-32 0,1-2-33 0,-1 1-54 0,1-2-78 16,-1-1-121-16,2 0-201 0,0-3-76 0,1 0-154 0</inkml:trace>
  <inkml:trace contextRef="#ctx0" brushRef="#br0" timeOffset="-213452.18">2836 4598 2069 0,'-2'4'192'0,"1"2"25"0,1 0-22 0,0 0-9 0,2 0-27 16,-1 0-37-16,0-1-39 0,1 1-21 0,-1-2-13 0,0 1-19 0,0-2-1 15,-1 0-12-15,-1-1-12 0,1-1 6 0,0-1-11 0,1 0-5 16,0-1-8-16,0-1-11 0,0 0-26 0,0-2-19 0,1 0-47 0,0-2-66 16,1-1-86-16,0 0-155 0,0 0-251 0,2-1 35 0,-1-1-96 15</inkml:trace>
  <inkml:trace contextRef="#ctx0" brushRef="#br0" timeOffset="-213235.18">3090 4048 2199 0,'-4'0'197'0,"1"2"40"0,0 1-26 0,1 2-25 15,1-1-25-15,-1 2-26 0,2 3-20 0,-1 1-12 0,1 2-9 16,0 3-11-16,0 1-16 0,0 3-5 0,1 5-5 0,1-1-14 0,1 3-6 16,1 0-9-16,-1 2-10 0,1 0 0 0,0 0-8 0,1 3-8 15,1-1 2-15,1 4-14 0,-1-1 8 0,0 0-8 0,3 2 12 0,-1-3 6 16,2 0-10-16,0-4 4 0,0 0-34 0,1-5-25 0,0-2-33 0,-1-3-42 15,1-2-58-15,0-3-77 0,0 1-131 0,0-3-285 0,1-1-167 16,0-3-136-16</inkml:trace>
  <inkml:trace contextRef="#ctx0" brushRef="#br0" timeOffset="-213001.18">3624 3941 1816 0,'-4'8'387'0,"0"2"-149"16,-3 3 17-16,2 0-35 0,2 1-24 0,-1-1-28 0,1 3-35 0,1 2-20 15,0-1-20-15,1 1-10 0,-1 3-14 0,0 0-17 0,1 2-13 16,1 3-10-16,1 0-7 0,1 2-11 0,0 1-1 0,2-1-8 0,1 1 0 16,0 1-6-16,2-1 4 0,0 1-2 0,1-3-6 0,-1-1 0 0,1-3-1 15,0-4-36-15,0-1-23 0,0-4-27 0,1-1-54 0,1-3-33 16,-1-2-69-16,2-1-110 0,0-2-202 0,1-2-227 0,1-2-8 0,-1-2 267 15</inkml:trace>
  <inkml:trace contextRef="#ctx0" brushRef="#br0" timeOffset="-212268.05">3977 4044 1399 0,'-2'5'281'0,"0"0"-55"0,0 1-6 16,1 1-36-16,1 0-19 0,0 1-24 0,0 0-32 0,2 2-17 0,-1 1-8 15,1-1-13-15,1 1-14 0,0 0-16 0,0 1-13 0,0-1-9 16,2 1-7-16,-2-2-1 0,2 0-6 0,2-2-3 0,0 0 1 0,-1-1-1 15,0-1 2-15,1 0-4 0,0-2 1 0,0 0-1 0,0-2 6 16,-1-1-3-16,1 1 4 0,0-2 0 0,-1 0-5 0,0 0 1 0,-1-1 3 16,0 0-3-16,-1 0 3 0,0 0-5 0,-1-2 1 0,0 0-7 0,0 0 0 15,-1 0-6-15,-1-1-10 0,0 0-9 0,-1 0-17 0,0-1-12 16,0 1-16-16,-1-1-9 0,1 0-14 0,-1 0-5 0,-1 0 1 0,1 0-3 16,0 0 4-16,1 0 2 0,0 0 5 0,-1 3 13 0,1 0 12 0,0-1 12 15,1 2 10-15,0-1 12 0,0 0 9 0,0 1 7 0,0 0 13 16,0 1 2-16,-1 0 1 0,0-1 4 0,1 1-1 0,1 0 4 0,-1-1 2 15,-1 1-2-15,1 0 4 0,0 1-2 0,0-1 2 0,0 1 0 0,-1 0-4 16,0 0 5-16,0 1-4 0,0-1 6 0,0-1 2 0,-1 1-3 16,1 0 1-16,0-1 0 0,1 1 3 0,0-1 7 0,-1 0 5 0,1 0 6 15,-1 0 4-15,1 0 1 0,-1-1 0 0,0 0 2 0,0-1-5 16,1 1-6-16,-1-1 0 0,1 0-5 0,-1 0 1 0,0 1 0 0,0-1-5 16,0 0-2-16,0 0 0 0,0 0-8 0,0 0-3 0,0 0 0 0,-1 0-16 15,0 0 7-15,1 0-17 0,-1 0-11 0,0-1-3 0,0 1-35 16,0-1-32-16,0 1-34 0,1-1-21 0,0-1-11 0,0 1 16 0,0 0-3 15,0-1-3-15,1 1 6 0,1 0 17 0,-1 0 31 0,0 0 37 0,-1 0 38 16,0 0 18-16,1 0 15 0,0 0 16 0,0 0 14 0,-1 0 21 16,1 1 20-16,0 0 21 0,0 0 19 0,-1 2 18 0,0 0 11 0,0 0 1 15,0 1-5-15,0 0-13 0,-1 0-13 0,1 0-14 16,-1 1-11-16,0 1-11 0,0 0-3 0,1 0-7 0,-1 0-3 0,0 0 2 0,-1 0-8 16,0 0 0-16,0 0-4 0,1 0-7 0,0 0 2 0,1-1-5 0,0 1 6 15,-2-1-5-15,2 0-1 0,0 0-2 0,0-1-1 0,1 0-1 16,-2 0 1-16,2 0-1 0,-1 0-4 0,0-1 2 0,1 1 0 0,0-1 1 15,1 1 4-15,0 1-4 0,-1-1 1 0,1 1 4 0,0 1-5 0,0 1 4 16,0 1-2-16,1 1-9 0,1 2 4 0,-2 2-4 0,3 1-1 16,-1 2-2-16,1 1-2 0,0 1-10 0,0 1 2 0,0 1 3 0,0 3-5 15,-1 2 1-15,1 1-4 0,0 4-8 0,1 0-1 0,0 4-1 16,0-1-4-16,-1 1-14 0,0-1 12 0,1 0-1 0,0-1-5 0,1-3 4 16,-1 0-45-16,0-4-39 0,0-2-52 0,0-2-88 0,-1-3-130 15,0-2-313-15,1-2-269 0,2-2-143 0</inkml:trace>
  <inkml:trace contextRef="#ctx0" brushRef="#br0" timeOffset="-210918.28">6671 3812 510 0,'-1'0'204'16,"1"1"6"-16,-2 1 12 0,1-1-23 0,0-1-13 0,1 0-17 0,0 0-15 16,0 1-11-16,0 0-20 0,0 1-7 0,-1 0-19 0,1 0-24 0,1 0-7 15,0 0-13-15,0 1-7 0,0-1 3 0,1 1-7 0,0-1-5 16,1 0-7-16,-1 1 2 0,-1-2-5 0,1 0-4 0,0 0 5 0,1-1-8 16,0-1 5-16,0 0 7 0,-1 0 0 0,0-2-3 0,0 0 0 0,1-2-8 15,-1 0 0-15,1-1-4 0,-2 0 7 0,1-2-10 0,-2-1 2 16,1 0-2-16,-1 0-7 0,-1-1 5 0,0 1-3 0,-1 0 0 0,1 0-1 15,-2 0-2-15,1 0-5 0,-1 1 3 0,-1 1 0 0,0 0-3 0,0 0 5 16,-1 2 1-16,1 0-7 0,-1 0 3 0,0 1 3 0,0 0-6 16,-1 1 7-16,1 1-7 0,-2 1-2 0,1 1-3 0,0 1 1 15,0 1-1-15,-1 1-4 0,2 1 5 0,-3 1-3 0,2 1 2 0,-1 0 3 16,0 0-1-16,1 2 1 0,-1 0-2 0,0 0 1 0,1 1-1 0,1-1-3 16,-1 2 7-16,2-1-3 0,1 2-1 0,0 0 6 0,2 1-5 0,-1 0 3 15,2-1-2-15,0 0-10 0,1 1 3 0,2-1-5 0,0 0 3 16,2 1 10-16,1-2 1 0,0 0 3 0,2 0 1 0,1-1-4 0,0 0-4 15,1-2-1-15,1 0-7 0,0-4 5 0,1 2-2 0,1-2-1 0,0-1 6 16,1-1-4-16,-2 0-1 0,2-2 7 0,-2-1-1 0,1 0 1 16,-1-2 2-16,-1 0-5 0,1 0 8 0,-1-3-1 0,0 0 0 0,-1-1 1 15,0 0-1-15,-2-1-4 0,0 0 6 0,1 0 1 0,-1 0 0 16,0-2 14-16,0 1-2 0,-2 0 6 0,0-1-2 0,-3 1-3 0,2 0 10 16,-2 0 2-16,0 2 12 0,-1 0 3 0,-1 1 7 0,-1 2 5 0,0 0 5 15,-1 2-7-15,0 1-3 0,-1 2-5 0,0 0-9 0,0 2-4 16,-1 2-7-16,0 1-10 0,1 3 6 0,-2 2-8 0,0 1-1 0,0 1-1 15,0 2-17-15,1 2 0 0,-2 3 2 0,0 0 2 0,-1 2 12 16,2 2-2-16,-1-1-9 0,0 3-2 0,1 0-5 0,-1-1 4 0,1 1-2 16,-1-1 4-16,0 1-6 0,0 1 6 0,0-2-6 0,1 0-5 0,0-2-6 15,0-1-23-15,0-4-12 0,2-1-21 0,-2-3-30 0,2-1-17 0,0-1-36 16,1-3-45-16,0-1-59 0,1-1-112 0,2-3-221 0,0-1-88 16,3-3-149-16</inkml:trace>
  <inkml:trace contextRef="#ctx0" brushRef="#br0" timeOffset="-210751.28">7152 3994 1764 0,'5'5'208'0,"1"-1"23"0,1 3-18 0,0 2-39 15,0 1-35-15,1 2-37 0,0 0-30 0,-1 1-8 0,-1 2-6 0,1 2-9 16,-1 2-1-16,-3 1-6 0,2 2-22 0,-2 0-4 0,1 0-9 16,0-1-11-16,-1-1 8 0,-1 0-6 0,-1-3-16 0,0-1-24 0,0-2-40 15,-1-1-48-15,0-2-60 0,1-1-78 0,-1-2-131 0,2-2-207 0,0-1 25 16,1-2-115-16</inkml:trace>
  <inkml:trace contextRef="#ctx0" brushRef="#br0" timeOffset="-210268.28">7805 3584 1253 0,'-8'3'253'15,"-1"1"-38"-15,-3 2 21 0,3 2-25 0,-2 2-28 0,0 2-18 0,-1-1-14 16,0 2-10-16,3 0-14 0,-2 1-16 0,2 1-17 0,0 0-15 16,0 2-17-16,2 0-15 0,1-1-9 0,2 0-12 0,2 0-10 0,2-1-7 15,1-1-3-15,2 1-14 0,1 0-1 0,2-1 2 0,1-1 3 0,0 0 12 16,2 0 4-16,1 0-6 0,1-1-10 0,-1-1 2 0,3 0-5 16,1 0 3-16,-1 0 1 0,0 0-6 0,-2 0-4 0,-1-1-7 0,0 1-9 15,-1 0-12-15,-1-1-8 0,-2 0-13 0,-1-1-15 0,-3 0-12 16,-1 1-22-16,-1 0-12 0,-1-1-12 0,-1 1-14 0,-3-1-6 15,-2 0-10-15,0-1-1 0,-1 0-10 0,-2 0-18 0,0-1-1 0,-2 0 9 0,-1-2 34 16,-2 0 51-16,-1-1 41 0,-1-3 37 0,1 1 27 0,-1-3 24 16,2-2 28-16,2-2 40 0,0-3 37 0,3-3 22 0,1 0 6 0,2-2-14 15,1-1-22-15,1-1-23 0,1-2-18 0,2 0-7 0,2 0-11 0,1-1-2 16,2-1 2-16,1 0-11 0,2-2 0 0,0 1-4 0,1 0-8 16,-1 0-4-16,2-1-10 0,0 2 2 0,0 0 0 0,2 0-2 0,-1 1-2 15,0-1-8-15,-1 1-4 0,0 0 1 0,-1 2 1 0,1 0-1 0,-1 1 7 16,1 1 0-16,-1 0 2 0,-1 2 7 0,0 0 0 0,-2 1 6 15,-1 1-2-15,-2 1-5 0,-1 0-2 0,-3 2-8 0,0 0-4 0,-1 1 0 16,-1 1-10-16,-1 1 0 0,-1 1 0 0,-1 0-3 0,1 1-1 16,-1 1-3-16,-2 1-7 0,0 2 0 0,0 0 2 0,-2 3-4 0,2 0 4 15,-2 2-4-15,0 1-1 0,1 3 3 0,-1 1-3 0,0 1 1 0,0 2-1 16,-2 3-2-16,0 0-4 0,1 3-11 0,1 1-14 0,-1-2-23 16,1 1-17-16,2-2-30 0,1-1-32 0,4-2-53 0,1-2-69 0,3-2-107 15,2-2-139-15,3-1 55 0,3-3-119 0</inkml:trace>
  <inkml:trace contextRef="#ctx0" brushRef="#br0" timeOffset="-209967.91">8136 3579 1666 0,'5'-7'172'0,"-1"-1"9"0,3-3 5 0,-1 1-4 15,-1 0-28-15,1 0-23 0,0 0-24 0,1 1-14 0,-1 0-3 0,1 1-10 16,-1 0-5-16,-1 1-10 0,2 0-12 0,-1 2-8 0,0 0-8 15,-1 1-4-15,0 2-10 0,0 1-1 0,-1 0 0 0,0 2-11 0,1 1 0 16,-2 0 2-16,1 3-6 0,-1 1-1 0,0 2 1 0,1 1-5 16,0 1 0-16,0 3 5 0,-1-1-7 0,0 3 2 0,0 0 2 0,0 0-4 15,0 0 5-15,0 1 3 0,-1 2 1 0,1-1-2 0,-1 1 1 0,1 1 1 16,-1 1-2-16,0 0 3 0,-1 3-3 0,1 0 1 0,0 0-1 16,0 1-3-16,-1-1-10 0,1 1 10 0,0-1-6 0,-1 0 6 0,0-1 9 15,0 1-13-15,1-3 0 0,-1 1-4 0,1-1-1 0,0-3-7 0,0 1-1 16,0-2-16-16,0-2-8 0,1-3-13 0,0 0-14 0,0-3-5 15,0-1-13-15,0-2-30 0,-1-2-45 0,0-1-67 0,-1-2-91 0,0-1-148 16,-1-2-170-16,0-1 98 0,0-2-94 0</inkml:trace>
  <inkml:trace contextRef="#ctx0" brushRef="#br0" timeOffset="-209817.91">8215 3867 1848 0,'-9'-5'316'0,"1"1"-129"0,-4-2 25 15,4 1-35-15,2 1-26 0,0 2-36 0,3 0-25 0,1 1-13 16,1 1-4-16,0 0-7 0,2 0-8 0,1 1-7 0,1-1-15 0,2 0-6 15,1-1-6-15,2 0 0 0,2-1-13 0,1-1 4 0,1 1 6 0,3-3-4 16,0-1-2-16,0 0 0 0,0-2-17 0,1-2-15 0,2 0-17 16,-1-2-29-16,2-1-35 0,1 2-46 0,0-3-64 0,3 0-95 0,-1 0-130 15,-2 0-209-15,3-2-21 0,0 1-116 0</inkml:trace>
  <inkml:trace contextRef="#ctx0" brushRef="#br0" timeOffset="-196150.54">2009 5043 97 0,'-21'-6'31'0,"-9"-5"-19"0,-7-2 0 0,22 7 1 0,-3-1-2 16,5 1-2-16,-2-1-2 0,0 0-3 0,0 1 1 0,1-1-2 0,-2 0 1 16,2 0 0-16,0 1 1 0,2 2 3 0,0 0 1 0,2 1-1 15,-1 2 2-15,2 0 0 0,-1 1-1 0,2 1 0 0,1 0-3 0,0 0-3 16,3 0 0-16,1 0 1 0,1 0-1 0,3 0 3 0,2-2 3 0,3 0 2 16,2-2 3-16,4-2 1 0,3-2 3 0,4-2 1 0,3-4 0 15,23-15 1-15,2-1-6 0,-6-1 1 0,-8 7 0 0,-3 1-1 0,-1 0 0 16,0 2 1-16,0 0-1 0,2 1-1 0,-2 0 1 0,1 0-3 15,-1-1-1-15,-3-1 0 0,2 2-2 0,0-1 0 0,2-1-4 0,1 1 1 16,3-2 4-16,-1 1 10 0,1-1 3 0,2-1 0 0,-2-1-4 0,4 0-8 16,0 0-2-16,-1 1-1 0,2 0 0 0,0 2 3 0,1 1-4 15,-1-1 1-15,-2 2 1 0,1-2-3 0,0 2 1 0,-1 2-1 0,3 0-3 16,-1 1 0-16,2 1 1 0,3 2-1 0,0 3 1 0,-1 0 2 0,1 1-1 16,1 2-1-16,2 3-1 0,2 1-1 0,2 3 0 0,1 0 0 15,0 0-1-15,2 1 1 0,2 0 2 0,1 2 5 0,0 0-1 0,0 0 1 16,-2 0-2-16,1 1-7 0,2-1 2 0,-2 1 0 0,0 0-1 0,-2 0 0 15,-4 0 1-15,0 1 0 0,0 2-3 0,-2 2-1 0,0 1 0 16,-3 3 0-16,0 2 3 0,-1-1 2 0,0 2 0 0,0 0-3 0,-2 2 1 16,0 0 1-16,-3 2-1 0,-2 1 3 0,-1 0 2 0,-4 1 0 15,0 0 4-15,-4 3 2 0,-2-1-5 0,-4 1 2 0,-2 0 0 0,-3-1 0 16,0 3 9-16,-4 0 2 0,1 1 3 0,-1 0-8 0,-1 0 0 0,1 0-3 16,-4-2-3-16,2 0 5 0,-2-1-5 0,-3-2 2 0,1 2 0 15,-3-1 0-15,-1-1 5 0,-1-2 1 0,-2-1 2 0,-2-1 4 0,-3 1 3 16,-3-1 0-16,-4 2 0 0,-3 0-1 0,-2 1-3 0,-3 1 0 0,-3 1-3 15,-1-1 9-15,-5 1-3 0,-2-2-3 0,-3 3-3 0,-4-1-12 16,-2 0-3-16,-4 3 0 0,-2-1 1 0,-3 2-3 0,-2 0 1 0,-3 0-2 16,-2-1-1-16,-2-3-1 0,-1 2 2 0,-4-2 3 0,-1 0-3 15,-1-1 2-15,-3-3-3 0,-3 1-1 0,0-2 3 0,-3 0-1 0,-1-1 0 16,0-1-1-16,-1-2 0 0,0 0 0 0,1-2 2 0,1-2 0 16,1 0 0-16,2-3 3 0,3 1-2 0,4-2 4 0,5-2 0 0,4-2 2 15,5-2-1-15,4-1 0 0,2-1-1 0,4 0-2 0,3-1 0 0,1 1-2 16,5-1 4-16,-1-1-4 0,5-1-1 0,-1-1 0 0,4 1-2 0,3-1 2 15,2 0-3-15,4-2-3 0,3-2-2 0,0 1-1 0,2-2-3 16,2-1 0-16,3 0 0 0,2-1-8 0,2-2 3 0,1-2-1 0,4-1 1 16,2 1 6-16,1-3-4 0,2-1 4 0,0-1 3 0,1-2 0 0,-1 1 2 15,2 1 4-15,2 1-2 0,-1 2 4 0,0 2 1 0,-2 1-1 16,1 1 0-16,-1 1 0 0,1 2-1 0,-2 0 1 0,1 2 2 0,-2 0-1 16,2 1-2-16,-1 1 2 0,0 0-2 0,0 0 0 0,-1 0 1 15,1 0-1-15,-1-1-2 0,2-1 3 0,-1 0 1 0,1-3 2 0,1 2 0 16,0-2 1-16,-1 1 3 0,1-1 0 0,0 0 3 0,0-1-3 0,0 2-3 15,0-1-3-15,-1 2 2 0,-1 0 0 0,-2 2-1 0,1 1 1 0,-2 2 0 16,-1 1-1-16,0 1-1 0,-2 0 1 0,1 1-1 0,-1 1 0 16,-1 1 2-16,0 1-2 0,-1 1-2 0,0-1 3 0,1 2-3 0,-1-1 1 15,0 0 1-15,0 1-2 0,0-1-1 0,0 0 2 0,-1 0 0 16,2 0 0-16,-1-1 2 0,0 0-4 0,1-1 1 0,-2-1 1 0,1 1 1 16,1-2-1-16,-1 1-1 0,1-1 0 0,0-1-2 0,0 1 7 0,0-1-2 15,-1-1-2-15,0 2 2 0,0-1-3 0,-1 1-2 0,1 0 6 16,-1 1 0-16,0 0-4 0,0 1 2 0,-1 0-1 0,0 1 0 0,-1 0 4 15,1 0-1-15,-2 1-1 0,0 1-2 0,-1 0 0 0,0 1-3 0,0 0 0 16,1-1 2-16,0 0-1 0,0 0 2 0,1 0-1 0,0 0 0 16,0-1 1-16,1 0-2 0,0-1 2 0,0 0-2 0,1-1 1 0,-1 1 0 15,0 0 0-15,1-1-1 0,0 1 1 0,0-1 1 0,0 0-2 16,0 0 2-16,0 1 0 0,0-1-1 0,-1 2 1 0,1-1-2 0,-2 1 2 16,1 0-1-16,-1 2 0 0,0 0 2 0,-1 0-4 0,0 0 3 0,0 0-2 15,-1 1 0-15,0-1 1 0,1 1 1 0,-1-2 1 0,2 0-2 16,-1 1 0-16,2-1-1 0,-1 0 0 0,0-1 0 0,2-1-4 0,0 1 4 15,0-2-6-15,0 1 6 0,1 0 1 0,1-1-3 0,0 1 2 0,0-1 1 16,0 0-2-16,0 0 4 0,0-1-3 0,0 1-3 0,0 0 2 16,1 0-3-16,2-1 7 0,-1 0-11 0,2-1 7 0,1 0-8 15,2-1-2-15,-1-2 2 0,4 0-5 0,0-2-11 0,3 1-9 0,2-2-24 16,3 0-13-16,3 0-17 0,1-1-5 0,3-1 0 0,0 0-3 0,4 1 4 16,1-1 0-16,4 2 9 0,3 0 11 0,5 0 17 0,4 0 12 15,4 0-7-15,4 1-169 0</inkml:trace>
  <inkml:trace contextRef="#ctx0" brushRef="#br0" timeOffset="-195784.46">7951 3924 239 0,'-29'-15'-14'0,"1"1"10"0,-8-2 15 16,9 6-4-16,4 3-3 0,1 1-2 0,1 3-1 0,1 1 0 0,1 3-3 15,2 1-1-15,1 2-3 0,0 1-1 0,3 2-7 0,2 1-11 16,1 2-27-16,1 2-72 0</inkml:trace>
  <inkml:trace contextRef="#ctx0" brushRef="#br0" timeOffset="-195517.47">8210 7345 1624 0,'-21'-10'162'0,"-1"1"-143"0,-3-2 8 0,7 3 13 16,6 2 10-16,0 1-6 0,1-2-14 0,2 2-18 0,2-2-17 16,1 2-29-16,2-1-24 0,2 1-31 0,1 2-43 0,1 0-38 0,1 0-42 15,2 0-24-15,3 0-3 0,3-2 11 0,3-1 38 0,3 0-51 16</inkml:trace>
  <inkml:trace contextRef="#ctx0" brushRef="#br0" timeOffset="-194583.99">7075 3761 447 0,'-13'-33'-59'0,"1"-2"38"0,0-8 73 0,6 8-16 15,4 4-15-15,2 1-3 0,4-3-10 0,3 1-3 0,2-1-4 0,5 1-2 16,2 2-2-16,5 2-5 0,3 0-1 0,5 3-3 0,4-1 3 16,2 4 2-16,1 0-3 0,1 4 0 0,4 1-5 0,0 4 3 0,2 1-3 15,1 1-1-15,2 0 1 0,0 1-6 0,1 2 5 0,2 0 0 0,1 2 3 16,0 1 3-16,3 1 1 0,-1 2 2 0,2-1 0 0,0 2 4 16,1 0 2-16,2 0 0 0,1 2 2 0,0 0 0 0,1 0 1 15,0 2 0-15,1 1 2 0,-2 1-1 0,0 3 0 0,0 1 3 0,-1 2 0 16,-1 3 8-16,0 2 6 0,-1 3 1 0,-2 2 12 0,-3 5 2 0,-7 3 0 15,-7 5 3-15,-5 1-5 0,-6 3-3 0,-1 2 6 0,-4 2 5 0,-4 0-1 16,-3 2 0-16,-1-1-1 0,-2 0-3 0,-3 4 1 0,-2 0-4 16,-2 1-7-16,-3 0-1 0,0 1-5 0,-2 2 0 0,-1-2-1 15,-3 1-9-15,-1 0-1 0,-2-1 0 0,-3-1-6 0,0-2 1 0,-4-2-3 0,-3-1-7 16,-4 1-3-16,-2-2-11 0,-3-2-17 0,-2 0-15 0,-5-4-9 16,-2 0 2-16,-4-4 4 0,-1-3 13 0,-3-5 11 0,-3-2 10 0,-3-6 12 15,-2-4 9-15,1-4 7 0,-1-6 5 0,-1-6 3 0,0-3 4 16,-3-4 5-16,0-2-1 0,0-4 3 0,-1-2 4 0,2-2-2 0,-1-4 4 15,1-2 0-15,2-2-4 0,0-1-1 0,1 1 1 0,0-1 0 0,1 0-2 16,1-1-3-16,1 1-8 0,2 1-4 0,1 2-3 0,1 1-1 16,2 3-1-16,-1 1 1 0,4 3 1 0,3 3-3 0,0 0 0 0,5 3-3 15,-1 2 2-15,2 1 1 0,2 3-3 0,3 3 2 0,2 1-4 0,4 0 0 16,4 2 0-16,0 2-4 0,4 1 1 0,1 0-5 0,2 2 0 16,2 0-3-16,2 2-1 0,1 0-3 0,1-1-1 0,2 0 0 0,1 0-3 15,2-1-3-15,1-1-10 0,1 0-2 0,0-1 0 0,1 0 5 16,-1 0 10-16,1-1 5 0,0 0 7 0,-2-1 2 0,1 0 3 0,0-1 3 15,-2-1 1-15,2-1 3 0,-1-1 0 0,0-1 4 0,0-1 3 0,-1 0 2 16,2-2 2-16,-1-1 2 0,0 1-1 0,0-2 4 0,0 1-2 16,0-1-1-16,-1 1 2 0,0 0-4 0,1 0 1 0,-1 1-1 0,1 0-3 15,-1 0-2-15,1 0-4 0,-1 1 0 0,1 0-2 0,-1 2-1 0,1 0-2 16,0 1-3-16,1 1 1 0,0-1-1 0,1 1-1 0,0 0-1 16,1 1-2-16,-1 1-1 0,2 0-1 0,1 0 2 0,1 1 0 0,-1 1-1 15,-1 0 2-15,1 1-1 0,-1 1-1 0,0-1 0 0,-1 2 1 0,1-1 0 16,0-1 0-16,-1 1-1 0,1 1 0 0,-1 0 0 0,0 0 0 15,0 0 2-15,0 0 0 0,-1-1-1 0,0 1 2 0,0-1 1 0,-1 0 1 16,-1-1-1-16,0 1 1 0,-1-2 0 0,1 0-1 0,-1-1 2 16,-1 1 2-16,0-1 0 0,0-1 1 0,0 1 0 0,-1-1-2 0,1 0 0 15,-2 0-1-15,1 0 0 0,0 0 0 0,0 0-2 0,1 0 1 0,0 0-2 16,-1 1-6-16,1-1-2 0,0 1-12 0,0 0-4 0,0 0-3 16,0 0-2-16,1 0 0 0,-1 2-2 0,0-1-1 0,0 1 2 0,1-1-2 15,0 1 1-15,-1-1-2 0,1 1-3 0,0-1 2 0,0 1 2 0,-1 1 0 16,1 0 3-16,-1 0 2 0,0 0 5 0,1 0 7 0,-1 2 4 15,0-1 3-15,1 2 1 0,0 0-3 0,0 1 4 0,2 0-5 0,1 0 3 16,1 1-3-16,2 0 0 0,1-1-15 0,2 2-52 0,1 0 7 16</inkml:trace>
  <inkml:trace contextRef="#ctx0" brushRef="#br0" timeOffset="-178816.45">12689 1278 2063 0,'-9'-3'42'0,"2"2"-54"0,0 0-46 0,0 1-27 0,0 0-9 0,0 0 5 16,3 3 22-16,3 1 10 0,1 2-7 0,2 1-15 0,1 1-22 0,1 1-16 16,0 0 1-16,-1 3 18 0,2 1 32 0,0 0 29 0,0 2 27 15,0-1 13-15,0 2 10 0,0 2 7 0,1-1 4 0,0 4 7 0,-1 0 0 16,2 2 0-16,-2 3-3 0,2 2-9 0,0 0-3 0,0 4-7 0,1 0-2 15,1 2-1-15,0 2-2 0,1 0-1 0,9 37-10 0,1-6 3 16,-1-7 5-16,-2-9 7 0,-2-5 19 0,1 1 9 0,-1-1 11 0,0 1 12 16,1-1 7-16,0-1 15 0,1-3 6 0,0-4 2 0,2 1 1 0,0 0-13 15,0 1-17-15,2 2-12 0,0-2-20 0,0-1-21 16,2-1-3-16,1-1-7 0,-1 2 2 0,1-1 9 0,-1 1-2 0,1-1-3 0,2 0-5 16,-1 0 1-16,1-1-5 0,-2-1 5 0,1 1-1 0,0-3 4 15,0-1 1-15,4 1-5 0,-1-5-2 0,2-2-4 0,0-1-2 0,0-5 0 16,1 0 7-16,2-1 2 0,0-3 9 0,3-1 10 0,2-1 12 0,2-2 5 15,4-3 2-15,0-1-7 0,4-1-9 0,1-2 0 0,3-1-6 16,4 0-2-16,0 0 0 0,5-1-5 0,-1 1-1 0,2-1 4 0,1-1 0 16,2 1 0-16,2 1-4 0,0 1-5 0,2 2-1 0,1-1 2 0,0 1-1 15,1 0 4-15,-1 1-8 0,2 0 10 0,1-1-2 0,0 2-3 16,-1-2 3-16,2 1-5 0,0-1 7 0,1-1 1 0,2 1 0 0,0-1 4 16,0 0-2-16,3-2-1 0,-1 0 6 0,3-2-4 0,0-1 3 15,1 0 4-15,2-1-2 0,0 0 3 0,2-2 0 0,1 1-3 0,2-1-1 16,0 0-4-16,1 0-1 0,1 0 2 0,-1 1 0 0,3 1 2 0,-3 0 5 15,3 2-4-15,-1-1-2 0,3 1-1 0,1 1-2 0,1-2 2 16,0 0 1-16,1 2-1 0,2-1-3 0,0 2 0 0,3-1-8 0,1-1 2 16,-1 1-4-16,3-1 0 0,0 0 9 0,2 0-6 0,2-1 5 15,0 0-1-15,0-1-6 0,2 1 3 0,1-1-1 0,3-1 2 0,1-2-4 16,0-1-1-16,2 0-1 0,1-3-4 0,2 0 6 0,2-1 3 0,1-2 1 16,2 1-2-16,-1-2-1 0,2-1 4 0,1 1-4 0,0-1 8 15,1 0-4-15,1 0-4 0,-1-1 6 0,0 2-6 0,0 1 0 0,0 2-1 16,0 0-1-16,0 2-5 0,0 1 0 0,-2 1-1 0,-1 1 2 0,0-2 6 15,-1 0-2-15,0 2 2 0,-2-1-4 0,1 2 7 0,0 1-2 16,1-1-9-16,1 1 1 0,-4-2-5 0,2 2 0 0,-2-1 8 0,1 1-6 16,0 0-2-16,-2 0 4 0,-1 0-1 0,-3-1 7 0,1 1 3 0,-2-1-9 15,-2 1-2-15,0 0 3 0,-2 1-3 0,0 0 9 0,-1 1-6 16,-1-1-3-16,-5 1 2 0,0 1 1 0,-3 0 5 0,2 0 3 0,-2-2 0 16,-2 1-1-16,-1-1 1 0,-3-2 4 0,-2 1 4 0,0 0 2 15,-2 0 2-15,-1-1-2 0,-1 1-3 0,-3-1 1 0,-2-1-1 0,-1-1-3 16,-3 1 1-16,-1 0-3 0,-2 0 0 0,-2 1 0 0,-2-2-2 0,-3 1 4 15,-2-1-4-15,-1 0-1 0,-1-1 0 0,-1 0-6 0,0 0 6 16,-6 1-4-16,-1-2 6 0,-2-1-1 0,-4 0 2 0,-4-1-3 0,-3-1 1 16,-3 0 0-16,-1-1 2 0,-3 0-1 0,-3-1 2 0,-3 0 3 15,-5 0 3-15,-1-1 3 0,-6-1 2 0,0 1-2 0,-4-3 2 0,-5 0-12 16,-2 1 3-16,-3-1-1 0,-3 1 9 0,-3-3 8 0,-1-3-14 0,-2-4-7 16,-3-2-11-16,-2-3-1 0,-4-1 11 0,-2-2 3 0,-3 0 0 15,-4-2-5-15,-5 2 0 0,-2-3-2 0,-5-1 1 0,-2-1-1 0,-5-3-8 16,0 0 5-16,-3 0-2 0,-3-3 3 0,-1 1 13 0,-3-1-4 0,-3-2 4 15,-5 1-9-15,-3-1-9 0,-4 1 2 0,-4-1-3 0,-4 0 5 16,-4 0 1-16,-2-2-1 0,-4 2 0 0,-2 1 2 0,-5 3-2 0,-4-1 1 16,-5 2 1-16,47 19 8 0,-14-4 3 0,0-2 1 0,-16-4-2 0,0 1-6 15,-17-4-2-15,-1-1-4 0,-14-4-2 0,-4 0-2 0,-2 1-1 16,-5 1 10-16,1-1-5 0,-2 2 3 0,-1 0 7 0,-3 1-6 0,-2 0-3 16,-1 1-1-16,-1 0-5 0,-1 1 7 0,-3 0 4 0,0 1-1 15,67 16 48-15,-9-2 7 0,0-1-7 0,-10-1 11 0,0-1-53 0,-8 0-12 16,-2-1 29-16,-8-1-14 0,-1 0 5 0,-8-2 0 0,0 2-12 0,-8-4 7 15,-1 1 0-15,-7 0-4 0,-2 0-10 0,-11-1-8 0,-3 2 1 16,-2 1-6-16,-4 4 8 0,0-1 32 0,0 3-13 0,1 2 48 0,1 0-12 16,2 2-45-16,1 2 12 0,0 1-49 0,-2 2 12 0,-2 2-28 15,-2 1 3-15,-3 0 0 0,-4 0-1 0,1 0 46 0,-1 0 9 0,4 1 1 16,1 1 23-16,-3 0 1 0,1 1-10 0,-2 0 8 0,1 2-15 0,-2 1 0 16,-2 3 4-16,3 2-2 0,-1 4-12 0,3 4-2 0,0 2-2 15,0 7 11-15,0 3-21 0,-3 2 3 0,0 3 2 0,-11-2-4 0,-140 31 45 16,25 2-6-16,20-2-1 0,19-5-6 0,21-9-14 0,29-12-8 0,36-7-3 15,44-1 0-15,7 7-6 0,-2 2 10 0,-3 6-36 0,-3 4-5 16,-2 5-10-16,-4 5-18 0,-114 63-21 0,28-2-25 0,32-7-24 0,36-8-15 16,19-5-9-16,1 0-35 0,1 1-85 0,0 2-117 0,1-2-83 0,-4 0 86 15,-3 4-111-15</inkml:trace>
  <inkml:trace contextRef="#ctx0" brushRef="#br0" timeOffset="-124030.15">14054 14363 1163 0,'-10'-10'80'0,"-1"0"9"0,-4-4 4 0,1 3-21 0,3-1-29 0,-2 1-19 15,1-1-9-15,0 0 0 0,0 0-8 0,1 1-1 0,-1 0-1 16,-1 0-8-16,-3 2-9 0,-1 0-8 0,1 0-9 0,-2-1 7 0,0-1-4 16,1-1-12-16,-2 1-10 0,-3 1-5 0,1 2 10 0,-1 1 15 0,-1 1 16 15,0 0 3-15,-1 3 2 0,0 1 4 0,-1 2-1 0,-1 2 5 0,1 2 3 16,-1 3 6-16,0 1 10 0,1 1 12 0,-1 2 4 0,-1 2 12 16,0 1 2-16,0 2 1 0,-1 3 6 0,3 3-4 0,-1 0-1 0,1 3-3 15,2 0-3-15,-1-1-10 0,2 2-4 0,1 2-8 0,1 2-5 16,1 1-6-16,1 3-2 0,1-1-10 0,2 3-3 0,3 0 0 0,0 1 0 15,3 3 2-15,3-1-3 0,1 1 3 0,4-2-8 0,3 0 5 0,1 0-4 16,4-2-1-16,3-1 4 0,2-2-3 0,2-3 3 0,3-2-4 16,2-1 6-16,2-4-2 0,2 0 8 0,2-3 1 0,2-1 4 0,0-2 8 15,2-2 4-15,0-6 5 0,0 0 6 0,3-2 11 0,-1-2 0 16,1-1 11-16,-1-1 7 0,-1-1 0 0,-1-2 12 0,2-1-6 0,-1-2-6 16,1-1 4-16,0-1-16 0,0-1-7 0,0-1-2 0,1-1-9 0,-1-2-1 15,2-3-1-15,-1-1-8 0,1-1-8 0,0 0-1 0,1-2-2 16,-2-1-7-16,2-1 0 0,-1-1 2 0,-1-1-1 0,-1 0 5 0,-4-2-4 15,1-1-3-15,-2-1-2 0,-2-2 2 0,1 0 1 0,-3-2 4 0,0 3-4 16,-3-1 2-16,-3 0 6 0,0 2-1 0,-4-2 12 0,-1 2 0 16,-3-2 0-16,-2 2-6 0,-3-1 13 0,-1 0 7 0,-2 0-5 0,-2 0 1 15,-1 1-18-15,-2 0-7 0,-1-1 5 0,-2 2 2 0,-2-1-2 16,-2 1 2-16,-1-1-12 0,-2 1 0 0,-1 1 8 0,-3-2-6 0,1 1-1 16,-4 0-1-16,-1 0-4 0,0 4-1 0,-3-1 6 0,0 2-6 0,-4 3 1 15,-2 1-5-15,-3 1 0 0,-1 2 2 0,-1 2-1 0,0 1 5 16,0 1-10-16,-1 3 8 0,0 2-2 0,0 1 1 0,1 2 1 0,-1 1-1 15,0 1 2-15,2 2 1 0,-1 0 1 0,4 1-9 0,0 1 0 0,2 0 1 16,1 1 3-16,0 3 1 0,2 0-1 0,1 1 2 0,3 0-1 16,3 1 1-16,1 1 3 0,1 1-2 0,3 1-3 0,0 2-2 0,0-1-2 15,2 3 3-15,2 1 2 0,1-1-1 0,1 1 0 0,1-1-2 16,1-1 2-16,0 0 2 0,1 0-3 0,2 0 1 0,2-1-1 0,-1 1-3 16,3 0 2-16,-1-2-3 0,1 1-2 0,2-1 1 0,0 0-3 0,1-2 2 15,0 0 1-15,2-1-1 0,-1-2-6 0,2-1 0 0,0-1-2 16,0 0 2-16,0 0 9 0,0 0 6 0,0-1 5 0,-1 0 1 0,1-2 5 15,-1 0-3-15,0-2-5 0,0 1 0 0,-1-1-1 0,1-1 9 16,-1 0-2-16,1 0-2 0,-1-1-1 0,0 0 0 0,-1-1 7 0,0 1 2 16,0 0-4-16,0-1-6 0,-1 1-4 0,1 0 2 0,-1-1 2 0,0 2-2 15,0-1 1-15,0 0-4 0,1 0 0 0,0 0 1 0,0 0-1 0,-1 0-1 16,1 0 0-16,-1 0 0 0,0 0-1 0,0 0 5 0,0-1-1 16,0 0-6-16,0 0 5 0,0 0-1 0,0 0 0 0,0 1 4 0,-1-1-6 15,0 0 5-15,1 1 0 0,-1-1 5 0,1 1-1 0,-1-1-4 0,1-1-2 16,-1 1 2-16,0-1 2 0,0 1-2 0,1-1 3 0,-1 1-1 15,0-1-1-15,0 0 6 0,0 0-5 0,0 0 3 0,1 0-4 0,-1 0-2 16,1 0 4-16,0 0-5 0,-1 0 4 0,1 0-1 0,-1-1-1 16,0 1 0-16,2-1 2 0,-2 1-4 0,1-1 4 0,0 0 0 0,0 0-1 15,-1 0 4-15,0 0-8 0,1-1 3 0,-1 2 0 0,1-1 0 0,-1 0 3 16,0 0-3-16,1 0 2 0,-1 1-2 0,0 0 2 0,1-1-1 16,-1 0-1-16,1 1-3 0,-1-1 1 0,1 0 6 0,0 1-4 0,0 0 1 15,0 0-2-15,-1 0-3 0,1-1 4 0,0 1 5 0,-1 0-3 0,1 0-2 16,-1 0-2-16,0 0-3 0,1 0 5 0,-1 0 2 0,0 1-4 15,0-1-1-15,0 0 3 0,0 0 0 0,0 0 0 0,0 0 3 16,0 0-6-16,0 0 3 0,0 0-5 0,0 0 0 0,1 0 5 0,-1 0 0 0,0 0 0 16,0 0-1-16,1 0 1 0,0 0-4 0,-1 0 4 15,1 0-1-15,-1 0-8 0,1 0-1 0,-1 0 0 0,1 0-3 0,0 0-8 0,0 0-15 16,0 1-32-16,0-2-45 0,0 1-44 0,0-1-65 0,1-1-69 16,-1-2-61-16,2-1-57 0,0-2 64 0,1-2 46 0,0-3-75 0</inkml:trace>
  <inkml:trace contextRef="#ctx0" brushRef="#br0" timeOffset="-122596.54">10333 5149 267 0,'-22'1'7'0,"0"2"-3"16,-4 0 8-16,5 0 11 0,6 0 0 0,3 1-4 0,4-1-2 15,1 0-2-15,2 0-9 0,1 0-5 0,1 0 3 0,2 0-4 0,0 0 1 16,2 0 1-16,-1 0 0 0,1 0 1 0,0 0-2 0,-1 1 2 0,0 0-2 16,-1 1 6-16,0 0 1 0,-1-2 4 0,-1 2 7 0,0-1 2 15,0 0 3-15,-2 0-1 0,0 0-3 0,-1 0-4 0,0 0-1 0,-2 0-3 16,0 0 0-16,-1-1 1 0,2 0 1 0,1-2 7 0,1-1 1 0,1 0 1 15,1-2-2-15,1 1-3 0,-1-2-3 0,1 1 1 0,1-1 0 16,1 0 4-16,0-1 1 0,0 0-5 0,1 0-5 0,0-1-2 0,1 1-4 16,0-1-1-16,0 1 1 0,1-2-4 0,1 0 2 0,0-1-1 15,1 0 3-15,2-1-2 0,3-1 0 0,0 0-1 0,0 0-2 0,4 0 0 16,0-3 1-16,4-1-2 0,1-1 4 0,3 1-2 0,2-1 4 0,4 0 3 16,3-1 1-16,1 0 3 0,3-2 0 0,-1-1-2 0,3 0 4 15,2 0-2-15,2 0-4 0,1 1-3 0,1 0-5 0,1 2 2 0,0 1 1 16,2 0 4-16,-2 2 4 0,1 1-1 0,0 0 0 0,0 1-3 0,-1 2-3 15,-3 1 0-15,0 1 0 0,0 1-2 0,2 0 2 0,2 1-2 16,4 0 1-16,2-1 3 0,2-1-2 0,1 2-1 0,0 1-1 0,2 2-2 16,-2 3 1-16,-1 1 2 0,0 3-6 0,-4 1 6 0,0 1-8 0,-2 3 2 15,0 1 3-15,-1 2-4 0,-2 1 5 0,-1 0-2 0,0 3-4 16,-2 2-1-16,-1 0 2 0,0 2-2 0,-3 1 3 0,-1-1-3 0,-1 2 1 16,-6-1-4-16,-2 1 0 0,-4 1 3 0,-3-2 3 0,-3 2 5 0,-4 0 5 15,-4 1 0-15,-6 2-1 0,-3-2 3 0,-4 1-3 0,-5 0 2 16,-5 2-1-16,-3 2-1 0,-3 0-1 0,-2-1 0 0,-3 0-2 0,0-3 1 15,-5-1-4-15,1-2 1 0,-3-1-3 0,1-1-2 0,0 0 3 16,1-2-1-16,-2-2-2 0,2-3 1 0,-1-2-5 0,2-2-1 0,1-1-6 16,0-3-9-16,-1-1 5 0,0-2-6 0,-1-1 6 0,0 0 7 0,-1-2-3 15,-1 0 11-15,-2-1-1 0,-1 0 3 0,-4 0 3 0,-2-2-2 16,-1-1 10-16,-2-1 2 0,1 0 3 0,-1 0 5 0,0 0-3 0,-2-1 5 16,0 0 2-16,1 0 3 0,1 0 2 0,0 0-3 0,5-1-3 0,1 1-3 15,2-1-2-15,4-1 1 0,0 0 0 0,4 1-5 0,0-1-1 16,3 1-6-16,4 0-1 0,0 2-1 0,2 0-2 0,1 1-2 0,0 2-2 15,1 0 1-15,1 1-3 0,2 1-3 0,1 0-16 0,2 0-32 16,1 0-34-16,3 0-32 0,1 0-29 0,2-1-30 0,2-1-173 0</inkml:trace>
  <inkml:trace contextRef="#ctx0" brushRef="#br0" timeOffset="-121629.68">11252 5367 126 0,'0'-5'55'0,"0"0"-15"0,0-1-7 15,0 2-8-15,0 1-3 0,2 2 1 0,-1-1-2 0,0 1-11 0,1 1-1 16,-1 0-2-16,1 1 1 0,0 1 0 0,2-1 0 0,0 2-3 0,0 1-3 16,0 0 2-16,2 1-3 0,0 0 1 0,1 0-8 0,1 1-15 15,-1 0-13-15,0 0-15 0,1 1-6 0,-1-1-3 0,-1-1-51 0</inkml:trace>
  <inkml:trace contextRef="#ctx0" brushRef="#br0" timeOffset="-121530.68">11280 5437 131 0,'-7'0'60'0,"-2"-1"-19"15,-2 1-13-15,1 1-5 0,1 1-4 0,0-1-6 0,2 1-4 0,0 1-3 16,1-1-4-16,2 1-6 0,0 0-8 0,1 0-6 0,1 1-8 0,1 0 4 16,1 0-2-16,0 1 1 0,0 0-16 0,1 0-22 0,1 0-22 15</inkml:trace>
  <inkml:trace contextRef="#ctx0" brushRef="#br0" timeOffset="-116562.45">24313 13960 1020 0,'-9'9'155'0,"2"0"-59"16,-3 2-31-16,2-4-15 0,2-2-6 0,0-1-22 0,1-2-19 16,1 1-11-16,0-2-3 0,1 0-1 0,-1 0 6 0,2-1-2 0,-1-1-4 15,2 1-3-15,-1-1-5 0,1 0 1 0,-1-1-1 0,1-1 0 0,0 0 1 16,0 0 1-16,0 0 3 0,1-2 8 0,0 1 1 0,1 0 4 16,0 0 7-16,0 1 1 0,1-1 7 0,-1 1 6 0,1 0 0 0,-1 0 4 15,1 1 4-15,0 0 2 0,0 1 10 0,1-1-1 0,0 1-4 0,1-2-1 16,0 3-8-16,1-3-2 0,1 1-7 0,0-1 3 0,1 0-2 15,1-1 4-15,1 1 0 0,0 1-3 0,2-1-2 0,1 1 3 0,1-1-5 16,0 1 2-16,1-1 1 0,1 1-12 0,2 1 3 0,1-1 0 16,-1 1-4-16,2-1 5 0,1 0-5 0,1 1 2 0,2 0-2 0,-1 0-3 15,1 0 0-15,2-1-1 0,-1 0 4 0,0 0-8 0,1 0 4 0,-1-1 3 16,2 1-6-16,-1 1 5 0,2-2-2 0,-2 1-6 0,1 0 2 16,0 1-5-16,-3 1-6 0,2 0 0 0,0 1-8 0,1 2 0 0,2 1-2 15,-1-1-5-15,2 3-6 0,-2 2 1 0,3 0-12 0,-1 3 2 0,0 1 1 16,-1-1 6-16,1 1 16 0,0 2 7 0,-1 1 6 0,0 2 4 15,1 1 2-15,-1 1 0 0,1 2 6 0,-1-2 5 0,-2 1 1 0,0 0 4 16,-5-1-2-16,1 2-5 0,-2 0 6 0,-2-2 0 0,1 1 2 16,-1 0-1-16,-1 0-3 0,0 1 1 0,-1-1-2 0,-2-2 5 0,-2 1-2 15,1 0-5-15,-2-2 3 0,1 2 0 0,-1-1 2 0,0 1-1 0,-3-1-2 16,0 2-2-16,0-1-2 0,-2 1 0 0,-1 0-10 0,0 2-1 16,-2-3-1-16,-1 2-1 0,-1-1 8 0,-3 0-1 0,-2 3 1 0,-1 0-2 15,-1-1 7-15,-2 2-1 0,-1-1-5 0,-2 0 5 0,-3 0-5 0,-2 0-1 16,-1 1 6-16,0 1-1 0,1 0 2 0,-2 2 0 0,0 0 2 15,-1 1 7-15,-1-3 9 0,0 0-3 0,1 1 0 0,0-1-8 0,-1 1-6 16,1 1 12-16,-2-2-5 0,0 0 12 0,2-1 8 0,-2-2 2 16,2-1 10-16,0-1-6 0,-1 0-4 0,2-3-10 0,0-1 0 0,0-2-2 15,0-1 1-15,-1-2-1 0,1-3-9 0,0 0-4 0,-1-3-6 0,1-1 1 16,-1-2-4-16,0 0 3 0,-1-2 2 0,0 0-6 0,-2-2 4 16,1-1-4-16,-1-1 0 0,0 0-1 0,0-1 1 0,0-1 1 0,0 1-1 15,1 0 8-15,1-1-6 0,0 1-3 0,1-1 4 0,-1 1-2 0,-1-1 7 16,1 0-3-16,-1 0-3 0,1-1 4 0,3-1-2 0,0 1 3 0,1-1 2 15,0 0-2-15,0-1 2 0,0-1 4 0,-1-1 2 0,2 2-11 16,-1-2-4-16,1-1 0 0,0-1 7 0,1-3 5 0,-1 1 1 0,0-1 1 16,0-1-13-16,1 0 1 0,2-1 2 0,-1-1-2 0,0 0 2 15,1 2-1-15,2-1-4 0,1 1 5 0,1 0-4 0,0 1 3 0,1-2 0 16,1 0 2-16,-1 0-2 0,2-1 0 0,0 1-2 0,0 1-5 0,1 1 7 16,1 0 1-16,-1 0-1 0,0 0 0 0,0 0-1 0,0-1-2 15,0-1 0-15,1 0 4 0,0-1-7 0,0 0 2 0,-1 0 1 0,1 0-3 16,0 0 4-16,0 0-4 0,2 0-7 0,-1 0 16 0,1 1-8 0,1 0 11 15,0 0 5-15,2-1-16 0,0 3 1 0,0-1-5 0,1 1 3 16,0 1 3-16,1 1-2 0,1 0 1 0,-1 1-1 0,2 2-1 0,-1-1 3 16,0 2 5-16,0-2-5 0,0 1 0 0,0 1 3 0,0 0-2 15,0 1 1-15,0 2-4 0,0-1 4 0,1 0-1 0,-1 1 4 0,1-1-2 16,-1 1 0-16,0 1-2 0,-1 1-4 0,-1 0 6 0,0 3-3 0,1-2 3 16,-1 2 2-16,0-1-7 0,0 2 4 0,0-1-2 0,-1 1 1 15,0 1-1-15,-1 0-1 0,1 1-1 0,0-1 4 0,-1 0 1 0,1 1-2 16,0 0 1-16,-1 1-2 0,1 0 0 0,-1 0-3 0,0 0 4 0,0 0-2 15,0 0 1-15,0 1-2 0,0 0 2 0,-1 1-1 0,1 0-2 16,0 0 3-16,1 1-3 0,-1-1 3 0,-1 0 1 0,1 1-2 0,-1-1 1 16,1 0 0-16,0 0-2 0,0 0 2 0,-1-1-3 0,1 1 0 15,0-1 3-15,-1 1 0 0,1-1 0 0,-1 1 0 0,1-1-1 0,-1 0 1 16,1 0 1-16,1 0-1 0,-1 0-1 0,0 1 2 0,-1-2-1 0,0 1 0 16,0-1 2-16,1 0-4 0,-1 1 1 0,0-1-1 0,0 0 4 15,0 0 1-15,1-1-3 0,0 1-2 0,0 0-5 0,0 0 2 0,-1-1 2 16,1 0 2-16,-1 0-7 0,1-1-2 0,0 0-2 0,0 0-3 15,0 1 2-15,0-2-1 0,1 1-3 0,-1 0 3 0,1 0-2 0,-1-1 3 16,1 0-1-16,1 0-2 0,0-1 0 0,-1-1 3 0,1 1 0 0,0 0 2 16,0-1 2-16,1 0 1 0,-1 1-2 0,0-2 7 0,1 2 1 15,-2-1 0-15,1-1-1 0,0 2-2 0,-1-1 5 0,0 0-2 0,1 1 2 16,-1 0 2-16,1-1-6 0,-2 2 4 0,1-2 0 0,0 2-3 0,0-1-2 16,0-1 2-16,1 1 0 0,-1 1 3 0,1-1-4 0,0 0-2 15,-1 0 5-15,1 0-5 0,0 0 1 0,0 0 1 0,1 0-3 0,0-1 4 16,-1 1-1-16,1 0-2 0,-1 1 5 0,1 0-6 0,-2 0 5 0,1 0 1 15,1 0-6-15,-1 1 8 0,1-1-1 0,0 1 0 0,-1-1 0 16,0 0-1-16,0 1 0 0,-1 0-1 0,1 0 5 0,0 1-2 0,-1 0 2 16,0-1 4-16,0 1-7 0,-1-1 4 0,1 0-2 0,-1 1-1 15,0 0 2-15,0-1 0 0,1 1-3 0,-1 0 1 0,0 0-1 0,0 0 1 16,0 0 8-16,0 0-6 0,1 0 2 0,-1 1-3 0,0-1-1 0,0 1 2 16,-1-1 0-16,1 0-2 0,0 1-1 0,0 0 4 0,-1 0-2 15,1 0 3-15,-1-1-5 0,1 0 3 0,-1 1 3 0,0 0-8 0,0 0 4 16,1 0-2-16,-1 0-2 0,1 0 2 0,-1 0 0 0,1 1-3 15,-1-1 2-15,1 0 7 0,-1 0-5 0,0 0 0 0,1 0 1 0,0 0-6 16,0 0 5-16,-1 1-2 0,1-1 1 0,-1 0-2 0,1-1 1 0,0 1 1 16,0-1-3-16,0 1 3 0,0-1 0 0,0 0-3 0,0 1 6 15,1-2-7-15,0 1 0 0,-1 0 5 0,1 0-7 0,0 0 8 0,-1 0-1 16,1-1-6-16,-1 2 7 0,1-1-3 0,0-1 1 0,0 1 1 0,0 0-5 16,0 0 0-16,0 0 0 0,-1-1 5 0,1 1-1 0,0-1-3 15,0 0 3-15,0 1-2 0,-1-1-1 0,1 1 1 0,0-1-6 0,0 1 0 16,0-1 4-16,0 0-2 0,1 0-1 0,-1 0 3 0,0 0-4 0,0 0 2 15,0-1 2-15,1 1 0 0,-1 0 0 0,0 0 2 0,1-1 0 16,-1 1-1-16,1-1 3 0,-1 1 4 0,0 0-8 0,-1 0 1 0,0 0 0 16,1 0-2-16,0 0 4 0,0 0 1 0,-1 0 0 0,-1 0-3 15,1 0 3-15,0 0 0 0,0 0-3 0,0 0 2 0,-1 1-3 0,1 0 0 16,0 0 1-16,-1-1-3 0,0 1 0 0,1-1-2 0,-1 1 1 0,1 1 1 16,0 0 4-16,-3-1-1 0,2 0-5 0,0 0 1 0,0 0 5 15,0 0 2-15,-1-1 0 0,1 1 0 0,-1-1-6 0,1 1 5 0,-1-1 2 16,0 1 5-16,1 0-4 0,-1 0 0 0,1 1-4 0,-1-2 0 15,0 1 3-15,0 0 2 0,0 1 1 0,0-1 0 0,0 1 0 0,0 0-6 16,0-1 0-16,0 2 4 0,1-1-7 0,-1 0-2 0,0 1 1 0,0-1-2 16,0 1-2-16,0 0 0 0,0 0-4 0,0 0 0 0,0-1 1 15,0 0 1-15,0 0 0 0,0 0-4 0,-1 0 1 0,0 1-1 0,0 0 4 16,1 0-2-16,-1 0 1 0,1 0 1 0,-1 0 1 0,0 0-2 0,1-1 1 16,-1 1-1-16,0-1 0 0,1 1 3 0,0-1-3 0,0 0-1 15,-1 0 3-15,1 1-3 0,1 0 6 0,-1-1 0 0,0 1 0 0,0-2 3 16,0 1-2-16,1 0 2 0,-1 0 3 0,0 0 1 0,1 0-4 0,-1 0-1 15,0 0 1-15,1 0-5 0,-1 0 3 0,1 0-3 0,0 1-6 16,0-1-4-16,0-1-11 0,0 0-10 0,1 1-12 0,-1-1-9 0,0 1-3 16,1-1-12-16,-1-1-5 0,0 0-7 0,1 0-3 0,0 0 6 15,-1-1 3-15,1 0 3 0,0 0 0 0,1-2 0 0,-1 1 8 0,0-1 8 16,2 0-70-16</inkml:trace>
  <inkml:trace contextRef="#ctx0" brushRef="#br0" timeOffset="-112329.83">9797 6995 33 0,'-5'-13'20'0,"1"-1"1"0,0-5 5 0,1 2-2 16,2 1-3-16,1-2-5 0,0 1-7 0,2 0-3 0,-1-2 1 0,2 0-1 16,0 0-1-16,1 0 1 0,1 0-2 0,0 0 0 0,1 1 1 15,1-1 0-15,1-1-2 0,2 0 2 0,-1-3-1 0,1-1 1 0,2 1-1 16,0-2 0-16,1 3-2 0,1-2 0 0,0 0 0 0,3 0 1 0,0-1 4 16,1 2 4-16,-1-1 2 0,2 1 0 0,0 1-3 0,0 1 3 15,1-1 2-15,3 2 2 0,-2-1 2 0,3-1-1 0,0 3 1 0,1-2 2 16,2 2 3-16,0 0 1 0,3 1 4 0,1 1 2 0,2 2-3 15,-1 0 1-15,2 0-4 0,1 0-1 0,1 2-2 0,3-2-1 0,1 2-3 16,2-1-2-16,2-1-2 0,1 1-2 0,1 0 0 0,-1 1 0 0,3 2-2 16,1 0-3-16,-1 2 1 0,1-1-4 0,0 2-3 0,-1 0 3 15,-2 2-2-15,-1 2-1 0,0 1 3 0,-2 1-2 0,-2 1 0 0,-2 3 0 16,0 1-1-16,-6 3 1 0,-1 2-1 0,-5 2 1 0,-3 2 0 0,-2 1 3 16,-4 3-1-16,-3 3 5 0,-2 2-1 0,-3 0 0 0,-3 3 1 15,-4-2-1-15,-3 3 1 0,-3 2 0 0,-2 0-2 0,-4 3-1 0,-3 0-1 16,-2 2 2-16,-2-2 0 0,0-1-4 0,-2-1 2 0,0-1 2 15,0-1 4-15,-3 0 5 0,-1 0 1 0,0-1-4 0,-4 0-3 0,0-2 3 16,-1 1-4-16,-2-1-1 0,0 0 2 0,-2 1-5 0,1-3 3 0,-4 2-1 16,0-2-2-16,0-4-2 0,-2 0 4 0,1 0-4 0,-2-2 2 15,-1-2-1-15,0 0-3 0,-3-1 2 0,2-2-2 0,1 0 2 0,-1-2-1 16,2-1 4-16,1-1 5 0,2-3 6 0,2-1 6 0,3-3 1 0,1-1-4 16,3-2 3-16,2-2-6 0,1 0-2 0,4-3 1 0,2 0-8 15,1-1 1-15,3 0-3 0,2-2-3 0,1 1 2 0,1-2 0 0,2-1-1 16,1-1 1-16,2 0-3 0,1 0-1 0,2-1 0 0,2 0-1 0,1-1-1 15,2 1-2-15,1 0-6 0,1 1-7 0,1 1-8 0,1 0-11 16,0 1-12-16,2 0-16 0,1 0-9 0,1 1-14 0,2-1-12 0,0-2-8 16,2 1-5-16,2-1-2 0,0 0-1 0,3 0 5 0,2-1-134 15</inkml:trace>
  <inkml:trace contextRef="#ctx0" brushRef="#br0" timeOffset="-110746.29">15912 6058 151 0,'-8'-11'32'0,"-1"-2"-15"0,0-3-4 16,0 3-2-16,0 1-7 0,-1 1-3 0,-1 0-4 0,-2 3-4 0,0 0-4 15,-3 3-5-15,-3 0-7 0,-1 1-13 0,-3 1-81 0</inkml:trace>
  <inkml:trace contextRef="#ctx0" brushRef="#br0" timeOffset="-110195.46">14707 5914 6 0,'-37'2'4'0,"-4"1"0"16,-10 1-2-16,4 1 0 0,5 0-3 0,0 1 1 0,-1 1 0 0,1 0 2 16,1 3 0-16,1 1 6 0,0 1 8 0,2 2 7 0,0 0 5 0,0 1-1 15,1 1-5-15,1 2 3 0,1-1 3 0,2 3 0 0,2 1-1 16,2 1-12-16,-2 1-6 0,5 2-5 0,-1 0-2 0,3 1 0 0,3 0-5 15,1 0-1-15,3 0-2 0,2 1-1 0,1 0 3 0,2 1 0 0,2 0-1 16,2-1 2-16,2 1-2 0,2-2 0 0,1 0 2 0,1 0 0 16,2 0-1-16,2 1 2 0,1-3-1 0,0 1 2 0,3-4 1 0,2-1 0 15,1-1 0-15,2-1-1 0,1-2-1 0,0 1 1 0,2-1 1 16,0 0 3-16,0-2-2 0,1 1 3 0,0-2 0 0,2-1 1 0,1-1 2 16,-1 0 1-16,2 1 3 0,2-1 1 0,0 0 3 0,1-1-1 0,1-3 0 15,-2 0 1-15,2 1-3 0,2 0 1 0,0 2-3 0,2 0 0 16,-1-1 5-16,1-1-4 0,-2 0 4 0,2-1-1 0,1 0-4 0,0-1-1 15,3-1 1-15,1-1-2 0,3-2 3 0,1-2 2 0,1 0-3 0,3-1 1 16,1-1-4-16,1-1 1 0,2-1-5 0,-1 0 0 0,3-1-1 16,0-1-2-16,2-1 4 0,0 0-6 0,-2 1 1 0,1-1-1 0,1-1 0 15,1 0 4-15,-2 0 3 0,1 0 0 0,0 0-1 0,0 0-1 16,-1-1-3-16,1-1-2 0,-1-2-2 0,1-1 0 0,-1 0 0 0,-2 0-1 16,-2-1 1-16,1-1-1 0,1-2 4 0,-3 1 2 0,-1-2 1 0,1-1 1 15,-3 1-1-15,0-2-1 0,-1-2 3 0,-2 1 0 0,-2-1 2 16,1 0 3-16,-1 0-1 0,-2 0 2 0,-3 0 1 0,-1 1 0 0,-3 0 0 15,-1 1-3-15,0 0 2 0,-3-1 0 0,0-1-2 0,-1 2 0 0,-2-2-1 16,-2 1-4-16,-1 0 3 0,-1-1-1 0,-2-1 2 0,-4 0 4 16,0-2-5-16,-2 1-1 0,-3-2-3 0,-1 1-4 0,-2-2 1 0,-1 1-1 15,-2 1-4-15,-1 0-1 0,-2 1 1 0,-1 0-3 0,-5-1 0 0,-1 1 3 16,-5-1-1-16,0 1 6 0,-3 2 3 0,-3 1 5 0,0 4 3 16,-3-2 4-16,0 2 0 0,0-1 0 0,-2 1 0 0,-1 1-1 0,-1 2 0 15,0 2-2-15,-1 2-7 0,3 0-2 0,-2 3-5 0,2 0 0 16,-2 4 2-16,0 0-3 0,-1 1 3 0,1 3-5 0,0 1-4 0,0 0-8 15,0 2-8-15,0 1-6 0,-1 2-3 0,-1 1-3 0,1 0 0 0,-2 1 2 16,3 1 4-16,-2 1 1 0,0 1 5 0,1-1-1 0,3 0-1 16,2 1 0-16,3 0-4 0,0-1-2 0,1 1 3 0,0-1-2 0,0 0-7 15,1 2-64-15</inkml:trace>
  <inkml:trace contextRef="#ctx0" brushRef="#br0" timeOffset="-107512.72">9384 7642 166 0,'-20'-11'36'0,"1"0"-27"15,-6-2 8-15,5 2 6 0,5 2 2 0,0 0-1 0,1 2-2 16,1 0-7-16,3 1 1 0,1 1-3 0,0 0-5 0,2 1 0 0,0 1-2 16,2 1-3-16,1 0 1 0,2 0-1 0,1 0-4 0,0 1-1 15,2 0-1-15,2-1 1 0,1 0 2 0,1-2 0 0,2 0 3 0,1-1-1 16,2-1 1-16,2-1 0 0,1-1-1 0,3 0-1 0,2 0 2 0,0-2 1 15,1 0 3-15,2-1 2 0,1 1 1 0,2-1 0 0,1 1 4 16,1-1 0-16,3 0 5 0,-1 0 3 0,2 0 5 0,2-1 6 0,3 2 4 16,2-1 2-16,0 0-1 0,2 2-3 0,0-1 1 0,3 4-3 0,0 0 3 15,4 3 1-15,1 1-3 0,2 0-5 0,4 3-10 0,-1 2-5 16,3 1-2-16,1 4-1 0,1 4-2 0,-1 4-2 0,1 3-3 0,-1 3-3 16,3 2-1-16,3 1 2 0,2 2-3 0,2 3-1 0,1 1 0 15,2 2-7-15,-1 3-1 0,-1-2-4 0,0 1 2 0,-3-2-1 0,-1 0-2 16,1-3 4-16,-2 0-6 0,-2-5 0 0,-2-1 1 0,-2-2 0 0,-4-4 2 15,-2 0 6-15,-6-1 0 0,-3-3 6 0,-4 1 1 0,-6 1 0 16,-2-1 3-16,-5 0 0 0,-7 1 2 0,-3 0 1 0,-5-1 6 16,-4 0 0-16,-5 3 4 0,-4 0-1 0,-4 1-4 0,-5 5-3 0,-4 0-5 0,-4 1-1 15,-5 1-5-15,-3-1-4 0,-4 0-4 0,-3 1 4 0,-6-3 0 16,-4 0-1-16,-3-1 4 0,-4-1-6 0,-2-3 3 0,-2-1 8 0,-4-3 0 16,0 0 6-16,-3-3 6 0,0-1 3 0,0-2 10 0,-1-2 4 15,3-2 3-15,-1 0 3 0,2-2 0 0,2-1 0 0,3 0-2 0,3-2-3 16,4-1-2-16,1 0-3 0,5-1-3 0,4 1-2 0,2-3-6 0,6 0-3 15,-1-2-4-15,3-2-4 0,2-1 1 0,3-1 1 0,4-2 4 16,2 1 4-16,3-2 2 0,2-2 5 0,2-1 0 0,2 0-10 0,1-2 1 16,1 0 2-16,3 1-4 0,0-2 6 0,1 0-1 0,1 0-8 0,1 0 2 15,2 1-2-15,0 2-2 0,1 0-2 0,0 2 0 0,0 2 0 16,1 2 2-16,0 3-7 0,1-1 2 0,1 1-2 0,0 0-3 0,1 1-2 16,2-1-10-16,-1 0-8 0,1 1-23 0,2-1-24 0,0 0-36 15,3 0-41-15,1 0-25 0,2-1-7 0,1 0 8 0,4-1 17 0,1-1-101 16</inkml:trace>
  <inkml:trace contextRef="#ctx0" brushRef="#br0" timeOffset="-100362.53">12185 14247 716 0,'-8'6'378'0,"0"-2"-269"0,-2 2-3 16,1-1-30-16,2-3-18 0,1 1-22 0,-1-1-24 0,1 0-17 0,0 0-13 16,0-1-12-16,0 1-14 0,1-1-16 0,-2 1-13 0,0 0-13 0,0-1-7 15,0 0 1-15,0 0 7 0,1-1 2 0,0 1 2 0,0-1-2 16,1 0-1-16,-1-1 5 0,-1 0-1 0,0-1 3 0,0-2 7 0,2-1 1 15,0-1-104-15</inkml:trace>
  <inkml:trace contextRef="#ctx0" brushRef="#br0" timeOffset="-100243.53">12024 14161 341 0,'-2'1'61'0,"1"0"-30"16,-1-1-17-16,1 0-10 0,2 1-10 0,0-2-11 0,1 1-12 0,0-2-12 15,1 0-13-15,0 0-20 0,-1 0-60 0</inkml:trace>
  <inkml:trace contextRef="#ctx0" brushRef="#br0" timeOffset="-99827.53">12207 14029 709 0,'-8'4'465'0,"-1"1"-334"0,-3 2-8 0,2-1-19 0,2 0-19 0,2-1-13 16,1 1-27-16,0 0-22 0,2 1-8 0,-1 1-9 0,1-1-3 0,0 2-4 15,0-1-2-15,1 1-5 0,-1 2 3 0,0-1-4 0,1 3 6 16,0 2 1-16,0 2 3 0,1-1 1 0,0 3 2 0,0 1-1 0,0 0-2 16,0 1 3-16,1 1 2 0,0-1 1 0,-1 2 3 0,1 0-4 0,-1-1-3 15,0 1 4-15,0-1-2 0,0 1-5 0,0 0 0 0,0-1-1 16,0 0-11-16,1 1 12 0,0-1-3 0,1 2 2 0,1-1 11 0,-1 1-10 16,1-1 0-16,0-1-2 0,1 1-2 0,-1-3-3 0,0-2-8 0,0 0-4 15,1-2-6-15,0-1 0 0,0-3 5 0,0-1-1 0,1-2 10 16,-1-2-1-16,-1-1 2 0,1-3-2 0,-1-1-15 0,1-1-11 0,-1-1-11 15,1-2-7-15,-1-2-7 0,0-1 1 0,1-4 1 0,1-1 1 16,-1-5 1-16,0-1-2 0,1-4-10 0,-1-4-3 0,1-1-14 0,-2-4-4 16,0 0-2-16,0-2 1 0,-1 2 10 0,1-1 7 0,-1 2-4 0,-1-1 3 15,1 2-137-15</inkml:trace>
  <inkml:trace contextRef="#ctx0" brushRef="#br0" timeOffset="-99611.53">12160 14552 429 0,'-7'10'147'0,"0"3"0"0,-2 3 4 16,1-1-15-16,1 0-23 0,-1-1-29 0,0 1-22 0,0 1-16 0,-1-1-13 15,0 0-9-15,0 0 0 0,0-1-8 0,0 0-7 0,0-1-10 0,-2-1-18 16,0 0-12-16,-1 0-11 0,1 0-7 0,0-1-8 0,1 1-6 16,0-1-1-16,0 0-7 0,0 0 6 0,0-1 7 0,0 0 8 0,2 0 15 15,-1 0 17-15,2 0 12 0,0-1 18 0,1-1 16 0,1-2 13 16,0 1 13-16,1-1 13 0,0 0 7 0,1 0 6 0,0 0 0 0,1-1-1 16,-1 1-1-16,3 0-1 0,-2-1-3 0,1 1-11 0,0-3-12 0,2 1-18 15,-2 1-16-15,2-2-8 0,1 1-17 0,-1-1-6 0,0 0-11 16,2 0-27-16,-1-2-15 0,2-1-29 0,0-1-29 0,2 0-24 0,1-1-34 15,1-3-34-15,2-1-18 0,2-3-55 0,0-3 60 0</inkml:trace>
  <inkml:trace contextRef="#ctx0" brushRef="#br0" timeOffset="-98344.68">27917 5988 1 0,'-16'1'161'0,"4"-4"547"16,2 0 535-16,-1-9-1223 0,3 5-104 0,2 3-17 0,3 0 3 15,1 1 28-15,2 2 36 0,1-1 21 0,0 1 6 0,1 1-5 0,1 0 7 16,2 1-1-16,1-1 6 0,2 1 4 0,-1-1 3 0,1 0 12 0,-2 1-1 16,1 0-1-16,0-1 3 0,2 1-4 0,3-1 1 0,2 0-2 15,2-1 1-15,1 1-4 0,3-3-3 0,0 1-1 0,1 0-5 0,3 0-3 16,1 0-1-16,3 1 1 0,0 1 0 0,0 0-2 0,1 2-3 0,-2 1-3 15,1 3 5-15,-4 1-2 0,0 3-2 0,-4 4-5 0,-5 2-9 16,-1 2-2-16,-5 5 3 0,-3 0 10 0,-5 2 4 0,-4 4 8 0,-5 1-1 16,-4 4-1-16,-5 3 0 0,-3 2 0 0,-5 1-7 0,-2 0 5 15,-5 1 3-15,-1-2 4 0,-3 0 12 0,0-2 2 0,-1-1 9 0,1-1 9 16,0-2 15-16,-1-1 11 0,2-1 9 0,2-4-6 0,6-3-6 0,4-3-11 16,5-3-17-16,5-2-9 0,4-1-11 0,3-2-8 0,4-2-5 15,2-3-2-15,3 0-6 0,3 0-3 0,2-2 1 0,2-1-4 0,1 0-1 16,5-3-12-16,1 0-42 0,0 0 3 0,0-3 12 0,3 0 8 0,4-2 34 15,3-3-14-15,4-1-37 0,0-2-36 0,2-1-40 0,0-2-33 16,0-1-32-16,1-1-16 0,-1 0-6 0,1 0 6 0,-1-2 34 0,2-2-129 16</inkml:trace>
  <inkml:trace contextRef="#ctx0" brushRef="#br0" timeOffset="-98145.67">28916 6632 2406 0,'-2'3'146'0,"0"3"-179"0,1 2 0 16,3 2 2-16,3 2 9 0,1 3 21 0,3 2-4 0,-1 4-16 0,3 2-16 15,1 3-5-15,1 1-3 0,-1-2 12 0,-1 2 15 0,-1-1 11 16,0 0-5-16,-2-1-17 0,-1-2-24 0,-1 0-28 0,-2-1-27 0,1 0-28 16,-1-1-40-16,0-3-54 0,-1-1-72 0,-1-3-33 0,0-2-46 15,0-4 44-15</inkml:trace>
  <inkml:trace contextRef="#ctx0" brushRef="#br0" timeOffset="-97845.68">29474 5825 2638 0,'8'2'31'15,"2"2"-35"-15,7 2 3 0,5 4 6 0,1 3 3 0,7 3-4 0,2 2-4 16,3 5-9-16,1 3-14 0,-1 2-10 0,-2 2-14 0,-1 0-11 0,-5 0-12 15,-4-3-16-15,-5 0-16 0,-5-2-12 0,-5 0-6 0,-4 0 8 16,-5 0 17-16,-2 2 13 0,-4-1 16 0,-2 2 16 0,-3-3 2 0,-3 3 4 16,-2 0-2-16,-1-1-13 0,-1 2-5 0,-2-1 5 0,0 2 15 0,0-1 20 15,-1 0 16-15,0-4 12 0,2-1 4 0,3-1 20 0,3-4 12 16,4-2 17-16,5-2 21 0,2-3 7 0,4-3 13 0,2-2-1 0,3 0-13 16,5-1-16-16,4-2-24 0,5 0-17 0,2-2-20 0,5-3-10 0,3-1-11 15,5-3-16-15,4 0-4 0,1-1-4 0,2 1-2 0,0 0 8 16,0 1 6-16,0 0 3 0,-1 2 7 0,-2-1-5 0,0 0-2 0,-2 2-9 15,-2-1-18-15,-3 2-19 0,-2 1-36 0,-4 0-32 0,-2 1-45 16,-5 0-28-16,-2 2-8 0,-2-1 11 0,-4 3-38 0</inkml:trace>
  <inkml:trace contextRef="#ctx0" brushRef="#br0" timeOffset="-96577.89">28430 7580 1818 0,'-18'1'91'15,"-1"3"-72"-15,-2 0-12 0,0 2-5 0,5 0 4 0,2 1 4 16,-2 1-12-16,1 2-2 0,-1 3 4 0,3 1-1 0,-1 2 10 0,0 3 5 16,1 1-1-16,-1 2 9 0,2 1 9 0,0 2 3 0,2-1-4 0,1 1-4 15,2 0-6-15,3 0-6 0,1 1-1 0,3-1-4 0,3 0-4 16,3 0-1-16,2-1-3 0,4-1 1 0,3-2-1 0,2-1-1 0,3-1 5 15,4-2 1-15,1-2-2 0,4-2 3 0,2-3-2 0,2-3-1 16,2-4 1-16,1-3-1 0,1-3 2 0,1-4 0 0,3-3 4 0,-1-4 2 16,-1-3 2-16,0-1-1 0,-2-3-4 0,1-2-1 0,-2 1-2 0,0-3 0 15,-1 0 3-15,-4-2 1 0,-2 2-1 0,-4 1 2 0,-3 0-3 0,-3 3 2 16,-4-2 1-16,-2 0-2 0,-3 1 2 0,-2-3-2 0,-4 0 2 16,-3 0 4-16,-2-1-4 0,-3 3 8 0,-1-1-1 0,-3 1 1 0,-3 1 6 15,0-1-14-15,-2 2 2 0,-3-1-2 0,-1 2-5 0,-1 2 1 16,0 1-7-16,-1 2-5 0,0 4 0 0,-2 2 1 0,-1 3-1 0,1 3 2 15,-2 1-2-15,-2 3-3 0,2 1 0 0,-2 4-3 0,0 3-3 0,0 3-6 16,-2 2-13-16,0 2-12 0,-3 1-22 0,2 3-26 0,-1 0-32 16,5 1-34-16,0 0-53 0,2-1-61 0,3-2-56 0,2 0-17 0,2-1 29 15,6-2-95-15</inkml:trace>
  <inkml:trace contextRef="#ctx0" brushRef="#br0" timeOffset="-96394.96">29143 7887 2557 0,'4'6'57'0,"3"2"-83"0,4 3-7 0,3 2 5 16,1 1 15-16,3-1 15 0,3 3-1 0,0-1-12 0,1 3-18 16,2 2-21-16,-2-1-6 0,0 1 6 0,-2 2 14 0,-2-1 12 0,-3 2 0 15,-3 1-7-15,-3-1-10 0,-3 1-15 0,-3-3-4 0,-2 2 0 0,0-1-1 16,-2-1-2-16,-2 2-10 0,-1-2-25 0,-2 0-19 0,-1-1-21 16,-1-1-19-16,-1-2-8 0,-1-1-12 0,-1-1 1 0,2-1 10 0,-1-2 14 15,0-2 20-15,2-1-48 0</inkml:trace>
  <inkml:trace contextRef="#ctx0" brushRef="#br0" timeOffset="-96211.96">30097 7439 1671 0,'-2'1'562'15,"-1"2"-548"-15,-1 1-24 0,1 3-2 0,0 2 3 0,1 3 8 0,0 3 1 16,1 5-4-16,-2 4-8 0,1 4-4 0,-1 1-11 0,-1 3 6 15,-1 3 1-15,-2-1 1 0,-1 6 9 0,-2 0-9 0,-1 1-8 0,-3 1-10 16,-3 3-15-16,0-1-27 0,1 2-42 0,-2-2-54 0,0 1-68 16,0-2-62-16,-1-1-19 0,0-2-26 0,0-3 34 0</inkml:trace>
  <inkml:trace contextRef="#ctx0" brushRef="#br0" timeOffset="-95645.97">31159 7444 1230 0,'-1'-2'657'0,"2"0"-642"0,1 0-19 15,0-1 6-15,1 1 12 0,-1 0 8 0,-1 0-1 0,-1 1-20 0,-1 1-12 16,0 0-8-16,-2 1 0 0,-1 0 12 0,-1 1 9 0,-3 1 4 0,-4 1 4 16,-1 1-4-16,-5 1-2 0,-1 3 3 0,-1 2-1 0,-2 3 4 15,0 1-4-15,1 3 4 0,-3 2-3 0,-1 1 6 0,2 3-9 0,-2 3-1 16,1 5-2-16,-2 1 2 0,1 6 8 0,1-1-4 0,2-1-1 16,3 2-8-16,1-1-5 0,4 2-1 0,1-1-3 0,2 1-13 0,4-1-2 15,2-1-3-15,2-2-3 0,2-1 13 0,3-4 6 0,2-5 13 0,3-3 9 16,0-7 8-16,3-2 18 0,2-5 8 0,0-3 19 0,2-2 12 15,-2-4 4-15,2-3 0 0,-1-1-6 0,1-4-18 0,1-1-17 0,-1-3-8 16,2-2-13-16,-3-3-2 0,1-1 1 0,-5-2-7 0,0 1-8 0,-1-3-6 16,-3 0-10-16,-2 0-4 0,-2-1-8 0,-3 1-4 0,-2-1-8 15,-3 2-5-15,-3 1-3 0,0 1 0 0,-4 2-4 0,-2 3-4 0,-2 3-1 16,-2 3-7-16,-3 3 2 0,-2 2 2 0,-3 2-8 0,-2 2-16 0,-4 2-30 16,-2 0-54-16,-4 2-72 0,-4 2-53 0,-5 1-24 0,-6 5-144 15</inkml:trace>
  <inkml:trace contextRef="#ctx0" brushRef="#br0" timeOffset="-95444.97">28863 8819 2839 0,'-5'5'40'0,"1"0"-83"16,1 2-12-16,6-1 16 0,5 0 19 0,5 0 22 0,4 2-10 0,8-1-36 16,5-1-4-16,7-1-7 0,7-3 16 0,4 0 23 0,4-2 5 15,4 0 10-15,3-2 10 0,4-3-4 0,2-1-7 0,3-3-7 0,4-4-11 16,3-1-5-16,1 0-3 0,4-3-6 0,2 0-9 0,2-1 0 15,2 0 1-15,2 0 5 0,1 1 7 0,2 2 8 0,-1 2 3 0,0 3 5 16,-3 2-4-16,-1 1-6 0,-3 2-7 0,-3 1-19 16,-1 2-9-16,-4 1-20 0,-4 3-22 0,-2 0-19 0,-4 2-28 0,-2 1-22 0,-4 2-36 15,-2 1-37-15,-2 1-16 0,-1 2-2 0,-1 1-64 0</inkml:trace>
  <inkml:trace contextRef="#ctx0" brushRef="#br0" timeOffset="-95078.97">30693 9486 2539 0,'-9'24'73'0,"1"3"-106"0,-3 5-13 0,4 0-12 16,3-3 12-16,1 0 17 0,5-1-17 0,3 2-52 0,1-2-42 0,2 0-19 15,2-2 22-15,2-2 42 0,0-2 48 0,3-5 32 0,1-2 14 16,0-3 10-16,0-4-4 0,2-3 0 0,-2-3 0 0,2-3 1 0,0-3 14 16,1-3 6-16,2-1 10 0,0-3 12 0,2 0 7 0,-1 1 4 15,-2-3 13-15,0-1 6 0,-1 1-5 0,-2 0 2 0,0 2-18 0,-1 0-9 16,1 2-12-16,-3 1-10 0,2 2 0 0,-2 2-7 0,-2 2-4 0,-2 3-1 16,-2 1 0-16,-1 3 0 0,-2 1 5 0,-1 3-5 0,-2 2 2 15,0 2-3-15,-1 2-1 0,-2 4-5 0,0 2-3 0,-4 2-8 0,-1 1-4 16,-1 1 0-16,-2 3-6 0,1 2-1 0,-5 0-7 0,-2 2-4 0,1 0-4 15,-1-2-5-15,1-2-10 0,0 0-14 0,1-4-14 0,0 1-21 16,3-3-22-16,-2-2-21 0,0-2-32 0,1-2-36 0,0-3-29 0,-1-1-39 16,1-3-5-16,-2-1 21 0,-2-4-140 0</inkml:trace>
  <inkml:trace contextRef="#ctx0" brushRef="#br0" timeOffset="-93844.96">29634 9811 2072 0,'-6'17'44'0,"-1"2"-81"16,0 3-35-16,2 0-3 0,3 0 19 0,1-1 22 0,2 3 16 0,1 1-17 16,2 2-15-16,1 0-3 0,2-3 10 0,0 0 17 0,2-2 26 0,1-3 7 15,1-2 5-15,1-3 0 0,1-3-14 0,0 0-5 0,0-2-12 16,0-1-1-16,0-2 4 0,0-2 8 0,1-1 7 0,-2-2 15 0,1-1 13 15,-2-2 6-15,2-1 10 0,0-1 3 0,-2-2-3 0,1-1 4 0,-3-1-13 16,0-2-9-16,-1 0-5 0,0-3-7 0,0-2-4 0,0-2-2 16,-1-2-4-16,-1-1-1 0,-1 0 0 0,0-1-4 0,-2-1-2 0,-1-1 0 15,-2 1 6-15,0-1 3 0,-1 0 6 0,-2 2 3 0,1-1 3 16,-1 0 2-16,0-2 1 0,-1 0-1 0,0 1 3 0,-2 0-5 0,1 1 0 16,-1 1-4-16,-2-1 0 0,0 1-2 0,-1 1-5 0,-2 1-2 0,1 2-4 15,-4 3-5-15,-1 0-3 0,-2 2-3 0,-1 2-1 0,-1 0 0 16,-2 4-4-16,0-1-7 0,-4 2-14 0,0 1-13 0,0 1-16 0,-3 2-19 15,2 2-10-15,-3 1-17 0,2 1-22 0,-1 3-33 0,2 3-55 0,-2 1-29 16,-1 5-18-16,-1 5-180 0</inkml:trace>
  <inkml:trace contextRef="#ctx0" brushRef="#br0" timeOffset="-93611.96">28791 9960 2151 0,'-5'26'710'0,"2"0"-740"0,0 6-53 0,3-2-19 15,4-3 14-15,2 2 39 0,3 3 29 0,1 3-16 0,2 2-46 16,0 2-34-16,2-2-24 0,-2-2-11 0,0-1 7 0,-2-3-17 0,0 2-39 15,-2-3-48-15,-1 0-54 0,-1-1-19 0,-1-4-147 0</inkml:trace>
  <inkml:trace contextRef="#ctx0" brushRef="#br0" timeOffset="-93444.97">29425 10469 2219 0,'0'22'115'16,"1"4"-104"-16,1 5-38 0,1-1-3 0,0-2 12 0,0 3 13 0,1 2-38 16,1 4-83-16,0-1-105 0,0 2-107 0,1 0-92 0,-2 1-7 0,-1 3-93 15</inkml:trace>
  <inkml:trace contextRef="#ctx0" brushRef="#br0" timeOffset="-91477.85">12529 14231 6 0,'-2'-2'7'0,"-1"0"1"0,1-1 3 0,-1 1 5 0,1-1 6 0,1 1 10 16,-2-1 9-16,1-1 2 0,1-1 4 0,-1 1-1 0,0-1-7 15,0 2 0-15,1-1 2 0,-1-1-3 0,1 1-1 0,-1-1 0 0,1 1-2 16,0 0-1-16,-1 0-2 0,1 1 0 0,-1 1-7 0,0 1-1 0,0 0-5 16,-1 0-6-16,1 1-5 0,0 1-5 0,0-1-2 0,0 2-2 0,-1 0-1 15,1 1 3-15,-1 0-3 0,-1 1 10 0,0 0 4 0,-1 1 7 16,0-1 16-16,1 0 7 0,0 0 17 0,-2-1 10 0,2-1 11 0,-1 2 2 16,0-2-4-16,1 2-5 0,0-1-13 0,0 0-5 0,2-1-19 0,-2 0-14 15,2-1-17-15,0 1-10 0,0 1-6 0,2 0-13 0,-1 0-5 16,1 1-14-16,0 2-8 0,0 2-13 0,2 1-15 0,-1 1-20 0,1 1-30 15,1 2-28-15,0 2-16 0,0 3-10 0,1 2-153 0</inkml:trace>
  <inkml:trace contextRef="#ctx0" brushRef="#br0" timeOffset="-91194.42">12431 14846 1025 0,'-11'4'282'0,"2"1"-157"0,0 0-17 0,3-1-15 0,2-2-8 16,1-1-30-16,1-1-35 0,2 0-25 0,0 0-14 0,0-1 2 0,0 1-9 15,1-1-1-15,-1 1-8 0,0 0-8 0,1-2 3 0,0 2-2 16,1 0 6-16,-1 0-4 0,1 0-4 0,0 1-3 0,-1 0 0 0,2 0 1 15,-2 0 5-15,1 1 7 0,-1 3 7 0,-1 0 10 0,1 1 0 16,-1 1-1-16,0-1-12 0,-1 2-18 0,0-1-19 0,0 1-17 0,0 0-11 16,1-1-12-16,0 1-8 0,1-1-14 0,0 1 3 0,0-2-141 0</inkml:trace>
  <inkml:trace contextRef="#ctx0" brushRef="#br0" timeOffset="-91028.42">12368 15118 396 0,'-3'5'73'0,"-1"2"-74"0,1 3-14 16,3 0-17-16,1-2-29 0,1 0-42 0,0-1-117 0</inkml:trace>
  <inkml:trace contextRef="#ctx0" brushRef="#br0" timeOffset="-90877.8">12543 15033 947 0,'-3'-1'69'0,"0"-2"-100"0,1-3-35 0,4-4-43 0,3-4-53 16,3-6-79-16,3-10-97 0</inkml:trace>
  <inkml:trace contextRef="#ctx0" brushRef="#br0" timeOffset="-90577.77">14979 6558 876 0,'-17'-16'33'0,"0"1"57"0,-2-3-13 16,4 7-14-16,6 1-25 0,-1 3-16 0,1 1-11 0,1 0-9 0,0 2-3 15,0 1-11-15,0 0-11 0,0 1-8 0,0 1-13 0,0 1-8 16,-2 0-12-16,-1 0-6 0,-1 0-13 0,0-1-7 0,-1-1 2 0,-2-1-14 16,-2-2-73-16,-2-4-123 0</inkml:trace>
  <inkml:trace contextRef="#ctx0" brushRef="#br0" timeOffset="-90378.84">13815 6381 96 0,'-11'3'6'0,"-2"2"1"0,-2 1-2 15,3 0-2-15,2 0-3 0,1-1-3 0,-3 0-1 0,0 0-5 16,-1 0-9-16,-2-1-25 0</inkml:trace>
  <inkml:trace contextRef="#ctx0" brushRef="#br0" timeOffset="-89745.33">12968 6414 85 0,'0'-7'53'0,"2"1"-8"16,1-2-6-16,0 1-11 0,2 1-7 0,1 1-7 0,1-2-6 0,1 1-1 15,1 0-4-15,0 1 0 0,2 2 0 0,-1-1-4 0,0 2-1 16,0 0-1-16,-2 1-4 0,1 0 0 0,-3 1-1 0,1 0 1 0,0 0 1 16,-1 0 3-16,0 0 0 0,0-1 2 0,-1-1 1 0,0 0 4 0,0-1 4 15,-1 0 5-15,0-1 2 0,-1 0 9 0,0 0 1 0,0-2 4 16,-2-1 7-16,0-1 6 0,-1-1 3 0,-1 1 5 0,1-1-1 0,-1-1-6 16,0 0-4-16,0-1-7 0,0 1-5 0,0-1 1 0,0-1-5 0,2 1 0 15,-1-3-2-15,2 1-8 0,2-2-1 0,0 1-2 0,3 2-2 16,2-2 4-16,1 0-1 0,1-1 0 0,2 2-1 0,1-1 0 0,1 1 0 15,0 0 3-15,1 0 3 0,1 0 2 0,1-1 2 0,2 1-2 16,-1 1-1-16,2 1-1 0,3 2-6 0,2-1 1 0,4 1-7 0,2 0-1 16,4 2 1-16,0 0-3 0,2 1 0 0,4 2-2 0,0 2 1 0,2 0-1 15,1 2-1-15,1 0-1 0,0 3 0 0,0 0-3 0,0 4 1 16,0 1-3-16,-1 3 0 0,0 3 2 0,0 2-3 0,-1 2 2 0,-3 3-2 16,0 3 0-16,-1 0 1 0,-2 1 6 0,-1-3-1 0,-3 2 0 15,-1-1 2-15,-3 0 1 0,-3 2 2 0,-3-1-2 0,-4 2 0 0,-4-1-5 16,-5 0 4-16,-4-1-6 0,-6-1 2 0,-5 1 9 0,-7 1-5 0,-6 2 7 15,-7 2-4-15,-6 1-6 0,-7 1-1 0,-5 0-1 0,-5 0 2 16,-5-1 2-16,-5 3 2 0,-3-2-3 0,-4 2 1 0,-1-2-3 0,-4-1-3 16,-2-2-1-16,2 0-4 0,0-2-1 0,3-2 0 0,2-3 1 0,4-4 4 15,3-3 2-15,5-2 3 0,4-3 1 0,4-3 2 0,4-3-2 16,4-3 0-16,3-2 1 0,4-2-4 0,3-3 2 0,3-2 3 0,1-2-3 16,1-2 3-16,3-1 3 0,0-1-2 0,1-3 4 0,1-2 2 0,4 1-1 15,1-1 2-15,1 0-1 0,3 3 4 0,1-1 1 0,3 0 1 0,0 0-1 16,2 1 0-16,1-1-1 0,1-1-1 0,2 2 1 0,0 0-2 15,1 1-1-15,2 2 0 0,0 1 0 0,2 2-2 0,0 0-1 0,1 2-1 16,0 0-1-16,1 1-4 0,2 2 4 0,0 0-3 0,1 0 0 16,-1 2 2-16,2 0-3 0,0 0 1 0,0 1-2 0,-1 0-3 0,0-1 1 15,0 1-6-15,-1 0-2 0,1 0 0 0,-3 0-4 0,2 1 1 0,-2 1 2 16,0-1-1-16,-2 2 3 0,1-1 0 0,-2 0 0 0,-2 0 6 16,0 1 1-16,-1 0 0 0,0 0 2 0,-1 1-2 0,1-1-1 0,0 2 1 15,0-1-3-15,0 2-13 0,1 0-18 0,-1 0-17 0,2 1-11 0,1 0-2 16,0 0-1-16,1 1-4 0,1 2-4 0,-2 0-5 0,1 1-125 15</inkml:trace>
  <inkml:trace contextRef="#ctx0" brushRef="#br0" timeOffset="-33325.33">13220 14507 1680 0,'-23'2'34'0,"0"0"65"0,-2 0-31 0,11 0-19 0,6-1-31 15,4-1-22-15,3 0-16 0,2 1-6 0,3-1-4 0,3 1 2 0,1 1 2 16,3 1-8-16,2 1-17 0,1 2-20 0,2 0-43 0,-1 2-70 16,2 1-74-16,3-1-27 0,0 2 25 0,3-1 51 0,0-2-81 0</inkml:trace>
  <inkml:trace contextRef="#ctx0" brushRef="#br0" timeOffset="-32892.33">15244 14871 918 0,'-7'-1'339'16,"1"0"-196"-16,0 1 21 0,4 1-33 0,2 1-34 0,1 0-24 0,4 1-24 15,2 1-12-15,4 1-5 0,5 1 3 0,2 0-7 0,4 0 1 0,0 0-7 16,1 1-3-16,2-1-2 0,1 0-8 0,4 1 0 0,2-1-8 15,2 0 3-15,3 1 1 0,2-1 2 0,-1 1 0 0,0 1-7 0,0 0 2 16,-1-1 1-16,-1 2-5 0,-2-1 7 0,-2 0-2 0,-2 0-6 0,1-1 7 16,-2-1-1-16,0 0 3 0,-3-2 11 0,-1-1-2 0,-2-1 7 15,0 0 2-15,1 0 0 0,-2-2 3 0,2-1-9 0,-2 0-4 0,0-2-8 16,0 1-1-16,0-1-1 0,0-2 2 0,1 0 0 0,-2-1-4 16,1-1-4-16,-1 0-13 0,-2 1-9 0,0-1-18 0,-1 0-24 0,-1 1-42 15,1-1-64-15,-1-1-81 0,-1 0-115 0,-2-1-40 0,1-1 59 0,-1 0-119 16</inkml:trace>
  <inkml:trace contextRef="#ctx0" brushRef="#br0" timeOffset="-32425.32">17861 14819 1344 0,'1'0'204'0,"2"1"-93"0,3-1 2 0,2 2 0 0,4-1-21 15,3 2-37-15,6 0-30 0,5 3-13 0,4-1-5 0,3 2 2 0,1 0-5 16,1 1 3-16,0-1-6 0,0 2-2 0,0 0 5 0,-3 0-1 16,1 0 1-16,-2 0 4 0,0-1-3 0,-2-1 11 0,-1 0 3 0,-1-2 3 15,1 1 1-15,-1-2 4 0,0-2 2 0,-1 1 4 0,-1-2 5 0,-1 0-8 16,-1-2-1-16,1 0 1 0,-1-2 0 0,-1 0-4 0,1 0 4 15,-2-1-5-15,0 0 3 0,1-1-3 0,-3 0-9 0,1 1-1 0,0 0-6 16,-2-1-4-16,0 0 6 0,0 0-4 0,-1 1-1 0,-3-1-1 0,1 1-5 16,-2 0-5-16,1 0-1 0,-1 0-4 0,0 1-12 0,0 0-13 15,-1 0-19-15,-2-1-36 0,1 3-53 0,-2-2-73 0,0 1-88 0,0-1-95 16,-1 1-59-16,-1 3-140 0</inkml:trace>
  <inkml:trace contextRef="#ctx0" brushRef="#br0" timeOffset="-32108.67">20252 14834 2799 0,'7'-8'132'0,"2"-1"-17"0,4-3-2 0,6-2 0 16,5 1-28-16,7-2-38 0,6 1-32 0,5 2-15 0,2 0-4 15,1 1-7-15,1 2 4 0,-3 1-8 0,-1 0 3 0,-2 3-3 0,-1 0 3 16,-2 1-1-16,2 0-1 0,-2 2-6 0,1-1-7 0,0 1 6 0,0 2-1 16,2-1-3-16,0 1-1 0,-1 1 3 0,-1 0-1 0,-1 1 11 15,-1 1-1-15,-1 0-8 0,-1-1-6 0,-1 1 7 0,-2-1-3 0,0 1-6 16,-4-1-11-16,0 1-25 0,-2-1-27 0,-3 0-35 0,0 1-56 15,-2-1-64-15,-3 1-88 0,0-1-120 0,-2 1-30 0,-1-1 101 0,1 0-73 16</inkml:trace>
  <inkml:trace contextRef="#ctx0" brushRef="#br0" timeOffset="-31508.16">19110 16912 1516 0,'-14'0'1148'0,"0"1"-1033"0,-2 1 17 0,8 1-14 0,2-2-16 0,4 0-46 16,2-1-33-16,0 0-26 0,2 0-11 0,3 0-1 0,1 1 3 16,5-2 7-16,2 1 5 0,2 0-4 0,0-2 4 0,0 0-3 0,3 0 1 15,0-2-1-15,0 1-1 0,3-1 6 0,1 0-9 0,-1-1 2 0,2 1 1 16,1-1-6-16,-2 1 11 0,0 1-1 0,-2 1-7 0,-1 2 6 16,-1 1-5-16,-2 1-6 0,-2 2 2 0,-1 3-2 0,-1 1-2 0,-1 5 2 15,-2 2-6-15,-1 5-6 0,-2 4-3 0,-2 5-7 0,-2 1 4 16,-2-13-16-16,-2 3 8 0,-2 2 13 0,0 4 3 0,-4-2 26 0,-2 5-6 15,-2-2 9-15,-2 6 8 0,-2-2-2 0,-2 1 17 0,-1-2-9 0,-1 1 10 16,2-1-1-16,-2 0-16 0,2-3 20 0,2 0-2 0,0 0 1 16,3-3 7-16,2-2-14 0,1-2 0 0,4-1 0 0,1-2-8 0,1-1-2 15,3-1-4-15,1-3 2 0,2 0-3 0,1-2-6 0,1 1-8 0,2-3 24 16,2 1-3-16,1-1 9 0,2-2-9 0,2 0-27 0,2 0 4 16,0-2-10-16,3 0-3 0,2-2 0 0,0 0-5 0,3-1-14 0,1-1-12 15,0-1-30-15,2-1-52 0,-1-1-22 0,3-1-87 0,-1 0-93 16,1-2-119-16,1-1-126 0,1-1 91 0,1-2-77 0</inkml:trace>
  <inkml:trace contextRef="#ctx0" brushRef="#br0" timeOffset="-31075.08">20096 17502 2105 0,'-3'4'318'15,"-1"0"-153"-15,0 1-6 0,0 1 14 0,-1 0-40 0,0 2-51 0,1 2-47 16,1-1-20-16,1 1-4 0,1 0-18 0,0 1 2 0,1 1 5 0,1 0 0 16,-1 0 12-16,1 0-14 0,0 1 1 0,0 0 2 0,0 0-15 15,0 0 16-15,1-1-14 0,-1 0-11 0,1 0-2 0,0 0-27 0,-1-8-25 16,0 2-5-16,0-1-5 0,-1 1-13 0,1 0-2 0,0-1-9 15,0 1-10-15,-1-1-1 0,0 0-10 0,1 0-33 0,-1 0-38 0,0 0-55 16,0-2-78-16,-1 0-18 0,1 0 45 0,-1-1 13 0,0-2 93 0</inkml:trace>
  <inkml:trace contextRef="#ctx0" brushRef="#br0" timeOffset="-30642.08">20320 17081 1526 0,'-2'1'639'0,"0"2"-506"0,1-2-13 16,1 0 4-16,1 0-18 0,1-2-34 0,4 2-39 0,2-1-31 16,5 0-9-16,5-1 2 0,2 0-1 0,1-1 2 0,1 0 4 0,1-1-8 15,0 1 0-15,1-1-10 0,1 0-8 0,-1-1 4 0,0 1-4 0,0-1 2 16,0 2-1-16,1 0 7 0,-2 0 7 0,0 1 2 0,-3 1 9 0,0 0-5 15,-4 1-1-15,1 2 6 0,-4 1 0 0,-1 1-3 0,0 0 1 16,-2 2 8-16,0 0-9 0,-2 1 0 0,-6-3-3 0,2 2 1 0,-1 1 8 16,0 3 0-16,-1 0 2 0,0 4-5 0,-2 1 6 0,-1 4 2 15,-1-1 5-15,-3 2 3 0,-2 1 9 0,0-1-6 0,-2 2 4 0,-1-2-4 16,-1 2 13-16,-1 0 2 0,0 0-1 0,2-1 0 0,-2 0-13 0,1-1 6 16,0-1-3-16,0-1-6 0,2-1-2 0,1-1-5 0,1 0 9 15,0-2 1-15,2-1-6 0,1-1 1 0,1-1 7 0,1-1-5 0,1-1 9 16,1-3-4-16,1 1-3 0,0-2 11 0,2 0-21 0,0-1 13 15,2 0-6-15,1 0-5 0,1-1 10 0,2 0-25 0,0-1 13 0,2 0 7 16,2 1-6-16,1-1 5 0,1-1-14 0,0-1-1 0,2 1 4 0,0 1-9 16,0-1 5-16,2-1-2 0,0-1-9 0,1 0 11 0,-1 0-14 15,2 1-16-15,-1-1 11 0,-1-1-18 0,2 1-10 0,-2-1-20 0,0 1-23 16,-1-1-2-16,0 1-31 0,-1-1-18 0,0-1-32 0,0 1-53 0,-1-1-38 16,-2-1-52-16,1 1-49 0,-1-3 3 0,0 0 55 0,-2-2 99 15,1-2-76-15</inkml:trace>
  <inkml:trace contextRef="#ctx0" brushRef="#br0" timeOffset="-30291.53">21368 17373 2079 0,'1'0'245'0,"-1"-1"-44"0,1 0-10 0,0 1-33 0,-1-1-32 16,1-1-56-16,0 0-37 0,0 0-14 0,0-1-19 0,0 1 2 15,1 0-4-15,0 0 2 0,0-2 4 0,1 1-8 0,0 1 4 0,1 0-1 16,0-2-3-16,1 1 13 0,0 0-11 0,2 0-3 0,2-1 3 15,0 1-7-15,2-1 8 0,2 0 1 0,1 0-13 0,2 1 5 0,0-1-3 16,2 0 6-16,2 1 2 0,-1-1-9 0,2 1-4 0,1-1-3 0,-1 1 0 16,1 0 4-16,1 0-14 0,-2 0-10 0,1 0-8 0,0-1-23 15,-1 1-14-15,0-1-21 0,2 0-35 0,-2 0-37 0,1 0-56 0,1 0-65 16,-2-2-86-16,3-1-32 0,-2 0 53 0,2-1 94 0,0-2-24 0</inkml:trace>
  <inkml:trace contextRef="#ctx0" brushRef="#br0" timeOffset="-30075.01">21721 16787 1977 0,'-7'3'753'0,"0"2"-595"16,-2 1-29-16,1 1-8 0,2-2-10 0,2 0-37 0,2-1-38 0,-1 3-32 16,2 2-17-16,-1 2 6 0,1 2 3 0,0 2 4 0,1 2-4 0,1 3-6 15,0 4 4-15,0 1-1 0,2 4-4 0,-1 0-3 0,0 2-31 16,1-15-3-16,0 6-11 0,0 1-18 0,2 3 7 0,0 3-3 0,2 4-11 15,1 2 1-15,1 4-14 0,1 1 0 0,0-1-2 16,0-1-8-16,1-1 5 0,0 0-19 0,1-3-20 0,-1 0-18 0,0-2-33 0,0-2-21 16,1-2-42-16,0-1-20 0,0-2 9 0,-1-4 47 0,2-2 61 0,1-2-59 15</inkml:trace>
  <inkml:trace contextRef="#ctx0" brushRef="#br0" timeOffset="-29723.85">22130 16750 2230 0,'-1'2'267'0,"0"0"-92"0,1 0-39 16,0-1-9-16,1 0-20 0,1 1-37 0,1-1-46 0,2 2-20 0,1-1-4 16,1 1 0-16,1-1 5 0,1 0-1 0,3 1-3 0,2-1 1 0,2 1-7 15,1 0 3-15,2-1-5 0,3 0 2 0,0-1 3 0,3 0-5 16,-1 0-2-16,-2-1 6 0,2 1 3 0,0-1-2 0,-2 1-1 0,1 0 1 15,-2 1 9-15,-2 0-5 0,-1 1-2 0,-1 0 0 0,-2 1-2 16,-1 2 5-16,-1 1 1 0,-2 1-13 0,-1 3-1 0,-2 2-4 0,0 2 2 16,0 1 3-16,-1 4-8 0,-2 1 13 0,-2 1-10 0,0 1 9 0,-3 1 5 15,-2 1-5-15,-1-1 12 0,1-11-9 0,-1 2 7 0,-2 0 13 16,0 4 8-16,-1-1 8 0,-1 2 1 0,0 1-1 0,0 2 1 0,-1-1-5 16,1 1-8-16,1-3 1 0,0 0-12 0,1-1 10 0,2-1-3 0,0-2-12 15,1 1 1-15,2-2-5 0,0-1 9 0,1 0-8 0,0 0-10 16,2-2-4-16,1 0-7 0,1-2-9 0,0 0-2 0,2 0-28 0,0-1-4 15,2 0-28-15,0-2-25 0,2 0-20 0,1 0-55 0,2-2-52 16,0 1-88-16,2-1-115 0,1-2-94 0,3 1 88 0,2-2-67 0</inkml:trace>
  <inkml:trace contextRef="#ctx0" brushRef="#br0" timeOffset="-29524.85">23129 17475 2123 0,'0'6'991'0,"0"-1"-881"0,-1 0-40 0,2 1-18 15,-1 2-3-15,1 2-27 0,1 0-22 0,1 1-27 0,1 1-29 16,0-1-13-16,0 1 0 0,0 1-12 0,1 1-24 0,0 0-63 0,-1 1-78 16,0 0-89-16,0 1-142 0,-1 0-105 0,0 1 64 0,-1-7-45 0</inkml:trace>
  <inkml:trace contextRef="#ctx0" brushRef="#br0" timeOffset="-29158.03">23321 16875 3224 0,'0'11'111'0,"1"2"-60"16,2 4-25-16,0 0-12 0,3 0-8 0,3 3-19 0,2 3-34 0,3 2-31 16,1 3-20-16,-9-13-2 0,3 2 2 0,0 2-11 0,2 3-37 0,-1-1-43 15,1 4-55-15,-1-1-52 0,3 4-45 0,-1 0-43 0,1-2 12 16,2 0 62-16,0-3 96 0,1-1 95 0,1-3 65 0,-1-5 40 0,0-3 35 16,0-3 38-16,-1-5 58 0,-2-3 85 0,-2-4 72 0,0-1 50 0,-2-3 11 15,1-1-36-15,-1 0-33 0,1-1-48 0,-2-1-45 0,0-1-34 16,1 0-42-16,-2 1-26 0,0-1-8 0,-1 1-7 0,-1 0-4 0,0 0-6 15,-1 0-20-15,-1 2-9 0,-1-1-1 0,1 0 5 0,-2 1 9 16,1 1-23-16,-1 1 15 0,-1 1 1 0,0 3-2 0,-1 2 6 0,0 0-11 16,0 2-12-16,-1 0-15 0,0 2-10 0,-1 1-17 0,0 2 2 0,-1 1-8 15,0 2 11-15,-1 4-14 0,0 3-6 0,-1 2-1 0,0 4-25 16,-1 2-33-16,0 3-47 0,0 3-71 0,2 0-77 0,-2 2-111 0,1 0-84 16,1 2 58-16,0 3-90 0</inkml:trace>
  <inkml:trace contextRef="#ctx0" brushRef="#br0" timeOffset="-28958.03">24178 17257 3287 0,'3'2'259'0,"0"0"-137"15,1 1-72-15,3-1 3 0,2 2 7 0,2-1-25 0,3 1-2 16,1-1-31-16,2 0-16 0,2 0-1 0,1 0-14 0,-1 1-12 0,1-1-28 15,0 0-15-15,-3 0-26 0,1 1-32 0,0 0-34 0,-2-2-54 0,0 2-73 16,1-1-81-16,1 0-56 0,-1 0-66 0,2 0 47 0,0-2 112 16,0 1 131-16,3-1 66 0,-1-1-20 0</inkml:trace>
  <inkml:trace contextRef="#ctx0" brushRef="#br0" timeOffset="-28725.02">24494 16886 2733 0,'-1'2'339'0,"0"0"-162"0,1 1-67 0,0 0-39 16,1-1-10-16,1 1-37 0,-1 1-10 0,2 1-19 0,-1 2-8 0,2 2 4 16,0 2-19-16,0 3 8 0,0 2 5 0,1 5-16 0,0 2-9 0,1 3-21 15,-3-12-39-15,1 5-6 0,0 2-23 0,1 5-26 0,0 1 11 16,2 7-15-16,-1 0 8 0,2 6 4 0,1 3-12 0,-1-1-7 0,1 1-47 15,-2 1-66-15,1-2-54 0,1 1 2 0,1 1 59 0,-1-3 102 0,1 0-79 16</inkml:trace>
  <inkml:trace contextRef="#ctx0" brushRef="#br0" timeOffset="-28392.02">25097 16669 2883 0,'2'-1'276'0,"1"0"-143"0,2-2-61 0,2 0-35 0,2-2-15 16,3 0-6-16,3 0-18 0,2 0-3 0,3 1-4 0,0 1-11 0,0 0 14 16,-1 2-5-16,1 0-2 0,-3 2 3 0,1 1-14 0,-2 1 6 0,0 0-18 15,-2 0-10-15,2 2-11 0,-2 1-11 0,0 2-9 0,-3 1-3 16,-1 3 7-16,-1 0 6 0,-2 2 11 0,-1 3 2 0,-2 3 3 0,-2 2 6 15,-5 3 13-15,-1 2 14 0,-2 0 4 0,-2 1 14 0,0-2 22 0,0 0 31 16,2-3 34-16,0-1 13 0,1-2 7 0,2-2-3 0,0 0-12 16,1-2-8-16,1 0-6 0,2-1-27 0,-1-8-8 0,1 2-10 0,1 0 0 15,-1 1 1-15,1 1-6 0,1-1-4 0,0 2-9 0,1 0 7 16,0 1-1-16,-1-1-15 0,2 0-10 0,1-1-11 0,0 1 4 0,0-1 1 16,1 0-25-16,0-1-22 0,0-2-27 0,1 1-26 0,0-1-19 0,-2 0-40 15,2 0-58-15,1-2-94 0,0-1-141 0,1 0-159 0,2 0 58 16,2-2-56-16</inkml:trace>
  <inkml:trace contextRef="#ctx0" brushRef="#br0" timeOffset="-28225.02">26070 17282 2712 0,'1'2'412'0,"0"-1"-345"0,2 1-58 0,1 0-39 0,0 0-40 15,2 0-49-15,1-1-120 0,1-1-145 0,-1-1-130 0,1-1-64 0,-1 0 72 16,-1-2 138-16,-2-2 23 0</inkml:trace>
  <inkml:trace contextRef="#ctx0" brushRef="#br0" timeOffset="-27908.02">26433 16653 3180 0,'-3'5'177'0,"2"0"-95"16,-1 4-64-16,1 1-12 0,0 2-4 0,0 0-8 0,-1 4-8 0,1 6-8 15,-3 1 0-15,0 5 3 0,-1 3 10 0,-1 1-5 0,-1 3-2 16,1 4 1-16,-1 0-23 0,1 3-20 0,5-20-46 0,-2 5-19 0,0 0-11 16,1 6-12-16,0-2 21 0,1 5 17 0,1 0 36 0,1 2 41 0,2-2 29 15,2-4 25-15,1-1 13 0,2-6 10 0,2-1 6 0,2-4 2 16,1-4 17-16,1-1-5 0,0-2 2 0,1-3-9 0,1-2-10 0,1-3 7 15,-2 0-8-15,1-3-7 0,-1-1-10 0,0-3-10 0,-2-1-5 0,1-2-26 16,-3 0-22-16,-2-2 1 0,-2 0 2 0,-1-2 7 0,-3-2 6 16,-1-1-6-16,-2-1 3 0,-2 0 9 0,0-4-7 0,-2-1 7 0,-2-1-2 15,-1-1-8-15,-2 0 2 0,-1 1-21 0,0-1 1 0,-2 1 4 16,1 1-25-16,-3 1-3 0,1 0-26 0,-1 0-27 0,1 3-30 0,-2-1-66 16,-1 0-99-16,1 1-119 0,-15-11-21 0,0 2 86 0,2 3-66 0</inkml:trace>
  <inkml:trace contextRef="#ctx0" brushRef="#br0" timeOffset="-27708.02">26733 17111 3182 0,'7'2'309'0,"-2"0"-201"15,3 0-63-15,3 1-21 0,3 0-20 0,4 1-2 0,1-2-8 16,3 1-3-16,2 1-18 0,-2-1-16 0,2-1-4 0,-1 1-19 0,-1-2-9 15,-2 1-30-15,-2 0-58 0,0-1-59 0,-2-1-72 0,0 1-67 0,-1-2-63 16,1 0-46-16,0-2 35 0,0 0 90 0,-1-2 124 0,3-2 89 16,11-6-69-16</inkml:trace>
  <inkml:trace contextRef="#ctx0" brushRef="#br0" timeOffset="-27525.02">26686 16812 3357 0,'3'7'204'0,"0"1"-114"15,3 3-58-15,1 1-9 0,1 2-23 0,2 1 0 0,2 0-13 0,1 4-16 16,3 3 7-16,-1 2-20 0,0 3-8 0,0 0 0 0,0 2-29 16,-8-14-23-16,3 3-46 0,0 2-66 0,3 5-65 0,-1 1-102 0,5 5-106 15,1 0-84-15,3 8 62 0,2 1-76 0</inkml:trace>
  <inkml:trace contextRef="#ctx0" brushRef="#br0" timeOffset="-27208.02">27239 16683 2923 0,'3'-2'294'15,"0"1"-114"-15,3-2-75 0,0 0-38 0,1 0-15 0,2 0-10 0,1-1-25 16,0 2-16-16,0 0 1 0,2 0-4 0,-1 1 10 0,-1-1-10 15,2 3-13-15,-4 0 2 0,4 0-19 0,-1 2-8 0,1 0-10 0,3 1-15 16,-2 2 1-16,2 2 8 0,-1 2-9 0,1 0 1 0,-2 4 5 0,1 2 0 16,-1 1 9-16,0 2-11 0,-3 3-5 0,-1 1-10 0,-1 1-13 15,-2 3-2-15,-1 0-7 0,-3 5-1 0,-1 1 5 0,-2 2 8 0,-3 2 12 16,1-19 14-16,1 3 25 0,-1 1 19 0,0 3 23 0,1-4 38 16,0 3 29-16,1-3 24 0,1 1 21 0,1-2 12 0,2-3 15 0,1-3 8 15,1-1-8-15,2-1-13 0,2-1-20 0,0-1-12 0,1-1-17 0,2-1-21 16,-1 0-18-16,2-1-15 0,0 0-12 0,1-1-6 0,-1-1-16 15,1 0-2-15,1-2 1 0,-1 0-18 0,1-2-16 0,-2 0-26 0,1-2-30 16,-2-2-21-16,1 0-29 0,-3-2-48 0,0 0-51 0,0-2-66 0,0-2-84 16,-2 0-97-16,1-1-36 0,-1-3 118 0,-1-2-59 0</inkml:trace>
  <inkml:trace contextRef="#ctx0" brushRef="#br0" timeOffset="-26625.02">28352 16522 1924 0,'3'1'798'0,"1"1"-599"0,0 1-103 0,-1-1-74 0,1 1-10 16,0 0-8-16,0 1-11 0,-1 1-2 0,1 1-22 0,-1 1 2 15,-1 2-7-15,1 2-3 0,0 2 18 0,0 3-18 0,0 2-2 0,1 2-10 16,1 3-15-16,1 2 5 0,-1 2 5 0,2 4 7 0,1-1 17 0,0 2 5 16,0-2 16-16,1-1 10 0,0-1 2 0,2 1 2 0,-2-1 4 15,2 1 2-15,0-1 2 0,0-2 3 0,1-1-17 0,-7-14 1 0,2 5-4 16,0-2 0-16,0 3 7 0,0-2 2 0,0 3-1 0,0-1-11 15,0 1 7-15,-1 0-9 0,-2-2-14 0,-2-1-11 0,-2-2-28 0,-2-1-10 16,-3 0-1-16,-3-2 5 0,-4-1 15 0,-1-1 7 0,-4-2 16 0,-3-2 11 16,-1 0 6-16,-3-2 5 0,-1-2 6 0,0-1 9 0,-1-2 8 15,1-2 9-15,1 1 7 0,1-3 13 0,3-2 8 0,1 0 9 0,2-1 7 16,4-1-4-16,0-1-3 0,3 1-15 0,1-3-9 0,1-1-7 0,3 0-5 16,1 1 0-16,1-3 1 0,1-15 9 0,5 7 0 0,2 3 2 15,1 4-4-15,1 3-14 0,1-2 8 0,2 0-11 0,1 1-6 0,0-2-9 16,3-1-6-16,1-1 6 0,2 1-4 0,-1-1 0 0,3 0-7 15,-2 0 6-15,2-1 1 0,-1 0 0 0,1-1 5 0,1 0-3 0,-3 0 0 16,2 1 4-16,-2 2-5 0,-2 1 8 0,0 1 5 0,-2 0-9 0,0 2 0 16,-2 1-4-16,-3 0 3 0,-2 0 9 0,-1 1 1 0,-2 0 1 15,-1 3-2-15,-2-1-6 0,-1-1 1 0,0 1-8 0,-2-1-8 0,-2 1 0 16,-2-1-9-16,0 0-7 0,-3 0-3 0,-2 0 3 0,-1 0 6 0,-3-1-1 16,1 1 1-16,-3 1-15 0,-1 0-9 0,1 1-7 0,-2 3-22 15,1 2-10-15,2 1-14 0,-1 3-26 0,0 2-24 0,-1 2-33 0,2 1-40 16,-3 2-36-16,0 3-16 0,1 4 6 0,-3 3 60 0,1 3-117 15</inkml:trace>
  <inkml:trace contextRef="#ctx0" brushRef="#br0" timeOffset="-26342.01">28755 16982 2546 0,'11'0'207'0,"1"0"-111"0,3-1-61 0,0 0-20 0,-1-1-8 16,2 1 0-16,1-1-4 0,0 0 4 0,-2-2-2 0,-1 0-7 0,-1 1-1 16,-1 0-9-16,-1 1 0 0,-1 2-9 0,1-1-16 0,0 0-18 15,-1 0-28-15,-1 0-8 0,0 1 9 0,-2 0 10 0,-1 0 15 0,0 0 10 16,-1 0 8-16,-1 1 7 0,1-1 8 0,-1 1 4 0,0 0-3 0,1 0 7 16,-1-1-9-16,1 0-4 0,-1 0-15 0,0 1-18 0,1-2-10 15,1 1-2-15,-1 0 9 0,1 0 14 0,1-1 25 0,0 0 13 0,1 0 8 16,0-1 6-16,0 2-3 0,0-1-4 0,1 1-7 0,0 0-14 0,1 0-15 15,-2 1-26-15,1-2-36 0,-1 1-61 0,-2-1-73 0,0 1-34 16,1 0 3-16,-2 0 65 0,1-1-76 0</inkml:trace>
  <inkml:trace contextRef="#ctx0" brushRef="#br0" timeOffset="-26024.01">28933 16678 1101 0,'1'0'745'0,"1"0"-463"15,1 0-101-15,-1 0-64 0,2-1-19 0,-1 1-8 0,2 0-6 16,-1 0-16-16,1 0-13 0,-1 1-19 0,0-1-4 0,0 1-3 0,-1 0-10 16,1 2-6-16,-1 0-16 0,-1 1-19 0,0 1-10 0,1 0-14 0,0 3-2 15,0 2-3-15,0 3 2 0,-1 3 7 0,0 3 1 0,1 5-2 16,-1 2 1-16,1 1 3 0,-1 4 8 0,1 1-1 0,-1 4-11 0,0 1-12 16,1 4-18-16,-2-19-37 0,0 4-40 0,0 2-54 0,0 5-69 15,1 2-69-15,-1 4-20 0,1 3 45 0,0 5 12 0</inkml:trace>
  <inkml:trace contextRef="#ctx0" brushRef="#br0" timeOffset="-25641.19">29434 16604 1821 0,'7'3'1043'0,"1"0"-840"0,1 1-114 0,0 0-63 0,-1 0-10 15,3 0-6-15,0 1-4 0,2 1-6 0,1-2 0 0,-1 2 2 16,-1 1-8-16,0 0-6 0,-1 1-6 0,1 0-1 0,0 1-2 0,-1 0-9 16,0 1-15-16,1 2-2 0,0 1-6 0,0 0 8 0,-2 2-3 0,-1 0 2 15,-1 1 11-15,-1 1-4 0,0-1 4 0,-2 1-4 0,0 2-3 16,-1-1-2-16,-1 0-18 0,-2 3-7 0,-2-1-8 0,-1 1-12 0,-1-1 0 16,-2-2-12-16,-1-2 1 0,0-1 9 0,-2 0 6 0,1-2 24 0,1-2 23 15,0-3 34-15,2-2 35 0,1-1 25 0,2-2 3 0,0-1 15 16,1-2-1-16,1 1-17 0,-1-2 11 0,2 1-3 0,1 0 1 0,-2 1 1 15,1-2-7-15,3 2-3 0,-1 0-20 0,1 0 17 0,-3 0-23 16,1 0-14-16,1-1 3 0,0 2-3 0,-1-1 5 0,1 1-13 0,0 1-3 16,0 1-7-16,0 0-11 0,0 0-8 0,-1 2-1 0,-1 0-10 0,1 0 7 15,-1 3-5-15,-1 1-7 0,0 1 7 0,0 1 2 0,-1 1 12 16,1 1-1-16,-1 3-11 0,-1 1 0 0,1-1-1 0,-1 4 1 0,0 0-2 16,0 0-8-16,-1 3-5 0,0 0-11 0,0-1-29 0,-1 2-52 0,0-2-98 15,0 0-104-15,-1-1-61 0,-1-1 38 0,-1-1 99 0,1-1-8 16</inkml:trace>
  <inkml:trace contextRef="#ctx0" brushRef="#br0" timeOffset="-25488.19">29989 17131 2842 0,'9'6'335'0,"-3"-1"-216"15,2 0-76-15,1 1-21 0,2 1-17 0,0 1-8 0,0-1-5 16,-1-1-40-16,-1-1-27 0,-1-2-43 0,-2 1-49 0,-2 0-66 0,-2-2-86 15,-1-1-114-15,-2 0-150 0,-4-1 16 0,-3-2-80 0</inkml:trace>
  <inkml:trace contextRef="#ctx0" brushRef="#br0" timeOffset="-25175.19">30322 16860 2617 0,'17'8'691'0,"0"1"-545"16,5 1-78-16,-1 0-55 0,-4 0-7 0,3 0-1 0,2 1-1 0,-2 1-10 16,2 0 1-16,-2 1-12 0,-4-2-1 0,-1 0-5 0,-3-1-13 0,0-1-17 15,-3 0-23-15,1-1-14 0,-2-1-21 0,0-1-16 0,0-2-2 16,-1 0 0-16,-1-2 27 0,-1-1 35 0,2-2 33 0,0-3 27 0,3-2 6 16,1-1 9-16,0-2 4 0,0-1 1 0,0 1 11 0,-1-1 3 0,-1-1 10 15,0-1 11-15,-1 0-3 0,-2 0-2 0,0 1-6 0,-2 0-11 16,1 0 2-16,-3 0-7 0,0 1-8 0,-1 0-5 0,-1-1 1 0,-2-1-1 15,0 0 1-15,-3 1 3 0,0 1-2 0,-1 2-10 0,-2-3-5 0,-2 0-7 16,-2 0-10-16,-1 1 0 0,-3 0-7 0,-3 1-12 0,-3 1 8 16,0 2-10-16,-3 1-1 0,-1 2-6 0,-2 1-14 0,-1 1-9 0,0 2-31 15,1 0-41-15,0 1-59 0,-1-1-90 0,0 1-109 0,-1-1-36 16,-2-1 71-16,0 0-95 0</inkml:trace>
  <inkml:trace contextRef="#ctx0" brushRef="#br0" timeOffset="-24941.96">30960 16867 2349 0,'21'3'485'0,"-1"1"-295"0,4-1-99 0,-1 0-47 16,-2-2-10-16,0 0-6 0,2-1-9 0,-1 0 1 0,1 0-13 0,-3 0 0 15,-4-1-9-15,-1 0-12 0,0-1-2 0,-1 0-19 0,-1-1-16 16,-2-1-7-16,0-1-22 0,0-1-20 0,0-1-10 0,1 1-12 0,-2 1 7 15,1 0 21-15,0 2 7 0,0-2 10 0,0 1 16 0,1 1 5 16,-1-1 5-16,1 0-2 0,-1 1-8 0,0-1-13 0,0 0-18 0,-1 0-21 16,0 0-43-16,1-2-44 0,-2-1-49 0,-1 0-30 0,0-1 15 0,-1 1 58 15,-1-3 28-15,-3-2-22 0</inkml:trace>
  <inkml:trace contextRef="#ctx0" brushRef="#br0" timeOffset="-24740.97">31251 16427 2786 0,'7'9'231'0,"1"1"-117"0,2 3-77 0,1 1-21 0,1 2-11 15,0 4 9-15,0 0 2 0,1 4-18 0,0 0 6 0,-1 3-9 16,1 2-10-16,-3-1 7 0,0 3-15 0,2 1 3 0,-2 3-13 0,0 1-12 16,-1-2-9-16,-3 1-21 0,0-4-12 0,0 1-9 0,-2-1-12 0,0-2 11 15,-1-1 5-15,-1-2-8 0,1-2-23 0,-2-15-28 0,1 4-28 16,-1-2-32-16,1 3-27 0,0-3-44 0,-1 1-18 0,0 0 19 0,1 0 65 15,-2-3 71-15,0-2-68 0</inkml:trace>
  <inkml:trace contextRef="#ctx0" brushRef="#br0" timeOffset="-24391.21">31795 16539 938 0,'13'-6'431'0,"1"0"-140"0,2-3-44 0,-2 3-45 0,-2 1-28 15,0-1-21-15,1 2-13 0,-3 1-12 0,-1 0-11 0,1 1-18 16,1 1-13-16,-1 1-8 0,1-1-8 0,-2 2-14 0,2 0-17 0,1-1-12 15,-3 1-4-15,3 0-5 0,-3 1-7 0,0 1-9 0,0 0-4 0,-2 1-1 16,3 0-1-16,-2 0-3 0,0 1-11 0,1 1 3 0,-6-3-8 16,2 2-3-16,0 0 4 0,1 1-1 0,0 1-1 0,1 1 17 0,-2 1-6 15,2 2 1-15,0-1-2 0,-1 3-28 0,1-1-8 0,-1 2-13 16,-1-1-10-16,0 0-5 0,-1 1-16 0,0 1-7 0,-2-1-9 0,0-1 7 16,-1 1 6-16,-2 0 4 0,0 0 12 0,-1-1 12 0,0-1 23 0,0-1 16 15,1-1 26-15,-1-1 18 0,1-1 17 0,1-2 14 0,0-2 20 16,1 0 6-16,1-1 3 0,1-1 14 0,1 0-7 0,0-1 21 0,-1 1 6 15,2-1-15-15,2 0-6 0,-1 0-20 0,1-1-12 0,0 1-4 0,0 0-17 16,0 0-2-16,0 1-6 0,0-1-7 0,-2 2 4 0,1 0-11 16,-1 1-16-16,0 0 1 0,-1 1-15 0,0 0-4 0,-1 2-8 0,-1-1-5 15,0 3-1-15,-2 1-3 0,0 2 2 0,-2 1 3 0,-2 2-3 16,0 1-15-16,-1 2-10 0,-3 2-18 0,0-1-12 0,0 2-16 0,-2-1-24 16,0 1-15-16,0-1-29 0,-2 0-32 0,0-1-63 0,3-1-81 0,-2-1-33 15,1 0 66-15,-1-3 98 0,2 0-18 0</inkml:trace>
  <inkml:trace contextRef="#ctx0" brushRef="#br0" timeOffset="-24225.21">32377 16964 2616 0,'13'9'182'0,"-4"-2"-101"0,0 1-61 0,1 2-31 16,2-1-15-16,-1 1-5 0,-1-1-21 0,-3-1-13 0,-2-1-32 15,-1 0-35-15,-2-2-23 0,-3 0-49 0,-1 0-60 0,-3-2-94 0,-2 1-79 16,-4-2 19-16,-1-2 44 0,-3-2 116 0</inkml:trace>
  <inkml:trace contextRef="#ctx0" brushRef="#br0" timeOffset="-23891.12">32681 16543 3133 0,'21'5'184'0,"-5"-1"-18"16,-7-2-52-16,2 0-26 0,3 1-6 0,1 0-72 0,1 1-6 0,2 0 7 15,2 0-13-15,-1 0 2 0,1 0-5 0,0 1-20 0,-1 0-12 0,-1 0-23 16,-1 0-40-16,0 0-35 0,-2 0-29 0,0 1-26 0,-1 0-5 16,-2 1 6-16,-3 0 5 0,-3 0 21 0,-3 2 3 0,-2 0 3 0,-2 2 6 15,-1 1 10-15,-4 0 24 0,-1 1 36 0,-1 1 36 0,-2 1 29 0,-1 0 27 16,-1 1 20-16,1 1 12 0,-1 1 25 0,-1-1 11 0,2 1 4 15,0-1 3-15,1 0-1 0,1-1 10 0,2 0 21 0,1 0 19 0,3-1 7 16,1-1 1-16,2 0-13 0,3-1-11 0,2 0-20 0,3-1-29 0,1 0-6 16,0-1-19-16,4 0-7 0,1-1-1 0,2 1-10 0,0-3-4 15,3 2-9-15,2-1-10 0,-1 0-4 0,2-1 0 0,1 0-9 0,-1-1-2 16,1 0-23-16,0-2-4 0,0 0-11 0,-1 0 59 0,-1-1-83 16,0 0 49-16,0-2-26 0,-2 0-103 0,-1-2 26 0,-1 0-111 0,-1-3-45 15,-3 0-55-15,1-3-44 0,-3-1-64 0,-2-2 34 0,-2-4 134 16,-1-2-12-16</inkml:trace>
  <inkml:trace contextRef="#ctx0" brushRef="#br0" timeOffset="-23172.01">19854 18438 2152 0,'-1'1'226'0,"0"-1"0"16,0 1-49-16,0 0-20 0,1 0-20 0,-1 0-58 0,-1 0-40 0,1 0-22 15,0 0-13-15,0 0 1 0,0 1 6 0,0-1-15 0,0 0 1 16,1 1-6-16,0-1 5 0,0 0 2 0,2 0-22 0,0 0 13 0,1 0-10 15,0 0 4-15,3 0 4 0,1 0-13 0,1 0 12 0,1-1 7 0,2 1-5 16,1 0-5-16,0-1 5 0,3 1-5 0,2-1 13 0,0 0-9 16,1 0-10-16,2 0 13 0,1-1-5 0,0 1-4 0,2 0-5 0,0-1-14 15,0-1-14-15,1 1-15 0,0 0-31 0,1 0-34 0,-1-1-42 16,-1 1-44-16,0-1-50 0,0 1-58 0,-1-1-50 0,1 0 5 0,-3 1 68 16,2-1-20-16</inkml:trace>
  <inkml:trace contextRef="#ctx0" brushRef="#br0" timeOffset="-22891.01">20370 18505 1093 0,'0'0'523'0,"0"1"-260"15,-1 0-57-15,1 0-11 0,0 0-23 0,0 0-48 0,0 0-62 16,1 1-35-16,-1 0-15 0,1 1 4 0,0 0-8 0,1-1-10 0,0 2-7 16,1 0 2-16,0-1 4 0,1 1 8 0,1 1 0 0,0-1-23 0,-1 1 2 15,2 1-21-15,1-1 2 0,0 1-7 0,1 0-14 0,0-1-1 16,1 1-27-16,1-1 1 0,-1 0 8 0,1 0 14 0,1 0 20 0,0-1 5 15,0 0 20-15,0 0 15 0,0-1 1 0,1 0 8 0,-1-1 8 0,1 0-2 16,-1-1 12-16,-1 0-3 0,1 0 0 0,-1 0 2 0,0-1-8 16,-1-1 5-16,0 1-13 0,-1-1-6 0,0 1 3 0,-1-1-3 0,1 0-6 15,-1 0 0-15,0 0-10 0,-1 0 1 0,1 1-7 0,-1-1-25 16,-1-1-14-16,0 0-38 0,1 1-21 0,-1-1-18 0,1 0-10 0,-1 0 6 16,0 0-10-16,0 0-9 0,-1-1-12 0,1 1-10 0,-1-1 12 0,0 0 16 15,1 0 22-15,-2 0 34 0,1-1-20 0,0-1-3 0</inkml:trace>
  <inkml:trace contextRef="#ctx0" brushRef="#br0" timeOffset="-22441.01">20063 18278 2401 0,'-2'1'274'0,"1"-1"-38"16,0 1-60-16,-1 1-37 0,1-2-40 0,0 1-92 0,0 0 9 0,0 0-18 15,0 1-18-15,1-2 44 0,1 1-39 0,0 1 17 0,2 0-5 16,0 1-8-16,3 0 0 0,1 0-16 0,2 0 18 0,1 1-11 0,1-1-20 15,3 0 2-15,2 1-18 0,1 0-20 0,2 1-6 0,3-1-16 0,1 0-12 16,1 0-3-16,3 1-19 0,-1-1-8 0,2-1-7 0,0 0-5 16,1 0-13-16,-1 1-26 0,1-1-13 0,0-1-35 0,-1 0-35 0,1 0-1 15,-3 0 26-15,1-1 72 0,-3 1-76 0</inkml:trace>
  <inkml:trace contextRef="#ctx0" brushRef="#br0" timeOffset="-22275.01">20464 18816 2196 0,'-1'3'324'0,"0"-1"-73"0,0 1-102 0,0 0 10 15,1-1-44-15,-1 1-44 0,0 1-62 0,1-2-44 0,1 2-4 0,0-1-9 16,2 1-15-16,3-1-16 0,2 0-37 0,2 0-28 0,2-3-59 16,4 0-59-16,1-3-123 0,5-3-190 0,3-2 37 0,3-4-74 0</inkml:trace>
  <inkml:trace contextRef="#ctx0" brushRef="#br0" timeOffset="-9674.25">11271 4284 1573 0,'-47'13'192'0,"-3"-1"-262"0,-8 0-55 0,11-7-7 15,11-4 19-15,1-1 16 0,0 0 22 0,-1 1 16 0,-3 1-2 0,1 1 2 16,-1 1 1-16,0 1-4 0,-1 0-6 0,-1 2-1 0,-3 0 11 16,1 1 14-16,-2 2 25 0,-1 1 16 0,-3 1 19 0,-1 1 19 0,-2 1 21 15,-3 1 22-15,-3 1 8 0,-2-1 10 0,-2 0-4 0,0-1-3 0,-2 0-5 16,1 1-8-16,-1-1-4 0,2 0-8 0,-2 1 3 0,-2 1 3 15,1 1 1-15,-2 1-3 0,0 2-12 0,0 1-19 0,-1 1-7 0,0 3-9 16,-1 3-13-16,0 6-2 0,-3 2-2 0,-1 4 13 0,1 0 21 0,-2 1 3 16,2 2-8-16,0 2-18 0,0 2-23 0,2 2-3 0,-1 2 0 15,-1 3-1-15,1 3 12 0,-2 1 3 0,0 1 3 0,2 1-5 0,-1 2-5 16,2 1 0-16,0 0-4 0,1 1 2 0,-1 3 3 0,1 1-1 16,-2 2 3-16,0 3 1 0,0 2 0 0,0 1 0 0,0 4 0 0,2 0-4 15,1 2-1-15,-1 2 4 0,2 2-2 0,1 2 6 0,0 2 1 0,2 1 0 16,1 1 0-16,2-2 1 0,2 3-3 0,2 1 1 0,2 2 4 15,1-1-1-15,0 2-2 0,2-2 0 0,1 0 0 0,4 1 2 0,1 1-1 16,0 1 0-16,2-1-3 0,1 2 0 0,2 0 2 0,1 0 2 0,2 2 3 16,2-1-3-16,2 1 0 0,2 0-1 0,-1 0 2 0,2 2 3 15,1 3 0-15,1 2-7 0,1 2 2 0,2 2 2 0,-1 0 4 0,0 1 3 16,3 1-1-16,0 0-4 0,3 1-6 0,1 0 6 0,1-1 1 16,2 0 1-16,3 0 7 0,1 2-6 0,1 1-1 0,1 0 1 0,3-1-3 15,2 0-2-15,0 1 7 0,2-2-13 0,2 1 7 0,2-2-1 0,1-1-7 16,3 1 14-16,1-1-5 0,-1-2 3 0,4-1 0 0,0-3-2 15,1 1 2-15,2-3-1 0,0-1 2 0,2-1 7 0,0-2-4 0,1-3-6 16,1-1-2-16,1 0 1 0,1 0-6 0,2 2-1 0,1-3 9 0,0 1-1 16,2-3 8-16,1 2 10 0,0-1-7 0,2-1 0 0,1 1-7 15,3-2 4-15,1 0-6 0,1-3-1 0,0 1 10 0,2-4-8 0,1 1-2 16,2-2 0-16,2-3-9 0,2-1 3 0,2-5-2 0,0-3 4 0,1-1 1 16,3-1-5-16,0-1-3 0,2-1 3 0,1-5-3 0,-1-3 2 15,1-3-4-15,-1-4-1 0,0-2 3 0,1-4-2 0,2 0 5 0,2-1 2 16,0 0-1-16,1-2-3 0,0-3-1 0,1-1-1 0,2-4-3 0,1-1-10 15,-1-1-4-15,3-3 8 0,0-1 6 0,1-5 16 0,4 0-5 16,2-3-10-16,0-2 3 0,1-1 0 0,2-5 3 0,-1-1-3 16,0-3-8-16,3-3 3 0,-1-3 2 0,1-1 1 0,3-3-1 0,-1-4-5 15,4-1 0-15,1-3 3 0,-2-4 2 0,2-2 3 0,0-4-10 0,2-2 2 16,0-4 2-16,1-2-4 0,1-5 18 0,-1-2-12 0,0-2 16 0,0-4-2 16,-3-4-7-16,3-2 18 0,0-4-18 0,-2-4 0 0,2-3-3 15,-2-3-1-15,-1-2 1 0,1-3 0 0,-2-2-3 0,1-2 6 0,-1-5 3 16,0-3 4-16,1-4 4 0,-2-2-14 0,1-3 5 0,0-2 0 0,-1-2-13 15,-3-4 22-15,0-3-2 0,0-8 4 0,0 0 15 0,-1-3-18 16,-2-2-11-16,-1-1 9 0,-1-2 1 0,-1-3-7 0,0 1 11 0,-1-1-19 16,-1-1 1-16,-1 2 2 0,-1-2-5 0,-2 1 4 0,-3-2 2 15,-1 1-9-15,-1-2 8 0,-3-1 2 0,1-3 3 0,-4 0 11 0,0-3-6 16,-3 0 0-16,-1 0-7 0,-1-4 2 0,-1 1-5 0,-2-3 5 0,-1 0 4 16,-5-1-3-16,-1-5-1 0,-2 1 4 0,-2-3-4 0,1-2 7 15,-2-1-9-15,-1 0-1 0,-2-2 3 0,-1 0-5 0,-1 1 6 0,-3-4-4 16,-1 1-4-16,-1 1-4 0,-2-1 2 0,-1-1 1 0,-1 1 0 0,-3 0-6 15,-1 1 9-15,-1 3 4 0,-2-1-6 0,0 2 14 0,-3 1-16 16,-2-1 3-16,-1 0 1 0,-2-1 3 0,-1 3-6 0,-3-3 4 0,-1 3 1 16,0-2-2-16,-2 2 7 0,-2 0-12 0,-2-1 5 0,-2-1-9 15,-3 2 6-15,-3-2 8 0,-3 2-5 0,-2 2 3 0,-2 1-3 0,-3 3-5 16,-1 2-3-16,-5 1 6 0,-2 3 0 0,-4 0 2 0,-1 3 11 0,-3 3-10 16,-2 3 6-16,-1 4 3 0,-4 3-2 0,-3 1 3 0,-2 6-8 15,-3 4 0-15,-1 4 11 0,-2 8-1 0,-3 3-1 0,-2 6 2 0,-1 4-7 16,-3 5-4-16,-4 7-3 0,-1 4 2 0,-2 8-7 0,-3 7 0 15,2 7-1-15,-2 4 1 0,0 7 2 0,1 7-11 0,0 4-3 0,0 6-1 16,-2 5-2-16,0 7 1 0,1 6-6 0,-1 6-13 0,1 8-13 16,-1 8-10-16,1 5-5 0,-1 6 9 0,2 6-6 0,1 7 10 0,4 5 6 15,4 3-3-15,4 2-7 0,6-2-27 0,6-2-25 0,4-3-47 0,5-3-97 16,5-5-122-16,4 0-60 0,6-3 21 0,-1-1 5 0</inkml:trace>
  <inkml:trace contextRef="#ctx0" brushRef="#br0" timeOffset="-8769.13">16972 4349 256 0,'-84'8'11'0,"-7"5"-24"16,-26 9 16-16,9 7-5 0,8 3 2 0,0 4-3 0,-1 6-3 16,2 1 2-16,-2 4-6 0,-1 6-50 0,-1 5-87 0</inkml:trace>
  <inkml:trace contextRef="#ctx0" brushRef="#br0" timeOffset="10393.92">14412 14022 1722 0,'-69'35'626'0,"2"-1"-643"0,-16 7 55 0,12-5 13 16,11-7-16-16,2 0-23 0,4-1 1 0,3-2-1 0,4 0 2 15,2-3 0-15,2-1-3 0,4-1-3 0,2-3-6 0,3 1-2 0,5-2 0 16,5-3-5-16,4-1-3 0,5-2-6 0,3-1-12 0,3-2-19 0,4-1-30 16,4 0-40-16,4-2-19 0,5 3-3 0,4 1 0 0,5 0-1 0,5 1-26 15,5-1-23-15,3-2-4 0,4-1 11 0,6-3 26 0,3 1 27 16,4-1 11-16,5-1 14 0,5-2 13 0,4-1 20 0,4-1-15 0,5-3-120 15</inkml:trace>
  <inkml:trace contextRef="#ctx0" brushRef="#br0" timeOffset="10593.92">17955 14832 1539 0,'-2'27'46'0,"3"0"-54"0,2 6 30 0,3-6-27 16,2-5-64-16,5-3-51 0,4-1-40 0,5-2-11 0,8 0 5 0,6-2 11 16,7 0 0-16,5-3 7 0,5-5 34 0,4-5-78 0</inkml:trace>
  <inkml:trace contextRef="#ctx0" brushRef="#br0" timeOffset="11993.91">26784 15278 1602 0,'16'53'-47'16,"-3"0"61"-16,5 9 7 0,-4-16-11 0,-4-13-5 0,-1-5-24 0,0-2-27 15,-2-7-20-15,0-6-26 0,-1-5-32 0,0-6-11 0,0-5 7 16,0-7 22-16,1-5 35 0,0-8 24 0,-1-4 11 0,-1-4 0 16,-2-4-1-16,-4-6-1 0,-3-4-3 0,-3-5 0 0,-2-4 0 0,-5-2 0 0,-3-4-4 15,-4 1-6-15,-3-3 3 0,-3-2 9 0,-4 2 11 0,-4-1 12 16,-4 0 3-16,-5 0 4 0,-2-1 1 0,-4 1 4 0,-5-2 1 0,-4 1 0 16,-6-2-1-16,-3-1-4 0,-2 1 0 0,-5-1-1 0,-4 0-1 15,-3 3-1-15,-2-1 9 0,-3 3-5 0,0 1 8 0,-3 0 4 0,1 3-14 16,-4 1 14-16,0 4-5 0,-1 4-5 0,-3 4 8 0,-1 4-4 0,1 5 6 15,-1 4 13-15,-1 4 7 0,1 4 5 0,-2 7 7 0,5 5 13 16,0 4 13-16,3 7 25 0,3 5 28 0,5 4 22 0,4 6 12 0,1 4-1 16,7 6-17-16,1 3-20 0,1 4-11 0,6 1-8 0,-1 4-5 0,3 0 4 15,3 2-5-15,3 3-2 0,1 0-5 0,2 3-4 0,2 1 1 16,0 0 3-16,3 3-1 0,4 3 1 0,4 1-1 0,2 2-9 0,5 0-8 16,2 2-17-16,4 3-19 0,4 0-15 0,3 3-14 0,4 1-7 0,3 1-12 15,4 0-19-15,3 2-8 0,4 0-26 0,5 1-12 0,7 0-25 16,5 5-22-16,5 1-11 0,7 3-7 0,7 0 17 0,10-5 13 0,6 1 16 15,6-3 5-15,5-3-6 0,5-3 13 0,3-2 4 0,4-1-1 0,2-3 24 16,4-2-3-16,5-2 3 0,3-2 5 0,6-2-5 0,4-4 3 16,4-1 0-16,2-3 10 0,1-4 12 0,1-4 9 0,0-3 12 0,1-5 12 15,-1-6-1-15,-1-4 6 0,1-3 3 0,-1-5-3 0,-2-5 5 0,-2-5 0 16,-3-5-1-16,-1-5 5 0,-2-5-1 0,0-5 3 0,-1-4 3 16,0-4 1-16,-1-7 1 0,1 0-2 0,-1-3 2 0,-1-4 0 0,1 2 1 15,-2-3 2-15,0-1-2 0,-3-1 2 0,1 0-1 0,-3-1 0 16,-4 1 0-16,-1 0-1 0,-4 1 2 0,-4 0-2 0,-5-2 3 0,-4 0 1 15,-5-2 3-15,-7 0 0 0,-5 1-3 0,-7-1 3 0,-4 0 1 0,-7-2 3 16,-5 1 1-16,-6-1 0 0,-6 1-2 0,-5 1-1 0,-4 1 2 16,-4 0-5-16,-3 0 10 0,-4 4 7 0,-3 1 10 0,-3 2 22 0,-2 2 10 15,-3 3 14-15,-3 3 10 0,-2 0 2 0,0 4-8 0,-1 2-6 0,0 4-1 16,-2 1-7-16,-3 4 8 0,-1 3 5 0,-3 1-3 0,-2 2 5 16,-2 1-10-16,-4 1-6 0,-5 4-12 0,-3 0-2 0,-2 2-7 0,-6 2-9 15,-2 0 2-15,-3 2-17 0,-5 2 3 0,-3 0-3 0,-5 2-1 16,-6 0-4-16,-4 2-7 0,-4 1-8 0,-4 1-3 0,-4 1-6 0,-4-1 3 15,0 3-4-15,-3-1-2 0,-1 1 4 0,-4 1-7 0,-5 1 1 0,-2-1 1 16,-2 1-3-16,1 0 4 0,2-1 2 0,2 2-1 0,4-1 0 16,4-1-5-16,4 1-3 0,3 0 1 0,5-1 1 0,4 1-1 0,4-2-1 15,4-1-4-15,2-1-16 0,4-3 8 0,2-2-11 0,5-2-11 0,3-2 8 16,4 0-13-16,6-1 2 0,3 0 7 0,5 0-6 0,3 0 8 16,3 1 4-16,4 1-1 0,4-1 7 0,3 3 1 0,5-1 0 0,3 1 11 15,3 1 5-15,4-1-2 0,2 3 9 0,2 0-8 0,1 0 2 16,2 1 5-16,1 0-4 0,3 0 2 0,-2 0-3 0,2 1-6 0,0 0 2 15,0 0 4-15,2 0-5 0,0-1-2 0,0 1 1 0,2 0-8 16,-1-1 4-16,1 0-2 0,0 1 0 0,0-1-1 0,2 0-3 0,-1 1 3 16,2-2-4-16,-2 2-2 0,2-2 3 0,-1-1 2 0,1 3 3 0,1-1 8 15,-2 0-1-15,2 1 1 0,-1 0 2 0,0 1-2 0,0-1 4 0,0 1-3 16,0 0 2-16,1-1-4 0,-1 1 7 0,0 0-4 0,0-1 4 16,1 1 2-16,-1-1-5 0,1 0 6 0,0 1-3 0,0-1 2 0,0 0-4 15,-1-1 0-15,1 0-6 0,-1 0-3 0,1-1-3 0,0 0-11 16,1 0 4-16,-1-1-1 0,1 0 3 0,-1 0 2 0,0-1 0 0,0 0-5 15,0 0-5-15,0 0 7 0,1-1-4 0,-1 0 14 0,0 1-1 0,0-1 5 16,1 0 3-16,0 1-1 0,0-1 2 0,0 1-5 0,-1 0 4 16,1 0 0-16,-1-1 0 0,0 0 4 0,0 0 1 0,0 0-2 0,-1 0 7 15,0-1-5-15,0 1 4 0,-1 1 5 0,1 0-14 16,-1 0 11-16,0 0-11 0,0 0-2 0,-1 0 1 0,1-1-4 0,-1 0 2 0,0 0-6 16,1 0 3-16,-1 0-5 0,1 0-2 0,-1-1 0 0,1 1-1 0,-1-1 4 15,0 0 5-15,1 1-5 0,-1-1 2 0,0 0 1 0,0 1 1 16,0 0 5-16,0-1 3 0,-1 1-4 0,1 0 1 0,-1-1 2 0,0 2-1 15,-1-1 1-15,1 0 1 0,-1 0-6 0,1 1 1 0,-2-1 3 0,2 1-7 16,-1 0 5-16,-1 0-4 0,1 0-2 0,0-1 4 0,-1 1-5 16,1-1-1-16,-1 1-5 0,1-1-5 0,0 0-1 0,0-1-5 0,0 0-6 15,0-1-7-15,-1 0-11 0,1 0-2 0,0-1-8 0,0-1-4 0,0 1-3 16,-1-1-1-16,1-1 2 0,-2-1 2 0,1 0 4 0,-1-3 3 16,0 2-2-16,0-2 3 0,-1 1 0 0,0-3 0 0,-2-2 8 0,0-2 1 15,0-1 11-15,0 0 10 0,-1-3 3 0,0-2-7 0,-2-1-140 16</inkml:trace>
  <inkml:trace contextRef="#ctx0" brushRef="#br0" timeOffset="14261.79">8298 5063 334 0,'-13'4'27'0,"-3"0"-28"0,2 1 12 0,6 0 1 16,9 0-11-16,3 1 4 0,1 2 2 0,1 5 0 0,2 4 4 0,0 2 0 16,0 2 1-16,1 4-3 0,0 1 3 0,0 4-1 0,1 3 2 15,-3 3 2-15,1 5-3 0,-2 3 2 0,-1 4-2 0,-1 2-2 0,-1 3 2 16,-2 5 0-16,-3 2-3 0,-1 6 3 0,-2 4 4 0,-3 3 0 0,-2 7 6 16,-2 5-5-16,-3 5-2 0,-2 4-4 0,-3 3 1 0,0 5 4 15,-3 2 3-15,1 5 0 0,0 3 1 0,1 3-8 0,3 2 3 0,0 2 1 16,3 0-5-16,1 0 5 0,4-1-14 0,4-4 4 0,2-4 2 15,3-4-1-15,3-4 8 0,2-4-4 0,0-2 2 0,1-5 4 0,1-1 2 16,-1-2 2-16,-2 1-2 0,0 1 1 0,-3 3 4 0,-1 3-4 0,-3 5 12 16,-2 6-1-16,-3 5-3 0,-2 7 0 0,-2 7-16 0,0 5 6 15,1 3-4-15,1 6 0 0,2 1-1 0,2 0-7 0,1 0 4 0,2 2 8 16,4 3 7-16,1 2-3 0,3 1 0 0,3-4-3 0,2-4-4 0,2-4 2 16,2-9-2-16,2-6-4 0,-1-9 7 0,0-5-1 0,1-3 2 15,1-1 1-15,1-1-11 0,1-1 2 0,0-2-4 0,1-1 2 0,0 1 2 16,3 0 0-16,-1-1 0 0,0 0-4 0,0-1-1 0,0-2 0 15,-1 4-1-15,3-2 0 0,1 3-7 0,-1 1 2 0,0-2 1 0,0-2 4 16,-1 1 3-16,0-2-7 0,-1 0 1 0,1-4-3 0,-1-4 4 0,-2-7-1 16,2-6-6-16,-2-5 1 0,-2-4-4 0,0-5 2 0,-1-4 4 15,-1-5-4-15,-2-6-1 0,1-3-13 0,-2-6 1 0,-1-7 2 0,-2-5-6 16,-1-9-2-16,-2-7-25 0,-2-6-13 0,0-5-3 0,0-2 11 0,0-5 9 16,1-2 7-16,0-6 6 0,0-5 2 0,0-4 2 0,1-8-1 15,0-4-9-15,-1-2-11 0,1-5-7 0,1-2-3 0,3 0-7 0,4 0-5 16,1 0-5-16,3 0-6 0,3 0 0 0,2-3 13 0,3-1 11 0,6 0-11 15,3-3-144-15</inkml:trace>
  <inkml:trace contextRef="#ctx0" brushRef="#br0" timeOffset="47496.38">16644 5998 740 0,'-34'-9'28'16,"-4"3"-3"-16,-12 2-16 0,3 8-8 0,5 6 2 0,-3 3-1 0,2 0-1 15,-1 3 0-15,-3 1 1 0,0 3-2 0,-2 1 3 0,-4 1-2 16,-4 2-1-16,0 1-1 0,-3 2 1 0,-1-1 1 0,0 2 0 0,0-1-2 16,-3 1 0-16,-1-1 2 0,1 0 1 0,-2 1 4 0,-2 1 1 0,0 0 1 15,-3-2-1-15,-1 0 10 0,0-2 5 0,0-1 10 0,-1-2 12 16,2 0 8-16,0 0 9 0,-1-3 2 0,0 0-3 0,-1-2-5 0,-2-2-9 15,2 0-11-15,2-1-5 0,-2 0-11 0,2-1-9 0,-2-1-2 0,0 1 2 16,1 1-1-16,-3-1 3 0,1-1 0 0,-1-2-2 0,0 2 4 16,0-1 1-16,-2 1 3 0,-2-1 3 0,-1 0 0 0,-2-1 0 0,-1 0-2 15,2 0 8-15,-1-1 0 0,3-1 3 0,1-1 0 0,1 0-6 0,2-2-5 16,1 1-6-16,3 1 2 0,3 0-9 0,5 0-2 0,1 0-4 16,4 0-4-16,6 0 4 0,2-2 7 0,3-1-1 0,3-1-7 0,1-2-19 15,6 0-38-15,5-1-53 0,1-2-65 0,5-1-31 0,4-5-16 0,3-3-11 16,5-5 24-16,5-4 28 0,7-3-119 0</inkml:trace>
  <inkml:trace contextRef="#ctx0" brushRef="#br0" timeOffset="47879.38">12252 5628 254 0,'50'-10'-77'0,"3"2"147"0,16-3-39 0,-3 2 7 0,-3 2 2 0,3-3 7 16,-1 1 1-16,4 0 0 0,-1 2 6 0,-5 2-4 0,-2 3-3 16,-6 3-3-16,0 2-8 0,-1 4 0 0,3 2 2 0,-1 3 1 15,1 2-2-15,1 1 2 0,3 3-1 0,2 3-3 0,0 0-3 0,3 5-12 0,1 0 1 16,0 3-5-16,2 3 0 0,2 4 0 0,1 1-10 0,4 3-2 15,2 1-1-15,3 1 4 0,4 1 0 0,2-1 0 0,3-4 3 0,3-1-2 16,2-3 2-16,2-1 2 0,-1 0-1 0,1-2 2 0,-2-1-8 16,-1-2-3-16,-3 1 7 0,-3-1 0 0,-1-1 4 0,-5 1 1 0,-2-1-5 15,-5 0 4-15,-4-1 0 0,-2 0 5 0,-3 0 10 0,-2 1 0 0,-1 0 7 16,-2 0 3-16,-2 1-6 0,-1-1-6 0,-2 2-4 0,-2 0-10 16,-1 3-6-16,-2-2-1 0,-2 4-4 0,1-2-1 0,-3 2-5 0,-1 0 1 15,-1 1-2-15,0-1-2 0,-2 2-1 0,-2 1-17 0,0-2-27 0,-3 3-55 16,-1 1-91-16,1 1-48 0,-2 4-31 0,2 1-90 0</inkml:trace>
  <inkml:trace contextRef="#ctx0" brushRef="#br0" timeOffset="49648.95">10159 5490 321 0,'-3'-7'-13'0,"2"2"-6"0,1 0 1 0,4 2 9 0,2 0 3 16,2 1-1-16,3 1-1 0,1-1-1 0,3 1-3 0,1-1-9 0,3 2-47 15,1 0-53-15</inkml:trace>
  <inkml:trace contextRef="#ctx0" brushRef="#br0" timeOffset="51145.76">12531 5105 1018 0,'-1'-8'54'0,"3"0"-25"0,0-1-14 16,6 1 0-16,2 2 9 0,2 1 9 0,1 0 2 0,1 1-9 0,2 0-6 15,2 2-8-15,4 1-3 0,-1 2 1 0,2 2-1 0,1 0-2 16,1 2 3-16,2 2 1 0,2 1 4 0,0 2 10 0,-1 2 10 0,1 2 8 15,-1 3 8-15,2 5 4 0,2 1 0 0,3 4-4 0,1 1-6 0,2 4-2 16,1 1-10-16,2 2-5 0,1 3-8 0,2 1-8 0,1 0-3 16,2-1-2-16,1 1-2 0,1-2-2 0,-1-2 4 0,-2 0 1 0,-1-5 5 15,-2-3 5-15,-4-5 19 0,-2-4 18 0,-2-3 17 0,-3-3 26 16,-2-3 16-16,-3-5 10 0,1-3-3 0,-1-3-3 0,0-6-22 0,1-3-22 16,0-5 0-16,4-4-25 0,4-7-15 0,6-6-8 0,8-8-21 0,6-5-5 15,6-5-5-15,4-4-11 0,4-5-18 0,6-6-35 0,5-7-46 16,5-6-37-16,5-7-56 0,4-9-38 0,6-9-53 0,-2-8-43 0,1-8 32 15,0-10 11-15,-5-7 31 0,-2-9-53 0,-3-8 35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472 441 8026 0 0,'-46'-13'326'0'0,"0"1"1"0"0,-1 2 0 0 0,0 3 0 0 0,-73-3-1 0 0,116 10-199 0 0,-39-1 2296 0 0,-75 10 0 0 0,147-16-1976 0 0,0-2-1 0 0,40-19 1 0 0,-5 2-120 0 0,124-39 568 0 0,261-54-1 0 0,-391 107-708 0 0,470-89 487 0 0,-414 85-593 0 0,0 6 1 0 0,193 6-1 0 0,-270 7 32 0 0,0 1-1 0 0,-1 1 1 0 0,1 2-1 0 0,43 15 1 0 0,-66-18-68 0 0,-1 2 0 0 0,0-1 1 0 0,0 1-1 0 0,0 1 1 0 0,-1 0-1 0 0,1 1 0 0 0,-2 1 1 0 0,1-1-1 0 0,-2 2 0 0 0,1 0 1 0 0,-1 0-1 0 0,0 0 1 0 0,15 24-1 0 0,-21-27-38 0 0,0-1 0 0 0,-1 1-1 0 0,0 0 1 0 0,-1 0 0 0 0,1 1 0 0 0,-1-1 0 0 0,-1 1-1 0 0,1-1 1 0 0,-1 1 0 0 0,0-1 0 0 0,-1 1-1 0 0,0 0 1 0 0,-1 8 0 0 0,-1-4 12 0 0,0 0 1 0 0,-1 0-1 0 0,0 0 1 0 0,-1-1-1 0 0,-1 1 0 0 0,1-1 1 0 0,-11 17-1 0 0,-2-3 16 0 0,0 0 0 0 0,-2-1 0 0 0,-1 0 0 0 0,-1-2 0 0 0,-41 35 0 0 0,12-19 9 0 0,-1-2-1 0 0,-1-2 1 0 0,-3-2 0 0 0,0-3-1 0 0,-71 27 1 0 0,32-22 59 0 0,-2-3 0 0 0,-148 26 0 0 0,172-44 59 0 0,0-4 1 0 0,-138 1 0 0 0,177-11 23 0 0,1-1-1 0 0,-1-2 0 0 0,1-1 1 0 0,0-2-1 0 0,0-1 1 0 0,1-1-1 0 0,0-2 1 0 0,-54-26-1 0 0,76 31-101 0 0,0 1 0 0 0,0-1-1 0 0,0-1 1 0 0,1 1-1 0 0,0-2 1 0 0,0 1-1 0 0,1-1 1 0 0,-1 0 0 0 0,-8-14-1 0 0,14 18-81 0 0,-1-1-1 0 0,0 0 1 0 0,1 0-1 0 0,0 0 1 0 0,0 0-1 0 0,1 0 1 0 0,-1 0-1 0 0,1-1 1 0 0,0 1-1 0 0,1 0 1 0 0,-1-1-1 0 0,1 1 1 0 0,0-1-1 0 0,0 1 1 0 0,1 0-1 0 0,0-1 1 0 0,0 1-1 0 0,0 0 1 0 0,0-1-1 0 0,4-6 1 0 0,-3 6-49 0 0,0 1 1 0 0,1 0-1 0 0,0 0 1 0 0,-1 0-1 0 0,2 0 1 0 0,-1 1-1 0 0,1-1 1 0 0,-1 1-1 0 0,1 0 1 0 0,1 0-1 0 0,-1 0 1 0 0,0 0 0 0 0,1 1-1 0 0,0 0 1 0 0,0 0-1 0 0,0 0 1 0 0,0 0-1 0 0,0 1 1 0 0,1 0-1 0 0,-1 0 1 0 0,1 0-1 0 0,-1 1 1 0 0,7-1-1 0 0,3 1-690 0 0,0 0 0 0 0,0 1 0 0 0,0 1-1 0 0,0 1 1 0 0,0 0 0 0 0,-1 1-1 0 0,26 7 1 0 0,-20-4-966 0 0,-1 1-1 0 0,0 1 1 0 0,0 0 0 0 0,-1 1-1 0 0,0 1 1 0 0,32 24-1 0 0,-32-19-2125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5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20916 0 0,'-11'14'158'0'0,"1"0"-1"0"0,1 0 1 0 0,0 1-1 0 0,1 1 1 0 0,1-1-1 0 0,0 1 0 0 0,1 0 1 0 0,1 1-1 0 0,1 0 1 0 0,0-1-1 0 0,-3 31 0 0 0,5-1-517 0 0,2 0 0 0 0,2 0 0 0 0,10 54 0 0 0,-4-25 183 0 0,-1-12-128 0 0,21 91 1 0 0,-24-136 453 0 0,2 0 0 0 0,0-1 0 0 0,1 1 1 0 0,1-1-1 0 0,0-1 0 0 0,1 1 1 0 0,1-1-1 0 0,1-1 0 0 0,18 22 0 0 0,-23-32-93 0 0,0 0-1 0 0,1 0 0 0 0,-1 0 1 0 0,1 0-1 0 0,0-1 0 0 0,0 0 0 0 0,1-1 1 0 0,-1 0-1 0 0,1 0 0 0 0,0 0 1 0 0,-1-1-1 0 0,1 0 0 0 0,0-1 0 0 0,1 0 1 0 0,-1 0-1 0 0,13 0 0 0 0,12-3-4 0 0,0 0-1 0 0,59-14 1 0 0,-42 7-98 0 0,3 2-166 0 0,-14 2-234 0 0,42-11 0 0 0,-71 14-94 0 0,0-1 0 0 0,0-1 0 0 0,0 1 0 0 0,-1-2-1 0 0,1 1 1 0 0,-1-1 0 0 0,0-1 0 0 0,-1 0 0 0 0,10-8 0 0 0,-14 10-57 0 0,-1 0 1 0 0,0 0-1 0 0,0 0 0 0 0,0-1 0 0 0,-1 1 0 0 0,1-1 0 0 0,-1 0 1 0 0,0 0-1 0 0,-1 1 0 0 0,1-1 0 0 0,-1-1 0 0 0,0 1 0 0 0,0 0 1 0 0,0 0-1 0 0,-1 0 0 0 0,0 0 0 0 0,0-10 0 0 0,-3-18-3791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5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28 17620 0 0,'-2'0'265'0'0,"-1"-1"0"0"0,1 1 0 0 0,-1-1 0 0 0,1 0 0 0 0,0 0 0 0 0,0 0 0 0 0,-1-1 0 0 0,1 1 0 0 0,0 0 0 0 0,-3-4 0 0 0,5 5-255 0 0,0 0-1 0 0,0 0 0 0 0,-1 0 1 0 0,1-1-1 0 0,0 1 1 0 0,0 0-1 0 0,0 0 0 0 0,0 0 1 0 0,0-1-1 0 0,0 1 1 0 0,0 0-1 0 0,0 0 1 0 0,0 0-1 0 0,0 0 0 0 0,0-1 1 0 0,0 1-1 0 0,0 0 1 0 0,0 0-1 0 0,0 0 0 0 0,0-1 1 0 0,0 1-1 0 0,0 0 1 0 0,0 0-1 0 0,1 0 1 0 0,-1-1-1 0 0,0 1 0 0 0,0 0 1 0 0,0 0-1 0 0,0 0 1 0 0,0 0-1 0 0,0 0 0 0 0,0-1 1 0 0,1 1-1 0 0,-1 0 1 0 0,0 0-1 0 0,0 0 0 0 0,0 0 1 0 0,0 0-1 0 0,1 0 1 0 0,-1-1-1 0 0,19-3-150 0 0,3 2-884 0 0,0 2 0 0 0,-1 0 1 0 0,36 5-1 0 0,65 18-7801 0 0,-105-19 7231 0 0,18 3-2977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6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30 183 21405 0 0,'-1'2'145'0'0,"-1"1"-1"0"0,1-1 1 0 0,-1 0 0 0 0,1 1 0 0 0,0-1 0 0 0,-1 1 0 0 0,2-1 0 0 0,-1 1 0 0 0,0 0 0 0 0,0-1 0 0 0,1 1 0 0 0,-1 0 0 0 0,1 0 0 0 0,0-1 0 0 0,0 1 0 0 0,0 0 0 0 0,1 4 0 0 0,0-3-130 0 0,1-1 0 0 0,0 1 1 0 0,0-1-1 0 0,0 0 1 0 0,1 0-1 0 0,-1 0 0 0 0,1 0 1 0 0,0 0-1 0 0,-1 0 1 0 0,1 0-1 0 0,7 3 1 0 0,71 67-837 0 0,11 7-1997 0 0,-79-71 2242 0 0,0 0 1 0 0,1-1-1 0 0,0 0 0 0 0,1-1 1 0 0,26 9-1 0 0,-31-13 355 0 0,0 0 1 0 0,0-1-1 0 0,0-1 0 0 0,1 0 0 0 0,-1 0 0 0 0,0-1 0 0 0,0 0 1 0 0,1-1-1 0 0,-1 0 0 0 0,0-1 0 0 0,0 0 0 0 0,0 0 0 0 0,0-1 1 0 0,18-8-1 0 0,-22 8 259 0 0,-1 0 1 0 0,1 0-1 0 0,-1 0 1 0 0,1-1-1 0 0,-1 0 1 0 0,0 0-1 0 0,-1-1 0 0 0,1 0 1 0 0,-1 1-1 0 0,0-1 1 0 0,0-1-1 0 0,0 1 1 0 0,-1 0-1 0 0,1-1 1 0 0,-2 0-1 0 0,1 0 1 0 0,0 0-1 0 0,-1 0 0 0 0,0 0 1 0 0,-1 0-1 0 0,1-1 1 0 0,-1 1-1 0 0,-1 0 1 0 0,1-13-1 0 0,-2 6 252 0 0,0 0-1 0 0,-1 1 0 0 0,-1-1 1 0 0,0 0-1 0 0,-1 1 0 0 0,0-1 1 0 0,-1 1-1 0 0,0 0 1 0 0,-1 1-1 0 0,-14-22 0 0 0,6 13 242 0 0,-1 1-1 0 0,0 0 0 0 0,-1 1 1 0 0,-1 1-1 0 0,-20-16 1 0 0,29 27-342 0 0,-1 0 0 0 0,1 1 0 0 0,-1 0 0 0 0,0 0 0 0 0,0 0 0 0 0,0 2 0 0 0,-1-1 0 0 0,1 1 0 0 0,-1 0 0 0 0,0 1 0 0 0,0 0 0 0 0,0 1 0 0 0,-20-1 0 0 0,16 3-324 0 0,1 0 0 0 0,0 1 0 0 0,-1 0 0 0 0,1 1 1 0 0,0 1-1 0 0,0 0 0 0 0,1 1 0 0 0,-1 0 0 0 0,1 1 0 0 0,-12 7 0 0 0,8-2-680 0 0,1 0 0 0 0,-15 13 0 0 0,-17 14-8238 0 0,35-32 2013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6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19396 0 0,'0'0'90'0'0,"1"1"1"0"0,-1 0-1 0 0,0 0 1 0 0,1 0-1 0 0,-1 0 0 0 0,1-1 1 0 0,-1 1-1 0 0,1 0 0 0 0,-1 0 1 0 0,1-1-1 0 0,-1 1 0 0 0,1 0 1 0 0,0-1-1 0 0,-1 1 0 0 0,1 0 1 0 0,0-1-1 0 0,0 1 0 0 0,-1-1 1 0 0,1 1-1 0 0,0-1 0 0 0,0 0 1 0 0,0 1-1 0 0,0-1 0 0 0,1 0 1 0 0,24 8-442 0 0,-22-7 456 0 0,51 8-744 0 0,65 4 1 0 0,20 2-1514 0 0,-124-12 2075 0 0,24 3 616 0 0,75 22 1 0 0,-101-23-430 0 0,-1 1-1 0 0,0 0 1 0 0,0 0 0 0 0,0 1 0 0 0,-1 1-1 0 0,0 0 1 0 0,-1 1 0 0 0,0 0-1 0 0,12 13 1 0 0,75 74 23 0 0,211 160-1 0 0,-287-240 180 0 0,-1 0 0 0 0,-1 2-1 0 0,0 0 1 0 0,19 24 0 0 0,-34-36-230 0 0,0 0-1 0 0,-1 0 1 0 0,0 1-1 0 0,0-1 1 0 0,-1 1 0 0 0,0 0-1 0 0,0 0 1 0 0,-1 1 0 0 0,0-1-1 0 0,0 0 1 0 0,0 1 0 0 0,-1-1-1 0 0,0 1 1 0 0,-1-1-1 0 0,1 1 1 0 0,-2 0 0 0 0,1-1-1 0 0,-1 1 1 0 0,-2 10 0 0 0,-3 1-119 0 0,-1 1 0 0 0,0-1 1 0 0,-2 0-1 0 0,0 0 1 0 0,-1-1-1 0 0,-1-1 0 0 0,0 0 1 0 0,-2 0-1 0 0,-15 16 0 0 0,-15 13-232 0 0,-81 66-1 0 0,-67 32 38 0 0,160-125-886 0 0,-44 20-1 0 0,54-30-693 0 0,-1-1 0 0 0,0-1-1 0 0,-24 5 1 0 0,17-10-6067 0 0,23-3 4006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6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15803 0 0,'-18'15'7074'0'0,"12"-2"-5533"0"0,6-10-1647 0 0,1 0 0 0 0,0 1 0 0 0,0-1 1 0 0,0 0-1 0 0,0-1 0 0 0,0 1 1 0 0,0 0-1 0 0,1 0 0 0 0,3 4 0 0 0,-5-6 130 0 0,12 24-455 0 0,0 2 0 0 0,15 51 1 0 0,8 20 377 0 0,-28-81 143 0 0,1 0 0 0 0,0-1 0 0 0,2 0 0 0 0,15 22 0 0 0,-20-33-20 0 0,0 0 0 0 0,-1 0 0 0 0,2-1 0 0 0,-1 1 0 0 0,0-1 0 0 0,1 0 0 0 0,0-1 0 0 0,0 1 0 0 0,0-1 0 0 0,0 0 0 0 0,1-1 0 0 0,-1 0 0 0 0,1 0 0 0 0,-1 0 0 0 0,10 1 0 0 0,7-1 1 0 0,1 0 0 0 0,0-2 1 0 0,0-1-1 0 0,-1 0 0 0 0,47-10 0 0 0,-28 1-154 0 0,0-2 0 0 0,54-24-1 0 0,-88 33-170 0 0,-1 0 0 0 0,0 0-1 0 0,0-1 1 0 0,-1 0-1 0 0,1-1 1 0 0,-1 1 0 0 0,0-1-1 0 0,0-1 1 0 0,-1 1-1 0 0,1-1 1 0 0,-1 0 0 0 0,0 0-1 0 0,-1 0 1 0 0,6-11-1 0 0,-6 9-571 0 0,-1-1 0 0 0,0 1-1 0 0,0-1 1 0 0,-1 0-1 0 0,0 1 1 0 0,-1-1 0 0 0,0 0-1 0 0,-1 0 1 0 0,1 0-1 0 0,-1 0 1 0 0,-1 0 0 0 0,-2-13-1 0 0,-6-24-5471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7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19964 0 0,'-25'19'4739'0'0,"-11"11"-2940"0"0,40-31-2023 0 0,0 1 0 0 0,0-1 0 0 0,0 1 0 0 0,0-1 0 0 0,0 1 0 0 0,0 0 0 0 0,6 1 0 0 0,-7-1 67 0 0,22 2-1598 0 0,0 1-1 0 0,30 7 0 0 0,-22-1-2836 0 0,1 1-1 0 0,50 23 0 0 0,-51-17 317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7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15035 0 0,'-1'35'6311'0'0,"10"-2"-3551"0"0,26 32-3000 0 0,-6-11 91 0 0,-7 5-1866 0 0,-2 0 0 0 0,14 74 0 0 0,-1 38-9844 0 0,-24-121 7118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7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24205 0 0,'-3'2'219'0'0,"1"-1"-3"0"0,0 1-1 0 0,-1-1 1 0 0,1 1 0 0 0,0 0 0 0 0,1 0 0 0 0,-1 0 0 0 0,0 0 0 0 0,0 0 0 0 0,1 1 0 0 0,-3 4 0 0 0,4-6-230 0 0,1 0 1 0 0,-1 0 0 0 0,0 1-1 0 0,1-1 1 0 0,-1 0 0 0 0,1 0-1 0 0,0 0 1 0 0,-1 0 0 0 0,1 0-1 0 0,0 0 1 0 0,0 0 0 0 0,0 0-1 0 0,-1 0 1 0 0,1 0 0 0 0,0 0-1 0 0,0 0 1 0 0,0 0 0 0 0,1-1 0 0 0,-1 1-1 0 0,0-1 1 0 0,0 1 0 0 0,0 0-1 0 0,0-1 1 0 0,1 0 0 0 0,0 1-1 0 0,37 21-1103 0 0,-2 2-1 0 0,0 2 1 0 0,-2 1-1 0 0,-1 1 1 0 0,44 49-1 0 0,-13-4-534 0 0,78 114-1 0 0,-62-67 1420 0 0,58 79-882 0 0,5 4-2752 0 0,-63-60-4454 0 0,-65-110 5767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47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295 342 8 0 0,'-49'-45'1616'0'0,"9"10"5314"0"0,-8-4 5288 0 0,16 18-10673 0 0,3 1-2233 0 0,2-1-825 0 0,6-4-735 0 0,3-4-513 0 0,4-4-583 0 0,5-2-825 0 0,2-4-1473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51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232 638 13819 0 0,'-13'-5'105'0'0,"-23"-8"71"0"0,-48-26 0 0 0,74 34-328 0 0,1 0-1 0 0,0-1 1 0 0,0-1 0 0 0,1 1 0 0 0,0-1-1 0 0,0 0 1 0 0,0-1 0 0 0,1 0 0 0 0,-13-18-1 0 0,20 25 119 0 0,-1-1 0 0 0,1 1-1 0 0,-1 0 1 0 0,1-1-1 0 0,0 1 1 0 0,0-1 0 0 0,-1 1-1 0 0,1 0 1 0 0,0-1-1 0 0,0 1 1 0 0,0-1-1 0 0,0 1 1 0 0,1-1 0 0 0,-1 1-1 0 0,0-1 1 0 0,1 1-1 0 0,-1 0 1 0 0,1-1 0 0 0,-1 1-1 0 0,1 0 1 0 0,0-1-1 0 0,-1 1 1 0 0,1 0 0 0 0,0 0-1 0 0,0 0 1 0 0,0-1-1 0 0,0 1 1 0 0,0 0 0 0 0,0 0-1 0 0,0 1 1 0 0,0-1-1 0 0,0 0 1 0 0,3-1-1 0 0,4-4 101 0 0,1 0-1 0 0,1 1 0 0 0,12-6 0 0 0,-19 9-36 0 0,44-16 494 0 0,0 2 0 0 0,82-17 0 0 0,-47 13-265 0 0,326-81 1096 0 0,837-95 0 0 0,-243 159 883 0 0,-888 39-1348 0 0,205 33-1 0 0,-270-26-833 0 0,0 2-1 0 0,-1 3 0 0 0,-1 1 1 0 0,0 3-1 0 0,-1 1 1 0 0,72 43-1 0 0,-97-49-61 0 0,-2 2 0 0 0,1 0 0 0 0,-2 1 0 0 0,0 0 0 0 0,-1 2 0 0 0,0 0-1 0 0,-2 1 1 0 0,0 0 0 0 0,-1 1 0 0 0,16 32 0 0 0,-22-34-5 0 0,0 0 0 0 0,-1 1 0 0 0,-1-1 0 0 0,0 1-1 0 0,-2 1 1 0 0,0-1 0 0 0,-1 0 0 0 0,-2 1 0 0 0,1 0 0 0 0,-2-1-1 0 0,-1 1 1 0 0,0 0 0 0 0,-7 27 0 0 0,1-16-29 0 0,-2-1-1 0 0,0 0 1 0 0,-3 0 0 0 0,0-1 0 0 0,-24 40-1 0 0,11-29 13 0 0,-2-2 0 0 0,-1 0-1 0 0,-38 37 1 0 0,-2-8 50 0 0,-2-4-1 0 0,-4-2 1 0 0,-84 52-1 0 0,17-23 334 0 0,-4-6 0 0 0,-4-7-1 0 0,-3-6 1 0 0,-281 90 0 0 0,315-127 319 0 0,-2-4-1 0 0,-187 21 1 0 0,249-46-628 0 0,0-2-1 0 0,0-2 1 0 0,0-3 0 0 0,0-3-1 0 0,1-2 1 0 0,-1-2-1 0 0,-85-27 1 0 0,115 27-89 0 0,1-2 0 0 0,0-2-1 0 0,0 0 1 0 0,2-2 0 0 0,-1 0 0 0 0,2-2 0 0 0,0-1 0 0 0,1-1 0 0 0,1 0 0 0 0,-32-38-1 0 0,42 42 3 0 0,1 0 0 0 0,0 0-1 0 0,1-1 1 0 0,0-1-1 0 0,2 0 1 0 0,0 0-1 0 0,0-1 1 0 0,2 0-1 0 0,0 0 1 0 0,2 0-1 0 0,0-1 1 0 0,0 0 0 0 0,2 1-1 0 0,1-1 1 0 0,0 0-1 0 0,1 0 1 0 0,4-29-1 0 0,0 24 48 0 0,1 0 0 0 0,1 1-1 0 0,1 0 1 0 0,1 0 0 0 0,1 0-1 0 0,2 1 1 0 0,0 0 0 0 0,24-35-1 0 0,-15 30-26 0 0,2 1 1 0 0,0 1-1 0 0,2 1 0 0 0,1 1 0 0 0,43-31 0 0 0,-13 17-27 0 0,1 2-1 0 0,61-27 1 0 0,119-42 40 0 0,-222 98 17 0 0,19-9 14 0 0,-14 6 16 0 0,1 0-1 0 0,0 1 1 0 0,0 1-1 0 0,1 1 1 0 0,-1 1-1 0 0,41-4 1 0 0,-60 9-52 0 0,0 0 0 0 0,0 0 0 0 0,-1 0 1 0 0,1 0-1 0 0,0 0 0 0 0,-1 1 0 0 0,1-1 0 0 0,0 0 0 0 0,-1 1 1 0 0,1-1-1 0 0,0 0 0 0 0,-1 1 0 0 0,1-1 0 0 0,-1 1 0 0 0,1-1 1 0 0,-1 1-1 0 0,1-1 0 0 0,-1 1 0 0 0,1-1 0 0 0,-1 1 0 0 0,0 0 0 0 0,1-1 1 0 0,-1 1-1 0 0,0-1 0 0 0,1 1 0 0 0,-1 0 0 0 0,0-1 0 0 0,0 1 1 0 0,0 0-1 0 0,1 0 0 0 0,-1-1 0 0 0,0 1 0 0 0,0 0 0 0 0,0-1 1 0 0,0 1-1 0 0,0 0 0 0 0,0 0 0 0 0,-1-1 0 0 0,1 1 0 0 0,0 0 1 0 0,0-1-1 0 0,0 1 0 0 0,-1 0 0 0 0,1-1 0 0 0,0 1 0 0 0,-1 1 1 0 0,-16 40-424 0 0,13-34 406 0 0,-3 4 8 0 0,1 0-1 0 0,-2 0 0 0 0,0-1 0 0 0,-11 13 1 0 0,13-18 24 0 0,0 2 0 0 0,0-1-1 0 0,0 1 1 0 0,1 0 0 0 0,0 0 0 0 0,1 0 0 0 0,-1 1 0 0 0,2 0 0 0 0,-1 0 0 0 0,-2 12 0 0 0,6-20-3 0 0,-1 0 0 0 0,1-1-1 0 0,0 1 1 0 0,0 0-1 0 0,-1 0 1 0 0,1 0 0 0 0,0 0-1 0 0,0-1 1 0 0,0 1-1 0 0,0 0 1 0 0,0 0-1 0 0,0 0 1 0 0,0 0 0 0 0,0 0-1 0 0,1 0 1 0 0,-1-1-1 0 0,0 1 1 0 0,0 0 0 0 0,1 0-1 0 0,-1 0 1 0 0,1-1-1 0 0,-1 1 1 0 0,1 0 0 0 0,-1 0-1 0 0,1-1 1 0 0,-1 1-1 0 0,1-1 1 0 0,-1 1 0 0 0,1 0-1 0 0,0-1 1 0 0,-1 1-1 0 0,1-1 1 0 0,0 1-1 0 0,0-1 1 0 0,-1 1 0 0 0,1-1-1 0 0,0 0 1 0 0,0 0-1 0 0,0 1 1 0 0,-1-1 0 0 0,1 0-1 0 0,2 0 1 0 0,2 0 36 0 0,0 0 0 0 0,0-1 1 0 0,-1 0-1 0 0,1 0 0 0 0,0 0 1 0 0,5-3-1 0 0,5 0 55 0 0,45 3 89 0 0,-60 1-174 0 0,0 0-1 0 0,1 0 1 0 0,-1 0 0 0 0,0 0-1 0 0,0 0 1 0 0,0 0-1 0 0,1-1 1 0 0,-1 1-1 0 0,0 0 1 0 0,0 0-1 0 0,0 0 1 0 0,1-1-1 0 0,-1 1 1 0 0,0 0-1 0 0,0 0 1 0 0,0 0-1 0 0,0-1 1 0 0,1 1-1 0 0,-1 0 1 0 0,0 0-1 0 0,0-1 1 0 0,0 1-1 0 0,0 0 1 0 0,0 0-1 0 0,0-1 1 0 0,0 1-1 0 0,0 0 1 0 0,0 0-1 0 0,0-1 1 0 0,0 1-1 0 0,0 0 1 0 0,0 0-1 0 0,0-1 1 0 0,0 1-1 0 0,0 0 1 0 0,0 0-1 0 0,0-1 1 0 0,-4-18 198 0 0,4 17-195 0 0,-1-1 1 0 0,0 1-1 0 0,1-1 0 0 0,0 0 1 0 0,-1 0-1 0 0,1 1 1 0 0,0-1-1 0 0,0 0 0 0 0,1-3 1 0 0,3-2 22 0 0,-3 5-26 0 0,-1 1 0 0 0,1 0 1 0 0,0 0-1 0 0,0 0 0 0 0,0-1 1 0 0,0 1-1 0 0,0 0 0 0 0,1 0 1 0 0,-1 1-1 0 0,0-1 0 0 0,1 0 1 0 0,0 0-1 0 0,-1 1 0 0 0,1-1 1 0 0,0 1-1 0 0,0-1 0 0 0,0 1 1 0 0,0 0-1 0 0,0 0 1 0 0,0 0-1 0 0,0 0 0 0 0,0 0 1 0 0,0 0-1 0 0,1 0 0 0 0,3 0 1 0 0,5-2-93 0 0,-13-3-408 0 0,0 4 430 0 0,0 1 0 0 0,0 0 1 0 0,1 0-1 0 0,-1 0 0 0 0,0 0 0 0 0,0 0 0 0 0,0 0 1 0 0,0 0-1 0 0,-4-1 0 0 0,0 1-32 0 0,-1 1-1 0 0,0-1 1 0 0,1 1-1 0 0,-1 0 1 0 0,1 1-1 0 0,-1-1 1 0 0,1 1 0 0 0,0 1-1 0 0,-1-1 1 0 0,-9 4-1 0 0,2 2-490 0 0,0 0-1 0 0,0 1 1 0 0,-15 10-1 0 0,28-17 578 0 0,1 0 0 0 0,-1 0 0 0 0,1-1 0 0 0,-1 1 0 0 0,1 0 0 0 0,-1 0 0 0 0,1 0 0 0 0,-1 0 1 0 0,1 0-1 0 0,0 0 0 0 0,-1-1 0 0 0,1 1 0 0 0,0 0 0 0 0,0 0 0 0 0,0 0 0 0 0,0 0 0 0 0,0 0 0 0 0,0 0 0 0 0,0 0 0 0 0,0 0 0 0 0,0 0 0 0 0,0 0 0 0 0,1 0 0 0 0,-1 0 0 0 0,0 0 0 0 0,0 0 0 0 0,1 0 0 0 0,-1 0 0 0 0,1-1 0 0 0,-1 1 0 0 0,1 0 0 0 0,-1 0 0 0 0,1 0 0 0 0,0-1 0 0 0,-1 1 0 0 0,1 0 0 0 0,0-1 0 0 0,1 2 0 0 0,-2-1-2 0 0,0-1-1 0 0,0 1 0 0 0,0 0 0 0 0,0 0 0 0 0,0 0 1 0 0,-1-1-1 0 0,1 1 0 0 0,0 0 0 0 0,0 0 0 0 0,-1 0 0 0 0,1-1 1 0 0,0 1-1 0 0,-1 0 0 0 0,1-1 0 0 0,-1 1 0 0 0,1 0 1 0 0,-1-1-1 0 0,1 1 0 0 0,-1-1 0 0 0,0 1 0 0 0,1-1 0 0 0,-1 1 1 0 0,0-1-1 0 0,1 1 0 0 0,-1-1 0 0 0,0 1 0 0 0,0-1 1 0 0,0 1-1 0 0,-25 13-1323 0 0,25-13 1000 0 0,-1-1-1 0 0,1 1 0 0 0,0-1 1 0 0,-1 0-1 0 0,1 0 1 0 0,0 1-1 0 0,-1-1 0 0 0,1 0 1 0 0,-1 0-1 0 0,1 0 0 0 0,0 0 1 0 0,-1-1-1 0 0,1 1 0 0 0,0 0 1 0 0,-1-1-1 0 0,1 1 0 0 0,0-1 1 0 0,-1 1-1 0 0,1-1 0 0 0,0 1 1 0 0,0-1-1 0 0,-1 0 0 0 0,1 0 1 0 0,0 0-1 0 0,0 1 0 0 0,0-1 1 0 0,0 0-1 0 0,0 0 0 0 0,0-1 1 0 0,-1 0-1 0 0,-6-7-3614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09:51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653 283 22773 0 0,'0'-5'-146'0'0,"0"0"0"0"0,1 1 0 0 0,0-1 0 0 0,-1 0 0 0 0,1 0 0 0 0,1 1 1 0 0,-1-1-1 0 0,1 0 0 0 0,0 1 0 0 0,0 0 0 0 0,0-1 0 0 0,1 1 0 0 0,-1 0 0 0 0,1 0 0 0 0,0 0 0 0 0,0 1 1 0 0,0-1-1 0 0,1 1 0 0 0,-1-1 0 0 0,1 1 0 0 0,6-4 0 0 0,8-6-328 0 0,1 1 0 0 0,1 1-1 0 0,24-10 1 0 0,-40 19 474 0 0,54-23-696 0 0,0 3 1 0 0,2 3-1 0 0,1 2 0 0 0,0 3 0 0 0,1 2 0 0 0,0 3 0 0 0,0 3 0 0 0,1 3 0 0 0,81 5 0 0 0,-75 4 526 0 0,0 2 0 0 0,-1 4 0 0 0,0 2 0 0 0,-1 3 1 0 0,-1 4-1 0 0,0 2 0 0 0,-2 3 0 0 0,75 42 0 0 0,-87-37 406 0 0,-3 2 0 0 0,0 2 0 0 0,-3 2 0 0 0,-1 2 0 0 0,50 57 0 0 0,-46-41 268 0 0,-2 3 0 0 0,-4 2 1 0 0,67 119-1 0 0,-98-156-272 0 0,-1 1 1 0 0,-1 1-1 0 0,-1 0 1 0 0,-1 0 0 0 0,-1 1-1 0 0,-1 0 1 0 0,-2 0-1 0 0,-1 0 1 0 0,0 0-1 0 0,-2 30 1 0 0,-3-32 45 0 0,0 0 1 0 0,-2-1 0 0 0,-1 1-1 0 0,0-1 1 0 0,-2 0-1 0 0,-1-1 1 0 0,0 1 0 0 0,-2-2-1 0 0,0 1 1 0 0,-2-1-1 0 0,-19 27 1 0 0,-13 10 312 0 0,-3-2 1 0 0,-2-3-1 0 0,-108 91 0 0 0,-195 107 606 0 0,242-185-1181 0 0,-2-5-1 0 0,-170 66 1 0 0,187-93-37 0 0,0-3 0 0 0,-3-5 1 0 0,-160 23-1 0 0,207-43 69 0 0,0-3 0 0 0,-1-2-1 0 0,1-2 1 0 0,0-2 0 0 0,-1-2 0 0 0,2-3-1 0 0,-1-2 1 0 0,-74-24 0 0 0,95 23-81 0 0,1-1 0 0 0,1-1 0 0 0,0-1-1 0 0,1-2 1 0 0,0 0 0 0 0,1-2 0 0 0,1-1 0 0 0,1-1 0 0 0,1-1 0 0 0,1-1 0 0 0,0-1-1 0 0,2-1 1 0 0,1-1 0 0 0,1 0 0 0 0,-18-34 0 0 0,20 28-59 0 0,2-1 1 0 0,1-1-1 0 0,1 0 0 0 0,2-1 1 0 0,1 0-1 0 0,2 0 0 0 0,1-1 0 0 0,2 0 1 0 0,1 0-1 0 0,3-47 0 0 0,3 38-147 0 0,3 0 0 0 0,1 0 0 0 0,2 0 0 0 0,2 1 0 0 0,2 0-1 0 0,2 1 1 0 0,35-70 0 0 0,-21 59-686 0 0,2 1-1 0 0,2 1 0 0 0,45-51 1 0 0,-13 27-3425 0 0,85-74 1 0 0,-82 87-442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20:24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18981 5384 279 0,'22'-23'92'0,"6"0"-21"0,8-7 11 0,3 6-4 15,-1 5-14-15,3-1-9 0,4 3-12 0,1 1-15 0,4-2-8 16,4 2-5-16,3 1-5 0,2 4-4 0,1 0-3 0,0 2 2 0,2 2-3 15,-1 3 1-15,-3 2-1 0,0 3-1 0,-3 2 4 0,-2 1 1 16,-3 3 4-16,-2 2 3 0,-4 3 11 0,0 1 8 0,-3 4 9 0,-1 3 2 16,-2 1-6-16,-3 4-6 0,0 3-10 0,-3 2-4 0,-2 7-7 0,-1 4-6 15,-5 3-3-15,-3 4-2 0,-3 2-6 0,-5 5 0 0,-4 2-7 16,-4 2 0-16,-3 2 1 0,-5-1 2 0,-4-2 5 0,-4-1 1 0,-4-6 6 16,-3-5 7-16,-2-5 3 0,-4-9 13 0,-2-4 9 0,-4-6 7 0,-2-3 14 15,-4-4 2-15,-5-5-1 0,-4-2-1 0,-6-4-10 0,-5-2-6 16,-4-4-10-16,-6-1-10 0,-3-3-2 0,-3-2-6 0,-5-3-3 0,-1-3-4 15,-1-2-2-15,-1-2-1 0,-2-2-4 0,1-2-3 0,0-2-9 16,-2-5-9-16,2-1 1 0,-1-4 6 0,3-1 9 0,4-1 11 0,4-1-1 16,4-4-1-16,5-2-3 0,5-1-4 0,5-2 4 0,8-1-2 0,4 1 4 15,5 0 2-15,8 2-1 0,5 2-1 0,7 4 2 0,6 1-5 16,5 2-4-16,4 5-2 0,4 2-10 0,4 7-12 0,6 2-17 0,6 2-25 16,4 3-38-16,3 3-53 0,5 2-41 0,1 4-15 0,1 2-68 0,1 4 51 15</inkml:trace>
  <inkml:trace contextRef="#ctx0" brushRef="#br0" timeOffset="608.34">15434 9196 1798 0,'-39'-33'289'15,"-2"-2"-230"-15,-6-7-11 0,11 8-11 0,8 4-12 0,5 2-22 16,2-1-10-16,1 1-5 0,2-1-19 0,3 3 2 0,0-1-5 0,1-1-9 15,1 3 2-15,2-2-30 0,0 1-37 0,1-1-35 0,0 3-15 16,1 1-1-16,1 1 8 0,0 4 19 0,2-1 17 0,-2 0 24 0,2 1 22 16,0 1 24-16,2-1 20 0,1-1 13 0,2 2 15 0,1 0 14 0,2 0 11 15,2 1 13-15,1 1 9 0,3-1 7 0,2 0 11 0,1 0 8 16,2-1-2-16,3-1 2 0,3 1-1 0,1 2-4 0,6 1 4 0,2 0-5 16,5 2-10-16,3 3-18 0,5 2-13 0,4 4-6 0,2 2-8 0,3 5 13 15,3 3-8-15,2 7-8 0,3 6-7 0,3 6-10 0,3 6 0 16,0 4-6-16,2 6-5 0,2 4-2 0,-2 4-7 0,-1 1-1 0,-2 2 6 15,-3 0 1-15,-1 0 7 0,-3-3-1 0,-4-2 15 0,-3-5 2 0,-4-4 7 16,-7-5 11-16,-5-4-6 0,-7-5 13 0,-4-3-1 0,-4-2 9 16,-5-5 6-16,-4-1-2 0,-4-3 12 0,-5-2 9 0,-3 1 1 0,-3-2 1 15,-4 0-3-15,-4 2-20 0,-5-1-9 0,-5 1-13 0,-6-1-22 16,-7-2-4-16,-4-1-5 0,-5-2-6 0,-4-2 5 0,-3-3 1 0,-4-4-4 16,-2-1 3-16,-2-5-10 0,-4-3-1 0,-1-4-5 0,-5 0-9 0,-2-4-2 15,0-2-2-15,-1 0 5 0,1-2 14 0,1-1 13 0,3-2 13 16,2 1 11-16,4 1 2 0,5 0 10 0,2 6 17 0,8-1 5 0,3 4 6 15,7 3-6-15,6-2-15 0,4 2-9 0,6 3-11 0,7 3-10 16,3 3-9-16,5 1-9 0,4 1-20 0,2 2-8 0,4 3-9 0,2 2 3 16,3 4 12-16,4 2 6 0,3 5-2 0,3 5-12 0,2 3-29 15,1 5-44-15,2 4-39 0,2 3-55 0,0 5-36 0,4 4-32 0,2 1-4 16,3 3-116-16</inkml:trace>
  <inkml:trace contextRef="#ctx0" brushRef="#br0" timeOffset="1008.34">14978 9800 1001 0,'-11'0'126'0,"0"-1"-34"0,-1-1-15 0,6 0-11 16,3 0-20-16,2 0-17 0,1 0-15 0,2-1-4 0,2-1-3 0,1-2 4 15,3-1 9-15,2-2-1 0,2-1 5 0,4 0-1 0,1 0 2 16,3-2 2-16,2-1 9 0,3 1 1 0,3-2-2 0,5 0 3 0,2-1-8 15,4-1 5-15,2 1-5 0,2 3-7 0,2 0 3 16,2 1-9-16,-1 3 0 0,1 3 0 0,1 3-3 0,1 4-3 0,-2 3-3 0,0 3-1 16,-1 3-2-16,0 2 0 0,-2 3-3 0,-1 4-1 0,0 1-1 0,-1 2 3 15,-3 2-2-15,-2 0 2 0,-2 0-2 0,-3 1-2 0,-1-3 2 16,-3-1 2-16,-2-3 7 0,-3-4 8 0,-4-2 2 0,-3 0 9 0,-2-2 8 16,-4-1 13-16,-4-3 13 0,-2-1 13 0,-3-1 6 0,-1-2-4 0,-3 0-11 15,-2 0-11-15,-4 0-16 0,-5 2-10 0,-6 1-17 0,-5 1-14 16,-8 2-11-16,-5 2-20 0,-7 2-8 0,-9 1-12 0,-6 2-19 0,-7 2-12 15,-9 0-13-15,-6 4-14 0,-8 0-24 0,-8 4-12 0,-8 2-32 0,-6 0-24 16,-5 5 8-16,-6 0 23 0,0 1 57 0,0-1 61 0,2-2 57 16,5-3 58-16,6-3 57 0,10-4 46 0,7-3 31 0,8-5-19 0,10-3-49 15,9-4-45-15,11 1-40 0,13-1-15 0,10-2-4 0,11-2-16 0,8-1-25 16,5-1-19-16,6-2-40 0,7 0-18 0,5-2-11 0,7-1-22 16,6-2-26-16,7-1-59 0,6 0-60 0,6-1-31 0,3 1-188 0</inkml:trace>
  <inkml:trace contextRef="#ctx0" brushRef="#br0" timeOffset="1419.27">13548 10593 2055 0,'-22'-2'109'16,"4"-2"16"-16,-3 0 1 0,10 1-27 0,7 1-56 0,3 1-29 16,3 1-17-16,3 0 1 0,5 0-1 0,4 1 9 0,3 1 1 0,7 2-6 15,3 1 14-15,7 0-11 0,3 2 3 0,5 2-4 0,2 1-3 0,4 2 3 16,3 3 2-16,3-1-2 0,1 2-3 0,4 1-6 0,-1 0-2 16,-2-2 3-16,2 1 2 0,-3-1 3 0,-1-1-3 0,1-1-5 0,-2 0 0 15,-1 1 11-15,-3 0 6 0,-2-1 3 0,-4 2-3 0,-3-1-6 0,-1-1 5 16,-5 1 0-16,-2-2 12 0,-4 1 4 0,-4 2-2 0,-4-1 11 15,-3-2 0-15,-3 1 0 0,-3-1 10 0,-4 0 0 0,-3 1-1 0,-4-2 2 16,-3 2-9-16,-5 1-8 0,-3 1-1 0,-4 2-7 0,-4 1-4 16,-7 1-4-16,-6 0-15 0,-6-2 3 0,-5 0-5 0,-5-2 8 0,-5-2 0 15,-3-3 1-15,-3-1-3 0,-3-3-3 0,-1-2 3 0,-1-4-2 0,1-3 0 16,0-3-1-16,3-2-2 0,2-1-2 0,4-3-2 0,3 0-6 16,4-2-8-16,6 0-6 0,4 0 0 0,6-2-1 0,5 0-3 0,4-1-4 15,7 2-16-15,2 0-9 0,5 1-18 0,4-1-15 0,4 2-10 0,4-1-13 16,4 0-9-16,3 2-4 0,4 0 0 0,1 2-1 0,4 0 2 15,1 2-3-15,2 3-6 0,2 2-14 0,1 2-21 0,3 4-33 0,-1 4-23 16,1 3-4-16,-1 3-117 0</inkml:trace>
  <inkml:trace contextRef="#ctx0" brushRef="#br0" timeOffset="1773.27">13980 11739 1840 0,'-33'4'434'0,"2"0"-287"0,-6 0-37 0,12-2-19 0,7-3-28 15,6-1-31-15,4 0-32 0,5 0-21 0,3 0-8 0,4 0-2 0,2-1 3 16,4-1 12-16,5 0 1 0,4 0 7 0,0 0 7 0,4 2-2 16,1-1 3-16,2-1-2 0,5 0 2 0,2-2 2 0,2 1 1 0,2-1-2 15,0 0 1-15,4 0 4 0,1 1 1 0,2 1 2 0,1 2 1 0,1 2-4 16,0 3 4-16,2 1 1 0,-1 2 3 0,2 2 2 0,1-1 10 0,-1 3 13 16,1 1 4-16,-1 1 10 0,0 0 4 0,-3-1-5 0,0 2-1 15,-2 0-10-15,-1 1-5 0,-2 0-7 0,-3 0-8 0,-1 1-1 0,-4 1-8 16,-3 0 5-16,-5 0 3 0,-4 0-3 0,-3 0-1 0,-6-1-2 15,-3-1 8-15,-3 1 1 0,-5 1 2 0,-3 1-2 0,-4-1-1 0,-6 2-13 16,-3 1 7-16,-7 1 6 0,-6 3-18 0,-7 1 10 0,-6-1-10 0,-7 1-6 16,-6-2 9-16,-5 0-1 0,-3-2 1 0,-3-3-5 0,-4-1-7 15,-3-1-1-15,-1-3-8 0,-2-2-10 0,1-3-12 0,1-5-18 0,0-2-28 16,-1-2-24-16,1-4-18 0,1-3-6 0,3-3 5 0,0-2 11 16,5-2 19-16,4 0 15 0,4-3 18 0,6-2 6 0,9 0-15 0,6-4-34 15,9-1-59-15,8-2-80 0,9-3-60 0,9-5-43 0,9-2 2 0,8-5-188 16</inkml:trace>
  <inkml:trace contextRef="#ctx0" brushRef="#br0" timeOffset="2834.28">14066 13341 1871 0,'-35'12'62'0,"0"0"54"16,-7 2-7-16,15-4-20 0,7-5-20 0,5 0-13 0,5-3-8 15,5-1-8-15,2-1-15 0,3 0-15 0,4-2 1 0,2-1-6 0,4-1-2 16,5-2 0-16,5-2 0 0,3-1 5 0,8-3 2 0,3-1-1 0,3-2 5 16,4-1 2-16,1-1 8 0,3-2 2 0,5-3-4 0,2-3-7 15,2 0-4-15,1-1-1 0,2-1-1 0,1 0 0 0,2 0-5 0,2 0-2 16,-1 1-2-16,2 1 2 0,0 0 1 0,0 1-6 0,2 2 1 0,-1 0-3 16,1 5 4-16,-2 1 2 0,3 0-4 0,0 3 1 0,-2 2-3 15,1 2 7-15,-3 1 3 0,-1 2 0 0,0 0-2 0,-1 2-1 0,-2 1-2 16,-2 1-2-16,-2 2 4 0,0 1-7 0,-3 2 2 0,-2 2-1 15,-4 0 1-15,-2 2 3 0,-4-1-3 0,-2 0 4 0,-4 0-4 0,-3 0 2 16,-3 1-1-16,-3 1 0 0,-5 0 6 0,-2 2 0 0,-3-1 5 0,-3 0 2 16,-3 0 4-16,-4-1 3 0,0 2 5 0,-3 0 3 0,-3 2-1 15,-2 1 3-15,-2-1-5 0,-4 3 3 0,-4 1-8 0,-3 0 4 0,-3-1-5 16,-5 2-5-16,-5-1-2 0,-3-1-11 0,-5 1-1 0,-3-1 2 0,-3-1-2 16,-4 0 6-16,-4-3-6 0,-3 0-3 0,-4-2 5 0,-2-2-7 15,-3-1-7-15,-3-1 3 0,-3-2-6 0,-1-1 1 0,-2-2 15 0,-1-2-4 16,1-3 5-16,-1-2 20 0,2-1 10 0,5-2 22 0,3 0 8 15,5 0-3-15,4-2 1 0,7-1-14 0,7 0-8 0,4-1-10 0,8 1-13 16,4-2-8-16,3-3-6 0,7-3-16 0,3-3-9 0,6-7-28 0,6-4-19 16,7-5-38-16,8-6-37 0,5-5-62 0,9-6-74 0,5-9-83 15,10-8-147-15,10-9-342 0</inkml:trace>
  <inkml:trace contextRef="#ctx0" brushRef="#br0" timeOffset="-160949.27">18834 5433 344 0,'-3'-1'-53'0,"4"2"18"16,3 2 10-16,5 5-33 0,3 1-92 0</inkml:trace>
  <inkml:trace contextRef="#ctx0" brushRef="#br0" timeOffset="-160668.27">15268 6666 1089 0,'-23'-13'-62'0,"2"1"104"15,-3-2 5-15,7 7 3 0,6 4-9 0,1 1-8 0,4 1-15 0,3 2-15 16,1 1-8-16,2 3-4 0,2 0-1 0,2 5 0 0,4 1-1 16,3 1-5-16,3 2-8 0,2-2-8 0,2 3-12 0,5 0-32 0,3 1-49 15,4-1-59-15,5-1-144 0,1 1 2 0</inkml:trace>
  <inkml:trace contextRef="#ctx0" brushRef="#br0" timeOffset="-160040.24">19585 5532 24 0,'-12'1'-6'0,"0"2"5"0,-2 1-2 0,4 1-10 0</inkml:trace>
  <inkml:trace contextRef="#ctx0" brushRef="#br0" timeOffset="-159722.65">15596 7225 857 0,'-28'-9'49'0,"-2"1"-66"0,-1-1 56 0,9 3-5 16,9 3-6-16,4 1-12 0,4 2-16 0,3 0-10 0,2 2-9 0,3 2 0 16,3 0 2-16,4 3-1 0,5 2 0 0,3 0-12 0,2 1-10 15,4 0-15-15,4 4-21 0,1 0-51 0,4 1-86 0,2-2-86 0</inkml:trace>
  <inkml:trace contextRef="#ctx0" brushRef="#br0" timeOffset="-159502.14">15903 8603 276 0,'-12'8'-5'0,"3"2"10"16,-2 1-3-16,4 0-3 0,4 1-5 0,1 0-6 0,2 2-4 0,1 0-7 16,1-1-19-16,1 2-94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01:43.8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8111 6235 26 0,'16'-1'-3'0,"3"1"5"0,6-1 9 0,1 0 8 16,-3 1-5-16,2-1-7 0,-2-1-4 0,2 0-2 0,1-1 0 16,0-1-1-16,4 0 1 0,-1 0-3 0,1 0 0 0,-2 1 0 0,-1-1 0 15,-1 1-1-15,1 1 0 0,-3-1 2 0,0 0-1 0,-2 1 1 0,-2 0 1 16,0 1-1-16,0-1 3 0,-2 1 3 0,-1-1 0 0,1 0 1 15,0-2 3-15,-1 0 1 0,3 0 8 0,-2-2 3 0,4 0 2 0,1 0 3 16,1-1 1-16,0 2 1 0,-1-2-1 0,2 1-1 0,1 1-8 16,2-1-3-16,0 1 0 0,-1 1-3 0,0-1 1 0,-1 1 1 0,-1 0-1 15,2 0 0-15,-1 2 0 0,1-1 0 0,1 1-1 0,-1 1 1 0,1-1 4 16,0 1 8-16,2 0 2 0,0-1-1 0,1 1-6 0,0 0-8 16,1-1 0-16,-1 0 0 0,4 0 1 0,-2 0 0 0,2-2 1 0,3 1-1 15,0 0-2-15,1-1 0 0,-1 0 3 0,0 0 2 0,2 0 3 16,1 0-1-16,-1-1-2 0,2 0 0 0,0 1-2 0,0 0 0 0,2 1 4 15,1-1 0-15,-1-1 1 0,2 1 1 0,1-1-6 0,-2 1 1 0,1 0-4 16,-1 0-1-16,1 0-2 0,-1 0-1 0,0 1 1 0,0 0-2 16,0 0 1-16,-2 0-1 0,0 0 0 0,-1 0 1 0,-1 1 5 0,0-1 0 15,0 0 0-15,-1 2 5 0,-2-1-5 0,-1 1 3 0,-4 0 4 0,1 1-2 16,-3 0 8-16,1 1-3 0,-2-1 3 0,0 1 1 0,-2 1-2 16,0 0 3-16,-1 0-3 0,0 0 1 0,-2 0-1 0,2 1-3 0,-2 0-5 15,1 0 0-15,0 0-3 0,-1 0 0 0,3 0 0 0,1-1-2 0,2 0 0 16,0 0 0-16,1-1 0 0,-1-1-3 0,2 0 3 0,0-1-5 15,2-1 1-15,0-1 0 0,1 0 1 0,3-1 0 0,-2-1-1 0,3 0 2 16,-1 1-4-16,-1-2-1 0,0 1-1 0,-1 0-1 0,-2 1 1 0,2 0 2 16,-2 0-2-16,-1 1 0 0,-2 0 0 0,-2 1-2 0,-1 0 3 15,0 1-3-15,-2 0 1 0,0 1 2 0,-3 0-3 0,0 1 4 0,0-1 4 16,-1 1-1-16,-1-1 0 0,1 1 1 0,0-1 0 0,0 0 0 16,0 0 0-16,2 0 2 0,1-1-1 0,-1 0 2 0,3 0 1 0,-3-1-4 15,2 1 1-15,1 0 0 0,1 1 1 0,-1-1-3 0,1 1-3 0,-1 0-1 16,-2 0-3-16,1 1 3 0,-1 0 0 0,2-1 1 0,-2 1-1 15,1 1 3-15,-1 0-3 0,-2 0 0 0,0 0 2 0,-1 1-2 0,0-1 2 16,-1 0-4-16,-1 1 0 0,2-1 3 0,0 1-2 0,-2 0-1 0,1-1 1 16,-1 2-2-16,0-1 2 0,2 0 0 0,-1 0 1 0,3-1-2 15,-1 0 5-15,0 0 1 0,1 0-1 0,-1-1-1 0,1 0 0 0,2-1-5 16,-2 1 0-16,2 0 2 0,0 0 0 0,0 0 2 0,-1 0-2 16,1 0-3-16,-2 0 3 0,1 1-2 0,-1-1-1 0,-2 3 0 0,1-1-3 15,0 0 5-15,0 1 0 0,-1 0 0 0,-2 0-1 0,1 1-2 16,-1 0-3-16,0 0 5 0,0-1 0 0,1 1 1 0,-1-1-1 0,1 0 0 15,0 0 1-15,-2-1-2 0,1 0 0 0,1 0 0 0,1-2 1 0,2 1 3 16,0-1-1-16,2 0 0 0,0 0-2 0,1 0 0 0,0-1 2 0,1 0-1 16,1-1-2-16,-1 0 2 0,4 0-2 0,-2 1 0 0,1-1 3 15,0 1-4-15,-2 0-1 0,1-1 4 0,1 1-5 0,0-1 3 0,-1 1 3 16,1 0-5-16,-3 0 4 0,3-1 0 0,-2 0-7 0,2 0 6 0,0-1-1 16,2 0-1-16,-1-1 8 0,1-1-7 0,0 1 1 0,1-1 5 15,1 0-10-15,0 0 6 0,2-1-3 0,-1-1-5 0,2 0 6 0,-1 0-1 16,1-2-3-16,0 0 3 0,-2-1-4 0,1 0 4 0,1-1-7 15,-1-1 2-15,1 0-2 0,-2 0-4 0,-1-1 3 0,2 1-6 0,-3-2 0 16,1-1 3-16,-3 0-2 0,-1-1 6 0,0 2 1 0,-3-2-2 0,2-1 7 16,-2 0-2-16,1-1-1 0,-2 0 3 0,-3 0 7 0,0 0-3 15,-1-2 2-15,0-1 0 0,0-1-10 0,-1-1-5 0,1-1-4 0,-3 1-1 16,1-2 0-16,-1 1 2 0,-4 0 2 0,0-2-3 0,-2 2 2 16,-2-2 1-16,-2-1 1 0,-1 2 4 0,-2-1-1 0,-2 1-1 0,-2 0-4 15,0 0 0-15,-3 0-3 0,0-1-1 0,-2-1-1 0,0-2 1 0,-1 0-6 16,0-2 9-16,-2 0-1 0,0-2 3 0,-2 0 5 0,-1-4-9 0,-1 0 1 15,-3-2 0-15,-2-2-4 0,-2 0 5 0,-2-5-1 0,-2-1 3 16,-5-1 4-16,-1-1 3 0,-7 1-12 0,-2-2 0 0,-5 2 6 0,-2-1-1 16,-4-1 16-16,-6 0 7 0,-3 1-10 0,-7 2-7 0,-4 3-14 15,-5 0-12-15,-8 1-3 0,-5 4 4 0,-3 2 15 0,-6 7 13 0,-2 5 10 16,-5 6 5-16,-3 2-6 0,-3 5-11 0,-6 5-4 0,-2 4-8 0,-4 7-2 16,-3 4-4-16,-2 4-4 0,-6 5-9 0,0 4-19 0,-1 5-27 15,-4 4-49-15,-1 4-10 0,-4 5-1 0,2 2 23 0,4 1-164 0</inkml:trace>
  <inkml:trace contextRef="#ctx0" brushRef="#br0" timeOffset="10401.12">7472 7052 56 0,'0'-5'47'0,"1"0"-16"0,1-2-20 16,0 1-5-16,3-1-3 0,1-1-2 0,0-1 0 0,2 0-1 0,-1 2 0 15,1 0 1-15,0 1-2 0,-1 0 1 0,0 2 1 0,-1-1-2 16,1 1 1-16,-1-1-2 0,0 1-1 0,1 1 1 0,-2 0-1 0,0 0 1 16,-1 1 2-16,0 0 0 0,0 0 0 0,-2 1 1 0,1 0 2 0,0 0-1 15,-1-1 1-15,-1 0 1 0,0 1 0 0,0-1 2 0,-1 1 1 16,0-1 2-16,0 0 2 0,-1 1 4 0,1-1 0 0,-1 0 0 0,1 1-3 16,2-2-4-16,0 1-2 0,0 0-2 0,1 0-1 0,1 0 1 0,1 0-2 15,0 1 2-15,1-1-3 0,0-1 0 0,2 2-1 0,0 1 2 16,1 1-1-16,2 2 0 0,-2 1 1 0,0 2 1 0,-1 1 3 0,-1 3 3 15,0-1 3-15,0 3 1 0,0 0 2 0,0-1-1 0,0 0 1 16,0 1-2-16,0-1 0 0,1 2 1 0,2-1-1 0,0-1-4 0,2 0 1 16,2-3-4-16,2 1-2 0,1-1 0 0,3-2-2 0,1 0-2 0,0-1 0 15,1-1 0-15,1-1 1 0,-2-1 0 0,1 0 0 0,-1-1 3 16,-1-2-1-16,0 0 2 0,-2-2-1 0,-3 0 0 0,0-1-1 0,-1 1 3 16,0-1 4-16,-1 1 0 0,0-1 2 0,0 1 2 0,0 0 1 0,-1 0 1 15,0 0 2-15,1 1-2 0,1-1 1 0,1 0-2 0,-1 1 0 16,0 1-1-16,2 1 1 0,0 1 0 0,-1 1 3 0,2 1 1 0,0 1-1 15,2 1 0-15,-1 1 2 0,0 1-3 0,0 1-1 0,-1 1-1 16,1 1-3-16,0-2-5 0,0 2 2 0,-1-1-1 0,2 0-3 0,-1 0 0 16,0-1-2-16,1-1 0 0,-2 0 3 0,0-1-1 0,-2 0-1 0,3 0 1 15,-1-1-1-15,-3 1 4 0,2-2 3 0,-2 0 1 0,2-1 4 16,-1-2 0-16,4 0-1 0,1-2 3 0,1-1-2 0,3-1-1 0,2-2-5 16,0 0-4-16,2-1-1 0,1-1-5 0,4 1 1 0,0 0-2 0,2 1 1 15,-3 0 1-15,-1 0-1 0,-2 1 2 0,0 1-1 0,-1 1 0 16,0 1 5-16,-2 0 2 0,-1 2 7 0,-1 0 7 0,-4 1 6 0,1 0 9 15,-1 1-2-15,-3 0 2 0,2 1-4 0,-2 0-3 0,0 0-2 16,0 0-3-16,1 1-4 0,0 0-4 0,0 1-4 0,-1-1-3 0,1-1 2 16,-3 1-3-16,3-1 0 0,-1-1-2 0,2 1 3 0,-1-2 1 0,1 0-2 15,1 0 4-15,-1-1-1 0,1-1-4 0,-1 2 1 0,-1-1-5 16,0 0-2-16,0 1 5 0,-1-1-2 0,2 0 3 0,0-1-1 0,1 1-1 16,-3-1 4-16,2 0 2 0,1 1 0 0,-1-1 1 0,2 1-2 0,-2-1-1 15,-1 1-2-15,1 0 2 0,-2-1 4 0,0 0 4 0,1 0 5 16,0 0 4-16,0-1 0 0,-1 0 4 0,1 0-2 0,0 0 2 0,-1 0 0 15,2-1-6-15,0-1-3 0,0 1-4 0,0 0-3 0,1-1 0 0,1 1-4 16,-1-1 2-16,1 0 1 0,0 0-1 0,-2 1-1 16,1-1-2-16,-1 1-2 0,0-1-3 0,2 1 4 0,0 0-3 0,0 0 2 0,1 0-2 15,-1 1-2-15,1 0 2 0,0-1 4 0,0 1 0 0,2 0-1 16,-2 0-1-16,1 1-6 0,0 0 4 0,0 2 1 0,0-1 2 0,0 0 2 16,-2 0 1-16,1 1 3 0,0 0-5 0,-1 0 3 0,3 0-1 0,1 0-3 15,0-1 0-15,3 1-4 0,1 0-1 0,1-1 1 0,1 1-1 16,3 0-2-16,1-1-1 0,1 0-1 0,3-1 0 0,-1 0 2 0,2 0-1 15,0 0 1-15,0-2-1 0,2 0 1 0,-2-1-1 0,-1 0-1 16,2 0 3-16,-1-1 2 0,-1 1-5 0,0-2 0 0,-4 2-2 0,0-1 2 16,-2 0 6-16,-2 1-6 0,1 0 2 0,-3 0 2 0,0 0 1 0,-1 0 2 15,-1 0 2-15,-1 0-1 0,-2 0-5 0,1-1 3 0,-2 1-3 16,0 0 1-16,0 0-2 0,-2 0-4 0,0 0 4 0,0 0-8 0,-2 0 6 16,2 2-5-16,0 0 1 0,-2 0 1 0,2 0-3 0,-2 0 0 0,-1 1-3 15,0 1-9-15,-1-1-8 0,0 1-7 0,-2-1-14 0,0 1-23 16,0-1-41-16,0 0-46 0,-1 0-56 0,0-1-61 0,-1 0-6 0,-1-1 5 15,1-1 19-15,-1-1-180 0</inkml:trace>
  <inkml:trace contextRef="#ctx0" brushRef="#br0" timeOffset="45052.9">7095 7724 24 0,'9'0'27'0,"0"0"-3"0,3 1-3 0,0 2-3 0,0 0 0 0,0 1-5 15,-1 1 1-15,2 0-3 0,0 1 0 0,0 0 0 0,1 1-1 16,0 0 0-16,1 0 1 0,1 0-1 0,2-1-1 0,-2 0 0 0,2 1-3 16,1-1 0-16,0-1-1 0,2-1-1 0,2-1 2 0,1 0 0 0,1-2 0 15,0 1 1-15,3-1 1 0,-1-1-1 0,2 0 1 0,0 0 2 16,0-2 0-16,2 1 1 0,0 0 4 0,2 0 0 0,0 1 2 0,0-1 2 15,0 1-3-15,0-1 4 0,0 1 1 0,1 0 4 0,0 0 2 0,0 1 0 16,0-1 1-16,-2 1 0 0,0 0 0 0,0 0 2 0,-3 2-3 16,3-1-2-16,-3 0 0 0,1 2-5 0,-1 1 2 0,-1-1-3 0,1 0-2 15,1 0-1-15,0 1-4 0,0 0-4 0,1 0 3 0,-2-1-5 0,2-1 3 16,1 0-1-16,2-1-1 0,0 0 1 0,1-1 5 0,2-1 3 16,1 0-3-16,2-2 2 0,-1-1-10 0,1-1-1 0,1 0 4 0,-2 0-2 15,1 0 1-15,1 0 1 0,-1 0-1 0,-2 0 3 0,1-1 1 16,-1 2 3-16,-1-1-2 0,1 0 3 0,-3 1 2 0,1 1 1 0,-1 1 13 15,1 0 1-15,-3-1-1 0,1 1-2 0,0 0-9 0,-2 2 0 0,0 1-1 16,-3 1-1-16,3 0 4 0,0 0-6 0,-1 1 3 0,0 0-5 16,-1 0-1-16,0 1 3 0,0 1-4 0,1-1 1 0,1 2-3 0,-2 1-4 15,3-1 2-15,-2 1 2 0,0 0-1 0,-1-2 2 0,0 3-4 16,-1-1-1-16,0 1-1 0,-2 0-3 0,1 0 0 0,-3 0 2 0,1-1-3 16,0 1-1-16,-1-2 5 0,0 1-5 0,-2-1 1 0,0-2 1 0,0 1-2 15,-3-2 2-15,2-1-1 0,1 0-1 0,-1-2 2 0,2-1-2 16,-1 0 2-16,-1-1 0 0,1-2-2 0,-1 0-1 0,1-2-2 0,0 0 1 15,-2-1 2-15,1 0-5 0,0 0-3 0,-1-1-4 0,2 0-5 16,0 0-7-16,1 0-16 0,0-1-19 0,0 0-29 0,0 1-30 0,1 1-53 16,3-1-56-16,2 1 1 0,1 0 38 0,3 0-100 0</inkml:trace>
  <inkml:trace contextRef="#ctx0" brushRef="#br0" timeOffset="58736.95">8472 9052 297 0,'8'9'70'0,"4"0"-27"0,3 3-14 0,-1-2-5 15,2-1-3-15,1 0-1 0,0 0 5 0,2 0-3 0,1-1-1 0,1 1-2 16,0-1-3-16,2 0-2 0,-1-1 2 0,2-1 3 0,1-1 0 16,-2 0 4-16,4-1-2 0,-2-2-1 0,2 1 0 0,-1-1-3 0,1-1-1 15,0-2 0-15,1 1-2 0,0-1 1 0,0-1 1 0,-1-1 1 0,-1 1 2 16,0-2-2-16,0 1-2 0,0-1 0 0,1 0-1 0,-1 0-2 15,0 0-2-15,-2-2 5 0,1 1 1 0,-1-1 5 0,-1-1 2 0,0 0 3 16,-1 0 0-16,0-3 5 0,0 0 2 0,-1-1-1 0,1-1 3 0,0 0-4 16,-2-1 3-16,0-3-4 0,-1-2-2 0,1 0 2 0,0-2-2 15,0-3-9-15,-2 3 6 0,1-4-5 0,-2-1-2 0,-2 0 4 0,-3-4-3 16,0-1-6-16,-2 0-2 0,-1 1-1 0,-1-2-1 0,-2 2 0 16,-1-2 0-16,-1 0-4 0,-3-2-6 0,-1 1-2 0,0-2-6 0,-3 2-4 15,-1 0-6-15,-1 2 1 0,-3-1 4 0,-1 2 3 0,-1 1-4 0,-3 3 1 16,0 0 4-16,-4 1-2 0,-2 1 7 0,-2-1-1 0,-3 1 0 15,-1-1 1-15,0 1 0 0,-2 2 2 0,-2 1-3 0,-2 1 2 0,-1 2 0 16,-2-1-5-16,0 2 0 0,-2 1-4 0,-1 2-1 0,-2 2 2 16,-2 0 0-16,0 3 4 0,0 1-1 0,-3 2 7 0,1 2 4 0,-2 2 5 15,-1 1 7-15,-1 2-4 0,2 3 4 0,1 1-5 0,-1 1 2 0,1 4-7 16,0 0 3-16,1 3 0 0,0 1-1 0,2 2 5 0,1 3-5 16,1-1 3-16,2 2-2 0,0 2-1 0,0 1-2 0,2 2-4 0,0-1-1 15,4 1-6-15,0 1-1 0,1 0 8 0,0 2 4 0,2 2 1 0,1 1 3 16,1-1-10-16,0 1-1 0,1-1 2 0,2 2-2 0,-1 0 1 15,4-1 2-15,0 1 0 0,3-3 4 0,1 0 4 0,3-3 0 0,1 1 5 16,2-1 4-16,1-2-3 0,3 0 1 0,1-2 0 0,1-1-4 0,2-1 0 16,2-4-9-16,0 0-3 0,1-2 0 0,1-1 7 0,1-1 1 15,0 0 1-15,1-2-3 0,0-1-14 0,-1 0 4 0,-1-2-5 0,2-2 3 16,-1 0 2-16,0 0-5 0,1-1 4 0,-1-1-4 0,-1-1-1 16,1 0-1-16,-2 0 2 0,1-2 3 0,-2 1 3 0,1-1 7 0,0 0-2 15,0-1-3-15,0 1-2 0,0-1-2 0,0 0 4 0,0 0-2 0,1-1 8 16,0 1-2-16,-1-2-2 0,1 2 4 0,2-2-7 0,0 0 7 15,-1 0-4-15,1-2 1 0,1 1 1 0,-1-1-8 0,2 0 2 0,-1 1-5 16,0-1-4-16,0 0-5 0,0 2-6 0,0-1-6 0,-2-1-6 16,2 1-3-16,-1 0-8 0,0 0-1 0,0 1-6 0,-1 0 2 0,-1 1 5 15,1 0 4-15,0 1 9 0,-1 0 0 0,0 0 1 0,-1 1 3 0,0 0-4 16,0 1-1-16,0-1-5 0,0 0-1 0,1 1-3 0,-1-1-4 16,0 0-6-16,1 0-22 0,-1-1-9 0,3 0 3 0,0-2-16 0,1-2-114 15</inkml:trace>
  <inkml:trace contextRef="#ctx0" brushRef="#br0" timeOffset="59886.46">20338 3293 1336 0,'-13'0'520'0,"-1"1"-368"0,-4 1 23 0,2 2 13 0,4 2-4 16,-1 1-9-16,0 2-19 0,-1 0-30 0,0 2-31 0,-2 2-17 0,1 1-10 16,-2 0-5-16,1 0-7 0,-3 3-5 0,0 1-2 0,1 1-6 15,0 2-1-15,0 2-6 0,0-1-4 0,3 2-4 0,-1 0 6 0,2-1-1 16,2 0-11-16,2-1 1 0,2 0-3 0,3 0-11 0,3-1 3 0,2-1-5 16,3 0-10-16,3-3 3 0,2 1 2 0,2 0-8 0,4-3-12 15,4-1 1-15,1-1-8 0,4 1-3 0,3 2 10 0,2-2 5 0,3 3 0 16,0-2 9-16,4-1-2 0,1-1-5 0,2-2 0 0,1 0 5 15,-1 0 0-15,0 0 1 0,-4 0 1 0,-1 0 2 0,-1 0-2 0,-3 1 1 16,-1 1 1-16,-3 1 4 0,-4 0-2 0,-2 1-6 0,-2 0 2 0,-4 2 1 16,-3 0-1-16,-1 3 8 0,-4 0-3 0,-1 0-4 0,-4 1 8 15,-1 0-5-15,-2-1 2 0,-2 2-2 0,-3-1 0 0,-3 0 0 0,-1 1 8 16,-4 2-5-16,-1-1 3 0,-3 1 2 0,0 0-20 0,-2 1-6 0,0 0-16 16,-2-1-5-16,1 1-2 0,2-1-1 0,0 0-19 0,1-2-20 15,1-3-22-15,1-2-21 0,1-3-19 0,2-3-35 0,2-3-39 0,0-5-51 16,2-3-65-16,2-3-59 0,3-7-35 0,3-5 41 0,1-6-163 15</inkml:trace>
  <inkml:trace contextRef="#ctx0" brushRef="#br0" timeOffset="60437.29">20786 3278 1125 0,'6'-17'216'0,"1"-1"-90"0,2-2 41 0,-1 6 23 0,-2 6-10 15,-1 4 5-15,0 2-29 0,-1 3-20 0,-1 2-16 0,1 3-7 0,-1 4-18 16,-1 5-5-16,2 5 4 0,-1 3-8 0,1 4 12 0,2 4 3 15,1 4-9-15,2 2-8 0,-1 6-7 0,2 1-17 0,0 4-7 0,2 1-12 16,0 1-10-16,3 2-12 0,-2-3-10 0,1 0-32 0,1-3 1 0,1-1-1 16,1-3 2-16,1-3 17 0,2-2-1 0,-1-6-12 0,2-1-15 15,0-2-19-15,-1 0-27 0,1-2-24 0,-2 0-22 0,-1-5-6 0,1-1 4 16,-1-4 18-16,-1-3 26 0,-1-4 29 0,-1-4 24 0,-2-3 16 0,0-2 13 16,-4-3 13-16,0-1 6 0,-1-2 14 0,-1-2 5 0,0-2 15 15,-2-1 8-15,0-1 3 0,-2-2 2 0,0-2-13 0,0-2-2 0,0 0-7 16,0 0-3-16,0 1 0 0,0 1-9 0,1 0-1 0,-1 4-8 15,-1-1-10-15,1 3 0 0,-1 3-8 0,0 1 1 0,1 2-3 0,-2 2-1 16,1 1 0-16,-1 2 0 0,0 1 1 0,0 1 1 0,0 2-4 0,1 1 0 16,0 1 0-16,0 2-4 0,1 0 4 0,-1-1-7 0,1-1 0 15,1 1 0-15,1-2-6 0,0-1-3 0,2 0-4 0,0-2-6 0,2-1-4 16,1-1-8-16,0-1 1 0,2 0-4 0,-1-1 1 0,1-1 5 0,1 1 0 16,-1-2 8-16,1 0 8 0,1-1 4 0,0 0 3 0,0-2 1 15,-1 0 4-15,-1 0 1 0,1-2 1 0,0 1 1 0,2-1 6 0,-1-1 0 16,0 0 1-16,1 0 2 0,1-1 0 0,-1 2 4 0,1 0-4 15,1 1 0-15,1 0-2 0,-1 3-1 0,2 1 2 0,1 0-1 0,0 1 0 16,-2 1 4-16,1 1-5 0,-1 1 0 0,-1 0-2 0,1-1-4 0,0 0 8 16,-1-1-9-16,1-1 5 0,0-1 3 0,-1 0-5 0,-1-1 11 15,0-2-2-15,-1 1-2 0,-2-2 9 0,-2-1-4 0,0 0 7 0,-1-1-1 16,-1-1 8-16,-1 0 3 0,-1 0-1 0,-2-2 9 0,-2 1 6 0,-2-1-2 16,-1 0-3-16,-3 0-3 0,-2-1-17 0,-2 0 2 0,-3-1-1 15,-2 1-7-15,-2 1 3 0,0-1-4 0,-3 1-7 0,-2 1 4 0,0 0-1 16,-2 3-1-16,0 2 7 0,1 1-2 0,-1 2 0 0,1 3 1 15,3 4 4-15,1 1-4 0,1 1-3 0,1 4-1 0,2 0-8 0,2 2-2 16,-1 2-2-16,3-1-12 0,1 0-12 0,2 1-15 0,1-2-32 0,3-1-30 16,1-1-50-16,1-4-73 0,3 0-105 0,2-2-149 0,2-3-106 15,2-2-2-15,3-4-59 0</inkml:trace>
  <inkml:trace contextRef="#ctx0" brushRef="#br0" timeOffset="60637.29">22468 3010 2170 0,'2'-18'280'0,"1"0"-81"0,-1 0-4 0,0 4-22 0,-2 7-10 0,1 3-17 16,-1 3-24-16,-1 4-28 0,0 2-21 0,-2 3-10 0,-1 4-12 15,-1 2-1-15,0 5-6 0,-1 3-13 0,0 3-4 0,1 5-7 0,0 2-12 16,1 5 5-16,1-1-26 0,2 3 3 0,1 2-2 0,1 0-7 0,2 3 17 16,1 0-8-16,3-1 0 0,1 0 3 0,1-1-7 0,2-3-19 15,0-3-30-15,2-4-51 0,1-4-64 0,0-2-91 0,-2-2-272 0,2 1-277 16,-1-1-376-16</inkml:trace>
  <inkml:trace contextRef="#ctx0" brushRef="#br0" timeOffset="60787.29">22230 3745 1176 0,'7'0'176'0,"3"-2"-82"15,4-1 7-15,1-1 25 0,1-1 13 0,2 0-1 0,3 0-21 0,0-1-33 16,2 0-30-16,2 0-19 0,0 0-14 0,3 1-14 0,0-2-13 0,1 2-15 15,1-1-20-15,1 2-24 0,-2-1-48 0,3 1-97 0,0 1-110 16,1-2-79-16,-1 1 7 0,1 0-140 0</inkml:trace>
  <inkml:trace contextRef="#ctx0" brushRef="#br0" timeOffset="61320.29">21375 5424 1404 0,'-2'8'615'0,"0"1"-473"0,0 1 25 15,0 0 0-15,3 0 2 0,0 1-14 0,0 4-12 0,1 2-21 0,0 1-29 16,-1 2-19-16,2 2-29 0,0 1-13 0,2 3-10 0,0 2-9 0,1 3-4 15,1 0-2-15,1 3-7 0,0-1-4 0,0 1 1 0,0 0-6 16,0-1 1-16,0-2-3 0,0 0-12 0,0-3-13 0,-1 1-23 0,0-2-29 16,0 0-21-16,0-3-27 0,-1 0-35 0,0-3-24 0,0-3-40 0,0-1-67 15,-2-2-86-15,1-2-46 0,-2-2 14 0,0-1-153 0</inkml:trace>
  <inkml:trace contextRef="#ctx0" brushRef="#br0" timeOffset="62154.16">21340 5581 1222 0,'-1'-11'423'0,"2"-1"-308"16,1-4 39-16,4 2 35 0,1 2 17 0,1-2-26 0,3 1-25 0,0 2-31 15,3 0-30-15,2 2-6 0,1-1-11 0,0 1-8 0,2 0-6 16,1 1-17-16,0 1-5 0,2 2-13 0,2 2-4 0,-1 0-5 0,0 3-4 16,-2 0 3-16,0 0-9 0,-1 1 2 0,-2 2 0 0,-2 2-11 0,-2 1 5 15,0 2-1-15,-2 0-6 0,-3 1 2 0,1 0-6 0,-2 0-8 16,-2 1-6-16,-1 1-9 0,-2 0-9 0,-1 1-11 0,-2 0-12 0,-2 0-9 15,-2 1-7-15,-1 0-5 0,-3 0-3 0,0 0-2 0,-2 0-2 16,0 2-4-16,-1 0-4 0,-1 0-1 0,0-1 3 0,-1 0-3 0,1 1-5 16,-1 0-12-16,0-1-15 0,0 0-14 0,1-1-3 0,1 0 10 0,1-2 9 15,0-1 18-15,1 0 17 0,3-2 13 0,2-2 17 0,3-2 12 16,2-1 12-16,2-3 18 0,2-1 7 0,2-4 12 0,1 0 13 0,1-4 12 16,1-2 22-16,0 2 15 0,2-3 21 0,1 0 6 0,1-1 6 0,0-2 13 15,0 1 4-15,1 0 21 0,0 1 17 0,1 2 6 0,-2 2 2 16,2 2-12-16,-1 0-19 0,-1 2-13 0,-1 1-16 0,0 1-13 0,1 2-9 15,-1 0-12-15,0 2-15 0,-2 0-9 0,0 1-10 0,-1 1-9 0,0 1-6 16,-1 1-4-16,2-1-6 0,-2 0 2 0,0-1 0 0,1 0-2 16,-2 0-1-16,2 1-4 0,0-2 4 0,0-1-5 0,3 0 3 0,-1-1-2 15,1 1-8-15,0-2 8 0,-2-1-3 0,2-1 0 0,-1 0 5 16,0 0-5-16,0-1 5 0,-1 0 2 0,0-1-6 0,0-1 4 0,0 1-5 16,-1-2 7-16,0 0 0 0,-1-1 3 0,0 0 1 0,1-1-2 0,-1 0-1 15,1-2 6-15,-3 1-1 0,0-1-1 0,-3 0 5 0,0-1-7 16,-1 1 0-16,-1-2 0 0,-3 1-4 0,-1-1 3 0,-1 2-1 0,-1 0 1 15,-3 0-6-15,-2 0-3 0,-2 2-4 0,-1 2 3 0,-1 2-5 0,0 3 0 16,0 2-1-16,-1 2-5 0,-1 3 2 0,0 3 3 0,-1 1 1 16,-1 2 4-16,-1 1 2 0,1 0 2 0,-1 1 0 0,1 1 3 0,2 1 0 15,2 0 3-15,2-1-2 0,0 1-1 0,3-1 2 0,2-1-5 0,1-1 4 16,3 0-5-16,2-2 0 0,3 0 3 0,2-1-3 0,3-2 1 16,2-1-2-16,2-1 7 0,3-2-6 0,0 1 3 0,5-1 1 0,2-1-2 15,0-1-1-15,2 0 4 0,0-1 1 0,2 0 0 0,3-2 3 16,-1 0 1-16,1 0 4 0,-1-1-2 0,-1 0 6 0,-1-1-6 0,0 0-5 15,0-1 4-15,2-1-2 0,-2-3 2 0,0 0 3 0,-1-2 2 0,-2-3-1 16,1 1-2-16,-2-2 3 0,-2-1-4 0,1-2-1 0,-2 0 10 16,-1-2-2-16,-1-1 4 0,0 1 3 0,-3-2-3 0,1 1 9 0,-1 1 4 15,-3 0 5-15,-2 1 3 0,-2 1-6 0,-3 1 0 0,-1 1-6 16,-1 2-1-16,-2 2-2 0,-2 2 2 0,0 1 2 0,-1 3-2 0,-2 1 6 16,-1 2 0-16,-1 2-3 0,-2 1 3 0,-1 2-7 0,-1 2-6 0,0 3 5 15,0 0-8-15,1 2-4 0,1 2 2 0,0-2-4 0,1 3 2 16,1 0 4-16,2 0-11 0,3 0 0 0,2-2 1 0,0 2-5 0,4 0 2 15,1 1-4-15,0 0 0 0,2 0 2 0,1 1-6 0,1 0 8 0,1 1-10 16,1-1-3-16,0 1 9 0,1 0-8 0,1 1 1 0,-1-2-1 16,0 2 1-16,-1 0-5 0,-1 2-7 0,0-1 2 0,-1 2-1 0,-2 0-3 15,-1-1 1-15,-2 1-10 0,-1-1 0 0,-2 0-3 0,-2-3-15 0,-2 2 3 16,-1 0-15-16,-1-1-11 0,-2-1 2 0,0 0-17 0,-2 0 10 16,0-1 10-16,-2-3 7 0,1 1 5 0,-2-2-7 0,-2-1-21 0,-1-2-11 15,1-2-15-15,-2-2-11 0,2-2-6 0,0-2-13 0,2-2-1 16,2-2-4-16,2-1-3 0,1-3-8 0,4-1-11 0,1-2-10 0,3-1-7 15,1-3 3-15,3-1 3 0,2-2 20 0,2 1 35 0,2-3-170 0</inkml:trace>
  <inkml:trace contextRef="#ctx0" brushRef="#br0" timeOffset="62420.16">23008 5183 571 0,'14'-22'413'0,"1"1"-163"0,3-5-37 0,-5 6 6 16,-4 2 0-16,-2 2-18 0,-1 1-22 15,0 4-29-15,-2 2-21 0,-2 2-14 0,-1 3-3 0,-2 1-7 0,0 3-12 0,-2 1-6 0,-1 1-12 16,0 2-8-16,-2 3-7 0,1 1-4 0,-2 2-6 0,0 2-4 0,2 1-4 15,-1 1-5-15,2 0-21 0,1-1 5 0,1 0-6 0,2-1-4 0,1 0 11 16,3 1-5-16,1-1-6 0,1 2-1 0,2 0 1 0,1-1-9 16,1 0 5-16,3 0-1 0,0 1-6 0,1 0 4 0,1 0-4 0,-2-2-2 15,1 1-4-15,0 0-1 0,-1 1 1 0,0-1-3 0,-1 2-3 16,-1 1 1-16,0 2-6 0,-4-1 15 0,-1 2-1 0,-2 0-3 0,-3-3 1 16,-2 2-10-16,-2 0 0 0,-1-1-4 0,-4 0 1 0,-1 0-12 0,-2 1-10 15,-2-2-9-15,1-1-11 0,-2 0-2 0,0-3 10 0,0-1-2 16,-1-3-2-16,2-3-8 0,-1-1-23 0,1-1-22 0,1-4-19 0,2-1-32 15,0-2-41-15,1 0-46 0,0-2-79 0,0-1-77 0,2-1-45 0,-1 0 53 16,2 1-35-16</inkml:trace>
  <inkml:trace contextRef="#ctx0" brushRef="#br0" timeOffset="62887.4">21951 6938 2265 0,'-9'-3'218'0,"-1"0"-98"16,-1 0 12-16,-1 1 7 0,5 1-13 0,0 1-18 0,0 1-18 0,1 2-19 15,0 3-14-15,-1 3-11 0,2 4-5 0,2 3-9 0,0 1-3 0,2 4-7 16,2 3-9-16,2 1-4 0,1 3-7 0,2 1 2 0,1 2-2 16,1-2-2-16,1-1 2 0,2-1-2 0,0-4-2 0,1-1 0 0,1-4-4 15,2-2 1-15,0-4-1 0,-1-3-5 0,1-3 6 0,1-3-10 16,1-4 4-16,-1-2 2 0,0-3-2 0,0-3 3 0,-2-1 1 0,0-3 1 15,-1 0 3-15,0-3-1 0,-1-2 4 0,-2 0 4 0,0-3-2 0,-2-1 5 16,1 0-2-16,-2-1-3 0,0-2 0 0,-2 2 2 0,-2-3-4 16,-2 2 2-16,-2-1-2 0,-3 1-2 0,-1 1 5 0,-3 0-6 0,-1-1 1 15,-3 2-2-15,0-1-3 0,-3 3 1 0,0-1-5 0,-1 1 1 0,2 4-16 16,-1 1-3-16,-1 2-9 0,1 2-16 0,1 3-1 0,0 3-13 16,2 3-9-16,0 4-5 0,1 2-20 0,1 4-27 0,-1 2-27 0,-1 3-31 15,3 3-26-15,-1 1-31 0,1 4-36 0,2 2-27 0,-1 1 0 0,2 3 22 16,1 0 58-16,2 0 73 0,2-1-33 0,2 0 10 0</inkml:trace>
  <inkml:trace contextRef="#ctx0" brushRef="#br0" timeOffset="63620.78">22043 7183 453 0,'19'1'201'0,"3"0"-14"0,5-1-14 0,-1-1-8 0,-3-1 4 0,1-2 0 15,1 0-5-15,-2 0-23 0,1-1-27 0,-2-1-22 0,-2 0-17 0,1-1-11 16,-1 0-7-16,-1 0-7 0,0 1-11 0,-2-1-7 0,-1 1-8 16,-1 0-6-16,-1-1-2 0,-1 0-6 0,0-1 1 0,-2 0-6 0,1 0 4 15,-1-2-4-15,-1 1-5 0,0-2 0 0,-1-2-5 0,-1 0 3 0,2-1 2 16,0-1-1-16,-1-3 4 0,0-3-3 0,-1 2 2 0,0-3 1 15,-1 0-2-15,0 2 4 0,-1-1 1 0,-2 0 3 0,0 3 4 0,-2-2 9 16,-1 2-1-16,-2 1 8 0,-2 1 1 0,-1 1 2 0,-1 2-2 0,-2 0-2 16,0 5 9-16,-1 1 0 0,-2 3 3 0,1 3 1 0,-1 2 2 15,0 3 3-15,-1 3 3 0,1 1-3 0,-1 3-5 0,-1 3-3 0,2 0-1 16,0 1 0-16,0 0-4 0,2 2 3 0,1 0-6 0,2-1-5 16,2 1 4-16,1 1-13 0,2-2 0 0,3 0-1 0,2-1-13 0,1-1 3 15,3 0-7-15,0-2 0 0,3 1 8 0,2 0-8 0,0-1 2 0,1 0-4 16,1-2-3-16,0 0 7 0,2 0-5 0,-1 0 5 0,2 0-4 15,0 0-7-15,-1 0 4 0,2 0-7 0,-2 1 1 0,-2 1 4 0,-2-1 2 16,-1 0 5-16,-1-1-3 0,-1 1-4 0,-3-1 0 0,-2 0-7 16,-3 1 5-16,-2-1 0 0,-1-1-5 0,-2 1 2 0,-2 0-3 0,-2 0-1 15,-1-1-6-15,-1 1-22 0,-2-1-14 0,-2-1-21 0,-1-1-15 0,-1 1 4 16,-2-2-8-16,-2-2 8 0,0 0 7 0,0-2 2 0,0-1 4 16,2 0-8-16,2-2-9 0,0-1-7 0,2-1 0 0,2-2 3 0,1-2 15 15,3-2 11-15,4-1 10 0,1-2 10 0,1-2 11 0,2-3 14 0,3-3 7 16,2-1 8-16,2-4 5 0,1-1 3 0,3-3 0 0,1 1-3 15,0-2 10-15,3 0 2 0,1-2 3 0,-1 0 6 0,2-2 2 0,-1 3 3 16,1-1 17-16,-2 2 20 0,0 0 13 0,1 0 17 0,-3 1 3 16,-1 2-4-16,-1 1-14 0,-2 3-16 0,-1 3-11 0,-3 2-3 0,-3 2-4 15,0 3 13-15,-2 3 18 0,-2 0 12 0,-1 3 11 0,-2 1 4 0,0 3-2 16,-2 1-3-16,-1 2 0 0,0 2-7 0,-1 3-7 0,0 1-3 16,1 2-11-16,-1 2-4 0,0 0-4 0,0 2-8 0,2 2-3 0,0 2-11 15,2 0-1-15,1 2-8 0,2-1-6 0,0 2 1 0,3 0 0 0,1 0-7 16,1 0 2-16,1-3-7 0,3 0-6 0,2-1 4 0,2 0 2 15,2-2-4-15,0 0 3 0,1 0-3 0,0 0-3 0,0 0 3 0,-1-2-6 16,1 1 4-16,0-1-1 0,-1 0-5 0,-2-1 5 0,1 1 1 16,-1-1-9-16,-2 2 0 0,-1 1-1 0,-4 0-3 0,-2 0 15 0,-1-2-2 15,-4-1-10-15,-1 1-10 0,-2 0-3 0,-1 0-3 0,-2 0 3 0,-1 0-9 16,-1-1-8-16,0 0-5 0,-2-3-5 0,0 0 6 0,1-3 4 16,-2 0 4-16,0-2 5 0,0-1 4 0,1-2 8 0,2-2 3 0,0-2 6 15,2-2 4-15,1-1 1 0,2-1 14 0,2-2-1 0,1-1 4 0,3-1 10 16,1-1-8-16,3-1 14 0,1 0 5 0,1 1-1 0,1-3 5 15,3-1-12-15,1 2 1 0,1 1-2 0,0 0 0 0,-1 2 4 0,2 1-9 16,1 3 3-16,0 1-1 0,0 0 2 0,0 3-2 0,1 1-1 16,-1 1-2-16,-1 3-4 0,0 0 2 0,0 3 0 0,-1 0-6 15,-2 2-3-15,0 1-5 0,0 0 2 0,-1 1 7 0,0 1-6 0,-2 1 6 0,0 0-7 16,0 0-2-16,-1 1-2 0,-1-1-3 0,-1-2-8 0,-1 1-13 16,-2-2-24-16,-1 0-32 0,0-3-37 0,0 0-56 0,-2-2-92 0,1-1-124 15,-2-2-152-15,0-2-83 0,0-1-118 0</inkml:trace>
  <inkml:trace contextRef="#ctx0" brushRef="#br0" timeOffset="63753.78">23153 6532 1350 0,'-2'-1'376'0,"-1"-1"-211"0,0 1 17 0,2 1 0 0,-1 1-16 0,0 2-40 16,1 1-40-16,0 1-28 0,0 1-20 0,0 0-15 0,1 0-10 16,-1-1-13-16,1 0-15 0,-1 0-13 0,0 0-22 0,1-2-24 0,1 0-36 15,1-1-53-15,1-1-76 0,1-1-103 0,0-1-72 0,2-1-25 0,0-2 75 16,0 0-67-16</inkml:trace>
  <inkml:trace contextRef="#ctx0" brushRef="#br0" timeOffset="64020.78">23307 6490 596 0,'-4'4'185'0,"0"2"-20"0,-1 0 12 0,1 3 6 0,0-1-4 16,0 1-23-16,-1 0-16 0,1 1-11 0,1 0-1 0,-1 0 6 0,3 0-3 15,-1 1-4-15,0 0-21 0,2 0-10 0,0 0-16 0,1-2-14 0,1 1-5 16,0 0-16-16,1-1-3 0,2 1-8 0,1 0-5 0,2-1-3 15,-1 1-7-15,2 1-2 0,0-2-5 0,1 1-3 0,-1-1-4 0,2-1-1 16,-1 2-3-16,1-1-4 0,-1 1-1 0,0 0-1 0,0 0 0 16,1 0 7-16,-2-1-6 0,1 0 2 0,-2 0 6 0,-2-1-8 0,-1 0 4 15,-1 1-3-15,-2-1 1 0,0 0 1 0,-2 1-8 0,0-1-5 0,-3 1-10 16,0-1-10-16,-2 0-17 0,-1-1-26 0,1-2-29 0,-3 0-36 16,-1 0-33-16,-1-1-24 0,-1-2-21 0,1-2-7 0,0-2-5 0,1-2 12 15,2-2 20-15,0-1 22 0,0-3 31 0,2-2 23 0,2-2 15 0,1-2 10 16,0-2 11-16,2-2 13 0,0-1 11 0,3 0-110 0</inkml:trace>
  <inkml:trace contextRef="#ctx0" brushRef="#br0" timeOffset="64204.78">23472 6363 572 0,'10'-22'315'0,"1"0"-14"15,3-6 3-15,-5 5-23 0,-2 7-15 0,1 0-29 0,-1 2-33 0,0 3-32 16,1 4-16-16,-1 1-12 0,-1 5-15 0,0 1-9 0,-1 0-11 0,0 5-11 16,0 2-8-16,1 2-12 0,-2 4-12 0,1 3-17 0,0 1-9 15,-1 5-2-15,1 2-5 0,-1 2-20 0,-1 2 5 0,1 2-5 0,0 1-1 16,-2 2 13-16,2 2-13 0,0 0-10 0,-1 1 0 0,2 0 0 15,0 1-2-15,1 2 0 0,1 0-4 0,1-1-4 0,1-1-4 0,-1-3-5 16,2-2-10-16,0-4-16 0,0-1-41 0,0-3-29 0,-1 0-6 0,0-3 13 16,-2-2 3-16,1-3-26 0,0-2-86 0,0-2-71 0,-1-3-63 15,-2-4-66-15,-1-1-58 0,-1-3-40 0,0-3-162 0</inkml:trace>
  <inkml:trace contextRef="#ctx0" brushRef="#br0" timeOffset="64370.78">23510 6676 1148 0,'-9'3'463'0,"-1"0"-245"0,0 1-29 0,2 0 4 16,4 0 0-16,1 1-20 0,1-1-26 0,2 1-34 0,1-1-27 0,1 1-9 16,2-2-17-16,1 0-12 0,2-1-9 0,1-1-22 0,2-1-3 15,-1-2-7-15,3-1-3 0,1-1 0 0,0-2-8 0,1-1 0 0,0-2-8 16,1 0-7-16,0-2-14 0,1 0-11 0,-1-2-16 0,2-1-24 0,-1 0-22 16,1-2-31-16,-2-2-54 0,0-1-69 0,0 0-77 0,0-3-97 15,-2-1-70-15,1-1-208 0</inkml:trace>
  <inkml:trace contextRef="#ctx0" brushRef="#br0" timeOffset="64537.78">23941 5727 2018 0,'-4'0'229'0,"0"1"-18"0,-2 2-7 0,1 1-22 0,2 3-33 16,-1 1-25-16,1 4-17 0,0 0-17 0,1 5-12 0,0 2-3 15,1 3-18-15,1 5-11 0,2 3-6 0,0 3-20 0,2 4-4 0,1 7-1 16,2 3-15-16,1 5 3 0,1 7-1 0,3 3-9 0,1 6-10 15,2 5-17-15,1 5-24 0,1 5-22 0,4 5-13 0,2 1-29 0,4 4-132 16,3-1-88-16,2-3-165 0,2-6-219 0,0-7-254 0</inkml:trace>
  <inkml:trace contextRef="#ctx0" brushRef="#br0" timeOffset="65353.78">24157 6246 687 0,'-7'-1'136'0,"-1"-1"-99"16,-3-1 10-16,-1 0 18 0,1 0 11 0,-2 0 11 0,-2 0 10 0,-1 1 0 15,0-1 4-15,-1 2-10 0,-2 1-5 0,1 0-3 0,-2 0-4 16,-2 1-2-16,1 2-5 0,-2 0 0 0,0 2-5 0,1 1 2 0,-2 1 1 16,0 3 2-16,1-1 2 0,-2 3-1 0,3 2-8 0,0 1-14 0,1 1-9 15,4 3-4-15,-1 0-6 0,3 0-5 0,2 1 1 0,5 1-12 16,2 0-3-16,3-1-2 0,4 1-7 0,3-1-4 0,2-1 0 0,5 0 0 16,3-2 0-16,3-3-5 0,2 0 0 0,5-1 0 0,2-2-5 0,2-1-3 15,3-3-1-15,0 0-4 0,2-2 6 0,0 0 6 0,1-1 6 16,-1 1 3-16,-1-1-4 0,-1 2 5 0,-1-1 1 0,-1 1 5 0,-3 1 14 15,-4-1 6-15,-2 1 14 0,-4-1 7 0,-4-1 4 0,-2 1 1 0,-2 0 5 16,-3 1-8-16,-1 0-2 0,-2 1-8 0,-3 0-4 0,-1 2-7 16,-3 0-14-16,-1 1-4 0,-4 1-9 0,-1-1-1 0,-5-1-4 0,-1 2-6 15,-4-1-6-15,-2 1-9 0,-2-1-11 0,-1 0-21 0,-1-1-30 16,0 0-30-16,-1-1-44 0,0-2-69 0,0-2-90 0,-1-1-142 0,2-3-120 16,-1-3 97-16,2-2-93 0</inkml:trace>
  <inkml:trace contextRef="#ctx0" brushRef="#br0" timeOffset="68403.78">25338 2389 182 0,'-8'-7'38'16,"-3"-2"-35"-16,-3-2-1 0,1 2 2 0,2 2-1 0,0 0-2 0,-1-2 1 15,0 1-2-15,-2 0 3 0,0 0 3 0,-1 1 7 0,0 0 8 0,0 0 6 16,0 0 4-16,1 0 0 0,0 2-3 0,-1 0-3 0,1 2-2 16,1 0-2-16,-1 3-3 0,1 0 0 0,1 0 0 0,0 3 1 0,1 1 1 15,1 2 6-15,-1 3 3 0,1 1 2 0,0 1-4 0,1 3-5 0,1 4-3 16,0 3-2-16,1 1-3 0,1 5-2 0,1 1 0 0,2 3-1 16,0 2 4-16,2 3 0 0,2-1-2 0,1 1-5 0,2 1-3 0,0 1-4 15,1 2-2-15,1-2 0 0,0 1-7 0,0 1 3 0,-1-2 2 16,0-1 4-16,1-1 6 0,-1-4 8 0,-1-3 20 0,0-3 39 0,0-1 32 15,0-1 21-15,0-2 2 0,0 1-24 0,-2-2-20 0,0 0-14 0,0-1-11 16,-2-2-24-16,0-3-5 0,0-1-7 0,-1-1-4 0,1-1 6 16,0-1-4-16,1-2-2 0,0-1 0 0,0-2 0 0,0-1 3 0,1-1 3 15,1-1 1-15,1-1 4 0,-1-1-8 0,2 0 0 0,1-1-1 0,1 0 1 16,1-1-5-16,0 0-2 0,1-2-2 0,2-2-3 0,0 1 1 16,3-1-1-16,0-1-2 0,1 0-3 0,0 0 3 0,3 0-7 0,2-1 3 15,1-1-4-15,1-1 1 0,2 1 9 0,1 0 3 0,2-1 0 16,3 0 1-16,2 0-9 0,2-2-3 0,2 1 0 0,0-2-2 0,2 1-1 15,1 1 2-15,3-1-4 0,1 0 1 0,4-1-1 0,0 1 1 0,2-1-2 16,2 1 4-16,0-1-2 0,4 0 1 0,0 0 0 0,1 0-2 16,2 1 2-16,1-1-1 0,2-1 1 0,2 0 1 0,1 0-2 0,1 1 2 15,1 1-1-15,1-1-3 0,1-1 0 0,1 1 0 0,1 1 2 16,0-1 1-16,3 0-1 0,0 2 1 0,2 0-2 0,1 0 2 0,2 2-1 16,1-2-1-16,0 0 2 0,3 1-1 0,0 0 7 0,1 0-1 0,1 1-2 15,1-1 5-15,3 0-7 0,0-1-1 0,1-1 3 0,1 1 6 16,-1-1 0-16,3 1 0 0,1-1 0 0,0-1-9 0,-1 0 0 0,1 1 1 15,-4-1 10-15,2-1 4 0,-3 0 0 0,1 0 6 0,-2 1-14 0,0 0-1 16,-2 0 0-16,0-1-6 0,-2 0 3 0,-2 1 0 0,1-1-3 16,1 1 3-16,-1 0-1 0,0 0-1 0,0 1 1 0,-3 1-14 0,0-1 1 15,-4 1-2-15,-3-1 1 0,-5 1 13 0,0 1 2 0,-5 0 0 0,-4 1 0 16,-3-1-3-16,-6 0 0 0,-3 0 0 0,-2-1 2 0,-4 1-1 16,-6 0-2-16,-4-1-7 0,-7 0-19 0,-3 0-35 0,-5 0-27 0,-4 0-38 15,-4 1-23-15,-5-2-6 0,-3 1-7 0,-6-1 8 0,-3 0-12 16,-6 2 1-16,-5 0 5 0,-3 1 4 0,-7 0 17 0,-6 1 18 0,-7 1 15 15,-5 0 4-15,-4 2-114 0</inkml:trace>
  <inkml:trace contextRef="#ctx0" brushRef="#br0" timeOffset="68820.77">24997 2397 2158 0,'-47'-6'-13'0,"0"1"-13"0,-10-2 3 0,12 1 7 0,15-1 12 15,3-1-3-15,7-1-5 0,4-2 3 0,4-3-1 0,3-1 10 0,5-2 2 16,4 0 6-16,3-4 1 0,6-1 1 0,6-1 2 0,4-2-1 16,7 0-4-16,6-1-1 0,3 0 1 0,6-1-5 0,5 0 1 0,3 0-3 15,5-3-3-15,-25 16 0 0,10-5 3 0,1 0 6 0,10-2-4 16,4-2 3-16,10-4-7 0,3 1-2 0,12-5 3 0,5 1 3 0,3-2-3 15,5 1 1-15,4-1 1 0,4 0-5 0,5-2-2 0,3 1-2 0,4-2-8 16,3 2 9-16,3-1-2 0,2 0 8 0,1 1-5 0,1-1-5 16,2 3 2-16,1-1-2 0,-63 18 30 0,9-3-1 0,-1 1 3 0,9-2-3 15,-1 2-26-15,8-3 3 0,1 1 3 0,7 1 7 0,-1-2-1 0,9 0 0 16,-2 1-10-16,7-1 2 0,0 1-3 0,5 0 4 0,-1 1 6 16,7-2 0-16,-3 2 3 0,-2 1-8 0,-2 2-6 0,-1 1 6 0,-5 1 1 15,-1 1 5-15,-3 2 12 0,-3 3-9 0,-4 1 1 0,-2 1-2 16,-4 3 1-16,-3 1 17 0,-4 3 9 0,-4 2 21 0,-4 2 11 0,-3 3 0 15,-5 4-3-15,-4 2-6 0,-4 2-14 0,-4 7-26 0,38 26-11 16,-19 6-2-16,-18 4-3 0,-15 3 11 0,-12 4 0 0,-11 1-9 0,-9-1-4 16,-6-5-1-16,-5 4-10 0,-2 0-24 0,-5 11-40 0,-13 55-69 0,-7-18-211 15,-1-18-59-15,1-26-83 0,-7-3-4 0,0-3 76 0</inkml:trace>
  <inkml:trace contextRef="#ctx0" brushRef="#br0" timeOffset="69453.77">26902 2165 678 0,'7'0'180'0,"1"-1"-34"0,2 1-3 0,1 0-17 15,1 0-20-15,0-1-28 0,2 0-19 0,1 0-15 0,2 0-13 0,1 0-12 16,-1-1-4-16,0 0-10 0,1 0-1 0,0-1 1 0,1 1-3 0,-1-1-2 15,0-1 0-15,-2 1 2 0,-2 1-4 0,1-1 6 0,-1 1-3 16,-1-1-1-16,-2 0-1 0,-2 0-3 0,0 1-4 0,-2-1-15 0,1 0-21 16,-2 1-46-16,0-1-60 0,-2 0-48 0,0 1-38 0,-1-2-16 0,-2-1 6 15,0 1-79-15</inkml:trace>
  <inkml:trace contextRef="#ctx0" brushRef="#br0" timeOffset="69837.77">26976 1920 1355 0,'-1'1'224'0,"0"0"-15"0,-1 0 10 16,1 1-18-16,0 0-48 0,0 1-20 0,1 0-8 0,1 1-11 15,1 1 7-15,0 1-6 0,2 1-16 0,1 1-15 0,2 8-17 0,3-1-24 16,-2 0-16-16,-2-3-4 0,2 1-9 0,-1 1-3 0,2 1 2 0,-1 0-8 15,-1 2 1-15,1 0 1 0,1 1-9 0,1 1 0 0,1 0 4 16,1 2-13-16,-1 1-7 0,1 0-23 0,-1 1-38 0,1-1-31 0,0-3-52 16,-1 0-79-16,2-1-108 0,0-2-185 0,0-1-115 0,-1 0-203 0</inkml:trace>
  <inkml:trace contextRef="#ctx0" brushRef="#br0" timeOffset="70321.77">27695 1769 1280 0,'-6'4'304'0,"0"0"-79"0,-1 0 16 0,-2 2-18 0,0 0-38 15,-1 1-47-15,0-1-18 0,1 1-27 0,0-1-13 0,1 0-2 16,1-1-4-16,0 0-7 0,3-1 0 0,0 0-12 0,1-2-7 0,1 1-1 15,1-1-13-15,2 0 2 0,0 0-1 0,1 0-4 0,0 0 13 0,1 1-7 16,0-2-3-16,1 2-4 0,0-1-11 0,0 1-4 0,1 1 0 16,0-1 0-16,-1 1-4 0,1-1-3 0,0 1 0 0,-1 1-3 0,1-1-1 15,-1 0 4-15,1 0-1 0,-1 1-3 0,0-2-9 0,1 1-5 16,0 0-7-16,1-2 4 0,-1 0 9 0,1 0 2 0,0 0 4 0,1 0-2 16,0 0 4-16,0 0-3 0,0 0-2 0,1 1 1 0,0 0-4 15,0 0 0-15,1 1 4 0,0 0-2 0,7 5 4 0,-3 0-6 0,0 0 4 16,-4-2-2-16,1 0-9 0,1 1 2 0,-2-1-8 0,1 0-2 0,1 1-2 15,-2 0-3-15,2 1-2 0,-1-1 0 0,0 0 4 0,0 1 3 16,-1-1 3-16,-1 1 5 0,-2-1 3 0,-1 1 3 0,-3-1 5 16,-1 1 0-16,-2 0-6 0,-2-1 4 0,-1 1 4 0,-2 0 2 0,-3-1 1 0,-1 0 3 15,-1 1-5-15,0-1 1 0,-1 1 2 0,-1-1-3 0,0 0 3 16,1 0 1-16,-1 0 1 0,-1-2-1 0,2 1 0 0,1-1 3 0,0 1-5 16,2-1 2-16,1 0 1 0,0-2-4 0,4-1 5 0,1-1-4 15,3 0 1-15,1-1 3 0,3-1 1 0,2 0 1 0,2-1-2 0,1 0 1 16,2 0-5-16,2 0 5 0,2 1-1 0,1-1-5 0,0 2 3 0,3 0-7 15,0 2 4-15,1 1 0 0,1 1 0 0,0 1-2 0,-1 2-4 16,0 0 2-16,0 3 2 0,-2 0-8 0,0 1 10 0,1 0-10 0,-2 1 0 16,-3 2-1-16,1-1-14 0,-3 2-20 0,0-1-44 0,-3 1-59 0,-3 0-90 15,0-1-141-15,-2 1-287 0,-2-1-134 0,-2 1-138 0</inkml:trace>
  <inkml:trace contextRef="#ctx0" brushRef="#br0" timeOffset="71670.77">27435 2095 133 0,'-2'-7'58'0,"1"-2"-17"0,0-2-12 0,1 1-2 0,1 0-6 16,1 1-4-16,1-2-1 0,1 0 0 0,-2 5 3 0,0-1 4 0,0 0 2 15,1-1 5-15,0 1 3 0,0-3 8 0,-1 2 9 0,2-2 3 16,-2 0 8-16,1 1 5 0,-2 0 6 0,1 2 13 0,-1 0 14 0,-1 0 12 16,0 2 3-16,0 0-2 0,-1 0-11 0,0 2-7 0,0 0-10 0,-1 2-4 15,1 0-13-15,-1 0-5 0,-1 1-4 0,1 1 2 0,-1 0 0 16,0 1 4-16,1 0-4 0,-1 1-5 0,0 1-3 0,1 0-1 0,0 0-2 16,0 0 6-16,2 0 1 0,0 1-16 0,1-1-2 0,1 0-10 0,1-1-6 15,1 0 7-15,1 1-6 0,1 0 1 0,2 0-3 0,0 0-5 16,2-1 2-16,2 1-4 0,1 0-4 0,1-1 7 0,1 0-7 15,1 1 6-15,0-1 4 0,2 1-5 0,14 2 1 0,-2-1-9 0,-8 1-2 16,-3-1 0-16,-4 0 0 0,-2 1 0 0,0-1-2 0,-1 2 2 0,-1 0-3 16,-3 0 3-16,0 1-1 0,-4-1-1 0,-1 3 5 0,-2-1-4 0,0 1 1 15,-1 1 1-15,-3-1-2 0,2 0 1 0,-2 1 0 0,-2-1 0 16,0-1-3-16,1 0 3 0,-2-1-5 0,2-1 3 0,0 0 2 0,1-3-1 16,0 1-3-16,1 0 1 0,0-1 1 0,1-2-4 0,1 0 2 15,1-1-1-15,1-1 0 0,1 0 4 0,1-1-2 0,1 0-2 0,0-1-2 16,3 0 4-16,0 0-2 0,-1 0 3 0,2 0 0 0,-1 0-3 0,1 1 0 15,0 0-1-15,1 1 1 0,0 1 1 0,-1 1-1 0,1 2 0 16,-1 1-1-16,0 1 1 0,1 1 0 0,-1 2 0 0,1 0-2 0,-1 2 0 16,2 3 4-16,-1 1-2 0,-1 1-2 0,-1 0 2 0,-2-2-1 0,-1 3-1 15,-1-1 2-15,0-1 0 0,-1 2 2 0,0-1 3 0,-1 0 1 16,-1-1 3-16,-1 2 0 0,-2-1 8 0,-1 1 2 0,-1-2 5 0,-1 2 0 16,-4-1-5-16,-1 0-5 0,-3-1-4 0,-3 0-15 0,0 0-4 15,-4-1 4-15,1-2 0 0,1 1 7 0,-2-1-6 0,-1-1-8 0,1-2-10 16,-1 0-8-16,0-3-7 0,2-1-14 0,0-1-8 0,1-3-13 0,0-1-20 15,2 0-19-15,1-2-29 0,2 0-47 0,1-1-58 0,2-1-103 16,0 1-83-16,1 0-14 0,0-2-72 0</inkml:trace>
  <inkml:trace contextRef="#ctx0" brushRef="#br0" timeOffset="72554.77">24695 4427 541 0,'6'2'93'0,"2"2"-10"0,2 1 8 0,0 1 12 0,2 2 16 0,-1 1 9 15,1 0 0-15,0 0-8 0,-1 0-12 0,0 1-13 0,1 0-9 0,1 2-14 16,0 0-17-16,-1 0-12 0,-1 0-14 0,2 0-9 0,1 2-8 16,0-1-3-16,0 1-8 0,0 0 2 0,-1 1 1 0,-1 0-4 0,-1-1 0 15,-2 0-2-15,1 0-2 0,-2 2-1 0,-1 1-5 0,-1 1-3 0,0 1-7 16,-1 0 0-16,0 0-4 0,0 0-3 0,-1 1 2 0,1-3 1 16,-2 1 3-16,0 0 0 0,1 0 12 0,-2-3 0 0,1 3 8 0,0-2 2 15,-1 0-5-15,1 0 2 0,-1-1 2 0,1-2-2 0,-1 0 9 16,1-1 5-16,-1-1-2 0,1 1 4 0,-1-3-2 0,1 0 0 0,-1-1 2 15,1-3-2-15,0 1 3 0,1-3-3 0,1 1 7 0,-1-2 3 0,3-1 12 16,-1 0 6-16,1-1 10 0,2 0 12 0,-1 0 3 0,2 0 6 16,0-1 4-16,0 0-1 0,3-2-14 0,2 1 2 0,1-2-15 0,0 0-7 15,1 0 3-15,2 0-6 0,0-2 3 0,4 0 2 0,0 0-6 0,3-2 3 16,1 1-2-16,1-2-1 0,2 0 0 0,-1 2-4 0,1-3-4 16,2 1-2-16,1 0-6 0,2-2-8 0,3 1 0 0,0-2 2 0,3 2-5 15,1-2 1-15,2-1 2 0,1 0 0 0,1 0-1 0,5-1 1 16,1-1-2-16,2 0-3 0,3-1 4 0,-1 1-4 0,4-2 2 0,1 0-1 15,1 0 1-15,3 1-4 0,1 0 2 0,1 0-1 0,2 0 1 0,0 0-2 16,1 0 0-16,1 1-1 0,0 0-1 0,2 0 1 0,0-2-4 16,-1 2-2-16,3 3 4 0,-1-1-2 0,0 1 5 0,1 0-3 0,-3 0 3 15,1 2 4-15,2-2-3 0,-2 1-14 0,-1 0 0 0,-1 1 11 0,-1 1 4 16,0 2 16-16,-1-1 0 0,-3 0-3 0,-1 0 2 0,-2-1-2 16,-2 1-2-16,-3 0-9 0,-3 0-2 0,-1 1-3 0,-4-2-1 0,-2 1-3 15,-3-1 4-15,-4 0-1 0,-4 0 1 0,-2-1 0 0,-3 1-2 16,-4-2-2-16,-3 1 20 0,-3 0-6 0,-3 0 5 0,-4 0-14 0,-5 1-25 15,-1-1-7-15,-3 1-26 0,-4 1-16 0,-3-1-25 0,-2 1-25 0,-4 0-31 16,-3 1-35-16,-1-1-56 0,-5-1-36 0,-4 1-49 0,-2-1-82 16,-6 1-17-16,-3 0 34 0,-5 1-119 0</inkml:trace>
  <inkml:trace contextRef="#ctx0" brushRef="#br0" timeOffset="73037.75">24806 4174 407 0,'23'-11'165'0,"4"-2"-79"0,10-2 11 0,-1 1 18 0,2 3 1 16,1 0-11-16,3-1-10 0,4 1-16 0,1-1-14 0,2 1-11 16,4-1-7-16,3-1-8 0,2 0-5 0,1 0 0 0,3-2-4 0,2 0 1 15,2 0-2-15,3-2-8 0,2 1-2 0,1-1-6 0,2-1 1 0,2 2 7 16,0-2 3-16,3 1 5 0,-2-1-1 0,2 1 1 0,-1-1-3 16,0 0-2-16,-1 2 2 0,2-1-4 0,-3 1-2 0,-3 0 2 0,0 3 1 15,-3-1-1-15,-1 2 3 0,-1 0-1 0,-2 1 1 0,-3 3-7 16,0-2 2-16,-3 2-2 0,-1 1-3 0,-2 1 4 0,-3 1-3 0,-1 1 2 15,-3 0 1-15,-2 3 3 0,-3 0 5 0,-2 1 6 0,-2 1 3 0,-2 1 2 16,-3 1 4-16,-3 1 1 0,-1 0-4 0,-2 2-1 0,-3-1-4 16,-2 1 2-16,-3 0-1 0,-2 1-1 0,-3-1 3 0,-2 2-3 0,-3 1 8 15,-2 0-3-15,-1 1-2 0,-1 3 0 0,-3-1-5 0,0 2 2 0,-3 2-5 16,-2 2-3-16,-1 0-2 0,-1 3-3 0,-1 2-7 0,-2 1-11 16,0 2 3-16,0 0-5 0,-2 3 3 0,0 0 8 0,0 3-8 0,0-1-3 15,1 1-1-15,-2-1-1 0,1 2-1 0,-1 0 0 0,1 1-3 16,0-2 0-16,0 0-13 0,1-3-41 0,0-1-46 0,0 0-32 0,0-1-56 15,0-3-53-15,-1 0-99 0,1-3-136 0,0-3-62 0,0-1 34 0,-1-3 97 16</inkml:trace>
  <inkml:trace contextRef="#ctx0" brushRef="#br0" timeOffset="73637.75">25362 4439 270 0,'-1'2'135'0,"0"0"6"0,1 1 12 0,0 0 9 0,1 0 7 0,0 1 0 15,1-2-6-15,-1 2-10 0,2-1-11 0,-1 0-14 0,1 0-14 0,1 0-23 16,0-1-6-16,1 1-12 0,1-1-5 0,0 0 10 0,0 1-14 16,1-1 4-16,1 1-9 0,1-1-3 0,1 1-4 0,0 0-5 0,2-1-1 15,-1 0-8-15,1 0 4 0,1-1-4 0,1 0-1 0,-1 1-6 0,2-1-7 16,2 0-7-16,0 0-2 0,-1-1-5 0,1 0 4 0,0 0-1 15,1 0-1-15,-2-1-3 0,1 0-2 0,-1 1-4 0,-1-1-3 0,0-1-3 16,-1 2 8-16,1-2-9 0,-2 1 1 0,-2-1 8 0,0 1-12 0,-1-1 11 16,0 2 1-16,-1-1-2 0,0 0 4 0,-2 0-2 0,2 1 2 15,-1 0-5-15,-1 0 1 0,0 0-3 0,-2 1 0 0,0 0 2 0,-1 0-4 16,-1 0 6-16,0 0-9 0,-1 1 5 0,0 0 10 0,0-1-8 16,-1 1 4-16,0-1-9 0,-1 0-18 0,0 0-13 0,0 0-30 0,0-1-39 15,-1-1-39-15,0 0-44 0,0 0-53 0,-1-1-81 0,1 0-103 0,-1-1-39 16,1 0 46-16,-1-1-89 0</inkml:trace>
  <inkml:trace contextRef="#ctx0" brushRef="#br0" timeOffset="74073.75">26271 4240 703 0,'4'3'380'0,"0"-1"-168"0,1 2 19 0,0-1-27 0,0-1-30 0,0 0-21 16,0 0-19-16,2-1-12 0,-2 1-6 0,2-2-21 0,-1 0-7 15,0 0-14-15,0-1-13 0,1 0-4 0,0-1-10 0,0 1-9 0,0-1-6 16,0 0-11-16,0 1-4 0,1-1-7 0,0 1 0 0,0 0-5 0,0 0 0 16,0 1-1-16,0-1-6 0,-1 2 5 0,1-1-3 0,0 1-1 15,0 0-1-15,-1 0 2 0,1 1 0 0,-2 0 0 0,0 0-2 0,-1 0-6 16,-1 0-1-16,-3 0-4 0,1 1-8 0,-1 0-4 0,-2 2-10 15,0-1-9-15,-1 2 3 0,-1 1-4 0,-1 0 3 0,-2 1 3 0,0 0 0 16,-2 1 12-16,0 0 5 0,-1 1 4 0,1-1 9 0,-1 1 1 0,2-1 6 16,-2 1 4-16,1-1 3 0,1 0 6 0,0-1-3 0,0 1 8 15,2-2 3-15,1 0 3 0,2-1 5 0,0-1 1 0,1 0 4 0,1-1 1 16,1-1 0-16,0 1-2 0,2-2-3 0,-1 0-1 0,2 0-5 16,0-1-2-16,1-1 0 0,1 1-3 0,0-1 2 0,1 0-4 0,0 0-3 15,0 0 0-15,0-1-5 0,2 0 3 0,1 0-4 0,1 1-1 0,0-1 0 16,1 0-5-16,-2 1 7 0,2-1-6 0,0 1 1 0,-1 0 0 15,2 1 1-15,0-1-4 0,0 1 4 0,0 0-1 0,0 0-4 0,-1 1 7 16,1-1-5-16,1 1 2 0,0-1-2 0,-1 1-5 0,-1 0 5 0,-2-1-9 16,-1 1-5-16,1-1-11 0,-2 1-20 0,0-1-21 0,-1-1-53 15,0 0-48-15,-2 0-93 0,0 0-145 0,0 0-140 0,-1-1-9 0,0-1-107 16</inkml:trace>
  <inkml:trace contextRef="#ctx0" brushRef="#br0" timeOffset="84388.61">22968 6302 591 0,'-47'8'113'0,"-6"1"-104"0,-12 3 6 0,9 0 7 16,7-1 6-16,1-1 3 0,0 1 8 0,2-2 3 0,0 2-5 16,3 2-3-16,0 0-12 0,3 0-9 0,3-1-9 0,2 1-5 0,1 2-6 15,1-1-4-15,0 1-5 0,1 2-12 0,1-1-10 0,2 2-11 0,0-1-6 16,-2 4 1-16,0 2 6 0,-3 1 6 0,0 5 5 0,-1 1-2 15,-2 3-4-15,-3 3 0 0,-3 4 7 0,-1 3 9 0,-1 4 11 0,-1 0 8 16,-3 2 9-16,0 0 4 0,1 0 7 0,-1 0 5 0,3 0 1 0,0 0 5 16,2 2 2-16,3 0 4 0,2-1 0 0,3 1 2 0,3-3 0 15,3 0-1-15,4-4 7 0,5-4-1 0,3-1 3 0,5-4 1 0,4 0 0 16,5-3 1-16,4-4-1 0,5-1-4 0,5-3-8 0,4-2-5 16,6-1-8-16,3-1-1 0,6-1-4 0,2 0-5 0,6-1 1 0,2 0-5 15,4 0-2-15,5-2-7 0,2 0-1 0,2-3-8 0,5 0-3 0,1-2-6 16,3-1-8-16,2 0-4 0,1-3-7 0,3 1-1 0,1 0-1 15,3 0 2-15,0 0-2 0,3 2 3 0,2 0 5 0,-1 0 0 0,1 2 10 16,1-1 1-16,2-1 5 0,2-3 5 0,-1-2 0 0,5-3 6 0,0-2 5 16,-2-3 3-16,3-1 5 0,-1-2-2 0,1-2 3 0,0-1 5 15,-1-3 3-15,0 1 14 0,-5-4 8 0,1-1 10 0,-1 0 10 0,-4-1 2 16,-1-1 1-16,-1-2 0 0,-2 0 4 0,0-2 6 0,-2-3 6 16,-4 0-1-16,0-1-7 0,-2 0-9 0,-1 0-9 0,-2 0-3 0,-1-1-4 15,-2-3-2-15,-1-1-8 0,1-3-4 0,-3-2-5 0,-2 0-4 0,-2-4-1 16,-4-1-3-16,-2-3-5 0,-1-3 4 0,-4 0-5 0,-4-4 1 15,-2-1 1-15,-4-2-4 0,-3-1 0 0,-2-1 0 0,-4-1-1 0,-2-2-2 16,-1 0-1-16,-5-1-3 0,-2 1-2 0,-4-2-1 0,-3-1-1 0,-2 0-3 16,-3 1 1-16,-3 2-4 0,-2 1 0 0,-5 4-2 0,-3 2 12 15,-5 3 3-15,-4 3 8 0,-3 1 7 0,-5 3-6 0,-5 3 6 0,-6 0 0 16,-4 2 1-16,-6 1-6 0,-4 0-6 0,-8 3-4 0,-5 2-6 16,-5 2 1-16,-5 1-2 0,-4 3 2 0,-7 1-3 0,-3 3-2 0,-7 5-4 15,-6 3-16-15,-5 4-11 0,-6 6-14 0,-4 5-13 0,-9 6-26 0,-4 7-54 16,-6 6-77-16,-10 11-292 0</inkml:trace>
  <inkml:trace contextRef="#ctx0" brushRef="#br0" timeOffset="89056.23">21779 5157 1425 0,'-43'-14'-57'16,"-1"0"1"-16,-6 0 26 0,14 5 44 0,8 4-10 0,4 2-14 0,2 3-18 15,2 0-18-15,4 0-16 0,1 0-8 0,2 1-18 0,1 1-7 16,0 0-8-16,1 0 15 0,0 1 18 0,1-2 22 0,0 0 20 0,0 0 7 16,0 0 13-16,1 1 7 0,-1 0 4 0,-1 0 2 0,0-1 3 0,1 0 3 15,0-1 6-15,2 1 4 0,0-1 3 0,2 0 6 0,0 0-2 16,2-1 2-16,1 1 0 0,1 0-11 0,2-1-1 0,1 2-7 0,3-1 0 16,3 0 7-16,3-1 4 0,1-1 6 0,5-1 2 0,4-1 9 15,2-1 0-15,5-2-1 0,4-3-2 0,1-2-13 0,4-3-2 0,4 1-2 16,3 0-6-16,2-2-1 0,2 1-5 0,1 1-4 0,1 0-1 0,2 0-5 15,2 2 4-15,2 0-3 0,0 1-2 0,3 1-2 0,-1 0-8 16,3 0 5-16,1 1-5 0,1-1 4 0,2 1-2 0,-1-1-3 0,2 2 2 16,1 0-1-16,0 0 1 0,1 1 3 0,0 1 1 0,1 1 0 0,-1 1 2 15,1 2 1-15,0 2 6 0,-1 2-4 0,-1 0 1 0,-1 3-1 16,0 1-2-16,-2 1 7 0,-3 4-2 0,-3 1 0 0,-4 4 0 0,-4 3-2 16,-5 2 1-16,-5 1 4 0,-3 3 1 0,-5 2-1 0,-2 2 4 15,-6 3 0-15,-3 1-2 0,-4 3 1 0,-3 3 2 0,-5 0 1 0,-3 3 5 16,-4 1 0-16,-4 1-3 0,-3 1 2 0,-2 1 3 0,-4 2-1 0,-3-4 0 15,-2-1-4-15,-1-2-2 0,-2 0 0 0,-1-2 0 0,-1-1-6 16,-3-3 2-16,-1 0 0 0,-2 0-1 0,-3-1 3 0,-5 1-1 0,-3-3 3 16,-6-1 3-16,-4-3 12 0,-1-1 4 0,-5-2 8 0,-2 0 6 0,-5-1-5 15,-4-3-3-15,-3 0-2 0,-6 0-14 0,-2 0-7 0,-5 3 1 16,-2 0 1-16,0 1 3 0,-1 0 7 0,1-1-5 0,0 0-4 0,0 0-2 16,4-1-7-16,1 0 12 0,2-4 5 15,5-1 6-15,2-1 12 0,5-3-4 0,2-3 2 0,4-3 8 0,5-4-2 0,4-4-2 0,4-3-6 16,4-4-9-16,4-2-13 0,5-2-10 0,4-3-15 0,4-3-11 0,3-2-1 15,4 0-11-15,3-4-7 0,3-1-15 0,3-6-21 0,3-1-19 16,2-4-30-16,3-1-34 0,1-5-21 0,4-2 1 0,2-4 8 0,1-4 8 16,4-3 22-16,0-4-53 0,1-2 4 0</inkml:trace>
  <inkml:trace contextRef="#ctx0" brushRef="#br0" timeOffset="95505.42">22679 9272 778 0,'-10'0'248'16,"-2"0"-56"-16,-1 1-5 0,-1 0-15 0,1 1-19 0,-1 1-25 0,1 2-17 15,-1 0-10-15,0 1-1 0,0 1-8 0,1 1-2 0,1 0-2 0,-1 3-11 16,0 1-7-16,1 2-6 0,0 1-11 0,3 2-10 0,0 1-7 16,1 2-5-16,1 1-6 0,1 2-5 0,2 0-8 0,1-1 3 0,1 3-5 15,2-1 2-15,0 1 6 0,0 0-7 0,0-2-6 0,2 1 0 0,0-3-7 16,2 1-1-16,-1-1 1 0,1-3-5 0,1 1 2 0,0-2-3 15,2-1-6-15,0-5 6 0,1 0-2 0,0-3-7 0,3-2 5 0,0-2-1 16,2-1-1-16,0-4 8 0,-1-3-1 0,1-1 4 0,0-2 4 16,0-2 6-16,0-1 5 0,-1-1 1 0,1-4 5 0,-1-1 3 0,0-1 6 15,0-1 6-15,-2-2 7 0,2-2 2 0,0 1 5 0,-1-3 2 0,0 1 2 16,-3-2 7-16,0 0-17 0,-2 2 9 0,-1-2-1 0,-1 2-9 16,-1-1 21-16,-1 1-13 0,-1 1-9 0,0 1-3 0,0 2-3 0,-1 2-6 15,0 2-1-15,0 1-5 0,-1 2-2 0,0 2 4 0,0 4-2 16,-1 0 0-16,1 2 1 0,0 1-1 0,0 2-8 0,-1 1 3 0,1 2-8 15,0 1-2-15,0 1 1 0,0 2-11 0,1 4 4 0,0 2-2 0,1 3 4 16,0 2 0-16,1 2-2 0,1 2 2 0,0 2 2 0,1 1-2 16,1 2-17-16,0 1 22 0,0 3 7 0,1-1-4 0,0 2 9 0,-1 0-23 15,2 0-1-15,-1 1-3 0,0 1 6 0,0 0-2 0,-2 2-6 0,0-2 4 16,-3 1-3-16,1-3-13 0,-2 0-5 0,1-3-15 0,-1 1-14 16,-1-2-10-16,-1 1-28 0,-1-1-19 0,-1 0-36 0,1-2-46 0,-2-1-41 15,0-1-74-15,0-1-121 0,0 0-167 0,-1-1-25 0,2 0-96 0</inkml:trace>
  <inkml:trace contextRef="#ctx0" brushRef="#br0" timeOffset="96055.42">22752 10799 980 0,'0'3'570'15,"-2"0"-327"-15,-1 1-61 0,1 0-29 0,-1 1-1 0,0 0-8 0,0 1-22 16,2 1-11-16,0-1-13 0,0 2-11 0,2 0-8 0,0 0-16 16,0 1-13-16,0-1-9 0,1 1-8 0,0-2 1 0,2 1-3 0,1 0-4 15,0 0-6-15,2 0 2 0,1 0-9 0,0-1 4 0,2-1 0 0,2 0-13 16,1-1 4-16,2 1 0 0,0-1-3 0,2 0-4 0,2 0 5 15,-1 1-9-15,-1-1 0 0,0 2 9 0,0-1-7 0,-1 2 4 0,1-2-4 16,-1 1-4-16,-1 1 3 0,-1-1-5 0,0 2 12 0,-1-1-3 0,-1 2 1 16,-2 1 3-16,-2 0-11 0,-4 2 10 0,-2-1 3 0,-2 1-5 15,-4-1 12-15,0 1-13 0,-2 0 5 0,-3 1-5 0,-2 0-1 0,-3-2 2 16,-1 1-8-16,-1 0 10 0,-2 0-10 0,-1-1 4 0,1-1 6 16,-3 0-6-16,1-1 5 0,-1-2-1 0,-1 0 1 0,0-1 6 0,0-2-2 15,1 0-1-15,0-3-1 0,2 0-2 0,1-2 5 0,0-2-3 0,3 1-7 16,0-3 0-16,3-2-4 0,1-2-1 0,3 0 3 0,2-3 2 15,1-1-2-15,3-2 2 0,0-2 2 0,3-2 7 0,1-2 2 0,3-1-3 16,2-3-1-16,1-1-5 0,3-4 7 0,1-1 8 0,2-2-4 16,0 1 2-16,1-1-4 0,1 0 2 0,1-1 11 0,-1 0 4 0,2-1-1 15,0 2 5-15,-2 0 4 0,0 2 1 0,-1 0-5 0,-2 2-7 0,-2 1-9 16,-3 3-3-16,-2 1-5 0,-2 2 8 0,-1 2-5 0,-2 2-7 16,-2 0 0-16,-2 2 0 0,-2 3 4 0,-2 0 0 0,0 2 5 0,-2 1-13 15,-2 2-2-15,-1 2 6 0,-2 2-10 0,1 2 4 0,-1 2 2 0,-1 3-7 16,1 1 5-16,1 3-6 0,0 2-6 0,0 3 4 0,0 0-3 15,1 3 3-15,-1 2-13 0,2 1-18 0,-1 1-14 0,1 2-27 0,3 1-25 16,0 1-18-16,1 2-34 0,1-1-43 0,3 3-88 0,0-2-120 0,2 2-200 16,1 1-69-16,1-1-134 0</inkml:trace>
  <inkml:trace contextRef="#ctx0" brushRef="#br0" timeOffset="96422.43">22977 11930 1507 0,'2'10'616'16,"-1"0"-390"-16,0 1-28 0,0-4-20 0,-1-3-14 0,2-2-23 15,0 0-22-15,1-2-19 0,1-1-10 0,0-2-6 0,0-2-9 0,1 0-14 16,1-2-8-16,0-1-14 0,1-1-10 0,1 0-3 0,0-1 1 0,1-2-8 16,0 1 8-16,1-2-2 0,-1 2-10 0,0-2 5 0,1 1-7 15,-1 0-3-15,1 0 5 0,0 1-5 0,1 0 4 0,-1 1-10 0,1 1 2 16,-1 1-1-16,0 1-3 0,0 1 2 0,-1 1-8 0,-1 2 6 15,2-1 2-15,0 3 2 0,0 1 0 0,-1 1-4 0,1 3 4 16,-1 0 0-16,-1 3 4 0,1 3-4 0,0 1-4 0,-1 4 7 0,0 0-5 0,0 1-4 16,-1 3 4-16,0 2-4 0,-1 1 4 0,0 2 0 0,-1 0-2 15,-1 2 2-15,-1 0-2 0,0-1 4 0,-1 1-2 0,0 0 4 0,-1 2-2 16,-1-2-6-16,1 1 2 0,-2 0-6 0,1-3 4 0,-1 1 8 0,0-2-14 16,-1 1 0-16,0-1-2 0,1-2-10 0,-2 2 2 0,0-2-1 15,0-3-11-15,-1 0-7 0,1-2 0 0,-1-3-25 0,1-2-5 0,1-1-17 16,-2-2-17-16,0-2-7 0,1-2-16 0,0-3-29 0,0-1-28 15,0-2-33-15,-1-2-39 0,0-2-32 0,0-2-67 0,-2-2-61 0,1-2-34 16,-2 0 43-16,-1-3-112 0</inkml:trace>
  <inkml:trace contextRef="#ctx0" brushRef="#br0" timeOffset="96574.43">22955 12243 854 0,'-1'3'683'0,"0"2"-303"0,2 0-73 15,1-1-53-15,1-2-21 0,0 0-46 0,3-1-32 0,1-2-24 0,2 0-14 16,1-2-12-16,1 0-24 0,1-1-14 0,1-2-21 0,2 0-8 15,1-2-10-15,1 1-5 0,0-2-12 0,2 0-1 0,1-2-2 0,-1 1-8 16,0 0 3-16,-1-1-4 0,0 0-15 0,0 0-7 0,0-1-12 0,-1 0-22 16,-2-1-25-16,0-1-22 0,-1 1-35 0,0 0-43 0,-1 1-31 15,1-1-66-15,0 0-75 0,-1 0-82 0,0 0-81 0,-1 2 15 0,1-1-112 16</inkml:trace>
  <inkml:trace contextRef="#ctx0" brushRef="#br0" timeOffset="97121.95">23399 13011 853 0,'-2'-5'507'0,"-2"-1"-210"0,0-1-40 16,1 0-36-16,-2 2-25 0,0 0-32 0,0 2-29 0,-2 0-15 16,0 1-16-16,0 2-15 0,1 0-7 0,-1 2-9 0,1 1-14 0,0 0-22 15,-2 2-8-15,1 0-15 0,0 2 7 0,0 1 10 0,1 0-10 0,1 1 8 16,0 1-11-16,0-1 4 0,1 1 3 0,0 2-8 0,0 0 7 15,1 2-10-15,1-2-8 0,1 2 1 0,1 0-5 0,0 2-2 0,2 1 0 16,0 0-2-16,1 2 2 0,1 1 2 0,1 1-4 0,1 1 6 0,0 1 0 16,2 1-3-16,0 1-1 0,1 1-3 0,1 2-7 0,-1 0-2 15,1 1 6-15,1-2-5 0,-1 2-2 0,0-1-1 0,0-1-8 0,0 3 4 16,2-2 3-16,0 0 11 0,-1-2-3 0,0-1 2 0,1-3-2 0,-2-2-2 16,0-1 3-16,2-1 6 0,-2-3-3 0,2 1 1 0,-3-3 4 15,1-2-4-15,-1-2 5 0,-2-1-3 0,-1-2 6 0,0-1-4 0,-1-3 8 16,-1-1 3-16,0-2 0 0,-1-2 8 0,0 0 5 0,-1-4 7 15,-1 0 9-15,0-2 4 0,0-3-6 0,0 0 1 0,-1-3-2 0,0 1 1 16,-2-1 4-16,0 0-2 0,-1-1-7 0,-1-1-2 0,-1 3-2 0,0-2-4 16,-3 1-4-16,0 1-3 0,0 0-2 0,-2 1 3 0,0 1-5 15,-1 2-6-15,0 2-4 0,0 2-6 0,0 2-6 0,1 1 0 0,0 2-2 16,0 1-8-16,-1 2 5 0,1 1-5 0,0 1 0 0,0 1-7 0,1 2-13 16,-2 0-22-16,1 0-30 0,-1 0-31 0,-1 0-52 0,-1-1-69 15,0-1-114-15,-2-2-250 0,0-2-252 0,-1-2-159 0</inkml:trace>
  <inkml:trace contextRef="#ctx0" brushRef="#br0" timeOffset="104706.41">22327 9481 74 0,'-6'-2'61'16,"1"1"-46"-16,0 0 0 0,3 0-3 0,1 0 0 0,1 1-1 0,0-2-6 15,0 2 1-15,0-1-2 0,0 0-2 0,-1 1 3 0,1-1-6 16,-2 1 6-16,0 1-1 0,0-2-1 0,-1 2 5 0,0-1-6 0,-1 1 3 16,1 1-1-16,-2-2-4 0,-1 2 4 0,1 0-5 0,-2 0 3 0,0 1 1 15,-1 1 0-15,-1-1 0 0,0 1 0 0,2-2 1 0,-2 2 3 16,1-1 1-16,-1 0 4 0,0 0 2 0,0-1 3 0,1 0 3 0,0-1 1 16,0 0 1-16,2-1 3 0,-1 0 2 0,2-1 0 0,0-1 4 0,0-1 3 15,0 0 6-15,1-2 9 0,-1 1 2 0,1 0 2 0,0-1 1 16,1 0 0-16,0 0 1 0,-1-2-2 0,1 1-1 0,0-2-9 0,1-1-7 15,1 0-5-15,-1 0-4 0,1-1-5 0,0 0-4 0,-1-1 0 16,0 1-4-16,0-1-3 0,0 1 4 0,0-2-7 0,2 0 2 0,-1-1-2 16,1-1-6-16,0 2 4 0,2-1-4 0,1 1 1 0,-1-1 3 0,2 0-4 15,0 1-3-15,0-2 2 0,2 1-3 0,1-1 3 0,0 1 0 16,1-2 1-16,0-1 2 0,2 1-4 0,0 0 1 0,1 0 0 0,0 1 0 16,1 0 1-16,1 0 2 0,1 1 0 0,0 0 0 0,0 0 10 15,3 1 10-15,0 0 7 0,0 1 6 0,0 0-2 0,2-1-4 0,0 1-6 16,0 1-1-16,1 1 0 0,1-1-2 0,1 2-11 0,2 0-2 0,0 0-4 15,2 1-5-15,0 1 13 0,0 0-5 0,3 1-4 0,-1 1 8 16,2 0-9-16,0 0 5 0,2 2 2 0,0 0-5 0,2 1 3 0,-1 0 0 16,4 0-2-16,-1 0 0 0,1 1-1 0,2 1 1 0,-2 0-4 0,0 0 3 15,1 1-1-15,-1 0 1 0,2 0 1 0,-2 0-5 0,-2 1-2 16,1-1-1-16,-3 1 2 0,1-2 2 0,-2 2 1 0,-2 1 4 0,-2 1-1 16,0 0 11-16,-3 0 7 0,1 2-1 0,0 0-1 0,-3 2-4 15,1 1-8-15,-4 0 4 0,0 2-2 0,-3 2-1 0,0 2-3 0,-3 0 0 16,1 3-2-16,0 2-1 0,-2 1 2 0,-1 5-2 0,1 4-1 0,-1 2-1 15,0 2-6-15,-1 3-1 0,-1-2 3 0,0 4-3 0,-1-1 4 16,-1 3 1-16,-1 0-9 0,-1 1 8 0,0 0 4 0,-2 2-1 0,-1-1 5 16,0-1-2-16,-3 0-6 0,-1 0 2 0,-2-3 2 0,-1-3-1 15,0-5 3-15,0-6-2 0,1-3 1 0,-1-4 5 0,0-2-3 0,-2-1 7 16,0 0 6-16,-1-1 3 0,-2-3 10 0,0-1 4 0,-3 0-1 0,-3-1 0 16,-1-1-6-16,-2 1-8 0,-3-2-3 0,-2 2-9 0,0 1-4 15,-4-1-3-15,-1 0-9 0,-5 1 3 0,0-2 0 0,-3 1 0 0,1 2 0 16,-3 0 11-16,-1 0 1 0,1 1-2 0,-5-1 2 0,2 0-1 0,-1 1-7 15,-1-2 7-15,-1 0-1 0,1 0-5 0,1-1-1 0,0 1-1 16,1-2 3-16,0 0-1 0,0-2 1 0,3-2-2 0,1 0 2 0,1-2 3 16,1-1 2-16,0-2-2 0,1-2-3 0,1-1 9 0,1-2 0 15,-1 0 2-15,2-2 4 0,-1-2-4 0,0 0 1 0,2-2 5 0,-2-2 4 16,2 1-9-16,-2-2 1 0,-2-1-5 0,-1 1-11 0,-1-1 0 0,-1 0-5 16,2-2 5-16,-1 1 16 0,-1 0-7 0,0-1 4 0,0 0-5 15,1-2-7-15,0 2 2 0,0-1-3 0,1 0 5 0,2 1-2 0,2-1 0 16,0 0 2-16,4 1-2 0,0 2 2 0,2-1 0 0,1 0-2 15,0-1-1-15,3 2 2 0,3-3 1 0,2-2-3 0,2-1 1 0,4-2-3 16,0-3 2-16,2 1-1 0,3-1-1 0,0 0-1 0,3-1 1 0,2-1-2 16,2 0-12-16,1-1-2 0,2 0 5 0,1 2 4 0,1-2 12 15,2 2 0-15,-1 1-8 0,2 0-1 0,0 3 6 0,0 1 1 0,2 2-4 16,0 3 5-16,-1 1-2 0,2 2-5 0,0 1 1 0,1 2-1 0,0-1-2 16,-1 2 1-16,1 1 2 0,2 0-1 0,0 2-4 0,-1 1 1 15,3 0 3-15,1 3-10 0,0-1 13 0,2 0-3 0,0 2-1 0,-1 0 5 16,3 1-6-16,-1 0 7 0,-1 1 0 0,1-2 1 0,0 0-3 0,0 1 1 15,-1 0-1-15,0 0 0 0,-3 2-3 0,1 0 2 0,-2 1-3 16,-3 1 1-16,-1 0 3 0,0 0 2 0,-3 1-1 0,0 0-1 0,-1 1-1 16,-2 0-2-16,-1 1 0 0,-1 0 3 0,-1 0 0 0,0 0 3 15,-2 1-3-15,0 0 0 0,-1 1-2 0,0-2 1 0,-1-1 1 0,-1 1 0 16,0 0 3-16,-1-1-2 0,0 1 2 0,-1-1-4 0,0 1 1 0,1-1-2 16,-1 0-2-16,1-1 5 0,0-1 1 0,0 0-2 0,-1-1 1 0,1 2-1 15,0-1 0-15,-1 0 0 0,1-1 5 0,-2 0-3 0,1 1 1 16,-1-1 0-16,-1 1-3 0,0-1-2 0,0 0 1 0,0 1-1 0,-2-1 2 15,0 0 0-15,0-1 0 0,0 2 3 0,-1-1 0 0,0-1-3 16,0 1 0-16,0 0 0 0,1-1-1 0,0 1 2 0,2-1-1 0,1 1-7 16,1-1 0-16,3 0-14 0,-1 0-31 0,2-2-23 0,1 1-40 0,3-1-36 15,4-1-38-15,4-1-57 0,3-2-54 0,2-1-35 0,4-3-1 16,4-2-41-16,1-2 98 0</inkml:trace>
  <inkml:trace contextRef="#ctx0" brushRef="#br0" timeOffset="105156.4">24232 9428 422 0,'-4'-8'41'0,"1"-1"-24"0,0 0-6 0,2 4-6 15,2 0-4-15,1 2 0 0,1-1-3 0,1 1 1 0,1 0 1 16,0 1-1-16,-1 0 0 0,0 1 0 0,1 1 1 0,-1 0 1 0,0 0 1 15,0 1 4-15,0-1 8 0,0 1 16 0,0-1 16 0,-1 1 16 0,1 0 12 16,0 0 1-16,0 1-2 0,1-1-8 0,0 1-11 0,2 0-15 16,0 1-13-16,3 0-11 0,0 0-3 0,2 0-3 0,1 1-2 0,0-2-4 15,2 1 1-15,1-1 0 0,0 1-3 0,1-1 3 0,2 0-3 16,0 0 0-16,-1 0 0 0,2 0-2 0,0 1 1 0,-1-2 3 0,0 1-2 16,0 1 2-16,0-1 1 0,1 1 0 0,0 1-1 0,-2 0 1 0,1 1-1 15,-2 0-4-15,-1-1-2 0,-1 2 0 0,1 1 0 0,-1 2 3 16,0 1-2-16,-2 0-4 0,1-1 4 0,0-1-19 0,-2-2-43 0,-1 0-48 15,-1-3-38-15,0-2-26 0,-1-2 16 0,-2-2 35 0,-1-1-138 16</inkml:trace>
  <inkml:trace contextRef="#ctx0" brushRef="#br0" timeOffset="105339.41">24217 9658 104 0,'-3'12'53'0,"2"0"-2"0,1 4-5 0,5-2-2 15,2-2-3-15,2-2-2 0,0 0-4 0,3 1-3 0,2-1-5 0,2 0-8 16,0-1-6-16,1-1-4 0,2-1-3 0,1-2-1 0,-1 1 0 16,2-1-2-16,0-1-1 0,0-1-4 0,2-1-2 0,0-1-2 0,-1 0-6 15,2-2-7-15,-1-1-9 0,1-1-8 0,1-1-7 0,0-1-3 0,1-2 3 16,-2-1-2-16,3-2 8 0,-2-2 0 0,3-2-73 0</inkml:trace>
  <inkml:trace contextRef="#ctx0" brushRef="#br0" timeOffset="106056.86">25284 8765 294 0,'-9'-13'68'16,"-1"0"-11"-16,-2-1 2 0,3 7-13 0,3 4-12 0,0 2-14 0,2 2-6 16,1 2-5-16,0 3-2 0,2 3-2 0,0 2-3 0,0 2 1 0,2 2-2 15,1 4 0-15,1 0-4 0,2 0 0 0,2 4-1 0,1-1 5 16,4 1 6-16,1 0-1 0,0 2 0 0,3-1-3 0,0 1 0 0,2 0-2 15,0 0 4-15,2 0-3 0,1 3 2 0,1 1 4 0,1-1 3 16,0 2 4-16,0-3 6 0,0 1 3 0,-1-1 5 0,2 1 5 0,1-1 4 16,-1 0 3-16,1-2-1 0,0 0-1 0,0-2-2 0,-1-3-3 0,-2-1 1 15,1 0 2-15,-2-4 0 0,-1 1 18 0,0-1 3 0,-2-3 8 16,-4-2 7-16,-2-1-3 0,-3-1 3 0,-3-2 8 0,-1 0 4 0,-3-3 7 16,-1 0 7-16,-2-1 1 0,-1-1-3 0,-3-1-9 0,-2-1-17 0,-4-1-22 15,-3 0-21-15,-2 0-8 0,-4-1-11 0,-1 0-2 0,-2 0 4 16,-3 0-11-16,1 0 6 0,-3 0 0 0,1 0-7 0,0 2 4 0,2 1-6 15,1-1-2-15,1 2 5 0,2-1-6 0,1 2 1 0,1 1-4 0,1 2-1 16,1 1 1-16,0 1-5 0,-1 2 1 0,2 1 2 0,2 2-2 16,0-1 7-16,1 2-3 0,1 0 3 0,2 0 3 0,1 0-2 0,1 1 2 15,0 0 2-15,1 1-1 0,1-1 0 0,2-1 0 0,0 1-4 16,2-1 5-16,0 0-2 0,1-1 1 0,1-2 2 0,1 0-3 0,1-1 2 16,0-1-4-16,0-1 2 0,1 0 3 0,0-1-1 0,0-1 2 0,0-2 4 15,-1-2-7-15,1 1 11 0,0-2-3 0,0 0-1 0,-1-1 3 16,1 0 1-16,-1 0 0 0,1-2 0 0,-1 1 5 0,-1-2-5 0,1 0-2 15,0-1 2-15,-1-1-3 0,0 1-1 0,0-1 7 0,-1 1-6 0,0 0-3 16,1 0 0-16,-1 0-5 0,0 0 5 0,0 0 0 0,0 1 0 16,0 0-1-16,0 0-4 0,-1 0 2 0,2-1-1 0,-1 2 4 0,0-1-5 15,0 2 1-15,0-1 4 0,0 1-3 0,0 0 1 0,0 1 1 16,0-1-4-16,0 1 1 0,-1 0 1 0,2 0-2 0,-1 0 2 0,0 1-1 16,0 0-1-16,0 0-2 0,0 1 1 0,0-1 0 0,-1 1 0 0,1-1 0 15,0 1-2-15,0 0 4 0,-1 1-4 0,0 1 5 0,1 0-6 16,-1 0 5-16,0 1-1 0,0-1 1 0,0 1 1 0,0 0 0 0,0-1-2 15,1 0 2-15,0 0 2 0,0 0-5 0,0 0 3 0,0 0-2 0,0-2 1 16,0 0 1-16,0 1-2 0,0-1 2 0,0 1 2 0,1-1-4 16,0 0 5-16,-1 0 2 0,1-1-4 0,-1 1-1 0,1-1 3 0,0 0-3 15,-1 0 2-15,1 1-2 0,-1-1 1 0,0 0-1 0,1 0 2 16,-1-1 4-16,1 1-5 0,0-1-1 0,-1 0 0 0,0 0 2 0,0 0-2 16,0-1 1-16,0 1 5 0,0 0-9 0,0-1 6 0,0 2-3 0,-1-2-4 15,0 1 4-15,0-1 1 0,0 0-5 0,0 0 5 0,0 1-2 16,0 0-4-16,-1-1 5 0,0 2-6 0,1-1 0 0,-1 0-1 0,1 0-5 15,0 0-2-15,0 0-11 0,0 1-21 0,0 0-28 0,0-1-37 0,1 1-40 16,0-1-40-16,0 1-45 0,0 1-35 0,0-1-7 0,0 1 12 16,-1 1 56-16,1 0-131 0</inkml:trace>
  <inkml:trace contextRef="#ctx0" brushRef="#br0" timeOffset="121125.73">22424 17170 152 0,'-1'2'38'0,"0"-2"-22"0,0 0-4 0,0-1-2 15,0-1 0-15,0 0-7 0,2-2-4 0,0-1-1 0,1 0-3 16,0-1 5-16,1-1 0 0,0-1 1 0,3-6 1 0,-2 7-2 0,-1-1 9 16,3-4 7-16,-2 2 11 0,0 2 16 0,-2 2 6 0,-1 2 18 0,0-1 12 15,-1 2 16-15,0 0 14 0,-1 1 11 0,1 0-1 0,-1 1-5 16,-1 0-23-16,0 1-23 0,0 0-15 0,0 0-24 0,0 0-7 0,-1 0-8 16,1 0-10-16,0 0-1 0,0 1-3 0,1 0-2 0,0 0 6 0,0 0-3 15,0 1 2-15,-1-1 4 0,1 0 9 0,0-1 12 0,0 1 15 16,0-1 7-16,0 0 10 0,0 1 9 0,-1-2 7 0,1 2 2 0,0-1-6 15,0 0-1-15,-1 0-4 0,1 0-4 0,0 0 3 0,0 0-5 0,0 1-6 16,-1-1-9-16,1 0-10 0,-1 1-2 0,2 0-1 0,-2-2-4 16,1 1-5-16,1 0-9 0,-1-1 1 0,1 2-5 0,0-2-5 0,1 1 0 15,0 0-11-15,0-1 15 0,0 1-1 0,2 0-6 0,2 0 7 16,2-1 2-16,1 0 7 0,1-2 8 0,3 0-9 0,2-1 0 0,1-1-2 16,4 1-4-16,1-2 11 0,1 1-5 0,2 1 0 0,1-1 0 15,-1 0-10-15,2 1 3 0,-1 2 1 0,0-1 3 0,1 1 0 0,-2 0-15 16,1 1 10-16,-3 0-2 0,0 1-2 0,-1 0 4 0,-3 1-10 0,1 0 7 15,-1 1 5-15,-2 1 3 0,-2-1-3 16,-2 2-2-16,0 0-2 0,-3 0 4 0,-1 1 0 0,-1 0-16 0,-1 1 19 0,-2-1-13 0,-1 1 3 16,-1 0 9-16,-3 2-18 0,0 0 15 0,-2 0-13 0,-3 0-7 0,3-4 13 15,-1 2-9-15,-2 0 10 0,-2 1 7 0,-1 1-11 0,-1 1 8 16,-3-1 5-16,-1 3-9 0,-2 0 5 0,2-1-3 0,-1-1 8 0,0 0-1 16,0 0-7-16,2-3 0 0,0 1-5 0,1-2 15 0,1-1-2 15,1 0-8-15,1-1-1 0,1-2-8 0,2-1 2 0,0-1 2 0,1-1-6 16,1 0 4-16,1-1-9 0,1-1 4 0,0-1 7 0,1 0-4 0,1 0 2 15,-1-1-3-15,2 0-8 0,0-2 4 0,1 1 7 0,0 0-8 0,0-1-3 16,1 0-2-16,0 1-6 0,1 0 10 0,1-6-15 0,1 3 2 16,-1 1-7-16,-1 4-3 0,-1 1 7 0,-1 0-12 0,1 1 3 0,-1 0-12 15,1 2 1-15,-1-1-10 0,0 2 6 0,-1 0-7 0,0 0-5 0,0 0-1 16,0 0-14-16,-1 0 5 0,0 1-15 0,-1 0-10 16,-1 0-19-16,0 0-13 0,-1 0-7 0,-1 0 0 0,-1-1-2 0,0 1-8 0,-1 0-6 15,2 0-17-15,-1 0-3 0,-1 0-2 0,1-1 11 0,-1 0 33 16,0-1 38-16,0 0-128 0</inkml:trace>
  <inkml:trace contextRef="#ctx0" brushRef="#br0" timeOffset="121575.24">22522 17116 509 0,'-1'1'91'0,"-1"0"-27"15,1 0 2-15,-1 1 7 0,0-1-12 0,0 0-18 0,1 0-27 0,0-1-6 16,1 0 2-16,0 0 14 0,1 0 11 0,1-1 4 0,0 0 7 16,1 0 0-16,2-2 4 0,-2 2 6 0,1-2 0 0,3-1 2 0,-4 2-7 15,0-2-2-15,4-1-1 0,-1 1-8 0,-1 1-5 0,-2-1-13 0,0 1-13 16,-1-1 2-16,0 1-8 0,-1 0 2 0,1 0-2 0,-1 1-4 16,-1-1 8-16,1 2-7 0,0-1 0 0,-1 0 3 0,0 1-9 0,1-1 5 15,-1 0 2-15,0 2-6 0,0-1 6 0,0 1-8 0,0 0-2 16,1-1 7-16,-1 1-5 0,0 0-2 0,0 0-2 0,0 1-7 0,0 0 8 15,0 0 0-15,1 1 0 0,0-1-3 0,-1 1 4 0,0 0 3 0,0-1-1 16,1-1 1-16,-1 1 2 0,1 0-1 0,0-1 7 0,0 0 0 16,0 0-6-16,-1 0 2 0,1-1-3 0,-1 1-1 0,1-1 1 0,1 1-3 15,0 0-4-15,-1-2 1 0,1 0-9 0,-1 0 7 0,1 0 0 0,0 1-1 16,0 0 1-16,-1 0-1 0,1 0 9 0,0 0-6 0,0 0 1 16,0 0 1-16,0 1-10 0,1-1 7 0,0 1-5 0,0-1-3 0,0 1 4 15,0-1-6-15,-1 0 0 0,0 0-2 0,1 0-9 0,-1 0-3 16,0 0-3-16,0 0-14 0,0-1-4 0,-1 1-10 0,1-1-7 0,0 1 3 15,0-1 2-15,0 0 10 0,0 0 2 0,0 0 3 0,-1 0 2 16,1 0-2-16,1 0 1 0,-1 1-2 0,1-1-2 0,0 0 5 0,0 1 6 16,0-1 9-16,1 0 7 0,-1 1 8 0,1-1 4 0,1 0 5 0,-1 0 5 15,1 1 0-15,0-2 0 0,0 1 0 0,1-1-6 0,-1 0-9 16,2 0-81-16</inkml:trace>
  <inkml:trace contextRef="#ctx0" brushRef="#br0" timeOffset="122291.77">22800 16967 127 0,'-3'3'33'16,"1"0"-12"-16,0-1-4 0,-1-1-2 0,0 0-4 0,1-1-9 0,1 1-2 15,-1-1 0-15,2 1-2 0,-1-1 3 0,-1 0 0 0,1 1-1 16,0-1-1-16,0 0-1 0,0 0 0 0,0 0 1 0,0 0 0 0,0 1 1 15,0-1 1-15,0 1 1 0,0 0 4 0,0 1 1 0,0-1 10 0,-1 0 7 16,1 0 11-16,-1 1 9 0,0 0 5 0,0 1 12 0,0 0 5 16,-2 0 5-16,0 0 3 0,0 2-3 0,-1-1 0 0,1 1-4 0,-1 0-1 15,0 0-8-15,-1 0-11 0,1 1-8 0,-2 0-12 0,1-1-8 0,0 1-1 16,-1 0-4-16,-1-1 0 0,0 2 1 0,0-1 2 0,0 0 7 16,0 0 3-16,4-3 6 0,-2 1 3 0,0 0 19 0,-2 1 14 15,0 0 8-15,-1 1 5 0,-1 0 7 0,-1 0-3 0,-1 1 11 0,0 0 13 16,-1-2 1-16,0 1 2 0,1-1 1 0,0-1-10 0,0 0-1 0,0-1-4 15,1-1-12-15,2-2-14 0,-1 0-10 0,2-2-4 0,1 0-8 0,1-1-19 16,0-1-13-16,2-1 2 0,0 0-7 0,2-1 15 0,1 0-13 16,1 0-7-16,2-1 3 0,1-1-17 0,7-6 22 0,3-1 9 0,3 2-3 15,-2 2 7-15,4 0-22 0,1 0-8 0,1-1 7 0,2 2 3 0,2-1 6 16,0 3-14-16,3-1 3 0,-1 2 6 0,1 0-9 0,0 1 12 16,-1 2-8-16,1 1-10 0,-1 3 15 0,2 2-11 0,-2 1 0 0,2 1 9 15,-1 1-11-15,0 1 13 0,-1 1-9 0,-2 2-13 0,0 0 20 16,-1 2-14-16,0 1 1 0,-1 0 20 0,-3 2-16 0,0-2 0 0,-10-4 2 15,1 1-15-15,0 2 10 0,-1 2 10 0,0-1-5 0,1 4-6 0,-3 2-7 16,1 2 11-16,-3 1 2 0,-2 2-7 0,-3 0 8 0,-2 0-12 16,-3 2 2-16,-3 1 2 0,-3 1-11 0,-3 1 3 0,-3 1-1 0,-3 0 10 15,-2 3 3-15,-2 0-12 0,-3-1 11 0,0 0-1 0,-1 0 1 0,-1-1 13 16,-1-1-4-16,16-14 9 0,-1 0 2 0,-1 0-13 0,-1 2 15 16,2-1-4-16,-1 0-9 0,1 0 6 0,0 0-13 0,1-1 3 0,1 0 12 15,0-1-2-15,1 1 1 0,3-2-1 0,-1-1 9 0,3-1-13 16,2 1 0-16,1-2 4 0,3-2 0 0,3-2 9 0,2-1 7 0,3-2 3 15,4-2-10-15,2-2 5 0,4-1-1 0,1-1 0 0,4-2-1 0,3-1 7 16,2-2-7-16,4 0-15 0,1-2-3 0,38-11 1 0,3-2-1 16,-1 0 1-16,-2 1 0 0,-4 0 5 0,-4 3 1 0,-7 3 1 0,-7 2-3 15,-6 2 1-15,-1 1-5 0,-2 0 10 0,-2 2-1 0,-2 1-9 0,-3 0 6 16,-3 2-12-16,0 0 0 0,-3 1-12 0,-2 3 8 0,-1-1 8 16,-3 3-20-16,-2 0 22 0,-1 1-6 0,-2 2-4 0,-3 0 10 0,-1 2-8 15,-1 0-12-15,-2 1 22 0,-1 1-3 0,-2 0-7 0,-1 0-3 16,-2 2-9-16,-1-1 4 0,-1 1-8 0,-1 1-26 0,-2-1-22 0,-1 0-10 15,2-4-13-15,-1-1-12 0,0 1-39 0,-1 0-37 16,-1 0-41-16,1 0-50 0,-1-1-93 0,0 0-113 0,0-1-76 0,0 0 4 0,-7-2-80 16</inkml:trace>
  <inkml:trace contextRef="#ctx0" brushRef="#br0" timeOffset="126173.67">24076 17439 245 0,'-3'0'75'0,"1"-2"-14"0,-1 1-5 16,0-1-3-16,0 0-6 0,0 1-8 0,1-2-5 0,-1-1 1 0,1 1 8 15,0 0 8-15,1 0 10 0,-1-1 1 0,1 1-4 0,1 0-1 0,-1 0-9 16,1 1-3-16,0-1-3 0,0 1-9 0,0 0-6 0,1 1-1 16,0 0 0-16,0-1-3 0,1 1-1 0,0 0 5 0,0 0-5 0,1 1 12 15,-1-1 8-15,2 1-3 0,1 0 7 0,1 0-2 0,0 0-6 0,2 0 5 16,0 1-6-16,2-1-3 0,1 0-6 0,0 0-4 0,2 0 0 16,2 0-2-16,0-1-3 0,1 2-1 0,1-1 2 0,1 0 4 0,1 0 2 15,0-1 1-15,2 1 7 0,0-1 1 0,1 1 18 0,2-2 14 16,-1 1-2-16,3-1 8 0,1-1-7 0,1 0-9 0,4-1 4 0,-1 0-13 15,3-2-1-15,4-1-6 0,1-2-10 0,3 0 9 0,1 0-9 0,1-2-6 16,2 1-2-16,3-1-11 0,0-2 9 0,1 1-5 0,0-1 1 16,1 1 2-16,1-1-10 0,1 0 12 0,-1 0 6 0,2 1-6 0,-1 1 5 15,2-1-4-15,-1 0-2 0,1 1 5 0,0 1-8 0,8-1-10 0,43-8 12 16,-15 5-4-16,-14 4 8 0,-21 4 3 0,1-1-18 0,0 2 13 16,2-2-7-16,0 0 4 0,-1 0 8 0,0-1-7 0,0 1 1 0,0-1-12 15,-2 2 7-15,1 0 2 0,-1 1-1 0,0-1 4 0,1 0-6 16,0 1-3-16,0 1 5 0,0 0-7 0,-1 0 4 0,0-1-10 0,0 0 6 15,-1 1 13-15,0 0-11 0,-1 2 11 0,1-1-6 0,-1 1-1 0,0 0 7 16,1 1-9-16,-2 0 7 0,1 0 0 0,-1 0-1 0,-1 0-1 16,0-1-1-16,-1 1 0 0,-3 0 0 0,0 0 0 0,-1 0-10 0,-1-1 22 15,0 2-7-15,-3-1-3 0,-1 1 6 0,0 0-8 0,-3-2 8 0,0 0-6 16,-2 1-5-16,-2-1-14 0,-1-1 13 0,-4 1-3 0,0-1 7 16,-4 0 2-16,-1 1-7 0,-2 0 7 0,-2 0-9 0,-1 0 4 0,-2-1 0 15,-2 0-5-15,-1 0 3 0,0 1-14 0,-1-1 0 0,-2 1 4 16,0-2 10-16,0 0-4 0,-1 2-12 0,-2-2 4 0,-1 1-4 0,-2 2 4 15,0-1 6-15,-1 1-2 0,0 0-4 0,-2-1 10 0,0 1-3 0,-1 0-14 16,0-1 14-16,-1 1-12 0,-1 1-3 0,0 0-6 0,-1 0-27 16,1 0 8-16,-2 0-6 0,-1-1-15 0,-1 0-15 0,-1 0-26 0,-2-1-11 15,0 1-19-15,-1-1-19 0,-2 2-35 0,-1 0-23 0,0 0-14 0,-1-1-23 16,1-1-16-16,1-2-37 0,0 0-32 0,1 0 3 0,0-1 34 16,2 0 72-16,1-2 72 0,1 1 48 0,2-2 37 0,2 0 19 0,0 0 13 15,1-3 15-15,0 2 11 0,1 0 7 0,0 2 13 0,0-1 11 0,1 1 18 16,-1 0 20-16,1 1 18 0,0 1 19 0,-1-1 12 0,1 0 5 15,-1-1 2-15,1 1-11 0,-1-1-9 0,1-1-8 0,-1 1-10 0,1-1 5 16,0 1-10-16,-1 0 1 0,0 0-4 0,0 1-7 0,0 1 6 16,0-1 0-16,0 1-5 0,-1-1-6 0,0 0 0 0,0 1-4 0,0 0 7 15,0 2 0-15,0 0 2 0,0 3 4 0,2 0-5 0,-1 1-2 0,1 0-9 16,-1 0-16-16,-1 1-10 0,0-1-24 0,0 1 0 0,1-1-3 16,1 1-1-16,0 0-2 0,0 1-14 0,1 0 3 0,0 0 4 0,2 1-4 15,-1-1 5-15,0 0 1 0,2 0-3 0,-1 1 11 0,2-1-5 0,0 1-7 16,0 0 10-16,0-1-5 0,2 0 3 0,-1 0 7 0,0 1-10 15,2 0 17-15,0 0 0 0,1 1-4 0,1 1 9 0,0-1-4 0,1 2 6 16,1 0-7-16,1-1-9 0,-1 1 4 0,0 1 2 0,1-1 0 16,-1 1 3-16,1 0-8 0,-1 0 5 0,0 2-7 0,1-1-9 0,-1 2 9 15,-1-2-5-15,0 1 12 0,-2-1-5 0,0-1 0 0,-2-1 1 0,0 1-1 16,-2-1 9-16,-2 1-2 0,0 0-11 0,-2-1 14 0,-1 0 3 16,-2 0-3-16,-1-1 8 0,-3 0-9 0,-1 1-1 0,-1 0-16 0,-3 3-10 15,-2-1 13-15,-3 2-4 0,-2 1 11 0,0-1 3 0,-2-1-8 0,0 0 14 16,0-1-2-16,1-2-2 0,0 0-6 0,1-3-3 0,1 0 8 15,1 0-6-15,1 0-2 0,1-1 1 0,1 0-14 0,2 0 10 0,-1-1 3 16,1 1-7-16,1-1 4 0,0-1-2 0,2 1-6 0,0 0 8 16,0 0-6-16,1 1 5 0,2-2 1 0,-1 1-13 0,1 0 16 0,1-1-5 15,0 1-4-15,1-1 10 0,1 0-5 0,0-1 8 0,1 1 10 0,0 0-4 16,0-1-10-16,1 1-3 0,0-1 3 0,0-2 10 0,0 3-4 16,0-2-7-16,-1 1 1 0,2 0-14 0,1 0 9 0,-1-1 5 0,1 2-7 15,0-1 10-15,0 1-18 0,0-2 4 0,-1 1 6 0,1-1-4 0,-1 1 2 16,0 0-24-16,0-1-15 0,-1 1-9 0,-1-2-30 0,-1 1-23 15,0 0-44-15,-2-1-35 0,-1-2-49 0,0 0-68 0,-2 1-101 0,0 0-145 16,0 0-53-16,-3 0 100 0,-2-1 99 0</inkml:trace>
  <inkml:trace contextRef="#ctx0" brushRef="#br0" timeOffset="126840.27">28807 17607 2536 0,'-2'3'286'0,"1"-1"-171"0,-1 1-78 16,1 0-13-16,-1 0-19 0,0 1-7 0,1 0 9 0,1 1-19 15,0-1 5-15,1 1 2 0,0 0-3 0,1 0 4 0,0 1 4 0,0 0-17 16,1 1 9-16,0-2-13 0,1 2 15 0,0-1-1 0,2 2-12 0,0-1 18 16,2 0 2-16,0 0 21 0,2 1-3 0,0 0-21 0,0-1 0 15,-4-3-8-15,1 1 17 0,0 0 12 0,2 1 6 0,0 0 23 0,1 1-15 16,0 0 0-16,0 2 0 0,2-1-9 0,0 1 6 0,1 1-7 0,0 0-18 15,0 0 1-15,2 2-1 0,0-1-3 0,0 1-8 0,0 1 6 16,1-1 2-16,-1 0 2 0,1-1 3 0,-2 2-5 0,2-1-1 0,-1-1 7 16,-1 0 0-16,-1 1 5 0,1-2 5 0,-1 1-2 0,0-1-11 15,-1 1 10-15,-1-1-8 0,-1-1 13 0,1-1 5 0,-2 2-2 0,-1-2 3 16,0 1 1-16,-2-2 16 0,-1 1-19 0,-1 0-6 0,-1-2-12 0,0 0-8 16,-2 1-6-16,-2 0 3 0,0-1 3 0,-2 0-3 0,-1 0 17 15,-1 0-6-15,-1 1-2 0,-2 0 1 0,-1-2 6 0,-1 2-9 0,-2 0 6 16,0-1-8-16,0 1 0 0,-2-1 9 0,-1 2 4 0,0-2 6 0,1 0-10 15,-2 0 1-15,0 0 10 0,0 2-16 0,0-3 17 0,0 1-25 16,-1-1 6-16,1 0-8 0,1 0-22 0,-2-1 53 0,1 1-39 0,0-1 7 16,1-1 18-16,-1 0-35 0,0-2 14 0,1 1-31 0,0-1-31 15,-1-1-35-15,0-2-26 0,2 0-1 0,-2-1-19 0,1-3-21 0,-1-2-53 16,2-2-49-16,-1-2-81 0,1-3-109 0,0-2-61 0,0-5 91 0,1-2 3 16</inkml:trace>
  <inkml:trace contextRef="#ctx0" brushRef="#br0" timeOffset="127107.27">28792 17398 3082 0,'1'5'207'0,"1"-2"-106"15,1 1-43-15,1 2-15 0,1 2-5 0,2 0 3 0,1 1-12 0,2 1-5 16,1-1-1-16,2 2-20 0,0 0 12 0,0-2-11 0,1-1 0 0,0 0-8 16,0 1 0-16,0-1 3 0,0 0-20 0,1-1 11 0,0 0-8 15,0-1-1-15,-1 1 0 0,1 0-7 0,0-1 2 0,1 0 9 0,-2 1 6 16,2-1-4-16,0 1 2 0,1-1 5 0,-1 0 8 0,2-1-4 0,0 2-7 15,0-1-2-15,1 0-4 0,0 0 8 0,-2 1-19 0,2-1-21 16,-1 0-2-16,-1-1-6 0,-2-1 2 0,2 1 0 0,-1-2 0 0,-1 1-4 16,-1 0-11-16,0-1-8 0,-1 0-14 0,-1 0-14 0,-2-1-11 15,-2 0-19-15,0-1-18 0,-2-1 2 0,-2 0 5 0,0-1 6 0,-3-1-9 16,0 0-20-16,-2-1-38 0,-1 0-25 0,-3-1-11 0,-1-1 4 0,-2 0 22 16,-3-1 42-16,-3-1-45 0</inkml:trace>
  <inkml:trace contextRef="#ctx0" brushRef="#br0" timeOffset="132073.96">24098 17392 65 0,'-1'1'27'0,"1"1"-6"0,-1 0 0 0,-1 1 1 15,1-1 5-15,-1 1 2 0,0 1 1 0,0-1 0 0,0 1 4 0,-1-1 1 16,0 0-3-16,0 1-2 0,0 0-2 0,0-1-3 0,-1 1-4 15,0 1 0-15,0-1-2 0,-1 1 0 0,-1-1 1 0,-1 0 1 0,0 0 5 16,-1 0 4-16,0 0 7 0,-2 0 5 0,0 0 2 0,0-1 9 0,-3 0 2 16,0 0 5-16,-1 0 3 0,-1-1-2 0,-3-1 7 0,0 1 6 15,-3 1-3-15,1-1 1 0,-4 0-11 0,0 1-14 0,-2-1-3 0,-1 0-11 16,-3 0-2-16,-1-1-11 0,-1-1-7 0,-2 0 5 0,-4 0 12 0,-1-2 11 16,-2 0-11-16,-4 0-13 0,-2-1-6 0,-3 0-4 0,-3-1 9 15,-3 0-3-15,-3 1-9 0,-3 0 5 0,-3 0 2 0,-2 1 9 0,-1 2 9 16,-2 0-6-16,1 2 1 0,-2 2-5 0,2 1-2 0,1 1 6 15,1 2 6-15,0 2 10 0,0 0 6 0,2 0-2 0,2 1 3 0,0 0-9 16,2 3-12-16,0 0-2 0,0 0-5 0,3 0 4 0,-1 1 7 0,2 2-8 16,-1 1 3-16,1-1-6 0,0 0 8 0,0 1 8 0,28-9-17 15,-2 2-13-15,-1-1-10 0,-3 3-14 0,-1-1 14 0,-2 2 18 0,1 0 2 16,-5 2 9-16,2 1-12 0,-3 1 2 0,1 0-1 0,-2 2-12 0,1 1 6 16,-2 0-7-16,2 1-4 0,-1 2 10 0,2-2-21 0,2 0 1 15,2 0 1-15,3-1-2 0,2 1 19 0,3-4-6 0,2 1-2 0,2-1-2 16,4-2-4-16,1-2-1 0,3 1-5 0,2-3 3 0,2-1-3 15,1-2-5-15,2-1-7 0,2 0-7 0,1-1 4 0,2-1 14 16,1-1-17-16,1-1 7 0,0 0-8 0,2 0 0 0,1-1 7 0,1 0-37 0,1-1-22 16,0 0-46-16,2 0-13 0,0 0 2 0,2-2-53 0,0 1-43 15,1-3-5-15,2 0 1 0,0-2 71 0,2-1 51 0,1-4-94 0</inkml:trace>
  <inkml:trace contextRef="#ctx0" brushRef="#br0" timeOffset="132257.96">20527 17939 110 0,'-4'4'101'0,"2"0"-65"0,-2 2-10 15,-1 0-9-15,0 2-10 0,-1 1-21 0,0 0-21 0,-1 2-17 0,1 2-34 16,-1 1-21-16</inkml:trace>
  <inkml:trace contextRef="#ctx0" brushRef="#br0" timeOffset="134545.76">21119 18305 234 0,'0'3'69'0,"0"-1"-9"0,0 1 8 0,0 0 11 0,-1 0-5 15,1 2-20-15,-1-1-11 0,1 2-9 0,-1-1 10 0,0 0 18 0,1 0 4 16,-1 2 3-16,0-1-7 0,0 1-14 0,-1-1 2 0,1 0-4 0,-1 0-3 16,0-1-3-16,0 0-14 0,0 0 4 0,0-1-3 0,-1-1 0 15,1 0 16-15,-1-1-8 0,-1 1 8 0,1-1-15 0,-1-1-11 0,0 0 5 16,0 1-18-16,0-1 10 0,-1-1-7 0,0 0 5 0,0 0 5 16,0 0-3-16,0 0 10 0,0-1-4 0,1 0 12 0,-1 1 1 0,1-1-1 15,0 0-4-15,0 1 0 0,1-1-3 0,0 1-8 0,1-1-6 0,1 0-11 16,1 0 11-16,0 1-6 0,1-1-2 0,0-1 4 0,2 1-3 15,1 0-6-15,2 0 5 0,1 0 3 0,1-1-6 0,2 0 13 0,0 0-18 16,2 0-3-16,1-1 16 0,2 1-18 0,1-1 23 0,1 1-5 0,0 0 0 16,2 0 7-16,1 1-8 0,-1 0-4 0,1 0-17 0,2 1 10 15,-2 0-4-15,1 1 2 0,-1 1 9 0,0 0-3 0,1 0-1 0,-2 2-2 16,0 0-4-16,0 0 4 0,-1 1 9 0,-1-1-5 0,0 3-2 0,-1-1-6 16,-1 1 3-16,-2 0 1 0,0 1-2 0,-2 1-1 0,-1 0-3 15,-1 0-2-15,-3 1-7 0,-1 1 1 0,-4 1-10 0,-1 0 6 0,-1 0 8 16,-3 2-2-16,-3 1 17 0,-1 0-11 0,-3 1 3 0,-1 0 4 15,-2 1-13-15,-1 1 15 0,-2-1 37 0,-2 1 1 0,0 0-6 0,-1 0 0 16,-1-2-37-16,0 1-12 0,0-2 9 0,-1-1-3 0,0 1 11 0,0-3 4 16,0 0 7-16,0-1 6 0,0-1-14 0,-1-3 9 0,1 0 3 15,0-1-7-15,0-1 10 0,-1-1 1 0,1-1-5 0,0-2 5 0,0 0-5 16,0-1-10-16,2-1 4 0,-1-1 5 0,2 0-5 0,1-2 1 0,0-1-5 16,2 0-1-16,0-1-2 0,3-1 1 0,1 0 0 0,0-2-6 15,3 0 1-15,0-1 5 0,2 0-6 0,2-1 4 0,1 1 2 0,0-2-7 16,2 0 5-16,2 0 0 0,0-1 1 0,2 1 8 0,1-1-12 15,2 0 11-15,0 0 2 0,2-1-3 0,2 1-50 0,2-1-12 0,0 1 4 16,2 0 7-16,1 0 49 0,2 0 10 0,1 0-4 0,2 0-4 0,0 0-6 16,1 2-1-16,2-1 0 0,0 1 5 0,1 0 1 0,0 1 8 15,1 2 2-15,0 0 2 0,-1 1-3 0,1 1-19 0,0 0 4 0,-1 1-4 16,1 1 5-16,-2 1 1 0,1 1-8 0,-1 1-2 0,-1 0 11 0,0 1-3 16,-1 1 4-16,-1 0 4 0,-1 1-5 0,0 1 14 0,-2-1-23 15,0 2 12-15,-1 0 5 0,-1-1-3 0,-1 1 13 0,-3 0-5 0,0 0 2 16,-1 1 4-16,-1-2-1 0,-2 2 2 0,0-1 2 0,-2 0-7 0,-1 0 1 15,0 1-10-15,-2-1-9 0,-1 0 5 0,0-1-2 0,-2 1 1 16,0-2-1-16,0 2-3 0,-2-1 4 0,1 0 1 0,-1 0-11 0,-1 0 6 16,1 0-7-16,-1-2 9 0,-1 2 7 0,1 0-12 0,0-1 8 15,-1 1-8-15,0-1-3 0,2 0 2 0,-1 0-2 0,-1 0 0 0,1 0-4 16,1-1-2-16,0 1-3 0,-1-1 2 0,2 0 0 0,-1-1 5 0,1 1-18 16,0-1 7-16,1 0 3 0,0 1-12 0,0-2 18 0,1 1-18 0,0-1 7 15,0 1 10-15,1 0-5 0,0 0 6 0,0-1-3 0,1-1 3 16,-1 1 0-16,1 1-1 0,1-1 7 0,0 0 5 0,0 0 2 0,0 0-2 15,0 0-2-15,1 0 4 0,-1 0-1 0,2 0 1 0,-1 0 3 16,1 0-13-16,-1 0 8 0,1 1 2 0,0 0-6 0,0-1 2 0,-1 1-1 16,1-1 8-16,0 1-1 0,-1 0-6 0,1 0 0 0,0 0-3 0,-1-1 1 15,1 1 8-15,0 0-3 0,-1-1 2 0,0 1-6 16,0 0-4-16,0-1-1 0,0 0 3 0,-1 0 10 0,1 0 1 0,-1 0-11 0,0 0 1 16,0 0 2-16,0 0 0 0,0 1 10 0,-1 0-5 0,1-1-5 15,-1 0 2-15,1 0-5 0,-1 1 2 0,0-1 3 0,0 0 3 0,0 0-7 16,-1 1 3-16,1-1-8 0,0 1 14 0,-1 0-2 0,1 0-3 0,0-1 2 15,-1 1-11-15,1-1 12 0,-1 1-11 0,1 0 7 0,-1 0-2 16,1 0-6-16,-1-1 11 0,0 1-6 0,0 0-10 0,1 0 6 0,-1 0-13 16,0 0-7-16,-1 0 4 0,1 0 5 0,0 0 3 0,-1 0 5 0,0 0-5 15,0 0 1-15,0 0 10 0,0-1 1 0,-1 1 9 0,1-1-5 16,0 1 3-16,-1-1-7 0,0 1 3 0,0-1 0 0,-1 0-4 0,1 0 11 16,0 1-6-16,0-1 0 0,0 0 2 0,0 0 5 0,0 0-12 15,1 0 7-15,-1 0-1 0,1 1-1 0,0-1 9 0,-1 0-5 0,1 1-1 16,0-1-3-16,0 0 10 0,0 1-3 0,0-1-10 0,0 1 8 0,-1-1-5 15,1 1-4-15,0-1 11 0,-1 2-9 0,1-1-2 0,-1 0 6 16,0 0-8-16,0 0 6 0,1 0-1 0,-1 0 3 0,1 0-1 0,-1 0-7 16,1 0 0-16,-1 0-5 0,1 0 4 0,0 0 2 0,1 0-7 0,-1 0 3 15,1-1 6-15,0 1-9 0,0-1 6 0,0 0-1 0,0 0 2 16,0 0 2-16,0 0-1 0,1 0-3 0,0 0 4 0,-1-1-1 0,1 1 1 16,0-1-1-16,0 1 3 0,-1 0 1 0,1-1 3 0,0 1-1 0,0 0 1 15,-1 0-6-15,1-1 9 0,-1 2-6 0,1-1-6 0,-1 0 6 16,1 0-5-16,-1 1 3 0,0 0-1 0,1-1 0 0,-1 2 6 0,1-1-4 15,-1 0-5-15,1-1 0 0,0 2 0 0,0-1 6 0,0 0-5 16,0 0-2-16,0 0-3 0,1 1 2 0,-1-1 7 0,1 0-7 0,-1 0 7 16,1 0-7-16,0 0 0 0,0 1 0 0,0-1-3 0,1 0 1 0,-1 0 5 15,1 1 2-15,-1 0-9 0,1-1 8 0,-1 1-3 0,1-1-7 16,-1 1 8-16,1 0-7 0,0 0 8 0,-1-1 2 0,0 1-8 0,0 0 0 16,1 0 0-16,-1 0 8 0,1-1 7 0,0 1-5 0,-1 0 0 0,1-1-6 15,-1 0 4-15,1 0 6 0,-1 1-5 0,1-1 11 0,-1 0-10 16,1 0-4-16,-1 0 6 0,1 0 1 0,-1 0 12 0,0-1-7 0,0 1-5 15,0 0 3-15,0-1-8 0,0 1 10 0,-1 0-2 0,1-1-2 0,-1 1 0 16,0-1 6-16,0 1 0 0,0 0-9 0,0-1 9 0,0 0-14 16,-1 1 10-16,0 0-5 0,1 0-10 0,0 0 9 0,-1 0-4 0,1 0 9 15,-1 0-4-15,1 0-2 0,-1 0 6 0,1 0-7 0,-1 0-3 16,1 1 8-16,0-1-4 0,-1 0 10 0,1 0-1 0,0 1-12 0,0-2 10 16,-1 2-8-16,1-1 7 0,0 0 2 0,0 0-3 0,-1 0 5 0,1 1-12 15,-1-1 6-15,1 0-2 0,-1 1 1 0,0 0 13 0,0-1-5 16,0 1-12-16,-1 0 7 0,1 0-7 0,-1 0 0 0,0 0 4 0,0 1-8 15,0-1 2-15,0 0 7 0,-1 1-2 0,1 0 4 0,-1 0-4 16,0 0-2-16,0 0 4 0,1 0-7 0,-1 0 5 0,0 0-1 0,0 0-6 16,0 1 4-16,0-2 2 0,0 1 3 0,0 1 2 0,0-1-6 0,0-1-2 15,0 1-2-15,0 0 3 0,0 0 3 0,0 0-2 0,0 0-2 16,0-1 2-16,1 1-4 0,-1 0 2 0,-1 0 1 0,2 0-1 0,-1 0 2 16,0 0-8-16,0 0-1 0,0-1 1 0,0 1 3 0,0 0 2 0,0 0-3 15,0 0 4-15,0-1 0 0,1 1-9 0,-1 0 8 0,0 0 3 16,1-1-6-16,0 1 19 0,0-1-14 0,0 1 0 0,-1-1 6 0,1 0-9 15,0 0 8-15,0 0-5 0,0 0-3 0,0 0 5 0,0-1-5 0,1 1 0 16,-1-1-1-16,1 1 0 0,0-1 7 0,-1 1-2 0,1-1-2 16,0 0 2-16,-1 0-2 0,1 0 2 0,0 0-4 0,0 0 5 0,0 1 1 15,0-1-2-15,0 0-4 0,0 0 0 0,0 0-4 0,0 0 1 0,0 0 2 16,0 0-16-16,0 0 5 0,0 0 1 0,0 0 1 0,0 0 9 16,0 0-8-16,0 0 1 0,1 1 5 0,-1-1-4 0,1 0 4 0,-1 0-1 15,1 0 0-15,0 0 1 0,0 1 0 0,1-1 3 0,-1 0-3 16,1-1 2-16,-1 1 1 0,1 0-4 0,-1 0 7 0,0-1-2 0,1 1-5 15,0 0 10-15,-1-1-4 0,1 0 4 0,0 1 4 0,-1 0-6 0,0 0-3 16,0-1 5-16,0 1 2 0,0 0 5 0,0 0-6 0,-1 0 1 16,1 0 2-16,-1 1-5 0,0 0 3 0,0-1-2 0,0 1 2 0,0-1-1 15,0 1-1-15,-1 0-1 0,1-1 1 0,0 0 2 0,-1 1-7 0,1-1 3 16,0 0-2-16,-1 0 0 0,1 1 4 0,0-1-4 0,0 0-3 16,0 0 5-16,0 0 7 0,0 0-4 0,0 0-4 0,0 0 3 0,0 0-2 15,0 0 1-15,1 0 4 0,-1 0-5 0,1 0 2 0,-1 0 3 16,1 0-3-16,-1 0 4 0,1 0-5 0,-1 0 6 0,0 1-1 0,1-1-5 15,-1 1 3-15,0-1-6 0,1 0 4 0,-1 1-2 0,0-1-2 0,0 1 6 16,1-1-4-16,-1 1-4 0,0-1-3 0,0 1 3 0,0-1 5 16,0 0 1-16,0 0-6 0,0 0 5 0,0 0-3 0,1 0 5 0,-1 0 5 15,0 0-9-15,0 0 3 0,1-1-5 0,-1 1 7 0,1 0-7 0,-1-1 3 16,1 0 7-16,-1 1-5 0,1 0 2 0,-1 0-3 0,0-1 1 16,1 1 1-16,-1 0 2 0,0 0-3 0,1 0 4 0,-1 1-2 0,0-1-5 15,0 0 2-15,0 0-1 0,1 0 7 0,-1 0 2 0,0 1-4 16,0 0-9-16,0-1 0 0,0 0-1 0,1 1 3 0,-1 0 4 0,0-1-5 15,0 1 6-15,1-1-5 0,-1 1 1 0,1-1 5 0,-1 0-7 0,1 1 8 16,0 0-13-16,-1-1 6 0,1 1 4 0,-1-1-1 0,1 0 10 16,-1 1-7-16,1-1-2 0,-1 1 2 15,1-1-3-15,-1 1-4 0,1 0 4 0,-1-1-2 0,0 1 7 0,1-1-2 0,-1 2-4 0,0-1 14 0,0-1-13 16,0 1 6-16,-1 0-2 0,1 0-13 0,0 0 15 0,0 0-8 16,0 0 2-16,0 0 0 0,0-1-7 0,-1 1 8 0,1-1-3 0,0 1 3 15,0 0 0-15,0-1-3 0,0 1-4 0,0-1 1 0,1 1 2 16,-1-1 5-16,0 0-1 0,0 0-4 0,1 0 0 0,-1 0 6 0,0 0 2 15,0 0 2-15,0 1-9 0,1-1 3 0,-1 0 0 0,-1 1 3 0,1-1 2 16,0 0-10-16,0 0 4 0,0 1 2 0,-1-1 1 0,1 1-1 16,0-1-3-16,-1 1 0 0,1 0 0 0,-1-1 1 0,1 1 2 0,-1 0 1 15,1-1-7-15,0 1-2 0,0 0-3 0,-1-1 9 0,1 1 4 0,0 0-8 16,0-1 3-16,1 1 2 0,-1-1-4 0,0 0 10 0,0 0-3 16,0 0-10-16,1 0 8 0,-1 0 1 0,0 0-6 0,0 0 5 0,1 0-2 15,-1 0-3-15,0 0 1 0,0 0-3 0,0 0 6 0,0 0-2 16,0 0 6-16,0 0-3 0,0 0-3 0,1 0 6 0,-1 1-5 0,0-1-3 15,0 1 2-15,0-1-5 0,0 1 8 0,0-1-13 0,0 1 7 0,0 0 1 16,0-1 1-16,1 1 15 0,-1-1-12 0,0 1 2 0,1-1-4 16,-1 1 1-16,1 0-2 0,-1-1-8 0,1 1 3 0,-1-1 11 0,1 0-4 15,0 1-4-15,0-1 6 0,0 0-13 0,0 0 7 0,0 0 2 0,0 0-2 16,0-1 9-16,0 1-8 0,0-1 4 0,0 1-5 0,1-1 1 16,-1 1 4-16,0-1 0 0,-1 0-2 0,1 1-6 0,0-1 0 0,-1 1 2 15,1-1-8-15,-1 1-12 0,1-1-4 0,-1 1-7 0,0-1-11 16,0 0 1-16,-1 1-14 0,1-1-9 0,-1 0 1 0,1 0-10 0,-1 0 1 15,1 0 2-15,-1-1-4 0,0 0-1 0,1 0-2 0,-1 0-5 0,0-1 8 16,0 0 15-16,0-1 6 0,1 0-74 0</inkml:trace>
  <inkml:trace contextRef="#ctx0" brushRef="#br0" timeOffset="145675.12">24526 6049 312 0,'-6'-6'-7'15,"1"1"-34"-15,1 0 7 0,2 2 16 0,2 1 13 0,1 1 6 16,0 0-1-16,0 1-3 0,1 0-2 0,0 0-2 0,0 0 2 0,-1 0 3 15,1 1 2-15,-1 0 6 0,-1 2 4 0,-1 0 7 0,-2 1 7 0,-1 1 5 16,-2 1 1-16,-2 1 5 0,-1 2 2 0,-3 1 6 0,-4 3 9 16,-4 4 3-16,-3 5 0 0,-7 1-4 0,-5 7-8 0,-4 3-9 0,-4 4-9 15,-3 3-10-15,-2 1-9 0,-4 3-4 0,-1-1-5 0,-2 2-4 16,1 1-5-16,0 1-3 0,-2-1-2 0,1-1 1 0,0-1 8 0,0-3 2 16,0-4 5-16,-1-2 4 0,1-4 5 0,-1-2 4 0,-1-2 5 0,-1-1 3 15,-3-1 0-15,-3-1-1 0,-2 0 1 0,-2-2 12 0,0 1 3 16,-1-1-2-16,-4 0-5 0,0-1-17 0,-3-2-6 0,2 2-3 0,1-2-3 15,1-2-5-15,2 0-4 0,3-3-16 0,0-1-21 0,2-1-29 0,1-1-34 16,0-1-30-16,1 0-2 0,0 1-156 0</inkml:trace>
  <inkml:trace contextRef="#ctx0" brushRef="#br0" timeOffset="145925.12">21808 6326 677 0,'9'1'94'0,"5"3"-229"0,9 2 82 0,4 5 102 0,7 2 49 16,3 2-9-16,2 0-31 0,3 2-17 0,2 1-11 0,3 1 2 0,2 2 3 15,4 1-6-15,-1 2-10 0,1 3-5 0,1 1-4 0,1 2-4 16,3 2 1-16,3 1-2 0,2 0-1 0,5 0 3 0,4-3-1 0,7 1 2 15,7-3-1-15,8 1-5 0,6-3-8 0,10 0-21 0,9-2-22 0,8-3-34 16,8 1-30-16,7-2-34 0,7-2-33 0,7 1 4 0,8-2-123 16</inkml:trace>
  <inkml:trace contextRef="#ctx0" brushRef="#br0" timeOffset="147041.59">23979 4592 2233 0,'-30'-24'-110'0,"4"3"-130"16,-4-2 10-16,12 9 86 0,10 8 90 0,0 2 26 0,0 2 0 0,1 1-18 15,1 1-47-15,0 2-20 0,-1 2-10 0,1 4 14 0,-3 3 36 16,-2 3 30-16,-3 3 27 0,-3 3 24 0,-3 2 15 0,-5 0 10 0,-4 2 6 16,-3 1-4-16,-4 0 1 0,-7 4-6 0,-5 4-5 0,-7 6-3 15,-7 3-7-15,-5 4-1 0,-6 5 5 0,-5 4 1 0,-4 3 2 0,0 0 14 16,-1-1 6-16,-1-3 5 0,2-2 7 0,0-4-3 0,3-1 7 0,4-3 5 16,4-4 0-16,3-3-2 0,4-4-11 0,0-2-10 0,2 0-2 0,1-3-6 15,3-1-3-15,0-1-1 0,0 0-6 0,2-2-8 0,0 0-2 16,1 0-1-16,2-2-10 0,0 3 3 0,2-1-18 0,0-1-24 0,1 1-39 15,1-1-52-15,3 1-49 0,1 0-60 0,0-2-46 0,4 1-15 16,-1 0-181-16</inkml:trace>
  <inkml:trace contextRef="#ctx0" brushRef="#br0" timeOffset="147291.57">21854 4826 2506 0,'-11'-5'-99'0,"5"4"-8"0,5 4 31 0,16 10 29 0,7 5 24 16,6 6 20-16,3 4 0 0,6 1-7 0,2 5-6 0,7 3-10 0,4 0-5 15,2 1-8-15,6 1-5 0,4 1-2 0,5 3 1 0,4 1-1 16,2 2-11-16,4 4-23 0,2 0-29 0,0 1-31 0,4 0-6 0,0 0 6 15,0 1 8-15,1-2 6 0,0 1-11 0,1-4-5 0,0-3 10 16,2-3 22-16,-1-1 27 0,0-5 19 0,-1-2-48 0,-2-4-16 0</inkml:trace>
  <inkml:trace contextRef="#ctx0" brushRef="#br0" timeOffset="153176.17">4291 11941 700 0,'-29'-8'545'0,"1"1"-539"0,-5-2 14 16,8 3 8-16,9 2 20 0,2 0 19 0,3-2 5 0,2 0-11 0,1 0-18 16,4 0-23-16,0 1-16 0,2-1-12 0,2 2-12 15,0-1-8-15,1 0-7 0,3-1 1 0,0 1 8 0,4-1 3 0,3 1 4 0,2-1 8 16,1-1-2-16,1 1 6 0,4-1 2 0,1-2-2 0,1 0 2 0,1 0-3 16,3 0 10-16,0-1 2 0,4 0 1 0,0-1 1 0,3-1-8 0,2-2 0 15,2-1 3-15,1 0 2 0,1-2-2 0,1 1 3 0,3 0-1 16,0 2 4-16,3-1 1 0,-3 1-2 0,1 1 3 0,3 1-5 15,-3-1 2-15,1 2 2 0,-2-1-5 0,2 2 5 0,0 1-4 0,-2 2 0 16,3 2 3-16,-2 1-3 0,-1 2-3 0,0 2-2 0,-1 1-6 0,-3 2 3 16,2 1-1-16,-2 2 2 0,0 0 1 0,0 1 0 0,-3 2 7 0,-1 1-2 15,-4 1-4-15,-1 1 5 0,-3 1-3 0,-1 2 0 0,-2 2 9 16,-1 2-9-16,-2 1 3 0,-4 5-4 0,-2 0-6 0,-3 3 2 0,-1 1-7 16,-3 1-1-16,-1 1 3 0,-2 1-8 0,-3 1 4 0,-1 2-2 0,-2-1-1 15,-3 0-5-15,-1-1 4 0,-2 1-6 0,-2-3-9 0,-2 2-4 16,-3-3-8-16,-3 1 6 0,-2-3 14 0,-3-1 12 0,-4-3 9 0,-1 1 10 15,-3-1 11-15,-2-3 3 0,-3 0 15 0,-1-3-1 0,-4-4-1 16,0-1 3-16,-2-1-6 0,-2-1 0 0,-4-2-1 0,-1-2-2 0,-1-1 5 16,-4-1 0-16,1-1 7 0,-1-2 8 0,-1 0 4 0,0-2 0 0,0 1 1 15,3-2 0-15,0 0 0 0,2-2-4 0,1 0-10 0,0-2-3 16,1-2-8-16,1 1-3 0,2-4 2 0,0 0-6 0,0-1-5 0,4-1-5 16,1 1-3-16,2 1-1 0,4-1 3 0,3 1 0 0,5 1 3 15,2 0-6-15,5 1 0 0,1 0-4 0,1 0 0 0,4 1 0 0,2 1-13 16,2 0 0-16,2 1-9 0,2 1-5 0,2 0-5 0,2 0-11 0,2 1-13 15,2 1-13-15,2-2-6 0,4 2-5 0,3-1-1 0,5 0-12 16,3 0-21-16,4 0-37 0,3 0-43 0,4 0-16 0,4 1 3 0,5-1 24 16,2 1 35-16,3 1 31 0,3-1-135 0</inkml:trace>
  <inkml:trace contextRef="#ctx0" brushRef="#br0" timeOffset="153809.17">3947 12718 1451 0,'-10'-9'96'15,"3"1"-9"-15,-2-2-31 0,4 3 4 0,4 0 3 0,0 0 8 16,1 1-11-16,0 1-13 0,2-1-26 0,2 0-16 0,3-1-4 0,1-2-11 16,6 1-2-16,3-1-1 0,5 1 1 0,1-1-1 0,6-1 2 0,1 1-1 15,6 0-5-15,3 1 3 0,4 1 6 0,4 1 6 0,2 2-1 16,2 0-9-16,3 2-3 0,2 1-5 0,1 2-2 0,3 1 6 0,-2 1 2 16,3 0-2-16,-1-2 7 0,0 2-1 0,0 0 0 0,0 1-2 15,-1 0-5-15,-1 0-1 0,-2-1-2 0,1 1 2 0,-2 0-6 0,-2 0-3 16,-2 1 2-16,-2 1 7 0,-4-1 6 0,-1 1 10 0,-3-1-5 0,-3 0-2 15,-2 0-1-15,-4 2-4 0,-1 0 4 0,-3 0-5 0,-1 1 3 16,-3 1-3-16,0 2 9 0,-2 2-1 0,-4 2 1 0,0 2 2 0,-1 0-9 16,-2 1 2-16,0 2 4 0,0 1-2 0,-1 1 1 0,0 1 7 0,-3 0-4 15,0 1 4-15,-2 0 0 0,0 0-2 0,-1 2 3 0,-1-2 4 16,-1 1-2-16,-2-2 2 0,-1-1-2 0,-1 1-1 0,-2-1 2 0,-1-1-3 16,0 1-4-16,-3 1-3 0,-1-2-8 0,-1 2-8 0,-2-2-26 15,-2 1-7-15,-2-1-7 0,-3-2-1 0,-2 1 18 0,-4-1 4 0,-2 0-2 16,-1 1 7-16,-3-2 10 0,-4-1 11 0,-5-3 20 0,-2 0 23 0,-3-3 20 15,-2-3 16-15,-2-1 15 0,-1-1 13 0,-2-3 1 0,0-1 7 16,1-2 0-16,0-2-10 0,-1 0-9 0,0-2-8 0,-1-1-11 0,0-2-12 16,2-2-1-16,-1-1-14 0,0-1-4 0,0-2-10 0,0-1-12 0,1-1-8 15,3 0-5-15,1 0-1 0,3 0-9 0,2-1-10 0,0 2-5 16,4 0 0-16,1 3 4 0,4 2 10 0,4-1 5 0,3 1 1 0,3 1 6 16,1 2 1-16,3 1-2 0,4 1 1 0,1 3-12 0,3-1-16 15,3 2-13-15,0 0-27 0,3 1-14 0,1 0-4 0,1 2-6 0,2 2 11 16,3 1 13-16,2 2 11 0,2 1 13 0,3 0 2 0,2-1 8 0,2-1 2 15,1-1 7-15,0-1 1 0,1-1 2 0,2-1 0 0,2-2-3 16,2-1-3-16,1-1-4 0,1-1-7 0,0 0 1 0,0-1-7 0,-1 0-13 16,2 1-17-16,2-1-8 0,-3 0 2 0,5 0 12 0,-3 0 2 0,3-2-93 15</inkml:trace>
  <inkml:trace contextRef="#ctx0" brushRef="#br0" timeOffset="157642.19">15330 12280 388 0,'1'-2'122'0,"1"0"-55"0,1 0-14 0,0 1-7 0,2-1-13 15,2 1-18-15,1-1-15 0,1 1-10 0,3 1-4 0,0 0 2 16,0 1 2-16,3 0 4 0,1 2 1 0,2-2 4 0,0 2 4 0,4 0 4 16,2 0 5-16,0 1 6 0,3-1 4 0,-2 1 5 0,4-1 10 0,-1 1 3 15,2-1 10-15,2-1 2 0,1 1 0 0,1 0 1 0,2 0-9 16,-1 1-6-16,1-2-20 0,3 2-8 0,1-1-3 0,3 0 0 0,-1 0 8 16,1-1-1-16,-1 1 0 0,2-2 0 0,1 1 0 0,0-2-2 15,1 1 0-15,2-2 0 0,0 0 0 0,-1-1 1 0,1-2-1 0,3 0 1 16,-1-1 1-16,2-1 2 0,0-2-2 0,2 0-3 0,1 0-3 0,0-3 0 15,3 1 0-15,-3-2 5 0,1 0 3 0,-4 1 1 0,-1-1 5 16,-1-1-1-16,-3 0 5 0,-1 0 0 0,-2-1 4 0,-4-3 6 0,-2 1-1 16,0-1 5-16,-3 1 1 0,-2-2-11 0,-2-2-2 0,-1 2-11 0,-1-1-8 15,-1 1 9-15,-1 0-2 0,-1-1-2 0,-1-2 0 0,-1 1-3 16,0 1-1-16,-2-1 0 0,-1 1-3 0,-1 1 1 0,-1 1-4 0,0 0 14 16,0 2 0-16,-2-1 7 0,-1 1 4 0,-2-1 2 0,-2 1 2 15,0 0-2-15,-4-2 1 0,1 0-11 0,-3 0 1 0,-3-1-11 0,-2 0 2 16,-2 0-4-16,-2 0-15 0,-1-1-3 0,-2-2-13 0,-4 0-3 0,-4-2 4 15,-5-2 2-15,-6-2 3 0,-6-1-1 0,-5-1 3 0,-6-1 0 16,-4 0 2-16,-7-1 7 0,-5 0-4 0,-6-1-1 0,-5 2 3 0,-2-1-1 16,-5 1 2-16,-1 2-2 0,-3 1-4 0,-3 1 3 0,0 2 4 0,-1 2-1 15,-1 2 5-15,1 4 6 0,0 2 1 0,4 2 5 0,2 3 0 16,3 3-3-16,5 3 2 0,3 3-6 0,3 2 2 0,2 4-3 0,2 3-5 16,0 2 0-16,1 3-5 0,0 2-7 0,1 3-4 0,1 3-9 15,0 0-11-15,0 3-4 0,0 0-10 0,1-1-10 0,3 2-15 0,2-1-20 16,4 1-32-16,3 0-30 0,3 2-41 0,1 0-28 0,4 0-19 0,3 3 42 15,2 3-130-15</inkml:trace>
  <inkml:trace contextRef="#ctx0" brushRef="#br0" timeOffset="176143.8">3679 13878 1848 0,'-3'-4'0'0,"0"0"-2"0,0-2-3 0,1-3-3 0,3 3-3 0,3-3-1 0,0 1 0 0,4-1 0 0,2-3 3 16,3-1 3-16,3-2 0 0,2 0 1 0,2-2-2 0,4 0 5 0,2-2-5 0,1 1 3 15,3-3 3-15,2 0-4 0,3 1 5 0,4-3 1 0,1-1-6 0,2 2 8 16,3-1-6-16,1 2 0 0,4-1 6 0,2 1 0 0,3 1-2 16,3 0-1-16,0 1-7 0,2 1-6 0,2 4-1 0,-1 1-11 0,3 1 0 15,0 2-1-15,-3 4-6 0,0 3 10 0,-1 4-1 0,-4 3-2 0,0 3 2 16,-4 4-1-16,-4 3 0 0,-1 3 6 0,-5 3 4 0,-2 3 0 16,-4 1 3-16,-4 3 0 0,-4 2 4 0,-1-1 2 0,-6 4 7 0,-2 0 7 15,-5 0 7-15,-5-2 9 0,-3 0 10 0,-5-3 14 0,-4 2 10 16,-3-2 5-16,-4 2 5 0,-3 0-7 0,-6 2-3 0,-1-1-17 0,-5 2-6 15,-1 0-9-15,-3 0-4 0,-2 0 4 0,-4 1-6 0,0-5 1 0,-2 0-1 16,2-3-3-16,0 0 2 0,-2-2-2 0,2 0-3 0,-1-1 5 16,4-4-5-16,-1 0 4 0,1-2 0 0,1-3-2 0,3-2 5 0,2-3 3 15,3-1-1-15,1-1-3 0,1-3 3 0,4-2-10 0,2-1-7 0,2-1-2 16,2-1-10-16,2-2-7 0,2-2-10 0,2-1-10 0,2-2-3 16,2-1-12-16,3-3-4 0,1-2-5 0,3-3-12 0,3-1 1 0,4-4-8 15,2 0-15-15,5-2-14 0,2 0-27 0,5 1-23 0,3-1-23 16,3 1-6-16,1-2 6 0,4 2 16 0,1 1 12 0,3 1 18 0,4 3 30 15,2 4 17-15,4 0-114 0</inkml:trace>
  <inkml:trace contextRef="#ctx0" brushRef="#br0" timeOffset="176677.02">7933 14039 1936 0,'-22'1'521'0,"-1"1"-443"0,-7-1-18 0,3-1-20 0,5-2-5 15,-1 0-2-15,3-1-3 0,1 0 0 0,1 0 6 0,4-1-1 16,1-2-8-16,3 1-12 0,-1 1-7 0,2-3-4 0,2 1-8 0,1-1-2 15,3 0-10-15,2 0 0 0,0-1-3 0,3-1 3 0,1-1-19 16,2-1 7-16,3-2-1 0,2-1 3 0,2-1 18 0,4-2-10 0,3-3-1 16,4 0-2-16,4-1-5 0,3-1 2 0,1 0-3 0,6 1 4 0,1-2 4 15,5 1-3-15,2 1 7 0,2-1-1 0,5 2-1 0,-1 0-5 16,1 1 1-16,3 2 0 0,-2 4 4 0,2 1 3 0,-1 2-5 0,2 2-4 16,-1 2-1-16,-1 1-3 0,1 3 4 0,-4 1-4 0,1 1 4 0,-3 3-6 15,-4 2-2-15,0 1 4 0,-3 3-3 0,-1 0 9 0,-3 2 7 16,-1 0 8-16,-4 2 4 0,-3 1 3 0,-2 0 3 0,-3 1 3 0,-4-3 7 15,0 1 6-15,-4 0 7 0,-2 0 6 0,-3-1 11 0,-3-1 5 0,-2 1 12 16,-4-1 2-16,-3 1-3 0,-3 1-2 0,-3 0-8 0,-2 1-3 16,-4 2-7-16,-3 1-10 0,-4-2-4 0,-3 3-7 0,-3 0 1 0,-6-1-4 15,-2-1-21-15,-4 0 10 0,-5 0-4 0,1-3 6 0,-2 1 14 16,-2-1-11-16,4-3-2 0,-2 1-5 0,0-3 2 0,2-2 0 0,0 0-1 16,2-2-1-16,1-1-6 0,4-1-1 0,2-1 1 0,2 0 1 0,3-2-4 15,1 0-2-15,2-1-4 0,2 0-1 0,2-1 2 0,1 0-6 16,3 0-5-16,1-1-4 0,3 1-1 0,3-2-7 0,1 0-5 0,2 0-12 15,3-1-15-15,1-1-18 0,2 0-9 0,2 0-20 0,2-2-11 0,2 1-20 16,4-2-28-16,2-1-51 0,6-2-46 0,3-1-9 0,1-2 14 16,5-3 62-16,0-2 66 0,5-1-133 0</inkml:trace>
  <inkml:trace contextRef="#ctx0" brushRef="#br0" timeOffset="178226.97">19303 14329 652 0,'1'4'431'0,"1"-1"-359"0,1 2-19 0,1-1 1 0,0-1-26 0,2 0-23 16,2 1-9-16,2-1 0 0,3 1 9 0,2 0 8 0,3-1-2 16,2 1 4-16,1-1-2 0,4 0-2 0,2 0 1 0,2-1-6 0,2 1 0 15,2 1-1-15,1-1-2 0,4 0-1 0,1 1-5 0,3 0-1 16,0-1-1-16,1 2 0 0,1 0-3 0,2 0 5 0,2 1-3 0,2-1 4 15,1 1-4-15,3-2-5 0,1 2-1 0,2 1 0 0,4-1-1 0,0 0 2 16,1 0 0-16,3-1-6 0,-1-1 5 0,1-1-10 0,1 0 0 16,-1-2 3-16,0-2-4 0,-1-1 9 0,1-1 3 0,-2-2 2 0,-1-1 8 15,0 0 1-15,-4-2 4 0,0 0 3 0,1-2 2 0,-3 0 3 16,1-1 2-16,-3-2 7 0,-3 1 7 0,2 0 10 0,-5 1 17 0,-1-2 8 16,-3-1 14-16,-3-2 5 0,-3 1 0 0,-2-1 2 0,-3 0-9 0,-4-1-3 15,-2 1-1-15,-4-2-3 0,-4 0-4 0,-2 0-4 0,-2 0-8 16,-2-1-9-16,-4-1-10 0,-1 0-4 0,-4-2-8 0,-3-1-5 0,-3-2-1 15,-3-2-7-15,-6 0 5 0,-1-3-1 0,-6 1 1 0,-3-3 3 0,-3 0-4 16,-6-2-2-16,-2 0 0 0,-6-1 3 0,-3-1-2 0,-3 1-1 16,-5-3-2-16,-4-1 0 0,-1 1 1 0,-5-1 1 0,-1 0-3 0,-2 1-8 15,-4-1 1-15,0 1 0 0,0 0-3 0,-2 1 3 0,-1 1 0 0,0 1 0 16,2 1 3-16,-1 2 0 0,4 4-8 16,0 1 7-16,1 3-1 0,1 2 1 0,1 1 3 0,1 2-12 0,-2 3-4 0,1 1 1 0,0 2-3 15,0 3 7-15,1 2 4 0,2 5 7 0,0 2 6 0,2 3-2 16,2 1 5-16,0 6-3 0,1 3-8 0,0 2 5 0,2 3-2 0,1 0-6 15,2 4 2-15,1 3-8 0,1 2-4 0,-1 2 4 0,2 2 3 0,1 2 3 16,1 1-2-16,3 1 1 0,3 0-2 0,0 0-4 0,4 0 9 16,3-1-10-16,3-1 5 0,2-1-3 0,3-1-2 0,2-3 7 0,3 1 2 15,2-2 4-15,5-2 3 0,0 0 1 0,4-3 6 0,2 1 1 0,2-3 0 16,1-1-2-16,2 0-5 0,0-1 6 0,2-1-3 16,1 0-4-16,-1 0 0 0,2 0 0 0,-1-1-1 0,0-1 5 0,1 0 0 0,-3-1-6 15,3 1 0-15,-1-2-1 0,0-1-2 0,0 0 4 0,-1-1-9 0,0 0-6 16,0-1 0-16,0 1 2 0,-1-2 7 0,1 1 3 0,-1-1-4 15,0-1-4-15,1 0 4 0,-1 0-3 0,1-2 0 0,-1 1-3 16,0-2-6-16,0 0 3 0,0 0-1 0,-1-1 4 0,1 0-2 0,0 0 2 16,0-1 2-16,1 1 3 0,0-1 7 0,-2 1-4 0,2 0 1 0,-2-1 0 15,1 1 2-15,1-1 1 0,-1 1 1 0,1 0-1 0,0-1-3 0,-1 0 2 16,1 1 6-16,0 0 0 0,-1 1-3 0,1-1 5 0,0-1-6 16,0 1 4-16,0 0 5 0,0 0-3 0,0 0 0 0,0-1 0 0,0 1-3 15,-2 0-3-15,2 0-4 0,-1 0 0 0,1 0 4 0,0 0-2 0,-1-1 0 16,0 0-5-16,-1 1 1 0,1-2 1 0,0 1 4 0,-1 0 3 15,1 0-9-15,-1 0 3 0,0 0-6 0,0-1 3 0,0 1-4 0,-1-1 6 16,0 1-4-16,1-1 2 0,0 0 0 0,0 0-3 0,-1 0 6 0,0 0-6 16,0 0 1-16,0 1 4 0,0-1 0 0,-1 0-1 0,1 0-2 15,-1 1-4-15,1 0 2 0,-1-1 4 0,1 2 1 0,-1-1-5 0,1 0-1 16,-1 0-1-16,0 1 4 0,-1 0 4 0,0 0-1 0,0 0-2 16,0 0-2-16,0 1-3 0,0 0 7 0,0-1-2 0,0 1 3 0,0 0-3 15,-1 0-7-15,1-1 9 0,0 1-4 0,-1 1 6 0,0-1-1 0,0 1-6 16,0 0 3-16,0-1 1 0,0 1 4 0,0 0-5 0,0 0 0 15,0 0-1-15,0 1-1 0,0-1 2 0,0-1 3 0,0 0-3 0,0 1-3 16,0-1 0-16,1 0-1 0,-1 0 3 0,0 0-1 0,0-1-3 16,0 1 2-16,0-1 1 0,1 0 2 0,-1 0 2 0,1 0-2 0,-1-1-2 15,-1 1 4-15,1-1 0 0,0 0-4 0,1 0 0 0,0 0-1 0,-1 0 3 16,2-1 3-16,-1 0 1 0,0 1-6 0,1-1-1 0,-1 0 1 16,0 1 4-16,1-1-2 0,0 0 1 0,0 0-1 0,0 1-1 0,-2-1 2 15,1 0-1-15,0 0 0 0,0 1-3 0,0-1-2 0,1 1 3 0,-1-1 2 16,0 1-3-16,1-1-2 0,0 1-1 0,0 0 4 0,-1-1-6 15,1 1 1-15,0-1-2 0,0 0-9 0,0 0 7 0,0 1-7 0,1-1-1 16,-1 1-2-16,0-1-5 0,1 0 6 0,0 0-9 0,-1 1 2 0,0-1-5 16,1 1-7-16,-1-1-4 0,0 1-4 0,1-1-3 0,0 0-7 15,-1 1-3-15,1 0-11 0,-1 0 1 0,1 0-2 0,-2-1-7 0,1 1-5 16,0 1-12-16,0 0-8 0,0 1-14 0,0-1-20 0,-1 1-9 16,-1-1-21-16,1 1-13 0,0-2-15 0,1 0 2 0,0-1-117 0</inkml:trace>
  <inkml:trace contextRef="#ctx0" brushRef="#br0" timeOffset="204078.43">5229 15239 74 0,'-18'-3'15'0,"-1"2"7"0,0 0 6 0,0 1 5 0,18 0-20 0,1-1-6 15,0 1-2-15,1 0 1 0,0-1-1 0,-1 1-2 0,2 0 1 0,0 0-3 16,0 0 1-16,1 0-2 0,1 0-6 0,-1-1 0 0,0 1 1 0,0 0 2 16,0-1 4-16,1 1 2 0,-2 0 2 0,2 0 4 0,-1 2 4 15,-1-1 10-15,1-1 5 0,-1 1 7 0,1 0 8 0,0 0 2 0,1 0 3 16,0 1 3-16,2-1 0 0,0 1 1 0,4 1-2 0,0 0-2 0,2 1-1 16,3 1-7-16,-1 1-7 0,5 1-5 0,2 1-8 0,0 0 0 15,5 1-3-15,1 0-2 0,5 3-3 0,0-1-1 0,2 1 8 0,1-2 6 16,2-2 8-16,-1-2 1 0,4-3-3 0,1-1 1 0,0-3 0 15,4-1-3-15,3-2-2 0,0-1 2 0,1 0-5 0,1-3 5 0,1-1 3 16,0-1-7-16,0-2 8 0,0 0-1 0,-3 2 0 0,0-2 1 0,-2 0-7 16,1 1 3-16,-3 0-3 0,0 1 0 0,0-1 5 0,-2-1-7 15,0 1 9-15,-2 0 2 0,1 0 0 0,-1 0 3 0,0-2-4 0,1-1-2 16,-2-1-10-16,1 0 1 0,-1-2-12 0,0-2 4 0,3 0-6 0,-2-1-5 16,1-1 2-16,1 0-5 0,-3 1-3 0,0-1 0 0,-3 1-2 15,-1 1 0-15,1-1-1 0,-4 1 6 0,-1 1-4 0,-1 0 9 0,-2 1 0 16,0 1-1-16,-4 0 6 0,1 0-3 0,-3 1-1 0,-2 1 4 15,-1-1 1-15,-2 0 4 0,0-1 15 0,-4 0 4 0,-1-1 6 0,-3-1 6 16,-1-1-2-16,-2 1 3 0,-2-2-10 0,0 0 1 0,-4-1-5 0,-3-3-2 16,-1-1 1-16,-6-4-18 0,-3-2-10 0,-3 0-13 0,-5 0-6 15,-4-1-3-15,-1 2-10 0,-6-4-7 0,-3 1-14 0,-5-1-14 0,-2 1-7 16,-3 0-16-16,-4 3-3 0,0 0 11 0,-7 4-16 0,-2 1 31 0,-2 2 21 16,-2 2 6-16,-2 1 28 0,-3 2-1 0,-2 4 9 0,-5 2 6 15,0 3 4-15,-3 0-6 0,-2 3-5 0,-3 3-1 0,-4 3 0 0,2 5 2 16,-1 3 2-16,1 5 1 0,1 4 12 0,1 6 5 0,0 5 4 15,1 5 1-15,0 6-15 0,2 2-3 0,0 6 1 0,2 5 3 0,2 5 3 16,2 5 0-16,0 5-9 0,0 5-11 0,-1 4 8 0,4 5-14 0,-2 5-9 16,4 7 0-16,0 2-21 0,3 4-5 0,2 0-23 0,3-3-28 15,5 1-27-15,4-2-33 0,5-1-37 0,9-4-41 0,6-1-38 0,9-7-178 16</inkml:trace>
  <inkml:trace contextRef="#ctx0" brushRef="#br0" timeOffset="208995.05">9949 15234 71 0,'3'-2'34'15,"0"-1"3"-15,3-1-3 0,0 1-4 0,0 1-8 0,1-1-3 16,0 0-1-16,0 1-3 0,2 0 1 0,0-1-3 0,1 1-5 0,0-1 3 16,1-1-3-16,1 2-1 0,0-1 1 0,2 1-1 0,0-1 0 0,2-1 2 15,1 1 1-15,-1-2-2 0,-1 2 1 0,1-2 0 0,-1 0-2 16,1 1 1-16,1 0-2 0,2 0 1 0,1 1 1 0,0-1-2 0,2 1 3 16,-1 1-2-16,0 0 2 0,3 2 2 0,0 0 1 0,1 0 1 0,1 3-2 15,-1-1 2-15,2 1 1 0,-1 2-3 0,0-1 0 0,1 0-2 16,-2 1 1-16,2-1 6 0,-2 1 8 0,1-1 4 0,0 0 8 0,2 0 6 15,0-3 4-15,-1 0 11 0,3-1 0 0,-1 0 9 0,3-1-2 16,1-1-2-16,2-1 3 0,-1-1-9 0,1-1 3 0,2 1-6 0,-1 0-9 16,2-2-3-16,-1 2-6 0,-1-1-3 0,1 0-3 0,-2 0-5 0,1 0 0 15,-2-1-1-15,0 0-1 0,0-1 2 0,-1 2-1 0,1-1 0 16,0-1 1-16,0 0-1 0,0-1 1 0,0 0-6 0,0 1 3 0,0 1 0 16,0-1 1-16,1 2 3 0,0-1-4 0,-1 1-3 0,2 0 7 0,-3 1-4 15,1 0 15-15,-2 0 2 0,0 1-9 0,0 0 8 0,-1 1-8 16,-1 0-2-16,-1 1 8 0,1-1-3 0,-1 1 2 0,1-1-3 0,-1 2-6 15,-2 0-4-15,1 2-6 0,-1-1 2 0,0 1 2 0,0 0-3 16,2 0 5-16,-1 1-3 0,2 0-4 0,-1 1 5 0,1-1-4 0,-2 1 2 16,2-2-4-16,-2 0-4 0,2 0 2 0,-1-2 0 0,0 0 5 0,1-2 1 15,0 0-1-15,2-2 6 0,-1 0 0 0,1 0 1 0,-1-2 2 16,-2 0-7-16,1 0 3 0,0 0-3 0,-1 1-3 0,1 0 1 0,-2 0-1 16,-1-1-2-16,0 2 2 0,-1-1-2 0,-1 2 2 0,1-1 3 0,-3 1-6 15,0 0-2-15,-1 1-2 0,-1 1 3 0,0-1-1 0,1 2-5 16,-2-1-2-16,0 0-1 0,1 1 3 0,0 0 1 0,1 0 1 0,0 0-5 15,0 0 0-15,0 0-1 0,0 0 4 0,-2 1-1 0,0 0-1 16,1-1-1-16,-1 1-2 0,1 0 2 0,0 0 1 0,-1 0-1 0,0 0 1 16,0 1-3-16,-1 0 2 0,-1 0 1 0,0 0-3 0,-3 0 0 0,1 1-3 15,0 0-1-15,-1 0 11 0,-1 0-5 0,0 0-4 0,-1 1 2 16,-1 0-2-16,0 0 4 0,-2 1 0 0,0 0-4 0,1 0-5 0,-2 1-3 16,-1 1-5-16,0 0-10 0,-2 1-14 0,-1-1-31 0,0 1-34 0,-1-1-57 15,1 1-72-15,-1 0-95 0,-1 0-115 0,0-1-88 0,-2 1-205 16</inkml:trace>
  <inkml:trace contextRef="#ctx0" brushRef="#br0" timeOffset="212461.95">21202 5002 569 0,'32'0'26'0,"4"0"-13"0,10-1 1 0,-1-1 0 0,-4-1-2 16,2 0 4-16,2-2-3 0,1 2-6 0,2-1-3 0,1 1-3 0,2 1 0 15,2-2-3-15,-2 1-1 0,2 0-1 0,1 0 2 0,-2-1-1 16,1 0 2-16,0 0 0 0,-1-1-2 0,0 0 2 0,-1 0 0 0,0-1 1 15,-2-1 5-15,-1 0-2 0,-1-1 5 0,-1-1 0 0,0 0 4 0,-2-2 3 16,0 1 2-16,-1-2 4 0,-1 0 0 0,-1-1 3 0,-1-1 4 16,-2 0 2-16,1-1-2 0,-2-2 3 0,-1 1 0 0,-2-2 2 0,-2 2 0 15,0-2-2-15,-1-2-1 0,0 1 5 0,-2-3 0 0,0-1 3 0,-2-1-2 16,1-2-1-16,-1 0-5 0,-1-3-3 0,0 1 4 0,-2-2-3 16,0-1-2-16,-1-1-2 0,-2-1-8 0,0-1-2 0,-2 1-3 0,-2-2-1 15,-1 0-1-15,0-3-3 0,-1-2 0 0,-2 0-1 0,0-2 1 0,0 1 3 16,-2 0-3-16,-2-2-4 0,-2-1 3 0,-1 1 5 0,-2-1 4 15,-1-2 2-15,-2 2 0 0,-3 0 2 0,-1 2 11 0,-2 0 9 0,-2 0 15 16,-2 2 6-16,-2-1 2 0,-2 4-4 0,-1 2-1 0,-1 1-13 0,1 1-5 16,-2 2-8-16,-1 1-11 0,1 1 2 0,-3 1-4 0,-2 2-2 15,-1-1-7-15,-2 2-5 0,-3 0-7 0,0 1 1 0,-2 2 13 0,-3 0-4 16,-4 2 3-16,-2 1-1 0,-4 2-13 0,-3 1-1 0,-2 1 0 16,-4 0-3-16,-3 0 5 0,-2 1 4 0,-3 3 0 0,-2-2 0 0,-1 1 4 15,-3 0 2-15,-1 1 1 0,1 1 1 0,-3 2-6 0,-2-1-2 0,0 1 2 16,-1 0 2-16,-1-1-1 0,1 0 9 0,-3 2 0 0,1 0 1 15,1 1-1-15,-1 1-8 0,-2 0 2 0,2 2-3 0,-2 1 1 0,0 1-2 16,0 2 4-16,-1 2 0 0,2 0-2 0,1 3-2 0,0 1-4 16,0-1-2-16,0 3 2 0,1 2 1 0,1 1 8 0,2 3-1 0,-1 1 0 15,-1 2 2-15,1 3-11 0,-2 0-2 0,-2 3-1 0,0 2-1 0,-2 0-4 16,-2 3 4-16,0 0 1 0,1 3 0 0,0 1 3 0,0 0-7 16,2-1 1-16,2 2-19 0,0-1 3 0,3 2 9 0,2 0 5 0,1 0 21 15,2 2-7-15,1 0-3 0,3 2-4 0,1 2-7 0,1 2 3 0,4-1 1 16,0 1 1-16,4 1 2 0,3 2-1 0,0 1-5 0,2 4-15 15,2 0 0-15,2 1 3 0,1 3 4 0,3-1 15 0,4 2 0 0,3 0 2 16,3-2-1-16,1 0 0 0,4-2-1 0,5-2 0 0,3-1-1 0,5 0-7 16,5 0 1-16,3-3-4 0,5 0 10 0,4 0 7 0,4-1 0 15,5 1 1-15,1-1-1 0,5-1-5 0,4-1 1 0,2-4 1 0,5-2-2 16,4-1 0-16,3-2 2 0,6-2-3 0,4-3-8 0,3-2 3 16,5-4-3-16,1-1 2 0,3-1 9 0,5-5-2 0,0-1-1 0,4-2-4 15,1-3 4-15,2 0-3 0,3-3 4 0,0-3 1 0,2-2-2 0,2-3 2 16,1-1 1-16,0-3-3 0,2-2 3 0,-1-2 2 0,1-3-4 15,0-1 4-15,-2-1-4 0,2 1 1 0,-3-3 0 0,-2 0-5 0,0 1 13 16,-2 0-7-16,1 0 5 0,-3-2 2 0,1-1-11 0,2 0 7 0,-1-4-6 16,1 0-5-16,2-2-2 0,-1-1-4 0,2 1-5 0,1-2-17 15,0 0-24-15,1-3-54 0,0-2-61 0,2-2-63 0,-1-3-54 0,2-3-39 16,-1-1-124-16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1:11:05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138 563 10234 0 0,'0'-3'141'0'0,"-1"-1"-1"0"0,0 1 1 0 0,0 0 0 0 0,0-1-1 0 0,0 1 1 0 0,0 0 0 0 0,-1 0-1 0 0,1 0 1 0 0,-1 0-1 0 0,0 0 1 0 0,0 0 0 0 0,0 1-1 0 0,0-1 1 0 0,0 1 0 0 0,-1-1-1 0 0,-4-3 1 0 0,-1 1-357 0 0,-1 0 0 0 0,1 0 0 0 0,-1 1 0 0 0,-12-4 0 0 0,-19-10-819 0 0,39 17 1036 0 0,0 1-1 0 0,1 0 1 0 0,-1-1 0 0 0,0 1-1 0 0,0-1 1 0 0,1 0-1 0 0,-1 1 1 0 0,1-1 0 0 0,-1 1-1 0 0,0-1 1 0 0,1 0-1 0 0,-1 0 1 0 0,1 1-1 0 0,0-1 1 0 0,-1 0 0 0 0,1 0-1 0 0,0 0 1 0 0,-1 1-1 0 0,1-1 1 0 0,0 0 0 0 0,0 0-1 0 0,0 0 1 0 0,-1 0-1 0 0,1 0 1 0 0,0 1 0 0 0,1-3-1 0 0,-1 0 12 0 0,1 1 0 0 0,-1-1 1 0 0,1 0-1 0 0,0 1 0 0 0,0-1 0 0 0,0 1 0 0 0,1-1 0 0 0,2-3 0 0 0,3-4 44 0 0,0 1 1 0 0,18-16-1 0 0,3 0 82 0 0,1 2 1 0 0,1 1-1 0 0,1 1 1 0 0,1 1-1 0 0,1 2 1 0 0,45-18-1 0 0,-20 13 504 0 0,2 2-1 0 0,0 3 0 0 0,2 2 0 0 0,-1 3 1 0 0,2 3-1 0 0,66-2 0 0 0,-45 10-608 0 0,1 3 0 0 0,-1 4 0 0 0,-1 4 0 0 0,87 21 1 0 0,422 84 968 0 0,-259-52-539 0 0,-177-30-239 0 0,-51-8 114 0 0,213 19 0 0 0,-306-42-339 0 0,0-1-1 0 0,0 0 1 0 0,0-1-1 0 0,0-1 1 0 0,-1 0-1 0 0,16-4 1 0 0,-22 4-6 0 0,-1 0 0 0 0,1 0 0 0 0,0 0 1 0 0,-1 0-1 0 0,0-1 0 0 0,0 0 0 0 0,1 0 1 0 0,-2 0-1 0 0,1 0 0 0 0,0-1 1 0 0,-1 1-1 0 0,1-1 0 0 0,-1 0 0 0 0,0 0 1 0 0,0 0-1 0 0,-1-1 0 0 0,4-5 0 0 0,-3 4-2 0 0,-1 0 1 0 0,1-1-1 0 0,-1 1 0 0 0,-1 0 0 0 0,1-1 0 0 0,-1 1 0 0 0,0-1 1 0 0,0 0-1 0 0,-1 1 0 0 0,0-1 0 0 0,0 0 0 0 0,0 1 0 0 0,-2-7 1 0 0,0 7 13 0 0,1 1 1 0 0,-1 0 0 0 0,-1-1 0 0 0,1 1 0 0 0,-1 0 0 0 0,1 0-1 0 0,-1 1 1 0 0,-1-1 0 0 0,1 1 0 0 0,-1-1 0 0 0,1 1-1 0 0,-1 0 1 0 0,-1 0 0 0 0,1 1 0 0 0,-10-7 0 0 0,-16-8-2 0 0,-1 1 0 0 0,-1 2 0 0 0,-1 1-1 0 0,0 1 1 0 0,-1 2 0 0 0,0 1 0 0 0,-50-7 0 0 0,-252-15-320 0 0,304 30 223 0 0,-357-10-3260 0 0,1 29-7717 0 0,333-11 8048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19:21.0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4328 6568 426 0,'-6'0'47'0,"1"1"-18"15,-2 1-11-15,2 1-12 0,0 0 1 0,1 0 1 0,-2 1-2 0,2 0 1 16,0-1-3-16,-1 2-4 0,1 0-4 0,-1 1-2 0,-1 2 3 16,-1 0 4-16,1 0 5 0,-1 0 5 0,1 1 7 0,-1 0 9 0,0-1 13 15,-2-1 5-15,1-1 8 0,-1-2 4 0,-1 0-2 0,1-1 4 0,-1 0-6 16,0-1-7-16,1 1-5 0,-1-1-4 0,1 0-5 0,-1 1-1 16,2-2-3-16,-1 1-6 0,1 0-2 0,2-1-4 0,-1 0-1 0,4-1-4 15,-2 0-2-15,3 0 2 0,0-1-3 0,1 0 5 0,1-1 0 16,0-1 0-16,2-1-1 0,0-3-4 0,2-1 0 0,2-6-2 0,3-3 3 15,3-3 2-15,3-1 2 0,3-2 4 0,4-2 1 0,2 0 6 0,3-4 1 16,2 0-2-16,2-2 6 0,2-1-4 0,4 0 6 0,1 0 9 0,5-2 0 16,1 2 1-16,2-3-4 0,4-1-9 0,1 2-3 0,4-3-6 15,4 3-6-15,0-3-1 0,4-1-5 0,0 1-11 0,4-1-1 0,2 4-3 16,1-1 1-16,3 3 11 0,2 0-3 0,-1 1-2 0,3 2-2 16,-1 3 2-16,-1 2-3 0,0 3 3 0,0 1 5 0,2 1-4 0,-3 4 4 15,-2 2 1-15,-1 2 0 0,-1 2-1 0,2 2 0 0,-1 2-1 0,-1 3-2 16,-1 1 5-16,-3 3-4 0,1 0 4 0,-3 3-3 0,-1 1-5 15,0 2 4-15,-3 2-6 0,1 1 5 0,-3 1 0 0,-1 2 2 0,-3 1-2 16,-2 1-3-16,-3 1-5 0,-1 3 5 0,-2 0 9 0,-3 1 3 0,-3 2 3 16,-3 1-3-16,-1 0-9 0,-2 1 7 0,-2 0-2 0,-2 1 1 15,-2 2 2-15,-3 0 0 0,-1 4 2 0,-3-1 0 0,-2 2-4 0,-2-1-3 16,-2 0 0-16,-4 4-5 0,-3-2 1 0,-4 3 0 0,-2-2 1 16,-4 1-1-16,-2-1 1 0,-4-1 6 0,-3 1-2 0,-3 0 10 0,-3 0-2 15,-3-1-4-15,-3 1 1 0,-3-2-4 0,-3 1 5 0,-2 1-2 0,-4-1-1 16,-2 0 4-16,-5-3-5 0,-1 2 4 0,-5-1-6 0,-3 1-4 15,-4-1 1-15,-3 0-10 0,-2-4 6 0,-1 1 6 0,-2-4 6 0,2-1 6 16,1-2 4-16,2-3-3 0,4-3 1 0,0-1 4 0,1-3-4 0,1-1-2 16,-2-2-3-16,0 0-2 0,-1-3-2 0,-3-1-2 0,0-2 1 15,-1-1-4-15,-1-2-2 0,0-2 1 0,-1-1-2 0,-1-2 1 0,0-2 1 16,-2-1 0-16,0-1-2 0,0-2 7 0,1 1 1 0,-1-3-3 0,0 1 3 16,2-2-2-16,-2 0-2 0,1-2 2 0,1-3-2 0,-1 1 9 15,3-2-1-15,0-2 14 0,1-1-1 0,3-2-6 0,1-2 3 0,3 2-9 16,1-2 2-16,3 2 0 0,3 0-2 0,2 1 2 0,1 2-2 15,4 0-4-15,2 0-9 0,0 2 4 0,1-1 0 0,2 2 0 0,3 2 3 16,-1 0-4-16,2 1-4 0,1 2-1 0,-1 0-7 0,1 2 1 0,3-1 1 16,0 2 1-16,3 0-1 0,3 2 4 0,1-1-6 0,0 1 4 15,2 1 0-15,2 0-4 0,-1 1 5 0,0 0-5 0,-1 2 2 0,3 0 3 16,2 0-5-16,2 0 8 0,0 1-2 0,1-1-5 0,-1 2-1 0,2 0-3 16,1 1 1-16,1 0 4 0,1 1 0 0,0-1-5 0,1 2 2 15,1 0-1-15,-1 0 1 0,1 0-5 0,1 1 4 0,0 0-1 0,0 0 0 16,1 1 5-16,-1 1-6 0,1 0 3 0,-1 1-2 0,1 0 3 0,0 1-1 15,0 0 0-15,-1 0-3 0,1 0-1 0,0 0-5 0,0 1-2 16,1 1 1-16,0 0-12 0,0 1-4 0,1-1-12 0,1 1-16 0,0 0 4 16,0-1-5-16,1 0-1 0,0 0 2 0,1-1-12 0,1 0-12 15,0 1-12-15,2 0-16 0,2-1-14 0,2-1-13 0,1 0-11 0,2-2-14 16,2 1-13-16,3-2 0 0,1 0-44 0,-1-2-17 0</inkml:trace>
  <inkml:trace contextRef="#ctx0" brushRef="#br0" timeOffset="425.92">9031 6804 1354 0,'10'-5'451'0,"5"0"-416"15,6 1-14-15,7 2-21 0,5 3-3 0,7 1 1 0,4 2-2 0,4 1-2 16,2 1-7-16,2 0-18 0,4 2-21 0,1 1-18 0,2 1-10 0,3 1 3 15,-1 0 15-15,0 0 21 0,1 3 21 0,-1-2 14 0,1 1 16 16,0-2 6-16,-1-2 8 0,0 0 17 0,-1-1 0 0,1-1 9 0,-1-1 2 16,-1-2-4-16,2 0 3 0,-1-1 0 0,0-1-1 0,1 2-7 0,0-1 0 15,0 1-3-15,-2 0 2 0,1 0 8 0,-1 1 9 0,-1 1-3 16,0 0-6-16,0 1-9 0,-2 0-17 0,0 0-8 0,2 1-1 0,-1 0-7 16,2-1-4-16,-3 1-1 0,1 1-1 0,0-1-5 0,-2 0 1 15,0 1-8-15,0 0-19 0,-3 0-36 0,1 0-43 0,-1 0-49 0,0 1-59 16,1-1-77-16,-2 1-86 0,2-1-57 0,-3-1-66 0</inkml:trace>
  <inkml:trace contextRef="#ctx0" brushRef="#br0" timeOffset="21000.44">4496 14557 963 0,'-13'-19'142'0,"2"0"-20"0,-5-5-40 0,2 4 1 15,2 3 25-15,1 0 11 0,-2 3-4 0,1-2-16 0,-1 3-34 0,1 1-23 16,0 2-14-16,0 1-10 0,0 1-10 0,0 1-5 0,-1 2 0 0,2 0-9 15,-2 1-5-15,-1 1-3 0,0 2-5 0,-1 2-1 0,-1 1 7 16,-1 2 0-16,-1 2 5 0,1 2-1 0,-2 2-1 0,-2 2 1 0,1 2-2 16,-1 3 2-16,0 2 1 0,-1 0-4 0,0 3 1 0,-2 1 10 15,0 0-3-15,-1 2 1 0,2-2 2 0,-1 2-3 0,1 1 0 0,4-1 8 16,-1 2-4-16,0 0-2 0,2 0 6 0,0 0-8 0,0 1 3 0,3 0 2 16,2 0-2-16,0 3 1 0,2-1-1 0,0 1-1 0,0-1 1 15,4 1 5-15,-1 1-4 0,3 2 1 0,0 0-2 0,2 2-3 0,0-1-1 16,1 1-1-16,2 0 8 0,1 0-2 0,1 1 4 0,1 0 1 0,3-1-2 15,0 0-3-15,2-1 2 0,1 2-3 0,3 0-3 0,1-1 3 16,2 0-5-16,0-3 4 0,4 1 3 0,2-3-5 0,0 0 4 0,3 0-3 16,1-2-10-16,1-1 8 0,6 1 0 0,0-2-1 0,3 1 5 0,0-3 1 15,-1 1 4-15,3-2 4 0,2-2-1 0,3 1-5 0,0-3 6 16,0 1-1-16,1 0 2 0,1-3 2 0,0 1-13 0,0-1 8 0,1-2-8 16,2-1 4-16,2 0 2 0,0-3-7 0,2 0 7 0,-1-2-5 15,2-1-2-15,-1-2 18 0,2 0-5 0,0-1 2 0,1-2 0 0,0 0-9 16,-1 0 4-16,4-1 5 0,0 0-1 0,-1 0-2 0,2 0 4 0,-1-1-5 15,0 1 8-15,0-1 5 0,1 0-8 0,0 0 10 0,0-1-6 16,1 1-7-16,1 1 4 0,0-1-14 0,0 0 9 0,0-1-5 0,0-1 0 16,0 0 16-16,0-2-7 0,1 0 1 0,-1 0-5 0,0-2-6 0,1 1 4 15,0-3-1-15,0 0 1 0,1-2-7 0,0-1 6 0,-1-2-1 16,-2-2 0-16,1 1 0 0,0-3-3 0,-4 0 2 0,1-3 6 0,0 1 1 16,0-3-7-16,-2 0 8 0,-2 0-2 0,-3 0 3 0,-2-2 2 15,0 1-3-15,0-2-2 0,-2-2 2 0,0 1 3 0,0-1 0 0,-2 0 6 16,-3-1-10-16,0 0 16 0,-1-1-1 0,-1 0 1 0,-1 0 13 0,-2-1-16 15,-3 1 1-15,0-1 3 0,-2 2-3 0,0-3 2 0,-3 3-1 16,0-3-4-16,-2 0 0 0,-1-2 3 0,-2 1-1 0,-1-1 0 0,-2 1 4 16,-2 2 3-16,-3-2-1 0,0 1 5 0,-1-1-6 0,-1-1-1 15,-3-1 1-15,1 0-2 0,-4 0-1 0,-2-2-1 0,-2-1 1 0,-3-1 0 16,-1 1-5-16,-2 0-2 0,-3 0 0 0,-3-1-7 0,-3-2 2 0,-3 0-1 16,-3-2-1-16,-2 2-2 0,-3-1-10 0,-5-2 2 0,-2-1-11 15,-6 0 8-15,-4-3-5 0,-4 0-4 0,-4-1-2 0,-2-2-8 0,-4 1 5 16,-4 0-3-16,-2 1 1 0,-3 2-6 0,-1 0 3 0,-1 4-4 0,-3 4 1 15,1 2 4-15,-1 4 2 0,-2 2-3 0,-2 4-14 0,-2 3-1 16,-4 3-25-16,-2 5-4 0,-2 5 7 0,-3 5-4 0,2 5 27 0,-3 5 30 16,3 4 2-16,0 7 7 0,2 5 1 0,3 6-22 0,0 5-6 0,0 6-11 15,3 6-26-15,-1 7-20 0,2 8-32 0,1 5-40 0,1 7-51 16,1 6-93-16,1 8-65 0,1 8-83 0,-1 5-179 0</inkml:trace>
  <inkml:trace contextRef="#ctx0" brushRef="#br0" timeOffset="25639.37">7731 6185 274 0,'-10'-15'33'0,"1"-1"4"0,-1-4-1 0,2 2-6 0,4 3-2 16,-2 1 1-16,1 2-3 0,-1 0-1 0,-1 1-1 0,1 1-2 0,0 2 1 15,-2 2 1-15,1 2 2 0,-1 1 5 0,0 2 1 0,-1 0 0 16,-2 3 3-16,-1 1-5 0,-3 2-2 0,0 1-1 0,0 3-6 0,0 1 3 16,-1 0-1-16,-1 1 0 0,2-1 4 0,0 2 1 0,2 0 1 15,1-1-2-15,-1 0-1 0,2 0-3 0,2 0-5 0,0-1 1 0,1 1-9 16,1-1-3-16,1 1-2 0,0 0 1 0,3 0 3 0,0 1 3 15,0 0 4-15,2 0 1 0,0 1 6 0,1 2 8 0,0 2 9 0,1 2 9 16,0 0 4-16,1 2-4 0,0 1-7 0,1 2-3 0,0 0-6 0,2 3 0 16,0 2-7-16,0 0-9 0,0 3-2 0,1-1-2 0,1 2-7 0,0 0 2 15,1 1-2-15,1-1 0 0,1 0-3 0,1-2 3 0,0-1-8 16,2-1 2-16,0-1-1 0,0-3-3 0,1-2 5 0,-2-2-2 0,0-3-1 16,-2-2 3-16,2-1-9 0,-2-4 2 0,1-2 4 0,-2 0-2 15,0-1 12-15,-2-1-4 0,-1 0 4 0,0-2-6 0,0 1 9 0,0-1 3 16,-1 0-1-16,2-1 0 0,0 1-9 0,-2 1 4 0,3-1-8 0,0 1 3 15,1 0-1-15,0-1-3 0,2 1 5 0,-1 1-4 0,2 0 1 16,2 0 2-16,0 0-3 0,2 1 1 0,-2 1 3 0,3-1-5 0,1 1 1 16,1-1 1-16,1 0-1 0,2-1 0 0,1 0 0 0,2-1 2 0,1-1-4 15,-1 1 1-15,3 0 0 0,-1-1-2 0,2 1 0 0,-1-2 5 16,3 1-1-16,-2-1-1 0,4-1-1 0,-1 0 1 0,2-1-2 0,1 0 1 16,2-2 5-16,1 0-5 0,1-1 2 0,2-1 0 0,-1 0 1 15,1-1 6-15,0 0-6 0,1-1 1 0,0 0 6 0,1 0-3 0,0 0 3 16,0 0-1-16,0 0-8 0,1 1 7 0,-1-1 1 0,1 1 1 0,2 1 3 15,-3-1-5-15,2 2-2 0,-1 0 2 0,2-1-3 0,0 2 2 16,0-1 2-16,1 2-3 0,0 0 1 0,0 0 1 0,1 1-6 0,-2-1 0 16,1 2 5-16,3-1-1 0,-1 1 7 0,2-1-3 0,1 0 2 0,-1 0-2 15,1 0-4-15,2 1-3 0,0-2-2 0,-1 1 4 0,0-1-1 16,-1-1 1-16,-2 1-3 0,2-1 1 0,-2 1 2 0,-3-1-6 0,2 0 11 16,-3 0-2-16,2 0-3 0,0-1 0 0,0 0 3 0,1 1-3 15,0-2 4-15,0 2 0 0,-2-1-2 0,0-1 4 0,2 0-6 0,0-1 2 16,1 0 1-16,-1 0-1 0,-2 0 4 0,0 0-3 0,0 1 0 0,2-1-3 15,-1 0-4-15,-1-1 7 0,0 1-7 0,-1 2 3 0,-2-1 0 16,0 1-3-16,-1 0 5 0,1 0-1 0,-1 0 3 0,-3 0-1 0,1 1-3 16,-1-1 0-16,0 0 1 0,1 0 0 15,-1-1 2-15,0 0 2 0,2-2 2 0,-1 0-7 0,-2-1 1 0,2 0 1 0,-2-1-4 0,0-1 6 16,2-1-1-16,-2 0 5 0,0 0-1 0,-1-1 0 0,0-1 4 0,0 0-7 16,-2-1 4-16,1-2 5 0,0 1-14 0,-1-2 4 0,0-1 7 15,-3 1 7-15,1-1 19 0,-2-1 1 0,-2-1-1 0,-1-1-5 0,-2 0-3 16,-1-2 2-16,2 0-6 0,-2 1-1 0,0-2-1 0,-3-1-9 0,-1 2 4 15,-2-3-7-15,-1 0-4 0,0-1 4 0,-1-2-4 0,-1 0 0 16,-2-2 3-16,-1 1 1 0,-3 0 2 0,-1 1 1 0,-2-1-4 0,-1-1-2 16,-3 1 1-16,-2-2-16 0,-1 0 7 0,-2 0 9 0,-2 1 3 0,-1-2 16 15,-3 2 2-15,-3-1-14 0,-2 1 1 0,-3 0-12 0,-2 0-6 16,-2-1-1-16,-2 0-1 0,-2 0 2 0,-2-2 3 0,-2 2-3 0,-3-2-1 16,-3 3-1-16,-1 1-4 0,0 2 3 0,-3-1 4 0,-1 1 1 15,-3 0 0-15,-1 0 1 0,-2 2-18 0,-2 1 2 0,-3 0 4 0,-3 2 3 16,-1 0 12-16,-3 2-1 0,-4 2-2 0,-4-1-11 0,-4 2 4 0,-4 2 3 15,-2 2-7-15,-5 1 2 0,-3 2 0 0,-1 2-7 0,-5 0 9 0,-1 2-2 16,-7 1 1-16,-5 2 3 0,-3 2-1 0,-2 0 2 0,-1 1 2 16,5 0 1-16,3-2-3 0,3 1 2 0,1-1 1 0,3 1-1 0,0 1 1 15,0 2-1-15,3 2-2 0,2 2-2 0,-1 0 0 0,3 1 1 16,-2-1-1-16,0 3 0 0,-1 1 1 0,-2 2-1 0,1 2 2 0,-2-1-5 16,2 2-4-16,0 1 3 0,2-2 6 0,-2 3 6 0,2 1 3 15,0-2-4-15,-1 2-8 0,2 1 1 0,0-1-2 0,1 1 3 0,-2 1 2 16,1-1-1-16,2 3 0 0,-2 1 7 0,4 0-5 0,1 1 1 0,3 0 7 15,2-1-1-15,2-1 1 0,1-2-3 0,1 2-2 0,3-1 0 16,3 2 0-16,2 0-5 0,2-1-7 0,4 1 4 0,2-1-2 0,3-1-4 16,2 2 4-16,0-2 0 0,1 2-2 0,2-1 11 0,3 1-6 0,2 1 0 15,1 0-8-15,1 1-8 0,1 0-12 0,2 1-27 0,3-1-19 16,2 3-35-16,0 0-40 0,3 2-43 0,0-1-53 0,4 2-53 0,-1 2-53 16,2 3-41-16,3 2-37 0,-2 1-5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24:29.2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9361 7015 573 0,'-19'-19'97'0,"0"2"-77"0,-4-5 14 0,6 5 10 0,5 4-7 15,3-1-10-15,2 0-10 0,2 1-6 0,2 0-1 0,3 2-4 0,0 0-6 16,3-1-1-16,2 0-2 0,2 0 4 0,1 0 2 0,1-2 2 0,2-1 1 15,0-1 5-15,4 1 4 0,0-4 7 0,1 1 4 0,-1-1 3 16,3-2 0-16,0-1 0 0,2 0-1 0,0-1-4 0,2 1 0 0,2 1-5 16,2 0-1-16,2 0-3 0,0 1-2 0,3-1-2 0,4-1-3 0,3 1 0 15,3 0 0-15,2 1-4 0,0 0 0 0,3 1 4 0,0 0 3 16,2 2 1-16,2-1 2 0,0 0-8 0,5 1 1 0,-2 1 0 0,2 1 3 16,3 0 1-16,-1 2-1 0,1 1 2 0,0-1-2 0,0 2 2 0,-1 0-3 15,3 2 2-15,-1 1 1 0,3 1 1 0,-1 0-2 0,1 1-3 16,1 0 0-16,-1 2 2 0,1 1-2 0,-1 1 1 0,-1 2-3 0,0 1-5 15,-1 2 1-15,1 1-3 0,-1 1-1 0,0 1 3 0,0 2-4 16,-1 0 2-16,-3 2 1 0,-2 1-1 0,-4 2 0 0,-2 0 2 0,-2 0-2 16,-4 2 1-16,1 0 0 0,-4 0-4 0,-1 1 5 0,-2 0 2 15,-4 2 4-15,0-1 1 0,-4 1 0 0,-1 1 6 0,-1 1 1 0,-3 1 7 16,-1 2 1-16,-5 0-3 0,-2 1-4 0,-2 1 1 0,-3-1 2 0,-2 3 0 16,-2-1 3-16,-2 1 1 0,-1 2-4 0,-3-1 1 0,-2 1-7 15,-2-1-1-15,-2 0 0 0,-1-1-2 0,-5 2 3 0,-2-2-1 0,-3 2 0 16,-4 0-1-16,-3 1 1 0,-3-2-8 0,0 0-1 0,-1 0 10 0,-1-2 1 15,-3 2 5-15,-1-2 2 0,-2 1-6 0,-3-2-4 0,-1 0 1 16,-3 0 0-16,0-2 2 0,-3 1 4 0,0 0 3 0,-3-1-1 0,-1-1-6 16,-1-2 1-16,-1 1 0 0,-1-2-1 0,0-1 5 0,-2-1 5 15,2-1 5-15,0-1 8 0,2-1 4 0,1-2 2 0,3-1-1 0,0-2-1 16,2-1-6-16,1-2-2 0,1-1-1 0,2-2-2 0,2-2-1 0,1-2-3 16,1-2-1-16,0-2 4 0,1-3-5 0,1-3 5 0,0-2-8 0,1-1-5 15,1-2 2-15,2-2-7 0,-1-1 2 0,2-2-3 0,0-1-3 16,1-3-6-16,3-1 3 0,3 0 4 0,3 1-8 0,2 1-3 0,3 4-1 15,4 3-7-15,4 1 1 0,2 2 2 0,2 0-9 0,2 2-4 16,3-1-6-16,1 1-7 0,5-1-12 0,4 1-5 0,2 1-15 0,6-1-13 16,3 0-28-16,5 1-26 0,5 0-25 0,4 2-23 0,6-1-15 0,3 1-5 15,5 2 1-15,5 0-3 0,2 1 2 0,4 1-12 0,4 0-78 16,1 0 16-16</inkml:trace>
  <inkml:trace contextRef="#ctx0" brushRef="#br0" timeOffset="836.51">14021 6447 1403 0,'-17'-28'209'0,"2"-1"-196"0,-4-2 3 0,5 10 2 0,5 7 5 16,3 3-9-16,1 2-7 0,2 0-6 0,1 1-1 0,0 1-1 0,1 0 1 15,2 0-5-15,1-1-2 0,1 2 2 0,-1-2 4 0,2 0-1 0,0 0 1 16,1-1 0-16,0 0 0 0,1 0 3 0,1 0 1 0,0-1-1 16,1-1 0-16,1 0 0 0,0 0 2 0,5-1 2 0,1 1 1 0,3-1-2 15,2-1-1-15,5 0 0 0,2 0 0 0,6 0 0 0,1-1 0 16,6 1-2-16,3 1-1 0,5 0 1 0,4 0 0 0,3 1 1 0,5 1-3 15,3 1-3-15,3 2 2 0,4 1-2 0,2 3 2 0,3 0 2 16,2 2-2-16,0 3 5 0,4 1-1 0,0 4-6 0,1 3 0 0,1 3-2 16,-1 5 0-16,-1 1 2 0,1 4 3 0,-2 3-6 0,-1 1 3 0,-1 5-3 15,-1 3 1-15,-1 3-3 0,-4 5-4 0,-1 1 0 0,-3 3 4 16,-4 1 3-16,-2 2 0 0,-3-1 4 0,-2 2-6 0,-5 0 5 0,-3 1-5 16,-3-2 1-16,-5-1 0 0,-2-3-2 0,-4-2 4 0,-4 0 4 0,-3-3-8 15,-6-3 4-15,-1 0 4 0,-3-4 1 0,-3 0 3 0,-5 0-7 16,-3-3-5-16,-5 1-10 0,-4-2 5 0,-6 0 3 0,-5 1 4 0,-6-1 9 15,-6-2 3-15,-4 0 6 0,-5-4 4 0,-7-2 2 0,-6-2 2 16,-5-1-2-16,-6-3-1 0,-5 0-3 0,-6-2 2 0,-4-3 0 0,-3-3 1 16,0-3 9-16,-4-2 8 0,-1-2 14 0,-1-3 9 0,-1-3 5 0,1 0-1 15,2-4-4-15,1-2-5 0,4-2 8 0,2-3-9 0,3-1-11 16,2-1-11-16,4-1-25 0,4 1-7 0,3-2-3 0,8 1-4 0,7 1-5 16,5 2-2-16,6 1-8 0,5 1-1 0,4 2-3 0,6 4 1 0,5 0-8 15,4 1-18-15,5 1-21 0,2 0-18 0,6 0 1 0,5 0 7 16,7-2 13-16,6 1 11 0,9 2 3 0,6-1 0 0,7 1-15 0,4 1-24 15,8 2-21-15,4 2-25 0,9 2-8 0,3 3-7 0,7 1-13 0,6 3-58 16,3 2-44-16</inkml:trace>
  <inkml:trace contextRef="#ctx0" brushRef="#br0" timeOffset="2410.4">24894 7525 756 0,'-1'0'164'0,"1"-1"-144"0,1-1-36 0,2 1-4 0,1-1 7 16,0 1 12-16,0 0 7 0,1 0-1 0,-1 1-2 0,3 1 0 0,-1-1-5 15,1 1 0-15,1 0-3 0,2 1 1 0,0 0-1 0,0 1 3 16,1 0 4-16,0-1 4 0,1 1 6 0,-1-1 3 0,2 0 2 0,-1 0 0 16,2-1-3-16,2-1-3 0,1 0-3 0,2 0-4 0,3-1 2 0,2 0 4 15,3-1 5-15,2-1 5 0,2 0 1 0,2-1 1 0,2 1 2 16,2-1 4-16,4 0-5 0,3 0-1 0,0 0 0 0,3 1-3 0,1-1 2 15,1 1 1-15,3 0-4 0,1 1 0 0,3 0 1 0,2 1-4 0,1 0-5 16,2 1 3-16,1 0-9 0,1 0 2 0,2 1 2 0,0 2-7 16,1-2 5-16,2 2-1 0,1-1 1 0,0 1 2 0,-1 1-1 0,0-1-1 15,-2 1-1-15,0 0-1 0,-2 0-3 0,-2-1 3 0,0 1 0 16,-2-1-3-16,-2 0 3 0,-1-1 0 0,-2 0 0 0,1 0 0 0,0-1 1 16,-2 1 4-16,-1 0 1 0,-2-1-1 0,0 1 3 0,-1 0-6 0,0 0 5 15,-2 0 3-15,-3 0 0 0,0 0 2 0,-1 0-1 0,-2 1-2 16,0 1 2-16,-1-1 2 0,0 1-2 0,-1-1-3 0,-2 0 2 0,-2 0-5 15,-2 1 4-15,1 0-5 0,-2 0-6 0,0 0 5 0,-1-1-2 0,0 1 3 16,-2 0 2-16,0 1-2 0,-2-1 0 0,0 0-3 0,-2 0 4 16,0-1 0-16,-1 0-9 0,-1-1 11 0,0 0-6 0,-2-1 10 0,2 0 3 15,1-1-6-15,-2 0 6 0,3 0-9 0,-2 1 8 0,0 0-2 16,1 0 2-16,0 0-6 0,1 1-5 0,0 0-1 0,1-2-3 0,-2 1 2 16,2 1 9-16,-2-1 2 0,-1 1-1 0,0 0-2 0,-1 0-5 0,0 1-3 15,-1 0 6-15,-1-2-1 0,0 2 0 0,-1-1 7 0,-1 1-1 16,-1 0 5-16,0 0 2 0,-2 0 1 0,1 1-2 0,0-1 4 0,-1 0-2 15,-1 0 2-15,1 1-3 0,-2-2-1 0,1 1-3 0,-3 1-5 0,1-2-2 16,0 1-1-16,-1 0 4 0,0 0-7 0,-2-1 4 0,0 1-5 16,0-1-3-16,-1 0 3 0,1 0-5 0,-1 0 2 0,0 0-1 0,-1 0-2 15,0 0 0-15,0 0 0 0,-2 0-2 0,0 0-1 0,-1 0-1 16,0-1 2-16,-1 1-5 0,0 0-1 0,-1-1-8 0,0 0-5 0,-1 0-3 16,0 1-9-16,-1-1-5 0,-1 0-7 0,0 0-12 0,0 0-8 0,-1-1-10 15,0 0-16-15,-2 0-11 0,0-1-10 0,-1 0-6 0,-2-1-17 16,-2-1-11-16,-2 0-20 0,-4-1-37 0,-3-1-29 0,-7-5-179 0</inkml:trace>
  <inkml:trace contextRef="#ctx0" brushRef="#br0" timeOffset="3627.75">6702 8193 253 0,'13'-2'48'0,"3"1"35"15,3 0-21-15,0-1 1 0,-1 1-4 0,-2 0 2 0,1 0-2 16,1 0-6-16,1 0 2 0,-2 2-7 0,3-1-10 0,2 1-2 0,0 0-7 16,2 1-3-16,-1 0-4 0,2 1-3 0,1 1 0 0,2 0-2 15,4 1 1-15,0 0 1 0,2 0-3 0,0 0 0 0,2 1-4 0,2-1 0 16,2 0 0-16,2 1-5 0,2 0 3 0,-1 1-5 0,2 0-2 0,1 0-7 15,0 0 0-15,0 2 8 0,2 2 1 0,-1 1 7 0,2 2-1 16,-2-2-10-16,-1 1 2 0,0 1-3 0,1 0 4 0,-1 1 3 0,0-1 1 16,0 2 0-16,1 0 2 0,-1-2 4 0,-1-2 4 0,1 2 5 0,2-1 7 15,-1 0-4-15,2 0 5 0,-1-2 2 0,-1-1-4 0,2-1 1 16,0-1 1-16,-1-2 2 0,2-1 1 0,0-3 1 0,0 0-4 0,-1-1-3 16,1-1-3-16,0-1-5 0,1-1-2 0,-2 0-5 0,2-2-4 15,-3 0 6-15,2-1-6 0,1 0 1 0,0-1 4 0,1-1-6 0,0 1 2 16,-1 0-3-16,0 0-2 0,1 1 3 0,-1 0-4 0,1-1 6 0,-1 1-4 15,-1-1 3-15,0 1-4 0,-1-1 0 0,1 1 1 0,1 0-2 16,-2-1 1-16,0 2-5 0,-2-1 6 0,0-3-2 0,1 0 5 0,-2-2 4 16,-1-1-6-16,-1 1 2 0,-2 0 1 0,-1 2-6 0,-2-1 3 0,1 1-4 15,-3 1 0-15,-1 0 2 0,-2 1 2 0,-3-1 1 0,2 1 1 16,-3 2 1-16,0-1-3 0,-2 0-5 0,-2 1 5 0,0 1-4 0,0 0 1 16,-1 0-1-16,-1 0-1 0,-1 1-1 0,-2-1-1 0,-2 1 1 15,-1 1 2-15,-1-1-1 0,-1 2-2 0,-2-1 1 0,1 1 2 0,-1-1 0 16,-1 1 2-16,0-1-3 0,0 0-1 0,-1 0 1 0,0 0-5 15,0 0 1-15,-1-1 0 0,1 1-1 0,-1 0 4 0,1-1-14 0,-1 1-1 16,-2-1-5-16,0 1-5 0,-1 0 6 0,0 0-7 0,0 0-5 0,-2 1-4 16,1-1-12-16,-2 0-3 0,1 0-18 0,0 0-11 0,0 1-4 15,2-3-17-15,0-1-7 0,0-1-23 0,1-2-19 0,0-2-23 0,1-2-17 16,1-1-15-16,1-2-76 0</inkml:trace>
  <inkml:trace contextRef="#ctx0" brushRef="#br0" timeOffset="4283.97">12415 7716 2159 0,'-26'2'-17'0,"0"1"75"0,-3 0-28 0,9 1-5 0,7 0-7 0,3 1-8 15,3-1-4-15,2 2-6 0,2 0-3 0,2 1-4 0,2 2-7 16,2 2-2-16,1 2-3 0,1 4-2 0,2 1-1 0,3 0 0 0,1 2 0 16,1 0-1-16,2 1 5 0,0-3 1 0,2 2 1 0,0-2 7 15,2-2 4-15,0-2-1 0,1 0 6 0,0-2 0 0,-1-2 1 0,1 0 5 16,1-1-2-16,-2-1 3 0,2-2 3 0,0 0 2 0,0-1 2 0,1-1 0 15,2 0 1-15,-2-2-2 0,3 0 1 0,1-1-2 0,1 0-2 16,3-1-1-16,0-1-3 0,2-1 0 0,-1-2 0 0,2 0-2 0,1-1-3 16,1-2 4-16,1 0-2 0,1-1 3 0,0-1 10 0,0-1 5 0,1 1 4 15,-3-2 8-15,1-2-7 0,0 0 3 0,-1-2 4 0,0 1-3 16,-1-2 2-16,1-1-1 0,-1 1-3 0,1-1 1 0,-2 0-5 0,0-2 0 16,-2 1-5-16,2-1-2 0,-1-2-2 0,1 2-2 0,0-2-2 15,-1 0-3-15,1 2 0 0,-1-1-1 0,0 0-19 0,-3 3 9 0,2 1 0 16,-1-1 0-16,-3 2 16 0,2 0-12 0,-2 0-1 0,1 0 2 0,-2 0 0 15,0 3 1-15,-1 0 2 0,-1 1-5 0,-3 0 5 0,-1 0-4 16,-2 2 6-16,-1 1-4 0,0 0 0 0,-2 1 2 0,0 0-3 0,-1 2 4 16,-1 1 3-16,-2 0 0 0,-1 1 6 0,-3 0 3 0,0 1 4 15,-1 0 4-15,0 1 3 0,-2 0-2 0,0 0 0 0,-1 1-4 0,0 0-4 16,0-1-4-16,0 1 1 0,0 0-4 0,0 0-2 0,0 0 2 0,-1 0-3 16,1 0-2-16,0 0 0 0,1 0 3 0,-1 0-3 0,0 0 2 15,0 0-4-15,1 1-2 0,0 0 4 0,-2-1-3 0,1 0 3 0,0 1 1 16,0-1-4-16,0 1 3 0,-1-1 2 0,1 1-6 0,-1 0 4 0,0 0 0 15,0-1 2-15,0 1 1 0,0-1-4 0,0 1-3 0,-1-1-1 16,1 1 0-16,-1-1 5 0,0 1-5 0,1 0 1 0,-1-1 1 0,1 1-3 16,-1-1 1-16,0 1-2 0,1-1 4 0,-1 1-4 0,0-1 3 15,0 0-1-15,-1 0-2 0,1 0 0 0,0 0 5 0,0 0-1 0,0 0-1 16,-1 1 3-16,1 0-8 0,-1 0 4 0,-1 0-6 0,0 0 1 0,1 0-1 16,-1 1-1-16,0-1-1 0,1 1-9 0,-1 1-10 0,-1-1-12 15,1 1-24-15,1 0-25 0,-1 1-32 0,1-1-49 0,1 1-60 0,1-1-73 16,1-1-79-16,1-2-129 0,4-1-387 0</inkml:trace>
  <inkml:trace contextRef="#ctx0" brushRef="#br0" timeOffset="6826.2">12900 3374 1547 0,'5'-7'-62'16,"5"0"138"-16,8-1-58 0,8 1-7 0,5 2 0 0,4-2 9 0,7 2 0 15,4-1-2-15,5 0 1 0,6 0-2 0,4 0-8 0,7-1 4 16,3 1-8-16,5 2-1 0,3 0-1 0,2 2 2 0,5 0 4 0,0 0 0 15,5-1 3-15,1-2-7 0,4 2 0 0,3-3 1 0,2-2 3 0,4 0-4 16,3-2 6-16,0 0-2 0,2 1-2 0,3-1 5 0,1 0 0 16,0 0 4-16,1-3-1 0,0 0 1 0,0-1-6 0,-1-3 2 0,0 0 7 15,1-2 5-15,-1-1 10 0,0 0 4 0,0-1 8 0,-2 0 2 16,1-1 1-16,1-1-2 0,0-1-2 0,1-1-3 0,1-1-6 0,-2 1-4 16,2 1-6-16,-2 1-11 0,0 2-1 0,-3 1-5 0,-2 3-4 0,-5-1-2 15,-2 1 0-15,-2 2-3 0,0-2 0 0,-1 0 23 0,-2 1-1 16,-2 0 4-16,-2 2 4 0,-2-2-23 0,-1 0-7 15,-3 0-13-15,0-2-36 0,-6 1-37 0,-1 1-38 0,-5 0-36 0,-6 0-39 0,-1 0-41 0,-4-1-45 16,-4-3-66-16,-3-3-338 0</inkml:trace>
  <inkml:trace contextRef="#ctx0" brushRef="#br0" timeOffset="7286.2">16239 1403 2967 0,'-1'2'-22'0,"2"2"-7"0,0 5-3 0,1 4-6 16,1 5 21-16,1 7-6 0,0 7 0 0,2 9 1 0,2 7 1 0,2 7 3 15,0 8-8-15,2 20-32 0,9 69-3 0,0-4-2 0,-4-11 6 0,-5-31 29 16,-2-2-1-16,1-3-22 0,-1-6 2 0,0-4 5 0,0-4 9 16,-1-3 30-16,-1 0 8 0,1 0 0 0,-1-5-12 0,1-1 1 0,-1-4 2 15,-2-5 3-15,0-1 25 0,-2-2 1 0,-1-2 7 0,-2-2 6 0,0-2-1 16,-2-3 1-16,-1-1-11 0,0-2 4 0,0-2-1 0,1-1 4 15,0-1 14-15,2 0-8 0,0-3-3 0,1-1-8 0,2-2-3 0,0-1-5 16,3-5-6-16,1 0-1 0,1 0-7 0,2 1 0 0,0-2-10 16,1 1-10-16,0-1 4 0,-1-2-4 0,2-2 10 0,-1 0 4 0,-1-3-7 15,0-3-2-15,-1-2-4 0,1-3 1 0,-2-1 0 0,-1-3-1 0,0-1 4 16,-2 0-3-16,0-4 1 0,-1-1 1 0,-1-1-8 0,1-4-6 16,-2-1-3-16,1-1 0 0,0-2-2 0,-1-1 4 0,1-1-7 0,0-1-14 15,-1 0-13-15,1-1-18 0,-1-2-25 0,2 0-30 0,0-3-30 0,-2-1-51 16,3-4-73-16,1-5-109 0,-1-3-240 0</inkml:trace>
  <inkml:trace contextRef="#ctx0" brushRef="#br0" timeOffset="19454.15">21483 12620 1512 0,'-11'-2'129'0,"1"0"2"0,-1-1-37 0,4 0-10 16,4 1-10-16,0 1-22 0,2-1-23 0,1 0-11 0,1 0-12 0,1 0-3 16,0-1 0-16,0-1 3 0,0 0 1 0,0-1 1 0,1 0 1 15,1-1 7-15,-1-1 3 0,2-1 9 0,0 1 2 0,0 0 0 0,1-1 0 16,0 0-2-16,2 0 1 0,0-1 3 0,3-1-6 0,2 0 1 0,3 0-6 16,1-1-7-16,3 1 0 0,4-1-6 0,1 0-5 0,3 1 1 15,1 2-1-15,0 0-2 0,-1 1-1 0,1 1 2 0,0 2-7 0,-1 1 0 16,1 2 5-16,-2 2-3 0,-1 2 3 0,-1 2-4 0,-1 3-3 15,-2 2 7-15,-3 1 3 0,0 4 5 0,-2 4-1 0,-3 4-1 0,0 2-5 16,-3 5 4-16,-3 2 0 0,-4 3-10 0,-3 1 16 0,-4 1-4 0,-4 1 7 16,-2 1 10-16,-4-1-8 0,-2 1 6 0,-5-2 0 0,-3 0 7 15,-1-1 2-15,-4-2-1 0,-1 0 7 0,-3-2-3 0,0 0 4 0,-1-1 2 16,2 1-6-16,1-3-2 0,3 0-8 0,1-2-12 0,3-2-4 0,3-1 6 16,2-3-5-16,3 0-4 0,4-2 2 0,3-5-9 0,3-1-5 15,3-2-3-15,3-2-11 0,2-2 1 0,3-1-4 0,1-2 2 0,3-1 0 16,2-2 2-16,2-2 1 0,1-3 2 0,1-1 4 0,3-2 0 15,1-3 4-15,0-1 3 0,2-2-1 0,2-2 1 0,0-2 1 0,2-1-10 16,-1-1-2-16,0 2 11 0,0-1-1 0,-1 0 17 0,0 1 2 0,0-1-9 16,0 0 0-16,-1 2-1 0,-2 2 4 0,0 0 1 0,1 0 5 15,-3 2-2-15,0 1-2 0,-1 2 5 0,-1 1-8 0,0 1 0 0,0 1 0 16,1 3-7-16,-2 0 4 0,2 2 1 0,-1 2-6 0,-1 2 3 0,0 2 0 16,-1 2 0-16,1 2 2 0,-1 2-2 0,1 0-2 0,-1 2-3 15,1 2 5-15,-1-1 0 0,2 0-2 0,2 1 2 0,0-2 0 0,1 0 0 16,2-1 5-16,0-3-6 0,2 0-3 0,1-2-1 0,-2-2 2 0,2-3-2 15,-1 0 13-15,-2-2 1 0,0-2-1 0,-2-1 10 0,0-2-4 16,0-2 4-16,-3-1 3 0,-1-1 1 0,0-2-2 0,-1-1 4 0,0-2 3 16,0 0-3-16,0 0 2 0,-2-3-7 0,0 0-1 0,-3-1-2 15,-1 1 1-15,-2-1-6 0,-1 0-6 0,-2-1 4 0,-2-1-6 0,-3-2 4 16,-1 1-7-16,-4-2-9 0,-3-1-1 0,-2 1-6 0,-3-1 7 0,-3 2-1 16,-2 0-6-16,-1 2 2 0,-2 1-7 0,0-1 6 0,-3 2-4 15,0 2 2-15,-1 3 1 0,-2 1 3 0,1 1 9 0,2 3 4 0,1 2-5 16,1 2-7-16,1 3-10 0,2 2-12 0,1 1-6 0,0 4-9 0,3 2-12 15,1 2-1-15,3 2-10 0,1 1-9 0,1 1-10 0,2 1-19 16,2 1-24-16,2 1-38 0,2-2-26 0,1 2-24 0,5 1-18 0,2-2-17 16,3 1-28-16,3 0-124 0,1-2 44 0</inkml:trace>
  <inkml:trace contextRef="#ctx0" brushRef="#br0" timeOffset="19755.15">22979 12853 1024 0,'5'-5'192'0,"3"-1"-130"0,2 0-30 15,2 2-3-15,-1 3 7 0,1 1 0 0,1 3 4 0,1 2-9 16,-1 1-3-16,-1 3-5 0,0 4-12 0,-1 2-1 0,0 3-6 0,-1 3-3 16,0 2-1-16,0 2 0 0,1-1-4 0,0 2-2 0,0-2-1 0,0 1-3 15,0 0-2-15,1-1 2 0,3 0 0 0,0-1-1 0,0-1 4 16,0-1 4-16,2-3-1 0,0 0 3 0,-2-4 6 0,1-2 3 0,-1-2 8 16,-2-4 7-16,-1 0 16 0,-2-3 26 0,-1 0 25 0,0-3 27 0,-1-2 12 15,-2-1 1-15,1-3 1 0,-1 0-4 0,0-1-14 0,-1-4-11 16,1-3-17-16,-1-3-12 0,0-1-12 0,-1-2-3 0,-3-3-8 0,0-1-11 15,-2-2-5-15,-3 0-5 0,-1-3-3 0,-2 1-4 0,-1-1 2 16,-1-3-3-16,-3 1-7 0,-1-1-2 0,0 0-3 0,-1 3-7 0,-2 0-2 16,0 1 3-16,-1 3-3 0,2 1-2 0,-1 3-6 0,-1 2-12 0,2 3-16 15,0 2-7-15,-1 5-5 0,0 1-6 0,1 3 6 0,0 4-8 16,-2 2-13-16,-1 3-11 0,0 3-22 0,1 2-2 0,-1 5-23 0,1 3-27 16,1 3-28-16,-1 1-55 0,2 3-63 0,3 0-80 0,1 1-257 15</inkml:trace>
  <inkml:trace contextRef="#ctx0" brushRef="#br0" timeOffset="20349.65">23752 12591 1639 0,'-2'0'1124'0,"0"1"-1048"0,-1 1-48 0,1 5-53 0,1 1 10 0,1 3 1 15,3 4 4-15,2 5 8 0,2 4-3 0,3 5 3 0,1 3 2 16,0 4-10-16,0 0-3 0,0 5-5 0,-1 2-10 0,1 2-6 0,-1 2-8 16,0 1-1-16,0-1 5 0,-1-2-2 0,-2-1 0 0,2 0-16 0,0-3 4 15,1-2-15-15,1 0-13 0,0-3-5 0,0-2-30 0,3-4-9 16,1-2-8-16,1-5 1 0,0-3 5 0,-1-2 10 0,0-6 1 0,-3 1-147 16,-4 0-17-16,-3 0 60 0,-2-3 60 0,-1-7 118 0,3-8 41 15,1-10-18-15,0-5-15 0,-1-4 0 0,-1-5 18 0,-2-2 28 0,0 0 31 16,-1-1 19-16,0-1 4 0,0 2-2 0,-1-1-1 0,0 2 1 0,0-2 2 15,-1 2 4-15,1-1-5 0,1 2-12 0,-1 0-7 0,2 2-13 16,-1 0-12-16,0 2-9 0,1 2-7 0,0-1-3 0,1 1-7 0,0 1-7 16,2 1-7-16,0 3-1 0,1 1 4 0,2 1 2 0,1 3 6 0,0 2 4 15,1 2 5-15,-2 2 10 0,1 1 4 0,-2 2 1 0,1 0 3 16,0 1-1-16,0 1 1 0,0 2-3 0,0 1 1 0,0 0-7 0,0 3 0 16,-1-1-1-16,2 2 0 0,0 2 3 0,0 1 2 0,0 0 4 15,0 4 1-15,-1 0 4 0,-2 1 4 0,1 1 0 0,-3-1-4 0,0 2-3 16,-3 2 0-16,-1-1 4 0,-1 0 2 0,-3-1-4 0,-2-1 3 0,-2 1-3 15,0-2 3-15,-3 2 0 0,-1-1-4 0,-3 1 2 0,-1-2-1 16,-3 2 6-16,-3-1 8 0,0 0 15 0,-3-2 24 0,-1-1 30 0,1-1 22 16,0-1 15-16,3 0 0 0,0-1-6 0,0-1-17 0,3-1-11 0,0-2-18 15,2 1-18-15,3-1-10 0,3-1-21 0,2-1-6 0,1 1-13 16,3-2-9-16,3 1-7 0,1 0-11 0,1-1 1 0,2 0 5 0,1 1 3 16,2 1-5-16,2 0 12 0,3 1 2 0,2-1-2 0,4 1 10 15,4-1-8-15,0 1-4 0,3-1-12 0,4 0-3 0,-1 1 0 0,5-1-4 16,0 0 9-16,1 0-3 0,-1 1-4 0,0-2 4 0,-1 2 11 0,1 0-4 15,-1-1-4-15,-1 2-14 0,-2-1-24 0,-1-1-18 0,-2 1-18 16,1 0-24-16,-2-1-38 0,-1 0-40 0,0-1-53 0,-2 0-60 0,-2 0-64 16,0-1-79-16,-1-2-248 0</inkml:trace>
  <inkml:trace contextRef="#ctx0" brushRef="#br0" timeOffset="20923.32">20837 12152 2149 0,'-21'-11'60'0,"3"0"40"16,0 1-28-16,10 4-18 0,8 3-28 0,3 1-15 0,6 0-9 0,8-1-2 15,10 0 3-15,10-1-5 0,7-1 4 0,7 0 1 0,5 0 0 0,4 0-5 16,5 2-7-16,4-1 0 0,4 1-8 0,5-1 1 0,2 0 2 16,5-1 2-16,3-1 0 0,1-1 0 0,4-1-2 0,1 1-9 0,4 0 2 15,5 2 9-15,1 1 5 0,4 1 5 0,2 0-1 0,2 1-7 0,1 1-4 16,1 1-1-16,0 1 8 0,0 2-2 0,0 0-9 0,-1 0 2 16,2-1 1-16,1-2 8 0,-1 0 19 0,0-1 10 0,1-1-3 0,-3 0-3 15,3 1 4-15,-3-1-11 0,1 3 1 16,-3-1-8-16,-6 2-7 0,-3 3 1 0,-4 1 1 0,-6 3 16 0,-5 4 5 0,-5 3 0 0,-4 2 2 15,-5 5-10-15,-3 3-6 0,-5 5-1 0,-6 3 1 0,-5 4 1 0,-4 2 1 16,-4 5-8-16,-2 3-10 0,-5 5-6 0,-4 2-9 0,-3 5-2 16,-2 3-4-16,-3 3-19 0,-4 6-20 0,-5 2-24 0,-4 6-16 0,-6 2-7 15,-4-3 5-15,-8-1 15 0,-5-6 21 0,-6-2 31 0,-5-5 22 16,-5-6 23-16,-3-2 12 0,-1-6 12 0,-4-4 14 0,0-1 12 0,-4-2 4 16,-3-3 6-16,-1-2-11 0,-1 0-6 0,-3-1-6 0,-1 1-13 0,-3-3-6 15,-2-2 2-15,-3 2 0 0,-3-4 9 0,-1 2 3 0,-1-4 7 16,-3-2 14-16,-2-2 8 0,-4-1 13 0,-3-1 2 0,-3-3-4 0,-4-2-7 15,-3-2-15-15,-6-4-4 0,-4-2-8 0,-5-4 3 0,-2-5-3 0,-4-3-4 16,1-4 0-16,-1-4 3 0,-2-4 2 0,-1-3-1 0,-4-4 4 16,-5-5-7-16,-2-3 5 0,-5-5-1 0,0-4 1 0,-2-4 1 0,2-6-5 15,3-3 7-15,4-4 1 0,4-4-4 0,4-4 1 0,4-4-11 0,4-6-4 16,7-2-9-16,6-5-10 0,7-3-21 0,3-3-14 0,6-2-16 16,7-1-15-16,5 0 3 0,11 3-7 0,6 5-1 0,9 2-7 0,6 7-4 15,5 1-16-15,5 2-21 0,5 1-8 0,4-3-39 0,6-1-36 16,5 2-53-16,6 1-56 0,6 4-53 0,4 4-122 0,4-2-34 0</inkml:trace>
  <inkml:trace contextRef="#ctx0" brushRef="#br0" timeOffset="60580.22">17918 13040 1566 0,'-3'-2'627'16,"0"0"-362"-16,-2-1-14 0,1 0-23 0,1 1-37 0,0 1-41 15,0 0-31-15,1 1-12 0,0 0-18 0,0 0-16 0,0 1-8 0,0 1-9 16,-1 1-14-16,1 1-7 0,-1 0-4 0,1 1-11 0,0 2-1 0,1 0-1 16,0 0-4-16,1 1 3 0,0 1-9 0,2 0 2 0,0-1-6 15,1 3-2-15,2 1 0 0,1 1 0 0,2 0 4 0,0-1-8 0,2 1 0 16,1-1 2-16,2 0-8 0,0-1 2 0,1-1 4 0,2-2-10 16,0 1-2-16,1-3-3 0,-1 0-11 0,2-4-1 0,0-1-4 0,0-2-2 0,0-2-2 15,0 0-13-15,-1-3-3 0,-1-1 0 0,1-2-5 0,0-1 6 16,-1-1 2-16,-2-1-2 0,0-1 9 0,-1 0 5 0,0-2 11 0,-3-1 9 15,2-1 1-15,-1 0 14 0,-1 1 1 0,-1 0 7 0,-1-1 6 16,-1 1-5-16,-1 0 6 0,-1 0-3 0,-1 1 18 0,0 1 2 0,-1 0 8 16,0 1 1-16,-1 2-1 0,-1 3 4 0,-1 1 1 0,-1 3 3 15,-1 2-3-15,0 1 3 0,0 1-6 0,0 2-1 0,-1 1-4 0,1 2-14 16,0 2 1-16,-1 2-3 0,1 1 3 0,0 3 6 0,1 0-3 0,0 1-4 16,2 0-3-16,0 0-5 0,0 1 2 0,2 0 0 0,1 2-10 0,1 1 2 15,2-2 0-15,0 2-6 0,2 1 8 0,2 1-6 0,0 1-4 16,3 2 0-16,1 0-4 0,2 2-12 0,1 1-10 0,1-2 16 0,2 0-7 15,-1 0 9-15,1 1 0 0,1 1-31 0,-1-1 4 0,1 0-4 16,0 0 10-16,-2 0 4 0,0-1 10 0,0-1 8 0,-4 1-5 0,1-1 16 16,-3 0-4-16,-2-1 6 0,-1-2-2 0,-4-1-8 0,-2-1 1 15,-1-1-1-15,-2 0-4 0,-3 0 1 0,-2-1-3 0,-2-2-8 0,-1 0 5 16,-4-1-4-16,-1-1 9 0,-2-2 5 0,-1-1 12 0,-1-2 4 16,-2-1 3-16,0-1 8 0,-1-4-3 0,1-1 17 0,-1-3 1 0,-1-2 7 15,2-2 8-15,-1-2-5 0,-1-4-4 0,2-2-10 0,2-1-11 0,2 1-10 16,3 0-6-16,2 1 0 0,2 2-10 0,2 2 6 0,3 2 0 0,1-1-8 15,2 0 4-15,0 0-12 0,1 0-8 0,1 0-13 0,1-2-30 16,0 2-35-16,2-2-35 0,1-1-66 0,2-1-78 0,0-3-107 16,2 0-189-16,3-2-157 0,-1-1 20 0,3 0 82 0</inkml:trace>
  <inkml:trace contextRef="#ctx0" brushRef="#br0" timeOffset="60910.22">19161 12606 1792 0,'-5'3'378'0,"-1"2"-82"0,-1 2-37 15,0 2-42-15,2 0-45 0,1 0-37 0,0 2-14 0,0 0-4 16,0 2 2-16,0 2-9 0,1 2-14 0,-1 0-21 0,0 1-28 0,1 3-2 16,1 0-9-16,0 1-4 0,2 2-10 0,0 0 2 0,1 1-22 0,1 2-2 15,1 2 0-15,0 2 0 0,2-2 0 0,0 2 0 0,2-3 0 16,-1 1 0-16,2-2 0 0,1-1 0 0,1-1 0 0,1-1 0 0,0-2 0 15,0-2 0-15,2 1 0 0,1-3 0 0,0-1 0 0,0 0 0 16,1-1 0-16,1-1 0 0,2-1 0 0,-2 0 0 0,2-2 0 0,0 0 0 16,1-2 0-16,-2 0 0 0,2 0 0 0,0 0 0 0,-2-2 0 15,2-2 0-15,0-2 0 0,-2-1 0 0,0-1 0 0,0-1 0 0,-1-1-6 16,-1-2-14-16,2-1 2 0,-1-1-4 0,-1-1-2 0,-2-2-4 0,1 0-13 16,-1-2 0-16,0 0-13 0,0 0-20 0,-3-3-8 0,1 0-31 15,-1-1-24-15,-1-2-15 0,-1 0-38 0,-2-2-46 0,0 1-39 0,-2-1-82 16,-2 0-109-16,0-2-36 0,-2-2 17 0,-3 1-113 0</inkml:trace>
  <inkml:trace contextRef="#ctx0" brushRef="#br0" timeOffset="61098.22">19348 12819 777 0,'-23'-7'592'0,"-1"2"-298"0,-7-1-35 16,4 3-46-16,6 4-32 0,-1 1-12 0,3 4 0 0,2 0 1 0,0 2 6 16,2 0-13-16,2-1-18 0,3 0-8 0,0 0-13 0,2-1-15 15,2 0-10-15,2-1-20 0,3-1-17 0,1-1-12 0,2-2-1 0,2 1-15 16,1-1 2-16,1-1-28 0,3 0-8 0,1-2 0 0,1 0 0 0,1-1 0 15,0-1 0-15,1-1 0 0,1 0 0 0,-1 0 0 0,1-1 0 16,0-1 0-16,0 1 0 0,-1-1 0 0,2 0 0 0,-1-1-14 0,1 1-46 16,-1 0-23-16,0 0-28 0,2 0-33 0,0 0-58 0,-1 0-72 15,3 1-96-15,0-2-160 0,1 1-185 0,-1 0 32 0,2-1-38 0</inkml:trace>
  <inkml:trace contextRef="#ctx0" brushRef="#br0" timeOffset="61659.22">19825 12918 1399 0,'-7'0'505'16,"-1"1"-191"-16,-2 0-47 0,1 1-36 0,2 0-48 0,0 2-31 0,1 1-21 15,-1 0-17-15,2 2-11 0,0 1-8 0,-1 0-11 0,1 1-9 0,1 0-7 16,1 0-14-16,1 0-10 0,2 1-9 0,1 0-8 0,2 2-3 16,1-1-5-16,2 1-5 0,0 1-8 0,1-1-4 0,1-1-2 0,0-2 6 15,1 2-8-15,-1-2 0 0,2 0 0 0,0-2-2 0,1-1 0 16,1-1-10-16,1-1-7 0,-2-1-1 0,3-1-3 0,-1 0 0 0,1-2 4 16,0-1-8-16,1-1 8 0,1 0 3 0,-1-2 7 0,-1 0 3 0,1-1 6 15,-1-1 2-15,-1 0 2 0,0-1 4 0,-3-1-15 0,1 0 16 16,-1 0-3-16,-2 0 2 0,1-2 20 0,-3 0-14 0,1-1 7 0,-3 1 0 15,0 0-1-15,-1 1 7 0,-2-1 0 0,-1 0-5 0,-2 1 1 0,-3-1-3 16,0-1 6-16,-3 2-3 0,-2-1-3 0,0 0 6 16,-2 0 2-16,-1 2 2 0,1 0-14 0,-2 1-14 0,-1 2 0 0,0 0 0 0,3 2 0 15,-1 1 0-15,1 1 0 0,1 2 0 0,-1 2 0 0,1 0 0 16,1 1 0-16,0 1 0 0,0 0 0 0,1 1 0 0,1 1 0 0,0 1 0 16,1 0 0-16,2 1 0 0,-1 0 0 0,2 0 0 0,-1 0 0 0,2-2-34 15,1 1-44-15,0-1-26 0,1-1-40 0,1-1-63 0,2-2-102 16,0-2-131-16,2 0-220 0,1-3-119 0,1-1-50 0</inkml:trace>
  <inkml:trace contextRef="#ctx0" brushRef="#br0" timeOffset="62096.75">19930 12430 1332 0,'-8'-3'981'16,"-2"1"-731"-16,-2-2-5 0,0 2-29 0,2 0-44 0,2 2-34 0,1 0-18 15,1 0-18-15,2 0-1 0,1 1-4 0,2-1-14 0,-1 0-7 0,2 0-20 16,0 0-8-16,0 0-4 0,1 0-10 0,0 0-34 0,0 1 0 16,2 0 0-16,1 0 0 0,0 0 0 0,1-1 0 0,1 1 0 0,1 0 0 15,0 0 0-15,2-1 0 0,1 0 0 0,0-2 0 0,1 1 0 0,2-2 0 16,0 0 0-16,1 1 0 0,0-2 0 0,2-1 0 0,0 0-8 16,0-1-4-16,0 1-10 0,1 0 8 0,0-1-4 0,-1 1 12 0,1-1 4 15,-1 2 2-15,0-1 4 0,-2 1-10 0,1 1 4 0,-1 1 2 16,0 1-4-16,-1 1 4 0,-2 2 0 0,1 0 0 0,-1 3 2 0,0 1 4 15,-1-1-4-15,-1 3-4 0,1 1 6 0,0 2-6 0,0 2 0 16,-1 0-2-16,0 2-4 0,0 0 8 0,0 3 6 0,1 0 2 0,0 1-4 16,1 1-6-16,0 0 0 0,0 0-2 0,-1 1-2 0,0-1 10 0,1 0-30 15,1 0 14-15,0-2 3 0,-1-1-7 0,1 2 28 0,0-1-12 16,-1-2-4-16,-1 0 10 0,0 0-6 0,-3-1 4 0,-1-2 5 0,0 1-7 16,-2-1 8-16,-2-1 6 0,-1-1 2 0,-2 0-2 0,-3 0-2 0,-1 1-2 15,-3-1-4-15,1-1 8 0,-4 0-10 0,-1-1-4 0,-1 0 0 16,-2-1-8-16,0 0 8 0,-2-1-2 0,-1-1-4 0,0 0 6 0,-3-1-4 15,0-2 4-15,1-1 2 0,0-1-2 0,1-2-2 0,1-1-8 0,2 0-4 16,-1-1-10-16,2 0-8 0,1 0-18 0,2-1-16 0,1 2-24 16,2-1-17-16,3 1-28 0,1 0-42 0,3 1-42 0,0-1-80 0,2 1-93 15,0-2-151-15,3 1-99 0,1-2 53 0,1-1-16 0</inkml:trace>
  <inkml:trace contextRef="#ctx0" brushRef="#br0" timeOffset="62410.75">20848 12598 1363 0,'-4'4'400'0,"-1"-1"-100"15,-2 0-39-15,2 1-25 0,1-1-38 0,0-1-41 0,0 1-21 16,1 0-10-16,-1-1-5 0,1 1-4 0,0-1-16 0,1 0-13 15,0 0-14-15,1 0-13 0,0-1-8 0,0 0-6 0,1-1-1 0,0 1-11 16,2-1-3-16,-1 0-7 0,2 0-5 0,0 0 2 0,0 0-10 0,1-1-2 16,1 0-2-16,0-1-10 0,1 0 2 0,1 0 2 0,1-1-2 0,0 1 2 15,0 0 0-15,0-1-12 0,0 0 4 0,1 0 8 0,-1-1-12 16,2 2 2-16,0 0-12 0,1-1-10 0,0 1 5 0,1 0-6 16,-2 0-14-16,2 0-12 0,0 1-15 0,1 0-14 0,0 0-8 0,-1 1-19 0,0 0-25 15,-1 0-32-15,0 1-28 0,-1 0-27 0,-1 1-25 0,-1 0-49 16,-1 0-63-16,-1 0-60 0,0 1-4 0,-2 0 53 0,-2 1-99 0</inkml:trace>
  <inkml:trace contextRef="#ctx0" brushRef="#br0" timeOffset="62612.49">20973 12768 693 0,'-5'9'381'0,"0"1"-54"0,0 1-10 0,2-2-25 16,2-1-37-16,1-1-51 0,-1-1-33 0,2-1-22 0,0 1-18 0,1-1-9 15,1 1-1-15,1-2-10 0,0 0-8 0,1 0-10 0,0 0-11 16,2-1-11-16,0 0-3 0,1-2-7 0,1 0-7 0,-1-1-8 0,1 0-7 15,1 0-4-15,0 0-3 0,-1-1-13 0,1 0 1 0,-2-1-12 0,1 0 2 16,-1-1-4-16,1 1-4 0,-2 0 6 0,0 1-10 16,0-1 0-16,-1 0 2 0,-1 0-8 0,-1 1 4 0,1-1-8 0,-2 0-22 0,1 0-17 15,-2 1-36-15,1-2-40 0,-1 1-42 0,0-1-76 0,-1 0-112 0,1-1-205 16,-2 1-220-16,0-2-75 0,0 0 231 0</inkml:trace>
  <inkml:trace contextRef="#ctx0" brushRef="#br0" timeOffset="64121.17">18647 14947 2871 0,'2'4'132'0,"0"0"-4"16,0 0 37-16,0-2-13 0,0-1-48 0,1 0-35 0,0 0-33 0,0 0-13 0,0 0-6 16,0 1-6-16,0 0 1 0,0 1-7 0,-2 0 3 0,0 2 0 0,0 1-3 15,-1-1 7-15,0 2-8 0,0 0-6 0,-1 2-4 0,1 1-2 16,0-1 12-16,1 2-4 0,0 0 2 0,1 1-12 0,0 3 1 0,1 1 3 16,0 0-3-16,-1 3-3 0,3 1-14 0,0 1-7 0,1 1-12 0,0 0-15 15,1 0 10-15,1 2 1 0,0 1 7 0,1-2 11 0,-1 0-13 16,4-4-2-16,2-3-4 0,2-3-10 0,2-2 16 0,1-2 4 0,2-4 14 15,-2-2 8-15,1-3 1 0,0-1 10 0,-1-3 2 0,-2-1 7 16,1-2 3-16,-2-3-7 0,-1-1 11 0,0-2 3 0,-1-2-2 0,-2-3 6 16,-1-1-7-16,-3 1-1 0,-1 0 13 0,-3 0 2 0,-1 0-2 0,-1 2 7 15,-2 0 2-15,-2 1 2 0,-1 0 2 0,0 2-6 0,-1-1-4 16,-1 1-1-16,2 2 1 0,-2 1 1 0,1 1-1 0,1 3-4 0,1 1-3 16,1 2-1-16,1 3 3 0,-1 1 1 0,1 2-5 0,1 2 0 0,0 2-2 15,1 1-6-15,1 2 4 0,1 1-5 0,1 2-6 0,1 1 7 16,3 2-12-16,1 1-1 0,1 3-1 0,2-1-8 0,-1 3 11 0,1 0 4 15,2 1 0-15,1 0 2 0,1 0 2 0,0-2-8 0,2 2-2 16,2 0-16-16,0 1-15 0,2 6-7 0,0 0-13 0,-1 2-4 0,1-1-6 16,0-4-12-16,0-2-12 0,1-2-4 0,-1-2-20 0,1-1-3 0,-3-1-7 15,0-1-6-15,-3-1 10 0,-1 1 22 0,-3-1 29 0,-3 0 32 16,-2-2 22-16,-4 0 9 0,-3-2 4 0,-3 1-10 0,-3-1-22 0,-3 1-25 16,-4-2-26-16,-2-1-7 0,-3-1 6 0,-1-3 14 0,-3-1 25 0,-1-2 16 15,-3-3 26-15,0-1 11 0,-2-1 28 0,0-1 36 0,1-2 33 16,-1 0 33-16,2-1 15 0,-2-1 0 0,2-2-3 0,2-1-23 0,-1-1-16 15,3-1-17-15,2 0-27 0,1 1-5 0,2-1-12 0,2 0-21 0,4-1-4 16,1 1-14-16,1 1-6 0,3-1-2 0,1-2-5 0,3 1 1 16,1-1-16-16,1 1-14 0,1-1-14 0,3-2-35 0,-1 0-44 0,2-2-48 15,0 0-65-15,1-2-81 0,3-3-96 0,-1 0-26 0,2-2 32 16,1-3-94-16</inkml:trace>
  <inkml:trace contextRef="#ctx0" brushRef="#br0" timeOffset="64379.13">19528 14796 1358 0,'0'-2'572'0,"-1"0"-312"16,1 0 7-16,-1 3-46 0,0 0-42 0,-1 2-40 0,1 1-21 0,-1 2-16 15,1 0-11-15,0 5-8 0,0 1-10 0,0 2-10 0,1 3-11 0,1 1-11 16,0 2-7-16,1 2-2 0,1-2-9 0,1 2 0 0,1-1 0 16,0 1-14-16,1 0 5 0,0 1-4 0,0 0-7 0,2 0 3 0,0-2-4 15,-1 0 4-15,1 0-20 0,0-1-1 0,1-1-4 0,-1-1-19 0,3-2 20 16,-1-1-10-16,1-1-10 0,0-2 6 0,0-2-13 0,0-2-12 15,2-1 7-15,0 0-1 0,0 0 5 0,0-2 21 0,-1 0-4 0,2-2-3 16,0-1 4-16,0-1 5 0,-1 0-6 0,1-1 5 0,-2 0 3 16,1-1-6-16,-1 1 6 0,0-1 1 0,0 0-10 0,-1 0-1 0,0-1-5 15,-1 0-8-15,-1 0-5 0,0-2-19 0,-1 0-11 0,0-1-14 0,-1-1-12 16,-1-1-4-16,-1-1-15 0,-1-3-15 0,1-1-27 16,-2-2-31-16,-1-2-44 0,0-1-73 0,-4-2-14 0,0-2 11 0,-2 0-157 0</inkml:trace>
  <inkml:trace contextRef="#ctx0" brushRef="#br0" timeOffset="64564.13">19640 14751 996 0,'-15'-6'558'0,"0"1"-247"16,-2-3-5-16,1 3-47 0,4 1-51 0,0 1-40 0,3 2-21 0,1 1-19 15,1 1-16-15,2 1-9 0,2 0-9 0,1 1-12 0,1 0-2 0,1 0-20 16,0 0-4-16,2 0-12 0,1 0-10 0,1 0-1 0,0-1-12 16,2 1 6-16,1 0-11 0,-1-1-3 0,3-2-3 0,0 0-4 0,0 0-2 15,0-2-1-15,1 0 1 0,0 0-6 0,0 0 2 0,1 0-15 0,-1-2-14 16,1 0-2-16,0 1-25 0,-1-1-30 0,2 1-34 0,1 0-45 15,0 1-60-15,-1-1-95 0,0 1-154 0,1 1-209 0,0 0-14 0,0 1-64 16</inkml:trace>
  <inkml:trace contextRef="#ctx0" brushRef="#br0" timeOffset="64725.59">20093 14659 1964 0,'0'7'273'0,"0"0"-5"0,0 4-23 0,0-2-38 0,0 1-43 16,-1 2-39-16,1 0-23 0,1 2-5 0,-1-2-20 0,1 2-10 0,0 2-12 15,0 0-16-15,0-1-4 0,1 2-16 0,0 0 2 0,1 2-8 0,0-2-3 16,0 3-8-16,0-2-6 0,0-2-2 0,0 2-9 0,1-1-12 16,0-1-21-16,0-2-20 0,0 0-34 0,1-1-47 0,-1-1-52 0,1-1-86 15,-1 0-103-15,0-1-185 0,0-1-88 0,1-1-86 0</inkml:trace>
  <inkml:trace contextRef="#ctx0" brushRef="#br0" timeOffset="65207.59">20020 14360 1449 0,'-2'-1'353'0,"0"0"-80"0,-1-1-21 0,2 1-43 16,0 0-55-16,1 0-27 0,0 1-21 0,0-1-7 0,0 0-4 0,0 1-5 15,1 0-5-15,0 0-11 0,0-1-17 0,1 0-2 0,1-1-13 16,-1 1-8-16,1-1-3 0,0 1-14 0,0 0-2 0,0-1 2 0,1 0 0 15,1 1-5-15,1-1-5 0,0 1 1 0,1 0-8 0,1 1 2 16,-1-1 1-16,3 1-5 0,-1 0-1 0,2 0-7 0,1 0 1 0,0-1-3 16,1 0-5-16,0 0 1 0,3-1-5 0,0-1 2 0,0-1 2 0,0-1 4 15,1-1 2-15,1-1 2 0,0 0 9 0,-2 0-2 0,0-1 2 16,1 1-4-16,-1 0 6 0,0 1 4 0,-2 2-6 0,-1-1 5 0,-1 1-3 16,-2 2 0-16,0 2 4 0,0 3-1 0,-1 1 1 0,0 1 3 0,-1 1-1 15,-1 2-1-15,0 2-1 0,0 1-1 0,0 2-1 0,1 1 4 16,0 2-7-16,0 1 11 0,0 2-1 0,1-1-5 0,-1 3-1 0,1 0 3 15,1 0-1-15,0 1-1 0,2 1 5 0,1-1-13 0,-1 1-5 0,2-2-4 16,0 2-3-16,0-1 1 0,0-2 0 0,1 2 0 0,0 0-10 16,0 1 9-16,-1 0-1 0,0 0 0 0,0-3-4 0,1-1-12 0,-1-1 5 15,-1-3 4-15,1 1 13 0,-2-1 11 0,-1 0-8 0,-1-1 10 16,-3 0-4-16,-1-1-2 0,-2 1 6 0,-1-1-8 0,-2-2 0 16,-2 1-1-16,-1 0 0 0,-2-1-3 0,-2-1-1 0,-1-2-2 0,-4 0 0 0,-1-1-10 15,-3-1-19-15,-2-1-3 0,1-2-1 0,-3 0 5 0,-1 0 12 16,0-2 15-16,0 0 3 0,0 0 4 0,1-1 2 0,-1-1-4 0,-1 0-6 15,1-1-7-15,0-1-22 0,1 1-28 0,3 0-30 0,0-1-36 16,2 2-24-16,2-1-26 0,2 1-21 0,4-1-26 0,2-1-36 0,2 1-49 16,3-2-13-16,2-2 7 0,2 1 57 0,3-5-92 0</inkml:trace>
  <inkml:trace contextRef="#ctx0" brushRef="#br0" timeOffset="65439.59">21386 14418 1074 0,'10'0'468'0,"3"1"-197"16,2 0-32-16,-2 0-33 0,-1 0-34 0,-1 0-31 0,1 0-26 0,0 0-13 15,-1 0-4-15,0 0-7 0,1 0-3 0,1-1-15 0,-1 1-3 0,1-1-13 16,-2-1-12-16,2 0-3 0,0-1-8 0,0 0-8 0,0-1 3 16,-2 0-5-16,0-1-6 0,0-1-1 0,-1 0-8 0,1-1 4 0,-2-1 0 15,2 1-11-15,-2 1 0 0,1-2-8 0,-1 1 6 0,-1-1-4 16,1 1-3-16,-1 0-6 0,0-1-9 0,2 2-4 0,-1-1-14 0,-1 0-24 15,0 1-24-15,-1 2-41 0,-1-1-52 0,-1 1-75 0,0 1-114 0,-2-1-177 16,0 2-87-16,0 0-215 0</inkml:trace>
  <inkml:trace contextRef="#ctx0" brushRef="#br0" timeOffset="65622.59">21626 14715 1933 0,'0'17'331'0,"2"-1"-82"0,1 4-33 0,1-5-32 0,0-3-41 0,1-2-29 15,1-2-35-15,1-1-16 0,2-2-20 0,1 0-3 0,-1-2-7 0,2-1-4 16,1-1-1-16,0-1-15 0,2-2 4 0,-1-1-6 0,2-1-9 16,0-1 1-16,1 0-10 0,-1-2-8 0,0 0-14 0,1 0-28 0,0-1-45 15,-1 0-62-15,2 0-82 0,-1-1-107 0,0 2-205 0,0 0-138 0,1 0-238 16</inkml:trace>
  <inkml:trace contextRef="#ctx0" brushRef="#br0" timeOffset="65942.87">22694 14219 1199 0,'-7'0'991'0,"1"0"-797"0,-1 1 17 0,2 1-13 16,2 1-24-16,1 2-34 0,1 1-12 0,1 3-24 0,1 1-9 0,2 2-13 16,1 4-7-16,1 1-2 0,2 1-14 0,1 3-5 0,2 1-10 15,2 1-15-15,-2 2-2 0,3 3-5 0,0 0-1 0,1 4-3 0,1 0-16 16,0 2 0-16,1 2-6 0,1 0 10 0,-2 3-4 0,2-1-6 15,-2 0 4-15,-1 0-18 0,-2-1-3 0,-1 2-24 0,0-4-44 0,0-2-48 16,0-2-98-16,-1-4-137 0,-1-4-240 0,1-2-254 0,0-2-236 0</inkml:trace>
  <inkml:trace contextRef="#ctx0" brushRef="#br0" timeOffset="66303.87">23292 14487 2075 0,'4'3'490'0,"2"2"-341"0,1 2 26 0,-1 2-23 0,-2 2-11 0,1 1-40 16,-2 2-18-16,2 2-19 0,1 2-5 0,-1 4-4 0,1 1-12 15,-1 3-11-15,2 2-7 0,0-1-6 0,0 2 1 0,2 0 1 0,-3-1-13 16,3-1-4-16,1 0-4 0,0-3-10 0,2 0 8 0,-2-3-7 0,0-4-6 16,2-2-8-16,2-1-9 0,1-3-8 0,0-2-8 0,0-3-9 15,-1-4 3-15,1-2 3 0,0-2 10 0,0-3 3 0,0-3 7 0,-2-3 3 16,1-2 7-16,-2-2 15 0,1-2 10 0,0-3 1 0,0-1 9 15,-2-1-7-15,-1-1 2 0,-1 0 9 0,-1 1 5 0,-1-2 3 0,0 2-3 16,-2-3 8-16,0 0-2 0,-3 0 7 0,-1-1-6 0,-3 2-1 0,-1-1-5 16,-3 0 0-16,-2 3 10 0,-2-1-6 0,-2 1 12 0,-1 1-18 15,-3 2-7-15,0 1-1 0,-1 3-12 0,2 3 7 0,-2 2 5 0,0 4-13 16,0 4 3-16,1 2 0 0,-1 6-10 0,-1 3 4 0,0 5 2 0,-2 2-9 16,2 3 1-16,2 5-16 0,0 2-22 0,0 2 1 0,3 2-18 15,0 2-28-15,3 0-34 0,1 2-59 0,1-1-70 0,1-1-101 0,2-2-189 16,1-1-143-16,1-4-208 0</inkml:trace>
  <inkml:trace contextRef="#ctx0" brushRef="#br0" timeOffset="66633.25">23935 14710 1634 0,'11'11'228'0,"2"0"-47"0,3 2-50 16,-1 1-7-16,-5 0-19 0,3 1-23 0,0 1-25 0,1 1-14 15,0 0-11-15,-1 1-13 0,2 0-4 0,-1 1-12 0,2-1-1 0,-2-2-6 16,1-1 0-16,0-1-9 0,-1-1-10 0,0-2-1 0,-1-2-10 0,1-3-9 16,0-2 1-16,-2 0-12 0,0-3 7 0,1-2 6 0,0-2 2 15,-1-1 13-15,0-2 8 0,0-1 10 0,0-3 11 0,-1-1 8 0,-1-1 15 16,-1-1 4-16,-1 0-8 0,-1-3 7 0,0-1 20 0,-1 0 28 16,0-1 36-16,0 0 24 0,0-2 13 0,1 0-3 0,0-1-4 0,-1-1-6 15,-2 0-21-15,-3 0-9 0,0 0-13 0,-2 0-19 0,0 0-8 0,-4 0-19 16,-2 1-9-16,-2 0-8 0,-2 2-7 0,-1 0-7 0,-2 1 7 15,0 1-10-15,-1 3-16 0,-1 2 6 0,-1 2-8 0,2 3 4 0,-2 3 0 16,0 2-10-16,1 3-8 0,-1 3-5 0,-2 3 3 0,1 4-1 0,1 4-12 16,-3 2-12-16,0 3-7 0,1 3-3 0,-1 0-5 0,0 5-32 15,2 1-48-15,2 1-78 0,0 1-115 0,4-2-186 0,3-1-235 0,2-3-131 16</inkml:trace>
  <inkml:trace contextRef="#ctx0" brushRef="#br0" timeOffset="66831.25">24766 14281 3289 0,'8'10'152'0,"0"0"6"16,0 4-60-16,-2-1-14 0,-2 0-11 0,0 3-24 0,-1 2-18 0,0 0-5 16,-1 4-7-16,-1 3-13 0,-1 0 0 0,-1 4-4 0,0 0-18 15,-1 3 7-15,-1 0-5 0,0 3-6 0,2-1 18 0,-1 2-4 0,2 1-5 16,0-2-1-16,1 2-6 0,-1-2-11 0,1 1-2 0,0 1-7 15,0-2-5-15,0-2 7 0,-1-3-2 0,1 0-3 0,0-3-10 0,1 0-16 16,0-3-25-16,1 0-40 0,1-2-45 0,0-3-52 0,2-2-76 0,0-3-103 16,1-3-115-16,1 0-18 0,0-4 70 0,1 1-43 0</inkml:trace>
  <inkml:trace contextRef="#ctx0" brushRef="#br0" timeOffset="67080.77">25229 14561 1160 0,'3'-7'371'0,"-1"0"-143"0,0-2-55 0,-3 4-20 16,-1 1-16-16,-1 2-22 0,-1 1-25 0,-1 2-34 0,-1 2-19 15,-2 1-29-15,-4 3-25 0,-2 2-17 0,-3 1-17 0,-2 2 9 0,-2 2 4 16,-3 3 4-16,0 2 5 0,-2 1-10 0,0 3 13 0,-1-1 7 0,0 2 11 16,0 0 17-16,0 0 13 0,3 1 15 0,0-1 16 15,2 1 13-15,0 1 11 0,1-1 23 0,3 1 10 0,1-1 14 0,2 0 10 0,5-3-8 16,3-2-14-16,3 0-24 0,2-2-23 0,5-2-27 0,2 0-11 0,3-2-16 15,5-2-15-15,4-1 0 0,3-3-3 0,3-2-15 0,2-1-5 16,0-2-27-16,3-2-24 0,1-2-34 0,1-3-50 0,1-1-67 0,1-3-101 16,-1-2-182-16,2-2-91 0,-1-5-12 0,2 0 81 0</inkml:trace>
  <inkml:trace contextRef="#ctx0" brushRef="#br0" timeOffset="69039.98">23530 13549 1717 0,'-32'5'185'0,"1"0"-97"0,-3 0-12 0,8-1-16 0,10-2-19 16,3-1-21-16,2 0-16 0,2 0-12 0,3 0 0 0,1-1-9 0,3 1-6 15,0-1-22-15,2 0-20 0,0 1-35 0,2-1-61 0,2 0-45 0,1 0-57 16,4 0-14-16,1-1 19 0,2 1 27 0,0-2-156 0</inkml:trace>
  <inkml:trace contextRef="#ctx0" brushRef="#br0" timeOffset="97096.11">26970 8638 1932 0,'-18'-6'-37'0,"-5"-1"-40"0,-4-2-42 0,-4-2-44 0,15 5-13 16,1 1 0-16,1-1 7 0,0 1 20 0,1 0 33 0,-2-1 26 0,-3 1 10 0,-1-1 9 15,-2 1-2-15,-4 0 4 0,-1 1 15 0,-3 1 12 0,-1 0 18 16,-1 1 16-16,1 0 13 0,0 0 19 0,1-1 20 0,0 0 20 0,1 0 32 16,2-1 25-16,1 0 14 0,2 1 12 0,0-2-8 0,3 0-6 15,3 0-7-15,0-1-9 0,3 1-13 0,2 1-8 0,3-1-13 0,1 0-10 16,2 1-13-16,1 0-13 0,2 1-12 0,1-1-16 0,1 1-2 0,1 2-12 15,0-2-2-15,1 2 1 0,0 0-4 0,1 0 0 0,0 1-1 16,0 2-1-16,1 0 4 0,-1 0 0 0,1 2 4 0,0 1-5 0,0 2 2 16,1 2 0-16,-2 1-5 0,2 3 1 0,0 1-2 0,0 2 5 0,0 3 0 15,1 4-3-15,0 1 1 0,0 4-4 0,0 0-3 0,0 3 3 16,-1 1-3-16,0 1 3 0,1 0 3 0,0 0-1 0,-1-3-5 0,3-2-5 16,-1-4 12-16,3-1 8 0,0-2 9 0,1-4 14 0,2-1 1 15,0-3 9-15,3-3 14 0,0-2 10 0,3-2 3 0,2-2 10 0,3-4 0 16,3-2-1-16,3-5-2 0,2-2-4 0,5-6-4 0,3-5-10 0,5-3-23 15,1-4 1-15,3-4-9 0,3-2-4 0,3-2 6 0,2-4-14 16,2 0-3-16,2-1-1 0,1-3-3 0,3-2-4 0,3-2-3 0,-1-1 4 16,3-3-2-16,2 1-1 0,1-2-16 0,2-1 5 0,4-1 3 0,0-1-1 15,3 1 16-15,-1-2-14 0,0 2-1 0,2-1 0 16,-1-1-3-16,0 0 2 0,0 1-2 0,-4 3 0 0,0 0-15 0,-2 1 2 0,0-2-2 16,0 2-3-16,-1 0 19 0,-2 2-9 0,-3 1-2 0,-4 1 6 0,-4 1-9 15,-5 4 6-15,-4 2 2 0,-5 1-2 0,-3 4 4 0,-8 2 2 16,-4 1-2-16,-3 3 0 0,-2 4 10 0,-5-1-5 0,-2 4 2 0,-3 0 1 15,-4 0-12-15,-1 3 2 0,-3 1-12 0,-1 1-8 0,-2 1-13 16,0 2-20-16,-2-1-26 0,0 2-33 0,0 1-47 0,2-1-64 0,3 2-82 16,2-2-94-16,1 0-271 0</inkml:trace>
  <inkml:trace contextRef="#ctx0" brushRef="#br0" timeOffset="117460.82">16206 10072 2032 0,'10'14'142'0,"2"2"-60"0,3 2-26 0,-1-1-41 0,0-2-11 0,2 0-10 16,4 1-4-16,0 1 7 0,3 0-5 0,1-2 2 0,2 1 3 15,0-4 8-15,0 0-2 0,1-2 12 0,0-3 7 0,3 0 12 0,0-2 10 16,4-3 2-16,-1-2 4 0,2-3-1 0,2-3-1 0,3-3-2 0,5-3-5 15,1-5-12-15,3-4-4 0,3-4-21 0,1-4 3 0,3-3-9 16,2-6-7-16,3-3 0 0,1-4-30 0,0-5-19 0,4-5-30 16,-1-4-35-16,3-6-45 0,0-3-60 0,1-6-88 0,2-5-85 0,2-7-249 0,2-9 102 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27:58.3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12301 7432 500 0,'-18'19'58'16,"-2"2"-34"-16,-6 4 3 0,2-3 4 0,1-5 1 0,-1-2 5 0,-2 0 3 15,-2-1 0-15,1 0-3 0,-3-1-6 0,0-1-8 0,-1-2 0 0,0-1 0 16,-1 0-3-16,1-1-3 0,-2 1-6 0,0 1-5 0,-1 0-4 16,0 0 0-16,0 0 0 0,-2-1 1 0,0 0-3 0,-2-1-1 0,1-1 0 15,3 0-3-15,-3 0 2 0,1 0 0 0,-3 0-4 0,0-1 4 0,0 0 0 16,-1-1-1-16,0-1-1 0,-1-1-1 0,-1-1 3 0,0-2 0 15,-2-1 0-15,-2-2 1 0,-2 1-1 0,-1-2-3 0,-2-1 3 0,0 1 1 16,-3-1-1-16,-2 0 2 0,0 0 0 0,-2-1 2 0,0 0 4 16,-1 0-2-16,-2 0 4 0,-1 1-4 0,1 1 0 0,-1 1 1 0,1-2-1 15,0 1 1-15,-3 1-2 0,1 0-1 0,-2 1-1 0,0-1 1 0,-3 0 1 16,-2 1-3-16,0 0 5 0,-2-1-3 0,0 1-2 0,1-1 1 16,-2 0-4-16,-2 0 0 0,2-1-1 0,-4 0 0 0,1 0 1 0,-2 1-2 15,-3 1 1-15,1-1 0 0,-2 0-3 0,0 2 3 0,-1 1-1 0,-1 1 1 16,1 2 2-16,-1 1-1 0,0 3-1 0,2 2 3 0,-3 2-2 15,1 2 1-15,0 1 2 0,0 2-1 0,1 3 0 0,2 2-1 0,-1 0 0 16,2 3 1-16,1 1-3 0,1 1 1 0,-1 4 1 0,2 3-1 16,0 2 2-16,0 2 0 0,3 1-5 0,2 2 2 0,1 1-1 0,1 3-2 15,1 0 7-15,0 0 1 0,1 1-1 0,1 0 0 0,1 4 0 0,2-1-1 16,-1 0-1-16,3 1 4 0,-1 2-3 0,3 0 3 0,1 4 0 16,-1-2 2-16,2 2-4 0,2 1 5 0,2 1-1 0,0 2 1 0,1 0 0 15,0 1-3-15,2 2-2 0,1 0-2 0,2 0 0 0,2 1-2 0,0 0-3 16,0-2 2-16,1 3-5 0,3-1-2 0,1 0-1 0,2 0-10 0,2 2 0 15,2 1-1-15,1 0-1 0,2 0 2 0,2 1 5 0,2-1 2 16,3 3 7-16,1-2 5 0,3 2 5 0,1 0 4 0,2-1-1 16,1 0 4-16,1-1-1 0,2 0 0 0,2-2 8 0,2 1-2 0,2-1 5 15,2-1 4-15,2 1-7 0,1 1 1 0,3-1 0 0,0 0-1 0,3 0 0 16,2-3-7-16,0 0 2 0,4-1 1 0,2 0 1 0,3-1 9 0,2 0-3 16,1 0 1-16,4 0-1 0,2-1 2 0,1 0-2 0,4-2 0 15,2-2 9-15,4 0 0 0,3-1 3 0,2 0-2 0,2-2-9 0,1-2-1 16,4-2-2-16,5-1 1 0,1-1-5 0,2-2 2 0,2-3-5 15,1-3-5-15,3-2 2 0,3-4-12 0,1-1 4 0,2-3-5 0,3-3 4 16,3-2 3-16,0-4-6 0,4-2 1 0,1 0-5 0,4-3 3 16,1-2 1-16,2-1-3 0,1-2 2 0,2 0 0 0,1-2 3 0,1-1 2 15,2-2 0-15,1-1 1 0,3-1-2 0,4-1 4 0,0-2 0 0,2 1 0 16,1-3 8-16,1 0-5 0,2-1 2 0,1-3-1 0,1-1-5 16,0-1 1-16,2-2 4 0,0-1-2 0,0-1 2 0,0-5-1 0,2 1-9 15,-2-3-5-15,3-2 1 0,-3-3 4 0,-2-2 6 0,2-2 6 0,-1 0-5 16,0-3-1-16,-1 0-3 0,-2-3 2 0,1 0 5 0,-1-4-4 0,-2 0 3 15,-1-2-3-15,-1 0-4 0,-2-2 1 0,-1-1-1 0,0-2-9 16,-2-2 1-16,0-1 7 0,-1-2 2 0,-1-1 9 0,-3-2-2 0,0-3-5 16,-1 0-5-16,-1-2 1 0,-2 0 0 0,0-2-5 0,-3 0 2 15,-3-2-4-15,-2 0 8 0,-2-2 3 0,-2-2-2 0,-2-3 4 0,-1-2-4 16,-3 0-6-16,-3-2 6 0,0 3-8 0,-4-4 2 0,-2-3 4 0,-3 1-2 16,-2-3 8-16,-2-1-6 0,-2 0 0 0,-1 0-2 0,-3 0-8 15,-4-2 9-15,-2 1 0 0,-2-2 0 0,-3-3 10 0,-1 1-5 0,-3-1-3 16,-1 1 7-16,-1 1-5 0,-1-1-5 0,-4 2 6 0,-1 0-2 15,-2 1 5-15,-2 1 4 0,-2-1-4 0,-2 4-3 0,0-2 0 0,-2 1 3 16,-2 4-2-16,1-2 6 0,-4 1-4 0,1 3-3 16,-1 2 4-16,-3 2-2 0,0 3-3 0,-2 1 1 0,-1 2 0 0,-2 2-3 0,-1 0 6 15,0 1-1-15,-2 3-3 0,-1 2 1 0,-2 3-5 0,-2 2-1 0,-3 2-4 16,0 3-10-16,-1 1 1 0,-1 1-5 0,-1 2-7 0,-1 0-7 16,-3 2-27-16,0 1-70 0,-2 2-81 0,-1 0-103 0</inkml:trace>
  <inkml:trace contextRef="#ctx0" brushRef="#br0" timeOffset="99602.83">19619 11679 1444 0,'29'20'98'0,"2"1"-112"0,9 4-9 15,-5-6-1-15,-1-3 0 0,2-1-1 0,3-2-1 0,5-2 12 0,0-1-2 16,2-1 3-16,2-1-2 0,1 0-3 0,3 0 11 0,0 1-4 16,2-2 2-16,1 1 2 0,0 0-4 0,2 0 5 0,0-1-1 0,1-1 5 15,1-1-3-15,-1-1-1 0,1-2 2 0,-1-2-2 0,0-1 6 0,1-1 4 16,-3-1 0-16,-1-1-2 0,-1 0 2 0,-3-1-4 0,-1 0 4 16,0 0-1-16,-1-1-1 0,-2 0 6 0,-1 0 1 0,-1-1 2 0,1 0-1 15,-2 0 2-15,0-2 0 0,0-1 6 0,-1-2 3 0,0 0 2 16,-2-2 4-16,0-2 3 0,-1-1-1 0,0-1 3 0,0-2-8 0,-1-2 4 15,-1 0 0-15,0-2-2 0,-1-1 7 0,0 0-8 0,-1-2 1 0,0-1-5 16,-1-3-2-16,0 2-2 0,0-4 0 0,-2 2 2 0,0-3-3 0,-4 0-3 16,2-1-2-16,-4 0-2 0,1 0-1 0,-3 0 3 0,-2 1-1 15,1-3-1-15,-4 1 3 0,0 0-12 0,-2-1 3 0,-3 2 1 0,0-1-1 16,0 0 6-16,-2-1-2 0,0-1 0 0,-2-1 8 0,0-2 2 16,-2 0 2-16,-1-1-2 0,-1-3-6 0,-2 0 2 0,-2-1-5 0,-1 1 6 15,-1-2-1-15,-2 0 0 0,-1 2 5 0,-2 0 0 0,-3 0 6 16,-1 0 2-16,-3 1-7 0,-4 0 0 0,-1-2-6 0,-3 1-6 0,-2-1 10 15,-2 0-4-15,-3-1 0 0,-1 0 2 0,-2-1-3 0,-2-1 2 0,-1 1-1 16,-2-2 1-16,1 2-2 0,-1-1-6 0,-3 0-2 0,0-1 1 0,-2 1-1 16,2 0 2-16,-1 1-3 0,-1 1-6 0,-2 0 2 0,-2-1-4 15,-1 2-2-15,-2 1-5 0,1 1 0 0,-2 0 0 0,-2 2 1 0,0 1-1 16,-4 0 5-16,0 2 1 0,-2-1-2 0,-2-1 5 0,1 4-7 16,-3 2-8-16,-3 3-10 0,-2 2-9 0,-4 0-2 0,-2 1 1 0,-4 3 8 15,-2 3 1-15,-3 4-2 0,-4 4-6 0,-2 2-3 0,-5 4 6 0,-1 1 5 16,-4 3 8-16,0 3 9 0,-2 3 5 0,0 2 3 0,0 2 8 15,0 2-1-15,2 1 7 0,-1 2 6 0,4 1 3 0,0 1 4 0,3 3-1 16,1 1-5-16,0 3-6 0,4 0-2 0,-2 2-2 0,4 3 3 0,0 0-5 16,1 3-2-16,3 2 4 0,-1 4-1 0,1 2 5 0,2 5 3 15,1 2 1-15,-1 4 1 0,1 1 1 0,0 4-3 0,3 4-7 0,0 1 2 16,0 3-5-16,4 1 1 0,1 2-3 0,-1 2-2 0,3 0-2 16,0 3 7-16,1 5 2 0,4-1 2 0,1 4 1 0,1 2-11 0,3-1 2 15,2 2-1-15,2 0 0 0,3-1 0 0,1-1 0 0,3-1 3 0,2 0-3 16,3 1 0-16,3-3-1 0,3-1-5 0,1-1 4 0,3-4-11 15,1-2 11-15,3-4 4 0,2-3 3 0,3-3 14 0,2-3-2 0,2-4 2 16,1-1 1-16,3-3 1 0,2-2 2 0,2 0 0 0,3-4-1 16,1-1 1-16,2 1-7 0,2-1 4 0,2 0-2 0,3-2 2 0,1 0-5 15,3 1-1-15,4 0-3 0,2 0-4 0,2-2 4 0,2-1-6 0,2 2-1 16,2-2-4-16,3 2-3 0,2 0 3 0,2 0-4 0,2-1 1 16,3 2-4-16,1-1-2 0,5 1 3 0,2 1 0 0,1-3 3 0,3 0 6 15,0-4-2-15,0-1 2 0,3-3-4 0,0-1-1 0,2-4-1 0,0 0 5 16,-1-4 1-16,1-1 3 0,1-2-3 0,-1-1 2 0,0 0-2 15,2-1 1-15,-2-1 0 0,0-1-4 0,0-1 1 0,-1 0-4 0,-1 0 1 16,2 0 2-16,-3 1-6 0,0-1 0 0,-1 0-3 0,0-1 1 0,2 0 2 16,-2 1 3-16,0-1-2 0,-2 1 5 0,0-1 2 0,3 0-2 15,-3 1 1-15,0-1-2 0,-1 0-1 0,1-1 5 0,-3-1-3 0,0 1 4 16,1-1 0-16,-1-1-1 0,0 0 3 0,-2 0-3 0,0-1 5 16,-2 1 0-16,-2-1-5 0,1 0 3 0,-1-1-4 0,-1 0 1 0,-2 0 3 15,0 0-5-15,-4 1 4 0,1-1-3 0,-2 1 5 0,-1-1 4 0,-2 1 2 16,1-1 1-16,-3 1-2 0,0 0-1 0,1 0-1 0,-2 0-6 15,1 0 4-15,-3 0 0 0,-1 0 0 0,-1 0 2 0,0 0-2 0,-2 0-4 16,1 0 0-16,-1 1-4 0,-1-1 0 0,1 0-2 0,-1 0 4 16,-1 0-1-16,-2 1 2 0,-1 0 2 0,1-1 2 0,-1 1-4 0,-1-1 2 15,-2 0-2-15,1 0-3 0,-1 1-11 0,0 0-4 0,-1-1 1 0,0 1-2 16,-2-1 27-16,0-1-8 0,-1 1 10 0,0 0 5 0,1 1-18 0,-1-1 12 16,0 1-8-16,0 0-3 0,0-1 6 0,-1 1-3 0,1-1 1 15,0 1 2-15,0-1-7 0,0 0 1 0,-2 1 2 0,1-2-4 0,0 1 4 16,0 0 0-16,0 0-1 0,-1 0-1 0,1-1 1 0,-1 1 1 0,-1 0 1 15,1 0 5-15,-1-1-6 0,1 0-4 0,-1 1 2 0,-1-1-2 16,0 1 4-16,0 0-1 0,0-1-1 0,-1 0 4 0,1 1-2 0,-1-2 2 16,0 1 2-16,0 1 1 0,0-2-2 0,0 1 1 0,0 0-4 15,0 0 0-15,0 0-1 0,0 0 1 0,0 0-3 0,0 0 2 0,-1 0 1 16,2 0-3-16,-1 0 0 0,-1 0-1 0,2 0-1 0,-2 1 4 16,1-1 1-16,1 0-1 0,-2 1-1 0,1-1 4 0,-1 0-3 0,0 2-1 15,0-1-2-15,0 1 2 0,0 0-1 0,-1 0 2 0,1 1 0 0,-1-1-6 16,1 1 6-16,-1 0-2 0,0-1 2 0,0 0 1 0,0 1-1 0,0-1-1 15,1 1 3-15,-1-2-4 0,0 1 0 0,0-1 3 0,0 0-5 16,0 0 1-16,0 0 1 0,1 0 0 0,-1 0 0 0,0 0-5 0,1-1 5 16,-1-1 0-16,1 2 0 0,1-1 5 0,-2-1-9 0,2 1 3 15,-1 1 1-15,0-1 1 0,0 0-1 0,0 1-3 0,0-2 1 0,0 0-1 16,1 1 1-16,-1-1 2 0,1 0-3 0,0 0-2 0,0-1 2 16,0 1 0-16,0 0-1 0,0-1 1 0,0 1-2 0,-1 0 2 0,1-1-2 15,0 0 3-15,0 0 2 0,1 1-3 0,0-1-2 0,-1 0-1 0,0-1 1 16,0 1 7-16,1 0-4 0,0 0-3 0,-1 0 2 0,1-1-2 15,-1 1 5-15,1-1 0 0,-1 1 0 0,0 0 2 0,1 0-7 0,-1 0 1 16,1 0 4-16,-1 1-3 0,1 0 3 0,-1 0-5 0,0 0 1 0,-1-1 0 16,1 1-1-16,-1 0 1 0,1 1-1 0,-1 0-2 0,1 0 3 0,0 0 2 15,-1 0-9-15,0 1 3 0,0-1 0 0,0 0-2 0,-1 0 5 16,1 0-3-16,-1 0-1 0,1 0-1 0,-1 0 2 0,0-1 2 16,0 0-3-16,0 1 4 0,1 0-5 0,-1-1 1 0,0 1-2 0,0-1-3 15,0 1 0-15,0-1-2 0,1 1-4 0,-1-2 2 0,0 1-8 0,1-1-2 16,-1 0-1-16,1 0-4 0,0 0-6 0,0 0-4 0,0 0-5 0,0 0-7 15,1-1-8-15,-2 1-11 0,1-1-8 0,-1 0-10 0,1 0-8 16,0-1-10-16,-1 0-6 0,-1-1-8 0,1 0-5 0,0-2-1 0,0 0 1 16,-1-1-1-16,1-2 5 0,-1-1 0 0,0-2 3 0,0-3-18 15,0-1-109-15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43:02.1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13178 8338 847 0,'-25'-16'37'16,"0"-2"-4"-16,-6-4-9 0,6 9-17 0,3 2-11 0,0 4-4 15,1 1-6-15,-3 0 4 0,1 1-3 0,1 0-5 0,-4 2 1 0,-2 0-1 16,-2 1 5-16,-2 1 0 0,-4 1 3 0,1 1 4 0,-5 2 1 0,-3 1 2 16,-2 1 1-16,-2 1-1 0,-1 0 8 0,-3 1 2 0,0 0-2 15,-1 1 4-15,0-1-8 0,-3 2-1 0,1 1 0 0,-2 0 0 0,0 2 0 16,0 0 1-16,1 0 2 0,1 2 2 0,3-1 4 0,1 0 4 0,1 0 5 15,3-2 2-15,-1 2 2 0,2 1 2 0,2-1-1 0,-1 1 4 16,3 2 3-16,3 1 0 0,0 0-1 0,2-1-2 0,-1 2-2 0,1 1 0 16,1 0-4-16,-1 1-3 0,2 1-1 0,-1 2-2 0,2 2 2 15,0 2-1-15,0 1-2 0,1 2-4 0,0-1-6 0,0 3 1 0,-2 0 8 16,2 1-5-16,-1 2 6 0,3 1-3 0,-1 1-10 0,1 0 2 0,1 1-3 16,0 1 0-16,2 0 0 0,1 3 0 0,0-3 0 0,1 0 0 15,2 0 0-15,0-1-2 0,2 1 0 0,2-2-6 0,1-1 1 0,1 0 11 16,2-3 0-16,0 3 3 0,3-3 1 0,1-1-8 0,2-1 4 0,3-2-2 15,1 0-1-15,1 1-1 0,3-2 0 0,1 0 0 0,1-2 5 16,1-1-1-16,3-1 1 0,-1 0 1 0,3 0-2 0,1-2-3 0,1 2 3 16,0-1-3-16,2 1 1 0,-1 0 2 0,1-1-9 0,0 2 3 15,0-2 6-15,0 2 6 0,1 0 5 0,-1-1-3 0,2 1-6 0,2-1-6 16,1 0 0-16,0 1 4 0,3-3-1 0,1 1 0 0,1 0 4 0,1 1-3 16,2 1-1-16,0-1-1 0,3-1-4 0,-1-1 4 0,1-2-1 15,2 1 0-15,-1-1 3 0,3 0-3 0,0-1 1 0,1 0 3 0,1-1-3 16,0 0 1-16,2 0-2 0,0-1 1 0,4-1 3 0,1 0-4 0,1-2 3 15,3-1 0-15,-1-1-2 0,3 1 4 0,1-1 1 0,2 1 3 16,2-2 0-16,0-1-1 0,1 1 1 0,0 0-6 0,0 1 0 0,2-1-2 16,1 0 2-16,2 2-1 0,1 1 1 0,1 0 5 0,0 0-2 15,3-2 4-15,0 1 7 0,1 0-4 0,0 0 0 0,0-1-4 0,-1 1-1 16,1 0-3-16,0 1 0 0,0 1 2 0,0-2-3 0,2 0 1 0,0-2 0 16,0-1-1-16,0-1 1 0,1-1-5 0,1 0 9 0,3-1-1 15,1 0-2-15,0 0 5 0,2-2-7 0,2 1 2 0,0-1 2 0,1-1-2 16,-1 0 2-16,2 0 0 0,2-1-4 0,1 0 3 0,0 0-1 15,1-1 8-15,-1 1-3 0,1-1 8 0,1 0 3 0,0 1-2 0,1 0 7 16,2-1-4-16,0 0 0 0,2 0 0 0,0-1-6 0,0 1-6 0,0 0 4 16,1 1-3-16,1 0-2 0,0 2 2 0,0 0 0 0,-1-1-5 0,1 3 2 15,0-2-3-15,-1 1-2 0,0 2 2 0,0 0-7 0,-2 0 6 16,-2 1-5-16,1 1-1 0,-3 0 3 0,1-1-7 0,0 0 5 0,2 1 2 16,1-1 3-16,2 0 0 0,0 0-2 0,1-1-3 0,-3-1-11 0,2 0-3 15,-1 1 5-15,0-1 2 0,0 0 6 0,-1 0 10 0,1-1-7 16,-3-2 6-16,1 1 5 0,-1-2-8 0,0 1 11 0,0-3-8 0,0 0 0 15,1-1 3-15,0-2-7 0,1 0 3 0,2-2-8 0,1-1 0 16,-1-1 3-16,2-2 0 0,0 1 3 0,0 0-3 0,-1 1 10 0,1 0-1 16,2-1 3-16,1 0 0 0,-1-2-12 0,1 0 0 0,-1 0 0 0,-1 0-2 15,0 0-1-15,2-1-1 0,0 2 2 0,2-2-2 0,1 0 2 16,-1 0-4-16,2-1-1 0,-3 0 4 0,1 1-5 0,-3-2 5 0,1 1-3 16,0 0-3-16,0-1 0 0,-2 2 5 0,2-3-1 0,-2 1 5 15,1-1 2-15,0 1-5 0,1 0 0 0,-1-2-2 0,1 0 1 0,-2-2 2 16,1 2-1-16,-1-1 2 0,-1 0-2 0,-2 1-3 0,1 0 0 0,-1 1 0 15,1-1 3-15,-1 0 1 0,0 0 2 0,-1 0-1 0,1-1-10 16,0-2 2-16,0 1 3 0,-1 1-1 0,2-2 2 0,-1 0 1 0,-3 0-2 16,0 0 0-16,-1 0-3 0,-2 0 2 0,0 0-2 0,0-1 1 0,-1 0 7 15,0-2-10-15,0 1 2 0,-2-1-7 0,0-1 3 0,2 2-2 16,-4-2 4-16,3 0 3 0,-3 0-5 0,-2-1 1 0,0 0-1 0,1-2 0 16,0-2-3-16,-1 2-3 0,-2-2-2 0,-3 1 1 0,2 0 5 15,-4 1 5-15,-2 0 3 0,0-1 0 0,-6 2 4 0,-2-2 4 0,-2 0 5 16,-5 2 0-16,-1-1-3 0,-2 1 10 0,-6 1-2 0,-2-2 6 0,-3 2 3 15,-3-3-4-15,0 0 3 0,-5 1 0 0,-2-1-2 0,-4 1-2 16,-3-3-9-16,-3 0-2 0,-4-1-8 0,-4-3-4 0,-3-1-6 0,-4 0-13 16,-5-4-2-16,-3 0-6 0,-5-4 4 0,-4-1 5 0,-5-3-8 0,-5-3 7 15,-5 0 1-15,-6 0 5 0,-4-1 18 0,-3-1-3 0,-3 0 3 16,-4-1 0-16,-5 0 0 0,-5-1 3 0,-4 1-5 0,-4-1 1 0,-1 0 2 16,-6 2-12-16,-2 0 8 0,-4 0 3 0,-4 0-1 0,-4 0 18 15,-4 1-6-15,-3 2-4 0,-3 1-1 0,-4-2-8 0,-4 3 4 0,-4 2 6 16,-3 2 2-16,-3 1 0 0,-2 2-6 0,-6 0-22 0,-5 4 5 0,-7 1 5 15,-5 4 5-15,-3 1 10 0,1 5 0 0,0 0-10 0,0 2-1 16,1 4 1-16,-4 0-4 0,-6 2 3 0,-2 3 2 0,-3 1 7 0,-3 0 3 16,1 2 0-16,-1 1-3 0,1 2-3 0,2 3-4 0,1 0 0 0,2 1-3 15,-3 1-4-15,-1 2 6 0,-2 1-16 0,-4 2 5 0,0 2 1 16,-2 1-3-16,0 0 17 0,-2 0-2 0,2 1 2 0,1 0 3 0,-1 0-2 16,0 1 5-16,-2-1-6 0,0 1-2 0,-1 3 3 0,0-1 2 0,1 2-4 15,1-1 6-15,1-1 1 0,1 1 3 0,3-1-5 0,2-1-3 16,0 0 2-16,4 0 3 0,1 1 11 0,3 1 19 0,0 0-4 0,4 0 0 15,1 0-4-15,3 0-14 0,3 2-4 0,2 1-3 0,3-1-1 16,2 2 3-16,1 1-1 0,2 1 2 0,0 0 0 0,1 2-3 0,1 1 1 16,3 1 0-16,4 0-2 0,3 0-1 0,1 1-1 0,1 0-4 0,2 1 2 15,1 2 0-15,3 0 2 0,2 3-2 0,1 0-5 0,1 3 1 16,1-1-5-16,4 2-6 0,-1 0 10 0,1 4 1 0,1 0-4 0,0 2-7 16,1 2-38-16,2-1-40 0,1 2-44 0,1 2-30 0,1 0-41 0,1-1-34 15,5-1-41-15,2 0-57 0,6-1-224 0</inkml:trace>
  <inkml:trace contextRef="#ctx0" brushRef="#br0" timeOffset="5317.04">13481 8792 960 0,'-15'-12'96'0,"1"-1"-93"0,-2 0-12 16,4 2 5-16,4 2-3 0,1 0-6 0,2 1-9 0,0-1-10 0,2 2-1 15,-1-1-1-15,0-1 1 0,1 1-4 0,-2-2 1 0,0 0-2 0,0-1 7 16,0 2 7-16,0-3 8 0,-1 1 3 0,0-2 5 0,-1-2 3 15,-2 1 0-15,1-3 3 0,-3 0 1 0,1 0 3 0,-2 0 3 0,-1-1 1 16,-1 1 4-16,-2 1 2 0,-2-1 1 0,0-2-3 0,0 0-5 16,-3 0-1-16,0-2 4 0,0 0 13 0,-1 1 5 0,-1-1 8 0,1 1 7 15,-2 1-5-15,1-2 6 0,-2 0-4 0,-1 0-5 0,0 0 1 0,0 2-3 16,-1 1 0-16,-1-1 5 0,-1 3-8 0,-3 1-1 0,0 1-5 16,-2 2-5-16,-1 1 0 0,-2 3-4 0,-1 1-2 0,-1 3-9 0,-5 1-3 15,1 2-6-15,-3 2-1 0,-2 2 1 0,-3 3 1 0,0 2 3 0,-2 3 1 16,-2 1 0-16,-1 1-2 0,-1 2 2 0,0 1 1 0,0 2-1 15,0 1 1-15,-1-1-1 0,1 4-2 0,-1 0 3 0,1 0-1 0,0 4 3 16,-1-1 13-16,1 4 3 0,0 1 11 0,0 1 2 0,2 1-4 16,0 3-2-16,1-1 2 0,0 3-1 0,1 1-2 0,1 1 0 0,0 1-7 15,3 0-4-15,0 1-4 0,1 2-2 0,1 2-1 0,0-1-8 0,2 2 6 16,2 1 0-16,-1 1-1 0,1 1 8 0,1 1-9 0,0 2-1 16,-1 2 1-16,2-1-4 0,1 0 1 0,-1-1-1 0,2 0 0 0,1-1-2 15,-1-1 8-15,3 1 2 0,2-2 0 0,0-1 3 0,2 0-8 16,1 0 1-16,1 1 1 0,2-1-2 0,2-2 2 0,1-1-1 0,2 0-1 15,0-1 0-15,3 0-3 0,0-2-4 0,1-1 10 0,3 0-1 0,1-1 6 16,2 0 4-16,2-2-8 0,1 1 3 0,3-3-5 0,1 0 2 0,2 2 1 16,2-3-5-16,1 0 4 0,2-3-3 0,2 1-1 0,1-2 6 15,3 1-3-15,2-1-1 0,2 0-1 0,3-4-1 0,2 1-1 0,1-2 6 16,3 0-4-16,2-1 2 0,2 1 4 0,2-2-3 0,2 0 2 16,2-2-2-16,1-1-3 0,2 0-2 0,1-1-3 0,3 0 7 0,0 1-2 15,2 1 4-15,2-2-4 0,1 0-1 0,0-1 3 0,2-2-3 16,-1-2 1-16,2 0-2 0,1-1 1 0,1-1 2 0,0-2 1 0,1 0 0 15,1-1-3-15,2-1 1 0,-1 0 0 0,1-1-1 16,0-2-1-16,1 0 1 0,1-2 1 0,0 1 4 0,-1-1-2 0,1-1-1 0,-1-1 3 0,0 0 0 16,0 0 3-16,0-2 2 0,1 0-1 0,1-2-1 0,-1-1 5 15,-1-1-2-15,2-1 5 0,-2-1 1 0,1 0 1 0,0-2 2 0,1-1 2 16,-1 0 1-16,-1-1-6 0,0 0-1 0,2 0-1 16,-2 0-5-16,1-1 2 0,0-2-3 0,0 0 1 0,0-1 0 0,-1 0-4 0,1-1 4 15,-2 0-4-15,2-2-4 0,-1 1 4 0,1-1-3 0,-1-1-3 0,0 3 1 16,-1-2-1-16,0 0-1 0,-1 1 1 0,0 0-2 0,-2 0 4 15,1-2-5-15,-1 0 3 0,-2 1 0 0,2-1-8 0,-2 0 10 0,-2 0-6 16,0-1 0-16,0 1 7 0,-1 0-3 0,-1-1 0 0,-1-1 7 16,-3-2 0-16,0 1-5 0,0-2 4 0,0 0-2 0,-2-2-2 0,-1 0 7 15,-1 0 0-15,-1-1 3 0,-2 0 4 0,1-4-5 0,-3 0 0 0,-1-1-1 16,-1 0 6-16,-3 1 4 0,0 0-2 0,-1-3 4 0,0 1-6 0,0-3 1 16,-2-1-4-16,0 1 2 0,-2-1-1 0,-2-1-1 15,0-1 10-15,-1-1-6 0,0 1-2 0,-3-2 0 0,1 0 0 0,-1-1 0 0,-1-1-3 16,-3 1 0-16,-1 0-4 0,-1 0 2 0,-1 1-4 0,-3-1 5 0,0-1-5 15,-3 1-4-15,-1-2 4 0,-3 1-8 0,-1 0 11 0,-2 1 2 16,-2-1 0-16,0 2 4 0,-4-1-1 0,-1-2-3 0,-2 2 3 0,-1 1-3 16,-3 0-3-16,-2 0-7 0,-1 0-7 0,-4-2-11 0,-1 3 4 15,-3-1 3-15,-1-1 3 0,-2 0 3 0,-3-1-5 0,-3-1-4 0,-2 0 4 16,-1 1 4-16,-2 0 5 0,-4 3 0 0,1 1 0 0,-3 2 4 0,0 2-3 16,-3 1-2-16,-1 1-15 0,-4 0-20 0,-2 3-6 0,-4 1 9 15,-1 2 10-15,-3 2 19 0,-1 3-1 0,-2-1-9 0,-2 3 3 0,-1 2 4 16,-2 3 11-16,-2 1 4 0,0 2 2 0,2 4 2 0,-2 2 1 15,2 4 8-15,4 1 0 0,0 4 0 0,2 2-1 0,3 3-8 0,1 3-8 16,3 2-2-16,3 4-10 0,2 4-4 0,2 4-4 0,4 0-19 0,4 5-11 16,2-1-42-16,4 4-54 0,2 1-50 0,2 1-50 0,5 1-25 15,4 1-20-15,2 2-27 0,4-2-210 0</inkml:trace>
  <inkml:trace contextRef="#ctx0" brushRef="#br0" timeOffset="5650.03">12842 7885 1510 0,'8'-17'34'16,"4"-1"-49"-16,7-4 11 0,4 2 2 0,4 1 6 0,4 0 3 0,4-1-4 15,4-2-2-15,3 1 1 0,2-1-9 0,1 1 1 0,1 3 4 16,0 1-3-16,0 1 8 0,2 1 2 0,-1 0-5 0,1-1 3 0,0 0 2 16,-1 1-5-16,-1-1 3 0,1 0 0 0,0 0-3 0,-2 2 3 15,-1-1 1-15,-2 1-1 0,1 0 0 0,-2 0 1 0,-2-1-2 0,1 1 2 16,-3-1 0-16,1 1-2 0,-2 0 6 0,-3-2-1 0,-1 0 4 0,-1 0-2 16,-2 1 2-16,-2 0 2 0,1 0-5 0,-2 1 2 0,-2 2-5 15,-1 0-3-15,-1 1 1 0,-2 2-6 0,0 1 1 0,-1 0-10 0,-4 2-1 16,1 0-26-16,-1 1-39 0,-1 1-36 0,-1 2-42 0,1-1-27 0,-2 0-17 15,-1 1-6-15,-3-1-34 0,-1-2-93 0</inkml:trace>
  <inkml:trace contextRef="#ctx0" brushRef="#br0" timeOffset="5968.03">14710 6729 1499 0,'-3'-10'136'0,"2"2"-165"16,3-1-18-16,7 2 3 0,4 3 16 0,4 1 11 0,3 0 5 0,2 0 5 15,3 1 0-15,2-2 0 0,0 1 2 0,2 0 0 0,0 0 3 16,0 2 3-16,1 2-1 0,2 1 1 0,-2 0 3 0,1 2-5 0,-1-1 3 16,2 0-1-16,-1 1 2 0,2-2-2 0,-2 1 2 0,3 1 0 15,0 0-1-15,0 0 6 0,0 1-3 0,-2-1 0 0,0 1 0 0,0 1-2 16,-1 0 0-16,0 0 2 0,0 0 3 0,-3 0 3 0,-1-1 6 0,-1 2 1 15,-4 0-1-15,0 0-1 0,-3 0 0 0,-1 0 2 0,-3 0 1 16,-3 1 3-16,0-1-1 0,-4 2-3 0,-1 2 1 0,-3 1 2 0,-1 2 1 16,-4 2-4-16,-3 3-5 0,-4 3-8 0,-2 3-2 0,-3 3-8 0,-3 3-3 15,-4 4-7-15,-1 3-18 0,-4 7-20 0,-2 1-40 0,-2 4-37 16,-1 4-33-16,0 4-33 0,0 4-26 0,0 2-34 0,1 3-202 0</inkml:trace>
  <inkml:trace contextRef="#ctx0" brushRef="#br0" timeOffset="7017.04">16418 10406 871 0,'-17'-14'153'16,"-1"1"-137"-16,-3 0 37 0,6 7-10 0,4 3-8 0,3 3-5 15,0 3-7-15,2 1-6 0,3 4-3 0,-1 3-9 0,1 4 3 0,0 3-4 16,1 4-4-16,0 3 4 0,2 2-7 0,1 2 2 0,2 3-1 0,0 4-1 15,2 1-2-15,-1 4 1 0,1 2-6 0,2 0 7 0,0 3 0 16,1 2-1-16,1 3 8 0,0 2-8 0,0 2 3 0,-2 2-1 0,0 1-5 16,1 1 4-16,0-1 0 0,0 0-2 0,-1-1 10 0,0 0 1 0,-1-2 0 15,0-2 6-15,-1-3-1 0,1-3 11 0,-1-3 16 0,0 0 13 16,-1-2 9-16,-1-4 1 0,-1-2-5 0,-1-2-9 0,-1-1-4 0,1-2-7 16,-1-3-7-16,-1-1-13 0,1-3-5 0,-1-3 4 0,1 1-5 15,0-1 2-15,0-2-5 0,1-1-13 0,0 0-3 0,1-2-8 0,1 1-23 16,0-1-42-16,1-1-35 0,0-3-38 0,0-1-26 0,0 0-21 0,1-2-21 15,-1-1-45-15,-1-1-109 0</inkml:trace>
  <inkml:trace contextRef="#ctx0" brushRef="#br0" timeOffset="7334.04">16221 12249 1515 0,'-12'5'39'0,"2"3"22"0,-1 6-28 0,4 6-18 0,4 2-7 0,2 5-2 16,3 2 4-16,3 1 1 0,2-2 0 0,4 1 2 0,2-4-4 0,1-1 3 15,3 0-8-15,-1-3-5 0,2 0 3 0,1-3-4 0,0-4 6 16,1-2-1-16,0-3 1 0,-1-4 3 0,2-2 2 0,0-2 12 0,1-2 7 16,0-3 4-16,2-3-2 0,-1-3-7 0,2-3-6 0,2-3-4 15,2-3 3-15,0 0-3 0,1-2 1 0,-2 0-7 0,-1 0 3 0,2 0-2 16,-2 0-2-16,0 2 4 0,-1 0-9 0,-1 0-1 0,-2 3 3 0,-1 1-3 15,0 1 4-15,-4 1-2 0,2 1-4 0,-3 2 2 0,-1 3-5 16,-2 0 0-16,1 2-3 0,-1 2-3 0,-1 1-5 0,-1 1-4 0,2 1-3 16,-1 2-5-16,-1 1-21 0,0 1-26 0,-1 0-24 0,-1 0-18 0,1 0-20 15,-1 3-18-15,0-1-34 0,1 0-33 0,-1 2-34 0,3-1-192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43:36.6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11827 4742 573 0,'-18'-16'-20'0,"2"-2"43"0,-4-4 19 0,6 5-6 0,2 3-12 16,3 1 1-16,0 3-5 0,0 1-7 0,2 0-1 0,2 2-3 0,1 0-6 16,1 0 2-16,1 1-6 0,1 0 0 0,0 1-2 0,2 0-2 15,2-1-1-15,2-1 2 0,1-1 2 0,3 0 0 0,3-1 5 0,1-2-5 16,5 0 5-16,2-2 2 0,2 1 0 0,3-2 2 0,3-1 2 0,2-1 5 15,4 0 2-15,4-2 6 0,2-1-2 0,3-2 0 0,5 2 0 16,3-3 0-16,2 1 4 0,1 1-1 0,3 0 0 0,-1 1-1 0,2 3 0 16,0 0-1-16,1 0-4 0,0 3 3 0,-1 2-3 0,1 0-3 0,-1 3 3 15,-1 0-4-15,-2 2 4 0,0 1 1 0,-3 2-4 0,1 1 2 16,-1 2 1-16,1 1 0 0,1 1-1 0,-1 1 0 0,0 2-6 0,1 1-6 16,1 1 3-16,0 3-5 0,-1 3-1 0,0-1 2 0,-1 4-5 15,1 3 8-15,-1 1-4 0,-3 3 1 0,0 4-2 0,-3 0-5 0,-1 4 2 16,-5 1-6-16,-1 2-1 0,-1 1-2 0,-5 1-1 0,-2 4 2 0,-4-1 7 15,-6 3 0-15,-4 4 1 0,-5 3 3 0,-5 2-3 0,-4 1 0 16,-4 1 1-16,-4 0 0 0,-5 2 2 0,-3 1-5 0,-4-1 7 0,-4 1 1 16,-5-1 0-16,-4-1 8 0,-3 1-7 0,-3-1 1 0,-1-1-3 0,-3 0 3 15,-2-3-2-15,-2-1-1 0,-3-1-3 0,-2-1-10 0,-1-1 9 16,-3-3-1-16,0-3 3 0,-3 2 6 0,-1-5-9 0,-1-1 3 0,-2-1 0 16,-2 0 0-16,-1 0-1 0,0-4-2 0,-2 1-1 0,1-6 6 15,0-1-2-15,-1-2 3 0,-1 0 4 0,-1-1 0 0,1-2 3 16,-1-2 3-16,2-2 6 0,1-2 3 0,1-4 2 0,2-1 6 0,3-2 3 0,3-4 2 15,2-1 5-15,0-2-3 0,2-1-2 0,2-2-6 16,2-1-2-16,1-1-5 0,3-2-3 0,1-1 2 0,2-1 1 0,4-2-2 0,2-2 3 16,2-2-4-16,3-1-5 0,2-1-2 0,3-2-5 0,3 0-9 0,3 0 1 15,3-3-12-15,3-1 0 0,5-4-7 0,4-4-8 0,3-3 2 16,3-2-5-16,5-4-6 0,5-2-2 0,5-4-18 0,3-2 3 0,4-2-2 16,1 3-2-16,0 1 7 0,1 2-2 0,-2 4-3 0,-2 3-4 15,-1 3-2-15,-2 4-9 0,-3-1-6 0,0 3-8 0,-3 2-4 0,0 1-3 16,0 3 3-16,-3 2 0 0,-4 5 2 0,0 2 1 0,-2 3-15 0,-2 3-61 15</inkml:trace>
  <inkml:trace contextRef="#ctx0" brushRef="#br0" timeOffset="766.99">11966 7261 1323 0,'-41'-15'-117'0,"1"-1"88"0,-6-4 77 0,14 4-4 15,10 4-33-15,4 3-11 0,4 1-5 0,3 1-3 0,4 0-7 16,1 1-13-16,3 2-21 0,3 1-23 0,1 0-2 0,3 0-1 0,3-1 13 16,0-1 9-16,2 0-6 0,2 0-2 0,0-1-6 0,2 0 2 0,-1 1 6 15,1 0 6-15,1 1 12 0,-2 1 8 0,1 0 6 0,-3 2 9 16,1-1 7-16,0 0 4 0,0 0 6 0,-1-1 3 0,0 1 0 0,0-2 2 16,1 0 3-16,0-1 3 0,0 0 9 0,1 0 6 0,0-1 8 0,0 0 3 15,0-1 6-15,1 0 8 0,-1-1 5 0,0-1 8 0,0 1-1 16,1 3-2-16,1 0-12 0,0 1-1 0,-1 0-1 0,2 0-5 0,0 0 2 15,0 0-5-15,-1 1-4 0,1 1 1 0,0 1-3 16,1-1-1-16,-1 2-2 0,1 0-1 0,2-1 0 0,2 1-7 0,1 0-1 0,3 0-4 16,0 0-6-16,4 0 0 0,1 1-4 0,0-1 1 0,4 2 0 0,2 0-6 15,0-1 1-15,4 2-2 0,0 0 0 0,1 0 3 0,2 1-6 16,0 0 2-16,0 1-3 0,0 2-2 0,-1 1 5 0,-2 2 8 0,0 1 1 16,-2 2 0-16,0 0-2 0,0 0-10 0,-2 2 4 0,0 2 1 15,-3 0-2-15,0 0 0 0,-2 2-4 0,0 1 3 0,-4 1 0 0,0 1-1 16,-2 2 2-16,-1 2-2 0,-1 2 3 0,0 1-3 0,-1 2 0 0,0 0 3 15,-2 1 0-15,-1 0-1 0,0 1 2 0,-2 0-5 0,0 0 1 16,0-1-5-16,-1-1 1 0,-1 0 9 0,1-1 5 0,-2 1 5 0,0 0 1 16,0 1-9-16,-4-1-1 0,-1 3 1 0,-2-1-1 0,-2 3 1 0,0-1 1 15,-1 2 1-15,-1-1 1 0,-2 0-1 0,-2 2-4 0,0 0 1 16,-2 2-2-16,-1 1-1 0,-1 1 3 0,-2 0 2 0,1 1 0 0,-2 0 3 16,-2-3-5-16,0 0-1 0,-3-2-1 0,0 1-3 0,-2 1-1 0,-1 1 2 15,-2-1-4-15,-2-1 2 0,-3-1-1 0,-3-1 1 0,-2-1 1 16,-1-3-5-16,-3-4 6 0,1-3 6 0,-4-2 3 0,0-2 9 0,-2-2-3 15,0-3-4-15,-2-3-3 0,-2-1 0 0,1-1 4 0,-2-4 2 16,-1-2 0-16,1-3-1 0,-2-3-4 0,-1-3 3 0,-3-3-5 0,1-1 1 16,-1-4 2-16,1-3 0 0,0-1 3 0,-2-2 0 0,1-4-11 0,1-1 7 15,0-2 2-15,1-3-3 0,0 0 14 0,3-4-7 0,0 0 0 16,1-2 3-16,0 2-7 0,4-2 0 0,1 2-3 0,1-3 0 0,2 2-5 16,0-2 1-16,3 3-3 0,1 0-3 0,3 3-2 0,0-1-4 0,4 2-4 15,1-1-4-15,3 1-1 0,3 0-15 0,1 1-4 0,2 3 4 16,2 0-5-16,3 2 4 0,4-1-6 0,3 0-16 0,2 1-6 0,2 1-8 15,4 1-15-15,4 2-19 0,3 2-23 0,3 1-17 0,1 1-9 16,3 2-10-16,2 2-45 0,0 4-50 0</inkml:trace>
  <inkml:trace contextRef="#ctx0" brushRef="#br0" timeOffset="1483.64">12002 10390 1117 0,'-27'-6'-85'0,"2"-1"91"0,-2-2 18 0,11 2-13 0,7 0-18 0,3 1-10 16,3-2-4-16,3 0-5 0,3-3 2 0,3-3 1 0,2-1-1 0,2-1 1 15,1-3-4-15,4 0 0 0,1-1-2 0,2-2-3 0,-1 2 7 16,2 2 3-16,0-1 6 0,-1 1 8 0,2 1 1 0,0 0 3 0,1 0 1 15,1 1 0-15,-1 0 2 0,1 0 4 0,-2-1 2 0,1 1 2 16,-1 2 2-16,0 0 4 0,3-1 5 0,-1 0 3 0,1 1 8 0,1-1 1 16,-2 0 2-16,1 1 3 0,-1 1 2 0,0-1 6 0,0 1-1 0,-1 2 1 15,-1 1 0-15,-1 2-4 0,-1 3-1 0,0-1-5 0,0 3-2 16,0 1-6-16,0 1-2 0,0 2-1 0,-1 0-2 0,0 2 2 0,2 2-4 16,0 1-3-16,0 1-4 0,3 2-1 0,0 1 1 0,1 2-3 0,0 1-1 15,1 0-4-15,0 3 0 0,2 1-3 0,0 1-2 0,2 2 2 16,-1 1-5-16,3 3 3 0,-1 0-4 0,0 2-4 0,1 2-1 0,0 1-5 15,-1-1 1-15,0 2 1 0,1 0 5 0,-2 0 2 0,1 2 4 0,-1 1-4 16,0-1 2-16,-2 1-2 0,2-1 1 0,-1 2-4 0,-1 1 0 16,0 1 0-16,-4 2-1 0,-1 0 1 0,-1 1-2 0,-3 1-2 0,0 0 0 15,-1 3 2-15,-3-1-3 0,0 1 0 0,-3-1 3 0,-1 1-1 16,-2-2 3-16,-2-1-1 0,-1 0 4 0,-3-1-1 0,0-1-1 0,-2-2 1 16,-2-1-4-16,-1-2 1 0,-2-4-5 0,-2 1 2 0,-2-3 2 0,-4 1-7 15,-1-1 1-15,-2-3 0 0,-2 1-3 0,0-3 9 0,-3 0 6 16,-3-1 5-16,-2-2 6 0,-5-1 2 0,1 0 4 0,-4-4 3 0,2-1 6 15,-2-2-2-15,-2-2 5 0,-1-2 4 0,-2-2-2 0,1-3 2 0,-1-1-6 16,-2-3-2-16,-2-2-6 0,-1-2-1 0,-1-2 0 0,-3-1-1 16,-1-2 5-16,-2 1 3 0,1-3 4 0,-2-2 5 0,1-1 8 0,0 1-3 15,0-1 3-15,1 0-5 0,2 0-8 0,0 1 2 0,3-3-5 16,2 0-1-16,4 2-5 0,1 1-4 0,3 2-9 0,2 0-1 0,3 1-1 16,5 2-6-16,3 0-1 0,1 1-9 0,5-1-8 0,1 1-9 0,3 1-19 15,4 0-20-15,4 0-35 0,3 2-36 0,2-2-43 0,4-1-40 16,2 0-76-16,3-2-11 0</inkml:trace>
  <inkml:trace contextRef="#ctx0" brushRef="#br0" timeOffset="2399.64">11799 12513 1016 0,'-19'5'51'0,"2"-1"-108"0,-1 0 111 0,12-3-23 0,6-1-32 0,1-1-11 16,6 1 0-16,3-1 7 0,3 1 5 0,3-1 1 0,1 1 2 16,3-1 1-16,4 2 0 0,0-1-4 0,4 1 0 0,0 1-4 0,3 0-2 15,1 1 0-15,2 0 3 0,1 0 4 0,2 1-2 0,0 1 1 0,1 0-2 16,1 1 2-16,-2 1 2 0,3-1 3 0,-1 1-2 0,2 0-1 15,0 0 5-15,0 0-4 0,0 0 4 0,1 0-2 0,2-1-6 0,-2 0 5 16,0 0-2-16,1 1-6 0,-2 1 2 0,1 1 5 0,0 0 0 16,-4 1 6-16,1 3 7 0,-1 2-8 0,-1 3 2 0,2 0 1 0,-4 2-2 15,1 1 1-15,1 0 0 0,-2 2 3 0,1 0 1 0,-1-1 0 0,0 2 4 16,0 0 2-16,0 2-4 0,1 1 5 0,-2-1-7 0,1 2 0 16,-4-1 1-16,0 2-5 0,-1-1 1 0,0 2-1 0,-2 0-3 0,1 2-4 15,-3 1-5-15,1 2 4 0,-2 0 2 0,-1 3-2 0,-1 2 6 0,-2 2-7 16,0 1-4-16,-2 3 3 0,-2 1-3 0,-1 2-2 0,-1 2 2 15,-2 1-8-15,-2 1-5 0,-2 1-16 0,-1 2-6 0,-3 2-5 0,-1 1-4 16,-2 2 0-16,-2 0-1 0,-1 2 1 0,-4-1 6 0,-2-1 14 16,-4-3 1-16,-4-3 9 0,-4-5 1 0,-3-5 5 0,-2-4 8 0,-5-4 2 15,-1-3 5-15,-4-2 0 0,-2-2-1 0,-3-5 5 0,-4-2 3 0,0-4 6 16,-4-2 10-16,-5-3 9 0,-2-2 11 0,-2-4 9 0,-5-2 3 16,1-5 2-16,-2-1 4 0,-2-2-2 0,-1-3-2 0,0-1 3 0,1-1-3 15,0-3-5-15,1 0 4 0,0 0-6 0,1 0-8 0,3-1-1 0,2-1-8 16,0-1 1-16,3-1-3 0,3 0-4 0,2-2-13 0,3-2-2 15,1-1-6-15,3 0-4 0,0-1-2 0,2-1-8 0,3 2 15 0,3-2-1 16,1 0 4-16,2 1-1 0,0-1-15 0,4 0 1 0,0 3-1 16,3-1 5-16,1 1-1 0,1 3 0 0,2-1-4 0,1 0-4 0,2 0 6 15,2 1-4-15,3-1-1 0,1 1 1 0,1 1-13 0,1 0 2 0,2-1-2 16,1 1 3-16,0 1 2 0,2 0 1 0,1 1 1 0,1 0 2 16,0 0 5-16,1-1-4 0,1 2 5 0,1 1-4 0,0-1-1 0,2 1 4 15,0 0-3-15,1 1-1 0,1-1-1 0,0 2 1 0,1-1-4 0,1 0 4 16,-1 1-1-16,2 1 2 0,-1 0 0 0,1 1 1 0,-1 1 2 15,1 1-3-15,2 2-1 0,-1-2 2 0,1 1 2 0,0 0 2 0,-1 0-5 16,1 2 6-16,-1 0-2 0,1 0 0 0,-1 0 5 0,0-1-2 16,2-1-3-16,-2 1 0 0,1 0 1 0,0 0-2 0,0 0 2 0,0-1 1 15,-1 0 3-15,0 0-3 0,2 1 1 0,-1-1 0 0,0 0-6 0,1 1 2 16,-2 0 1-16,-1 0-1 0,1 1 4 0,0 0 1 0,-2 1-1 16,0 0-2-16,0 0-1 0,-1 0 1 0,0 0-3 0,0 1 1 0,-1-1 3 15,0 1-4-15,1 0 4 0,0 0-1 0,0 0-4 0,0 0-2 0,0 1-3 16,0-2-7-16,1 1 0 0,1-1-8 0,-1-1-1 0,3 1-14 15,1-2-11-15,0-1-29 0,2-1-44 0,-1-1-37 0,1-3-38 0,2-1-22 16,0-4-17-16,2-4-181 0</inkml:trace>
  <inkml:trace contextRef="#ctx0" brushRef="#br0" timeOffset="6683.18">22107 7964 545 0,'4'-8'23'0,"3"0"-21"0,4-1 0 0,3 2 0 16,2 2 2-16,1 0-1 0,4 0 1 0,2 0 2 0,2 0-2 0,5 2-3 15,-1 0-1-15,3 0 2 0,-1 1-2 0,1 1 1 0,1 0 2 0,1 0 0 16,1 1 1-16,0-1 1 0,1 0-4 0,0-1 2 0,2 0 0 16,-2-1 1-16,1 0 3 0,1-1 1 0,0-2 0 0,1 1-1 0,-1-1 2 15,2-2 1-15,2 1 4 0,-3-2 3 0,0-1 5 0,0 0 1 0,-2-2 2 16,1-1 1-16,-1 0 0 0,-2-1 1 0,1-2 2 0,0-1 4 16,0-1 0-16,-1-2 3 0,-1 0-1 0,0-1-3 0,-3-1 4 0,1 0 3 15,-1 1 4-15,0-2 1 0,-2 0-5 0,0-2-6 0,-3-1-1 16,1 1 0-16,-1-1 2 0,-2 2 1 0,0-1 1 0,-3-1-4 0,1 0-2 15,-1-1 0-15,-2-2-9 0,1-2-8 0,0-1-2 0,-3-1-6 16,1 1 4-16,-1-2 2 0,-2-1-2 0,-2-1-10 0,-1-4-4 0,-1 2 0 16,-2-3-6-16,-1 0 1 0,-2 1-8 0,-2-2-3 0,-1-1 0 0,-3 1 2 15,-1-1 4-15,-1-1-3 0,-3 2 4 0,-2 1 3 0,-1 0 1 16,-3 3 8-16,-2 0 0 0,0-2 2 0,-4 5 6 0,-2-3 2 0,-1 2 8 16,-1 1 0-16,-2-3 0 0,-2 2-6 0,-2 0-4 0,-2 2-4 0,-1 1 1 15,-1 0 3-15,-1-1-2 0,-2 1-1 0,-3 2-3 0,-3 1-2 16,-2 4-2-16,-5 0-3 0,0 1-2 0,-4 2 1 0,-1 1 0 0,-2 1-1 15,-2 3-1-15,-1 1 2 0,-2 2-4 0,0 3 3 0,-2 3 11 16,-1 1-10-16,-2 3 6 0,-1 2 1 0,-1 1-7 0,0 3 6 0,-1 1-1 16,0 1 0-16,0 2 0 0,-1 1 2 0,2 1 2 0,2 2-1 0,2 2 3 15,4 1 1-15,2 3 0 0,1 2 3 0,2 0-4 0,2 5 3 16,0 3-5-16,0 3 1 0,4 3 1 0,0 2-2 0,3 2 2 0,-1 4-1 16,3 0-2-16,2 2 0 0,-1 1 1 0,3 2 1 0,1 2-2 0,1 1-8 15,3 3 4-15,2 0 0 0,3 3-1 0,1 0 10 0,4 0-6 16,-1 1-3-16,4 1 3 0,3 0-3 0,2-2 2 0,5-1-5 0,3-1 0 15,3-1-10-15,3 0 12 0,3 0 1 0,2-2-2 0,3 0 6 0,2-2-10 16,2 0-8-16,3 0-1 0,3-1-3 0,1-2-12 0,3 1-4 16,0-4-11-16,4-1-20 0,0 1-26 0,4-1-14 0,1-2-8 0,3 0 14 15,2-2 23-15,2-1 14 0,0-1 4 0,3 0-3 0,2-2-9 16,0-1-17-16,0-3-102 0</inkml:trace>
  <inkml:trace contextRef="#ctx0" brushRef="#br0" timeOffset="7333.18">21733 10479 1883 0,'-6'-7'-4'0,"2"3"45"0,0-3-61 0,4 3-23 15,3 1-2-15,0 0-2 0,3-1 8 0,2 1 9 0,2-1 0 0,5 2 3 16,5-2 0-16,4 1-1 0,5 0 3 0,2 0-2 0,3 2 0 16,1 0 3-16,3 0 1 0,1 2 6 0,1-1 4 0,3 1 6 0,-2 0 1 15,2 0-3-15,1-1 0 0,-1 0-8 0,2 0-3 0,0 0-7 16,3 1-5-16,-2-2-2 0,3 1-4 0,1-1-1 0,0 0 4 0,1-1 9 15,0-1 9-15,-1 1 10 0,-1-2 5 0,1 1-1 0,-2-1 2 0,0-1-1 16,-2 2 0-16,0-1-1 0,1 0 4 0,0-1 3 0,0 1-4 16,-1 1 4-16,-2 0 0 0,0 1 6 0,-3-1 12 0,-2 1 4 0,0 0 6 15,-3 0-1-15,1 0 1 0,-2 1 6 0,-2 0 0 0,0 0 0 0,-3 0-3 16,0 0-5-16,-1-1-4 0,0-1 0 0,-1 0 1 0,0 0 0 16,-2-2 3-16,0 0-7 0,-1-1-2 0,-2-1-5 0,2 0-6 0,-1-1 2 15,-1 0-1-15,1 0-5 0,-1 0 0 0,0-3-1 0,-1 0-1 16,-1-2 0-16,-1 0-1 0,1 0 3 0,-1-2 1 0,2 0 2 0,-1-2 1 15,-2 1 3-15,1-4-2 0,-3 0 2 0,-1 0 1 0,0-2-2 0,-1-2 8 16,-2 0-7-16,-1-4-6 0,-4 0-4 0,0-1-6 0,-2-1-1 16,-2-2-4-16,-3 0-3 0,-3-4-7 0,-4 0-9 0,-3-1-1 0,-3 0-6 15,-4 0 4-15,-6-3 5 0,-3 0 10 0,-8-2 3 0,-3-1 16 0,-4 2 14 16,-3 0 1-16,-1 0 13 0,-5 0-2 0,-3 1-7 0,-3 1 11 16,0 1-2-16,-2 0 0 0,-1-1-2 0,-1 1-13 0,-3 1-2 0,-2 1-9 15,-2 0-5-15,-3 0-1 0,2 0-8 0,-3 1 0 0,1 3 2 0,-2 0-1 16,-1 4 7-16,0 0 3 0,0 1-4 0,-1 2 2 0,0 3 2 15,2 1 4-15,1 3 3 0,2 2 1 0,2 3-1 0,2 2-7 0,2 2-2 16,4 3 0-16,3 2-6 0,4 4-2 0,1 3-2 0,3 2-5 16,2 3-1-16,2 2-7 0,4 3 1 0,2 1-8 0,3 4-5 0,4 2-5 15,1 2-11-15,3 4-5 0,5 1-15 0,1 4-11 0,4 3-8 0,3 4-22 16,2 4-22-16,3 3-29 0,3 4-29 0,3 3-4 0,2 4-3 16,4 2-126-16</inkml:trace>
  <inkml:trace contextRef="#ctx0" brushRef="#br0" timeOffset="8650.73">21405 11517 2042 0,'-8'-3'160'0,"1"-1"-106"0,-1 0-46 0,3 1-17 16,2-1-16-16,0 1-18 0,2 1-27 0,1-1-16 0,1 2-15 0,1 0-5 15,0-1-13-15,0 0-5 0,3 0-6 0,2-1 0 0,2 0 17 0,3 0 21 16,2-1 23-16,2-1 16 0,4 0 7 0,2-1 4 0,2 0-4 15,3-2-4-15,0-1 6 0,5 0 6 0,4-1 9 0,1-1 13 0,1 1 9 16,0 2 6-16,-1 0 7 0,1-1 1 0,1 0 0 0,1 0 5 16,-2-1 1-16,1 2 5 0,-2 0 0 0,0 1 0 0,-1 0 0 0,-1 0 3 15,1 2 6-15,-2 0 8 0,1 1 10 0,-2 1 10 0,1 1 7 0,-2-1 2 16,-2 2-1-16,0 0-4 0,0-1-5 0,-1 2-5 0,2-1-6 16,-1 1-7-16,1 1-2 0,-2 1-10 0,2 0-4 0,-2 0-5 0,2 1-8 15,0 0 6-15,3 2 1 0,-1 0 1 0,0 1-2 0,2 1-5 0,-1 1 0 16,2 0 1-16,-1 2-3 0,1 1 3 0,-3 1-3 0,2 0-5 15,0 2 13-15,-2 0 1 0,1 3 8 0,-2 3 8 0,0-1-14 0,-1 3-1 16,-1 2-1-16,-2-1-9 0,0 4 10 0,-2 0-2 0,1 4 0 0,-2 1-1 16,-1 5-5-16,-1 2 0 0,-1 1-3 0,0 4 1 0,0 0-6 15,-2 4 2-15,1 2-6 0,-2 4 4 0,-4 0 2 0,-1 1-4 0,-2 0 5 16,-2 0-11-16,-2 1-8 0,-2 0-5 0,-3 0-6 0,-2 1-5 16,-2 0-4-16,-2 0 4 0,-3-2 3 0,-1 1 12 0,-3-3 10 0,0-3 7 15,-3 0 3-15,0-4 1 0,-4 0 7 0,0-3-4 0,-2-1 3 0,1-2 4 16,0-1-5-16,-1-2 1 0,1-2-1 0,-1 0 0 0,-1-1-7 15,1-3 7-15,-3 1 3 0,-1-1-2 0,0 0 7 0,-1 0-1 0,-1-1-4 16,1-1 5-16,-2 0-2 0,0-1 1 0,-1 0 6 0,2 2 2 0,-2 0 1 16,-1-1-1-16,1 0 2 0,-2-3-9 0,-1 0 0 0,-1-3-9 15,-3 0-4-15,-1 0-10 0,-1-4 4 0,0-1-5 0,-1-2-4 0,0-3 7 16,-2-3-9-16,-2-1 2 0,0-3-5 0,-1-4-3 0,-2-3-2 16,1-3 2-16,-1-2 6 0,-1-3 2 0,2-2 2 0,-2-1 2 0,1-2 2 15,-2-1 1-15,2-1 7 0,1-1 3 0,1 0 4 0,-2 0 6 0,3 1 4 16,0-2 11-16,0 0 8 0,2 1 8 0,1-3 7 0,1 1 0 15,3-1 6-15,1-1-6 0,2 0 2 0,1 0-8 0,2 0-14 0,0-1-3 16,1 0-13-16,1-2-4 0,2-1-2 0,2-1-6 0,1-2-6 0,0 0 6 16,2-1-1-16,-1-1-5 0,1-1 3 0,2-1-3 0,-1-3 3 15,2 1 2-15,1 0 2 0,0-2-5 0,2 1-5 0,1-3 4 0,2 2-4 16,1-1 2-16,2 1 1 0,1 1-2 0,0 0-1 0,2 0 5 16,1 0-7-16,2 1 0 0,1 0-5 0,1 3-6 0,1 0 2 0,2 3 5 15,0 0 6-15,2 3 5 0,0 0 2 0,-1 3-2 0,3 1 2 0,-1 2-2 16,1 3-5-16,0 0 1 0,1 2-2 0,0 0-7 0,0 2 3 15,0 2-4-15,0 0-1 0,0 1 1 0,0 1-5 0,0 2-2 0,0 0-10 16,-2 1-2-16,1 2-3 0,0 1-1 0,0 1 2 0,-1 1 0 0,0 0 2 16,1 1 2-16,-1 1 5 0,0 0 8 0,-1 1 4 0,0 0 4 15,0 1 0-15,-1-1 1 0,-1 1 5 0,1 1 2 0,-2-1 3 0,1 2-1 16,-1-2 3-16,0 1 3 0,-1 0-2 0,0-1 4 0,0 0-5 16,0 1 2-16,-1 0 5 0,0 1 0 0,0-2-5 0,-1 2-3 0,0 0 2 15,0-1-4-15,0 1 5 0,0-2-3 0,0 1-7 0,0-1 0 0,0 0-8 16,0 0 1-16,0-1 0 0,0 1 0 0,0-1 3 0,0 0-5 15,0 1 3-15,-1 0 8 0,1 0-2 0,0 0 7 0,0-1-4 0,0 1 2 16,-1-1 2-16,1 0-1 0,-1 0 4 0,1-1 1 0,0 1 1 0,-1 0-1 16,1-1 0-16,0 0-1 0,-1 1 2 0,1 0 1 0,-1 1-2 15,-1-1 1-15,2-1-5 0,-1 1 6 0,0 0-3 0,0 0 3 0,0-1 0 16,1 1-2-16,-1-1-1 0,0 1-7 0,0 0 1 0,-1-1 1 16,1 1 1-16,0-1-3 0,0 1 4 0,0-1-5 0,0 0 1 0,-1 0 4 15,1 1-7-15,0-1 3 0,0-1 0 0,-1 2 3 0,1 0 6 0,-1 0-5 16,0 1 3-16,0-1 6 0,0 0-5 0,0 1 6 0,0-1-6 15,0 1-1-15,1-1 2 0,-1 0-5 0,0 0 4 0,0 0-7 0,1 1 1 16,-1-1 0-16,1 0 1 0,-1 1-1 0,-1-1-1 0,1 0-2 0,-1 0-2 16,1 1-1-16,-1-1 2 0,1 1 5 0,-1-1-6 0,1 1 2 15,0-1-7-15,0 0 5 0,0-1-1 0,1 0-2 0,-1 0 4 0,0 0 0 16,0 0 2-16,0 1 7 0,1-1 0 0,-1 0-2 0,1 0 2 16,-2 0-7-16,1 0 4 0,0 1-2 0,0-1-2 0,1 1 0 0,-1-1-2 15,0 0 4-15,0 1 2 0,-1 0 1 0,2 0-1 0,-2 0-1 0,1-1 2 16,0 1 2-16,0 0-1 0,1-1-1 0,-1 1-2 0,1-1-2 15,-1 0 1-15,0 0 1 0,1-1-6 0,0 1 4 0,-1-1-4 16,2 0 2-16,-2 1-1 0,1-1-5 0,0 0 4 0,0 0-3 0,-1 0 0 16,1-1 4-16,-1 1-1 0,2 0 6 0,-1 0-1 0,0 1-1 0,0-1-2 15,0 0-1-15,-1 0-1 0,1 0 2 0,0 1-1 0,-1-2 4 0,1 2-4 16,-1-1 2-16,1 0-1 0,-1 1-4 0,0-1 2 0,1 1-2 0,-1-1-3 16,0 1-5-16,0 0 0 0,1 0-5 0,0 0 3 0,-1 0-1 15,1 0 1-15,0 0 2 0,-1 0-5 0,0 0 4 0,0 1-6 16,0-1 0-16,1-1-8 0,-1 2-9 0,0-2 0 0,0 1-14 0,0 0-7 15,0-1-13-15,0 0-20 0,0 0-12 0,1 1-22 0,0 0-22 0,-1-1-16 16,1 0-22-16,0-2-17 0,-1 2-3 0,0-1-39 0,-1 1-26 16</inkml:trace>
  <inkml:trace contextRef="#ctx0" brushRef="#br0" timeOffset="10300.67">25039 9740 2752 0,'-1'1'-22'0,"3"-1"-46"0,1 2-10 0,5 1 22 0,3 0 28 16,5 2 17-16,2 0 11 0,4 0 0 0,3 0-6 0,1 0-2 15,5 1-9-15,1-1-8 0,2 1-7 0,2 0-8 0,1-2 3 0,1 2-2 16,2-1 4-16,0-1-2 0,-1-2-2 0,1 0-12 0,0-2-13 16,-1 0-18-16,2 0-19 0,0-1-23 0,-2-1-19 0,-1-1-20 0,0-2-24 15,-3-1-14-15,-1 2-24 0,-4-2-20 0,-2 1-43 0,-5-2 20 0</inkml:trace>
  <inkml:trace contextRef="#ctx0" brushRef="#br0" timeOffset="10517.67">25756 10157 935 0,'17'5'461'0,"4"1"-426"0,6 3-32 0,-1-1-26 0,-1-2 4 16,-1-1 5-16,1 0 11 0,-1-2-11 0,0 0-25 0,1-2-42 15,-2-1-57-15,1 0-46 0,-3-1-36 0,-2-2-16 0,1 0-52 0</inkml:trace>
  <inkml:trace contextRef="#ctx0" brushRef="#br0" timeOffset="10816.67">26479 9340 929 0,'-6'0'157'0,"0"1"-131"0,0 2-14 16,3 1-13-16,2 1 3 0,3 2 10 0,0 1 1 0,2 2-3 16,1 2-2-16,1 2-6 0,2 0-3 0,1 1 1 0,0 1-6 0,2 3 4 15,0-2-4-15,0 1-2 0,1 1 11 0,0 1 0 0,1-1 3 0,2 1 3 16,0 0-6-16,2-1-3 0,0 2 5 0,3 0-3 0,0-1 0 16,0 1 3-16,0 1-5 0,0-2 3 0,-1 2-1 0,1 0 0 0,-1 0 10 15,0 0 3-15,1-1 13 0,-2-3 12 0,0 1 9 0,-1-2 7 0,-1 0 5 16,0-1 3-16,-4-1 1 0,0-2 3 0,-1-1-1 0,-3-2 2 15,-3 0-2-15,-1-1 6 0,-2-1 8 0,-1-2 1 0,-3 0 4 0,-1-1-5 16,-3 0-13-16,-1-1-14 0,-2 0-19 0,-3 0-4 0,-2 0-15 16,-2 0-12-16,-1-1-4 0,-3-1-12 0,1 0 0 0,-2 0-10 0,-1-1-4 15,3 0-12-15,0 0-18 0,2-1-23 0,3 0-33 0,1 0-44 0,1-1-43 16,2 1-52-16,2-1-48 0,1-1-39 0,2 1-65 0,2-2 11 16</inkml:trace>
  <inkml:trace contextRef="#ctx0" brushRef="#br0" timeOffset="11466.86">27764 9383 2662 0,'-5'0'154'0,"1"2"-179"0,0 1-21 0,2 3 0 0,3 2 22 0,3 2 27 16,0 3 2-16,1 2-5 0,0 2-16 0,0 3-13 16,0 1-1-16,-2 2-10 0,2 4-1 0,-1-1 0 0,1 2-9 0,-2 0-3 0,0 1 9 15,-2-2 5-15,-1 0 3 0,-1-1 11 0,1-2 2 0,0 1 7 0,0-3 7 16,3 0 2-16,1-2 4 0,1-3 3 0,3-1 6 0,2-1 6 16,1-2 8-16,3-2 7 0,1-1 6 0,1 0 6 0,1-2 0 0,2-2 2 15,1 0-4-15,-1-2 0 0,3-1-4 0,0 0-5 0,1-1 0 16,3-1-1-16,1 0 7 0,0-1 1 0,1-1-6 0,0 0-3 0,1 1-5 15,-1-2 2-15,0 1-3 0,-1 0-2 0,0-1-1 0,-1 1-7 0,0 1 1 16,1-1-1-16,-1 0-1 0,0 0-3 0,-2 0-1 0,1 0-6 16,1 0 4-16,-1 0-3 0,1-1 2 0,-1 1-1 0,2 1-6 0,-4-1-1 15,0 0-1-15,0 0-3 0,-2 1 2 0,0 0-4 0,0 0-3 0,-3 0 0 16,0 0-3-16,-1 1 0 0,-2-1 3 0,-1 0-6 0,-1-1-2 16,0 0-11-16,-2 0-9 0,-2-1-13 0,-2-1-16 0,-1-1-27 0,-1 0-29 15,-2-2-27-15,-2-1-26 0,-1-1-7 0,-3-3 2 0,-1-3 26 0,-2-1 38 16,-2-2 32-16,-2 1 13 0,-2-2-4 0,-1-3-16 0,0 1-16 15,-1-4 1-15,-2 0 4 0,-2 0 13 0,-2-1 18 0,0 0 12 0,-3-3 14 16,0 2 12-16,-1-2 11 0,-1 0 11 0,1 1 11 0,-4 0 15 0,1 3 7 16,-3-1 9-16,1 2 0 0,-1-2-11 0,-2-1-10 0,-1 2-8 15,-2 0 0-15,-3 2 4 0,1 0 11 0,0 2 15 0,-2 3 13 0,1-1 10 16,0 1 3-16,2 2-4 0,2 1-12 0,0 1-11 0,3 0-11 0,-3 1-6 16,2 3-4-16,0 1 0 0,2 2-1 0,2 0 4 0,4 0 6 15,0 2 5-15,3 0 8 0,2 0 5 0,2 1 5 0,3 1 6 0,3 0 2 16,3 1 2-16,4 0-3 0,1 0 2 0,3 0-9 0,2 1-7 15,2 1-6-15,1 1-6 0,5 1 11 0,2 1 12 0,4 1 11 0,1 0 17 16,3 1 12-16,2 0 7 0,0-1 3 0,2 0-1 0,3 1-14 0,1 0-10 16,1 0-15-16,0 0-15 0,0 1-9 0,-1-1-8 0,2 0-3 15,-1 0-7-15,1 0-3 0,0-2-2 0,2 2-3 0,-2-1-5 0,0-1-9 16,-1 0-5-16,0 0-5 0,-3-1-7 0,1 0-6 0,-2-2-13 16,-1 0-18-16,0-1-30 0,-1-2-31 0,1 1-46 0,1-2-30 0,-1-2-27 15,4-1-31-15,-1-2-172 0</inkml:trace>
  <inkml:trace contextRef="#ctx0" brushRef="#br0" timeOffset="11966.87">29329 8895 437 0,'-2'13'146'16,"1"2"-68"-16,-1 4-9 0,1 0-2 0,0 1 7 0,0 1 15 15,2-2 3-15,1 2-8 0,1-1-16 0,-1 1-16 0,2 1-14 0,-1 2-11 16,2 0-9-16,1 1-3 0,1-1-6 0,1 0-1 0,0 0-2 0,2 0-7 16,0 0 4-16,1-1 0 0,1 2-2 0,0-1 1 0,-1-1-3 15,3 0 2-15,0-2-2 0,2-3-4 0,-1-4 3 0,1-1-3 0,1-4 10 16,1-2 5-16,0-1 11 0,1-4 15 16,0-2 12-16,-1-2 15 0,2-3 7 0,0-1 1 0,-2-3 4 0,1-2-4 0,-1-3-4 0,-2-1-7 15,0-2-12-15,-2-2-8 0,1-1 0 0,-2-1-5 0,-1-2-6 0,0-1-4 16,0 2-6-16,-2-1-5 0,0-1 1 0,-2 1-8 0,-1-1 1 15,0 2-5-15,-1 0-6 0,-2 1 0 0,1 4-3 0,-1 1-1 0,0 5-4 16,0 1-3-16,-1 3-16 0,0 3-12 0,0 2-15 0,0 3-10 16,1 2 10-16,1 3 8 0,1 3 15 0,0 4 7 0,1 5 3 0,1 3 1 15,1 5-1-15,1 3 1 0,0 2-12 0,1 2-3 0,2 2-12 0,1 2-17 16,0 0-14-16,-1 1-20 0,2-1-22 0,1-1 0 0,0 0 10 0,-2 0 20 16,1 0-12-16,-3 3-3 0,-3 4 23 0,-4 1 19 0,-1-2 55 15,-2-3 41-15,-2-8 13 0,-4-5 17 0,-3-4 10 0,-3-2 16 0,-4-3 18 16,-1-2 10-16,-3-2 1 0,-2-1-10 0,-1-1-17 0,-2-3-18 0,-2-3-10 15,1-2-4-15,-2-3-2 0,2-1 7 0,0-3 4 0,-1-2 0 16,4-1 1-16,-1-1-8 0,1-2-7 0,4 0-9 0,1-2-9 0,1-1-11 16,1-3-6-16,3-2-5 0,-1-1-1 0,3-2 2 0,2-3-12 15,2-1-13-15,3-1-21 0,2 0-20 0,2 0-10 0,3 0-14 0,2 1-6 16,2-2-9-16,2 1-10 0,2 0-13 0,1 2-11 0,1 1-15 0,1 0 2 16,0 4 10-16,1 2 11 0,0 1 12 0,-1 1 2 0,-1 2-5 15,-1 0-14-15,0-1-63 0,-2 1 10 0</inkml:trace>
  <inkml:trace contextRef="#ctx0" brushRef="#br0" timeOffset="12383.88">30148 8628 1668 0,'-1'-1'261'0,"2"1"-288"0,1 1-10 0,3 1 9 15,2 2 25-15,4 1 11 0,3 0 8 0,2 1-5 0,1 1-11 16,4 1-13-16,0 1-9 0,1 1-8 0,3 0-1 0,0 0 0 0,-1 1 3 16,1 0 4-16,-2 0 2 0,1-2 8 0,0 1 5 0,-1-3 5 0,-1 1 7 15,-1-2 3-15,-2 1-1 0,0-1 3 0,0 0-2 0,-1 0 3 16,2 0 0-16,-1-1 3 0,-1 0 0 0,0-1 4 0,-1 0 3 0,0 1-5 16,-3-1-7-16,1 1-2 0,-2 0-1 0,1 0 0 0,-2 1 4 15,0 3-7-15,0 1 8 0,-1 0-1 0,1 3 0 0,-1 0-1 0,1 1-7 16,0 2-7-16,-1-1 3 0,0 3-4 0,-2 2-5 0,-2-1 1 0,2 2-4 15,-2 1 2-15,2-2-2 0,-1 1-2 0,1 1 1 0,2-1 1 16,-2 1 3-16,3-1 6 0,0-3 2 0,1 0 0 0,1-1 3 0,-2-1-1 16,1 0 1-16,0 1 0 0,-1 1 2 0,-3-1 0 0,-1 2 2 0,-2 0 7 15,-2-4 2-15,-2-2 6 0,-4 0 3 0,-3-3-2 0,-2 1 2 16,-2 0-5-16,-5-2 0 0,-2 2-5 0,-3-2-6 0,-1-2-1 0,-3 0-8 16,-2-2-3-16,-2 1 0 0,-3-1-10 0,-2-1-5 0,-1 1 0 15,-3-1-2-15,1 1-4 0,-3 0 2 0,-2 2 0 0,-4 3 8 0,-2 1 10 16,-2 1 4-16,4-1 5 0,3 2-3 0,4 0-6 0,7 0-11 0,5 0-24 15,2-1-46-15,1 1-64 0,1 1-60 0,1-1-55 0,0 1-34 16,0 0-74-16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44:38.7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8325 9415 455 0,'-16'-8'29'0,"-2"1"-19"16,-4-2 1-16,5 3-4 0,1 1-3 0,0-1-1 0,1 2 0 0,1-1 0 16,2 0-3-16,2 0 1 0,1 0-9 0,1-1-7 0,2 0-9 15,1-1-10-15,1 0-6 0,0 1 2 0,2-1 4 0,0-1 2 0,0-1 7 16,1 0 7-16,-1 0 7 0,1-1 10 0,0 0 10 0,-1 2 7 0,0-2 8 15,-1 1 4-15,0 1 1 0,1-1-2 0,1 1-2 0,0-2-4 16,1 2-1-16,1-2-2 0,1-1-6 0,1 0 1 0,1 0-6 0,2 0 0 16,2 1-2-16,1-1-2 0,0-1-1 0,2 0-2 0,1-1 2 0,2 1-1 15,1-1 0-15,0-2 2 0,1 1-3 0,0 0-1 0,-1 0 3 16,1 1 0-16,0 0 5 0,-1 1 6 0,-2 2 1 0,2-1 0 0,0 1 2 16,1 1 1-16,-1 1 2 0,0 1 3 0,-1 0-1 0,0 2-1 15,0 1-2-15,-1 0-3 0,1 1-2 0,1 1-1 0,1 2 3 0,0-1-5 16,2 1 1-16,2 1-4 0,0-1-2 0,2 1-1 0,2 1-5 0,-1 1 2 15,2 1 1-15,-1-1 2 0,3 2 0 0,0 0 1 0,-1 0-5 16,1 1 1-16,0 0 0 0,1-1 3 0,-1 0 4 0,0-1 0 0,-1 0-3 16,0 1-5-16,1-1 0 0,-2 0 0 0,0 1 4 0,-1 1 2 0,-3-1 2 15,-1 0 1-15,-2 2 2 0,-1 0 2 0,0 2-2 0,-2 2 5 16,-2 0 0-16,1 3 5 0,-3 1-1 0,-1 1 4 0,-2 2-5 0,-1 2-2 16,-2 4-1-16,-2 4-4 0,-1 4-1 0,-2 4-6 0,-1 2-1 15,-1 2-2-15,-1 2-6 0,0 2 4 0,-2 3 0 0,2 0-4 0,0-1 13 16,1-1-4-16,1 0 0 0,2-2 4 0,1-2-7 0,2-1-1 0,0-3-1 15,2-3 0-15,0 0 3 0,2-4-2 0,1-2 4 0,0-3-2 16,1-2 0-16,0 0 2 0,-1-2 0 0,-1 3 1 0,1 0-3 0,-3 2 1 16,-1 2 0-16,-2-1-5 0,-2 2 5 0,-2 1 1 0,-1 2-1 0,-3 3 3 15,-2 1-2-15,-3 1-6 0,-1 2-1 0,-3 2-3 0,-1 0-2 16,-3 2-3-16,0 1 0 0,-2-1-5 0,-2 0-1 0,1 0 2 0,-2-1 1 16,2-3 2-16,0-1 9 0,-1-4 2 0,0-1 2 0,0-4 8 15,-1-1-2-15,2-5 4 0,-1-1 7 0,0-3 6 0,3-5 9 0,-2 0-1 16,0-2 4-16,-1-3 0 0,-1-1 7 0,-1-3 7 0,1-1-5 0,-2-2 2 15,1-2-8-15,-2-2-14 0,-1-2-4 0,1-1-12 0,-2-4-8 16,0-1 2-16,-2-1-5 0,1-3-2 0,-2 1-2 0,0-4-2 0,-1-1-4 16,-1-2-12-16,-4-1 4 0,1-3 6 0,-1-1 9 0,1-1 22 0,1 2 14 15,1 0 9-15,0 0 15 0,1 1 2 0,3-3-17 0,0 1 2 16,4 0-8-16,-1-1-15 0,4 2 4 0,1-1-5 0,1 0-6 0,5 0 5 16,2-3-1-16,2 0-6 0,4-2-7 0,3 1-4 0,2-2-2 15,3 4-3-15,3-1 3 0,2 2 1 0,1 0 0 0,3 0-1 0,1 1-10 16,1 1 0-16,1 2 5 0,2 1 0 0,0 0 3 0,2 2 0 0,-1-1-14 15,2 2-14-15,1 0-21 0,1 3-33 0,-1 1-32 0,1 0-30 16,2 2-25-16,-1 3-13 0,1-1-17 0,2 2-2 0,-1 2 6 0,1 0-164 16</inkml:trace>
  <inkml:trace contextRef="#ctx0" brushRef="#br0" timeOffset="1033.5">10607 8733 1752 0,'-18'-20'21'0,"4"2"-16"0,-4-3-6 0,7 7-8 0,5 4-19 0,0 0-32 15,1 2-43-15,0 0-35 0,1-1-14 0,-3 1 1 0,-2 0 12 0,0 1 11 16,-4 0 7-16,0 1 17 0,-2 3 25 0,-2-1 31 0,-1 1 26 16,0 0 21-16,1 1 7 0,-2 1 7 0,-1 1 8 0,1 1 8 0,-2 0 7 15,-2 1 5-15,1 1 1 0,-1 1-3 0,1 1-3 0,2 0-6 16,0 2-4-16,1 0-8 0,1 2-4 0,-1 0-4 0,0 2-1 0,1 2-2 15,-1 0-1-15,1 2 2 0,0 2-4 0,-2 0 2 0,0 5 1 0,-1 1 1 16,-1 2 5-16,-1 1 4 0,0 1 7 0,-1 1-1 0,-1 0 6 16,0 1 9-16,0 0 5 0,1 1 5 0,0 2 2 0,0-1-6 0,-2 1-1 15,1-2-1-15,0 2-2 0,-1-2-5 0,3 2-3 0,0-4-4 0,2 1-6 16,3-3-4-16,0 0-6 0,0 1-7 0,1 1-4 0,0 0-1 16,0 2 0-16,2 1-2 0,0 0-2 0,2 0 9 0,0 2 1 0,1-2 3 15,0 0 2-15,2 0-9 0,1 0-1 0,-1 0-1 0,2 0 0 16,0-1 2-16,2 3 1 0,1-1-1 0,-1 3 0 0,1-1-3 0,2 0 1 15,0 1 2-15,0 1-3 0,0 3 2 0,-1-1 0 0,1-1-4 16,0-1 11-16,1-2 2 0,0-2 4 0,1 0 6 0,1 0-8 0,1-4 4 16,0 1-4-16,1-3 3 0,0 1-2 0,2 0-4 0,0-1 0 0,1 1 0 15,-1-2 0-15,1 1 0 0,1-3 2 0,0 1 3 0,-1-1 0 0,2-2 3 16,-1 3 1-16,1-1 0 0,2-1-2 0,-1 2-2 0,-1-1-5 16,2-1-12-16,0 1 9 0,1-1-1 0,0 1 2 0,0 1 1 0,-1-1-5 15,2 1-1-15,1-1 0 0,2 2 0 0,0-2-2 0,0-1 2 16,1 0-2-16,-1-1 4 0,1-2 1 0,-1 0 2 0,3 0 4 0,-1-3 1 15,1 0 9-15,-2-1 1 0,2-1 6 0,0-1 1 0,1 0-5 0,-3 0 0 16,1 0-5-16,0 0-5 0,-1-2 2 0,1 2-5 0,1 1-3 16,0 0-1-16,0-1-3 0,3-1-4 0,0 1 5 0,0 1 0 0,2-1 0 15,0-2 5-15,1 1-13 0,1-1 6 0,0 0-6 0,-1-1 0 0,2-1-3 16,-1-2-8-16,2 1 7 0,0 0 8 0,-1-1 6 0,-1 1 5 16,0 0-3-16,0-1-8 0,0-1 0 0,1 1-2 0,0-3 5 0,-1 2-2 15,1-1-2-15,-1 0 0 0,-2 0-3 0,3-1 3 0,-1 1 3 16,0-1-2-16,2 1 1 0,0 0-2 0,0-1-3 0,0 1 1 0,1-1-2 15,-1-2 3-15,2 2-2 0,-2-2-6 0,1-1-3 0,0 0-8 0,-1-2-16 16,1 0-2-16,-1-2-2 0,0 0 8 0,-1 0 14 0,0-2 6 16,2 0 5-16,-3 0 1 0,1 0 9 0,-2-1 7 0,-1-1 2 0,0-2 5 15,-2 1 2-15,1-1 4 0,0-1 2 0,0-1 1 0,-1-1-11 0,2 1 3 16,-2-1 0-16,1 1 1 0,2-3 4 0,-3-3-8 0,3-1-1 16,-2 0-5-16,0-3 0 0,1-1 1 0,0 0-8 0,0-1 4 0,0-2-3 15,-1-2-3-15,1-1 0 0,0-2-2 0,-3-2-2 0,2-1-2 16,0-1 1-16,-1-1 1 0,1 0 1 0,0-1-6 0,-1-2 6 15,0-1-7-15,-1 0 9 0,0 1 5 0,-2-2-4 0,1 2 3 0,0-1-5 0,-2 0 5 16,2 1-1-16,-1 0 1 0,-3-2 3 0,1 0 0 0,-1 0 1 16,-1-2 3-16,-1 2-1 0,-2-2 1 0,1-1-2 0,-1-1-7 0,-1 0 2 15,-1-3-1-15,-1-1 2 0,-1-1 1 0,0-2-4 0,-3 0-1 0,-1-4-4 16,0 0-4-16,-3-1-2 0,-2-2-6 0,-1 2-4 0,-4-2-10 16,-1-1-1-16,-3 0 4 0,-3 2 9 0,-2-1 14 0,-2 1 3 0,-3 1-5 15,-2 0-3-15,-1 3 2 0,-3 2-23 0,0 3-2 0,-4 3-17 16,0 1-2-16,-6 3 16 0,-2 0 2 0,-2 4 21 0,-4 1 4 0,0 4 10 15,-2 2 7-15,0 3-5 0,-2 2 0 0,2 3 3 0,-1 0-1 0,2 3 11 16,4 2-4-16,3 0 1 0,3 2-2 0,3 2-5 0,0 3-3 16,6 3-3-16,1 2-7 0,4 2-9 0,2 3-15 0,1 3-32 0,2 3-42 15,-2 3-48-15,0 4-48 0,1 6-24 0,1 5-17 16,-1 2 3-16,1 5-10 0,-1 2-89 0</inkml:trace>
  <inkml:trace contextRef="#ctx0" brushRef="#br0" timeOffset="1566.5">11952 8439 1571 0,'-11'-12'163'0,"2"2"-121"0,-1-2-17 15,6 4-9-15,2 3-5 0,2 1-2 0,1-1-10 0,1 0-5 0,1 1-2 16,0-1-2-16,0 0-6 0,1 1-16 0,1 1-16 0,-2 0-16 16,1 1-4-16,0 0 1 0,2-1 9 0,0 1 13 0,1-1 8 0,2 0 14 15,-1-1 8-15,3 1 5 0,0-3 6 0,2 0 1 0,-1-1 2 16,1-1 6-16,1-1 3 0,2-1-1 0,1 0 7 0,1 0 8 0,2 0 9 15,2 1 18-15,-1-2 1 0,2 1 2 0,-1-1-10 0,-1 0-3 0,2 0-4 16,0 1-7-16,0 1-4 0,2 0-3 0,-2 1-4 0,1 2 0 16,0 2-1-16,-1 0-2 0,0 3-2 0,0 0-2 0,0 2-3 0,0 2 1 15,-2 1-4-15,0 1-1 0,0 2 2 0,-1 3-4 0,0 1 6 0,0 3-1 16,-2 1-6-16,-1-1 0 0,-2 4-4 0,0 1 13 0,-2 2 3 16,1 3 2-16,-2 0-3 0,-1 0-10 0,1 1-2 0,-2-1 1 0,1 1 1 15,0-2-2-15,-1-3 2 0,-1 1 2 0,-1-3-2 0,0-1 2 16,-3-1 1-16,0-1-4 0,-2-2 1 0,0-3 6 0,-3-1-1 0,0 0 2 15,-3-2 0-15,-2 0-2 0,-1 0-6 0,-5 0-8 0,-4-1-14 0,-5 0-11 16,-3-1-5-16,-5 1 0 0,-1-1 8 0,-6 0 10 0,0-2 9 16,-3 0 10-16,0-2 8 0,2-1-4 0,-2-1-1 0,1-2-1 0,1-1-6 15,1 0 4-15,2-1-3 0,5-1-2 0,1 0-2 0,5-1-1 0,4-1-10 16,2 1-28-16,3 0-41 0,2 1-47 0,3-1-44 0,1 1-24 16,2 1-7-16,0 0 9 0,1 3 23 0,1 0 23 0,0 2-112 0</inkml:trace>
  <inkml:trace contextRef="#ctx0" brushRef="#br0" timeOffset="2200.44">12053 9415 1977 0,'-10'-4'113'0,"1"-1"-108"0,0 0-23 0,6 2-6 0,4 0-7 0,3 0 2 16,2 0 7-16,4 0 5 0,1-2 3 0,2 1 2 0,1-1-6 16,1 2-7-16,-1 0-14 0,4 0-9 0,1 0-7 0,0 1 6 0,2 1 10 15,-1 1 13-15,0-1 8 0,2 1 8 0,-1 0 6 0,1 0 1 0,1 0 1 16,1 1-1-16,-2 1 0 0,2-1 2 0,0 2 5 0,-1-1 6 15,1 1 6-15,-1 1 2 0,2-1-3 0,1 1 1 0,-1 0-2 0,1 2 3 16,-1-1 2-16,0 1-3 0,-1 1 1 0,1 0-7 0,-1 1 4 0,0 0-4 16,2-1-5-16,-1 3 3 0,2 0 0 0,-1 1-5 0,-1 2 1 15,1 0-3-15,1 1-6 0,1 3 13 0,-1 0 1 0,0-1-1 0,-1 5 0 16,-1 1-8-16,-2 2 0 0,-2 2 4 0,-2 1 4 0,-3 3 0 16,-2 1 2-16,-3 1-2 0,-1 4 0 0,-2 5-3 0,-3 2-3 0,-1 3-5 15,-2 4-1-15,-2 4-1 0,-2 1-3 0,0 3 5 0,-2 1 0 0,0 0 0 16,-1 3 6-16,0 1-2 0,0 1-1 0,0 3 3 0,1-1-1 15,-1 1 2-15,1 0 0 0,-2 0-2 0,0 0 4 0,0-1-4 0,-1 0 8 16,0 0 1-16,-2-2-3 0,0-1 4 0,-2-2 5 0,-3-2-3 0,-1-3 1 16,-1-1 0-16,-1-2-6 0,-3-2 5 0,-2-2 0 0,-2-2 1 15,-3-4-2-15,-1-1-4 0,-4-1-1 0,-1-3 1 0,-4-3 1 0,-1-3 5 16,-2-4 4-16,-2-4-6 0,0-2 7 0,-2-7-7 0,-2-3-10 16,-1-5-6-16,0-6-8 0,-2-4 5 0,-2-5 6 0,1-3 10 0,0-6 3 15,0-3 0-15,1-3 2 0,2 0 3 0,1-3 2 0,4-1 6 0,3-6-4 16,2-2 1-16,3-5-4 0,2-2-8 0,2-4-1 0,2-6-5 15,2-4-7-15,2-7-1 0,3-2-6 0,1-4 2 0,1-1 1 0,2 0-2 16,4 2 5-16,-1 4-6 0,3 2 3 0,1 3-3 0,1 3-3 0,2-1 0 16,0 1-16-16,1 1-15 0,-1 0-17 0,2 0-26 0,1-2-21 15,0 0-29-15,2 1-21 0,0 1-19 0,1 0 1 0,2 2 16 0,0 1 26 16,2 2 33-16,1 2 23 0,1 3 23 0,0 0 14 0,1 4 8 0,0 3 10 16,1 3 6-16,-1 2 2 0,2 3 3 0,0 3-1 0,0 2-6 15,0 4-6-15,0 4-14 0,0 2-24 0,2 4-32 0,-1 2-122 0</inkml:trace>
  <inkml:trace contextRef="#ctx0" brushRef="#br0" timeOffset="4600.79">6452 1693 826 0,'-2'-7'315'0,"0"0"-183"0,0 0 29 0,-1-2 7 0,-1-1-3 15,0-2-17-15,2 0-21 0,-1 1-17 0,0 2-12 0,0-1-8 0,0 1-10 16,1 0-6-16,-1 2-3 0,1 0-3 0,-1 1-8 0,-1 2-6 16,1 2-5-16,0 0-9 0,-1 0-5 0,0 2-3 0,0 1-5 0,0 1 0 15,0 0 0-15,-1 1-8 0,2 2 5 0,-2 2-2 0,0 0 1 0,-1 2 3 16,1 0-5-16,1 2-2 0,-1 0 0 0,0 2-8 0,1 1 3 16,0 1-9-16,0 1-1 0,1 0 3 0,2 4-9 0,-1 0 6 0,2 1-1 15,1 2 1-15,1 1-3 0,3 0-6 0,0 0-7 0,3-1-9 0,1 0 8 16,3 0 3-16,1-4 5 0,5 2-1 0,16 9 1 0,0-5-5 15,0-9-1-15,-9-6 8 0,2-2-6 0,-4 1 4 0,0-2-1 0,0-1-4 16,-3-1 3-16,1-2-8 0,0-1-1 0,-2-2-6 0,1 0-11 16,-2-2-9-16,-2-2-14 0,1-1-14 0,-1-2-22 0,0-2-28 0,-2 0-23 15,1-2-24-15,-8 4-15 0,2-2-13 0,0 0-6 0,1-4 11 0,0 2 26 16,2-5 30-16,0-1 29 0,2-2 23 0,-2 0 15 0,0-2 18 16,0 0 18-16,-1 1 15 0,-1-1 10 0,-1 1 5 0,-1 2 3 0,-1-1 2 15,-2 1 3-15,0 3 7 0,-1 0 8 0,-2 2 11 0,0 1 13 0,-1 2 10 16,-1 2 12-16,-1 2 8 0,-1 1 7 0,-1 2 7 0,0 1 3 15,-1 2 6-15,1 1 3 0,-2 1 0 0,1 2 2 0,0 1-3 0,1 0-8 16,-1 1 3-16,1 2-5 0,1 1-5 0,1 1-12 0,-1 1-13 16,2 0-11-16,1 0-6 0,0 2 2 0,2 1-6 0,1 1-1 0,0 1-2 15,0 1-7-15,2 2-2 0,1 0-17 0,0 0-12 0,1 3 1 0,2 2-9 16,8 22 9-16,-1-4 4 0,-1-2-6 0,-2-9 2 0,-1-1-3 16,1 4-7-16,1 0-7 0,1 5-11 0,1 0-12 0,-4 0-20 0,0-1-23 15,-1-3-4-15,0-2-4 0,-1-2 13 0,-3-2 25 0,1-2 18 0,-3 0 16 16,-2-4 7-16,-3 0 5 0,-2-2 0 0,-3-1 7 0,-1-1 9 15,-2 0 7-15,-1-4 9 0,-4 1 1 0,-1-2 1 0,-2-2-2 16,-2-1 2-16,-1-2 2 0,-2 0 3 0,0-3-2 0,2-2 3 0,-1-2-1 16,0-3-2-16,1-3 10 0,-2-2 3 0,0-4-1 0,2-3 6 0,-2-3-1 15,2-4 1-15,0-2 1 0,2-4-6 0,2-3 8 0,1-3-7 16,3-1-7-16,2 0-4 0,3 1-16 0,3 2-8 0,2 4-2 0,3 3-4 16,0 3-3-16,2 2 2 0,1 2-2 0,0-1 2 0,2 2-4 0,-1 2 2 15,1-2 0-15,1 0-7 0,1 2 2 0,-1-1-6 0,2 3-2 16,-1 0-8-16,1 0-13 0,0 0-15 0,0-1-27 0,2 1-41 0,0-1-69 15,0 1-92-15,0-1-119 0,-2 0-91 0,3 0-75 0,-1-2-68 0</inkml:trace>
  <inkml:trace contextRef="#ctx0" brushRef="#br0" timeOffset="5149.87">7324 1014 139 0,'0'3'90'0,"1"-1"-12"16,0 1-1-16,1 0 6 0,-1 1 1 0,1 0-3 0,0 2 7 0,0 0 7 16,1 1 7-16,0 1 8 0,0 0 4 0,0 1 3 0,0 2 10 0,1 1 4 15,0 1-2-15,0 1-2 0,0-1-19 0,1 3-6 0,3 17-27 16,0 0 3-16,0 2-1 0,-1 2-3 0,1-2 20 0,-2 2-11 0,0-1-7 15,0 0-1-15,0 3-3 0,0 1-6 0,0 3 6 0,0 4-5 0,0 3-6 16,0 4-12-16,1 4-18 0,0 12-14 0,9 51-8 0,-1-5 5 16,1-9 3-16,-3-24-1 0,1 4-2 0,2 3-12 0,2 2-2 0,0 4 0 15,2 2-2-15,1 3 5 0,2 1-3 0,2 2-15 0,1 3 8 0,3 1 0 16,-1 4-4-16,1 0 13 0,1 2-5 0,-3 0-10 0,3 1 3 16,-1 2 1-16,1 0 1 0,-1 1 4 0,0-1-8 0,-2 0 4 0,-1-1 6 15,-3 1 4-15,-1 1 10 0,-2 1-9 0,-2 1-5 0,-1-2-3 0,-1 2 5 16,-1-2 4-16,-4-1 3 0,-1 0 5 0,0-3-2 0,-3-3 0 15,0 0-1-15,-2-4-4 0,-2-1 0 0,0-4-3 0,0-5-4 0,-2-2 2 16,-2-5-3-16,-1-3-9 0,-1-5-11 0,-1-4-18 0,-2-3-29 16,-2-7-46-16,-2-5-33 0,-1-5-57 0,-1-5-64 0,0-5-65 0,-2-3-60 15,1-4-23-15,-1-3 26 0,1-2-126 0</inkml:trace>
  <inkml:trace contextRef="#ctx0" brushRef="#br0" timeOffset="5601.01">3206 4545 2867 0,'15'-17'-28'0,"5"1"8"0,11-6 18 0,7 3-1 16,7-2 5-16,9-1-7 0,6-1-3 0,8-3-9 0,4-1 17 0,5-2-2 15,0 0 7-15,5-3 4 0,2 0-14 0,1-4 1 0,5 0 1 16,0-3-4-16,4 0 1 0,2 1 1 0,3-1 0 0,5 0-3 0,5-3 0 15,5-2-9-15,4 0 3 0,6-1 12 0,3-1 2 0,6 0 11 0,3 2-3 16,1 0 4-16,6 0 4 0,-1-1 2 0,1 3 12 0,2 1 8 0,1 3 11 16,-2 4 2-16,1 0 8 0,1 2 0 0,-4 2-9 0,4 3-1 15,-3 2-10-15,1 2-9 0,-2 1-7 0,-2 1-10 0,-1 3-6 0,-2 1-2 16,-4 1 4-16,-4 1 0 0,-4 1 2 0,-4 0-4 0,-6 3-3 0,-3 1-2 16,-6 1 0-16,-5 3-1 0,-4 0-2 0,-7 1-3 0,-5 3-3 15,-5 0-11-15,-8 2-7 0,-6 1-14 0,-5 1-15 0,-6 1-14 0,-6 1-25 16,-7 0-31-16,-6 0-44 0,-4 1-43 0,-5 1-62 0,-4 1-57 15,-5 0-45-15,-4 3-27 0,-6 0-14 0,-5 2-124 0</inkml:trace>
  <inkml:trace contextRef="#ctx0" brushRef="#br0" timeOffset="6067.01">6162 4000 1006 0,'3'6'127'0,"1"1"-17"0,0 2 47 0,1 0 28 0,2 1-2 15,-2 0-25-15,4 0-38 0,1 2-30 0,-1 1-13 0,3 1-13 16,-3 1-1-16,1 0-2 0,0 2-7 0,1-1-1 0,2 1-12 0,-1-2-10 16,1 0-2-16,0 1-6 0,2-3-7 0,1-1-5 0,1-1-3 15,-2-1 0-15,3-2 3 0,0-1 4 0,0-4-2 0,2-2 0 0,3-3 3 16,-1-2 2-16,0-2 4 0,0-2-1 0,-3-2 2 0,-2-2-4 0,0-1 4 16,-3-4-1-16,-2-2 2 0,1-1 3 0,-2-4 0 0,0-2 0 15,-1 1-1-15,-3-3-2 0,-1 3-5 0,-2-1-3 0,-1 1-4 0,-3 0-4 16,-2-1 5-16,-2 1-6 0,-3-1-9 0,-3 1 2 0,-2 1 2 0,-2 0 1 15,-1 1 8-15,-2 2 1 0,-2 0-10 0,-3 3-1 0,0 1 1 16,-4 2-2-16,0 2 2 0,0 3 0 0,0 0-1 0,1 4-1 0,-1 1-1 16,2 2-1-16,-1 3-2 0,-1 2 3 0,2 3-5 0,-2 3-1 15,2 1-3-15,-1 2-1 0,1 3 1 0,3 2-6 0,0 4-3 0,1 1-10 16,4 4-16-16,1 1-11 0,2 4-13 0,1 0-27 0,3 5-46 0,0 0-67 16,3 2-92-16,3 1-95 0,2 1-75 0,2 3-90 0,3 0 8 15</inkml:trace>
  <inkml:trace contextRef="#ctx0" brushRef="#br0" timeOffset="6350.63">6742 4823 1111 0,'-4'4'220'0,"-3"1"-41"0,0 1 42 0,0 2-8 0,2 0-38 16,0 1-39-16,2 2-30 0,0 2-18 0,-1 0-10 0,2 2-9 0,0 3-6 16,0 2-13-16,1 2-19 0,1 0-10 0,0 4-9 0,1 1-6 15,1 1-9-15,2 0-5 0,0 0 5 0,1-1-1 0,1 1 6 0,0 0-4 16,2-3-24-16,2 0-24 0,-2-4-55 0,3-1-100 0,0-1-137 0,1-3-125 15,0 0-68-15,-1-3-228 0</inkml:trace>
  <inkml:trace contextRef="#ctx0" brushRef="#br0" timeOffset="6733.52">6517 5732 1358 0,'-3'9'160'0,"1"0"13"16,1 3 27-16,2-3-14 0,1-1-24 0,3-1-33 0,1-2-20 15,1-1-15-15,0 0-8 0,2 0-6 0,-1-1-14 0,3 0-7 0,1-1-8 16,0-1-11-16,1 0-2 0,0 0-12 0,0-1-1 0,3 0-6 0,0 0-1 16,0 0-8-16,0 0-6 0,0 1-3 0,0 1 3 0,-2 1-2 15,0 1-1-15,0 0 3 0,-2 0-9 0,0 2 6 0,-1 2-4 0,-1 1-1 16,-1 2-3-16,1 0-5 0,-2 1 2 0,-1 1 0 0,-1 0 4 0,-1 1 1 15,-2 0 2-15,-1 1-2 0,1 2-1 0,-1 2 0 0,-2 0 0 16,-1 1 1-16,-1 1 0 0,1 0 2 0,-1-1 1 0,1-1 2 0,0 0-2 16,0-2 4-16,0 0-2 0,1-2-2 0,2 0 6 0,-1-1-4 15,2-1 3-15,1-1 2 0,2-2-6 0,2 0 1 0,0-3 5 0,1 0-5 16,-1-2 3-16,2-1 2 0,1-1-8 0,2-2 6 0,2-1 1 0,0-1 1 16,-1-1 0-16,2 0-5 0,-1-1 5 0,2-1-7 0,-2 1 2 15,0 0 4-15,1 0-9 0,-1 0 0 0,-1 1 1 0,1-1-4 0,-2 0-6 16,-1 0-10-16,-1 0-22 0,-3 0-23 0,2-1-31 0,-2 0-49 0,-1 0-57 15,0 0-52-15,-2-1-68 0,-1 0-44 0,0-1-35 0,-1 1-36 16,-1-2-53-16</inkml:trace>
  <inkml:trace contextRef="#ctx0" brushRef="#br0" timeOffset="7183.52">6782 6680 1145 0,'-4'9'503'0,"-1"1"-359"16,-1 2 8-16,1-2 7 0,2-3-9 0,0 1-16 0,1-1-32 0,0-1-26 15,1 0-17-15,-1-1-3 0,0 0-1 0,0-2 1 0,0 1 0 16,1-1-4-16,1-1-14 0,-1 0-5 0,2-2-3 0,1 1-12 0,-1-1 5 16,0 1-8-16,1-1-1 0,0 1-3 0,1-1-3 0,0 0 6 0,-1 0-7 15,3-1 2-15,-1 0-4 0,1 0-3 0,1 0 3 0,0-1 2 16,1 1 0-16,0-1-5 0,-1 1 1 0,1-2 1 0,1 1-2 0,0 0-1 15,1-1-1-15,0 1-1 0,0-1 1 0,-2 2 0 0,2-1 3 16,1 2-5-16,0 0-5 0,-1 1 0 0,0 1-5 0,-1 1 0 0,0 1-2 16,1 1-5-16,-1 0-4 0,0 2-6 0,-1-1-5 0,-2 2-2 0,0 0-7 15,-2-1 5-15,-1 2 2 0,-1 1 8 0,-1 1 8 0,-1 0 7 16,-1 1 3-16,-1-2 7 0,0 1 0 0,0 0 1 0,0-1-1 0,0-1 1 16,0 0 2-16,-1-1 0 0,1-1 3 0,0 0 1 0,1-1-4 15,1-2 6-15,0 0-3 0,1 0 4 0,0-2 1 0,1-1-3 0,1 0 2 16,-1-1 3-16,1 1 1 0,1-1 3 0,1 0-1 0,0 0-3 0,2 0 2 15,-1 1 0-15,1 1 1 0,0 0 1 0,0 0 2 0,1 2-4 0,-1 1 2 16,1 0-1-16,0-1-9 0,1 3-2 0,0 0-4 0,1 2-2 16,0 2 23-16,-2 0 0 0,0 0 3 0,0 1-3 0,-1 1-17 0,0 0 0 15,-1 0-4-15,-1 0 2 0,0 0-5 0,-1 2 1 0,-1 0-2 16,-1 0-8-16,0-1 0 0,-2 0-17 0,-1 0-6 0,0 0-12 0,-1-2-31 16,0 2-41-16,-1-1-63 0,-1 0-85 0,0-1-89 0,1-1-81 0,0-1-69 15,-1-1-192-15</inkml:trace>
  <inkml:trace contextRef="#ctx0" brushRef="#br0" timeOffset="7650.63">7048 7726 1148 0,'-1'10'429'0,"1"0"-308"0,-1 4-18 0,1-1 13 16,2-1 6-16,0 0 1 0,0 0-29 0,1 0-28 0,0-1-16 0,2-1-10 15,-1-1 0-15,0 0-4 0,0-2-2 0,1 0-4 0,2-2-5 16,0 0-6-16,2-2-3 0,-1-1-4 0,1-1 0 0,0-1-5 0,1-2 1 16,-1-2-2-16,1 0-3 0,-1-2 6 0,0 0-5 0,1 0 3 0,-1-1-1 15,0 1 4-15,-2 0 3 0,0 0 5 0,0-2 0 0,-1-1 10 16,1 0 2-16,0-1 3 0,0 1 3 0,-1 1 1 0,0 0-1 0,0 1-4 16,-1 2-3-16,1 1-3 0,-3 1-5 0,1 2 0 0,-2 2-1 15,0 1-6-15,1 1 4 0,0 3-2 0,-1 2-9 0,1 1 1 0,-1 3-1 16,0 2-3-16,-1 1-1 0,0 3-3 0,0 0 6 0,1 4-6 0,-1 1 5 15,0 2 2-15,-1 2-11 0,0-2 1 0,0 2 1 0,0-3-5 0,-1 2 0 16,1 0-5-16,-2-1-13 0,1 1-8 0,-1-2-19 0,0 1-20 16,0 0-29-16,0-3-50 0,-2-1-49 0,1-3-55 0,-1 0-89 0,1-2-74 15,0 0-60-15,-2-4-90 0,0-1 163 0</inkml:trace>
  <inkml:trace contextRef="#ctx0" brushRef="#br0" timeOffset="8416.65">5620 6401 1007 0,'10'89'105'0,"2"9"-79"16,6 23-1-16,0-12 1 0,1-14-2 0,2-1-6 0,3-1-6 0,1-1-5 15,3 2-1-15,2-4-4 0,1 3-3 0,0-4 1 0,2-1 1 16,-2-4 4-16,4 0 11 0,0-1 8 0,3-4 7 0,0 1 11 0,4-4 2 16,2-4 6-16,2-2-2 0,1-3 2 0,1-5-4 0,1-1-7 0,5-3-5 15,-2-3-5-15,1-4-6 0,3-5-7 0,-2-3-4 0,2-3-5 16,1-5 3-16,-1-1-4 0,-1-6 0 0,1-2 8 0,-1-6-2 0,-1-4 2 16,1-3 3-16,-2-4-9 0,-2-5 2 0,0-4 0 0,-3-4 4 15,0-4 1-15,-1-5-16 0,-2-2 6 0,-1-4-4 0,-2-4 2 0,-1-3 9 16,-2-4-2-16,0-5-2 0,-3-1 1 0,0-3 2 0,-2-4 1 0,1-4 2 15,-4-2 2-15,-2-3 2 0,-2-3 3 0,-1-1 6 0,-3-3-4 16,-1-4-2-16,-1-2 1 0,-3-2 1 0,0-3 3 0,-2-3-2 0,-2-1 0 16,-1-3-8-16,-3-4-12 0,0-1 10 0,-3-1-2 0,-2-3-5 0,0-2 11 15,-3-1-12-15,-1-2-3 0,-1-2-6 0,-2 0 5 0,-2 0-1 16,-1-2-1-16,-2 1 8 0,-2-1-7 0,-2-1 2 0,-2-1 2 0,0 0 1 16,-2 0-2-16,-2-1 2 0,0-3-3 0,-1 2-3 0,-3-2-6 15,-1 1 2-15,0 1 4 0,-2 0-2 0,1-1 7 0,-2 1-8 0,-3-2-15 16,-1 2 4-16,-2 0-4 0,-1 2-4 0,0-1 4 0,-1 1-9 0,-1 2 5 15,-2 2-1-15,-2 3 5 0,-1 2 1 0,-2 3 4 0,0 3 8 16,-1 1 4-16,-4 5 7 0,1 2 4 0,-3 3 0 0,-2 4 7 0,-1 4 2 16,-1 3 2-16,0 5-3 0,1 4-5 0,-2 6-1 0,0 4-12 0,0 4 0 15,-3 4-14-15,0 6-15 0,0 3-21 0,-3 5-49 0,-2 5-68 16,-1 4-76-16,-4 5-101 0,-1 5-101 0,-3 5-193 0</inkml:trace>
  <inkml:trace contextRef="#ctx0" brushRef="#br0" timeOffset="11734.05">9668 3668 719 0,'-32'7'41'16,"-1"3"-35"-16,-8 3 3 0,6 5 0 0,4 1-2 0,3 2-2 15,1 3-9-15,5 4-5 0,6 2-5 0,3 2-8 0,1 2-11 0,2 2-9 16,2 1-2-16,-1 0 6 0,1 2 13 0,2-2 11 0,1 0 8 0,2 0 6 15,2-5-1-15,1-2 2 0,3-3 3 0,1-2 0 16,2-2 3-16,3-3 4 0,2 0 3 0,2-3 7 0,4-2 6 0,2-1 4 0,2-2 1 16,5-1-2-16,2-2-3 0,4-3-4 0,1-2-1 0,3 0-3 15,2-3-3-15,3 0 0 0,-1-2-1 0,1-3-3 0,0 0 1 0,0-4-1 16,2-1 2-16,0-3 1 0,1-2-1 0,-1-3 4 0,0-1-4 0,1-4 2 16,-2 0 4-16,0-2 0 0,1-2 4 0,-3 0 7 0,0-2 2 15,-1-2 4-15,-4-3 4 0,-3 2-2 0,1-2 0 0,-3 2-2 0,-1 1-3 16,-2 0-2-16,-3-1-3 0,-3 1-4 0,-4-1 1 0,-1 1-4 0,-4 0 2 15,-2 2 2-15,-3 0-5 0,-5 2 0 0,-3-1-7 0,-3 1-2 16,-5 1-6-16,-2 1-4 0,-5 2 2 0,-2 0-5 0,-5 0-2 0,-2 2-2 16,-3-2-3-16,-2 0-1 0,-2 1 3 0,-2-1-2 0,0 2-4 15,-4 2-2-15,-5 0-11 0,-1 1-4 0,-4 2 5 0,-5-3 0 0,-3-1-9 16,-3 3-10-16,1 4-14 0,2 5-4 0,4 4 17 0,5 2 12 0,0 2 6 16,1 4 12-16,-3 1-3 0,1 2 6 0,2 4 9 0,2 0 5 15,4 4 13-15,4 3 3 0,3 2-3 0,3 6-2 0,5 5-11 0,3 6-6 16,1 3 1-16,4 4-3 0,4 1-2 0,1 6-7 0,4-1-42 0,4 2-59 15,4-1-45-15,5 0-52 0,3-2-158 0</inkml:trace>
  <inkml:trace contextRef="#ctx0" brushRef="#br0" timeOffset="12016.93">10623 4430 1034 0,'-4'-3'123'0,"0"2"-29"0,-1-1-13 0,3 3-26 0,1 1-21 0,0 0-14 16,0 2-5-16,0 1 0 0,1 1-9 0,0 1-4 0,0 2 0 15,-1 2-1-15,1 2 6 0,-1 1 4 0,0 2 1 0,1 0-1 0,0 1 2 16,0 1-2-16,-1 2 0 0,0 2 0 0,0-1-1 0,0 3-3 0,0-1 1 15,-1 3-6-15,1 1-3 0,0 0 0 0,-1 1 1 0,0-1-5 16,1-1-4-16,-1-2-7 0,1 2-27 0,1-1-38 0,-1-2-39 0,0 0-28 16,1-3-16-16,0 1 0 0,0-2 13 0,2-1-6 0,0-3-16 0,1-1-119 15</inkml:trace>
  <inkml:trace contextRef="#ctx0" brushRef="#br0" timeOffset="12633.8">10667 5609 829 0,'-6'-4'81'0,"1"0"-26"0,0-1-24 15,3 1-10-15,3 0-9 0,1 0-6 0,2 0-5 0,2-2-1 16,1 0-6-16,3 0 0 0,0 0 2 0,2-1-1 0,-1 2 1 0,3-1 2 16,2 1 1-16,0 0-2 0,-1 1 3 0,0-1 0 0,1 1-4 0,-1-1 5 15,0 1-1-15,1 0 0 0,0 0 4 0,0 2-4 0,-1-1 1 16,1 0 4-16,0 2-1 0,-2 0 3 0,-1 1-1 0,-1 1 1 0,-1-1 0 15,-1 3 1-15,-2-1-2 0,-1 2 3 0,-3 0-2 0,1 1 1 16,-2 2-2-16,-1 1 1 0,-2-1 4 0,-1 3 4 0,-2 1 6 0,-1 0 3 16,0 0 1-16,-1 1 4 0,0-3 0 0,0 2-1 0,1-1-3 0,0 2-4 15,0-1-2-15,0 0 2 0,1 1-4 0,1 1 2 0,0-1-4 16,0-1-8-16,1 1 3 0,1-1-3 0,-1 1 1 0,2-1 5 0,0-1 3 16,2 0-2-16,1-2-3 0,1-1 1 0,1 0-5 0,1 0-2 0,0-2-1 15,2 0 0-15,0-2-2 0,2-1 4 0,0-1-1 0,2-1-2 16,0-1-2-16,1 0-1 0,1-1-4 0,1-1 5 0,-1 0-3 0,0-1-3 15,0-1-2-15,1 1-14 0,0-1-24 0,-2 1-35 0,0 1-18 16,0 1-23-16,0 0-4 0,-2 0-3 0,1 0-26 0,-1-1-6 0,-1 1-3 16,1-1-2-16,-3-1-68 0</inkml:trace>
  <inkml:trace contextRef="#ctx0" brushRef="#br0" timeOffset="12933.79">11340 5725 274 0,'-3'4'84'0,"0"2"-39"0,0 1-16 0,-1 0-5 15,2 0-7-15,0 1-2 0,0 1-1 0,-1 2 8 0,1 0 5 16,0-1 9-16,1-2 6 0,2-1-6 0,1 1 2 0,1-2 3 0,0 1 0 16,1 1-2-16,0 0-2 0,2-1-6 0,-1 0-2 0,1 0-4 0,0-1-2 15,1 1-4-15,1-2-5 0,-1 2-1 0,1 0-4 0,0 1-4 16,0 0-3-16,0 2-1 0,-2-1 0 0,0 0 2 0,-1 1-1 0,-1 1 2 16,0 0 0-16,-1 1-2 0,-1 0 2 0,1-2-3 0,0 0 2 0,-1-2 1 15,1-2 1-15,0 1 3 0,-1-2 0 0,1-1 0 0,1 0 1 16,-1-2 2-16,0 0 5 0,1 0 0 0,0-1 4 0,1 0 2 15,1-1 1-15,1-1 2 0,0 0 1 0,2 0-7 0,0 0-4 0,2 0-2 16,1 0-4-16,1 0 0 0,-1 1-2 0,2 1 3 0,-1 0-1 0,-1 3-8 16,-1 1 7-16,-2 3 6 0,0 1 8 0,0 1 16 0,0-1-6 0,0 0-6 15,-1 2-9-15,0 0-3 0,-3 2-3 0,0 3 0 0,-2 0-5 16,0 2 1-16,-1 3-4 0,-2 2-6 0,-1 0 1 0,-3 3-15 0,-2 2-16 16,-2 2-37-16,-3 1-59 0,-3 3-48 0,-1 0-44 0,-3 1-27 0,-3 1-64 15,-4 0 11-15</inkml:trace>
  <inkml:trace contextRef="#ctx0" brushRef="#br0" timeOffset="13867.44">11392 6557 901 0,'-15'-12'505'0,"3"1"-521"0,-2 1 8 0,8 5-26 0,6 5-11 16,4 1-5-16,5 3 11 0,4 1 17 0,2 2 5 0,4 3-1 0,1 1-3 15,1 2-15-15,3 2-34 0,2 3-20 0,2 1-17 0,1 1-10 16,-1 1 9-16,1 0-2 0,-3-3 7 0,1 0 17 0,-2-2 14 15,0-4 12-15,-1 0 22 0,-3-2 15 0,-2-2 12 0,-2-1 15 0,-2-1 7 16,-1-2 20-16,0-2 20 0,-2 0 19 0,0-2 10 0,-1-2-10 0,1-1-10 16,1-1-10-16,1-2-9 0,-1-1-3 0,2-2-5 0,-1-1 3 0,2-2 0 15,0-2 1-15,1-3-3 0,1-2 1 0,1-1-2 0,-2-3 5 16,2-1 2-16,0 1 2 0,-1-1 2 0,1 2-2 0,-1-1 1 0,-1 1 3 16,-1 3 9-16,-1 0 2 0,-3 2 3 0,-1 3-3 0,-3 4-8 15,0 2-8-15,-1 3-15 0,-2 3-15 0,1 3-7 0,-1 2-8 0,1 4-3 16,0 3 5-16,1 5-1 0,0 6 0 0,-2 3-2 0,2 5-2 0,0 5-11 15,0 7-53-15,1 4-62 0,1 5-77 0,0 5-61 0,2 3-265 0</inkml:trace>
  <inkml:trace contextRef="#ctx0" brushRef="#br0" timeOffset="15951.41">15254 8463 251 0,'-7'-1'46'15,"2"1"-17"-15,-2 0-16 0,3 0-8 0,2 1-6 0,0 0-4 0,1 0-4 16,-1 0-3-16,1 0-2 0,0 0-3 0,0 1-2 0,0-1 1 0,0 1 1 15,-1-1 4-15,1 1 4 0,0 0 4 0,-1-1 1 0,0 1 4 16,0-1 0-16,0 0 1 0,-1 0 2 0,0 0 1 0,0-1 0 0,0 0 1 16,1 0-2-16,0 0 2 0,-1-1-1 0,0 0 1 0,0-1-1 15,0 1-1-15,1-1 0 0,1 0-4 0,0-1-1 0,0 0-3 0,0 0-3 16,1 0 0-16,0-1-5 0,0 0-3 0,1 0-1 0,-1-2-2 0,1 0 4 16,-1 0 6-16,0-1 4 0,1 1 3 0,-1-1 1 0,0 0-1 15,1 0 1-15,-1 1-1 0,0-1-3 0,1 0-4 0,-1 0-7 0,0 0-38 16</inkml:trace>
  <inkml:trace contextRef="#ctx0" brushRef="#br0" timeOffset="16834.77">15355 8177 796 0,'-10'-12'133'15,"1"-1"-63"-15,-2-1-3 0,3 3-18 0,3 4-24 0,1 1-15 0,1 1-4 16,1 1-6-16,0 1-6 0,0 1-2 0,1 0-11 0,-1 1-13 0,-1 1-9 16,0 2-9-16,-2-1 1 0,-1 2 4 0,-1-1 5 0,0 2 3 15,-1-1 1-15,0 2 3 0,0-1 2 0,-1 0 0 0,0 0 6 0,1-1 2 16,-3 1 5-16,-1 0 9 0,-1 0 2 0,-1 0 6 0,0-1 4 15,-1 0 0-15,-2 0 3 0,0 0 1 0,-1 0 2 0,-1 1 1 0,-2-1 4 16,2 1 1-16,-3 0 1 0,0 0-3 0,1 0 0 0,-2 1-1 0,0-1-1 16,0 1 1-16,-1 0-1 0,1-1-6 0,0-1 0 0,-1 0-1 15,0 1-2-15,-2 2 8 0,0 1-1 0,-2 1 1 0,2 1 1 0,-1-1 4 16,2 1-2-16,0-1-3 0,-2 1-1 0,1 2-6 0,-2-1-1 16,2 2 0-16,-1 0-1 0,0-1-5 0,2 3 0 0,-2 0-4 0,1 0-3 15,-1 0 0-15,0-2-2 0,-1 1 0 0,0 1 1 0,1-1 0 0,0-1 2 16,2 1-1-16,-2-1 3 0,0 1-1 0,-1 0-1 0,1-1-1 0,0 1 0 15,1 0 2-15,2-2-1 0,-1-1 1 0,1 0 4 0,-2-1-2 16,0 1 5-16,1-1 2 0,0 1 1 0,1-3 0 0,-1 0 1 0,1-1 5 16,2-1 2-16,0 1 4 0,1-1 0 0,-1 1-3 0,0 1-3 15,0 1-1-15,0-1 1 0,1 2-1 0,1-1 0 0,0-1-1 0,0 2 0 16,1 0 2-16,-3 1 0 0,1 0 0 0,2 0-1 0,-1 0-2 0,1 1-2 16,2 0-2-16,0 1-2 0,1-1 0 0,1 1 1 0,3-1-4 0,-3-1-1 15,2 1-2-15,0-1 0 0,1 2 3 0,3-2 5 0,0 1 3 16,0-1-2-16,2-1-1 0,1 0-2 0,0 0-4 0,2-1 5 0,0-1-3 15,2 1 2-15,0 0 1 0,1 1-2 0,1-1 2 0,0 1-1 16,1 0 1-16,1-1 2 0,0 0 0 0,1 0-1 0,0 1 1 0,1-1-1 16,0 1 0-16,1 0 2 0,0 0-1 0,1-1-1 0,1 1 3 0,1 1-3 15,-1 0 0-15,3 0 3 0,1 0-1 0,1-1-1 0,2 2 2 16,-2-1-1-16,3 0 1 0,0 1 1 0,3-2-2 0,0 0 0 0,4 1 0 16,1 0-1-16,2 0 1 0,2 1-2 0,0 0-1 0,0-1 2 0,1 0-3 15,3 1 4-15,0 0-2 0,3 0-2 0,0 2 2 0,0-2-5 16,1 2 1-16,2-1 1 0,-1 1-2 0,2 0 3 0,1-1 1 0,-1 1-2 15,1-2 5-15,2 1-2 0,1-2 0 0,-1-1 1 0,2 0-1 16,-3-2 0-16,1 0 2 0,1-1 0 0,1-2 0 0,0-1 7 0,2-1-3 16,0-1 3-16,2 0 1 0,0-2-2 0,1 1 1 0,1-2 0 0,0 1-2 15,1-1-3-15,0 1 1 0,-1-1-2 0,0 1 4 0,-1-2-3 16,1 0 6-16,-3-1-1 0,1-2 0 0,-2 1 2 0,-1-3 1 0,-2 1 5 16,0-3 6-16,-3-1 7 0,-1-1 8 0,1-1 0 0,-3-2 0 0,-1 1-2 15,-1-3-7-15,1-1-2 0,-1 0-5 0,0-2-5 0,-1-1 3 16,-1 0-7-16,1-1-1 0,-2-2-2 0,0-1-5 0,-2-2 6 0,0 0-2 15,-4-1 2-15,0 0 4 0,-3-2 1 0,-3-1 1 16,-1-3 3-16,0 1-8 0,-4-1-1 0,-4 1 7 0,0-2 0 0,-3 1 8 0,-3-2-1 16,-3-1-6-16,-4 0-5 0,-3 0-1 0,-5 0-5 0,-2 0-4 0,-6-2 0 15,-4 2-4-15,-3 0 2 0,-7 3 6 0,-4 2 3 0,-6 2 7 16,-4 1 2-16,-5 3-1 0,-5 2-12 0,-5 3-6 0,-2 2-5 0,-6 4-7 16,-2 3 13-16,-4 4-10 0,-5 3-11 0,-3 3-9 0,-3 2-25 0,-2 2-23 15,-2 3-14-15,-3 5-17 0,-1 3-2 0,-1 6 9 0,1 1-3 16,-1 4-7-16,1 2-25 0,-3 3-47 0,-5 5-211 0</inkml:trace>
  <inkml:trace contextRef="#ctx0" brushRef="#br0" timeOffset="41519.22">19442 8040 778 0,'28'-8'86'16,"6"1"-52"-16,10-3-35 0,0 2-5 0,-1 2-4 0,4 0 4 0,2 2-2 16,5-1-2-16,1 1 4 0,2 0-2 0,3-1 2 0,2 1 0 15,1 2-3-15,2-1-1 0,0 1 2 0,2 0-1 0,1 1-1 0,1 0-3 16,1 0 2-16,1-1-2 0,1 0 2 0,1 0 3 0,-1 0-4 0,2-2 3 15,1 0 0-15,-1-1-2 0,0 2-1 0,0-1 4 16,-1 1 1-16,-1 0 5 0,0 0 2 0,-2 0-1 0,-1 0 2 0,-1 0 0 0,-3 0 2 16,-1 1 2-16,-3-1 7 0,-2 0 6 0,-1-1 11 0,-2-1 4 15,-2-1 8-15,-1 0 5 0,-3-2 7 0,-2 0 10 0,-1-1 3 0,-1 0 2 16,0-1-3-16,-3 0-10 0,0-2-5 0,-1 0-11 0,-2-2-7 0,0 0-5 16,-1-2-9-16,-2-1-5 0,-1 1-2 0,-1-1-5 0,-3 0-1 15,0-1-6-15,-5 0-5 0,1 0 3 0,-4-1 3 0,-5 0 2 0,0-2-2 16,-3-1-3-16,-3 1 1 0,0-2 0 0,-4-2 3 0,-2 1-2 0,-3-3-2 15,-4 1-3-15,-3-2-2 0,-4-1 1 0,-4-3 6 0,-2 1 7 16,-1-3 2-16,-6 2 10 0,-2 1-7 0,-3 0-2 0,-7-1-1 0,-2 1-6 16,-4-2-2-16,-6 1 6 0,-2 0 6 0,-5-1 0 0,-4 0 11 15,-2 0-4-15,-3 0 0 0,-2 1 0 0,-2 1 0 0,-3 0-1 0,-2 1-3 16,-1 0-3-16,-1 0-5 0,-3-1 2 0,1 1-3 0,-5-1-2 0,0 2 0 16,-1-1-4-16,-3 1 1 0,0 3-3 0,0-2-2 0,-3 3-2 15,-1 0 2-15,-2 3 5 0,0 0 4 0,-2 2 1 0,-2 2-1 0,-1 2 2 16,-2 2-3-16,1 3 6 0,-2 3 3 0,1 3-3 0,1 2 1 15,-2 2-1-15,2 4-4 0,1 1 2 0,2 5-3 0,2 1 0 0,4 2 0 16,2 2-5-16,3 1 6 0,3 1-12 0,4 2 5 0,3 1 10 0,3 1-4 16,2 3 7-16,3 0-4 0,2 3-10 0,2 2 0 0,5 1 0 15,1 1-1-15,1-1 3 0,6 4-1 0,1 0-2 0,4 0 2 0,0 3-2 16,4-3-1-16,2 3-2 0,3 1-1 0,1 2-1 0,1 4-1 0,0 1-5 16,2 2 9-16,0 1 1 0,4 0-3 0,0 1 2 0,1 1-13 15,1 2-1-15,0 1-3 0,0-1-4 0,1 1-2 0,1-1-3 0,0 3 0 16,0-1-5-16,0 0 7 0,0 0 0 0,2-2-4 0,-1-1 5 0,1-3-3 15,1-4 5-15,1-1 7 0,1-6 7 0,2-3 5 0,1-6 6 16,2-5 1-16,1-5 1 0,0-3 5 0,1-2-4 0,1-3 1 0,1-2 4 16,0-1-2-16,1-1 0 0,1-1 0 0,1-2-4 0,1-1-1 15,0 0 1-15,1-1-4 0,0 1-6 0,1 0-1 0,0 0-3 0,2 0 2 16,-1 1 6-16,2 0-2 0,1-1 0 0,0 2 2 0,0-1-3 0,2 1 1 16,0 0 2-16,0 0 0 0,1 0 2 0,1-1-1 0,0 2-1 15,0-1 0-15,1 1-1 0,0 1 4 0,-1-1-1 0,1 1 2 0,-1 1-2 16,0-2-1-16,0 2 3 0,0-1-1 0,-2 0 0 0,-1 1 2 0,1-2 0 15,-1 1 2-15,0 0-2 0,0-1 2 0,-1 1-1 0,0-1 1 16,-1 0 1-16,0 0-3 0,-1-2 3 0,-1 1 2 0,1 0 1 0,-1 0 1 16,-1 0 2-16,0-1-3 0,0 1 4 0,0-1 2 0,-2 0-7 0,1 1 11 15,-1-2-5-15,1 1 5 0,-2 0 2 0,-1-1-10 0,1 1 6 16,-1-1-5-16,-1 1 4 0,1-1 1 0,-1 1-4 0,-1 0 0 0,0 0 0 16,-1 0-1-16,0-1-2 0,1 1 0 0,-2 0-3 0,2 0-2 15,0-1 3-15,0 0-3 0,0 0-2 0,1 0 1 0,-1 1-3 0,0-2 2 16,1 1 3-16,-1-1-4 0,2 1 1 0,0-1-1 0,0 0-3 0,0 0 2 15,1 0 1-15,0 0-1 0,0 0-2 0,0 0-1 0,0 0 0 16,0 0-4-16,2 0-1 0,-2 0-4 0,0 0-1 0,1 0 0 0,-1 0 0 16,1 0-2-16,0 0-3 0,-1 0-1 0,0 1-1 0,0 0 2 0,0 1 7 15,-1 0 2-15,1-1 5 0,-1 0 2 0,1 1-2 0,0-1 2 16,-1 1 1-16,1-1 1 0,0 0 6 0,0 0 2 0,0 1-1 0,-1-1-3 16,2 0-4-16,-1 1-5 0,1-1 1 0,1 0 0 0,-1 0-2 15,0-1 0-15,0 1 3 0,0 0-3 0,1 0 7 0,-1-1-5 0,0 2 3 16,1-1 2-16,-1 0-4 0,0 0 3 0,0 0-1 0,0 1 0 0,1-1 0 15,-1 0 2-15,1 1 0 0,-1 0-1 0,1 0-1 0,-1-1-1 16,0 2 1-16,1-1-2 0,0 0-3 0,0 1-14 0,0 0-10 0,0 0-21 16,0-2-18-16,0 1-23 0,0 1-28 0,0 0-30 0,0 0-80 0,0 1-29 15</inkml:trace>
  <inkml:trace contextRef="#ctx0" brushRef="#br0" timeOffset="49719.27">18846 4643 854 0,'-1'3'602'0,"-1"-1"-476"0,0 2-36 0,1 0 16 0,1 0 23 15,0 2 19-15,1-1 9 0,0 2-24 0,1 2-28 0,0 0-17 0,0 3-12 16,0 2-5-16,1 1-6 0,2 4-2 0,0 1-9 0,1 2-8 16,0 3-14-16,-1 2-5 0,1 0-6 0,0 3-4 0,0 1 3 0,0 2-4 15,1 2-1-15,0 0-13 0,0 2-4 0,0 0-1 0,-3 0-4 16,2-2 14-16,0 1-2 0,0-2-5 0,-1-2-2 0,0 0 4 0,0-3-4 15,-1 1 4-15,0-2-5 0,0 0-1 0,0-1 3 0,-2-4-1 0,1 0-2 16,-2-2 3-16,0 0-6 0,1-1 0 0,-1-2 2 0,0 0-6 0,0-2 1 16,-2-2-2-16,0-2-3 0,0 0-6 0,0-2-2 0,-1-3-6 15,0-1-18-15,0-3-25 0,0-1-16 0,0-3-18 0,0-3-9 0,0-2 1 16,-1-4-6-16,1-3-6 0,-2-3 0 0,0-5-3 0,0-3-7 16,-1-3 1-16,1-4 5 0,-1-1 15 0,0-4 27 0,-1-3 29 0,1-3 25 15,0-2 19-15,-1-2 15 0,0-1 15 0,0-1 12 0,-1-1 26 0,0-2 22 16,0 1 23-16,0 1 21 0,1 2 12 0,-2 1-2 0,-1 2-11 15,0 2-11-15,1 3-16 0,0 3-7 0,1 5-2 0,1 5-4 0,0 6 3 16,1 4-2-16,-1 4-4 0,1 2-3 0,1 2-14 0,0 3-2 0,1 1-5 16,1 3-5-16,1 1-8 0,0 1-4 0,1 2-14 0,1 2 1 15,1 0-4-15,1 2-7 0,1 2 6 0,3 0-2 0,0 3-4 0,2-1 0 16,1 3-3-16,0 0 0 0,2 0-3 0,1-1-1 0,0 1-1 16,0 1 0-16,2-1-1 0,1-1-1 0,0-1 4 0,0-3-4 0,0 1-7 15,0-2 2-15,-1 0-4 0,0 0-7 0,1-1-9 0,1-1-17 0,-2 0-37 16,2-2-43-16,-1 0-67 0,0-1-70 0,-2-2-75 0,-1 1-62 15,1-2-28-15,-1-2-2 0,2 0-150 0</inkml:trace>
  <inkml:trace contextRef="#ctx0" brushRef="#br0" timeOffset="49903.27">19419 4494 839 0,'-1'-10'409'16,"-1"-1"-129"-16,0 0-24 0,-1 2-23 0,0 3-22 0,-1 2-23 0,0 1-38 15,1 3-31-15,-1 2-13 0,1 1-21 0,-1 2-6 0,-1 2-2 0,0 2-9 16,0 3-5-16,-1 2-10 0,1 3-13 0,-1 2-7 0,0 2-5 15,1 2-2-15,-1 2-6 0,1 2-10 0,0 2-1 0,0 1-5 0,-1 4 2 16,1 1-5-16,-1 2-2 0,2-1-5 0,-3-2-5 0,0 1-5 0,0-3-15 16,0 0-12-16,0-2-23 0,1-1-36 0,0-4-36 0,1-2-71 15,0-3-86-15,2-4-93 0,1-1-107 0,1-1-69 0,2-3-194 0</inkml:trace>
  <inkml:trace contextRef="#ctx0" brushRef="#br0" timeOffset="50103.27">19379 4378 808 0,'1'2'624'0,"0"3"-469"0,1 2-7 0,-1 4-7 15,0 2 1-15,0-1 5 0,0 5-11 0,2 1-31 0,-1 3-28 0,1 2-18 16,1 4-11-16,0 1 2 0,1 1-4 0,0 0 0 0,0 3-10 16,1 0-6-16,0 5-7 0,2-1-8 0,0 2-5 0,1 0-5 0,-1-2-2 15,1 0-1-15,1-2-6 0,-1 1-2 0,0-2-4 0,-1-3-23 0,1-1-12 16,0-5-28-16,1-4-95 0,0-1-105 0,1-3-134 0,1-3-96 15,1-3-5-15,-2-2-126 0</inkml:trace>
  <inkml:trace contextRef="#ctx0" brushRef="#br0" timeOffset="50436.27">19755 4738 750 0,'0'21'439'16,"0"3"-300"-16,0 5-27 0,0 0 2 0,2-4 7 0,0 1-3 0,1-1-28 16,1 0-36-16,0 1-25 0,2-2-15 0,1 1-11 0,0-3-2 15,0 0-3-15,2-3-12 0,0-3-11 0,1-2-33 0,0-2-22 0,1-2-22 16,0-2-19-16,1-1 4 0,1-3 1 0,0-2 13 0,0-2 17 16,-2-2 17-16,2-2 26 0,-1-1 21 0,0-2 18 0,0-1 22 0,-2-2 18 15,0 0 28-15,0 1 22 0,-1-3 22 0,0-1 22 0,-1-2 7 0,-2-1 15 16,-2 1 12-16,1-2-1 0,-1 0-6 0,-1 0-11 0,0 0-18 15,-1 0-20-15,0 1-13 0,0 3-20 0,0 1-10 0,0 3-13 0,1 1-8 16,0 3-5-16,-1 3 1 0,0 2-2 0,-1 1 2 0,0 3-9 0,0 1-5 16,1 2-5-16,0 2-1 0,1 1-6 0,0 2-3 0,-1 3-6 15,2 1-3-15,0 1-2 0,0 1-2 0,2 2 4 0,0 2-7 0,2-1-3 16,0 2-13-16,1 0-5 0,0 1-2 0,2 1-27 0,-1-1-5 16,1 1-27-16,-1-2-56 0,0-1-76 0,0-2-111 0,0-3-141 0,-3-5-77 15,1-1-154-15</inkml:trace>
  <inkml:trace contextRef="#ctx0" brushRef="#br0" timeOffset="50669.27">20483 4157 2264 0,'-4'-10'189'0,"1"2"6"0,-2-1-16 0,0 5-1 0,1 3-19 15,1 2-31-15,0 2-36 0,0 3-31 0,-1 1-15 0,0 3 2 0,1 3-3 16,-1 2 0-16,1 4 0 0,0 2-3 0,0 3-8 0,1 1-5 15,0 4-4-15,0 3-6 0,2 4-3 0,0 3-16 0,1 2-8 0,1 3 2 16,0 3-6-16,2 1 12 0,1 2 0 0,1 3-1 0,1 1-3 0,2 0 0 16,0 0 0-16,3-5-8 0,0-2-7 0,1-2-21 0,1-4-45 15,-1-4-39-15,1-4-53 0,1-1-47 0,0-3-51 0,0-1-134 0,1-3-185 16,0-3-94-16,1-2-171 0</inkml:trace>
  <inkml:trace contextRef="#ctx0" brushRef="#br0" timeOffset="50902.27">20955 4062 1980 0,'-2'-1'276'0,"0"0"-116"0,-1 1-5 0,1 1-19 15,0 1-2-15,0 2-6 0,1 2-20 0,0 2-21 0,1 3-12 0,-1 5-6 16,2-1-5-16,0 5-2 0,0 2-7 0,0 0-13 0,1 5-10 15,-1 2-4-15,1 3-9 0,0 2-10 0,2 4 4 0,-1 4-13 0,1 2-11 16,2 3 0-16,0 1-2 0,3 0 0 0,1-1 1 0,1 1-12 0,0 0-17 16,0-3-23-16,0-1-45 0,0-2-54 0,1-4-58 0,-1-3-104 15,1-1-144-15,0-3-131 0,0-1-27 0,-1-4-90 0</inkml:trace>
  <inkml:trace contextRef="#ctx0" brushRef="#br0" timeOffset="51086.4">20854 4818 1299 0,'7'-3'699'0,"1"-2"-631"0,3-1-17 0,-1 0 18 0,1 1 30 16,3 0 25-16,1 0-3 0,3 0-34 0,0 1-45 0,3 0-20 0,-1 1-10 16,0 0-7-16,0 0-2 0,-1 1-6 0,-1-2-14 0,1 1-23 15,-2-1-38-15,-1-1-75 0,0 1-96 0,0 0-103 0,-2 0-67 0,-1-2-27 16,0-1-241-16</inkml:trace>
  <inkml:trace contextRef="#ctx0" brushRef="#br0" timeOffset="51236.4">21538 4645 1016 0,'3'18'195'15,"1"3"-81"-15,2 8 5 0,-1 0 13 0,1-1 13 0,1 0-17 0,0 1-44 16,1-2-33-16,0-2-27 0,0 0-15 0,0-3-8 0,0-1-8 15,-2-1-29-15,0-3-64 0,0-2-106 0,-2-1-102 0,-1-3-74 0,-1-2-160 16</inkml:trace>
  <inkml:trace contextRef="#ctx0" brushRef="#br0" timeOffset="51386.4">21486 4195 1932 0,'-3'-1'128'0,"-1"0"1"0,0 3-11 0,0 2-12 0,1 2-13 0,1 2-22 15,0 1-26-15,1 0-21 0,1 2-10 0,-1-2-14 0,1 1-4 16,2 0-17-16,-1 1-41 0,2 0-75 0,0-1-100 0,0 0-129 16,1-1-99-16,0 1-56 0,2-1-121 0</inkml:trace>
  <inkml:trace contextRef="#ctx0" brushRef="#br0" timeOffset="51652.4">21852 4739 745 0,'5'0'198'0,"1"0"-14"0,4 0 12 0,2-1 19 0,0-1-15 16,2-1-34-16,1 0-34 0,2-3-30 0,3-1-12 0,2 0-8 0,1-2-15 15,1 0-11-15,0 1-17 0,2-2-11 0,-2 2-8 0,0 0-7 16,-2-2-7-16,-1 1 1 0,1-1-11 0,-1 0-7 0,-2-1-11 16,0 0-34-16,-2-1-42 0,-1 0-48 0,-2 0-60 0,0 0-62 0,0 0-63 15,-1-2-39-15,-1 0-11 0,0 0-125 0</inkml:trace>
  <inkml:trace contextRef="#ctx0" brushRef="#br0" timeOffset="51986.4">22589 4456 1664 0,'-1'12'497'0,"2"3"-360"0,0 3-3 0,0 0 10 0,2-1 2 15,0 1 1-15,3 1-23 0,1 2-36 0,3-1-27 0,0 2-14 16,2-1-10-16,0-1-5 0,-1 0-9 0,3 1-8 0,-1-2-4 0,2 0-8 15,-1 0-1-15,0-2 0 0,1-4-6 0,0-1-7 0,-1-3 1 16,1-3-10-16,0-3-19 0,0-2-11 0,0-1 1 0,1-3 0 0,1-2 13 16,0-2 8-16,-2-2 3 0,1-4-1 0,-1-2 6 0,-1-4 3 0,-1-1 5 15,0-2 9-15,-2 0 1 0,0-2 5 0,-1 1-3 0,-2-2-1 16,-1 1-1-16,-3 0 2 0,1-1-2 0,-2 3-1 0,-3-1-12 16,-3 0-7-16,-2 3-7 0,-2-1-4 0,-4 1 2 0,-3-1-4 0,-3 0 1 15,-1 2 3-15,-3 2 5 0,-2 0-1 0,0 2 3 0,-2 2 0 0,-1 1-14 16,1 3-10-16,0 3-33 0,1 3-35 0,0 4-13 0,1 3-5 0,2 5 12 15,2 3 25-15,2 2 3 0,4 4-19 0,0 3-49 0,3-1-59 16,2 2-55-16,2-1-23 0,2-2-191 0</inkml:trace>
  <inkml:trace contextRef="#ctx0" brushRef="#br0" timeOffset="52353.4">23264 4038 1853 0,'0'4'234'0,"0"3"-108"0,-1 4 16 0,-1 0 3 0,0 4-7 15,0 3-20-15,1 1-28 0,1 4-27 0,-1 2-17 0,1 0-1 16,0 2-4-16,1 0-3 0,1 2-10 0,0 0-13 0,2 1-6 0,-2-2-4 16,3 1-5-16,0-3-7 0,1-3-3 0,1-1 5 0,-1-2-9 0,2-3 8 15,0-1-9-15,1-2-18 0,-1-2-13 0,2-4-28 0,-1 0-28 16,2-2-26-16,0-2-24 0,1-2-14 0,-2-2 6 0,1-1 22 0,-1-1 37 15,0-2 42-15,1-2 41 0,-2-2 26 0,-1 0 22 0,1-2 16 16,-1-1 14-16,0-1 11 0,0 0 8 0,-1 0 2 0,0 1 10 0,-1-1 4 16,0 1 0-16,-2-1-4 0,0 0-13 0,1 1-16 0,-1 0-12 0,0 0-8 15,-2 2-17-15,1 1-1 0,0 3-9 0,-1 1-7 0,1 3 1 16,0 2-9-16,-1 2 3 0,1 2-4 0,-1 3 4 0,1 1-3 0,0 2 2 16,0 1 1-16,1 0-5 0,0 1-8 0,-1 1-2 0,1 2 4 0,1-1-9 15,0 2 7-15,1 0-15 0,0 1-17 0,-1-1-16 0,1 0-18 16,0 0-25-16,-1-1-38 0,1-1-68 0,-1-1-39 0,0 0-43 0,0-2-44 15,-1-2-17-15,1-2-25 0,0 0-146 0</inkml:trace>
  <inkml:trace contextRef="#ctx0" brushRef="#br0" timeOffset="52553.4">23830 4005 1752 0,'1'-20'482'0,"1"-2"-333"0,0-3-1 0,-2 7 4 16,1 7-4-16,0 3-34 0,-1 3-15 0,1 4-19 0,-1 3-10 0,0 3-2 15,0 1-5-15,0 4-4 0,0 2-17 0,0 2-11 0,-1 4-7 0,0 2-7 16,1 2-6-16,-1 3 0 0,1 2 6 0,0 1-12 0,1 4-5 16,0 1 0-16,1 0-9 0,0 2 4 0,1-3 3 0,1 2-6 0,0-3-5 15,0 0-9-15,2-3-11 0,-2-1-22 0,2-3-42 0,-2-3-38 16,2-2-49-16,0-2-70 0,-1-3-71 0,-1-1-129 0,-1-1-78 0,0-2-35 16,0-1-91-16</inkml:trace>
  <inkml:trace contextRef="#ctx0" brushRef="#br0" timeOffset="52720.4">23614 4211 1714 0,'-1'-5'351'15,"-2"1"-236"-15,2-1 9 0,0 3-15 0,1 1-14 0,1 2-13 0,1 2-18 16,2-1-20-16,1 2-12 0,2-1-1 0,-1 1 1 0,3 1-4 16,1-1-3-16,1 0-7 0,1-1-3 0,1 0-8 0,-1-2-2 0,2 0-5 15,1 0-12-15,-1-2-3 0,1 1-20 0,1-2-21 0,0 1-39 16,0-2-53-16,-2 1-69 0,0-1-70 0,1 0-66 0,-1 1-30 0,-1-1-6 15,0 0-117-15</inkml:trace>
  <inkml:trace contextRef="#ctx0" brushRef="#br0" timeOffset="53019.4">24151 4127 1200 0,'0'9'264'0,"0"2"-53"0,1 3-15 0,0 0-25 15,1 0-27-15,2 3-33 0,0 3-18 0,1 1-6 0,0 2-4 0,1 3-7 16,0 2-11-16,2 3-6 0,0 2-20 0,0 2-19 0,1 1-5 15,0 1-12-15,1 2-3 0,-2 0 5 0,1 1-10 0,-1-1-1 0,0-1-6 16,-2-1-11-16,1-2-15 0,-1-3-26 0,-1-2-32 0,0-5-39 16,0-4-58-16,1-2-55 0,1-3-84 0,0-4-57 0,1-2-30 0,-1-3-134 15</inkml:trace>
  <inkml:trace contextRef="#ctx0" brushRef="#br0" timeOffset="53269.94">24227 4127 1552 0,'4'-3'169'0,"0"0"-25"16,2-2-11-16,-1 0 7 0,3 1-16 0,-1 1-11 0,2-1-19 0,1 1-19 16,0 1-7-16,1 0-3 0,-1 1-9 0,1 0-6 0,0 2-11 0,0-1-7 15,0 2-5-15,-3 1-4 0,2 0 3 0,-1 1-4 0,-2 0-2 16,0 2-1-16,-1 0-5 0,-2 1-2 0,0 1-11 0,-3 0 1 0,-1 1-4 15,-1 0-6-15,-1 0-2 0,-1 1-9 0,-1-2-7 0,-1 3-9 0,-1-1-11 16,-2 1-4-16,0 0-1 0,-1-1-3 0,1 0-3 0,-1 0-5 16,0 0-16-16,0 0-21 0,1-1-42 0,2-1-59 0,0-1-86 0,1 1-77 15,2-1-53-15,0-1-104 0,2 0 98 0</inkml:trace>
  <inkml:trace contextRef="#ctx0" brushRef="#br0" timeOffset="53602.93">24654 4122 1023 0,'3'10'295'0,"0"0"-201"0,1 3-6 16,0 0 17-16,-3-2 17 0,2 0-7 0,1 1-24 0,0 2-37 0,1-1-19 16,0 0-18-16,0-1-6 0,2 0 1 0,0-1-11 0,1 0 5 0,-1 0-5 15,0-2-6-15,2 0-8 0,0-1-8 0,2-2 0 0,0 0-10 16,1-1 2-16,-1-2 0 0,1-1 4 0,-1-1 13 0,0-2 3 0,-1-1 6 15,0-1 4-15,-1 0 6 0,0-2 8 0,-1-1 12 0,0 0 8 0,-1-1 6 16,0-1 10-16,0 1 2 0,0-2 10 0,-2 0 5 16,1-1-3-16,-1 1 3 0,1-1-2 0,-2 0-3 0,1 0 7 0,-1 0-5 0,0 0-9 15,0 0-7-15,-1 0-9 0,0 2-7 0,0 1-4 0,0 0-5 0,0 2-7 16,-1 0-6-16,-1 3-2 0,0 1-8 0,0 1-1 0,-1 2-5 16,0 0 0-16,1 1 0 0,-1 2-5 0,0 0 3 0,0 2-3 0,1-1 0 15,-1 2-5-15,0 1 0 0,-1 0-11 0,1 1-10 0,0 0-15 16,0 0-25-16,1-2-19 0,-1 1-28 0,0 0-31 0,1-2-33 0,-1 0-62 15,1-1-53-15,0-1-33 0,0-1-32 0,1-1-107 0</inkml:trace>
  <inkml:trace contextRef="#ctx0" brushRef="#br0" timeOffset="53803.11">25167 3766 1695 0,'5'-14'137'0,"1"-3"-36"0,1-1 2 16,1 4 4-16,-2 6-3 0,1 4-6 0,-1 2-19 0,-1 4-11 15,1 1-6-15,-2 2-10 0,1 3-6 0,0 3-8 0,-1 2-17 0,1 2-8 16,0 3-8-16,0 2-9 0,0 3 1 0,0 0 0 0,1 3 1 0,-1 0 5 16,0 1 1-16,-1 1-8 0,1-2 0 0,-1 2-5 0,-1-4-4 15,2 1-9-15,-1-3-18 0,1 0-27 0,0-1-41 0,0-2-51 0,0-2-46 16,-1-2-70-16,-1-2-68 0,0-3-59 0,-2-1-27 0,0-1-84 16</inkml:trace>
  <inkml:trace contextRef="#ctx0" brushRef="#br0" timeOffset="53937.11">25091 4020 1191 0,'4'0'425'0,"0"-1"-327"0,2 0 16 0,2 0 1 15,0 1 7-15,3 0-19 0,0 0-24 0,3 1-19 0,1-1-31 0,2-1-10 16,1-1-2-16,0 0-6 0,2-1-7 0,1-1-13 0,0-1-33 16,0 0-38-16,-1-2-57 0,0-2-72 0,0-1-77 0,1-1-69 0,0-2-26 15,2 1-42-15,1-3 29 0</inkml:trace>
  <inkml:trace contextRef="#ctx0" brushRef="#br0" timeOffset="54570.11">25170 2432 716 0,'-64'-21'153'0,"-8"-2"-141"0,-19-7 16 0,3 5 16 0,6 2 9 0,-4 1 3 16,-4 0 7-16,-5 1-9 0,-1 2-11 0,-7 0-7 0,-2 4-8 0,-3 3-7 16,-5 2 8-16,-4 4-3 0,-3 1-3 0,-5 3 2 0,-1 3-11 15,-3 2 12-15,-3 4 1 0,-2 0-1 0,0 4-1 0,-4 3-9 0,2 4 15 16,-1 2 0-16,-3 1 4 0,-5 3-5 0,-6 0-9 0,-4 4 1 16,-4 4-5-16,-4 5 0 0,1 5 6 0,1 4-8 0,0 6-27 0,3 2 1 15,1 4-5-15,1 3 5 0,0 2 26 0,1 5-1 0,0 2-5 0,0 5-1 16,3-1-4-16,2 3-10 0,2 4-2 0,4 3 0 0,2 5 7 15,4 4 7-15,5 4-1 0,3 5-12 0,5 2 8 16,5 3 12-16,3 4 0 0,4-1 23 0,7 3-5 0,4-1-12 0,8 1 4 0,10 1-4 0,6 0 2 16,6-2 1-16,9-1-15 0,7-4 3 0,6-3-8 0,10-2 1 15,7-1 13-15,10-6-8 0,8-2 0 0,8-6-5 0,10-4 3 0,8-4-1 16,8-5 0-16,11-2 3 0,6-5-9 0,9-3-1 0,8-5-5 0,6-4 0 16,7-5-4-16,7-2-2 0,5-6-9 0,9-4 8 0,6-3 4 15,10-7 1-15,5-1 13 0,6-6-11 0,8-6-1 0,4-2 2 0,9-6 1 16,2-4-3-16,7-3-5 0,5-5-5 0,3-3-5 0,6-4-1 15,2-1 2-15,3-5-4 0,4-3 9 0,3-2-7 0,2-2 13 0,2-4 4 16,1-1-1-16,3-4 16 0,1-1-1 0,0-3 4 0,0-2 8 0,1-2 5 16,-2-4 13-16,0-4 21 0,-1-3 19 0,-1-2 15 0,-3-2 4 15,-3-2-11-15,-2-3-8 0,-3-3-18 0,-2-2-10 0,-1-3-12 0,-2-4-12 16,-2-2-11-16,-2-2-2 0,-3-3-7 0,-2-2 6 0,-4-3-2 0,-2-1-1 16,-4-4 6-16,-4-1 2 0,-5-2-6 0,-4-1-5 0,-6 0 7 15,-5 0 1-15,-7 1 10 0,-6-3 9 0,-6 2-5 0,-7-1 7 0,-9 0 9 16,-5 1 2-16,-7 0 1 0,-8 0-5 0,-7 1-9 0,-10 0-5 15,-8 0-12-15,-10 2 1 0,-7 1-11 0,-8 3 0 0,-9 2 0 0,-8-1-8 16,-10 5-2-16,-7 0 0 0,-8 3 5 0,-10 5-4 0,-7 2 2 0,-9 4-3 16,-7 5-8-16,-9 5 1 0,-5 3 0 0,-9 5-3 0,-8 4-1 15,-5 8-2-15,-6 7-9 0,-4 9-2 0,-6 7-1 0,-3 8-3 0,-3 9-6 16,-2 7-7-16,-3 6-12 0,-2 7-9 0,-1 7-16 0,-1 8-24 0,0 7-24 16,1 3-25-16,0 4-16 0,0 3-24 0,-1 4-32 0,2 4-42 15,0 5-40-15,0 4-52 0,3 4-72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46:03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2030 9787 858 0,'-16'0'177'0,"-1"-1"-139"0,-1-1-41 15,3 1-1-15,3 0 3 0,1 0 8 0,0-1 6 0,0-1-3 0,-2 1-8 16,1-1-8-16,-1 1-13 0,0 0-15 0,0 1-18 0,0 0-9 16,0 2-3-16,6-1 6 0,-2 1 16 0,0 0 11 0,-1 1 11 0,-2-1 21 15,-3 1 5-15,0-1 6 0,-1 1 0 0,-2-1-6 0,-1 1 5 16,-1 0 6-16,0 0 3 0,-2 1 7 0,1-1 8 0,0 1-1 0,-1 0 3 16,0 1-6-16,-2-1-7 0,1 1 0 0,0 1-3 0,-1 0-5 0,-1 0-2 15,0 2-6-15,-1-1 1 0,1 0 2 0,0 1 4 0,1-1 3 16,-2 1 3-16,1-2 3 0,0 2-5 0,0-1-2 0,0 1-3 0,13-4 33 15,-2 1 1-15,0 0 1 0,-1 0-2 0,-1 1-40 0,-1 0 6 0,1 0-1 16,-1 1 6-16,0-1-3 0,-2 1 2 0,1 1-4 0,-1 1-7 16,1-1-1-16,-2 1-9 0,3-1-3 0,-3 2 0 0,1-2 0 0,0 2-4 15,1-1 1-15,0 1-3 0,1 0-1 0,0 0 0 0,1 1 0 16,0-1 3-16,1 0-4 0,0 1 1 0,0 0-3 0,0 1 3 0,2-1 8 16,-1 0 2-16,1 1-2 0,0 0-1 0,0 1-3 0,3-1 2 0,-1 1-2 15,1-1 0-15,1 1 2 0,1 0-1 0,1 0 1 0,0-1 2 16,2 1-5-16,1 0 5 0,0-1 2 0,1 1 1 0,0 0 4 0,2-1-2 15,1 1 3-15,1 0 2 0,0 0 3 0,1 0 2 0,2-1-3 0,0 2 4 16,0 0-2-16,2 0 2 0,2 0 3 0,0-1-2 0,1 0 1 16,1 2-4-16,2-1 5 0,0 0-1 0,2-1 1 0,1 0-1 0,0 1 0 15,1-1 2-15,2 0 0 0,0-2 3 0,2 1-6 0,-1 0 3 16,3-1-4-16,-1 0 5 0,2-1 0 0,1-1-3 0,24 9-39 0,-2-1-7 16,0-2 5-16,-1-2-1 0,-2-1 39 0,-3 0 3 0,-1-1-6 0,-4-2 4 15,0 1 0-15,-1-1-3 0,1-2 4 0,2 2-6 0,-1-1 2 16,3 1-3-16,-1-2-2 0,1 0 2 0,2 0-4 0,0-1 7 0,0 0-20 15,8-1 6-15,31 1-1 0,-7 0-1 0,-12-2 20 0,-16-2-7 16,1 0 1-16,3-1 2 0,-1 0-1 0,1 1-1 0,-2 0-2 0,1-1-1 16,0 1 3-16,0-1-2 0,2 1-3 0,-1-1-1 0,0 1 1 0,1 0 9 15,-1 1 3-15,-1 0-1 0,4-1-1 0,-3 1-6 0,2 0 4 16,0 0 3-16,-2 0 0 0,1 0 1 0,2-1-5 0,-1 0 1 0,0 0-1 16,1 1 0-16,-1-1 4 0,1 0-3 0,0 1-4 0,-1-1-2 0,2 0 0 15,-2 1-1-15,-1-1 3 0,1 0-3 0,0-1 3 0,1 0 3 16,1 0 0-16,-2 0 0 0,1 0 1 0,0 0-5 0,-1-1 4 0,2-1 2 15,-1 0 0-15,0 1-1 0,-1-1-1 0,-1 1 0 0,1-1 2 0,-1-1 8 16,1 1 1-16,-1-1 1 0,-1-1 3 0,0 1-14 0,-1-1-2 16,2-1-4-16,0 0 2 0,0-1 4 0,0 2 5 0,-2-1-1 0,1-1 0 15,0 0-1-15,0-2 4 0,0 1-8 0,-2-3-2 0,1 1 2 16,-2 0-11-16,-1-1 11 0,-1 0 0 0,0 0-7 0,-1 0 3 0,-2 0-5 16,-2 1 2-16,0-2 4 0,-2 0 2 0,1-1 4 15,-1-1-4-15,-2 0 4 0,1 1-2 0,-2-2-2 0,0 0-2 0,-1 0 3 0,0 0-3 16,-3-1 5-16,0 0-2 0,-2 0-3 0,-1-1-3 0,0-1 2 0,0 0-1 15,-3 0 3-15,-1 1 6 0,-1-1-5 0,-3 0 0 0,0 1 1 0,-2 2 3 16,-2-2 3-16,0-1 0 0,-1 0 4 0,-1-1-6 0,-2 1 4 16,-2-1 3-16,-1 1-7 0,-1-2 5 0,-1 0-10 0,-1 2 5 0,-2-2 4 15,-1-1-3-15,-1 0 13 0,-3-1-12 0,0-1 2 0,-3 0 2 16,-1 0-1-16,-2-1-2 0,-1 2 1 0,-2-1-3 0,-3 0 0 0,-2 1-1 16,-1 0-2-16,0-1-6 0,-3 0-5 0,-2-1 2 0,-2 2 0 0,-4-2-1 15,-1 2-1-15,-4 1-4 0,0 0 0 0,-2 1 2 0,-2 0-1 16,-1 0 2-16,-4-1 0 0,-2 1-5 0,-2 1 4 0,-2 0-2 0,-3-1-14 15,0 3 1-15,-2-1 5 0,-2 1 4 0,-1 1 13 0,-2 3 3 0,-3-2-11 16,-1 1 1-16,-2 1-2 0,-2 0 3 0,-2 4 1 0,0-1-2 16,-2 1 1-16,-2 2 1 0,-1 0 2 0,-4 2 0 0,-3 2 0 0,1 1-6 15,-4 2 2-15,0 2-5 0,-2 3-4 0,-3 2 2 0,-2 4-6 16,-2 2-4-16,-2 5 0 0,-4 3-10 0,1 3 4 0,-5 7-9 0,-1 3-21 16,-2 8-26-16,-4 2-31 0,1 4-23 0,-2 6-27 0,-1 3-45 0,0 3-76 15,-1 6-67-15,-3 3-163 0</inkml:trace>
  <inkml:trace contextRef="#ctx0" brushRef="#br0" timeOffset="5516.95">20794 10196 288 0,'-5'0'33'0,"-1"0"-22"0,0 0-6 0,0 1-5 0,0 0 2 0,2 0-2 16,-2 1 0-16,0-1 2 0,0-1-3 0,-2 1 4 0,0-2 2 0,0 0-3 16,0 0 3-16,1-1 1 0,-2 0 3 0,1-1 6 0,1 0 2 15,0-1-1-15,2-1-1 0,-1-2-4 0,1 0-3 0,1 0 0 0,0 0-2 16,2-1-2-16,1-1 1 0,2 0 0 0,0-2-3 0,1 0-2 15,2 0-3-15,1-2-1 0,2 0 1 0,0 1 0 0,3 0 3 0,0 1 0 16,1-1-2-16,2 2 1 0,1 1 0 0,1 1 3 0,1 2 4 0,-1 1 6 16,4 1 3-16,1 1 4 0,-1 1 1 0,3 2 3 0,-1 1 3 15,2 1 4-15,3 2 0 0,0 1-6 0,3 3-6 0,0 1-4 0,-1 2-4 16,0 0 0-16,-1 1-4 0,1 1-4 0,0 1-1 0,1 2-3 0,-2 0 3 16,1 0 0-16,-2 0-4 0,1 0-2 0,-1 1 4 0,-2 0-1 15,0 3 5-15,-3 2 1 0,-1 0-5 0,0 3 1 0,-3 0 1 16,-1 2 1-16,-2 0 1 0,-5-1 0 0,-2 2-1 0,-3 0-1 0,-2 1 3 15,-3-2 0-15,-1 0 0 0,-3-4 0 0,-2 1 2 0,-3-1-2 0,-2-2 5 16,-3-1 5-16,-1 0 4 0,-1-4 7 0,-3 0 6 0,1-1 9 0,-2-3 11 16,-2-1 11-16,2-3 11 0,-3-1 2 0,-1-3 2 0,2-1 2 15,-3-2-8-15,2-2-5 0,-2-1-11 0,2-2-4 0,-1-1-10 0,0-2-5 16,2 0-9-16,0-2-8 0,0-1-9 0,1 0-7 0,-1-2-4 0,1-1-8 16,0 1 1-16,1-2-6 0,3 1-1 0,1 0-2 0,1 2-11 15,1-1-6-15,2 2-22 0,0-1-28 0,2 0-27 0,3 1-33 0,3 1-15 16,3-1-17-16,3 0 1 0,4 1-9 0,4-1-21 0,3-1-38 15</inkml:trace>
  <inkml:trace contextRef="#ctx0" brushRef="#br0" timeOffset="6116.46">21510 10564 657 0,'11'-4'89'0,"1"-2"-6"0,3 0-9 15,0-2-9-15,2 1-21 0,1-1-14 0,1-1-12 0,0 0-7 0,2-2 2 16,1 0-10-16,1-2 1 0,2 1-4 0,0-1-5 0,3 0 4 15,-1 3 0-15,3 0-1 0,-1 3 0 0,2-1-6 0,-1 2-1 0,1 0 2 16,-1 2 0-16,0 2-1 0,0 2 2 0,-1 0 0 0,1 2 1 0,0 0 2 16,-1 1 0-16,0 0-1 0,1 0 4 0,-1 1-2 0,0 0 5 15,-3 1-2-15,-1 0 4 0,-2 0 1 0,0 2 4 0,-1 1 8 0,-3 0 0 16,-1 3 10-16,-3 0 4 0,-2-1 1 0,-3 3 9 0,0-2 5 0,-2 2-6 16,-2 0 0-16,-2-2-3 0,-2 3-1 0,-2 0 2 0,-3 0-1 15,-3 0-1-15,-3-1-4 0,-3 2 2 0,-2 0-9 0,-4 0-5 0,-4-2-8 16,-1 1-7-16,-3-2 0 0,-1 1-5 0,-3-2-2 0,-1-3-10 0,-5 1-6 15,0-3-15-15,-1-1-10 0,-1-1-5 0,1-2-2 0,-2 0 2 16,1-2 11-16,-1-2 4 0,4 0 9 0,-1-2-2 0,2-1-1 0,3-1 2 16,0-1-6-16,3 0 5 0,1-2-4 0,4 0-6 0,0 0-8 15,3-1-2-15,3 0-2 0,1 0-1 0,3 0 2 0,0 0-2 0,2-1 5 16,2 2 4-16,-1 1 5 0,3 0 0 0,0 1 4 0,2 0-1 0,0 1 3 16,1 1 1-16,1 1 1 0,0 1-1 0,1 1-4 0,1 1-5 15,0 0-7-15,1 2-7 0,-1 0 7 0,1 0 4 0,1 2 12 16,-1 2 10-16,0 1 1 0,0 1 6 0,1 0 1 0,0 1 5 0,1-1 1 0,1 1 3 15,0 0-1-15,0-1 0 0,1 0 0 0,1-1 1 0,0-1 2 16,1 0 0-16,-1 0-1 0,0 0 2 0,0-1 1 0,-2-1 4 0,1 1 1 16,0-1 5-16,0 0 1 0,-1-1 3 0,1 0 4 0,-1-1 2 0,0 0 1 15,0 1-1-15,0-1 0 0,-1-1-4 0,1 1 0 0,0-1-5 16,0 0-1-16,0 0-2 0,1 0-2 0,-1 0-1 0,0-1-4 0,0-1-2 16,0 0 0-16,1 0-3 0,0 0-3 0,0-1-5 0,1 0-3 15,-1 0-4-15,1-1-3 0,0 0 0 0,-1 1-3 0,1 0 0 0,-2-1 0 16,1 1-1-16,0 0 3 0,-1 0 0 0,0 0 1 0,-2 1 3 0,0 0 2 15,0 1 3-15,0-1 4 0,1 1 2 0,-2 1 2 0,0 0 2 16,0 0 0-16,-1 0 0 0,1 1 1 0,-1-1-1 0,-1 2-1 0,1 1 2 16,-1 0 0-16,-1 0 0 0,1 1-1 0,-1-1 0 0,0 1 0 15,0-1 1-15,0 1-1 0,0 1 0 0,0-1-1 0,1 0 0 0,0 0 0 16,0-1-1-16,0 1 0 0,1-1-2 0,0 0-3 0,-1 1 0 0,1-1-1 16,-1 1-3-16,0-1-7 0,1 1-8 0,0-1-4 0,0 0-4 15,1 1-9-15,-1-2 0 0</inkml:trace>
  <inkml:trace contextRef="#ctx0" brushRef="#br0" timeOffset="7666.39">25112 10710 720 0,'-10'2'251'0,"3"1"-216"16,-2-1-37-16,4 1-12 0,4-1-2 0,1 2 4 0,2-1 3 0,2 0 0 15,2 0 6-15,0 0 1 0,3 0-4 0,2-1 2 0,2 1-3 0,2 0 3 16,0-2 1-16,2 1-1 0,3-1 3 0,-1-1 0 0,1 1-1 16,1-1 0-16,-1 1 0 0,1-1 0 0,2 1 2 0,1 0-2 0,1 0 1 15,1 1-2-15,-1 0 4 0,1-1 2 0,0 2 3 0,3-1 8 16,2 0 7-16,2 0 6 0,3 0-1 0,2 0 7 0,3-1-5 0,3 0-5 16,4 1 6-16,4-1-10 0,2 0 2 0,5 0-1 0,3-1-3 0,3 0 0 15,3 0-4-15,2-1 1 0,5 0-3 0,1 0 1 0,3-1-3 16,2 1 1-16,2 0-6 0,1-1 3 0,3 1-2 0,-1 0 1 0,1 3 1 15,1 0 1-15,2-1-1 0,0 3 6 0,1 0 5 0,0-1 1 0,-2 3 8 16,2-1-4-16,-1 0 10 0,4 1 0 0,-1 0-1 0,1-1-4 16,0 0-8-16,1-1-4 0,0-1-6 0,0 1-1 0,1-3-1 0,-2 2-3 15,0-1 7-15,1 0-3 0,-1-2 3 0,0 0 1 0,0-2-2 16,-1 1 2-16,-1-1-9 0,-3 1 5 0,0 0-1 0,-3 0 1 0,-1-1 1 16,-3 1-5-16,-2 0 0 0,-3 1 2 0,-4-1 1 0,-2 1-2 0,-5 0-3 15,-3 0-4-15,-1 1 1 0,-4 0-2 0,-4 0 2 0,-3 0 3 16,-5 0-3-16,-1 0 1 0,-3-1-7 0,-4-1-6 0,-2 0-8 0,-5-2-28 15,-2-2-38-15,-5 0-35 0,-1-3-55 0,-2-2-40 0,-3 0-26 0,-1-2-20 16,-3-1-81-16</inkml:trace>
  <inkml:trace contextRef="#ctx0" brushRef="#br0" timeOffset="19067.52">1494 12343 392 0,'0'-1'11'16,"0"0"1"-16,2-1 4 0,1 1 6 0,1-2 4 0,1 1 0 0,2-1-2 15,2 1-8-15,1-1-5 0,2-1-3 0,0 1 1 0,2-1-4 16,3 0-3-16,0 0 3 0,1 1-5 0,2 0-8 0,1 0-1 0,0-1 0 16,2 1-3-16,3-1 12 0,18-1-6 0,-5 0-2 0,-5 2 4 15,-10 1-3-15,2 0 1 0,-2 0-1 0,2 1-7 0,1-1 4 0,1 0 0 16,2 0 2-16,0 0 4 0,1 0 2 0,-2-1-2 0,2-2 1 0,1 0-1 15,2-1-1-15,-1-1 2 0,3-2 3 0,1-1-4 0,-1 1 2 16,1-1-1-16,-1-1 1 0,0 3 4 0,2-2 2 0,-2 0-1 0,2 1 2 16,1-1 1-16,1 1-1 0,1 1 1 0,0 0-1 0,-1 1-4 15,1 1 2-15,0 0 3 0,0 2-1 0,3 2 5 0,-1 0-2 0,-1 1-4 16,1 1 2-16,1 1 0 0,-1 2-1 0,0 0 0 0,3 1-2 0,-1-1-1 16,1 1 1-16,0 0 0 0,0 0 0 0,1 0-1 0,2-1 3 15,1-1 2-15,-1-1 3 0,3 0-4 0,-1-3-1 0,1 1-3 0,1-1-1 16,3 0 2-16,-1-1-1 0,1 0-2 0,0 0-1 0,0 0-2 0,0 0 3 15,1 0 3-15,-2-1 0 0,2 0 0 0,-2 0-3 0,1 0-1 16,1-1 1-16,0 1 1 0,1 0-1 0,-1 0 3 0,0 0-1 0,1-2 0 16,0 0 1-16,-1-1-3 0,0 0 0 0,-1 0 1 0,2 0 1 15,-1-1 2-15,-2 0 2 0,0 1 0 0,-1 0 5 0,-2 1-1 0,0 0 4 16,-1 1 1-16,0 0 3 0,-2 0-1 0,0 0 0 0,-2 0-1 0,0 0-4 16,1 1-1-16,-2 0-4 0,1-2-2 0,-1 0 0 0,1 0 1 15,-2 0-2-15,0 0 1 0,1-1-3 0,-1 1 2 0,-1 0 3 0,-1 0-3 16,0 1-1-16,0-1-1 0,-3 0 2 0,0 0-2 0,-1 1 0 0,-1 0 1 15,-1-1-2-15,-3 1 2 0,-3-1 1 0,-1 0-2 0,0 0 2 16,-4 1 1-16,2-2 0 0,-4 1 0 0,1-1-1 0,-1 0 4 0,-2-1-4 16,1-1 6-16,-3-1-2 0,0 0 0 0,-1-1 1 0,-3-1-5 0,1 1 8 15,-1-1-1-15,-3 1 3 0,0 0 4 0,-3-1-6 0,-1-2 5 16,-2 1 1-16,-1 0 1 0,-2-2 0 0,-2-1-2 0,-1-1 2 0,-3 0-3 16,-1-2 3-16,-2-1-2 0,-3 1-6 0,-3-2-3 0,-1 1 1 15,-4 0 3-15,-1-1 1 0,-2 0 5 0,-3-2-10 0,-3-1-5 0,-2 0-4 16,-3 2-3-16,-2-1 4 0,-3 0-4 0,-1 2 0 0,-5-1-3 0,-1 2-3 15,-3-2 7-15,-3 0-2 0,-3 0 3 0,-2-1 4 0,0 1 0 16,-2 0 2-16,-1 0-2 0,-2 1 1 0,-3 1 2 0,0-1-2 0,-2-1 3 16,-1 1-6-16,-1-2 1 0,-1 1 1 0,-1 1-8 0,0-1-3 15,-1 3 2-15,-3 0-5 0,-1 0 11 0,-1 1-2 0,-3 3-6 0,0-2 2 16,-3 3-6-16,-2 0 7 0,1 3-6 0,-2 1-1 0,-3 1-1 0,0 1-6 16,-3 2 10-16,0 1 1 0,-1 1 7 0,0 1-2 0,1 2-4 15,-2 1 8-15,2 0 3 0,-3 2 6 0,3 0 5 0,0 2-2 0,1 0 0 16,3 1 4-16,2 1-3 0,3 0 2 0,1 2-9 0,1 1-6 0,2 0 2 15,4 3-5-15,1 2 2 0,2 3-4 0,1 0-13 0,1 3-4 16,2 2-3-16,2 2 0 0,0 5-6 0,1 3-7 0,1 3-17 0,2 1-11 16,2 4-11-16,1 3-10 0,-1 3-6 0,0 4-8 0,0 3-5 15,0 4-13-15,-1 3-103 0</inkml:trace>
  <inkml:trace contextRef="#ctx0" brushRef="#br0" timeOffset="35185.74">607 9450 854 0,'-2'1'32'0,"0"-1"-35"15,0 1-10-15,-1 1 0 0,0-1 9 0,-1 1 10 0,0 0 1 0,0 1 1 16,0 0-10-16,0 0-8 0,-1 1-9 0,-1 0 29 0,0 1-4 0,0 1-2 16,1 0 6-16,-1 0-28 0,1 2 9 0,1 0 6 0,-1 2 5 15,0 0-2-15,1 0 1 0,0 1 3 0,0 0 2 0,0 1 2 0,0 1 4 16,0 1 1-16,0-1 1 0,0 1 8 0,0 1-3 0,1 1 6 0,-1-2 2 15,1 2-1-15,-1 0 3 0,1 0 3 0,0-1 0 0,1 2 1 16,-1-1 3-16,1 1 3 0,0 0 6 0,2 0 3 0,-2 1 3 0,1 0-4 16,0 0-2-16,1 1-4 0,-1 2-3 0,1-2-8 0,0 3-9 15,0 0-9-15,0 1 4 0,1 2 1 0,0 0 1 0,-1 2-1 0,1 1-9 16,0 1 0-16,0 1-2 0,-1 3 1 0,0 0 2 0,1 2-3 0,-1 0-2 16,1 2 1-16,-1 1-7 0,1 0 2 0,-1 2 0 0,0-1-6 15,0 1 12-15,0 2-3 0,0-1 1 0,0 0 9 0,-1 1-7 0,1-1 1 16,0 1 0-16,-1 1 0 0,1-2 6 0,-1 1-1 0,1 0 4 15,0 0 5-15,-1-1-2 0,1 1 8 0,-1-2 5 0,1 0 1 0,0 0 10 16,0-1-1-16,0-1 0 0,1 0 6 0,-1-2-4 0,1 0-1 0,0-1-4 16,1-2-6-16,0 0 0 0,1-2-3 0,0 0 1 0,1-2-1 15,0 0-4-15,1-2 3 0,1 0-55 0,0 0-1 0,1-3-2 0,0 1-5 16,1-3 54-16,-1 2 4 0,3-2-4 0,0-1 6 0,0 0-1 0,1-1-5 16,1-1 3-16,0 0 1 0,2-1 4 0,1-2-9 0,1 1-5 15,-1-1 7-15,2-1 0 0,0-1 14 0,2 0 6 0,0-1-10 0,1-1 0 16,0 0-3-16,1-3 0 0,1 1-2 0,1 0-1 0,1-2-4 15,24 6-57-15,-1-3-8 0,-3-3 2 0,-1-1 0 0,-2-2 48 0,-2-2 7 16,-4 0-11-16,-3-1 1 0,-2 1-1 0,1-1-9 0,1 1-14 0,2 0-31 16,-2 1-74-16,3 1-139 0,2 0-249 0,2 1-174 0,0 0-127 15</inkml:trace>
  <inkml:trace contextRef="#ctx0" brushRef="#br0" timeOffset="36968.49">3140 13388 482 0,'-1'-3'86'0,"1"-1"-49"0,0 0-24 0,0 0-2 15,2 0 9-15,-1 0 11 0,2-1 3 0,1 0-2 0,2-1-12 16,0-1-10-16,1 1-4 0,2-2-3 0,2-1-2 0,2 0-4 0,1-1-1 16,3 0 4-16,2 0 5 0,-1 0 5 0,2-1 3 0,2-2 4 0,1-1 3 15,3 1 4-15,1-3 1 0,2 1-1 0,-1 0-6 0,-2 1-5 16,1 1-4-16,0 0 0 0,1-1-4 0,0 1 1 0,1 1-2 0,-2 0 0 15,1 2-1-15,-2 0 2 0,2 2-5 0,-1 1-1 0,-2 0-1 16,1 2-3-16,-1 0 4 0,1 1-4 0,0 0-3 0,-4 1-1 0,1 1-7 16,-2 1 3-16,-1 0-6 0,0 1-7 0,0 0-11 0,0 0-9 0,0 0-6 15,-2 1 1-15,-2 1-2 0,0-1-7 0,-1 2 0 0,-2 0-6 16,1 0-4-16,-2 2-2 0,0-1-3 0,-3 3-55 0</inkml:trace>
  <inkml:trace contextRef="#ctx0" brushRef="#br0" timeOffset="37635.93">2439 14192 727 0,'5'-7'220'16,"0"0"-186"-16,3-1-61 0,0 3-20 0,-1-1 7 0,4 1 18 15,-1 1 21-15,2-1 4 0,0 1-5 0,0 0-7 0,0 2-9 0,2 0-2 16,1 1-3-16,1 2 2 0,-1-1 3 0,2 1 8 0,-1 0 5 0,1-1 6 15,0 1 6-15,1 0-1 0,2 0 10 0,-1-1 8 0,2-1 9 0,1 0 8 16,-3 0 0-16,2 0-4 0,-1-1-5 0,-1-1-8 0,1 1 0 16,2-2 0-16,-1 1 1 0,1-1 3 0,0 1 0 0,0-1-1 0,1 0-2 15,0 0 2-15,1 1-3 0,0-2-2 0,-2 2 1 0,2-1 3 16,0 0 8-16,0-1 9 0,1 1 7 0,-1-2 2 0,1 0-6 0,-1-1-7 16,-1 0-7-16,1 1-5 0,1-1-7 0,1 0-8 0,0 0 1 0,2 0-1 15,0 1 0-15,-1-1 6 0,0 0 0 0,1 0-6 0,2 0 1 16,-1 0-1-16,2 1-7 0,0-1 3 0,1 0 0 0,0 0-4 0,1 0 1 15,0 0-4-15,1 1-6 0,1-1 1 0,0 0-1 0,1 2 10 0,-1 0-1 16,3 0 0-16,-3 1-1 0,1 1-6 0,0-1 0 0,-2 0 2 16,1 1 0-16,-1 0-3 0,2 1 3 0,-2 0 2 0,0 1 5 0,2 0 0 15,-3 1 2-15,2 0 0 0,0-1-6 0,1 2 5 0,-2-1 1 0,0 1-4 16,-1 0 1-16,2 0 1 0,0 0-4 0,-1 1 4 0,1 0 0 16,-3 0-6-16,2 1 2 0,-1 0-2 0,0 0 0 0,3 0 1 0,-3-1 6 15,1 1-9-15,-2 0 0 0,0 0 2 0,-1 0-3 0,1 1 7 16,-3 1 4-16,2-1 3 0,-3 1 4 0,1-1 0 0,0 0 1 0,2 0-6 15,-2-1-5-15,1 0 2 0,-2 0 1 0,-1-1 5 0,0 1-3 0,1-1 1 16,-1-1 0-16,1 1-1 0,0-1-2 0,-1 1-4 0,0 0 5 16,0-1-5-16,0 0 6 0,-1 1-5 0,1 0-8 0,0 0 6 0,-1-1-3 15,1 0 2-15,-1-1-2 0,0 2-6 0,-2-1 2 0,3 1 1 0,0-1 2 16,0 0 3-16,0 0-2 0,-2 0-7 0,1 1-1 0,-1 0-2 16,1 0-1-16,0 0 0 0,-1 0-3 0,2 1-4 0,-3-1-8 0,1 2-7 15,1-1-13-15,-2 1-25 0,3 0-38 0,-2 0-50 0,2 0-62 16,0 3-51-16,3 1-6 0,3 3 6 0,6 4-108 0</inkml:trace>
  <inkml:trace contextRef="#ctx0" brushRef="#br0" timeOffset="77153.83">61 13330 207 0,'1'-7'5'0,"1"-1"9"0,-1 1 15 0,0 0 11 0,0 0 3 0,0 0-8 0,0 0-13 0,0 1-9 0,0-1-4 16,1 0-1-16,0 1 0 0,0 0 1 0,1 1 1 0,0 0-1 15,2 0 1-15,-1 1-2 0,1 8 1 0,0 1 2 0,3 1-3 0,1 0 2 16,0 1-1-16,2 0 2 0,0 1 0 0,1 0 2 0,1-1-1 15,1 2 0-15,1-1 4 0,0 0-2 0,1 0 3 0,1 0-20 0,1-1 3 16,0-1-3-16,2 0 3 0,0 0 19 0,1-1 1 0,2 0 0 0,1 0-29 16,4-1 0-16,1 1 0 0,1-1 1 0,3 0 27 0,1 0 2 15,0 0-5-15,4 0 4 0,0 1 2 0,2-2-1 0,0 2 5 0,1-1-2 16,42 6-32-16,-2 0 0 0,-6 0-2 0,-5-1-4 0,-5 0 33 0,-3-1-3 16,-3 1-1-16,-5-1 1 0,-2-1-4 0,0 1 0 0,2-1-1 15,0 0-1-15,0 0-13 0,9-2 0 0,43 4-1 0,-12-6-3 0,-12-2 17 16,-21-4-3-16,2-1 1 0,0 0-1 0,1-1-5 0,-1 2 2 15,-2 0-1-15,-1 0-3 0,1 1-1 0,-2 1-3 0,-1 1 1 0,-2 1 2 16,-3 0 1-16,0 2-1 0,0 0 0 0,-4 1 1 0,-2 2 0 16,-4 1-1-16,-1 2-4 0,-2 1 3 0,-4 1-2 0,-1 0 8 0,-5-2 2 15,-1 2-2-15,-3 1 2 0,-4-1 0 0,-2 1 6 0,-4 0 10 0,0-2 13 16,-3 2 16-16,-3 0 14 0,-1 0 16 0,-2 1 9 0,-3-1-1 16,0 1-13-16,-2 0-16 0,-1-1-13 0,-1 0-10 0,-2-1 2 0,-2 2-6 15,1 0-1-15,-4 0-2 0,-1 0 2 0,-2-2 0 0,0 0-6 0,-2-1-2 16,0 0-4-16,0 1 1 0,-1-1 4 0,0 2-3 0,1-1 0 15,0-1-5-15,-1 2-3 0,-1-1 1 0,0-1 0 0,0 2-4 0,-1 0 5 16,0 0-2-16,-2 0 1 0,-1-1 4 0,1-1 1 0,0 0 1 16,-1-2 3-16,1-1 7 0,-1-1 0 0,-1 0 2 0,2-1-4 0,-1-1-2 15,0-1-4-15,-1 0 1 0,0-1-5 0,-2 0-3 0,-1-1-1 0,0-1-6 16,0-1-1-16,0 0-1 0,1-1-4 0,1 1-6 0,1-1 2 16,2-2-7-16,-1 2 0 0,0-3-4 0,2 0-15 0,-2 0-17 0,1 0-32 15,0 0-28-15,0-2-32 0,1-1-33 0,1 1-34 0,0 0-24 0,4 1-5 16,0 0 6-16,0-1 10 0,3-1 19 0,2 0 6 0,2-2-94 15</inkml:trace>
  <inkml:trace contextRef="#ctx0" brushRef="#br0" timeOffset="77454.07">2173 13661 1095 0,'-16'-7'94'16,"0"-1"-28"-16,-2 0-27 0,5 3-29 0,5 0-8 0,1 1-4 0,1-1-8 16,2 1-11-16,3-1-15 0,4-1-26 0,3-3-30 0,5-1-22 15,2-3-12-15,6-2-9 0,3 0 2 0,3-2-3 0,4 0-5 0,1-2-41 16</inkml:trace>
  <inkml:trace contextRef="#ctx0" brushRef="#br0" timeOffset="77938.07">2755 13272 160 0,'25'-6'132'0,"3"1"-44"16,5-2-5-16,-1 3-8 0,-4 0 1 0,0 2-3 0,1 1-9 15,-2 1-6-15,0 1-6 0,0 2-11 0,-1 1-4 0,0 1-10 0,0 1-12 16,0 2-2-16,1 2-6 0,-1 1 0 0,0 4-1 0,0 1-2 16,-3 2-1-16,0 0-5 0,-1 3 0 0,1 2-1 0,0 2 0 0,-1 2 2 15,-3 2 5-15,-1 2-1 0,0 4-2 0,-3 2 1 0,-1 3-3 0,-2-2 0 16,-2 1 1-16,-1 0 0 0,-2 0 2 0,-1 1 0 0,-1-2-1 0,0-1 3 16,0-1 2-16,-2-3 2 0,0 2 2 0,-2-3 0 0,0 1 2 15,0-3 2-15,-1-1 3 0,-1-1-3 0,-2 3 1 0,0-1 4 0,-1-1 2 16,0-1 6-16,0-2 3 0,-1-3 5 0,0 1 5 0,-3 1 7 0,-1-2 1 15,-1 1 2-15,-3 1 0 0,-1-3-3 0,-1 3-8 0,-4-2-6 16,-3 0-9-16,-4 1-4 0,-3-1-10 0,-2 2-7 0,-4 0-6 0,-2 1-13 16,-4 2-5-16,-6-1-5 0,-3 2-4 0,-4-1-1 0,-3 1 5 15,-3 0 3-15,-2-1 9 0,-4-3 2 0,-3-3 7 0,-1-3 5 0,-1-4 0 16,-1-2 8-16,-2-3 3 0,-3-2 1 0,-2-3-2 0,-2-2-5 0,-2-3-5 16,-1-2-3-16,-4-3 2 0,45 2 24 0,-10-3 4 0,0-1 9 15,-10-2 5-15,2-2-26 0,-10-2-6 0,2-4-8 0,-11-4-10 0,2-2-2 16,40 10 40-16,-4-2 2 0,1-2-4 0,-4 0-6 0,2-3-52 15,-4-2-11-15,0 0 13 0,-4-4 5 0,3 2-1 0,-4-5 9 0,3 1 47 16,-3-2-2-16,3-1 4 0,-2-1 2 0,4 0-56 0,-1-4 2 0,1 2 2 16,3-1 5-16,5 2-1 0,1-1 7 0,4 1-3 0,3 0 0 0,3 1 5 15,4 0-6-15,3 2-5 0,3-2-2 0,1 3 4 0,3-1 11 16,4 1 9-16,1 0 4 0,3 0 1 0,1 0-1 0,4 0 4 0,2 0 8 16,1 0-1-16,4-1 0 0,2 0 2 0,2-2 1 0,3 2 0 15,3-3 2-15,2 2-3 0,3-2 0 0,5 1-49 0,2-1-2 16,2 1-8-16,3-1-3 0,2 2 50 0,1 0-2 0,2 1 10 0,1 0-2 0,0 2-2 15,2 0-3-15,0 2-5 0,0 1 0 0,41-19-54 0,-5 8-9 16,-8 6-16-16,-7 7-29 0,-7 7 16 0,-3 4-39 0,-5 6-46 0,-3 4-31 16,-1 3 5-16,1 3 24 0,1 2 25 0,1 2-7 0,4 3-87 15</inkml:trace>
  <inkml:trace contextRef="#ctx0" brushRef="#br0" timeOffset="78321.07">3046 14699 365 0,'-6'1'107'0,"0"-1"-23"0,-2 1-11 0,2-1-11 15,2 0-6-15,-1-1-2 0,2 0-7 0,-2 1-3 0,1-1-1 0,0 1-5 16,1 0 0-16,0 1 0 0,0 0-4 0,1 1 0 0,-1 0-1 0,1 0 0 15,0 2-4-15,-1-1-2 0,1 1-4 0,0-1-4 0,0 2 0 0,0 0-3 16,0 1 0-16,-1 1 2 0,1-1 4 0,1 3 2 0,-1 0 3 16,0 2 1-16,1 0-4 0,-1 2 2 0,1 0-1 0,-1 3-4 0,2 1 2 15,1 1-2-15,0 0 0 0,1 2 3 0,2 0-1 0,-1 1 3 16,3 1 7-16,1 2 1 0,2 2 3 0,1 3-2 0,2 1-7 0,1 3-5 16,1-1-7-16,0 2-4 0,2 2-2 0,1 0-6 0,-1 4 1 0,1-1-5 15,0 1 4-15,-2 2-2 0,2 0-5 0,-1 1 3 0,0 1-7 16,-3-2 6-16,0-2 1 0,-2 1-2 0,0-1-2 0,-1-1-4 0,-1 0 8 15,-2-4 0-15,1 0-5 0,-2-2 3 0,-1-1-6 0,0 0-4 16,-1-3 2-16,-1 0-19 0,0-4-30 0,0 0-41 0,0-1-66 0,-1-3-60 16,-1-1-30-16,0-2-20 0,0-4-5 0,-1-1-104 0</inkml:trace>
  <inkml:trace contextRef="#ctx0" brushRef="#br0" timeOffset="78537.12">2947 15831 1332 0,'-11'12'819'0,"0"2"-699"0,-1 7-43 0,6 2-44 15,5 2-22-15,5 5 10 0,2 1 9 0,4 4 8 0,0 0 6 16,3 4-9-16,0 1 1 0,1-1-7 0,1-3-3 0,1-1-10 0,2-2-6 16,3-1 4-16,1 0-7 0,0-1 1 0,3-1-7 0,1-2-7 0,1-5 1 15,0-3-1-15,-3-4-9 0,0-3-1 0,0-2 5 0,1-3-13 16,0-2-8-16,0-1-22 0,0-3-31 0,-1-2-26 0,2-3-28 0,2-5-29 15,1-3-31-15,4-7-66 0,2-6-61 0,4-7-79 0,4-11-228 16</inkml:trace>
  <inkml:trace contextRef="#ctx0" brushRef="#br0" timeOffset="80620.38">4981 14459 1477 0,'8'2'157'0,"4"2"-77"0,8 1-31 0,6 1-8 16,5-2 8-16,5 0 1 0,3-1-10 0,3-1-10 0,3-1-9 0,3-1-8 16,4 0-6-16,4-2 1 0,2 1-4 0,3-1 8 0,2-1-2 15,1 0-1-15,0-1 0 0,3 1-8 0,0 1 2 0,-1-1 0 0,0 2-7 16,-3 0 1-16,-2 0 3 0,-1 2 0 0,-3-1 1 0,-1 2 4 16,-3 0-7-16,-2 0-3 0,-2 2-11 0,-1 0-21 0,-1 0-40 0,-2 2-62 15,0 0-66-15,-3 0-92 0,0 0-82 0,-1 2-285 0</inkml:trace>
  <inkml:trace contextRef="#ctx0" brushRef="#br0" timeOffset="85704.41">1051 12633 1214 0,'-3'1'74'16,"1"0"-24"-16,-1 1-25 0,1-1-23 0,0 1 4 0,0 1 6 0,0 1 6 15,2 0 17-15,0 1 6 0,0 2-3 0,2 0-1 0,3 3-52 0,5 11-5 16,5 3-4-16,7 0 0 0,5 3 40 0,4 0-6 0,3 1 2 15,3-3 1-15,1-2-5 0,4 1 3 0,2-1-1 0,3 1 0 0,4 0-1 16,4 0-4-16,5 1-19 0,9 5-2 0,52 21-1 0,-8-4-3 0,-12-5 15 16,-22-10-9-16,-1 0-12 0,4 0 3 0,-1 0-5 0,0-2 5 15,3 0 5-15,-2-3-1 0,0-2 6 0,1-3 7 0,-2-4 4 16,0-2 5-16,-1-2 10 0,-3-3 2 0,0-3 8 0,-2-3 4 0,0-2 2 16,-1-3 9-16,-3-3 8 0,0-2 13 0,-2-4 16 0,-1-2 10 0,-2-2 6 15,-1-2-3-15,-4-2-13 0,-2-3-12 0,0-3-13 0,-4 0-3 0,-1-3-13 16,-1 1-13-16,-4-1-2 0,-2-1-2 0,-4 0-2 0,-3-1 9 15,-2 0-6-15,-4-2-6 0,-3 1 3 0,-4 0-7 0,-3 0-5 0,-2-1 3 16,-6 0 1-16,-3-3-1 0,-4 0-7 0,-6-2-8 0,-3 0-20 0,-6-3-26 16,-6 0-15-16,-3-1-22 0,-4-3-13 0,-5 3 1 0,-4 0-4 15,-5 0-2-15,-5 3 16 0,-4 0 14 0,-4 2 20 0,-5 4 22 0,-3 3 15 16,-6 3 7-16,-3 4 5 0,-4 1 9 0,-4 4 4 0,-2 3 7 16,-1 1 12-16,-4 3 5 0,-1 3 8 0,-1 3 11 0,-2 4-2 0,0 3 2 15,0 1 0-15,0 3-1 0,1 1-1 0,1 3-4 0,1 2-11 0,0 3 0 16,3 1-9-16,3 2-2 0,2 2 2 0,4 0-3 0,2 2 7 15,5-1-2-15,3 2-10 0,5 0 3 0,4-2-17 0,5 0-5 0,5 0 12 16,1 2-8-16,5 0-1 0,2 0 0 0,4 0-11 0,3 1-13 0,4 1-5 16,3 0-18-16,4 1-17 0,2-1-26 0,2 3-41 0,3-2-32 15,3 1-28-15,2-2-22 0,4-1-11 0,2-2-5 0,1-2-131 0</inkml:trace>
  <inkml:trace contextRef="#ctx0" brushRef="#br0" timeOffset="86804.43">21734 13067 4 0,'4'-9'6'0,"-1"-1"3"0,2-2-1 0,-2 1 3 0,0 1 3 16,0-1 0-16,-1 1 5 0,0 1 1 0,1 0-1 0,-1 3 3 0,1-1-2 15,1 2-6-15,0 0-5 0,0 0-6 0,2 1-6 0,2 0-8 16,0 0-6-16,-1 0-11 0,3 0-12 0,2 0-20 0</inkml:trace>
  <inkml:trace contextRef="#ctx0" brushRef="#br0" timeOffset="87404.43">22041 12647 660 0,'-5'-8'139'0,"-1"0"-4"0,-4-4-12 0,0 1-14 0,1-1-8 0,-1-1-27 16,2-1-22-16,-1 0-2 0,0 0-2 0,1-2 10 0,-1 1 10 0,2 0-7 15,-1 1-8-15,0-1-7 0,3-1-13 0,-1 0-5 0,0 1-16 16,2-2-10-16,0 0-1 0,1 0-5 0,1 0-4 0,2 0 0 0,0 1-11 16,0 1-5-16,3 0-2 0,1 0-9 0,1 0 2 0,3 1 3 15,1 0 5-15,4-1 5 0,1 0 5 0,2-1 8 0,2 2 0 0,4-1 9 16,2 0 5-16,2 0 1 0,2 1 5 0,1-1 1 0,3 1-10 0,2 0-4 15,2 1 0-15,3 0-5 0,3 1 9 0,2 0-4 0,2 0-8 16,0 2-2-16,1 1-7 0,2 2-6 0,0 2 0 0,0 2-3 0,0 3 4 16,1 1-7-16,0 4-6 0,-1 3-11 0,0 3-9 0,0 2-5 0,-1 6-10 15,0 3 4-15,-2 3 9 0,-2 5 9 0,-1 4 15 0,-2 4 5 16,-2 2 4-16,-3 3 8 0,-4 3 2 0,-2 0 6 0,-4 1 4 0,-4-1-2 16,-3 0 2-16,-4 1 3 0,-3 0 0 0,-4-3 2 0,-3 0-4 0,-3 2-1 15,-3-2-1-15,-1 2-5 0,-3 1-2 0,-4 0-4 0,-4-1-1 16,-4 0 1-16,-2-1 1 0,-5-1 0 0,-3-2-2 0,-4-2-5 0,-2 0 6 15,-4-2 3-15,0-4 11 0,-2-2 7 0,0-2 4 0,-1-3 7 16,-1-1 0-16,0-1 4 0,-2-3-1 0,-1-1 1 0,-3-3-1 0,-1-2 4 16,1-1 14-16,-2-3 20 0,0-1 26 0,3-3 27 0,2-1 22 0,2-3 20 15,0-2 7-15,4-1 0 0,0-3-12 0,2-1-22 0,1-2-26 16,-1-2-10-16,3-1-11 0,-2 0-4 0,4-3 4 0,1-3-8 0,1-1-5 16,1-2-6-16,2-1-14 0,-1-2-3 0,2-1-11 0,-1 1-4 0,1-3-4 15,0 0-10-15,2 2 4 0,1-2 1 0,0 2 6 0,3-1 2 16,2 0 0-16,0 1-9 0,1-1-2 0,2 1 4 0,2 1-2 0,1 0 0 15,2 0-5-15,0 1-8 0,2-1-3 0,0 0-1 0,1 1-5 16,2-1 0-16,1 0 2 0,2 1-8 0,0 0 4 0,1 1 2 0,1 0-3 16,-1 2-3-16,3 0-4 0,0 0 0 0,2 1-12 0,1 0 1 0,0 1-6 15,1-1-13-15,1 2-2 0,1 1-9 0,1 1-9 0,1 0-12 16,2 2-14-16,-1 0-14 0,2 2 0 0,0 2 3 0,0 2 5 0,3 0-1 16,-1 3-9-16,1 2-12 0,1 1 6 0,0 3 9 0,0 2 5 0,0 2 7 15,1 1-11-15,1 1-12 0,-1 2-1 0,3 0-2 0,1 2 6 16,0 0 3-16,3-1 6 0,0 0-1 0,3-1-2 0,4-1-18 0,4 1-82 15</inkml:trace>
  <inkml:trace contextRef="#ctx0" brushRef="#br0" timeOffset="87971.43">25245 12251 2297 0,'2'-3'133'0,"1"0"-60"0,1-1-52 16,0-1-20-16,0-2-9 0,1-1-3 0,2-1-17 0,2-1-7 0,0-2-15 15,3 0-16-15,1-1-6 0,2 0-15 0,2-1-14 0,3 0-9 0,3 0-15 16,1-1-4-16,4-1 11 0,0 2 14 0,3 1 28 0,-1 0 25 16,4 0 19-16,0 0 17 0,4-1 5 0,2 1 4 0,0-1 3 0,4 0 6 15,1 0 0-15,2 2-3 0,2-1-3 0,1 0 1 0,5 1 9 0,-1 1 9 16,0 3 6-16,1 1 11 0,-4 1 4 0,-3 1 12 0,-2 2 14 16,-1 1 7-16,-3 1 11 0,0 0 0 0,-1 2 4 0,-1 0-1 0,-2 2-5 15,0 1-3-15,0 3-13 0,1 0-9 0,-1 1-10 0,1 3-15 16,-1 2-6-16,2 2-14 0,0 2-6 0,2 2-2 0,2 2-11 0,-2 2-1 15,3 1-1-15,0 3 0 0,0 1 3 0,0 2 2 0,1 3-3 0,0 2-5 16,0 0 5-16,0 3-5 0,-1 1 3 0,0 2-5 0,-2 2-5 16,1 2-8-16,2 0-16 0,-3-1-2 0,0 1-10 0,-1 2-8 0,-1-2 8 15,-2 2 0-15,0-1 13 0,-3 2 12 0,-3-2 6 0,0 0 5 0,-3 0 5 16,-2 2 1-16,-4-3 1 0,-3 0 9 0,-1-1 0 0,-3 0 2 16,-3-2 2-16,-1 1-2 0,-3 0 8 0,-3-2 2 0,-2-2 8 0,-4-1 4 15,-1-3 1-15,-5-3 2 0,-2-2-5 0,-3-3-3 0,-3-3-4 0,-1-1-1 16,-3-3 1-16,-3-2 0 0,-3-1-7 0,-6-2 5 0,-4-4 5 15,-4 0 1-15,-5-3 10 0,-4-2 1 0,-6-1-4 0,-3-3 6 0,-6-1-1 16,-2-1 2-16,-4-1 3 0,-2-2 1 0,-5 0 2 0,-3-1-1 16,-1-3-3-16,-4 0-4 0,-1-2-2 0,-3-3-7 0,-3-1 4 0,-2-2-7 15,0-2-7-15,-3-1-3 0,-1-4-9 0,1-2 3 0,-2-3-6 0,1-5-11 16,-4-4-20-16,-2-8-40 0,-5-5-89 0,-9-11-149 0,-12-13-133 16,-18-17-320-16</inkml:trace>
  <inkml:trace contextRef="#ctx0" brushRef="#br0" timeOffset="-6990.04">4135 13999 1070 0,'-5'-11'107'15,"1"0"-29"-15,1-2-52 0,3 1-19 0,3 2 2 0,1-2 6 0,1 0 12 16,1 0 10-16,2-2-2 0,2 0-1 0,0-2-12 0,1-1-12 16,2 1 0-16,2-1-8 0,2 0 4 0,0 0-3 0,2 0 5 0,2 0 2 15,-1 0-3-15,3 0 1 0,1 1-3 0,1-2 2 0,2 1 2 0,1 1 0 16,0-1 0-16,1-2-4 0,2 0 4 0,2 1 1 0,4 0 2 16,1 0 8-16,2 2 0 0,3-2 9 0,2 0-5 0,3 0 2 0,3 1-3 15,3 0 0-15,3 0-1 0,1 2-6 0,3 0-1 0,3 1-9 16,2 1-4-16,0 0-9 0,3 4-1 0,-1-1 1 0,2 2 5 0,1 2-1 15,1 1 2-15,-2 2-2 0,2 0-2 0,-2 3 5 0,1 1-4 0,0 2 2 16,-2 2 0-16,1 3 7 0,-1 4 6 0,-1 1-10 0,-1 4 6 0,-1 3-10 16,-1 4-2-16,-5 2 7 0,-2 5-3 0,-4 2 4 0,-4 3 3 15,-1 5-3-15,-4 3 8 0,-4 2-1 0,-2 2 5 0,-6 2 9 0,-3 2 3 16,-4-1-1-16,-3 2 16 0,-3-1 4 0,-4 0 5 0,-4 1 8 16,-2-2-10-16,-3-1-5 0,-2-2-10 0,-4-1-6 0,-1-1-8 0,-5-1-2 15,-3-1 0-15,-3-2-6 0,-7 0-14 0,-3-2 8 0,-5 0-6 0,-5-1 9 16,-4-1 8-16,-3 0-15 0,-5-4 1 0,-2-2-3 0,-4-2 1 15,-1-3 8-15,-4-2-1 0,-5-2-2 0,-1-5-3 0,-3-1 5 0,-3-5 1 16,0-4 1-16,-4-4-7 0,1-3-2 0,-3-3 4 0,0-4 4 0,-3-4 8 16,0-4-4-16,0-3-1 0,-1-4 2 0,2-2-11 0,-2-1 8 15,1-2-8-15,4 1 8 0,2-2 8 0,4 0 0 0,2 1 7 0,2 1-4 16,4 2 15-16,4 1-12 0,5 2 4 0,3 3 10 0,1 1-16 16,4 2 10-16,3 1-6 0,2 2-17 0,5 2 0 0,3 1-4 0,4 1-2 15,0 2-1-15,2 0-1 0,4 2-7 0,1 1-2 0,1 0-5 0,2 2-8 16,3-1-1-16,2 2-1 0,3 0-14 0,2-1-16 0,1 1-17 15,3-1-17-15,1 0-7 0,3 1 3 0,3-1 10 0,3 0 0 0,0-2 5 16,4 1 0-16,0-2-1 0,2 0-2 0,0 0 4 0,2-1 1 0,1 0 2 16,0-1 10-16,2 0 0 0,1-1 11 0,-1 1 5 0,2 0 9 15,-2 0 11-15,1-1-1 0,1 2 1 0,-2 1-5 0,2-1-7 0,-1 2 2 16,0-1-4-16,0 0-4 0,1 1-3 0,2 0-8 0,-1 0-2 16,-1 0-1-16,1 1-5 0,-2 1-5 0,2 0-4 0,2 0-2 15,-2 2 2-15,2 1 2 0,-2 0 2 0,-1 1 16 0,-1 2 12 0,-4 2 0 0,-1 1 2 16,2 0-29-16,0 0-138 0</inkml:trace>
  <inkml:trace contextRef="#ctx0" brushRef="#br0" timeOffset="-5057.04">11823 14048 283 0,'-3'-3'136'0,"-1"0"-18"15,0 0-40-15,2-2-22 0,1 0-10 0,1 0-1 0,1-2-1 0,1 2-4 16,1-1-6-16,0 0-7 0,1 0-5 0,0 1-8 0,0-1 1 16,0 1-4-16,1-1-2 0,1 2-2 0,1-1-3 0,0 0 0 0,-1 1-3 15,2-1 3-15,0 0 0 0,2-1-3 0,-1 1 9 0,2-1-3 0,-1-1-2 16,1-1 6-16,0-1-9 0,2 0 0 0,1 0 3 0,0-1 1 15,2-1 6-15,1-1 11 0,0-1 4 0,0 1 4 0,3-2 3 0,1-2 0 16,1 0 1-16,3 0-4 0,2-3-3 0,-1 0-5 0,1-1-3 16,-1 1-2-16,1-1-3 0,0 1 2 0,2 0-4 0,0-2-1 0,1 1-2 15,0 1 0-15,0 1 3 0,-1 1-1 0,2 3-4 0,-3-1 4 0,3 1-6 16,-1 0 4-16,1 0-1 0,-1 2-5 0,1-1 4 0,-2 1-5 16,2 2 6-16,0 2-8 0,0 1 3 0,-1 3 1 0,0-2-3 0,-2 1 9 15,0 0 1-15,1 2-4 0,-2 1 2 0,3 1 0 0,-2 2 0 0,1 1 1 16,-2 1 7-16,1 3 1 0,-2 0 5 0,0 1 4 0,0 0-4 15,-2 2 1-15,0 4-11 0,-2 0 9 0,0 3-3 0,-2 1 1 0,-2 1 5 16,0 4-5-16,-1 0 4 0,-1 3 1 0,-3 2 0 0,1 0-4 16,-2 2 4-16,-1 2-7 0,-3-1 4 0,-2 1 1 0,-1 1-3 0,-2 1 1 15,-2 1-5-15,0 1-1 0,-2-2-9 0,-1 2 1 0,-2-1 2 0,0-1-1 16,-2 0 8-16,-2-1-4 0,-1-3-1 0,-1 2-4 0,-1-1-3 16,-1 1 9-16,-1 0-5 0,-1 0-2 0,-1-3 2 0,0 0-4 0,0-4 4 15,-1-1 0-15,-2-2 3 0,-2-1-5 0,0-1-1 0,-2-1 3 0,1-2-1 16,-4 1-1-16,0-1 1 0,0-2-8 0,-3-3 3 0,-1 2 5 15,-2-3 1-15,-1-1 0 0,-1-1 2 0,2-3-16 0,-2-1-1 0,1-1 4 16,-1-3-2-16,-1 0 5 0,0 0 11 0,1-2-2 0,1-2 2 16,-1-2 5-16,2-2-8 0,1-2 5 0,1-1 5 0,0 0 4 0,2 0 7 15,1-2 0-15,1 0-5 0,2 0 4 0,-1 0-3 0,3 2-1 0,1 0-2 16,0-1-2-16,2 2-3 0,2 0 0 0,1 2-5 0,1 2-6 16,2 0-4-16,2 1 5 0,0 1-3 0,1 1 2 0,1 1-2 0,1 1-5 15,2 1 0-15,0 2 0 0,1 1-4 0,0 1 6 0,2 2-5 0,0 0-2 16,1 2 0-16,1 1-5 0,1 1-5 0,1 0-11 0,1 1-20 15,2 0-18-15,1-1-22 0,1 1-15 0,2 0-23 0,1-1-24 0,2-1-6 16,2-1-6-16,2-3-6 0,4 0-12 0,1-2-12 0,4-2-11 0,3-1 17 16,3-2 13-16,2-2 18 0,4-1-127 0,2-3 15 0</inkml:trace>
  <inkml:trace contextRef="#ctx0" brushRef="#br0" timeOffset="-3607.28">17460 14747 561 0,'17'-1'146'0,"4"0"-2"0,4 1 2 16,-4 0-25-16,-1 0-27 0,1 0-10 0,1 1-13 0,3 1-14 0,0-1-7 16,2 0-7-16,1 0-5 0,0-2-2 0,3 0-5 0,2 0 1 15,1-2-8-15,0-1 1 0,1-2 3 0,2-1-7 0,1-1 1 0,2 0 0 16,2-2-6-16,0-1 2 0,0 1-3 0,2-1 1 0,0 0 0 0,1 0-2 15,0 0 2-15,2 0-3 0,-1 1-3 0,1 1 0 0,-1-1-4 16,-1 3 9-16,0 1 0 0,-1 1-1 0,1 0-3 0,-1-1-9 0,-2 1-4 16,0 0 4-16,0 0 2 0,-3-1 1 0,0 0 2 0,-1 0 0 15,0 0 2-15,0-1-1 0,-2-1 2 0,-2 0 4 0,-1 0 9 0,-1-3 4 16,-1 0 4-16,-2-1 1 0,2-2-4 0,-4-1-2 0,2-2 1 0,-1-1-3 16,-2-2 1-16,-1 1-2 0,-2-3 1 0,-1 0 0 0,-2-2-4 15,-3 0-3-15,0 0 1 0,-1 0-4 0,-2 1 3 0,-4 1 2 0,-2 0-3 16,-2 1-2-16,-4-2-2 0,-1 0-4 0,-2 1 3 0,-3-3-1 0,-3 0-6 15,-3-1 8-15,-4-2-6 0,-3-1 3 0,-3-2-2 0,-2-1-10 16,-3-3-4-16,-1 1-4 0,-6 0 6 0,-1-1-9 0,-5 2 5 0,-2-2 1 16,-1 2-2-16,-2-1 9 0,1 2 5 0,-2 4 7 0,-2 1 7 15,0 1 2-15,0 2 8 0,-2 0-3 0,-2 1 2 0,0 1-12 0,-3 0-7 16,1 2 8-16,-3 2-4 0,0 1 7 0,1 1-4 0,-2 0-12 0,0 4-1 16,-1-1 3-16,-1 3-5 0,1 2 5 0,-1 2-5 0,-2 3 1 15,0 1 1-15,-1 4 0 0,1 2 1 0,-1 3-5 0,-2 3 6 0,1 1-4 16,-1 3 1-16,0 1 3 0,1 1-16 0,0 2 9 0,1 2-1 0,-1 2 14 15,2 4 17-15,1 1 2 0,-1 3 1 0,0 3-10 0,1 3 1 16,-1 4-5-16,2 3 1 0,0 3 0 0,-2 5 0 0,1 1 2 0,0 5 2 16,2 3-11-16,-1 3 5 0,1 3 4 0,1 2-5 0,1 1 9 15,2 2-6-15,2 0-3 0,3 0-2 0,2-2 6 16,3-1-17-16,2-2 5 0,4-3-3 0,2-4-5 0,4-4 11 0,5-6-4 0,3-4 2 0,3-4 2 16,5-6-7-16,4-5-2 0,1-5 0 0,5-3 2 0,1-5 1 15,3 0 6-15,2-3-7 0,1-2 5 0,2 0-5 0,1-2-2 0,2 0 10 16,2 0-10-16,-1 0 9 0,3-1-3 0,0 0-6 0,2-1 10 0,2-1-3 15,-1 1-1-15,3 0-3 0,1-1 3 0,-1-1 1 0,2 0-2 16,3 1 2-16,-2-2 2 0,2 1 2 0,2-2 3 0,-2 0-8 0,2 1-1 16,0-2-3-16,1 1 3 0,1-2 3 0,-1 0-5 0,2 0-6 15,0-1 1-15,0-1 5 0,2 0-4 0,0-2 6 0,0-1-5 0,0-1-4 16,1 0 12-16,-3 0-7 0,1-1-1 0,-1 0 6 0,1 0-4 16,-2-1 1-16,1 1 1 0,0-1-2 0,-2 0-8 0,-1-1 5 0,-1 0-1 15,0 1 4-15,-2 1 3 0,0 0-5 0,-3 2-2 0,-1-2-3 0,-1 1 10 16,-2 1-3-16,-1-1 3 0,-2 1-6 0,-2 1-5 0,-2 0 12 0,-2 1-1 15,0 0 4-15,-2 0-5 0,0 1-6 0,-1 0 9 0,0 0-1 16,-1 0 1-16,0 0 2 0,-1 0-9 0,0 0 4 0,0 0 5 0,-1 0 11 16,1 0 15-16,0 0-2 0,-1-1-3 0,0 0-13 0,-1 1-4 15,0-1 2-15,0 0-2 0,0-1-5 0,1 0-7 0,-2 0 3 0,1 0 2 16,0 0 1-16,1 1-7 0,-1 0 2 0,0 0 0 0,-1 0-4 0,0 0 2 16,0 0-2-16,0-1 2 0,-1 2 0 0,1 0 2 0,-1 0 0 15,1 0-4-15,-1-1 6 0,0 0-6 0,-1 1-2 0,0 0 6 0,-1 1-2 16,1 0 0-16,1 0-4 0,0 0 4 0,0 0 2 0,0-1-2 0,0 1 4 15,0-1-6-15,1 1-5 0,0-1 9 0,0 1-1 0,0 0-1 16,0-1 4-16,-1 0-6 0,2 0 4 0,-1 0-4 0,0 1 0 0,1-2 4 16,-2 2-2-16,1-1 2 0,0 0-4 0,2 1-3 0,-2 0-5 15,2-1 7-15,-2 1-1 0,1 1-2 0,-1-1 2 0,0 1 1 0,1 0 3 16,-1-1 2-16,1 1 3 0,0 0-3 0,-1 1-9 0,1-2 3 0,0 2-6 16,0 0 7-16,0-2 14 0,1 2-9 0,-1-2-2 0,1 0 0 15,0 1-6-15,0 0 6 0,0 0 2 0,0-1-2 0,0-1 2 0,0 1-2 16,0-1 4-16,0 1 1 0,0-1-3 0,1 0-6 0,-1 0 1 0,1 1 8 15,-1-1-10-15,0 1 7 0,0-1-1 0,0 0-4 0,0 0 8 16,0 0-1-16,0 0-6 0,1 0 2 0,-1 1-2 0,0 0 2 0,1 0 4 16,-1-1 0-16,0 1-8 0,0 0-3 0,-1 0 7 0,1 0 1 15,-1 0 3-15,1 0 2 0,-1-1-6 0,0 1-4 0,1 0 2 0,-1 0 6 16,1-1-2-16,0 0 2 0,0 0-6 0,1 0 0 0,-1-1-2 0,1 1 4 16,-1 0-4-16,1-1-1 0,-1 1 5 0,1-1-4 0,0 0 8 15,0 0 1-15,0 1-3 0,0-1 6 0,0 0-6 0,0-1-2 0,0 1-2 16,0-1-4-16,1 2 8 0,-1 0-4 0,1-1 2 0,-1 0 0 0,0 0-2 15,0 0 4-15,0 1-2 0,0-1 6 0,1 1-6 0,-1 0-6 16,0-1 6-16,0 1-9 0,0 0 14 0,0-1 1 0,0 1-10 0,0 0 2 16,0 0-3-16,1 0 5 0,-1 0 0 0,0 0-6 0,0 0-1 15,1 0 5-15,-1 1 0 0,1 0 0 0,0 0-15 0,-1-1-5 0,1 1-17 16,0 0 6-16,0 0-10 0,0 0-9 0,0 0-6 0,1 0-21 16,0 0-7-16,-1 0-12 0,1 0-11 0,-1 0-19 0,0 0-34 0,1 0-41 15,0 0-50-15,1 0-37 0,0-1-40 0,0 0-19 0,0-1-2 0,1 0-11 16,-2-3-53-16</inkml:trace>
  <inkml:trace contextRef="#ctx0" brushRef="#br0" timeOffset="4559.84">22647 1795 2035 0,'-17'-6'-69'0,"2"0"-97"0,-4-2-37 16,-2-1 39-16,-5-1 62 0,-4-3 41 0,0 1 53 0,1-1-7 0,-4-1-10 16,0 0 3-16,-5 0 5 0,-1-1 7 0,-3 0 5 0,-3-1-1 0,-3 2 1 15,-4-1 9-15,-3 1 3 0,-3 1 2 0,-4 1 1 0,-3 2-7 16,-6 0 1-16,-3 1 2 0,-3 2 7 0,-5 0 9 0,0 1 30 0,1 3 2 15,-2 1 2-15,2 2-9 0,3 2-32 0,1 3 3 0,4 2-4 0,2 3 1 16,2 2 8-16,3 1 0 0,-1 4 1 0,2 3-1 0,0 3-1 16,0 1-7-16,-1 4-1 0,-9 10-34 0,-51 34-1 0,13 2 2 0,16-1 0 15,27-9 38-15,0 2-7 0,0 4 3 0,-2 3 6 0,0 1-4 0,1 0 3 16,2-4-1-16,4 3-9 0,4-4-22 0,2-2 0 0,4-2-2 16,3-3 7-16,3 2 23 0,3 1-2 0,3 0 0 0,0 2-5 0,3 1-22 15,3 0 4-15,3 5 1 0,2-1 2 0,3 2 19 0,3 3-6 0,3 1-2 16,4 4 3-16,4 3-22 0,2 0 6 0,4 4 6 0,2-1-3 15,5 4 20-15,3-1 3 0,4 1-8 0,4-1-21 0,2-1 10 0,5-1-5 16,2 2 1-16,3-1 23 0,5 2-9 0,4-1-1 0,1 2-10 16,5-6-1-16,0 1 0 0,5-4 2 0,1-1 6 0,2 1-1 0,2-1-4 15,1 0 1-15,2 1 2 0,2-2 4 0,3 1 6 0,2 1 4 0,3-1 5 16,2 1 4-16,2 0-1 0,3-3 5 0,2-2-3 0,1-3-3 16,3-3-1-16,2-6-4 0,4-1-4 0,4-3 1 0,1-4-2 0,5-4-3 15,1-2 1-15,1-6 0 0,4-5-1 0,2-2 3 0,2-6 1 0,4-6 6 16,0-3-6-16,2-4-4 0,3-4-1 0,0-4-5 0,3-4 2 15,0-5-1-15,0-5-1 0,2-2 3 0,-1-4-2 0,-1-2 1 0,2-2 0 16,-2-2-2-16,0-3-1 0,0-2-7 0,-2-2 3 0,1-3 5 16,1-2-3-16,-1-3 13 0,-4-3-7 0,-1-2-10 0,-1-4 1 0,1-2-8 15,0-5 3-15,-4-4 4 0,0-4 1 0,-4-3-2 0,-1-4-12 0,-1-3-8 16,-2-6 10-16,-3-3 0 0,-2-3 6 0,-3-5 7 0,-1-1-15 0,-3-2-6 16,-2-5-2-16,-2-1-3 0,-4-3-4 0,-2-2 8 0,-3-3 1 15,-5-1 3-15,-3-3-3 0,-4 0-12 0,-4 1 9 0,-3-2-9 16,-5 1 5-16,-1 0 11 0,-7 1-12 0,-2 2 6 0,-6 1 4 0,-3 2-1 15,-4 2 5-15,-6 0-1 0,-3 2-4 0,-5 3-3 0,-4-1-1 0,-4 3 3 16,-4-1 2-16,-3 2-3 0,-5-2 0 0,-2-1-5 0,-4 1-5 0,-4-1 2 16,-2 1 2-16,-5 0 9 0,-4 0 3 0,-3 2 0 0,-5-1-4 15,-2 5-7-15,-3 2 2 0,-3 4 2 0,-5 5 2 0,-2 3 17 16,-4 4 7-16,-4 4 8 0,0 4 17 0,-3 5-5 0,-2 3 3 0,-2 3 0 16,-2 2-5-16,-2 3 0 0,-2 2-5 0,-4 3 1 0,0 3 6 15,-2 2 3-15,-1 0 1 0,-1 2 0 0,-3-2-11 0,46 15 0 0,-12-3 9 0,-1 2-6 16,-11-4 16-16,-3 1-9 0,-10-2-14 0,-2-1 1 0,-12-2-22 15,-3 2-12-15,-1-1-4 0,-3 1-13 0,-1 5-1 0,-2 0 13 0,-1 4 5 16,-2 4 26-16,-2 4-11 0,-2 5-76 0,-5 6-159 0,-4 4-175 0,-26 10-166 16</inkml:trace>
  <inkml:trace contextRef="#ctx0" brushRef="#br0" timeOffset="5876.51">24343 2097 1830 0,'-14'3'55'0,"-3"0"-376"0,-3 0-40 0,-1-2 100 16,3 2 163-16,1 0 117 0,-2 2 57 0,0 0 5 0,-1 0-33 0,-3 1-23 15,-1-1-7-15,1 2-4 0,-1-1 0 0,-2 1 4 0,-1 1 2 16,-1 0 9-16,-1 2 11 0,0 1 4 0,-1 0 2 0,0 1 9 0,-1 0-2 16,-1 2-2-16,1 0-3 0,-1 3-18 0,-1-1-9 0,-1 2-8 0,0 1-4 15,-2 0-3-15,-2 0 1 0,0 2 3 0,-1 1 5 0,-1 1 3 16,2 3 8-16,-2-1-6 0,2 3 2 0,0 0-3 0,-1 2 0 0,1 0 9 16,1 4 3-16,-1-1 3 0,2 5-5 0,-2 0 1 0,4 1-6 15,-1 4-2-15,1 1 0 0,0 2-6 0,0 2 2 0,2 5-5 0,-1-1-2 16,3 2 8-16,-1 1-18 0,2 0 6 0,0 3 0 0,2-2 0 0,1 3 15 15,2 2 4-15,2 1 0 0,0 3 0 0,4 1 2 0,0 2-7 16,1-1-15-16,2 2-3 0,3-1-6 0,2 0 3 0,1 0 12 0,2 2 4 16,3 0-4-16,1 2 2 0,3 0 1 0,2-2-6 0,2 0 4 0,2 0 1 15,2-3 0-15,1 1 4 0,2 0 0 0,3 0-4 0,2 1 6 16,2 0 3-16,1-2-9 0,2 0 10 0,1-2-6 0,2-2 3 0,2-2 6 16,1 0-5-16,2-2-4 0,1 0 2 0,2-2-2 0,-1-2 1 15,5-2-1-15,-2-2-8 0,3-2 3 0,-2-1-5 0,-2-3-2 0,1-4 4 16,-2-2-2-16,0-3-4 0,0-3-3 0,0-1-7 0,-3-2 1 0,1 1 3 15,-2-3-1-15,0 0 5 0,0-4-1 0,-2 0-1 0,-1-3 2 16,-1 0 1-16,-1-1-5 0,0-1 7 0,-2-4-1 0,1 0-3 0,-1-1 4 16,0-1-5-16,1-2 2 0,-3-1-2 0,1 0-7 0,-1 0-1 0,-1-2-2 15,-1-1 4-15,-1-2 7 0,-1 0-4 0,-2-2 0 0,1 0-18 16,0-1-15-16,-2-1-13 0,-2-1-26 0,-1-1-18 0,-3-2-31 0,-1-1-38 16,-1-1-37-16,-3-3-43 0,-2-4-46 0,-3-6-51 0,-4-5-24 15,-5-9-189-15</inkml:trace>
  <inkml:trace contextRef="#ctx0" brushRef="#br0" timeOffset="7928.5">23094 4520 1932 0,'-10'14'23'0,"3"1"-35"0,-1 4-20 0,6 0 1 0,4-3 15 0,1 1 13 16,2 2 8-16,1 1 8 0,2 0-5 0,2 4 4 0,1 1 0 15,3 1-2-15,0 3 8 0,1-1-6 0,0 1 3 0,1-2 2 0,0-1-6 16,0-1 0-16,2 0-5 0,0 0-5 0,0-2-2 0,1 3 0 16,-1-3 1-16,0 1-5 0,-2-1-3 0,-2-3-9 0,-1-1 1 0,-3 0-1 15,-2-2 0-15,-1-2 4 0,-2-1-2 0,-2-3 0 0,0-2 0 0,-3-2-1 16,0-2 0-16,-1-2-6 0,-1-2-15 0,0-1-17 0,-1-1-16 15,-1-1-6-15,-1-2 6 0,0-2 14 0,-3-6 11 0,-1-5 5 0,-1-4 3 16,-4-2-14-16,0-3 5 0,-1 0-4 0,-2-2 4 0,1-1 21 0,1-2 4 16,-3 0 14-16,0 0 7 0,0 1 6 0,0-1 9 0,-2 1 12 15,0-2 7-15,1 1 9 0,-2-1 5 0,0 2-1 0,2 1-2 0,0 2-5 16,1 1-8-16,4 1-9 0,2 5 6 0,3 2 2 0,3 3 11 16,2 4 8-16,2 3-1 0,1 1 2 0,1 2-11 0,1 2-5 0,0 1-7 15,3 1-6-15,0 1-4 0,3 1 4 0,2 2-1 0,0 2 3 0,3 2-4 16,1 0-6-16,2 4 4 0,1 1-7 0,0 0 0 0,2 2 0 15,2-1-5-15,-2 0-5 0,3 0-1 0,0-2-4 0,-1-3-4 0,1-1 3 16,0-2-7-16,-2-2-9 0,1-3-10 0,-1 0-14 0,-1-3-6 0,-1 0-2 16,-2-2-1-16,-2-1 10 0,-2-2 14 0,-2-1 13 0,-1 0 8 15,0 0 11-15,-2 0 4 0,-2 1-1 0,-1-1 4 0,-1-1 1 0,-1 1-4 16,-2 0 5-16,0-1-4 0,-1 2 0 0,0-2 2 0,-1 0-3 0,-1 0-2 16,0 0 0-16,1 1-3 0,-1 0 8 0,0 0 3 0,0 0-3 15,1-1 7-15,1-1-9 0,1 1 0 0,0 1 0 0,0 2-1 0,1 0 3 16,0 1 5-16,2 1 0 0,0 1 2 0,0 1-1 0,1 2 0 15,1 1 4-15,0 1-2 0,1 3 7 0,0 1 0 0,1 2-2 0,0 2-4 16,-1-1-4-16,0 3-1 0,0 2 1 0,0-1-8 0,-1 2-1 0,0 1-1 16,-1 1-2-16,-1 3 6 0,0-1-1 0,-2 2-2 0,0 0-5 15,-2 0-2-15,-1-1-3 0,0 0-7 0,-2-1-5 0,2-3-8 0,-3-2-7 16,0-1-9-16,-1-1-4 0,0-3-4 0,0-2-3 0,-1-2 0 0,-1-2-3 16,1-1-1-16,0-2-4 0,0-2-1 0,-1 0-3 0,-1-3-5 15,0-1 3-15,-2-2-3 0,1 0 1 0,-2-2 0 0,0-1 5 0,1 0 13 16,0-2 18-16,1 0 16 0,-1-1 13 0,-1 1 7 0,2 0 10 15,0 0 13-15,3 1 11 0,0 1 18 0,1 1 8 0,1-1 3 0,1 1-1 16,3 0-4-16,0 1-12 0,1 1-7 0,0 0 4 0,2 0-15 0,0 0-4 16,2-1-6-16,1 1-13 0,1 1 2 0,1 1 1 0,0 2 0 15,0 2 1-15,2 1 2 0,1 1 3 0,0 2 5 0,1 1-1 0,0 2 1 16,-1 2 2-16,0 1-1 0,0 3 0 0,0 0-3 0,2 1-6 0,-1 2-4 16,1-1-7-16,0 3-2 0,-1 1 2 0,1 2-1 0,-1-1-4 15,0 1-5-15,1 1 0 0,0-1-4 0,0 1 5 0,0-1-2 0,0-3-2 16,-1-2-3-16,1 0-5 0,-1-3-4 0,3-1-4 0,-1-2-3 15,2-1-6-15,-1-2-2 0,-2-2-9 0,0-1-11 0,1-2-12 0,-2-2-29 16,1-1-26-16,-3-3-19 0,1-1-18 0,-1-2-8 0,-1-1-7 0,-1-3 10 16,0 0-161-16</inkml:trace>
  <inkml:trace contextRef="#ctx0" brushRef="#br0" timeOffset="8227.36">23448 4024 1446 0,'-6'-11'81'0,"-1"-2"-64"0,0-2-22 0,2 0-3 16,2 3 6-16,3 3 5 0,0 3 5 0,2 2 4 0,0 2 2 0,0 1 9 16,2 0 7-16,-1 2 11 0,1 1 7 0,1 0-1 0,1 3 3 0,2 0-5 15,0 0 1-15,2 2-2 0,1 0-7 0,1 2-3 0,1 0-5 16,-2 1-3-16,2 1-2 0,0 1-8 0,1 1-5 0,0 2-2 0,1 1-3 16,0 3 1-16,-1 1-3 0,-1 2-4 0,1 3-4 0,0 2 1 15,-1 0-3-15,-2 2-1 0,-2-4 7 0,-1-1 2 0,0-1 6 0,-1-4 11 16,0-1-3-16,0-3 2 0,-1-3 2 0,1-1-7 0,1-3 7 0,-1-2-3 15,1-1-5-15,0-2 3 0,1-1-3 0,-1-2-1 0,1-2-5 16,0-1-5-16,0-2-1 0,0-1-1 0,0-1-2 0,1-2 3 0,-1 0-8 16,-1-3-1-16,0-1 0 0,-2-1-7 0,1 1 1 0,-1 0-1 15,0-1-11-15,-1-2-10 0,-1 0-15 0,1 0-23 0,-1-2-23 0,0-1-32 16,0 0-34-16,-2-3-37 0,1 0-37 0,-2-1-25 0,1-1-2 0,0-2 40 16,-1 0-144-16</inkml:trace>
  <inkml:trace contextRef="#ctx0" brushRef="#br0" timeOffset="8727.36">23855 3346 2443 0,'-1'0'-47'0,"1"2"-73"16,2 0-2-16,4 2 31 0,3 0 46 0,1 1 49 0,2 0 12 0,0 0-9 16,1 1-7-16,0 1-5 0,1-2-2 0,1 1 5 0,0-1-1 15,-1-1-1-15,-2-2 2 0,0-1 2 0,-2-1 0 0,0-1 3 0,0-1 5 16,-1-1 2-16,-3-1 6 0,1-2 4 0,-2 0 1 0,0-2 1 0,-1 0-2 15,-1-1-1-15,-1 0-5 0,-1-1 2 0,0 0-2 0,0 2 0 16,-2-1-2-16,0 0 0 0,-1 0-3 0,2 1-5 0,-1-1 1 0,0 1-2 16,0 1 3-16,-1 0 3 0,0 1-3 0,-1-1 1 0,-1 0 1 0,0 2-4 15,-2 0 14-15,2 2 2 0,-4 0-1 0,1 0 4 0,0 0-14 16,-1 2-1-16,1 1-2 0,-2 1 0 0,0 1-4 0,-1 2-7 16,-1 0 7-16,0 4-1 0,-1 1-1 0,1 3 8 0,0 1-8 0,1 2 2 0,-1 2-1 15,1 1 4-15,1 0-5 0,-1 2 0 0,1 2 0 0,1 0-3 16,0 2 0-16,1 1 1 0,1 3 1 0,3 4 5 0,1 2-1 0,2 1 3 15,3 3 11-15,2-2 5 0,2 1 14 0,4-2 13 0,2-2 2 16,4-3 5-16,6-3-1 0,5-6-9 0,7-5-3 0,6-4-7 0,8-6-9 16,5-4-9-16,6-6-9 0,5-6-4 0,3-6-4 0,3-5-21 0,2-5-12 15,2-5-37-15,-3-3-45 0,0-1-50 0,-6-2-55 0,-6 0-63 16,-5-4-86-16,-7 0-129 0,-6-1-310 0</inkml:trace>
  <inkml:trace contextRef="#ctx0" brushRef="#br0" timeOffset="-65289.79">2378 10623 857 0,'6'-8'82'0,"5"0"-10"0,3-1-36 0,5 4-7 0,2 2 2 16,2 0 4-16,4 1 0 0,0 0-5 0,0 2-10 0,3 2-8 0,1 2-9 16,3 0-4-16,3 4-4 0,3 3-9 0,2 0-8 0,0 3-6 0,0 0-8 15,1 0-5-15,1 1-2 0,0 0 2 0,1 0 2 0,1-2 3 16,-1 1-1-16,1-1 2 0,-1 1 3 0,2-1 7 0,1 0 12 0,1 1 4 16,0 0 6-16,2-1 4 0,-2-2-4 0,1 0 7 0,1-2 5 15,1 0 3-15,1 0 7 0,2-1 4 0,1-1 0 0,3-1 6 0,1-2 0 16,1-1 3-16,1 0 0 0,1-2-3 0,2-1 5 0,0-1 2 0,0 0 1 15,1-2 3-15,-1-1-6 0,3 0-2 0,-1-1-6 0,-2-1-1 16,2-1-4-16,-1-1-2 0,-1 0 2 0,2-1-2 0,0 0-5 0,-1-1 1 16,-2-2-8-16,0 0-8 0,-2-1 0 0,-2-2 0 0,1 1 3 0,-2-2 6 15,-1-1 1-15,1-1-2 0,-3-2-3 0,1-2 0 0,-2-2 0 16,0 0-3-16,-1-3 2 0,-3 1-3 0,0-2-1 0,-3 0 1 0,-2-2-1 16,-1-2 4-16,-2 0-3 0,-1-1 0 0,-3-1 2 0,-3 2-2 0,-2-3 0 15,-3 1 2-15,-2-1-8 0,-4-1 6 0,-2 2 11 0,-5-2 2 16,-2 2 13-16,-4-1 1 0,-4 0-5 0,-2 1-1 0,-4-1 1 0,-4 2-2 15,-3-1-1-15,-6 0-4 0,-2-1-9 0,-4 2-2 0,-6-3-8 0,-2 3-6 16,-6 1-5-16,-5-1-9 0,-2 1 0 0,-6 1-15 0,-1 1 4 16,-4 1 4-16,-3 2-1 0,-1 1 12 0,-5 2 0 0,-2 1 0 0,-3 0 4 15,-2 1 3-15,-2 3 3 0,-2-1-4 0,-2 1 0 0,-2 2-3 16,-3 0 1-16,-3 1 3 0,-1 1 0 0,-3 3-2 0,-3 1-3 0,0 1 1 16,-5 3-1-16,-1 3 2 0,-4 2 2 0,-2 5 3 0,-1 2 8 0,-3 3-1 15,1 2 8-15,0 2 1 0,-1 2-1 0,1 4 2 0,-2 4 0 16,-2 1 1-16,4 5 1 0,-1 3-2 0,1 5-2 0,2 1-4 0,-1 4 7 15,2 4-2-15,1 2-1 0,0 3 4 0,3 1-12 0,1 4-1 0,5 2 1 16,4 1-6-16,3 2-5 0,2-1-4 0,4 1-18 0,4 0-8 16,6 0-19-16,5 1-26 0,2-2-54 0,5 1-37 0,2 0 16 0,4 1-175 15</inkml:trace>
  <inkml:trace contextRef="#ctx0" brushRef="#br0" timeOffset="-63923.8">4008 12095 439 0,'5'0'149'0,"3"1"-149"15,6 2 4-15,4 0 3 0,2 1 3 0,3-1 3 0,2 0-3 0,3 0-1 16,3-2 0-16,4 0-3 0,2-1 0 0,4-1 4 0,3 0-5 0,1-2 3 16,4 0-2-16,3-1-4 0,3 0 1 0,3 0-1 0,1-1-3 15,2 0 1-15,1 0-1 0,1-1 1 0,2 0 2 0,-1 1 0 0,3 0 2 16,1 1-3-16,2 0 0 0,-1 0-2 0,-1 1-2 0,0 0-1 0,1 0 0 15,-1-1 1-15,-1-1 6 0,2 1-3 0,-2-1-1 0,1 2-2 16,-1 0 1-16,-4 1 0 0,0 0 2 0,-2 0-1 0,-3 1-2 0,0 0 3 16,-3 1 2-16,-2-1 0 0,-2-1 2 0,0-1 0 0,-2 0 5 15,0-3 2-15,-3-2 2 0,-1-1 1 0,-1-2 4 0,-4-3 6 0,1-1 1 16,0-2 8-16,-1-3-3 0,-1-1-2 0,-1 0 2 0,-1-2-3 0,-2 1 2 16,-1-3-1-16,-1 1-2 0,-3-2-3 0,-1-2-3 0,-4-1-1 15,-1-1 1-15,-4 1-3 0,-1 0 1 0,-4 3-1 0,-4-2 2 0,-4 0 2 16,-6 3-3-16,-4-2-1 0,-5 3-10 0,-5-1-10 0,-3 2-2 0,-3 1-11 15,-6 0-9-15,-2 2-7 0,-4 0-14 0,-4 0 5 0,-4 3 2 16,-3 1 8-16,-3 0 22 0,-3 3 13 0,-1 2 16 0,-2 3 4 0,-1 0-12 16,-3 1-6-16,-2-1-8 0,-3 1 5 0,-3 0 3 0,0-1 1 15,-2 1 0-15,-2 1-1 0,-2-1 1 0,-2 0 1 0,-1 0 4 0,-1 1 8 16,-2 1 5-16,-2 0 5 0,-2 1 6 0,0 1 0 0,-2 1 1 0,1 1 3 16,0 0-3-16,-3 1 2 0,2 0 3 0,0 2 3 0,-1 1-1 15,1 0-3-15,2 1-6 0,0 2-10 0,1 1 2 0,0 2-6 0,2 1 0 16,0-1 0-16,2 0-4 0,2 0-7 0,2 1-3 0,3 0-3 0,2 0-3 15,4 0 3-15,1 2 0 0,2 1-3 16,2-1 2-16,0 1 0 0,6-2-1 0,4 1 1 0,2 0-8 0,2 1-1 0,2 0-2 0,3-1 0 16,0 2 3-16,3-1-1 0,1 1 0 0,3 1 0 0,2-1 0 15,2 2 9-15,-1 0-2 0,2 0 5 0,-1 0 0 0,2 0-7 0,4 0 0 16,1-1-1-16,2 0 1 0,3-1-3 0,0 0 0 0,2-1 1 0,-1-1 5 16,2 1-5-16,2 0 2 0,0-2-4 0,2 0-5 0,1-2 7 15,2 1 0-15,2-1-1 0,0-1-1 0,1 1-2 0,1-2 4 0,1-1-3 16,0 0 4-16,0-2-5 0,1 1 1 0,0-1 6 0,0-1 0 0,1 0 0 15,0 0 1-15,0-1-5 0,1 1 4 0,-2-2 2 0,1 0-1 16,-1 0 0-16,-1-1 0 0,2 1 1 0,-2 0 2 0,2-1-1 0,-1 0-3 16,-1 1 3-16,1-1-2 0,-1 0 2 0,0 0 0 0,1-1-1 15,-1 1 3-15,0 0-6 0,-1 0 4 0,1 0 0 0,0 0-3 0,0-1 3 16,-1 1-2-16,1 0-1 0,0-1 0 0,0 1-4 0,2 0 2 0,-1 0-5 16,-1 0 1-16,2 0-2 0,-1 0-3 0,1-1-7 0,1 2-5 15,0-1-3-15,1 0-6 0,1 1-3 0,1 0-8 0,0 0-12 0,2 1-12 16,2-1-23-16,1 0-13 0,2 0-21 0,1 0-9 0,2 1 3 0,2-1 5 15,0 0 8-15,3 0 18 0,1 0 18 0,1-1 21 0,3 1 29 16,2 2 14-16,3 1 10 0,1 3 4 0,2 2-3 0,0 3-1 0,4 1-5 16,2 2-16-16,1 1 1 0,2-2-23 0,-1 0-78 0</inkml:trace>
  <inkml:trace contextRef="#ctx0" brushRef="#br0" timeOffset="-57372.54">2337 12817 744 0,'-29'-2'-6'0,"0"0"-18"0,-7-1 8 16,8 1 12-16,6 0 9 0,0 1 3 0,1 0-3 0,0 0-5 15,0 0-6-15,0-1 0 0,0 1 1 0,0-1 0 0,3 0-4 0,2 1-3 16,0 0 2-16,3 0-1 0,0 0 0 0,1 0 3 0,0 1 1 0,1 0 0 16,1 0 0-16,0 0-1 0,-1 0-4 0,1 1 2 0,-2 0-1 15,1 1 0-15,1 0 0 0,0 1-2 0,-1 0 2 0,0 2 0 0,-2-1 3 16,8-2 1-16,-3 2 4 0,2-1-1 0,-4 1 2 0,1 1 11 15,-1-1 3-15,0 1 2 0,-1 0 2 0,0-1-8 0,1 0 0 0,0-2 5 16,2-1 1-16,-1 0 0 0,2 0-1 0,-1-1-2 0,2-1 0 0,2 0 2 16,-1 0 0-16,2 0-3 0,0 0 1 0,1-1-3 0,0 1-2 15,1-1-2-15,1 1-3 0,1 0 1 0,0-1-4 0,0 1 2 0,2-1 1 16,0 0 1-16,2 1 3 0,0-2 1 0,0 1 1 0,3-1-2 0,0 1-2 16,2 0-13-16,0-1 1 0,2 1-1 0,2-1 1 0,12 0 10 15,0 2 0-15,-5 3-2 0,-3 0 2 0,1 1-1 0,-1 1-2 0,2 0 1 16,0 1-4-16,0 1 1 0,2 0 3 0,1 1 0 0,-1-1-1 15,3 2 0-15,-1 1 0 0,2 0 1 0,1 0 2 0,-3 0-3 0,2 1 3 16,-2-2-3-16,1 1 1 0,1 0 3 0,-1 0-2 0,3-1 1 0,-1 1 0 16,1-1 0-16,1-1-2 0,0 0 3 0,2 0 0 0,1-1-1 15,-1-1 3-15,4 0 0 0,-3-1 1 0,4 0 0 0,-1 0 0 0,1-1-2 16,4 0 1-16,-1 0-3 0,2 0-1 0,-1-1 1 0,-2 0-1 0,2-2 4 16,-1 1 1-16,0 0 0 0,2-1 1 0,-2-1 0 0,1 1 2 15,2-1 4-15,-1 0 4 0,-1-2 1 0,3 0 0 0,-2-1-2 0,0-1-1 16,0 0 0-16,-1 0-1 0,-1 0 3 0,1-1 0 0,-1 0-2 15,0-1 0-15,1 0 0 0,-2-1-6 0,-1-1 0 0,1-1-3 0,-1-1-3 16,0 0 2-16,-1-1-3 0,-1 0-2 0,-1-2-2 0,1-1 0 0,0-1-2 16,-2 0 1-16,-1-3-2 0,-2-1-2 0,-1 1 1 0,-2-3 0 15,0 1 0-15,-2 0 2 0,-2 0-2 0,-1 0 10 0,-4 2 1 0,-1-1 7 16,-3 1 7-16,-2 1 2 0,-5 1 10 0,-1 0 7 0,-2 2 8 0,-3 2 10 16,-1-2 7-16,-3 1 3 0,-3 0 2 0,-1 0-12 0,-4 2-9 15,-1-2-10-15,-3 0-10 0,-2 0-2 0,-1 2-6 0,-4-2-4 0,0 1-12 16,-4 0-4-16,-1 0 1 0,-1 2-1 0,-3-1 4 0,2 0 1 0,-6 2 0 15,1 2 3-15,-2 0 1 0,-2 2 2 0,2 0 2 0,-3 0-2 16,1 1-1-16,-1 1 0 0,0 0-6 0,-1 1-2 0,0 0 4 0,-2 1-4 16,1 1 5-16,2-1 0 0,-2 1-6 0,2 0 2 0,-1 1-6 15,-2 1 0-15,1 1-5 0,1 0-5 0,-3 2-1 0,2 1-7 0,0 1 0 16,-2 1 2-16,1 1 3 0,-2 1 4 0,0 2 4 0,0 2 3 0,0 1 0 16,2 2 3-16,-2 0 3 0,1 0-1 0,-1 1 3 0,-1 1 0 15,2 2-1-15,1 1-6 0,2 1 4 0,-1 2-3 0,1 2-3 0,-1 1 5 16,-1 4-7-16,1-2-4 0,-1 4 2 0,1 0-3 0,2 1 8 0,0 0 3 15,1 0-2-15,1-2 0 0,1-2 2 0,3-2 0 0,1-2 0 16,5-2 2-16,1 0-3 0,2-2-1 0,1 0 2 0,2-3-5 16,2-2-6-16,0-1 3 0,11-8-2 0,-2 2 1 0,1-1 0 0,-1 3-5 0,0-3-2 15,0 3 17-15,1 0 1 0,-1 1 0 0,1-1-2 0,2-1-19 16,0 0-4-16,2-1-5 0,1-1-4 0,0-1-6 0,2 0-11 0,0-1-7 16,1-1-4-16,1 0 0 0,1-1 5 0,1 1 6 0,0-1 5 15,0-1 3-15,2 0-3 0,0 0 6 0,1 0 7 0,1-1 5 0,-2 0 12 16,3-1 2-16,0 1 2 0,2-1 1 0,5 1 2 0,0 0 4 15,-4-1 2-15,-2 0 1 0,1 1 1 0,-1-1-3 0,1 0 1 0,0 0 0 16,0 0 2-16,1-2 0 0,-1 1-2 0,2-1 3 0,-2 1-3 0,-1 0 2 16,1-1 0-16,-1 1-1 0,0-1-6 0,-1 0-2 0,0 0-1 15,-1 1 2-15,1-1 5 0,0 2 3 0,-2 0 1 0,1 0 0 0,-2 1 2 16,2 0 0-16,-3 0 0 0,1 1 1 0,0 0-2 0,0 0 1 16,-1-1 1-16,0 1 1 0,0 1-1 0,-1-2-1 0,0 2 0 0,0-1 0 15,0-1-2-15,2 1 2 0,-1-2-1 0,1 1 2 0,-1-1 0 0,-1 0 0 16,1 0-1-16,0-1-1 0,-1 0 0 0,1-1 2 0,0 1-1 15,-1-1 0-15,1 0 0 0,-1 1-1 0,0-1 2 0,0 0-1 0,0 1 1 16,1-1-1-16,-2-1-1 0,0 1 3 0,1-1-2 0,-2 1 1 0,3-1 1 16,-1 1-2-16,1-1 0 0,-1 1 1 0,-1-1-2 0,1 1 1 15,-1-1-1-15,0 1 0 0,0-1 0 0,1 1 2 0,-1-1 0 0,0-1-1 16,0 1 1-16,0 1-1 0,1-1-1 0,-1 1 2 0,2-1-2 16,-2 0-1-16,1-1 3 0,0 1-1 0,0 0 0 0,1 0-1 0,-2 0 2 15,1 0-2-15,-1 0 1 0,0 1 1 0,1-2-2 0,-1 1 1 0,0 0 0 16,0 0 0-16,-1 1 0 0,1 0 0 0,0-1 1 0,0 1-1 15,-1 0-1-15,1 0 0 0,0 0 0 0,0-1 1 0,0 1 0 0,1 0 0 16,-1 0 2-16,1 0-2 0,-1-1 0 0,0 1 1 0,1-1-3 0,-1 1 3 16,2 0 0-16,0 0-1 0,0-1-1 0,0 0 0 0,1-1 2 15,0 0-1-15,-1 1-1 0,1-1 1 0,-2 0-2 0,1 1 2 0,0-2-2 16,0 1 0-16,0 1 1 0,-1-1-3 0,0 1 0 0,-1 1 1 0,1-2-8 16,-1 1-1-16,1 0-5 0,0 0-7 0,-1 1-22 0,1 0-50 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48:04.7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12392 4676 537 0,'-12'-16'-23'0,"-1"-2"45"0,-4-3-13 16,0 6 2-16,-1 2-4 0,-2 2-1 0,1 0-1 0,-3 1-1 0,-1 1-1 0,1 2 0 0,-2 0-2 16,0 1 0-16,-3 0-1 0,-1 1 1 0,-1 2 0 0,-2-1-1 15,0 1 0-15,-1 1-2 0,-2-1 1 0,0 1-1 0,-1 0 1 0,-1-1 1 16,-1 2 4-16,0-3-5 0,-1 2 6 0,-2-1-2 0,0-1-3 0,-1 1 5 16,0-2-4-16,2-1-1 0,0 1 2 0,-3-1-4 0,1 0-1 15,-1 0 0-15,0-1-2 0,1-1 3 0,0 1-1 0,-1-1 2 0,1 0 0 16,-1 1-1-16,0 0 0 0,0 1 1 0,0 1-2 0,1 0 2 0,3 1-2 15,-1 0 0-15,0 2 0 0,1 0 0 0,-1 2 1 0,1 0-1 16,0 2 1-16,0 1 0 0,1 1 1 0,-2 2 1 0,-1 0-1 0,1 1 2 16,-3 1 0-16,-1 0 4 0,-1 2-3 0,0-1-1 0,1 3 1 15,-2 0 1-15,1 1 0 0,-2 0-4 0,-1 0-1 0,1 3 0 0,0 1 1 16,1 3 4-16,1 0 1 0,0 3-2 0,1 2 0 0,1 1-1 0,0 3-3 16,2 2 2-16,5 1 0 0,1 5-1 0,3 1 1 0,-1 2 0 15,4 1 0-15,1 0 1 0,2 3-2 0,4 1 2 0,1 1-1 0,2 2 4 16,3 0 6-16,1 3 3 0,3-1 4 0,2 0 3 0,3 1-4 15,1 0 2-15,2 0-2 0,1 0-1 0,2-1-1 0,1-1-4 0,1-1 1 16,2 0-5-16,2 0 2 0,3-4 1 0,0-1-2 0,3 0 5 0,1-3-1 16,0-2 4-16,4 0-2 0,0-2-3 0,2-1 3 0,2-1-1 15,1-4 1-15,1-1 2 0,2-3-1 0,2-2 3 0,-1 0 0 0,2-3-2 16,0 1 2-16,3-2 0 0,1-2 2 0,3-1 2 0,-1-2-1 0,-1-3 0 16,2-1-1-16,-1-4-1 0,2 0-2 0,0-2 0 0,0 0 2 15,0-1-4-15,1 0 0 0,1-2-6 0,0 0-1 0,1-2 2 0,-3 0-5 16,2-1 2-16,-1 0-1 0,1-2-2 0,1 0 2 0,1-1 2 0,-2 0 3 15,-1-2 1-15,-1 0-5 0,-1-2 1 0,1-4-4 0,-1-1 2 16,0-3-1-16,-2-2-4 0,1-1 4 0,-1-2-3 0,-1-1 1 0,0 1 6 16,-1-2-4-16,1 1 2 0,-1-1 3 0,3 0-5 0,0 0 0 15,2-1 0-15,0 1 0 0,0 2 1 0,0 1 1 0,1 2 0 0,2 2-3 16,1 1 0-16,0 1 0 0,4 3 2 0,0 3-1 0,1 0 0 0,2 3-2 16,1 1-2-16,1 1-4 0,2 2 6 0,1 1-2 0,2 1 0 15,0 2 4-15,1 1-8 0,3 1 2 0,-1 1 1 0,1 1-4 0,-1 3 2 16,0 1 1-16,2 2 1 0,0 1 3 0,1 0 3 0,1 1-6 15,-2 2 4-15,-1 1-1 0,-1-1-1 0,-2 1 6 0,-1-1-7 0,-3-1-1 16,-1 0-2-16,-3 1 0 0,-2-1 3 0,-3-2 4 0,0-1-6 0,-5-2-24 16,-4-2-22-16,-5-2-22 0,-4-1-32 0,-3-3-19 0,-4-2-23 15,-4-3-45-15,-4-3-251 0</inkml:trace>
  <inkml:trace contextRef="#ctx0" brushRef="#br0" timeOffset="4031.63">17357 7751 28 0,'4'0'27'0,"0"0"-10"0,1 0-1 0,-2-1-7 15,-2-1-6-15,0-1-3 0,-1-1 0 0,-1 0 1 0,1-1 1 16,-2 0 1-16,1 0 0 0,-2-1-1 0,0 0 0 0,0 0 2 0,0 0-3 16,0 0 2-16,-1 0-1 0,1 1-1 0,-1-1 3 0,1 2 3 15,-1 0 1-15,0 0 3 0,-1 2 0 0,0 0-4 0,0 0 3 0,0 1-4 16,0-1 3-16,1 2 6 0,-1-1-4 0,-1 2 7 0,0-2-4 0,-2 0-1 15,1-1-5-15,-3 0 3 0,1 1 1 0,-3-3-7 0,-1 1 6 16,0-2-9-16,-2-1 3 0,-1-1 0 0,-2-1-1 0,0-1-1 0,-3 0-1 16,-1-2 0-16,-2-1 3 0,-2 0 1 0,1-1-2 0,-2 1 3 0,-1-1-5 15,-3-1-1-15,0 0 1 0,-1 0-3 0,0 0 2 0,-1 1 1 16,-2-1-3-16,-2-1 1 0,0 2-3 0,-1-2 2 0,0 0 1 0,2 0 0 16,-2 2 2-16,1-2-4 0,0 0 2 0,-4 0-1 0,2 2-1 15,-2 0 1-15,0 1-1 0,1 1 2 0,-1 1-1 0,0 0 2 0,0 2-2 16,-1 0 0-16,-1 3 0 0,2 0 0 0,1 2 2 0,2 1 2 0,0 1 0 15,1 0 4-15,-1 2 0 0,-1 1 5 0,0 0 1 0,1 2-1 16,0 0-3-16,0 1-2 0,0-1-1 0,1 2-1 0,-1-1 3 0,0 1-2 16,-1 0 1-16,0 1-2 0,1 0-3 0,0 0 2 0,2 1-2 0,0 0 2 15,0-1 3-15,0 1-2 0,-2-1 2 0,2 1-1 0,0-1-3 16,-1 0 0-16,1 0 2 0,-2 0-2 0,2-1 2 0,0-1 0 0,-1 0-3 16,-1 0 2-16,0-1-1 0,0 0 1 0,2-1 1 0,0 1-4 15,1-1 1-15,-2-1-1 0,0-1-1 0,0 0 1 0,-2-1 0 0,1-1-1 16,-1 0 2-16,1 0 1 0,-2-2-3 0,0 1 0 0,0-2-2 0,-2 0 2 15,-1-2 0-15,0 0-1 0,2 1 0 0,2 0-1 0,-2-1 1 16,0 0 3-16,-2-1-3 0,-1 0 0 0,1 0 0 0,-1 1 0 0,0 1 0 16,0 0 2-16,1 1 0 0,-1 1-2 0,-1 2 0 0,1 0 0 0,0 2 1 15,1 0-1-15,3 3-1 0,0 1 0 0,0 1 1 0,-1 2 1 16,1 0-3-16,-1 2 2 0,1 1-2 0,0-1-2 0,-1 1 3 0,1-1 0 16,0 2 0-16,-3-2 1 0,1 1 0 0,1-1 1 0,-2-1 1 15,3 0 0-15,0-1-2 0,-2 0 2 0,-1-1-1 0,0-1-2 0,0 1 1 16,-3-3 0-16,2 1-1 0,-2 0 2 0,1 0 2 0,-2-1 0 0,0 0 0 15,0 1-1-15,2 0 1 0,0 0-3 0,3 0 2 0,-1 1 0 16,-1-1-1-16,1 1-2 0,-1-1-1 0,1 1 0 0,-1 0-2 0,1-1 4 16,1 1 0-16,-2-1 2 0,-1-1 0 0,1-1-1 0,-1-2 0 0,0 0-1 15,3-2 0-15,0 0 1 0,-1 0 0 0,-1 0-1 0,2 0-1 16,0 0 1-16,-1 1 0 0,2-1 1 0,1 2 0 0,-1 0-2 0,1 1 2 16,1 1-1-16,0 2 1 0,1 1 1 0,1 0-2 0,4 0-1 15,0 1 0-15,-1 0 2 0,2 1 0 0,-2 0 0 0,2-2-4 0,-1 1-1 16,1-2-2-16,0-1 1 0,0 1 5 0,-1-1 0 0,1-1 1 0,-1 0 1 15,1-2 0-15,-2-1-1 0,-1 0 1 0,0-2-2 0,0-1 0 16,1 0 1-16,1 0-2 0,0 0 1 0,-1 0 1 0,0 1 3 0,0-1-2 16,-1 2 3-16,2-1-1 0,-1 0-3 0,3 2 4 0,-2 0-6 0,1 2 5 15,0-1-6-15,2 1 5 0,-1 0-3 0,1 1 0 0,-1 2 2 16,1-1-2-16,0 2 3 0,2 2 0 0,1 0 0 0,2 0-3 0,-1 1 4 16,1 0 0-16,1 0-1 0,0-2 3 0,0 2-5 0,-1-2 1 15,0 0 0-15,1-2-3 0,-1 1 0 0,0-1 0 0,0-2 1 0,1 0 2 16,-1-2 0-16,0 0-1 0,0-2 0 0,-2 0 1 0,2-1 1 0,-1-1 0 15,-1-1 0-15,0-1 0 0,-1-1 1 0,1 0 0 0,0 0-1 16,1 0 0-16,1 0-2 0,-1 0 2 0,2 2-1 0,-2 0 0 0,2 1 1 16,-2 1 1-16,1 0 0 0,0 1-2 0,1 0-3 0,1 2-1 0,-1 0 0 15,2 0 3-15,1 1 1 0,-2 0 1 0,1 1-1 0,0 0 0 16,0 0 0-16,1-1 0 0,0 2 0 0,1-1-2 0,0 0 1 0,-1 0 1 16,-1 0 0-16,1-1 1 0,-1 0-1 0,2 0-2 0,2-2 2 0,-2 0 0 15,1 0-1-15,2-1 0 0,-2-1 0 0,0 0 0 0,0-1 0 16,1 0 1-16,-1-1 0 0,0 1 0 0,1-1-2 0,-2 0 1 0,1 0 1 15,2 0-3-15,-2-1 0 0,1 1-1 0,0 0-3 0,0-1 3 16,1 0 1-16,-1 0-1 0,1-1 3 0,-1 0 1 0,-1 1-2 0,3 0-1 16,-1 1 2-16,0-1 0 0,1 1-2 0,0-2-1 0,0-1-4 0,-1 0-2 15,0-1-7-15,0 0-2 0,0-1-5 0,0 0-5 0,1-1 0 16,2-1-4-16,-2 0 0 0,1 0-16 0,0-1-41 0,2 0-50 0</inkml:trace>
  <inkml:trace contextRef="#ctx0" brushRef="#br0" timeOffset="8031.69">6989 9761 11 0,'-8'-3'8'16,"-2"-1"2"-16,-3-1 0 0,0 1-2 0,2 0-1 0,-1 1 0 15,-1-2 2-15,-1 1-1 0,-1-2 2 0,0 1 1 0,1-1-2 0,-3-1 4 16,-1 1 1-16,1-2 3 0,-3 0-4 0,2 0-2 0,-2-2-1 0,1-1-1 16,-2-2 1-16,-1 0-2 0,-1 0-2 0,-1-2 0 0,1 0 0 15,-1-1-1-15,0 1 2 0,2-1-1 0,-2-1-4 0,2 2-1 0,-2 1-1 16,0-1 0-16,0 0 1 0,-1-1 2 0,2 3-2 0,-2 0 1 0,1 1 0 15,1 1-1-15,0 2 1 0,0 0-1 0,2 2 1 0,-2 3 2 16,1 0-1-16,0 2-1 0,-1 1 0 0,1 3-4 0,-1 1 2 0,0 0-1 16,1 1 2-16,-3 1 3 0,1 0 0 0,-1 1 2 0,-1-1 2 15,2 0-2-15,0 0 4 0,0-1-2 0,-2 1 0 0,0 0 0 0,-1-1 3 16,-2 0 0-16,0-2-1 0,-1 0-1 0,-1-1-4 0,-2 0-2 0,2-1 3 16,-3-2-1-16,1 1-2 0,-1-2 3 0,-2 0-3 0,1-1-1 15,-2-1 1-15,0 0-1 0,0 0-1 0,0 1 0 0,3-2 0 0,-1 1 2 16,1-1-2-16,-2 1-1 0,1 1 2 0,0 1 0 0,-1-1 0 0,2 2-1 15,-1 1 0-15,1 0 0 0,0 2 0 0,0 0-2 0,0 2 1 16,2 1 0-16,0 0 0 0,-1 2 1 0,2 2 1 0,-1-1-2 0,3 2 0 16,1 0 1-16,1 2 1 0,3-1 0 0,-2 3 1 0,3 1 1 15,-1 0 1-15,1-1 3 0,2 0 0 0,0 2-2 0,2 1 1 0,1 1-1 16,1 0 3-16,1 1 1 0,1 0 1 0,1 0-1 0,1 0 1 0,2-1 2 16,0 0-1-16,1-1 4 0,2 1-1 0,0 0 1 0,1 0-2 15,3 1 3-15,0 2 0 0,2 1-1 0,1 0 3 0,2 2-4 0,1-1 0 16,1 2-1-16,1-1-1 0,1 2 0 0,3 1-4 0,1 0 3 0,0 3-2 15,2-2-1-15,-1 2 3 0,2-2 1 0,1-1 2 0,1 2 2 16,2-3-2-16,1 3-2 0,2-2 0 0,-1 0-4 0,2-1 2 0,2-4-2 16,-2 0-5-16,3 0 3 0,-1-4-1 0,3 1 2 0,0-2 2 15,-1-4-5-15,2 0 1 0,0 0-1 0,4-3 0 0,0 0 1 0,2-3-2 16,1-1 0-16,0-1 0 0,-1-2 0 0,2 1 0 0,0 0 0 0,1-1-1 16,-1 0 0-16,0-1 2 0,2 0 3 0,-2 1-2 0,3-1-2 15,-2-1-4-15,1 0-2 0,-1-2 0 0,0-1 2 0,2-1 2 0,-1-1-3 16,2-1 0-16,-1-3 2 0,-2 0 1 0,0-2 0 0,-1-1-1 0,0-1 1 15,0 2-3-15,-1-2 1 0,-1-1 0 0,0-1-2 0,-2 1 2 16,2-2-2-16,-3-1 3 0,1 0-1 0,-3 0-2 0,1-1-3 0,-2-1-6 16,0 1-4-16,0-3-4 0,1 2-5 0,0 0-4 0,-1 2-11 15,-1 1-5-15,-3-1 1 0,0 1-4 0,1-3 6 0,-2 0-4 0,2 3-2 16,-2 1-4-16,-1 0-3 0,1 0-4 0,-2 0-4 0,0 1-25 0,0 0-95 16</inkml:trace>
  <inkml:trace contextRef="#ctx0" brushRef="#br0" timeOffset="9014.69">5583 10503 17 0,'-3'16'11'16,"0"-1"-4"-16,0 3 1 0,0-1-3 0,1-4-1 0,-1-1 0 15,1 1-2-15,0-1 0 0,-1 0 1 0,1-2-1 0,1 0 1 0,-2-2-2 16,1 1-1-16,-1 0 5 0,0-2 2 0,0 1 7 0,-1-1 5 0,1 0 1 15,1 0 1-15,-1-2-3 0,1 1 4 0,-1 0-2 0,0-1-1 0,0 0 0 16,1 0-6-16,-1 0 1 0,0-1-2 0,0 0 1 0,-2 0-1 16,3-1-1-16,-1 0-2 0,0 1 1 0,0-1-1 0,-1 0-4 0,1 0 3 15,0 2-4-15,-1-1 0 0,1 0 1 0,0-1 0 0,0-1 0 16,-1 1-2-16,0-1-2 0,1 0 1 0,-1-1 0 0,0-1-3 0,0-1-3 16,1-1 0-16,1 0-3 0,0-1 0 0,0 0 2 0,0-2-5 0,0 0 0 15,1-1-5-15,1 1-6 0,0-1-5 0,0 0 1 0,1 0 3 16,1-1 1-16,1 0 4 0,0 1-1 0,0 0-3 0,1 2 5 0,0 1 3 15,1 1 1-15,0 2 3 0,2 1 1 0,-1 2 0 0,1 2 4 0,2 0-1 16,1 2 1-16,0 1-2 0,0-1 6 0,2 0 0 0,1 1 2 16,0-1-1-16,0 2-3 0,0 0 1 0,2 0 0 0,2 1 0 0,0-2 1 15,-1 0-4-15,2-1-2 0,0-1-5 0,1 0-1 0,1-1-4 16,2 0-4-16</inkml:trace>
  <inkml:trace contextRef="#ctx0" brushRef="#br0" timeOffset="9631.77">6476 10902 8 0,'21'-4'8'0,"4"-3"-2"0,6-3-3 0,-3-2-1 16,-3-1 0-16,1-2-2 0,0-1 0 0,-2-3 0 0,0 1-2 0,-1 0 1 15,-2-3 0-15,0 0-1 0,1 0 3 0,-4 0 3 0,1 1 6 0,0 3 8 16,-4-2 13-16,2 2 14 0,-2 0 9 0,0 3 4 0,-3 0-3 16,1 1-11-16,0-1-2 0,-1 3-3 0,-1-1-4 0,-1 0 1 0,-3 1-5 15,0-1-7-15,-1 1-4 0,-1 2-6 0,-2-1 0 0,0-1-3 16,-1 0 0-16,-1 0-2 0,0 1-2 0,-1-2-2 0,-1 0-4 0,0-1 1 15,-2 0-2-15,0 1 2 0,-1-1 2 0,0-1-5 0,-2 1 4 0,0 1-3 16,0 1 0-16,-2 0 1 0,0-1-2 0,-2 1 0 0,-1 0-2 16,0 1-1-16,-1 0 0 0,0 1-2 0,-2-1 1 0,-1 1 4 0,0 1-1 15,0-1 1-15,-3 2 1 0,0 1 0 0,-1 0-2 0,-2 1-1 16,1 3-2-16,0-2 4 0,-1 2-4 0,-1 2 7 0,0-1-2 0,-3 1-1 16,-1 1 4-16,1 1-5 0,-1 1 4 0,1 2-3 0,0 2 0 0,0 0 1 15,-1 1 2-15,-1 2-1 0,-1 1 0 0,-2 0 0 0,0 2-2 16,-2-1 5-16,1 1-3 0,-1 1 0 0,1 0 0 0,-2 1-1 0,0-2 3 15,0 2-2-15,-2 1 2 0,0 0-1 0,-2 0 0 0,2 2 0 0,-2 1-1 16,2-1-1-16,1 3 2 0,-1 1 0 0,0 1 2 0,-1 1 0 16,1 1-1-16,-1 0 0 0,1 3 0 0,1-1-1 0,0 2-5 0,0 2 2 15,0 1-1-15,1-2 5 0,-1 2 5 0,2 0-4 0,-2 1 1 0,1 2-3 16,2 0-1-16,0 1 2 0,2-3-1 0,3 1 0 0,-1-1-1 16,2 2 0-16,0 0-1 0,1 0 1 0,0 0 1 0,0-2-1 0,3 0 0 15,0-2-2-15,1 1-2 0,3 0-1 0,0-2 6 0,1 0 3 0,2-1 1 16,2-3 4-16,1 2-6 0,2-3 1 0,2-1 1 0,0 0 0 15,2-4 2-15,0 0-5 0,3-1 5 0,1-3-2 0,1 0 4 0,4-1 1 16,-1-1 1-16,3-1-2 0,2-2-2 0,0 0 1 0,2 0-3 0,2-1 0 16,1-2-2-16,2-1-2 0,2 0-2 0,1-3 1 0,1 1-2 15,3-2-1-15,1 0 0 0,2-2-1 0,1 1 2 0,1-2-1 0,0-1 1 16,1-1-1-16,2 0-2 0,-1-1 4 0,4-1-1 0,0-2-2 16,2-1 3-16,-1-1-6 0,2-2 3 0,-1-1 2 0,0-2-3 0,3 0 1 15,-1-1-3-15,2-2-1 0,-2-1 1 0,0 1-1 0,2-2-4 16,-1-2-3-16,-1 0-2 0,2-1-1 0,-2-2 1 0,3-1 1 15,-1-1-3-15,1-1 0 0,-1 3-4 0,-2 0 4 0,-1 1 3 0,-1-2 0 0,-1 1 6 16,0 1 0-16,-2 1-1 0,1 1-3 0,-1 1-4 0,0 0-4 16,-2 1-3-16,0 1-3 0,-2 0-3 0,0 0-4 0,-1-1-2 0,1 0-29 15,-1-1-46-15,3-2-34 0</inkml:trace>
  <inkml:trace contextRef="#ctx0" brushRef="#br0" timeOffset="12015.49">7117 9331 2298 0,'-9'-1'260'16,"2"0"-164"-16,-2 1 23 0,1 1 11 0,5 0 11 0,-1 1-8 0,3 0-39 16,0 0-30-16,0 2-18 0,2 0-8 0,-1 1-5 0,2 2-2 0,1 1-5 15,1 0-6-15,3 3-7 0,1 0-3 0,0 1-1 0,2 1-1 16,2 0 1-16,0-1-5 0,2 2-1 0,1-1 5 0,2 0-6 0,1 0 0 15,2 0-2-15,0-2-13 0,0 1 1 0,1-2 1 0,-1-2-9 16,1-1 12-16,-1 0-3 0,-1 0-2 0,0-2-7 0,-1-1-17 0,-2-1 2 16,0 0-23-16,-2-2-18 0,-1 0-18 0,-2-2-42 0,0 1-16 0,-1-1-50 15,-1-1-53-15,-2-2-48 0,-1 0-83 0,-1-1-31 0,0-2-35 16,-1-1-215-16</inkml:trace>
  <inkml:trace contextRef="#ctx0" brushRef="#br0" timeOffset="12348.49">7489 9187 997 0,'-3'6'388'0,"0"1"-116"15,0 3-38-15,1-1-15 0,1-1-8 0,1 0-26 0,1 1-29 16,0 0-24-16,2 0-18 0,0 1-19 0,2 1-12 0,0 0-8 0,1 2-13 16,2-2-9-16,1 3-8 0,1 1-7 0,0 0-11 0,2 0-9 0,1 2-1 15,2 1-4-15,0 0-6 0,1 2 2 0,1 1-7 16,0 0-17-16,0-1 2 0,0 2 24 0,1-2-7 0,1-1 5 0,-1 1 4 0,0-1-20 15,-2-1-1-15,-3 0 7 0,-1 1-5 0,-2-3 1 0,-3 0 5 16,-1-1-4-16,-1-1-2 0,-1 0 3 0,-2 0-3 0,-2 1 6 0,-1-2 0 16,-2 1 6-16,-1-2-6 0,-1 0 7 0,-2-1-5 0,-1-1-4 0,0-3 6 15,-2-2-2-15,1-2 1 0,-3-2 3 0,0-2-1 0,-1-2 1 16,0-3-1-16,1-1 1 0,0-4 1 0,0-3-1 0,0-2 3 0,0 0 0 16,1-3 2-16,1-1 6 0,1 1-8 0,3-2 0 0,1 1-7 0,3 2-4 15,1 1 1-15,1 1 1 0,1 3-8 0,0 3 4 0,1 1-1 16,1 0-4-16,0 2-12 0,1 0-28 0,0 1-35 0,1 1-45 0,0 1-47 15,0 0-67-15,0 1-90 0,2 1-154 0,0-1-122 0,1 1-304 16</inkml:trace>
  <inkml:trace contextRef="#ctx0" brushRef="#br0" timeOffset="12682.5">8030 10353 2596 0,'-3'4'275'0,"1"2"-59"0,-1 1-38 15,2 1-15-15,1 0-13 0,1 0-39 0,2 1-23 0,0-1-13 16,2 2-16-16,0 0-4 0,0 0-10 0,2 1-19 0,0-1 8 0,1 1-16 16,1 0-12-16,0 0-6 0,2 0 0 0,-1-2 0 0,2 1 0 0,0-3 0 15,0 1 0-15,1-1-10 0,-1-1-22 0,1-2-18 0,0 0-25 16,-1-2-18-16,1-1-17 0,1-1-18 0,-2-2-21 0,0 0-28 0,-1-2-48 16,1 0-58-16,1-1-59 0,-2 0-96 0,1-1-76 0,-1 0-53 0,-2-2-130 15</inkml:trace>
  <inkml:trace contextRef="#ctx0" brushRef="#br0" timeOffset="12982.5">8423 10343 1115 0,'0'8'439'16,"1"3"-171"-16,-1 2-73 0,2-1-22 0,1-1-15 0,0 1-7 0,3 1-26 15,1 1-19-15,-1 2-9 0,2-1-6 0,2 1-4 0,-1 0-10 16,3 1-12-16,0-1-14 0,1 2-21 0,4 0-9 0,1 1-12 0,0 0-7 15,2 2-2-15,0 0-4 0,0-2 3 0,0 1-6 0,1-1 3 16,-1 0 0-16,-1 1-12 0,-2 0 4 0,-1-2 5 0,-2 2 3 0,-1-1 15 16,-2 0-6-16,-2 0-1 0,-2 0-2 0,-3 0-1 0,-1 0 7 0,-2 1-5 15,-1-1 1-15,-1-2 3 0,-3 0 3 0,0 0-1 0,-3-3-2 16,-1 0 1-16,-2-2 1 0,-1-3 5 0,0-1 0 0,-1-4 3 0,-2 0-1 16,-1-4 0-16,0-2 10 0,-2-2 6 0,0-3 14 0,-2-3 10 0,2-3 3 15,-1-3-4-15,0-2-6 0,1-3-9 0,-1-1-15 0,2-3-10 16,3 0-5-16,3 0 3 0,4-1-3 0,1 2-18 0,2 0 10 0,2 0-6 15,1 2 4-15,1 1 14 0,0-2-28 0,3 3-20 0,0-1-31 16,-1 1-46-16,2 2-74 0,1-2-116 0,0 0-187 0,2 1-330 0,0-2-399 16</inkml:trace>
  <inkml:trace contextRef="#ctx0" brushRef="#br0" timeOffset="17998.25">2942 10130 1561 0,'-15'5'20'0,"-2"1"-41"0,0 1-19 0,4-3-11 0,3-1 9 15,0-2 6-15,1-1-10 0,0-3-26 0,0-2-23 0,-2-3-30 0,1-3-18 16,-1-4-18-16,0-4-3 0,1-3 9 0,0-5 25 0,-2-2 3 16,1-2 0-16</inkml:trace>
  <inkml:trace contextRef="#ctx0" brushRef="#br0" timeOffset="19049.95">2546 9631 43 0,'-23'-32'46'0,"-1"1"7"0,-5-7 8 0,4 1-10 0,1 3 5 16,1-2-12-16,0-1-8 0,-2-1-2 0,2-1-3 0,-1-2-2 0,0-1 2 15,0-1-1-15,0-2 1 0,0 0 1 0,-1-1-4 0,1-1 2 16,0-2-8-16,0 0-4 0,0-1-7 0,-1-1-5 0,2-1-3 0,-1 0 1 15,3-3-4-15,3 0 0 0,0 0 1 0,0-1-2 0,1 1 2 0,0 0 0 16,-1 0 3-16,0 0 1 0,2-1-1 0,0 0-1 0,9 27-1 16,-3-6 0-16,2-2 1 0,-3-5 3 0,1 0-4 0,-2-8 13 0,1 0-6 15,-1-6 10-15,-1 0 8 0,2 0-8 0,0 1 12 0,0-1-5 0,2-1 6 16,-1-1 0-16,1 0 2 0,1-2-5 0,0 0-5 0,1-2-9 16,0-1-3-16,1-2 2 0,1-1 0 0,1-1 8 0,1-3 3 0,2 0-1 15,0-2 2-15,2 1 0 0,0-2 3 0,1 1 3 0,2-2-2 16,2 1 4-16,0 2-3 0,1-1-5 0,1 0 0 0,1 0-4 0,0 1 2 15,2 1-2-15,1 1 9 0,0 2 1 0,2 0-2 0,-1 3 4 0,15-57-11 16,-2 17 0-16,-2 19-3 0,-4 13 0 0,0 9-9 0,2 0 1 16,2 0-2-16,0 0-5 0,3 1 3 0,0 1-3 0,2-1-1 0,1 1 0 15,2-1 4-15,-1 0-9 0,2 2 4 0,-2 2-9 0,2 1 4 16,-1 2 2-16,3 0-2 0,1 4 8 0,1 1 14 0,0 1-2 0,0 3 1 16,1 0 4-16,0 3-23 0,-1 0 0 0,4 5 4 0,-2 0 0 0,2 4 0 15,2 1-4-15,-1 3-3 0,1 1-2 0,2 2 5 0,0 0 3 16,3 2-6-16,4 0-2 0,3 2 2 0,3 0 1 0,2 2 7 0,3 2 0 15,2 1-5-15,3 0 3 0,2 1-1 0,1 0 0 0,3 0 2 0,-2 1 5 16,0 0 4-16,0-1 2 0,-1 1-4 0,1 0-9 0,0 1 0 16,-3 0-1-16,0 0 3 0,-2 1-2 0,1 2-4 0,1-1-1 0,-1 1 1 15,1 1 2-15,1 0-2 0,1 1 4 0,2 0-1 0,2 0-4 0,1 2-8 16,0 1 2-16,2 1-4 0,1 1 1 0,2 0 14 0,2 0-1 16,3 1-1-16,1 1-7 0,2-1 0 0,-1 0 1 0,1 1-4 0,2-2 10 15,-1 1 0-15,0 0 0 0,2-1 0 0,0 0 0 0,-1-1-1 16,2 1-1-16,-1-1 1 0,-3 0 2 0,2 0-2 0,2-1 4 0,-3-2-2 15,5 2 3-15,-4 0 4 0,3-1-2 0,-1-1-1 0,0-1-4 0,3 0 2 16,-3-2-3-16,3-2 3 0,1 1-2 0,0 0-1 0,-1-1-1 16,1 0 1-16,-1-1 7 0,0-1-2 0,0 1 5 0,-2-1-5 0,0 0-3 15,-3 1 0-15,1 1 0 0,-2-2 2 0,1 0-3 0,-3 0-2 0,1-2-1 16,-3 1 2-16,0-1 5 0,-1 2 0 0,-5-1 2 0,2-1 1 16,-3 0-4-16,-2 0 1 0,2 0-3 0,-3-1 0 0,-1 1-1 0,-3 0 1 15,-2-1-1-15,0 2 3 0,-5-1-1 0,-1 1 1 0,-5-1-4 16,-1 0 0-16,-2 0 10 0,-3 0-2 0,-2 0 1 0,-3-1 0 0,-4-1-4 15,-2 0 0-15,-1-1-2 0,-4-1 10 0,-3 1-1 0,-2-2 1 0,-4 1 3 16,0-1-7-16,-3-2-2 0,-3-1 4 0,-1-2 6 0,-2-2 7 16,-5-2 0-16,-1-2 3 0,-2-1-1 0,-2 0-5 0,-3-2 0 0,-1 0-6 15,-4 17 6-15,0-4-2 0,0-1 1 0,-2-5 1 0,-1 0-12 16,-1-3 0-16,-2-2-9 0,-2-3-1 0,-3 0-2 0,-2 1-5 0,-4 0 5 16,0-1-3-16,-5 2 4 0,-3-2-1 0,-2 3-10 0,-4-1-1 0,-3 1 1 15,-3 1 1-15,-3-1 9 0,-3 2-3 0,18 17 22 0,-2-3-1 16,-4 3-3-16,-3-4 2 0,-3 1-29 0,-4-1 6 0,-3-1 4 0,-6-1-4 15,-1 0 5-15,-6-1-4 0,-2 0-1 0,-6-2 5 0,-2 0-2 16,-6-1 6-16,-1-1 0 0,-7-1 4 0,-2-1-1 0,-1 0-9 0,-2-2 0 16,-2 2-6-16,-1-1 32 0,-1 1 4 0,-1-1-2 0,-3 2 1 0,0-1-31 15,-2 1-7-15,0 2-4 0,-2-1 1 0,-2 3 0 0,0 0 1 16,-3 1 13-16,-1 3-14 0,-1 0-3 0,-2 3 5 0,-2 2-3 0,-1 0 16 16,-1 2 2-16,-2 2-11 0,-2 0-1 0,-1 3 3 0,-1 1 1 0,-2 0 13 15,-1 2-17-15,-1 1 5 0,-1 1-5 0,-1 1 1 0,0 1 27 16,-1 1-17-16,-1 2 2 0,0 2 5 0,0 1-3 0,0 1 11 0,1 2-13 15,0 1 8-15,0 1-8 0,2 2 3 0,0 2 18 0,0 2-37 0,3 1-5 16,0 3-2-16,3 2-6 0,0 1 26 0,3 3 9 0,0 1 1 16,2 2-23-16,1 1-2 0,3 1 5 0,2 1-2 0,2 3 15 0,0 0 0 15,3 2-3-15,0 0-5 0,4 2-20 0,-3 4 26 0,-78 37-2 0,16-2 7 16,16-4 22-16,17-3-22 0,14-2-6 0,15-3-4 0,14-5 4 16,18-9-8-16,4-1 4 0,4 0 2 0,4 0-5 0,4-1-3 0,-2 6 8 15,-28 37-1-15,19-14 1 0,16-12 3 0,18-19-6 0,4-2-3 16,4 3-2-16,2 0-2 0,4-1 0 0,3-1 1 0,3-2 6 0,2 0 2 15,5 2-4-15,1-2-3 0,4-1 12 0,4 0 2 0,3 0 2 0,2 0 3 16,4-1-11-16,4 0-2 0,3-1 2 0,6 0 0 0,3 0-2 16,3-3 0-16,1-3 2 0,2 0 0 0,6-3 2 0,2 0 2 0,3-3 18 15,5-1 0-15,2-4-1 0,4-1 0 0,3-3-17 0,3-4 16 0,4-1 4 16,3-2-3-16,2-4-8 0,8-1-16 0,7-1-4 0,9-2-6 16,7-1-18-16,6-1-45 0,6-1-93 0,4-2-74 0,1-1-53 15,2-2-17-15,-4-1-196 0</inkml:trace>
  <inkml:trace contextRef="#ctx0" brushRef="#br0" timeOffset="24666.08">13829 5259 1476 0,'-17'-12'-27'0,"1"2"112"0,-1 0-46 16,8 6-23-16,5 4-21 0,3 2-9 0,1 1-6 0,2 1 1 0,3 0 0 15,0 1-5-15,4 1 0 0,2-1-9 0,2 1-6 0,2-1-3 0,2-1-8 16,0 0 3-16,1-3 2 0,1-1 5 0,3-3 12 0,0-3 10 16,2 0 9-16,0-2 7 0,-3-1 3 0,2-1 0 0,0 0 2 0,-1-2 3 15,1-1 6-15,-1 0 8 0,0 0 5 0,0 0 7 0,0-2 3 0,2 0-3 16,3 0 5-16,1-1 1 0,4-1 8 0,2 0 2 0,4-1 5 15,4 1 1-15,2-3-9 0,4 0-3 0,3 2-7 0,3-1-10 0,4 1-1 16,4 2-5-16,3 0-4 0,3 0-2 0,5 1-4 0,3 1-2 16,5 0-1-16,3 0-6 0,4 0 3 0,2 0-3 0,3 2 1 0,2-1 3 15,1 0-2-15,3-1 0 0,2 0 1 0,3-1-3 0,1 0 0 0,0 3-4 16,0 1 3-16,0 1-2 0,0-2 2 0,-1 2 2 0,2-1-4 16,-2 2 2-16,-1 0 4 0,3 1-2 0,3 1 0 0,-1-1-1 0,3 1 0 15,1 0-2-15,1 0 4 0,3 1 1 0,4 1-2 0,1 1 3 0,1 1-6 16,0 2-1-16,-1 2 0 0,0 1 2 0,2 2 4 0,0 2-1 15,0 1-3-15,-2 3 1 0,-1 0-3 0,-1 1 2 0,-1 1 5 0,-2 3-4 16,-2 2 1-16,0 2-1 0,-1 2 0 0,-1 3 4 0,0 2-4 16,-2 2 0-16,-3 0 3 0,-2 1-7 0,-4 0 7 0,0 0 3 0,-4 1-3 15,0 0 4-15,-2 3-3 0,0-1-7 0,0 0 6 0,-2 1 5 0,0-3 2 16,-1 2 4-16,-3 0 1 0,-4 1-6 0,-4-2-6 0,-5 2 2 16,0-1-2-16,-1 4 2 0,-1-1 6 0,2 3-1 0,-3 0 1 0,-2-2-1 15,-3 2-1-15,-3-1-2 0,-5 1-3 0,0 1-2 0,-3 1-5 0,-2-1 6 16,-3 1 0-16,-3 1 5 0,-4-1 4 0,-1 3-7 15,-4-1-1-15,-2 2 3 0,-1 3-4 0,-3-1-1 0,-3 2 1 0,-2 1-3 0,-2 1-3 16,-4 4-5-16,-1 0 7 0,-3 3 2 0,-3 1 2 0,0 2 1 16,-3 4-4-16,-3 0-4 0,-3 1 0 0,-2 2 4 0,-4-2-2 0,-2 2 4 15,-2 0 7-15,-3 0-2 0,-1-1 7 0,-2 0 1 0,-3 1-1 0,-1 0 6 16,-1 2-3-16,-4-1 6 0,-1 0-6 0,-3 0 8 0,-4 0-2 16,-1 1-8-16,0 2-2 0,-2 2-15 0,1 0 2 0,-3-3 0 0,0 1-2 15,-3-2-9-15,-2-1 10 0,0-1-2 0,-3-1 3 0,1-2 7 0,-3 1-10 16,-2 0 5-16,0-1-2 0,-2 1 0 0,-1-3 3 0,-1-1-9 15,0-1 10-15,-2-1 4 0,-1-2-1 0,-3 0 11 0,1-2-10 0,0 1 0 16,1-1-1-16,1-1 1 0,0-1-1 0,0-2 2 0,1 1-1 16,2-2 1-16,1 0-3 0,0-1 3 0,0 1-2 0,0 0-1 0,1-2 6 15,0 1 0-15,1-1 4 0,1 0-1 0,2 1 2 0,-2-3-4 0,2-1-3 16,0 0 2-16,1 1-17 0,1-2 16 0,1-1 1 0,1-1-5 16,-1 0 11-16,1-2-7 0,2-1-1 0,0 0-1 0,0-1 0 0,2 2-2 15,-2 0-3-15,3 0 4 0,-2-2 3 0,2 0-3 0,0-2 2 0,0 3-4 16,0-3-11-16,0 1 8 0,0-2 2 0,2 0-5 0,0 1 6 15,-1 0-9-15,1-1 5 0,-1 0-1 0,1 0 1 0,1-1 3 0,-2 1-5 16,4 1 5-16,-1-2-1 0,1 0 0 0,0-3-4 0,1 0 0 16,0-3-2-16,2 0-1 0,0-3 4 0,2-1-13 0,0-2-23 0,1-4-37 15,-2-2-42-15,2-3-47 0,-2-3-41 0,0-1-78 0,1-5-4 0,-2-1 24 16,0-4 22-16,-3-3 46 0,-3-4-2 0,-5-4 18 0,-1-4 31 16,-1-3-30-16</inkml:trace>
  <inkml:trace contextRef="#ctx0" brushRef="#br0" timeOffset="24949.08">19361 11243 415 0,'-3'-9'158'0,"-1"-2"-37"0,-1-1-40 0,1 1-38 16,0 1-27-16,0-1-11 0,1 1-5 0,0-1 4 0,1 0 3 15,-1 1-5-15,0-1-6 0,0 0-3 0,-1 0-3 0,1 1-3 0,-2 1-5 16,-1 0-1-16,1 0-7 0,-1 1-5 0,-1 0 2 0,1 1-2 16,-1 2 3-16,1 1 0 0,0 1 2 0,-1 2 1 0,2 1 9 0,0 3 7 15,2 1 7-15,-2 2 6 0,1 1 3 0,0 1 5 0,0 2 13 0,1 1 10 16,-1 1 14-16,1 2 22 0,0 0 20 0,1 0 24 0,0 1 2 16,1-1 0-16,-1 2-18 0,1 1-17 0,1-1-10 0,0 2-16 0,0 0-9 15,2-1-6-15,0 2-6 0,0 0 0 0,2 0-6 0,-1-1 0 0,1 0-11 16,0 1 5-16,1-3 1 0,0 2-2 0,0 1 10 0,-1-1-3 15,2 0 0-15,-1 0 6 0,0 0 8 0,1 0 5 0,1 1 0 0,0-1-4 16,0-1-5-16,2 0-4 0,0 0-2 0,0 0 3 0,1-1 2 16,0 0 6-16,0 0 1 0,0-1-5 0,0-1 1 0,0-1-7 0,2-1 4 15,-1-2-5-15,1 0-9 0,1-1-5 0,-1 1-5 0,0-1-8 0,2-1 2 16,-1 0 2-16,1-2-13 0,-1 0 6 0,1-1-21 0,0 0-2 16,1-1 1-16,-2 0-10 0,2-1-7 0,0-1-34 0,2-3-40 0,-1 0-34 15,1-2-30-15,1-2-97 0,-1 0-37 0,1-3-9 0,2-3 5 0,2-4 50 16,3-5-135-16</inkml:trace>
  <inkml:trace contextRef="#ctx0" brushRef="#br0" timeOffset="25633.51">10720 13375 431 0,'-19'-10'19'0,"-2"-1"-13"16,-5-2-15-16,6 0-14 0,2 1-8 0,2 0 0 0,1 1 4 0,3 0 6 16,-1 0 3-16,-1 0-4 0,2-2 1 0,0 1-8 0,2 0-26 0,1 1-93 15</inkml:trace>
  <inkml:trace contextRef="#ctx0" brushRef="#br0" timeOffset="26949.51">10201 13034 596 0,'-8'-10'72'0,"1"0"-35"0,-2-3-1 0,4 1-4 0,1 0-2 0,1 1-9 16,0-2-3-16,0-1-5 0,1 1 5 0,0-1-2 0,1-1 3 0,0-2 1 15,-1 0-6-15,0 1-3 0,0-4-7 0,1-2 0 0,0-1-1 16,1-1-1-16,2-1-4 0,0 3-4 0,3 0-1 0,-1 1 1 0,2 2 4 15,2-1 3-15,2 2 2 0,3 2-1 0,1 1-1 0,0 4 2 16,2 2-3-16,2 3 3 0,1 3 3 0,2 3 4 0,-1 2 5 0,-1 1 8 16,-2 2 6-16,1 1 1 0,1 2 7 0,-2 1-1 0,3 2-2 0,1 1 5 15,0 0 3-15,0 2-2 0,0-1 2 0,-1 1-3 0,2-1-3 16,0 0 0-16,-2 0-1 0,1 0-3 0,1 0-2 0,-1-3-2 0,1 0-2 16,-1-2 1-16,-1 0-1 0,0-1 5 0,0-2 5 0,-3-1 8 0,1-1-1 15,-2-2 2-15,-2-1 1 0,1-1-4 0,-1-1 0 0,0-1-7 16,-1-1-4-16,0-2-3 0,0 0-2 0,1 0-3 0,0-1-6 0,-3 0-9 15,2 0 2-15,0 1-3 0,1 1-4 0,-1 0 3 0,1 2-3 16,1 1 3-16,0 2 8 0,1 2-8 0,-1 1 1 0,3 0 2 0,0 4-7 16,1 0 5-16,3 2-1 0,0 1-2 0,0 1 5 0,3 1-7 0,0 0 2 15,2-1 5-15,0 2-7 0,0-1 2 0,2 0-4 0,-1 0 0 16,1-3 3-16,0 0-1 0,1-1-1 0,0 0-2 0,1-2 1 0,-2 0 1 16,1-2 4-16,-3-1-4 0,0-1 5 0,-1-2 2 0,-1-1-1 0,0 0 5 15,-2-2-4-15,0 0 5 0,0-2 1 0,-1 1-4 0,0-1 9 16,0 0-4-16,-2 0 0 0,0-1 1 0,0 0-4 0,-1 1 5 0,1-2-1 15,1 1-1-15,-2 1-1 0,3-1-6 0,1 0 0 0,-1 1-2 16,3 2 0-16,-1 0 2 0,3 3 6 0,-1 1 2 0,1 0 3 0,-2 2-1 16,-1 0-5-16,1 1 1 0,0 1 0 0,2-1 2 0,0 2-1 0,0 0-5 15,2 0 1-15,-1 0-8 0,2 1 10 0,-1 0-6 0,1 1 1 16,0-1-3-16,0 0-2 0,1-1 0 0,0 0 1 0,0-2 1 0,0-1-2 16,-1-1 3-16,3-2 3 0,-1 0-3 0,2 0 1 0,0-3 3 0,-3-1-2 15,1-2 7-15,-1-1 5 0,1-1-9 0,0-1-2 0,0-1 1 16,-1-1 0-16,1 1-2 0,-2-2 2 0,1 0-1 0,-3-1-6 0,2 1 0 15,-3 2 2-15,1 0 2 0,0 0 0 0,-3 2 0 0,2 0-7 16,-1 2 1-16,1 1 3 0,-1 2-6 0,1 1 7 0,-2 1-1 0,0 1 4 16,0 1 2-16,0 2-3 0,1 0 0 0,-1 1-5 0,3 0 1 0,-1 1 4 15,-1 0 3-15,2 0-6 0,-2 0 8 0,2 1-11 0,0-1 1 16,2 1 3-16,-1-2-8 0,2 0 8 0,-1 0-3 16,0 0-1-16,-1-1 4 0,3-1-3 0,-1-1-2 0,0-2-2 0,-1-1 4 0,-1 0-2 0,0-1 4 15,0-1-4-15,0 0 1 0,0 0 1 0,0-1 1 0,-1 0 4 16,1 0-5-16,-2-1 3 0,1 1-1 0,-1 0-3 0,-1 1 3 0,-1 1-1 15,0 0 3-15,0 1-1 0,-2 2-2 0,0-1-3 0,-1 2 0 16,2 0 5-16,1 1-1 0,0 1 1 0,0 1-3 0,0 0 0 0,-1 0-6 16,0 1 2-16,0-1 6 0,1 0 1 0,-2 1 0 0,2-2-1 0,1 1-4 15,-2-1 0-15,2-1 3 0,-2 0-3 0,2 0 0 0,-1-1-1 16,0 1 2-16,2-1 5 0,-2 0 1 0,2 0-4 0,-2 0 1 0,2 0 3 16,-2-1 0-16,0 0-2 0,0 0 0 0,1 0-1 0,3 0-3 0,-2 0-1 15,1 1 4-15,1 0-1 0,-3 1-1 0,3 2 2 0,-1-1-11 16,0 1 10-16,0 1-3 0,0 0 5 0,0 1-1 0,-1-1-1 0,-1 1 3 15,1-1-1-15,-2-1 0 0,0 1-5 0,1 0 4 0,-1 0-4 16,1 0 5-16,1-1-1 0,-2-1-6 0,2 0 4 0,-1-2-4 0,2 0 2 16,0-2 0-16,1-1-2 0,-2-2 2 0,0 0 0 0,0-1 0 0,-2-1 0 15,2 0 4-15,-2-1 1 0,2-2-3 0,-1 0 5 0,0-2-2 16,1-1 2-16,-2-1-1 0,2 0-3 0,-1-1 3 0,2-1-5 0,-1 1 5 16,2 1-4-16,-2 0-2 0,2 0 1 0,-1 2-13 0,1 2-1 0,1 1 1 15,-2 3-4-15,2 3 20 0,-2 0-1 0,-1 3-1 0,-1 0 1 16,0 3 17-16,0 2-6 0,1 2-1 0,0 0 8 0,1 3-17 0,0 1-6 15,-2 0 4-15,1 3-4 0,1-1 2 0,-1 1 4 0,-1 0-4 16,1-1-2-16,-1 1-2 0,-1-1 6 0,1-1 3 0,-1-2-6 0,0 0-1 16,1-1-4-16,0 0 3 0,-1-2 5 0,-3 0-1 0,0-1 1 0,-1-3 0 15,-3 0 0-15,1-1 0 0,0 0 12 0,-2-1-7 0,1-1 6 16,1 0-4-16,-2-1-2 0,0 0 4 0,1-1 0 0,0 0 1 0,-2 0 3 16,2-1-2-16,-2 0 1 0,0 1 1 0,1-1-8 0,0-1 4 0,2 2-7 15,-3-1 2-15,2 0-1 0,0 1-5 0,-1-1 8 0,1 1-10 16,0 0 4-16,-1 0 5 0,-1 0-11 0,1 1 12 0,-1 0-5 0,1 0-5 15,-1 0 8-15,2 1-6 0,2-1 0 0,-1 1 0 0,1 0 2 16,1-1 0-16,0 0-4 0,1 0 0 0,1 0 0 0,0 0 0 0,2-1 6 16,-1 0-4-16,2 0-2 0,1-1 2 0,-2 0 0 0,2 0 0 0,-2 1-2 15,1 0-5-15,-1-1 5 0,0 1 0 0,1 0 2 0,-2 1 8 16,1-1-8-16,-2 1 3 0,1 0-1 0,-1 0 2 0,0 0 0 0,1 2-6 16,1-1 4-16,-1 0-6 0,1 0 8 0,-1 0-3 0,0 1 1 0,-1-1-2 15,2 0-2-15,1-1 2 0,-1-1 0 0,2 0 0 0,0 0 0 16,1-1-5-16,-1-1-3 0,2 0 10 0,0-2-2 0,-1 0 0 0,1-1 2 15,0-1 0-15,0 0 2 0,-1 1 3 0,1-3 0 0,-1-1 1 16,2-2-1-16,0 0 3 0,0 0 5 0,-1 0 7 0,0 0-3 0,-4-1-1 16,0 0-3-16,0 1-1 0,-3 2 3 0,1-2-4 0,-2 1 0 0,1 1-5 15,-2 1-14-15,-1 1 2 0,-1 1 0 0,-2 2 4 0,0 1 12 16,-3 1-12-16,1 0 7 0,-1 0-5 0,-1 1-7 0,-1 1 8 0,0 0-8 16,-2 2-9-16,1 0-1 0,-1 1-22 0,-1 0-23 0,0 1-24 15,1 0-40-15,-1 1-27 0,1 1-29 0,2 0-57 0,0 3-96 0,0 2-155 16,3 2-159-16,4 4-61 0,10 5 174 0</inkml:trace>
  <inkml:trace contextRef="#ctx0" brushRef="#br0" timeOffset="57101.35">3884 12639 377 0,'30'25'122'0,"3"2"-101"0,10 7-2 0,-6-5-4 15,-3-3-5-15,3-3-3 0,-3 1-3 0,2-2-1 0,-2-2 3 16,1 1-3-16,-2-1 2 0,1-1-3 0,1 1-1 0,-2 0 4 0,2 0-2 15,0 0-2-15,0 0-4 0,0-3-6 0,1 1 3 0,1-1-1 0,-1-1 0 16,1-1-1-16,1 0 2 0,1-1 1 0,1 0 3 0,1 0 1 16,0 0 0-16,2 1-1 0,0-2 1 0,1 0 3 0,0 1-2 0,2-1 3 15,1 0 1-15,0 0-4 0,0-4 4 0,2 1-2 0,0-1 1 0,2-1 1 16,0 1-2-16,2 0-1 0,0-1-2 0,0-3-2 0,1-1 1 16,1-1-4-16,0-1 1 0,0-1 0 0,1-1-1 0,0-1 3 0,1-1 0 15,1 0 1-15,0-1 3 0,2 0 0 0,-3 0 1 0,2 0 4 0,0-2 3 16,0 0-2-16,0-1 3 0,1-1-5 0,-1 1-3 0,1-3 3 15,1 1 1-15,0-3 4 0,-1 0 1 0,-2-2 2 0,2-1 1 0,-1-1 1 16,0 0 4-16,0-3 0 0,-2-1-1 0,1 0-1 0,-1-1-3 0,-1-1-3 16,2 0 1-16,-3-2-2 0,-1 0 1 0,1-2 1 0,0-1-4 15,1 1 1-15,-1-2-5 0,-2 1-2 0,-1 1-1 0,2-2 0 0,-1 2 2 16,-1-1-2-16,0 1-1 0,-3-1-2 0,0 2 0 0,-2 1 1 16,-2 2 2-16,0 2 5 0,-2 1 7 0,-4 2 5 0,1-1 11 0,-4 0 5 15,-3 2-1-15,2 0-2 0,-3 1-1 0,-1 0-4 0,-2 2-1 0,-3-2 2 16,-4-1-6-16,-3 1-4 0,-1 1-2 0,-2-2-2 0,-2 0-2 15,-4-1-5-15,-2-1-2 0,-3-2 0 0,-3-1 0 0,-4-1 4 0,-2-2-2 16,-4-2-1-16,-3 1-4 0,-3-3 4 0,-3 0 0 0,-2-2 3 16,-3-1 2-16,-3-4-2 0,-5 0 1 0,-3-2 7 0,-1 1-2 15,-4-2-2-15,1-1 3 0,-3-1-8 0,-3 0 2 0,-2 0 0 0,-3 0-7 0,-1-3-6 16,-4 1 0-16,1 0-2 0,-2 0 6 0,-3 2 0 0,0 1-2 16,-2-1-2-16,1 1-5 0,-2 1 3 0,0 2 5 0,-3 1-3 0,1-1 3 15,-3 0 3-15,0 0-7 0,-2 2 4 0,-2 0 0 0,1 1-4 0,1-1 0 16,-2 1-2-16,1 0 3 0,-1 0-2 0,0 2 2 15,0 1 0-15,-1 0 1 0,1 2 2 0,-2 0-2 0,-1 2 3 0,1-1-10 0,1 3 2 16,0 3 5-16,1 3-1 0,2 3 8 0,-2 2 0 0,0 3-6 0,2 1 1 16,0 4 0-16,2 4-2 0,0 4 2 0,0 3 1 0,2 2-4 15,0 3 2-15,1 4 8 0,1 5-1 0,-1 3 8 0,2 5 2 0,0 2-10 16,2 3 3-16,1 2-9 0,0 3 0 0,0 1 1 0,1 2 0 16,0 2-1-16,1-1 1 0,1-1-3 0,-1 1 3 0,2 2 6 0,2-2-8 15,2 0 6-15,2 1-4 0,2-2 0 0,1 1 8 0,2 1-10 0,2-3 1 16,2 1-5-16,2 0 3 0,0 0 1 0,3 0 2 0,1-2 2 15,1 1-3-15,1-1 4 0,1-1 0 0,0 3-5 0,3-3 4 0,-1 2 1 16,4 0-1-16,0 1 4 0,0-1-1 0,2 1-3 0,-1-1-1 0,1 2 4 16,-1 2-6-16,1-1 0 0,1 0 2 0,-1-1 0 0,0 1 1 15,1 1-2-15,-1-1-2 0,0 0 1 0,1-1 1 0,-2-3 0 0,-1 2 5 16,1-3-4-16,-2-3 3 0,0-1 3 0,1-3-7 0,-2 0 0 0,1-3 0 16,-3-2 1-16,-1-3-2 0,0-2 1 0,-2-3-4 0,2-3-1 15,1-3 1-15,-1-1-3 0,-1-1-2 0,0-3-3 0,-3 0-7 0,2-3-6 16,-2-2-8-16,1 0-16 0,-1-3-12 0,0-1-20 0,0-2-11 15,-1-1-11-15,0-4-12 0,-1-1-2 0,0-2-15 0,-1-2-58 0,0-3-31 16</inkml:trace>
  <inkml:trace contextRef="#ctx0" brushRef="#br0" timeOffset="70901.3">12715 15320 8 0,'0'-1'11'0,"0"0"4"16,0 0 0-16,0 0 1 0,0 0 4 0,0 0 4 0,-1 1 1 0,0-1 2 15,0-1-6-15,0 1-5 0,-1-2 6 0,1 2-3 0,0-1 5 0,0 1-2 16,0-1-5-16,0 0-1 0,0 0-1 0,0 0 1 0,0 1-2 16,0-1-1-16,0-1-3 0,0 1-1 0,0-1 3 0,-1 1 3 0,1-1-4 15,0 0-1-15,0 0-4 0,0-1-1 0,-1 0 0 0,1-1 1 0,0 1 0 16,0-1-3-16,0 1-1 0,0 0 0 0,-1 0 0 0,1 0 3 16,1 1 1-16,0 0-2 0,0 0 3 0,0 0-2 0,0 1 6 0,1 0 2 15,-1 1-2-15,1 0 2 0,0 1-3 0,1 1-3 0,0 0 2 16,0 0 0-16,0 0-2 0,1 1 4 0,-1 0-6 0,0 1 2 0,0-1 0 15,0 1 2-15,1-2-1 0,-1 0 0 0,0 0-1 0,-1-1-1 0,0 0 3 16,-1 0-1-16,1-1 4 0,-1 0-7 0,0 0 3 0,0-2-1 16,-1-1-4-16,0-1 1 0,0-2-2 0,-1 1-2 0,-1-2 7 0,0-1-1 15,0-1 2-15,-1-1 1 0,0-3-6 0,-1 0 2 0,-1-2 0 0,0 2 1 16,0-3 0-16,-1 0-4 0,0-1-3 0,1 0 2 0,-2 0-3 16,-1-1 3-16,1 3 1 0,-2-3 2 0,0 1 0 0,0-1-1 15,1 1-1-15,-1-2-1 0,0-1 2 0,-1 1-2 0,-1 0 0 0,1 0 0 16,-1 3 1-16,-2-1 3 0,1 0-1 0,0 1-1 0,0-1-4 0,-1 0 2 15,-1-1-4-15,-1 2 3 0,1-3 2 0,-1 0-1 0,-1 2-1 0,-1-1 8 16,0 1 2-16,-2 2 0 0,-1-2 3 0,0 0-8 0,-1-1-4 16,1 3 1-16,1-1 4 0,-1 0-4 0,0 2-1 0,1 0 4 0,-1 0-5 15,-1 1 3-15,1 0 1 0,-2 3-8 0,1-1 7 0,-1 1 0 0,-2 0-2 16,2-1 1-16,-3 2-3 0,1-1 2 0,-2 0 0 0,1 0 1 16,1 1 1-16,-2-3-2 0,1 2 0 0,0-2-2 0,-1 1 1 0,-1 1 2 15,-1 0 0-15,-1 1-4 0,0-1 2 0,0 0-1 0,2 0 2 16,0 0 3-16,-1 1-5 0,0 0-1 0,-2-1-1 0,1 0-2 0,-1-1 2 15,1 1 1-15,-2 0 1 0,1-1 1 0,-1-1 1 0,0-2-2 0,-1-1-1 16,-1-1 3-16,2-1-1 0,-2 0 2 0,1 3 6 0,-3-1 0 16,3 0 0-16,-1 0-1 0,3 1-5 0,0-2-1 0,2 2 0 0,-1 0 0 15,1 2 1-15,-1 1-2 0,1 0 0 0,0 1 3 0,1 2-1 0,0 0-2 16,2 3 4-16,-1 1-4 0,0 1 1 0,3 1-1 0,0 0 0 16,1 3 2-16,1 0-1 0,0 2 1 0,1 2-1 0,0 1-2 0,0 1-2 15,2 1 3-15,0 2 0 0,2 2 1 0,1 1 0 0,1 2-3 16,0-1 2-16,1 3 0 0,2 0 2 0,0 2-1 0,1 0 0 0,0 0-4 15,1 1 2-15,0 1 0 0,2 1 0 0,-1 3 4 0,0-1 4 0,2 2 0 16,0 0 7-16,0 1-3 0,2 1-2 0,1-1 3 0,0 2-5 16,1 1 3-16,0 1 4 0,1-1-3 0,1 1 1 0,-1-2 5 0,2 2 5 15,-1-1 3-15,1 1 4 0,0-1 2 0,1 2-6 0,0-2 8 0,1 0 0 16,-1-2 6-16,2 3 8 0,0-1-3 0,1 1 8 0,1 1-3 16,1-2-4-16,1 2-1 0,0-1-6 0,1 2-8 0,1 0-4 0,-1 0 0 15,0 2-8-15,1-2 0 0,-1 0 3 0,1-2-8 0,0 2 6 0,1-1-3 16,-1 1-4-16,2-2 0 0,-1 1-8 0,0-2 0 0,1 0 0 15,0-2 0-15,-1 1 2 0,3-2 1 0,0-1 3 0,0-2 0 0,1-1-4 16,-1-1 1-16,0-2 1 0,1-2 0 0,-1-2 0 0,0-2-1 16,-1-2 1-16,2-2 2 0,0-1 5 0,0-3-2 0,-1-1-5 0,1-2-2 15,1-2-1-15,0-1-1 0,-2-2 6 0,2-1-8 0,1 0 2 0,0-1 0 16,0-2-4-16,1 1 3 0,-1-1-2 0,2 0 2 0,-1-1-3 16,1 0 1-16,2 1 2 0,0 0 4 0,0 0-5 0,2 0 2 0,-2 0-4 15,2 1 0-15,1 0 7 0,-1 0-7 0,1 0 3 0,1-1 1 0,3 2-3 16,1-1 4-16,1-1 0 0,1 0-5 0,-3 1 0 0,3-1-2 15,-2 1 0-15,1-1 2 0,0-2 3 0,1 2 0 0,0-2-7 0,2 1 8 16,-2-1-3-16,1 1 4 0,-1-1 5 0,2 0-9 0,-2 0 5 16,2 0-2-16,0-1 3 0,0 2 2 0,0 0 2 0,3 0-1 0,1 0 0 15,1 0-4-15,1 1-4 0,-2-1-1 0,0-1 3 0,0 1 4 0,1-1-5 16,1 1 2-16,-1 0 0 0,0 1-5 0,-1-1 6 0,0 0 0 16,0 0-2-16,-2 2 0 0,1-1 1 0,-1 0-1 0,1 1 1 0,3 0-1 15,-1 2 0-15,1 0 2 0,-1 0 0 0,-2 0 0 0,2 1 0 0,-1 1-5 16,0 0 1-16,-2 1 4 0,2 0-3 0,-2 0 6 0,0 0-3 15,1 1-6-15,-3-1 3 0,0 1-3 0,-1 0 3 0,-1 0 4 0,0 1-4 16,1-1 3-16,-1 0-6 0,1 0 2 0,-3-1 1 0,-1-1-3 16,-3 1 1-16,0-2-1 0,-1 1 3 0,-3-1 2 0,1-2-5 0,-2 0-5 15,-2-1 2-15,0 0-3 0,-1 0 8 0,-3-1-4 0,0 0-2 16,-3-1 7-16,-1-1-5 0,0 0 7 0,-1-1-5 0,-2 0-8 0,0-1 5 16,-2-1-4-16,0-1 1 0,-3-2 3 0,0 1-3 0,-2-1-2 0,-1-1-2 15,0 1 3-15,-2 0-1 0,0-1 2 0,-1 1 5 0,-2-2-5 0,0 3-1 16,0-1-2-16,-1-1 0 0,-1 1-4 0,2 1 3 0,-2-2 7 15,-1 1-3-15,0 0 4 0,-1 2 1 0,1 0-3 0,0 0-2 0,0 2 7 16,0 1 4-16,0 2-4 0,2 1 3 0,0-1-5 0,-1 0-2 16,2 2 2-16,-1 1-1 0,0 1-1 0,0 0 2 0,1 1-3 0,0 1 4 15,0 1 0-15,1 0-3 0,1 0 0 0,1 1-2 0,-2 0 4 0,1 0 2 16,0 0-3-16,0 1-1 0,0 0 0 0,0-1 0 0,0 1 6 16,1-1-5-16,-1 0 4 0,-1 1-1 0,2-1-2 0,0 1-1 0,-1-1 2 15,1 1-3-15,0-1 3 0,0 0 0 0,0 0 0 0,0 1 0 16,1 0-1-16,0-1 0 0,0 1 1 0,0 0 2 0,0 0 0 0,1 0-4 15,0 1 2-15,0-1-1 0,0-1 1 0,0 1 3 0,0 0-3 0,1-1-3 16,0 1 4-16,0-1 1 0,0 0-1 0,0 0 1 0,1 0-5 16,-1-1 3-16,1 1 1 0,-1-1-1 0,1 1-1 0,0-1 1 0,0 1-2 15,0-1 2-15,0 1 0 0,0-1 0 0,1 0 0 0,0 0-2 0,0 0-1 16,0 0 1-16,0 0 2 0,-1 1-1 0,1-1-3 0,-1 1-4 16,0 0 3-16,1-1 2 0,-1 1-3 0,0-1-1 0,-1 1-3 0,1 0-4 15,1 0 0-15,-1-1-5 0,0 1-6 0,-1-1-3 0,0 1-3 0,-1 0-8 16,1 0-7-16,0 0-12 0,0 0 4 0,-1 0-3 0,-1-1 2 15,0 1 6-15,0 0-10 0,1 0 8 0,-1 1-1 0,1-1-5 0,0 0 4 16,-1 0-1-16,0 0 2 0,0 2 7 0,1-2 0 0,-1 2 7 0,-1 0 7 16,1 0 1-16,0 2 6 0,1 1 3 0,0 1-1 0,0 1 4 15,1 1-8-15,0-1-5 0,0 3-4 0,1 3-9 0,0 3-10 0,1 2-25 16,0 2-274-16</inkml:trace>
  <inkml:trace contextRef="#ctx0" brushRef="#br0" timeOffset="72252.03">4111 9786 314 0,'5'-3'163'16,"2"-1"-111"-16,1-2-21 0,0 0-8 0,-3 0-3 0,0-1-1 15,-1 0-5-15,-1 1-2 0,0 0-2 0,0-1-4 0,-1 2 0 0,1 0-1 16,-1 1-3-16,-1 0 1 0,1 1 2 0,-1-1-3 0,-1 1 2 0,1 0-3 16,0 0 0-16,-1 0 0 0,1 0-1 0,-1 1 1 0,0-1-2 15,0 1 1-15,0-1-1 0,0 1 0 0,0-1 2 0,0-1 0 0,-1 2 6 16,1-2 3-16,-1-1 1 0,1 1 5 0,0-1 1 0,0 1 3 15,1-1 5-15,-2 2-7 0,1 0 4 0,0 0-2 0,-1-1-2 16,1 0 7-16,-1 1 1 0,0 0 7 0,2 1 5 0,-1-1 6 0,0 0-1 0,2 2 0 16,-2-1-3-16,1 1-2 0,-1 1-3 0,0 0-7 0,0-1-7 15,0 2-10-15,0-1-2 0,0 1-3 0,0 0-1 0,-1 0 1 0,-1 1-2 16,1 0 0-16,-1 0 1 0,0 0-1 0,0 0 3 0,-1 1-2 0,0 0 0 16,-1 0-3-16,0 0 2 0,0 0-1 0,-1-1 4 0,0-1-1 0,-2 1 1 15,0 0 0-15,0-2 8 0,-1 1-6 0,0-2 7 0,-1 1-10 16,0 0 0-16,0-1 11 0,0 1-6 0,0-1 8 0,2 2-11 0,-2-1 0 15,1 0-2-15,0 1 0 0,-1-1 2 0,2 1 1 0,1 1-4 16,0 0 2-16,2 0 1 0,-2-1 0 0,1 1 5 0,0-1 4 0,1 1-1 16,0 0 0-16,0 0 1 0,1 0-1 0,0 0 0 0,0 1 2 0,1-1 0 15,-1 0-1-15,0 0-1 0,1 0-2 0,0 0 1 0,0 0-2 16,0 0 2-16,0-1 1 0,0 1-3 0,1-1 0 0,-2 0-1 0,1 0-2 16,-1 1-2-16,0-1 3 0,0-1-3 0,-1 1 0 0,1-2 3 0,-1 0 1 15,-1-1-1-15,-1 1-4 0,0-2 3 0,-1 1-6 0,0-3 7 16,-1 0-2-16,-2-1-4 0,0 0 2 0,-1 0-4 0,-1 0-10 0,0 0-3 15,1-1-2-15,-3 0 1 0,1 0 8 0,-1-1 6 0,0 1-1 16,0 1-2-16,-1-1 2 0,0 0-5 0,-1 0 2 0,0 0-2 0,-2 0 4 16,-1 2 1-16,3-3-2 0,-1 3 0 0,-1-1-3 0,1 1 4 0,-3 0 1 15,1-1 0-15,1 2 4 0,0 0-5 0,0 0 1 0,-2 0-1 16,1 0-1-16,-1 1 0 0,1 1-1 0,2 0-1 0,-1 1 1 0,2 0 0 16,0 2 1-16,2 0 0 0,0-1-3 0,1 3 4 0,1 0-2 15,1 0 2-15,1 1 1 0,0 0-2 0,1 1-6 0,0-1 1 0,2 2-2 16,1-1 4-16,1 2 6 0,0 1-2 0,3 2 3 0,0-1-1 0,1 3-2 15,2 0 5-15,0 0 1 0,0 2 0 0,3-2 14 0,1 1 1 16,2 2 0-16,1 0 1 0,2 0-13 0,0 2-3 0,1 0-1 0,-1 0-3 16,1-1 3-16,2 3-1 0,1 1 1 0,1 1 1 0,0 0-3 15,3 2 5-15,1-1-3 0,2-1 0 0,1 0 1 0,1-1-4 0,-2 0 0 16,1 0 1-16,-1-2-1 0,-1 1-2 0,2-1 2 0,-1-2 0 0,-2 0 0 16,2-2 1-16,-1-1 1 0,-1-2-4 0,1-1 2 0,-2-1 2 15,-1-3-2-15,0-1-1 0,-1-2-2 0,0-2-1 0,-1-1-5 0,-1-2-1 16,0-2 0-16,-1-2-11 0,-2-1-2 0,0-2-5 0,-1 1-5 0,-1-4-7 15,-1-1-9-15,0-2-13 0,-2-2-11 0,-1 1-10 0,-2-3-10 16,0-1-23-16,-1 1-25 0,-1-2-9 0,-2-2 6 0,0 2 25 0,-1-2 30 16,0-1 13-16,0-1 2 0,-2 0-7 0,0 2-8 0,-2 1-13 15,1 1-106-15,1 3-59 0</inkml:trace>
  <inkml:trace contextRef="#ctx0" brushRef="#br0" timeOffset="72935.36">3902 10490 267 0,'5'5'104'0,"1"1"-56"0,1 1-20 0,-2 0-8 0,-1-1-3 16,0 1-3-16,-2-2-2 0,0 2-3 0,-1 0-4 0,-1 0-3 0,-1 1-3 15,-1-1 0-15,0 0 1 0,-3-1 0 0,-2 0 1 0,0-1 0 16,-3 0 0-16,0-1 0 0,-1-1 1 0,-2 0 0 0,-2-2 3 0,-1 0 3 15,-1 0-2-15,-1-1 3 0,-1-1-2 0,-2-1 0 0,0 0-2 0,-1 0 1 16,-1 0 0-16,1 0-2 0,-3-1 2 0,1 0-2 0,-1 0 1 16,-1-1 3-16,1 1-1 0,-2-1 3 0,0 0-1 0,-2 0 1 0,-1-1 5 15,-1 0 3-15,0-1 4 0,-2 1 3 0,4-2-1 0,-3 0-1 16,1 1-1-16,-2-2-1 0,1 2-2 0,-1-1 3 0,1 1 1 0,-2-1 0 16,2 0 2-16,-1 1-7 0,2 0-1 0,-1 1 0 0,2 1-4 0,0 0-1 15,1 0-4-15,-1 2-1 0,0 1-2 0,0 2 0 0,2 2-1 16,2-1-1-16,2 3-2 0,0 0 1 0,3 2 2 0,2 1-1 0,0 2 1 15,2 0-1-15,3 2-2 0,0-1 4 0,2 2 1 0,3 2 1 16,2 1 3-16,2 1-3 0,2 0 4 0,3 3 3 0,3 1-3 0,2 0-1 16,3 3 0-16,3-1-4 0,1 0-2 0,3 1 3 0,2-1-1 0,3 2 5 15,3 1 3-15,0 2 3 0,4-1 0 0,3 1-4 0,4 0 0 16,1-1-6-16,3 2 1 0,1-1 0 0,0 2-1 0,2-1 0 0,1 0-3 16,2-2-1-16,0 0 3 0,3-2 0 0,-2-1 1 0,0-1 7 0,1-1 7 15,0 0 8-15,0-2 10 0,3-3 3 0,-2 1-6 0,1-3 0 16,0-1-8-16,-2-1-4 0,0-3-6 0,0-1-6 0,-1-1-2 0,-1-2 0 15,-2-1 0-15,0 0-4 0,-3-1 2 0,-1-1-4 0,0-2 2 0,-2 0 2 16,0-1-4-16,-2-3-3 0,-4-1-2 0,0-1-3 0,-3-1 4 16,-2-2 4-16,-1-1 1 0,-2-2-4 0,-2-1-1 0,0-2-7 0,-4-2 0 15,-1-2 0-15,-2 0-6 0,-1-3-5 0,-2 0-4 0,-1 0-18 0,-1-2-20 16,-1 0-22-16,-2 0-24 0,-1-1-6 0,-1 0-3 0,-1-2 18 16,-2 0 15-16,0 1 12 0,-1-2 4 0,-1 3-6 0,0 0 0 0,-1 0-2 15,-1 1-9-15,-1 1-31 0,0 0-102 0</inkml:trace>
  <inkml:trace contextRef="#ctx0" brushRef="#br0" timeOffset="84885.94">19637 15491 1747 0,'-3'-10'189'0,"0"-1"-29"0,0-4-15 0,0 1-25 0,3 0-34 16,-1 1-45-16,2-2-24 0,2 0-9 0,2 0-8 0,2 1 0 15,2-2-4-15,2 1-6 0,2 0 0 0,3 1-1 0,3-2 2 0,4-1 3 16,3 0-7-16,3 1 4 0,3-1 0 0,0 1 0 0,5 0 2 0,3 0 1 16,3 0 5-16,4 0-1 0,3 0-4 0,3 1 0 0,5-1 0 0,3 0 3 15,4 2 3-15,4-1 1 0,1 0-4 0,5-1 5 0,1 0-5 16,3 3 3-16,4-1 1 0,-2 2-7 0,3 1 0 0,1 1-3 0,-2 3 0 15,3 1-2-15,-4 3 8 0,2 2 0 0,-2 3 2 0,-4 2-2 16,1 2-2-16,-2 3 1 0,-1 3-5 0,-4 3 3 0,0 4 3 0,-2 2 3 16,-3 3-3-16,-4 4-3 0,-4 5-14 0,-5 2-18 0,0 5-7 0,-5 1-7 15,-3 4-7-15,-4 3-2 0,-6 4-7 0,-3 3-7 0,-5 3-3 16,-4 2 3-16,-5 2 9 0,-6 0 11 0,-3-1 8 0,-4 2 21 0,-4-2 9 16,-4-2 12-16,-2-1 12 0,-4-2 12 0,-1-1 13 0,-2 0 14 15,-4-3 9-15,-2 1 7 0,-1-2 9 0,-5-2 6 0,-2-2-6 0,-3-2 3 16,-3-2-2-16,-3-4-3 0,-4 0 2 0,-2-4-10 0,-2-3-10 0,-2-3-15 15,-3-5-10-15,-5 0-13 0,-4-5-9 0,-5-5-1 0,-4-1-4 16,-3-4-4-16,-4-3-9 0,-1-5 2 0,-2-4-11 0,-3-4-12 0,-1-3-22 16,-1-3-23-16,-1-2-11 0,-2-4-24 0,3-4-11 0,1-2-29 0,2-6-35 15,3-4-30-15,2-7-30 0,2-4-26 0,4-5-24 0,2-8-91 16</inkml:trace>
  <inkml:trace contextRef="#ctx0" brushRef="#br0" timeOffset="88486.19">28005 16395 145 0,'-6'4'91'0,"-1"2"-46"0,-3 1-22 0,1-2-10 16,0-1-3-16,1 0-4 0,-1-2-1 0,-1 1 2 0,2-1 4 0,0 0 6 15,1-1 3-15,0 1 2 0,1 1 1 0,2-2-2 0,0 1 0 16,0-2-1-16,1 0-6 0,0 2-2 0,0-2-1 0,0 1-1 0,1 0 2 15,-1-1-2-15,0 0 0 0,0 0-4 0,0 1 1 0,1 0 2 0,0 0-6 16,-2 0 1-16,2 0-4 0,-2 1 0 0,1-1 4 0,-1-1-3 16,1 0 2-16,0 2-4 0,0-1 1 0,-1 1 5 0,1 0 1 0,0 0-1 15,0 0 1-15,1 1 5 0,0 0 4 0,1-1 7 0,1 1 2 0,0 0 2 16,0 0-2-16,0 0 3 0,0 0-3 0,1 0-2 0,-1 0-5 16,2 0-7-16,0 1-3 0,1 1-3 0,0 1-4 0,2 0 0 0,1 1-4 15,0 2-2-15,3-1 0 0,2 1-1 0,2 1 2 0,2 0-3 16,1 0 2-16,3 0 2 0,3 0-2 0,0 1 2 0,3 0-2 0,1 0-2 15,-1 0 4-15,4 1 0 0,0-1 3 0,3 0-1 0,1-1 2 0,3 0 2 16,-1 1-3-16,3-1 1 0,1 0-3 0,0 1 1 0,2-2 2 16,1 0-3-16,0 0 0 0,3 0 1 0,0 0-1 0,3 0 2 0,1-1 0 15,-1-1 3-15,1-1-5 0,1-2 2 0,0-1 0 0,1-2 0 0,-1 0 1 16,2-3 2-16,0 0-4 0,1-1 2 0,1-3 3 0,0-1 0 16,-1-2 2-16,0 0-3 0,2-1 1 0,-1-1-2 0,1 1 0 0,1-3 3 15,0-1-2-15,0 0 2 0,1-2 2 0,0 1-2 0,-1-1 1 16,0-2-1-16,0 1-3 0,0-2 3 0,-1 0-4 0,0 0 1 0,-3 1-2 15,0-1-3-15,-2-1 0 0,-2 2-3 0,-2-1 9 0,-1-1-1 0,0 1 0 16,-3-3 2-16,-3-1-2 0,-2 2 3 0,-2-2 3 0,-2 1 2 16,-2-1-6-16,-1-1 3 0,-5 2 0 0,0-2 2 0,-4-3 6 0,0 1-5 15,-1-1 5-15,-4 1-3 0,0 0 5 0,-2 1 3 0,-1 0 0 0,-2-1 6 16,-3 2 1-16,1-2 3 0,-2 2 5 0,-1 0-5 0,-2 1 3 16,-2 1-2-16,-1 0 23 0,-2-1 3 0,-3 0 4 0,-1-1-6 0,-3-1-22 15,-2 0-3-15,0-1-2 0,-6-1 4 0,-3-1-4 0,-1-1-1 16,-6-1-4-16,-2-2-6 0,-2-2-1 0,-5 0-5 0,-2 1 2 0,-2-1-5 15,-4 2-3-15,-2-2 1 0,-4 1-2 0,-2 0-1 0,-2 2-3 0,-3 0 8 16,-1 2 0-16,-1-1 4 0,-4 1 1 0,0-1-10 0,-2 2 2 16,-2 1 0-16,-2 1 1 0,-2 0 2 0,-2 2-5 0,-2 0 0 0,1-1 5 15,-1 1-3-15,-2 0 2 0,0 1 0 0,-1 3-7 0,0 1 2 0,0 2 0 16,-1 2 1-16,1 1 2 0,0 1-6 0,-2 1 1 0,0 0 2 16,1 1 1-16,-3 3-4 0,1 1 1 0,1 2-4 0,1 2 1 0,1 1 3 15,4 1-3-15,2 2-5 0,3 2 1 0,1 2-1 0,2 2-2 16,5 3 1-16,0 0-6 0,6 3-1 0,0 3-1 0,4 1 1 0,2 2 0 15,3 2-6-15,2 2 1 0,2 1-5 0,2 4-11 0,2 2-15 0,2 3-27 16,2 1-22-16,-1 4-19 0,3 2-11 0,0 5-12 0,3 3-28 16,0 5-33-16,1 8-173 0</inkml:trace>
  <inkml:trace contextRef="#ctx0" brushRef="#br0" timeOffset="136190">27871 15193 204 0,'31'15'24'0,"4"1"-11"15,7 2-9-15,-5-3-4 0,-5-5-3 0,0 0 1 0,-1-1 0 0,2-3 2 16,0 0 3-16,0-1-3 0,2 0 1 0,-1 0 1 0,1-2 1 16,0-1 1-16,0 0-1 0,-2 0 5 0,0-1 3 0,0 0 10 0,-2-1 11 15,0 0 10-15,-1-1 11 0,0 1 5 0,-1 0 4 0,-2-2 1 0,-3 0-5 16,-2 0-5-16,1-2-8 0,-2 0-4 0,-2 0-4 0,0-2-4 16,-3 2-5-16,-2-2-5 0,1-1-5 0,-2 0 1 0,-1-1-2 0,-2 2 1 15,-2-2 6-15,0 1 9 0,-2 0 6 0,0-1 4 0,-2 0 1 16,-1-2 9-16,-1 1 13 0,-2 0 8 0,0-2 17 0,-1 0-5 0,-1-3-3 15,-2-1 1-15,-1 0-6 0,-2-1-9 0,-1 1-2 0,-1-2-13 0,-4-1-4 16,-1 0 3-16,-2-1-3 0,-1-1-1 0,-6 0-5 0,-2-1-2 16,-1-1-8-16,-4 0 4 0,-1-2-8 0,-5 0-2 0,-2 0-5 0,-2 1-8 15,-3 1 2-15,-2 1-3 0,-1 1-5 0,-3 0 1 0,-2 0-6 16,-1 1 1-16,0 1 1 0,-1 3-1 0,0 0-2 0,0 3-1 0,-1 1-2 16,0 3 1-16,-1 2 4 0,1 1-7 0,1 3-1 0,0 2 2 0,-1 2-3 15,0 2 11-15,0 1-3 0,1 2 3 0,1 2 1 0,-1 1-1 16,2 3 9-16,1 0 3 0,1 2 2 0,2 3 3 0,1 0-5 15,2 1-1-15,2 1-2 0,0 2 3 0,1 0-6 0,2 2-6 0,0 3 1 16,2-1-10-16,2 3 1 0,-1 0-2 0,3 0-4 0,-1 2 1 0,1 1-4 16,1 2 0-16,2 2-8 0,1 0-7 0,2 2 1 0,0 1 1 0,3 1 6 15,0 1 2-15,1 1 8 0,3 0-1 0,2 1 1 0,1 3 1 16,2 2-5-16,2 0 5 0,2 4-5 0,2-1 6 0,3 3 2 0,3 2-11 16,2 0 3-16,2 3-15 0,3 2-2 0,2 2 6 0,4 5-11 0,3 0 7 15,3 6-2-15,3 2-4 0,4 1 4 0,2 1 4 0,3 2-1 16,4 1 8-16,3 1 8 0,3 1 7 0,3 2 7 0,-18-43-18 0,6 11 8 15,2-1 5-15,7 10 3 0,4 1 12 0,6 10-11 0,3-2 5 0,8 10 3 16,2-3 5-16,-29-40 8 0,4 4-4 0,0-2 3 0,6 4 0 16,0-4-6-16,4 4-4 0,2-2-7 0,3 3 1 0,1-4-2 0,5 3 3 15,1-3 11-15,5 1-2 0,0-4 9 0,5 1 7 0,1-5-16 16,3 1 12-16,3-4-14 0,0-4-7 0,2-6 5 0,0-2-6 0,2-6 15 16,1-3-9-16,2-6-6 0,0-5 0 0,3-4-3 0,0-5 4 0,3-4 3 15,1-4-9-15,2-2-2 0,1-4-1 0,1-3-1 0,2-4 2 16,2-3 7-16,6-7 1 0,88-37 0 0,-11-3-1 0,-12 1-4 0,-10 1-4 15,-15 2 1-15,-13 1-4 0,-15 3-10 0,-21 8-2 0,-3-1-10 16,9-9 6-16,63-55 1 0,-28 14 5 0,-26 14 8 0,-34 25-9 0,-6 2 0 16,-3-3-3-16,-5 1 2 0,-5 1 14 0,-4-1-4 0,-8-1 2 0,-4 1 1 15,-2-1 1-15,-6 0-1 0,-5 0 2 0,-8 0 10 0,-7 3-6 16,-6 0 15-16,-4 1 3 0,-8 1-1 0,-5 1 5 0,-6 2-1 0,-8 0 2 16,-3 1 1-16,-8 1 1 0,-2 1 7 0,-8 1-1 0,-6 2-4 0,-5 1-11 15,-6 3-10-15,-5 0 0 0,-3 2 2 0,-9 1 3 0,-2 4-7 16,-5 2-4-16,-3 4-4 0,-3 0-14 0,-5 3 14 0,-3 2-3 0,-6 2-9 15,-3 2 10-15,-5 4-16 0,-2 1-10 0,-2 5-9 0,-4 2-10 0,-1 5-10 16,-3 4-1-16,-1 4-4 0,-2 4-6 0,-3 5-3 0,-1 4-4 16,-1 5 0-16,-1 5-2 0,1 5-5 0,2 4-8 0,1 5-2 0,3 3 4 15,1 5 7-15,3 2 3 0,3 5 0 0,4-1 1 0,2 5 2 0,2 3 1 16,4 1 11-16,1 2 13 0,4-1 11 0,5 3 14 0,2 1 9 16,5 0 4-16,2-1-1 0,4 0 0 0,2-2-7 0,4 2-7 0,0 0-14 15,3-2-18-15,5 0-17 0,0 0-20 0,1-1-16 0,3 1-12 16,0-1-8-16,0-1-1 0,0 1-129 0</inkml:trace>
  <inkml:trace contextRef="#ctx0" brushRef="#br0" timeOffset="136690.13">24042 16914 1552 0,'2'0'344'0,"0"0"-138"0,1 1-95 0,-3-1-38 15,0 0-37-15,2 0-30 0,0-3-21 0,0 0-25 0,2-2-2 0,3-1 8 16,3-1 4-16,3-1-2 0,2-1 2 0,3-1-2 0,5 1-6 16,4-1-1-16,2 2-14 0,4-1-10 0,2 2-5 0,4-2-4 0,4 2-2 15,4 0 0-15,3 1 16 0,2 3 10 0,5 0 20 0,1 3 15 0,3 2 5 16,3 2 7-16,3 3-3 0,4 3 5 0,2 1 5 0,1 2 1 15,4 0 0-15,3 3-4 0,3 1 4 0,1-2 1 0,1 3 6 0,-1-2-1 16,1-1-1-16,-1 0 1 0,-3-2-3 0,0 0 5 0,-4-1 1 16,-2-4 9-16,-2 0 6 0,-1-3 3 0,-4-4 7 0,-3-2-3 0,-2-1 5 15,-5-4-5-15,-1-2 1 0,-3-4 0 0,-3-3-1 0,-1-2 1 0,-2-1 2 16,-1-6-13-16,-2-2 7 0,-3-5 1 0,-2-5-13 0,-2-1-3 16,-3-3-13-16,-1-3 1 0,-4-2 3 0,-2-2-2 0,-4-4-9 0,-2-1 0 15,-4-3 2-15,-3-3 3 0,-2-2 6 0,-4-2-8 0,-2-1 4 0,-5-2-4 16,-4-2 0-16,-4-1 3 0,-5-1-5 0,-4-1 8 0,-4-2-5 15,-6 1 4-15,-6-3-1 0,-5-1-1 0,-5 1-1 0,-7-2-14 0,-6 4-5 16,-4 0-2-16,-8-1-3 0,-3 3-3 0,-5 1-7 0,-6 0-7 16,-2 4-10-16,-5 2-11 0,-4 2-11 0,-2 6-7 0,-4 4-8 0,0 5-5 15,-5 5 11-15,0 3-9 0,-1 7 5 0,-3 4-3 0,0 8-3 0,1 8 24 16,0 6 22-16,1 7 31 0,1 6 31 0,3 6 25 0,2 6 29 16,4 6 28-16,1 4 28 0,3 5 8 0,1 4-5 0,3 6-19 0,1 4-31 15,0 6-33-15,3 7-21 0,1 5-23 0,0 8-32 0,3 7-79 0,0 5-163 16,1 12-252-16,1 14-334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08T11:50:28.7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7147 7739 1094 0,'-16'0'114'15,"4"0"-102"-15,0 0-16 0,9 2-11 0,4-1-2 0,0 2 2 0,3 0 8 16,4 1 2-16,2 1 1 0,3 0 0 0,3 1-1 0,2 0 0 0,3 0-3 15,2-2-3-15,2-1-5 0,3 0-2 0,3 0-2 0,2-3 3 16,2-1 7-16,3-1 4 0,0-3 2 0,3-2 4 0,2-3-1 0,1-2-1 16,0-3 2-16,4-2-1 0,1 1 0 0,2-3 3 0,0 2-4 15,0-1 0-15,0-1-1 0,0 1 7 0,2 0 5 0,0 0 2 0,-1-1 3 16,2 0-7-16,0 1 1 0,-1 0 2 0,2 3 2 0,-2 3 7 0,-1 2 4 16,0 1 6-16,-2 2 0 0,-1 2-7 0,0 3 2 0,0 3-5 15,1 2-7-15,-1 2 0 0,-1 2-5 0,0 2-2 0,-1 1 1 0,1 4 2 16,-2 1 4-16,-1 1-1 0,-1 0 3 0,0 0 4 0,-1 0-9 0,1-2 5 15,-1-1-1-15,0 0 1 0,1 1 11 0,1 2-3 16,3 0-3-16,-1-2-1 0,2 0-10 0,0-2 1 0,1-2-2 0,2-1-2 0,-1-4 2 16,1 0-2-16,2-1 1 0,1-2 2 0,0-1 0 0,3-1 5 15,-1-2 0-15,2-1-6 0,1 0 3 0,0-2-7 0,-1 1 1 0,2 0 4 16,-1-1-3-16,1 0 4 0,3-1-2 0,0 1-2 0,0-1 3 0,-1 2-3 16,1 0 8-16,-1 2 11 0,-1 1 8 0,0 2 6 0,-4 3-3 15,0 0 5-15,-2 1 1 0,-1 1-1 0,-2 0 0 0,-1 3-18 0,-1 2-11 16,0 2-4-16,0 4-3 0,0-1-1 0,-2-1 3 0,0 1-2 15,-1 1-3-15,0-2 1 0,-1-1 5 0,3 0-2 0,-2-2 0 0,2-1 5 16,1-3-9-16,-1-3 5 0,4-3 2 0,-1-2 2 0,3-3 0 0,0-1 0 16,-1-2 0-16,0-4 0 0,0 0 0 0,0-3 2 0,0-1-2 15,-1-1-1-15,-1-2-1 0,0-1 0 0,0 1 6 0,-1-3-5 0,0-1 3 16,-1 1-1-16,-2-2-5 0,1 2 0 0,-2 2-12 0,-1-1-3 0,-1 5 9 16,-3 0 5-16,-1 4 8 0,-5 2-1 0,-1 1-3 0,-4 4-8 15,-1 1 2-15,-2 4 0 0,-1 1-1 0,-3 1 7 0,1 3-11 0,-5 0 1 16,1 1-2-16,0 1-3 0,-2 2 21 0,1 1-2 0,0 1-1 15,-1-1 0-15,2-2-16 0,1 1 2 0,1-1 1 0,2-2-2 0,0-1 1 16,3 0 2-16,-2-2 0 0,3-2 0 0,0-2 5 0,-2 0-2 0,2-2 1 16,-1 0 1-16,2-2-2 0,1-2 3 0,1-1 0 0,-1 0 1 15,0-2 4-15,-1 0-2 0,-2 0 0 0,1 0 0 0,0 0-3 0,1 2 0 16,-2-1 0-16,0 2-13 0,0 1-1 0,-3 2 1 0,0 3 13 0,-2 1 13 16,0 3 3-16,-2 2 0 0,-2 1-18 0,-2 2 1 0,-1 2-2 15,-4 2-3-15,0 1 0 0,-2 1-2 0,-2 3-4 0,1 1 0 0,-3 0-5 16,-1 2-6-16,-2 1-15 0,-1 0-19 0,0 2-27 0,-2 0-29 15,-1-1-37-15,-1 1-66 0,-1-2-104 0,-1 0-46 0,-1-1-24 0,-3-1-77 16</inkml:trace>
  <inkml:trace contextRef="#ctx0" brushRef="#br0" timeOffset="1550.09">14934 6748 455 0,'-28'-4'-20'0,"-1"-1"38"0,-6-1 5 16,6 3 7-16,6 0-1 0,3 0-3 0,-1-1-2 0,1 1-4 0,2-1-3 15,-1 1 3-15,2-1 2 0,3 1-1 0,2-1 0 0,3-1-1 16,3 1-3-16,1-1-2 0,3 0-4 0,2-2-6 0,1-1-1 0,3-2-3 15,2-1 1-15,4-2 2 0,5 0-1 0,3-2 2 0,4-2 2 0,3 0 4 16,2 0-2-16,2-2 2 0,2 0-1 0,4 1-1 0,3-2 1 16,2 1-3-16,3 1 5 0,0 0-8 0,2 0 0 0,1 0-1 0,2 2-3 15,2 0 10-15,2 1-1 0,2-1 1 0,3 2-1 0,3-3-4 0,2-1-1 16,4 1 1-16,4 0-1 0,2 1-2 0,2 1-2 0,3 2-1 16,2 0 2-16,1 2-2 0,2 1 1 0,0 1 2 0,0 2-3 0,0 2 3 15,-2 2-2-15,0 3-4 0,-4 2 2 0,0 3-1 0,-1 2-1 16,-3 3 0-16,-1 2 1 0,-1 2 1 0,-2 2 0 0,-1 2-1 0,0 2-1 15,-3 1 0-15,-3 3 1 0,-2 1-4 0,-6 0 1 0,-3 2 0 0,-4 1-1 16,-6 2 6-16,-6 0-3 0,-5 1-2 0,-6-1 1 0,-6 2 0 16,-5-1 0-16,-6 2 3 0,-6 0-2 0,-4 2 1 0,-6-1 1 0,-7 1-2 15,-4 1 0-15,-9 2-1 0,-5 4-5 0,-7 0-3 0,-9 1 0 0,-4 2 2 16,-6 0 6-16,-6-1 6 0,-3 0 1 0,-5 1 3 0,-2-2 2 16,-2 0 8-16,-4 0 10 0,0 0 6 0,-2-2 1 0,-1 0-4 0,0 0 2 15,1-1 3-15,0 0 6 0,4-2 4 0,3-3 7 0,2-1-7 16,2-4-4-16,4-2-6 0,4-4-11 0,4-1-5 0,5-5-1 0,4-4-6 15,4-2-3-15,5-3-3 0,3-3-5 0,6-4-1 0,2-2-4 16,6-4-10-16,3-2-14 0,4-3-9 0,4 0-17 0,3-2-7 0,3-3-7 16,5-3-6-16,5-3 0 0,4-3 4 0,6-4-1 15,5-1 1-15,4-3 5 0,4 1 2 0,6-4 2 0,2 1-1 0,5-3-5 0,2 0-15 16,4 0-51-16</inkml:trace>
  <inkml:trace contextRef="#ctx0" brushRef="#br0" timeOffset="2133.65">18782 6269 629 0,'10'-7'-18'0,"4"1"62"0,4-3-1 16,4 2 13-16,1 1-1 0,1-1-6 0,3 0-5 0,1-1-6 0,3-1-2 15,3 2 3-15,3-3 1 0,3-1-2 0,4 0-2 0,3 0 0 0,6-1-3 16,2 1-5-16,4-1-4 0,5-2-3 0,4 1-4 0,2-1-1 16,6 1-2-16,5-1 2 0,2 0 2 0,6 0-5 0,4 0-1 0,3-1-3 15,3 0-4-15,6 1-4 0,-1 3 0 0,3 3-2 0,1 0-2 0,1 1 1 16,-1 0-5-16,0 2 4 0,-2 1-1 0,-1 1 2 0,-2 0 6 16,-3 1-4-16,-1 1 3 0,-3 0-1 0,-2 1 0 0,-5 1 2 0,-1 0-4 15,-5 2 3-15,-2 0-1 0,-2 2-4 0,-6 1 0 0,0 0 0 0,-4 2-1 16,-4 1 3-16,-1 1 1 0,-4 4 1 0,0 4-3 0,-4 1-1 15,-2 2-1-15,-5 2-4 0,-2 1 2 0,-4 1 2 0,-4 3-3 0,-2 1 4 16,-3 3 0-16,-2 0 0 0,-4 4 2 0,-2 0-6 0,-6 1 6 16,-1 3 0-16,-4 2 0 0,-3 1 4 0,-3 4-1 0,-1 0-3 0,-4 3 1 15,-2 1-1-15,-3-1-1 0,-2 0 0 0,-3 0 2 0,-1 0 3 0,-4-1-1 16,-4-1 10-16,-4 1-1 0,-1 0 1 0,-6-2 10 0,-3 0-10 16,-4-1 5-16,-3 2-5 0,-6-2-3 0,-2-1-2 0,-5-3-8 0,-4-1 4 15,-3-3 0-15,-7-1 2 0,-3-3 4 0,-4-5-1 0,-4-2 2 0,-3-2 12 16,-1-4 4-16,-4 0 1 0,-2-2-2 0,-3-4-8 0,-3 0-4 15,-3-4 6-15,-2-2-2 0,-1-3 1 0,-1-5 3 0,0-2-1 0,1-5 5 16,-1-2-2-16,2-3-3 0,1-2-1 0,2-1-2 0,2-3-3 16,2-3-8-16,0-1-5 0,-3-3-15 0,-1-3-13 0,0-1-7 0,0-4-7 15,8 0 9-15,2-1 17 0,7 2 10 0,6 1 8 0,6 4 4 0,5 2 4 16,4 2 2-16,4-1 3 0,2 2-1 0,6 3 0 0,2 1-4 16,4 2-4-16,3 2-5 0,4 1 0 0,1 4-5 0,4 0-3 0,1 2-2 15,3 2-7-15,3 1-4 0,2 1-7 0,2 2-1 0,2 1-11 0,3 1-6 16,1 0-16-16,3 2-35 0,0 1-38 0,2 1-12 0,1 1 8 15,3 1 26-15,1 1 26 0,3 1 5 0,3-1-8 0,1 1-7 0,3 0 4 16,2-1 5-16,0 1 10 0,4 1 9 0,1-2 1 0,1-1-15 16,0 0-86-16</inkml:trace>
  <inkml:trace contextRef="#ctx0" brushRef="#br0" timeOffset="12067.96">24552 2562 1249 0,'-4'0'426'0,"-1"-1"-324"16,-2 0 30-16,1 1 18 0,2 0 0 0,0 1-32 0,3 2-19 0,0 1-25 16,0 1-24-16,1 1-12 0,1 1-9 0,-1 1-6 0,0 2-1 0,0 3-3 15,0 2-7-15,2 1 2 0,0-1-7 0,2 4 1 0,2-1-1 0,0 2-11 16,1 2-1-16,2-1-4 0,2-1-6 0,1 1-4 0,3-1-7 15,0-1-5-15,1 0-7 0,2-2-14 0,-1 0-11 0,2-4-4 0,0-1-14 16,2-2-8-16,0-1-11 0,1-3-19 0,1-1-13 16,-2-2-20-16,2-3-15 0,-1-1-16 0,-1-4-4 0,1-1 4 0,0-2 6 0,0-3 16 15,1-3 16-15,-2 0 22 0,1-5 29 0,-2 0 8 0,0-1 15 0,1-3 13 16,-1-1 17-16,-2 0 23 0,-1-2 13 0,0 2 15 0,-1-3 18 16,-3 1 17-16,0 0 22 0,0 1 18 0,-2 1 7 0,1-1 8 15,-3 2 8-15,1 0-7 0,0 1-7 0,-2 2-11 0,0 3-8 0,-1 1-3 16,0 2 5-16,-3 3 5 0,1 3 3 0,0 1 3 0,-1 2 0 0,-1 1 3 15,0 2 4-15,-1 2 9 0,0 2 2 0,0 0-3 0,0 2 0 0,0 2-11 16,0 1-8-16,1 3-6 0,0 1-8 0,1 3-9 0,2 1-7 16,1 2-6-16,0 4-4 0,3 2-6 0,1 0-11 0,1 2-11 0,3 2-8 15,0 2-6-15,1 2 4 0,2 3-9 0,0 0-8 0,0 1-5 0,1-2-18 16,2 1-10-16,0-1-19 0,1 0-14 0,1-3-1 0,-2 1-7 16,-1-4 7-16,-2-1 5 0,-3-3 5 0,-4 0 21 0,-3-1 8 0,-3-1 19 15,-4 0 9-15,-3-1 8 0,-3-1 9 0,-3 0-1 0,-2-2-5 16,-1-3-4-16,-4 0 0 0,-1-2 4 0,-3-1 7 0,-1-1 2 0,-1-3 8 15,-2-3 6-15,2-2 6 0,-2-2 6 0,1-2 3 0,1-2 3 0,-1-2-1 16,0-2 2-16,1-3 10 0,0 1 3 0,3-4 3 0,1 1-3 16,1-3-9-16,3-1-12 0,3 0-9 0,3 2-8 0,3 0-7 0,1 2-6 15,3 2-5-15,0 3-4 0,2 1-3 0,0 1-4 0,1 1-7 0,1 1-3 16,0 0-10-16,2 1-8 0,1 0-18 0,1 0-17 0,2 0-32 16,1 1-76-16,2-1-93 0,1-1-88 0,2 0-90 0,2-2-190 0</inkml:trace>
  <inkml:trace contextRef="#ctx0" brushRef="#br0" timeOffset="12233.96">25828 2870 1248 0,'4'17'125'0,"1"0"0"0,2 7-4 0,2-3-22 0,1-3-37 15,0 1-32-15,1 0-19 0,0-2-8 0,1 1-13 0,0 0-28 0,1 0-67 16,-1-1-127-16,-1-1-199 0,1-1-291 0</inkml:trace>
  <inkml:trace contextRef="#ctx0" brushRef="#br0" timeOffset="12617.65">26740 1428 1458 0,'-5'11'497'0,"-1"1"-284"0,0 4 29 0,0 6-19 0,-2 4-34 0,1 5-37 15,0 3-28-15,2 4-24 0,0 5-13 0,3 3-4 0,0 4-23 0,2 13-14 16,1 49-18-16,3-1-23 0,4-6 6 0,0-20-7 0,2 6 0 15,3 6 1-15,3 5-10 0,1 5 1 0,4 7-3 0,3 3-1 0,2 4 8 16,2 1-7-16,1-1 1 0,3 2-1 0,-1-1-6 0,3 2 11 16,-1 3-7-16,2-1-6 0,2 5 4 0,-2 2 0 0,2 2 0 0,-1 3 8 15,0 1-3-15,1 2 1 0,-2 0 1 0,1 2-7 0,-4 0 2 0,1-2 2 16,-2 0 5-16,-1 0-7 0,-1-3 9 0,-1-1 2 0,-2 0-2 16,0-2 12-16,-3-3-6 0,1-4 1 0,-2-4-3 0,-2-4-2 0,1-6-8 15,0-6 2-15,-2-7-8 0,-1-8-8 0,0-8-20 0,-1-7-37 0,-2-6-30 16,1-9-37-16,1-8-30 0,-3-9-34 0,1-9-44 0,0-11-60 15,-1-9-90-15,1-9-56 0,-2-10 9 0,1-10-130 0</inkml:trace>
  <inkml:trace contextRef="#ctx0" brushRef="#br0" timeOffset="12951.09">27427 1796 1757 0,'-4'7'93'0,"1"1"-25"16,-1 3 19-16,0 1 11 0,0 4 2 0,1 1-9 0,0 2-8 0,3 4-10 15,3 17-4-15,4-2-4 0,2-3-13 0,1-9-10 0,2 0-14 16,1 1-9-16,3 1-7 0,0 0-4 0,4 0 2 0,1 2-2 0,1-3 0 16,1-2-4-16,0-2 0 0,1-5-5 0,1-2-1 0,0-3-3 15,2-4-13-15,-1-4-6 0,2 0-17 0,-2-3-9 0,1-3-17 0,-2-3-16 16,-1-2-10-16,1-4-8 0,-2-4-19 0,1-3-16 0,-2-2-45 16,-2-6-52-16,-2-2-20 0,-1-1 2 0,-3 0 13 0,-2 1 24 0,-2 0 24 15,-3 2-49-15,-1-2 25 0</inkml:trace>
  <inkml:trace contextRef="#ctx0" brushRef="#br0" timeOffset="13184.52">28053 1898 189 0,'0'-4'144'0,"-1"1"-26"0,0-1-17 0,-1 1-1 0,1-1 0 16,-1 1-9-16,0 1-4 0,0 2 0 0,0 2 4 0,0 2 11 0,0 1-3 16,1 2 0-16,-1 3-13 0,1 1-4 0,0 14-4 0,2 4-5 15,2-1 2-15,1 0-1 0,1-2 7 0,1 1-3 0,1 2-4 0,2 2-5 16,1 0-8-16,1 5-15 0,4 1-12 0,0 2-11 0,1-1-19 16,0 0 1-16,1 1-7 0,1-4-4 0,0 1 5 0,0-2 5 0,1-3-7 15,1-1-1-15,-1 0-2 0,-1-4-5 0,0 2 10 0,-3-3 4 0,-3-1 1 16,-2-2 1-16,-4-2 4 0,-2-2 0 0,-3-1 1 0,-3-2 0 15,-2-1-4-15,-3-1 0 0,-2-2-3 0,-2-2 0 0,-2-3-2 0,-2 0-1 16,-3-2-4-16,0-3-10 0,-2-3-1 0,0-3-3 0,-1-1 1 0,0-4 8 16,-1-2 0-16,1-2 5 0,0-2-2 0,2 0-5 0,3 0 1 15,2-1-8-15,2-1-13 0,3 0-12 0,2 0-23 0,3-1-32 0,2 1-38 16,1 0-38-16,2 0-33 0,2 2-26 0,1 0-33 0,2 2-21 16,2 0-120-16</inkml:trace>
  <inkml:trace contextRef="#ctx0" brushRef="#br0" timeOffset="13417.52">28539 2283 1069 0,'30'-11'158'0,"2"-3"11"0,7-2 0 16,-3 3-4-16,-4 1-24 0,1 2-30 0,-1 2-17 0,0 0-19 15,-1 2-10-15,-3 2 1 0,-2 1-14 0,-1 2-11 0,-3 1-16 0,-3 2-13 16,-1 2-11-16,-3 2-4 0,-3 3-1 0,-2 1-15 0,-2 2 4 0,-3 3-5 16,-2 1 2-16,-3 2-1 0,-3 3 1 0,0-2 6 0,-2 1-2 15,-1 1 11-15,0-2 5 0,1 0-1 0,1-1 13 0,0-2 1 0,1 1 4 16,1-3 11-16,2-1 10 0,0-3 6 0,3 0 8 0,1-2 4 15,1-1-4-15,2 0-6 0,1-2-9 0,3 0-5 0,1-1-8 0,1-1-8 16,1 0-1-16,1 0-12 0,2-1-5 0,2-1 3 0,1-1-10 0,4 0 2 16,0 0-1-16,3 0-12 0,1-1-5 0,0 0-19 0,0 0-28 15,0 0-58-15,2 1-114 0,0 0-87 0,1 0-93 0,-3 2-87 0,2-1-200 16</inkml:trace>
  <inkml:trace contextRef="#ctx0" brushRef="#br0" timeOffset="14134.51">25570 3769 1606 0,'-4'5'146'0,"0"-1"30"0,0 3 8 0,2 0-17 15,1 1-25-15,1 1-25 0,1 0-36 0,2 2-25 0,1 1-17 16,2 2-6-16,1 1 4 0,0-1-7 0,2 3-5 0,1 0-7 0,2 0-4 16,1 1-2-16,1 0-6 0,2 1 1 0,1-3-7 0,1 1 0 0,2-1-3 15,1-1-2-15,3-2 0 0,-1 0 0 0,3-2-1 0,1-1 3 16,1-2-2-16,0 0-3 0,1-4-1 0,0 0 3 0,1-2-4 0,1-1 3 15,-2-2 2-15,0-2 2 0,-4-1 6 0,0-3-1 0,-4-2 3 16,1-1 5-16,-2-2 0 0,-2-2 6 0,0 0 8 0,-2-3-2 0,-1 0 3 16,-3-1 4-16,0 0-5 0,-2-2 3 0,-2-1 4 0,-3 2-3 0,-2 0-2 15,-2-2-3-15,-3 1-2 0,-3 0 10 0,-2-1-1 0,-3 1-1 16,-2 0-6-16,-2-1-18 0,-2 2 0 0,-3-1-3 0,0 1-4 0,-3 3-1 16,0 0-4-16,2 3 1 0,-2 2 1 0,1 2 0 0,0 3-6 15,-2 2-3-15,0 1 1 0,0 3-1 0,0 2-2 0,0 3-3 0,2 0-5 16,-1 4-6-16,1 1-5 0,-2 2-11 0,-1 2-14 0,1 0-23 0,-2 1-26 15,1 1-34-15,1-1-35 0,-1 0-44 0,2 0-60 0,-1-1-67 16,2-1-80-16,1-2-46 0,-1-2-67 0</inkml:trace>
  <inkml:trace contextRef="#ctx0" brushRef="#br0" timeOffset="14467.21">24258 3634 1064 0,'-15'-2'93'0,"1"-2"19"0,-4-1 27 16,5 0 13-16,5 1-9 0,3 0-6 0,4-1-15 0,3-1-14 0,3-2-11 15,3-1-12-15,5 0-6 0,2 0-3 0,4-1-9 0,7-2-3 16,4-1-7-16,5 0-4 0,6-1-3 0,5-2-18 0,5 0-2 0,5 0-12 16,5-1-5-16,6-2 2 0,3 0-10 0,6-2 1 0,4 0-1 15,4-3-6-15,5 0-1 0,5-1-8 0,6-1-1 0,5-1 16 0,5 0 0 16,6-2-2-16,6 0 3 0,6-2-10 0,6-1-1 0,6 0 5 0,5 0 0 15,3 0 0-15,6 0 0 0,1-2 0 0,3 1-4 0,2-1 3 16,1 0-1-16,2 1 4 0,0 1 8 0,1 0 3 0,-2 1 2 0,1-1 8 16,-2 1-4-16,-1 1 11 0,-2 2 4 0,-3 0-7 0,-3 2 16 0,-7 0-12 15,-4 1-7-15,-6 0-2 0,-4 2-15 0,-4 3 0 0,-4 1-3 16,-2 1-2-16,-3 2-4 0,-4 1-16 0,-2 1-4 0,-7 2-2 0,-7 0-12 16,-9 3 3-16,-10 0-3 0,-11 1-18 0,-9 2-19 0,-11 0-27 15,-9 1-39-15,-8 1-40 0,-9 2-52 0,-8 3-53 0,-8 1-43 0,-7 2-35 16,-6 2-18-16,-8 1-210 0</inkml:trace>
  <inkml:trace contextRef="#ctx0" brushRef="#br0" timeOffset="15150.61">26242 4719 367 0,'1'-9'70'0,"0"-3"-25"0,0-3 12 15,-1 1 10-15,1 1 3 0,0 0 1 0,-1-1 5 0,1 2 6 16,0 0 10-16,-1-1 5 0,1 1-1 0,0 2 3 0,0 1-3 0,0 2 2 16,-1 2-1-16,1 2 0 0,-1 2-5 0,0 0-8 0,1 2-8 0,0 1-16 15,0 0-9-15,0 4-4 0,0 1-9 0,2 2-4 0,0 3-2 16,1 1-8-16,0 1 0 0,1 0-11 0,0 0-7 0,0 1-2 0,2 1-4 15,0-1-3-15,1 1 0 0,0 0-4 0,2 0-18 0,2-1-3 0,-1 2-1 16,1-1 0-16,1-2 10 0,0 0-4 0,3-1-1 0,0-2-5 16,0 0 1-16,3-1 7 0,-1-3 6 0,1 1 4 0,-1 0 7 0,-1-1 1 15,-1 0 6-15,-1-2 2 0,-1 1 3 0,-2-1 6 0,-1-1 0 16,-2-1 9-16,-3-1 4 0,0 0 1 0,-3 0 4 0,0-1-2 0,-2 0 9 16,-2-1 4-16,0 0 4 0,-1-1 1 0,-3 1-9 0,-1-1 6 0,-2 0-15 15,-2 1 3-15,-1-1-5 0,-2 3-14 0,1-1 2 0,-1 2-5 16,0 0 0-16,0 1 5 0,0 1-4 0,1 0-12 0,-1 0-4 0,1 1-12 15,2 0-8-15,1 0 4 0,1 1-5 0,2-1 0 0,-1-2-11 0,2 1-17 16,2-2-33-16,1 0-54 0,3-2-72 0,2-1-74 0,1-1-73 16,2 0-49-16,1-3-23 0,2-1 40 0</inkml:trace>
  <inkml:trace contextRef="#ctx0" brushRef="#br0" timeOffset="17784.56">27622 3206 831 0,'-3'-1'198'0,"0"2"-24"0,-1-1 33 0,0 0-21 15,0 0-29-15,0 1-12 0,1 0-24 0,1 1-7 0,-1 1-10 0,1 0-10 16,0 1-7-16,0 1-10 0,1 1-4 0,-1 0-14 0,2 2-1 0,-1 0-10 16,2 2-11-16,1 1-3 0,2 3-12 0,1 2 3 0,1 0-4 15,2 1 0-15,1 3-3 0,2 0-8 0,1 0 0 0,2 0-3 0,-1 0-2 16,1-2-3-16,1 0-4 0,0-1 2 0,-1-2-3 0,3-2 0 0,1-2-3 15,-1-1-5-15,0-3-5 0,2-3-2 0,0-2-6 0,0-2 1 16,2-3-2-16,1-1 2 0,-2-2 8 0,1-3 0 0,-1-2 14 0,-3-1 4 16,0-4 2-16,-1-1 5 0,0-2 3 0,-2 1-3 0,1-2 0 15,0-1 0-15,0 1-4 0,-3-3 4 0,0 1 2 0,-2 1 5 0,-2-1 5 16,-3 1-6-16,-2-1 5 0,-2 2 7 0,-2 1 0 0,-2-1 8 16,-3 1-2-16,-2 0-8 0,-3 1-5 0,-2 1-2 0,-1 2 0 0,-1 1-3 15,-1 2 3-15,-1 2-5 0,1 1-1 0,-2 3 3 0,0 2-4 0,2 2 2 16,-2 2-5-16,0 2-9 0,0 2 0 0,2 3-3 0,1 2-4 15,0 3 1-15,0 1 3 0,2 3-6 0,0 3 4 0,0 1-4 0,2 1-2 16,0 1-12-16,2-1-7 0,-1 2-8 0,0 0-19 0,3-1-9 0,0 0-23 16,3 0-31-16,2-2-33 0,2 0-40 0,2-3-92 0,2-4-113 15,4-1-129-15,1-3-233 0</inkml:trace>
  <inkml:trace contextRef="#ctx0" brushRef="#br0" timeOffset="17984.68">28449 2986 1825 0,'1'-2'126'0,"1"2"40"0,0 1 0 16,0 2-9-16,-1 2-28 0,1 1-18 0,0 2-2 0,0 2-2 0,0 1-5 15,0 2-6-15,0 3-19 0,0 1-15 0,-1 0-19 0,1 3-11 16,0 0-6-16,1 1-10 0,0 1-14 0,1 2-2 0,0-2-8 0,1 2 3 16,1 0 7-16,1 1-2 0,-1 1-2 0,1-3-2 0,0 1-3 15,1-2-9-15,0-3-6 0,1-1-19 0,0-2-14 0,0-2-18 0,0-1-30 16,1-2-19-16,0-1-36 0,-1-2-47 0,0-1-61 0,0-1-92 0,-1-4-105 15,1 1-66-15,0-3-163 0</inkml:trace>
  <inkml:trace contextRef="#ctx0" brushRef="#br0" timeOffset="18250.68">28806 3119 793 0,'1'0'248'0,"0"0"-33"0,0 1 15 0,0 0-21 16,-2 1-24-16,1 1-33 0,-2 0-22 0,0 2-21 0,-2 0-19 0,0 0-22 15,-2 1-23-15,-3 0-13 0,0 1-13 0,-3 1-6 0,-1 1-7 16,-2 0-4-16,-2 0-12 0,-1 0 2 0,0 0-1 0,-1 1 1 0,-2 1 6 16,1-1 2-16,-1 1 0 0,-2 0 2 0,1 0 4 0,-2 1-1 0,2 0 4 15,2 0 4-15,2 0 4 0,2 1 9 0,4 1 7 0,1-1 4 16,4 0 2-16,1-3-5 0,3 0-11 0,2 0-1 0,3-2-8 0,1 1 3 16,2-1-2-16,3-1-2 0,2 0-3 0,2-2 0 0,4 0-3 0,2-1-2 15,1-1-4-15,2-1-4 0,3 0-2 0,0-2-7 16,1-1-4-16,1 0-7 0,-2-1-12 0,3-1-14 0,-1 0-18 0,0 0-25 0,0 1-44 15,1 0-68-15,-1 0-89 0,-2 2-86 0,1 1-70 0,-2 1-42 16,-1 2-4-16</inkml:trace>
  <inkml:trace contextRef="#ctx0" brushRef="#br0" timeOffset="18718.06">27968 4130 1273 0,'-1'5'172'0,"1"1"13"0,-1 2 17 0,2 0-17 0,1 0-27 0,2 1-20 15,2 1-18-15,3 2-14 0,1 1-15 0,2 1-17 0,2 1-12 16,0-1-17-16,2 1-5 0,2-1-7 0,-1 1-9 0,2-2-6 0,2 0-7 16,-1 0-6-16,1-1 0 0,1-2-2 0,-2-1 6 0,2-1-3 0,0 0-2 15,-2-2-6-15,1-1-20 0,-2-1-7 0,-1-1-11 0,-1-2-15 16,-1-2-18-16,0-1-34 0,-3-3-40 0,0 0-62 0,-1-2-71 0,0-2-50 16,-2 0-49-16,-2-2-23 0,0-1 32 0,0-2-61 0</inkml:trace>
  <inkml:trace contextRef="#ctx0" brushRef="#br0" timeOffset="18884.18">28496 4057 1273 0,'-3'3'449'15,"-1"1"-295"-15,-1 3 39 0,0 0-21 0,1 1-18 0,0 3-22 16,1 1-11-16,0 0-13 0,0 4-7 0,1 1-6 0,-1 0-11 0,2 2-13 16,-1 1-21-16,1 2-9 0,1 0-11 0,0 3-9 0,0 1-5 0,0 3-5 15,0 3-6-15,1 1 1 0,-2 1-17 0,1 2 11 0,-1 0 2 16,0 0-8-16,0 0 8 0,0-3-21 0,1-2-20 0,-1-3-25 0,0-4-27 15,0-1-57-15,1-3-41 0,0-1-57 0,-1-3-116 0,2-2-114 16,1-5-99-16,-1-2-217 0</inkml:trace>
  <inkml:trace contextRef="#ctx0" brushRef="#br0" timeOffset="19384.18">28685 4411 1510 0,'4'2'149'0,"0"1"21"15,2 1-27-15,0 1-13 0,0-1-32 0,2 2-21 0,0 0-11 16,1-1-8-16,0 0-1 0,0 0-4 0,0-2-6 0,1-1-5 0,0-2-10 16,1-1-7-16,-1-2-2 0,0-1-5 0,0-2-5 0,-1-2-4 0,1-1-2 15,0-1-2-15,0-1 15 0,-2-2 3 0,-1 0-2 0,0-1-3 16,-1 0-13-16,1-1-2 0,-1 0-1 0,-2 1 6 0,0 0-3 0,-1 1 4 16,-2 0-1-16,-1 1-3 0,0 1 3 0,-2 0-4 0,-1 0 4 0,-1 0 1 15,-3 1-3-15,0 1-1 0,1 1-5 0,-2 2-18 0,1-1-1 16,-1 3-2-16,-2 1-4 0,0 2 17 0,1 1-2 0,-1 3 3 0,0 1 4 15,0 2 1-15,-1 0-1 0,1 3 1 0,0 2 4 0,0 0-2 16,1 2 1-16,2 1 4 0,0 0-3 0,0 2 0 0,1 1 3 0,1-1-5 16,1 1 0-16,2 0 5 0,1-1-7 0,2-1 4 0,2 0-2 0,2-1 1 15,1-1-1-15,3-1-1 0,1-2-4 0,0-1 0 0,1 0-4 16,2-3-12-16,0-1 8 0,2-2-15 0,-1-1-4 0,3-2 6 0,-1 0 3 16,1-2-2-16,1 0-28 0,0-3-1 0,1-1-17 0,-3-1 14 0,1-3 27 15,0-1 3-15,0-2 3 0,0-2 4 0,0-1 4 0,1 0 7 16,-2 0 4-16,-1-2 7 0,-1 0-1 0,0 2 8 0,-3-2 0 0,1 1 6 15,-1 0 8-15,0 2-5 0,-2-1 9 0,0 1-7 0,-1 1 1 16,-2 3 4-16,-1-1-2 0,-1 3 8 0,0 1 3 0,-2 2 0 0,0 2 3 16,-1 2 1-16,-1 2-1 0,0 1 0 0,0 1-4 0,0 2-5 0,0 2-1 15,0 1-3-15,1 2-5 0,0 1-2 0,1-1-5 0,0 3-2 16,1 1-2-16,1 0-1 0,0 0 5 0,1 1-6 0,0 0 3 0,1 1-4 16,-1 1-2-16,1 0-1 0,0 1-6 0,1 1 3 0,-1 0 1 0,0 0-5 15,0 0 3-15,0 0-6 0,-1 0-1 0,1-1-13 0,-1-1-1 16,-2 1 1-16,0-2-7 0,-2 2 2 0,-1 0-14 0,-2-1-30 0,-1 0-31 15,-4 0-30-15,-2 0-44 0,-3-1-63 0,-3 0-85 0,-2-1-102 0,-2-1-50 16,-4-2-126-16</inkml:trace>
  <inkml:trace contextRef="#ctx0" brushRef="#br0" timeOffset="19751.34">28571 5394 1793 0,'1'0'272'0,"0"2"-186"0,-1 1 12 0,1 0-14 16,0 1-13-16,1 5-23 0,0 1-17 0,1 3-12 0,0 1-10 0,-2 0-3 16,2 3-4-16,-1 1-7 0,-1 2 0 0,1-1-2 0,-1 2-7 0,0 1-2 15,1 0-13-15,-2 2-2 0,1-1-12 0,-1 2-14 0,-1-1-25 0,0-1-33 16,0-1-41-16,0-1-39 0,-1-3-30 0,0-1-28 0,0-2-29 15,0-3-25-15,0-3-26 0,0-1 12 0</inkml:trace>
  <inkml:trace contextRef="#ctx0" brushRef="#br0" timeOffset="20018.33">28583 5328 1979 0,'-1'-15'100'15,"0"0"33"-15,1-3 7 0,0 4-7 0,1 4-14 0,1 3-4 0,0 4-8 0,0 1-7 16,1 4-14-16,0 2-16 0,1 2-16 0,1 4-10 0,0 2-8 15,2 3-13-15,1 5-2 0,1 2-5 0,0 3 0 0,3 4-1 0,-1 1-3 16,1 2 1-16,0-1-2 0,-2 0-1 0,1-3 0 0,0-1-3 16,-1-2-2-16,1-1-3 0,-1-1-6 0,-1-4 4 0,1-1-3 0,-1-1-3 15,1-3 1-15,-1-3-11 0,0-1-10 0,-1-2-8 0,-2-3 0 0,1-3 4 16,0-2 11-16,0-3 26 0,-1-1 18 0,1-4-1 0,1-2 1 16,-1-3-8-16,2-2-17 0,1-2 0 0,0-3-2 0,0 1-4 0,-1-1 3 15,0-2-1-15,-1 1 8 0,-1-1-2 0,0 0 1 0,0 1-1 16,0-2-4-16,1 1 4 0,0 1-9 0,1 0-4 0,0 5-12 0,-2 1-20 15,2 4-13-15,-2 1-23 0,1 2-29 0,-2 1-27 0,0 1-41 0,0 3-44 16,-1 1-68-16,-1 1-83 0,0 0-53 0,-1 1-16 0,1 1 56 16,0 1-52-16</inkml:trace>
  <inkml:trace contextRef="#ctx0" brushRef="#br0" timeOffset="20236.84">29176 5575 764 0,'7'14'175'0,"3"3"-17"0,1 2 7 0,1-1-16 16,-1-6-13-16,1 1-16 0,1 0-18 0,1-1-6 0,2-1 3 15,-1-3-7-15,1-1 1 0,2-1-3 0,-1-1-10 0,-1-2 2 0,2-1-6 16,-1-1-6-16,0-1-1 0,-2-1-4 0,-1-2 6 0,0-1 8 0,-2-1 8 16,0-2 3-16,-1-1-4 0,0-2-5 0,-1-1-12 0,-1-2-10 15,-1 0-10-15,-2 0-6 0,-1-2-3 0,-2-1-3 0,-2-1 0 0,-1 1-7 16,-3-3 0-16,-2 0-10 0,-3-1-10 0,-2 1-5 0,-2-3-7 16,-2 1 0-16,1-2-3 0,-3-1-5 0,-1 2-8 0,0-1-8 0,0 2 7 15,-1 1-12-15,0 1-10 0,1 3-17 0,-1 1-24 0,1 2-23 16,0 2-21-16,3 2-27 0,-1 3-35 0,0 1-33 0,2 3-50 0,0 1-68 15,0 2-64-15,0 2-56 0,1-1 3 0,0 0-29 0</inkml:trace>
  <inkml:trace contextRef="#ctx0" brushRef="#br0" timeOffset="22868.2">28085 2715 727 0,'-26'-8'13'0,"-3"2"7"0,-6 0-3 16,3 5-5-16,3 3-1 0,-2 1-1 0,0 2 1 0,1 2-3 0,5 0-2 15,-1 4-3-15,3 3-4 0,-2 1 0 0,1 4-1 0,1 1 3 0,-1 3-2 16,0 4-1-16,-3 2-11 0,1 0-5 0,-2 4-1 0,-1-1 0 15,1 0 7-15,-2 1 3 0,2 1 2 0,0 1 3 0,2 1 1 0,-1-1-4 16,3 0 3-16,0 1 1 0,0 0 2 0,2 3 7 0,1-1 2 16,1 1 2-16,5 3-2 0,2 1-4 0,2 3-2 0,2 3-4 0,3 2 2 15,3-1-3-15,2 1 2 0,3-2-4 0,3 1-2 0,2-3 3 0,2-2-4 16,2 0 6-16,0-1 2 0,1 1-1 0,1 1 3 0,0 1-1 16,0 1 0-16,0 0 1 0,-1 1 1 0,1 0 0 0,0 0-3 0,2 3-1 15,0 1 3-15,2 2 1 0,2 2 6 0,0-1 0 0,1 1-5 0,4-1 0 16,-1-1-1-16,3 0-1 0,1-3-1 0,-1 0 1 0,1-1-6 15,-1 1 2-15,1-3 0 0,-1 2 2 0,0-1 3 0,2 0 1 0,-1 1 0 16,2-1-6-16,-1 0 4 0,1-1-2 0,0-1-1 0,4-2 5 16,-1 0-2-16,3-3-7 0,-1-3 5 0,1-1-1 0,4-3 0 0,1 0 5 15,3-4 0-15,3-1 6 0,1-3-2 0,1-1 5 0,4-5 2 16,1-1-3-16,4-2 5 0,2-4-3 0,1 0-1 0,2-1-1 0,1-2-1 16,2-2 4-16,1-3-1 0,2 1-3 0,1-1-1 0,1-1-6 0,1 0-3 15,-1 0 1-15,-1-2 0 0,0-1-1 0,0-1 3 0,0-1-2 0,0-2-1 16,0 0 0-16,0-1-4 0,1-1 2 0,-2-2 3 0,0 0-1 15,1-2 3-15,-2-1 2 0,3-1 1 0,0 0 2 0,1-1 3 0,0-1 0 16,4-2-1-16,0-2-1 0,-1-1-1 0,0-3-2 0,-3 0 0 16,-1 0 4-16,-1-2 1 0,-2 0-2 0,-4-2 0 0,2-2-3 0,-2-1-5 15,-1 0 1-15,-1-2-5 0,-2 0 5 0,-1-3-7 0,-2 0 0 0,-3-3 6 16,1-2-2-16,-3 0 7 0,-2-4 1 0,-3 0 3 0,-3-2-1 16,0-3 1-16,-3 0 3 0,-2-1-2 0,-6-1 1 0,-5 0 4 0,-1-1-4 15,-5 0 9-15,-3 0 0 0,-2-3 4 0,-5 0 1 0,-4-2-5 16,-3 0 1-16,-6-3-4 0,-2 0 1 0,-3 0 1 0,-5-1-5 0,-3 2 0 15,-4-1 2-15,-1-1-2 0,-3 0-2 0,-1-1 0 0,-3-1-8 0,-2-1-1 16,-4-1-4-16,0-1 0 0,-4 2-2 0,2 1 0 0,-1 3 1 16,0 2 4-16,-2 0 0 0,-2 2 0 0,-1 0 8 0,0 1-6 0,-3 2 1 15,0 1-3-15,-1 1-13 0,-1 2 0 0,-2 1-3 0,-2 4 1 0,-1 2-2 16,-2 0-3-16,-3 3 3 0,0-1 1 0,-4 4 3 0,-5 0-2 16,-4 2 4-16,-2-1-2 0,-2 2 4 0,0-1 8 0,2 1 0 0,-3 0-1 15,3 0 5-15,1 1 13 0,2 2 2 0,4-3 2 0,0 3-1 0,2-1-13 16,0 0 0-16,0 5-2 0,2 0 1 0,1 1-5 0,2 3 0 15,0 1 0-15,0 2-4 0,-2 4-2 0,-1 2 1 0,-1 3-1 0,-1 1 2 16,-4 4-2-16,0 2 1 0,-3 0 14 0,1 0 0 0,0 0-9 0,0 2-3 16,1 4-12-16,0 3-1 0,2 5 8 0,-1 1 0 0,2 0 2 15,0 2-5-15,1 2 5 0,4 1-4 0,1 1-9 0,3 3 1 0,2 0 0 16,2-1-2-16,3 0 6 0,2 0-2 0,3-2-6 0,2 1-8 0,0-3-19 16,3 0-17-16,3-1-3 0,2-1 4 0,3 0 12 0,2-1 12 15,0 0 6-15,3 0 2 0,2 1 4 0,1-1-5 0,0 1 4 0,2 1-6 16,2 2 1-16,0 3 6 0,1 3-7 0,0 1-2 0,3 3-12 15,0 1-17-15,1 3-10 0,2 0-13 0,2 4-11 0,4 1-4 0,0 0-162 16</inkml:trace>
  <inkml:trace contextRef="#ctx0" brushRef="#br0" timeOffset="24851.62">25302 3927 365 0,'-21'-11'11'0,"1"0"0"0,-5-1 7 0,5 4 4 0,3 1-6 16,-1 2 0-16,3-1 0 0,1 0 0 0,0 0-3 0,1-1 0 0,1 1 3 15,-1-2 1-15,2-1 4 0,0 0 0 0,1-2-7 0,1 2-5 0,1 0-7 16,2 1 2-16,2 1-3 0,0 0 2 0,0-1 0 0,1 1-2 16,0-3-1-16,0-1 0 0,1-1 0 0,1-1 0 0,1 1 0 0,1-2 3 15,2-2-3-15,1 0 0 0,1-1 0 0,3-1 0 0,1-1 0 0,1-1 1 16,2 1-2-16,1-1-2 0,0 0 0 0,3 2-1 0,0-2 3 15,2 3 2-15,-2 2 0 0,3 0 5 0,2 0 5 0,0 1 1 0,3 1 1 16,2 0 1-16,0-1 0 0,3 2 4 0,3 1 2 0,3 1-1 16,2 0-2-16,0 1-4 0,4 3-2 0,0 0-4 0,3 1-1 0,2 2-5 15,3 0 2-15,1 2-3 0,1 0 0 0,1 2 2 0,0 1-3 0,3 2 1 16,0 0-1-16,-1 3 2 0,2 0-1 0,-1 1-1 0,0 1 0 16,2-1-5-16,1 1 1 0,-2 1-1 0,1-1-1 0,-1 1 2 0,-2 0-2 15,1 0-2-15,-1 2 0 0,-4 1-3 0,-2 2 1 0,-4 3 3 0,-1 0 0 16,-4 5 0-16,-2 0 1 0,-2 3 1 0,-4 1 0 0,-1 0 1 15,-4 1 0-15,-1 1 1 0,-1 3 0 0,-3-1 2 0,1 3 0 0,-3-1-3 16,-1 1-1-16,-1 0 0 0,0 2 3 0,-3 2 5 0,1 0 0 16,-2 2 1-16,0 3-1 0,-1 1 0 0,-3 2-2 0,1 2 1 0,-2-2 0 15,-1-2 0-15,-1 1 0 0,-1 0-1 0,0 0-4 0,-2 0 1 0,-1-1 3 16,0 1 0-16,-3-1 3 0,-2 1-2 0,-1 0 0 0,-2 2-1 16,-2-3 2-16,-1-1-2 0,-4-1 0 0,0-3 0 0,-3-2 0 0,-1-1 0 15,-2-3-1-15,0 0 0 0,-3-4-1 0,-2 0 1 0,-1-1 4 0,-5-3-1 16,-1 0 4-16,-4-1-3 0,0-1 0 0,-2-2 2 0,-2-1 3 15,-2-3 1-15,-1-4 1 0,-4 0 0 0,1-2-3 0,-2-1 2 0,-3-3 1 16,-1-2-3-16,-5-2-1 0,0-2 0 0,-2-1-3 0,-1-1 0 16,-2-2 3-16,-2-1 1 0,1-2 0 0,-2-2 1 0,-2 0-1 0,2-2 1 15,-2 0 2-15,-1-1 2 0,4-1 1 0,0-2 4 0,2-2 1 0,2 0-1 16,3-2-4-16,3-2-3 0,1 1-6 0,3-3 1 0,3 0 1 16,2 1 1-16,3-2 3 0,3-1 1 0,3-1-3 0,1-2-3 0,4-1 2 15,2-1 6-15,3-1 0 0,4-2 0 0,2 1 0 0,2-4-8 0,4 0 1 16,1-2-1-16,3 1-2 0,3 1 0 0,2-1-4 0,2 1 2 15,1 0-2-15,2 1-3 0,1 2 8 0,0 3-2 0,1 0 3 0,1 3 2 16,-2-1-6-16,0 1 2 0,0-2-2 0,1 3-2 0,1 0 1 0,2 3 0 16,2 5 0-16,-2 0 1 0,3 2-1 0,0 2-2 0,0 1-1 15,0 2-4-15,0 0-1 0,-1 1 1 0,0 0 0 0,1 0 4 0,1 2-2 16,-1 1 0-16,0 0 0 0,-1 1 2 0,0 1 0 0,-2 0 0 16,0 1-1-16,-1-1 2 0,-1 2 0 0,0-1 2 0,-2 1 1 0,-1 1 0 15,-1-1 1-15,1 1 0 0,-1 0-2 0,0 0 1 0,0 1-1 0,0 0 1 16,1 0-2-16,-1 0-1 0,0 0-1 0,1 0-2 0,0 1 1 15,-1 0-1-15,2 0 2 0,0 1 1 0,0 0-1 0,1 1 4 0,1 1-3 16,1-1-1-16,0 1 3 0,2 1-3 0,-2-1 0 0,2 0 4 16,1 1-3-16,-1-2 0 0,1 1 0 0,0 1-1 0,0-1-5 0,-1 0 2 15,-1-2-2-15,1 1-1 0,-1-2 2 0,0 1 0 0,0-1 1 0,0 0 3 16,-2-1 1-16,1 1 0 0,-1-1 1 0,0 1 1 0,-1-2 0 16,0 1 2-16,-1-1-2 0,0 0 4 0,0-1-2 0,-1 1 0 0,1-1 1 15,0-1-2-15,1 1 2 0,-1-1-2 0,0 0-1 0,0 0 0 0,0 0 1 16,1 0 0-16,-2 1 0 0,1 1-1 0,0 1-1 0,-1-1 1 15,1 1-1-15,-1 0 0 0,1 0-1 0,-1 1 1 0,1-1 0 0,-1 1 0 16,0 0 2-16,-1 0-1 0,0 1-1 0,1-1 0 0,-1 0 2 0,0 1-2 16,0 0 2-16,0 0 2 0,-1 0-3 0,0 0 2 0,0-1-2 15,-1 1 1-15,1 0 1 0,-1 0-2 0,0 0 2 0,0 1-2 0,0-2-1 16,-1 1 2-16,1-1 0 0,1 0 0 0,-1 0 1 0,2-1-1 16,-1 0 1-16,1 0 1 0,-1 0 0 0,0-1 1 0,1 1-3 0,0-1 1 15,0 0-2-15,0 0 1 0,-1 1 1 0,2 0-1 0,-1-1 1 0,0 1-1 16,1-1-2-16,-1 1 0 0,0 0-1 0,1 0 2 0,-1 0 0 15,0 1 1-15,1-1-1 0,0 0-2 0,0 1 3 0,0 0-2 0,0-1 2 16,0 1 0-16,1 0 0 0,0 0 2 0,0-1-4 0,0 1 3 0,0 0-2 16,1 0 0-16,0 0 2 0,0-1-3 0,1 1 2 0,-1-1-2 15,0 0 0-15,1 0 1 0,1 0-1 0,0 0 4 0,1-1-1 0,1-1-1 16,-1 0 0-16,0 0 0 0,0-1 0 0,1 1 1 0,-1-1-2 0,0 0-1 16,0 0 2-16,-1-1 1 0,1 1 0 0,-1-1 0 0,1-1-3 15,-1 2-1-15,0-1 3 0,-1 0-1 0,1 1 1 0,-1-1 1 0,0 1 0 16,1 0-1-16,-2 0-2 0,2 0 0 0,-2 1 2 0,1-1-3 15,1 1 2-15,-2 0 1 0,1 1-4 0,0-1 3 0,0 2 1 0,0-2-1 16,-1 1 2-16,1-1-2 0,1 1-2 0,-1 0 2 0,0 0-1 0,1 0 3 16,-1-1 0-16,0 1-2 0,0 0 0 0,0 1-2 0,1-1 0 15,-1 0 2-15,0 1 2 0,0-1-1 0,0 1-1 0,0-1 0 0,0 1-1 16,0-1-1-16,1 1 1 0,-1-1 0 0,0 1 0 0,0 0 2 0,-1 0-2 16,0 0 2-16,1 0-1 0,-1 1-1 0,0-1 1 0,1 0-1 15,-2 0 2-15,2 0 1 0,-2 0-1 0,1 1 1 0,-1-1-4 0,-1 0-1 16,1 1 1-16,-1-1 0 0,0 0 4 0,0 0-2 0,0 0 1 15,-1 1 0-15,1-1-2 0,0 0 0 0,-1 1 1 0,1-1 0 0,0 1 2 16,0 0-2-16,0-1-1 0,0 1 0 0,0 0 1 0,0 0 1 0,-1-1 0 16,0 1 0-16,1-1-1 0,0 1-2 0,-1-1 1 0,1 0 1 15,-1 1 0-15,0 0 0 0,0-1 0 0,0 0-1 0,0 0-1 0,0 0 1 16,0 0 2-16,0 0-1 0,-1 0-2 0,0 1 1 0,0-1-2 0,0 0-2 16,0 0 5-16,-1 0-7 0,1 1-3 0,0-1-15 0,0-1-12 15,1 2-17-15,0-2-14 0,0 2-9 0,2-1-8 0,0 0-9 0,1-1-4 16,2-1-3-16,1-1-142 0</inkml:trace>
  <inkml:trace contextRef="#ctx0" brushRef="#br0" timeOffset="32301.68">24357 4633 10 0,'-12'17'5'0,"0"4"-3"0,-4 3 5 0,2 0-2 0,3-7-4 16,0 0 1-16,1-1-1 0,1-2 0 0,1-1 0 0,1 0 0 0,0-1 0 15,0-1 0-15,1-1-1 0,-1-1 1 0,0-1-1 0,0 1 0 16,0-1 1-16,1-1-1 0,0 0 0 0,-1-1 0 0,2-1 1 0,-2-1-1 15,0-1 0-15,2 0 0 0,-1 0 0 0,0-2 1 0,0 2-1 16,-1-1 0-16,0 0 0 0,1 1 0 0,-2 0 0 0,-1 0 0 0,0 0 0 16,0 0 0-16,0 0 0 0,0 0 0 0,1 1 0 0,-2 0 0 0,0 0 0 15,-1 1 0-15,-1 1 0 0,1 0 0 0,1-2 0 0,-1 2 0 16,0 0-1-16,0 1 1 0,0-1 0 0,0 0 0 0,1 0 0 0,0 0 0 16,0 0 0-16,0 0 0 0,0-1-1 0,1-1 1 0,1 1 1 15,-1-1-1-15,2 0 1 0,0 0-1 0,0-1 0 0,1 1 0 0,0-1 0 16,0 0 0-16,1 0 0 0,0-1 0 0,0 1 0 0,0 0 0 0,0 0-1 15,0 0 1-15,0-1 0 0,1 1 0 0,-1-1-1 0,1 1 1 16,-1-1 1-16,0 0-2 0,1 0 1 0,-1-1 0 0,2 1 0 0,0-1 0 16,-1 1 0-16,1-2-1 0,0 0 1 0,1-1-1 0,-1-1 1 0,2 0 0 15,0-1-1-15,0 0 1 0,1-4 0 0,1 0-1 0,0-1 0 16,1-3-3-16,2-1-2 0,-1-3-2 0,2-1-2 0</inkml:trace>
  <inkml:trace contextRef="#ctx0" brushRef="#br0" timeOffset="32847.68">28880 3311 1 0,'3'66'0'0,"-5"10"0"0,-3 6 0 0</inkml:trace>
  <inkml:trace contextRef="#ctx0" brushRef="#br0" timeOffset="33302.69">28791 3716 19 0,'-13'20'11'0,"0"-1"-12"0,-1 5 2 0,1-4 0 0,4-4-2 16,1-3 0-16,1-1-3 0,1-2 1 0,0-1 1 0,0 1 0 16,1-1 3-16,-1 1-1 0,0 0 0 0,0-1 1 0,1-1-1 0,0 0 0 15,1-1 0-15,0-1 0 0,1-2 0 0,0 0 0 0,0 0 0 0,2-1 0 16,-1-1 0-16,0-1 0 0,0 0 0 0,1 0 0 0,-1 0 0 16,0 0 0-16,1 0 0 0,0 1 0 0,-1-1 0 0,0 0 0 0,0-1 1 15,-1 1-1-15,1-1 0 0,0-1 0 0,-1 1 0 0,0 0 0 0,1-1 0 16,-1 0 0-16,0 0 0 0,0 0 0 0,1-1 0 0,0 1 0 15,0-1 0-15,1 1-1 0,0-1 1 0,0 0 0 0,0-1 0 0,1 1 0 16,0-1 1-16,0 0-1 0,0 1 0 0,1-1 0 0,0 0 1 16,1 0-1-16,-1-1 0 0,0 0-1 0,0 0 1 0,1 1 0 0,0-1-1 15,0 1 1-15,0-1 0 0,0 0 0 0,0 0 0 0,0 0 0 0,-1 1-1 16,0-1 1-16,0 1 0 0,0 0-1 0,0 0 1 0,0-1 0 16,1 1 0-16,-1 0 0 0,0-1 0 0,1 2 2 0,-1-1-3 0,1 0 4 15,-1 0-1-15,1-1-1 0,-1 1 1 0,0-1-2 0,0-1-1 0,0 1 0 16,0 0 0-16,-1 1-1 0,1 1 1 0,-2 0-1 0,1 1 1 15,-1 0 0-15,0-1-1 0,0 1 1 0,0 1 0 0,-1 1 0 0,0 0 1 16,0 0 1-16,-1 0-1 0,0 1 2 0,0 1 0 0,-2 0 1 16,1 1 0-16,-2 1 0 0,0-1-2 0,0 0 0 0,-1-1-4 0,0 2 3 15,1-1-2-15,-2-1-1 0,1 1 4 0,-1 0-3 0,1 1 2 0,-1 0 0 16,0-1 1-16,0 2-1 0,1-1 0 0,0 0 0 0,-1 0 0 16,1-1 1-16,1 0-1 0,0 0 0 0,-1-1 0 0,1 0 0 0,0 0 1 15,1 0-1-15,1 0 0 0,-1-1 1 0,1 0-1 0,0-1 0 0,0 1 0 16,1-1 0-16,-1-1 0 0,2 1 0 0,-1-1 0 0,2-1 0 15,0 1 0-15,0-2 0 0,0 1 0 0,0 0 0 0,1-1-1 0,-1 1 1 16,1-1 0-16,-1 1 0 0,1-1 0 0,-1 0 0 0,0 1 0 16,1 0-1-16,-1 0 1 0,0 0 0 0,-1-1 0 0,1 1 0 0,-1 0 0 15,1 0-1-15,-1 0 1 0,0 1-1 0,0-2-2 0,-1 1 0 0,0-2-1 16,2 0 0-16,-1 0 0 0</inkml:trace>
  <inkml:trace contextRef="#ctx0" brushRef="#br0" timeOffset="33885.4">23297 5447 40 0,'24'6'-9'0,"7"3"7"15,5 0 1-15,6 1-1 0,-21-8 9 0,-1-1-7 0,-2 0 0 0,-1-1-1 16,-5 0 1-16,1-1-1 0,-1-2 0 0,-1-2 0 0,0-3 0 0,0-4-1 15,0-6-1-15,2-6-4 0,1-6-3 0</inkml:trace>
  <inkml:trace contextRef="#ctx0" brushRef="#br0" timeOffset="37385.46">29852 2560 65 0,'-72'-31'272'16,"-33"-15"156"-16,-22-9 174 0,-18-10-729 0,63 23 99 0,4-1 68 0,6-1-7 0,0 0-28 0,-1 1-30 0,3 1-18 16,1-1 2-16,36 22 0 0,-8-5-15 0,1 1-13 0,-8-4-23 0,-1-1 6 15,-7-2 24-15,-1 0 12 0,-9-2 18 0,-2 2 2 0,-2 0 4 16,-4 3 15-16,-2 4 11 0,-4 1 5 0,-5 2 3 0,-3 2 3 0,-5 3 0 16,-3 3 6-16,-4 3 1 0,-3 1 2 0,-4 4 5 0,0 2 5 0,-4 2 3 15,-1 3-3-15,-1 2-4 0,-1 3-10 0,-2 1-3 0,2 2 3 16,1 0 1-16,-1 2 4 0,4 2 1 0,2 1-3 0,3 2 1 0,1-1-2 15,5 2-3-15,3 1-2 0,2 1-4 0,2 2-2 0,2 2-6 0,3 1-3 16,1 3-3-16,2 0 0 0,-7 10 0 0,-58 26-3 0,24-2 4 16,24-5-1-16,28-12 3 0,3 3 3 0,0 4-2 0,4 1 0 0,-1 1 3 15,3 2 0-15,1 1 0 0,3 3-1 0,3 1-5 0,0 2-2 16,2 3 3-16,3 1 3 0,2 2 1 0,3 1 1 0,4 2-5 0,1 0-3 16,4 2 5-16,3 2-3 0,1 1 1 0,4-1 2 0,1 3-4 0,3 4-1 15,4 0 0-15,1 2 0 0,4 0-8 0,5-1 8 0,1 1 0 16,3 0-1-16,0 1 8 0,3 1-3 0,1 0 0 0,2 3 0 0,3-3-3 15,0-1 1-15,3 1 0 0,2 1 6 0,1 2 2 0,2 0-1 0,2 2 2 16,2-2-5-16,4 0 4 0,2-1 0 0,2-2 1 0,2 0 3 16,4-2-3-16,2 2-3 0,4-3-8 0,2-4 0 0,2 1 0 0,5-4 6 15,2 1 4-15,1-2-2 0,5-1-2 0,2 0-3 0,1-2 3 16,2-1 0-16,2 0 3 0,3-1 0 0,2-2-2 0,3 1-1 0,3-1 0 16,1-2 0-16,4 0 0 0,2-3-2 0,1-1-3 0,3-2 7 0,0-3-2 15,3-1 4-15,3-3 1 0,0-3-5 0,5-2 2 0,1-2 1 16,2-3 1-16,2-2 2 0,1-2-1 0,2-5 4 0,4-2-2 0,3-1-1 15,0-2 2-15,3-4-4 0,1-1-6 0,3-4 8 0,2-1-4 0,1-2 0 16,0-1 6-16,2-3-9 0,0 0 2 0,3-2-2 0,-1-2-4 16,1-2-2-16,1-1 2 0,-1-3 1 0,2 0 2 0,-1-2 0 0,-1-3-3 15,1 0 2-15,-1-5 2 0,0-2-2 0,0-3 1 0,-1-4 2 0,-1-3-5 16,1-1 2-16,-4-3-10 0,0-1 0 0,-3-4 1 0,-1-5 1 16,-2-3 10-16,0-2-1 0,-3-3 0 0,1-2 0 0,-4-1-1 0,1-3 2 15,-3-2-3-15,-2-3-1 0,1-1 1 0,-4-3 2 0,0-1 5 16,-3-3 1-16,0-3 1 0,-6-3-3 0,0-3-2 0,-4-1-1 0,-3 0 0 15,-2-1-3-15,-6 0 1 0,-3 1 11 0,-2 0 0 0,-4 0 3 0,-2 1-11 16,-3-1-12-16,0-2-3 0,-4 0-3 0,-2-2 9 0,-4 1-3 16,-2-2-3-16,-1-2 1 0,-2-2 0 0,-4-1 3 0,-4 0 2 0,-2-2 1 15,-4 1-1-15,-2 2 3 0,-3-1-1 0,-6 0 1 0,-3 1 6 0,-2-4-1 16,-8 2 1-16,-1 1 0 0,-6-1 3 0,-4 1 4 0,-2 2 6 16,-5-3 2-16,-4 1 3 0,-3-1 1 0,-5-1-1 0,-2 1 4 0,-5 1 0 15,-2 2 6-15,-4-1 1 0,-4 1 4 0,0 0-1 0,-2 0-7 0,0 0 0 16,-1 0-8-16,-4 3-2 0,-2 0 11 0,-2 0-1 0,-1 0 0 15,-1 1 1-15,-2-1-9 0,-1 3-4 0,-2 0-3 0,-2-1-10 0,-4 1 1 16,-3 0 5-16,-4 1 1 0,-6 1 11 0,-4 2 2 0,-6 2-4 16,-5 1 0-16,-2 1-6 0,-8 2-3 0,-2 1 12 0,52 32 5 0,-15-8 8 15,-1 3-3-15,-13-7-17 0,-2 0-6 0,-14-4 3 0,0 1 11 0,-15-5 1 16,-2 1-2-16,-1 2-21 0,-3 2-12 0,-1 2 5 0,-5 2-7 16,-2 3 13-16,-6 0-5 0,-2 4-3 0,-5 1 6 0,-2 2 3 0,-1 2 0 15,-4 4 8-15,1 0-1 0,75 14 21 0,-11 0 3 0,2 0 1 0,-8 0-4 16,-1 2-32-16,-8 1-14 0,1 1-1 0,-17 2-44 0,-94-1-29 15,0 7-15-15,1 7-22 0,3 6 22 0,8 9 2 0,20 6-19 0,18 7-37 16,27 7-62-16,0 5-121 0</inkml:trace>
  <inkml:trace contextRef="#ctx0" brushRef="#br0" timeOffset="63237.42">6029 7778 399 0,'-1'6'48'0,"1"-1"-32"0,-1 2-12 16,-1-4-1-16,-1-1 2 0,-1-1-3 0,-1 1 1 0,-1 1 0 15,1 0-3-15,-2 0 2 0,-1 0 0 0,-1 1-1 0,-1 0 0 0,0 0-2 16,-2 0 0-16,1 0 0 0,-1 0 3 0,-1 1-1 0,0-2 1 0,0 1-2 16,0 0 0-16,-2 0 2 0,-1-1 0 0,0 1-2 0,-1 0 0 0,-1 0 0 15,0 1-1-15,0-1 2 0,-2 0-1 0,-2 0 2 0,2-1 0 16,-2-1-1-16,-1-1 1 0,1 0 3 0,-2-2-4 0,0 0 4 0,-3-2 0 15,-1 0-2-15,-1-1 4 0,-1-1-3 0,-1 0 0 0,-3-2 2 0,0 0-1 16,-2-1 1-16,0 0-1 0,2 1-1 0,-3-2 4 0,1 1-2 16,-2 0 3-16,-3 0 0 0,1 0-2 0,-1 1 4 0,-3 0 3 0,0 2 0 15,0-2 3-15,-1 1 1 0,-4-1-2 0,2 0 0 0,-2 0-4 16,-1 0-4-16,0-2-3 0,-3 2-1 0,1-2 2 0,-1 0-1 0,-1 0 1 16,-1 0-3-16,-1 0-1 0,-1 1 4 0,-1 1-4 0,1 2 1 0,-1 0-1 15,-1-1-6-15,1-1 3 0,-1 1 0 0,-1 1 1 0,2 1 2 16,-1 0-2-16,2 1 1 0,-1 1 1 0,1 0-3 0,0 1 2 0,2 2-1 15,2 0 1-15,1 2 3 0,2 1-4 0,0 1 3 0,3 2-1 16,2 0 4-16,2 1-3 0,1 1 2 0,3 1 0 0,2 2-4 0,1 3 11 16,2 0 0-16,1 1 1 0,2 2 6 0,3 2 1 0,4 1 2 0,0 2-1 15,2 1 1-15,3-1-1 0,0 0-1 0,1 2 4 0,5-1-2 16,-1 3 3-16,2-1-4 0,2 1 1 0,1-2 0 0,2 0-2 0,2 0 4 16,2 0-2-16,2 1-2 0,0-2 1 0,1 2-4 0,1 0 1 0,3-1-1 15,1 0-5-15,2-1-3 0,2 1 0 0,1 1 1 0,2 0 7 16,2 1 4-16,0-1 1 0,4 1-2 0,1-2 0 0,0 2-1 0,3-1 1 15,0 0 4-15,3 3 1 0,3-3 1 0,2 1 2 0,2-1-3 16,0 0 0-16,1-2 0 0,3 0-1 0,1 0-2 0,1-2-1 0,2 1-2 16,2 0-3-16,2-2-1 0,2 1-5 0,1-1 2 0,1-4-1 0,1 1-1 15,2-1 0-15,2-2-5 0,0 1 0 0,2-1 2 0,-1 0-3 16,2-1 5-16,3-1-1 0,0 1 2 0,2-1 2 0,0-1-5 0,2 0-2 16,2 0 3-16,-1 0-4 0,2-1 10 0,-1 0 5 0,-1-2 1 0,2 1 3 15,0 1-1-15,1-1-1 0,0 0 4 0,1-1-2 0,0-1-1 16,-2-2-2-16,2 2-5 0,0-1-2 0,0 0-3 0,1 0-3 0,1 0 2 15,-2 0 2-15,2 0-6 0,0-1 0 0,-1-4 1 0,3 1-10 16,-2-2 7-16,0-2 0 0,-1-2-5 0,1-2 4 0,-4-5-2 0,0-3-9 16,0-3 5-16,-3-4-2 0,1-4-1 0,-2-4-2 0,-2-3-1 0,-4-4 0 15,-2-4 1-15,-2-3-11 0,-2-2 9 0,-3-3-1 0,-3-1 2 16,-2-1 17-16,-1-2-8 0,-3-1 4 0,0-2-2 0,-5 1-4 0,-2-1 3 16,-4 0-4-16,0-1 0 0,-4 0-13 0,-2 0 7 0,-2-2-1 0,-5 0-2 15,0-1 13-15,-2-1-15 0,-1-2-12 0,-3 1-13 0,0-2-20 16,-5 1-17-16,-2 0-46 0,0 1-42 0,-2 0-23 0,-2-1-13 0,-2 2 0 15,-3-1 6-15,-3-1-13 0,-1-1-183 0</inkml:trace>
  <inkml:trace contextRef="#ctx0" brushRef="#br0" timeOffset="66704.53">11592 9971 29 0,'3'4'28'0,"2"1"-14"0,-1 0-11 0,0-1-12 0,-1-2-9 0,-2-1-4 16,0 0 0-16</inkml:trace>
  <inkml:trace contextRef="#ctx0" brushRef="#br0" timeOffset="68420.85">6743 9880 727 0,'28'27'10'0,"1"1"-37"0,7 6-9 0,-5-7 4 15,-5-5 18-15,-1-3 16 0,-1-2 7 0,0 1 2 0,-3-3-4 0,2 0-11 16,-2-2-13-16,-2 0-14 0,0-1-7 0,0-1-1 0,-1 0 6 16,-1-1 5-16,-1 1 2 0,0 0 7 0,-1 0 4 0,2-1 5 0,-1 0 3 15,-1-1 1-15,0 0 2 0,-1 0 3 0,0-1 0 0,-1-1 0 16,1 0 0-16,-2 0-1 0,0 0 3 0,0-2 2 0,0 1-2 0,-2 0-1 16,0 0 0-16,1 1 1 0,-2-1 0 0,1-1 0 0,-1 0 1 0,0 0-1 15,-1-1 2-15,1 0 2 0,2 0 2 0,-1-1 2 0,-1 0 1 16,0-1-3-16,-2-1 0 0,-1 0-1 0,0-1-1 0,0 0-2 0,0-1-1 15,-1 0 2-15,-1-2-3 0,-1 1 2 0,-1-1-3 0,0 1-1 0,0 0 3 16,0-2-1-16,-1 1-1 0,0-1 1 0,-1 1-4 0,0-1 2 16,0 1 1-16,-1-2-3 0,0 1 0 0,-1 0-4 0,0 0-5 0,0 1 0 15,-1-1-2-15,0 0-2 0,-1 0-6 0,0 0-4 0,-1 0-12 16,0-1-13-16,-1-2-22 0,1 1-24 0</inkml:trace>
  <inkml:trace contextRef="#ctx0" brushRef="#br0" timeOffset="79753.91">20525 11331 1864 0,'-10'4'902'0,"5"0"-923"0,3-1-13 0,8-1-7 15,7 0 22-15,7 0 11 0,7 2 6 0,6 0 1 0,7 0-3 0,5 0 1 16,3-1-3-16,2-1-4 0,2 0-6 0,3 0-9 0,1 1-9 0,2 0-3 15,3 1 3-15,0 0-1 0,3 1 2 0,3 1-6 0,2 0-31 16,3-1-18-16,4 0-32 0,2 0-29 0,3 1-12 0,3 1-21 0,0-2 2 16,2 1 8-16,3-2 2 0,-1 0 6 0,4 0 8 0,-2-1 9 0,0-2 36 15,0-1 37-15,-2-5 36 0,-1-1 35 0,-2-2 31 16,-1-2 24-16,-4-3 28 0,0-3 25 0,-3-1 12 0,-5-4 11 0,0-2 8 0,-2-2 1 16,-3-2 4-16,-2 0 0 0,-1-2-16 0,-2 1-18 0,-2 0-10 0,-1-4-21 15,-3 1-3-15,-1-2-16 0,-1-1-12 0,-3 2-4 0,-1-2-10 16,-3 0-1-16,-4-1-13 0,-3-1-1 0,-4-1-4 0,-3 1-6 0,-2 1 1 15,-6 0-5-15,-3 0-1 0,-4-1 2 0,-5 1 4 0,-6-1-7 16,-2-3-11-16,-5-2-5 0,-5-3-9 0,-3-3 0 0,-7-1 10 0,-7 1 9 16,-4-2 9-16,-6 0 5 0,-3-1 5 0,-5-1 3 0,-2-1 0 15,-7-1 0-15,-3 0 10 0,-4-1 23 0,-2 2 27 0,-1 1 25 0,-2 4 4 16,0 2 3-16,-1 3-6 0,0 0-8 0,-2 2-22 0,1 2-21 0,-1 0-1 16,-2 4-11-16,1 2 11 0,-1 3-1 0,1 2-10 0,-2 3-2 15,0 4-1-15,-3 3-8 0,-2 4-4 0,0 4-6 0,-4 6 1 0,-3 3-2 16,0 5-5-16,-4 6-3 0,-1 7-9 0,-1 5-7 0,-3 5-11 0,2 8-14 15,-2 2-29-15,-1 4-19 0,3 4-43 0,0 3-66 0,3 3-90 16,1 1-171-16,1 2-181 0,3 2-271 0</inkml:trace>
  <inkml:trace contextRef="#ctx0" brushRef="#br0" timeOffset="80520.91">11312 9042 1397 0,'-8'-14'16'0,"4"0"-32"0,2-1-5 0,9 3 3 0,4 1 6 15,8-1-1-15,3 1-7 0,4-1-15 0,3 1-24 0,1 0-15 0,4 0-16 16,2 2-4-16,3 1 9 0,0 1 9 0,1 1 13 0,2-1 11 16,2-3 14-16,2 1 12 0,0 0 13 0,1 0 7 0,1 0 5 0,-1 0 5 15,0-1 5-15,1-1 18 0,1 2 25 0,-2-1 20 0,1-1 20 0,-1 2 19 16,0-2 6-16,0-1 3 0,-1 1-3 0,2 0-7 0,-1 1-6 16,3-1-6-16,1 0-5 0,1 0-4 0,1 0-13 0,3 1-6 0,0 2-13 15,2 0-7-15,2 1-13 0,0 2-10 0,1 1-2 0,3 3-11 0,0 1 1 16,0 4-5-16,-1 1-1 0,2 4-2 0,-1 1-2 0,-1 4 2 15,0 1 4-15,-5 2 0 0,0 1 6 0,-1 6 1 0,-1 5-6 0,1 5-3 16,-2 2-11-16,-2 4 1 0,-2 0-1 0,-4 1 1 0,-2 3 2 0,-2 0-1 16,-4-1-6-16,-3 2-3 0,-3-1 5 0,-5-2-5 0,-3 0 9 15,-4-1 0-15,-4-3-5 0,-3 0 5 0,-4-2-4 0,-5 0 1 0,-5-1-3 16,-3 0 9-16,-4 2 0 0,-5-2-3 0,-4 2 6 0,-4 0-15 16,-4-2-3-16,-5 3-1 0,-4-2-6 0,-3 2 1 0,-5-1 5 0,-2-2 5 15,-3-2 8-15,-1-4 5 0,-3-1 4 0,1-5 4 0,-1 0 1 0,0-3 1 16,0-3 4-16,1-1 1 0,-1-2 1 0,2-1 1 0,0-2-1 15,0-3-1-15,0-1 0 0,-1-1-2 0,1-1 2 0,-2-3 1 0,2 0 2 16,-1-2-2-16,0-1 5 0,2-1 2 0,1-2 2 0,2 0-4 0,1-2-10 16,4-2-7-16,0 0-6 0,4-3-7 0,1-1-6 0,-1-2-11 15,3-2-6-15,0-1-6 0,4-2-1 0,1-2-8 0,2-1-4 0,0-3-1 16,1 0-3-16,4-4-1 0,0-1 3 0,2-2 5 0,3 1 9 0,0 1 11 16,2 2 6-16,1 3 4 0,0 0 3 0,3 3 0 0,-1 1 1 15,1 1 2-15,1 3 5 0,0 0-3 0,1 2 1 0,2 1-10 0,0 2-4 16,1 0 0-16,1 2 8 0,0 1 7 0,1 2-2 0,1 1-6 15,0 1-21-15,1 1-14 0,1 0-23 0,1 2-24 0,0 0-21 0,0 0-16 16,0 0-22-16,2 1-17 0,2 1-20 0,0 1-13 0,1 0 8 0,2 2 23 16,1 0-140-16</inkml:trace>
  <inkml:trace contextRef="#ctx0" brushRef="#br0" timeOffset="92904.82">5851 8779 2155 0,'-18'-1'67'0,"3"0"-217"16,-3-1-20-16,5 0 37 0,3 1 77 0,0 1 83 0,1 1 18 15,-1-1-25-15,0 1-57 0,-1 0-67 0,0 0-48 0,-1 0-12 0,0 1 16 16,-1 0 38-16,0 1 43 0,-1-1 31 0,3 1 24 0,-3-1 14 0,0 0 11 16,-1 0 3-16,-3-1 6 0,2-1 5 0,-4 1 2 0,-1-1 1 15,0-1-5-15,-4 1-3 0,1 0-7 0,-4 0-1 0,0 0 6 0,0 0 7 16,-1-1 12-16,0 0 8 0,-1-1 3 0,0 1-5 0,-3-1-8 0,2-1-10 16,-3 1 2-16,4-1 5 0,-2 1 10 0,-2 1 13 0,2 0 6 15,-3 2 1-15,2 0-3 0,0 2-6 0,0 0-1 0,1 3 0 0,2 0-16 16,0 2-14-16,1 1-16 0,0 1-16 0,0 3 2 0,1 2 6 15,3 1-8-15,-1 0-1 0,-1 2 9 0,0 1-5 0,-1 3 6 0,3 1-8 16,0 3-13-16,2 1-8 0,-1 1-1 0,0 0-2 0,2 2-3 0,0-1-3 16,1 2 0-16,1 1 0 0,0 1 4 0,1 0 8 0,1-1 5 15,-1-3 8-15,1 2 7 0,2-2 3 0,-1 2 0 0,1-1 2 0,1 1-4 16,2-2 8-16,0 2 4 0,3-3 0 0,1 2 3 0,0-1-7 0,2 2 0 16,0-2 0-16,3 2 2 0,0-1 5 0,1 3-4 0,3 0 4 15,0 1-5-15,2-2 0 0,1 1 0 0,0-2 3 0,4 1-5 0,1-1 4 16,3 2-2-16,1-1-2 0,1 1 2 0,0-1 1 0,3 0 0 15,1 0 3-15,2-1-3 0,0 3-2 0,2-2 3 0,1 2-5 0,1-2 1 16,1 2 1-16,1-1 2 0,4 0 1 0,-1 0-1 0,2 0 0 0,1-3-3 16,1-1 5-16,1-1-6 0,3 1 0 0,1-2 0 0,0 2 1 15,0-3 4-15,1 0-8 0,2-1 3 0,2-2-1 0,1 1 5 0,2-1 4 16,0-1-5-16,1 0-3 0,2-3 1 0,1 0 5 0,3-1 1 0,0-3 4 16,0-3-10-16,1 0 5 0,1-2-2 0,1 0-2 0,2-1 9 15,0-1-8-15,1-3 1 0,1 1 0 0,1-1-1 0,2-2 2 0,-1 0 1 16,1-1-2-16,1 0-3 0,0-1-2 0,1-1 3 0,1 0 4 15,1-1-5-15,0 0 5 0,-1 0-2 0,1-1-4 0,-1-1 5 0,0 1-6 16,1-1-1-16,-2 1 2 0,1-2 0 0,-1 0 3 0,0 0 1 0,-2-1-3 16,0 0-1-16,-1-2-1 0,-1 0 1 0,-1 0-3 0,1-3 3 15,-2 0 2-15,0-1 3 0,-1-2 5 0,-1-2-1 0,0-2-1 0,-3 0 1 16,0-4-6-16,-1 0 3 0,-1-1 3 0,1-2-9 0,-2-2 6 0,-2-1 0 16,-1-3 0-16,-1-1 3 0,0-3 4 0,-2 0-2 0,0 0 2 15,-1-2 1-15,-3 1-8 0,-3-3-3 0,0 1 2 0,-5 0-1 0,0 1 3 16,-2 0 2-16,-1 0-1 0,-4 1 2 0,-2-1 1 0,-2 3-9 0,-4 0 1 15,-2-1 2-15,-3 1 0 0,-3 0 9 0,-3-1 0 0,-2 1 3 16,-2 0-4-16,-3-1 0 0,-2 0-3 0,-2-2-5 0,-1-1 1 0,-4 0-6 16,0-1 2-16,-2 0-3 0,-1 1-1 0,-1-3 3 0,-3 0-19 15,-1-1 14-15,-1-4-4 0,-2 2-2 0,-2 0 17 0,1 0-10 0,-2 2 0 16,0 1 3-16,-2 0 0 0,-2 0 2 0,-1 0 2 0,-3 0 1 0,-1 3-2 16,-3-1-3-16,-1 1 2 0,-3 0 0 0,-2 0-13 0,-2 3 11 15,0 0 0-15,-2 1 0 0,-4 2 13 0,1-1-11 0,-4 4-5 0,-2 1-1 16,-1 3 1-16,-2 3-4 0,-3 1 0 0,-2 1-8 0,-2 4 0 0,-2 1-1 15,-2 2-10-15,-3 3 3 0,-1 2-7 0,-4 3-8 0,-1 4-7 16,-1 3-18-16,-2 2-19 0,-1 4-28 0,-3 2-28 0,-1 3-45 0,-1 2-84 16,-2 5-115-16,-1 2-80 0,-3 5-165 0</inkml:trace>
  <inkml:trace contextRef="#ctx0" brushRef="#br0" timeOffset="103838.79">10642 12045 395 0,'-10'-11'129'0,"1"0"-106"0,0-2 13 0,5 5 6 0,3 1-6 15,1 0-15-15,0 0-9 0,1 0-7 0,1-1 1 0,1 1 0 0,3 0-4 16,1 0-1-16,1 1 0 0,2 1-2 0,2 1 4 0,1 1-3 0,2 0 2 16,1 2 1-16,1 1-2 0,2-1 3 0,3 1-1 0,0-1-2 15,2 1 2-15,0-1-2 0,3 0-2 0,2 0 1 0,1-1 0 0,1 0 3 16,-2-1-2-16,0 1 0 0,-2 0 0 0,2 0-1 0,0 0 1 16,0 0 1-16,0 0-2 0,1 0 1 0,-2 0 0 0,2 0 1 0,-1 0 2 15,2 0-1-15,-1-1 0 0,3 0-2 0,0-1 0 0,4 0-2 16,0-2 2-16,4 0-1 0,2 0 1 0,1 2-3 0,0 1-1 0,-2 1 1 0,2 2 0 15,-2 0 3-15,-2 2-1 0,1 1 1 0,-3 0-1 0,-1 1 0 16,1 1 1-16,-2 0 3 0,-1 0 5 0,-3-1 3 0,-1 2 6 0,-2 0-1 16,1 1-2-16,-1 0-1 0,-1 1-1 0,-1 1 2 0,-2 0-1 15,-2 0-2-15,0 2-2 0,0-1 0 0,-1 1-1 0,2 0 3 0,-2-1-1 16,-1-1-2-16,1-2 0 0,0-1 0 0,-2-1 3 0,2-1 2 0,0 0 0 16,1-2-3-16,1 0-1 0,1-2-4 0,3-1 0 0,-1-1-3 15,3-2-3-15,1 1 6 0,1-2-6 0,1 1 3 0,2 0 2 0,-2-2-5 16,1 1 3-16,-3 1-1 0,2-2-3 0,-1 2-1 0,1 0 3 15,0 2 0-15,-1 2 1 0,-2 1-1 0,-2 1-1 0,-2 1 4 0,-1 2 1 16,-3 0 5-16,0 1-1 0,1 0-3 0,-2 1 6 0,1 1-1 0,0 1 6 16,-2 2 17-16,0 0 1 0,0 1 2 0,-1 1 2 0,3 0-9 15,-1 0 1-15,0-1-2 0,0-2-6 0,-1 2 3 0,-1-2-1 0,1 1 4 16,1-1 6-16,0-1-1 0,2-1 2 0,1 0 0 0,1-1 4 0,1-2-3 16,-1 0-1-16,2-1 1 0,0 0-9 0,1 0-4 0,-1 0 0 15,2 0-1-15,1-1 0 0,0 0-3 0,0 0-1 0,0 0-6 0,0 0-1 16,1 0-2-16,2 0 0 0,0 1-6 0,0 0-1 0,0 1 4 0,-1 0-7 15,2-1 4-15,0 1 0 0,2 1 2 0,-1 0 1 0,1 1-3 16,0-1 0-16,0 0-1 0,0 0 1 0,0 1 0 0,1-1-1 0,-2 1 1 16,1 0-1-16,2-1 1 0,-2-1 6 0,1 0-3 0,-1-1 1 15,-3-2 0-15,1 2-4 0,0-2 9 0,0 1 2 0,0-1-2 0,-1 0 7 16,0-1-3-16,0 1 8 0,-1-1 4 0,-1-1-1 0,1 1 1 0,-1 0-1 16,1-1-1-16,-2 1-1 0,2 0-5 0,-1-1-3 0,2 0-4 15,-2 1 5-15,2-1 2 0,-2 0-10 0,1 0 3 0,1-1-11 0,1 1 0 16,0 0 7-16,2-1-9 0,-1 1 9 0,-1-1-6 0,2 1-8 0,-2-1 7 15,1 1-6-15,0-1 3 0,-1 1 4 0,-2 1-7 0,0-1 6 16,1 1 0-16,0 0-4 0,-1-1 4 0,-1 1-3 0,0-1-2 0,-2 1 7 16,2 0-2-16,-2-1-4 0,3 0 2 0,-1-1-1 0,0 1-3 15,-1 0 6-15,0-1-7 0,-2 0 7 0,0 0-5 0,-2 0 4 0,0 0 6 16,-1-1-2-16,-1 0-1 0,1 1-1 0,-2-1-1 0,-1 1-1 16,2-1 3-16,1 0-2 0,1 1-1 0,-1 0-1 0,0 1 1 0,0-1 1 15,0 1-2-15,2 0 1 0,0-1-2 0,2 2 0 0,1-1-2 0,2 1-2 16,-1 0 5-16,3 0-1 0,1 0 2 0,1 0-1 0,2 0-1 15,1 0 0-15,1-1-1 0,2 0-5 0,2 1 6 0,2-2-4 0,0 1 1 16,1-1 3-16,0 0 0 0,2 1-1 0,0 0-3 0,1-1 0 0,-1 1-1 16,-1-1 3-16,1-1 7 0,-2 1 1 0,1-1-4 0,0 2 3 15,0-1-7-15,1 0 5 0,-1 0 2 0,-1 0-6 0,0 0 5 0,0-1-7 16,1 1 0-16,-1 0 6 0,-1 0-1 0,1 0 1 0,-1-1 2 16,-1 0-7-16,2 0 4 0,-2-1-2 0,2 1 1 0,-1-2-1 0,-1 1-5 15,-1 1 9-15,3-2-8 0,-1 0 3 0,-1-1-2 0,0-1 1 0,1 2 1 16,-2-1 1-16,-1 1 6 0,0-1-9 0,-2 1 0 0,1-1 1 15,0-1-1-15,0 1 4 0,-4-2 6 0,1 0 1 0,-3 0-4 0,0 0 0 16,1 1-1-16,-3-1-6 0,1-1 6 0,-2-1-2 0,-1 1 1 0,-1 0 1 16,1-1-8-16,-3-1 2 0,0 1-3 0,-3-3 4 0,1 0-1 15,-3 0-6-15,1 0-6 0,-2 1 0 0,-1-3 0 0,-2 0 6 0,-2-1 1 16,-3 1-7-16,-1-1 1 0,-2-1 8 0,-3 1-1 0,-1-1 0 16,-4-2-9-16,0-2-13 0,-2-1-6 0,-4-2 2 0,-3-1-3 0,-4-1-2 15,-4-3 0-15,-6-2 6 0,-7-5 13 0,-9-2 8 0,-9-5 16 0,-7-2 11 16,-7 0 3-16,-5 1 13 0,-4 2 10 0,-1 2 3 0,-1 2-11 15,0 2 1-15,0 2-12 0,0 2-12 0,-1 2 9 0,-1-1-20 0,-2 3-3 16,-3 0-3-16,-3 2-2 0,-4 1 7 0,-3 0-3 0,1 1 6 0,-3-3 1 16,0 0-9-16,-3-1 3 0,-5-1 1 0,-5 1-1 0,-6 1 2 15,-4 0-5-15,-3-2-5 0,-4 2 0 0,-4 0-4 0,-4 0-6 0,-2 3-15 16,-3 0-8-16,-4 2 0 0,-1 3 1 0,-2 0 9 0,-2 3 9 0,0 2-15 16,0 1 19-16,-2 2 11 0,-1 1 3 0,0 3 26 0,1 2 1 15,5 1 9-15,5 3-3 0,5 1-3 0,4 1-6 0,1 2-14 0,3 0 2 16,2 0-2-16,1 1-5 0,4 0 2 0,0 0-3 0,3 0 0 15,2 1 5-15,0-1-4 0,3-2 7 0,2 2-2 0,-1-1-3 0,5 1 6 16,-1 2-11-16,-1 2 1 0,-1 1-4 0,1 0 0 0,1-2 11 0,2 2-3 16,0 0 8-16,0-1 6 0,-2 2-6 0,1 1 6 0,-2-1-12 15,-1 3 0-15,2-1 5 0,0 2-4 0,-2 0 3 0,2 0 0 0,1 1-6 16,0 1-1-16,2-2-2 0,1 0 0 0,1-1 1 0,1 0 4 0,3 1-5 16,2-1 3-16,4 1-3 0,1 1-3 0,4-1 7 0,4-2-5 15,3-1 5-15,3 0 4 0,4-1-2 0,2 0 1 0,4-1-4 0,4 2 5 16,1-1-4-16,3 1 1 0,3 1 2 0,2 0-5 0,4 1 5 15,2 2 0-15,4 1-1 0,1 0 3 0,2 2-6 0,2 1 2 0,2 1-4 16,3 0-8-16,6 2 3 0,0 0-5 0,3 2 12 0,3 0 4 0,1 3 1 16,3 0 2-16,2-1-7 0,4 2-2 0,4-2-2 0,3 0-3 15,4 0-5-15,4 0-3 0,3-2-2 0,1 1-5 0,6-2 3 0,2-1-4 16,3 0 0-16,5-2-1 0,3 0-15 0,3-1 1 0,2 0-14 0,3 0-17 16,6 1-15-16,5-2-34 0,5-1-39 0,6 0-40 0,5 0-52 15,7-3-49-15,7-1-91 0,5 1 54 0</inkml:trace>
  <inkml:trace contextRef="#ctx0" brushRef="#br0" timeOffset="113039.64">16754 13394 602 0,'0'-1'193'0,"0"1"-113"0,0 0-42 0,1-2-27 0,0-1-40 15,1 0-37-15,2 1-28 0,0-1-12 0,2 1 14 0,2 0 23 0,0 1 23 16,2 0 16-16,-2 1 10 0,2 0 8 0,0-1 3 0,0 1 2 15,1 0 1-15,0-1-2 0,0 0-2 0,3 0-6 0,0-1-7 0,1-1-5 16,-1 1-8-16,2-1 2 0,0 0 6 0,1 0 7 0,-1-1 3 0,1-1-3 16,-1 1-8-16,1-1-10 0</inkml:trace>
  <inkml:trace contextRef="#ctx0" brushRef="#br0" timeOffset="113122.64">17210 13292 4 0,'29'-8'4'0,"3"2"-1"0,8-3-1 0,1 0-1 0,-1 1 0 16,2 0 0-16,4 0 0 0,3 2-1 0,1-1 1 0,2 1-1 15,1 0 0-15,2 0 0 0,2 1-1 0,1 0 1 0,1 1 0 0,2 0-1 0,1 2 2 16,0 1-1-16,1 1-1 0,0 1 1 0,1 3 0 0,1 1 1 15,1 3 0-15,1 2-1 0,-2 1 0 0,1 4-1 0,-3 2 0 0,-1 3-2 16,0-1 0-16,-2 3-5 0</inkml:trace>
  <inkml:trace contextRef="#ctx0" brushRef="#br0" timeOffset="119672.69">8820 13884 2300 0,'-18'-9'202'0,"-2"-1"-147"0,-5-4-36 0,8 0-22 15,2 2-2-15,1-4-5 0,3-1-12 0,1-1-19 0,4 2-11 0,-2-3 2 16,1 2-1-16,0 0-2 0,0 0-28 0,-1-1-41 0,0 1-32 0,0 1-13 15,1-2 22-15,-3 1 39 0,1 0 47 0,-2 3 41 0,0-1 33 16,-1 1 25-16,2 0 22 0,-2 3 29 0,-1-1 28 0,1 1 15 0,0 0 10 16,2 1-15-16,0 0-23 0,2-1-20 0,0-1-31 0,3 0-7 15,1 1-14-15,1-2-7 0,3 2 0 0,1-2-12 0,2-1 1 0,1 0-9 16,2 2 1-16,3-1-12 0,2 2 11 0,3-1-4 0,3 1 0 0,3-1 8 16,2 2-12-16,3-2 1 0,3 0-3 0,2 1 1 0,4 0 0 15,1 2-1-15,2 0 3 0,3 1-1 0,0 2-4 0,2 0 6 0,2 1-5 16,-1 1 4-16,3 1 1 0,1 1-1 0,3 1 7 0,-1 1-6 0,2 0 12 15,2 2 3-15,2-1-2 0,0 1 3 0,1 1-9 0,0 0-4 16,2 0 1-16,3 1 2 0,0 1-4 0,0-1-3 0,2 0-2 0,0-1 4 16,2 0 0-16,1-1-1 0,0 1 1 0,1-1-2 0,0-1 3 15,1 0 0-15,-2 0-3 0,1-1 5 0,-1 0-6 0,-2 1-4 0,0 1 5 16,-2 1-3-16,-1 1-1 0,-3 2 4 0,-1 0-3 0,-3 3 1 0,-2 2 4 16,-2 2 0-16,-2 0-6 0,-1 3 19 0,0 2 0 0,-1 2-6 15,-2 2 6-15,0 3-15 0,-3-1 2 0,0 3 6 0,-1 1 0 0,-3 1-3 16,0-1 0-16,-1 2 0 0,-1 1 3 0,0 3 2 0,-3 0 0 0,-2 3 5 15,-2-2 3-15,-2 3 11 0,-3 0 6 0,-2 2 7 0,-3 4-4 16,-4-1-7-16,-2 3-2 0,-4 0 4 0,-3 2 2 0,-4 1 1 0,-4 1-2 16,-5 1-10-16,-4 1 1 0,-3-1 0 0,-5 1-11 0,-4-2-1 0,-3-1-2 15,-7-1-13-15,-3 0-5 0,-8-1-2 0,-5-3-13 0,-7 0 8 16,-4-3 2-16,-5-1-2 0,-7-1-4 0,-6 1 4 0,-6-3-6 0,-8-2 3 16,-4-2 3-16,-4-3 5 0,-3 0 16 0,0-4 0 0,-2-2 4 15,-3-1 3-15,1-5-4 0,-1-2 8 0,0-3 5 0,3-3-5 0,1-4 1 16,2-3 4-16,1-4-5 0,4-1 7 0,1-5 10 0,6-2-5 0,2-3 3 15,7-3 6-15,0-2-17 0,4-3 0 0,5-2-4 0,2 0-14 16,5-4-2-16,2-1-4 0,2-4-9 0,4-3-9 0,3-3-8 0,6 0-14 16,2-3-11-16,4 2-15 0,2-2-36 0,2-3-32 0,4-1-56 0,4 0-54 15,5-1-82-15,2-4-123 0,5 1-90 0,3-2 30 0,5-2-107 16</inkml:trace>
  <inkml:trace contextRef="#ctx0" brushRef="#br0" timeOffset="139475.85">4397 2473 100 0,'6'15'15'0,"5"7"-2"16,4 5-7-16,8 0-5 0,1-6 0 0,4 1-1 0,8 1 3 15,4 3 2-15,7-1-2 0,5 3-1 0,5-1 0 0,6 3-1 0,5 1-4 16,7 2 2-16,4 3-3 0,6 2 1 0,7 2 2 0,4 1 0 0,10 1-1 16,5 2-1-16,6 2 2 0,8 0-4 0,4 1 2 0,5 2 1 15,9-1 0-15,5 0 3 0,5 0 0 0,4 0 1 0,3 0-2 0,4-1 1 16,5-3-1-16,4-1 0 0,3-5-2 0,4-2 2 0,4-3-1 0,1-4 0 15,4-3 2-15,1-6-1 0,2-5 4 0,3-5-2 0,0-5 1 16,3-4-1-16,0-4-1 0,0-6 2 0,2-3 3 0,0-5 2 0,-3-5-1 16,3-3 2-16,-2 0-2 0,-1-4 0 0,-2 1 1 0,-1-3 0 15,-1-2 0-15,-2-2-1 0,-1-2 0 0,-1-1-2 0,-4-2 0 0,-2 0 1 16,-4-1-2-16,-3-5 1 0,-3-1 3 0,-2-3 4 0,-2-2 1 0,-3-3-1 16,-4-1-5-16,-4-4-4 0,-6 0 1 0,-3 0 0 0,-8 0 2 15,-2 0 1-15,-4 0 9 0,-6-7 3 0,-2-8 2 0,-7-7 3 0,-4-9-8 16,-4-10 5-16,-7-3-1 0,-6-8-6 0,-54 56 20 0,8-13-6 0,-5 5 3 15,6-12 5-15,-7 2-22 0,5-10 3 0,-8 2 0 0,2-11 1 16,-27 47-4-16,1-5-1 0,-6-1-1 0,3-3 2 0,-5 0 5 0,-1-5-28 16,-3-1-2-16,-1-5-10 0,-3 2-7 0,0-5 11 0,-5 0-6 15,0-5-23-15,-4 1-29 0,-2-7-35 0,-2-2-49 0,-1 1 159 0,-1 6 0 16,0 5 0-16,-1 6 0 0,1 4 0 0,0 5 0 0,-1 5 0 0,2 8 0 0,0 11 0 0,1 31 0 0,1 0 0 0,1 0 0 0,2 0 0 0,1 0 0 0,3 0 0 0,1 0 0 0</inkml:trace>
  <inkml:trace contextRef="#ctx0" brushRef="#br0" timeOffset="4276.86">22888 14423 3005 0,'16'28'48'0,"-1"-4"-8"0,4 2-18 0,-2-10-6 0,-1-8-16 16,2-4-5-16,3-3 1 0,1-4-8 0,3-3 7 0,2-3 3 0,-1-2-5 16,2-4 12-16,-2-4-3 0,1-6 0 0,0-5 7 0,-1-6-4 15,-2-8 4-15,-1-5-4 0,-1-8 5 0,-4-5 1 0,-2-7 6 0,-3-5-3 16,-1-5-3-16,-2-6-6 0,-2-4-3 0,-1-5-5 0,-1-2-1 16,-3-3 4-16,-1-1-14 0,-2 0 0 0,-3-1 7 0,-1-1-5 0,-2 1 15 15,-2-1 1-15,-1 0-6 0,-1 0 11 0,-1-1 3 0,0-1 9 0,-1 0 4 16,1-3 2-16,0 0-10 0,2-1 1 0,2-1-2 0,2-3-3 15,2-2-4-15,3 1 5 0,2-2-12 0,2 4 0 0,3-1 3 0,2 2-8 16,2 2 3-16,1 3-2 0,1 4 9 0,1 1-7 0,1 4 6 0,1 1-6 16,1 5-9-16,3 1 7 0,1 4-5 0,3 2-1 0,1 3 3 15,0 4-6-15,1 2 9 0,0 1-3 0,4 2 3 0,1 2 0 0,4 1-1 16,2 1-6-16,4 1-7 0,1-1-2 0,3 3-3 0,3 0 10 16,3 0 6-16,1 0-3 0,3 3 7 0,1 0-8 0,3 1 11 0,0 2-6 15,1 1 1-15,1 1-5 0,0 2 1 0,2 2 11 0,1 1-8 0,1 4 10 16,2 1-3-16,2 1-3 0,-1 2 6 0,4 4-3 0,1 1 1 15,3 2-4-15,2 2 0 0,1-2 0 0,4 3-9 0,1 1 2 0,4 1 1 16,3 1 1-16,0 2 5 0,4 0 4 0,0 1-1 0,1 1-1 0,3 2 1 16,1 1 3-16,2 1-3 0,3 3 1 0,1 0 1 0,3 1 2 15,2 0 2-15,4 2 4 0,3-1-1 0,0 2 2 0,6 1-1 0,1 0-3 16,1 2 1-16,5 0-4 0,0 0 1 0,5 1 2 0,1 0 1 16,1-2 4-16,5 0 1 0,1-1 6 0,2 1-2 0,3-1 0 0,0 0 9 15,3 1-7-15,0-1 8 0,2 1-8 0,0-1-4 0,4 0 1 0,0 0-13 16,3 1-3-16,0-1 11 0,-1 1-1 0,2 0 9 0,-3 2-1 15,-1 1-19-15,0-2 2 0,-4 0-6 0,-1 0-4 0,-6 2 6 0,-2 1-11 16,-4 1-10-16,-5-1-9 0,-4 0-24 0,-68 5-20 0,13-2-51 0,-5 0-63 16,14-1-86-16,-2-1-124 0,12-1-158 0,-6-2-113 0,-38 4-233 15</inkml:trace>
  <inkml:trace contextRef="#ctx0" brushRef="#br0" timeOffset="5360.86">27473 8920 2811 0,'-12'2'85'15,"2"2"-110"-15,-1 4-14 0,5 3 8 0,4 2 21 0,1 4 2 0,1 6 3 16,1 2 2-16,-1 6-4 0,1 3 2 0,-1 2 3 0,0 2 2 0,-1 1-6 16,0 3 4-16,1 0 1 0,0 2-6 0,0 2 5 0,1 2-11 15,0-1 16-15,3 1 6 0,1 0-4 0,2-1 8 0,2-3-18 0,1-1 2 16,1 0 1-16,1 0 2 0,1-3 0 0,0-1-3 0,0-2 3 16,-2-3-2-16,0 0 2 0,1-2 3 0,-2-1-4 0,0-3 2 0,0-3-12 15,-3-3 1-15,2-2 16 0,-2-3-4 0,-2-2 8 0,0-3-10 0,0-2-18 16,-1-3-6-16,1-3-12 0,-1-1-15 0,0-4-24 0,0-2-16 15,-1-3-11-15,1-4-30 0,0-5-38 0,-1-4-19 0,0-6-19 0,-1-4 3 16,0-6 22-16,0-4 30 0,-2-2 48 0,-1-3 48 0,-1 1 51 0,-2-1 42 16,-1-1 35-16,-2 0 30 0,-1 0 21 0,-1 0 5 0,0 0-4 15,-1-1-23-15,0 0-3 0,-2 1-9 0,2 1-5 0,-2 2 8 16,1 2-11-16,0-1 0 0,0 3-8 0,1 3-3 0,1-1-1 0,0 3-4 16,0 2-4-16,1 2-10 0,3 4-6 0,0 3-14 0,2 0-4 0,2 3-8 15,1 2-10-15,2-1-4 0,0 3-5 0,3 1-1 0,1 0 1 0,4 2-1 16,2-1-3-16,1 0-17 0,6 1-4 0,2 1 4 0,3 1 11 15,4 1 12-15,2 0-1 0,3 2 2 0,2 1-11 0,0 2-1 0,0 2 4 16,0 3-2-16,-3 3 2 0,0 2-10 0,-1 3 2 0,-2 2 1 0,-3 4 17 16,-1 2 10-16,-5 3-4 0,0 2-2 0,-4 1-9 0,-1 3-9 15,-2 0-2-15,-3 2-1 0,-1-1-10 0,-2 1 5 0,-3 0 2 0,-2 0-1 16,-4-1 5-16,-2-3-11 0,-3 0-12 0,-2-4 1 0,-2 1-5 16,-2-2 11-16,-4-1 16 0,-3-1-3 0,-3-1 9 0,-5 0 3 0,-1-2 8 15,-4-1 11-15,0-1 9 0,1-1 11 0,2-2 3 0,0 0 0 0,2-2 1 16,1-2-7-16,2 1-3 0,3-1-7 0,1 0-9 0,1 1-6 15,3-1-7-15,-1 1-1 0,2 1 5 0,2-1-5 0,-2 0 8 0,4 0 5 16,1 2-1-16,3 0 26 0,3 2-4 0,2 1-5 0,2 0 1 0,3 1-15 16,2 1-4-16,4 1 7 0,4 2 2 0,3 1-2 0,4-1 0 15,3 1-3-15,3-1 0 0,3-2-4 0,4 0-1 0,3-1-2 0,1 0-4 16,1-1 1-16,2-2-4 0,2-1 3 0,1 0 1 0,-1-1 0 16,1 0-4-16,-2-1 3 0,-1-1-4 0,0 0-2 0,-1-2 2 0,-3 0-5 15,1-1 3-15,-5 0-3 0,1 0-15 0,-5-2-31 0,0 0-44 0,-3-2-47 16,-3 0-47-16,-2-2-34 0,-1-1-34 0,-2 0-48 0,-2-2-49 15,1-1-32-15,-1-3-237 0</inkml:trace>
  <inkml:trace contextRef="#ctx0" brushRef="#br0" timeOffset="5627.85">29182 9311 2808 0,'-1'1'311'0,"0"3"-339"0,1 4-24 0,1 3 9 0,2 3 28 15,2 3 10-15,0 2 1 0,-1 5-1 0,-1 3-5 0,-2 3-2 0,0 1 10 16,-2 3-3-16,-2-2 4 0,0 3 4 0,-1-1-8 0,-1 0 0 16,-1 0 0-16,2 0 0 0,-2 0-4 0,1 0 4 0,2 0-5 0,1-1-3 15,1-2-3-15,1-3 0 0,0 1 4 0,2-3 0 0,-1-3-4 0,1 0-9 16,0-2-14-16,0-1-10 0,1-2-13 0,-1-3-9 0,1-3-25 15,1-1-21-15,-2-3-23 0,2-1-36 0,0-1-24 0,0-3-31 0,0-3-50 16,-2-1-47-16,-1-4-39 0,-1-4-134 0</inkml:trace>
  <inkml:trace contextRef="#ctx0" brushRef="#br0" timeOffset="5844.85">28929 9176 2552 0,'7'-5'30'0,"3"1"-58"0,6 0-1 0,3 1 18 16,4 2 11-16,2 1-5 0,1 2 1 0,1 1-1 0,1 1-3 15,0 1 7-15,2 1-1 0,-2 1 4 0,-1-2 1 0,-3 2 0 0,1 0 0 16,-1 0-4-16,0 0 1 0,2-1-2 0,-1 0-4 0,1 0 3 16,-1-1-4-16,-1 0-5 0,-1-2-4 0,-1 1-11 0,-1 0-28 0,-1-2-30 15,-3 0-30-15,0 0-45 0,-2-1-30 0,-3 0-41 0,-2 0-49 0,-3 0-25 16,0-1-12-16,-2 1-185 0</inkml:trace>
  <inkml:trace contextRef="#ctx0" brushRef="#br0" timeOffset="6043.86">29057 9526 2593 0,'0'-4'239'0,"2"3"-272"0,3 0-21 0,4 1 8 0,5 0 22 0,4 0 18 16,1 0 1-16,4 0 0 0,3 0-2 0,1 1 7 0,1-2 0 0,0 0-1 15,0-1 1-15,-2 0 1 0,2 0 1 0,0 0-10 0,0-1-3 16,1 0-7-16,0-1-7 0,-1 1-29 0,0 0-49 0,1 2-50 0,-2-3-63 16,1 1-30-16,-3 0-29 0,-1 0-12 0,-1 1-2 0,-4 0 10 15,0 0 2-15,-2 1-71 0</inkml:trace>
  <inkml:trace contextRef="#ctx0" brushRef="#br0" timeOffset="6393.85">27986 10458 2168 0,'-25'4'1489'0,"2"3"-1491"0,-6 4-39 16,6 6-8-16,7 3 15 0,3 4 25 0,0 4 11 0,1 2 0 0,-3 6 1 15,-2 2-1-15,-2 1-11 0,-1 0 9 0,-2 1 2 0,-1 1-2 16,-3 1 13-16,-1-1-11 0,0 4 3 0,-1-1 7 0,1 1-7 0,-2 0 4 16,0 1-3-16,1-1-6 0,0 0 0 0,0 0-2 0,1 2-15 15,-2-3 17-15,-1 0 0 0,0 0 2 0,-1 0 24 0,0 0-16 0,0-1 1 16,3 2-2-16,-2-2-1 0,3-2 3 0,0-2 2 0,4-4 1 16,1-1-12-16,2-2 1 0,3-2 1 0,0 1 6 0,1-2 3 0,1-1-21 15,3-2 23-15,-1-3-5 0,1-1 1 0,1-1 9 0,2-2-22 0,2 0 0 16,0-3-4-16,0-1 8 0,1 0-2 0,1-1 2 0,1-1 0 15,0-4 0-15,1 0-8 0,1-2-11 0,0-2-10 0,1-1-26 0,1-1-18 16,0-1-37-16,0-2-39 0,0-1-55 0,1-2-69 0,0-1-97 0,0-3-148 16,1-2-131-16,0-4-290 0</inkml:trace>
  <inkml:trace contextRef="#ctx0" brushRef="#br0" timeOffset="7010.86">25338 12874 2847 0,'-5'1'272'16,"0"0"-244"-16,0-1-32 0,2 2-10 0,2 0 0 0,2 3 0 16,1 3-1-16,2 3 1 0,-2 3 7 0,0 2 3 0,-1 5 13 0,-1 2 7 15,-1 3-6-15,-1 2-1 0,1 0 0 0,-2 2 1 0,0 2 1 0,1 1-3 16,-2 0-6-16,1 1 3 0,1 0 6 0,0-1-1 0,0 1-4 15,1-4-5-15,0 1-2 0,1-2 2 0,0-2 5 0,1-2-5 0,1-1 3 16,-1-2-2-16,1-2-2 0,0 1 7 0,2-2-5 0,0-2 1 0,0 0 6 16,1-3-7-16,0 0 12 0,0-3 0 0,1-2-1 0,2 0 4 15,2-1-8-15,2-2 2 0,2 0 4 0,2-2-6 0,2-1 3 0,1-2-3 16,1-2 2-16,1-2-6 0,3-2 3 0,1-2-1 0,2-3-5 16,1-2 9-16,2-1-2 0,-1-4-4 0,2-2 1 0,-1-1-3 0,1-3 3 15,0-2 5-15,0 1-2 0,0-3 0 0,0 0 9 0,-2-5-3 0,0-1 7 16,-1-3-14-16,-2 0 3 0,2-4-2 0,-3 1-5 0,-1-2 20 15,-2-2-11-15,-2-2-9 0,-3 1-1 0,-2-1-10 0,-4-1 1 0,-2 2 8 16,-4 2-7-16,-3 3-3 0,-4 1 1 0,-3 3-3 0,-4-1 10 0,-1 4-20 16,-3 1 15-16,-3 3-3 0,-2 0-8 0,-3 4 14 0,-5 0-15 15,-2 3-3-15,-3 2 3 0,-1 2-4 0,-3 2-1 0,-2 3 2 0,-2 4 12 16,-1 1 5-16,0 3 1 0,-2 3 7 0,1 1-8 0,-2 3 3 16,0 4-2-16,-1 2-5 0,0 5 3 0,0 2 4 0,-2 4 2 0,1 2-9 15,0 3 1-15,1 3-15 0,1 2 26 0,2 2-5 0,1 3-11 0,3 1 8 16,2 1-44-16,4-2-13 0,5 0-28 0,3 0-39 0,4-2-54 15,5 1-70-15,5-3-63 0,2 0-48 0,5-4-42 0,4-1 3 0,5-2 16 16,3-5-140-16</inkml:trace>
  <inkml:trace contextRef="#ctx0" brushRef="#br0" timeOffset="7210.86">26050 12966 1231 0,'27'-7'428'15,"4"-1"-315"-15,6-3-35 0,-4 1 15 0,-5 2 20 0,2 1 11 0,-3 2-6 16,1 0-33-16,-3 2-22 0,-1 1-7 0,-2 2-6 0,-4 1 2 15,-1 2 1-15,-2 2-6 0,-2 0 4 0,-2 3 2 0,-2 0 0 0,-1 2-6 16,0 2-7-16,-2 2-7 0,0 1-8 0,-3 2-2 0,1 3-4 0,-1 0-11 16,0 2 1-16,-2 2-11 0,-1 0 2 0,-1 3 0 0,-1 0-2 15,0 2 4-15,0 0-4 0,-1 1 1 0,1-2-3 0,0-1 4 0,0-1-10 16,1-2-7-16,1-1-18 0,0-2-12 0,2-2-19 0,0-1-22 16,1-3-17-16,1-2-18 0,1-1-18 0,0-4-33 0,1-2-50 0,-2-3-41 15,1-3-50-15,-1-2-41 0,-1-4 0 0,-1-7-202 0</inkml:trace>
  <inkml:trace contextRef="#ctx0" brushRef="#br0" timeOffset="7393.86">26129 12766 2517 0,'-3'0'700'0,"2"-2"-673"0,1 0-39 0,5-2-24 0,3 0 10 15,5-1 6-15,6-1 3 0,3-1-4 0,3 1-2 0,3-1 1 0,0 1-3 16,3 0-2-16,-1 0-18 0,1 2-24 0,-3 0-13 0,1 1-15 15,-3 2-13-15,0 0-2 0,-3 1-17 0,-2 1-15 0,-2 0-27 0,-1 2-36 16,-3 0-28-16,0 1-21 0,-1 1-16 0,-1 1-8 0,-1 0 3 0,-1 0-145 16</inkml:trace>
  <inkml:trace contextRef="#ctx0" brushRef="#br0" timeOffset="7576.86">26784 13205 3520 0,'1'12'135'0,"1"0"-141"0,1 6-26 15,3 0-9-15,2 2 9 0,6 3 14 0,2 4-3 0,1-1-16 0,-1 2-7 16,-1 0-10-16,-1 0-26 0,-2-1-37 0,-1 1-72 0,-4-2-91 0,0 2-100 16,-3 2-96-16,-3-2-96 0,-2 4-332 0</inkml:trace>
  <inkml:trace contextRef="#ctx0" brushRef="#br0" timeOffset="8110.86">28171 10731 2729 0,'-2'-1'95'0,"1"2"-115"0,2 1-26 0,2 2 4 0,2 1 14 16,2 2 9-16,0 3 1 0,1 3 7 0,-1 2 6 0,2 3 8 15,-2 2 3-15,1 0-2 0,-1 3 4 0,1 3-2 0,-2 1-3 0,1 4-3 16,-1 1-1-16,0 5 1 0,2 1 5 0,1 3-4 0,2 1 2 0,0 0-3 16,4 2 4-16,0 1 0 0,2 3-12 0,2-1 16 0,1 1 1 15,1 1 0-15,1 0 14 0,1 0-12 0,0-1-4 0,2-1 0 0,-2 0 1 16,2-1-5-16,-2-4 0 0,0-3 1 0,-2 0-3 0,-2-3 1 16,-1-2 1-16,-1-3-16 0,-2-3 10 0,-1-1 0 0,-2-3-14 0,1-3 2 15,-1-1-38-15,-2-4-51 0,-1-4-55 0,-1-2-91 0,-1-1-80 0,-1-3-71 16,-2-2-43-16,1-3-164 0</inkml:trace>
  <inkml:trace contextRef="#ctx0" brushRef="#br0" timeOffset="8576.88">28759 12584 1943 0,'-11'8'983'16,"0"0"-962"-16,-3 2-60 0,2 3-38 0,4 0 12 0,1 3 29 0,1 1 13 16,0 5 17-16,0 2-12 0,-2 2 0 0,0 3 5 0,0-1 9 15,-1 1 0-15,0 0 3 0,2-1-1 0,-2 1-1 0,0-2 5 16,0-1-2-16,2-2 0 0,-1-2-2 0,0-3-4 0,0-3-9 0,1 0-1 16,-2-3-5-16,1 0 1 0,-2-4 6 0,1 0 6 0,-1-1 14 0,1-2 11 15,-1-2 10-15,0-1 12 0,2-3-1 0,1-1 0 0,2-1-1 0,1-1-9 16,1 0-3-16,2 0-2 0,1 0-5 0,1 0 4 0,0 1-6 15,2-1-5-15,1 1-1 0,1 1-5 0,3 1 3 0,1 2 2 0,2 2 2 16,1 2 0-16,3 1 1 0,1 3-1 0,1 0-7 0,0 2-1 0,2 0-9 16,1 0 6-16,-1 0-2 0,2 1-1 0,-1-1 4 0,0-1-7 15,3 0 1-15,0-2 4 0,1-1 0 0,1-1 5 0,-2-3-11 0,2-1 11 16,-1-2 0-16,-1-3 3 0,0-1 11 0,1-4-7 0,-2-1 0 16,1-3-2-16,0-1 6 0,0-3-4 0,-1-1-5 0,-1-4-2 0,-1 0-1 15,-2-2-8-15,-1-1 8 0,0 0-3 0,-3-1-2 0,-1-2 1 0,-3 0-2 16,-4-4-2-16,0 0 4 0,-3-3-1 0,-3 0 2 0,-2 1 1 15,-2-2 3-15,-3 0 4 0,0-1 0 0,-3-1-4 0,-2 1-12 0,-1 2-2 16,-2 0 1-16,0 4-5 0,-1 0 15 0,-2 4 3 0,0 2 4 0,-3 3 5 16,-2 1 0-16,-1 3-2 0,-1 2-1 0,-2 2-4 0,1 1 0 15,-1 2-11-15,1 2-6 0,-1 3-15 16,0 2-13-16,-1 3-10 0,1 1-14 0,-1 3-10 0,0 3-10 0,0 2-15 0,-1 2-31 0,-1 4-44 16,-1 2-67-16,0 3-78 0,0 2-107 0,2 3-75 0,1 2-198 0</inkml:trace>
  <inkml:trace contextRef="#ctx0" brushRef="#br0" timeOffset="8793.88">29143 12655 2837 0,'7'6'142'0,"0"1"-85"0,4 0-44 0,1 4 8 0,0 0-14 0,4 2 3 15,0 3 4-15,-1-1-5 0,-1 3 5 0,-1 0-5 0,-1 2-7 0,-1 3 3 16,-2-1-9-16,-1 2 3 0,0 0-1 0,-2 0-5 0,-1 3 3 15,-1 0-8-15,-1 0-4 0,-1 0-6 0,-1-3-8 0,0-1-2 0,0-2-1 16,0-3-7-16,0 0-9 0,0-2-28 0,0-1-25 0,0-4-30 16,-1-1-45-16,0-2-49 0,-1-2-42 0,-1-3-26 0,0-3-37 0,-1-2-12 15,-2-4-29-15,-2-4-88 0</inkml:trace>
  <inkml:trace contextRef="#ctx0" brushRef="#br0" timeOffset="8943.88">28996 12549 2856 0,'-1'-2'237'16,"0"-1"-185"-16,0-2-45 0,3 1-16 0,1-1 2 0,5 2 9 0,3-1-5 0,3 1-6 16,1-1-2-16,1 1-3 0,3 0 0 0,1 1-3 0,1 1 3 15,3 0-12-15,1 1 4 0,-1-1-12 0,0 1-22 0,0-1-23 0,-2 1-44 16,0 0-52-16,-3 0-69 0,2 0-82 0,0-1-72 0,-1 0-46 16,0-1 8-16,-2-1-112 0</inkml:trace>
  <inkml:trace contextRef="#ctx0" brushRef="#br0" timeOffset="9210.88">29720 12824 2662 0,'7'4'194'0,"1"0"-164"16,6 2-27-16,2-2-4 0,4 1-3 0,1 0 13 0,3-1 4 0,-1 2-4 15,1-1-4-15,-2 0-4 0,-3 1-1 0,-1 1 4 0,-2 0 1 0,-2 0-10 16,-2 2 0-16,-3-3-11 0,-2 3-16 0,-3-1-21 0,-3 0-31 15,-2 1-15-15,-3 0 4 0,-1 3 14 0,-2-1 25 0,0 3 23 0,0 1 16 16,0-1 11-16,0-1 7 0,-1 0 8 0,2-1 8 0,2 1 8 0,1-1 1 16,2-1 5-16,2 0 1 0,3-1-5 0,2 0-4 0,2 0-2 15,2 0-8-15,3-2 2 0,1-2 0 0,3-1-9 0,2-3-6 0,-2-1-11 16,3-4-22-16,1-2-24 0,0-2-35 0,2-3-41 0,-2-3-24 16,0-1-21-16,-1-3-34 0,0-2-36 0,-3-3-59 0,-1-2-54 0,-1-7-238 15</inkml:trace>
  <inkml:trace contextRef="#ctx0" brushRef="#br0" timeOffset="9527.88">28058 10331 3445 0,'-12'-8'38'16,"3"3"-47"-16,1 0-9 0,7 3-1 0,5 2 8 0,3 3-3 0,4 1 5 16,3 3 3-16,5 3 4 0,2 1 4 0,5 0 4 0,4 4 1 15,5 0 2-15,3 2-5 0,6 0-8 0,3 3 6 0,4 1-8 0,4 0 8 16,4 4 5-16,4-1-3 0,2-1-6 0,2 3-3 0,2-1-1 0,0 2-1 16,5-1 9-16,1 1-2 0,-1 0 2 0,1-3-17 0,-3 2 0 15,0-3 10-15,-1 0 1 0,-1 0 13 0,0-2 2 0,-1 0-7 0,-1 0-2 16,0-2-2-16,1 0 2 0,0-1-4 0,-3-2-4 0,1-1-5 15,-3-1-14-15,-1-1-15 0,-2-1-21 0,-3-3-20 0,-4-1-19 0,-3 0-13 16,-3-2-18-16,0 0-20 0,-4-2-27 0,-4 0-44 0,-1 0-57 0,-6-2-92 16,-1 0-81-16,0-2-17 0,-3 0-97 0</inkml:trace>
  <inkml:trace contextRef="#ctx0" brushRef="#br0" timeOffset="9960.21">31320 11778 3012 0,'4'31'20'16,"-1"3"-28"-16,2 12-8 0,2 2-10 0,0 0 16 0,1 1 8 15,0 1-13-15,-2-2-20 0,-1 0-26 0,-2-5-9 0,-1-1 1 0,-2-2 21 16,-3-3 0-16,-3-4-13 0,-4-2-11 0,-2-5-7 0,-2-1 6 0,-1-3 17 16,0-4 25-16,-2-3 22 0,0-3 27 0,2-4 19 0,1-4 20 15,0-1 11-15,2-4 3 0,-1-2 3 0,2-2-4 0,-1-2-1 0,2-1-8 16,1-2-10-16,1-1-8 0,2 0-16 0,0-2 4 0,2-1-11 0,2 0 0 15,0 0 1-15,1 1-2 0,0 0 8 0,1 2-1 0,1 1 2 16,1 1-4-16,-1 1 0 0,1 2-4 0,2 0 2 0,0 1-4 0,1 1-4 16,1 0 2-16,1 1-9 0,2-1 4 0,-1 0-2 0,3 0-9 15,0-1 3-15,1 1-6 0,3-1-4 0,0 0 7 0,0-1-4 0,5-1-1 16,0-2 5-16,0 0-4 0,1-2-1 0,1-1 3 0,0 0 4 0,2-2 1 16,-2 0 5-16,1-1-8 0,-2-1 0 0,1-1-8 0,-1-3 3 15,-3 0 10-15,1 0-1 0,-3-2 5 0,-2 0-6 0,0-2-1 0,-3-1 0 16,-1 0 5-16,-4-1-2 0,-1-1-3 0,0-1 7 0,-4 0-9 0,-1 0 5 15,-3 0 6-15,-4 1-7 0,0-1 1 0,-3 2-1 0,-2-2-8 16,-3 1 6-16,-3 0 3 0,-1 1-3 0,-2 1-2 0,-3 2 0 0,0 1-5 16,-6 0-4-16,0 1-4 0,-1 2-3 0,-1 2-2 0,-1 2 2 0,1 0-1 15,-2 2-10-15,-2-1-11 0,0 2-22 0,-2 1-10 0,1 1-7 16,1 4 6-16,0 1-9 0,5 3-11 0,1 1-31 0,2 2-34 0,1 2-26 16,2 2-29-16,4 1-37 0,-1 6-59 0,1 2-49 0,1 6-34 0,1 3-168 15</inkml:trace>
  <inkml:trace contextRef="#ctx0" brushRef="#br0" timeOffset="10261.21">31629 11761 2361 0,'8'3'186'0,"4"0"-159"0,1 1-27 0,1-1-1 15,-1 2 2-15,0-1 7 0,3 0 0 0,-1 2-5 0,-1-2-4 16,0 1 4-16,-4 0 2 0,-1 0-4 0,-2-2 10 0,-4 1-4 0,0 0 1 15,-4-1 5-15,-1 0-10 0,1 0-10 0,-2 0 1 0,1 0-7 16,0 0 10-16,-2 0 5 0,3 0-2 0,-3 1 1 0,3-1-4 0,-1 2 3 16,-1 1-2-16,1 0 1 0,-2 0-1 0,1 2 2 0,1 2 3 0,-2 1-4 15,3 1 4-15,-1 3-6 0,-1 1-4 0,3 2 4 0,0 3-3 16,2-2-5-16,0 3 4 0,2-1 1 0,-1-1 1 0,2 1 12 0,0-1-11 16,1-1 8-16,0-1-4 0,1 0-2 0,2-3 5 0,-1 0 0 0,1-2-1 15,1-2 4-15,0-1-3 0,0-1 1 0,-1-3-3 0,-1 0-7 16,-1-2-10-16,1-2-19 0,-2-1-29 0,0-3-27 0,-1-1-38 0,-1-3-24 15,0-1-31-15,-1-3-41 0,-2-5-50 0,-1-6-82 0,0-4-34 16,-1-8-137-16</inkml:trace>
  <inkml:trace contextRef="#ctx0" brushRef="#br0" timeOffset="10427.23">31624 11527 2120 0,'-4'1'542'0,"0"0"-467"0,1-1-64 16,3-1-14-16,1 1-9 0,2 0-4 0,0 1 0 0,-1 1-12 0,4 0 3 15,0 1 2-15,3-1 7 0,1 1 2 0,2 1 3 0,1-1 3 0,-1 0-8 16,4 1-3-16,1-1-9 0,2-1-16 0,-2 1-18 0,2-1-18 16,0 0-34-16,0 0-37 0,1-1-34 0,-1 1-17 0,0 1-18 15,0-1-3-15,2 1-7 0,-2 0 0 0,1 0 11 0,2 0-4 0,-1-1-61 16</inkml:trace>
  <inkml:trace contextRef="#ctx0" brushRef="#br0" timeOffset="10727.2">32383 11917 1785 0,'-1'4'356'15,"1"-2"-308"-15,0 2-54 0,1 2-10 0,1-1 8 0,0 3 5 16,1 1 5-16,1 0-5 0,1 1-10 0,0 1-4 0,-1 0-5 0,1-2 14 16,-1 2 3-16,-1 0 8 0,-2 0-1 0,0 0-14 0,0-1-8 0,-2-1 0 15,0 1 2-15,-1-1-3 0,-1 0-1 0,3-1-7 0,-1-1-7 16,2 0-4-16,0-2-5 0,2 1-2 0,2-1-3 0,1-1 1 0,1 0 8 15,1-1-3-15,2-1-1 0,2-1 3 0,-1-1 4 0,2 0 8 0,1-1 11 16,1 0 13-16,-1 0 5 0,-1 1 4 0,2 0 13 0,-1 0 8 16,-2 2 13-16,-1 0 22 0,1 2 7 0,-1 1 9 0,0 1 2 0,0 2-8 15,-1 1 2-15,-1 1-4 0,3 2 5 0,-2 1-5 0,-1 2 1 16,0 0-4-16,1 2-10 0,-3 1 55 0,0 2-61 0,-1-1 49 0,-1 1-4 16,-1 1-69-16,-1-2 52 0,-2 2-128 0,-2-1 44 15,-1-1-85-15,-4 0-22 0,-1-1 22 0,-2-1-90 0,-2 1 2 0,-5-1-73 0,-5 0-112 16,-1-2-146-16,-5 2-171 0</inkml:trace>
  <inkml:trace contextRef="#ctx0" brushRef="#br0" timeOffset="11512.2">24474 12916 1328 0,'-19'-17'623'0,"2"-3"-574"0,0-6-1 0,5-1-13 16,6-1 2-16,3-1-2 0,2-3-18 0,3 2 8 0,2-1 8 0,3 2 2 15,0-1 12-15,2 2-13 0,1 0-8 0,2 1-6 0,3 0-2 16,1 3-7-16,2-2-3 0,3 2-4 0,3 0-1 0,3-3 2 0,6 0-3 16,5-2-9-16,7-1 3 0,7 0-5 0,7-1 2 0,7-2 7 0,7 1-6 15,7 0-6-15,5 3-25 0,4 3-6 0,2 6-26 0,0 6-18 16,-1 6 2-16,1 6-8 0,-4 4 18 0,-2 6 7 0,-3 5 21 0,-3 6 12 15,-6 6 3-15,-2 4 1 0,-4 5-2 0,-6 4-4 0,-1 5 2 0,-4 6 8 16,-1 3-6-16,-2 6-4 0,-1 4-7 0,-1 4-10 0,-3 3 5 16,1 2 7-16,-2 2 13 0,-2-1 19 0,-2 1 2 0,-4-4 15 0,-1-4 14 15,-6-3 21-15,0-5 29 0,-7-4 24 0,-2-6 12 0,-5-4 18 16,-4-2 14-16,-5-5 10 0,-5-1 15 0,-4 0-20 0,-6-3-13 16,-3 0-26-16,-5-1-23 0,-6-1-15 0,-5 1-21 0,-5 0-10 0,-5-2-8 0,-5-1-4 15,-4-2 1-15,-6-2-3 0,-6-1-2 0,1-2-5 0,-4-2-12 16,1-2-8-16,0-3-5 0,-4-5-12 0,1-2-3 0,-1-3-15 0,0-2-11 15,0-4-6-15,0-2-3 0,2-3 2 0,2-4-2 0,3-3-9 0,4-3-22 16,5-2-32-16,2-3-63 0,7-4-73 0,5-5-112 0,4-9-103 16,5-8-235-16</inkml:trace>
  <inkml:trace contextRef="#ctx0" brushRef="#br0" timeOffset="11879.2">27476 12248 2836 0,'11'-4'234'0,"6"2"-203"15,8-3-25-15,7 2-19 0,5 0 3 0,8 1 3 0,3 1-3 16,6 1 3-16,4 2-9 0,4 0-1 0,1 1 0 0,2 0-4 0,-2-1 9 16,1 0 5-16,0 0 1 0,1-1-3 0,1-1 2 0,0-1-3 0,2 0 5 15,0 0 7-15,2 0 0 0,1 0-4 0,3 0 4 0,2 1-6 16,3 2 6-16,1-1-6 0,2 3-4 0,-2 3-4 0,0 2-6 0,-2 2-4 15,-2 3-8-15,-3 3-3 0,-2 3-7 0,-3 4 2 0,-3 0 7 0,-5 3 2 16,-2 1 8-16,-5 2-1 0,-4 1 1 0,-4 3 3 0,-5 1 7 16,-4 2 3-16,-3-1 10 0,-3 2 4 0,-3-1 2 0,-2 0 5 0,-5 1 0 15,-2-3 0-15,-4 0 1 0,-5-2 5 0,-1-2 10 0,-5 1 4 16,-5-2 6-16,-5 0-6 0,-4-2-7 0,-6-3-2 0,-6-2-1 0,-5-1-9 16,-8 0 1-16,-6-1-7 0,-5-2-5 0,-6-1 9 0,-7-1-5 0,-4-2-2 15,-5-3-7-15,-6-1-9 0,-2-2-11 0,-5-3-12 0,-5-2-8 16,-2-2-10-16,-3-3-1 0,1-2-2 0,0-4 4 0,2-1-3 0,3-4-3 15,3 0-2-15,8-4-2 0,6-2-17 0,8-3-38 0,7-1-64 0,8-6-109 16,6-4-148-16,7-11-59 0,6-10-116 0</inkml:trace>
  <inkml:trace contextRef="#ctx0" brushRef="#br0" timeOffset="12227.73">30433 10917 2622 0,'24'-7'48'15,"5"0"-48"-15,11 1-13 0,6 2 7 0,3 3 1 0,4 3 2 0,6 3 0 16,6 3-5-16,2 3 0 0,1 4 1 0,1 0 1 0,1 1 1 16,-3 2 3-16,1 0-6 0,-2 3 0 0,-2 0 4 0,2 3-7 0,0 0 1 15,-2 3 1-15,0-1-9 0,1 1 4 0,0 1-3 0,0 2-2 16,0 2-1-16,-2 2-2 0,-32-15 16 0,6 4-6 0,1 1 4 0,5 5 3 15,-1 2-13-15,6 4 3 0,-2 2-8 0,6 4-3 0,-2 1-1 0,-1 3-6 16,-3-1 5-16,-2 1-4 0,-3 0-2 0,1 2 6 0,-6-1-1 16,-2 1 12-16,-2-1 59 0,-5 1 0 0,0-1 5 0,-4 0 4 0,-3-2-51 15,-4 1 19-15,-2-2 10 0,-4-1 7 0,-6 0 8 0,-3-2 4 0,-5-2 8 16,-4 0-49-16,-9-1-1 0,-6-1-5 0,-5-1-12 0,-8-1 45 16,-7 0 4-16,-8-2-10 0,-9 0-7 0,-7-3-10 0,-77 23-30 0,-2-11-54 15,5-13-32-15,9-8-40 0,2-5-68 0,-11-3-172 0,-18-3-326 0,-22 0-52 16</inkml:trace>
  <inkml:trace contextRef="#ctx0" brushRef="#br0" timeOffset="27294.72">26779 13415 1318 0,'-20'6'69'0,"-3"1"-36"0,-6 3-40 15,3 0 1-15,2-1 3 0,-1 1 3 0,1 1 3 0,-1 1-3 0,2-1 0 16,2 2-6-16,0-2-1 0,0 2-2 0,0 1-3 0,0 0 4 15,3 0 5-15,1-2 9 0,0 2 6 0,2-2 6 0,2 0 11 0,1-1 14 16,2-2 15-16,1 2 19 0,1 0 8 0,2 1 5 0,1 2 9 0,1 0-7 16,1 3 0-16,1 2 0 0,1 3-8 0,-1 3-5 0,0 4-4 15,1 3-11-15,-1 3-19 0,0 3 10 0,0 3-4 0,1 4-7 0,-2 6 8 16,0 3-11-16,-2 6-10 0,0 3 4 0,0 3-2 0,-1 2-3 16,-1-1 0-16,1 2-3 0,-1 0-6 0,1 1-3 0,0-1-4 0,0 2 2 15,1-2 9-15,1-1-1 0,1 0 1 0,1-4 11 0,2-1 1 0,0-1-2 16,0-2-1-16,1 0-15 0,-1-1 1 0,0-1 5 0,-1 0-9 15,-1 0 0-15,0-3 0 0,-1-4-7 0,-1-2 6 0,-2-3-6 0,1-4-13 16,-1-4 2-16,0-4-7 0,0-2-7 0,-2-3 5 0,0-3-25 0,-2-4-15 16,0-4-41-16,-1-1-52 0,0-5-44 0,-3-2-63 0,-2-4-73 15,-2-4-84-15,1-4-85 0,-4-5 15 0,-2-4-174 0</inkml:trace>
  <inkml:trace contextRef="#ctx0" brushRef="#br0" timeOffset="27528.71">25434 15700 1585 0,'-30'13'352'0,"0"2"-200"0,-6 5-44 15,6-1-8-15,9-2 10 0,3 0-9 0,4 1-8 16,3-1-14-16,4 1-17 0,4 2-5 0,3 0-5 0,3-1-17 0,3 2-5 0,2 2-11 0,2 0-6 16,3 1 3-16,0 0-18 0,1-1 9 0,1 1-9 0,1 0 9 15,-1 2 7-15,2-1-6 0,0 2 4 0,-1 1-15 0,-2-1-1 0,-1 1 3 16,-1-2 6-16,-2 1-5 0,-1-3 1 0,-1 1 6 0,-1-2-7 0,1-3 7 16,-1 0-22-16,1-3 10 0,1-4 5 0,2-2 1 0,3-3 20 15,4-3-16-15,4-4 7 0,4-4-2 0,4-4-6 0,2-2 13 0,5-4-10 16,0-5 0-16,2-2 3 0,3-2-17 0,-1-4 7 0,0-2-6 15,2 2-7-15,-2-1-11 0,-2 5-20 0,0 0-4 0,-4 1-26 0,0 3-33 16,-3-2-45-16,0 1-51 0,-2 2-38 0,0 0-32 0,-2 2-70 0,-2 2-97 16,-1 4-254-16</inkml:trace>
  <inkml:trace contextRef="#ctx0" brushRef="#br0" timeOffset="27994.74">26155 16994 3055 0,'-23'31'69'0,"12"-16"-55"0,-1 4-21 16,-2 3-5-16,-2 4 1 0,5-2 6 0,-1 6 2 0,2-3 3 0,-1 2-9 16,2 2-1-16,0-2 6 0,2 0-5 0,1-3 8 0,0-1-3 15,1-4-25-15,1-1 7 0,1-3-4 0,2-2-1 0,1-3 10 0,1-2-10 16,3-2 1-16,0-2 8 0,2 0-4 0,1-2 5 0,0-2 4 0,3-2 2 16,2-1 2-16,1 0 1 0,1-2-4 0,1-2 6 0,2-1-2 15,1-1 1-15,1-3-4 0,0 1-3 0,1-1 13 0,2-2-7 0,-1-1 9 16,2-1 7-16,0 1-3 0,1-1 2 0,1 1-5 0,-1-1 4 15,2 0 1-15,-1 1 4 0,1-2-1 0,1 1-2 0,-1-1 12 0,1 0 8 16,-1 0 6-16,2-1-9 0,-3-1-1 0,1 0 1 0,-1-4 0 0,18-14 15 16,-10 1-9-16,-12 5 2 0,-10 5-2 0,-4-2-5 0,-5-1-3 15,-4-3-7-15,-5 1-1 0,-6-2-9 0,-4 2-4 0,-4 0 8 0,-7 2 4 16,-3 1 6-16,-3 2 7 0,-1 5-10 0,-2 1 14 0,-1 3-6 0,-2 2-9 16,-3 0-8-16,-1 1-12 0,1 1 4 0,-2 1 2 0,2 2-9 15,2 3-6-15,1 1 2 0,3 3-1 0,2 2 4 0,0 2-11 0,3 1-17 16,2 3-12-16,3 3-29 0,2 0-19 0,3 1-21 0,3 1-48 15,2-1-43-15,2 1-46 0,2 1-72 0,5 0-76 0,3 1-74 0,5 1-220 16</inkml:trace>
  <inkml:trace contextRef="#ctx0" brushRef="#br0" timeOffset="28211.74">26967 16700 1667 0,'10'5'676'0,"1"1"-508"16,4 1-60-16,-1 0-26 0,-3 0 13 0,1 1 8 0,-2 0-2 15,1 2-22-15,0 0-34 0,-1 2-20 0,-2 0-3 0,-1 0-2 0,-1 0 3 16,-2 1-14-16,0 1-2 0,0 1-7 0,-1 2-7 0,0-1 12 0,0 3-12 16,-2 0-7-16,-1 1 0 0,-1 2-15 0,0 0-6 0,-1 0-8 15,-1 2-19-15,0 0-25 0,1-13-4 0,0 3 1 0,-1 1-4 0,1 2 3 16,-1-1-19-16,-1 3-9 0,-1-1-5 0,0 0-7 0,-1 1-21 0,0-3-32 16,-1-2-31-16,1-2-41 0,-1-2-30 0,1-3 3 0,-1-2 7 15,-1-2-87-15</inkml:trace>
  <inkml:trace contextRef="#ctx0" brushRef="#br0" timeOffset="28344.89">26727 16914 1994 0,'-16'-6'255'16,"0"-2"-74"-16,-2-3-34 0,4 1-28 0,7 0-16 0,2-1-23 15,3 1-28-15,3-1-13 0,2-1-11 0,3 1-9 0,3-1-2 0,2-2-10 16,1 0 3-16,4 1-5 0,2 1-12 0,0 0 2 0,3 1-9 0,2 1-1 16,0-1-9-16,2 2-22 0,1-1-20 0,2 0-32 0,0 1-40 15,0 0-45-15,1 0-64 0,-3 1-46 0,3 1-68 0,0 0-77 0,2-1-93 16,-2-2 38-16</inkml:trace>
  <inkml:trace contextRef="#ctx0" brushRef="#br0" timeOffset="28678.89">27405 16865 1453 0,'-3'5'637'0,"-1"0"-499"0,1 2-72 0,0-1-33 0,2 2-17 16,1 1 12-16,-1 2-1 0,0 2-4 0,0 2-4 0,-1 2-16 0,0 2-2 16,0 2 2-16,0 1-6 0,0 3-6 0,1-12-16 0,0 2-8 0,0 2 1 15,0 2-12-15,1-1-5 0,-1 4-6 0,1-1-14 0,0 2-3 16,2 0-2-16,-1-2-9 0,2-2 9 0,1 0 6 0,1-1 16 0,1-4 20 16,1 1 16-16,1-3 13 0,1-1 12 0,1-1 10 0,1-2 19 15,0-3 18-15,1 0 16 0,0-2 12 0,-1-2 6 0,2-1 16 0,1-1 3 16,-1-2-3-16,0-1 4 0,1 1-9 0,0-2-3 0,0 0-2 0,1-1-12 15,-2 0-15-15,1 0-3 0,-1 1-11 0,0-1-7 0,-2 0-8 16,0 1-12-16,0 1-7 0,-1 0-10 0,-1 1 4 0,0 1-11 0,-1 1 5 16,-2 0-6-16,1 1-13 0,-1 1 6 0,-1 0-8 0,-1 2-14 0,-1-1-11 15,-1 2-41-15,-1 1-30 0,0 1-25 0,-3 2-56 0,0 1-60 16,-1 2-102-16,-2 1-161 0,-1 3-110 0,-2 2-62 0</inkml:trace>
  <inkml:trace contextRef="#ctx0" brushRef="#br0" timeOffset="29095.92">27173 16363 1725 0,'19'28'200'0,"5"1"-76"0,8 9-40 0,1 0-27 0,-1-6 6 16,2 2 11-16,0-1-3 0,1-1-8 0,3 0-19 0,-2-1-11 0,3 0-14 16,-4 1-7-16,0-1-7 0,0 1-18 0,-2-1-6 0,1 0-14 0,-2-1-26 15,-1-1-36-15,-2-2-71 0,0 0-76 0,-3-2-123 0,2 0-105 16,-14-13-36-16,1 3-4 0</inkml:trace>
  <inkml:trace contextRef="#ctx0" brushRef="#br0" timeOffset="29228.92">28397 18002 1300 0,'-1'5'132'0,"0"-1"-164"0,0 1-48 0,-1 1-18 15,1 0 0-15,1 2-8 0,-1-2-37 0,0 2-48 0,1 1-22 16,-1 1 13-16,1-1-43 0</inkml:trace>
  <inkml:trace contextRef="#ctx0" brushRef="#br0" timeOffset="29363.92">28998 18103 723 0,'4'1'141'0,"0"-1"-87"15,1 0-37-15,1 0-11 0,1 1-3 0,2 0-11 0,0 0-15 16,1 1-28-16,1-1-31 0,2 1-21 0,0 1-9 0,2-1 3 0,0 1 7 15,0 0-1-15,2 0 3 0,-1 0-43 0</inkml:trace>
  <inkml:trace contextRef="#ctx0" brushRef="#br0" timeOffset="29429.92">29412 18164 310 0,'3'1'192'0,"-1"-1"-34"0,1 0-33 0,0 1-33 0,0 0-32 15,2-1-27-15,0 1-20 0,0 0-22 0,2-1-23 0,-1 0-26 16,1 0-30-16,1 0-38 0,0-1-41 0,1 0-25 0,-1 0-77 0</inkml:trace>
  <inkml:trace contextRef="#ctx0" brushRef="#br0" timeOffset="29561.92">29942 18202 874 0,'3'1'393'0,"0"0"-278"0,0 0-63 0,2 0-23 0,0 0-9 16,1 0-5-16,0 0 1 0,0 0-9 0,2 0-10 0,1 0-5 0,0 1-14 15,1-1-15-15,0 0-16 0,1 1-24 0,1-1-45 0,1 0-46 0,0 0-40 16,0-1-20-16,1 1 13 0,1 0 6 0,1 0 43 0</inkml:trace>
  <inkml:trace contextRef="#ctx0" brushRef="#br0" timeOffset="29995.18">30807 17695 2683 0,'-7'5'443'16,"1"-2"-323"-16,0 2-41 0,-2 2-41 0,-1 1-38 0,0 3 0 0,4-6 5 15,-1 3-12-15,0 1 21 0,-1 2-5 0,0 0 2 0,-1 3 18 0,-1 1-14 16,1 3-6-16,-2 0-1 0,-1 2-8 0,0 2 0 0,-1 2-8 16,0 0-10-16,0 2 1 0,-2 0-1 0,0 2-9 0,-1 0-4 0,1-2-1 15,0 0 28-15,0-1-16 0,1-1 42 0,0-2 10 0,2-3-42 16,0 0 53-16,1-2-39 0,1-3-12 0,2-1 45 0,0-1-43 0,1-3 12 16,2-1-4-16,2-2-19 0,1-2 19 0,1-1-11 0,1-1 9 0,2-1 5 15,2-1-14-15,3-1 0 0,0-1-18 0,2 1-9 0,3-3 13 16,0 0 7-16,1-1 0 0,2-1-4 0,2-1 0 0,1-1 1 0,1 1 1 15,2-2-6-15,-1-1 3 0,3 1 7 0,0-2-2 0,-1-1 9 0,1 0-12 16,-1-2 0-16,1 1 16 0,-1-3 1 0,-1 0 9 0,-1 0-2 16,0-1 2-16,-2-2-4 0,0 0-6 0,-2-1 12 0,-1-2-8 0,-2-1 8 15,-1-2 21-15,9-23-18 0,-7 1 0 0,-3 2 0 0,-6 3-20 16,-3 2 15-16,-5 5 7 0,-2 5-2 0,-3 8 2 0,-2 0-21 0,-1 2-2 16,-4 1 2-16,-1 1 5 0,-3 1-6 0,-1 3-19 0,-4 1 8 0,-2 1-4 15,-2 2 1-15,-3 4 5 0,0 1-14 0,-1 3-12 0,0 3-10 16,-1 2-26-16,2 4-39 0,0 2-29 0,2 3-43 0,2 2-36 0,2 1-54 15,1 3-73-15,2 1-64 0,4 1-22 0,2 1-103 0</inkml:trace>
  <inkml:trace contextRef="#ctx0" brushRef="#br0" timeOffset="30195.18">31421 17614 2622 0,'6'3'272'16,"-2"0"-141"-16,2 1-55 0,1 2-13 0,3 1-6 0,1 1 5 0,0 2 1 15,0-1-5-15,-2 2-3 0,0 0-16 0,-1 1 0 0,-2 0-19 0,-1 1 3 16,-3-6-18-16,0 0-12 0,-1 2-2 0,1 1-8 0,-2 1-4 16,1 2-1-16,-2 0 4 0,1 0-5 0,-1 2 1 0,0 1-14 0,-2 0-24 15,0 1-14-15,0 2-11 0,-1 0-8 0,0 0-24 0,-1 1-25 16,0 0-16-16,1-2-34 0,-2 1-8 0,0-2-26 0,0-1-41 0,0-2-47 16,0-1-56-16,0-2-22 0,-1-2-176 0</inkml:trace>
  <inkml:trace contextRef="#ctx0" brushRef="#br0" timeOffset="30361.75">31188 17618 2693 0,'-3'-1'300'0,"2"-1"-130"0,0-1-68 15,0-1-66-15,1 0-21 0,0-1-5 0,2 0 1 0,0-1 18 0,2 1-5 16,0 0-13-16,-1 0 3 0,2-1-5 0,0 1-16 0,2 0-6 16,1 0-16-16,1-1-12 0,2 0-10 0,1 1-29 0,1-1-18 0,3 1-26 15,2 0-16-15,-1 0-18 0,3 1-23 0,0 0-15 0,-1 1-11 0,3 0-13 16,-1 0-24-16,0 1-45 0,0 1-39 0,0 1-21 0,-1 0-16 15,1 0 84-15</inkml:trace>
  <inkml:trace contextRef="#ctx0" brushRef="#br0" timeOffset="31361.77">31615 18010 690 0,'0'0'119'15,"0"0"-85"-15,0 0-42 0,0-1-11 0,0 1 2 0,0 0 1 0,0 0 4 16,0 0-6-16,0-1-5 0,0 1-4 0,-1 0-2 0,1-1 0 16,0 1 0-16,-1-1 1 0,1 1 4 0,-1-1 7 0,1 1 10 0,0-1 12 15,0 1 13-15,-1-1 13 0,1 1 16 0,0-1 21 0,1 0 16 0,0 1 14 16,0-1 7-16,1 1-10 0,1-1-6 0,0 0-13 0,1 1-16 15,1-1 0-15,0 0-3 0,2 0 15 0,0 0 8 0,1 1 15 0,0 0 5 16,2-1 1-16,-2 2-2 0,2 0-6 0,0 0 2 0,1 0-5 0,-1 0-14 16,0 2-7-16,-1-1-9 0,1 2-10 0,-1 0 5 0,-1 1-6 15,0 0-1-15,-1 1-1 0,-1 1-14 0,0 0-3 0,-2 0-16 0,-2 1 0 16,1 0 5-16,-1 1-5 0,-1 0 4 0,-1 0 0 0,-1 1-4 16,-1-1 1-16,0 1-3 0,0-1-5 0,0 1 4 0,-1-1-5 0,-1 1-5 15,0-2 1-15,0 1-2 0,1-1 5 0,-1 0-2 0,0 0-8 0,1-1-1 16,0-1-22-16,1 1-2 0,1-2-7 0,-1 0-17 0,2-1 4 15,0 1-8-15,1-2-14 0,0 0 2 0,1 0-2 0,1-2 6 0,1 0-1 16,0 0 2-16,2-1 6 0,0-1 2 0,1-1 12 0,-1 1 8 0,2-1 7 16,0-1 12-16,1-1 10 0,1 0 8 0,0 0 0 0,0 0-2 15,0-1 2-15,1-1 5 0,0 1-3 0,0 0 3 0,-1-1-4 0,1 1 7 16,-2 0 2-16,1 0-4 0,0 1 2 0,-1 0-5 0,0 1 2 16,0 0-1-16,-2 1-1 0,0 1-3 0,0 0 0 0,-1 1-5 0,-1 1 1 15,0 0-4-15,0 0-1 0,-1 2 2 0,0 0-3 0,0 1 2 0,-1 0-6 16,1 0-7-16,0 1 25 0,-1-1-8 0,1 1 1 0,1 0-1 15,1-1-34-15,0 0 4 0,1 0 14 0,1-1 8 0,0 0 16 0,1-1 6 16,0-1 1-16,2-1 6 0,1-1-4 0,0 0 5 0,1-1 3 0,-1-2 3 16,1 0 9-16,0 0 6 0,0-2 1 0,0 0 9 0,-2-1-7 15,1 0-2-15,-1-1-2 0,-1 0-5 0,-1 1 8 0,-1-3-3 0,-1 1-8 16,-3 0-3-16,1-1-6 0,-2-1-4 0,-1 2-1 0,-2-1-2 16,-1-1-14-16,0 0-5 0,-3 0-16 0,0 0-15 0,-1 2-9 0,-3-1-7 15,0 0-8-15,-1 1-26 0,-1 0-25 0,-1 1-34 0,-1 1-19 0,0 2-10 16,-2 1-6-16,0 0-17 0,-1 2-11 0,2 1 2 0,-2 2 3 15,1 1 24-15,0 1 18 0,1 1-82 0</inkml:trace>
  <inkml:trace contextRef="#ctx0" brushRef="#br0" timeOffset="31561.77">32495 18163 992 0,'6'2'285'0,"-2"-2"-157"0,2 0-51 0,2 1-10 15,1 1-9-15,0-1 16 0,3 0 2 0,2 0-11 0,1 0-7 0,1-1 42 16,1 1-14-16,2-2-3 0,1 1-4 0,1-1-64 0,-1 0 1 15,1-2 4-15,-2 1 7 0,1-2 0 0,-1-1 14 0,-3 0 11 0,0-2 19 16,0 0 6-16,-3 0 13 0,-4-2-2 0,0 1-1 0,-2-1-1 0,-1 0-20 16,-4-1 3-16,-1-1-24 0,-3 0-3 0,-3 0-12 0,-2 0-93 15,-3-1 4-15,-2 0-22 0,-4 0-9 0,-3-1 50 0,-2 2-34 16,-4-2-39-16,-3-1-75 0,-2 1-135 0,-4-1-211 0,-5 1-179 0,-3-1-8 16</inkml:trace>
  <inkml:trace contextRef="#ctx0" brushRef="#br0" timeOffset="34312.08">26521 9423 698 0,'-8'-15'427'0,"4"0"-439"0,-1-4-30 0,6 4 8 16,3 0 18-16,1 1 15 0,1 0-1 0,1 2-10 0,1-2-11 16,1-1-7-16,3 1-5 0,1 0-3 0,2-1 1 0,3-1 0 0,1-1-3 15,3 1 5-15,1-2 5 0,-1 0 3 0,2 0 7 0,-1 1 5 0,-1-1 4 16,1-2 3-16,2 1 2 0,3-2 0 0,2-1 1 0,1 0 0 16,1-2 1-16,2 0-5 0,0-1 3 0,3 1 4 0,-1 1 0 0,4-1 6 15,-1 0 2-15,1-1-3 0,3 0 1 0,0 1-1 0,2 0 1 16,1 2 2-16,3 0 4 0,-1 1 4 0,3 2 1 0,2 0-1 0,2 1 2 15,2 2 2-15,1 2 4 0,3 0 1 0,2 2-1 0,0 1-4 0,4 4-4 16,1 1-5-16,2 4-5 0,3 2-1 0,2 1-2 0,4 3-3 16,2 2-2-16,1 1-4 0,3 3-9 0,2 1-5 0,0 1-8 0,1 0-3 15,0 3 2-15,1 1-1 0,1 1-5 0,1 2-10 0,0 1-14 0,2 1-8 16,-1 1-2-16,1 0 3 0,1 2 10 0,-1-1 10 0,-3 3 3 16,-1 0 13-16,-6 3 5 0,-4 1 5 0,-3 4 10 0,-8 3 4 0,-6 3 5 15,-5 0 3-15,-7 3 1 0,-4 2 1 0,-3 4 1 0,-8 0 3 16,-3 0 1-16,-3 0 3 0,-3 1 2 0,-4 2 0 0,-3 0 3 0,-3 3-3 15,-5-1-2-15,-4 0-1 0,-3 0-4 0,-6 1 0 0,-3-1-4 0,-3 0 2 16,-5-1-2-16,-3-5 0 0,-3-1 1 0,-5-3 1 0,-2-5 6 16,-4-4 8-16,-3-3 6 0,-1-5 2 0,-9-1 2 0,-3-4-1 0,-3-1 8 15,-5-2 12-15,-1-3 16 0,-3-3 13 0,-1-2 16 0,-2-3 14 0,1-1 6 16,1-3 5-16,0-1-7 0,-1-2-13 0,1-1-11 0,0-2-13 16,0 0-8-16,2-2-8 0,2 0-5 0,2-2-6 0,2-1-9 0,1-1-3 15,1-2-7-15,2 0-1 0,1-2-1 0,3-1 1 0,0-1 9 16,1-1-1-16,4 0 9 0,1-2 6 0,2-2-7 0,3 1 6 0,0-3 1 15,5 0-5-15,0 0-1 0,2-1-5 0,5-1-12 0,0 2-1 0,2-2-2 16,2 2-5-16,1 1-1 0,2 1-4 0,0 1-7 0,1 3-2 16,3 0 0-16,-1 1-6 0,1 2-2 0,1 1-1 0,1 3-6 0,0-1-10 15,1 2-2-15,0 1-18 0,1 1-10 0,1 1-17 0,-1 1-25 0,2 1-36 16,-1 1-54-16,1 1-58 0,1 1-47 0,0 2-6 0,1 0 9 16,0 2-83-16</inkml:trace>
  <inkml:trace contextRef="#ctx0" brushRef="#br0" timeOffset="34812.76">25522 13093 3230 0,'-37'-5'34'0,"4"-1"-31"0,-6 0-12 0,14 1 2 0,7 2-2 0,7 0-10 16,2 1-15-16,4 1-10 0,1 0-7 0,2 0-9 0,2 1-14 15,1 0-27-15,1 0-26 0,3 0-25 0,1 0-12 0,4 0-16 0,4 1-16 16,4-1-34-16,1 0-47 0,4 0-49 0,1-2-18 0,3 0 0 0,5-1-79 16</inkml:trace>
  <inkml:trace contextRef="#ctx0" brushRef="#br0" timeOffset="35028.76">29055 12940 2301 0,'0'1'30'0,"2"0"-120"15,1 0-12-15,5 1 6 0,3 1 43 0,4 1 28 0,0 0 1 16,0-1-23-16,4 0-47 0,1-1-47 0,3-1-74 0,1 0-79 0,2-1-34 16,1-1-12-16,3-2-62 0</inkml:trace>
  <inkml:trace contextRef="#ctx0" brushRef="#br0" timeOffset="35211.76">32275 11857 2215 0,'0'1'103'16,"1"1"-136"-16,1 1-30 0,0 2 9 0,2 1 12 0,1 2 23 0,-1 3-5 16,2 3-37-16,1 2-97 0,0 4-105 0,-1 4-85 0,0 6-53 15,-2 8-201-15</inkml:trace>
  <inkml:trace contextRef="#ctx0" brushRef="#br0" timeOffset="35446.07">25246 17630 2177 0,'-19'19'-35'0,"8"-7"-10"0,-2 2 1 0,-1 0-40 0,0 1-29 16,0 2-70-16,1-1-60 0,0 0-19 0,1 1 14 0,1 0 10 0,3-1 0 16,3 0-119-16</inkml:trace>
  <inkml:trace contextRef="#ctx0" brushRef="#br0" timeOffset="35745.48">31693 17751 2343 0,'2'-19'5'0,"2"32"-13"0,0 3-7 0,0 2-12 15,1 1-31-15,0 1-2 0,0 2 6 0,1 0 0 0,1 3 11 0,0 0-3 16,1 0-8-16,1 2 6 0,1 0 9 0,2 1-2 0,0 0-7 16,0 2-10-16,-1-11-4 0,1-4-1 0,-1 0-8 0,2-3-4 0,-1-1-5 15,0-1 2-15,1-2-3 0,0-1-11 0,-1-1-12 0,0-1-20 0,0-2-11 16,-1 0-3-16,0-2 15 0,-1-2 23 0,-1 0 20 0,-1-1 11 15,-1-2 12-15,-1-1-18 0,0-1-12 0</inkml:trace>
  <inkml:trace contextRef="#ctx0" brushRef="#br0" timeOffset="41028.69">25431 13056 753 0,'-19'-6'62'0,"0"-2"-53"16,-7-2-6-16,6-2 1 0,4 1 2 0,1-2 2 0,1 0 7 16,0 1 1-16,3 1 6 0,-1 0-3 0,1 2-11 0,0-1-7 0,-1-1-12 15,-2 2-5-15,1-3 1 0,-2 1 0 0,2-1 3 0,0 0 1 0,1 2 2 16,0-1 0-16,0 1-2 0,-1-1 1 0,1 0-2 0,1 1 2 16,-1 0 1-16,1 0 3 0,1 1 0 0,0 0 1 0,1-1 1 0,1 0-3 15,-1-1 3-15,2 1 4 0,0-1-1 0,0-2 2 0,1 1 8 0,1-1 4 16,0 0 12-16,1-1 18 0,0-2 12 0,1 0 13 0,0 1 18 15,-1-2 6-15,1 0 0 0,0 0-1 0,0 0-12 0,1-1-3 0,1 1-6 16,1 1-7-16,0-1-5 0,1 0-14 0,2 0-9 0,1-1-5 0,3-1-17 16,1-2 3-16,5 0-6 0,2-1-6 0,3 0 4 0,3 1-8 15,2 0-6-15,4 1-6 0,3 2-5 0,3 0-4 0,3 1 4 16,2 1-4-16,3 0-1 0,1 1-6 0,5 1-8 0,0 3 1 0,3-2-4 16,2 2-5-16,2 1-8 0,3 0-11 0,3 2-18 0,2 1-3 0,1 0-1 15,1 1 2-15,1 2 8 0,1 1-8 0,-1 1-4 0,0 1 3 0,-2 1 11 16,0 3 15-16,-1 1 14 0,-2 3 15 0,-3 3 7 0,-1 4 9 15,-4 4 7-15,-1 3 2 0,-3 1 4 0,-3 6 1 0,-2 3 0 0,-4 4 2 16,-2 3 1-16,-3 5 1 0,-3 4 0 0,-3 3-2 0,-4 4-2 0,-4 3 0 16,-2 3-1-16,-5 2 0 0,-3 2 2 0,-6 2-1 0,-5 0 2 15,-6 2 8-15,-6-2 18 0,-7-3 23 0,-5-3 31 0,-7-2 33 0,-3-3 31 16,-4-1 18-16,-2-1 8 0,-1-1-3 0,-4-2-20 0,-1-1-21 16,-1-1-24-16,-2-1-19 0,-1-1-13 0,-2-1-3 0,-1-2-4 0,-2-3 4 15,0-2 3-15,-2-2-5 0,2-2-1 0,2-3-12 0,-2-5-18 0,4-1 4 16,2-4-12-16,0-3-10 0,6-1 5 0,2-3-24 0,0-3-2 15,5-2-7-15,0-2-20 0,0-4-15 0,4-1-19 0,-1-5-15 0,4-1-7 16,1-4-24-16,3-3-18 0,2-4-22 0,2-3-35 0,4-1-17 0,2-6-37 16,2-6-41-16,4-6-27 0,4-7-243 0</inkml:trace>
  <inkml:trace contextRef="#ctx0" brushRef="#br0" timeOffset="41463.22">28405 12667 2093 0,'-6'-9'61'0,"2"-2"-122"0,1-7-13 0,5-3 5 0,4-2 48 0,2-4 28 16,4-2 3-16,0-3 5 0,4-1-10 0,2-3-5 0,4-1-9 15,3-1-16-15,3-1-9 0,3 2-10 0,2 2 4 0,0 4 4 0,2 1 10 16,0 3 9-16,1 2 3 0,1 4 0 0,-1 3-2 0,3 3 2 0,-1 3-3 16,3 5 9-16,-1 2-1 0,0 4 5 0,3 5 0 0,0 4-1 15,-1 6-4-15,1 4-3 0,0 4-1 0,-4 3-1 0,1 3 1 0,-1 2 0 16,-2 3 6-16,1 1 2 0,-4 3-1 0,0 2-3 0,-2 1 6 15,-4 0 8-15,-1-2 8 0,-5 0 11 0,-4 0 3 0,-2-2 8 0,-4 0 13 16,-5-3 18-16,-6 0 12 0,-4 0 7 0,-5-1 5 0,-4 3-8 0,-6-2 0 16,-3 2-2-16,-3-2 1 0,-4 0-5 0,-5 0-5 0,-2 0-1 15,-5-2-8-15,0 0-11 0,-1-3-13 0,-2-2-19 0,2-3-6 0,-1 0-6 16,-1-1-6-16,-2-2-7 0,0-1-4 0,0 0-8 0,2-4-3 0,0 1-3 16,2-3-15-16,3-3-13 0,3-2-33 0,4-4-36 0,2-1-56 15,3-3-60-15,4-3-72 0,1-2-94 0,1-4-89 0,1-6-88 0</inkml:trace>
  <inkml:trace contextRef="#ctx0" brushRef="#br0" timeOffset="41763.21">30520 11631 1515 0,'10'-2'55'0,"9"-2"-57"0,11-2-11 0,5 2 5 0,4 0 1 0,3 2 15 15,1-1 0-15,3 2-6 0,4 0-7 0,5 0-12 0,2 2-13 16,5 1-20-16,1 2-17 0,0 2-19 0,1 2-4 0,-4 0 10 0,-1 3 20 16,-2 0 24-16,-6 2 16 0,-2 0 18 0,-5 2 4 0,-4 2 9 0,-4 0 12 15,-6 2 4-15,-1-1 11 0,-2 1 6 0,-3 2 3 0,-2-1 8 16,-2 4 3-16,-2 1 1 0,-1 0-6 0,-3 3-6 0,-2-1-6 0,0 4-11 16,-1 0-7-16,-2 3-5 0,-1 1-4 0,-3 2 0 0,-1 2 2 15,-1-1 3-15,-2 1 3 0,-2-1 5 0,0 0 9 0,-3 0 6 0,-2-1 5 16,0-2 2-16,-4-2 4 0,0 0-1 0,-4 0-6 0,0-1-2 0,-2 0-13 15,-3-1-6-15,-3 0-10 0,-5-1-15 0,-2 1-26 0,-4-2-28 16,-1 1-40-16,-6 0-59 0,-6 1-98 0,-10-1-179 0,-13 3-372 0</inkml:trace>
  <inkml:trace contextRef="#ctx0" brushRef="#br0" timeOffset="43529.1">28709 11023 2252 0,'-36'8'317'0,"-5"-2"-309"0,-10 1-50 0,2-5-5 16,5 0 22-16,-1-1 26 0,-1 1 13 0,0 0-3 0,-3 0-9 16,-2 0-21-16,-3 0-26 0,-1 0-22 0,-4 1-22 0,-1 1 4 0,-3 0 19 15,-3 2 22-15,-3 0 23 0,-1 4 14 0,-2 2 12 0,-1 0 2 16,-1 2 0-16,1-2 3 0,-3 3-2 0,-2 0 0 0,-1 1-1 0,-3 0 2 15,-1 2 5-15,-1 1 5 0,0 1 9 0,-2 0 13 0,1 3 3 0,-2 0 7 16,-1 2-2-16,-1 0-15 0,3-1 4 0,0 2-5 0,2-1-5 0,1 3 8 16,-1-1-13-16,0 3 3 0,0-1-1 0,0 0-7 0,2 1 1 15,2 1-5-15,2 3 2 0,1-1 2 0,3 2-8 0,-1 1 0 0,1-1-4 16,2 2 1-16,3-1 2 0,2 0-4 0,3 2-2 0,3-1-4 16,2 2 2-16,1-1 1 0,3-1-4 0,0 3-2 0,4-2-6 0,1 0 2 15,1 2 6-15,0 1-1 0,3 1-4 0,2 2-2 0,0-1-3 0,3 0 4 16,2 1 5-16,2 0-5 0,1 0 3 0,2 0 3 0,1 0 1 15,4-1 4-15,1 1-5 0,3-1-2 0,0-2-3 0,5 1 2 0,3 2 2 16,1-1-8-16,3-1 3 0,3 0 0 0,2 0-3 0,2-1 8 16,3 0-1-16,2 1 8 0,2-2-1 0,2 1 2 0,3-1-1 0,3 1-4 15,3-2 0-15,3 1-1 0,3-1-2 0,2 1 3 0,4 0-5 0,1 0 2 16,4-1-2-16,3 0-5 0,3-1 4 0,1 2 0 0,2-2 2 16,0-1 0-16,3 0-1 0,2-1 0 0,2-1 4 0,1 0 2 0,3 0-1 15,1 0 2-15,3-2-5 0,1 2-4 0,2-1 6 0,0 2-4 0,1-2 3 16,1 0 2-16,-1-3-4 0,1-1 5 0,1-2-4 0,1 1-5 15,4-1 5-15,-2 0 2 0,2-2-6 0,0-2 14 0,0-2-4 0,1 0-2 16,2 0 13-16,-1-3-9 0,4 1 3 0,2-2-5 0,2-1-1 16,4-3 6-16,1 1 0 0,-1 0 1 0,1-3-4 0,2 0-7 0,1-2 1 15,3 1 1-15,0 0 1 0,2-1-1 0,-2 1 2 0,0-2 1 0,2 1 0 16,-1-1 5-16,2-1-5 0,0 0-3 0,1 0-3 0,-1-1 2 16,0-1 1-16,1 1 1 0,-2-1 1 0,2-2-4 0,-1 0-1 0,4-2 1 15,-1-1 1-15,2 0-1 0,-1 0 4 0,1-1-2 0,-1-1 0 0,4-1 0 16,-1-2 0-16,2 0 3 0,-2 0-1 0,1-1-9 0,-1-1 4 15,0 0-2-15,1-3 5 0,-2-1 3 0,0 1-1 0,-3-1-2 0,1-1-2 16,-3 0 7-16,0-1-3 0,0-2 1 0,-1 0 8 0,-1-2-4 16,-1 0 5-16,-1-2-4 0,-1-2-1 0,1 1-4 0,0-2 0 0,-2-1-1 15,-1 0-2-15,-2-1-3 0,-2 0 11 0,1 0-2 0,-2-1 2 0,-2-1 2 16,1-1-10-16,-1-1 1 0,-2 0 1 0,0 1 1 0,-3 0-3 16,0 0-3-16,0 0 1 0,-2-3-1 0,1 1 6 0,-4 0-4 0,0 1-2 15,0 1-4-15,-2 0-1 0,0 0 0 0,-2-1 3 0,-2 1 0 0,-1-1-1 16,-30 14 20-16,7-3 1 0,0 0 4 0,5-4-1 0,0 1-20 15,4-4-6-15,1-1-1 0,6-3 1 0,-2 0-5 0,-2 1 8 0,-2-2-5 16,1 0 1-16,-2 1 5 0,0-2-5 0,-3 1 59 0,2-1-2 0,-24 15-5 16,4-3 1-16,0 0-64 0,1-2 7 0,1 1-5 0,0-3 2 15,1-1-4-15,2 0 1 0,0-2-1 0,2 0 1 0,-2-2 1 0,4-1-1 16,-3 0 0-16,3-2-4 0,-2 0 3 0,2-2-1 0,-2 0 61 16,0 0 5-16,-3 0 0 0,0 0 0 0,0 0-58 0,-2 0-5 0,-3 1 2 15,0-1-2-15,-1 1 1 0,-3-2 4 0,0 2 2 0,-2-1-2 0,-1 1 0 16,-1-2 0-16,-1 1-4 0,-1-2-2 0,1 1 2 0,-2 0 1 15,-2-2 1-15,0 1 2 0,-1-2 7 0,-1 1-5 0,0-1 6 0,-2 1 2 16,0-1-1-16,-1 1 7 0,0 0 1 0,-1-1 3 0,-2 2 3 0,0-1 1 16,-1 2 0-16,0 1-5 0,-2 1 2 0,-2 0 6 0,1 2 4 15,0 0 7-15,-2 1 0 0,-1 1 1 0,1 1 1 0,-1 1 5 0,-2 0-1 16,0 2-3-16,0-1-2 0,-1 1-2 0,0 1 0 0,-3-1-3 0,1 1-67 16,-2 1 3-16,2-2 4 0,-3 1-1 0,-2 2 59 0,-1-2-3 15,0 0 2-15,-1 1 2 0,-4-1 3 0,1 1-2 0,-3 0-6 0,-2-1 0 16,0 0 1-16,-2 1 2 0,0-1 7 0,-1 0-4 0,-1 2-15 0,-5-3 13 15,-30-17-4-15,4 2-59 0,2 4 7 0,5 2-12 0,3 5-2 16,5 1 62-16,3 4-3 0,7 2 6 0,1 1-8 0,-4 0 1 0,1 1 1 16,1 0-3-16,-2-1 8 0,1 1-8 0,-1-1 3 0,-1 1 1 15,0 0-1-15,-1 1 4 0,-35-16-22 0,9 6-4 0,7 5-4 0,11 4 3 16,1 4 15-16,2 0 9 0,-1-1-4 0,-1 2-10 0,-1-1 6 0,-3 1-2 16,1 0 2-16,3-1 3 0,-3 0-1 0,-1 1-10 0,-2 2 6 15,-3-1-1-15,2 1-1 0,0 0 11 0,0 1-3 0,-2 1-2 0,-1 0 2 16,-1 3-3-16,0-1 8 0,0 2-2 0,-1 0-6 0,-1 1 6 0,-1 0-3 15,1 1 5-15,-1 1 2 0,-3 1-5 0,0 1-2 0,0 1-2 16,0 0 0-16,1 2 4 0,-2-1 0 0,-1 1 0 0,-1 2-2 0,0-2-2 16,-1 2-1-16,-2 1-2 0,1 1 3 0,-2-1-3 0,-1 2-2 15,0-1-1-15,0 0 5 0,-1 0 1 0,0 2 2 0,0 0 2 0,0 0-7 16,1 0 2-16,1 1-2 0,1-1 6 0,1-1 3 0,-1 1-4 0,0 1 0 16,0 0-1-16,-2 0 2 0,0 0 5 0,1 1-3 0,-2 0-3 15,1 0 6-15,0 1-3 0,0 1 3 0,1 1-1 0,0 0-3 0,-1 1-2 16,-1-2 2-16,1 1 5 0,1 1-5 0,1 0 2 0,1 0 3 0,-1 0-3 15,1 0-2-15,0 2 3 0,-1 0-12 0,1 1-3 0,-2 1 7 16,0-1 0-16,1 2 6 0,0 0 6 0,0 0-5 0,3 1-5 0,-3 2-3 16,1-1-1-16,1 1 0 0,-1 1 4 0,2 1-4 0,1-1 10 15,0 0 5-15,3 1-1 0,0-2 7 0,1 2-10 0,0 1-1 0,1 2 3 16,1-1-6-16,0 0 0 0,3-1 2 0,0-2-4 0,1 1-1 0,3-1 5 16,2 1-4-16,3-1 8 0,2 0-4 0,1 0-2 0,0-1 13 15,3 0-7-15,-1 0-1 0,2-2 1 0,2 1-7 0,1-1 1 0,-1 1 6 16,2 0-11-16,0-2-1 0,0 2 1 0,2-1-2 0,-1 0 9 0,3 0-7 15,1 0-2-15,1-1 2 0,1 2-2 0,-1-1 2 0,3 1 3 16,-2 0-8-16,1-2 5 0,0 1-1 0,2-1-2 0,0-1-1 0,1 2 5 16,2 0-6-16,-1-1 3 0,1 1 5 0,0 0-5 0,1-1 2 15,1 0 4-15,1-1 1 0,1-1 4 0,0-1-2 0,0 2-7 0,2-3-4 16,1 0-5-16,0 0 9 0,2-2 0 0,1-1-2 0,1 0 3 0,-1-1-1 16,1-1 0-16,3-1 3 0,-1-1-3 0,1 0 0 0,0 0-2 15,1 0-5-15,-1 0 6 0,1-1 1 0,0 0-2 0,0-1 0 0,2 1-3 16,-1-1-7-16,0 0 3 0,1 0-4 0,1 0-6 0,0 0-5 0,0 1-1 15,1-2-8-15,0 1-9 0,0-1-9 0,1 0-13 0,0 1-5 16,1-1-13-16,0-1-15 0,1 1-23 0,1 1-34 0,-1 1-38 0,1 0-56 16,0 1-86-16,-1 1-119 0,1 2-84 0,0 5-181 0</inkml:trace>
  <inkml:trace contextRef="#ctx0" brushRef="#br0" timeOffset="49579.03">29748 8428 1324 0,'-15'-6'40'0,"-1"-2"-41"16,-5-1-7-16,0 1 10 0,3 2 24 0,-2 0 15 0,0 0 2 0,0 1-11 15,-3 1-17-15,0 0-13 0,0 2-6 0,-1 0 3 0,1 2 0 16,-1 0 3-16,-1 1 6 0,2 0-5 0,-3 1 2 0,2-1 3 0,-2 1-4 16,0-1 5-16,2 0-4 0,0 0 0 0,-1 0-4 0,-2 0 3 15,1-1 2-15,0 0 0 0,0 1 8 0,3-1 8 0,-3 0 7 0,1 0 11 16,-2 0 4-16,-1-1-2 0,1 0 3 0,-2 0-7 0,1 1-3 0,-2-1-5 15,0 0-5-15,-2 0 0 0,-1 0-6 0,0 1 5 0,-1-1 3 16,-1 1-2-16,-1-1 5 0,-2 1-1 0,-2 1-3 0,-2 0 1 0,0 0-3 16,0 0-2-16,-1 0-1 0,1 2-7 0,-1-1 4 0,-2 2-3 15,0 0 0-15,1-1 3 0,-1 2-6 0,1-1 0 0,1 1-1 0,0 1-2 16,-3 0 2-16,-1 0-7 0,0 2-1 0,-1 0-1 0,0 0-5 0,-4 2 6 16,-2-1-6-16,-1 3 0 0,-2 1 3 0,-1 0-3 0,-1 1 6 15,-3 2 0-15,-2 1-5 0,-2 1 5 0,-4-1-1 0,0 2-4 0,0 0 5 16,-3 1 0-16,2 0-3 0,1 2 3 0,-1-1-1 0,1 4-7 0,4 1 8 15,-2 0-6-15,2 0 0 0,2 0-7 0,0 1 11 0,3 0 7 16,1 2-2-16,3 1 11 0,-1 1-20 0,1-1 0 0,1 2-1 0,0 0 1 16,2 0 3-16,1 2 0 0,-1 1-1 0,0 0-1 0,1 1 2 15,0 0-3-15,1 1 2 0,1 2-1 0,-2 1 1 0,1 1-7 0,0 3 17 16,-1-1-3-16,3 3 4 0,-1 2 3 0,0 0-11 0,1 0 4 0,1 3-6 16,1 0 5-16,0-1-7 0,2 3-1 0,2-2 2 0,1 1-4 15,0 0 0-15,1 0 4 0,2 0-1 0,1 0-1 0,2 1 2 0,1-2-1 16,0 3 1-16,2-1 2 0,1 1 5 0,0 0-4 0,1 0-2 0,3 0 3 15,-1 0-8-15,2 1 2 0,-1-1 5 0,1 0-4 0,0 2 4 16,2 2 1-16,-2 0 1 0,0 2-1 0,-1 1 2 0,-1 2-2 0,1 0-4 16,0 3 10-16,1 1 9 0,-1 0 1 0,2 0 6 0,-2 3-8 0,4-1-3 15,0 1-3-15,2 1 0 0,2-2-8 0,0 3 12 0,2 2-4 16,2-3 1-16,0 2 3 0,1-1-15 0,3 1-2 0,0-1 1 0,1 1 7 16,0-1 2-16,1 2-5 0,0 0-1 0,2-1-1 0,1 0-1 15,-1 0 2-15,2 0-2 0,-1 0-2 0,1 1 1 0,0-1 4 0,1 2 2 16,0-2 0-16,0 1-1 0,1 1-2 0,-1-2-2 0,0 1 5 0,2 0 0 15,0-2-2-15,1 0 0 0,3-1 0 0,-1-1 2 0,2 2 2 16,2-1 1-16,0 0-2 0,1 0-4 0,3-1 7 0,0-2 1 0,2 2 0 16,0 0 3-16,1-2-10 0,1 1 5 0,1 1 2 0,1-2-5 0,1 1 0 15,1-2 3-15,1 0-16 0,0 0 10 0,-1 1-7 0,1-2-3 16,2 0 14-16,-1 0-7 0,1 2 2 0,2-1 2 0,1 0-3 0,-1 0 4 16,1-1-6-16,2 2 0 0,-1-2 11 0,4-3 7 0,-1 1 2 15,2-1 0-15,2 0-1 0,-1 0-10 0,5-1 3 0,1-1-9 0,0-3-9 16,3 1 1-16,-2-2 1 0,3-2 7 0,-1 0-1 0,3-2 0 0,1 3-1 15,1-2-6-15,1-1 7 0,1 1-11 0,1-3 11 0,1 0 0 16,-23-26-15-16,7 6 10 0,1-1-17 0,6 6 11 0,0-1 9 0,8 4-4 16,1 0 17-16,7 6-8 0,3-3 4 0,-1-1-2 0,3-1-5 0,2-2 6 15,1-2 3-15,3 1-3 0,1-4-6 0,2-1 0 0,2-2 7 16,3-1 16-16,1-3-6 0,-35-13-4 0,4 1-8 0,3-2-12 0,4 1 6 16,1-1-1-16,6 1 7 0,1-2 5 0,6 1-8 0,1-1 8 0,6 0-10 15,0-1-7-15,6 0 14 0,2 0-7 0,5-1-3 0,1-1 14 16,6-1-7-16,1 0 4 0,1-2-6 0,0-1-17 0,2-2 10 0,-1-1-11 15,2-1 11-15,-1-1 5 0,3-2 0 0,-1-1 7 0,1-2-5 16,92-9 10-16,-9-4 9 0,-9-3-17 0,-13-2 1 0,-10-2-7 0,-13-1-16 16,-12-2 21-16,-11 0-11 0,-7-2 4 0,-2 1 8 0,0-2-4 0,1-1 5 15,-3-1-5-15,0-1-7 0,0-1 9 0,-2 1 6 0,0-2-8 16,-3 1 0-16,0-2 3 0,0-1 1 0,80-35 11 0,-25 8-5 0,-24 6-3 16,-24 9 5-16,-14 4-6 0,0-2 5 0,-3-2-6 0,0-2-4 0,-1-1-1 15,-4-1 2-15,0-3 2 0,-3 1-1 0,-2-1 16 0,0 0-11 16,-2 0 1-16,-4 0 5 0,-3-2-16 0,0-2 9 0,-3-3-5 0,-1 1-9 15,-4-1 10-15,-3 1-3 0,-2 0 4 0,-28 31 23 0,6-9-4 0,-2 0-1 16,8-9 5-16,-4-1-31 0,6-8 2 0,-1-2 2 0,6-10 2 16,-2-1 3-16,1-2-8 0,-1-3-8 0,-3-3 1 0,2-2-8 0,-2-4 3 15,-1-1-3-15,0-4-4 0,-2-2 60 0,1-2-3 0,-20 47-5 16,2-7 5-16,0 1-63 0,2-7 5 0,-2-1 2 0,2-6-2 0,-1 0 8 16,1-7-3-16,-1 2 6 0,2-7-5 0,-2-1 10 0,0-4 11 0,0-1-3 15,1-6 15-15,-4 1-9 0,2-6 3 0,-2 0 7 16,-3 3 1-16,-1-2 1 0,-2 3 0 0,-2-2-3 0,-1 2 0 0,-3 1-2 0,-2-1-9 15,-2 1-2-15,-1-2 1 0,-3 2-1 0,-2-2 10 0,-2 2-3 16,-1-2-1-16,-1 0-2 0,-3 0 1 0,-1 0-5 0,0-1-1 0,-4 0 7 16,-1 1-6-16,-21-91 12 0,-2 13 1 0,-2 13-75 0,-1 14 2 15,-3 14 3-15,-2 15 4 0,1 13 62 0,0 14-5 0,-1 6-4 0,-4 3-4 16,-2 1 9-16,-2 0 8 0,-2 2-4 0,-2 2 2 0,-59-67-26 0,14 22-4 16,11 22-3-16,15 17-4 0,4 11 15 0,0 2-1 0,0 0 6 0,0 2-2 15,-2 2 5-15,-2 0-4 0,-1 2-6 0,-2 3-2 0,-2 0 2 16,-1 3 4-16,-1 0 5 0,-4 4-1 0,-1 1 2 0,-3 4-2 0,-4 1-3 15,-2 3 2-15,-4 3-4 0,-3 4 3 0,-1 1 4 0,-3 3 0 0,-1 3 0 16,-4 3-1-16,-1 3-3 0,-2 4-8 0,-3 2-4 0,1 5 17 16,-5 4-4-16,0 4 11 0,-3 5-16 0,-5 4-12 0,0 5 16 0,-2 5 1 15,-1 7 21-15,-1 2-1 0,3 6-15 0,2 2 3 0,7 4-5 16,5 2-2-16,5 2-9 0,7 3-18 0,7 0-27 0,8 1-49 0,9 1-77 16,8-3-101-16,6-2-165 0,7 1-216 0,6-3-198 0</inkml:trace>
  <inkml:trace contextRef="#ctx0" brushRef="#br0" timeOffset="51029.28">30608 7306 1619 0,'-1'2'149'16,"2"0"-197"-16,-1 3-14 0,2 1 15 0,-1 1 23 0,1 0 22 0,-1 0 12 16,-1 3-4-16,1 0-1 0,-3 4-14 0,0 3-2 0,0 2-1 15,-2 3 1-15,-1 3 8 0,-1 2 7 0,0 3 14 0,-1 1 15 0,-2 1 1 16,-1 2 18-16,0 2-1 0,-1 0 1 0,0 4 9 0,1 1-11 0,0 0-4 15,1 1-7-15,1 2-7 0,0 0-4 0,2-2-3 0,0-1-3 16,1-3 1-16,0-2-5 0,1-1-4 0,1-2-1 0,0-2-5 0,1-4-10 16,1-1 5-16,0-3 0 0,1-3 1 0,2-1 10 0,-1-2-6 15,3-3 3-15,-2-2-4 0,1-2 3 0,-2-2-4 0,2-3 2 0,-1-1-4 16,-1-3-7-16,0-1-12 0,-1-2-13 0,1-2-23 0,-1-1-32 0,0-2-13 16,-2-2-16-16,-1-4-7 0,0-3 2 0,-1-6-19 0,2-5-9 15,-3-4-22-15,2-3-15 0,-1-6-6 0,-1-3 14 0,2 0 25 0,-1-4 31 16,2-1 32-16,0 0 30 0,-1 0 27 0,0 2 34 0,-1 1 33 0,-1 3 28 15,0 1 24-15,-1 1 10 0,2 1-6 0,-1 0-7 0,0-2-10 16,1-1-15-16,0 1-11 0,1 0-16 0,1 2-14 0,0 0-11 0,1 2-5 16,0 2-5-16,2 1-4 0,2 5-3 0,-1 2-4 0,3 4-5 0,1 4 1 15,-1 1 1-15,2 5 2 0,0 4 9 0,1 2 4 0,3 4 5 16,0 1-3-16,1 3 4 0,1 2 1 0,-1 3 7 0,3 2 9 0,0 4 8 16,2 3 7-16,0 2 1 0,1 0-1 0,2 3-2 0,0 2-8 15,2 2-8-15,2 2-6 0,-1 2-8 0,1 1-6 0,1-2-4 0,3-1-7 16,1-1-2-16,3-3-12 0,-2 2-13 0,4-3-26 0,-2-2-33 0,0 0-16 15,-1-4-15-15,0-1 2 0,-1-3 17 0,2-1 19 0,-4-3 25 16,1-2 24-16,-4-2 21 0,-2-3 17 0,-2-3 25 0,-3-1 33 0,0-3 45 16,-2-2 50-16,-1-2 33 0,-2 1 15 0,-2-2-6 0,1-1-7 0,-2-1-7 15,-1-1-8-15,0-1-11 0,-3-2-24 0,2 1-22 0,0-1-25 16,-1-1-23-16,1 0-18 0,-2-1-15 0,1 0-7 0,0-2-9 0,0 2-6 16,0-1-5-16,1 1-8 0,-1 2-4 0,1-1-9 0,0 2-4 15,0 3-9-15,-2 0-13 0,0 1-5 0,0 2-10 0,0 1-8 0,0 3-3 16,0 3-8-16,-1 2-1 0,0 1-1 0,-1 2 0 0,0 2 5 0,0 2 15 15,-2 3 19-15,0 3 21 0,0 2 18 0,0 2 14 0,-1 2 2 16,-2 2 1-16,0 2-2 0,-3 3-11 0,-1 4 0 0,-1 2-2 0,-2 3-2 16,-3 1 0-16,-1 0 3 0,-2 0-4 0,-1 1 0 0,0 0-2 0,-1 0-2 15,2-1-9-15,-2-2-2 0,1-2-10 0,1-4-11 0,1 0-6 16,-1-4-16-16,2 0-8 0,0-3-8 0,-1-2-1 0,1-4 3 0,-1-1 10 16,1-3 9-16,-1-2 10 0,0-2 9 0,1-3 7 0,-1-2 7 15,0-3 11-15,0-3 12 0,2-1 5 0,2-1 5 0,0-3-6 0,2 0-5 16,0-4-5-16,3-3-9 0,2-1 0 0,0-1-4 0,3-3-1 0,2-2-3 15,1 0 5-15,1-2 4 0,1 1 3 0,2-1 12 0,0-1 1 16,0 0 12-16,1 1 12 0,1 0 12 0,-1 0 16 0,1 3 6 0,0-1 3 16,0 1-1-16,0-1-9 0,0 0-7 0,1 2-9 0,1 0-11 0,-2 3-9 15,1 0-6-15,-1 1-7 0,0 0-5 0,1 3-2 0,0 0-6 16,2 3 0-16,0 2-3 0,1 3-4 0,1 1 5 0,1 3 1 0,0 2 2 16,0 3 5-16,1 3-1 0,1 1 0 0,-1 1 5 0,2 3 3 15,-1 2 8-15,-2 4 4 0,2 1 3 0,1 0-1 0,-2 4-6 0,1 0-3 16,-1 2 0-16,-1 3-6 0,0 3-3 0,0 1-1 0,0 3-3 0,-1-2 2 15,-3 1 2-15,2-1-3 0,-1 0-2 0,0 0-2 0,-1 0-1 16,-4-3-1-16,1 0-16 0,0-4-4 0,0-2 2 0,0-2-1 0,-1-3 11 16,1-2-1-16,-2-3-6 0,1-2 0 0,-1-4-4 0,-2-1 0 0,1-2 4 15,-2-2 4-15,-2-2 5 0,0-1 8 0,-1-2-1 0,0-2 4 16,1-1 1-16,-2-2-5 0,0-2 1 0,-1 1-21 0,0-1 6 0,1 0-8 16,-1-2-8-16,0-2 4 0,1-2-19 0,-1-5-5 0,3 1 0 15,2-3-2-15,-1-1-3 0,2 1 0 0,-1 1-8 0,1 0-4 0,1 0 1 16,2 0-3-16,-1 0 11 0,0 0 11 0,1 1 13 0,1 1 16 0,0 1 13 15,-1 2 10-15,-2 2 6 0,2 0 3 0,-2 2 1 0,0 1 3 16,-1 1 2-16,1 0 3 0,-2 1 2 0,1 2 1 0,1 2-3 0,-3 3-2 16,2-1-4-16,-2 2-4 0,0 1-1 0,1 1-1 0,0 2-1 0,1 1-3 15,-1 0 0-15,-1 1 0 0,4 1 3 0,-2 2 3 0,2 0 3 16,0 3 3-16,-3 1 11 0,0-3 7 0,-2 2 12 0,2 1 11 0,1 2 2 16,0 0 4-16,1 4 9 0,0 2 0 0,1 2-1 0,-1 1-5 0,2 3-14 15,-2 1-9-15,1 0-9 0,-2 3-5 0,2 0-4 0,1 1 1 16,-1 0-3-16,1 0-3 0,1-1-4 0,1 0-7 0,0-1-3 0,1-4-12 15,1 0 0-15,2-2 16 0,1-4 5 0,-1-1 21 0,1-2 7 16,2-4 1-16,-1-2 10 0,0-2 12 0,0-3 17 0,1-2 7 0,0-2 6 16,-2-1-12-16,-1-3-7 0,1-2 10 0,-2-1-9 0,-1-3-6 15,-1-1-3-15,1-1-27 0,-2-2-6 0,0-2-2 0,-1-2-11 0,0 0-6 16,-1-2-9-16,1 0 0 0,-1 1 1 0,-1-2-4 0,0 1-2 0,-1-1 1 16,0-1-4-16,-2 2 4 0,0 0 4 0,-1 0-6 0,1 2-3 0,-1 0 0 15,0 1-7-15,0 3 4 0,0 1-6 0,-1 3 0 0,1 1-6 16,1 4-6-16,-1 1-2 0,0 3-2 0,0 3 2 0,-1 3 9 0,1 3-1 15,0 3 3-15,0 4-2 0,-1 5-5 0,1 3 0 0,-1 7 1 16,2 4-5-16,-1 5-5 0,0 3-21 0,0 4-38 0,0 4-59 0,-1 1-65 16,0 1-86-16,-1 1-61 0,0 1-15 0,-1 1-57 0</inkml:trace>
  <inkml:trace contextRef="#ctx0" brushRef="#br0" timeOffset="143811.33">28921 2691 1222 0,'-14'-25'109'16,"-3"1"-135"-16,-4-4 10 0,0 10 5 0,-4 7 10 0,-1 2 5 0,-4 0 1 15,-1 2-3-15,0 1-2 0,1 1-11 0,-1 3-13 0,-1 3-4 0,-2 3-5 16,-2 2 2-16,-1 3 8 0,-3 4 9 0,-1 1 9 0,-1 2 6 16,-4 3 9-16,-1 0 1 0,-1 1 5 0,-1 2 7 0,-1 1 5 0,-1 1 12 15,-1 2-1-15,-2 1 0 0,-1 1 0 0,1 2-3 0,0 3-1 0,4-2-7 16,0 3 0-16,3-2-9 0,2 2-4 0,4 1-4 0,2 1-3 15,4 4 2-15,2 0-5 0,5 2 4 0,2-1-2 0,5 3 1 0,4 1 7 16,2 1 3-16,4 3 3 0,2 0 5 0,4 1 0 0,2 1 4 16,1 1-2-16,3 1-7 0,-1 2 3 0,1 2-8 0,1 2 3 0,0 3 6 15,-1 2 1-15,-1 3 1 0,1 2-3 0,0-1-6 0,0 3-8 0,1 2 1 16,1 1-3-16,2 2-1 0,2 0 9 0,3 1 2 0,3 4 3 16,3-1 5-16,3 4-6 0,5 1-16 0,1 0 2 0,5 2-8 0,2-2 4 15,4 0 6-15,3 0-4 0,4-5 1 0,5 2-7 0,1-3-6 0,2-3-2 16,5-3 3-16,1-4-2 0,2-1 8 0,1-2-2 0,1-4-3 15,1-4 7-15,2-3-5 0,0-5 10 0,0-3-5 0,-2-5-9 0,0-3 5 16,0-3-4-16,-1-6 5 0,0-1 9 0,-2-6-1 0,2-4 3 16,0-3 9-16,0-4 5 0,2-6 2 0,-2-2-5 0,2-5-13 0,0-3-7 15,1-3-6-15,1-4-1 0,1-2 0 0,-1-3 7 0,1-1 1 0,-1-4 5 16,-2-2 0-16,-1 0 7 0,0-4 0 0,0-1 5 0,-3-1 4 16,1-2 0-16,-2 0 8 0,-1-1 7 0,-1-1 7 0,0 0-1 0,0-1-3 15,-2 0-6-15,-1-1-6 0,-2 0-8 0,-1-2 0 0,-1 2-2 0,-2-2-2 16,-3-2 0-16,-4-1-12 0,-2-1 6 0,-4-3 0 0,0 0-7 15,-3-3 11-15,-2-1-4 0,-2-4-2 0,-1 0-3 0,-3-3-2 0,-3-2-10 16,0-2-1-16,-2-2-3 0,-2-1-2 0,-1-2-3 0,0-2 4 16,-2 0 5-16,-4-2 6 0,-1-1 5 0,-4-1 3 0,-4-2 1 0,-1 0 0 15,-3 0-11-15,-3 1 12 0,-1 0 6 0,-5 0 5 0,-4 0 9 0,-3 0-4 16,-2 1-2-16,-2 0-2 0,-4 1 0 0,-5 3-6 0,-2-1 7 16,-7 0-6-16,-3 0 2 0,-5 1 7 0,-4 1-16 0,-4 1 4 0,-4 2-1 15,-2 2-5-15,-4 2 0 0,-4 4-4 0,0 3 22 0,-1 4 1 16,-2 1 3-16,2 6-2 0,-3 1-22 0,2 4 1 0,2 4 0 0,-2 2 1 15,2 3 0-15,-1 3-8 0,-3 1 1 0,3 4-4 0,-3 0 6 0,0 3-4 16,-1 2 2-16,1 3-2 0,0 4-22 0,0 2 4 0,0 3-6 16,4 2-6-16,-2 2 11 0,2 2-14 0,2 4-17 0,-1 1-34 0,2 3-35 15,3 1-48-15,0 0-53 0,2-2-53 0,3 0-47 0,2-1-42 0,2-2-19 16,2-3-157-16</inkml:trace>
  <inkml:trace contextRef="#ctx0" brushRef="#br0" timeOffset="144628.33">27426 2415 537 0,'-57'23'-76'0,"-2"5"91"0,-15 7-9 0,11 2 5 0,13-1-7 16,1 3-1-16,6 4 1 0,4 2-3 0,7 3 1 0,6 1-5 15,8 1-8-15,5 2-9 0,7 0-7 0,6 0-2 0,5 2 1 0,5-1 0 16,3 1-11-16,1 2-107 0,3-1-10 0</inkml:trace>
  <inkml:trace contextRef="#ctx0" brushRef="#br0" timeOffset="158095.45">25253 2152 948 0,'-11'-16'-19'0,"2"1"-20"0,-3-1-4 0,4 4 14 0,-1 4 13 0,-1 2 14 16,-1 2-2-16,-1 1-5 0,-1 2-9 0,0 4-4 0,0 1 2 0,-1 2 2 15,0 2 9-15,0 1 7 0,-2 1-1 0,0 1 2 0,0 1 1 16,2 1-1-16,0 0 5 0,-1 0 3 0,0 0 6 0,1 1 5 0,0 1 2 15,1-1 5-15,0 0 1 0,1 0 3 0,-1-1 0 0,-1 1 4 0,-1 0 5 16,-1 1 0-16,0 1 4 0,-2 1-6 0,-3 0-9 0,0 3-3 16,-2 1-5-16,0 1-5 0,1 1 1 0,0 1-1 0,-1 0-3 0,2-1 0 15,-1 1 0-15,1 1 2 0,1-1 3 0,2 0 6 0,0 1-3 0,1-1-1 16,2 1-2-16,1-2 3 0,3 0-5 0,2-1 1 0,0 0-2 16,3 2-7-16,1-1 2 0,1 0-1 0,2 0-3 0,1-1 2 0,1-2-2 15,2 0-1-15,2 0 1 0,0-2-1 0,2 0 1 0,1 0-7 16,0-1 2-16,3 0-2 0,2 0 3 0,1-1 2 0,3 0-3 0,-1 0 3 15,3 0-1-15,0-1-1 0,0-3-1 0,2 0-5 0,1 1 4 0,-1 0 1 16,1 1 2-16,1 0 8 0,-2 0-5 0,2-1 1 0,1 0-1 16,-1-1-5-16,2 2 2 0,0 0 2 0,-1 0-1 0,1-1 3 0,1-1-2 15,2 0 0-15,0 0-2 0,1 0 2 0,2 0 1 0,-2 0-2 16,1 0-5-16,0 1-2 0,0 0-1 0,-1 0 1 0,1 0 7 0,-1 0-2 16,0 1 1-16,-2-2 0 0,1-1-3 0,-1 0 2 0,-2-1 0 0,1-1 1 15,-1-1 4-15,0-1-2 0,0-1-1 0,-2 0 2 0,0-2-2 16,-1-1 3-16,0-1 1 0,0 0 0 0,0-2 1 0,0 0 2 0,0-2 0 15,0-1 2-15,0 0 0 0,0-2-1 0,-1-2-3 0,2-1 1 0,0-1-2 16,-1-1 4-16,0-1-2 0,0-1 6 0,-1-2 1 0,1-2 0 16,0-1-2-16,-1 1 0 0,1-1-3 0,-1-1-2 0,0-1-2 0,0 1 0 15,1-1 0-15,0-2 0 0,0 1-1 0,0-2 0 0,-2 0 2 16,0 1-1-16,-1-1-2 0,-2 1 1 0,0 1 5 0,-1 0 3 0,-1 1 4 16,-1 0 2-16,0-1-4 0,0 1 4 0,-2 1 0 0,0-1-1 0,-2 1 2 15,-2 1 3-15,0 0 4 0,-2 1-2 0,0-1 1 0,-1 2-5 16,-1-1-8-16,-2-2 2 0,1 1-4 0,-3-1-1 0,1-1 3 0,-2-1-3 15,-1 1-1-15,0-1 1 0,-3-1 2 0,0 2-4 0,-2-2 5 0,-2-1-1 16,-2 1 2-16,-3-1-2 0,-1 0 1 0,-1 0 0 0,-3-1-2 16,-1 1 3-16,-1-1 3 0,-4 1-4 0,-2 1 4 0,1-1-6 0,-1 1-2 15,3 1 3-15,1-1-3 0,1 1 5 0,-1 1-2 0,0 0 0 16,1 0 0-16,0 2-2 0,1 0-1 0,2 0-1 0,-2-1 2 0,2 3-2 16,1-2 1-16,1 1-1 0,1-1-5 0,2 0 3 0,0 0 0 0,2 0-3 15,2 3 3-15,1 0-1 0,2-1-2 0,-1 2 3 0,-1-1-4 16,1 1 1-16,-1 0 0 0,1 0-2 0,1 1 3 0,2 2-6 0,1 1 2 15,0 0 3-15,0 1-3 0,-1 0 3 0,1 1-3 0,0 1 0 0,-1 0-1 16,-2 1-4-16,-1 0 2 0,-1 1-3 0,-4-1 1 0,-1 2 1 16,-2 1-4-16,-2 2-1 0,-2 3-2 0,-3 3-3 0,-3-1-4 0,-4 3 0 15,-2 2-6-15,-3 1-9 0,-4 2-6 0,-1 1-21 0,0 0-21 16,0 2-17-16,1 0-15 0,-1 0-1 0,1-2 3 0,3 1 8 0,-1 0 1 16,4 0-8-16,0 0-7 0,2 0-17 0,2 2-14 0,0 1 12 0,3-2 2 15,3 0 14-15,0 0 24 0,3-1 15 0,2 0 16 0,2 1-182 16</inkml:trace>
  <inkml:trace contextRef="#ctx0" brushRef="#br0" timeOffset="160608.98">28293 1717 16 0,'0'2'16'16,"0"0"1"-16,0 1-2 0,0-1-1 0,0 2-1 0,0 0 0 16,0 0-2-16,-1 0-1 0,0 1 3 0,0-1-2 0,-1 1-3 0,-1 1-5 15,0-1-21-15,-1 1-66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13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1832 0 0,'0'3'66'0'0,"1"-1"0"0"0,-1 0-1 0 0,1 1 1 0 0,0-1 0 0 0,-1 0-1 0 0,1 0 1 0 0,0 0 0 0 0,0 0-1 0 0,1 0 1 0 0,-1 0 0 0 0,0 0-1 0 0,1 0 1 0 0,-1 0 0 0 0,1-1-1 0 0,0 1 1 0 0,-1 0 0 0 0,5 2-1 0 0,40 25 602 0 0,-30-19-436 0 0,276 158 1071 0 0,-168-102-1115 0 0,2-4 0 0 0,3-7-1 0 0,2-5 1 0 0,3-6-1 0 0,1-5 1 0 0,2-7-1 0 0,1-5 1 0 0,145 8-1 0 0,46-20 1 0 0,622-50-1 0 0,-790 18-435 0 0,305-72 1 0 0,-428 79-477 0 0,-2-2-1 0 0,0-2 0 0 0,-1-1 1 0 0,0-1-1 0 0,-1-2 0 0 0,41-30 1 0 0,-19 4-845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00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386 924 3977 0 0,'-8'-9'246'0'0,"1"-1"0"0"0,0 0 0 0 0,-10-21 1 0 0,-9-13-343 0 0,23 41 73 0 0,1 0 0 0 0,-1 0 0 0 0,0 0 0 0 0,0 0-1 0 0,-1 0 1 0 0,1 1 0 0 0,-1-1 0 0 0,1 1 0 0 0,-1 0 0 0 0,0 0-1 0 0,1 0 1 0 0,-6-1 0 0 0,-53-12 46 0 0,48 13 181 0 0,0-1 1 0 0,-22-8-1 0 0,30 9-48 0 0,1-1 0 0 0,-1 0-1 0 0,0 0 1 0 0,1 0 0 0 0,0-1-1 0 0,0 1 1 0 0,0-2 0 0 0,0 1-1 0 0,0 0 1 0 0,1-1 0 0 0,0 0 0 0 0,0 0-1 0 0,0 0 1 0 0,1 0 0 0 0,-1-1-1 0 0,1 1 1 0 0,1-1 0 0 0,-1 0 0 0 0,1 0-1 0 0,0 0 1 0 0,0 0 0 0 0,1 0-1 0 0,0-1 1 0 0,0 1 0 0 0,0 0-1 0 0,1-13 1 0 0,1 6-42 0 0,0 1 0 0 0,1 0 0 0 0,0 0 0 0 0,1 0 0 0 0,1 0 0 0 0,-1 0 0 0 0,2 1 0 0 0,0-1 0 0 0,0 1 0 0 0,1 1 0 0 0,1-1 0 0 0,-1 1 0 0 0,11-12 0 0 0,11-6-12 0 0,1 1 1 0 0,1 1-1 0 0,2 2 1 0 0,0 1-1 0 0,65-34 1 0 0,-46 30-23 0 0,1 3 0 0 0,1 1 0 0 0,63-16 0 0 0,171-30 117 0 0,-116 39 18 0 0,238-9-1 0 0,176 37 103 0 0,-429 11-262 0 0,1 6 0 0 0,-2 8 1 0 0,217 59-1 0 0,-364-80-53 0 0,261 84 10 0 0,-239-74-5 0 0,0 1 1 0 0,-2 1-1 0 0,0 2 0 0 0,-1 1 1 0 0,0 1-1 0 0,41 38 0 0 0,-61-50 3 0 0,-1 1 0 0 0,0-1 0 0 0,0 1 0 0 0,-1 1 0 0 0,1-1 0 0 0,-2 1 0 0 0,1 0 0 0 0,-1 0 0 0 0,0 0-1 0 0,-1 1 1 0 0,0 0 0 0 0,-1-1 0 0 0,4 17 0 0 0,-6-14 8 0 0,1 0 0 0 0,-1 0 0 0 0,-1 0 0 0 0,0 0 0 0 0,0 0-1 0 0,-1 0 1 0 0,-1-1 0 0 0,0 1 0 0 0,0 0 0 0 0,-1-1 0 0 0,-5 11 0 0 0,-5 5 32 0 0,-1 0 0 0 0,-1-1-1 0 0,-1 0 1 0 0,-40 43 0 0 0,-95 77 210 0 0,62-70-290 0 0,-3-4 0 0 0,-155 91 0 0 0,107-85 12 0 0,-196 77 1 0 0,-85 3 399 0 0,334-131-76 0 0,-1-3 0 0 0,-175 21 0 0 0,200-39-162 0 0,0-2-1 0 0,-1-4 1 0 0,1-2 0 0 0,0-3-1 0 0,0-3 1 0 0,1-3 0 0 0,-121-38-1 0 0,143 34-58 0 0,0 0-1 0 0,2-3 0 0 0,0-1 1 0 0,1-2-1 0 0,1-2 0 0 0,2-1 1 0 0,0-2-1 0 0,2-1 1 0 0,1-1-1 0 0,1-2 0 0 0,1-2 1 0 0,-40-58-1 0 0,23 19-117 0 0,3-3-1 0 0,3-1 1 0 0,3-2 0 0 0,-39-122-1 0 0,55 136 69 0 0,-6-18-474 0 0,13 27-4363 0 0,15 55 4724 0 0,1 0 0 0 0,-1 0 0 0 0,0-1 0 0 0,0 1-1 0 0,1 0 1 0 0,-1-1 0 0 0,0 1 0 0 0,0 0 0 0 0,1 0 0 0 0,-1 0 0 0 0,0-1 0 0 0,1 1 0 0 0,-1 0-1 0 0,0 0 1 0 0,1 0 0 0 0,-1 0 0 0 0,0-1 0 0 0,1 1 0 0 0,-1 0 0 0 0,0 0 0 0 0,1 0 0 0 0,-1 0 0 0 0,1 0-1 0 0,-1 0 1 0 0,0 0 0 0 0,1 0 0 0 0,-1 0 0 0 0,0 0 0 0 0,1 0 0 0 0,-1 1 0 0 0,0-1 0 0 0,1 0-1 0 0,-1 0 1 0 0,0 0 0 0 0,1 0 0 0 0,-1 1 0 0 0,0-1 0 0 0,1 0 0 0 0,-1 1 0 0 0,26 7-1082 0 0,-18-5 499 0 0,123 39-4075 0 0,-86-27 3349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02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1160 8738 0 0,'-7'-7'3549'0'0,"5"6"-3461"0"0,0-1 0 0 0,0 0 0 0 0,0 0 1 0 0,0 0-1 0 0,0 0 0 0 0,1 0 0 0 0,-1 0 0 0 0,1 0 0 0 0,-1-1 0 0 0,-1-3 0 0 0,3 6-199 0 0,1-1 0 0 0,-1 1 1 0 0,1 0-1 0 0,-1 0 0 0 0,0 0 0 0 0,1-1 0 0 0,-1 1 0 0 0,0 0 0 0 0,1 0 0 0 0,-1 0 1 0 0,1 0-1 0 0,-1 0 0 0 0,0 0 0 0 0,1 0 0 0 0,-1 0 0 0 0,1 0 0 0 0,-1 0 0 0 0,0 0 1 0 0,1 0-1 0 0,-1 0 0 0 0,1 0 0 0 0,-1 0 0 0 0,0 0 0 0 0,1 0 0 0 0,-1 0 0 0 0,1 1 1 0 0,-1-1-1 0 0,0 0 0 0 0,1 0 0 0 0,0 1 0 0 0,15 5-1001 0 0,39 20-980 0 0,-1 3 0 0 0,77 54 0 0 0,-108-68 2361 0 0,1-1 0 0 0,28 12-1 0 0,109 33 5125 0 0,-72-28-3102 0 0,15 3-1231 0 0,2-3-1 0 0,213 31 1 0 0,224-24-717 0 0,792-87-344 0 0,-791-11 80 0 0,-8-43 482 0 0,-509 96-414 0 0,0-1 0 0 0,0-2 1 0 0,-1 0-1 0 0,-1-2 0 0 0,1 0 0 0 0,-2-2 1 0 0,42-31-1 0 0,-57 38-62 0 0,0-1 1 0 0,-1 0-1 0 0,0 0 1 0 0,0-1-1 0 0,-1 0 1 0 0,0 0-1 0 0,0-1 0 0 0,-1 0 1 0 0,-1 0-1 0 0,0 0 1 0 0,0-1-1 0 0,-1 0 1 0 0,0 0-1 0 0,-1 0 1 0 0,0 0-1 0 0,-1-1 1 0 0,0 1-1 0 0,-1-1 1 0 0,0 1-1 0 0,-1-1 0 0 0,-1-18 1 0 0,-4 3 24 0 0,0 0 1 0 0,-2 0-1 0 0,-1 0 1 0 0,-1 1-1 0 0,-1 1 1 0 0,-1-1-1 0 0,-2 2 1 0 0,-26-41-1 0 0,-4 5 125 0 0,-2 2 0 0 0,-56-56 0 0 0,55 66-240 0 0,-1 2 1 0 0,-3 2-1 0 0,-2 2 1 0 0,-1 2-1 0 0,-2 3 1 0 0,-2 2-1 0 0,-1 3 1 0 0,-1 2-1 0 0,-2 3 1 0 0,-1 3-1 0 0,0 2 1 0 0,-96-19-1 0 0,59 25-49 0 0,-1 4 1 0 0,0 5-1 0 0,-158 8 0 0 0,-300 58-22 0 0,322-23 54 0 0,-264 75 0 0 0,382-77 15 0 0,2 6 1 0 0,2 5-1 0 0,1 5 1 0 0,-117 71-1 0 0,-75 80-348 0 0,116-47 155 0 0,158-125 100 0 0,1 1-1 0 0,-33 41 1 0 0,61-69 70 0 0,1 0 0 0 0,-1 1 1 0 0,1-1-1 0 0,-1 0 0 0 0,1 0 0 0 0,0 1 1 0 0,-1-1-1 0 0,1 1 0 0 0,0-1 0 0 0,1 1 1 0 0,-1 0-1 0 0,0-1 0 0 0,1 1 0 0 0,0 0 1 0 0,-1-1-1 0 0,1 1 0 0 0,0 0 0 0 0,0-1 1 0 0,1 1-1 0 0,-1 0 0 0 0,1 0 0 0 0,-1-1 1 0 0,1 1-1 0 0,0-1 0 0 0,0 1 0 0 0,0-1 1 0 0,0 1-1 0 0,0-1 0 0 0,1 1 0 0 0,-1-1 1 0 0,1 0-1 0 0,-1 0 0 0 0,1 0 1 0 0,0 0-1 0 0,0 0 0 0 0,0 0 0 0 0,0 0 1 0 0,3 1-1 0 0,10 1-133 0 0,-13-4 161 0 0,0 0 0 0 0,0 1 0 0 0,-1-1-1 0 0,1 0 1 0 0,0 1 0 0 0,0-1 0 0 0,0 1 0 0 0,-1 0-1 0 0,1-1 1 0 0,0 1 0 0 0,-1 0 0 0 0,1 0 0 0 0,1 1-1 0 0,-3-1 50 0 0,-40 20-2122 0 0,39-21 2014 0 0,-13 7-2876 0 0,13-7 2450 0 0,0 0 1 0 0,0 1-1 0 0,0 0 0 0 0,0-1 1 0 0,0 1-1 0 0,0-1 1 0 0,0 1-1 0 0,0 0 1 0 0,0 0-1 0 0,1-1 1 0 0,-1 1-1 0 0,0 0 1 0 0,1 0-1 0 0,-1 0 0 0 0,1 0 1 0 0,-1 0-1 0 0,1 0 1 0 0,-2 2-1 0 0,2 4-1860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04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1526 2593 0 0,'-1'-51'2659'0'0,"1"48"-2528"0"0,0-1 0 0 0,1 1-1 0 0,-1 0 1 0 0,1 0 0 0 0,0-1-1 0 0,0 1 1 0 0,0 0 0 0 0,0 0-1 0 0,1 0 1 0 0,-1 0 0 0 0,1 0-1 0 0,0 1 1 0 0,3-5 0 0 0,-4 6-127 0 0,1 0 0 0 0,0 0 0 0 0,0 0 1 0 0,0 0-1 0 0,0 0 0 0 0,0 1 0 0 0,0-1 1 0 0,0 0-1 0 0,0 1 0 0 0,0 0 0 0 0,0-1 1 0 0,0 1-1 0 0,0 0 0 0 0,0 0 0 0 0,0 0 1 0 0,0 0-1 0 0,0 1 0 0 0,0-1 0 0 0,1 0 1 0 0,-1 1-1 0 0,0 0 0 0 0,0-1 0 0 0,2 2 1 0 0,48 24 13 0 0,-47-24-4 0 0,18 10 166 0 0,0-1 0 0 0,1-1 0 0 0,0-1 0 0 0,29 6 0 0 0,106 17 1711 0 0,-79-18-1254 0 0,38 5 557 0 0,183 7 0 0 0,123-24-333 0 0,-18-1-464 0 0,-109 15-131 0 0,330 60 0 0 0,-517-58 15 0 0,171 6 1 0 0,-225-24-76 0 0,1-2-1 0 0,-1-3 1 0 0,0-2-1 0 0,109-29 1 0 0,-108 18-122 0 0,-1-2 0 0 0,-1-3 1 0 0,-1-2-1 0 0,70-44 0 0 0,-89 46-17 0 0,0-2 0 0 0,-1-1 0 0 0,-1-2 0 0 0,-2-1 0 0 0,-1-2 1 0 0,49-64-1 0 0,-70 81-17 0 0,0 0 1 0 0,-1-1-1 0 0,-1 0 0 0 0,0 0 1 0 0,-1 0-1 0 0,0-1 1 0 0,-2 0-1 0 0,0 0 0 0 0,0 0 1 0 0,-2 0-1 0 0,0-1 1 0 0,-1 0-1 0 0,0 1 0 0 0,-1-1 1 0 0,-4-24-1 0 0,0 17-12 0 0,-2 0 0 0 0,0 0 0 0 0,-2 1 0 0 0,0-1 0 0 0,-1 2 0 0 0,-2 0 0 0 0,0 0-1 0 0,-1 1 1 0 0,-29-37 0 0 0,-2 5-141 0 0,-3 2 0 0 0,-3 2 0 0 0,-1 2 0 0 0,-2 2 0 0 0,-3 3 0 0 0,-1 2-1 0 0,-1 3 1 0 0,-101-49 0 0 0,51 39 107 0 0,-1 4 0 0 0,-3 5-1 0 0,-1 5 1 0 0,-146-23 0 0 0,107 29 301 0 0,0 7 0 0 0,-197-1 0 0 0,280 22-322 0 0,1 3 0 0 0,0 2 0 0 0,0 4 0 0 0,1 2 1 0 0,0 4-1 0 0,1 2 0 0 0,-105 45 0 0 0,116-38-70 0 0,2 3 1 0 0,0 2-1 0 0,2 2 1 0 0,-68 58-1 0 0,84-60-772 0 0,2 2-1 0 0,-36 45 0 0 0,45-47-1112 0 0,1 2 0 0 0,1 1 0 0 0,-16 35 0 0 0,10-11-1881 0 0,16-31 1118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17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1840 6185 0 0,'-41'-11'279'0'0,"-43"-9"350"0"0,77 19-603 0 0,0 0 0 0 0,-1 0-1 0 0,1 1 1 0 0,0 0-1 0 0,-1 1 1 0 0,1 0 0 0 0,0 0-1 0 0,0 0 1 0 0,-9 3 0 0 0,15-3-47 0 0,0-1 1 0 0,0 0-1 0 0,0 0 1 0 0,0 0 0 0 0,0 1-1 0 0,0-1 1 0 0,1 0-1 0 0,-1 1 1 0 0,0-1 0 0 0,0 1-1 0 0,0-1 1 0 0,1 1 0 0 0,-1-1-1 0 0,0 1 1 0 0,0-1-1 0 0,1 1 1 0 0,-1 0 0 0 0,1 0-1 0 0,-1-1 1 0 0,0 1-1 0 0,1 0 1 0 0,-1 0 0 0 0,1-1-1 0 0,0 1 1 0 0,-1 0-1 0 0,1 0 1 0 0,0 0 0 0 0,-1 0-1 0 0,1 0 1 0 0,0 0-1 0 0,0 0 1 0 0,0 0 0 0 0,0 0-1 0 0,0-1 1 0 0,0 1 0 0 0,0 0-1 0 0,0 0 1 0 0,0 0-1 0 0,1 0 1 0 0,-1 0 0 0 0,0 0-1 0 0,0 0 1 0 0,1 0-1 0 0,-1-1 1 0 0,1 1 0 0 0,-1 0-1 0 0,1 0 1 0 0,-1 0-1 0 0,1-1 1 0 0,-1 1 0 0 0,1 0-1 0 0,0-1 1 0 0,0 2 0 0 0,3 2-50 0 0,-1-1 1 0 0,1 1 0 0 0,0-1-1 0 0,0 0 1 0 0,0 0 0 0 0,1-1 0 0 0,-1 1-1 0 0,9 3 1 0 0,130 30-206 0 0,-87-21 504 0 0,1-2 0 0 0,0-3-1 0 0,1-2 1 0 0,61 0-1 0 0,236-15 1218 0 0,-204 0-1027 0 0,1147 52 422 0 0,-1165-36-890 0 0,1-5 0 0 0,258-26 0 0 0,-321 12 288 0 0,0-4 0 0 0,-1-2 0 0 0,0-4 0 0 0,-2-2 0 0 0,0-4 0 0 0,-2-2 0 0 0,72-43 0 0 0,241-184 1209 0 0,-352 235-1353 0 0,-1-1 0 0 0,-1-1 1 0 0,-1-1-1 0 0,-1-2 0 0 0,-1 0 0 0 0,26-40 0 0 0,-42 56-37 0 0,0-1 0 0 0,-1 0-1 0 0,0-1 1 0 0,0 1-1 0 0,-1-1 1 0 0,0 0 0 0 0,-1 0-1 0 0,-1 0 1 0 0,0 0-1 0 0,0 0 1 0 0,-1-1 0 0 0,0 1-1 0 0,-1-1 1 0 0,0 1-1 0 0,-1-1 1 0 0,0 1 0 0 0,-1 0-1 0 0,-1 0 1 0 0,1-1-1 0 0,-2 1 1 0 0,1 1-1 0 0,-7-13 1 0 0,-3 0-61 0 0,-1 0 0 0 0,-1 1 0 0 0,-1 1 0 0 0,-1 0 0 0 0,-1 2 0 0 0,0 0 0 0 0,-2 0 0 0 0,0 2 0 0 0,-28-19 0 0 0,-16-5-156 0 0,-134-66 0 0 0,-367-137 338 0 0,413 182 43 0 0,-345-132 878 0 0,-14 44-557 0 0,421 131-572 0 0,-1 4 0 0 0,0 4 0 0 0,-1 5 0 0 0,-117 5 0 0 0,142 6 31 0 0,1 2 0 0 0,-1 4 1 0 0,2 2-1 0 0,0 3 0 0 0,0 3 1 0 0,-97 43-1 0 0,81-23-365 0 0,2 3 1 0 0,2 4-1 0 0,-113 87 0 0 0,138-90-1541 0 0,-79 86 0 0 0,96-89-671 0 0,2 1-1 0 0,-47 77 1 0 0,48-59 158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17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33 296 0 0,'-16'-10'8'0'0,"-1"-1"-48"0"0,-4-1-184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18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795 642 608 0 0,'-13'-8'567'0'0,"1"2"-1"0"0,-1 0 1 0 0,-22-7-1 0 0,23 10-115 0 0,1-1 0 0 0,0-1 0 0 0,0 0 0 0 0,1 0 0 0 0,-16-12 0 0 0,22 15-311 0 0,1-1-1 0 0,0 0 1 0 0,0 0 0 0 0,0-1-1 0 0,1 1 1 0 0,-1-1 0 0 0,1 1-1 0 0,0-1 1 0 0,0 0 0 0 0,0 0 0 0 0,0 0-1 0 0,1 0 1 0 0,0 0 0 0 0,0 0-1 0 0,0-1 1 0 0,0 1 0 0 0,0 0-1 0 0,1 0 1 0 0,0-9 0 0 0,1 1 10 0 0,0 0-1 0 0,1 0 1 0 0,1 0 0 0 0,0 0 0 0 0,1 0 0 0 0,0 1-1 0 0,0-1 1 0 0,1 1 0 0 0,1 0 0 0 0,0 1 0 0 0,1-1-1 0 0,0 1 1 0 0,0 0 0 0 0,1 1 0 0 0,0 0 0 0 0,18-15-1 0 0,1 0 19 0 0,2 2-1 0 0,0 1 0 0 0,1 1 1 0 0,50-24-1 0 0,-21 17-161 0 0,2 3-1 0 0,1 2 1 0 0,0 3-1 0 0,1 2 0 0 0,91-11 1 0 0,-67 18-106 0 0,0 4 0 0 0,0 4-1 0 0,135 13 1 0 0,-106 5 55 0 0,-2 5 0 0 0,0 5 0 0 0,-2 4-1 0 0,-1 6 1 0 0,-1 4 0 0 0,171 90 0 0 0,-239-107 53 0 0,-1 2-1 0 0,-1 1 1 0 0,-1 2 0 0 0,-2 2-1 0 0,-1 2 1 0 0,38 42-1 0 0,-71-72 89 0 0,-1 1-1 0 0,1 0 1 0 0,-1 0-1 0 0,0 0 1 0 0,0 1-1 0 0,0-1 1 0 0,-1 0-1 0 0,1 1 1 0 0,1 7-1 0 0,-3-10-5 0 0,0 0 0 0 0,0 0 1 0 0,0 0-1 0 0,0 0 0 0 0,0 1 0 0 0,0-1 0 0 0,0 0 1 0 0,-1 0-1 0 0,1 0 0 0 0,0 0 0 0 0,-1 0 0 0 0,1 0 0 0 0,-1 0 1 0 0,1 0-1 0 0,-1 0 0 0 0,0 0 0 0 0,1 0 0 0 0,-1 0 1 0 0,0 0-1 0 0,0 0 0 0 0,1 0 0 0 0,-1-1 0 0 0,0 1 1 0 0,0 0-1 0 0,0-1 0 0 0,0 1 0 0 0,0 0 0 0 0,0-1 0 0 0,0 1 1 0 0,0-1-1 0 0,0 0 0 0 0,0 1 0 0 0,-1-1 0 0 0,1 0 1 0 0,0 0-1 0 0,-1 0 0 0 0,-50 11 1476 0 0,-104 7 0 0 0,46-7-1311 0 0,-579 117-126 0 0,9 47-1136 0 0,-118 27-3396 0 0,559-155 2377 0 0,192-41 1225 0 0,0-1-1 0 0,0-3 1 0 0,-52-3-1 0 0,87 0 343 0 0,1 0 0 0 0,-1-1 0 0 0,1 0 0 0 0,0-1 0 0 0,-1 0 0 0 0,1-1 0 0 0,-16-8 0 0 0,-10-13-2641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26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88 450 3529 0 0,'-9'0'134'0'0,"5"0"-26"0"0,0 0-1 0 0,0 0 1 0 0,0 0 0 0 0,0-1 0 0 0,0 1 0 0 0,0-1 0 0 0,-6-2 0 0 0,9 2-109 0 0,-1 1 1 0 0,1-1 0 0 0,0 0-1 0 0,0 0 1 0 0,0 0 0 0 0,0 0-1 0 0,0 0 1 0 0,0 0 0 0 0,0 0-1 0 0,1 0 1 0 0,-1 0 0 0 0,0-1-1 0 0,1 1 1 0 0,-1 0 0 0 0,0 0-1 0 0,1-1 1 0 0,0 1 0 0 0,-1 0 0 0 0,1-1-1 0 0,0 1 1 0 0,-1-1 0 0 0,1 1-1 0 0,0 0 1 0 0,0-1 0 0 0,0 1-1 0 0,1-2 1 0 0,-1-1 29 0 0,-2-17-222 0 0,2 20 212 0 0,0 1 1 0 0,0 0-1 0 0,0-1 0 0 0,0 1 0 0 0,0-1 0 0 0,0 1 0 0 0,0 0 1 0 0,0-1-1 0 0,-1 1 0 0 0,1 0 0 0 0,0-1 0 0 0,0 1 0 0 0,0 0 1 0 0,-1 0-1 0 0,1-1 0 0 0,0 1 0 0 0,0 0 0 0 0,-1 0 0 0 0,1-1 1 0 0,0 1-1 0 0,-1 0 0 0 0,1 0 0 0 0,0 0 0 0 0,-1-1 0 0 0,1 1 1 0 0,0 0-1 0 0,-1 0 0 0 0,1 0 0 0 0,0 0 0 0 0,-1 0 0 0 0,1 0 1 0 0,-1 0-1 0 0,1 0 0 0 0,0 0 0 0 0,-1 0 0 0 0,1 0 0 0 0,0 0 0 0 0,-1 0 1 0 0,1 0-1 0 0,0 0 0 0 0,-1 0 0 0 0,1 0 0 0 0,-1 0 0 0 0,1 1 1 0 0,0-1-1 0 0,0 0 0 0 0,-1 0 0 0 0,0 1 26 0 0,0 0 1 0 0,0 0-1 0 0,1 0 0 0 0,-1 0 0 0 0,0-1 0 0 0,1 1 1 0 0,-1 0-1 0 0,1 0 0 0 0,-1 0 0 0 0,1 0 1 0 0,-1 0-1 0 0,1 1 0 0 0,0-1 0 0 0,-1 0 0 0 0,1 0 1 0 0,0 0-1 0 0,0 0 0 0 0,0 0 0 0 0,0 0 0 0 0,0 0 1 0 0,0 1-1 0 0,1 1 0 0 0,4 31 52 0 0,-4-26 25 0 0,2 4 76 0 0,-1-1 0 0 0,2 1 0 0 0,4 12 0 0 0,-6-21 122 0 0,-1 1 1 0 0,1-1-1 0 0,-1 1 1 0 0,1-1-1 0 0,0 1 1 0 0,1-1-1 0 0,-1 0 1 0 0,1 0-1 0 0,-1 0 1 0 0,1 0-1 0 0,0-1 1 0 0,0 1-1 0 0,4 2 1 0 0,-5-5-159 0 0,-1 0 0 0 0,1 0 0 0 0,0 1 0 0 0,-1-2 0 0 0,1 1 0 0 0,0 0 1 0 0,-1 0-1 0 0,1 0 0 0 0,-1-1 0 0 0,1 1 0 0 0,0-1 0 0 0,-1 0 1 0 0,1 1-1 0 0,-1-1 0 0 0,1 0 0 0 0,-1 0 0 0 0,0 0 0 0 0,1 0 1 0 0,-1 0-1 0 0,3-2 0 0 0,26-26 851 0 0,-30 29-1001 0 0,55-58 187 0 0,23-27 155 0 0,124-102 0 0 0,-173 164-651 0 0,0 2 0 0 0,2 0 0 0 0,0 2-1 0 0,2 2 1 0 0,0 1 0 0 0,0 1 0 0 0,1 2 0 0 0,59-15 0 0 0,-78 25-721 0 0,0 1 1 0 0,0 0-1 0 0,1 1 1 0 0,-1 0 0 0 0,1 1-1 0 0,-1 1 1 0 0,1 1-1 0 0,-1 0 1 0 0,0 1-1 0 0,0 0 1 0 0,18 7-1 0 0,-20-3-422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06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333 180 2729 0 0,'-55'12'44'0'0,"18"-2"10"0"0,0-2 1 0 0,-1-1 0 0 0,0-3 0 0 0,-56 1 0 0 0,92-5-69 0 0,1 0 0 0 0,-1 0 0 0 0,1 0 1 0 0,0 0-1 0 0,-1 0 0 0 0,1 0 0 0 0,-1-1 0 0 0,1 1 0 0 0,0 0 0 0 0,-1-1 0 0 0,1 1 0 0 0,0-1 0 0 0,0 0 0 0 0,-1 1 0 0 0,1-1 0 0 0,0 0 0 0 0,0 0 0 0 0,0 0 0 0 0,0 0 1 0 0,0 0-1 0 0,0 0 0 0 0,0 0 0 0 0,-1-2 0 0 0,1 1-9 0 0,1 1 0 0 0,-1-1 0 0 0,1 0 0 0 0,0 0 0 0 0,0 0 0 0 0,0 0 0 0 0,0 1 0 0 0,0-1 0 0 0,0 0 0 0 0,0 0 0 0 0,0 0 0 0 0,1 0 0 0 0,-1 0 0 0 0,1 1 0 0 0,1-3 0 0 0,3-9-94 0 0,1 1 0 0 0,1 1 0 0 0,15-22 0 0 0,-18 28 111 0 0,51-78-657 0 0,-38 60-289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07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437 476 1496 0 0,'-3'0'22'0'0,"-150"-20"1186"0"0,134 20-1174 0 0,0 0 0 0 0,0 1 0 0 0,0 1 0 0 0,1 0 0 0 0,-1 2-1 0 0,-20 6 1 0 0,27-6-54 0 0,-1 0 19 0 0,0 0 0 0 0,-26 5 1 0 0,37-9 11 0 0,0 1-1 0 0,0-1 1 0 0,0 0 0 0 0,1 0-1 0 0,-1 1 1 0 0,0-1 0 0 0,0-1 0 0 0,0 1-1 0 0,0 0 1 0 0,1 0 0 0 0,-1-1-1 0 0,0 1 1 0 0,0-1 0 0 0,1 1-1 0 0,-1-1 1 0 0,0 0 0 0 0,1 1 0 0 0,-1-1-1 0 0,0 0 1 0 0,1 0 0 0 0,-1 0-1 0 0,1-1 1 0 0,0 1 0 0 0,-1 0 0 0 0,1 0-1 0 0,0-1 1 0 0,0 1 0 0 0,0-1-1 0 0,-2-2 1 0 0,2 0 8 0 0,1 1 0 0 0,0-1-1 0 0,-1 1 1 0 0,1 0 0 0 0,0-1 0 0 0,0 1-1 0 0,1-1 1 0 0,-1 1 0 0 0,1-1 0 0 0,0 1 0 0 0,0 0-1 0 0,0-1 1 0 0,0 1 0 0 0,1 0 0 0 0,1-4-1 0 0,29-44 125 0 0,-4 16-133 0 0,3 1 0 0 0,0 2-1 0 0,2 1 1 0 0,2 1 0 0 0,0 2 0 0 0,2 1 0 0 0,1 2 0 0 0,1 2 0 0 0,1 2 0 0 0,0 1 0 0 0,48-15-1 0 0,-66 28-6 0 0,1 2 0 0 0,0 0 0 0 0,0 2 0 0 0,0 1 0 0 0,0 0 0 0 0,1 2 0 0 0,-1 1 0 0 0,0 0 0 0 0,0 2 0 0 0,0 1 0 0 0,0 1 0 0 0,0 0 0 0 0,26 11 0 0 0,-20-4 7 0 0,-1 0 0 0 0,-1 2 0 0 0,0 0 0 0 0,-1 2 0 0 0,-1 1 0 0 0,0 2 0 0 0,-1 0 0 0 0,-1 1 0 0 0,34 40 0 0 0,-48-50 2 0 0,-1 1 1 0 0,0 0 0 0 0,0 1-1 0 0,-2 0 1 0 0,1 0 0 0 0,-1 0-1 0 0,-1 1 1 0 0,0 0 0 0 0,-1 0-1 0 0,-1 0 1 0 0,0 1 0 0 0,0-1-1 0 0,-1 1 1 0 0,-1 0 0 0 0,-1 21-1 0 0,-1-19 2 0 0,-1 0 0 0 0,-1 0 0 0 0,-1 0 0 0 0,0 0 0 0 0,-1 0-1 0 0,0-1 1 0 0,-2 0 0 0 0,1 0 0 0 0,-2-1 0 0 0,0 1 0 0 0,-1-2 0 0 0,-19 24 0 0 0,8-14 12 0 0,-1-1 1 0 0,-1-1-1 0 0,-1-1 1 0 0,-1-1-1 0 0,-1-1 1 0 0,0-1 0 0 0,-1-2-1 0 0,-1 0 1 0 0,0-2-1 0 0,-1-1 1 0 0,0-1-1 0 0,-32 8 1 0 0,25-9 190 0 0,-1-1 0 0 0,1-2 0 0 0,-1-1 0 0 0,0-2-1 0 0,-55-1 1 0 0,78-4-156 0 0,0 1-1 0 0,0-2 1 0 0,0 0-1 0 0,0 0 1 0 0,1-1-1 0 0,-1-1 1 0 0,1 0 0 0 0,0-1-1 0 0,0 0 1 0 0,0-1-1 0 0,0 0 1 0 0,1-1-1 0 0,0 0 1 0 0,1 0-1 0 0,-1-2 1 0 0,2 1-1 0 0,-1-1 1 0 0,-14-18-1 0 0,17 16-142 0 0,0-2 0 0 0,1 1 1 0 0,0-1-1 0 0,1 0 0 0 0,0 0 0 0 0,1 0 0 0 0,0-1 0 0 0,1 1 0 0 0,1-1 0 0 0,0 0 0 0 0,1-24 1 0 0,1-4-789 0 0,2 0-1 0 0,12-66 1 0 0,24-51-1419 0 0,-27 122 1171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26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49 10850 0 0,'-124'-16'2213'0'0,"85"7"-3252"0"0,-43-14 1 0 0,89 33-5676 0 0,21 34 4693 0 0,15 37 513 0 0,-28-49 1013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26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0 465 320 0 0,'34'99'576'0'0,"44"107"3780"0"0,-76-201-4119 0 0,1 1 1 0 0,0-1 0 0 0,0-1-1 0 0,0 1 1 0 0,1 0 0 0 0,-1-1-1 0 0,1 0 1 0 0,0 0-1 0 0,1 0 1 0 0,-1 0 0 0 0,1-1-1 0 0,-1 0 1 0 0,1 1 0 0 0,0-2-1 0 0,0 1 1 0 0,0-1 0 0 0,1 1-1 0 0,-1-1 1 0 0,7 1-1 0 0,-5-2 70 0 0,0 0-1 0 0,0 0 0 0 0,0-1 1 0 0,0 0-1 0 0,0-1 0 0 0,0 1 1 0 0,0-1-1 0 0,0-1 0 0 0,0 1 1 0 0,0-1-1 0 0,-1 0 0 0 0,1-1 1 0 0,-1 1-1 0 0,1-1 1 0 0,8-6-1 0 0,-2 0 227 0 0,1-1-1 0 0,-1 0 1 0 0,-1-1 0 0 0,0-1 0 0 0,14-17 0 0 0,49-72 429 0 0,-28 35-700 0 0,79-106 266 0 0,-41 51-492 0 0,102-107 0 0 0,-182 223-78 0 0,-1 0 1 0 0,1 0-1 0 0,1 1 1 0 0,-1 0-1 0 0,0 0 1 0 0,1 0-1 0 0,0 1 1 0 0,0 0-1 0 0,0 0 1 0 0,0 1 0 0 0,1-1-1 0 0,-1 1 1 0 0,1 1-1 0 0,11-3 1 0 0,-12 4-28 0 0,0 0 0 0 0,0 0 1 0 0,0 0-1 0 0,0 1 1 0 0,-1 0-1 0 0,1 0 1 0 0,0 1-1 0 0,-1 0 1 0 0,1 0-1 0 0,-1 0 0 0 0,0 0 1 0 0,0 1-1 0 0,1 0 1 0 0,-2 0-1 0 0,1 0 1 0 0,0 1-1 0 0,6 6 1 0 0,8 8-1399 0 0,23 31 0 0 0,38 64-8428 0 0,-67-95 8075 0 0,8 15-1138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08T12:09:28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11 668 3305 0 0,'-11'1'313'0'0,"21"3"627"0"0,10 2-93 0 0,-1 5-567 0 0,-1 0-1 0 0,0 2 1 0 0,26 24-1 0 0,-32-26-282 0 0,0 0-1 0 0,1-1 1 0 0,0-1-1 0 0,1 0 1 0 0,0 0-1 0 0,0-2 1 0 0,0 0 0 0 0,20 7-1 0 0,-22-11-5 0 0,-1-1 0 0 0,1 0 0 0 0,0-1-1 0 0,0 0 1 0 0,-1-1 0 0 0,1-1 0 0 0,0 0 0 0 0,0 0-1 0 0,-1-1 1 0 0,1 0 0 0 0,-1-1 0 0 0,1-1 0 0 0,-1 0 0 0 0,0 0-1 0 0,0-1 1 0 0,-1 0 0 0 0,11-7 0 0 0,4-5 46 0 0,0-2 0 0 0,0 0 0 0 0,-2-1 0 0 0,-1-2 0 0 0,27-32 0 0 0,47-58-564 0 0,5 5-1 0 0,130-109 0 0 0,-41 62-2955 0 0,-117 91 2096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8694A-3ACD-492A-30ED-0DE6E88BD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70FB9-EE40-B443-E760-420968626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65595-80E6-00DC-730A-4743D6020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20DCA-7264-68DB-5614-2AC1449C5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4C755-629B-F616-FA8A-7FE754E2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6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E580-E899-BF22-A9C9-20CBE8FD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A9096-556E-9DC8-BFDF-0BE6019D1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DC346-7FDE-1433-E7C1-CA4AE7A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B6884-BF4F-9EC6-B9BF-EABB0082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E490D-A398-13DD-43CA-9B51170A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2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17F9-1EDC-BE88-2B88-D3845754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421A6-0410-C714-7931-A4D59419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80CF5-F816-48E8-2901-1E5361D0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B600E-F885-9526-219D-A83DC666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D5249-C454-77E0-9DE1-509ED4D2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6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28615-522B-E6BF-608E-AAFAF37F5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84680-7D78-5565-D904-A834722B8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67B82-64F4-4940-EBC1-4E3C07617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FBCE2-4AA4-BA56-51E1-2808C14A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35DAF-5D80-15FA-6F34-4CB200C0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5B473-2171-1FB4-E3ED-8740B7A7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7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F6A51-9CFB-4844-8DE2-21E1AC33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3E5C0-7404-5032-6DDD-56A1CE538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5192E-8442-A676-279E-F22AE7BF0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249B8-32C9-9635-B2F5-01D7FF9CE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1F81E-C2DC-CD60-1DFE-336E238F3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2C3E16-C966-177F-4BB8-87888014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A87D4-4248-F48B-187A-4DC89900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55FBEC-A49C-F4EC-E306-9A49FC35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B0F76-7C99-1AEB-8D98-FCA27EEB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1D652-C852-2309-FBF3-D3FE33A72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6FAFF-930C-0565-6FB5-4F3DD9C6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30002-0781-715D-1EBB-A288401D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8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B1706-DB1E-7EE7-CF18-14D9DE2E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A3609-AF67-3727-C069-3F3DED969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BF169-7516-0CBE-E8EB-4E386B8D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6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0EDB-DBCB-9159-8F33-146FF81C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43714-DD03-382E-7532-B733400DF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78F81-9674-BCD3-A40E-F6A56714F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9278F-FA88-8F57-14D4-169EDE8B5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11267-9C4D-4A52-F013-40143A93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A900A-9EBE-B723-5F53-56DBFA1A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6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34A2-0496-9485-804D-8917A4FBA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460842-974B-8480-9F64-3FD828F62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F6718-CDDE-7116-A456-E4D12853A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A3BF3-5C42-294A-BC71-9F3F1648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2509D-0C27-5A71-D4D8-D1A1D691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59A29-8743-B190-05BC-43B659A06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92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FF22-8492-874E-F67C-C9FDEB357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3F789-65F0-378F-2E94-41B65F219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CC82-57E4-CEC0-832F-550EFDAE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0F40-10DA-1ABA-F1CC-15FE603E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A105D-0350-C917-DE82-237BEA28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2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789CF-DA34-7C50-609F-788E146B01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A17CD-69F4-9254-77DD-4DB486321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FE986-F400-20F4-C127-900A2F4E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01568-CF59-B345-DF6D-F416353D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6145-9A99-6769-AC4A-B0A621BB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1D4DBB-5983-DB13-35DD-3C7A8685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E790A-8C08-6A81-704D-D5EA27BEC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A30F-D5E8-A8B7-2041-4FE51C201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EBBCB-DBEB-47F9-AE84-138FEF04474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F02BA-8D85-F5D7-0CEE-679CC3E60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577CC-BB2B-AFCB-C10C-4FE735ACA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FFF1-02B5-454B-A3B2-24683DCC13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56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8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5.xml"/><Relationship Id="rId11" Type="http://schemas.openxmlformats.org/officeDocument/2006/relationships/image" Target="../media/image7.png"/><Relationship Id="rId24" Type="http://schemas.openxmlformats.org/officeDocument/2006/relationships/customXml" Target="../ink/ink14.xml"/><Relationship Id="rId32" Type="http://schemas.openxmlformats.org/officeDocument/2006/relationships/customXml" Target="../ink/ink18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6.xml"/><Relationship Id="rId10" Type="http://schemas.openxmlformats.org/officeDocument/2006/relationships/customXml" Target="../ink/ink7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4.xml"/><Relationship Id="rId9" Type="http://schemas.openxmlformats.org/officeDocument/2006/relationships/image" Target="../media/image6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15.png"/><Relationship Id="rId30" Type="http://schemas.openxmlformats.org/officeDocument/2006/relationships/customXml" Target="../ink/ink17.xml"/><Relationship Id="rId8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28.xml"/><Relationship Id="rId18" Type="http://schemas.openxmlformats.org/officeDocument/2006/relationships/image" Target="../media/image32.png"/><Relationship Id="rId26" Type="http://schemas.openxmlformats.org/officeDocument/2006/relationships/image" Target="../media/image36.png"/><Relationship Id="rId3" Type="http://schemas.openxmlformats.org/officeDocument/2006/relationships/customXml" Target="../ink/ink23.xml"/><Relationship Id="rId21" Type="http://schemas.openxmlformats.org/officeDocument/2006/relationships/customXml" Target="../ink/ink32.xml"/><Relationship Id="rId7" Type="http://schemas.openxmlformats.org/officeDocument/2006/relationships/customXml" Target="../ink/ink25.xml"/><Relationship Id="rId12" Type="http://schemas.openxmlformats.org/officeDocument/2006/relationships/image" Target="../media/image29.png"/><Relationship Id="rId17" Type="http://schemas.openxmlformats.org/officeDocument/2006/relationships/customXml" Target="../ink/ink30.xml"/><Relationship Id="rId25" Type="http://schemas.openxmlformats.org/officeDocument/2006/relationships/customXml" Target="../ink/ink34.xml"/><Relationship Id="rId2" Type="http://schemas.openxmlformats.org/officeDocument/2006/relationships/image" Target="../media/image24.png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29" Type="http://schemas.openxmlformats.org/officeDocument/2006/relationships/customXml" Target="../ink/ink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customXml" Target="../ink/ink27.xml"/><Relationship Id="rId24" Type="http://schemas.openxmlformats.org/officeDocument/2006/relationships/image" Target="../media/image35.png"/><Relationship Id="rId5" Type="http://schemas.openxmlformats.org/officeDocument/2006/relationships/customXml" Target="../ink/ink24.xml"/><Relationship Id="rId15" Type="http://schemas.openxmlformats.org/officeDocument/2006/relationships/customXml" Target="../ink/ink29.xml"/><Relationship Id="rId23" Type="http://schemas.openxmlformats.org/officeDocument/2006/relationships/customXml" Target="../ink/ink33.xml"/><Relationship Id="rId28" Type="http://schemas.openxmlformats.org/officeDocument/2006/relationships/image" Target="../media/image37.png"/><Relationship Id="rId10" Type="http://schemas.openxmlformats.org/officeDocument/2006/relationships/image" Target="../media/image28.png"/><Relationship Id="rId19" Type="http://schemas.openxmlformats.org/officeDocument/2006/relationships/customXml" Target="../ink/ink31.xml"/><Relationship Id="rId4" Type="http://schemas.openxmlformats.org/officeDocument/2006/relationships/image" Target="../media/image25.png"/><Relationship Id="rId9" Type="http://schemas.openxmlformats.org/officeDocument/2006/relationships/customXml" Target="../ink/ink26.xml"/><Relationship Id="rId14" Type="http://schemas.openxmlformats.org/officeDocument/2006/relationships/image" Target="../media/image30.png"/><Relationship Id="rId22" Type="http://schemas.openxmlformats.org/officeDocument/2006/relationships/image" Target="../media/image34.png"/><Relationship Id="rId27" Type="http://schemas.openxmlformats.org/officeDocument/2006/relationships/customXml" Target="../ink/ink35.xml"/><Relationship Id="rId30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5" Type="http://schemas.openxmlformats.org/officeDocument/2006/relationships/image" Target="../media/image40.png"/><Relationship Id="rId4" Type="http://schemas.openxmlformats.org/officeDocument/2006/relationships/customXml" Target="../ink/ink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.xml"/><Relationship Id="rId13" Type="http://schemas.openxmlformats.org/officeDocument/2006/relationships/image" Target="../media/image58.png"/><Relationship Id="rId18" Type="http://schemas.openxmlformats.org/officeDocument/2006/relationships/customXml" Target="../ink/ink56.xml"/><Relationship Id="rId26" Type="http://schemas.openxmlformats.org/officeDocument/2006/relationships/customXml" Target="../ink/ink60.xml"/><Relationship Id="rId3" Type="http://schemas.openxmlformats.org/officeDocument/2006/relationships/image" Target="../media/image53.png"/><Relationship Id="rId21" Type="http://schemas.openxmlformats.org/officeDocument/2006/relationships/image" Target="../media/image62.png"/><Relationship Id="rId7" Type="http://schemas.openxmlformats.org/officeDocument/2006/relationships/image" Target="../media/image55.png"/><Relationship Id="rId12" Type="http://schemas.openxmlformats.org/officeDocument/2006/relationships/customXml" Target="../ink/ink53.xml"/><Relationship Id="rId17" Type="http://schemas.openxmlformats.org/officeDocument/2006/relationships/image" Target="../media/image60.png"/><Relationship Id="rId25" Type="http://schemas.openxmlformats.org/officeDocument/2006/relationships/image" Target="../media/image64.png"/><Relationship Id="rId2" Type="http://schemas.openxmlformats.org/officeDocument/2006/relationships/customXml" Target="../ink/ink48.xml"/><Relationship Id="rId16" Type="http://schemas.openxmlformats.org/officeDocument/2006/relationships/customXml" Target="../ink/ink55.xml"/><Relationship Id="rId20" Type="http://schemas.openxmlformats.org/officeDocument/2006/relationships/customXml" Target="../ink/ink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.xml"/><Relationship Id="rId11" Type="http://schemas.openxmlformats.org/officeDocument/2006/relationships/image" Target="../media/image57.png"/><Relationship Id="rId24" Type="http://schemas.openxmlformats.org/officeDocument/2006/relationships/customXml" Target="../ink/ink59.xml"/><Relationship Id="rId5" Type="http://schemas.openxmlformats.org/officeDocument/2006/relationships/image" Target="../media/image54.png"/><Relationship Id="rId15" Type="http://schemas.openxmlformats.org/officeDocument/2006/relationships/image" Target="../media/image59.png"/><Relationship Id="rId23" Type="http://schemas.openxmlformats.org/officeDocument/2006/relationships/image" Target="../media/image63.png"/><Relationship Id="rId10" Type="http://schemas.openxmlformats.org/officeDocument/2006/relationships/customXml" Target="../ink/ink52.xml"/><Relationship Id="rId19" Type="http://schemas.openxmlformats.org/officeDocument/2006/relationships/image" Target="../media/image61.png"/><Relationship Id="rId4" Type="http://schemas.openxmlformats.org/officeDocument/2006/relationships/customXml" Target="../ink/ink49.xml"/><Relationship Id="rId9" Type="http://schemas.openxmlformats.org/officeDocument/2006/relationships/image" Target="../media/image56.png"/><Relationship Id="rId14" Type="http://schemas.openxmlformats.org/officeDocument/2006/relationships/customXml" Target="../ink/ink54.xml"/><Relationship Id="rId22" Type="http://schemas.openxmlformats.org/officeDocument/2006/relationships/customXml" Target="../ink/ink58.xml"/><Relationship Id="rId27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A648-D830-3D12-2E82-1D1129E46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8-dars(2-oy)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8DADF8-0E9B-544F-0045-43677F683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84450"/>
            <a:ext cx="9144000" cy="773349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47221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D699-A83A-142F-7914-4CA48301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92AE1-4E6E-4B48-DC53-E79627036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r>
              <a:rPr lang="en-US" dirty="0"/>
              <a:t>– Final Project </a:t>
            </a:r>
            <a:r>
              <a:rPr lang="en-US" dirty="0" err="1"/>
              <a:t>xolati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Feature Importance</a:t>
            </a:r>
          </a:p>
          <a:p>
            <a:r>
              <a:rPr lang="en-US" dirty="0" err="1"/>
              <a:t>Shap</a:t>
            </a:r>
            <a:r>
              <a:rPr lang="en-US" dirty="0"/>
              <a:t> Values</a:t>
            </a:r>
          </a:p>
          <a:p>
            <a:r>
              <a:rPr lang="en-US" dirty="0"/>
              <a:t>Feature Importance vs </a:t>
            </a:r>
            <a:r>
              <a:rPr lang="en-US" dirty="0" err="1"/>
              <a:t>Shap</a:t>
            </a:r>
            <a:r>
              <a:rPr lang="en-US" dirty="0"/>
              <a:t> values</a:t>
            </a:r>
          </a:p>
          <a:p>
            <a:r>
              <a:rPr lang="en-US" dirty="0" err="1"/>
              <a:t>Shap</a:t>
            </a:r>
            <a:r>
              <a:rPr lang="en-US" dirty="0"/>
              <a:t> Values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Multi-output models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FCBB14-C04F-172C-9329-E48F6204964A}"/>
                  </a:ext>
                </a:extLst>
              </p14:cNvPr>
              <p14:cNvContentPartPr/>
              <p14:nvPr/>
            </p14:nvContentPartPr>
            <p14:xfrm>
              <a:off x="870120" y="2188080"/>
              <a:ext cx="4919040" cy="3741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FCBB14-C04F-172C-9329-E48F620496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0760" y="2178720"/>
                <a:ext cx="4937760" cy="37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4F305E-E815-F7F7-C1EA-98557B70EA87}"/>
                  </a:ext>
                </a:extLst>
              </p14:cNvPr>
              <p14:cNvContentPartPr/>
              <p14:nvPr/>
            </p14:nvContentPartPr>
            <p14:xfrm>
              <a:off x="916560" y="1289520"/>
              <a:ext cx="5758920" cy="4761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4F305E-E815-F7F7-C1EA-98557B70EA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7200" y="1280160"/>
                <a:ext cx="5777640" cy="47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601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7F6F-0F88-C3D3-B4B5-AE609E6C0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5578-4CD1-93F3-58FF-56F4BF3D1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6D6A3E-ECA4-733D-C050-437305F8AD9F}"/>
              </a:ext>
            </a:extLst>
          </p:cNvPr>
          <p:cNvGrpSpPr/>
          <p:nvPr/>
        </p:nvGrpSpPr>
        <p:grpSpPr>
          <a:xfrm>
            <a:off x="2612964" y="5057885"/>
            <a:ext cx="6296040" cy="1473120"/>
            <a:chOff x="2612964" y="5057885"/>
            <a:chExt cx="6296040" cy="147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0E6BF0F-D6FD-2330-D997-545FE0BE6659}"/>
                    </a:ext>
                  </a:extLst>
                </p14:cNvPr>
                <p14:cNvContentPartPr/>
                <p14:nvPr/>
              </p14:nvContentPartPr>
              <p14:xfrm>
                <a:off x="4063404" y="5560085"/>
                <a:ext cx="5400" cy="12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0E6BF0F-D6FD-2330-D997-545FE0BE665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57284" y="5553965"/>
                  <a:ext cx="1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341580A-07E8-8F8E-E58B-AE015D836F42}"/>
                    </a:ext>
                  </a:extLst>
                </p14:cNvPr>
                <p14:cNvContentPartPr/>
                <p14:nvPr/>
              </p14:nvContentPartPr>
              <p14:xfrm>
                <a:off x="4099404" y="5551445"/>
                <a:ext cx="85680" cy="691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341580A-07E8-8F8E-E58B-AE015D836F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93284" y="5545325"/>
                  <a:ext cx="9792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B04034-8CC2-FFB1-4F95-EF5BDE136FFB}"/>
                    </a:ext>
                  </a:extLst>
                </p14:cNvPr>
                <p14:cNvContentPartPr/>
                <p14:nvPr/>
              </p14:nvContentPartPr>
              <p14:xfrm>
                <a:off x="3745164" y="5559365"/>
                <a:ext cx="704520" cy="131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B04034-8CC2-FFB1-4F95-EF5BDE136F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39044" y="5553245"/>
                  <a:ext cx="716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35B8CD0-DF73-CEF6-E5C9-B347E172FFA7}"/>
                    </a:ext>
                  </a:extLst>
                </p14:cNvPr>
                <p14:cNvContentPartPr/>
                <p14:nvPr/>
              </p14:nvContentPartPr>
              <p14:xfrm>
                <a:off x="3914364" y="6213845"/>
                <a:ext cx="561600" cy="207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35B8CD0-DF73-CEF6-E5C9-B347E172FF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08244" y="6207725"/>
                  <a:ext cx="5738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113B9E0-8D4B-131C-6301-574764419CA6}"/>
                    </a:ext>
                  </a:extLst>
                </p14:cNvPr>
                <p14:cNvContentPartPr/>
                <p14:nvPr/>
              </p14:nvContentPartPr>
              <p14:xfrm>
                <a:off x="2955684" y="5589965"/>
                <a:ext cx="636120" cy="877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113B9E0-8D4B-131C-6301-574764419C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49564" y="5583845"/>
                  <a:ext cx="64836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85D665-DF1D-6219-3317-AF1A8D36D709}"/>
                    </a:ext>
                  </a:extLst>
                </p14:cNvPr>
                <p14:cNvContentPartPr/>
                <p14:nvPr/>
              </p14:nvContentPartPr>
              <p14:xfrm>
                <a:off x="3040644" y="6138965"/>
                <a:ext cx="292680" cy="35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85D665-DF1D-6219-3317-AF1A8D36D7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34524" y="6132845"/>
                  <a:ext cx="304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9D4DAD-76F4-7D4E-2E54-E026D1A9E810}"/>
                    </a:ext>
                  </a:extLst>
                </p14:cNvPr>
                <p14:cNvContentPartPr/>
                <p14:nvPr/>
              </p14:nvContentPartPr>
              <p14:xfrm>
                <a:off x="4826244" y="5856725"/>
                <a:ext cx="529560" cy="129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9D4DAD-76F4-7D4E-2E54-E026D1A9E8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20124" y="5850605"/>
                  <a:ext cx="5418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932340-EA28-6876-B5F2-B522A0FA4C16}"/>
                    </a:ext>
                  </a:extLst>
                </p14:cNvPr>
                <p14:cNvContentPartPr/>
                <p14:nvPr/>
              </p14:nvContentPartPr>
              <p14:xfrm>
                <a:off x="5034324" y="5773205"/>
                <a:ext cx="197640" cy="507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932340-EA28-6876-B5F2-B522A0FA4C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28204" y="5767085"/>
                  <a:ext cx="20988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040C468-B882-52CF-007E-B7518FE9D37C}"/>
                    </a:ext>
                  </a:extLst>
                </p14:cNvPr>
                <p14:cNvContentPartPr/>
                <p14:nvPr/>
              </p14:nvContentPartPr>
              <p14:xfrm>
                <a:off x="5850084" y="5588885"/>
                <a:ext cx="765360" cy="591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040C468-B882-52CF-007E-B7518FE9D3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43964" y="5582765"/>
                  <a:ext cx="77760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2D0F08C-B9A3-9F5F-0DFF-5FA1BEAB2D48}"/>
                    </a:ext>
                  </a:extLst>
                </p14:cNvPr>
                <p14:cNvContentPartPr/>
                <p14:nvPr/>
              </p14:nvContentPartPr>
              <p14:xfrm>
                <a:off x="6657204" y="5773205"/>
                <a:ext cx="382320" cy="357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2D0F08C-B9A3-9F5F-0DFF-5FA1BEAB2D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51084" y="5767085"/>
                  <a:ext cx="3945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6FCBDC1-F555-0306-4475-3604A93AEE86}"/>
                    </a:ext>
                  </a:extLst>
                </p14:cNvPr>
                <p14:cNvContentPartPr/>
                <p14:nvPr/>
              </p14:nvContentPartPr>
              <p14:xfrm>
                <a:off x="7053564" y="5827925"/>
                <a:ext cx="749880" cy="239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6FCBDC1-F555-0306-4475-3604A93AEE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47444" y="5821805"/>
                  <a:ext cx="7621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C9E370-DBEE-41FC-FFFF-EBD52E86DAF2}"/>
                    </a:ext>
                  </a:extLst>
                </p14:cNvPr>
                <p14:cNvContentPartPr/>
                <p14:nvPr/>
              </p14:nvContentPartPr>
              <p14:xfrm>
                <a:off x="7655844" y="6042485"/>
                <a:ext cx="429840" cy="9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C9E370-DBEE-41FC-FFFF-EBD52E86DAF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49724" y="6036365"/>
                  <a:ext cx="442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080A6E6-81A1-888D-3733-4023DFBE6F4A}"/>
                    </a:ext>
                  </a:extLst>
                </p14:cNvPr>
                <p14:cNvContentPartPr/>
                <p14:nvPr/>
              </p14:nvContentPartPr>
              <p14:xfrm>
                <a:off x="8021244" y="5816405"/>
                <a:ext cx="9360" cy="50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080A6E6-81A1-888D-3733-4023DFBE6F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15124" y="5810285"/>
                  <a:ext cx="21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866B577-5BDF-5051-75DE-BE4BCC5BD7F8}"/>
                    </a:ext>
                  </a:extLst>
                </p14:cNvPr>
                <p14:cNvContentPartPr/>
                <p14:nvPr/>
              </p14:nvContentPartPr>
              <p14:xfrm>
                <a:off x="8128884" y="5954285"/>
                <a:ext cx="326520" cy="133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866B577-5BDF-5051-75DE-BE4BCC5BD7F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22764" y="5948165"/>
                  <a:ext cx="338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438FB5C-1E72-3EBA-B98F-4DBA8EC93F43}"/>
                    </a:ext>
                  </a:extLst>
                </p14:cNvPr>
                <p14:cNvContentPartPr/>
                <p14:nvPr/>
              </p14:nvContentPartPr>
              <p14:xfrm>
                <a:off x="6028644" y="5103245"/>
                <a:ext cx="2880360" cy="1427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438FB5C-1E72-3EBA-B98F-4DBA8EC93F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22524" y="5097125"/>
                  <a:ext cx="2892600" cy="14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EA5C14-1695-C35F-8C73-4BB387CEFC91}"/>
                    </a:ext>
                  </a:extLst>
                </p14:cNvPr>
                <p14:cNvContentPartPr/>
                <p14:nvPr/>
              </p14:nvContentPartPr>
              <p14:xfrm>
                <a:off x="2612964" y="5057885"/>
                <a:ext cx="2315160" cy="1448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EA5C14-1695-C35F-8C73-4BB387CEFC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06844" y="5051765"/>
                  <a:ext cx="2327400" cy="146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7464920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98C-8455-10A7-A130-F185835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111D-94C6-EDF4-EF03-6E0E250F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6 </a:t>
            </a:r>
            <a:r>
              <a:rPr lang="en-US" dirty="0" err="1"/>
              <a:t>taxlili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Feature Analysis </a:t>
            </a:r>
            <a:r>
              <a:rPr lang="en-US" dirty="0" err="1"/>
              <a:t>Amaliyot</a:t>
            </a:r>
            <a:r>
              <a:rPr lang="en-US" dirty="0"/>
              <a:t> </a:t>
            </a:r>
            <a:r>
              <a:rPr lang="en-US" dirty="0" err="1"/>
              <a:t>to’liq</a:t>
            </a:r>
            <a:endParaRPr lang="en-US" dirty="0"/>
          </a:p>
          <a:p>
            <a:r>
              <a:rPr lang="en-US" dirty="0" err="1"/>
              <a:t>Shap</a:t>
            </a:r>
            <a:r>
              <a:rPr lang="en-US" dirty="0"/>
              <a:t> values</a:t>
            </a:r>
          </a:p>
          <a:p>
            <a:r>
              <a:rPr lang="en-US" dirty="0" err="1"/>
              <a:t>Plotly</a:t>
            </a:r>
            <a:r>
              <a:rPr lang="en-US" dirty="0"/>
              <a:t> studio</a:t>
            </a:r>
          </a:p>
          <a:p>
            <a:r>
              <a:rPr lang="en-US" dirty="0"/>
              <a:t>Project 7</a:t>
            </a:r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490BFDB-635E-23AE-A062-E0107910DA20}"/>
                  </a:ext>
                </a:extLst>
              </p14:cNvPr>
              <p14:cNvContentPartPr/>
              <p14:nvPr/>
            </p14:nvContentPartPr>
            <p14:xfrm>
              <a:off x="1093680" y="1525320"/>
              <a:ext cx="5088600" cy="3361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490BFDB-635E-23AE-A062-E0107910DA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4320" y="1515960"/>
                <a:ext cx="5107320" cy="33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51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BB4F7-D272-9478-B6E0-C6595D70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FF10-BF17-5341-C369-D7D21411B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168775622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E6DC-67F2-02FF-A059-B9C3635E5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F94EF-5B89-A9F3-F007-ED906AFCB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 </a:t>
            </a:r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feature </a:t>
            </a:r>
            <a:r>
              <a:rPr lang="en-US" dirty="0" err="1"/>
              <a:t>umumiy</a:t>
            </a:r>
            <a:r>
              <a:rPr lang="en-US" dirty="0"/>
              <a:t> model </a:t>
            </a:r>
            <a:r>
              <a:rPr lang="en-US" dirty="0" err="1"/>
              <a:t>predictionga</a:t>
            </a:r>
            <a:r>
              <a:rPr lang="en-US" dirty="0"/>
              <a:t> </a:t>
            </a:r>
            <a:r>
              <a:rPr lang="en-US" dirty="0" err="1"/>
              <a:t>xissa</a:t>
            </a:r>
            <a:r>
              <a:rPr lang="en-US" dirty="0"/>
              <a:t> </a:t>
            </a:r>
            <a:r>
              <a:rPr lang="en-US" dirty="0" err="1"/>
              <a:t>qoshganligini</a:t>
            </a:r>
            <a:r>
              <a:rPr lang="en-US" dirty="0"/>
              <a:t> </a:t>
            </a:r>
            <a:r>
              <a:rPr lang="en-US" dirty="0" err="1"/>
              <a:t>o’lchaydi</a:t>
            </a:r>
            <a:endParaRPr lang="en-US" dirty="0"/>
          </a:p>
          <a:p>
            <a:r>
              <a:rPr lang="en-US" dirty="0" err="1"/>
              <a:t>model.feature_importances</a:t>
            </a:r>
            <a:r>
              <a:rPr lang="en-US" dirty="0"/>
              <a:t>_-------tree based</a:t>
            </a:r>
          </a:p>
          <a:p>
            <a:r>
              <a:rPr lang="en-US" dirty="0"/>
              <a:t>Coefficients-----linear models</a:t>
            </a:r>
          </a:p>
          <a:p>
            <a:endParaRPr lang="en-US" dirty="0"/>
          </a:p>
        </p:txBody>
      </p:sp>
      <p:pic>
        <p:nvPicPr>
          <p:cNvPr id="1026" name="Picture 2" descr="Feature Importance in Decision Trees - Sefik Ilkin Serengil">
            <a:extLst>
              <a:ext uri="{FF2B5EF4-FFF2-40B4-BE49-F238E27FC236}">
                <a16:creationId xmlns:a16="http://schemas.microsoft.com/office/drawing/2014/main" id="{A27995FC-D03F-C4B4-3D6F-C2DD8153B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3361008"/>
            <a:ext cx="4581525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25110B-2651-30D3-15D1-2A8848FEF675}"/>
                  </a:ext>
                </a:extLst>
              </p14:cNvPr>
              <p14:cNvContentPartPr/>
              <p14:nvPr/>
            </p14:nvContentPartPr>
            <p14:xfrm>
              <a:off x="946800" y="109080"/>
              <a:ext cx="10910520" cy="5989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25110B-2651-30D3-15D1-2A8848FEF6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7440" y="99720"/>
                <a:ext cx="10929240" cy="600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097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3117-C578-900D-03F5-C2874584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4789-8F91-DBFE-4D96-004C53859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134A-880F-8697-6C92-A6B884BB1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Feature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tasir</a:t>
            </a:r>
            <a:r>
              <a:rPr lang="en-US" dirty="0"/>
              <a:t> </a:t>
            </a:r>
            <a:r>
              <a:rPr lang="en-US" dirty="0" err="1"/>
              <a:t>qildi</a:t>
            </a:r>
            <a:r>
              <a:rPr lang="en-US" dirty="0"/>
              <a:t>(positive </a:t>
            </a:r>
            <a:r>
              <a:rPr lang="en-US" dirty="0" err="1"/>
              <a:t>yoki</a:t>
            </a:r>
            <a:r>
              <a:rPr lang="en-US" dirty="0"/>
              <a:t> negative)</a:t>
            </a:r>
          </a:p>
          <a:p>
            <a:pPr lvl="1"/>
            <a:r>
              <a:rPr lang="en-US" dirty="0"/>
              <a:t>Qaysi </a:t>
            </a:r>
            <a:r>
              <a:rPr lang="en-US" dirty="0" err="1"/>
              <a:t>qiymat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qatorda</a:t>
            </a:r>
            <a:r>
              <a:rPr lang="en-US" dirty="0"/>
              <a:t>(sample) </a:t>
            </a:r>
            <a:r>
              <a:rPr lang="en-US" dirty="0" err="1"/>
              <a:t>outputga</a:t>
            </a:r>
            <a:r>
              <a:rPr lang="en-US" dirty="0"/>
              <a:t> </a:t>
            </a:r>
            <a:r>
              <a:rPr lang="en-US" dirty="0" err="1"/>
              <a:t>tasir</a:t>
            </a:r>
            <a:r>
              <a:rPr lang="en-US" dirty="0"/>
              <a:t> </a:t>
            </a:r>
            <a:r>
              <a:rPr lang="en-US" dirty="0" err="1"/>
              <a:t>qilganini</a:t>
            </a:r>
            <a:r>
              <a:rPr lang="en-US" dirty="0"/>
              <a:t> </a:t>
            </a:r>
            <a:r>
              <a:rPr lang="en-US" dirty="0" err="1"/>
              <a:t>korsatmaydi</a:t>
            </a:r>
            <a:endParaRPr lang="en-US" dirty="0"/>
          </a:p>
          <a:p>
            <a:pPr lvl="1"/>
            <a:r>
              <a:rPr lang="en-US" dirty="0" err="1"/>
              <a:t>Correlationda</a:t>
            </a:r>
            <a:r>
              <a:rPr lang="en-US" dirty="0"/>
              <a:t> </a:t>
            </a:r>
            <a:r>
              <a:rPr lang="en-US" dirty="0" err="1"/>
              <a:t>kerakli</a:t>
            </a:r>
            <a:r>
              <a:rPr lang="en-US" dirty="0"/>
              <a:t> </a:t>
            </a:r>
            <a:r>
              <a:rPr lang="en-US" dirty="0" err="1"/>
              <a:t>notogri</a:t>
            </a:r>
            <a:r>
              <a:rPr lang="en-US" dirty="0"/>
              <a:t> </a:t>
            </a:r>
            <a:r>
              <a:rPr lang="en-US" dirty="0" err="1"/>
              <a:t>ishlaydi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69E292-72C8-5D64-DC37-869598B00B18}"/>
                  </a:ext>
                </a:extLst>
              </p14:cNvPr>
              <p14:cNvContentPartPr/>
              <p14:nvPr/>
            </p14:nvContentPartPr>
            <p14:xfrm>
              <a:off x="1045800" y="2199960"/>
              <a:ext cx="10495440" cy="3593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69E292-72C8-5D64-DC37-869598B00B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6440" y="2190600"/>
                <a:ext cx="10514160" cy="36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92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16A9A-7930-5577-1935-326FE641C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C59B-7791-C3F9-1668-BC8A47C9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Shap</a:t>
            </a:r>
            <a:r>
              <a:rPr lang="en-US" b="1" dirty="0"/>
              <a:t> values</a:t>
            </a:r>
          </a:p>
        </p:txBody>
      </p:sp>
    </p:spTree>
    <p:extLst>
      <p:ext uri="{BB962C8B-B14F-4D97-AF65-F5344CB8AC3E}">
        <p14:creationId xmlns:p14="http://schemas.microsoft.com/office/powerpoint/2010/main" val="160883769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77AB-F762-0E3A-02FF-E0CD859E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Shap</a:t>
            </a:r>
            <a:r>
              <a:rPr lang="en-US" dirty="0"/>
              <a:t> values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DE922-FE0C-08FD-524A-FB0BBEE46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 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  <a:p>
            <a:r>
              <a:rPr lang="en-US" dirty="0" err="1"/>
              <a:t>Shap</a:t>
            </a:r>
            <a:r>
              <a:rPr lang="en-US" dirty="0"/>
              <a:t> value---Global feature importance</a:t>
            </a:r>
          </a:p>
          <a:p>
            <a:r>
              <a:rPr lang="en-US" dirty="0" err="1"/>
              <a:t>Shap</a:t>
            </a:r>
            <a:r>
              <a:rPr lang="en-US" dirty="0"/>
              <a:t> value– input </a:t>
            </a:r>
            <a:r>
              <a:rPr lang="en-US" dirty="0" err="1"/>
              <a:t>qiymatlarni</a:t>
            </a:r>
            <a:r>
              <a:rPr lang="en-US" dirty="0"/>
              <a:t> </a:t>
            </a:r>
            <a:r>
              <a:rPr lang="en-US" dirty="0" err="1"/>
              <a:t>qanchalik</a:t>
            </a:r>
            <a:r>
              <a:rPr lang="en-US" dirty="0"/>
              <a:t> model </a:t>
            </a:r>
            <a:r>
              <a:rPr lang="en-US" dirty="0" err="1"/>
              <a:t>predictionni</a:t>
            </a:r>
            <a:r>
              <a:rPr lang="en-US" dirty="0"/>
              <a:t>  baseline </a:t>
            </a:r>
            <a:r>
              <a:rPr lang="en-US" dirty="0" err="1"/>
              <a:t>qiymatdan</a:t>
            </a:r>
            <a:r>
              <a:rPr lang="en-US" dirty="0"/>
              <a:t> </a:t>
            </a:r>
            <a:r>
              <a:rPr lang="en-US" dirty="0" err="1"/>
              <a:t>qaysi</a:t>
            </a:r>
            <a:r>
              <a:rPr lang="en-US" dirty="0"/>
              <a:t> </a:t>
            </a:r>
            <a:r>
              <a:rPr lang="en-US" dirty="0" err="1"/>
              <a:t>tomonga</a:t>
            </a:r>
            <a:r>
              <a:rPr lang="en-US" dirty="0"/>
              <a:t> sura </a:t>
            </a:r>
            <a:r>
              <a:rPr lang="en-US" dirty="0" err="1"/>
              <a:t>olishga</a:t>
            </a:r>
            <a:r>
              <a:rPr lang="en-US" dirty="0"/>
              <a:t> </a:t>
            </a:r>
            <a:r>
              <a:rPr lang="en-US" dirty="0" err="1"/>
              <a:t>qoshgan</a:t>
            </a:r>
            <a:r>
              <a:rPr lang="en-US" dirty="0"/>
              <a:t> </a:t>
            </a:r>
            <a:r>
              <a:rPr lang="en-US" dirty="0" err="1"/>
              <a:t>xissalarini</a:t>
            </a:r>
            <a:r>
              <a:rPr lang="en-US" dirty="0"/>
              <a:t> </a:t>
            </a:r>
            <a:r>
              <a:rPr lang="en-US" dirty="0" err="1"/>
              <a:t>o’lchaydi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CD43C3-87BF-1F16-98C6-ED793017AA40}"/>
                  </a:ext>
                </a:extLst>
              </p14:cNvPr>
              <p14:cNvContentPartPr/>
              <p14:nvPr/>
            </p14:nvContentPartPr>
            <p14:xfrm>
              <a:off x="1972080" y="128880"/>
              <a:ext cx="9115200" cy="612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CD43C3-87BF-1F16-98C6-ED793017AA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2720" y="119520"/>
                <a:ext cx="9133920" cy="614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1515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227A3-204E-AF5B-1813-2CFBB417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EE1C-00CA-96F5-DDD5-C23DF31E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362F32-E56E-E58B-ABEE-8D79363B2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1509712"/>
            <a:ext cx="7515225" cy="38385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12C63E-F1E2-98DE-1A7D-BA4E06ECA9C1}"/>
                  </a:ext>
                </a:extLst>
              </p14:cNvPr>
              <p14:cNvContentPartPr/>
              <p14:nvPr/>
            </p14:nvContentPartPr>
            <p14:xfrm>
              <a:off x="326880" y="273240"/>
              <a:ext cx="11689560" cy="6516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12C63E-F1E2-98DE-1A7D-BA4E06ECA9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520" y="263880"/>
                <a:ext cx="11708280" cy="65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A68BC41-928B-ED0F-810C-12DDD8144683}"/>
                  </a:ext>
                </a:extLst>
              </p14:cNvPr>
              <p14:cNvContentPartPr/>
              <p14:nvPr/>
            </p14:nvContentPartPr>
            <p14:xfrm>
              <a:off x="2675604" y="2176805"/>
              <a:ext cx="857880" cy="343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A68BC41-928B-ED0F-810C-12DDD814468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9484" y="2170685"/>
                <a:ext cx="87012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220C2F45-D5DB-711A-BEBD-397CF2B5B178}"/>
              </a:ext>
            </a:extLst>
          </p:cNvPr>
          <p:cNvGrpSpPr/>
          <p:nvPr/>
        </p:nvGrpSpPr>
        <p:grpSpPr>
          <a:xfrm>
            <a:off x="862284" y="5032685"/>
            <a:ext cx="848160" cy="590040"/>
            <a:chOff x="862284" y="5032685"/>
            <a:chExt cx="84816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82EDC8-52F2-7DAC-6B70-893EF4374B98}"/>
                    </a:ext>
                  </a:extLst>
                </p14:cNvPr>
                <p14:cNvContentPartPr/>
                <p14:nvPr/>
              </p14:nvContentPartPr>
              <p14:xfrm>
                <a:off x="866244" y="5266685"/>
                <a:ext cx="291600" cy="356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82EDC8-52F2-7DAC-6B70-893EF4374B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0124" y="5260565"/>
                  <a:ext cx="3038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B58E33-AFC0-0BE7-B3E0-F1B08AB93653}"/>
                    </a:ext>
                  </a:extLst>
                </p14:cNvPr>
                <p14:cNvContentPartPr/>
                <p14:nvPr/>
              </p14:nvContentPartPr>
              <p14:xfrm>
                <a:off x="862284" y="5165885"/>
                <a:ext cx="114840" cy="14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B58E33-AFC0-0BE7-B3E0-F1B08AB9365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6164" y="5159765"/>
                  <a:ext cx="127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C3791D3-5A61-040E-DFF8-1CBCB65D2F43}"/>
                    </a:ext>
                  </a:extLst>
                </p14:cNvPr>
                <p14:cNvContentPartPr/>
                <p14:nvPr/>
              </p14:nvContentPartPr>
              <p14:xfrm>
                <a:off x="1189524" y="5275685"/>
                <a:ext cx="213480" cy="178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C3791D3-5A61-040E-DFF8-1CBCB65D2F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3404" y="5269565"/>
                  <a:ext cx="225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E1AA57-D010-20C4-06CF-6A8E37133123}"/>
                    </a:ext>
                  </a:extLst>
                </p14:cNvPr>
                <p14:cNvContentPartPr/>
                <p14:nvPr/>
              </p14:nvContentPartPr>
              <p14:xfrm>
                <a:off x="1264404" y="5032685"/>
                <a:ext cx="446040" cy="502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E1AA57-D010-20C4-06CF-6A8E3713312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58284" y="5026565"/>
                  <a:ext cx="458280" cy="51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89E8C0-BF38-CB6B-3823-864067712EE6}"/>
              </a:ext>
            </a:extLst>
          </p:cNvPr>
          <p:cNvGrpSpPr/>
          <p:nvPr/>
        </p:nvGrpSpPr>
        <p:grpSpPr>
          <a:xfrm>
            <a:off x="1258644" y="5793365"/>
            <a:ext cx="628560" cy="437040"/>
            <a:chOff x="1258644" y="5793365"/>
            <a:chExt cx="628560" cy="4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7E5EA4D-DFEA-4A0C-30DE-D003263D0444}"/>
                    </a:ext>
                  </a:extLst>
                </p14:cNvPr>
                <p14:cNvContentPartPr/>
                <p14:nvPr/>
              </p14:nvContentPartPr>
              <p14:xfrm>
                <a:off x="1258644" y="6040325"/>
                <a:ext cx="267840" cy="164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7E5EA4D-DFEA-4A0C-30DE-D003263D044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52524" y="6034205"/>
                  <a:ext cx="2800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359915B-6059-C68E-1C84-292CF0BA5F73}"/>
                    </a:ext>
                  </a:extLst>
                </p14:cNvPr>
                <p14:cNvContentPartPr/>
                <p14:nvPr/>
              </p14:nvContentPartPr>
              <p14:xfrm>
                <a:off x="1258644" y="5844485"/>
                <a:ext cx="119160" cy="47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359915B-6059-C68E-1C84-292CF0BA5F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52524" y="5838365"/>
                  <a:ext cx="131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CD20385-6819-17C3-226C-6FBD0118DA04}"/>
                    </a:ext>
                  </a:extLst>
                </p14:cNvPr>
                <p14:cNvContentPartPr/>
                <p14:nvPr/>
              </p14:nvContentPartPr>
              <p14:xfrm>
                <a:off x="1622244" y="5912885"/>
                <a:ext cx="69120" cy="237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CD20385-6819-17C3-226C-6FBD0118DA0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16124" y="5906765"/>
                  <a:ext cx="813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68CF948-AE8A-19EC-740E-249AE986B8E0}"/>
                    </a:ext>
                  </a:extLst>
                </p14:cNvPr>
                <p14:cNvContentPartPr/>
                <p14:nvPr/>
              </p14:nvContentPartPr>
              <p14:xfrm>
                <a:off x="1544124" y="5793365"/>
                <a:ext cx="343080" cy="437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68CF948-AE8A-19EC-740E-249AE986B8E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38004" y="5787245"/>
                  <a:ext cx="355320" cy="4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DF77383-FE54-FBFC-C845-72B9DEDB0709}"/>
                  </a:ext>
                </a:extLst>
              </p14:cNvPr>
              <p14:cNvContentPartPr/>
              <p14:nvPr/>
            </p14:nvContentPartPr>
            <p14:xfrm>
              <a:off x="3050364" y="2041085"/>
              <a:ext cx="106200" cy="123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DF77383-FE54-FBFC-C845-72B9DEDB070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044244" y="2034965"/>
                <a:ext cx="11844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EAE486B-AECC-FAF9-0DB4-7D662AAACE24}"/>
              </a:ext>
            </a:extLst>
          </p:cNvPr>
          <p:cNvGrpSpPr/>
          <p:nvPr/>
        </p:nvGrpSpPr>
        <p:grpSpPr>
          <a:xfrm>
            <a:off x="520644" y="1027685"/>
            <a:ext cx="2702160" cy="1114200"/>
            <a:chOff x="520644" y="1027685"/>
            <a:chExt cx="2702160" cy="11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52910E-FA1F-7364-0305-C6D02BD57F1D}"/>
                    </a:ext>
                  </a:extLst>
                </p14:cNvPr>
                <p14:cNvContentPartPr/>
                <p14:nvPr/>
              </p14:nvContentPartPr>
              <p14:xfrm>
                <a:off x="520644" y="1413245"/>
                <a:ext cx="1483920" cy="728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52910E-FA1F-7364-0305-C6D02BD57F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14524" y="1407125"/>
                  <a:ext cx="149616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C4AB44D-0250-166E-E620-0A36A97DD49A}"/>
                    </a:ext>
                  </a:extLst>
                </p14:cNvPr>
                <p14:cNvContentPartPr/>
                <p14:nvPr/>
              </p14:nvContentPartPr>
              <p14:xfrm>
                <a:off x="2201844" y="1027685"/>
                <a:ext cx="1020960" cy="861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C4AB44D-0250-166E-E620-0A36A97DD49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95724" y="1021565"/>
                  <a:ext cx="1033200" cy="87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FC4F87-1AE8-60C0-63C1-30828AA091B7}"/>
                  </a:ext>
                </a:extLst>
              </p14:cNvPr>
              <p14:cNvContentPartPr/>
              <p14:nvPr/>
            </p14:nvContentPartPr>
            <p14:xfrm>
              <a:off x="4849560" y="1842840"/>
              <a:ext cx="2538360" cy="2982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FC4F87-1AE8-60C0-63C1-30828AA091B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40200" y="1833480"/>
                <a:ext cx="2557080" cy="300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961667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25AD-5C19-1A43-B736-D31A5F93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ACAA-2146-494C-025E-BBE08912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Shap</a:t>
            </a:r>
            <a:r>
              <a:rPr lang="en-US" dirty="0"/>
              <a:t> values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CF879-2017-C39E-9B5D-8F84154E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Shap</a:t>
            </a:r>
            <a:r>
              <a:rPr lang="en-US" dirty="0"/>
              <a:t>(</a:t>
            </a:r>
            <a:r>
              <a:rPr lang="en-US" dirty="0" err="1"/>
              <a:t>SHapley</a:t>
            </a:r>
            <a:r>
              <a:rPr lang="en-US" dirty="0"/>
              <a:t> Additive </a:t>
            </a:r>
            <a:r>
              <a:rPr lang="en-US" dirty="0" err="1"/>
              <a:t>exPlanations</a:t>
            </a:r>
            <a:r>
              <a:rPr lang="en-US" dirty="0"/>
              <a:t>)</a:t>
            </a:r>
          </a:p>
          <a:p>
            <a:r>
              <a:rPr lang="en-US" dirty="0"/>
              <a:t>explanatory, not evaluative.</a:t>
            </a:r>
          </a:p>
          <a:p>
            <a:r>
              <a:rPr lang="en-US" dirty="0"/>
              <a:t>Example(player rating)</a:t>
            </a:r>
          </a:p>
          <a:p>
            <a:r>
              <a:rPr lang="en-US" dirty="0"/>
              <a:t>+3-----</a:t>
            </a:r>
            <a:r>
              <a:rPr lang="en-US" dirty="0" err="1"/>
              <a:t>yaxshi</a:t>
            </a:r>
            <a:r>
              <a:rPr lang="en-US" dirty="0"/>
              <a:t> shot </a:t>
            </a:r>
          </a:p>
          <a:p>
            <a:r>
              <a:rPr lang="en-US" dirty="0"/>
              <a:t>-2------</a:t>
            </a:r>
            <a:r>
              <a:rPr lang="en-US" dirty="0" err="1"/>
              <a:t>yomon</a:t>
            </a:r>
            <a:r>
              <a:rPr lang="en-US" dirty="0"/>
              <a:t> pass</a:t>
            </a:r>
          </a:p>
          <a:p>
            <a:r>
              <a:rPr lang="en-US" dirty="0"/>
              <a:t>0------ assists</a:t>
            </a:r>
          </a:p>
          <a:p>
            <a:r>
              <a:rPr lang="en-US" dirty="0"/>
              <a:t>Positive SHAP → feature pushes rating up.</a:t>
            </a:r>
          </a:p>
          <a:p>
            <a:r>
              <a:rPr lang="en-US" dirty="0"/>
              <a:t>Negative SHAP → feature pushes rating down.</a:t>
            </a:r>
          </a:p>
          <a:p>
            <a:r>
              <a:rPr lang="en-US" dirty="0" err="1"/>
              <a:t>Yaxshi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yomon</a:t>
            </a:r>
            <a:r>
              <a:rPr lang="en-US" dirty="0"/>
              <a:t> feature </a:t>
            </a:r>
            <a:r>
              <a:rPr lang="en-US" dirty="0" err="1"/>
              <a:t>maqsadga</a:t>
            </a:r>
            <a:r>
              <a:rPr lang="en-US" dirty="0"/>
              <a:t> kora </a:t>
            </a:r>
            <a:r>
              <a:rPr lang="en-US" dirty="0" err="1"/>
              <a:t>aniqlanadi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high rating → positive influence is helpful.</a:t>
            </a:r>
          </a:p>
          <a:p>
            <a:pPr lvl="1"/>
            <a:r>
              <a:rPr lang="en-US" dirty="0"/>
              <a:t>find weaknesses → negative influence is informative.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0BB0CA-C049-E29A-30AB-EDC3FC68C400}"/>
                  </a:ext>
                </a:extLst>
              </p14:cNvPr>
              <p14:cNvContentPartPr/>
              <p14:nvPr/>
            </p14:nvContentPartPr>
            <p14:xfrm>
              <a:off x="1320480" y="336960"/>
              <a:ext cx="9804960" cy="6456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0BB0CA-C049-E29A-30AB-EDC3FC68C4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1120" y="327600"/>
                <a:ext cx="9823680" cy="64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E5A566-553A-3117-A88D-7B63A4E69574}"/>
                  </a:ext>
                </a:extLst>
              </p14:cNvPr>
              <p14:cNvContentPartPr/>
              <p14:nvPr/>
            </p14:nvContentPartPr>
            <p14:xfrm>
              <a:off x="4355724" y="4912085"/>
              <a:ext cx="1080360" cy="202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E5A566-553A-3117-A88D-7B63A4E695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9604" y="4905965"/>
                <a:ext cx="109260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B21CAC4-2087-1E56-4079-2E424E41105A}"/>
                  </a:ext>
                </a:extLst>
              </p14:cNvPr>
              <p14:cNvContentPartPr/>
              <p14:nvPr/>
            </p14:nvContentPartPr>
            <p14:xfrm>
              <a:off x="1319040" y="2014920"/>
              <a:ext cx="3371040" cy="3846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B21CAC4-2087-1E56-4079-2E424E4110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09680" y="2005560"/>
                <a:ext cx="3389760" cy="386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601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9AEF-284F-8BC4-3201-7E5498DC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9067-CC58-60F9-C413-62231282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Shap</a:t>
            </a:r>
            <a:r>
              <a:rPr lang="en-US" dirty="0"/>
              <a:t> values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53CD3-C9CF-C8FD-DED2-161E7023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Nima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foydali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Feature </a:t>
            </a:r>
            <a:r>
              <a:rPr lang="en-US" dirty="0" err="1"/>
              <a:t>engineeringdagi</a:t>
            </a:r>
            <a:r>
              <a:rPr lang="en-US" dirty="0"/>
              <a:t> </a:t>
            </a:r>
            <a:r>
              <a:rPr lang="en-US" dirty="0" err="1"/>
              <a:t>yaratilgan</a:t>
            </a:r>
            <a:r>
              <a:rPr lang="en-US" dirty="0"/>
              <a:t>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qanchalik</a:t>
            </a:r>
            <a:r>
              <a:rPr lang="en-US" dirty="0"/>
              <a:t> </a:t>
            </a:r>
            <a:r>
              <a:rPr lang="en-US" dirty="0" err="1"/>
              <a:t>foydali</a:t>
            </a:r>
            <a:r>
              <a:rPr lang="en-US" dirty="0"/>
              <a:t>/</a:t>
            </a:r>
            <a:r>
              <a:rPr lang="en-US" dirty="0" err="1"/>
              <a:t>foydasiz</a:t>
            </a:r>
            <a:r>
              <a:rPr lang="en-US" dirty="0"/>
              <a:t> </a:t>
            </a:r>
            <a:r>
              <a:rPr lang="en-US" dirty="0" err="1"/>
              <a:t>ekanligini</a:t>
            </a:r>
            <a:r>
              <a:rPr lang="en-US" dirty="0"/>
              <a:t> kora </a:t>
            </a:r>
            <a:r>
              <a:rPr lang="en-US" dirty="0" err="1"/>
              <a:t>olamiz</a:t>
            </a:r>
            <a:endParaRPr lang="en-US" dirty="0"/>
          </a:p>
          <a:p>
            <a:pPr lvl="1"/>
            <a:r>
              <a:rPr lang="en-US" dirty="0"/>
              <a:t>Local explanations-</a:t>
            </a:r>
            <a:r>
              <a:rPr lang="en-US" dirty="0" err="1"/>
              <a:t>nima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model </a:t>
            </a:r>
            <a:r>
              <a:rPr lang="en-US" dirty="0" err="1"/>
              <a:t>bunday</a:t>
            </a:r>
            <a:r>
              <a:rPr lang="en-US" dirty="0"/>
              <a:t> prediction </a:t>
            </a:r>
            <a:r>
              <a:rPr lang="en-US" dirty="0" err="1"/>
              <a:t>qildi</a:t>
            </a:r>
            <a:endParaRPr lang="en-US" dirty="0"/>
          </a:p>
          <a:p>
            <a:pPr lvl="1"/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modellar</a:t>
            </a:r>
            <a:r>
              <a:rPr lang="en-US" dirty="0"/>
              <a:t> bn </a:t>
            </a:r>
            <a:r>
              <a:rPr lang="en-US" dirty="0" err="1"/>
              <a:t>ishlay</a:t>
            </a:r>
            <a:r>
              <a:rPr lang="en-US" dirty="0"/>
              <a:t> </a:t>
            </a:r>
            <a:r>
              <a:rPr lang="en-US" dirty="0" err="1"/>
              <a:t>oladi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5D8783-7461-DD95-0069-38CCB2819854}"/>
                  </a:ext>
                </a:extLst>
              </p14:cNvPr>
              <p14:cNvContentPartPr/>
              <p14:nvPr/>
            </p14:nvContentPartPr>
            <p14:xfrm>
              <a:off x="2412720" y="505080"/>
              <a:ext cx="8216280" cy="5226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5D8783-7461-DD95-0069-38CCB28198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03360" y="495720"/>
                <a:ext cx="8235000" cy="524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232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DE79-7F1D-FB91-0EE4-123CD9027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DACC-E79B-A94A-1F49-518E6FE8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Feature Importance vs </a:t>
            </a:r>
            <a:r>
              <a:rPr lang="en-US" b="1" dirty="0" err="1"/>
              <a:t>Shap</a:t>
            </a:r>
            <a:r>
              <a:rPr lang="en-US" b="1" dirty="0"/>
              <a:t> values(any idea?)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FD20E9-09F0-2D6E-E3BB-4E127EAC0F28}"/>
                  </a:ext>
                </a:extLst>
              </p14:cNvPr>
              <p14:cNvContentPartPr/>
              <p14:nvPr/>
            </p14:nvContentPartPr>
            <p14:xfrm>
              <a:off x="1740960" y="2651400"/>
              <a:ext cx="6416640" cy="207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FD20E9-09F0-2D6E-E3BB-4E127EAC0F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1600" y="2642040"/>
                <a:ext cx="6435360" cy="209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597524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6353E-F9DD-1067-3AAB-239E8ECC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6C7F-F8E3-3054-CB88-B5774493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Shap</a:t>
            </a:r>
            <a:r>
              <a:rPr lang="en-US" b="1" dirty="0"/>
              <a:t> value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04353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81D60-B17D-D20A-5B36-439B6E236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C970-B88A-29B6-FCC9-27611C03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Multi-output models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9F5C461-8416-07D5-1B9A-2FD60D1E455B}"/>
                  </a:ext>
                </a:extLst>
              </p14:cNvPr>
              <p14:cNvContentPartPr/>
              <p14:nvPr/>
            </p14:nvContentPartPr>
            <p14:xfrm>
              <a:off x="3517560" y="2399760"/>
              <a:ext cx="5701320" cy="215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9F5C461-8416-07D5-1B9A-2FD60D1E45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08200" y="2390400"/>
                <a:ext cx="5720040" cy="21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979521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2007-69B4-A83E-6226-5DD77586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94D6-BF01-2A0E-5644-1C324D818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endParaRPr lang="en-US" b="1" dirty="0"/>
          </a:p>
        </p:txBody>
      </p:sp>
      <p:pic>
        <p:nvPicPr>
          <p:cNvPr id="1028" name="Picture 4" descr="Multioutput Regression in Machine Learning - GeeksforGeeks">
            <a:extLst>
              <a:ext uri="{FF2B5EF4-FFF2-40B4-BE49-F238E27FC236}">
                <a16:creationId xmlns:a16="http://schemas.microsoft.com/office/drawing/2014/main" id="{ABF86A0C-75B4-686F-6C62-5340E0B02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524000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BC356D-3545-0A24-81C0-06644F6EE973}"/>
                  </a:ext>
                </a:extLst>
              </p14:cNvPr>
              <p14:cNvContentPartPr/>
              <p14:nvPr/>
            </p14:nvContentPartPr>
            <p14:xfrm>
              <a:off x="4202280" y="1487160"/>
              <a:ext cx="6988320" cy="3843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BC356D-3545-0A24-81C0-06644F6EE9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2920" y="1477800"/>
                <a:ext cx="7007040" cy="386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832391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7ACC-689C-82DA-EF17-AA00B3DD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AD006-0F56-3357-70BD-FED6F833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endParaRPr lang="en-US" b="1" dirty="0"/>
          </a:p>
        </p:txBody>
      </p:sp>
      <p:pic>
        <p:nvPicPr>
          <p:cNvPr id="2050" name="Picture 2" descr="Multi-class와 Multi-label classificiation, 분포가 다른 Output들">
            <a:extLst>
              <a:ext uri="{FF2B5EF4-FFF2-40B4-BE49-F238E27FC236}">
                <a16:creationId xmlns:a16="http://schemas.microsoft.com/office/drawing/2014/main" id="{4A64699D-14A9-6204-F991-A6A894B49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2447925"/>
            <a:ext cx="7143750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EC1FE7-B877-9E94-C232-6EA7979C7367}"/>
                  </a:ext>
                </a:extLst>
              </p14:cNvPr>
              <p14:cNvContentPartPr/>
              <p14:nvPr/>
            </p14:nvContentPartPr>
            <p14:xfrm>
              <a:off x="1154160" y="365040"/>
              <a:ext cx="8296920" cy="3940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EC1FE7-B877-9E94-C232-6EA7979C73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4800" y="355680"/>
                <a:ext cx="8315640" cy="395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663479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43A4-41B7-993E-06CA-7A91E808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Multi-output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DF264-8FC4-B9AB-7C35-7C6661723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</a:t>
            </a:r>
            <a:r>
              <a:rPr lang="en-US" dirty="0" err="1"/>
              <a:t>outputga</a:t>
            </a:r>
            <a:r>
              <a:rPr lang="en-US" dirty="0"/>
              <a:t> idea?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B5E53-D497-06FF-6EA8-0CDF6613F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9" y="3104790"/>
            <a:ext cx="12192000" cy="21464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762E32-60EC-8D20-8CEE-AE13CA24D10C}"/>
                  </a:ext>
                </a:extLst>
              </p14:cNvPr>
              <p14:cNvContentPartPr/>
              <p14:nvPr/>
            </p14:nvContentPartPr>
            <p14:xfrm>
              <a:off x="21960" y="542880"/>
              <a:ext cx="11008080" cy="5410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762E32-60EC-8D20-8CEE-AE13CA24D1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00" y="533520"/>
                <a:ext cx="11026800" cy="542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81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3725-740B-C697-1A08-11D3EBC0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94EB-58EB-4DDA-AA69-40F46718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Multi-output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9E38C-DEB6-5601-73C5-D58056BBE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Multi-Output Regression</a:t>
            </a:r>
          </a:p>
          <a:p>
            <a:r>
              <a:rPr lang="en-US" b="1" dirty="0"/>
              <a:t>Targets:</a:t>
            </a:r>
            <a:r>
              <a:rPr lang="en-US" dirty="0"/>
              <a:t> Continuous (numeric) values</a:t>
            </a:r>
          </a:p>
          <a:p>
            <a:r>
              <a:rPr lang="en-US" b="1" dirty="0"/>
              <a:t>Example:</a:t>
            </a:r>
            <a:r>
              <a:rPr lang="en-US" dirty="0"/>
              <a:t> Predict a soccer player’s:</a:t>
            </a:r>
          </a:p>
          <a:p>
            <a:pPr lvl="1"/>
            <a:r>
              <a:rPr lang="en-US" dirty="0" err="1"/>
              <a:t>Gollari</a:t>
            </a:r>
            <a:endParaRPr lang="en-US" dirty="0"/>
          </a:p>
          <a:p>
            <a:pPr lvl="1"/>
            <a:r>
              <a:rPr lang="en-US" dirty="0" err="1"/>
              <a:t>Assistlari</a:t>
            </a:r>
            <a:endParaRPr lang="en-US" dirty="0"/>
          </a:p>
          <a:p>
            <a:r>
              <a:rPr lang="en-US" b="1" dirty="0"/>
              <a:t>Scikit-learn:</a:t>
            </a:r>
            <a:r>
              <a:rPr lang="en-US" dirty="0"/>
              <a:t> Use </a:t>
            </a:r>
            <a:r>
              <a:rPr lang="en-US" dirty="0" err="1"/>
              <a:t>MultiOutputRegressor</a:t>
            </a:r>
            <a:endParaRPr lang="en-US" dirty="0"/>
          </a:p>
          <a:p>
            <a:r>
              <a:rPr lang="en-US" b="1" dirty="0"/>
              <a:t>Notes:</a:t>
            </a:r>
            <a:endParaRPr lang="en-US" dirty="0"/>
          </a:p>
          <a:p>
            <a:pPr lvl="1"/>
            <a:r>
              <a:rPr lang="en-US" dirty="0"/>
              <a:t>Each target is numeric.</a:t>
            </a:r>
          </a:p>
          <a:p>
            <a:pPr lvl="1"/>
            <a:r>
              <a:rPr lang="en-US" dirty="0"/>
              <a:t>The model can capture correlations between targets to improve predictions.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A60D68-BEB1-9FFF-D314-E306F60D6E8F}"/>
                  </a:ext>
                </a:extLst>
              </p14:cNvPr>
              <p14:cNvContentPartPr/>
              <p14:nvPr/>
            </p14:nvContentPartPr>
            <p14:xfrm>
              <a:off x="587520" y="173880"/>
              <a:ext cx="10869120" cy="6386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A60D68-BEB1-9FFF-D314-E306F60D6E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160" y="164520"/>
                <a:ext cx="10887840" cy="640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834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31921-BC57-DFC5-8962-FC9827F2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6B19-3895-04C3-AD85-5E10A75C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Multi-output models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B06AA-47A3-1B0D-12C5-7E692D644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Multi-Output Classification</a:t>
            </a:r>
          </a:p>
          <a:p>
            <a:r>
              <a:rPr lang="en-US" b="1" dirty="0"/>
              <a:t>Targets:</a:t>
            </a:r>
            <a:r>
              <a:rPr lang="en-US" dirty="0"/>
              <a:t> Categorical values (binary or multi-class)</a:t>
            </a:r>
          </a:p>
          <a:p>
            <a:r>
              <a:rPr lang="en-US" b="1" dirty="0"/>
              <a:t>Example:</a:t>
            </a:r>
            <a:r>
              <a:rPr lang="en-US" dirty="0"/>
              <a:t> Predict a player’s:</a:t>
            </a:r>
          </a:p>
          <a:p>
            <a:pPr lvl="1"/>
            <a:r>
              <a:rPr lang="en-US" dirty="0"/>
              <a:t>Injury risk (Yes/No → binary)</a:t>
            </a:r>
          </a:p>
          <a:p>
            <a:pPr lvl="1"/>
            <a:r>
              <a:rPr lang="en-US" dirty="0"/>
              <a:t>Player role (Forward/Midfielder/Defender → multi-class)</a:t>
            </a:r>
          </a:p>
          <a:p>
            <a:r>
              <a:rPr lang="en-US" b="1" dirty="0"/>
              <a:t>Scikit-learn:</a:t>
            </a:r>
            <a:r>
              <a:rPr lang="en-US" dirty="0"/>
              <a:t> Use </a:t>
            </a:r>
            <a:r>
              <a:rPr lang="en-US" dirty="0" err="1"/>
              <a:t>MultiOutputClassifier</a:t>
            </a:r>
            <a:endParaRPr lang="en-US" dirty="0"/>
          </a:p>
          <a:p>
            <a:r>
              <a:rPr lang="en-US" b="1" dirty="0"/>
              <a:t>Notes:</a:t>
            </a:r>
            <a:endParaRPr lang="en-US" dirty="0"/>
          </a:p>
          <a:p>
            <a:pPr lvl="1"/>
            <a:r>
              <a:rPr lang="en-US" dirty="0"/>
              <a:t>Each target can have different numbers of classes.</a:t>
            </a:r>
          </a:p>
          <a:p>
            <a:pPr lvl="1"/>
            <a:r>
              <a:rPr lang="en-US" dirty="0"/>
              <a:t>If all outputs are </a:t>
            </a:r>
            <a:r>
              <a:rPr lang="en-US" b="1" dirty="0"/>
              <a:t>binary</a:t>
            </a:r>
            <a:r>
              <a:rPr lang="en-US" dirty="0"/>
              <a:t>, it is also called </a:t>
            </a:r>
            <a:r>
              <a:rPr lang="en-US" b="1" dirty="0"/>
              <a:t>multi-label classification</a:t>
            </a:r>
            <a:r>
              <a:rPr lang="en-US" dirty="0"/>
              <a:t> (special case).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75ADD0-AD40-D6DC-9711-6F4408A7FD15}"/>
                  </a:ext>
                </a:extLst>
              </p14:cNvPr>
              <p14:cNvContentPartPr/>
              <p14:nvPr/>
            </p14:nvContentPartPr>
            <p14:xfrm>
              <a:off x="932760" y="0"/>
              <a:ext cx="11130120" cy="6585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75ADD0-AD40-D6DC-9711-6F4408A7FD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3400" y="-9360"/>
                <a:ext cx="11148840" cy="660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635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CD8CF-F665-EA57-5AED-91F71F8D1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6398D-EC2F-8507-C9B7-C73EFFE2F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8-dars </a:t>
            </a:r>
            <a:r>
              <a:rPr lang="en-US" dirty="0" err="1"/>
              <a:t>uchun</a:t>
            </a:r>
            <a:r>
              <a:rPr lang="en-US" dirty="0"/>
              <a:t>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Final </a:t>
            </a:r>
            <a:r>
              <a:rPr lang="en-US" dirty="0" err="1"/>
              <a:t>Projectni</a:t>
            </a:r>
            <a:r>
              <a:rPr lang="en-US" dirty="0"/>
              <a:t> Data Preprocessing(</a:t>
            </a:r>
            <a:r>
              <a:rPr lang="en-US" dirty="0" err="1"/>
              <a:t>src</a:t>
            </a:r>
            <a:r>
              <a:rPr lang="en-US" dirty="0"/>
              <a:t>-notebook, </a:t>
            </a:r>
            <a:r>
              <a:rPr lang="en-US" dirty="0" err="1"/>
              <a:t>src</a:t>
            </a:r>
            <a:r>
              <a:rPr lang="en-US" dirty="0"/>
              <a:t>-scripts) </a:t>
            </a:r>
            <a:r>
              <a:rPr lang="en-US" dirty="0" err="1"/>
              <a:t>tugating</a:t>
            </a:r>
            <a:endParaRPr lang="en-US" dirty="0"/>
          </a:p>
          <a:p>
            <a:r>
              <a:rPr lang="en-US" dirty="0"/>
              <a:t>Kichik dataset bn Model </a:t>
            </a:r>
            <a:r>
              <a:rPr lang="en-US" dirty="0" err="1"/>
              <a:t>yasang</a:t>
            </a:r>
            <a:r>
              <a:rPr lang="en-US" dirty="0">
                <a:sym typeface="Wingdings" panose="05000000000000000000" pitchFamily="2" charset="2"/>
              </a:rPr>
              <a:t>(Not modular):</a:t>
            </a:r>
            <a:endParaRPr lang="en-US" dirty="0"/>
          </a:p>
          <a:p>
            <a:pPr lvl="1"/>
            <a:r>
              <a:rPr lang="en-US" dirty="0"/>
              <a:t>Multi-output</a:t>
            </a:r>
          </a:p>
          <a:p>
            <a:pPr lvl="1"/>
            <a:r>
              <a:rPr lang="en-US" dirty="0" err="1"/>
              <a:t>Shap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9D73CB-3EF0-ACC2-4549-4DE8C315A0F1}"/>
                  </a:ext>
                </a:extLst>
              </p14:cNvPr>
              <p14:cNvContentPartPr/>
              <p14:nvPr/>
            </p14:nvContentPartPr>
            <p14:xfrm>
              <a:off x="5967804" y="3243845"/>
              <a:ext cx="1428480" cy="241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9D73CB-3EF0-ACC2-4549-4DE8C315A0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61684" y="3237725"/>
                <a:ext cx="14407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A4DD97C-7016-B82C-95B6-281E002D7DB0}"/>
                  </a:ext>
                </a:extLst>
              </p14:cNvPr>
              <p14:cNvContentPartPr/>
              <p14:nvPr/>
            </p14:nvContentPartPr>
            <p14:xfrm>
              <a:off x="1373124" y="1616645"/>
              <a:ext cx="1265760" cy="626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A4DD97C-7016-B82C-95B6-281E002D7D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7004" y="1610525"/>
                <a:ext cx="127800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E37066-5E22-875E-E0CB-1CC4610DD78C}"/>
                  </a:ext>
                </a:extLst>
              </p14:cNvPr>
              <p14:cNvContentPartPr/>
              <p14:nvPr/>
            </p14:nvContentPartPr>
            <p14:xfrm>
              <a:off x="3514764" y="1737605"/>
              <a:ext cx="1604880" cy="569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E37066-5E22-875E-E0CB-1CC4610DD7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08644" y="1731485"/>
                <a:ext cx="1617120" cy="5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E3F0131-5BDE-7B48-3DBE-473ED069A39A}"/>
                  </a:ext>
                </a:extLst>
              </p14:cNvPr>
              <p14:cNvContentPartPr/>
              <p14:nvPr/>
            </p14:nvContentPartPr>
            <p14:xfrm>
              <a:off x="4425924" y="2189405"/>
              <a:ext cx="1497240" cy="625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E3F0131-5BDE-7B48-3DBE-473ED069A39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19804" y="2183285"/>
                <a:ext cx="1509480" cy="63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46DE4F0-07A6-3E29-AEA6-6ADDB3621A8F}"/>
                  </a:ext>
                </a:extLst>
              </p14:cNvPr>
              <p14:cNvContentPartPr/>
              <p14:nvPr/>
            </p14:nvContentPartPr>
            <p14:xfrm>
              <a:off x="2116524" y="2933165"/>
              <a:ext cx="1529640" cy="726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46DE4F0-07A6-3E29-AEA6-6ADDB3621A8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10404" y="2927045"/>
                <a:ext cx="1541880" cy="73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C92D149-0287-4075-1599-D9780594B771}"/>
                  </a:ext>
                </a:extLst>
              </p14:cNvPr>
              <p14:cNvContentPartPr/>
              <p14:nvPr/>
            </p14:nvContentPartPr>
            <p14:xfrm>
              <a:off x="1764444" y="3908045"/>
              <a:ext cx="19800" cy="12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C92D149-0287-4075-1599-D9780594B7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58324" y="3901925"/>
                <a:ext cx="320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40B6672-7026-EDD0-8276-C7EBC0AC727A}"/>
                  </a:ext>
                </a:extLst>
              </p14:cNvPr>
              <p14:cNvContentPartPr/>
              <p14:nvPr/>
            </p14:nvContentPartPr>
            <p14:xfrm>
              <a:off x="1441164" y="3629405"/>
              <a:ext cx="1128600" cy="439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40B6672-7026-EDD0-8276-C7EBC0AC72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35044" y="3623285"/>
                <a:ext cx="114084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2A6F8C2-ADE9-8A12-BAB4-635083FB4214}"/>
                  </a:ext>
                </a:extLst>
              </p14:cNvPr>
              <p14:cNvContentPartPr/>
              <p14:nvPr/>
            </p14:nvContentPartPr>
            <p14:xfrm>
              <a:off x="649524" y="1798445"/>
              <a:ext cx="367560" cy="199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2A6F8C2-ADE9-8A12-BAB4-635083FB421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3404" y="1792325"/>
                <a:ext cx="37980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7169042-1B15-BF6A-F26F-9EB595F43A45}"/>
              </a:ext>
            </a:extLst>
          </p:cNvPr>
          <p:cNvGrpSpPr/>
          <p:nvPr/>
        </p:nvGrpSpPr>
        <p:grpSpPr>
          <a:xfrm>
            <a:off x="422364" y="2870165"/>
            <a:ext cx="801360" cy="715320"/>
            <a:chOff x="422364" y="2870165"/>
            <a:chExt cx="801360" cy="71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0EB10B-B416-2A2E-971F-7D0C797BBBC8}"/>
                    </a:ext>
                  </a:extLst>
                </p14:cNvPr>
                <p14:cNvContentPartPr/>
                <p14:nvPr/>
              </p14:nvContentPartPr>
              <p14:xfrm>
                <a:off x="422364" y="3503765"/>
                <a:ext cx="120240" cy="81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0EB10B-B416-2A2E-971F-7D0C797BBB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6244" y="3497645"/>
                  <a:ext cx="132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87416D-9E66-7596-5633-CDDB84579B3A}"/>
                    </a:ext>
                  </a:extLst>
                </p14:cNvPr>
                <p14:cNvContentPartPr/>
                <p14:nvPr/>
              </p14:nvContentPartPr>
              <p14:xfrm>
                <a:off x="778764" y="2870165"/>
                <a:ext cx="444960" cy="340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87416D-9E66-7596-5633-CDDB84579B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2644" y="2864045"/>
                  <a:ext cx="4572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0995EDD-4D77-4976-7400-0312D7ED6669}"/>
                    </a:ext>
                  </a:extLst>
                </p14:cNvPr>
                <p14:cNvContentPartPr/>
                <p14:nvPr/>
              </p14:nvContentPartPr>
              <p14:xfrm>
                <a:off x="422364" y="3170405"/>
                <a:ext cx="88560" cy="60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0995EDD-4D77-4976-7400-0312D7ED66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6244" y="3164285"/>
                  <a:ext cx="1008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FD69E98-D2AC-97F8-43FD-9768C9385AD9}"/>
                    </a:ext>
                  </a:extLst>
                </p14:cNvPr>
                <p14:cNvContentPartPr/>
                <p14:nvPr/>
              </p14:nvContentPartPr>
              <p14:xfrm>
                <a:off x="467364" y="3090125"/>
                <a:ext cx="470880" cy="305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FD69E98-D2AC-97F8-43FD-9768C9385A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1244" y="3084005"/>
                  <a:ext cx="483120" cy="31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E66FE0A-19EE-CD6A-A8AA-B20ECA457C98}"/>
                  </a:ext>
                </a:extLst>
              </p14:cNvPr>
              <p14:cNvContentPartPr/>
              <p14:nvPr/>
            </p14:nvContentPartPr>
            <p14:xfrm>
              <a:off x="634764" y="2329085"/>
              <a:ext cx="484560" cy="304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E66FE0A-19EE-CD6A-A8AA-B20ECA457C9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8644" y="2322965"/>
                <a:ext cx="496800" cy="31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6125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397</Words>
  <Application>Microsoft Office PowerPoint</Application>
  <PresentationFormat>Widescreen</PresentationFormat>
  <Paragraphs>82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8-dars(2-oy)</vt:lpstr>
      <vt:lpstr>Bugun</vt:lpstr>
      <vt:lpstr>Takrorlash</vt:lpstr>
      <vt:lpstr>Takrorlash</vt:lpstr>
      <vt:lpstr>Feature Importance</vt:lpstr>
      <vt:lpstr>Feature Importance </vt:lpstr>
      <vt:lpstr>Feature Importance </vt:lpstr>
      <vt:lpstr>Shap values</vt:lpstr>
      <vt:lpstr>Shap values </vt:lpstr>
      <vt:lpstr>PowerPoint Presentation</vt:lpstr>
      <vt:lpstr>Shap values </vt:lpstr>
      <vt:lpstr>Shap values </vt:lpstr>
      <vt:lpstr>Feature Importance vs Shap values(any idea?)</vt:lpstr>
      <vt:lpstr>Shap value amaliy</vt:lpstr>
      <vt:lpstr>Multi-output models</vt:lpstr>
      <vt:lpstr>PowerPoint Presentation</vt:lpstr>
      <vt:lpstr>PowerPoint Presentation</vt:lpstr>
      <vt:lpstr>Multi-output models </vt:lpstr>
      <vt:lpstr>Multi-output models </vt:lpstr>
      <vt:lpstr>Multi-output models 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3</cp:revision>
  <dcterms:created xsi:type="dcterms:W3CDTF">2025-11-06T07:42:19Z</dcterms:created>
  <dcterms:modified xsi:type="dcterms:W3CDTF">2025-11-08T12:25:34Z</dcterms:modified>
</cp:coreProperties>
</file>