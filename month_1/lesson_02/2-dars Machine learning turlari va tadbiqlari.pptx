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7" r:id="rId5"/>
    <p:sldId id="282" r:id="rId6"/>
    <p:sldId id="273" r:id="rId7"/>
    <p:sldId id="275" r:id="rId8"/>
    <p:sldId id="284" r:id="rId9"/>
    <p:sldId id="286" r:id="rId10"/>
    <p:sldId id="260" r:id="rId11"/>
    <p:sldId id="264" r:id="rId12"/>
    <p:sldId id="265" r:id="rId13"/>
    <p:sldId id="266" r:id="rId14"/>
    <p:sldId id="267" r:id="rId15"/>
    <p:sldId id="276" r:id="rId16"/>
    <p:sldId id="283" r:id="rId17"/>
    <p:sldId id="268" r:id="rId18"/>
    <p:sldId id="269" r:id="rId19"/>
    <p:sldId id="28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8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custSel addSld delSld modSld">
      <pc:chgData name="Davronbek Malikov" userId="8ee0eb9faaf3663e" providerId="LiveId" clId="{E168BBCB-B3F2-46CC-B5CA-AAD8B95135CA}" dt="2025-10-08T05:34:01.208" v="312" actId="478"/>
      <pc:docMkLst>
        <pc:docMk/>
      </pc:docMkLst>
      <pc:sldChg chg="addSp delSp mod">
        <pc:chgData name="Davronbek Malikov" userId="8ee0eb9faaf3663e" providerId="LiveId" clId="{E168BBCB-B3F2-46CC-B5CA-AAD8B95135CA}" dt="2025-09-03T11:16:00.635" v="242"/>
        <pc:sldMkLst>
          <pc:docMk/>
          <pc:sldMk cId="1678161710" sldId="257"/>
        </pc:sldMkLst>
      </pc:sldChg>
      <pc:sldChg chg="addSp">
        <pc:chgData name="Davronbek Malikov" userId="8ee0eb9faaf3663e" providerId="LiveId" clId="{E168BBCB-B3F2-46CC-B5CA-AAD8B95135CA}" dt="2025-09-03T12:29:29.859" v="243"/>
        <pc:sldMkLst>
          <pc:docMk/>
          <pc:sldMk cId="1108769041" sldId="260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581211910" sldId="264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175156944" sldId="265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1357995875" sldId="266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675517248" sldId="267"/>
        </pc:sldMkLst>
      </pc:sldChg>
      <pc:sldChg chg="addSp">
        <pc:chgData name="Davronbek Malikov" userId="8ee0eb9faaf3663e" providerId="LiveId" clId="{E168BBCB-B3F2-46CC-B5CA-AAD8B95135CA}" dt="2025-09-03T12:29:29.859" v="243"/>
        <pc:sldMkLst>
          <pc:docMk/>
          <pc:sldMk cId="3231119065" sldId="268"/>
        </pc:sldMkLst>
      </pc:sldChg>
      <pc:sldChg chg="addSp">
        <pc:chgData name="Davronbek Malikov" userId="8ee0eb9faaf3663e" providerId="LiveId" clId="{E168BBCB-B3F2-46CC-B5CA-AAD8B95135CA}" dt="2025-09-03T11:16:00.635" v="242"/>
        <pc:sldMkLst>
          <pc:docMk/>
          <pc:sldMk cId="2480686427" sldId="273"/>
        </pc:sldMkLst>
      </pc:sldChg>
      <pc:sldChg chg="addSp delSp modSp mod">
        <pc:chgData name="Davronbek Malikov" userId="8ee0eb9faaf3663e" providerId="LiveId" clId="{E168BBCB-B3F2-46CC-B5CA-AAD8B95135CA}" dt="2025-09-03T08:39:26.433" v="241" actId="478"/>
        <pc:sldMkLst>
          <pc:docMk/>
          <pc:sldMk cId="3115123736" sldId="274"/>
        </pc:sldMkLst>
      </pc:sldChg>
      <pc:sldChg chg="addSp delSp mod">
        <pc:chgData name="Davronbek Malikov" userId="8ee0eb9faaf3663e" providerId="LiveId" clId="{E168BBCB-B3F2-46CC-B5CA-AAD8B95135CA}" dt="2025-09-03T11:16:00.635" v="242"/>
        <pc:sldMkLst>
          <pc:docMk/>
          <pc:sldMk cId="3154704780" sldId="275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104273953" sldId="276"/>
        </pc:sldMkLst>
      </pc:sldChg>
      <pc:sldChg chg="addSp delSp mod">
        <pc:chgData name="Davronbek Malikov" userId="8ee0eb9faaf3663e" providerId="LiveId" clId="{E168BBCB-B3F2-46CC-B5CA-AAD8B95135CA}" dt="2025-09-03T11:16:00.635" v="242"/>
        <pc:sldMkLst>
          <pc:docMk/>
          <pc:sldMk cId="2963195512" sldId="277"/>
        </pc:sldMkLst>
      </pc:sldChg>
      <pc:sldChg chg="addSp">
        <pc:chgData name="Davronbek Malikov" userId="8ee0eb9faaf3663e" providerId="LiveId" clId="{E168BBCB-B3F2-46CC-B5CA-AAD8B95135CA}" dt="2025-09-03T12:29:29.859" v="243"/>
        <pc:sldMkLst>
          <pc:docMk/>
          <pc:sldMk cId="3178265952" sldId="281"/>
        </pc:sldMkLst>
      </pc:sldChg>
      <pc:sldChg chg="addSp delSp mod">
        <pc:chgData name="Davronbek Malikov" userId="8ee0eb9faaf3663e" providerId="LiveId" clId="{E168BBCB-B3F2-46CC-B5CA-AAD8B95135CA}" dt="2025-09-03T11:16:00.635" v="242"/>
        <pc:sldMkLst>
          <pc:docMk/>
          <pc:sldMk cId="4187755990" sldId="282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1560849397" sldId="283"/>
        </pc:sldMkLst>
      </pc:sldChg>
      <pc:sldChg chg="addSp delSp mod">
        <pc:chgData name="Davronbek Malikov" userId="8ee0eb9faaf3663e" providerId="LiveId" clId="{E168BBCB-B3F2-46CC-B5CA-AAD8B95135CA}" dt="2025-09-03T12:29:29.859" v="243"/>
        <pc:sldMkLst>
          <pc:docMk/>
          <pc:sldMk cId="2383759028" sldId="284"/>
        </pc:sldMkLst>
      </pc:sldChg>
      <pc:sldChg chg="addSp delSp modSp mod">
        <pc:chgData name="Davronbek Malikov" userId="8ee0eb9faaf3663e" providerId="LiveId" clId="{E168BBCB-B3F2-46CC-B5CA-AAD8B95135CA}" dt="2025-10-08T05:34:01.208" v="312" actId="478"/>
        <pc:sldMkLst>
          <pc:docMk/>
          <pc:sldMk cId="842894224" sldId="285"/>
        </pc:sldMkLst>
        <pc:inkChg chg="del">
          <ac:chgData name="Davronbek Malikov" userId="8ee0eb9faaf3663e" providerId="LiveId" clId="{E168BBCB-B3F2-46CC-B5CA-AAD8B95135CA}" dt="2025-10-08T05:34:01.208" v="312" actId="478"/>
          <ac:inkMkLst>
            <pc:docMk/>
            <pc:sldMk cId="842894224" sldId="285"/>
            <ac:inkMk id="4" creationId="{6498ED3B-EC70-A621-B88A-8C627D0A90E4}"/>
          </ac:inkMkLst>
        </pc:inkChg>
      </pc:sldChg>
      <pc:sldChg chg="addSp delSp modSp new del mod">
        <pc:chgData name="Davronbek Malikov" userId="8ee0eb9faaf3663e" providerId="LiveId" clId="{E168BBCB-B3F2-46CC-B5CA-AAD8B95135CA}" dt="2025-09-03T08:39:15.730" v="236" actId="2696"/>
        <pc:sldMkLst>
          <pc:docMk/>
          <pc:sldMk cId="3853722480" sldId="287"/>
        </pc:sldMkLst>
      </pc:sldChg>
    </pc:docChg>
  </pc:docChgLst>
  <pc:docChgLst>
    <pc:chgData name="Davronbek Malikov" userId="8ee0eb9faaf3663e" providerId="LiveId" clId="{CD28CDF9-963B-4C2B-903A-7F323E4828D2}"/>
    <pc:docChg chg="custSel modSld">
      <pc:chgData name="Davronbek Malikov" userId="8ee0eb9faaf3663e" providerId="LiveId" clId="{CD28CDF9-963B-4C2B-903A-7F323E4828D2}" dt="2025-05-10T15:13:29.028" v="75"/>
      <pc:docMkLst>
        <pc:docMk/>
      </pc:docMkLst>
      <pc:sldChg chg="addSp delSp mod">
        <pc:chgData name="Davronbek Malikov" userId="8ee0eb9faaf3663e" providerId="LiveId" clId="{CD28CDF9-963B-4C2B-903A-7F323E4828D2}" dt="2025-05-10T15:13:29.028" v="75"/>
        <pc:sldMkLst>
          <pc:docMk/>
          <pc:sldMk cId="1678161710" sldId="257"/>
        </pc:sldMkLst>
      </pc:sldChg>
      <pc:sldChg chg="addSp delSp mod">
        <pc:chgData name="Davronbek Malikov" userId="8ee0eb9faaf3663e" providerId="LiveId" clId="{CD28CDF9-963B-4C2B-903A-7F323E4828D2}" dt="2025-05-10T14:28:20.211" v="55"/>
        <pc:sldMkLst>
          <pc:docMk/>
          <pc:sldMk cId="581211910" sldId="264"/>
        </pc:sldMkLst>
      </pc:sldChg>
      <pc:sldChg chg="addSp delSp modSp mod">
        <pc:chgData name="Davronbek Malikov" userId="8ee0eb9faaf3663e" providerId="LiveId" clId="{CD28CDF9-963B-4C2B-903A-7F323E4828D2}" dt="2025-05-10T14:30:48.480" v="74" actId="9405"/>
        <pc:sldMkLst>
          <pc:docMk/>
          <pc:sldMk cId="175156944" sldId="265"/>
        </pc:sldMkLst>
      </pc:sldChg>
      <pc:sldChg chg="addSp delSp mod">
        <pc:chgData name="Davronbek Malikov" userId="8ee0eb9faaf3663e" providerId="LiveId" clId="{CD28CDF9-963B-4C2B-903A-7F323E4828D2}" dt="2025-05-10T14:28:20.211" v="55"/>
        <pc:sldMkLst>
          <pc:docMk/>
          <pc:sldMk cId="1357995875" sldId="266"/>
        </pc:sldMkLst>
      </pc:sldChg>
      <pc:sldChg chg="addSp delSp mod">
        <pc:chgData name="Davronbek Malikov" userId="8ee0eb9faaf3663e" providerId="LiveId" clId="{CD28CDF9-963B-4C2B-903A-7F323E4828D2}" dt="2025-05-10T14:28:20.211" v="55"/>
        <pc:sldMkLst>
          <pc:docMk/>
          <pc:sldMk cId="675517248" sldId="267"/>
        </pc:sldMkLst>
      </pc:sldChg>
      <pc:sldChg chg="addSp delSp mod">
        <pc:chgData name="Davronbek Malikov" userId="8ee0eb9faaf3663e" providerId="LiveId" clId="{CD28CDF9-963B-4C2B-903A-7F323E4828D2}" dt="2025-05-10T15:13:29.028" v="75"/>
        <pc:sldMkLst>
          <pc:docMk/>
          <pc:sldMk cId="3231119065" sldId="268"/>
        </pc:sldMkLst>
      </pc:sldChg>
      <pc:sldChg chg="addSp">
        <pc:chgData name="Davronbek Malikov" userId="8ee0eb9faaf3663e" providerId="LiveId" clId="{CD28CDF9-963B-4C2B-903A-7F323E4828D2}" dt="2025-05-10T15:13:29.028" v="75"/>
        <pc:sldMkLst>
          <pc:docMk/>
          <pc:sldMk cId="939067604" sldId="269"/>
        </pc:sldMkLst>
      </pc:sldChg>
      <pc:sldChg chg="addSp delSp mod">
        <pc:chgData name="Davronbek Malikov" userId="8ee0eb9faaf3663e" providerId="LiveId" clId="{CD28CDF9-963B-4C2B-903A-7F323E4828D2}" dt="2025-05-10T14:28:20.211" v="55"/>
        <pc:sldMkLst>
          <pc:docMk/>
          <pc:sldMk cId="2320181685" sldId="275"/>
        </pc:sldMkLst>
      </pc:sldChg>
      <pc:sldChg chg="addSp delSp mod">
        <pc:chgData name="Davronbek Malikov" userId="8ee0eb9faaf3663e" providerId="LiveId" clId="{CD28CDF9-963B-4C2B-903A-7F323E4828D2}" dt="2025-05-10T15:13:29.028" v="75"/>
        <pc:sldMkLst>
          <pc:docMk/>
          <pc:sldMk cId="104273953" sldId="276"/>
        </pc:sldMkLst>
      </pc:sldChg>
      <pc:sldChg chg="addSp delSp modSp mod">
        <pc:chgData name="Davronbek Malikov" userId="8ee0eb9faaf3663e" providerId="LiveId" clId="{CD28CDF9-963B-4C2B-903A-7F323E4828D2}" dt="2025-05-10T13:27:07.048" v="13"/>
        <pc:sldMkLst>
          <pc:docMk/>
          <pc:sldMk cId="2963195512" sldId="277"/>
        </pc:sldMkLst>
      </pc:sldChg>
      <pc:sldChg chg="addSp delSp mod">
        <pc:chgData name="Davronbek Malikov" userId="8ee0eb9faaf3663e" providerId="LiveId" clId="{CD28CDF9-963B-4C2B-903A-7F323E4828D2}" dt="2025-05-10T15:13:29.028" v="75"/>
        <pc:sldMkLst>
          <pc:docMk/>
          <pc:sldMk cId="101273965" sldId="278"/>
        </pc:sldMkLst>
      </pc:sldChg>
      <pc:sldChg chg="addSp delSp modSp mod">
        <pc:chgData name="Davronbek Malikov" userId="8ee0eb9faaf3663e" providerId="LiveId" clId="{CD28CDF9-963B-4C2B-903A-7F323E4828D2}" dt="2025-05-10T13:35:12.324" v="54"/>
        <pc:sldMkLst>
          <pc:docMk/>
          <pc:sldMk cId="3257376691" sldId="282"/>
        </pc:sldMkLst>
      </pc:sldChg>
      <pc:sldChg chg="addSp delSp mod">
        <pc:chgData name="Davronbek Malikov" userId="8ee0eb9faaf3663e" providerId="LiveId" clId="{CD28CDF9-963B-4C2B-903A-7F323E4828D2}" dt="2025-05-10T15:13:29.028" v="75"/>
        <pc:sldMkLst>
          <pc:docMk/>
          <pc:sldMk cId="1560849397" sldId="283"/>
        </pc:sldMkLst>
      </pc:sldChg>
    </pc:docChg>
  </pc:docChgLst>
  <pc:docChgLst>
    <pc:chgData name="Davronbek Malikov" userId="8ee0eb9faaf3663e" providerId="LiveId" clId="{34480803-C17F-4FC2-9A35-5BF27C780632}"/>
    <pc:docChg chg="custSel modSld">
      <pc:chgData name="Davronbek Malikov" userId="8ee0eb9faaf3663e" providerId="LiveId" clId="{34480803-C17F-4FC2-9A35-5BF27C780632}" dt="2025-07-19T13:30:06.438" v="26"/>
      <pc:docMkLst>
        <pc:docMk/>
      </pc:docMkLst>
      <pc:sldChg chg="modSp mod">
        <pc:chgData name="Davronbek Malikov" userId="8ee0eb9faaf3663e" providerId="LiveId" clId="{34480803-C17F-4FC2-9A35-5BF27C780632}" dt="2025-07-19T06:16:21.233" v="24" actId="20577"/>
        <pc:sldMkLst>
          <pc:docMk/>
          <pc:sldMk cId="123524766" sldId="256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1678161710" sldId="257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581211910" sldId="264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175156944" sldId="265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1357995875" sldId="266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675517248" sldId="267"/>
        </pc:sldMkLst>
      </pc:sldChg>
      <pc:sldChg chg="delSp mod">
        <pc:chgData name="Davronbek Malikov" userId="8ee0eb9faaf3663e" providerId="LiveId" clId="{34480803-C17F-4FC2-9A35-5BF27C780632}" dt="2025-07-19T06:15:59.514" v="12" actId="478"/>
        <pc:sldMkLst>
          <pc:docMk/>
          <pc:sldMk cId="3231119065" sldId="268"/>
        </pc:sldMkLst>
      </pc:sldChg>
      <pc:sldChg chg="delSp mod">
        <pc:chgData name="Davronbek Malikov" userId="8ee0eb9faaf3663e" providerId="LiveId" clId="{34480803-C17F-4FC2-9A35-5BF27C780632}" dt="2025-07-19T06:16:11.543" v="14" actId="478"/>
        <pc:sldMkLst>
          <pc:docMk/>
          <pc:sldMk cId="939067604" sldId="269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3154704780" sldId="275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104273953" sldId="276"/>
        </pc:sldMkLst>
      </pc:sldChg>
      <pc:sldChg chg="addSp">
        <pc:chgData name="Davronbek Malikov" userId="8ee0eb9faaf3663e" providerId="LiveId" clId="{34480803-C17F-4FC2-9A35-5BF27C780632}" dt="2025-07-19T11:45:48.606" v="25"/>
        <pc:sldMkLst>
          <pc:docMk/>
          <pc:sldMk cId="2963195512" sldId="277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4187755990" sldId="282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1560849397" sldId="283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2383759028" sldId="284"/>
        </pc:sldMkLst>
      </pc:sldChg>
      <pc:sldChg chg="addSp delSp mod">
        <pc:chgData name="Davronbek Malikov" userId="8ee0eb9faaf3663e" providerId="LiveId" clId="{34480803-C17F-4FC2-9A35-5BF27C780632}" dt="2025-07-19T13:30:06.438" v="26"/>
        <pc:sldMkLst>
          <pc:docMk/>
          <pc:sldMk cId="842894224" sldId="285"/>
        </pc:sldMkLst>
      </pc:sldChg>
      <pc:sldChg chg="delSp mod">
        <pc:chgData name="Davronbek Malikov" userId="8ee0eb9faaf3663e" providerId="LiveId" clId="{34480803-C17F-4FC2-9A35-5BF27C780632}" dt="2025-07-19T06:15:56.118" v="11" actId="478"/>
        <pc:sldMkLst>
          <pc:docMk/>
          <pc:sldMk cId="1785392587" sldId="28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04:45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4131 6288 1103 0,'1'-7'-23'0,"4"0"-1"0,3-2 15 0,4 2 14 16,2 0 5-16,-1 1-1 0,3 0-2 0,3 0-5 0,0 1-5 0,4 0 0 15,1 1-4-15,0 2 2 0,3 0-1 0,0 2 2 0,2 0-1 0,1 0 0 16,1 0 1-16,1 0 0 0,1 0 4 0,0-1-2 0,3-1 1 15,1 0 4-15,0-1-3 0,-3 0 0 0,3 0 0 0,1-1-1 0,2 1 4 16,0 0 2-16,1-1-1 0,0 1-1 0,0-1 1 0,2 1 3 0,1-1 10 16,0 1 3-16,4 0-1 0,0 0 2 0,1 2-2 0,2-1-1 15,3 1 1-15,0 0-4 0,2 2-3 0,3-1 1 0,2 1 1 0,1 0 2 16,2-1 2-16,3 1 8 0,1-1-3 0,1 1-4 0,2 0 1 16,0-1-3-16,2 0-3 0,0 1 1 0,2-1-1 0,0 0-4 0,2 0 4 15,0 0-2-15,1 1 4 0,1 0-2 0,-3 1-1 0,2-1 3 0,0 1-3 16,0 0-1-16,-1-1 1 0,2 2 0 0,-2-1-3 0,-1 0 1 15,-2 0-6-15,0 0 1 0,-1-2 2 0,-2 1-7 0,-2-2 3 0,-1 0-2 16,-2-1 3-16,-1-1 5 0,0-1 0 0,-1 1 3 0,-3-3-5 0,-2 0-4 16,-3 0 3-16,-1-2-2 0,-3 1 10 0,0 0 1 0,-1-2 3 15,-2 0-1-15,-3-1-1 0,1-1 1 0,-4 0 0 0,-1-1 6 0,0-2-2 16,-4-1 3-16,-1-2 3 0,-1 0-5 0,-2 0 4 0,-3-1 0 0,-1 0-2 16,-2 1 5-16,-4-3-5 0,0 0 4 0,-4 0-1 0,-2-2-2 15,-2 0 5-15,-2 0-2 0,-2-2 4 0,-5 1 1 0,-1-1 9 0,-3-1 1 16,-3 1 3-16,-2-1 1 0,-4-1-12 0,-2-2-7 0,-3 0 0 15,-4-1-9-15,-1-1-9 0,-3-1-1 0,-2-1-5 0,-4-4-1 0,-1 2 3 16,-2-2-4-16,-2 1-1 0,-3 0-9 0,1 0 1 0,-5-1-1 0,0-1-10 16,-2 2 0-16,-5-2-7 0,0 0 5 0,-3-1 10 0,-3-3 4 15,-1 2 14-15,-2 1-1 0,0 2-11 0,0 1-3 0,-2-3-8 0,-4 0-8 16,-4-1 10-16,-3 0-2 0,-2 2 4 0,-2 0 9 0,-1 2-10 0,-4 1-7 16,-4 1 7-16,-3 2 0 0,-1 0 10 0,-3 2 7 0,2 0-5 15,-4 1 2-15,1 3-3 0,0 2 2 0,-2 3-4 0,1 1-1 0,-3 2-4 16,0 1-4-16,-3 2-1 0,0 1 1 0,-1 1 5 0,-1 3 0 15,0 2 0-15,1 1 2 0,1 3-1 0,-2 1-1 0,1 1 3 0,-2 2-1 16,1 2 1-16,0 1 0 0,-1 3-2 0,-1 2-1 0,-2 1-4 0,2 3 2 16,-2 3 4-16,0 0-1 0,1 5 1 0,-3 2-4 0,1 3 1 15,1 4-5-15,1 1 3 0,3 2-2 0,1 1-1 0,2 0 12 0,3 2 1 16,4 0 4-16,1 3-4 0,3-2-7 0,4 2-1 0,1 3 1 0,4 0-1 16,4 1-1-16,2 1 0 0,2-1-1 0,5 0 0 0,3 1 4 15,4 1-4-15,3-1-7 0,5-1 7 0,2 2 2 0,4-1 0 0,2 2 9 16,5 0-11-16,2 2-2 0,4 0 2 0,2 2-1 0,3 0-3 15,4 1 3-15,3 2-4 0,3 1-7 0,3 1 6 0,4-2 7 0,2 0 4 16,4-2 5-16,5-1-2 0,2-2-13 0,6 0-2 0,2-4 5 0,5-2 2 16,5-2 9-16,2-3 5 0,5-1-2 0,3 1 5 0,3 0-5 15,4-2-3-15,2-4 6 0,4 0 7 0,1-4 1 0,4-1 6 0,3-3 2 16,1-1-6-16,5-2 1 0,1-2 1 0,2-1-1 0,2-2-3 16,2-1 4-16,0-3-3 0,2 0-3 0,4-1 2 0,-1-2-6 0,3 0-8 15,-2 0-3-15,1-1-3 0,0 0 2 0,-1 0 1 0,-1 1-2 0,1 0 0 16,-1 1-5-16,1 1-8 0,-3 1-7 0,0 1-32 0,0 1-121 15,-2 1-145-15,-2 3-99 0,0 1-23 0,2 3-74 0</inkml:trace>
  <inkml:trace contextRef="#ctx0" brushRef="#br0" timeOffset="13468">4280 7951 271 0,'2'-4'27'0,"3"-1"-18"16,2-1 1-16,1 0 2 0,1 1 4 0,2 0-3 0,0 0-4 16,0 0-5-16,2 1-3 0,0 0 0 0,2 1-2 0,0 0 0 0,2 1 0 15,-1 0-2-15,0 1 1 0,1 1 1 0,-1 1-1 0,0-1 2 16,1 1 0-16,0-1 1 0,0 1-1 0,1 0 1 0,1 0 1 0,-1-1 1 15,0 0 5-15,1 0 6 0,1 0 3 0,-1-1 10 0,2 1 7 0,0-1 1 16,1-1 3-16,2 0-4 0,1 1-10 0,3-2-2 0,-1 1-7 16,3-1-8-16,0 0 1 0,1 0-3 0,2 0-2 0,1 0 5 0,1-1-4 15,1 0 2-15,-1 0-2 0,4 0-1 0,-1-1 6 0,1 2 1 0,3-1 2 16,-3-1 1-16,2 0-3 0,1 0-2 0,0 0 2 0,2 1-5 16,-1 0 2-16,1 0 1 0,-2 0-1 0,1 0 4 0,1 0-1 0,0 0 0 15,1 2 1-15,-1-1 1 0,3 2-1 0,-2 1-1 0,0 0 0 0,-1 1-2 16,2 0 0-16,0 1-3 0,1 1-5 0,0 1 1 0,1 0-1 15,-1 1 3-15,0 0 2 0,1-1-3 0,1 0 3 0,0 1-2 0,0 0 0 16,0 1 2-16,-1-1-2 0,1 0 2 0,1 0 3 0,-1 0-5 16,1 0 1-16,0-1-4 0,0 0 0 0,2 0 3 0,-1-1 4 0,0 1 3 15,1-1-2-15,-1 0 1 0,1 0 3 0,1 1-1 0,-2-1 2 0,2 0 0 16,-2 1-1-16,0 0 3 0,1-2 3 0,-2 3 4 0,3-1 1 16,-1 2 0-16,0-1-1 0,0 1-2 0,1 1 0 0,-2 0-2 0,0 1-1 15,2-1-7-15,-2 0-4 0,0 1-1 0,1 0-4 0,0 0 7 0,0 0-2 16,2-1-1-16,1 0-1 0,0 0-2 0,1-2 2 0,-1 1-1 15,1-1 1-15,1 0-1 0,-1-1 4 0,2 0-1 0,-1-1 2 0,1-1-1 16,1-1 2-16,-1 0 3 0,1 0 2 0,0-1 2 0,0-1 2 0,-1 0 1 16,2-1-1-16,-1 0-2 0,-2 1 1 0,0 0 1 0,-1-1 6 15,2 0 2-15,-1 0 3 0,0 0 2 0,0 0-4 0,1-1-1 16,-2 0-8-16,2 0-1 0,-1-1-2 0,1 1-5 0,0 0 2 0,0 0-3 16,2-1-1-16,-1 1 4 0,1 0-2 0,0-1-2 0,0 0 0 0,0 1-4 15,1-1-3-15,1 1-1 0,0-1 4 0,0 0 0 0,0 0-1 0,1 1-2 16,1-1 0-16,0 1 2 0,0 0 1 0,-1 1-3 0,1-1-1 15,0 0-1-15,-1 0 1 0,1 0 3 0,0 0-5 0,-1 0 6 0,1 0-2 16,0 0 0-16,0 1 4 0,-2 1-6 0,0-1 1 0,0 2 0 16,-2-1 2-16,0 0 4 0,2 1 1 0,-1-1-2 0,-1-1 2 0,1 1 0 15,-1 0 3-15,0 0-3 0,1 0-1 0,-2-1 0 0,1-1-2 0,0 0 3 16,1 0-1-16,1 0 1 0,0 1-2 0,1-1 2 0,0 1-1 16,1-2-2-16,1 0 0 0,-1 0-4 0,1-1 2 0,-2 1-2 0,0-1 5 15,3-1-4-15,-2 1 1 0,1-1 4 0,-1 0-5 0,-1 1-1 0,1-1 3 16,-1 2-1-16,-1-2 1 0,-1 0 0 0,1 1-2 0,0-1-1 15,-3 1 2-15,1 0-3 0,-2 0 7 0,0-1-3 0,-1 0-4 0,0 1 3 16,0 1-2-16,-1-1 1 0,1-1 2 0,-2 0-1 0,0 0 1 0,0 0-3 16,0 0 5-16,-1 0-3 0,0-2 1 0,-1 2 0 0,0 0-1 15,-1-1 1-15,-1 0-1 0,-2-1-3 0,-1-1 4 0,0-1-4 0,0 0 6 16,-1 0 1-16,-2-1-4 0,0 0 13 0,-2-1-5 0,-1 0-2 16,-1-1 6-16,-2 1-6 0,-2-3 0 0,-2 0-1 0,-1 1 1 0,-2 0-6 15,-1 0-2-15,-3-2 7 0,-1 1-3 0,-1-1 1 0,-4 0 3 0,0-1 0 16,-3 1 3-16,0 0-2 0,-1-1 0 0,-2 0 1 0,-3 1-1 15,-2-1 3-15,-2 0 7 0,-2-2-4 0,-2 2 7 0,-2-1-2 0,-2-1-3 16,-1 1 0-16,-2-1-6 0,-3 0-6 0,-2-1-6 0,-3 0-4 0,-2-2-7 16,-3 0-4-16,-3-1-2 0,-2-1-8 0,-2 2 2 0,-2-2 7 15,-3 0 2-15,-4 1 1 0,-1-1-4 0,-6 1-3 0,-1-1-1 0,-3 0 7 16,-4 2-1-16,-2 0 5 0,-2 0 3 0,-4 2 2 0,-1-2 2 16,-4 2 2-16,-2-1-1 0,-4-1 0 0,-1 1 0 0,-3 0-5 0,-3-1 0 15,-2 2 4-15,-1 1-2 0,-3 0 8 0,-2 2 2 0,-1 0-4 0,-1 0 1 16,-1-1-2-16,-2 1 0 0,-2-1-2 0,0 1 4 0,0-1 2 15,-2 3-4-15,2-1 6 0,-3 0-8 0,1 2 5 0,-4 1 3 0,2-1-5 16,-4 0 5-16,0 1-7 0,-2 0-2 0,-2 2 1 0,0 0 1 0,-3 1-5 16,1 1 3-16,-1 0 5 0,-1 0-1 0,2 0 3 0,-1-2-1 15,0 0 0-15,-2 1-1 0,1-1-4 0,-2 2 4 0,0-1-2 0,0 1 0 16,-2-1-2-16,-2 0-1 0,-1 1-1 0,0-1 3 0,-2 2 1 16,-1-2 2-16,1 1-6 0,-4 0 7 0,3-1-6 0,-1 0 9 0,0 0 1 15,1 0-3-15,-2-1 2 0,0 1-9 0,1 1 3 0,-1 0 8 0,2 1-5 16,1 0-2-16,-1 0 5 0,0 0-8 0,0 0 1 0,-1 1 4 15,2 0-5-15,-1 1 2 0,1-1-7 0,0 3-2 0,-1 0 5 0,0 0-5 16,0 0 9-16,0 1 2 0,1 1-5 0,0 0 0 0,-2 1 4 0,2 1-3 16,-1 0-1-16,0 1 3 0,2 0-5 0,-1 1 2 0,-1-1-8 15,0 2-5-15,-2 1-1 0,-1 1 3 0,0 0 11 0,2 0 7 0,3 1 0 16,1 0 2-16,0 0 0 0,1 1-6 0,2-1 3 0,2 0-2 16,1 1 1-16,0 0 3 0,2-2-6 0,0 2 2 0,2 1-1 0,2-1 2 15,1 2 1-15,1 1 1 0,1 0 0 0,2 0-2 0,2 2 0 0,0 0-2 16,3 1 6-16,-1 1-1 0,4-1 2 0,-1 2-6 0,3 2-1 15,1 0-4-15,1 2-13 0,0 4 2 0,2 2 4 0,0 1-3 0,0 3 11 16,3-1-6-16,3 3-4 0,1-1 11 0,2 3-1 0,2 0 0 0,2 2 0 16,1-1-4-16,3 1-7 0,3 0 4 0,3 0 3 0,4 0 2 15,2-2 3-15,5-1-2 0,2-4-4 0,7-2-5 0,5-4 2 0,4 0 3 16,4-1-5-16,2-1-3 0,4 0-9 0,4 2-9 0,0-1-31 16,3 3-32-16,2 0-42 0,3 1-25 0,3 2-17 0,0 0-9 0,5 2-11 15,2 2-16-15,2 0-100 0,4-1 62 0</inkml:trace>
  <inkml:trace contextRef="#ctx0" brushRef="#br0" timeOffset="76570.91">3164 8551 275 0,'-10'-3'102'0,"1"-1"-49"0,-2 0-34 0,4 0 0 15,1 1 9-15,2-1 5 0,0-1-2 0,0 0-8 0,0 0-11 0,1-1-9 16,0 1-2-16,-1-1-3 0,2 0-2 0,-1 1-1 0,2-1-3 15,-1 0 0-15,0 1 0 0,0-1 3 0,1 0 4 0,0 1 0 0,1-2 3 16,0 0 1-16,0 0 0 0,0-1 4 0,0 1 0 0,2 0 4 0,1-1 0 16,1 0 0-16,1-3 1 0,0 1 0 0,2-3 3 0,1-1 0 15,1 1 0-15,2-2 0 0,1 0-4 0,1-2 1 0,3 1-5 0,1-3 0 16,0 1 6-16,2 0 0 0,0 1 1 0,-1 0 6 0,1-1-2 16,2 1 3-16,0 0 1 0,1-1-1 0,2 2 0 0,-2 1-2 0,1 0 1 15,0 1-1-15,-2 0-3 0,1 3 2 0,0-1-2 0,0 1-1 16,2 1 1-16,-1-1-4 0,3 1-3 0,1 1-5 0,0 0-1 0,2 0-2 15,-1 1 0-15,2 0 0 0,-1 0-1 0,3 1 0 0,0 1 1 0,0-2 0 16,0 1-2-16,2 1 3 0,-1 0-3 0,2 1 2 0,1 1 1 16,0 0-4-16,0 1 3 0,-2 1-1 0,1 0 0 0,1 2-1 0,0 1 1 15,-1 0-1-15,-1 1-1 0,1 1 1 0,-2 1 2 0,0 1 8 0,0 1 3 16,-2 2 2-16,1 0 1 0,-1 0-2 0,-1 0-1 0,0 0 0 16,1 0-4-16,-1 1 2 0,1 0-2 0,-2 0-1 0,1 1-2 0,-1-1-1 15,-1 2-2-15,1 0-2 0,-1 0 1 0,0 1-4 0,-3 0-3 0,1 2 1 16,-3 0-3-16,2 1 3 0,-2 0 5 0,-2 1-1 0,0 1 2 15,0-1-2-15,-3 1 0 0,0 1 0 0,-2 0-7 0,-2 0 3 0,-2 0 2 16,0 0 5-16,0 2 4 0,-1-1 2 0,-2 1-3 0,-2 1-4 16,0-1 0-16,0 0-3 0,-1 1 3 0,-1-3-1 0,-2 2 0 0,0 0 2 15,-2 0-2-15,-1 2 2 0,0 0-1 0,-2 0-1 0,-1 0 1 0,-1-1 0 16,-3-1 2-16,0 0-2 0,-2 1 2 0,1-1 0 0,-3 1-1 16,-1 1 5-16,-1-1-1 0,-1 2 3 0,0-2 1 0,-5 3-4 0,-1-1-1 15,0-1 0-15,-3 0 7 0,1 1 0 0,-2 0 3 0,-3 1 2 0,0 0-4 16,-2 1-1-16,0 0-1 0,-3-2-7 0,0 1-1 0,-2-1 2 15,-1 1-1-15,-1 2 1 0,0-2 1 0,-1 0-2 0,-2-2 2 0,1-2 0 16,-1-1-4-16,0-2 4 0,1-1-4 0,-2-1 4 0,0-2 2 0,1-1 0 16,-2-2 3-16,2-1-3 0,-1-2 1 0,0-1 2 0,1-2 3 15,0-1 1-15,1-1 6 0,-1-3 0 0,0-1 5 0,-1-1 4 0,2-2-2 16,0-2 0-16,1-1 2 0,1 0-3 0,-1-1 4 0,2-3 3 16,0-1-5-16,2-2-4 0,0-1-5 0,1-2-5 0,0-1 0 0,2-2 4 15,1-2-3-15,2-3-1 0,0 1 0 0,2-1-4 0,-2 1 3 0,2-2-5 16,0 0 0-16,1-1-2 0,3-2-2 0,1 3-4 0,1-2-1 15,2 2 2-15,0 0-1 0,1 1 9 0,0 0-3 0,3 1-1 0,-1-1-8 16,1 0-3-16,2 3-8 0,0 0-5 0,2 0-8 0,0 3-11 0,1-2-7 16,1 3-4-16,0-1-10 0,1-1-2 0,0 2-1 0,1 1-11 15,2 0-5-15,1 2-7 0,1 1-10 0,-1 1-7 0,1-1-13 0,2 3-10 16,0-1-13-16,2 2-15 0,-1-2-3 0,3 1-4 0,1-1-79 16</inkml:trace>
  <inkml:trace contextRef="#ctx0" brushRef="#br0" timeOffset="77586.91">5853 9032 989 0,'21'-5'76'0,"4"0"-35"16,7 1-30-16,-1 2-5 0,-1 2-1 0,0 1 0 0,3 0-2 0,-2 1 0 15,3 0 0-15,-1 1-6 0,1 2-13 0,-1 0-18 0,0 1-23 0,0 1-24 16,1-1-17-16,0 2-5 0,0-2 5 0,1 1 17 0,-1 0 23 15,1-1 23-15,1 0 16 0,1 0 11 0,-1-1 8 0,-1-1 2 0,1-1 2 16,-1 1 5-16,1 0 3 0,1-1 8 0,-2 1 8 0,2-3 4 0,-2 1 8 16,1 0 5-16,1-1 1 0,0-1 3 0,0 0-4 0,1-1-2 15,0 0-1-15,2-1-7 0,0 1 1 0,-1-1-3 0,0-1 1 0,1 1 2 16,0 0 2-16,1-1-1 0,-2 0-2 0,3 0 1 0,-3 0 0 16,-1 1-3-16,3-1 0 0,-2 1-1 0,0 0-4 0,2 0-1 0,-2 1-4 15,2 1-4-15,0 0-6 0,-2 1-2 0,0-1-2 0,1 0-2 0,-1 0 2 16,2 1-3-16,0-1-5 0,0 1-3 0,-1-1 0 0,2 0 0 15,-1 1 2-15,-1-1 1 0,2 1-1 0,0-1-1 0,0 0 1 0,2 0 4 16,-1 0 0-16,-1 0-2 0,0-1-2 0,1 1 1 0,0 0-2 0,0 0 3 16,0 0 4-16,0 1-4 0,0-2 2 0,1 1 1 0,-2-1-3 15,1-1 4-15,1 1-6 0,0 0-1 0,0 0 3 0,0 1-3 0,-1-1 7 16,0 0-1-16,-1 0-4 0,1 1 3 0,0-1-8 0,-1 1 3 0,0 0 4 16,1 0-2-16,-2 1 4 0,0 0-3 0,1 0 1 0,0 0-2 15,-1 0 1-15,2 0 1 0,-1 1-2 0,-2 0-2 0,2-1 1 0,-2 1 1 16,1-1-2-16,0 1 0 0,0 0-3 0,-1 0 0 0,2 0 5 15,-1-1-1-15,-1 1 2 0,0 0-2 0,0-1-2 16,1 1 2-16,0 0 0 0,0 0 2 0,-2-1-1 0,0 1 0 0,0 0 0 0,0-1 1 0,-1 2-4 16,-1-1 0-16,0 0-1 0,-2 1 3 0,0-1 3 0,1 1 2 15,-2 0 0-15,1 0 0 0,-2 0 2 0,1 1 0 0,-1 0 3 0,0 0-1 16,0 0 0-16,-2-1-2 0,-1 0-2 0,0 1 5 0,-1-1-4 0,-1 1-1 16,0-1 3-16,-1 0-7 0,-2 0-2 0,0 0 2 0,-2 0-1 15,0-1 0-15,-1 1 7 0,-3 0-4 0,1 0 5 0,-1 0-2 16,-1-1 2-16,1 1 1 0,-1-1-3 0,-2 1 3 0,-3 0-2 0,1-1-1 15,0 1 1-15,-1 0-2 0,0-1 0 0,-1 1 0 0,0-1-1 0,-1 1 0 16,0 0 2-16,-2-2-2 0,0 1 0 0,0 0-1 0,-2-1 0 0,0 1-1 16,0-1 5-16,-1 1-2 0,0-1-2 0,-1 0 3 0,0 0-3 15,-2-1 2-15,1 1 0 0,0-1-3 0,1 1 0 0,-1-1 1 0,0 0-3 16,-1 0 4-16,0-1-1 0,-1 0-2 0,1 1 4 0,-1-1 2 16,0 1 0-16,0-1-1 0,0 0-3 0,-1 0 1 0,0 0-3 0,0-1 5 15,-1 1-1-15,1-1-1 0,-1 0 3 0,1 1-2 0,-1-1-2 0,0-1 1 16,0 1-6-16,0 0 4 0,-1-1 2 0,0 0-4 0,0 0 4 15,0 0-7-15,-1 0-1 0,1 0 1 0,-1 1 2 0,0-1 0 0,0 1-5 16,-1 0 1-16,1 0-6 0,-1 0 3 0,0 1 2 0,0-1-4 0,0 0 4 16,-1 0-1-16,0 0 3 0,0 1 0 0,0-1 0 0,1 0 0 15,-1 1 0-15,-1-1 3 0,0 1-5 0,1-1 8 0,-1 1 0 0,0 1-3 16,1-1 5-16,-1 1-5 0,1-2-1 0,-1 1 1 0,1 0 1 0,0 0 0 16,0-1-1-16,2 1-1 0,-1 0-4 0,-1 0-2 0,2 1-1 15,-1-1 0-15,0 2 1 0,0-1-3 0,0 1 1 0,0 0-2 0,0-1 3 16,0 1 3-16,1 1-3 0,-1-1 3 0,0 1-1 0,2-1-2 15,-1 1 2-15,-1-2-4 0,1 1-1 0,0 0-1 0,0 0-2 0,1-1-1 16,-1 1 4-16,1-1-2 0,-1 0 2 0,1 0-3 0,0 0 1 0,0 0 3 16,0 0 1-16,1-1 0 0,-1 0-3 0,0 1-3 0,0-1-1 15,1 0-7-15,-1 1-11 0,1-2-14 0,-1 1-13 0,1-1-8 0,-1 0-9 16,0 0-7-16,0 0-1 0,1-1-4 0,-2 0-1 0,1 0-4 0,0-1-10 16,-1-1-5-16,0 0-1 0,1-1 9 0,-1 0-27 0,0-1 23 15</inkml:trace>
  <inkml:trace contextRef="#ctx0" brushRef="#br0" timeOffset="79120.92">8827 8451 866 0,'-27'-20'67'15,"-1"-1"-75"-15,-7-5-16 0,5 5 4 0,6 2 12 0,0 3 7 0,1-1-2 16,2 1-11-16,-1 1-9 0,1 2-6 0,2-2-1 0,0 2 4 15,0 1 8-15,2 0 0 0,-1 3 5 0,1 0 2 0,0-2 2 0,1 1 5 16,-2 1 5-16,2-1 6 0,3 2 5 0,1-2 3 0,1 1 2 0,0 0-2 16,2-1-3-16,1 0-4 0,2 0-4 0,1 0-1 0,1-1 0 15,2 0-1-15,2 0-2 0,1-1-2 0,1 0 0 0,2-1-4 0,1-1 2 16,2-1 2-16,3 0-2 0,1-1 4 0,1-1 0 0,3-1 4 0,0 1 2 16,2-2 2-16,0 1 5 0,0 1 3 0,1 1 4 0,0 0 3 15,0 1 1-15,-2 2-2 0,3 0-1 0,0 1-1 0,1-1-3 0,3 1 3 16,0 0-3-16,0 0 0 0,1 1-2 0,2 0-4 0,1 2-4 15,1 1-1-15,0 0-1 0,1 2-1 0,1-1 1 0,3 2-4 0,-2 0 0 16,1 1-1-16,0 1-1 0,0 2-1 0,4 0-2 0,-2 1 2 0,2 0-1 16,-2 1 2-16,1 1 2 0,1 0-4 0,0 1 4 0,2 0 1 15,-1 1-4-15,2 1 3 0,-1 0-3 0,1 0 2 0,2 1 2 0,0 0-1 16,-1 0-1-16,2 2-1 0,0-1 1 0,0 2 1 0,1 0 1 0,-1 0-1 16,-1 1 0-16,1 1-1 0,0 0 0 0,-1 0 1 0,0 0 0 15,0 0 5-15,-1 2-2 0,0 2 4 0,-1-1-1 0,-2 2 1 0,1 1-1 16,-4 2-1-16,0 3 1 0,0-1-3 0,-3 1 4 0,0 0-1 15,-3 1-4-15,-2 1 0 0,1-1-3 0,-4 2-2 0,1 0 1 0,-4 1 0 16,1 1-1-16,-2-1-1 0,-2 0-4 0,-1 0 0 0,-1 0-1 0,-2-1 0 16,-1 1 4-16,-2-1-3 0,0-1 4 0,-1 1 1 0,-1-1-2 15,-2-1 1-15,-1 0-2 0,-2 0 1 0,0 1 2 0,-3 0 0 0,-1-1 4 16,-2 1-1-16,-2-3 5 0,0 1-1 0,-2 0 1 0,-1-2 2 0,-1 1-3 16,0 0 6-16,-3-1-1 0,0 2 1 0,-2 0-1 0,-3-1-3 15,1 1-4-15,-4 0-3 0,0-1-2 0,-2 1 3 0,-3 1 1 0,-1 0 4 16,-3 1 2-16,-1 0-6 0,-2 2-5 0,-2-1-2 0,-3-1 2 15,0 0-2-15,-3-2 2 0,1 0-4 0,0 1 4 0,-3-2-1 0,1 0 2 16,0-1 3-16,-2-2-4 0,1-2 2 0,-1-1-1 0,0-1 2 0,0-3 1 16,1 0-2-16,0 0 1 0,-2-2-1 0,2-2 0 0,1 0 1 15,-2-2-1-15,3-1 1 0,-1-1 1 0,0-2 1 0,2-1-1 0,-1-3 2 16,0-1-3-16,1-1 2 0,0-1-1 0,0-1 0 0,1-3 1 0,1 0-3 16,-3-2 4-16,1 0 3 0,-1-3-3 0,2-2 2 0,0-1 3 15,-1-2 1-15,2-2 2 0,-2-1 0 0,2-2 0 0,0 0 1 0,0 1-1 16,2-4 0-16,-1 1-1 0,2-2 1 0,1-1-4 0,1-1-2 15,3 1 5-15,-2-3-1 0,2 0-1 0,-1 0 2 0,3 0-9 0,0-2 0 16,2 2-1-16,3-1 0 0,-1 0-1 0,2-1 1 0,1-2 1 0,1 1-3 16,3-2-1-16,1 2 1 0,2 1 0 0,0-2-1 0,2 1-2 15,1-1-3-15,2 3 6 0,1-2 1 0,2 3 0 0,1 0 2 0,1-1-8 16,1 1 1-16,1 0 0 0,2 2-3 0,1 0 4 0,2 1-4 0,1-2-2 16,2 2 1-16,1-1-4 0,2 2 2 0,1 1 1 0,3 2-1 15,1-1 5-15,1 0-2 0,3 1 2 0,3 0 1 0,-1 3-2 0,3-1 1 16,1 2 6-16,0 2-3 0,4 0 8 0,0 2-1 0,2 1-4 15,1 1 0-15,0 1-3 0,0 2 1 0,2 3 1 0,1 1 0 0,1 0 0 16,2 2 0-16,0 2 1 0,2 0-1 0,0 3-1 0,2 1-3 0,0 2 2 16,1 1-2-16,0 3 3 0,1 1-1 0,0 1 1 0,0 2-1 15,-1 1 1-15,0 0-1 0,-2 2-3 0,0 2 4 0,0 0-3 0,0 2 4 16,-2 0-4-16,0 1 1 0,-2 1-1 0,-1-1 3 0,0 2 4 0,-2 1 2 16,0-1 2-16,-2 2 0 0,1 1 1 0,-1-1 0 0,0 1 1 15,-3 0-2-15,0 0 0 0,-2 0-3 0,0 2 1 0,-2 0-2 0,0 1 1 16,-2-1 2-16,-3 1-2 0,-1-2 6 0,0-1-2 0,-4 1 0 15,-1-1-1-15,-1 1-2 0,-3 0 2 0,-1-1 0 0,-4 0 1 0,0 1 0 16,-2-3-1-16,-1 1 0 0,-1-2 0 0,-2-1 1 0,-1 0 9 0,-1 0 2 16,-2-1 1-16,0-2 2 0,0 1-6 0,-1-2 2 0,0-2-2 15,0 1-2-15,-1 0 0 0,0-1-3 0,-1-1 4 0,0-2-3 0,1-2 3 16,-1 0-2-16,-1-1-3 0,0 0 0 0,0-1 0 0,0 0 1 0,0-1 1 16,1 0-1-16,-1-2-2 0,0 0 2 0,-1-1-4 0,0 0 3 15,0-1 0-15,-1-1-4 0,1 1 4 0,0-1-1 0,0-1 1 0,0 0-2 16,0 0-3-16,1-1 0 0,1 0-3 0,-1 0 2 0,0-1-1 0,0 0 4 15,0 0-4-15,0-1-1 0,1 1 3 0,1 0-3 0,-1-1 1 16,1 1 1-16,0-2-1 0,0 1-1 0,1-1 2 0,0 0-5 0,1 0-2 16,1 0 3-16,0 0-3 0,1 0 3 0,-1 1 2 0,0 0-4 15,1 1 1-15,0-1-2 0,1 0 1 0,-1 0 3 0,1 1 1 0,1 1-1 16,-1 0 3-16,-1 0-1 0,1 0-2 0,0 0 1 0,1 0-3 0,0 1 1 16,0 0 2-16,1 0-1 0,-1 0-2 0,1 1-1 0,-1 0 1 15,1 0-1-15,-1 0 3 0,2 1-3 0,-1 0 1 0,0 0-1 0,0 0 1 16,1-1-1-16,-1 1 1 0,1 1 1 0,1-1 4 0,-1 1-4 15,2 0 4-15,-1 0-2 0,0 1-2 0,0-1 4 0,1 1-5 0,0 0 2 16,0 0 1-16,0 0 5 0,-1 1-3 0,0-1 2 0,1 1-2 0,0 0-1 16,-2-1 2-16,2 1-1 0,-1-1 0 0,1 1-1 0,-1 0 2 15,0 0-3-15,0 1 0 0,0-1 0 0,0 1 0 0,1-1 0 0,-1 0 1 16,-1 1 0-16,1 0 0 0,-1-1 1 0,0 0 0 0,1 1 0 0,-1-1 1 16,0 0-3-16,1 0-2 0,0 0 2 0,0-1 0 0,-1 0 3 15,1 0-3-15,0-1 0 0,-1 1-3 0,0 0 3 0,1-1 3 0,-2 0 2 16,1 1 1-16,-1-1 0 0,1 0-2 0,-1 0 2 0,0 0 2 0,0 0 0 15,0 0 0-15,-1 0 0 0,1 0-1 16,0 1 0-16,-1-1-3 0,0 1 2 0,0 0-1 0,-1-1-1 0,1 1-1 0,-1 0 1 0,-1 1-2 16,1-1 0-16,-1 1-1 0,1 0-2 0,0 0-3 0,-1-1 5 15,-1 2-1-15,1-1 0 0,-2 0 1 0,1 0-4 0,1 0 1 0,-2 1 0 16,2-1 0-16,-1 0 0 0,1-1-1 0,0 1-2 0,0 0-1 0,0-1-2 16,0 1 0-16,0 0-7 0,1-1-1 0,-1 0-5 0,0 0-12 15,1 0-6-15,0 0-12 0,1-1-12 0,-1 2-11 0,0-2-11 0,0 2-10 16,0 0-15-16,0 1-13 0,-1 0-16 0,1 0-14 0,-1 1 2 0,0 0-82 15</inkml:trace>
  <inkml:trace contextRef="#ctx0" brushRef="#br0" timeOffset="81270.91">13197 9237 158 0,'0'0'55'0,"1"0"-29"0,-1-1-12 0,1 2-3 15,0-1-1-15,1 0 0 0,-1 1 2 0,0-1 4 0,1 0 1 0,-1 1 3 16,0-1 1-16,0 0-1 0,-1 0 5 0,-1 0 4 0,1-1 4 0,-1 1-1 16,0 0-2-16,0 0-3 0,0-1-1 0,0 0 3 0,-2 0 2 15,0 0 1-15,-1-1 3 0,0 0 5 0,0 1 4 0,-1-1 1 0,0 1 3 16,-1-1-4-16,-1 0-2 0,1 0-2 0,-1 0-2 0,1 0-1 0,1 0-1 16,-2 0-6-16,2 0-4 0,-1-1-3 0,0 0-5 0,2 0 0 15,0-1-1-15,1 0-1 0,1 0 4 0,2 1 0 0,0 0-5 0,0-1-4 16,2 0-6-16,0-1-4 0,2 0 0 0,2-1-2 0,0 1 1 15,2 0-3-15,1 1-1 0,0-1 2 0,1 1 2 0,2-1 0 0,1 2 2 16,0 0-4-16,0 0 2 0,2 0-2 0,0 1 0 0,1 0 2 0,1 2 0 16,2 0-1-16,1 1 1 0,-1 0 0 0,2 2 0 0,0-1 0 15,1 2-1-15,4-1-1 0,0 2-2 0,1 1 2 0,2 1 1 0,-2 1-2 16,2 1 2-16,1 1-1 0,2 2 1 0,0-1 1 16,3 0-1-16,-1 1-2 0,1 0 2 0,3 0-2 0,0 0-1 0,3 2 3 0,-1 0 1 15,1-1 3-15,2 1-2 0,2-2-1 0,2 3-1 0,0-1-4 0,1 1 1 16,2-2-1-16,0 1-2 0,2 0 3 0,1 0 0 0,0-1 7 15,2 0-1-15,0 0-3 0,0-1 0 0,3-1-4 0,-2 0 3 0,1 1 6 16,0 0 3-16,-1 0 0 0,1 0 1 0,2-1-3 0,0-2-1 0,1 0 5 16,1-1 2-16,2-1-3 0,1-2 3 0,1 0-7 0,1-1 2 15,1-1-4-15,0-1 2 0,0 0-1 0,1-3 2 0,-1 0 3 0,-1-1-4 16,1-1 0-16,-1-1 3 0,1-1-1 0,-1-1 2 0,-1 0 1 0,-1-3-2 16,0-1 6-16,1 0 1 0,-2-4-2 0,0-1-4 0,2 0 3 15,-2 0-1-15,2-2-1 0,0-2 4 0,-2-2-6 0,1 0 0 0,-2-2 1 16,-1-1-2-16,-1 0 0 0,-1-1-1 0,0-1 1 0,-2-1-1 15,0 0 1-15,-2-3 3 0,-1 0 1 0,-3-2 4 0,-2-1 2 0,0 0 4 16,-2 1 3-16,0-4 8 0,-1 1 1 0,-3-3 1 0,0-1 12 0,1 0-13 16,-2-2 0-16,-1-2 2 0,0 0-16 0,-3 0 0 0,-2-1 0 15,-1 1-8-15,-2 0 2 0,-3-2 3 0,-4 2-2 0,0 1 1 0,-4 2-3 16,-3 0-5-16,-1-1-3 0,-3 2 1 0,-3-1-3 0,-4 0-3 0,-3 0 2 16,-2-2-13-16,-3 2-3 0,-3-1 0 0,-3-1-5 0,-3-1 7 15,-4-1 3-15,-3-1 4 0,-4 1 7 0,-3 0-2 0,-4 0 1 0,-3-1-2 16,-4 3 0-16,-3 0-1 0,-3-1-1 0,-5 2-3 0,-3 0-6 15,-4 0 2-15,-3 2 1 0,-5 1 3 0,-2-3 1 0,-3 2 0 0,-3 1 4 16,-3 0-1-16,0 4 6 0,-2-1 0 0,-4 3-3 0,0 0 4 0,-4 3-11 16,-1 1 8-16,-3 2 2 0,-3 1-2 0,-2 2 8 0,-1 0-10 15,-3 2-2-15,0 3-10 0,-5 1 0 0,0 1 0 0,-1 2 5 0,-2 2 5 16,2 3 1-16,0 2 5 0,0 2-5 0,2 1 8 0,-1 3-5 0,1 1 0 16,-1 3 3-16,0 2-3 0,2 4 0 0,-1 1-1 0,2 4-3 15,0 3 1-15,-1 3 2 0,3 1 1 0,-1 5 1 0,1 0-6 0,1 5-1 16,1 0 5-16,2 3-4 0,3 1 7 0,2 3 1 0,3-2-6 15,3 3-1-15,2 2-1 0,2 0-7 0,3 1-2 0,4 2-1 0,2-3-1 16,2-1-4-16,4 3 2 0,2-1-1 0,2 1-5 0,3 1 7 0,4-2 2 16,2 0 3-16,3 0 9 0,3 1-3 0,4-2 1 0,3 2 0 15,2 0-1-15,5-1 0 0,2-1-2 0,3-1 2 0,5-2 3 0,2-2 0 16,3 1 3-16,3-2-2 0,4-3-4 0,4-2 4 0,3 0 1 0,3-4 1 16,3 1 5-16,3-2-1 0,3 1 2 0,3-1 2 0,3-1 0 15,4-1-2-15,2 0-1 0,3-2 0 0,4 2-1 0,3-2 4 0,1 2 0 16,3-1-4-16,4-3-1 0,1 0-4 0,2 0 2 0,1-1-1 15,3-1-2-15,3 1 1 0,0 0-3 0,3-1 4 0,-1 1-1 0,1-1-1 16,1-1-3-16,1 0-2 0,2 0 2 0,-2 0-1 0,2-1 2 0,2-2-3 16,-1 0 0-16,2-2 0 0,0 1 2 0,2-1 5 0,0-2 3 15,1 1-3-15,0-1 0 0,1-1-4 0,2-1 1 0,0 0 2 0,1 0-1 16,-1-3 1-16,2 1-1 0,-2-2 0 0,2 0 3 0,1-2 2 0,-3 0-5 16,2 0 2-16,-2-2-2 0,-2 0 6 0,0-1-3 0,-2-2 1 15,-1 0 6-15,-2-1-5 0,-1-2 5 0,-2-1-1 0,-1 0 2 0,-2-1-1 16,-1 0 1-16,-3 0 2 0,-1 1 1 0,-3-1 4 0,-2 1 9 15,-1 0 2-15,-1 1 2 0,-4 1-5 0,-2-2-9 0,-1 0-4 0,-2 0-3 16,-4 1 0-16,-1-1-3 0,-3 2-2 0,-3 0 0 0,0 0-1 0,-3 2 1 16,-1-1 1-16,-2 0-3 0,-3 1 2 0,-2 0 0 0,-3 1-1 15,-1 1 1-15,-1-1-3 0,-2 1 1 0,-2-1-2 0,-1 1 1 0,-2 0 4 16,0 0-1-16,0 0-1 0,-2 0 0 0,0 0-4 0,0 0 1 0,0 0 2 16,-1 0-1-16,-1 0-4 0,0-1 2 0,0 0 0 0,0 0 1 15,0-1 1-15,-1 0-3 0,0 0-3 0,-1 0-6 0,1 1-4 0,0 0 0 16,-1 1-6-16,0-1-1 0,-1 0-3 0,1 0-7 0,-1 1-4 15,0 0-4-15,0-1-5 0,-1 0 0 0,1 2-3 0,0-1-5 0,-2 0-8 16,1 1-9-16,-1-1-13 0,1 0-15 0,0-1-21 0,0 1-23 0,0-2-41 16,1 0-17-16,0 0-126 0</inkml:trace>
  <inkml:trace contextRef="#ctx0" brushRef="#br0" timeOffset="85371.91">7662 10580 874 0,'53'-6'86'16,"7"-1"-66"-16,16-2-20 0,1 1 2 0,-5-1 0 0,4 1 0 0,1 1 0 15,3 0-1-15,1-1-7 0,0 1-11 0,3 1-18 0,0 0-11 0,-1 0-1 16,0 2 10-16,0 0 16 0,-1 0 13 0,1 2 7 0,-1-1 4 15,1 1 1-15,2-1 1 0,-1 0 8 0,1 0 3 0,0-1 6 0,1 0 2 16,2-2-1-16,2 1 0 0,3-1 1 0,-2 0-2 0,2 0-3 16,-2 0 0-16,2 1 0 0,-1 0 5 0,1-1-2 0,0 0 1 0,-1 0-9 15,0 1-1-15,-1-1 1 0,-1 1-3 0,1 1 8 0,-1 0-2 0,1 0-1 16,-3 0-4-16,3 0-1 0,-4 2-2 0,2-3-4 0,-2 1 4 16,-1 0-4-16,1-1-1 0,-4 1-4 0,1 0-4 0,-4 0 2 0,0-1 0 15,-1 1 1-15,-1 0 2 0,-2-1 0 0,0 0 0 0,-4-1-3 0,-2 1 2 16,-2-2-2-16,-3 0 0 0,-3-2 6 0,-1-1-1 0,-3 0 4 15,-2-1 1-15,-2 1-1 0,-3-2-1 0,-4-1 1 0,-2 0-3 0,-4 0-2 16,-3 0-1-16,-2-3-4 0,-5 1 2 0,-2-1 2 0,-3 0 2 16,-3-1 1-16,-3-1-4 0,-5 0-6 0,-2-3 5 0,-4 0 1 0,-3 1 0 15,-2-2 3-15,-2-1-2 0,-3 1-3 0,-3-2 2 0,-3 0-2 0,-2 1-1 16,-3-3-2-16,-4 0 2 0,-2-2 0 0,-5 1 0 0,0 1 3 16,-5 1-2-16,-2 0 1 0,-2-1 1 0,-3 2-1 0,-4-2-4 0,-3 1-2 15,-2 1-10-15,-4-1 1 0,-3 2-1 0,-3 0 3 0,-3 0 2 16,-3 1 0-16,-2-2-2 0,-1 3 3 0,-4-2 2 0,-1 1 2 0,-3 1 5 15,0-1 0-15,-4 1 0 0,1 2-2 0,-3-1 2 0,1 0 0 0,-2 2 3 16,-3-1 2-16,-1-1 1 0,-3 1-1 0,-2 2-1 0,0 0-1 0,-2 3 3 16,1 1 4-16,-2 0 1 0,1 1 0 0,-3 0-4 0,1 1-4 15,-2 1-1-15,1 1-1 0,-1-1 3 0,0 2-3 0,-2 0-4 0,-1 3-5 16,-2 0-4-16,1 1-2 0,-1 2 5 0,-1 0 1 0,1 0 2 16,1 1 1-16,-3 1-2 0,2 0 3 0,-1 2 0 0,2 1 2 0,-1 0 0 15,0 2-1-15,-1 1 3 0,1 0-2 0,0 1 1 0,1 2 0 0,-1 1-1 16,0 0 1-16,-1 2 2 0,2 1 3 0,1 1 0 0,0 1-1 15,3 2 2-15,0 1-3 0,2 2 0 0,0-1 0 0,2 3-5 0,1-1 1 16,3 0 0-16,1 1 4 0,2 0 2 0,2 1 1 0,1 2-2 0,1 0 0 16,1 2-1-16,4-1 1 0,2 3 1 0,2-2-4 0,3 1 7 15,2 1-1-15,3 0 1 0,5 2 0 0,3-2-5 0,6 1-2 0,1-1-3 16,5 1-2-16,3-2-2 0,4 2-7 0,7 0-1 0,2 1 0 16,4-1-2-16,4 0 3 0,2-3 3 0,4 0 1 0,4 0 4 0,4 1-1 15,3 0 2-15,3 1 0 0,4 0 2 0,3-2-2 0,2 2 3 0,4-1 4 16,4 0 0-16,3 0-1 0,1 1-11 0,4-1-17 0,4 2-26 15,3-1-29-15,2 1-27 0,4 0-27 0,1 2-39 0,3-1-40 0</inkml:trace>
  <inkml:trace contextRef="#ctx0" brushRef="#br0" timeOffset="137042.85">14017 11987 915 0,'-16'5'137'16,"0"0"-42"-16,-3 1-19 0,7-1-14 0,5-1-16 0,2 0-30 16,2-1-16-16,2 1-14 0,2 1-2 0,2 0 2 0,1 0 1 0,1 1 3 15,3 0 0-15,1 2 7 0,2-1 2 0,3 1 5 0,0 0-1 0,5-1 0 16,3 0-8-16,0-1-3 0,4-1 3 0,-1 0-3 0,3-1 3 16,1 0-1-16,2-1-5 0,2 2 5 0,3-1-2 0,1 1 0 0,2-1 1 15,0 1-5-15,2 0 0 0,3 0 1 0,1 1 2 0,2 0 2 0,3 0 0 16,3 1 0-16,2-1 2 0,4 2 1 0,1-2 2 0,2 0-2 15,3-1 0-15,4-1 4 0,2 0 2 0,4 0 3 0,2-2-1 0,1 0-1 16,5-1 3-16,1-1 3 0,0 0 3 0,4 0 2 0,-1-1-4 16,4 0 3-16,-3 0-1 0,2-1 1 0,1 2 8 0,-4-2-4 0,3 2 2 15,-2-1-6-15,0-2-3 0,0 2 4 0,0-1-3 0,-1 0 2 0,0 1-3 16,-1 0 1-16,-1-1-1 0,-2-1 1 0,-1-1-3 0,-1 1-3 16,0-1 2-16,-2-1 1 0,-3-1-2 0,0 1 3 0,-4-1-2 0,-2-1-2 15,-1 0 5-15,-4-1-1 0,-1 0-2 0,-3 0 5 0,-2 0-1 0,-3 1 0 16,-4-3 10-16,-3 0-4 0,-2-1 1 0,-3-1-4 0,-4 0 2 15,-3 2 5-15,-4-2 1 0,-2 0 11 0,-3-1-2 0,-3-1 1 0,-2 0 5 16,-3-2-2-16,-5-1 4 0,-1-2-3 0,-4-1-1 0,-3-2-5 16,-3-1 1-16,-4-3-9 0,-3-2-1 0,-4-2-6 0,-3-4-5 0,-4-4 3 15,-3-2-5-15,-5 0 1 0,-5 0-2 0,-1 1-3 0,-5-3 1 0,-1 1-1 16,-4-2 4-16,-3-2-2 0,-2-1 4 0,-3 1 4 0,-3 0 2 16,-1 0 7-16,-1 0-2 0,0-1 2 0,-2 0 1 0,0 0-2 0,-2 0-3 15,-1 2 1-15,-2-1-7 0,1-1 4 0,-2 3 5 0,-1 0-2 0,-2 2 4 16,0-1-2-16,-2 4-7 0,-1 0-7 0,-3 1-8 0,-2 2-8 15,-2-1 0-15,-2 2 1 0,-2 1 4 0,-1 3-2 0,-3 4-3 0,-3 1-7 16,-1 3-9-16,-5 1 1 0,-1 4-5 0,-3 1-5 0,-1 2-1 0,-1 3-5 16,-3 3 9-16,-1 2 7 0,0 2 1 0,-2 2 5 0,-2 2 1 15,0 3 6-15,0 1 9 0,0 2 4 0,2 4-5 0,0 2 4 0,1 2 0 16,1 2 7-16,1 1 7 0,1 2 1 0,4 1 2 0,1 2-2 16,3 2 2-16,1 3-2 0,1 4 1 0,1 2-5 0,0 5-7 0,4 2 3 15,1 2 1-15,1 5 2 0,3 4-1 0,-1 2-2 0,3 2-5 0,3 4 2 16,3 0 3-16,3 2 2 0,3 1-4 0,5-3 1 0,4 0-5 15,4-1 0-15,4-3-5 0,4-1-11 0,4 0 7 0,5-1 0 0,4-2 0 16,4 0 6-16,3 0-12 0,3-1-6 0,4 3-8 0,2-1-6 16,4 2-16-16,3 0-18 0,3-1-32 0,2 1-47 0,2 1-50 0,4 0-64 15,2 1-49-15,3 0-44 0,4 2-196 0</inkml:trace>
  <inkml:trace contextRef="#ctx0" brushRef="#br0" timeOffset="140257.85">20282 11706 1891 0,'-49'-18'-11'15,"1"-1"18"-15,-9-2 2 0,15 7-14 0,11 7-7 0,6 1-11 16,4 3-5-16,4 1-4 0,3 1-4 0,2 0-6 0,1 1-10 0,1 1-24 0,0 0-7 16,0 0 8-16,-1 0 22 0,0 1 29 0,-1-1 21 0,1-1 7 15,0 1 8-15,-1-1-2 0,1 0-2 0,-3 0-1 0,2 0-8 0,-1 0 1 16,0 1-3-16,2 1-6 0,-1 0-3 16,-1 1-7-16,0-1-5 0,-1 2-5 0,2 1-1 0,-1 1-6 0,2 0-1 0,0 1 7 0,0-1 5 15,3 2 10-15,0-1 7 0,1 0 5 0,1-1-2 0,2-1 3 0,1 1 0 16,1-2-6-16,2 2 4 0,0-1-1 0,2 0 2 0,0 1 8 15,1 0 2-15,0-1 3 0,1 1 6 0,0 0 3 0,1-1 0 0,0 2 7 16,0 1 0-16,0 2-9 0,1 0 6 0,0 1-2 0,0 0-6 16,0 1 3-16,1 2-7 0,1 1-3 0,0 2-1 0,0-1-2 0,2 2 0 15,0 1-2-15,1 0 0 0,2 1-5 0,-1 0-2 0,2-1-4 0,2 1 11 16,0 0 1-16,3 0 4 0,1 0 1 0,3 0-5 0,3-3-1 0,2 1 3 16,3 0 1-16,3-1 2 0,2-3-1 0,3 1-1 0,2-2 0 15,2-1-2-15,3 0 0 0,2-1-4 0,3 0 3 0,1-1 3 0,2 0-4 16,2-1 5-16,2-1-2 0,1-1 2 0,4 2 4 0,0-2 1 15,3 1 4-15,2-1-4 0,3-1 2 0,1 0-2 0,0 1-1 0,1-1 3 16,0 0 4-16,2 2 1 0,3-2-3 0,-1 0-2 0,3 0-6 0,0-2-1 16,-2 0-4-16,2-1-1 0,0 0 4 0,1-1-1 0,-1-1 4 15,1-1-1-15,0-1-2 0,-1 0-3 0,-1-2-4 0,0 0 5 0,-5-2-2 16,1 0-1-16,0-1 6 0,-3-2 0 0,1 0 3 0,-3-1 0 0,-3-2 5 16,-1-1 1-16,-2-2 1 0,-4-1 5 0,0 1-4 0,-2-3 8 15,-3 0 2-15,-1-1 6 0,0-1 1 0,-4-2-4 0,0 0-2 0,-4-2-3 16,-2 0 3-16,-3-1-1 0,-4-2-3 0,-1 0-15 0,-4 0 5 15,-2-1 2-15,-4 1-3 0,-3 0 8 0,-3-1-14 0,-4-1-3 0,-3 1 1 16,-3-1-5-16,-4-1 4 0,-2 1-5 0,-4-2-1 0,-3-1 3 0,-4-3 2 16,-3 0-4-16,-5 0 1 0,-1 0-2 0,-6 0-5 0,-4 0 1 15,-2 1-10-15,-4-3 3 0,-1 3 3 0,-5-1 7 0,-1 0 1 0,-4 2 9 16,-3-2-4-16,-2 1 0 0,-2 1 2 0,1 0 2 0,-3 1-1 0,-2 2-2 16,0-3 1-16,-2 3-4 0,-2 0-3 0,0 1 2 0,-3 3-2 15,-2 0-3-15,-2 1 0 0,-1 0-5 0,-3 2 5 0,-2 0 3 0,-4 0 2 16,-3 2 2-16,1 1-8 0,-6-1-4 0,-1 4 4 0,-3 1 4 15,-2 1 3-15,-1 2 7 0,-3-1-2 0,0 3-8 0,-4-1 6 0,0 1 0 16,-1 2 6-16,0 2 7 0,2 3 5 0,3 3 5 0,2 1 6 0,0 3-4 16,3 0-1-16,1 1 1 0,3 2-16 0,1 0-5 0,4 3-5 15,3 0-7-15,3 2 2 0,2 0-5 0,3 0-4 0,1 2-2 0,2 2 11 16,3 3 8-16,1 0-4 0,3 1-2 0,3 3-5 0,3 0 1 0,3 1 1 16,0 2-1-16,3-1 1 0,3 1-3 0,3 2 1 0,3-1 3 15,4 2-3-15,2-2-1 0,3 2-4 0,2-3-3 0,4 2-2 0,4-1-1 16,2 1-4-16,4 0-5 0,3 1-6 0,2-1-6 0,3 1-16 15,0-1-10-15,3-2-29 0,1 1-32 0,3-1-31 0,-1 0-61 0,1-1-66 16,1 0-59-16,-1 0-37 0,0-3-149 0</inkml:trace>
  <inkml:trace contextRef="#ctx0" brushRef="#br0" timeOffset="140773.87">19204 8646 1915 0,'-22'-27'418'0,"2"-1"-325"15,-5-2-22-15,9 9-24 0,7 6-26 0,2 7-13 0,2 1-13 0,1 3-14 16,2 2-13-16,0 2-19 0,1 2-19 0,-1 3-13 0,-1 5-2 0,-1 6 2 16,-2 7 1-16,-2 4 13 0,-2 5 7 0,-5 3 9 0,0 5 10 15,-3 6 13-15,0 3 2 0,-4 7 17 0,-3 5 9 0,-1 4 4 0,-2 6 15 16,0 4 1-16,-2 3 4 0,1 4 4 0,-3 3-1 0,1 3 4 15,0 6 2-15,0 2-4 0,-1 3 0 0,3 2-8 0,-1 2-3 0,2 1-2 16,-1 2 0-16,1 1-4 0,0 1 1 0,1 0 9 0,2 2 3 0,1-3 7 16,3-1 5-16,-1-1-5 0,2-1 11 0,2-3-1 0,-1-1 10 15,2-1 0-15,1-4-12 0,2 1 6 0,-2-3-12 0,1-2 6 0,1-4 8 16,0 1-3-16,0-6 4 0,1 1-5 0,-1-2-3 0,2-3-2 0,0 0-6 16,-1-2-1-16,1-2-1 0,0 0-4 0,1-3-8 0,-1 2 12 15,0-3-7-15,1-4 0 0,0-4 0 0,-1-4-18 0,2-4-1 0,-2-2-10 16,1-4 7-16,1-2 0 0,1-3 2 0,0-3-4 0,1-1-6 15,-2-6-21-15,0-1 1 0,0-4-4 0,1-2-17 0,2-4-17 0,0-3-44 16,3-3-54-16,-2-4-83 0,2-2-62 0,0-3-74 0,1-3-96 0,0-3-76 16,1-6 70-16</inkml:trace>
  <inkml:trace contextRef="#ctx0" brushRef="#br0" timeOffset="-106798.85">10969 15039 261 0,'2'6'178'0,"0"-1"5"16,2 0-10-16,-1-1-6 0,0-1-9 0,0-1-9 0,0-1-7 0,1 0-11 15,-1 0-14-15,1 0 1 0,-1-1-12 0,0 1-14 0,-1-1-8 16,1 0-20-16,-2 0-10 0,1 0-4 0,0 0-13 0,-1 1-10 0,1-1-8 15,0-1-4-15,-1 2-4 0,1 0-7 0,-1 0-1 0,0 1-3 0,1 0-1 16,-1 0 1-16,1 1-3 0,-1 1-2 0,1 1 4 0,1 0-8 16,-1 0 0-16,-1 2-3 0,2-2-2 0,-2 1 10 0,1 2-1 0,1 0-2 15,0 0-2-15,-1 1 1 0,1 1 2 0,0 2 6 0,0 0 3 16,0 5 0-16,0 1-4 0,0 1-1 0,1 3 2 0,2 2 3 0,-1 1-6 16,1 3 0-16,-1 0 0 0,-1 2-3 0,1 3 4 0,0 1-3 0,0 0-2 15,0 3-1-15,-1-2 0 0,0 2 2 0,-1 2 1 0,0 0-1 16,0 1 1-16,-1 0-3 0,1-2 4 0,-2-1-3 0,1-1 9 0,-2-1 1 15,1-2-1-15,-1-2-2 0,-1 0 3 0,1-3 0 0,-2 3 5 0,0-3 6 16,0-1-6-16,-1-1 1 0,-1-4-3 0,0 1-15 0,-1-3-11 16,0-1-20-16,-1-1-26 0,-2 0-17 0,1-2-17 0,-1 0-13 0,0 0-9 15,1-2-13-15,0-2-12 0,1 2 2 0,-1-1 11 0,1-1 19 16,0-1 19-16,1-4 5 0,1 0 2 0,-1-3-5 0,2-2-6 0,1-1-7 16,0-3-2-16,0 0-11 0,1-4-55 0</inkml:trace>
  <inkml:trace contextRef="#ctx0" brushRef="#br0" timeOffset="-106450.85">10952 14813 1848 0,'-10'-4'187'15,"-1"1"-80"-15,-1-1-46 0,4 0-36 0,3 2-19 16,3 1-16-16,1 1-9 0,1 1-11 0,2 2-2 0,1 2 11 0,1 1 5 0,0 2 7 16,0 4 2-16,1 3-4 0,0 3 1 0,0 1 1 0,-1 3 2 0,2 2 3 15,-2 0-2-15,3 3-2 0,-1 2-3 0,1 3-1 0,0 2 3 0,-1 2 0 16,1 1 2-16,0 2 2 0,0 3 5 0,-2 0 0 0,1 0 1 16,0 3 2-16,0 1-6 0,0 3 4 0,1 2-1 0,0-1 2 0,1 2-5 15,1 0-4-15,0-1 4 0,0 0-5 0,1-1 7 0,0-1-1 16,1-1 6-16,-1-2 5 0,0-2-2 0,1-2 2 0,0-1-9 0,0-2 5 15,-1-1-4-15,-1 2-1 0,-2-4 10 0,0 0-13 0,0-3 6 0,0-2-9 16,1-1-6-16,0-1 7 0,-1-2-11 0,-1-1 14 0,-1 0-13 16,0-2-19-16,-2-2-18 0,0-1-57 0,1-3-38 0,-1-2-44 0,-1-1-52 15,0 0-72-15,-1 0-22 0,-2 2-89 0</inkml:trace>
  <inkml:trace contextRef="#ctx0" brushRef="#br0" timeOffset="-105648.85">11315 15664 932 0,'-3'-1'262'0,"-2"-1"-151"16,0 1-31-16,1 0-24 0,3-1-17 0,0 1-20 0,1 0-14 0,0 1 0 15,0-1-2-15,1 1-3 0,-1 0 4 0,1-1-6 0,0 1-2 0,0 1 3 16,1 0-3-16,0-1 0 0,0 2 0 0,1-2-7 0,-1 1 1 16,0 0-4-16,1 1-1 0,0-1 5 0,0 1-1 0,0 0 9 0,-1 0 2 15,1 1 3-15,-1 0-2 0,0-1-1 0,0 0 5 0,-1-1 3 0,1 0 3 16,1 0 2-16,0 0 5 0,0 0 3 0,1 0 6 0,-1-1 3 15,2 1 3-15,0-1 4 0,0 0 4 0,1 1 3 0,2-1 4 0,-1 0 1 16,2 0 0-16,0 1 0 0,1 1 2 0,1-2-3 0,0 1-9 16,3 0-1-16,1-1-10 0,2 1-1 0,1 0-1 0,4-1 0 0,1 0-2 15,2-1-6-15,1 0-4 0,0 0-3 0,4-2-1 0,1-1-1 0,5 0-1 16,1-2-2-16,3 1-8 0,4-2 4 0,2 0-2 0,3-3 3 16,3 1 4-16,2-2-2 0,5 0 2 0,2-2 2 0,1 0-1 0,5-2 5 15,3 0-1-15,5 0-4 0,3 0 7 0,2-1-4 0,5-1-2 16,3 1 11-16,1 0-3 0,5 1 0 0,1-1-5 0,5 2-1 0,4-1-3 15,4 0 0-15,1 1 7 0,4 1-7 0,2 1 3 0,3 0-8 0,5 0 4 16,2 0 2-16,4 1-4 0,4 1 4 0,0 1-4 0,5 1-3 0,0 1 4 16,4 1-1-16,1 0 4 0,2 1 1 0,2 1-4 0,2 1 6 15,3-1-3-15,2 1 6 0,3 1 5 0,2-2-3 0,4 0 10 0,1 0-1 16,3 0-6-16,2 0-2 0,1-1-3 0,2 0 3 0,2-1 3 16,3 0 9-16,2-1 7 0,3-1 7 0,1 1 0 0,2-2 4 15,2 1-12-15,0 0-3 0,0 0 2 0,2 0-10 0,-1 0 3 0,3 0-3 0,3 0 0 16,2-1-2-16,2 0-6 0,1 0 3 0,0 0-5 0,2 0 4 15,1 0-6-15,0-1-4 0,0 1 2 0,0 0-6 0,0 0-3 0,2-1 4 16,2 0-3-16,2 0 4 0,0 0 4 0,-3-1-1 0,0 0-3 0,0-1 9 16,-1 1-3-16,0 0 0 0,3-1-2 0,-2-1-11 0,3-1 5 15,3-3-1-15,-3-1 4 0,1 0-1 0,-2 0-3 0,-1 2-3 0,0-1-2 16,-1-1 2-16,0 2 5 0,0-1-10 0,-6 1 2 0,-1 1-1 16,-4 1 5-16,-3 0 11 0,-3 0 11 0,-6 1-10 0,-2 0-2 0,-3 2-1 15,0 0 2-15,2-1-13 0,-2 2 0 0,-5 0 0 0,-8 1 7 16,-10 3 37-16,-7-1-5 0,-8 2-5 0,-5 0-9 0,-7 1-15 0,-5 0-3 15,-8 0 5-15,-3 2-5 0,-1-2-3 0,-5 3-4 0,-6-1 4 0,-5 1-4 16,-6 0 4-16,-6 0 0 0,-4 1-6 0,-4 0 8 0,-6 1-2 0,-4 0 1 16,-5-1-1-16,-5-1-13 0,-3 1-1 0,-6 0-4 0,-1 0-7 15,-5 1-9-15,1-1-1 0,-4 0-4 0,-2-1-3 0,-3 1-1 0,-3 0-12 16,-3 0-4-16,0-1 0 0,-4 0-5 0,1 0-3 0,-3 0-8 16,-1 0-17-16,-2 0-13 0,-1-1-23 0,-2-1-29 0,-1 0-35 0,-4 1-47 15,1-1-57-15,-1-1-64 0,-4 0-81 0,0-3-13 0,-3-2-144 0</inkml:trace>
  <inkml:trace contextRef="#ctx0" brushRef="#br0" timeOffset="-104874.85">31243 13921 1721 0,'-4'-12'196'16,"-1"-1"-119"-16,0-1-32 0,0 0-15 0,2 2 10 0,0 1 7 0,1-1 3 0,-1 2-15 16,0-2-21-16,-2 0-20 0,-1 0-15 0,1 1-18 0,-2 2-11 15,-1-1-12-15,1 3-3 0,-3 0 3 0,-1 1-4 0,1 1 2 0,-1 1-3 16,-3 1 9-16,-1 2 15 0,-2 0 10 0,1 1 16 0,1 1 9 0,0 0 6 15,1 1 4-15,1 0 1 0,2 0 2 0,-1 0 2 0,1 0 5 16,2 0 11-16,0 2 4 0,2-2 5 0,3 0 3 0,-1 0 1 0,1-1 7 16,2 0 4-16,1 0-7 0,1 1 0 0,2-1 6 0,-1 1-4 0,1 1 3 15,0-1 8-15,2 2-13 0,0 0 1 0,2 1 3 0,1 1-1 16,0 1 11-16,2 0 3 0,1 2-8 0,1 1-1 0,1 2-5 16,2 0-10-16,2 2-4 0,1 2-8 0,1 1-17 0,3 1 3 0,2 3 7 15,0 0 2-15,1 2 4 0,1 1-4 0,1 1-18 0,3 3 4 0,0-1 0 16,4 0-7-16,0 1 5 0,2-3 0 0,0 3-3 0,1-3 3 0,1 0-2 15,-1-2-8-15,1-4-1 0,-4-1 12 0,0 0-4 0,-2-3 5 16,-2-2-1-16,2-1-5 0,-3-1 8 0,-1-2 8 0,-2 0-2 0,-4-1 3 16,-1-1 1-16,-2-1 3 0,-4 0 9 0,-2-1 5 0,-2 0 4 15,-3-1 4-15,-1-1 1 0,-1 1 4 0,-5-1-1 0,0 0 1 0,-3 0 0 16,-1 1-4-16,-2 0-2 0,-2 1-4 0,-4 2-2 0,-2 1-13 0,-4 3-10 16,-6 2-3-16,-3 2-5 0,-6-1-11 0,-1 4 10 0,-4 0-9 15,0 2-7-15,-1 4 5 0,-6-1-33 0,1 1-24 0,-2 2-48 16,-2-2-36-16,-1 2-38 0,-2 0-43 0,1-1-45 0,-1 6-73 0,-2-2-98 15,-1 3-91-15,-4 1-73 0</inkml:trace>
  <inkml:trace contextRef="#ctx0" brushRef="#br0" timeOffset="-103914.85">30894 14682 676 0,'-15'-10'59'0,"-4"1"-46"0,-4-2-8 0,3 2-6 16,2 2-4-16,0 1-3 0,2-1-12 0,-2 2-18 0,0-2-13 0,1-1-16 16,2 0-12-16,-2-1 1 0,0-1 6 0,-1-2 7 0,2 2 17 15,-1-3 19-15,2 1 27 0,2-1 33 0,-1-2 33 0,1-1 36 0,0-4 12 16,1-1 8-16,1 0 10 0,2-3 2 0,0 0 13 0,0-1 6 15,3-2-3-15,1 1-8 0,3-1-9 0,3-2-7 0,2-2-21 0,4 1-18 16,4-2-18-16,2 3-26 0,3-1-13 0,6 0-7 0,3-1-12 0,4 1-9 16,6-2-13-16,3 1 4 0,5 0 8 0,4 1 0 0,6-1 12 0,3 3-8 15,4-2-2-15,5 2 1 0,2 1-2 0,4 3 7 0,4 2-4 16,2 2 5-16,0 2 14 0,2 4-1 0,0 1 4 0,0 4-1 0,2 3-8 16,-3 3 2-16,-2 3 1 0,0 5-1 0,-41-2 21 0,8 3 3 15,1 2-6-15,6 4-7 0,-1 2-31 0,7 5-13 0,-3 4-3 0,5 4-2 16,-3 6-10-16,-3 4 5 0,-3 5-13 0,-5 5 3 0,-5 5 1 0,-4 5-2 15,-6 5 2-15,-4 5-4 0,-6 5 2 0,-6 2 5 0,-3 4 8 16,-6 2 7-16,-6 1 6 0,-4 0 2 0,-3 0-5 0,-3-1 7 0,-5-3 0 16,-1-3 8-16,-4-3 32 0,1-5 9 0,-5-4 10 0,-2-4 7 0,-3-5-14 15,-2-4 1-15,-3-4 3 0,-3 0 4 0,-5-5 0 0,-3-1-12 16,-49 29-35-16,6-13-7 0,5-13-9 0,14-11 6 0,4-8 23 0,-2-3-3 16,-2-5 5-16,-3-2-4 0,-1-2 2 0,-2-5-9 0,1-4-6 15,0-4 3-15,-2-4-3 0,1-2 9 0,1-4 6 0,1-2-1 0,2-4 12 16,3-2 2-16,1-2 1 0,4-1 5 0,4-3 5 0,5-3 6 0,5-5 1 15,4-2 8-15,4-4-12 0,3-3 1 0,6-3-12 0,2-4-4 16,7-3-12-16,3-3-4 0,5-4-2 0,4-2-12 0,4-6 1 0,3-5-6 16,2-4 1-16,4-4 2 0,2-2-17 0,5-2 8 0,3-1-7 0,3-1-5 15,3 1 16-15,3 1-14 0,1 4 9 16,5 3 3-16,0 7-10 0,0 6 7 0,0 3-6 0,-2 5 4 0,2 3 10 0,1 2-4 0,0 3-1 16,4 2 0-16,1 1 2 0,4 2-2 0,3 3 4 0,3 2 3 15,5 1 0-15,4 4-4 0,2 0-2 0,1 5-15 0,5 2 11 16,1 7 2-16,1 3-7 0,2 3 6 0,-2 4-14 0,2 3 0 0,1 3 0 0,0 4-2 15,0 2-8-15,-2 3-16 0,0 4-9 0,-2 2-12 0,-2 3 1 16,-2 2 3-16,-4 2-2 0,-3 4 1 0,-1 1 3 0,-27-12 7 0,5 5 32 16,-2 0 18-16,3 3 11 0,-2 0 9 0,2 3-16 0,-3 0 3 0,2 2 2 15,-6 0 6-15,-1-1 4 0,-5-1 0 0,-1 0 5 0,-6-3 4 16,-1 1 4-16,-1-1 2 0,-3-3 0 0,-1 1-8 0,-2 0-1 16,-2-1-4-16,-1-1-7 0,0 0 3 0,-2 0-6 0,-1 0 1 0,-1-1-2 15,0-1 0-15,-1 1 0 0,0-2 3 0,0 0-5 0,0-2 1 0,0 0-2 16,-1-1-8-16,0-1 10 0,0 0-5 0,1-1-28 0,-8 4 4 0,2-3-3 15,5-1 3-15,2-3 26 0,1 0-1 0,1 0 1 0,-1-1 2 16,4-1-1-16,-3 0-4 0,3 0-4 0,0 0-7 0,0-1-4 16,2 0-9-16,-2 1-8 0,1-2-2 0,-1 1 0 0,2-1 6 0,0 0 10 0,0 0 1 15,-1 0 3-15,2 0-7 0,0 1-10 0,-1-1-10 0,1 2-17 16,-2-1-12-16,1 1-17 0,1 0-19 0,-4 0-17 0,2 1-18 0,-3 1-14 16,0 1-14-16,0 2-12 0,-2 1 0 0,-1 0 7 0,0 2-136 15</inkml:trace>
  <inkml:trace contextRef="#ctx0" brushRef="#br0" timeOffset="-102696.85">14833 14855 117 0,'-5'-14'84'0,"1"-1"0"0,-1-3 14 0,3 4-12 16,-1 2-8-16,2 1 5 0,0 1-4 0,1 2-7 0,0 1-2 0,-1 2-4 15,1 0-6-15,0 0-2 0,0 1-5 0,0 1-7 0,-1 1-4 16,1 0-4-16,0 1-9 0,0 0-9 0,0 1-7 0,0 1-9 0,1 0-4 16,0 1 3-16,0 1 0 0,2 2-2 0,0 2 4 0,1 1-3 15,0 4 1-15,2 2 0 0,0 3 0 0,0 3-1 0,-1 4-1 0,2 4 2 16,-1 1 1-16,0 2 1 0,0-2-2 0,-1 3-1 0,1-1-1 0,1 2-3 16,-1 0 3-16,2 0-3 0,-2-3-4 0,2 1 12 0,1-1-1 15,-1-1 3-15,1 0 3 0,-1-1-6 0,0-2 0 0,1 0 0 0,-2-4 5 16,0 1 0-16,-1-2 9 0,-1-1 3 0,0 0-3 0,0-1 4 0,-1-3 2 15,-1 1 2-15,-1-2 5 0,0-2-3 0,-1-1 0 0,0-3 2 16,0 0 0-16,-1 0 2 0,-1-2 0 0,0 0-1 0,0-1 0 0,-1 0-1 16,0-1 1-16,0-1-7 0,-1-1 1 0,1 0-2 0,-1 0-11 15,0 0 3-15,0-1-3 0,1 0-7 0,0-1 5 0,0 1-5 0,0-1-2 16,0 0 0-16,0 1-2 0,0-1 0 0,0-1 4 0,0 1-2 0,0 0 2 16,1-1-5-16,-1 1 3 0,1-2-1 0,-1 2-1 0,2-1-2 15,-2 0 2-15,1 0 0 0,0 0 2 0,0 0 0 0,0 1-2 0,0-1 2 16,0 0-5-16,1-1 1 0,-1 2-2 0,0-1-2 0,1 0 4 0,0 1-3 15,0-1 2-15,0 0-4 0,0 0 3 0,0 0 2 0,0 0-6 16,0 1 6-16,0 0 0 0,-1-1-1 0,1 0 5 0,0 1-8 0,0 0 1 16,0-1 3-16,0 0 1 0,0 0 2 0,0 0-4 0,0 1 1 15,0-1 1-15,0 0 2 0,0 0 1 0,0 0-1 0,0-1-2 0,0 2 4 16,-1-1-4-16,1 1-4 0,0-2 7 0,0 1-4 0,0 0 6 0,-1 1-2 16,1-1-4-16,0-1 5 0,-1 1-5 0,1 0-2 0,-1 0 1 15,0 0-4-15,0 0 4 0,0 0 4 0,1 0-2 0,-1 1-1 0,1-1 2 16,-1 0-5-16,1 1 3 0,-1-1 0 0,1 1 0 0,0-1 0 15,-1 0-7-15,1 0 4 0,0 0 0 0,-1 1-1 0,1-2 4 0,0 1-4 16,-1-1-5-16,2 1-2 0,-2 0-7 0,2 0-10 0,0-1-19 0,0 0-18 16,1-1-26-16,1 1-34 0,1-1-25 0,2-1-16 0,2-1-9 0,2 0 11 15,3-1 3-15,2 0 1 0,1-1 3 0,1 1-2 0,3-2-133 16</inkml:trace>
  <inkml:trace contextRef="#ctx0" brushRef="#br0" timeOffset="-102167.85">17666 15113 79 0,'3'-6'56'0,"-1"-4"-18"0,2-1-8 16,-1-1-10-16,0 2-8 0,0-2-6 0,-1 1-1 0,1-1-2 0,-2-2-1 16,0 0 3-16,-1 1 2 0,-1 0 2 0,-1-1 2 0,1 0 2 0,-1-1 4 15,0 2 5-15,0-1 4 0,0 0 3 0,1 1-1 0,0 1-2 16,0-1 0-16,1 0 1 0,0 1 0 0,2 1 0 0,0 1 0 0,1 2-4 16,-1 0-2-16,1 1-5 0,0 1-2 0,0 0-2 0,0 1-2 15,1 0 1-15,-1 1 0 0,1 1 3 0,-1 1 4 0,2 1 1 0,-2 0 8 16,1 1 2-16,-1-1 2 0,1 1 4 0,0 0 3 0,1 1 4 0,-1 1 1 15,1 0 2-15,0 1-1 0,0 1 2 0,2 1 4 0,-1 1-1 16,0 2-4-16,1 2-3 0,1 3-2 0,0 3 0 0,0 4-1 0,0 2-3 16,0-1-3-16,0 3-7 0,1-1-5 0,0 2-1 0,-1 2-8 0,0 1 0 15,0 3-2-15,-1 0-1 0,-1 2 2 0,0-2-3 0,0 1 3 16,-1-1-2-16,0-1-5 0,0-1 4 0,0-1-4 0,1-2-1 0,-1 1 1 16,-1-2-1-16,1-1-2 0,-1-2 5 0,0-1 1 0,0 1-1 15,-1-2 6-15,1-2-4 0,-2-1 3 0,0-3 6 0,0-1 2 0,-1-3 4 16,0-2 7-16,0 0-1 0,0-2 9 0,0 0 3 0,-2-1-1 0,2-1 1 15,-2 0 0-15,1-2 2 0,0-1-6 0,-1 0-2 0,1 0-6 16,-1 0-6-16,1 0-2 0,-1-1 1 0,0 0-5 0,1 0-4 0,0 0 5 16,-1 1-9-16,1-1-1 0,-1 0-4 0,0-1-5 0,0 0 4 0,1 0-5 15,0 0-1-15,0 0 2 0,0-1-7 0,-1 1 2 0,0 0-10 16,0 0-10-16,0-1-14 0,0 1-50 0,0-1-55 0,0 0-65 0,0 1-70 16,0-1-64-16,0 1-67 0,0 0-166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17:51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25359 1030 450 0,'0'-1'316'16,"0"0"-71"-16,-1 0-7 0,1 0 6 0,-1-1-16 0,0 0-27 0,1 1-21 15,-1-1-27-15,0 0-18 0,0 0-9 0,0 0-15 0,-1 0-14 16,1 0 3-16,0 0-11 0,0 0-4 0,0 1 4 0,0-1-12 0,0 1-9 15,0-1-4-15,0 1-10 0,1 1-5 0,-1-1-3 0,1 1 1 0,0 0 2 16,0 0-1-16,0 1 1 0,0 0-2 0,1 0 1 0,-1 2 2 16,1 0 0-16,1-1-6 0,-1 3 1 0,0 0-1 0,1 2-9 0,1 1 13 15,-1 2-2-15,1 1-46 0,1 2 0 0,0 1 0 0,0 2 0 0,5 19 0 16,1 4 0-16,-1 1 0 0,0 3 0 0,1 1 0 0,-1-1 0 16,-2-2 0-16,-1-2 0 0,0-1 0 0,0 0 0 0,0 2 0 0,0-2 0 15,0 1 0-15,1-1 0 0,0-1 0 0,0 1 0 0,1-4 0 0,-1 0 0 16,-1-2 0-16,0 0 0 0,0 0 0 0,2 21 0 0,-2-13 0 15,-2-9 0-15,-3-12 0 0,0-4 0 0,-1 0 0 0,-1-2 0 0,0-2 0 16,0-2-8-16,-1-3-10 0,1-3-6 0,-2-1-4 0,0-2-6 0,0-2-1 16,-1-1-2-16,1-4-8 0,-2-3 0 0,0-3 1 0,-1-4 0 15,0-1 4-15,0-3 2 0,3 9 17 0,-2-4 4 0,1 0 21 0,-1-5 7 16,-1-2-9-16,0-3 11 0,1-3-14 0,-2-4-1 0,0-2 5 16,0-1-6-16,0 0 3 0,1-3 2 0,0 1-1 0,0-1 3 0,1 1-4 15,0 1-2-15,1 0 0 0,0 2 4 0,0-1-2 0,1 2 0 0,1 18 44 16,0-2 9-16,0 1-5 0,0-3 14 0,0 3-46 0,0-3-20 15,0 2 13-15,0-2-18 0,0 2 7 0,0-2 4 0,0 1-2 0,1 0 2 16,-1 0-2-16,1 0 0 0,0 2-4 0,1-1 10 0,0 1 3 16,1 1-7-16,0 2 6 0,1 1 2 0,1 1-4 0,1 1 11 0,1 1-1 15,0 2-6-15,2 0 0 0,-1 2-1 0,1 0 3 0,1 1 2 0,0 2-2 16,1 1 0-16,1 0 0 0,0 2-2 0,0 1 0 0,0 1-6 16,1 1-2-16,0 0 4 0,0 2-4 0,0 1 4 0,1 1 0 0,-2 0-6 15,2 2 8-15,-1 1-6 0,1 1-2 0,-1 1 4 0,0 2-2 0,0-1-2 16,0 2 2-16,0 2-22 0,10 16-44 0,-3 2-1 0,-1 0 2 15,-3 2 28-15,-2-3 37 0,-2-1 4 0,-2-1-6 0,0-3-4 0,-2 0 6 16,0 1 2-16,0-1-8 0,0 2 0 0,1 0-2 0,-2 0-1 0,1 0-7 16,0 0-3-16,0 0-16 0,1-2-24 0,-1 0-25 0,1-1-47 15,0-3-46-15,-1-1-48 0,1-2-45 0,-1 0-24 0,1-3-33 0,-1-2-35 16,1-2-65-16,0-1-43 0,-1-2-210 0</inkml:trace>
  <inkml:trace contextRef="#ctx0" brushRef="#br0" timeOffset="250">25328 1622 1208 0,'-6'-1'404'16,"1"-1"-166"-16,-1 1-12 0,-1 0-22 0,-1 0-10 0,0-1-24 16,0 0-26-16,4 1-19 0,-1 0-8 0,2 0-12 0,1-1-3 0,1 0-13 15,3 0-16-15,0 0-5 0,2-1-7 0,1 0-7 0,0 0 8 0,2 0-11 16,1 0-5-16,2 0-6 0,0-1-8 0,1 0 1 0,0 0-5 0,2 0-5 15,1-1-5-15,0 1-5 0,0 1-5 0,-1-1-2 0,2 0-2 16,-1 1 0-16,0 0 6 0,-1 0-8 0,0 1 4 0,0-1-10 0,-1 1 0 16,0 1 0-16,-3-1-14 0,1 0-17 0,0 0-20 0,-2 1-28 15,0-1-35-15,0 0-40 0,-1 1-73 0,0-2-75 0,-2 1-83 0,1 0-99 16,-1-1-138-16,0-1-335 0</inkml:trace>
  <inkml:trace contextRef="#ctx0" brushRef="#br0" timeOffset="583.99">26327 1026 1431 0,'0'0'346'16,"0"1"-74"-16,1 0-42 0,-1 0-21 0,1 0-28 0,-1 1-18 0,1 0-9 15,1 1-18-15,-1 0 0 0,1 0-21 0,0 2-27 16,0 0-12-16,0 1-14 0,1 0-6 0,0 0 9 0,1 2-10 0,0 1 3 0,0 1-12 16,0 1 7-16,1 1-10 0,0 0-31 0,0 3-30 0,7 15-9 15,-1 0 0-15,2 1 19 0,-2-1 35 0,1 0 1 0,-3-2-9 0,1-1-1 16,-1-5-4-16,0 1-8 0,0 0 4 0,1-1-6 0,-2 0 0 0,2 0 0 16,0 0-6-16,-1 0 6 0,0 0 0 0,0-1-4 0,0-1-2 15,-2 1 2-15,1-2-4 0,0 0 4 0,-1-1 0 0,-1-2-2 0,1 1-2 16,-1-1-4-16,-1-2-4 0,0-1-20 0,-1 0-17 0,-1-2-27 0,0-1-28 15,0-2-35-15,-1-1-41 0,0-2-50 0,-1-1-54 0,0-2-29 16,0-1-46-16,-1-1-81 0,-1-2-53 0,1-2 5 0,-2 0-120 0</inkml:trace>
  <inkml:trace contextRef="#ctx0" brushRef="#br0" timeOffset="950">26178 1109 816 0,'-1'-1'309'0,"0"0"-78"0,-1-1-6 0,-1 0-1 0,1 0-22 0,-1 0-37 16,0-1-18-16,-1 0-22 0,1 0-9 0,-1-1-11 0,0 1-18 0,0-1-2 16,0 0-6-16,-1 0-6 0,2 2 10 0,0-2-10 0,-1 1-2 15,1 0 7-15,1 1-15 0,-1-1 12 0,2 1-5 0,-1 0-9 0,1 1-1 16,0-1-7-16,1 1 2 0,0 0-3 0,1 0 6 0,0 0-8 0,1 0 1 15,0 0-6-15,1 0-3 0,1 0-6 0,0 0-6 0,0 1-30 16,2-1 0-16,1 0 0 0,1 0 0 0,0 1 0 0,1-1 0 0,1 1 0 16,1-1 0-16,0 1 0 0,2 0 0 0,0 0 0 0,2 1 0 15,-2-1 0-15,3 1 0 0,0 1 0 0,1-1 0 0,-1 1 0 0,2 0 0 16,1 1 0-16,-1 0 0 0,1 0 0 0,1 0 0 0,0 1 0 0,-1 0 0 16,1 0 0-16,0-1 0 0,-1 1 0 0,2 1 0 0,-1-1 0 15,-1 0 0-15,1 0 0 0,-1 0-4 0,-1 0-28 0,0 0 8 0,-1 0-6 16,-1-1-17-16,0 0-16 0,-1 1-20 0,-1-2-21 0,-1 1-28 0,-2 0-40 15,1 0-50-15,-2-1-47 0,0 0-36 0,-2 1-36 0,-1 1-45 16,-2 0-59-16,1 0-22 0,-2 0-203 0</inkml:trace>
  <inkml:trace contextRef="#ctx0" brushRef="#br0" timeOffset="1316.99">26447 1758 1576 0,'-1'3'378'0,"0"-2"-132"0,0 1-40 0,0 0-12 15,0 0-18-15,0 0-27 0,1 0-19 0,1-1-14 0,-1 1-4 16,2-1-9-16,-1 1-9 0,1-1-15 0,0 0-11 0,1 0 4 0,0 0-13 16,0 0 4-16,1 0-1 0,0 0-13 0,0 0-4 0,0 0-5 15,1 0-10-15,0 0 4 0,0 0-20 0,0-1-14 0,-1 1 0 0,2 0 0 16,0-1 0-16,1 0 0 0,-1 0 0 0,1-1 0 0,1 0 0 0,-1 0 0 15,2 0 0-15,-2-1 0 0,3 0 0 0,0 0 0 0,1-1 0 16,0 0 0-16,1 0 0 0,0-1 0 0,2 0 0 0,-1 0 0 0,1 1 0 16,-1-1 0-16,2 1 0 0,-1 0 0 0,0 0 0 0,0 0 0 0,-2 1 0 15,0 1 0-15,1-1 0 0,0 0 0 0,0 0 0 0,-2 1 0 16,2-1 0-16,-1 1 0 0,1-1 0 0,-1 2 0 0,-1-1 0 0,0 1 0 16,0 1 0-16,0-1 0 0,-1 2 0 0,-1 0 0 0,-1-1 0 15,0 2 0-15,0-1 0 0,-1 0 0 0,-1 0 0 0,0 1 0 0,-1-1 0 16,0 0-40-16,-1 1-100 0,-1-1-38 0,-2 0-57 0,2 0-80 0,-2 0-96 15,0 0-138-15,-1-1-202 0,0 1-247 0</inkml:trace>
  <inkml:trace contextRef="#ctx0" brushRef="#br0" timeOffset="8884">25535 2076 412 0,'-3'4'190'0,"1"2"-21"0,-1 0-5 16,0 1-6-16,1 0-4 0,-2-1-16 0,0 1-19 0,0 0-6 0,-1 1-8 16,0 1-10-16,0 0-12 0,0 3-7 0,-2-1-3 0,0 2 3 15,0 1-1-15,-1 2-2 0,0 0-12 0,0 2-6 0,-1 1-1 0,1-1-11 16,0-1 2-16,-2 3-10 0,0 0-1 0,-2 2-2 0,-1 1-8 0,0 2-7 15,0 5-4-15,0 0-6 0,-3 5-1 0,-2-1-6 0,-1 3-5 16,1 0 1-16,-2 1-3 0,-1 2 9 0,0 0 4 0,-4 2 1 0,2 3-2 16,-3 1-2-16,-1 2 0 0,0 2-3 0,-3 0 0 0,0 1-2 0,-2 1-4 15,1 0 1-15,-2 1 0 0,2 1 4 0,-1-2 2 0,2 2 2 16,-3 1-1-16,1-2 3 0,0 1 3 0,1-2 5 0,1-1 10 0,2-1 10 16,-1 1 8-16,2-1-1 0,-1-1 4 0,2-1 0 0,0-2 2 15,2 1 2-15,-2-3-3 0,1 1-3 0,1-2 0 0,0 1 4 0,1-2-6 16,0-2 2-16,-1-1-8 0,2-2-9 0,1 0 0 0,0-3-8 0,2-2-12 15,0-1 3-15,0-2-1 0,3-2-3 0,-1-1 8 0,1-3-2 16,1-1-9-16,2-2 7 0,0-2-5 0,2-3-3 0,2-1 2 0,1-2 0 16,2-3-4-16,0 0 2 0,3-2-2 0,0-1-9 0,0-2-11 0,2-2-21 15,1-1-33-15,0-2-26 0,1-1-36 0,0-1-41 0,1-1-66 16,0 0-81-16,1-2-91 0,1-1-66 0,0 0-41 0,1-2-137 0</inkml:trace>
  <inkml:trace contextRef="#ctx0" brushRef="#br0" timeOffset="9984.01">23262 4845 74 0,'0'-1'90'0,"0"1"3"15,-1 0-15-15,0 0-12 0,0-1-3 0,0 1-2 0,1 0-7 16,-1 0-4-16,1 1-3 0,-1-1-8 0,0 0-5 0,0 0-7 0,0 1-6 15,-1-1-1-15,1 1 0 0,0 0 1 0,-1 0 1 0,2-1-1 0,-2 1 1 16,1 0 4-16,-1 0 6 0,1 0 7 0,0 0 3 0,0 0 5 16,0-1 4-16,-1 1 0 0,0-1-4 0,1 1-2 0,0-1-4 0,0 1-6 15,-1 0 0-15,0 0 0 0,0 0-2 0,1-1-1 0,-1 0-2 16,1 0-3-16,0 0-2 0,0 0 3 0,0 1 0 0,0-1-2 0,0 0 1 16,0 0 2-16,0 0 0 0,0 0 2 0,0-1 0 0,0 1 0 0,1 0 2 15,-1-1 4-15,1 1 5 0,0 0 2 0,-1 0 4 0,1-1-5 16,0 1 3-16,-1-1-1 0,0 1 0 0,1 0-2 0,0-1 0 0,0 1-5 15,0 0 2-15,-1 0 3 0,0 0 2 0,1 0-3 0,0-1-2 0,0 1-2 16,0 0-8-16,0 1 9 0,-1-1-5 0,0 0-1 0,1 0 1 16,1 1-7-16,-2-1-1 0,1 1-4 0,0 0-7 0,0-1 3 0,0 1 2 15,0 2 2-15,0-1 4 0,0 1 1 0,0 1-8 0,0 1 0 0,0 2-5 16,1 2-6-16,0 0 3 0,1 2-5 0,0 1 1 0,0 1 4 16,0 3-8-16,0 1 9 0,0 1-6 0,2 3-5 0,-1 2 3 0,0 3-6 15,-1 2-10-15,-1-1 5 0,0 1-2 0,1-2 1 0,0 1 13 16,0-2-2-16,1 0 1 0,-2-1-2 0,1-1-2 0,-2 0-4 0,0-1 4 15,0-2 0-15,-2 1 0 0,1-1 2 0,-1-2-4 0,-1 0 6 0,1-2-1 16,-2-1 0-16,1-2 4 0,-1 0-5 0,-1-2 5 0,1 0-2 16,-1-2 1-16,0-2 4 0,-1 0-6 0,-1-3 3 0,2-1 0 0,0-2-4 15,0-1 1-15,0-2-4 0,1-1-9 0,0-3-3 0,0-1-2 16,0-3-4-16,0-2 3 0,1-2-13 0,0-2-8 0,2-1-14 0,-1-4-13 16,1-2-10-16,1-1-10 0,1-2-6 0,0 2-7 0,1-3-4 0,1-1-2 15,0 0-1-15,1-2 1 0,-1 1 3 0,1 0 11 0,0 1 17 16,0 1 11-16,-1 0 15 0,-1 1 9 0,0 1 2 0,-1 0 11 0,0 1 6 15,-1 3 9-15,0 1 9 0,-1 2 3 0,-1 2 1 0,-1 0 1 0,-1 1 1 16,0 2 0-16,-1 0 5 0,0 3 5 0,1 0 10 0,-2 2 6 16,2 0 10-16,-1 1 4 0,0 1 1 0,2 1 0 0,0 2 5 0,0 0-1 15,0 2-2-15,0 1 1 0,1 1-7 0,1 1-3 0,1 2 1 0,0-1-6 16,0 3 7-16,1 0-3 0,1 1 8 0,2 2 0 0,0 0-2 16,1 1 2-16,2 0-5 0,1 1 3 0,0 1-12 0,2 0-1 0,0 0-10 15,1-1-2-15,0 0-2 0,1 0-3 0,1 0-6 0,2 0-6 0,-1 1-3 16,2-2-1-16,-1 1 4 0,1-2-2 0,1 1 1 0,-1-1-3 15,0-1 2-15,-1 0-1 0,0 0-6 0,-2 0 4 0,-1 0-5 0,0-1 5 16,-2-1-1-16,-1 0-5 0,-1-1-4 0,-2 0-13 0,-1-2-10 16,0 0-26-16,-2-2-24 0,0 0-43 0,0 0-58 0,-1-1-49 0,0-1-41 15,-1 0-36-15,0-1-16 0,-2-1-10 0,1-1 6 0,0 0-84 0</inkml:trace>
  <inkml:trace contextRef="#ctx0" brushRef="#br0" timeOffset="10168">23558 4881 961 0,'-2'3'254'0,"0"1"-45"16,-1 1-22-16,1 0-21 0,0 1-15 0,1 1-14 0,-1 0-16 0,-1 1-15 15,1 2-15-15,0 0-10 0,-1 2-14 0,-1 0-11 0,0 0-8 0,0 2-21 16,-1 0-9-16,0 2-8 0,0-1-6 0,-4 2 0 0,0-1-4 16,-1 0-8-16,0-1-7 0,0 1-14 0,0-1-21 0,1 0-30 0,-1-1-46 15,0 0-36-15,1-1-23 0,1-2-13 0,0-2-19 0,2-1-26 0,1-3-25 16,0-1-14-16,2-1 6 0,1-2-129 0</inkml:trace>
  <inkml:trace contextRef="#ctx0" brushRef="#br0" timeOffset="10518">23522 4814 815 0,'0'-2'213'0,"-1"-1"7"0,1-1 3 0,-1 2-4 0,1 2-28 16,0 0-29-16,-2 2-30 0,2-1-18 0,-1 1-8 0,0 0-10 15,2 1-2-15,-2 2-14 0,1 1-12 0,0 0-10 0,1 2-7 0,0 0-5 16,1 1-6-16,1 2-3 0,0 0-8 0,0 2-1 0,2 2-6 0,-1-1-1 16,1 2-7-16,2 0-4 0,0 1-1 0,-1-1 0 0,1 1-6 15,0 0 2-15,1-1 1 0,1-2-3 0,-2 2 1 0,2-2-6 0,-1 1 0 16,0-1-10-16,0 1 5 0,0 0 3 0,-1-1 1 0,1-1 5 16,1-2-1-16,0 0 1 0,-1-2 0 0,1-1 0 0,-3-2-2 0,0 1 3 15,0-3 2-15,-1 1 2 0,0-1 2 0,-1 0 3 0,0-2 6 0,-1 1 3 16,0-2 2-16,0 0-4 0,0-1 1 0,-1 0-4 0,0 0 0 15,-1-2-3-15,0 0 1 0,1 0-1 0,0-1-3 0,0 0 1 0,0 0-7 16,-1-1-2-16,2 1 5 0,-1 0-11 0,1-1 8 0,0 0-6 16,-1 0-3-16,1 0 12 0,0 1-9 0,-1 1-2 0,1-1-6 0,-1 0-16 15,0 1-11-15,-1-1-20 0,1 0-19 0,-1 0-26 0,0 0-23 0,1 0-28 16,-1-1-45-16,0-1-46 0,0 2-74 0,0-3-75 0,-1 0-56 16,1-1-14-16,0-1-77 0</inkml:trace>
  <inkml:trace contextRef="#ctx0" brushRef="#br0" timeOffset="10951.99">23899 4661 1528 0,'-2'5'265'0,"0"0"-54"16,0 2-9-16,1 0-2 0,-1 0-29 0,1 1-34 0,0 1-27 15,0 1-21-15,0 0-9 0,1-1-8 0,-1 3-15 0,-1 0-15 0,1 2-8 16,-1 1-13-16,1 0-7 0,0 2-1 0,1 0-10 0,-1 0 1 0,0 1-2 16,0 1-2-16,1-1 3 0,0 0-1 0,-1 0-2 0,1 1 0 15,-1-1-4-15,1 0 4 0,0 0 0 0,0-2-3 0,0-2 5 0,0 1-6 16,0-3 1-16,0 0 3 0,0-2-11 0,-1 1-9 0,1 0 10 16,0 0-3-16,-1-2 10 0,1 0 8 0,0-2-3 0,0-3-2 0,1 0 5 15,0 0-1-15,-1-1 5 0,1-1 5 0,0 0-4 0,-1-1 10 0,1-1-2 16,0 1 0-16,1-1 7 0,1-1-3 0,0 1-2 0,1-2 1 15,0 0 1-15,1 0 0 0,1 0 2 0,0-1-4 0,1 0 0 0,1 0 1 16,0 0-1-16,0-1 4 0,1 0 3 0,1-1-5 0,0 0 1 0,0-1-5 16,1 0 11-16,-1 0-1 0,2-1 5 0,0 0-1 0,1-1-11 15,0 2 2-15,-1-2 1 0,1 0-7 0,1 0-1 0,1 1 1 0,-1 1-11 16,-1 0 12-16,0 1-1 0,-2 0-3 0,-1 1-4 0,1 1-4 16,-2-1-6-16,0 2 6 0,0-1-2 0,-1 1-1 0,-1 1 3 0,0 0-8 15,-1 1 4-15,0-1-6 0,-1 1 2 0,-1 0 2 0,1 0 0 0,-1 1 0 16,-1 0-2-16,0 0-9 0,0 0-3 0,-1 0-17 0,0 0-20 0,-2 0-23 15,1 0-29-15,-1 1-32 0,0-1-45 0,-1 0-64 0,-1 1-98 16,-1-1-121-16,1 2-195 0,-2 0-92 0,0 2 34 0</inkml:trace>
  <inkml:trace contextRef="#ctx0" brushRef="#br0" timeOffset="11834.99">25428 2203 854 0,'-1'1'298'0,"2"1"-72"0,-1-1-20 0,-1 1-23 0,1-1-18 15,1 2-15-15,0 0-11 0,2 2-6 0,-1-1-4 0,2 1-4 16,0 1-6-16,2 2-7 0,0 1-11 0,2 1-5 0,0 2-15 0,2 1-11 16,1 0-9-16,1 2-10 0,3 2-4 0,1 1-7 0,2 3-5 15,2 2-6-15,0 1-7 0,2 4-7 0,2 0-6 0,-1 3 4 0,2 0-2 16,0 2-11-16,2 0-4 0,0 2-7 0,0 0-3 0,1 3 15 0,-1-1-2 15,0 2 1-15,-1 0 1 0,0 1-6 0,0-1 5 0,2 1-7 16,-1-2 1-16,0 0 4 0,0-3 0 0,-3 0 2 0,1 1-2 0,0 0-1 16,-1 0-6-16,1 0-2 0,-2-1 3 0,1 1-5 0,-1-1 10 0,0 0 5 15,0-2-2-15,-2 0 0 0,0 0 3 0,-1 1-5 0,-2-1 6 16,0-1 0-16,-1 0 1 0,0-3-1 0,-2 0 0 0,-2-1-1 0,0-3-3 16,0 2 6-16,-2-4-4 0,0 0 3 0,-1-2 2 0,-1-4-16 15,-1 1 0-15,1-3 4 0,-1-1-1 0,0-2 12 0,0-1-1 0,-1 0-5 16,0-2-4-16,-1-1-5 0,0 0-7 0,0-3-19 0,0 0-19 0,-1-1-29 15,-1-1-24-15,-1 0-42 0,-1 0-56 0,1-1-80 0,-1-2-86 16,-1 1-125-16,-1-2-86 0,-1 1-179 0</inkml:trace>
  <inkml:trace contextRef="#ctx0" brushRef="#br0" timeOffset="12286.99">27162 4075 705 0,'0'-2'565'0,"0"0"-343"16,0-2-10-16,0 1-14 0,0-1-11 0,-1 0-23 0,0-1-31 0,1-1-19 15,-1-1-2-15,0 1-8 0,0-2-7 0,-1-2-7 0,0 0-19 16,0 0-11-16,-1-1-7 0,-1-1-5 0,1 0-10 0,-1 0-6 0,-2 0-4 16,0-2-8-16,-3 1-4 0,1 0-13 0,-3 0-3 0,-1 2 6 0,-1 0-4 15,-1 1 8-15,0 1-8 0,-3 2-13 0,-1 1-3 0,-1 3-2 16,1 1 7-16,-1 2 7 0,0 2 4 0,1 2 7 0,-2 2 0 0,1 2 2 16,1 1-10-16,-1 3-4 0,0 1 6 0,1 1-3 0,2 4 8 15,0 1 6-15,2 1-9 0,3 3 6 0,2 2 0 0,2 0 0 0,1 1 5 16,3 0 0-16,1 1 2 0,2 0 3 0,2 2 2 0,1-3 3 0,3 0 0 15,2 0 1-15,1-5-1 0,3 1-1 0,2-2-3 0,2-2 2 16,2 1-9-16,2-2 4 0,2-1 0 0,0 0-6 0,3 0 0 0,-1-1 1 16,0-1-3-16,1 0 4 0,-1-1-1 0,2-2-3 0,1-1-13 0,-1-1-1 15,-1-2-1-15,-1 0 8 0,-1-1 13 0,-2 0-2 0,-2-2 4 16,-1 0-13-16,-1-1-4 0,-2-1-2 0,0-1 4 0,0 0-4 0,-1-1-12 16,-3-2-13-16,-2 0-28 0,-2-1-25 0,-1-2-38 0,-2-1-36 15,-1 0-41-15,-1-2-47 0,-1 0-62 0,-1-1-110 0,1-2-118 0,-1-1-61 16,0-2-201-16</inkml:trace>
  <inkml:trace contextRef="#ctx0" brushRef="#br0" timeOffset="12617.99">27465 3990 1896 0,'-6'4'191'0,"0"1"-11"0,0 2-20 0,1-1-11 0,0 2-16 16,3 0-29-16,-1 2-19 0,2 2-14 0,1 0-6 0,1 3 8 0,1 2 2 16,1 2-6-16,0 2-6 0,1 2-4 0,2 0-4 0,1-2-7 0,2 1-2 15,-1-1-9-15,3-2-3 0,0 1-8 0,1-2 1 0,2-1-7 16,-2 0 1-16,3-1-4 0,0-1-3 0,1-3-7 0,0 0-1 0,-3-3 4 16,2-1-3-16,-1-2 3 0,-1-1-3 0,-1-3 1 0,0-2 4 15,-2-2 1-15,-1-1 6 0,-1-3 8 0,-1-1 3 0,-1-2-3 0,-1-2 4 16,0-2-5-16,0-1-9 0,0-3 3 0,1-1-10 0,-2-1 4 0,0-2-2 15,0-1 2-15,0 0-2 0,0-4-4 0,0-2 0 0,-1 0-10 16,0-2 8-16,0 2-6 0,0 1 2 0,0 2 2 0,0 1-10 0,0 2-10 16,-1 1-8-16,0 3-24 0,-1 2-21 0,-1 2-18 0,0 1-30 0,0 1-25 15,-2 1-35-15,0 1-47 0,-1 3-71 0,0-2-116 0,-1 2-142 16,0 1-96-16,-2-1-241 0</inkml:trace>
  <inkml:trace contextRef="#ctx0" brushRef="#br0" timeOffset="13170.99">25493 2304 1093 0,'2'3'271'16,"2"0"-55"-16,2 1-22 0,1-1-4 0,2 1-9 0,0-1-16 0,3 1-17 16,1 1-21-16,2-1-21 0,0 1-13 0,2 0-15 0,2-1-7 0,2 1-8 15,1-1-11-15,4 2-2 0,1-2-10 0,3 1 0 0,1 0-6 16,5-1 0-16,0 0 0 0,4 0-6 0,4 0 1 0,2-2 0 0,3 0 0 16,4 0 0-16,3-1 1 0,2 0-8 0,4-1-6 0,3 0-3 15,3 0-7-15,0 0 1 0,3 0-3 0,2 1 2 0,0 1-1 0,0 0-3 16,1 1 2-16,1 0-4 0,2 1 7 0,-3 1 3 0,1 1 6 0,0 1 12 15,-1 0-1-15,0 1-3 0,1 0 1 0,-1 1-1 0,0-1 5 16,1 1-2-16,-2 0 0 0,1 1-10 0,0-1-2 0,-3 1 3 0,1 0-5 16,-3-1 3-16,-2 2 3 0,1-1 1 0,-2 1-1 0,-1 0-13 0,-3 0-8 15,0 1 2-15,-4 1-4 0,-1 0 12 0,-2 1 0 0,-4 0-4 16,-2 1-2-16,-2 0 8 0,-3 0-6 0,0-1 4 0,-5 2-3 0,-4 0-5 16,-1-1-1-16,-6-2-7 0,-2 1 2 0,-3-1-10 0,-6 0 2 0,-1 0-7 15,-2-1-22-15,-4-1-13 0,-3-1-23 0,-1-2-31 0,-2 0-37 16,-3-3-91-16,-3 0-176 0,-2-2-383 0,-3-1-427 0</inkml:trace>
  <inkml:trace contextRef="#ctx0" brushRef="#br0" timeOffset="17886.33">30029 2457 399 0,'5'3'83'0,"0"0"-70"0,3 2 10 16,0 0 9-16,-1 2 10 0,1 0-4 0,0 1-8 0,-1 1-9 0,1-1-8 16,-2 1-4-16,0 0-3 0,0-2 2 0,0 1-1 0,0 0 4 15,0 0 7-15,0-1 1 0,-2-1 4 0,1-1 2 0,0 0 4 0,-2-1-1 16,-1 1 4-16,0 0 0 0,-1 0-1 0,0 1 0 0,0 0-1 16,0 0-4-16,1 0-1 0,-2-1-5 0,0 0 0 0,-2 1-1 0,1-1-5 15,0-1 4-15,0-1-5 0,1-1 2 0,0 1 4 0,-1-1-4 0,0-1 6 16,0 0 2-16,0-1 1 0,0 1 1 0,-1-1 0 0,1 0 0 15,-1 0-1-15,1 0 2 0,0 0 0 0,-1 1-2 0,0-1 0 0,0 1-2 16,0 0-3-16,0 0 0 0,0 0-1 0,0 0-3 0,1 0-3 0,-1 1-4 16,0 0 0-16,1-1-4 0,0 0 1 0,0-1-1 0,1 1-3 15,-2-1 0-15,2 1 2 0,0 0 3 0,0-1-1 0,-1 0 1 0,1 0 0 16,0 1-3-16,0-1 3 0,-1 0-3 0,1 0 5 0,0 0 1 16,0-1 1-16,0 1-1 0,0-1 0 0,0 1-2 0,0 0 1 0,0 0-2 15,-1 0 2-15,1 0-1 0,1-1-2 0,-1 1 2 0,-1 0-4 0,0-1 0 16,0 0 1-16,1 1 0 0,0-1 1 0,0 1 3 0,-1-1-2 15,1 0 0-15,-1 1-3 0,1-1 0 0,-1-1 1 0,0 1-2 0,0-1 2 16,-1 0-1-16,1 0-4 0,-1 0 2 0,-1 0 0 0,1-1-3 0,0 1 3 16,-1-1-2-16,2-1 2 0,-2 1 0 0,-1-1 2 0,1 1 1 15,-1 0-3-15,0-1 3 0,-1 1-1 0,-1-1-2 0,0 0-1 0,0 0 2 16,-1-1 0-16,0 1 0 0,0 0 0 0,0 1 1 0,-1-1-2 16,1 0 2-16,-1 1 7 0,0 0-10 0,0 0 5 0,1 1 7 0,0-1-13 15,1-1 12-15,-2-1-7 0,2 1-2 0,-1 0 1 0,2 0 0 16,0 1 4-16,0 0-3 0,1-1 5 0,-1 2 0 0,0-1-2 0,2 1 6 15,0 0 4-15,-1 1 4 0,0-1 6 0,1 2-2 0,0-1 3 0,0 1 0 16,-1 0 0-16,1 0 1 0,-1 0 2 0,1 2-3 0,0-1-2 0,-1 3-2 16,2 0 3-16,-1 1-1 0,1 2-1 0,0 1 1 0,0 2-5 15,2 1-4-15,-1 2-1 0,2 3-2 0,0 3 3 0,1 2-2 0,1 1-1 16,2 3-3-16,1 0-2 0,2 3-1 0,1 1-5 0,1 2 5 16,1 1-1-16,3 1-7 0,0 1-7 0,1 4-2 0,-2 0-4 0,-1 2 7 15,-1 1 5-15,0-2-9 0,0 0-2 0,3-1-2 0,-1 0 1 0,2-1 4 16,0-1 0-16,-1-1 3 0,-2 0-4 0,-2-3-3 0,1-1 0 15,-2-3-2-15,-1 0-5 0,0-4-1 0,-3 0-1 0,-1-2-7 0,-3-4-4 16,-1-1 1-16,0-1-8 0,-2-3-19 0,-2-4-31 0,0-2-25 0,-3-2-28 16,0-1-18-16,0-4-2 0,-1-2 10 0,0-3 15 0,-1-4 11 15,0-5 10-15,-2-4 1 0,1-4 10 0,0-3 15 0,1-3 20 0,2-1 18 16,0-2 15-16,1 1 13 0,1-1 10 0,-2 0 10 0,0-1 6 16,1-1 7-16,-3-1 10 0,0 1 7 0,-2-1 8 0,0-1 11 0,-1 1 11 15,-1-1 11-15,0 1 11 0,0 2 5 0,0 2 6 0,0 0-6 0,0 2-2 16,0-1-8-16,2 1-12 0,0 0-7 0,0 3-4 0,1 0-6 15,1 3 6-15,1 3 0 0,1 0 1 0,1 1 0 0,0 1-6 0,1 1 1 16,2 2-8-16,1 1 0 0,1 3-3 0,0 1 3 0,3 1 3 0,-1 1 1 16,4 0 3-16,0 1 0 0,1 1-5 0,2 0 0 0,1 0-1 15,1 2-7-15,1 0-4 0,3 2 0 0,-2 1-8 0,3 1 2 0,1 2-5 16,0 1-5-16,0 1-2 0,1 1-3 0,1 2-3 0,1 1 4 16,0 0-2-16,1 1 1 0,1 2 1 0,0 2-4 0,1 2 6 0,-2 1-3 15,0 2-3-15,0 0 1 0,-2 1-4 0,-1 0-3 0,0 1 3 0,-3 1-6 16,1 1 2-16,-3 1 2 0,-1-2-8 0,-2 1 6 0,-1-3-2 15,-2-1-3-15,-2-1 3 0,-1 0-3 0,-4-3-6 0,0 1 4 0,-3 1-5 16,-1-2-3-16,-2-1 2 0,-3-1-5 0,0-1 2 0,-1-2 3 0,1 0 1 16,-3-1 9-16,-1-3 1 0,0 0 5 0,0-1 2 0,0-1 1 15,0-1 1-15,0-2-3 0,-1 0 0 0,2 0-3 0,0 0 6 0,1 1-6 16,1 0 3-16,2 1 3 0,2 2-8 0,1 0 7 0,1 1-2 0,1 2-4 16,1 0-5-16,2 1-1 0,2 1 1 0,1 2 2 0,1 1 7 15,2 2 2-15,2-1 3 0,1 1-1 0,2 1-3 0,3-1 1 0,1-1-2 16,3 2 5-16,-1-1-1 0,2-1 1 0,2-3 0 0,0 0-5 15,2 0 0-15,0-3 2 0,0 1-4 0,2-1-2 0,-3 0 3 0,1-2-8 16,-2-1 6-16,-2-1 2 0,0-2-5 0,1-1 5 0,-2-2-6 0,0-2 4 16,0-1 0-16,-1-2 2 0,-1 0 2 0,-4-2-2 0,1-1 2 15,-1 0 2-15,0 0-1 0,1-1-1 0,-4 0 2 0,2 0-5 0,1-2 2 16,-2 0 2-16,0-1-2 0,-1 0 3 0,0 2 1 0,-2-1 0 16,1 1 0-16,1 0-2 0,-1 0 0 0,0 2-2 0,0 3-1 0,0 1 1 15,0 2-1-15,1 1 6 0,-2 1-1 0,1 2 3 0,-1 1 3 0,1 2-4 16,-1 0 8-16,0 1-5 0,1 1 1 0,0 2 0 0,1 0-6 15,-1 2 0-15,2-1 2 0,1 2 0 0,0-1 4 0,1 2 6 0,0 0-6 16,0-1 7-16,2 1-3 0,2-1-3 0,0-2 1 0,0 1 1 0,2-1 4 16,0 0 0-16,2-1 7 0,0 0-7 0,0 1-1 0,1 0-4 15,-2 0-3-15,-1 0 9 0,2-2 4 0,-2-1 5 0,5-2 7 0,-2-2 2 16,-1-1 4-16,-2-2 9 0,-4-2 0 0,-1-2 4 0,-2-1-3 0,-2 0-9 16,-1-2-1-16,0-1-14 0,-2 0-3 0,1-4-4 0,-2 1-4 15,-1-3-2-15,-2-1-1 0,-1-1-2 0,-2-4-5 0,-3 0 2 0,-2-1-5 16,-3-1-12-16,-1-1-1 0,-2-2 10 0,-1-1-3 0,-4 1 13 15,0 0 3-15,-3 1-12 0,0 1-2 0,2 5-3 0,0 4 0 0,2 3-2 16,0 5-1-16,2 2-4 0,-1 4-7 0,0 3-1 0,1 3-5 0,0 3-3 16,-1 2-3-16,0 2-3 0,1 3-7 0,2 0-6 0,-2 3-9 15,2-1-16-15,0 1-16 0,4 0-25 0,1-1-17 0,0-3-30 0,3 2-21 16,1-2-11-16,4 1-19 0,3-2 2 0,2-2-8 0,2 0 2 0,3-3 4 16,1-1-81-16,2 0 48 0</inkml:trace>
  <inkml:trace contextRef="#ctx0" brushRef="#br0" timeOffset="18351.87">31506 2582 1689 0,'-3'-1'3'0,"0"3"13"0,2 2 10 0,1 4 12 16,2 4 6-16,2 3 2 0,2 5-5 0,2 3-15 0,0 3-8 0,1 1-8 16,1 3-5-16,-1 0-2 0,1 0-2 0,-1 1-2 0,0 1 1 15,-1-1 0-15,0 1-1 0,-1-3-4 0,-1 1 3 0,0-2-1 0,-4-1-4 16,1 0 3-16,-1-1-6 0,-1 1 6 0,1-4-11 0,-3 0 3 16,2-2 2-16,-2-2 16 0,0 0 3 0,0-2 6 0,0-3-1 0,0-4-10 15,1-1 3-15,-1-2 0 0,0-1 1 0,0-2 2 0,1-1 2 16,0-2 2-16,0 0 5 0,2-2-1 0,-2 0-1 0,2-1 3 0,1-1-6 0,1-2-1 15,1 0 0-15,2-1-5 0,1-2 4 0,2 1 1 0,2-2 0 16,-1 0-12-16,4 0-1 0,0 1 3 0,4 0-4 0,2 0 12 16,1 0-2-16,1 3-3 0,-1 0 1 0,0 1-2 0,0 1 2 0,2 2-2 15,-1 0-1-15,-2 3 3 0,1 2-4 0,0 2 3 0,-1 0 2 0,-1 2-1 16,0 1 5-16,-2 1 13 0,-9-5 1 0,2 2-4 0,1-1 1 0,0 3-14 16,-2-2-4-16,3 2-2 0,-3 1 1 0,1 3 4 0,-3-1 1 15,-2 1 3-15,-3-2-3 0,-2 1 1 0,-3 0-4 0,-2-1-3 0,-11 7-2 16,-5-6 1-16,0-2-2 0,0-2-5 0,0-3-2 0,0 0-9 0,-4-3-10 15,3 0-10-15,-1-1-12 0,2-2-12 0,-1 1-5 16,0-2-5-16,2-1-8 0,2 0-3 0,3 0-9 0,-1 0-7 0,2-1-11 0,3 0-13 16,3 1-16-16,2-1-24 0,5 2-14 0,0-1-6 0,4 1 2 15,3 1 2-15,1 1 17 0,4 0-114 0</inkml:trace>
  <inkml:trace contextRef="#ctx0" brushRef="#br0" timeOffset="27722.97">27469 661 1634 0,'0'1'105'0,"0"-1"-98"0,0 1 3 15,0 1 6-15,0 1 5 0,0 0-29 0,1 0 7 0,0 2 5 16,0 0-2-16,0 1 48 0,0 2 13 0,-1-1 17 0,1 3 14 0,0 1 6 16,1 1-10-16,-1 2-3 0,1 0-12 0,0 1-9 0,0 2 7 0,0 1-16 15,1 0-5-15,-1 2-4 0,0 2-12 0,0 0-1 0,0 2 1 16,0 2-1-16,-1 2-8 0,1 2-15 0,1 31-27 0,-1 2-7 0,0 1-3 16,-1 2 12-16,-1 1 16 0,-1 2 4 0,0-2-2 0,0-1-4 15,-1-1 1-15,0 2-5 0,1 2-12 0,-1 63-3 0,3-20-1 0,4-21-2 16,1-21 9-16,1-10 7 0,1-4 2 0,-2-3 2 0,2-4 2 0,-1-4-2 15,0-3 2-15,-1-4-2 0,-1-1-11 0,0-6 2 0,0-1-3 16,0-5 5-16,-1-2 3 0,-1-2-8 0,1-6-14 0,-2-1-28 0,0-3-41 16,-1-4-51-16,0-3-41 0,0-4-37 0,0-2-52 0,0-5-67 0,0-4-43 15,1-3-264-15</inkml:trace>
  <inkml:trace contextRef="#ctx0" brushRef="#br0" timeOffset="28034.98">28060 1092 2508 0,'-1'1'-16'0,"0"1"10"0,-1 0 6 0,2 2 6 0,-1 0 4 0,1 1 1 16,0 1 0-16,0 0-2 0,2 2 4 0,-1 0 4 0,1 2 5 0,0 1-9 15,1 2-2-15,0 2-6 0,6 14-10 0,0 3 18 0,2 0 0 16,0 0 4-16,0-2 1 0,-2 1-5 0,0-2-8 0,-2-3 0 0,1 0 1 16,0 1-1-16,0-1 0 0,0 2 0 0,-1-1 0 0,1 1-2 0,-2-1-5 15,0-1 7-15,-1 0-3 0,1-2-2 0,-1-1 8 0,0-1-16 16,0-3 10-16,-1 1-7 0,1-2-3 0,1-1 4 0,0-1-9 0,0 0-11 16,0-1-18-16,-1-2-44 0,1 0-51 0,0-1-45 0,-1-2-62 15,0-2-44-15,0 0-46 0,-2-3-50 0,1-1-154 0</inkml:trace>
  <inkml:trace contextRef="#ctx0" brushRef="#br0" timeOffset="28269.97">28090 1240 1101 0,'-1'-1'64'0,"0"0"0"0,1 0 14 0,-1 1 13 0,1-1-6 16,-1 1-9-16,1 0-7 0,0 1-8 0,0-1-7 0,0 2-9 0,1-1-3 15,0 1 5-15,0 1-21 0,1-1-4 0,0 2-3 0,1-1-6 16,2 2 12-16,-1 1-14 0,7 6-4 0,1 0-2 0,2-1 1 0,-1-1 8 16,2-2-1-16,0 0-2 0,1-1-4 0,-3-3 0 0,2 1-3 0,0-1-4 15,1 0 2-15,-2 0 4 0,1 0-8 0,0 0 1 0,0 1-4 16,-2-1-7-16,0 0 2 0,0 0-14 0,-1 1-14 0,0 0-30 0,-2 0-38 16,2-1-39-16,-1 0-46 0,0 0-41 0,0 0-31 0,0 0-16 0,0-1-209 15</inkml:trace>
  <inkml:trace contextRef="#ctx0" brushRef="#br0" timeOffset="28468.97">28753 1271 1066 0,'-1'0'226'15,"-1"-1"-165"-15,0 1 0 0,0-1 10 0,-1 1 7 0,-1 0-10 16,1 0-22-16,-1 0 10 0,0 1-30 0,0 0-3 0,-1 0 17 0,0 0-16 16,0 1 22-16,0 0 1 0,-4 4-13 0,1 1-3 0,1 2-10 0,1 1-1 15,1-2 4-15,1 3-3 0,0 0 1 0,0-1-14 0,1-1 0 16,0 1-7-16,1-1-2 0,0 0 3 0,0 1 0 0,1-1 1 0,0 0-12 15,1-1-10-15,1 0-18 0,-1-1-19 0,2 1-37 0,-1-1-35 0,0 1-32 16,1-2-26-16,0 1-13 0,0-1-12 0,0 0 6 0,0 0-2 16,0-1-168-16</inkml:trace>
  <inkml:trace contextRef="#ctx0" brushRef="#br0" timeOffset="28719.97">28778 1241 1375 0,'-1'0'29'0,"1"0"-13"0,-1 1 11 16,0 1 14-16,1 0 11 0,-1 0 2 0,0 1-2 0,1-1-12 0,-1 2 1 15,0 1 9-15,1 0 7 0,-1 2 5 0,0 8 0 0,1 1-12 16,1 0-6-16,1 3 0 0,0-1-8 0,0-1-6 0,1 1-9 0,0-2-4 16,0-1-4-16,1 0-2 0,0 1-1 0,0-2-3 0,1 1-2 0,0-1 1 15,0 1-2-15,0-1-4 0,1 0 0 0,1-1-3 0,-1 0 5 16,0 0-2-16,1 0-5 0,-1-1-1 0,1-1-5 0,-1-1 2 0,0-1-4 15,0 1 1-15,0-2-4 0,1-1-13 0,-1-1-26 0,0 0-29 16,0 0-21-16,-1-2-19 0,1 1 1 0,-1-2-28 0,1 1-40 0,-2-1 3 16,2 0 8-16,-1-2 5 0,1 0 1 0,0 0-106 0,0-2 15 0</inkml:trace>
  <inkml:trace contextRef="#ctx0" brushRef="#br0" timeOffset="29085.97">29182 1285 1853 0,'-1'1'-7'16,"1"-1"17"-16,-2 1 2 0,1 0 0 0,-1 1 6 0,0 0-1 0,-3 4 0 16,1 1 15-16,-1 2 4 0,0 2 7 0,1 3 11 0,1 1 0 0,0 1-5 15,1-1-6-15,0 1-6 0,0 1-2 0,1 0-4 0,1-1 1 16,0 0-1-16,2 1-5 0,0-1-3 0,0 1-1 0,3-1-2 0,0-1-4 15,1-2 7-15,1 0-1 0,1-1 9 0,-1-1 9 0,2-2 6 0,0-2 6 16,1-2-4-16,0-1 1 0,1-1-9 0,0-2 1 0,-2-2-7 16,3-1-4-16,-1-1-4 0,1-1-11 0,0-1 1 0,0-1-4 0,2 0 2 15,-1-1-4-15,2 0-3 0,-1 0-5 0,1 0-4 0,0-1 4 0,1 1 1 16,-2 0 1-16,2-1 1 0,0 0-4 0,-1 0 1 0,0 1-2 16,0 1-3-16,0 0 3 0,-1 1-11 0,0 0 4 0,-1 2 2 15,0 0-3-15,0 1 2 0,-1 0-2 0,-1 1-3 0,-1 0-7 0,0 1-1 16,-1 0-7-16,0 0-3 0,-2 1-3 0,0 1-8 0,-1-1-12 0,-2 1-9 15,0 0-11-15,0 0-14 0,-2 0-29 0,-1 0-31 0,0 0-39 0,-1 1-35 16,-2-1-42-16,0 1-66 0,-2 0-51 0,-1-1-272 0</inkml:trace>
  <inkml:trace contextRef="#ctx0" brushRef="#br0" timeOffset="46219.79">22778 4640 1033 0,'-11'-17'72'0,"1"1"-81"0,0-2-20 0,7 4-1 15,5 3-3-15,1-1 1 0,3 1 0 0,1-2-2 0,0 1-4 0,2 1 5 16,2 1 5-16,0 2 9 0,2 2 9 0,1 1 3 0,2 0 7 15,3 1-2-15,1-2-1 0,-1 2 2 0,1-1 1 0,1-1 2 0,0 0 0 16,4-2 0-16,1 1 0 0,2-1 0 0,3-2-2 0,1-1-1 0,3 1-1 16,1 0 0-16,2 1 0 0,1 0 0 0,1 0 1 0,0 1 3 15,0 0 1-15,-1 2 2 0,2 2 1 0,0 1 5 0,-2 0-2 0,0 4 6 16,-1 0 2-16,-1 3 0 0,0 2 5 0,0 1-1 0,0 2-2 16,0 3-3-16,0-1-4 0,1 3-3 0,0 2-4 0,-1 1-5 0,1 1-2 15,-2 1-5-15,1 1 2 0,1 1-2 0,-1 0-2 0,2 4 2 0,-3-1-4 16,0 2 3-16,1 0-5 0,-1 2 0 0,0 0-1 0,-1 0-1 15,0 2 4-15,-3 1 1 0,0 1-2 0,-4-1 2 0,-1 0 2 0,-2 1 1 16,-3-1 5-16,-2 3 3 0,-5-1 5 0,-2 2 1 0,-5 0-1 0,-3 1-1 16,-4 1 3-16,-4 0 0 0,-4 4 6 0,-6 1 1 0,-6 1-4 15,-3 2 0-15,-8 2-8 0,-3 0-1 0,-4 0-2 0,-6 1-1 0,-1-4 3 16,-5 0 3-16,-2-1 4 0,-1-3 3 0,-2-1 0 0,1-2 0 16,0-2 1-16,0-2 1 0,0 0-1 0,0-4 3 0,1-1 0 0,-2-4 4 15,3-1 3-15,0-3 1 0,0-2 0 0,1-3-5 0,-2 1 4 16,0-3 2-16,0-2 7 0,3-4 1 0,1-2-3 0,1-4-5 0,1-2-6 15,1-2 2-15,2-3-8 0,2-4-2 0,0-3-9 0,1-2-4 0,1-2-5 16,3 0-8-16,0-3-5 0,1-1-14 0,1-3-20 0,0-2-34 0,2-2-48 16,1-2-63-16,2-1-52 0,1-3-166 0</inkml:trace>
  <inkml:trace contextRef="#ctx0" brushRef="#br0" timeOffset="52519.79">26352 3903 1918 0,'-17'-26'-29'0,"3"1"36"0,0-3 8 0,7 7 2 0,4 6-2 0,0 1-3 15,1 1-5-15,0 2-10 0,1 1-3 0,0 2-11 0,0 2-15 0,1 2-11 16,0 0-32-16,0 0-26 0,0 1-10 0,0 0 1 0,0 0 16 16,0 1 27-16,1-2 14 0,-1-1 15 0,1 1 13 0,0-3 10 0,0 0 8 15,1-2 4-15,0-1 3 0,0-1 6 0,2-2 1 0,0 0 5 16,3-2 8-16,1-2 4 0,3-1 6 0,3-2 6 0,2-1 3 0,3-1 0 15,4-2 0-15,3-1 3 0,2 1-4 0,5 0 1 0,2 3-3 0,2 0-5 16,6 1-6-16,1 1-6 0,2 1-4 0,1 2-1 0,1 1-2 16,1 2-2-16,0 3-2 0,1 1 3 0,1 2-4 0,0 1-2 0,0 1-2 15,0 3-5-15,0 2 0 0,0 2-3 0,0 3 3 0,0 3-3 0,0 0 3 16,-1 3-1-16,-1 1-1 0,0 2 1 0,1 4 3 0,-2 0 2 16,-1 0-1-16,0 2-2 0,-1 1-2 0,1 1-5 0,-2 2 2 0,0 3 1 15,-2 1-1-15,1-1 3 0,-3 3-2 0,-1 0 0 0,1 1 1 16,-2 2-1-16,0 3 1 0,-1 0 4 0,-2 3-5 0,-1 1 0 0,-3 0 1 15,-1 3-2-15,-2 1 5 0,-3-1 1 0,-2 1-3 0,-4 4 0 0,-1-1 1 16,-5 2-2-16,-1-2 2 0,-2 0-1 0,-4-2 1 0,-3 0-1 16,-3-2-4-16,-4-1 5 0,-3-3 2 0,-3-2 2 0,-2 1 5 0,-2-4-1 15,-3-1-1-15,-3-3 2 0,-3-2-2 0,-4-2-1 0,-5 0-3 0,-2 0-2 16,-4-3-7-16,-5-1-1 0,-3-3-1 0,-5-3-5 0,-4-1 4 16,-3-1-1-16,-5-2 4 0,0-4 9 0,-3-1 3 0,-1-2 7 0,0-3-1 15,1-2-4-15,-1-2 1 0,0-2 0 0,1-2 4 0,2-1 10 0,0 1-4 16,1-3 4-16,0 0-5 0,2-1 0 0,3-1-1 0,3 0 0 15,2 0-3-15,3-2 2 0,3-2 0 0,1-2 1 0,4 1-2 0,3-2-5 16,2 0 3-16,2 0-6 0,0 1 2 0,3-2-2 0,1-1-2 16,4-1 0-16,1-3-1 0,2-1-2 0,1-2-6 0,1-2-2 0,3 1 1 15,1-3 0-15,2-1 2 0,2-1 1 0,2-2-12 0,3 0-5 16,1-2-13-16,1 1-12 0,1-1-20 0,1-1-32 0,2-1-58 0,1 0-44 16,1 0-20-16,2 0-18 0,0-3 40 0,4-3 15 0,2-3-90 0</inkml:trace>
  <inkml:trace contextRef="#ctx0" brushRef="#br0" timeOffset="53437.62">29474 2904 7 0,'3'-10'5'0,"2"-4"5"16,0-3 10-16,2 1 12 0,-1 2 4 0,1-1-1 0,2 0 1 0,0 0-5 15,2 0-2-15,0 0-2 0,1 0-6 0,3-2 1 0,1 2 2 0,0-3 3 16,2-1 1-16,2 1 4 0,2 1 1 0,0-1 5 0,2-1 2 16,-1 1-2-16,3-2 3 0,2 0-1 0,2 2 0 0,2-3-2 0,0 0-1 15,1-1-7-15,4-1-6 0,3 0-3 16,3 1-5-16,5-1 1 0,0 1-4 0,2-1 0 0,3 0-1 0,1 0 1 0,3-2 1 0,3 1 2 15,2 0-3-15,3 0 0 0,2 3 2 0,1 2-2 0,1 2 0 0,1 1 1 16,0 3-2-16,0 0-1 0,0 2-1 0,1 2-3 0,-1 3 1 16,-1 2-3-16,-1 2 0 0,1 2-4 0,2 2-1 0,-1 3-1 0,1 1 1 15,2 3-3-15,2 1-1 0,2 1 2 0,3 1-3 0,-40-5 6 0,9 2-2 16,-1 2-2-16,11 3 0 0,-2 2-5 0,10 1-3 0,-1 3-2 16,9 4-1-16,-3 0-5 0,-1 3 11 0,-4 0-2 0,-33-12-2 0,2 2 0 15,-2 1-11-15,2 3 0 0,-3 2 4 0,4 1 3 0,-4 3 1 16,3 3 3-16,-4 2-2 0,2 2 4 0,-4 3 0 0,1 3 1 0,-3 2 4 15,1 5-3-15,-6 0 2 0,1 4 1 0,-4 2 2 0,-6 0 4 0,-3 3 5 16,-3 0 3-16,-5 1 2 0,-5 2 1 0,-4 0-2 0,-3-1 1 16,-4-1 1-16,-3 0 0 0,-4-3 3 0,-3-1 2 0,-29 45 10 0,-3-12 5 15,-1-13 6-15,1-15 4 0,3-14 6 0,2-12 0 0,3-12 4 0,7-7 0 16,0-5-8-16,-1-5 0 0,-2-1-8 0,-1-4-7 0,-2-1-3 16,-1-3-7-16,-2-2-5 0,-3-1-12 0,-10-3-3 0,-41-11-5 0,8 1 5 15,14 3 8-15,21 2 2 0,-2 0-2 0,0-3-6 0,-2 2-5 16,-1-1 0-16,1 1-6 0,0-1-10 0,2-1-9 0,1 0-14 0,3 2-22 15,3 0-31-15,1 1-41 0,1-2-41 0,3 1-38 0,3-1 18 0,1-3-156 16</inkml:trace>
  <inkml:trace contextRef="#ctx0" brushRef="#br0" timeOffset="66521.07">21956 3794 531 0,'-1'-1'146'0,"0"0"-59"0,0 0-5 0,0 0 7 0,1 0 13 16,0 0 0-16,0-1-14 0,0 1-12 0,0-2-10 0,1 1-3 0,-1 0 9 15,1 0 0-15,0 0 1 0,-1 0 0 0,0 0-5 0,0 1 3 16,0-1 7-16,0 1-2 0,-1-1-1 0,0 1-1 0,1 0-8 0,-2 1-2 16,0 0-3-16,-1 0-1 0,0 1-1 0,-2 1-6 0,-1 0-4 0,-1 2-9 15,1 1-4-15,-2 1-5 0,-2 0-13 0,0 1 0 0,0 1-12 16,-1 0-1-16,0 1 5 0,-2 0-2 0,1 1 5 0,-1 1-4 0,1-1-4 16,1 0-5-16,-1-1 1 0,1 1 4 0,0 1 8 0,1-1 2 15,0 0 0-15,2 0 0 0,0 0-3 0,2 0 3 0,0 0-2 0,1 0 2 16,0 0 2-16,1 0-2 0,0-1 1 0,2 1-5 0,0 1 1 0,1-1-1 15,1 0-6-15,0-1 2 0,1-1-1 0,1-1 0 0,1 0 2 16,1 0 1-16,1-1-2 0,1 0-1 0,1 0 0 0,1-1-1 0,2 0-2 16,1-1 1-16,2 0-1 0,1-2-1 0,0 1 0 0,0-1-1 0,2-2-1 15,1 2 2-15,2 0-2 0,-2 1 9 0,2 1 1 0,-1 0 2 16,-1 3-1-16,1 0-11 0,0 0-2 0,0 2-2 0,-2 2 4 0,0 0-1 16,-1 2-1-16,0 1 2 0,-2 0 2 0,-2 0-1 0,-1 0 6 15,-2 1 2-15,-2 0 2 0,-2 1 3 0,-1 0 1 0,-1 1 1 0,-2 1 3 16,-2 0 1-16,-1 2-6 0,-1-1 6 0,-2 0-8 0,0 0-7 0,-2 0 4 15,-3-1-12-15,1-1-1 0,-1-1 11 0,-1 0-1 0,0-2 6 16,-1 1 1-16,-1-2-10 0,1-1 3 0,0-1-4 0,-2-1 3 0,2-3-5 16,1 0 2-16,0 0-11 0,0-1-4 0,2 0 2 0,0-1-5 0,1 0 13 15,1 0-4-15,1 0 0 0,0 0-4 0,1-2-5 0,1 1-5 16,1-1-6-16,1 0-8 0,-1-1-16 0,1-1-19 0,1 0-34 0,0-1-41 16,1-2-38-16,1-1-68 0,0-1-94 0,1-3-83 0,0-3-50 15,2-2 57-15,1-3-97 0</inkml:trace>
  <inkml:trace contextRef="#ctx0" brushRef="#br0" timeOffset="67171.07">22115 3714 1376 0,'-3'-2'367'0,"-2"1"-152"0,1 1 20 0,0-1-10 0,0 2-15 0,2-1-30 15,1 2-46-15,0 0-32 0,0 0-20 0,0 1-10 0,0 0 1 16,0 1-9-16,1 1-6 0,0 1-3 0,-1 0-7 0,2 2-2 0,-1 0-8 16,1 2-4-16,0 1-10 0,1 1-1 0,0 2-1 0,2 1-8 0,2 1-7 15,-1 2-12-15,2 2 6 0,2 0-1 0,1 3 2 0,0-1 10 16,2 3-14-16,0-1-2 0,0 0-2 0,3 1-1 0,-1-3-3 0,0 0 5 16,-2-2-3-16,1-1-7 0,0 0-8 0,-1-1-11 0,1-1-1 0,-2-2-12 15,0-1-8-15,-1-2-16 0,0-1-20 0,-1-2-14 0,-1-2 2 16,-2 1-8-16,-1-1 0 0,-1-2 8 0,0 0 5 0,-1-2 13 0,-3-1-1 15,-1-2-17-15,-1-1-25 0,-1 0-23 0,-1-2-8 0,-2-1-2 16,1-1-3-16,-4-1-7 0,0 0 0 0,-1-1 16 0,0 0 27 0,-1-1 35 16,1-1 35-16,0 1 25 0,-1 0 18 0,1-1 20 0,1 1 18 0,-1 2 25 15,1 0 31-15,-2 1 31 0,2 2 17 0,-1-1 11 0,2 3-7 16,1 0-11-16,1 1-7 0,1 1-14 0,1 0-5 0,1 0-8 0,1 1-9 16,0-1-1-16,1 1-8 0,0-1-4 0,1 0-4 0,0-1-4 0,1-1-3 15,-1 0 0-15,2-2-4 0,0 1-7 0,1-2-2 0,-1 0-6 16,3-1-3-16,0 0 0 0,1-1-5 0,0 0 0 0,0-1-1 0,2 1-5 15,1 1-1-15,-1-1-5 0,0 1 1 0,-1 0 0 0,1 1 3 0,1 0 1 16,-1 0-4-16,2 0-1 0,-1 1 1 0,0 0 2 0,0 0 3 16,1 0 1-16,0 1-6 0,0 0 1 0,1 1-4 0,0-1 0 0,-1 1-1 15,1 0-6-15,1 0 3 0,-1 0-4 0,0-1-1 0,1 1-1 16,-1 1 2-16,1-1-6 0,-2 0 0 0,0 1 6 0,-1 0-4 0,0 0 7 16,0 1-2-16,-1 0 2 0,-1 0 3 0,0 1 3 0,-2 0 1 15,-1-1 5-15,-1 2 2 0,-1-1 8 0,-1 0-1 0,-1 1 8 0,-1 0-11 16,0 0-5-16,-3 0-2 0,0 0-9 0,-1 0 7 0,-2 0-5 0,1 0 2 15,-3-1-4-15,0-1 0 0,0 0 2 0,-1-1-2 0,0 0 1 16,0-2-1-16,1 0-2 0,-1-1 8 0,1-2 0 0,1-1 3 0,-1-1 8 16,1 0-3-16,0-1 1 0,1-1-3 0,1 0-8 0,1-1-2 0,3 2-2 15,1 0-3-15,1 1 0 0,0 1-2 0,1 0 1 0,1 0 1 16,-1 1-4-16,2 0-2 0,-1 0 2 0,1 1-2 0,0 0 2 0,1 0-6 16,0 1-6-16,2-1-1 0,0-1-2 0,-1 1-12 0,1-1-12 0,0 1-32 15,-2-2-39-15,2 1-31 0,-2-1-50 0,2 0-57 0,0-1-91 16,-1 0-124-16,0 0-103 0,1 0-3 0,-1 1-113 0</inkml:trace>
  <inkml:trace contextRef="#ctx0" brushRef="#br0" timeOffset="67487.07">22520 3871 729 0,'-2'7'441'0,"2"1"-177"15,-1 2-26-15,1-1-15 0,0-1-15 0,1 0-32 0,0 1-37 16,1-1-30-16,1 0-16 0,1 1-10 0,0-2-5 0,-2 0-5 0,3 1-16 15,0-1-8-15,1 0-16 0,0-1-8 0,0-1-2 0,0-1-6 0,-1 0-3 16,1-1-4-16,0-1-6 0,1-1-3 0,-1-1-1 0,2-1 2 16,0-1-4-16,0-1 1 0,-1 0-4 0,1-2-1 0,-2 1 1 0,1-2 0 15,-1 0 5-15,-2 0-5 0,1-2 5 0,-3 1 1 0,2-1-2 0,-2-1 4 16,-1 0-1-16,0 0-2 0,-1-1 2 0,0-1-2 0,1 1 5 16,-2 1-9-16,0-1-1 0,-1 3 12 0,1 1-5 0,0 0 8 0,0 1 8 15,2 0-11-15,-2 1-2 0,1 2 0 0,1 0 0 0,0 2-3 16,1 0 7-16,-1 2-2 0,1 0 0 0,0 1-2 0,1 1 2 0,1 1-12 15,1 0 1-15,-1 1-1 0,1 0 5 0,0 1 7 0,1 0 4 0,0 1-1 16,0 0-12-16,0-1 1 0,1 1-1 0,1-1-3 0,0 0-2 16,0-1 0-16,0 0-7 0,1-1-4 0,-3 0-10 0,0-1-19 0,0-2-43 15,0 0-61-15,0-1-84 0,-1 0-129 0,0-2-111 0,0-1-78 0,-1 0 70 16,0-2-62-16</inkml:trace>
  <inkml:trace contextRef="#ctx0" brushRef="#br0" timeOffset="67771.07">22994 3649 794 0,'0'-1'431'15,"0"1"-149"-15,1 0-47 0,-1 0-23 0,0 0-20 0,-1 0-29 0,0-1-34 16,0 1-28-16,-2-1-16 0,1 0-10 0,-2 0-11 0,-1 0-11 16,0 1-13-16,-1 1-8 0,0 0-11 0,0 1-4 0,-2 0-6 0,0 1-3 15,-1 0-1-15,0 2-4 0,0 0 6 0,0 2-13 0,1 0-1 0,0 1 2 16,1-1-4-16,0 3 12 0,1-1-5 0,1 1 5 0,0 0 0 15,3-1-1-15,1 0 1 0,3-1-2 0,3 1-1 0,-1 0-2 0,3-1 0 16,-1 0-2-16,2 0-3 0,0-1 3 0,1 0-3 0,2-2 4 16,1 1-5-16,1-1 1 0,-1-1-5 0,1 0-19 0,1-1-8 0,0 1-6 15,2-1-3-15,-2 0-18 0,0-1-22 0,1-2-47 0,-1-2-42 0,0 0-20 16,-2-2-25-16,0-1-12 0,-1 0-28 16,0 0-20-16,-2-2-9 0,0 0 19 0,-2 0 65 0,0-2-102 0</inkml:trace>
  <inkml:trace contextRef="#ctx0" brushRef="#br0" timeOffset="67956.07">23164 3182 1200 0,'-3'-8'516'15,"0"0"-196"-15,-1-1-61 0,0 5-30 0,1 1-26 0,1 3-22 0,1 1-29 16,1 1-25-16,-1 3-7 0,0 1-4 0,0 1-8 0,1 2-7 16,-1 3-12-16,1 0-16 0,0 1-17 0,1 2-1 0,1 2-10 0,-1 1-2 15,3 3 1-15,0 2-18 0,1 0 0 0,0 3-20 0,2 0-6 16,-1 0 0-16,2 2 0 0,-1-2 0 0,1 2 0 0,1-2 0 0,0-1 0 15,-1-2 0-15,1-3 0 0,0-3-20 0,1-1-36 0,0-4-23 0,-1-1-40 16,0-2-36-16,1-1-46 0,-1-2-63 0,1-1-76 0,0 0-172 0,-2-1-263 16,1-1-184-16</inkml:trace>
  <inkml:trace contextRef="#ctx0" brushRef="#br0" timeOffset="68154.07">23069 3630 1215 0,'-5'3'434'16,"0"0"-214"-16,-1 0-24 0,2 0-21 0,2-2-19 0,1-1-24 0,1 0-30 16,1-2-29-16,1 0-6 0,1 0-3 0,1-2-5 0,1 1-2 15,-1-2-16-15,3-1-15 0,-1 0-11 0,0 0-8 0,1-1 0 0,1 1 0 16,0-1-2-16,0 0-5 0,0 1-5 0,1 0-7 0,-1-1-14 0,0 0-19 16,0 0-42-16,0-1-56 0,1-1-73 0,-1 0-95 0,0 1-97 15,1 1-100-15,-1-1 14 0,2 0-117 0</inkml:trace>
  <inkml:trace contextRef="#ctx0" brushRef="#br0" timeOffset="69106.07">19112 1679 1230 0,'-1'-3'52'0,"1"0"-107"0,0-1 3 0,0-1 5 15,1 0 28-15,0-2 74 0,0 1 9 0,0 0-1 0,-1-1-10 0,1 1-74 16,1 0-14-16,-1 2-6 0,0-1 10 0,2 0 14 0,0 1 10 0,1 1 4 16,1 0-2-16,-1 1 2 0,0 2-1 0,0-1-8 0,-2 2 0 15,1 1-12-15,0 0-11 0,0 1-7 0,0 1-17 0,0 1-9 0,0 1-8 16,0-1-2-16,1 1 4 0,-1 0-2 0,0 0 5 0,0 0 7 15,1-1 12-15,-1-1 15 0,1 0 12 0,-1-1 8 0,1-1 0 0,-1 1-2 16,0 0 0-16,-1-1 0 0,1 0 4 0,-1 1 3 0,0-1 4 16,0 0-3-16,0 0-14 0,-1-1-111 0</inkml:trace>
  <inkml:trace contextRef="#ctx0" brushRef="#br0" timeOffset="69338.07">19119 1479 1407 0,'-2'3'84'0,"-1"2"-66"0,1 1-17 0,0 1-7 0,1 4 8 0,0 3 7 16,2 2 3-16,3 3 11 0,1 4 2 0,1 3 15 0,2 2 17 15,2 4 23-15,1 2 14 0,2 5 3 0,1 3-16 0,6 9-43 0,16 39-13 16,1-2-16-16,-1-8-6 0,-5-17 11 0,1 3-2 0,2 2-5 16,0 1-3-16,3 2-2 0,0 0-11 0,-1 0-5 0,3 2-2 0,-2-2 2 15,1-2 8-15,-2-1 7 0,-1-4-4 0,0-5 5 0,-5-5-4 0,-1-4 1 16,-3-6 7-16,-3-5-18 0,-2-5 7 0,-3-6-3 0,-1-2-1 15,-3-3 11-15,-2-1-6 0,-1-4-7 0,-3-4-14 0,-1-5-39 0,-1-3-64 16,-3-3-49-16,-2-5-41 0,-4-4-6 0,-1-4 14 0,-2-6 14 0,-3-6 12 16,-1-5 20-16,-2-6 42 0,-2-3-135 0</inkml:trace>
  <inkml:trace contextRef="#ctx0" brushRef="#br0" timeOffset="69954.07">19937 865 1566 0,'1'0'48'0,"0"0"-43"16,1 1-12-16,0 1 5 0,1 1 11 0,1 1 8 0,1 1 15 0,0 1 12 16,1 3 11-16,0 2 20 0,2 3 13 0,0 1 13 0,1 3-4 15,2 4-9-15,10 27-45 0,2 6-19 0,0 6-6 0,-1 5-10 0,2 2 23 16,-1 2 0-16,0 1-7 0,0-1-3 0,1 0-4 0,0 3-4 0,27 71-26 16,-3-14-4-16,-6-20 1 0,-5-22-7 0,-3-13 17 0,0-2-10 15,2-3-15-15,0-2-22 0,0-5-28 0,1-3-232 0,-2-4-19 0,0-2 29 16,-2-3 36-16,0-5 182 0,-5-5 40 0,-2-9 7 0,-6-6-4 0,-3-6-24 15,-2-5-36-15,-3-4-18 0,-2-3 11 0,-2-5 12 0,-2-4-124 16</inkml:trace>
  <inkml:trace contextRef="#ctx0" brushRef="#br0" timeOffset="70139.07">20577 626 1932 0,'-1'-1'962'0,"1"1"-960"0,0 0-24 0,0 0-8 16,1 1 13-16,1 0 29 0,0 1 32 0,1 1 6 0,1 2-7 0,2 1-9 16,1 3-67-16,2 3 4 0,1 2 7 0,1 4 4 0,2 3 50 0,2 5-5 15,3 5-5-15,1 5-5 0,22 46-58 0,1 12-18 0,4 9-6 16,-2 4-26-16,0 5 18 0,-2-2-31 0,-1-4-42 0,-4-11-53 0,31 69-99 16,-9-33-169-16,-9-31-80 0,-7-25-139 0</inkml:trace>
  <inkml:trace contextRef="#ctx0" brushRef="#br0" timeOffset="70506.07">18284 2317 3060 0,'6'-13'-76'0,"6"-4"-37"0,8-8-3 15,9-5 17-15,8 0 55 0,8-4 41 0,6-5 10 0,5-2-4 0,-26 17 11 16,9-4-1-16,2-4-5 0,10-4 5 0,3-3-15 0,10-6-4 15,1 0 3-15,12-8-7 0,2 0-1 0,1 0-2 0,4 0-5 0,2 0-1 16,0 0-8-16,3 1 0 0,-45 25 24 0,7-1-11 0,-1-1-3 0,8-1-13 16,-2 0-39-16,5-1-2 0,0-1-7 0,4-1-4 0,-2 0 0 15,5-1-14-15,-1 1-8 0,3-4-20 0,-2 4-18 0,3-3-22 0,-3 3-25 16,3-2-16-16,-4 4-1 0,-3 1 28 0,-4 4 7 0,-4 1 20 0,-3 4 44 16,-5 2-101-16</inkml:trace>
  <inkml:trace contextRef="#ctx0" brushRef="#br0" timeOffset="70722.07">19278 2615 2522 0,'-24'29'372'0,"2"0"-388"0,-2 6-30 0,11-11-25 16,11-7-9-16,7-6 32 0,7-5 32 0,6-4 21 0,4-5 14 15,7-6 5-15,4-4-4 0,7-7-1 0,4-3 6 0,6-7 1 0,5-5 7 16,7-5 0-16,6-6-12 0,6-4-4 0,4-3-15 0,5-6-7 0,4-4 0 15,5-3-7-15,3-3 0 0,3-2-2 0,-47 34 20 0,13-10-1 16,1-3-15-16,14-9-18 0,2-2-55 0,13-9-62 0,0-3-82 0,15-11-89 16,-55 43-58-16,7-6-66 0,0-1 10 0,7-4-32 0</inkml:trace>
  <inkml:trace contextRef="#ctx0" brushRef="#br0" timeOffset="73021.07">21945 3055 1473 0,'-53'19'65'0,"-3"5"-59"0,-11 9 14 0,15 0-15 0,11 0-15 16,1-1-11-16,5 2-10 0,-1 1-18 0,3 2-17 0,2 3-12 0,3 2-14 15,1 2-5-15,3 5 15 0,2 2 9 0,2 1 16 0,4 1 12 16,0 0 5-16,2 2 7 0,2 0 3 0,3 0 6 0,1 2 6 0,2 1 5 16,3 0 6-16,1 2 1 0,2 0 4 0,2-1 3 0,1-1 5 15,2-2 1-15,2-3 3 0,0-2 1 0,4-3 4 0,2-1 7 0,1-4 6 16,4 0 4-16,1-2 1 0,4 0-2 0,3-3-2 0,3 0 1 0,1-1 0 16,4-3 3-16,3-3-5 0,2-3-4 0,3-2 0 0,2-2-2 15,4-3 2-15,4-1-2 0,3-2 8 0,5-6-5 0,3 0-7 0,3-2 0 16,2-2-15-16,3-2-3 0,0-1-1 0,4-2-1 0,2-4-3 0,-1-3 2 15,2-2 1-15,1-4-1 0,-1-2 0 0,0-2 3 0,0-1 2 16,-1-4 5-16,-2-2 3 0,-4-1 2 0,0-3 5 0,-2 0 7 0,-2-4 4 16,-3-2 9-16,-1-4 6 0,-3-2 6 0,-3-2 6 0,-1-2 4 15,-5-2-1-15,-1-4-2 0,0-2-5 0,-4-3-5 0,-2-2-8 0,-1-2-6 16,-1-2-15-16,-2-1-6 0,-2-2 0 0,-2 2-6 0,-3-1 2 0,-1 0 0 16,-4 1-6-16,-3 2 4 0,-5-1-5 0,-6 1-6 0,-3 0-5 15,-2 2-5-15,-5 0 5 0,-4 0 3 0,-5 1 8 0,-4 2-4 0,-5 0 0 16,-3 2-3-16,-7-1-8 0,-5 2 6 0,-7 2 1 0,-3 2 7 0,-5 2 13 15,-4 2 5-15,-4 4 11 0,-4 3 5 0,-3 3 7 0,-3 3 4 16,-3 4 1-16,-5 2 8 0,-4 3-3 0,-2 3-6 0,-5 3-3 0,-3 3-10 16,-1 4-7-16,-5 5 0 0,1 3-3 0,-4 4-15 0,-1 6-3 0,-2 4-9 15,0 6-15-15,-1 5 3 0,-1 3-5 0,0 6-1 0,2 5 2 16,1 6-17-16,0 7-19 0,3 8-24 0,-1 8-18 0,6 6-13 0,3 9-17 16,5 6-23-16,4 4-40 0,5 7-38 0,4 0-28 0,6 2-8 15,3 3-67-15</inkml:trace>
  <inkml:trace contextRef="#ctx0" brushRef="#br0" timeOffset="77590.82">28369 3213 1645 0,'-14'1'-61'0,"-4"1"-7"0,-4 2 19 0,-2 4 35 0,0 2 13 16,0 3 2-16,-3 3-1 0,-2 0-4 0,-2 3-2 0,-2 4-4 0,-3 2-6 16,1 3-10-16,-2 1-8 0,-2 2 0 0,0 1 1 0,-1 3 2 15,-2-1 2-15,3-1 0 0,0 1-1 0,-2-4 4 0,1 3 6 0,0 0 0 16,-1 0 8-16,1 2 2 0,-2 1-2 0,-2 2 11 0,1 2-1 16,-1 3 3-16,-2 1 6 0,0 2 3 0,-1 2 6 0,0 5 4 0,-1 1 3 15,0 1 3-15,0 2-3 0,0-1-4 0,1 2-7 0,-1 4 0 0,2 0-1 16,0 1-1-16,3 1 1 0,1-1-5 0,2-2-6 0,1-2-2 15,2-5 0-15,2-5 1 0,4-4 1 0,2-2 1 0,2-7-5 0,2-3-2 16,1-5 2-16,2-4-2 0,1-2 3 0,1-3-14 0,-1-3-23 0,2-3-56 16,0-5-72-16,-1-2-46 0,1-4-4 0,-1-6-92 0</inkml:trace>
  <inkml:trace contextRef="#ctx0" brushRef="#br0" timeOffset="78771.94">26247 3532 1372 0,'22'11'-51'0,"9"4"5"0,11 5 29 16,5 4 15-16,2-1 3 0,4 0 0 0,4 4 0 0,6 0-5 0,2 4-5 16,6 0-1-16,4 2-2 0,2 1 0 0,6 3 3 0,-1 1-3 0,3 1 5 15,2 3-2-15,-1-1 6 0,1 1 5 0,-3 2 4 0,-1-1 8 16,-2 0 0-16,0 0 3 0,-2-3 0 0,-2-1-3 0,-5-1-1 0,-1-1 0 15,-5-3-8-15,-3 0 13 0,-2-3 0 0,-3 0 1 0,-3-2 4 16,-4 0-8-16,-2-2 2 0,-2-1-4 0,-3-2-2 0,-2-2-4 0,-2 0-4 16,-4-1-1-16,-2-2-3 0,-4 1 0 0,-1-1 0 0,-3-3-4 0,-2 1 1 15,-1-2 0-15,-4-3 4 0,0-1-6 0,-3-2-2 0,-2-1-15 16,0-1-27-16,-2-1-61 0,-1-2-61 0,-2-1-32 0,-1-3-12 0,-2-3 43 16,1-1 51-16,-1-4 36 0,0-3-113 0</inkml:trace>
  <inkml:trace contextRef="#ctx0" brushRef="#br0" timeOffset="79138.94">32243 2248 7 0,'-29'3'456'0,"22"-3"672"0,-2-3 588 0,-4 0-1846 0,-3-3-10 0,-6-1 51 16,-15-9 56-16,0 1 34 0,3 5-4 0,9 6-43 0,-2 3-43 16,-1 4-51-16,-3 6-60 0,0 6-26 0,-3 3-11 0,0 6 17 0,-2 5 45 15,-3 3 51-15,2 4 54 0,-2 3 38 0,0 2 23 0,-1 2 10 16,-2 1 2-16,-3 1 5 0,-1-1 2 0,-3 2 5 0,-1 0-5 0,-2 2-1 15,-2 4-4-15,-1 4-6 0,-4 2-4 0,0 2-3 0,-3 0-1 0,2-1 1 16,1 0 8-16,0-3-4 0,2-1 6 0,1-5 3 0,3-4 1 16,4-5 6-16,2-2-4 0,3-5-1 0,1-2-5 0,3-4-2 0,0-3-2 15,5-4-3-15,-1-3-10 0,3-2-24 0,-2-4-42 0,0-4-21 0,2-5-26 16,-3-3-6-16,-1-3 7 0,-2-5-7 0,-1-4 0 0,0-4 17 16,-2-6 29-16,-1-4-151 0</inkml:trace>
  <inkml:trace contextRef="#ctx0" brushRef="#br0" timeOffset="79338.94">29433 2450 478 0,'-12'-40'60'0,"-2"-4"-63"16,-2-8-7-16,1 8 1 0,3 7 2 0,3 3-5 0,0 2-1 16,3 2-2-16,2 3-3 0,3 2-4 0,4 1-4 0,2 3 1 0,5 2 4 15,2 2 6-15,5 5 7 0,3 5 7 0,3 5 6 0,0 3 14 0,5 5 16 16,0 5 13-16,5 3 3 0,1 3-1 0,3 4-7 0,4 3-5 16,3 5 6-16,3 1 4 0,6 5 7 0,3 4 1 0,5 2 5 0,4 1 1 15,4 3-3-15,6 0 1 0,5 0-3 0,3 3-10 0,7 1-12 0,2-1-5 16,3 0-10-16,2 1-1 0,3 1-4 0,0 1-6 0,4 2-4 15,0 0-10-15,-1 0-9 0,-1 0-10 0,-1-1-14 0,-3-1-9 0,-2 1-14 16,-2-2 1-16,-4-2-5 0,-4 0-12 0,-4 0-6 0,-44-24-33 16,10 6-34-16,-1-2 1 0,9 8-154 0</inkml:trace>
  <inkml:trace contextRef="#ctx0" brushRef="#br0" timeOffset="86905.9">23026 5802 2624 0,'-4'-19'74'0,"0"2"-113"0,0-3-54 0,4 5-1 0,2 6 17 0,0 0 3 15,1 1-8-15,-1 1-40 0,0-1-47 0,0 0-40 0,-1 1-19 16,-2-1-5-16,-1 2 5 0,-2 0 37 0,-2 0 50 0,-1 0 53 0,-1-1 50 15,0 0 34-15,-2-1 29 0,-1 0 28 0,-1-1 35 0,0 0 35 16,-1 0 27-16,-1-2 16 0,1 1 2 0,1-1-17 0,-1 1-11 0,1 1-20 16,-1 0-13-16,1 3-4 0,2 0-9 0,-1 2-6 0,0 1-11 0,0 2-9 15,1 0-14-15,-1 2-5 0,1 1-8 0,-3 2-11 0,0 2-8 16,0 2-5-16,0 3-4 0,1 3-2 0,-3 2 0 0,0 4 0 0,-3 1-2 16,1 3 6-16,-3 0-11 0,-1 3-4 0,-1 0 10 0,-4 2-4 0,2 2 6 15,-4 1 0-15,0 0-7 0,-3 2 0 0,-2 0-5 0,-2 3 2 16,-3 2-2-16,-3 1 0 0,-1 2 0 0,-2-1 1 0,0-1 2 0,-2 0-1 15,0 1-2-15,0-3-14 0,1 2 10 0,-2-2-2 0,4 0 8 16,1-1 14-16,0-2-13 0,6-2 0 0,1-1 0 0,1-1-3 0,3-2 0 16,-1 1 3-16,4-2-4 0,2 0 2 0,2-1 3 0,4-3-9 0,-1 0 3 15,3-1-3-15,2 0-1 0,0 0 4 0,3-2-9 0,1 1-3 16,2-2-5-16,2 0-13 0,2-2-14 0,1 0-15 0,1-3-23 0,3-2-10 16,1 0-11-16,3-3-14 0,3 1-18 0,1-3-42 0,1-1-39 0,3-2-47 15,2-2-23-15,3-2 15 0,3-3 37 0,1-5 64 0,5-5-79 16</inkml:trace>
  <inkml:trace contextRef="#ctx0" brushRef="#br0" timeOffset="87238.9">22465 5689 2730 0,'-3'-4'234'16,"3"2"-270"-16,1 2-55 0,7 6-1 0,2 3 27 0,6 4 34 0,3 5 17 16,1 3 4-16,2 3 5 0,2 3 4 0,-2 2-7 0,3 0 1 0,1 2 4 15,1 0-2-15,2 2 2 0,2 3-2 0,0 0 4 0,1 1 1 16,2-1-2-16,1 0 2 0,0 0-5 0,2 0 4 0,-1 2-1 0,-2-1-9 16,0 0 11-16,-1 2-3 0,0-2 5 0,-1 1 9 0,0-2-10 0,-2-1-1 15,0 0 5-15,-2-2-2 0,0 1 2 0,-1-1 6 0,-2 0-3 16,-1-3-1-16,-2-1 4 0,-1-2-5 0,-1 0 2 0,-3-2 2 15,1 0-4-15,-2-1-3 0,-1-1 1 0,-3-1-3 0,-1 0-4 0,-1-3-5 16,-2-1-8-16,-2 0-2 0,-1-1-23 0,-5 1-29 0,-3-1-46 0,-2 0-52 16,-4-2-45-16,-2 0-39 0,0-2-19 0,-2-1-28 0,-2-3 9 0,-1-1 19 15,-2-4 47-15,0-3 46 0,-1-5-29 0</inkml:trace>
  <inkml:trace contextRef="#ctx0" brushRef="#br0" timeOffset="87671.9">23059 5675 2788 0,'-6'-6'246'0,"2"2"-238"0,0 0-66 15,4 4-15-15,5 2 8 0,4 3 25 0,5 3 27 0,3 2 3 16,6 3 6-16,4 2 3 0,4 3-2 0,5 3 7 0,6 1-4 0,3 4 2 15,4 2-4-15,5-1 1 0,4 2 1 0,3 1-2 0,1 1 2 16,3 1 0-16,-1 3-1 0,2-2-3 0,2 0 8 0,0-1 2 0,-1 0 6 16,2 1 6-16,-1-1 2 0,-1 2 1 0,-1 0 3 0,0 1-1 0,0-2 3 15,-1 2 4-15,0-2-4 0,1 1-1 0,-2 2-6 0,-1-3-3 16,0 2-2-16,-1-1-2 0,-2 2 3 0,-1-1-8 0,-2 0 5 0,-2 0 9 16,-1-3-7-16,-2 0 11 0,-2-3-6 0,-3 1-8 0,-3-3 5 0,-3 1 1 15,-2-3-15-15,-3-2 4 0,-2-2 8 0,-4-2-9 0,-3-2 15 16,-3 0-2-16,-2-2-9 0,-1-2 0 0,-3 0 0 0,-1-2-2 0,-2 0 2 15,-1-2-6-15,-2 0 5 0,-1-2 1 0,-1 0-6 0,-1 0 6 16,0-1-7-16,-2-1 4 0,-1-1 1 0,0 0-2 0,-2-1-1 0,1 0-4 16,0-1 4-16,-1 0-4 0,0 0 0 0,0-1 1 0,1 0 3 0,-2 0 5 15,0 0-5-15,0 0-1 0,0 0-6 0,0-1-6 0,0 0-2 16,-1 0-2-16,1-1-3 0,-1 0-4 0,-1 0-2 0,1 0-3 0,0 0-9 16,-1 0-7-16,1-1-14 0,-1-1-11 0,0 1-14 0,1-1-17 0,-1 0-15 15,1 0-25-15,-1-1-33 0,0-1-37 0,-1-1-48 0,-1-2-59 16,0 0-73-16,-2-3-27 0,-2-2 43 0,-1-4-80 0</inkml:trace>
  <inkml:trace contextRef="#ctx0" brushRef="#br0" timeOffset="88338.9">20909 6176 2738 0,'-7'-15'12'0,"3"-1"-93"0,1-4-36 0,8 1-5 16,5 2 19-16,7-1 26 0,4-2 27 0,5-1 18 0,5 0 13 0,0-1 6 16,3 0 3-16,3 3 1 0,2-1-2 0,4 2 0 0,2 2-4 0,6 0 1 15,2-1-7-15,4 1 5 0,4 2-1 0,3-1 2 0,5 1 8 16,3 0-6-16,2-1 9 0,4 1-3 0,3-1 3 0,4-1 4 0,4 2-1 16,4 0 4-16,1 0-2 0,3 0 3 0,2-1-4 0,1 2 6 0,4 0-5 15,1 1-2-15,1 2 3 0,1 0-2 0,1 2 5 0,0 3-3 16,2 0 1-16,2 2-3 0,1 1 0 0,0 1 4 0,4 1-2 15,-2 2-2-15,1 2 3 0,2 2-3 0,-1 0 4 0,1 3 4 0,0 2-2 16,0 2 5-16,0 2-4 0,-3 1-4 0,-1 4-2 0,-1 1 1 0,-4 2 2 16,-2 3 3-16,0 1 4 0,-3 5-2 0,-4 1 1 0,-2 4 8 0,-3 1 1 15,-3 5-3-15,-1 4 1 0,-4 1-8 0,-2 3 0 0,-5 3-2 16,-5 3-6-16,-2 2 5 0,-5 3 3 0,-3 2 0 0,-5 1-2 0,-5 3-2 16,-2 0-5-16,-5 0-2 0,-4 0 1 0,-6 0-4 0,-5-1-4 0,-5-1 1 15,-4 0-1-15,-4-2 3 0,-4 0 5 0,-5-1-2 0,-6-1 0 16,-4-1 1-16,-7 0-1 0,-3-2-2 0,-7 0-8 0,-4-1-6 0,-6 0 3 15,-5-1 3-15,-7 0 3 0,-5 0-3 0,-6 3-8 0,-8 0 3 16,-6 1 2-16,-3 0 2 0,-6-3 10 0,-3-2 1 0,-3-4 2 0,-3-2 4 16,-4-2-5-16,-2-1 5 0,-4-2 0 0,-2-1-3 0,-3-2 8 0,-1 0-2 15,-4-1-2-15,0-2 7 0,-3-1 0 0,-1-4 4 0,-1-1 6 16,2-4 6-16,0 1 15 0,-3-4 7 0,2-1 6 0,-2-3-9 0,0-3-4 16,-1-3-5-16,-4-2-15 0,-2-3 8 0,-1-1-3 0,0-2 5 0,5-4 3 15,1-3 5-15,1-2-13 0,1-3-8 0,-2-3-1 0,0-2-7 16,0-3-11-16,0-3 11 0,-1-3-11 0,-1-2-8 0,1-6 11 0,2-2-9 15,7-2 3-15,6-1 7 0,2-1-10 0,3-2-13 0,0-4-16 16,1-4-30-16,0-3-48 0,-3-8-88 0,-4-7-127 0,-4-12-201 0,-12-23-78 16,-10-24 7-16</inkml:trace>
  <inkml:trace contextRef="#ctx0" brushRef="#br0" timeOffset="119374.14">6249 13061 1008 0,'-7'-1'119'0,"0"0"-46"0,-1 1-58 16,0 1-10-16,1 0-1 0,1 0-1 0,1 0 0 0,-1 0 2 0,1 0-3 16,-1 0-2-16,-1 0-6 0,-2 2-9 0,0 0 1 0,-1 0-1 0,-2 1 7 15,2-1 4-15,-2 1 3 0,-1 0 3 0,1 0 1 0,-2-2 4 16,0 2 1-16,-1-1 4 0,-1 0 5 0,1 0 2 0,0 1 7 0,-2-1 3 16,-2 0 3-16,0 1 4 0,-1 0 4 0,-2-1 0 0,0 2 12 0,-3-2-6 15,0 2 3-15,1-1-2 0,-1 0-9 0,1-1 2 0,-2 0-9 16,0 1-1-16,0-1-2 0,0 1-4 0,-1 0-1 0,-1 2-7 0,-1-1-1 15,-3 2-3-15,2 0 1 0,-3 0-1 0,1-1 3 0,-1 1-3 16,0-1 1-16,-2 1-3 0,1 1 1 0,-2-1 5 0,-3 1-3 0,2-1-6 16,-2 0-4-16,1-1-3 0,0 0 1 0,-3 0 1 0,0 3 6 15,-1 0-4-15,-3 1 2 0,1 0 4 0,0 0-7 0,-2-1-1 0,1 0 1 16,0 0-3-16,-2-1 3 0,1 0-1 0,-2-2-1 0,1 0-4 0,3-2-1 16,-1-1 1-16,0-1 0 0,2-1 2 0,0-2 2 0,0 0 2 0,2-1-3 15,0-1 4-15,1-1-1 0,0 0-1 0,1-2 5 0,-3 1-3 16,2 0 6-16,1 0-6 0,1-1 5 0,1-1 2 0,1-1 4 0,-2 1 9 15,1-2-1-15,1 0-5 0,0 0-3 0,1-1-1 0,0 0 1 16,3 0 12-16,-1-1-3 0,2-1-3 0,0 0-3 0,2-2-3 0,0 1-2 16,1-2 4-16,0 0 0 0,1-1 1 0,1 0-1 0,2-3 2 0,3 1 1 15,-1-2-8-15,1 1 7 0,1-3-4 0,1 1-5 0,1-3 2 16,2-2-9-16,1-1-1 0,0-3 1 0,2 0-6 0,2 0 6 0,1 1-3 16,0-1 0-16,3 0 10 0,0-3-9 0,0 0-1 0,2-1 5 0,0 1-11 15,1 0 9-15,1 3 3 0,1-1 2 0,1 1 2 0,1 0-7 16,0 2 6-16,1 0-7 0,0 2 3 0,1-1 6 0,1-1-6 0,2-1-2 15,-1 2 2-15,3-2-7 0,0 2 5 0,1 2-4 0,3-2-3 16,0 1 1-16,1 0 2 0,2 1-1 0,0-2-1 0,2 2-7 0,-2 1 4 16,3 0 6-16,1 1-3 0,0 0 11 0,1 0-8 0,0 1-4 0,0 0 6 15,0-1 0-15,2 2-2 0,3 0 3 0,-1 0-2 0,2 2-2 16,-2-1-2-16,1 1 3 0,0 1-2 0,-1 0-3 0,2-1 5 0,-2 3-3 16,2-1 1-16,1 1-1 0,-2 2 0 0,3 0-2 0,-1 2 1 0,2 0 0 15,0 1 3-15,1 1-5 0,0 0 2 0,2 2 4 0,-1-2 2 16,2 0-4-16,0 1 1 0,0-1-2 0,1 1-4 0,1 2 7 0,0-2 0 15,2 1-1-15,-4-1-1 0,2 1-3 0,-2 0 5 0,1 0 4 16,1 0-3-16,-1 1-4 0,1-1-3 0,-2 2 1 0,2-2 2 0,-2 2 9 16,2-1-3-16,-1 0-3 0,0 1 0 0,0 1 2 0,0 0 7 0,2 1-1 15,-1 0-5-15,1 0 1 0,0 1-4 0,-2 0 3 0,1 2 0 16,1-1-2-16,-1 2-2 0,0 0-5 0,0 1-1 0,0 1-1 0,0-1 5 16,-2 1-2-16,3 1-1 0,-2 0-2 0,1 0-3 0,-2-1 13 0,0 0-7 15,1 0-1-15,-1 1 3 0,1 0-6 0,-1 1 9 0,0 1 0 16,-2 0 1-16,0-1-2 0,-1 1 1 0,1 0 1 0,1 0-4 0,-2 0 9 15,0 1-9-15,-1 1 6 0,-1 0 5 0,-1 1-11 0,0 1 3 16,-1-1-6-16,0 2-4 0,-2 0 6 0,1 1 2 0,0 1-1 0,-4 0 0 16,2 2-2-16,-1 0 2 0,-1 0-5 0,1 0 2 0,1 1 3 0,-2 2-3 15,-1-1 4-15,-1 4 2 0,-2 1-4 0,0 0-1 0,0 1 2 0,-1 0-3 16,-2-1 4-16,1 2 1 0,0 0-4 0,0 0 1 0,-1 2-4 16,-1 0 2-16,-1 3 3 0,0 0 0 0,0 1 1 0,-1 0-8 0,-1-1 7 15,-1 2-5-15,1-2-3 0,0 2 5 0,0 0-4 0,-1 1 1 16,-1-2 3-16,-1 3 1 0,-1-1-8 0,1 2 4 0,-1 0 3 0,-2 1-2 15,1-1 2-15,-2-2-4 0,0 2 1 0,-1-1 0 0,-2 1 5 0,0 0-7 16,0 1-8-16,-3-2-4 0,2 1-1 0,-2-2 14 0,-1 2 7 16,0-1 8-16,-1 0-7 0,-2-2-2 0,-2 1-1 0,-1 0-5 0,0 0 2 15,-2 0-1-15,-1 0-7 0,-1-2-1 0,-2 0-4 0,-1-2-5 16,-3 0 2-16,0-2-4 0,-2 0 9 0,-1 1 1 0,-3-1 1 0,-1 1 0 16,-4-1-5-16,-1-1 3 0,-2-1 0 0,-1-1 11 0,0-1 5 0,-3-2 7 15,1 0 0-15,-3-2 4 0,0-1 2 0,0-3 1 0,-2-1 6 16,-1-2 2-16,-1-3 6 0,0-2 4 0,-2-2 2 0,-3-4 1 0,-2-2 6 15,-2-3 2-15,-2-2 6 0,0-2-2 0,-3-3-13 0,-1-1-4 0,-3-3-12 16,0-2-3-16,-2-1-8 0,-2-2-7 0,-1 0-3 0,-2 0-10 16,0-3-14-16,0 0-15 0,-1-2-6 0,2-1 0 0,1 0 7 0,5-1-10 15,4 1-39-15,3-4-78 0,4 0-122 0,3-2-120 0,1 0-11 0,3-1-55 16</inkml:trace>
  <inkml:trace contextRef="#ctx0" brushRef="#br0" timeOffset="122207.07">4721 13054 535 0,'9'-10'69'0,"1"1"-59"0,5-4-21 0,-1 0-3 0,2 2 10 0,0 1 4 16,1 0 6-16,1 1-10 0,-2 0-10 0,2-1-14 0,1 2-9 0,0-1 4 15,0 1 9-15,1 0 9 0,0 1 9 0,-1 1 10 0,2 0 5 16,1 0 11-16,0 1 7 0,2-1 4 0,0 0 4 0,1 1 3 0,2-1-3 16,-1 1 1-16,3-1-5 0,1 1-7 0,2-1-5 0,1-1-5 0,2 0-4 15,-1 0-3-15,2 0-4 0,2 0 1 0,1 0-3 0,1 0-1 16,0 1-3-16,2-2-1 0,0 0 3 0,3 0 0 0,0 0 2 0,-1 1-3 15,1-1 2-15,2 0-1 0,1 1 1 0,0 0 3 0,2 0 3 0,0-1 2 16,1 1 3-16,1-1 3 0,0 1 5 0,1 1 6 0,0 1-2 16,1 1 0-16,1 0-5 0,3-1-9 0,1 1 2 0,3-1-6 0,1 0-3 15,0 0-2-15,1 0-9 0,1 1-1 0,2 0-3 0,0 0 0 16,1 1 7-16,1-1 2 0,-1 3 4 0,1-2-1 0,-1 1 2 0,-1 2-1 16,2-3 0-16,1 2 6 0,-1-2 0 0,1 1 5 0,2-1 3 0,-2 0 2 15,1 1 0-15,1-1-1 0,0 1-2 0,1 0-3 0,0-1 2 16,-1 0-2-16,1 1 1 0,1 2-2 0,0 0-1 0,0 0 0 0,-2 1-3 15,0 0 3-15,0 0-1 0,-1-1-3 0,0 1 6 0,0 0-6 0,-1 0 6 16,1 1 3-16,1-1 1 0,-1 0 3 0,0 0 1 0,0 1 5 16,-2 0 4-16,0 0 4 0,2-1 3 0,-1 0 2 0,1 1-2 0,0 0-1 15,-1 0-4-15,0 0-9 0,0-1-2 0,-1 0-2 0,0 0-4 16,-1-1 2-16,0 0-4 0,-1 0 1 0,0 0-5 0,-3 0 1 0,2 0-9 16,-2-1-3-16,0 1 3 0,-2-1-2 0,0 0 7 0,-2-1 2 15,-1 1-2-15,0-1 1 0,-1 0 1 0,-1 0-1 0,-1 0-3 0,-1-1 6 16,-3-1 1-16,0 1 4 0,-1 0 10 0,-2-1 3 0,1 0 2 0,0-1 1 15,-1-1-3-15,-2 0 1 0,-1 1-1 0,-1-1-3 0,-2 0 0 0,-2 0-4 16,-1-1-8-16,-1 1-3 0,-2-1-2 0,-1-1-6 0,0 1 5 16,-1 0 1-16,-2 1-3 0,-1-1 4 0,0-1 0 0,-1 1-2 0,1-1-3 15,-2 0 4-15,0 1 1 0,-3-1-2 0,0 1 1 0,-1 0-2 16,-2-2 1-16,0 1 0 0,-1-1 3 0,-1 1 0 0,0 0-3 0,-2-1 1 16,1 0-8-16,-2-1 3 0,-1 1-1 0,0 0-3 0,-1 0 7 0,-1 0-3 15,-1 0 2-15,-1-1-2 0,0 0 0 0,-1 1-1 0,-1 0-4 16,0 1 3-16,-1 0-2 0,0 2-3 0,-2 0-5 0,-1-1-12 0,-2 2-15 15,-2-1-21-15,1 1-44 0,-1 0-33 0,-1 1-43 0,-2 0-49 0,0 1-33 16,-1 1-20-16,0 1 9 0,-3 0 14 0</inkml:trace>
  <inkml:trace contextRef="#ctx0" brushRef="#br0" timeOffset="130158.14">21632 5240 1309 0,'-19'0'32'15,"0"2"-31"-15,-4 1-4 0,5 2-4 0,3 1-2 0,0 2 2 0,-1 0-1 16,1 0 0-16,-1 0-1 0,-2 2 1 0,-1 0-4 0,1 3-1 0,-2 0-2 16,0 0 4-16,0 2 2 0,-2 1 5 0,-1 1 0 0,-1 0-1 15,-3 2 3-15,0 0 0 0,-2-1 4 0,0 2 4 0,-2-1 0 0,0 1 1 16,-1 2 5-16,0 0 7 0,-2 1 8 0,-1 1 10 0,-2 2 12 0,-1-1 5 15,2 3 2-15,-2 0 0 0,2 2 3 0,-1 1-3 0,-1 4-3 16,2 0-3-16,-2 1-7 0,2 3-3 0,0 0-6 0,-1 5 1 0,2 1-5 16,1 0-5-16,1 2 2 0,0 0-11 0,1 3-2 0,-2-1-5 15,2 3 1-15,0 1 4 0,3 2-4 0,-1 1 1 0,1 2-2 0,0 1-4 16,0 2 0-16,1 2 0 0,0 0-3 0,-1 1-4 0,1-1 0 0,-2 3-3 16,3 1 4-16,-1 0 1 0,1 3 4 0,1-1 0 0,0 1-1 15,2-1 0-15,0 1-1 0,2-1 0 0,0 2 3 0,-1-1 0 0,1-2 6 16,0 1 3-16,1-1 2 0,3-1 4 0,0 0-1 0,2-1 2 0,1-1-5 15,2 0 0-15,1-1 2 0,2-1 3 0,1-2 8 0,1 1 2 16,2-2-2-16,3-1-3 0,1-1 0 0,3-3-6 0,2-1 2 0,3-2-6 16,1 1-4-16,3-2 1 0,1-1-2 0,1-1 4 0,2-1 1 15,3 1-5-15,2-2 0 0,1 0-4 0,2-2-1 0,2 1 2 16,1-4-5-16,2-1-1 0,-1-1-4 0,1-1-1 0,3-2 1 0,-1 2-2 0,2-4 4 16,1 0 0-16,2-1-2 0,0-4 2 0,2-1 2 0,2-1-6 15,-2-3 4-15,4 1 0 0,-1-2 0 0,0 0 2 0,3-2 0 0,0-3-2 16,2-1 6-16,0-1-3 0,0-3 0 0,0-1 1 0,-1-1-4 15,3-1 3-15,0-1 0 0,0-1 5 0,0-2-8 0,0 1 2 0,1-2 1 16,-2 1-5-16,1-1 7 0,-1 0-2 0,1 0 0 0,-1-1 4 0,-3 0-9 16,0 0 1-16,-1-2 1 0,-1 2-2 0,1 0 10 0,-2-1-2 15,-1 1 1-15,0 0 1 0,-3 0-8 0,0 0-7 0,-4 0 7 0,-1 1-8 16,-3-1 5-16,0 1 3 0,-3-2-14 0,-1 2-26 0,-2 2-41 0,-3-1-52 16,-2 0-57-16,-4-1-60 0,-1-1-51 0,-3-1-48 0,-2-1-12 15,-1 1 30-15,-2-2 90 0,-1 2-70 0</inkml:trace>
  <inkml:trace contextRef="#ctx0" brushRef="#br0" timeOffset="130458.14">21196 10509 2159 0,'-6'9'87'16,"0"2"-94"-16,0 2-27 0,3 1-7 0,3-1 2 0,2 0-3 0,2 1 8 16,1 3 16-16,0 3 9 0,-1 1-2 0,3 1 3 0,0 2-4 15,0 2 1-15,1 1 2 0,1-1 2 0,0 1 5 0,1-1 1 0,-1-3 5 16,0 0 11-16,1-3 12 0,0-5 21 0,0 0 17 0,0-4 11 0,0-1 14 16,2-2 4-16,0-2-7 0,2-1-2 0,0-2-21 0,0-1-8 15,3-2-4-15,2 0-10 0,-1-2-7 0,2-1-12 0,2-1-6 0,-1 0-6 16,3-3-2-16,3 0-3 0,0-2 1 0,3 0-5 0,0-1-4 0,1-1-1 15,-1 1-9-15,3-1-6 0,-1-1-14 0,2-1-35 0,0-2-64 16,1-1-73-16,2-4-96 0,0-4-136 16,2-3-115-16,1-6 49 0,0-6-19 0</inkml:trace>
  <inkml:trace contextRef="#ctx0" brushRef="#br0" timeOffset="132107.93">6497 13062 1531 0,'2'2'189'15,"0"1"-53"-15,1-1 26 0,0 1 10 0,0-1 15 0,0 0-10 0,1 0-27 16,0 0-22-16,-1 0-22 0,0 0-12 0,-1-1-16 0,1-1-20 15,-1 0-2-15,1-1-8 0,0 0 5 0,-2 1-3 0,2-2-1 0,-1 0-1 16,-1-1-7-16,0 0 2 0,0 0-2 0,-1-1-8 0,-1 0-2 0,0-1 3 16,-1 1-6-16,-1 1 5 0,-1 0-6 0,-2 1-6 0,0 0-6 15,-1 1-1-15,-1 1-1 0,-2 1-3 0,-2 2-4 0,-2 1-2 0,-2 2-2 16,0 2-2-16,2 1 0 0,-2 2-8 0,0 2 4 0,0 0 0 0,1 3-2 16,-2 2 10-16,1 1-4 0,-1 3-4 0,2 0-1 0,0-1 7 15,2 1-1-15,3-1 5 0,1-2-13 0,5-1-9 0,0-2 2 0,1 0 22 16,3-2 14-16,1 0-9 0,3-1 8 0,-1-3-22 0,3-1 1 15,1-1 7-15,2-2-13 0,3 0 10 0,1-2-4 0,2-1 2 0,2-2 8 16,0-1-6-16,2-1 6 0,-1-1-10 0,4 0-2 0,0 0 0 0,1 2-2 16,1 1-2-16,-1 1 10 0,0 1-4 0,-2-1 2 0,-2 1 0 15,0 0-6-15,-1 1 4 0,0 1-4 0,-2 1 6 0,-1 0 2 0,1 1-8 16,-2 1 8-16,-1 1-2 0,-2 1 2 0,-3 0 2 0,0 0-2 0,-3 1 1 16,0 0-3-16,-1 3 2 0,-2-1 4 0,0 2-12 0,-2-2 12 15,1 3-4-15,-2 0-4 0,-2-1 10 0,-1 0-12 0,-1 0 0 0,-2 0 0 16,1 1-2-16,-1-1-2 0,-1 0-2 0,0 0-9 0,0-2-17 15,0 0-12-15,-1-1-6 0,0 1-6 0,0 0-6 0,2-2-8 0,1-1-6 16,0-1-6-16,2-2-5 0,1-1-5 0,2-1-18 0,1-2-34 0,0-3-38 16,1 0-60-16,0-3-104 0,2-2-157 0,1-1-105 0,0-3 1 15,2-2 182-15</inkml:trace>
  <inkml:trace contextRef="#ctx0" brushRef="#br0" timeOffset="133090.93">6958 13134 125 0,'0'0'133'0,"-2"0"-30"16,2 0 2-16,-1 0 5 0,0-1 8 0,0 1 16 0,0 1 8 0,-1-1 9 16,1 1 5-16,-1-1-1 0,0 0-6 0,1 1-7 0,-1-1-7 0,0 1-10 15,1-1-12-15,0 0-4 0,0 1-11 0,0-1-8 0,-1 1-2 16,0 0-9-16,-1 0-3 0,2 0-6 0,0-1-3 0,0 2-4 0,1 0-6 16,-2 0-5-16,1 0-3 0,0 0 3 0,0 0-4 0,0 0 3 0,0 0-9 15,1 1-1-15,-1 0-7 0,0 0 0 0,0 0 4 0,-1 0-4 16,0 1 1-16,0-1-4 0,1 0 0 0,-1 0-2 0,1 0-8 0,-1 1 6 15,0-1-6-15,1-1 0 0,-1 1 7 0,0-1-10 0,1 0-1 16,-1 0-7-16,1-1-3 0,0 0-3 0,0 0 6 0,1-1-5 0,-1 0 1 16,1 0-2-16,0 0-2 0,0 0 5 0,-1 0-5 0,1 0-4 0,0-1 0 15,0 1 4-15,1-1 0 0,-2 0-2 0,2 0 0 0,-2 0-7 16,1-1 1-16,1 0 8 0,-1 1 4 0,0-1-10 0,0 1 4 0,0-1-4 16,1 0-4-16,-2 0 12 0,2 0-4 0,-1-1-7 0,0 1-1 0,0 0 0 15,-1 0-1-15,1 0 1 0,0 1-3 0,0-1 0 0,0 0-10 16,-1 0 10-16,0 0-4 0,2 0-4 0,-1 0 2 0,0 0-5 0,0 0-2 15,0-1 2-15,1 2-4 0,-1-1 2 0,1-1-3 0,0 1 0 16,-1 0 5-16,1 0-5 0,0 1 14 0,-1-1-3 0,1 1 4 0,-1-1 4 16,1 1 0-16,0 0 0 0,0 0 1 0,0 1 0 0,-1 0 5 0,0 0-5 15,1-1 7-15,0 2-3 0,0-1-3 0,1 1 10 0,-1 0-6 16,1 0 2-16,-1 0 0 0,0 0-3 0,0 0 4 0,0 1 3 0,-1-1-2 16,1 1 1-16,0-1-3 0,1 0 0 0,-1 1 2 0,0-1-5 15,0 0 3-15,1 0 0 0,-1-1 0 0,0 1 1 0,0 0-1 0,-1 0-1 16,2 0 2-16,0-1-1 0,0 1 6 0,-1-1-1 0,1 1-3 0,-2-1 0 15,2 2-4-15,-1-1 0 0,-1 0 7 0,2 0-10 0,-1 0 3 16,0 0 9-16,0 1-14 0,0-1 11 0,0 1-4 0,0 0-9 0,0-1 5 16,0 1 3-16,0-1 4 0,-1 0-1 0,1 1-6 0,0 0 1 0,1-1-11 15,-1 1-1-15,-1-2 5 0,1 2-13 0,0-2-9 0,0 1-11 16,0 0-2-16,-1-1 2 0,1 0 5 0,0 0 1 0,0 0-9 0,0-1-1 16,0 0-6-16,0 0-7 0,0 0-12 0,0 0-7 0,0 0 0 0,0 0 0 15,0 0 0-15,0 1 1 0,1 0-3 0,-1 0 3 0,-1-1 1 16,1 1-4-16,-1 0-6 0,1 0-3 0,-1 0-5 0,0 1-4 0,1-1 4 15,-1 1-4-15,0 0-4 0,1 0 2 0,-2 0-9 0,1 0-9 16,-1 0-3-16,1 0-10 0,1 0-7 0,-2 0 17 0,1 0 22 0,-1-1-36 16,0 0-35-16</inkml:trace>
  <inkml:trace contextRef="#ctx0" brushRef="#br0" timeOffset="133590.92">6992 13181 205 0,'-1'-2'94'0,"1"0"-13"0,-2 0 6 16,1 0 13-16,0 0 11 0,0 0 12 0,0 0 15 0,0 0 10 0,1 1 5 15,-1-1 8-15,1 1-6 0,0-1-7 0,-1 1-6 0,0 1-9 16,1-1-3-16,-1 1-3 0,0 0 0 0,1 0-5 0,-1 0-3 0,1 0-6 16,-1 1-4-16,0-1-5 0,0 2-16 0,0-1-5 0,1 0-13 0,0 2-6 15,0 1 0-15,0 0-10 0,0 2 1 0,0 1-11 0,2 1-9 16,-1 3 2-16,1 1-5 0,0 1-6 0,2 4-8 0,0 2-6 0,2 1-3 16,-1 3-7-16,0 2 15 0,2 1 2 0,0 2 0 0,1-1 2 0,-1 3-14 15,0-2-1-15,-1-1-6 0,1-2 8 0,-1-1-7 0,-1 0-1 16,0-3 2-16,-1 2-5 0,-1-2-9 0,1-3 3 0,-1-1-20 0,0-3-11 15,0-2-12-15,-2-4-19 0,1 0-28 0,-1-3-10 0,1-2-15 16,-2-2-26-16,1-3-28 0,-1-2-77 0,-2-3-93 0,1-2-115 0,-1-5-42 16,-1-1 35-16,-1-4 127 0,-1-3-40 0</inkml:trace>
  <inkml:trace contextRef="#ctx0" brushRef="#br0" timeOffset="133875.92">6984 13227 1104 0,'-11'-23'311'0,"0"-2"-55"0,-3-1-56 0,4 6-26 0,3 8-6 0,1 5-17 15,3 3-7-15,1 2-8 0,-1 4-24 0,1 2-14 0,1 1-15 16,0 2-5-16,1 3-7 0,0 0-7 0,1 2-7 0,1 2-15 0,2 1-4 15,-1-1-8-15,2 0-6 0,3-1-12 0,-1 0 1 0,1-1-6 16,0 0 2-16,0-2-3 0,2-3-4 0,-1 0-2 0,2-2-4 0,1-1 2 16,1-3-3-16,0-1-4 0,0-2-11 0,1-2-20 0,2 0-30 0,0-2-39 15,0 0-52-15,0-1-66 0,1-1-52 0,-1 0-37 0,-3-1 1 16,1-1 41-16,-1-1 67 0,-1 0 79 0,0-2 68 0,-2 0 53 0,0-2 31 16,-2 1 20-16,1 1 21 0,-2 0 21 0,0 1 17 0,-2 1 15 0,0 1 7 15,-2 1 2-15,-1 1 1 0,0 2-6 0,-2 1-6 0,1 1-6 16,-2 2-3-16,-1 1-9 0,1 2-6 0,-1 2-8 0,0 1-20 0,0 2-15 15,-1 2-6-15,-1 1-9 0,1 2 5 0,-1 2 5 0,0 2-11 16,2 1-6-16,-2 1-5 0,1 2-11 0,1 1-1 0,0 1-10 0,0 1 0 16,-1 2-3-16,0-3-9 0,1 0 15 0,0 0-10 0,-1-2-19 0,2-1-25 15,-1-1-59-15,1-3-46 0,1-2-58 0,-1-1-77 0,1-3-100 16,0-3-107-16,2-1-9 0,0-2-121 0</inkml:trace>
  <inkml:trace contextRef="#ctx0" brushRef="#br0" timeOffset="134025.93">7235 13078 1476 0,'-6'-11'365'16,"2"0"-120"-16,-2 0-40 0,3 5-24 0,2 4-7 0,0 4-22 0,1 1-22 16,-1 3 2-16,1 2-10 0,0 2-15 0,2 2-14 0,0 2-19 0,-1 0-17 15,2 3-13-15,0 2-16 0,0 0-3 0,3 1-8 0,-1 2 0 16,2-1-8-16,0 2-7 0,2 0-4 0,1-2-9 0,0 0 18 0,0-1-7 16,1-2-5-16,0-1-27 0,0-1-60 0,0-4-96 0,1-1-127 0,0 0-106 15,1-1-231-15,0 0-119 0,-1 0-97 0</inkml:trace>
  <inkml:trace contextRef="#ctx0" brushRef="#br0" timeOffset="134290.92">7551 12991 567 0,'0'4'362'0,"1"0"-108"0,-1 3-7 0,1 0-9 0,0 2-7 0,1 1-18 15,0 1-31-15,1 2-13 0,0 2 3 0,1 1-24 0,0 0-16 16,1 2-15-16,-2 1-20 0,1 1-10 0,0 1-4 0,-1 2-14 0,1-1-2 15,-1 2-6-15,2 0-18 0,-1-2-8 0,0 0 18 0,0 0-10 16,1-1 12-16,0 1-13 0,0-3-21 0,2 1-1 0,0-2-1 0,2-1-2 16,-1-3-11-16,2-1 2 0,1-2-8 0,1-2 6 0,0-1 0 0,1-2 1 15,1-2-8-15,1-2-3 0,-1-1-8 0,0-2-5 0,1 1-1 16,0-4-11-16,0-1-2 0,0-1-11 0,-2-2-3 0,1-1-10 0,1 0-11 16,0-2-15-16,-1 0-14 0,0-3-22 0,0 1-26 0,-2-1-38 0,-1 0-56 15,0 1-76-15,-1-2-116 0,0 0-126 0,-1 0-8 0,-1 0-93 16</inkml:trace>
  <inkml:trace contextRef="#ctx0" brushRef="#br0" timeOffset="134741.93">6234 13533 1240 0,'-7'-10'565'0,"1"-4"-398"0,0-6 19 0,3 0-25 15,4 0-2-15,1-3-13 0,3-1-20 0,3-1-32 0,1-1 4 16,3 0-11-16,-1-1-11 0,3 1 8 0,3-4-22 0,1 0-6 0,2-2-13 16,2 1-7-16,1-2-7 0,4 2-1 0,4-1 1 0,1-2-7 0,1 0 0 15,2 1-3-15,0-1 0 0,4 3 3 0,-1-1-5 0,4 1-6 16,5 0 0-16,-1 1-12 0,3-1 1 0,1 3 13 0,2-1 0 0,2 2 8 15,4 0 3-15,0 1-12 0,-1 1-5 0,4 1-1 0,-4 2-2 16,2 3 2-16,2 2-8 0,-3 5 2 0,2 1 2 0,-3 3-1 0,2 4 1 16,0 3 2-16,-1 4-2 0,1 3-10 0,-4 4 8 0,-1 4-5 0,-3 2 1 15,1 5 2-15,-4 3-6 0,-4 3 8 0,-2 3-7 0,-2 2-14 16,-4 3 25-16,-2 4-12 0,-4 1 2 0,-1 3 16 0,-3 2-16 0,-2 1 8 16,-5 2-2-16,-4 2-6 0,-3 2 3 0,-5 0-1 0,-3 1 6 0,-5 1 3 15,-3 1-3-15,-4 1 4 0,-3 1 7 0,-2 0 1 0,-4 0 1 16,-5-1 2-16,-3-1-7 0,-2-1 3 0,-4-3 0 0,-3-1 8 0,-3-4-1 15,-4-3-7-15,-2-1-1 0,-3-5-4 0,-2-1 5 0,-2-4 1 16,0-5-3-16,-1-5-7 0,2-4-8 0,-1-3 2 0,-1-6-1 0,2-4-7 16,1-6-6-16,-1-6-5 0,2-4-8 0,-1-4-11 0,1-4-21 0,2-5-51 15,1-3-54-15,-1-4-111 0,4-3-164 0,3-3-327 0,1-4-35 16,4-3-62-16</inkml:trace>
  <inkml:trace contextRef="#ctx0" brushRef="#br0" timeOffset="187545.95">4240 4771 1009 0,'28'-13'-3'0,"11"-3"1"0,15-4-3 0,13-5-1 0,-12 9 3 0,5 3-4 16,1 0 5-16,1 1-4 0,4 1 0 0,2-1 1 0,2 0-5 0,3-1 6 0,2-2-3 15,2 1 4-15,4-3 5 0,1 1-6 0,2-2 2 0,3-2-1 0,3 2-1 16,3-3 8-16,3 1-2 0,4-1 4 0,2-1-3 0,2-1 0 0,5 2 2 16,1-2-3-16,3 2-1 0,3 1 2 0,2-1 1 0,3 2-2 15,2 1 2-15,3 0-2 0,2 0-2 0,3 3 5 0,3-3 9 0,1 0 0 16,6 1 1-16,1 1-2 0,2-1-6 0,3 2 2 0,3 0 1 15,1-1-2-15,3 0-3 0,1-1-1 0,2 1-4 0,3-2 0 0,2 1 0 16,1 0-1-16,4 2 0 0,1 0-1 0,2 0-4 0,1 0-4 0,2 2 1 16,0 1-1-16,2 1 0 0,1 0 6 0,0 2 2 0,0 0-4 15,-2 2 4-15,0 0-3 0,0 0-1 0,-1 2 6 0,-1 1 2 0,-2 2-2 16,0 1 2-16,-1 2-2 0,-2 2 1 0,-1 2 1 0,-4 2-1 0,1 3 0 16,-2-1-5-16,-2 3 0 0,0 3 2 0,-1 3 0 0,0 2 2 0,-3 3 2 15,-2 4-2-15,-2 1 2 0,-2 2 1 0,-1 3-1 0,-1 2-2 16,-2 6 1-16,-3 2-1 0,-1 3 0 0,-3 3 1 0,-5 0 0 0,-3 5 0 15,-5 2-5-15,-3 5-1 0,-5 2-4 0,-3 3 1 0,-3 3 6 16,-6 5 2-16,-4 0 3 0,-3 6 2 0,-5 1-5 0,-3 2-2 0,-5 3 2 16,-5 2-3-16,-5 5 6 0,-2 1 1 0,-7 4-1 0,-5 2 0 0,-2 2 3 15,-6 4 1-15,-3 2 1 0,-4 3 4 0,-6 3-4 0,-2 2-1 16,-6 0 1-16,-2 5 2 0,-5 0 3 0,-3 2 0 0,-4 0-5 0,-4 1-1 16,-5 3-3-16,-3-1 3 0,-3 4-1 0,-3 0-8 0,-3 0 1 0,-4 4 3 15,-1 1 0-15,-5-1 1 0,-4 5 0 0,-3-2-5 0,-3 3-1 16,-3 1 1-16,-4 0-6 0,-3 1-1 0,-2 0 0 0,-4 0 2 0,-3 1-1 15,-3 0 0-15,-2 1 0 0,-3-1-1 0,-1 1 5 0,-2-1-1 16,-3-1 4-16,-5 4 4 0,-2-1 3 0,-4 3-5 0,-3 0-1 0,-3-1-4 16,-1 1-4-16,-4-3-1 0,-1 1-7 0,-2-1 2 0,-6 0-5 0,-1 0 0 15,-4-1-6-15,-2 0-1 0,-3 1-2 0,-1-1-1 0,-4-1-1 16,-3 0-7-16,-3 1-3 0,-2 1 0 0,0 3-3 0,-4 1 3 0,0 0 1 16,-4-2 5-16,-2-3 2 0,-3-1 8 0,-4-2 2 0,-1-1 5 0,-4-1 2 15,-2-1 0-15,-2 0 4 0,-5-3-11 0,-3 2-14 0,-7-1-11 16,-5-2-9-16,-3-4-4 0,-2-3-23 0,-4-6-27 0</inkml:trace>
  <inkml:trace contextRef="#ctx0" brushRef="#br0" timeOffset="187620.95">11089 16312 382 0,'-145'53'11'0,"-20"0"-38"16,-40 7-4-16,15-15 16 0,22-12 15 0,0-4-47 0,-3-1-140 0</inkml:trace>
  <inkml:trace contextRef="#ctx0" brushRef="#br0" timeOffset="187927.95">8013 16703 352 0,'-137'-7'234'16,"-15"-2"-180"-16,-39-7-53 0,19-4-18 0,18-3-14 0,-1-8-3 15,2-4 0-15,0-6 9 0,2-2 14 0,1-1 10 0,3-4 14 0,1-3 5 16,2-3 1-16,3-6-3 0,0-5-17 0,-2-5-7 0,4-8-6 0,-2-4-15 15,3-3 18-15,4-4 22 0,6-1 16 0,2 0 22 0,3-3-5 16,1 3-14-16,3-3-11 0,3 1-3 0,4 0-6 0,1-4 0 0,1-3 0 16,2-3 0-16,2 0 4 0,4-2-2 0,6-1 1 0,0-3-1 0,5-2-3 15,1-2-4-15,3-2 3 0,4-1-1 0,3-2-2 0,6-4 1 16,4-1-7-16,2 0 0 0,4-4 2 0,3 2 2 0,2-4 2 0,6-1 0 16,4-1-3-16,2-3 7 0,5-1 3 0,4 0-1 0,4-3 7 0,5 0 5 15,4-1 4-15,2-2 8 0,4-1 3 0,5-2-1 0,4 0 7 16,5-5 1-16,4 0 1 0,3-1-8 0,6-4-12 0,3 1-5 0,5-2-5 15,3-1 1-15,6 1 13 0,4 2 5 0,3 0 1 0,5 0-7 16,4 0 2-16,4 0-4 0,4-1 7 0,4 2 9 0,7-1-2 0,2 3-1 16,5-1 0-16,3 2-7 0,5 1-9 15,4-1-6-15,7 3-3 0,7 1-4 0,2 3-9 0,5 1-1 0,4 5-4 0,3 1-1 0,4 3 2 16,4 4-9-16,4 1 2 0,3 7 1 0,5 2-1 0,2 2 5 0,7 2-11 16,4 3-4-16,2 4-4 0,6 3-24 0,2 5 8 0,4 2-6 0,4 4-4 15,3 3 2-15,1 7-10 0,1 6-16 0,2 5-23 0,0 7-24 16,1 7-16-16,-1 5-24 0,0 6-23 0,-1 5-26 0,-1 8-125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21:42.4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6635 5260 339 0,'-3'-5'35'0,"1"1"-9"16,0 0-10-16,3 2-10 0,2 2-6 0,1 2-3 0,1 1 3 0,2 1-2 16,2 1-2-16,2 2-8 0,0 1-7 0,1 1-11 0,0 3-6 0,1 1-2 15,0 1-4-15,-3 1-5 0,0-1 2 0,-1 2-2 0,0-1 6 16,-2-1 15-16,1-3 9 0,-1 0 9 0,-1-1 4 0</inkml:trace>
  <inkml:trace contextRef="#ctx0" brushRef="#br0" timeOffset="482.99">4123 5145 783 0,'-8'-29'35'0,"3"-2"38"0,0-9-2 16,9 4 1-16,3 3-14 0,5 0-5 0,4 1-8 0,5-2-13 0,4 1-6 15,7-2-9-15,7 0-6 0,4-2-6 0,7 0 0 0,5 2-4 16,4 1 1-16,6 2-1 0,6-1-3 0,4 2-4 0,6 0-4 0,5 3-2 16,1 3 2-16,6 1 1 0,2 3-2 0,2 3-2 0,1 2-7 0,1 4-2 15,0 4 0-15,0 4 0 0,-2 3 6 0,1 5 5 0,-3 3 4 16,-2 4 1-16,-3 4 2 0,-3 2-6 0,-5 4 1 0,-3 3 4 0,-5 3 1 15,-2 2 8-15,-5 5 2 0,-5 0 3 0,-3 1 1 0,-5 0-2 0,-4-1 3 16,-1 0 1-16,-4-2 5 0,-3 0 3 0,-2-4 0 0,-3-1 2 16,-4-2-3-16,-4-2-1 0,-3 1-1 0,-5-1 2 0,-6 1 1 0,-2 1 4 15,-6-1 0-15,-6 2 0 0,-5-1 0 0,-6 3 1 0,-6 0 1 16,-9 4 3-16,-9 3-7 0,-10 2 1 0,-8 2-9 0,-10 4 2 0,-8 2-2 16,-7 2-5-16,-8-1 1 0,-6 1-8 0,-3 0 1 0,-5-1 1 0,-5-1 3 15,-1-3-4-15,-4-2 2 0,1-4 2 0,-1-3-1 0,4-5 10 16,3-3 0-16,4-5 4 0,8-4 3 0,3-3 4 0,8-5 1 0,4-4-1 15,7-3-3-15,5-3-3 0,5-2 2 0,6-3-6 0,4-2 0 16,5-3-7-16,5 0-10 0,5-4-1 0,5-2-11 0,5 0-22 0,5-1-23 16,5-3-30-16,5 1-24 0,6-2-12 0,8-2-10 0,7 0 0 0,6-3 0 15,10-3 0-15,9-1 2 0,9 0-1 0,10-4-15 0,7 0-42 0,9-4-75 16</inkml:trace>
  <inkml:trace contextRef="#ctx0" brushRef="#br0" timeOffset="1065.99">12476 5035 907 0,'-32'-16'-13'0,"-2"2"56"0,-8-2-32 0,9 7-9 15,4 6-15-15,2 3-13 0,-3 5-19 0,-2 2-18 0,-1 3-9 16,-1 3-7-16,-2 1-3 0,-1 0 6 0,-1 4 7 0,-3 0 15 0,1 0 19 15,0 1 16-15,0 0 12 0,2-2 6 0,2-2 5 0,3-1 4 16,4-2 10-16,4-3 9 0,3-4 9 0,4-1 7 0,2-4 3 0,3-1 2 16,3-3-8-16,3-2-7 0,1-2-5 0,3-2-5 0,3-1-1 0,3-1-1 15,5-4-7-15,4-1-4 0,7-4-3 0,5 0 2 0,8-5 5 16,7-2 4-16,9-3 1 0,8-3-4 0,8-1 2 0,8 0 0 0,6-2 1 16,8 2 1-16,3 0-3 0,6 0 2 0,3 3-2 0,4 1 0 0,3 4 0 15,3 6-1-15,0 4 1 0,-1 5 0 0,1 4 4 0,-1 5 2 16,-3 3-1-16,-1 4 2 0,-2 3-2 0,-5 3-5 0,-2 6 4 0,-6 4 0 15,-3 3-2-15,-7 6 2 0,-2 4-5 0,-7 3-2 0,-6 1-2 16,-7 3 2-16,-6 4-6 0,-6 1 0 0,-7 0-7 0,-6 2-1 0,-7-3 2 16,-6-1 2-16,-6 1 16 0,-7-1 2 0,-4-1-1 0,-5 3 2 0,-9 1 1 15,-6 0 2-15,-8 2 2 0,-10-2 2 0,-5 0-2 0,-8 2-4 16,-7-1-3-16,-6-2-5 0,-8-1-4 0,-5-1 2 0,-4 0 0 0,-3-3-2 16,-4 0-6-16,0 0-1 0,-1-3 0 0,2 0-2 0,5-2 2 0,1-3-3 15,7-4 2-15,2 0-3 0,5-3 0 0,5 1 0 0,3-2-4 16,2-2-2-16,6-1-11 0,5-4-12 0,7-4-17 0,9-3-13 0,7-4-11 15,8-1-8-15,5-4-7 0,4 0-12 0,4-2-15 0,4-1-7 16,3-1 0-16,4-1 5 0,8-3 1 0,9-1-13 0,7-2-38 0,9-3-65 16</inkml:trace>
  <inkml:trace contextRef="#ctx0" brushRef="#br0" timeOffset="3316.99">22857 5281 65 0,'-3'-3'49'0,"-1"0"-27"0,0-2-10 0,-2 2-7 16,2 0-5-16,-1 0-3 0,-1 1-6 0,-1 0-2 0,-1 0-2 0,1 1 4 15,-1-2 3-15,0 1 4 0,0 0 2 0,0 0 1 0,0 1 2 16,-1 0 0-16,0 1 1 0,0-1-1 0,0 0 0 0,2 2 0 0,1-1-1 16,0 2-1-16,0-2 0 0,2 1 0 0,0-1 1 0,-1 1-1 0,1-1 1 15,0 0 1-15,1 0-1 0,-1 0 3 0,1 0 3 0,-1 1 3 16,1-1 3-16,-1 1 0 0,0 0 2 0,2 0 0 0,-2 0 1 0,1 0 4 15,-1 0 3-15,1-1 2 0,-1 1 3 0,0 0 2 0,1-1 2 16,-1 0 8-16,2 0 3 0,-1 1 5 0,1-1 0 0,0 0-1 0,-1 0-3 16,1 0-3-16,0 0-7 0,1 0 1 0,-1 0-1 0,2 0-3 0,-2 0 3 15,2 0-4-15,-1 0-1 0,0 0-2 0,0 1-3 0,-1 0-4 16,2 0 0-16,-1 1-6 0,0 0 1 0,0 1 2 0,0 1 1 0,-1 0 0 16,0 2 1-16,-2 0 1 0,0 2-1 0,0 1 2 0,-1 1-2 0,1 1-4 15,0 1 3-15,0 1-1 0,0 1-2 0,0 2-2 0,1 1-4 16,0-3-3-16,1 3-4 0,1-1-1 0,0 1 2 0,0-1-1 0,1 1 2 15,1 0-1-15,0-1 3 0,0 2-3 0,2-1 2 0,-1 0 2 16,2-1-1-16,1 1 3 0,0 0 1 0,0 2-2 0,1-2-5 0,1 1 4 16,0 1-3-16,0-2 1 0,2 1 9 0,1 1 2 0,0-2 5 0,1 1 3 15,1 0-2-15,0 0 3 0,1 0-3 0,1 1-5 0,0 0-2 16,1-2-8-16,1 1 0 0,0 0 0 0,1 0 0 0,0 1 0 0,1 1 2 16,-1 0 2-16,3-3 1 0,-1 0 5 0,2-2 3 0,1-1-2 0,0 0-3 15,1-1 3-15,-1-1 1 0,3-1 0 0,1 0 1 0,-1 1-1 16,3-1 1-16,0 0-5 0,0-1 2 0,0 0 0 0,2-1-6 0,-1 0 3 15,2-1 1-15,0 1-2 0,0-1 1 0,1 1 3 0,0-1-2 16,-1 0 1-16,1 0 0 0,0 1-1 0,3-1 1 0,0 1-2 0,0-1 1 16,1 0 0-16,-1-1-8 0,1-1 0 0,1 0-8 0,1 0 10 0,2 0-1 15,1-1 1-15,1-2 5 0,3 0-11 0,-1-1 11 0,1-2-3 16,2 0 1-16,1-3 7 0,1-1-2 0,0-2 0 0,2 0 1 0,1 0 3 16,3 0-4-16,0-1 11 0,0-1-6 0,0-2-7 0,0-1-1 0,0 0-9 15,-1-1 2-15,1 1 1 0,-1 0-2 0,-1-1-1 0,1 0 3 16,-4 1 2-16,-2 1-1 0,-1 0 4 0,-2 0-5 0,0 1 3 0,-4 0 2 15,0 0 2-15,-1 0 0 0,-3 2 0 0,0-1 0 0,-2 0-3 16,1 0 1-16,0 0 1 0,-2-1-4 0,0 1-1 0,-1 0-4 0,0-1 3 16,0 0-5-16,0 0 3 0,-2 0 0 0,0-1 4 0,1 0 1 0,-1 0-9 15,0-3 8-15,-2 1-7 0,1-1-1 0,-1 2 9 0,-3-1-2 16,0-1 1-16,-1-1 1 0,-1-1-4 0,1 1 0 0,0 1-3 0,-1-3 2 16,-2 0 1-16,-1 0-6 0,-1-1 2 0,-4-1-1 0,1-1-3 0,-1 1 0 15,-2-3 5-15,-2 0 7 0,0 0 5 0,-1-2 1 0,-1-1-4 16,-2 1-2-16,-1-2-2 0,-2 1 5 0,-3-1 2 0,0 0 0 0,-3 2-1 15,0-1-4-15,-2 1-2 0,-3-2-3 0,-1-2-3 0,-4-1 3 0,-1 0-4 16,-2-1-1-16,-1 1 0 0,-4 0-2 0,-1-3 0 0,-2 2 0 16,-4-3 3-16,-2 0-5 0,0 1-5 0,-4 1 13 0,1-1-5 0,-2 2 10 15,-1-2-3-15,-1 0-8 0,-4 0 0 0,-1 1 0 0,-1-2 2 16,-2 2-4-16,0-1 2 0,-2 0-3 0,-1 0 5 0,0 1 1 0,-2-1-5 16,0 5 4-16,-2-1-4 0,-1 3-1 0,1 0 3 0,-2 0-4 0,-2 4-1 15,-2 0-2-15,0 2 0 0,-3 3 2 0,-1 0 0 0,-2 2 5 16,-3 3 5-16,-1 0-1 0,-2 3 4 0,-1 0-3 0,-1 0-10 0,-1 2 4 15,-1 1-3-15,0 2-1 0,-1 1 8 0,1 3-1 0,2 1 0 0,0 1 0 16,2 2-2-16,1 0 1 0,0 0-13 0,1 2 7 0,4 1-5 16,1 2 1-16,0 1 7 0,2 2 2 0,2 0 4 0,0 1-3 0,4 2-1 15,2 2 0-15,0-1 0 0,3 3-1 0,1 0 1 0,2 1-4 16,0 2 6-16,4 0-4 0,0 4-1 0,0-1 1 0,3 2-3 0,0 0 3 16,2-3 2-16,5 0-2 0,1 0 1 0,4 0-3 0,0-1-1 0,3 1 2 15,2-1 3-15,1-1 1 0,2 0-1 0,2-4-6 0,0 1-3 16,3-1 4-16,3-1-2 0,1 2 10 0,2-1-3 0,0 0-5 0,0-2 9 15,1 2-3-15,1 0-1 0,0-3 6 0,1 2-6 0,0-1 0 0,1-2 1 16,-1 3-2-16,2-2 1 0,-1 1 0 0,1-2 1 0,0 1 1 16,1-1 0-16,-1-2-1 0,1-2-1 0,0 0 0 0,0 0 2 0,1-1 0 15,-1-1 0-15,1-1 3 0,1-1-4 0,-1 1 3 0,0-1 3 0,1-1-6 16,-1 0 1-16,1 0-2 0,0-1 2 0,0-1 1 0,0 0-1 16,-1 0 1-16,1 0 1 0,0-1 1 0,-1 0 0 0,2 0 2 0,-1-1-3 15,0 1-4-15,0-1 5 0,0-1 0 0,1 1-3 0,-1-1 1 16,0-1-3-16,0 1 0 0,0 0 7 0,-1-1-3 0,1 0-3 0,0 0-1 15,0 0 0-15,0 0 2 0,-1-1 3 0,1 0 1 0,0 1-3 0,-1-1 1 16,1 0-3-16,-1 0 1 0,0 0 2 0,0 0-4 0,1 0 1 16,-1 0 1-16,0 0 3 0,1 0 1 0,-2-1-3 0,2 1 1 0,-1 0-3 15,0 0-1-15,0-1 2 0,0 1 2 0,0-1-3 0,0 0 5 0,0 1-6 16,0-1 1-16,0 1-1 0,0-2 4 0,-1 1-2 0,1 0-2 16,0 0 3-16,0 0-3 0,0-1 2 0,-1 1 0 0,1 0-4 0,0 0 5 15,-1 0 1-15,1 0-4 0,-1 1 0 0,1-1-2 0,-1 0 4 16,1 0-2-16,1 1 0 0,-1 0 2 0,-1-1-4 0,1 1 2 0,0 0 0 15,0 0-2-15,1 0 4 0,-1 0 0 0,0 0-4 0,0 0 2 0,0 0 0 16,0 0 0-16,0 0 2 0,0 0-2 0,0 0-2 0,0-1 5 16,0 0-3-16,0 1 0 0,1 0 0 0,-2 0 2 0,1 0-2 0,0-1 2 15,0 0-2-15,0 1 0 0,0-1 2 0,0 0 1 0,-1 0-1 0,1-1 0 16,-1 1 0-16,0-1-2 0,1 0 3 0,-1 0-1 0,1 0-2 16,-1 0 2-16,0 0-2 0,0 0-2 0,1 0 2 0,-1-1-4 0,0 0 6 15,0 1-5-15,1 0 3 0,-1-1 1 0,0 0-1 0,1 0-1 0,-1 1-5 16,0 0-1-16,0 0-2 0,0 0-6 0,0-1-10 0,1 0-17 15,-1 1-34-15,-2 0-31 0,0 0-29 0,-1 0-33 0,1 0-25 0,-2 0-45 16,0-1-54-16,0 1-43 0,-1 0-23 0,2-1-12 0,0-1-89 16</inkml:trace>
  <inkml:trace contextRef="#ctx0" brushRef="#br0" timeOffset="4567.99">29123 5080 527 0,'-8'-18'138'15,"-3"-2"-113"-15,-2-2 4 0,0 5-3 0,1 3-7 0,0 1 1 0,-2 0-5 16,-1 1-2-16,0-1 0 0,-1-1 2 0,-1 1 2 0,-2-3 4 15,0-1 3-15,1 1-6 0,-2 1 0 0,0-2-4 0,1 1 0 0,-1-1 4 16,-1 1 3-16,1-1-2 0,-1-1 1 0,-1 0-2 0,1-1 0 16,-2 1-2-16,2 2-1 0,-2 1-1 0,-1 1-1 0,-1 0-2 0,-3 2 2 15,-1 1-1-15,-1 0-7 0,1 1 1 0,-4 0-3 0,0 0 1 0,-2 1 3 16,-2 2-3-16,-2 1-4 0,1-1 0 0,-2 2 2 0,0 0 3 16,-1 1 8-16,1 1 2 0,0 0 4 0,1 2 2 0,0 1 2 0,0 1 1 15,1 1 1-15,2 2 2 0,1 1-3 0,1 1-1 0,-1 3-3 0,0-1-5 16,-1 2 1-16,0 2-5 0,0 1-4 0,-1 1 0 0,0-1-4 15,-1 2 4-15,0 1-1 0,1 0 0 0,0 0-2 0,0 2-1 0,-1 0 4 16,2 0-3-16,-1 1 3 0,0 0-2 0,2 0-3 0,-1-1 0 0,2 1-3 16,-1 1 2-16,0-1-1 0,1 3-1 0,0 0 1 0,2-1-3 15,0 1 1-15,1 0 1 0,1 0 1 0,2 0 0 0,0 0 1 0,3 2 3 16,0-2 3-16,0 2 3 0,2 1 1 0,-1 0 2 0,3 1-3 16,-1 1 2-16,3-2-5 0,1 1 2 0,2 0-1 0,0 3 3 0,1-1 1 15,2 0 2-15,-1 0 3 0,0-2 4 0,1-1 2 0,2 0 1 0,1-1 2 16,2 0-1-16,0 0-6 0,0 0 1 0,2 0-8 0,-1 0-4 15,1-1 4-15,2-1-5 0,-1 0-1 0,2-2 6 0,1 2-2 0,2 0 2 16,0-2 0-16,0 2-2 0,2-1 1 0,1-1-3 0,1 1 2 0,1-1-3 16,0-2 3-16,2 2-2 0,1 0-2 0,1-1 4 0,1 2-3 15,0 0 0-15,4-2 1 0,0 0-1 0,3-1 0 0,0 0 0 0,2-3 1 16,2 2-4-16,1-2 4 0,4 0-2 0,3 0 0 0,1 1 1 0,3-1-1 16,1 0-1-16,1-3 1 0,3 2-3 0,1-1 0 0,1 0 4 15,3-1 2-15,0 0 0 0,1 0-1 0,4-1-8 0,-2 0-4 0,1-1 0 16,0-2 4-16,1 2 4 0,1 0-1 0,0-1 10 0,0 0-3 15,0 0-1-15,0 0 3 0,2 0-5 0,-1 0-4 0,1 0 3 0,0-1 1 16,-1 2-2-16,0-1-2 0,3 0 1 0,-2-1-5 0,2 1 1 0,0 0 1 16,-1-1 0-16,1 0 1 0,-1 0-1 0,2 0 2 0,-1-1-4 15,-1 0 8-15,1 0-5 0,-1 1-5 0,0-1 6 0,2 0-8 0,-1 0 7 16,2 0-2-16,-3-1-3 0,-1-1 1 0,1 1 7 0,-1 1 1 0,0 0 4 16,1-1-4-16,-1 0-4 0,-2-1-1 0,1 0-4 0,-2 1 5 15,0-2-4-15,-1-1 1 0,-1 0 5 0,0-3-1 0,0 0 0 0,1 0 0 16,-2-3 0-16,0 0 0 0,1-1-3 0,-1 0 5 0,-1 0-4 15,-1-1-1-15,1-1 5 0,-1 0-4 0,-2-1 1 0,0-1 2 0,-3 0-4 16,-1 1 6-16,0-1-1 0,-3-1-2 0,1-1 4 0,-2-1-4 0,-1 0 2 16,-1 0 4-16,-2-1 3 0,-1-2 0 0,-2-1 6 0,-1-1 2 15,-1 0-6-15,-3-3 6 0,0-1-4 0,-1 0 4 0,-1-3 2 0,0-1 4 16,-1 0-4-16,0-4-6 0,-2 1 2 0,-2-4-7 0,-1 0 5 0,-1-1 3 16,-4-1-8-16,-2 0 0 0,-1-1 4 0,-1-1-7 0,-2-2 2 15,-1-1 3-15,-1 1-7 0,-2 1 9 0,-2-1-2 0,0 0-5 0,-2-1-1 16,-2 0 2-16,-2 0 5 0,-3 0-3 0,-1-1 1 0,-1-1-11 0,-3 2 3 15,-1-2-1-15,-1 2 0 0,-1-2-3 0,-2-1-3 0,-3 0 5 16,-3 0-6-16,-3-1 4 0,-3 2-3 0,0 0-4 0,-3-1-1 0,-3 1 11 16,-1-1 4-16,-3 1 3 0,-1 0 0 0,-1-1-4 0,-2 3-1 15,-1 1-3-15,-2 0 3 0,0 0-7 0,0 1 2 0,-2 0-1 0,-1 1-1 16,1 3 0-16,-2 3-1 0,2 1 1 0,-1 2 1 0,0 0-4 0,0 2-3 16,-2 2 1-16,0 1 0 0,0 3 6 0,-1 2 9 0,1 2-11 15,-1 3 1-15,0 1-3 0,0 2-5 0,0 4 7 0,-2 2-4 0,0 2-4 16,-2 3-1-16,-1 4-4 0,0 2 1 0,-1 3-24 0,-2 2 1 0,-1 2-12 15,-2 2-7-15,1 5 1 0,-1 3-26 0,-1 3-29 0,-2 2-40 16,-1 4-37-16,1 2-41 0,-1 4-31 0,1 3-20 0,-2 2-27 0,-1 3-118 16,-3 2 59-16</inkml:trace>
  <inkml:trace contextRef="#ctx0" brushRef="#br0" timeOffset="6315.99">5642 6760 425 0,'-18'-1'20'0,"0"0"2"0,-3-1 5 16,4 2-3-16,4 1-2 0,0 0-6 0,0 1-8 0,2 2-4 15,-2-1-1-15,2 2-1 0,0 0 0 0,1 0-1 0,0 0 1 0,2 1-2 16,-1-1-2-16,0 1 1 0,0-2-1 0,0 1-1 0,0 1 3 0,0-2 1 16,0 0 1-16,0-2 0 0,-1 0 3 0,1-2 0 0,-2-1 5 15,1-1 6-15,0-1 5 0,-2 0 7 0,1-1 2 0,0-1 2 0,1 0-2 16,0 1 3-16,1-2-4 0,0 0-3 0,1 1-1 0,1-2-7 0,0 1-2 15,3-2-4-15,1 0-3 0,1 0 0 0,2-1 4 0,2-1-2 16,2-2 2-16,2-1 1 0,2-1-3 0,2 0 4 0,2-3 0 0,0-2-1 16,2 1-1-16,2-1 1 0,1 0 1 0,1 1 3 0,1 2 2 0,1-1 0 15,0 1-1-15,3 0-2 0,2 1-2 0,-1-2 1 0,3 0 0 16,1 0-6-16,3-1-1 0,1 1-8 0,2-1-5 0,3 1 6 0,1 0-1 16,2 0 7-16,1 0 0 0,2 2-1 0,1-2-5 0,0 1 2 0,-1 3-1 15,2 0-1-15,0 0 2 0,1 1-7 0,1 1 1 0,1 1 3 16,1 0-2-16,0 2 3 0,0 1 5 0,-1 2-6 0,0 1 4 0,2 3 0 15,1 1 0-15,-2 3 8 0,0 2 0 0,-2 2 4 0,0 2 0 16,0 3-3-16,-2 0 2 0,-1 3-5 0,0 1-1 0,-1 2-5 0,-2 1 2 16,2 2-8-16,-1 0-1 0,0 4 1 0,2 1 2 0,-3 1 8 0,-1 3-3 15,-1 0 1-15,-1 1-7 0,0-2 0 0,0 2 0 0,-4-2-1 16,-1 2 1-16,-2-2-2 0,0 0 1 0,-4-1 1 0,0-1 4 0,-3-1-2 16,-2-1 10-16,-3 1 4 0,-5 0 2 0,-1 0 11 0,-3-1-1 0,-1 2 5 15,-4-1-2-15,-2 1 1 0,-2 1 3 0,-4-1-3 0,-4 3 3 16,-3 0-6-16,-3 1-10 0,-2 0-5 0,-6 1-3 0,-3-1 1 0,-2 3-1 15,-4-2-5-15,0 0 6 0,-3-2 2 0,-1-3 1 0,-5-3 1 16,-1-1 0-16,-4-2-9 0,-1-1 0 0,-4 0-1 0,-2-2-5 0,-3-3 4 16,-2-2-3-16,-3-1 2 0,0-3 2 0,-1-1 2 0,-2-4 2 0,-1-1-1 15,0-3 4-15,0-2-2 0,-2-3-1 0,1-1 2 0,0-1-2 16,0-2 3-16,0-1-2 0,2-1 6 0,-1 0 1 0,-1-2-3 0,1 0 3 16,0-1-10-16,0 0 2 0,2 2 2 0,0-1 2 0,2 0 4 0,1 1 4 15,2 0 7-15,1 0 0 0,2 0-4 0,2-1-2 0,2 1-8 16,2 1-5-16,5 2-2 0,1-1-2 0,1-1-5 0,4 1 2 0,2 1-3 15,2 0-1-15,5 1-1 0,-1 3-14 0,2-1-19 0,3 0-35 16,1 2-45-16,2 0-52 0,3 1-61 0,2 0-41 0,1 1-34 0,2 0-45 16,3 0-226-16</inkml:trace>
  <inkml:trace contextRef="#ctx0" brushRef="#br0" timeOffset="6699.99">9484 7449 43 0,'25'-3'46'0,"3"0"0"0,5-1-11 16,-4 1-5-16,-4 2-10 0,0-1-7 0,-2 1-6 0,1 0-3 0,-2 0-4 15,-1-1-10-15,-1 0-9 0,0 1-14 0,-3-1-12 0,2 0-25 16,-1-1 4-16</inkml:trace>
  <inkml:trace contextRef="#ctx0" brushRef="#br0" timeOffset="7282.99">10273 7311 137 0,'16'-4'88'15,"2"-2"-8"-15,5 1-22 0,-4-1-13 0,-2 2-6 0,0 0-4 0,0 0-5 16,1 0 0-16,0 0-5 0,2 1 0 0,-1-2 1 0,2 2-1 0,0-1 1 15,-1 0-2-15,1 1-1 0,1-1-2 0,-1 1-2 0,2-1 1 16,-1 2 0-16,1-1 0 0,1-1 2 0,-2 2 1 0,3-2 1 0,-1 2 2 16,1-1-2-16,0 1 1 0,-2 0-4 0,2 0 0 0,-1 1-3 0,3-1-3 15,0 2-3-15,0-1-2 0,1 0-2 0,-2 1-1 0,0 0-3 16,-1 0 0-16,1 0 1 0,0 0-2 0,1 0 1 0,-1 0 2 0,0 0-2 16,1 1 1-16,-1-1 1 0,1 1-3 0,1 0 3 0,-1 0 1 0,3 1 2 15,-2-1-1-15,1 1-1 0,0 1-2 0,0 0-1 0,0 0-2 16,1 1 3-16,0 0-3 0,1-1-1 0,-1 1 0 0,-1 1 2 0,-1 0-2 15,1 0 3-15,0 1 0 0,1-1-3 0,0 1 1 0,1-1 0 16,-1 0 0-16,2 0 1 0,-2 0 3 0,2 0 0 0,-2-1 0 0,2 1-1 16,0 1 2-16,0-1-2 0,-2 0 3 0,3 0 1 0,-2 1 2 0,1-1 0 15,1 0 3-15,-2 0 0 0,-1 0 3 0,3-1-2 0,-3-2-3 16,3 1 2-16,0-1-5 0,0-1 3 0,-1 0-2 0,1 0-3 0,0-1 0 16,0 0 1-16,1 1-3 0,-2-2 3 0,2 1-2 0,-3 0-2 0,1-1-2 15,0 0 4-15,1 1-1 0,-2-2 1 0,0 0 2 0,-2 0-3 16,0 0-1-16,-1-2 2 0,1 1-3 0,-2-2 1 0,1 0-1 0,-2 0 1 15,0-1-3-15,1 0 0 0,-2 1 2 0,0-1-2 0,-1-1 0 16,-1 0 5-16,0 0-5 0,-2-3 1 0,2 0 0 0,-3-1-1 0,-1-1 0 16,-1 1 4-16,-1 2-1 0,-1-2-2 0,0 0 3 0,-1-1 0 0,-1-1 1 15,-1 1 5-15,-1-1-2 0,-1 0-2 0,-1-1 1 0,-2-1-6 16,0 0 0-16,-2-2-4 0,-2-1-3 0,0-1-3 0,-2-1-7 0,0-1-5 16,-2 1 4-16,0 0 7 0,-2-2 4 0,-1 2 1 0,-1-3-2 0,-1 1-1 15,-1 2 2-15,-1-1 1 0,-2 1 0 0,0 0-2 0,-2 0 1 16,0 2 0-16,-1 1 2 0,-1 0-1 0,-1 0 1 0,-1 1 0 0,0 0 0 15,-1-1-2-15,-1-1 3 0,-2 1-2 0,1-1-3 0,-4 1 0 16,-1 0-3-16,-1 3 1 0,-1-1 5 0,0 1-2 0,-3 2 1 0,-1 0-2 16,-2 3 2-16,-1-2-1 0,-3 0-4 0,-1 2-6 0,-3 0 0 0,-1 3-4 15,-2 1 7-15,-3 3 3 0,0-1-1 0,-2 2 1 16,-1 1 2-16,-1 0-1 0,-4 1-2 0,1 2 2 0,-1 0 1 0,-1 3-1 0,0 1 4 16,-1 0-4-16,0 2-2 0,-1 1-3 0,0 1-12 0,0-1-8 0,0 4-14 15,3 1-12-15,-1 3-11 0,0 1-11 0,-1 5-11 0,0 2-15 16,1 2-6-16,2 3-13 0,-2-1-55 0,2 3-8 0</inkml:trace>
  <inkml:trace contextRef="#ctx0" brushRef="#br0" timeOffset="11632.96">8015 8422 914 0,'3'7'65'0,"0"0"-29"0,4 3-2 0,1-2 11 0,0-2 7 16,1 1 2-16,0 0-13 0,1 1-11 0,1 0-10 0,0 1-10 0,2-1-2 15,-1 1-3-15,1-2-6 0,0 0 2 0,3 0 0 0,1 0-1 16,2-1 3-16,0 0 0 0,1-1-1 0,2-1 0 0,0 0-2 0,4-2 5 16,2-1 1-16,2-1 4 0,2 0 6 0,1-1 7 0,1 0 11 0,3 0 6 15,-1 0 1-15,4-1-8 0,3-1-1 0,1 0-2 0,2 0 3 16,1-1 2-16,3 0 0 0,1 0-6 0,4-1 0 0,2-1-4 0,1 1-6 15,3 0 1-15,0 0 0 0,3 0-4 0,2 1 1 0,0 0-3 16,3 1-7-16,0 1 2 0,2 0-1 0,2 2-2 0,1 0 2 0,1 1 0 16,-1 1-4-16,2 1 2 0,3 1-1 0,0 1-2 0,2 0 1 0,1 1-2 15,0 2-2-15,1-1 0 0,1 2-6 0,1 0-2 0,2 0 2 16,0 2-3-16,1-2 5 0,3 2-3 0,-1 0-11 0,2-1-36 0,-1 1-68 16,2-1-92-16,1 1-90 0,1-1-91 0,0 0-216 0</inkml:trace>
  <inkml:trace contextRef="#ctx0" brushRef="#br0" timeOffset="66086.94">3513 10214 1673 0,'27'6'-1'0,"11"2"-2"0,13 3 0 0,11 1-4 0,-12-7 2 0,3 0 1 0,3-3 4 0,1 0 3 15,3-1-2-15,-1 0 2 0,3 0-2 0,1 0-1 0,0-1 6 0,2 2-4 16,0-2 7-16,1 0 3 0,0-1 4 0,2-1 8 0,2-1-5 0,0 0 2 16,1-1-6-16,-1-2-4 0,1-1-2 0,0-1-5 0,-2-2 6 0,1-1-1 15,0 0 2-15,-2-2 6 0,0-2-4 0,-1 0 0 0,-2-4 2 16,-1 0-3-16,0 0 2 0,-2-4 2 0,-2-1-1 0,-2-3 0 0,-3-3 2 16,0 1 1-16,-2-3 3 0,-3-1-3 0,-1-2 2 0,-4-2-1 15,-2-1-6-15,-3-2 7 0,-3-1-6 0,-3 1 3 0,-3-2 4 0,-4 1-5 16,-2-3-7-16,-3-3 1 0,-2 0-6 0,-1-1 1 0,-3-1 5 0,-2 1-7 15,-2-1-2-15,-3-1-7 0,-3 0-2 0,-3 0-4 0,-3 0-1 16,-4 0 1-16,-3 3-5 0,-2 0 5 0,-5 1-1 0,-2-1 3 0,-6 2 4 16,-4 0-4-16,-2 1-4 0,-4 0 1 0,-3 1 3 0,-5 0 3 15,-3 0-2-15,-4 0 2 0,-1 3 0 0,-4 2-1 0,-4 3 4 0,-3 2 4 16,-4 1-6-16,-3 4 6 0,-3 2 6 0,-3 3 3 0,-3 3 10 0,-2 3-4 16,-5 1-6-16,-2 4-6 0,-3 4-6 0,-3 2 2 0,-1 3 9 15,-4 3 1-15,1 3 1 0,-3 4 0 0,2 3-5 0,0 4 3 0,3 3 12 16,-1 2-3-16,1 4-1 0,2 4 5 0,1 1-8 0,3 6 3 0,2 1-1 15,2 4-5-15,4 3-5 0,2 4-2 0,3 1 1 0,3 3-8 16,5 0 1-16,3-1-8 0,4 2-5 0,4 0-13 0,4 1-22 0,6 1-35 16,5-1-46-16,5 0-33 0,4-2-43 0,6 2-32 0,6-2-35 0,4-1-46 15,5-1-207-15</inkml:trace>
  <inkml:trace contextRef="#ctx0" brushRef="#br0" timeOffset="66670.94">8200 10198 2522 0,'33'2'57'0,"7"1"-43"0,12 2-12 0,4 1 3 16,-1 1-4-16,2-1-4 0,3 1 1 0,-1 0-6 0,0-1-7 0,1 0-12 15,-2 0-17-15,1-1-11 0,-2 0-5 0,-1 0 6 0,0 0 6 16,0-2 16-16,-1 1 13 0,-1-2 4 0,0-2 9 0,-3 1 2 0,-1-1 6 16,-2-1 8-16,-1-1-3 0,1-2 1 0,-3-1-3 0,-1-1-2 0,0-2 3 15,0-3-1-15,1-1-1 0,0-1 1 0,0-3 1 0,1-3 3 16,-2-1-12-16,1-1-3 0,-1-4 6 0,1 0-3 0,-1-4 10 0,-3 0 5 15,1-3-9-15,-4-1 6 0,-1-3 0 0,0 1 0 0,-2-3 6 16,-1 0 2-16,-4-3 3 0,0-2-2 0,-6 0 3 0,0 0-4 0,-1-1 0 16,-3-1-15-16,1-1-1 0,-2-2 2 0,-4-1-3 0,0 0 10 0,-3-1-7 15,-2 2 0-15,-4-1 0 0,-2-1-3 0,-5-1-3 0,-4 0-3 16,-4 0-5-16,-5-1 6 0,-3 2-16 0,-5 0 10 0,-6-1 0 0,-4 3-7 16,-5 2 12-16,-5 1-11 0,-5 2 5 0,-3 2 1 0,-7 2 1 0,-1-1 2 15,-4 3-1-15,-4 2-1 0,-4 3 1 0,-2 5 0 0,-5 0-2 16,-3 4-1-16,-1 4 5 0,-4 1-2 0,-1 4 2 0,-2 3 4 0,-2 3 0 15,0 5 0-15,-2 1-2 0,0 3-1 0,-2 3 1 0,-2 4-1 16,1 3-2-16,-3 3 0 0,0 4 2 0,0 2-2 0,2 4 8 0,-1 2 6 16,1 3 5-16,0 3 2 0,1 4 3 0,1 1-6 0,2 2-4 0,3-1 4 15,1 1 2-15,4 1-3 0,2 2 0 0,5 0-12 0,4 2 0 16,4-1 5-16,4 1-2 0,4 1 7 0,5 0-1 0,5 0-9 0,5 0 2 16,4 1 5-16,5 0-2 0,5-2-2 0,4 0-3 0,7 0-11 0,2-1-5 15,6 1-8-15,4 0-23 0,6 0-20 0,4 0-36 0,2 0-33 16,6 1-15-16,4-2-17 0,5 1-22 0,4-1-26 0,4 0-53 0,5-2-52 15,4-4-98-15</inkml:trace>
  <inkml:trace contextRef="#ctx0" brushRef="#br0" timeOffset="67336.94">12889 9983 2075 0,'34'-3'441'0,"7"0"-377"16,13-1-59-16,-2 2-16 0,0 2-13 0,3 2-27 0,3 3-33 0,2 0-25 15,1 1-6-15,3 0 10 0,0-1 17 0,2 0 16 0,2-2 11 16,-1-1 10-16,0 0 13 0,0 0 13 0,2-2 13 0,0-1 6 0,1-2 8 16,3 0 2-16,1-1 0 0,0 0 5 0,2 1-5 0,1-1 4 0,1 0 2 15,0 0-3-15,2 0 6 0,1-1 1 0,1-1-4 0,2-1 0 16,0 0-4-16,0-2 1 0,3-2-2 0,0-1 1 0,3 0-4 0,-1-2-4 16,2-2 0-16,0-1 2 0,-2 0 3 0,-1-3 1 0,-2-3 3 0,0-1-5 15,-3-3 3-15,0 1 3 0,-2-2 2 0,-3 2 4 0,-1-2 1 16,-3 0 7-16,-3-1 0 0,-1-2 2 0,-3 2-2 0,-1-4 8 0,-1 2 2 15,-4-1 7-15,-2-3 6 0,-2 0-5 0,-2-2 3 0,-5 2-6 16,-3-3-1-16,-5 1-1 0,-1-1-9 0,-5-3 3 0,-2-1-6 0,-2-1-3 16,-4-2 0-16,-4 2 0 0,-5-1-4 0,-5 0-4 0,-7-1-3 0,-4 1-5 15,-6-1 0-15,-5 0-10 0,-7 0 0 0,-6 2-5 0,-6 0-5 16,-6-1 5-16,-6 3-4 0,-6 0 1 0,-4 3 0 0,-6 2 5 0,-5 2 3 16,-4 1 1-16,-7 2-1 0,1 2 9 0,-6 3-3 0,-3 1 1 0,-3 3-1 15,-2 3-10-15,-3 0-3 0,-4 3 0 0,-3 3-1 0,-3 1 2 16,-3 2 7-16,-2 1-2 0,-2 2-1 0,-3 2 1 0,-2 2-2 0,-2 1 3 15,-1 2 0-15,-2 3 1 0,-3 1 1 0,-1 3-1 0,-4 2 2 16,0 2 2-16,-2 2-1 0,-1 3 4 0,0 2 2 0,-1 3-1 0,0 1-3 16,0 3-7-16,-1 0 5 0,0 4-4 0,-1 2 9 0,2 4 6 0,0 1-6 15,2 4 2-15,2 3 1 0,0 2-2 0,2 3 2 0,5 0 3 16,2 2-4-16,4 0 1 0,3 1-3 0,3 0-3 0,5 1 0 0,3 1-2 16,3 0 5-16,4 2 8 0,3-1-7 0,3 1-1 0,4 0-3 0,1-3-7 15,6 0 4-15,3-2-3 0,4 0-2 0,7-3 4 0,5-2 7 16,4-3 6-16,4 0-3 0,7-4 1 0,3-2-14 0,4-3 1 0,5-2-2 15,3-4 4-15,4 2-2 0,4-4 1 0,4 0-1 0,1-2-1 16,4-2 2-16,1-2-2 0,3-2-5 0,1 0-5 0,1-2-17 0,2 1-23 16,1-1-28-16,0 0-33 0,2 0-30 0,-1-1-34 0,-1 0-41 0,3-1-53 15,-1 1-63-15,2 0-257 0</inkml:trace>
  <inkml:trace contextRef="#ctx0" brushRef="#br0" timeOffset="70069.94">5204 1870 1213 0,'-20'-20'-34'0,"2"2"48"0,-2-5-2 16,-3-2-5-16,-4-4-1 0,-1-4-16 0,1 3-1 0,4 2-7 0,0 1-13 16,0 1-20-16,1 2-31 0,0 0-22 0,0 3-9 0,-2 1 9 0,-2 1 25 15,1 2 20-15,-3 0 18 0,-1 2 17 0,-3 0 12 0,-1 3 10 16,-3 0 7-16,-2 1 7 0,-2 1 6 0,-3 0 5 0,-1 0 8 0,-4 3-2 16,-1-1 5-16,-3 1 9 0,-1 1-1 0,0 0 11 0,-1 2-3 0,-1 1-11 15,-1 3-7-15,1 0-13 0,0 3-5 0,0 2-1 0,1 2-7 16,-1 3 5-16,1 2-7 0,2 1 3 0,1 4 0 0,2 3-5 0,2 2 3 15,-2 4-6-15,1 3-3 0,1 4 2 0,0 3-3 0,0 3 2 16,-2 3 0-16,2 2-2 0,0 4-7 0,0 0 1 0,-40 45 0 0,15-6 2 16,13-10 12-16,12-14-4 0,7-2 4 0,-2 0-1 0,1 2 0 0,1 0 2 15,0-1-5-15,4-1 1 0,1 1 5 0,3 1 3 0,1-2 1 16,4 1-1-16,1 0-6 0,4-1 4 0,2-1-4 0,3-1 1 0,4-1-1 16,2-1-9-16,2-2 2 0,3-2 17 0,3 0-3 0,3-2 5 0,3 0 2 15,4-1-13-15,3 0 1 0,2-3-11 0,5-2 0 0,4-1 2 16,3-2 1-16,6-3 13 0,3 0-1 0,4-1 1 0,4-5-2 0,4 0 0 15,6-3 9-15,3-2 2 0,4-1 7 0,3-2 2 0,3-3-6 16,3-2-5-16,4-2-4 0,3-2 0 0,3-4 3 0,3 0 1 0,2-2 1 16,3-1-5-16,2-2-3 0,2-1 0 0,5-1-5 0,1-2 0 0,4 0 1 15,3-2-2-15,0-1-2 0,3-1 2 0,1 0-1 0,3-1 2 16,1-2 0-16,-1 0-3 0,2-2-6 0,-1 0-5 0,0-1 0 0,0 2-2 16,-2-2 0-16,0 0 0 0,-1-1-6 0,-4-1 2 0,0-4 0 0,-1-1 1 15,-2-4 4-15,-4-2 2 0,-1-4 0 0,-5-3 5 0,-2 0 6 16,-3-6 4-16,-2-1 5 0,-2-2-1 0,-4-5 2 0,-6 2-1 0,-1-1 1 15,-6 0 1-15,-1-1 2 0,-4 0 3 0,-2-3-3 0,-3 2 1 16,-2 0 1-16,-1 0-2 0,-5 0 2 0,-1-2 3 0,-4 0 3 0,-2-2 1 16,-3 0-1-16,-2-1-2 0,-4 1-6 0,-1-1-2 0,-5 1 1 0,-2-1-2 15,-4 1-1-15,-5 0 0 0,-4 1-4 0,-3 1-1 0,-4-1 4 16,-3-1 0-16,-5 0-2 0,-4-1-1 0,-4 0-10 0,-6-2-8 0,-5 2-4 16,-3 0-5-16,-8-1-6 0,-3 0 0 0,-6-3-2 0,-7 3 2 0,-5 2 1 15,-5 1 6-15,27 23 6 0,-8-5 7 0,-3 1 8 0,-10-5 0 16,-4 2 1-16,-11-5-2 0,-3 3-1 0,-12-5 2 0,-2 3-8 0,-4 2-2 15,1 2 4-15,-3 2-2 0,-1 4-1 0,-1 2 0 0,-1 4-7 16,1 4-2-16,-3 4-7 0,3 3-14 0,-2 6-20 0,0 5-42 0,1 6-53 16,-2 4-60-16,1 8-156 0</inkml:trace>
  <inkml:trace contextRef="#ctx0" brushRef="#br0" timeOffset="208548.98">13103 12090 352 0,'-4'-3'123'0,"-2"0"14"0,-2-2 24 0,1 0 8 16,-2 0 15-16,0-2 15 0,0 2 9 0,-1-1-2 0,-2 0-21 0,0 1-19 15,-3 2-12-15,-1-1-20 0,-1 1-9 0,0 1-12 0,-3-1-17 16,0 1-7-16,0 1-11 0,-3 1-10 0,-1 1-14 0,-2 2-2 0,-3 0-21 16,0 3 4-16,-3 2-5 0,2 2-4 0,-2 3 7 0,-1 4 3 0,-1 3 0 15,-1 2-4-15,-2 4 0 0,-1 3-8 0,0 4-6 0,-3 3-9 16,1 6 4-16,0 2-6 0,-2 3-1 0,2 3-1 0,1 4-3 0,-3 3 0 16,3 3-2-16,1 4 13 0,2 2 5 0,3 4-5 0,2 3 4 0,4 4-10 15,1 2-9-15,6 1 11 0,2 0-20 0,3 2 19 0,4-2-5 16,3 1-3-16,5 1 15 0,4-3-19 0,6 1 4 0,2 0-1 0,4-5-16 15,3 0 17-15,2-6-6 0,5-5 8 0,4-5 13 0,2-6-24 16,4-2 0-16,0-3-12 0,4-5-4 0,3-3-1 0,0-3 2 0,1-5-3 16,1-1 3-16,0-4-1 0,1-3 0 0,1-3-2 0,0-3-12 0,0-3 2 15,-1-3 0-15,1-2 18 0,-3-3 19 0,-1-2 5 0,1-2-3 16,-3-2-13-16,0-3 1 0,-3-3-6 0,-3-2 4 0,-3-1 10 0,-3-4 2 16,-5-3 3-16,-1-3 13 0,-4-2-14 0,-3-3 3 0,-3-1 6 0,-4 0-11 15,-4-1 3-15,-3 1-1 0,-4-1-2 0,-5 0-5 0,-3 1-1 16,-5-1-2-16,-5 2-5 0,-4 1 10 0,-3 2 1 0,-4 4 9 0,-4 1 2 15,-1 3 10-15,-1 2 2 0,-2 2 0 0,2 3 9 0,-1 3-5 16,-2 1 3-16,2 3 8 0,0 1-2 0,0 2-10 0,3 3 1 0,1 1-10 16,2 2 1-16,3 2 1 0,2-1 3 0,3 3-6 0,3-1-1 0,1 0 0 15,4-1-5-15,2-3 3 0,3-1-6 0,3-2-3 0,6-4 2 16,1-1-12-16,4-2 3 0,2-2 3 0,2-1-4 0,5-3 5 0,4-1-1 16,4-3-4-16,3-1 1 0,3-3 1 0,3-1 2 0,1 0 2 15,4-1-4-15,1-1-1 0,3 0-2 0,1-1 1 0,2 2-18 0,2-2-25 16,0 0-29-16,0 1-39 0,3-2-52 0,-2 2-53 0,0 0-95 0,3-1-152 15,0 0-135-15,0 0-173 0</inkml:trace>
  <inkml:trace contextRef="#ctx0" brushRef="#br0" timeOffset="208727.98">13497 13666 1086 0,'-7'8'560'0,"1"3"-318"0,-3 2 25 15,2-1-39-15,3 1-43 0,0-1-44 0,2 1-24 0,1 0-25 16,0-1-10-16,1 3-10 0,1 0-13 0,1 2-5 0,1-2-11 0,3 2-6 15,0 1-3-15,1 1-8 0,2 0-8 0,1-2-11 0,0 1 0 16,1-2 4-16,1 1-4 0,1 2 6 0,0-1-13 0,-1-2 0 0,0 0 5 16,-1-3-5-16,0 0 2 0,-1-3-16 0,1-1-15 0,-3-2-29 0,2-1-72 15,-1-1-60-15,-1 0-39 0,0 0-84 0,-1-2-101 0,-2-3-174 16,0-3-338-16</inkml:trace>
  <inkml:trace contextRef="#ctx0" brushRef="#br0" timeOffset="208898.98">13268 13404 2151 0,'-19'-18'108'0,"-1"-2"34"0,-3-2 18 0,8 8 4 0,4 6-33 16,3 2-17-16,0 2-5 0,1 2-24 0,0 2-16 0,0 0-12 0,2 1-13 15,0 0-17-15,-1 0-11 0,2 0-5 0,0 0-27 0,1-1 16 16,1 1-17-16,2-1-12 0,0-1 15 0,1 0-40 0,1-2-11 0,2-2-20 16,2-4-29-16,2-3-9 0,2-1-18 0,2-4-28 0,3 0-38 0,2-2-48 15,2 1-43-15,3-1-24 0,1 0-4 0,0 2 26 0,1 0 38 16,1 1 4-16,3 1-31 0</inkml:trace>
  <inkml:trace contextRef="#ctx0" brushRef="#br0" timeOffset="209060.98">13597 12951 458 0,'15'-10'266'0,"0"-1"-21"0,3-1 22 0,-3 4-4 0,-3 2-11 16,0 2-17-16,-2 2-24 0,-1 1-28 0,0 3-11 0,-1 3-13 0,-1 3-16 15,1 1-18-15,-1 4-18 0,1 2-15 0,-2 3-12 0,0 2-10 16,1 3-12-16,-1 2-7 0,2 2-10 0,0 0-6 0,-1 2-6 0,2 5-2 16,-1 0-3-16,2 4-5 0,2 2-21 0,0 0 11 0,2 1 2 0,-1 2-5 15,1-2 15-15,0 0-17 0,0-1-6 0,1-3 0 0,-1-1-2 16,1-2-15-16,1-3-9 0,0-3-26 0,0-4-31 0,1-2-34 0,-1-2-47 15,-2-2-54-15,-1-2-65 0,-1-2-73 0,-1-2-76 0,-2-3-79 16,-1-4-36-16,-1-3-99 0</inkml:trace>
  <inkml:trace contextRef="#ctx0" brushRef="#br0" timeOffset="209795.5">13814 13534 1491 0,'-14'-1'221'0,"-1"0"11"0,-3 1-4 0,4 3-32 15,5 1-47-15,0 0-38 0,2 1-23 0,2 1-11 0,1-2-4 16,1 1-4-16,2-1-11 0,2-1-10 0,0-1-12 0,3-1-10 0,1-1-3 15,2-2-9-15,3-1-4 0,-1-2-4 0,4-3-5 0,2-3-1 16,1-2 0-16,1-2-12 0,2-4-9 0,3-2-16 0,-1-3-20 0,2-2-11 16,1-2-22-16,-2-2-26 0,3 0-26 0,2-2-48 0,-1 0-56 0,2-1-72 15,-2-1-61-15,1-1-35 0,-1 2 41 0,1-1 87 0,-1 0 54 16,-1-1 109-16,0-4 81 0,-4 2 40 0,-2-1 36 0,0 2 81 0,-2 3 105 16,-2 3 26-16,-2 0 28 0,-3 1 3 0,-1 2-13 0,-2 3-23 0,-1 3-27 15,-2 3-22-15,0 5-20 0,-2 1-7 0,-2 2-20 0,-2 3-19 16,-2 3-12-16,1 2-26 0,-2 3-3 0,2 1-13 0,-2 3-4 0,-1 2-7 15,1 4-6-15,-2 1-7 0,1 2 15 0,0 3-5 0,-1 2-3 0,2 2 6 16,0 3-16-16,1 3 0 0,0 0-8 0,3 3-3 0,1 0-7 16,1 3 4-16,1 1-7 0,3 1 3 0,1 1-6 0,1 0-1 0,1-2-9 15,2 0 1-15,1 0-4 0,1-2-8 0,0 0 6 0,3-2-6 16,0-2-16-16,1-3 20 0,1-2-4 0,1-3 0 0,1-2 10 0,-1-1-24 16,0-3-7-16,0-1-10 0,-2-4-17 0,-2-1-7 0,1-2-2 0,-2-2 2 15,1-2 10-15,-2-2 10 0,1-2 4 0,-1-2 12 0,0-3 10 16,-1-2 6-16,-3-2 4 0,1-3 1 0,-1-2 7 0,-1-3 6 0,-1 0 4 15,0-2 1-15,-1-2 8 0,-1 1 3 0,0-2 5 0,-2 1 4 0,1 0-8 16,-2 1-6-16,1 2-1 0,-1 1 0 0,0 2 2 0,0 4-2 16,0 4-4-16,0 2-9 0,1 4-7 0,0 2-5 0,-1 2-1 0,0 3-7 15,1 1 4-15,1 3 4 0,0 4-2 0,1 3 2 0,0 3-2 16,1 2-2-16,1 2 2 0,1 0-2 0,0 0-1 0,1 0-9 0,0-2-22 16,1-1 9-16,2-2-8 0,1-1 1 0,1 0-2 0,0-4-12 0,1 1-14 15,2-1-59-15,-1-1 20 0,0-1-10 0,-1-1-2 0,1-2 23 16,0-3-28-16,0-2-13 0,-1-2 7 0,0-2 24 0,0-2 33 0,0-2 26 15,-3-2 22-15,0-4 10 0,-1-3 9 0,0-1 8 0,-2-1 4 0,1-1 6 16,-1-2 13-16,-3-1 13 0,1 0 6 0,-2-3 16 0,0 1 8 16,-1-1 0-16,0 0 8 0,-3 2-7 0,1 2 2 0,-1 2-2 0,0 4-7 15,1 2 1-15,-1 3-12 0,-1 2-7 0,1 4-9 0,0 3-19 16,-1 1-8-16,1 3-6 0,-1 2-6 0,1 2 5 0,0 2-5 0,1 2-4 16,1 3 0-16,0 3-2 0,2 1 1 0,0-1-1 0,1 0-5 0,1 0 0 15,0-3-7-15,1 0-10 0,0-2-2 0,1-2-14 0,2-2 2 16,0-1-8-16,1-4-1 0,1 0 2 0,-2-2-1 0,3-2 6 0,1-2-5 15,0-2 6-15,-1-1 6 0,-1-2-10 0,0-1 2 0,-2-1 14 0,-1-2 4 16,-1-2 27-16,0 0 11 0,0-3 7 0,0-2 11 0,1 0 10 16,-1 1 13-16,-2-1-1 0,1 2 4 0,-1 1 3 0,0 2 2 0,-1 1-2 15,-2 2 2-15,2 1-5 0,-1 2-5 0,0 2 0 0,0 2-13 0,0 2-10 16,-1 2-12-16,1 2-6 0,0 2-8 0,1 3-1 0,1 2 6 16,1 1-14-16,0 2 10 0,0-1-4 0,1 2-4 0,1 0 2 0,0 0-7 15,1-1-9-15,0-1-15 0,0-1-24 0,0-1-33 0,0-2-26 16,-1-1-28-16,1-2-39 0,0-1-65 0,1-2-129 0,-2-1-153 0,0-2-110 15,0-3-162-15</inkml:trace>
  <inkml:trace contextRef="#ctx0" brushRef="#br0" timeOffset="210194.5">15578 12282 1778 0,'-5'-9'267'0,"-1"0"-81"0,1 0 10 16,2 5-22-16,2 3-48 0,0 2-31 0,0 3-11 0,0 2 1 0,0 3 1 15,0 3-2-15,0 4-1 0,1 3-15 0,1 5-5 0,1 2-6 0,1 3-13 16,1 1-2-16,2 1-12 0,0 0 0 0,1 4-4 0,0 0-1 16,1 4-5-16,2-1-18 0,0 1 15 0,0 0-2 0,1-1-5 0,0-1 17 15,1-3-27-15,0-3-2 0,0-3 4 0,1-1-4 0,-2-5-6 0,1-1 2 16,0-2-1-16,1-3-7 0,-1-1-5 0,-2-3-15 0,1-1-9 16,-1-2-9-16,0-3-2 0,0-1-1 0,0-2 2 0,-1-2 8 0,2-3 9 15,-1-2 15-15,0-2 14 0,1-3 5 0,0-3 5 0,0-4 3 16,1-2 1-16,1-1 5 0,-1-3 3 0,0-2 5 0,-2 2 1 0,2-3-1 15,-1 1 2-15,1-1 2 0,1 1-1 0,-1 4 1 0,0 1-2 0,1 3 1 16,-1 4 1-16,1 2-6 0,-1 3-3 0,0 3-6 0,1 3 1 16,-2 3-3-16,1 2-7 0,-2 4 2 0,0 1-2 0,0 3 2 0,-1 2 4 15,-1 1 1-15,0 3-1 0,-1-1-1 0,-2 3 7 0,-1 0-5 0,-3 0-1 16,1 1 0-16,-2 1-3 0,-1 0-1 0,-1 1 4 0,-2 2 5 16,-1 0-11-16,-2 1-4 0,-2 0 1 0,0-1-5 0,-2-1 6 0,0 0-2 15,0 0-11-15,-1-2-3 0,-1 0-5 0,0-2-3 0,0-3-2 0,1-3-13 16,0-2-5-16,2-3-16 0,0-4 0 0,1-3-6 0,1-3-15 15,2-3-11-15,0-3-22 0,1-3-18 0,1-3-22 0,1-4-28 0,3 0-61 16,3-4-97-16,3-2-91 0,2 0-58 0,2-3-1 0,4 1 67 0</inkml:trace>
  <inkml:trace contextRef="#ctx0" brushRef="#br0" timeOffset="210378.5">16557 12697 1253 0,'13'0'634'0,"1"0"-299"0,3 0-30 0,0 1-31 0,-3 0-46 16,2 0-47-16,1 1-36 0,-1-1-24 0,2 1-19 0,1-1-14 15,0-1-13-15,1 0-20 0,2-1-12 0,0-1-10 0,1 0-6 0,1-2-2 16,0 0-27-16,1 0-5 0,0-1-1 0,1 1 10 0,0-1 13 0,-2 1 5 16,2 0-8-16,-2-2-14 0,1 0-2 0,-2-2-4 0,0 1-6 15,1 0-17-15,0-1-20 0,-1 1-22 0,0 0-5 0,-1-1-24 16,0 0-21-16,-1-1-28 0,-2 0-42 0,1 0-50 0,-1 0-113 0,0 0-173 16,-1 1-166-16,-1-2-261 0</inkml:trace>
  <inkml:trace contextRef="#ctx0" brushRef="#br0" timeOffset="210580.5">17025 12123 2443 0,'-11'7'211'0,"1"1"14"0,-1 3 10 0,4-1-30 16,4 1-43-16,0 1-39 0,2 3-23 0,1 3-19 0,1 2-12 0,1 2-8 15,0 3-7-15,4 1-6 0,1 5-4 0,2 0-12 0,2 3-30 0,2-1-2 16,1 0 0-16,1 2 0 0,3 0 0 0,1 2 0 0,1 1 0 15,3 0 0-15,1 1 0 0,1-1 0 16,-1-3-32-16,0 0-62 0,-1-1-34 0,0-3-49 0,-1-1-55 0,0-3-83 0,1-2-159 0,-1-1-292 0,2-5-350 16</inkml:trace>
  <inkml:trace contextRef="#ctx0" brushRef="#br0" timeOffset="210912.51">18262 11546 2286 0,'-3'5'223'0,"1"1"-72"16,0 3 23-16,3 0 2 0,1 5-20 0,2 3-30 0,1 4-19 16,3 2-14-16,0 6-7 0,1 3-7 0,0 4-18 0,0 1-2 0,1 2-11 15,0 0-15-15,2 1 6 0,1 0-16 0,1 2-1 0,1-4 5 16,0 0-9-16,3-3-4 0,0-3 0 0,-1-3-10 0,1-3 0 0,-1-3 0 15,1-2-10-15,-2-4 4 0,0-2-2 0,0-3 2 0,-2-1-8 0,0-4-14 16,0-1-9-16,-1-5-4 0,-1-3 4 0,-2-5 11 0,-1-5 11 0,0-3-1 16,1-6 8-16,-1-5 6 0,1-5 6 0,-1-4-4 0,0-3-10 15,0-4 0-15,-1 0-2 0,1-1 8 0,-1-2 10 0,0 0-8 0,-2 0 4 16,0-2-6-16,-2 1 5 0,1-2 1 0,-1 3-6 0,1 4 2 16,2 2-6-16,1 5 2 0,0 3 0 0,0 4-17 0,0 4-31 0,0 6-17 15,-3 4-37-15,2 3-39 0,-2 5-33 0,0 3-67 0,-2 2-72 0,-1 2-144 16,0 2-140-16,-1 2-99 0,1 3-64 0</inkml:trace>
  <inkml:trace contextRef="#ctx0" brushRef="#br0" timeOffset="211080.5">19126 11907 1456 0,'7'15'440'0,"0"0"-216"0,3 3-5 0,0 0-23 0,-1-1-46 0,1-1-42 16,0 2-37-16,1-1-24 0,1 0-1 0,0-1-12 0,0 0-8 15,-2 0 1-15,2-2-22 0,-2 0-6 0,0-2 1 0,0-2-11 0,0-2-14 16,-2-1-44-16,1-2-48 0,-1-2-71 0,0-2-125 0,-1-1-179 0,0-1-171 16,-1-2-211-16</inkml:trace>
  <inkml:trace contextRef="#ctx0" brushRef="#br0" timeOffset="211230.5">19204 11601 2014 0,'-4'5'138'0,"1"0"14"0,-1 2-13 0,1 1-30 16,3-2-34-16,-1 3-33 0,2 1-18 0,0 0-11 0,1 1-7 0,1-1-4 16,0 0-13-16,2 0-6 0,0-1-12 0,2 0-19 0,3-1-17 15,1 0-43-15,1-3-57 0,1-1-66 0,2-1-83 0,1-4-64 0,2-1-24 16,1-2 29-16,2-2-95 0</inkml:trace>
  <inkml:trace contextRef="#ctx0" brushRef="#br0" timeOffset="211478.5">19855 11395 644 0,'-11'-2'200'0,"-2"0"5"0,-3 1 7 0,1 2 2 0,1 3-14 0,-1 1-27 15,-1 2-20-15,-1 2-19 0,0 1-10 0,-1 2 4 0,-1 1-4 0,2 2-3 16,1 2-16-16,2 0-16 0,0 0-16 0,3 1-3 0,3-1-7 16,1 0-1-16,2-2-2 0,3 1-6 0,3-1-6 0,2 1-8 0,2-2-1 15,2 2-4-15,3 0-2 0,2 0-10 0,1 1-10 0,2 1 4 0,2 0-5 16,1 0 3-16,1 0-4 0,0 1-3 0,1-1-1 0,0 1 0 15,0 0-1-15,-1 0-4 0,0 0 0 0,0 1-6 0,-1 0 4 0,-1-1-4 16,-1 0 12-16,-2 0-6 0,-2 0-2 0,0 0-15 0,-2 0 11 0,-1-1-5 16,-3 1-17-16,-1 0-14 0,-2 0-42 0,-2-1-30 0,-2 1-37 15,-1-1-43-15,-3-1-72 0,0 1-86 0,-2-1-81 0,-2-3-69 0,0-1-4 16,-2-1-88-16</inkml:trace>
  <inkml:trace contextRef="#ctx0" brushRef="#br0" timeOffset="212028.5">21081 11353 1174 0,'-14'11'150'0,"-4"3"42"0,-4 2 3 0,4 2-11 16,-1 0-29-16,0 0-31 0,0 5-10 0,1 2-16 0,1 0-7 0,2 3-10 16,1 0-4-16,3 1-3 0,0-1-10 0,3 3-5 0,1 0-7 15,3 2-10-15,1-2 1 0,2 0-14 0,2-3-7 0,1 0-3 0,2-2-12 16,1-3 2-16,1 0-3 0,2-3 1 0,1-2 2 0,1-2-4 16,1-2-5-16,2-3-3 0,2 0 5 0,1-3-2 0,0-2 1 0,3-2-4 15,-1-2-4-15,-1-2 2 0,2-1-6 0,0-3 4 0,0-2-1 0,-2-2-1 16,2-2 2-16,-1 0 6 0,0-3 6 0,0-1-5 0,-1-1 10 15,-1 1-7-15,1-1 4 0,-1 1 5 0,0-1 4 0,-1 2 3 0,-1 2 6 16,-1 2 3-16,0 1 3 0,-1 1-1 0,-1 2-5 0,1 1 4 0,0 0-4 16,0 3-2-16,-1 0-7 0,0 2-9 0,1 1-1 0,0 2-3 15,1 0-3-15,0 1 6 0,0 1-12 0,0-1 3 0,0 1 3 0,0-1 0 16,0 0 2-16,0-1-6 0,0-2-1 0,0 1-3 0,0-2 7 0,0-1-5 16,1-1 4-16,1-2-1 0,0 1-4 0,-1-3-1 0,-3-1 7 15,1-2 8-15,1 0-2 0,-2-2 8 0,0-1-2 16,-1 0 7-16,-2-2 2 0,0 0 0 0,-1-1-2 0,-1 1-2 0,-3 0 6 0,-1 0 2 15,-1-1 4-15,-3 0 1 0,0 0 3 0,-2 0 0 0,-2-2 4 0,-2 0-2 16,-2 1-4-16,-2 1 0 0,-3 0-11 0,-3-1-3 0,-2 1-7 0,0 1-9 16,-2 2 0-16,-1 2-15 0,1 5-6 0,0 2-10 0,1 2-10 15,1 2-1-15,-1 3-5 0,1 3 16 0,0 1 3 0,2 1 4 0,1 3-2 16,2 0-12-16,1 1 1 0,2 1-6 0,1-1-13 0,2 2-14 16,4-1-19-16,1 0-27 0,3-2-18 0,1 1-25 0,4-1-40 0,1-2-41 15,2-1-49-15,4-2-40 0,0-2-18 0,3 0 0 0,1-2 35 0,1-2 49 16,3-1-69-16</inkml:trace>
  <inkml:trace contextRef="#ctx0" brushRef="#br0" timeOffset="212263.5">21710 11727 673 0,'19'0'285'0,"1"1"-5"16,6-1 3-16,-2 2-12 0,-5-1-32 0,1 1-34 0,0 2-29 15,-2-1-22-15,0 0-32 0,0 0-11 0,-3 0-21 0,1-1-15 0,0 0-3 16,0-1-15-16,-2-1-12 0,-1 0-6 0,0-1-4 0,0 0-3 0,-2-2 0 16,-1-1 0-16,2-1-5 0,-1-3 1 0,0 0 4 0,-2-1-1 15,-1-2-5-15,-1 0-6 0,-2 0-1 0,1-2-3 0,-1-1 5 0,-1-1-3 16,0 1-7-16,-1-2 6 0,-1 0-7 0,-1-1 1 0,-1 1 0 0,-2-2 0 15,-1 1 6-15,-2 0-4 0,-1 1 8 0,-1-1-8 0,-2 0-9 16,-3 2-8-16,-2 0 6 0,-2 1 2 0,-1 1 6 0,1 1 5 0,-1 4-19 16,1 0-9-16,0 4-12 0,1 2-9 0,-1 3-9 0,0 3 2 15,2 2 2-15,-2 2 15 0,1 3-13 0,1 2 6 0,0 3 7 0,0 1-1 16,1 3 1-16,0 2-19 0,1 0-20 0,2-1-30 0,1 1-15 16,1-2-24-16,2-2-32 0,1-1-39 0,2-3-68 0,1-3-89 0,0-1-104 15,3-3-70-15,0-2-160 0</inkml:trace>
  <inkml:trace contextRef="#ctx0" brushRef="#br0" timeOffset="212445.5">21945 10705 2467 0,'-4'-11'125'0,"0"2"26"0,1 0 4 0,1 7 7 16,0 5-31-16,1 3-28 0,0 4-24 0,-2 6-18 0,0 4-8 0,-1 7-24 15,0 3 7-15,-1 6-10 0,2 3-13 0,0 4 10 0,0 2-12 0,3 2 2 16,1 3 2-16,1 1-5 0,1 2-1 0,2 0-3 0,1-1-6 15,1-1 3-15,2-3-31 0,2-1 0 0,-1-2-36 0,2-6-43 0,-1-2-46 16,0-2-71-16,2-4-69 0,-1-2-91 0,1-3-128 0,1 0-121 0,-1-3-138 16</inkml:trace>
  <inkml:trace contextRef="#ctx0" brushRef="#br0" timeOffset="212744.5">22335 11680 1452 0,'5'-6'271'16,"2"0"-48"-16,1-2-27 0,0 1-13 0,1 1-42 0,1 1-44 0,1-1-25 15,0 1-16-15,-1-1-4 0,2-1-2 0,0 0 4 0,2-1 3 16,0-1-4-16,0-2-5 0,0 0-9 0,1 0-9 0,0-1-8 0,-1-1-1 16,1-1-9-16,0 0-5 0,0-2 4 0,-1-2-4 0,0 0-9 0,0 1 13 15,-1-2-8-15,-1 2-1 0,-3-1 15 0,0 0-2 0,-2-1 2 16,-1 2-1-16,-3 2 7 0,-2 0-8 0,-2 1 10 0,-3 2 5 0,-1 2-4 16,-3 1-1-16,-2 3-10 0,-1 1-12 0,-3 3-10 0,-1 3 0 15,-2 2-2-15,0 3 3 0,-2 2 21 0,0 3-3 0,0 2 7 0,-2 4-3 16,0 1-9-16,2 1 3 0,-1 4 1 0,2 1-13 0,2 0 15 0,0 4-2 15,3-1 2-15,2 3 14 0,3-2-19 0,3 1-8 0,2-2 2 16,3 0-2-16,3-1-2 0,3-3 2 0,2-1-6 0,4-3 4 0,3 0 0 16,1-3-1-16,5-1 3 0,1-5-8 0,2-2 3 0,4-2-6 15,0-4-8-15,4-2-5 0,1-3-12 0,2-4-10 0,1-2-13 0,2-5-16 16,1-3-20-16,2-2-23 0,3-1-50 0,0-5-77 0,0 0-153 0,-1-2-172 16,2-3-66-16,0-1-135 0</inkml:trace>
  <inkml:trace contextRef="#ctx0" brushRef="#br0" timeOffset="213478.5">23653 10345 765 0,'-35'-17'29'0,"-8"-3"-28"0,-13-3-15 16,1-1 4-16,0 4 2 0,-2 0 3 0,-4-1-3 0,-4 0 11 0,-5 1 2 15,-3 0 4-15,-3 0 5 0,-5 0-1 0,-4 0 2 0,-4 0 4 16,-4 2 11-16,-1 1 5 0,-4-1 6 0,-4 1 4 0,-4 3 6 0,-4 0 6 16,-4 2 8-16,-3 0 7 0,-5 0 9 0,-3 4 5 0,-4-1 3 0,-4 3-8 15,-3 2-12-15,-4 1-14 0,-3 4-10 0,-3 1-8 0,-4 3-11 16,-4 3-6-16,-4 2-9 0,-4 2-5 0,-3 4-7 0,-3 2-3 0,-5 3-3 16,-4 3-6-16,-4 3 4 0,-4 2-5 0,-3 3 5 0,-1 0 4 15,-5 3 2-15,-1 4-3 0,-2 1-14 0,-3 3-2 0,-2 3 1 0,-2 2 11 16,-2 3 6-16,1 3 4 0,1 1-2 0,-1 1-1 0,2 0-2 0,0 2-10 15,2 0-1-15,0 0-5 0,1 1-5 0,3 1 5 0,1 2 3 16,2-1 6-16,3 0 6 0,1 2-2 0,3 0 0 0,3 2-4 0,0 3 2 16,4 2 6-16,3 3 6 0,3 3 7 0,5 2-1 0,2-1-2 0,2 4-4 15,6 1-6-15,1 0 9 0,6 4-1 0,3 1 5 0,6 3 0 16,4 0-5-16,6-1 0 0,6 3-12 0,4-1 15 0,7 2-6 0,5 0 4 16,5 1 3-16,5 0-8 0,7 0 4 0,5 0 7 0,9-4 9 15,7 2 7-15,7-3 3 0,8 2-5 0,9-4-4 0,5 0-11 0,8-3-10 16,7-2-1-16,7 1-1 0,9-2-1 0,9 0 4 0,9 0-6 0,7-3 0 15,10 0 2-15,5-1-2 0,9-3 13 0,6-1 5 0,7-3 10 16,8-1 15-16,7-3-9 0,7-3-1 0,7-4 0 0,5-2-1 0,9-6 6 16,5-3 2-16,6-4-9 0,7-2-2 0,5-3-1 0,7-3-7 0,6-2 11 15,6-4-4-15,8-1-2 0,6-4 7 0,4-1-10 0,7-2 6 16,4-5 2-16,5 0-7 0,3-4 6 0,5-2-1 0,5-3 2 0,2-3 2 16,5-3-4-16,5-3-4 0,3-3-5 0,4-1 8 0,1-4-4 15,3-3-1-15,3-3 4 0,1-1-16 0,5-2-4 0,0-2-1 0,2-4-4 16,1-2 2-16,2-3-1 0,-1-2-4 0,4-3-5 0,-1-2 13 0,-2-5 5 15,3-4 3-15,-2-3 2 0,0-2-6 0,-2-3 1 0,-2-4-3 16,-1-3 3-16,-5-4-1 0,0-3 2 0,-2-1 1 0,-3-4 5 0,1-3-3 16,-3-2 4-16,-3-6-4 0,0-1 3 0,-5-2 1 0,-1-2-6 0,-3 1 4 15,-4-4-2-15,-4 1-3 0,-5-3 4 0,-4-1 2 0,-6-2 6 16,-4 1-1-16,-4-4 4 0,-7-1 2 0,-4-1 4 0,-6-3 3 0,-6 0-1 16,-6 0-5-16,-7-1-11 0,-6-1-3 0,-8 0-6 0,-7-1 1 0,-8 0 2 15,-8-2-6-15,-8 2 4 0,-9 1-11 0,-7-1-9 0,-9 0 4 16,-10 1 4-16,-10 0 5 0,-7 3 12 0,-10 0 5 0,-9 4 2 0,-9-1 8 15,-8 4-1-15,-8 1 3 0,-9 1-1 0,-8 4-2 0,-10 1 0 16,-9 2-5-16,-8 3-5 0,-10 1-16 0,-8 4-13 0,-8 1-20 0,-10 4-2 16,-7 4 2-16,-8 3-13 0,-8 7-5 0,-7 3-34 0,-5 4-50 0,-7 6-45 15,-4 4-77-15,-6 6-98 0,-5 8-106 0,-4 7-55 0,-5 6-209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26:19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14289 1715 1413 0,'9'-21'10'0,"0"3"7"0,5-4-23 16,4-3-10-16,5-2-4 0,6-4-1 0,4 3-4 0,6 2-6 0,3 2 0 15,4 0-7-15,4 1 3 0,2 0-1 0,3 1 4 0,1-1 10 16,3 3 6-16,-29 9 16 0,6 0 14 0,0 0 1 0,5-1 4 0,1 2-12 16,5-2-5-16,2 1 2 0,5-1 1 0,2 2 3 0,5-1-6 15,2 1 1-15,4 0 1 0,3 0 4 0,5 1 3 0,2 0-4 0,6 1 0 16,2 1 2-16,1 1 1 0,2 2-3 0,2 1 0 0,1 2-4 15,2 1-5-15,1 2 8 0,2 2-4 0,1 2 2 0,1 2-6 0,96 9-11 16,-9 6 1-16,-10 3 4 0,-11 4 15 0,-13 1 9 0,-13 2 4 0,-14-2 2 16,-15 1-2-16,-7-1 5 0,0 2 3 0,-1 2 3 0,-1 1-2 15,-1 0 0-15,-1 2-6 0,0 2-8 0,-3 1-1 0,-3 3-4 0,1 0-1 16,71 42-14-16,-27-6-1 0,-27-9-4 0,-24-11 4 0,-14-5 12 16,-4 2-3-16,-2 2 2 0,-4-2 0 0,-2 2-4 0,-4-1 3 0,-3 1-5 15,-6 3-2-15,-4 1 5 0,-4 1-1 0,-3 4 4 0,-4 1 0 0,-4 1-3 16,-4 0-2-16,-7-1-5 0,-3 0 0 0,-6 2-7 0,-4 1 0 15,-5 1 3-15,-6-1 3 0,-6 0 8 0,-5-1 0 0,-4-3 2 0,-6-1-6 16,-3-3 6-16,-5-1-2 0,-3-2 6 0,-3-1 9 0,-5-3 5 0,-3 0 6 16,-4-2 2-16,-3-1-1 0,-2-1-4 0,-4-1 3 0,-2-4-2 15,-5-1-6-15,0-1 8 0,-5 0-15 0,-3-3 4 0,-2-1 3 0,-3-3-5 16,-2 1 12-16,-2-4-4 0,-2-1 0 0,-3-2-1 0,-2-1-11 0,-2-2 3 16,-4 0-2-16,-1-3 7 0,-2-1 2 0,-3-4-1 0,-3-3-2 15,-3-2-6-15,-3-3 8 0,-2-4 0 0,-1-1 0 0,-3-2 0 0,-1-3-9 16,-2-2 1-16,-2-2 0 0,-2-2-8 0,-2-2 2 0,-2 0 0 15,-1-2-8-15,-1-2 5 0,3-2 0 0,-1-4-2 0,0-5 7 0,1-2-7 16,-1-5-2-16,1-4-15 0,3-2-12 0,1-2-15 0,1-4-36 0,2-1-21 16,4-5-25-16,3-3-37 0,2-5-19 0,3-4-46 0,4-5-21 15,4-4-28-15,5-8-31 0,3-5-27 0</inkml:trace>
  <inkml:trace contextRef="#ctx0" brushRef="#br0" timeOffset="6453.59">9088 5322 942 0,'19'-19'31'0,"6"-1"-25"0,10-4-5 0,4 3 1 0,1 3 1 0,5 0 0 16,2 0-2-16,3 2-1 0,4 1-3 0,2-1-3 0,4 1 2 0,3 0-1 16,2 4 4-16,2-1 2 0,2 1-1 0,2 0-7 0,2-1-6 0,3 0-4 15,2 1-1-15,3-1 8 0,1-1 3 0,2 1 1 0,1-1 2 16,0 2-2-16,3-2 1 0,0 0 2 0,3 0 0 0,-1 1 3 0,1 1 0 16,1 1 2-16,1 1 0 0,0-1 1 0,1 3 2 0,-1-1 0 15,0 2 2-15,-2 2 4 0,2 1 3 0,-3 1 8 0,0 3 7 0,-3 1 8 16,0 2 6-16,-2 1 5 0,-4 3 2 0,1 2 0 0,-4 3 0 0,-2 3-8 15,-2 2-8-15,-2 3-6 0,-2 4-15 0,-1 1-3 0,-4 3-4 16,-1 0-13-16,-3 4 1 0,-3 1-2 0,-2 2 3 0,-2 4 5 0,-5 0 1 16,-3 3-2-16,-3 1-3 0,-4 2-4 0,-4 1-3 0,-2 2 0 0,-3 0 0 15,-3-1 0-15,-3 1 1 0,-3 1-5 0,-3 0 5 0,-4 2 2 16,-3 0 5-16,-3-1 6 0,-2 0-8 0,-3 0 1 0,-2-2-4 0,-2-1 2 16,-2-4 2-16,-3-2 0 0,-3 0 5 0,-3-1 2 0,-5 0-7 15,-4 3 5-15,-2-1 3 0,-5 0 2 0,-1 1 7 0,-4-1 2 0,-1-2 4 16,-4-1 0-16,-2 1 6 0,-4-1-1 0,-4 0 1 0,-1 1 5 0,-5-4 2 15,-2 0 1-15,-2-2 0 0,-2-1 3 0,-3 1-7 0,-1-3-1 16,-4 0-5-16,0-1-4 0,-3-1-2 0,-2-1-2 0,-2 1-6 0,-2-4-1 16,-3-1 2-16,0-2-2 0,-2-4 1 0,-3 0 1 0,1-2 2 0,-4-2 2 15,1 0 0-15,-3-1 3 0,1-3-1 0,-1-2-2 0,0-3 2 16,-2-4 0-16,1 0 2 0,0-3 1 0,1-1 1 0,1-5-3 0,0-1-2 16,0-4-3-16,1-2 2 0,0-1 0 0,2-2-2 0,1-3-5 15,-1-3-3-15,1-1-4 0,2-4-5 0,1 0-2 0,0-5-15 0,3-2-13 16,1 0-15-16,0-3-16 0,4-1-18 0,1-3-20 0,4 0-30 0,3-1-49 15,3-3-59-15,3 0-63 0,1-3-244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29:20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17575 911 774 0,'0'1'456'15,"0"0"-216"-15,-1 0-30 0,0 0-11 0,0 1-3 0,0 0-1 16,-1 0-29-16,1 1-29 0,-1 0-33 0,1 0-21 0,-1 0-12 0,0 1-8 15,1 0 0-15,-1 1-8 0,0-2-4 0,1 3 1 0,-1-1-10 0,1 1 2 16,0 1-6-16,1 0-6 0,0 0 9 0,0 2 0 0,1 0 1 16,-1 0 8-16,1 2 1 0,0 1 1 0,1 0 8 0,-1 2-2 0,1 0-8 15,0 2-1-15,0 2-6 0,0 0-3 0,0 0 1 0,0 3-25 16,2 20-16-16,-1 1 0 0,1 0-14 0,-1-1 20 0,0-1 10 0,-1-3-3 16,0-2-3-16,-1-2-2 0,0-3 0 0,0 1-2 0,-1-1-2 0,0 1 2 15,0-2-3-15,0 1 5 0,0-1-2 0,0-1 2 0,0-1-2 16,0 0-4-16,0-2 2 0,0-2 0 0,0 0-2 0,0-2 2 0,0 1 0 15,1-2-12-15,-1-2 4 0,0-3-2 0,0 1 2 0,0-3 6 0,0-1-2 16,0-4 0-16,0 0-2 0,0-3 4 0,0-1 2 0,0-2-8 16,-1-3-2-16,0-1-4 0,0-2-7 0,-1-2 7 0,0-2-8 0,-1-2-7 15,-1-2-5-15,0-3-20 0,-1-2 5 0,0-1-4 0,-1-3-3 0,1-1 9 16,-1-1-8-16,0-2 6 0,1 0 6 0,0-1 0 0,0-2 6 16,0 0-3-16,1 0 3 0,0 0 4 0,0-1 4 0,1 2 3 0,0 0 8 15,1 1 3-15,0 0-1 0,0 1 6 0,1 1-4 0,-1 1 6 0,2 11 17 16,-1 1 17-16,0-1 2 0,1-2 2 0,0 1-6 0,-1-1-18 15,1 2 7-15,0-3-4 0,0 1-1 0,0 0 1 0,0 1 6 0,0-2-7 16,0 0 9-16,1 0 1 0,0 2-5 0,1-2 11 0,0 0-4 16,0 1 10-16,1 1-4 0,1 2-4 0,0-1 4 0,0 2-9 0,2 0 0 15,-1 1 6-15,1 1-2 0,1 1 10 0,1 1-4 0,0 0 0 0,1 2 2 16,0 0-5-16,0 1-3 0,1 1-3 0,-1 0-12 0,1 2 4 16,1 1 10-16,0 1-4 0,0 0 4 0,-1 2-20 0,1 0-4 0,0 1 0 15,0 1 0-15,0 0 0 0,0 1 0 0,0 1 0 0,0 1 0 0,1 0 0 16,0 2 0-16,0 0 0 0,0-1 0 0,1 3 0 0,0-1 0 15,0 2 0-15,11 12 0 0,0 3 0 0,-1-3 0 0,-2 2 0 0,-1 0 0 16,-2-2 0-16,-3 1 0 0,0-2 0 0,-1 0 0 0,0-1 0 16,-1 2 0-16,0 0 0 0,0-1 0 0,0 1 0 0,0-1 0 0,-2 0 0 15,1 0 0-15,-1-2 0 0,1 0 0 0,-2-1 0 0,1-1 0 0,-3-1 0 16,1-2 0-16,-1 0 0 0,-1-2 0 0,0 0 0 0,-1-2-34 16,0-1-20-16,-2-1-7 0,-1 0-21 0,-1-2-19 0,-1-1-15 0,-1-2-22 15,-2-1-19-15,0-1-46 0,-2-1-43 0,-1-2-51 0,-2-1-65 0,0-1-80 16,-1-2-36-16,-2-1 45 0,0-1 97 0,-1-1-90 0</inkml:trace>
  <inkml:trace contextRef="#ctx0" brushRef="#br0" timeOffset="170.99">17846 1750 396 0,'-12'-4'215'0,"0"0"-5"0,-3 1 22 15,-2-3 12-15,-3 1-10 0,-3-2-35 0,1 0-30 0,2 1-23 0,0 0-14 16,0 0-2-16,3 2-4 0,0 0 2 0,2 0 2 0,1 1-2 16,3 1-2-16,1 0-4 0,2 1-2 0,2-1-2 0,1 1-15 0,2 0-11 15,1-1-16-15,2 0-6 0,1 0-8 0,2 0-3 0,1-1-3 16,1-1-15-16,2 0-6 0,2-2-4 0,0 0-5 0,3-1-1 0,1-1-5 15,1 0-6-15,1 0-8 0,0-2-6 0,2 1 2 0,1-1-4 0,-1 0-10 16,-1 0-12-16,2 2-31 0,-1-2-23 0,0 0-45 0,0 0-58 0,0 1-64 16,0 0-106-16,0 0-123 0,2-2-147 0,-1 1-80 0,0-1-133 15</inkml:trace>
  <inkml:trace contextRef="#ctx0" brushRef="#br0" timeOffset="433">18622 937 728 0,'-1'3'734'0,"1"0"-319"0,-2 0-53 0,1 2-52 0,-1 1-25 16,0 1-37-16,0 1-38 0,0 1-46 0,-1 1-35 0,1 1-29 16,-1 1-20-16,0 3-6 0,-1 0-14 0,1 3 3 0,0-1-18 0,-1 4-47 15,-1 18-6-15,0 1-10 0,2-1 1 0,1 0 34 0,2-1 1 0,0-2-10 16,0-2 0-16,2-5 0 0,1 1-4 0,0-2 8 0,1 0-8 15,0-1-4-15,1-1 0 0,0-2-2 0,0-1-4 0,0-1-2 0,0-3-6 16,0 0-4-16,-1-3-9 0,0-1-15 0,0-3-20 0,-2 0-33 0,0-3-26 16,-1-1-44-16,0-2-36 0,-1-2-67 0,-1-2-63 0,0-2-62 15,0-1-118-15,0-3-34 0,-2-1 64 0,1-3-65 0</inkml:trace>
  <inkml:trace contextRef="#ctx0" brushRef="#br0" timeOffset="651">18335 1177 816 0,'-2'-3'310'0,"0"1"-8"16,-1-1-27-16,1 0-52 0,-1 0-20 0,-1-1-23 0,0 0-14 0,1 0-16 16,-1 0-9-16,0 0-11 0,1 0-13 0,-1 0-8 0,1 0-8 15,1 1-10-15,0 0-10 0,1 0-2 0,1 1-5 0,2 0-8 0,1 1-12 16,0 0-2-16,2 1-12 0,1 0 2 0,1-1-7 0,1 1-10 0,-1 0-4 16,3-1-11-16,1 0-4 0,1 1 0 0,0-1-8 0,1-1 8 15,1 1 1-15,1-1-8 0,1 0 1 0,-1 0-8 0,1-1-4 0,1 1-9 16,0-1-10-16,-1 0-22 0,2 1-14 0,0-1-18 0,0 1-12 0,-1-1-21 15,1 1-29-15,0 1-36 0,-1-1-64 0,1 1-88 0,-1 0-79 16,-1 1-97-16,-1 0-15 0,1 0-173 0</inkml:trace>
  <inkml:trace contextRef="#ctx0" brushRef="#br0" timeOffset="951.99">18371 1762 1404 0,'-1'5'319'0,"0"-2"-84"0,0 0-9 0,0 1 5 0,2 0 2 15,0-1-35-15,2-1-34 0,2-2-29 0,1-1-24 0,1-1-4 0,3-1-14 16,1-1-12-16,1-2 1 0,1 0-12 0,1 0-11 0,1-1-1 0,2-1-14 16,-1 0-7-16,0 0 2 0,2-1-3 0,0 0-9 0,0 0 1 15,-1 0-2-15,2 0-6 0,0 1-2 0,-1-2-4 0,2 1-14 0,0-1 0 16,-1 0 0-16,2 0 0 0,0 1 0 0,-1-1 0 0,1 0 0 15,0 0 0-15,-1 1 0 0,0-1 0 0,0 1 0 0,-2 1 0 0,1-2 0 16,-1 2 0-16,-1 0 0 0,0 0 0 0,-2 1 0 0,-1 1 0 16,-1 0 0-16,-2 3 0 0,-1-1 0 0,0 0-14 0,-2 1-20 0,-1 1-14 15,-2 1-21-15,0 0-30 0,-1 1-28 0,-2 0-29 0,-1 1-40 0,-1-1-55 16,0 2-90-16,-2-1-131 0,-1 2-157 0,0-1-10 0,-2 1-111 0</inkml:trace>
  <inkml:trace contextRef="#ctx0" brushRef="#br0" timeOffset="1449.99">18116 1999 899 0,'-8'6'340'16,"0"2"-50"-16,-3 2-45 0,1 1-11 0,-2 0-15 0,0 1-28 15,-1 2-29-15,0 0-30 0,-1 1-23 0,-1 1-24 0,-1 3-15 0,-2 2-10 16,-1 2-14-16,-2 4-4 0,-5-1-12 0,0 3-7 0,-3 0-9 0,0 0-5 15,-1 3 3-15,-1 1-3 0,-3 1 3 0,1 4 1 0,-3 0-26 16,-1 2 15-16,0 0 7 0,-2 1 2 0,1 1 17 0,-1 2-6 0,-1-1-8 16,2 1 1-16,1 2-1 0,-3-1 1 0,1 0-5 0,-1-2 3 0,1 1-4 15,1-1-3-15,-1 1-3 0,2 0-10 0,1-1 7 0,-2-1 0 16,3 1 2-16,-1 0 9 0,2-1-8 0,1-1 1 0,0 2-4 0,2-2 2 16,1 0-4-16,1-2 2 0,1-2 0 0,2-1-2 0,2 0 2 15,-2-2 4-15,3 1-4 0,-1-3-9 0,2 0 2 0,3-3 5 0,1 0-2 16,1-2 15-16,2-1 2 0,3-2-10 0,0-3 3 0,0-1 1 0,3-1 1 15,0-4 3-15,1-1-2 0,3-1-2 0,0-1-1 0,1-2 1 16,1 0-5-16,2-2 2 0,0-1-4 0,1-1 0 0,1-2-2 0,0 0-7 16,1-1-6-16,1-2-5 0,-1 0-15 0,1 0-20 0,1-2-35 0,-1-1-54 15,2-1-79-15,0-1-99 0,1 0-82 0,1-2-116 0,-1 1-33 16,1 0-224-16</inkml:trace>
  <inkml:trace contextRef="#ctx0" brushRef="#br0" timeOffset="2066.51">14782 4483 939 0,'0'0'349'0,"-1"1"-84"0,1 0-40 15,1 1-14-15,0-2-16 0,0 1-22 0,1 0-22 0,0 2-18 16,-1 0-16-16,3 0-6 0,-2 1-13 0,2 0-9 0,-1 1-2 0,0 2-16 15,0 1-7-15,0 1-8 0,0 1-6 0,1-1-6 0,0 3-5 16,-1 1-2-16,0 2-10 0,1-1 3 0,0-1-7 0,-1 3 1 0,0 0-7 16,1 1 0-16,-1 0-8 0,0 2 3 0,0 0-7 0,0-1 1 0,0 2-2 15,0-1-2-15,0-1-1 0,0-1-2 0,-1 1 4 0,0-1-3 16,-1-2 2-16,-1 1-2 0,1-1 0 0,-1 0 0 0,0-1-2 0,-1 0 0 16,1 0-1-16,-1-1-7 0,-1-1 1 0,1 0-1 0,0 0 1 15,-1-1-1-15,0-2 3 0,0-1-12 0,-1-2-7 0,1 0-2 0,-1-1-15 16,1-1 1-16,0-2-6 0,0-1-8 0,0 0-9 0,0-2-19 15,0-2-25-15,0-2-29 0,-1-2-51 0,1-1-49 0,-1-4-35 0,1-1-71 16,0-3-73-16,0-2-19 0,1-4 34 0,1-1-111 0</inkml:trace>
  <inkml:trace contextRef="#ctx0" brushRef="#br0" timeOffset="2433.51">14777 4448 584 0,'-1'3'219'0,"-2"1"14"0,0 3 0 16,1 0-11-16,0 1-5 0,1 1-15 0,0-1-5 0,0 1-7 0,3 0-16 15,0 2-13-15,1 0-25 0,2-1-23 0,0 1-15 0,2-1-19 16,1 0-4-16,3 0-8 0,0-2-11 0,2 0 2 0,1 0-13 0,0-2-3 16,2 0 0-16,2-2-5 0,0-1-2 0,0-1-4 0,1-1-7 0,1-1-3 15,-1 0 2-15,1-1 5 0,0-1 2 0,0 0-5 0,0 0-4 16,0-1-14-16,-3 0-3 0,2 0 0 0,-2-1-8 0,-1 1 4 0,0-2 4 16,-1 0-4-16,-1 0 6 0,-1 0-10 0,-2-1-8 0,1 0-3 15,-1 0-17-15,0-1-12 0,-1 0-23 0,-1 0-31 0,-1 1-30 0,1-2-33 16,0 1-31-16,-1 0-39 0,1-1-36 0,-1 1-21 0,0 0-14 0,-1 0-11 15,0 1 1-15,1-1 28 0,-1-1 56 0,0 1 67 0,0 0 63 16,-1 2 45-16,-1 1 23 0,0 1 16 0,-1 1 11 0,0-1 8 0,0 2 8 16,-2 0 14-16,0 0 17 0,0 1 23 0,-1 1 32 0,-1 0 37 0,0 0 25 15,-1 0 18-15,-1 0-7 0,1 1-8 0,-2 0 0 0,1 0-8 16,0 1 2-16,0 1-6 0,0 0-5 0,1 1-7 0,-1-1-9 0,0 1-2 16,0 0-14-16,0 1-5 0,0-1 3 0,-1 1-8 0,1 1-3 15,-1 0-12-15,1 0-14 0,-1 1-10 0,0 0-13 0,0 1-5 0,0 0-9 16,0 0-7-16,0 2-8 0,0-1-5 0,-1 0-2 0,0 0-4 0,0 0-9 15,0-1 5-15,0 1-7 0,-1-1 0 0,0-1-2 0,0 0-5 16,1 0-3-16,0-1-7 0,0-2-10 0,1 0-10 0,-1-1-23 0,1-1-25 16,1-1-39-16,0 0-39 0,0-2-57 0,0-1-80 0,0-1-64 0,0-2-101 15,1 1-69-15,0-2 52 0,2 0-112 0</inkml:trace>
  <inkml:trace contextRef="#ctx0" brushRef="#br0" timeOffset="2654.51">15358 4423 571 0,'2'1'288'16,"1"1"23"-16,2 0 11 0,-1 1-46 0,0 0-26 0,1 1-31 0,0-1-18 16,1 1-27-16,1 1-23 0,-2 1-13 0,2 3-21 0,1 0-4 0,0 0-5 15,1 0-8-15,-1 1-4 0,1 0-15 0,-2 2-19 0,2-1-6 16,1 1-10-16,-1-1-3 0,1 1-4 0,0 0-7 0,0 0-7 0,-1 0-1 16,1-1-3-16,0-1-8 0,-1 1-1 0,1-1-10 0,-1-1 0 0,-1 0-4 15,1-2 4-15,0 1-4 0,-1-1-4 0,-1-1-2 0,-1 0-5 16,0-2-5-16,0 0-7 0,-1-1-17 0,-2-1-17 0,1 0-29 0,-1-1-33 15,-1-1-27-15,-1-1-45 0,2-1-51 0,-2 0-58 0,1 0-49 0,0-1-77 16,-1-1-63-16,1 0 34 0,0-2 32 0,0 1 31 0</inkml:trace>
  <inkml:trace contextRef="#ctx0" brushRef="#br0" timeOffset="3050.51">15778 4393 671 0,'0'-1'430'0,"1"1"-75"0,-1 0-37 15,1 1-56-15,0 0-16 0,0 0-22 0,1 0-16 0,0 1-26 0,0 1-23 16,0 0-21-16,0 1-23 0,1 0-15 0,-1 1-17 0,1 0-7 16,0 0-16-16,-1 1-19 0,0 1-5 0,1 2-7 0,0 0-4 0,0 2 9 15,0 0-9-15,-1 0-1 0,1 2-7 0,-1 1-3 0,-1 1-1 0,1 0-7 16,0 0-2-16,-1 1-4 0,0 1 0 0,0-3 2 0,-1 2 4 16,0-1-4-16,1 0-6 0,-1 0 8 0,1-1-6 0,0 0 0 0,1 0 6 15,-1-1-6-15,1-1 4 0,0-1 4 0,1 0-1 0,1-1 5 16,0-2 0-16,1 0-2 0,0-1 12 0,1-2-5 0,1 0 3 0,0-1 4 15,1 0-6-15,1-2 2 0,1 0 0 0,1-1-2 0,0-2-8 16,2 0-8-16,0-1 0 0,2-1 0 0,1-1 0 0,0 1 0 0,-2-2 0 16,1 2 0-16,1 0 0 0,-1-1 0 0,0 0 0 0,0 1 0 0,0 0 0 15,1 0 0-15,-2 1 0 0,2 0 0 0,-2-1 0 0,1 2 0 16,-2-1 0-16,1 0 0 0,0 1 0 0,-1 0 0 0,-2 0 0 0,1 0 0 16,-1 0 0-16,-1 0 0 0,0 0 0 0,-2 0 0 0,0 1 0 0,-2-1 0 15,1 1 0-15,-1 1 0 0,-1-2 0 0,-1 1 0 0,0 0 0 16,-1 0 0-16,-1 0 0 0,0 1 0 0,-1 0 0 0,0-1 0 0,-1 0 0 15,-1 0 0-15,0-1 0 0,-1 1 0 0,0 0 0 0,-1 0-18 0,-1-1-66 16,-1 0-28-16,0-1-27 0,-1 0-27 0,1-2-53 0,-1 0-78 16,0 0-82-16,0 0-180 0,0-1-144 0,0-1 84 0,-1 0-22 0</inkml:trace>
  <inkml:trace contextRef="#ctx0" brushRef="#br0" timeOffset="3716.52">14307 4379 1231 0,'-10'-11'297'0,"-2"0"-49"0,-2-4-21 0,3 1-15 16,3 1-15-16,2 0-17 0,1-1-27 0,4 0-12 0,0-1-12 16,2 1-22-16,3 0-12 0,1-3-13 0,2 0-17 0,0 0-5 0,4-1-1 15,0-1-1-15,3-2-2 0,0 2-2 0,4-2-6 0,1 2-6 0,1 0 2 16,3 1-4-16,1-1-5 0,0 1-4 0,3 0-4 0,0 0-7 16,3 1-2-16,-1-1-3 0,3 1-5 0,1 1-4 0,3 2-6 0,0-2 0 15,1 2 2-15,2 0 18 0,-1 1-2 0,4 0 2 0,0 0 0 16,2 0-12-16,2 0 6 0,3 2-8 0,0-2-6 0,2 1 0 0,1 1 0 15,1-1 0-15,3 2 0 0,0 0 0 0,-1 1 0 0,2 0 0 0,-2 1 0 16,-1 1 0-16,1 1 0 0,-1 2 0 0,0 1 0 0,-3 3 0 16,0 1 0-16,0 2 0 0,-2 3 0 0,0 2 0 0,-2 2 0 0,-1 2 0 15,-1 2 0-15,-3 1 0 0,0 4 0 0,0 2 0 0,-3 1 0 0,-1 2 0 16,-2 1 0-16,-1 3 0 0,-1 1 0 0,-4 1 0 0,1 3 0 16,-6-1 0-16,1 1 0 0,-3 2 0 0,-1 1 0 0,-2 3 0 0,-3 0 0 15,-3 1 0-15,-2 1 0 0,-2 0 0 0,-1 2 0 0,-3 2 0 16,-1 0 0-16,-3 1 0 0,-2 0 0 0,-2 1 0 0,-2-2 0 0,-1 1 0 15,-3 0 0-15,-1 2 0 0,-3-2 0 0,-1 0-6 0,-2-2-2 0,-3 0 0 16,-1-3 2-16,-1 0 0 0,-2 0-14 0,-1-3 6 0,0-2 4 0,-3 0-2 16,-1-3 16-16,-1 0-6 0,-3-4-6 0,-1-1 8 0,0-4-2 15,-3 0-2-15,0-1 8 0,-2-3-10 0,-1 0 8 0,-1-4-4 0,0-3 2 16,-1-3 8-16,-2-2-4 0,-3-3 4 0,1-3-4 0,-1-3 6 16,1-3-2-16,0-3 0 0,-1-3 2 0,0-2-16 0,-2-4 2 0,1-3 4 15,-1-2 0-15,-1-4 8 0,0-2 2 0,-2-1-2 0,1-4-6 0,-2 0 4 16,2-3-6-16,-1-1-2 0,1 1 14 0,1-1-2 0,1 0-10 15,0 0 0-15,1 0 0 0,-1 1 0 0,3 0 0 0,1 0 0 0,0 0 0 16,1 0 0-16,1-1 0 0,-1 2 0 0,3 2 0 0,2-1 0 0,0 2 0 16,4-1 0-16,-1 1 0 0,3 1-20 0,1 2-8 0,3-1-16 15,0 0-21-15,3 3-25 0,-1-2-52 0,2 3-77 0,3-2-95 0,1 2-119 16,2 0-283-16,4-1-51 0,1 1-136 0</inkml:trace>
  <inkml:trace contextRef="#ctx0" brushRef="#br0" timeOffset="5752.51">28474 1804 113 0,'-11'-8'37'0,"0"-1"-7"16,-2-2-1-16,-3-3 12 0,-4-2 5 0,-1-1 5 0,-2-2 7 15,-1 1 1-15,0 0 6 0,-1-1 1 0,0 0-8 0,-2 1 3 0,0-1-12 16,0 0-9-16,-2 0-5 0,0 2-9 0,-1-1-1 0,0 1 0 16,-3 1-4-16,-1 0-3 0,-1 0-4 0,-4 1-8 0,0 1-2 0,-3 1-4 15,-2 0-3-15,-1 2 2 0,-3 1-2 0,-2 0 3 0,-3 4 1 0,0 0 4 16,-3 1 3-16,-1 1-3 0,-1 1 2 0,-2 0-3 0,-1 1 6 15,0 1 5-15,0 1 5 0,0 1 8 0,-1 1 4 0,-1 0 3 0,1 2 6 16,-1 0-2-16,-1 2 1 0,1 1 1 0,-2 1-5 0,0 2 0 16,-2 2 8-16,1 2 6 0,-2 1 0 0,-1 3 1 0,-1 2-9 0,-2 2-8 15,0 3 0-15,-1 3-8 0,-1 2-1 0,-1 3-4 0,0 3-3 0,-1 2 2 16,1 4-6-16,-1 1 0 0,-1 1-14 0,-8 10-10 0,-57 40 0 16,23-11-2-16,20-12 5 0,32-19 10 0,2 1-1 0,2 2 5 0,2 0 0 15,1 0-1-15,2-1-3 0,1 1 0 0,1 1-9 0,4 2 2 0,2 1 2 16,1-1-2-16,2 1 9 0,0 1-5 0,3 1-1 0,0 2 1 15,3 0-2-15,0 0-2 0,1 1-1 0,3 1-4 0,1 1 1 0,3 0 4 16,0 0 4-16,4 2-1 0,1-1 1 0,2 1-3 0,3 1 2 0,3-2-2 16,4 1-5-16,2 1 7 0,2-1-3 0,3 2 4 0,2 0 5 15,3 1-9-15,2-1 6 0,4 0-8 0,4 0-4 0,2 1 0 0,3-1-2 16,2 0 4-16,0 0 6 0,5 0-1 0,1 1 2 0,2 0 2 16,4-1 0-16,3-2-2 0,1 1-4 0,4 0-3 0,1-1 4 0,3-3 4 15,5 1 5-15,0-2 2 0,3-1-3 0,3 0-4 0,2-3 5 0,3-2-9 16,1 1 4-16,3-2 4 0,3 0-2 0,1-1 9 0,4-2-2 15,2-1 0-15,1-2 3 0,4 0-3 0,-1-2 3 0,5 0 2 0,2-1-2 16,1-1 1-16,3-1-2 0,3-1-6 0,1 0 1 0,3-2-1 0,0 0 11 16,1 1 0-16,1-3 4 0,2 0 1 0,1 1-8 0,-1-2 4 15,1-1 4-15,0-2 9 0,1-1 9 0,2-1-1 0,-1-2 2 0,1-1-7 16,-1-2-17-16,2-4 2 0,0-2-5 0,0-1-2 0,2-3 4 16,0-1-3-16,0-3-2 0,1-2-4 0,0-3 6 0,-2-1-2 0,2-2 4 15,-1-2-2-15,0-1-2 0,1-2 5 0,1-2 2 0,0-1 1 16,-1-1-3-16,1-3-3 0,-3-2-3 0,0-2-3 0,0-3 3 0,-2 1-6 15,-1-4-1-15,-2-1 1 0,-1-3-4 0,-3 0 4 0,-1-2 6 0,-1-3 2 16,-3 1 2-16,-1-4-3 0,-3-1-4 0,-2-4-3 0,0 1-1 0,-3-3 2 16,-1-1-1-16,-2-1 0 0,-2-3 7 0,0-1-1 0,-3-2 4 15,-2-1 4-15,-2-1-5 0,0-2-1 0,-3-1-3 0,-1-1 6 0,-3-1 1 16,-2-2-1-16,-2 1 5 0,-2-2-6 0,-3-2 6 0,-1-1 4 16,-3-1-2-16,-3-1 5 0,-1-2-4 0,-1-1 1 0,-1 0-4 0,0-3-1 15,-4-2-2-15,-3 1-1 0,-3-2 2 0,-1-2-6 0,-2-1 1 0,0-1 0 16,-3 0 0-16,-2-1-2 0,0 0 7 0,-2-1 3 0,-4-2-3 15,0-2 13-15,-3-3-11 0,-2 2-3 0,-1-1 1 0,-3 0-14 0,-1 2 18 16,-1-1-2-16,-4-1 2 0,1 0 3 0,-4-1-18 0,0 2 1 0,-2 0-14 16,-3 1-2-16,-2 0 5 0,-4 1 1 0,-1-2 13 0,-1 0-3 15,-3 1-1-15,1 3-1 0,-1 4 4 0,-1-1-1 0,1 3-1 0,-2 1-1 16,-3 0 1-16,0 0-2 0,-3 2 4 0,-1-1-2 0,-4 1 3 16,0 0-1-16,-2 2 0 0,1 2 5 0,0 3-3 0,-1 1 0 0,-2 1 5 15,0 1-4-15,-1 0-3 0,-3 1-1 0,1 2-8 0,-2 1 0 0,-1 1 5 16,1 0-3-16,-3-1 1 0,-4 2-3 0,-3 3 4 0,-1 1-4 15,-2 1 4-15,28 22-1 0,-9-4 13 0,0 0-1 0,-8-3 3 0,-3 1-2 16,-6-2-12-16,-2 0 3 0,-9-1 2 0,0 2-3 0,-2 1-2 0,-1 3-6 16,-1 2 2-16,-1 2 0 0,-3 4 3 0,0 0 1 0,-1 3 3 15,-2 1-3-15,1 3-2 0,-1 3 3 0,-1 1-12 0,-1 1 3 0,1 2-1 16,-2 1-2-16,0 2 12 0,-1 2-9 0,0 1 1 0,-2 0-8 16,0 2-9-16,0 3 0 0,0 0-2 0,-2 1-3 0,2 1-18 0,-2-1-21 15,1 3-16-15,0 1-32 0,0 0-34 0,1 1-42 0,-2 2-44 0,0 1-27 16,0 2-31-16,-1 0-38 0,-11 7-24 0,-66 21 5 0,20-1 49 15,19-1-141-15</inkml:trace>
  <inkml:trace contextRef="#ctx0" brushRef="#br0" timeOffset="7234.04">30588 924 1921 0,'0'32'376'0,"-2"-32"21"0,0 0-14 0,0-1-90 0,-1 0-514 0,0 1 7 0,0-1 24 16,0 1 97-16,1 0 31 0,-1 1 0 0,0 1 34 0,0 0 25 15,1 2 33-15,-1 0 27 0,-1 1-1 0,1 2-23 0,0 0-28 0,1 4-23 16,1 2-7-16,0 3-2 0,1 3 3 0,-1 4-8 0,0 24 4 0,0 4 9 16,0 2 2-16,0 2 17 0,1-1 1 0,1-1-1 0,0-6 2 15,0-9-13-15,-1-2-3 0,1 0-5 0,-1-4 1 0,-1-1 9 0,0-4-5 16,-1-1 1-16,-1-2-9 0,0-5-21 0,-1-2-2 0,1-3-10 0,-3-3 2 15,-1-3 7-15,0-1-7 0,-1-4-2 0,-1-1-13 0,-1-3-12 16,0-3 3-16,0-1-1 0,0-4 5 0,-1-3 7 0,0-3-1 0,1-3 6 16,1-2 14-16,0-5 8 0,1-3 6 0,0-1 6 0,2-3 5 0,-1-2 7 15,2-1 6-15,0-1 2 0,0-1 7 0,2 0 8 0,2 19 3 16,0-3 7-16,0 0-6 0,1-1-6 0,-1-1 4 0,2-1-5 0,-1-1 2 16,2-2 10-16,0 2-6 0,1-3 16 0,0 1 10 0,1-2 5 0,1 2 11 15,0-2 5-15,2 1-4 0,0-1 5 0,1 1-6 0,1 3-7 16,0 1-7-16,2 2-12 0,0 1-6 0,2 2-2 0,-1 3 7 0,0 2-1 15,1 2 7-15,0 2 1 0,1 3-8 0,-1 2 1 0,0 3-8 16,2 3-2-16,-1 3-4 0,0 2-4 0,-1 3-4 0,1 3 5 0,0 1 3 16,0 2-4-16,-1 4 2 0,1 1-7 0,0 1-1 0,1 2-1 0,-1 3 11 15,0-1 0-15,0 4-2 0,2 0-6 0,11 27-23 0,-1-2 3 16,-1-1 2-16,-3-4-1 0,-1-2 1 0,-2-5-19 0,-3-2-32 0,-2-9-23 16,0 2-15-16,-2-2-10 0,-2-1-16 0,1-1-28 0,-3-1-35 0,-1-2-41 15,-3 0-8-15,-3-2 17 0,-3-1-175 0</inkml:trace>
  <inkml:trace contextRef="#ctx0" brushRef="#br0" timeOffset="7384.04">30451 1329 1712 0,'1'-4'450'0,"1"1"-721"0,2-1 40 0,3-1 76 0,3-1 65 0,4-2-30 15,4 0-53-15,3 0 11 0,4-2 35 0,-12 4 63 0,2 0 53 16,-2-2-8-16,4 0-55 0,-1-1-45 0,2-3-23 0,0 0-163 0</inkml:trace>
  <inkml:trace contextRef="#ctx0" brushRef="#br0" timeOffset="7569.04">31509 774 1660 0,'1'2'-85'0,"-1"1"-53"0,1 2 53 0,0 1 50 15,1 1 24-15,-1 2-3 0,2 2 3 0,-1 1 17 0,0 3 29 16,0 0 36-16,0 3 16 0,0-1 3 0,0 4-20 0,0 1-37 0,-1 1-10 15,0 3-7-15,0 0-5 0,-1 5-8 0,-2 24-17 0,-1-2-2 16,-3-1 0-16,0-2 12 0,-1 0 13 0,0-3-5 0,1-4-4 0,1-7-2 16,-1-1-10-16,0-1-11 0,0-1-33 0,0-3-36 0,1-1-25 0,-1-4-20 15,1-2 3-15,-1-3 1 0,0-2-5 0,2-5-1 0,-2-3 10 16,0-2 13-16,-2-4 7 0,0-4-154 0</inkml:trace>
  <inkml:trace contextRef="#ctx0" brushRef="#br0" timeOffset="7901.04">31072 720 853 0,'-1'-1'339'0,"0"1"-391"0,0 0-7 16,0 0 12-16,0 0 27 0,1 1 7 0,0 0 5 0,0 0 8 0,2 1 40 15,-1 0 33-15,1 0 31 0,1 1 16 0,1 0-18 0,2 0-23 16,1 1-13-16,3 0-8 0,2 1-1 0,1-2-6 0,1 2-10 0,3-2-12 16,2 0-14-16,0 1-3 0,3-1-4 0,1 0-8 0,1-1 1 0,1 0 2 15,1-1-5-15,3-1 1 0,1 0 0 0,-2 0-10 0,2-2 0 16,-1 0-1-16,0 0-9 0,0-1-13 0,0-1-26 0,-2 1-23 0,0-1-23 15,-1 0-32-15,-1 0-20 0,0-1-20 0,-3 0-16 0,-1 2 2 16,-1-2 4-16,-2 2 19 0,-2 0-71 0</inkml:trace>
  <inkml:trace contextRef="#ctx0" brushRef="#br0" timeOffset="8071.04">31291 1563 2384 0,'1'0'8'0,"1"1"-206"16,1-1 57-16,3 0 63 0,3 0 46 0,2 0 9 0,5-1-3 0,3-1 3 16,3 0 17-16,2-1 14 0,2-2 8 0,1-2 1 0,2-1-14 0,0-2-12 15,2-1-10-15,0-1-24 0,2 0-48 0,1-3-87 0,3-1-81 16,0 0-59-16,0 0-8 0,0-3-149 0</inkml:trace>
  <inkml:trace contextRef="#ctx0" brushRef="#br0" timeOffset="8620.04">29669 1728 41 0,'0'-4'1'0,"-2"1"-8"0,0-2-5 0,-1 0-6 16</inkml:trace>
  <inkml:trace contextRef="#ctx0" brushRef="#br0" timeOffset="10386.04">28484 1696 360 0,'3'-1'-8'0,"1"0"-4"0,0 0 6 0,2-1 4 0,0 0 0 0,1 0-1 16,2 1-1-16,-1 0 2 0,0-1 3 0,-1 1 1 0,0-1 3 0,-1 1-2 15,0 0 0-15,-1-1 0 0,-1 0-1 0,0-1 0 0,0 1-1 16,1-1 1-16,-1 1 1 0,0-1-2 0,-1 1 3 0,0 0-1 0,0 0 2 15,-1 0-2-15,0 1 5 0,-1 0 4 0,0 0 3 0,0 0 8 0,-1 0 4 16,1 1 4-16,-1-1 5 0,-1 1 1 0,0 0-2 0,1-1 4 16,-1 1-2-16,-1-1 0 0,0 1-4 0,-1 0-4 0,0-1-4 0,-1 1-4 15,0 0 1-15,-1-1-1 0,0 1-1 0,0 0 2 0,0 0-2 0,-1 0 1 16,0 1-3-16,-1 0 0 0,-1-1 5 0,0 1 0 0,0 0 6 16,-1 0-1-16,0 1 0 0,1 0 1 0,-2-1 2 0,1 1-1 0,-1 1 5 15,0-1-1-15,0 1 1 0,1 0 2 0,-1 0-6 0,-1 1-3 16,1 0 0-16,-1-1-4 0,1 1 3 0,0 0 3 0,-1 1 5 0,-1 0-1 15,1-1 6-15,-1 1-1 0,1 0 1 0,-2 0 1 0,0-1 0 0,0 1 1 16,0 0-6-16,0-1-4 0,-1 1-7 0,0-1-6 0,-1 2-3 16,1 0-3-16,-2 1 4 0,0 0 3 0,0 1-3 0,-1 1 3 0,0 1-5 15,-2 0 1-15,1 2-2 0,0 0-10 0,-1 2 5 0,0 1-3 0,0-1-2 16,-1 2 5-16,1 0-11 0,0 1 1 0,-18 15-2 0,7-2-1 16,5-2 9-16,5-5-2 0,3-2 6 0,0 1-1 0,0 1 2 0,2-1-1 15,-2 1 0-15,1 1 2 0,0 1 2 0,2 1 1 0,-2 2-3 16,1 2 1-16,-1 1-5 0,1 1 5 0,-1 1-6 0,0 0 1 0,0 2-4 15,1 2-1-15,-2 4-1 0,-1-2-7 0,0 3 6 0,0 1-5 0,0 1 2 16,0 1 6-16,3 0-3 0,-2 1 3 0,0 0 1 0,2 1-1 16,1 0-3-16,0 1 0 0,2-2-2 0,1 0 2 0,0 1-7 0,3 2-5 15,-1 0 8-15,0 1-4 0,0 0 10 0,1 0 5 0,1 1-5 0,0 2 8 16,1 1-1-16,-1-1 3 0,-1 2 1 0,1-1 2 0,1 0-6 16,0 2 2-16,2 1-1 0,0-1 2 0,0 1 5 0,2 1-2 0,-1 1 2 15,2-1-2-15,1 0 2 0,0-1-2 0,1 0 7 0,1-1-16 16,1 1 3-16,0 0 0 0,1 0 1 0,2-1 7 0,0 0-5 0,2 0 4 15,1-1-5-15,-1 0 3 0,0-3 2 0,1-1-2 0,0-1 2 0,2 0-14 16,0-1 9-16,1 1-3 0,-1-1-2 0,2-1 12 0,1-1-4 16,0-1-2-16,2 0 2 0,0-1-4 0,2 0 0 0,0 0-4 0,-2-3-1 15,3-1-2-15,-2 1 1 0,1-1-6 0,0-1 4 0,-1-1 9 0,1 1-3 16,-1 0 12-16,0-1-7 0,2-2-3 0,-2-1-2 0,2 1-1 16,1-2 1-16,0 1 0 0,2-3 0 0,0-1-1 0,0-3 1 0,0 0-1 15,1-2 0-15,0 1 1 0,2-2 2 0,0 1 0 0,0-3-1 16,0 1-3-16,-1-1-6 0,-1-1 0 0,0 0 2 0,1 0 0 0,-1 0-1 15,-1 0 1-15,2-2-2 0,-2 1 2 0,0-2-2 0,0-2-2 0,-1 0 4 16,-2 0-2-16,1-1-2 0,0-2 0 0,-2 1-3 0,1-1-5 16,-1 0 2-16,-2-2-4 0,3 0-1 0,-1-1 1 0,0-2 2 0,-2-1 2 15,-1-1 0-15,1 0 1 0,-2-1-3 0,2 0-2 0,-1-1 3 0,0-1-1 16,0 0-3-16,1-2 1 0,0 0-6 0,-2 0 0 0,-1-2 2 16,-1 1-5-16,0-2 2 0,-1 0-13 0,0-1-10 0,-1 0-7 0,-1-1-11 15,0-1-14-15,1 0-23 0,-1 0-21 0,1-1-25 0,-2 0-10 0,0 0-11 16,-2 0-19-16,0 0-7 0,1-1-14 0,-2 0 1 0,-1 0 10 15,2 0 16-15,-1 0 24 0,1-1-76 0</inkml:trace>
  <inkml:trace contextRef="#ctx0" brushRef="#br0" timeOffset="11152.04">28457 4376 1 0,'-20'-9'17'0,"3"1"418"0,-3-5 538 16,11 2-12-16,1 0-1071 0,3 0-2 0,4 1 37 0,1 0 40 0,3 0 19 16,0 1 12-16,0 1 2 0,-1 2 28 0,-1 1 25 0,1 1 11 15,-2 2 0-15,1 0-20 0,1 2-27 0,-1 0-20 0,2 2-4 0,1 0-1 16,2 4 4-16,1 2 10 0,2 4 2 0,0 3 2 0,2 3 1 0,-2 5-5 16,2 3-1-16,-1 4 0 0,1 3 5 0,-1 1-4 0,1 3 5 15,-1 2-1-15,-1 1-1 0,-1 1 2 0,0-1 2 0,-4 0 6 0,0-1-4 16,-3 0 1-16,-1-1 0 0,0-2-5 0,-2-2 6 0,0-3 1 0,-2-3 3 15,0-1-1-15,-2-3-2 0,-2-2-4 0,-1-1-12 0,1-4-4 16,-2-1-12-16,-1-1-10 0,1-3-9 0,-2-2-3 0,1-3-11 0,1-2 10 16,-1-4-7-16,1-2 4 0,0-2 9 0,0-4-10 0,-1-1 4 0,1-7-5 15,-1-3-2-15,0-5 0 0,0-2 10 0,1-4 1 0,1-1 6 16,1-5-1-16,0 1 3 0,0-4-1 0,1-2-1 0,-1-2 2 0,1 0 0 16,-1-1 0-16,2-1 1 0,1 1 7 0,1-1 10 0,1 3 9 15,1 3 8-15,1 1 1 0,1 4 0 0,1 1-2 0,1 5 2 0,1 3 2 16,1 3 3-16,0 3 0 0,1 3 6 0,0 2 9 0,1 4 7 0,0 0 4 15,0 2-2-15,0 1-5 0,0 2-12 0,1 1-9 0,0 2-5 16,1 1-2-16,2 0 5 0,1 2-5 0,0 1 2 0,2 1-8 0,0 1 1 16,0 2 1-16,2 0-3 0,0 0 0 0,1 1-7 0,0 0-3 0,1 0-1 15,0-2-5-15,0 0-1 0,0-1-4 0,-2 0-3 0,0-2-4 16,-3 0-4-16,0 0-1 0,0-1-5 0,-2-1 3 0,-2 0 1 0,0-1 3 16,-2 0 4-16,0-1-3 0,-1 0-9 0,1 1-11 0,0-2-21 15,-1 0-14-15,0-1-8 0,0-1 1 0,1-1 15 0,0-1 14 0,0-1 16 16,0-1 10-16,-2-2 5 0,2-1-2 0,1-1 2 0,-2-1 1 0,2 0 0 15,-1-1 5-15,1 0 2 0,0-2 3 0,1 1 3 0,-2 0 7 16,1 1 4-16,0 0 6 0,0-1 5 0,1 1 1 0,-1 1 1 0,0 2 5 16,0 0 0-16,-1 0 1 0,-1 1 5 0,0 2 3 0,0 2 8 0,-1 2 7 15,-1 2 14-15,0 3 14 0,0 1 15 0,-1 1 7 0,-2 3-6 16,0 1-19-16,-2 3-17 0,0 1-8 0,-2 4-4 0,-2 1 8 0,0 3 5 16,-1 1 6-16,-1 1-6 0,0 3-7 0,-2 1-12 0,0 1-13 15,1 0-5-15,-2 0-5 0,1 2-5 0,-1 0-2 0,1 1-8 0,-1 1-12 16,0 1-19-16,0-1-18 0,-1-1-16 0,2-2-10 0,0 0-4 0,1-2-14 15,1-4-6-15,0 0-1 0,1-2-2 0,0-5 10 0,0 0 11 16,0-4-3-16,0-2-114 0</inkml:trace>
  <inkml:trace contextRef="#ctx0" brushRef="#br0" timeOffset="11488.05">28674 3957 2067 0,'-2'4'50'0,"3"2"-143"0,1 4 24 0,4 1 51 0,2 1 36 0,2 3 11 16,3 1 2-16,1 2 2 0,0-1 12 0,0 3 11 0,0 2 1 0,1 0-5 15,0 2-21-15,1 2-14 0,0 0-5 0,0 1-2 0,2-1 4 16,0 1-1-16,1-1 1 0,1 1-5 0,-3 0-1 0,2 0 2 0,-2-1-5 16,0-2 1-16,0 0 2 0,0-3-7 0,0-1 9 0,-2-1-4 15,-1 0 5-15,0-2 4 0,-1-2 5 0,-1 0 4 0,-1-3 7 0,-1-2 10 16,1-1 5-16,-1-1 9 0,2-1 0 0,-1-1-7 0,1-1-7 0,0-2-8 15,1-1-6-15,-1-1-3 0,1-1-2 0,0-2 3 0,1-1 1 16,0 0 1-16,-1-2 0 0,-1 0-4 0,1 0-4 0,1-1 0 0,0-1-2 16,0 1-4-16,-1 0-3 0,1 0-5 0,0 0-3 0,1 1 2 0,-2 1-3 15,0 0 1-15,0 1-2 0,-2 2-3 0,0-1 6 0,-1 2-6 16,-2 0-3-16,0 1 1 0,0 2-11 0,0-1-3 0,-2 2-5 16,0 0-12-16,-1 0-12 0,-1 0-12 0,-1 0-14 0,0-1-17 0,-3 0-28 15,0-2-36-15,-2 0-48 0,-1 0-82 0,-1-1-86 0,-3-1-9 0,-3-3-44 16,-3-4-177-16</inkml:trace>
  <inkml:trace contextRef="#ctx0" brushRef="#br0" timeOffset="11934.04">29374 3668 2187 0,'-1'-1'280'0,"1"0"-446"0,0-1 24 16,3 2 55-16,2 1 58 0,1 0 19 0,1 3 13 0,2 1 27 0,-1 3 40 15,0 1 38-15,-1 1 16 0,0 2-20 0,-1 2-30 0,0 2-36 16,0 3-16-16,2 3-6 0,-2 5-2 0,1 2-1 0,0 5 5 0,-1 2 0 15,-2 4 0-15,0 2 3 0,0 1-5 0,-3 0-4 0,1 2-8 16,-2 0 1-16,1-2-3 0,0-2 1 0,1-2 1 0,1-4-3 0,0-2-1 16,1-4 2-16,1-1 3 0,0-5 3 0,1-1-1 0,1-4 14 0,2-3 12 15,-1-1 6-15,0-2 8 0,1-2-1 0,0-2-7 0,0-1 4 16,2-4 1-16,0 1-9 0,4-2-2 0,0-1-5 0,1-2-3 0,0 0 0 16,2-3 0-16,2 0-7 0,0-2-5 0,3-1-6 0,2-1-2 15,-1-1 6-15,1-1-18 0,-1 1 14 0,0 0-3 0,0 2-4 0,0-2 12 16,-1 0-15-16,1 0-1 0,-2 0 0 0,0 1-3 0,-1 0-4 0,-1 2-10 15,-1 0-6-15,-2 1-12 0,-3 0-11 0,0 1-8 0,-3 0-18 16,-1 1-17-16,-1 0-13 0,-3-1-22 0,-2 1-20 0,0-1-42 0,-2 0-58 16,-3-1-48-16,-2-2-59 0,-3 0-32 0,-4-6 30 0,-5-2-4 15,-4-3 42-15</inkml:trace>
  <inkml:trace contextRef="#ctx0" brushRef="#br0" timeOffset="12401.04">27866 4343 3135 0,'-24'-17'-72'0,"6"-2"-98"0,-2-6 15 0,9-3 53 0,5-2 51 15,4-4 27-15,1-1 7 0,3-1 8 0,1-1 16 0,-1 1 28 16,1-2 10-16,0 2 0 0,2-2-13 0,3 0-17 0,3-2-12 15,3 0-6-15,4-2-8 0,4-1-1 0,3 2 1 16,3-1-4-16,4 1 2 0,0-2-4 0,3-1-1 0,4 1-1 0,1 2 6 0,3-1 1 0,3 3 8 16,1 0 0-16,1 2 10 0,1 2 0 0,1 0-6 0,2 4 2 0,0 1-7 15,1 3 0-15,-1 2 4 0,2 3-2 0,0 3-1 0,2 2 1 16,2 3 5-16,1 4 3 0,1 1-1 0,-1 3-2 0,2 2-10 0,2 2 3 16,-2 4-9-16,1 3 1 0,0 3-1 0,-1 4-3 0,0 2 5 15,0 5 1-15,-1 3-8 0,1 4 4 0,-2 6-2 0,1 1-3 0,-1 4-2 16,-1 2-4-16,-1 3-4 0,-3 2-3 0,1 4 2 0,0 1-2 0,-1 2-9 15,-2 2-2-15,-2 2-2 0,-2 0-3 0,-4 1 4 0,-1 2 4 16,-1-1-2-16,-2 3 6 0,-1 1 3 0,-4-1 8 0,-5 1 10 0,-2 0 4 16,-6-2 10-16,-1 0 5 0,-3-2 1 0,-6-1 9 0,-1-1 1 0,-5 0-1 15,-6 0 11-15,-4 1 3 0,-7-2 5 0,-3 1 12 0,-7 2-7 16,-6-3 0-16,-2 1-2 0,-6-1-3 0,-4-2 2 0,-5-2 6 0,-3-3 2 16,-4-1-11-16,-2-3-1 0,-7-2-15 0,-6-3-7 0,-5-4 7 0,-6-3 3 15,0-4 11-15,-6-3 13 0,0-5 8 0,-3-1 6 0,-2-2-2 16,0-3-8-16,0-4-6 0,-1-3-6 0,0-3-7 0,3-4-4 0,1-5-13 15,3-2-11-15,2-7-22 0,2-5-28 0,2-6-40 0,5-9-41 16,-1-9-77-16,3-9-116 0,1-13-123 0,3-12-57 0,6-12-199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30:20.3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8267 5878 358 0,'-16'-9'130'15,"-1"0"-106"-15,-2-1 19 0,7 2 6 0,7 2-5 0,3-1-11 0,2-1-12 16,0-2 5-16,1 1 8 0,0-1 4 0,1 1 2 0,0 0-9 15,1 2-7-15,1-1-7 0,1 2-4 0,0 1-3 0,0 0 0 0,1 1-1 16,0 1-1-16,1 0-1 0,1-1-5 0,0 1 0 0,0 0 2 0,1 2-2 16,1 0 0-16,1 1 3 0,0 0-1 0,2 1 3 0,-1 1-1 15,2 1 2-15,3 1-1 0,-1 0-5 0,1 1 2 0,-1 1-3 0,1 0 1 16,-1 2 3-16,-1 2 0 0,2-1 0 0,0 2-3 0,-2 1 6 0,1 0-2 16,2 0 0-16,-1 0 3 0,0 1-2 0,0 0 3 0,0 0 4 15,0-2 3-15,-2-1 3 0,2-2 3 0,1-1 4 0,-2-3 9 0,3-3 8 16,0-3 9-16,1-4 7 0,3-2-4 0,1-3-3 0,0-4-10 15,2-3-6-15,0-3-6 0,1-1-10 0,1-4-3 0,1 0-2 0,3-4 1 16,-1 0-2-16,2-1 1 0,-3-1-9 0,-1 0-3 0,0 0-2 0,0-1-1 16,-2 1 1-16,1-2 1 0,-1-1 0 0,0-2-2 0,-1 2-2 15,0 0 1-15,-1 0 0 0,-2 1-4 0,1-1-1 0,0 0-3 0,0 2 7 16,0 0 6-16,0 0 2 0,-1 0 0 0,-1 1-6 0,1-1-1 16,0 4 3-16,0 0-2 0,0 3 2 0,-1 0-5 0,-2 2 0 0,0 3 2 15,-1-2 0-15,-1 2 2 0,-1 2 1 0,-2 1 1 0,0 2-4 0,-2 3 3 16,1 2-3-16,-2 0 0 0,-1 2 2 0,-2 1-2 0,-2 2 0 15,1 1 2-15,-1 1-4 0,-2 1 4 0,0 1-2 0,-1 0 0 0,0 1 0 16,-2 1 2-16,0 0-6 0,-1 0 4 0,-1 0 0 0,1 1-2 0,-1 1 6 16,-1-1-6-16,1 0 0 0,0 1 2 0,-1 0 0 0,0 0 2 15,-1-1 2-15,0 0-1 0,1 0 1 0,0-1 0 0,0 1 0 0,0-2 2 16,1 0-2-16,-1 1-1 0,0-1-2 0,1 1 2 0,-1 0 1 16,0-1 0-16,1 1-3 0,0 0-1 0,0 0 1 0,1 0-3 0,-1 0 2 15,1 0 0-15,0 1-3 0,0 0 2 0,0-1 2 0,0 0-1 0,1 1-1 16,0-1-1-16,0 2 1 0,1-2-3 0,-1 0 0 0,1 0 3 15,-1 0-4-15,1 0-1 0,0 0 0 0,0-1-2 0,0 1 0 0,-1-1 0 16,2-1 3-16,-2 0 0 0,2 0-2 0,-1-1 3 0,0-1-2 16,1 0 1-16,-1-1 1 0,1-1-3 0,0-1 2 0,-1 0-4 0,1 0-3 15,-1 0-13-15,0 0-10 0,1 0-11 0,-2 1-16 0,0 0-24 0,0-1-28 16,-1 1-30-16,1 1-32 0,1-1-21 0,-2 1-34 0,1 0-175 0</inkml:trace>
  <inkml:trace contextRef="#ctx0" brushRef="#br0" timeOffset="965.99">9881 6782 1628 0,'-4'-4'31'0,"2"0"-55"16,1 0 3-16,3 3 9 0,2 2 11 0,0 0 1 0,2 0-1 15,1 1-7-15,0 1-3 0,-1 0-5 0,3 2 0 0,0 0 5 0,1 3-1 16,0 1 2-16,1 1-5 0,-1 3 2 0,-1 2 5 0,2 1 2 0,0 0 5 16,-1 2 2-16,0 3 0 0,-1-1-2 0,-1 3-2 0,2 2 2 15,-2 0 7-15,0 3 4 0,0 1 1 0,-1 2-2 0,1-1-3 0,0 1-2 16,0-3-4-16,2 1 2 0,-1 0-3 0,0 0 2 0,0-3 3 15,0-1-4-15,-1-4 4 0,1-4 2 0,0-1 4 0,1-3 7 0,0-2 8 16,2-1 8-16,-2-3 7 0,1 0 6 0,1-1-3 0,0-3 0 0,2-1-2 16,-1-2-5-16,2-1 0 0,0-2-10 0,0-1-6 0,-1-2-2 15,0 0-5-15,1-3-1 0,0-1 0 0,0-2-4 0,0-2 0 0,3-1-5 16,0-2-4-16,1-5-1 0,0-1-3 0,1-5 1 0,0-2-5 16,3 0 1-16,-1-3-3 0,0-2-2 0,1-3 3 0,-1-4-6 0,0-2 9 15,1-3 1-15,0-3 0 0,1-1 8 0,0-1-3 0,-1 2 2 0,0 0 5 16,-1 2-1-16,-1 3 2 0,1 3-3 0,0 7-4 0,-2 3 3 15,1 4 0-15,-2 1-2 0,-2 5-9 0,1 1 0 0,-2 4-3 0,-1 2 0 16,0 2 8-16,-1 3 3 0,1 1-5 0,-1 2 2 0,0 3 0 0,1 0-4 16,-1 2 5-16,0 1-5 0,-2 0-3 0,0 2-1 0,0 1 5 15,0-1-2-15,0 1 2 0,-1 0-3 0,-1 0 5 0,0 0-8 0,-1-1 3 16,-1 1 3-16,-1-1-4 0,0 2 8 0,-2 0-3 0,1 0 4 0,0 0-2 16,-2 0 0-16,0-1 1 0,-1 0 2 0,-1 0 1 0,0 0 0 15,0-1 1-15,-1 0 3 0,0 0-2 0,0 0-1 0,-1-1 6 0,1 1-2 16,-1-1 0-16,1 0 4 0,-2 0-2 0,0 0 1 0,1-1 3 15,-1 0-5-15,1 1-3 0,-1-1 1 0,0 0-1 0,1 0-1 0,0-1 2 16,0 1-5-16,0 0 2 0,0 0 0 0,0 0 1 0,0-1-2 0,1 0 2 16,-1 0-1-16,1 0-1 0,0 1-1 0,0-1 0 0,0 1 1 15,0-1-6-15,0 1 8 0,0 0-6 0,0 0 1 0,0 0 5 0,0 0-6 16,0 0 2-16,1 0 4 0,0 0-3 0,-1-1 1 0,1 0 2 0,0 1 1 16,0-1-3-16,0 0 5 0,-1 0-5 0,1-1-1 0,0 1-1 15,-1 0-3-15,1 0 2 0,-1 0 0 0,1 0-1 0,-1 0 4 0,1 0-5 16,0-2 4-16,-1 1-1 0,2-1-2 0,-1 0 0 0,0 0-2 15,0-1-2-15,1 0-2 0,0 0-1 0,0-1-3 0,1 0-2 0,-1 0-6 16,0 1-7-16,0-1-1 0,-1-1-14 0,0 1-22 0,-1 0-26 0,0 0-35 16,0 1-29-16,-1-1-18 0,-1 0-15 0,-1 2-32 0,-1-2-156 15</inkml:trace>
  <inkml:trace contextRef="#ctx0" brushRef="#br0" timeOffset="1649">10174 8300 1491 0,'-10'-13'311'15,"1"-1"-304"-15,1-1-16 0,3 3 10 0,3 5-1 0,1 2 8 0,2 3-5 16,0 1-11-16,1 0 4 0,0 1-7 0,2-1-4 0,0 3 9 15,-1 0-10-15,2 0 0 0,1 4 7 0,0 1-6 0,1 2 8 0,0 3 2 16,0 0 5-16,0 3 1 0,1 3-1 0,-2 1 2 0,1 1-5 0,0 4 1 16,0-1 2-16,1 3 0 0,0 0-2 0,0 0 1 0,0 3-3 15,1-1 5-15,1 0-1 0,0-3-1 0,0-1 4 0,0-3-5 0,-1-1 2 16,1-1 4-16,0-2-1 0,0-2 2 0,1 1 4 0,0-3-2 0,-1-2 6 16,0-2 6-16,-1-1 9 0,2-4 12 0,0-1 11 0,1-1 15 15,0-1 9-15,0-1 3 0,1-2-6 0,0-1-6 0,1-1-8 0,1-1-4 16,0-2-10-16,2-1-2 0,2-1-10 0,-2-1-15 0,3 0 0 15,0-2-9-15,0 0-3 0,3-2 4 0,0-2-3 0,2 0-1 0,1-3-3 16,-1-2 1-16,2-1-2 0,1-2 3 0,0-2-1 0,3 0-2 0,0-3 2 16,1 1-4-16,-1-1 1 0,-1 0 0 0,0-3 0 0,0-1-3 15,0-1-4-15,2-1 7 0,-1 0-1 0,-1-1 4 0,1-1 11 0,-1-2-9 16,-1 1 0-16,2-3-4 0,-2 2-4 0,2-3-6 0,-2 0-2 0,0-1-10 16,-2 2-12-16,0 2-15 0,-1 1-24 0,0 5-33 0,-2 2-55 15,-1 5-74-15,-4 5-105 0,-3 6-143 0,-1 3-265 0</inkml:trace>
  <inkml:trace contextRef="#ctx0" brushRef="#br0" timeOffset="41984.83">9538 11626 1227 0,'-3'-2'266'0,"0"-1"-41"15,0-1-2-15,0 1 6 0,2 1-9 0,0 0-26 0,0 0-35 0,0 1-21 16,1 0-11-16,-1 0-13 0,0 0 4 0,0 0-12 0,0 1-13 16,1 0-4-16,-1 1-20 0,1 0-5 0,0 0-9 0,-1 1-8 0,0 1 3 15,0 0-5-15,1 2-2 0,-1 1 2 0,1 1-12 0,0 2 3 0,0 1 0 16,1 1-8-16,-1 1-12 0,1 3-16 0,2 1 0 0,-1 3 0 16,2 1 0-16,1 1 0 0,1 2 0 0,2 2 0 0,0 2 0 0,2 3 0 15,1 1 0-15,3 4 0 0,3 2 0 0,0 2 0 0,2 2 0 16,0 0 0-16,0 0 0 0,1 0 0 0,1-2 0 0,-2 0 0 0,1-1 0 15,0 0 0-15,-2-2 0 0,1 0 0 0,0-4 0 0,-2-1 0 16,0-3 0-16,-2-1 0 0,-1-1 0 0,-1-3 0 0,-4-1 0 0,1-3 0 16,-1 1 0-16,-3-4 0 0,-1-1 0 0,-2-3 0 0,-1-2 0 0,-2-1 0 15,0-2 0-15,-1-3 0 0,-2-2-2 0,0-1-22 0,-3-3 2 16,-1-2 0-16,-1-2-10 0,-2-3 3 0,-1-2 17 0,-2-2 6 0,-1-3 18 16,-1-3 1-16,1-2-11 0,-2-4 2 0,0-3 6 0,0-2-4 0,0-5 4 15,0-1 4-15,0-5-4 0,-1-4 4 0,2-1 2 0,-2-2-4 16,3-2 0-16,1 0 0 0,4-1-30 0,4 3 24 0,1 4-4 0,2 3-2 15,2 4 12-15,1 4-12 0,0 2 0 0,0 5 0 0,2 2 0 16,0 3 0-16,-1-1 0 0,1 3 0 0,2 0 0 0,-1 2 0 0,2-1 0 16,1 2 0-16,0 3 0 0,2 0 0 0,0 2 0 0,0 1 0 0,0 2 0 15,1 0 0-15,-1 2 0 0,2 2 0 0,-1 1 0 0,2 1 0 0,-1 1 0 16,1 2 0-16,0 1 0 0,2 1 0 0,-1 1 0 0,2 2 0 16,1 2 0-16,1 2 0 0,-1 1 0 0,1 4 0 0,2 1 0 0,-1 3 0 15,1 1 0-15,1 1 0 0,1 3 0 0,-2 1 0 0,3 0 0 16,0 2 0-16,-1 0 0 0,1 3 0 0,-1 0 0 0,1 3 0 0,1-2 0 15,-1 2-26-15,2-3-24 0,0 0 26 0,-2-3-15 0,0-1-22 0,-2-4-1 16,-2 0-19-16,1-3-3 0,-3-1-8 0,-3-4-16 0,0 0-16 16,-1-1-24-16,-1-2-31 0,-2-1-37 0,-2-1-55 0,-2-1-66 0,-2-1-59 15,-3-1-52-15,0 0-35 0,-4-2-170 0</inkml:trace>
  <inkml:trace contextRef="#ctx0" brushRef="#br0" timeOffset="42184.84">9936 12297 1412 0,'-19'0'315'0,"1"1"-65"16,-5-1-31-16,4 1-15 0,6-1-9 0,0 0-27 0,4 1-27 0,0-1-13 16,3 0-11-16,1 0-8 0,1-1 1 0,2 0-2 0,1-1-14 0,2 0-7 15,1-2-7-15,2 0-7 0,2-1 0 0,1-2-4 0,3 0-10 0,0-2-7 16,3 0-20-16,0-1-32 0,2-1 0 0,2-2 0 0,-1 0 0 16,0-1 0-16,2 0 0 0,-1-1 0 0,-2 0 0 0,1 0 0 0,-1 1 0 15,-1-2 0-15,-1-1 0 0,0 2 0 0,-1 1 0 0,0-1 0 16,-1 0 0-16,1 0-88 0,-2 1-55 0,0-1-55 0,0 1-84 0,0 1-121 15,0-1-226-15,1 1-181 0,-1-3-283 0</inkml:trace>
  <inkml:trace contextRef="#ctx0" brushRef="#br0" timeOffset="42434.83">10400 11559 1765 0,'-2'7'671'0,"-2"1"-349"0,1 2-60 15,-1-1-42-15,3 0-4 0,-1 0-36 0,1 0-28 0,1 1-25 0,-1 0-27 16,1 1-20-16,0 2-80 0,0 0 0 0,1 0 0 0,0 1 0 16,1 1 0-16,0 1 0 0,1 2 0 0,0-2 0 0,0 1 0 0,0 2 0 15,3-1 0-15,-1 2 0 0,2 1 0 0,0-1 0 0,1 1 0 0,0 0 0 16,1-2 0-16,0 1 0 0,0-2 0 0,1-2 0 0,0 1 0 16,1-3 0-16,-1 0 0 0,-1-2 0 0,-1-1 0 0,1-1 0 0,-2 0 0 15,0-1 0-15,0-1-4 0,-2-1-58 0,-1-2-27 0,-1-1-14 16,0-2-32-16,-2 1-45 0,-1-1-43 0,-1-1-51 0,-2-2-91 0,-1 0-124 15,-1-2-118-15,-2 0-17 0,-1-2-104 0</inkml:trace>
  <inkml:trace contextRef="#ctx0" brushRef="#br0" timeOffset="42637.83">10021 11644 1126 0,'-10'-5'268'0,"0"0"-8"0,-2 1-27 0,3 1-20 0,3 1-25 0,1 2-30 16,1 0-22-16,0 2-19 0,2 0-13 0,1 0-3 0,0-2-7 15,2 2-3-15,0 0-5 0,2 0-3 0,0 0 7 0,3-1-6 0,0-1-3 16,2 0-12-16,0-1-11 0,2-1-11 0,1-1-1 0,0 0-10 0,1 0-11 16,1-1 2-16,1-1-5 0,0 0-11 0,1-1 3 0,1 1-18 15,-1-1 6-15,1 0 0 0,-1 1-2 0,1 0 4 0,1-1-12 0,0 1-4 16,1 2-11-16,1-1-14 0,0 1-26 0,0 1-43 0,0 1-45 16,-1 2-72-16,1 0-83 0,-1 2-152 0,0 2-173 0,1 0-136 0,-2 2-64 15</inkml:trace>
  <inkml:trace contextRef="#ctx0" brushRef="#br0" timeOffset="42851.83">10404 12247 1957 0,'0'10'475'0,"1"-1"-264"0,1 0-56 0,2-4-8 16,3-4 4-16,1-1 1 0,3-1-14 0,1-2 4 15,0-1-13-15,2-1-15 0,1-3-6 0,1 1-25 0,0-3-14 0,2 2-11 0,0-2-52 0,0 0-6 16,0-1 0-16,0-1 0 0,1 1 0 0,-3-1 0 0,0 0 0 15,0 0 0-15,-1 0 0 0,-1 0 0 0,1 0 0 0,-1 0 0 0,-1 0 0 16,-2 0 0-16,-2 0 0 0,1 3-12 0,-1-3-64 0,0 1-24 0,0 0-51 16,-1-1-74-16,0 2-74 0,-1-2-142 0,0 0-243 0,1 0-175 15,-1-1-82-15</inkml:trace>
  <inkml:trace contextRef="#ctx0" brushRef="#br0" timeOffset="52018.63">11287 11698 769 0,'-19'-3'630'0,"0"0"-529"0,-5-1-47 0,6 0 1 0,3 1 12 0,4-2 7 16,0 0-4-16,1-1-21 0,1 0-16 0,2-2-13 0,0-1-10 0,0 0-9 15,1 0 1-15,0-1-4 0,0 0 2 0,1 0-1 0,0 0-3 16,1 0 2-16,0 1-3 0,1-2-5 0,0 1 3 0,0 0 1 0,1 0-1 16,-1 1 5-16,1 2-3 0,0 0 4 0,1 1-2 0,0 2 4 0,0 0 3 15,0 1-5-15,1 1 2 0,0 1-1 0,-1-1 3 0,1 2 1 16,-1 0 4-16,1-1-2 0,0 1-6 0,0 0 4 0,0 0 3 0,1 1 1 16,0 1 6-16,2 0 0 0,1 1 1 0,2 3 11 0,2 1 2 0,1 3 2 15,3 1-5-15,1 4 0 0,3 3-5 0,2 0-3 0,1 4-10 16,1 1-2-16,1-1-2 0,1 3 1 0,0-1 9 0,1-1-4 0,2-1 1 15,-2-3 0-15,1-5 8 0,-1-3 14 0,0-4 6 0,-1-5 16 16,-1-3 10-16,1-3-4 0,-1-3 5 0,-1-4-4 0,-1-2-17 0,-1-6 0 16,-2-3-5-16,-1-3-8 0,0-4-2 0,-2-4-10 0,-1-6-4 0,0-4-4 15,-1-7-4-15,0-6-1 0,0-5-7 0,1-6-6 0,-1-5 0 16,1-7-6-16,0-5-8 0,1-8-22 0,1-4-33 0,0-5-38 0,2-2-40 16,1-2-34-16,0 0-38 0,2 1-50 0,1 5-43 0,-1 7-37 0,-2 8-44 15,-1 5-107-15</inkml:trace>
  <inkml:trace contextRef="#ctx0" brushRef="#br0" timeOffset="53218.64">10530 12707 599 0,'-1'3'265'0,"1"0"-90"0,-2 2 0 0,1-2 1 15,0-1 2-15,0-1-15 0,2 1-23 0,0-1-20 0,0 1-18 16,0-1-5-16,0 1-10 0,0 0-4 0,1 0-2 0,0 0-17 0,0 0-4 15,1 0-11-15,0 0-11 0,1 2 1 0,1-1-19 0,0 2-4 16,2 0-3-16,1-1-8 0,1 2 18 0,0 1-3 0,2 1-4 0,0 0 4 16,2 2-8-16,-1 1 3 0,2 1 0 0,1 1-10 0,2 0 7 0,1 1-4 15,0 2-3-15,3 2-2 0,0 0-4 0,-1 3-1 0,2 0 0 16,-1-1 2-16,0-1 5 0,0-1-5 0,0-1 2 0,-3-2-4 0,0 0-4 16,-1-2 1-16,-2 0 3 0,1-4-5 0,-1 0 4 0,-1 0-2 0,0-2-5 15,0 1 5-15,-1-2-7 0,0 0-1 0,-2 0 3 0,-1-1-3 16,-1-1 3-16,0 0 0 0,-2 0-8 0,-1-1-5 0,0 0-25 0,-2-1-19 15,-1-1-35-15,0 0-22 0,-2-1-12 0,-1-1-21 0,-1-2-16 16,-2 0-20-16,0-1-20 0,-2-1-6 0,-2-1 10 0,0-3 7 0,-2-3 17 16,-1 0 18-16,1-3 18 0,-2 0 22 0,0-2-29 0</inkml:trace>
  <inkml:trace contextRef="#ctx0" brushRef="#br0" timeOffset="53451.64">10947 12867 146 0,'-6'-14'107'0,"-2"-2"-17"0,0-4-9 16,0 3-19-16,3 5-3 0,-1-1-3 0,1 2-4 0,0 0 6 0,0 0 2 15,0 2 10-15,1 0 8 0,0 0 12 0,0 1 7 0,0 1 10 16,0 0 10-16,1 1 12 0,-1 0-7 0,1 3-3 0,0-1-2 0,2 1-19 15,0 1 11-15,1-1-7 0,0 0-13 0,0 0-4 0,2 1-2 16,-1 0-8-16,1 1-2 0,1 0-3 0,0 0-9 0,0 0 1 0,2 1-8 16,-1 1-3-16,1 0 1 0,1 0-7 0,-1 1-2 0,2 0-6 0,1 2-6 15,0 0-5-15,2-1-10 0,0 2 6 0,2 1 1 0,-1 0-2 16,2 3 4-16,1 1-15 0,1 0-8 0,-1 2 3 16,4-1 2-16,0 2-3 0,1 0 3 0,-1 1-7 0,2-1-5 0,1-1 3 0,-2 1-2 0,1-2-13 15,-1 0-8-15,-1-1-6 0,1-2-4 0,-1 0 5 0,-1-1-50 16,1 0-37-16,0 0 5 0,-2 0 5 0,-1 0 30 0,0-1-5 0,-3-1-38 15,-2-2-39-15,-1 0-32 0,-2 0-20 0,0 1-30 16,-1 0-11-16,-1-1-4 0,-1 1-15 0,-1-2-22 0,-2 2-103 0</inkml:trace>
  <inkml:trace contextRef="#ctx0" brushRef="#br0" timeOffset="53751.64">11059 13158 732 0,'-4'1'186'0,"0"3"-24"0,-1 1 19 0,2 0-5 15,0 0-8-15,1 0-21 0,1 0-12 0,1 0-17 0,1 0-8 16,1 0 5-16,0 0-18 0,1 0 2 0,1 0-11 0,0 0-15 0,0 1 4 16,2 1-12-16,0-1-8 0,1 2-14 0,1-1-8 0,0 0-1 0,0 0-14 15,1-1-5-15,0-1-20 0,1 1-5 0,0-1 7 0,1 0 9 16,0 0 1-16,0-1-5 0,1-1-9 0,-2 0-13 0,3-2 5 0,0 1-12 15,0-3-7-15,-1-1 0 0,-2-2-7 0,1-1 3 0,-1-3 20 16,-2-1 0-16,0-3 17 0,-1-2-3 0,-1-2-4 0,-1 1 5 0,-1-1-7 16,-1 0 9-16,0-2-9 0,1 1 2 0,0 1-3 0,1-1-8 0,-1 3-8 15,2 0-24-15,-1 1-25 0,2 0-55 0,1 2-62 0,1 0-78 16,0 3-74-16,2 1-50 0,1 3-108 0,2 0 2 0</inkml:trace>
  <inkml:trace contextRef="#ctx0" brushRef="#br0" timeOffset="54118.63">11692 13531 1475 0,'0'7'504'0,"0"1"-324"15,-1 3 3-15,0-1-59 0,0-1-27 0,2 0-24 0,0-1-8 16,2 4-1-16,0-1-2 0,2 2-3 0,0 0-17 0,2-2-10 0,-1 3-11 16,2-1-9-16,1 2-4 0,0-2-8 0,4 2 0 0,0 1-1 0,2-1-1 15,0 0-7-15,1 1-4 0,1 0-10 0,0 0 3 0,-1-2 0 16,2 2-4-16,-1-1 4 0,1-1-20 0,-2 0-8 0,0-3-4 0,0 0-28 15,-2-2 5-15,0-1-13 0,-2-1-11 0,-1-2 6 0,-1 0-14 0,0 0-8 16,-4-2-11-16,1-1-18 0,-1 1-20 0,-1 0-15 0,-3-2-11 16,-1 1-4-16,-1-2-7 0,-3 0-26 0,-1-2-17 0,-2 1-94 0</inkml:trace>
  <inkml:trace contextRef="#ctx0" brushRef="#br0" timeOffset="54286.63">11704 13681 440 0,'-13'-12'189'16,"0"-1"-45"-16,-3-1 11 0,3 3 4 0,3 1 9 0,1 2-2 0,2 1-13 15,2 2-11-15,0 2-16 0,1 1-11 0,0 1-12 0,1 1-17 0,1 1-11 16,1 0-20-16,1 2-10 0,1 0-8 0,0 2-14 0,2 1 5 16,2 0-7-16,0 0-2 0,0 0 6 0,2-1-7 0,0-1 1 0,1-1-6 15,1-1-6-15,1-1-5 0,0 0 0 0,0-2-6 0,2 0-2 0,-2 0 1 16,1-1 2-16,1-2-12 0,0 1-13 0,-1-1-14 0,1-1-29 16,0-1-28-16,0-2-31 0,-1 0-45 0,-1-1-44 0,0 0-20 0,-1 2-7 15,-1-3 18-15,0 0 21 0,0-1 24 0,-1-1 16 0,-1 0 8 16,-1 0-56-16</inkml:trace>
  <inkml:trace contextRef="#ctx0" brushRef="#br0" timeOffset="54453.64">11885 13339 317 0,'0'-1'164'15,"-1"3"-10"-15,1 0-4 0,0 2 5 0,0 1 4 0,1 0-1 0,0 2-12 16,1 2-15-16,0-1-12 0,0 1-16 0,0 0-7 0,0 0-19 16,1 2-12-16,-1 0-10 0,2 0-12 0,-1 1 0 0,0-1-14 0,1 2-6 15,-1-1-4-15,1 2-7 0,0-1-3 0,1 0-3 0,0 1-6 16,0 0-2-16,0 0 2 0,1 0-9 0,-1-1-13 0,0 1-29 0,1 0-32 15,-1-2-44-15,1-1-44 0,-1 0-39 0,-1-1-36 0,0-2-15 0,0-1-19 16,-1-1-38-16,-1-2-60 0</inkml:trace>
  <inkml:trace contextRef="#ctx0" brushRef="#br0" timeOffset="54719.63">11909 13405 588 0,'0'0'317'0,"1"1"-73"0,0 0-14 15,1 1-32-15,-1 1-36 0,1 0-32 0,1 0-17 0,0 2-18 0,2 1-4 16,0-1-10-16,0 2-9 0,2 0-6 0,-1 0-9 0,1 1 1 16,2 1-6-16,0 0-10 0,0 1-3 0,1 0-7 0,-1 0-6 0,0 0-2 15,1 0-6-15,0 0-6 0,1 1-3 0,0 0 1 0,1-1-6 0,2-1 1 16,-1 0-5-16,0 1 0 0,3 0 1 0,-1-2 1 0,0 0-4 16,-1-2 2-16,-2-1-1 0,1 0-3 0,-1-2 4 0,0-1-16 0,0 1-4 15,-2-1-1-15,1 1 1 0,-2-2 12 0,-1 0 3 0,-1-2-1 16,-1-1-10-16,0-1 1 0,-2 0-2 0,-1 0-2 0,1 0-7 0,-3-2-9 15,1 0-7-15,-2-1-11 0,0-1-9 0,0 0-12 0,-1-1-18 0,0 0-15 16,0 1-20-16,-1 0-17 0,0 0-13 0,0-1-26 0,1 1-5 16,1 0-4-16,-1-1 0 0,1 0-6 0,-1 1-9 0,1 0-66 0,-1 0 36 15</inkml:trace>
  <inkml:trace contextRef="#ctx0" brushRef="#br0" timeOffset="55121.63">12167 13237 1485 0,'1'-2'307'0,"0"0"-70"0,0 1-66 16,-1 0-44-16,0 1-30 0,0 0-13 0,1 0 4 0,0 1-1 16,1 0-10-16,0 0-15 0,2 1-12 0,-1 1-18 0,2 1-8 0,1 0-5 15,1 2-11-15,1-1 1 0,1 2-3 0,0 0-4 0,-1 0-14 0,2 0 4 16,0 0 6-16,1 0 5 0,1 0 11 0,0 1-9 0,1 2 0 15,-1-1-6-15,1-2-1 0,-1 2 5 0,-1-2-10 0,1 0 9 0,-2-1 3 16,0-1 0-16,-1-1-3 0,-1-1-2 0,-2-1-5 0,-1-1 7 0,0 0 10 16,-1-2 1-16,0-1 10 0,-1-1-3 0,-2 0 8 0,1-2 3 15,-2 0 3-15,0-1-5 0,-1-1-4 0,0-1-5 0,-1 0-3 0,0-1-1 16,-1-1-7-16,1 0-12 0,0 1 13 0,1-2-6 0,-1 2 7 16,1-1 8-16,1 0-19 0,0 1 6 0,1 0-4 0,1 1-1 0,0 0 1 15,1 1-4-15,0 3 1 0,1 0-5 0,0 0 8 0,0 1-4 0,1 1 0 16,-1 0-7-16,1 1-9 0,-1 0 11 0,1 0 6 0,0 1-5 15,1 0 8-15,-2 0-7 0,2 1-2 0,-1 0 3 0,0 0-3 0,0 0-6 16,-1 0 1-16,1 1-4 0,-1 0 0 0,0-1-3 0,0 0-16 16,-1 1-4-16,0-2-11 0,-1 2 2 0,0-2-1 0,-1 1-8 0,0 0-7 15,-1-1-13-15,0 0-9 0,0 0-7 0,-1-1-17 0,0 0-34 16,0 0-46-16,-1 0-69 0,0-1-68 0,-1 1-42 0,0 0-45 0,0-1-170 16</inkml:trace>
  <inkml:trace contextRef="#ctx0" brushRef="#br0" timeOffset="58171.63">10593 14668 238 0,'-8'5'90'0,"0"1"-24"0,-2 0-18 0,0 1-6 0,1 0-1 15,1 0-2-15,0 0 2 0,0 1-2 0,1-1 2 0,-1 0 6 16,1 0 5-16,0-2-3 0,1 1 5 0,0 0-1 0,1 0 8 0,0 0 3 15,1-1 8-15,0 1 7 0,1-1-3 0,0 1 8 0,2-1-3 16,-1 1 4-16,-1-2-1 0,2 0 4 0,-2 1-1 0,2-1-8 0,-1-1 2 16,2 1-10-16,-1-1-3 0,1-1-3 0,0 1-2 0,-1 0-5 0,1-1-2 15,0-1-2-15,0 0-1 0,0-1 1 0,0 0-7 0,0 1-4 16,0-2-3-16,0 0-3 0,0 0-4 0,0-2-1 0,0 0-7 0,0-1-7 16,-1-1 2-16,0 0-5 0,0-2 1 0,1 0-6 0,-2 0-3 0,0-1 1 15,0 0-1-15,-1 1-1 0,0 1-2 0,-2-1 1 0,1 2-3 16,-2 1-1-16,0 1 8 0,-1 1-9 0,-1 1 3 0,0 2 4 0,-1 1-6 15,0 2 6-15,0 0-4 0,0 3-4 0,-1 1 9 0,1 1 1 16,0 3 4-16,-1 0 4 0,1 2-3 0,0 2 5 0,1 1-7 0,0-1 10 16,1 2-7-16,0 1-4 0,1-1 6 0,0-1-15 0,0 1-1 0,0 0 8 15,1-1-7-15,0 2 5 0,1 0 0 0,1-1-2 0,1 2 2 16,2-3 3-16,0 1-1 0,3-2-5 0,1 0 4 0,1 1-1 0,1-3-10 16,1-2 8-16,0-1-3 0,2-1-4 0,0-1 11 0,1-1-7 0,2-1-1 15,1-3 6-15,3-1 0 0,0-2-1 0,1-1-1 0,3-1-2 16,0-2 6-16,0-1-3 0,4 0-8 0,-1 0 2 0,3-1 0 0,-1 1-13 15,-1-1-6-15,0 0-2 0,-1 1-2 0,-1 1 29 0,0 1-5 16,-3 1-2-16,1 1 16 0,-2 1-27 0,-1 1 17 0,-3 3 11 0,-2 1-12 16,-2 2 17-16,-1 2-2 0,-2 2-8 0,-1 1-6 0,-2 2 0 0,-2 1 4 15,-1 1-3-15,-1 1-1 0,-2 2-2 0,-1 1-6 0,-3 0-1 16,-1 1-1-16,-2-1-2 0,0 1 3 0,-2 0 1 0,-1 0-3 0,0 1-1 16,-2 0 2-16,1-3 3 0,2-1-12 0,-1-2-16 0,2-2-17 0,1 0-24 15,-1-1-18-15,2 0-12 0,1-2-27 0,1-1-25 0,1-1-27 16,2-1-34-16,1-2-38 0,0-2-33 0,2-2-21 0,0-2-25 0,1-3-21 15,1-2-147-15</inkml:trace>
  <inkml:trace contextRef="#ctx0" brushRef="#br0" timeOffset="58402.63">10686 14806 1451 0,'-5'0'323'0,"-1"1"-75"0,0 2-43 0,0 0-45 0,1 0-33 15,1 0-21-15,1 0-15 0,1 3-21 0,1 0-5 0,0 2-8 16,0 1-8-16,0 2-7 0,1 0 0 0,0 2-6 0,1 1-8 0,1 0-4 16,1 1-10-16,2 1-3 0,1 0-10 0,1 1 6 0,2-1-7 0,2 1-1 15,0-1 1-15,1 1-4 0,2-2 2 0,-1 0-6 0,2-1-1 16,-1-1-9-16,2-2-11 0,1-1-13 0,1-1-32 0,1-2-25 0,0 0-39 16,1-1-43-16,-2-2-37 0,-1-1-46 0,1-3-35 0,-1 0-8 0,-2-1 15 15,0-1 9-15,0 0-101 0,-1-1-31 0</inkml:trace>
  <inkml:trace contextRef="#ctx0" brushRef="#br0" timeOffset="58787.63">10836 15168 466 0,'-10'4'441'16,"0"1"-237"-16,-2 1-5 0,3-2-12 0,2-2-18 0,1-1-21 0,2 0-29 16,1 0-19-16,1-1-16 0,1 0-11 0,0-1-13 0,1-1-12 0,0-1-7 15,1-1-6-15,0-2 3 0,1 0-3 0,1-3-7 0,1 0-3 16,1-1-8-16,1-1 1 0,0 0-6 0,2 1-1 0,0-1-1 0,1 0-7 15,-1 1 3-15,3 0-3 0,0 0 1 0,1 2-3 0,-1-1-4 16,-1 0 1-16,1 1 1 0,-1 1 6 0,1 0-4 0,-1 1 1 0,0 1-2 16,0 0-3-16,2 1 1 0,-1-1-1 0,0 0 1 0,0 1-2 0,1 1 0 15,0 0 4-15,1 0 0 0,2 1-3 0,-1 1 0 0,0 2-2 16,1 0-3-16,1 1 2 0,0 0 1 0,-1 1 2 0,0 1-2 0,-1 1-2 16,0 1 0-16,-2-1 1 0,-2 1 1 0,-1 0 7 0,0 1-4 0,-2 1 7 15,-2-1 3-15,-1 1-2 0,-2-1 5 0,0-1 2 0,-2-1 1 16,-1 1 2-16,-2 0 0 0,-1 0-7 0,-1-1 4 0,-2-1 3 0,-1-2 2 15,-2 1 1-15,0-2 5 0,0-1 7 0,-3-1 2 0,1-1 5 16,-2-2-3-16,2-1 5 0,-2-1 2 0,0-2 2 0,1-1-1 0,-1-4-4 16,2-1 3-16,-2-2 1 0,0 0 1 0,1 1-5 0,1-3-11 0,3 2-10 15,1 1-6-15,1 0 1 0,2 1-8 0,2 0 2 0,1 2-3 0,1 1-8 16,0 1 8-16,2 1-2 0,1 1-6 0,0 1-3 0,1 1-4 16,1 1-1-16,0 0-1 0,1 1-10 0,1 2-21 0,0 0-26 0,-1 1-37 15,2 1-44-15,-1 0-60 0,1 1-84 0,1 1-117 0,-1 0-69 16,1 0-69-16,-1 1-141 0</inkml:trace>
  <inkml:trace contextRef="#ctx0" brushRef="#br0" timeOffset="59104.63">11210 14868 1271 0,'0'4'266'0,"1"1"-32"15,2 1-52-15,0 0-35 0,1-1-34 0,1 0-26 0,0 0-18 16,1 1-14-16,0-1-4 0,0 0-10 0,0 0-11 0,1-2-2 0,0 0-14 15,-1 2-6-15,0-1 4 0,0-1-9 0,0 0-2 0,1 0-1 0,0 0-8 16,-1-1 5-16,0-1 0 0,1 0 0 0,-1-2-2 0,0 1-6 16,0-1-7-16,-1-1-1 0,0-1-6 0,-1 0-3 0,0 0 2 0,-1-1 1 15,-2-1 7-15,1 0 4 0,-2 0-6 0,0-2 5 0,0 1 4 0,-1-2 3 16,-1-1 11-16,0 0 0 0,-2-1 7 0,1 0-1 0,-1 1 9 16,1 0 0-16,0 0 4 0,-1 2 1 0,0 0-1 0,1 1 1 0,0 2 4 15,0 0-3-15,3 1-1 0,-1 2-5 0,2 1-2 0,0 1-5 0,1 0-1 16,1 1 1-16,1 1-2 0,1 1-1 0,0 1-1 0,1 1-5 15,0 0-4-15,1 1 4 0,-1 1-4 0,-1 1 4 0,2 0-4 0,0-1-5 16,0 1-1-16,0-1 2 0,0-1-8 0,0 0-12 0,1 0-19 16,-1-2-69-16,0 1-50 0,0-1 3 0,0-2-21 0,-1 0-32 0,0-2-55 15,0-1-60-15,-1 0-17 0,0-2 8 0,0 0-35 0</inkml:trace>
  <inkml:trace contextRef="#ctx0" brushRef="#br0" timeOffset="60236.15">9998 14770 160 0,'-4'5'144'0,"1"-1"-17"0,-1 2-17 0,2-1-7 16,0-1-12-16,1 0 5 0,0 1 6 0,1-2 2 0,1 2 7 0,0-1 0 16,0 0 1-16,0 0-1 0,-1 0-7 0,1-1-1 0,1 1-10 15,-1 0-3-15,-1-1-14 0,1 0-6 0,-1-1-9 0,0 0-8 0,0 0 8 16,1-1-4-16,-1 1-6 0,0-2-6 0,-1 1-7 0,-1-1-6 16,1 1-1-16,0-1 2 0,1-1-8 0,-1 1-5 0,0 0-1 0,0 1-8 15,-1 0-1-15,1 0-4 0,0 1 0 0,-1-1-1 0,1 1-2 0,-2 1 2 16,1 0-3-16,1-1 7 0,-1 1-6 0,0 1 2 0,0 1 0 15,1-1-3-15,1 1 2 0,2 1 3 0,1 1-4 0,1 2 0 0,5 1-1 16,3 2-4-16,3 2 2 0,4 4 2 0,4 1-1 0,5 3-1 0,1 5-6 16,4 1 0-16,4 4 2 0,1 2-2 0,4 2 0 0,2 2-2 15,-1 1-12-15,3 1 0 0,0 0-15 0,2-3-33 0,-1-2-38 0,0-6-48 16,-3-3-28-16,0-3-15 0,-3-6-4 0,0-3 10 0,-3-2 17 16,0-2 38-16,-1-1 44 0,-2-2 42 0,-2 1 32 0,-3-1 16 0,-2-1 11 15,-3 0 17-15,-1 1 22 0,-1-1 24 0,-3 0 32 0,-1 0 17 0,-1-2 15 16,-3 1 11-16,1-1 1 0,-2 0-14 0,-1-2-9 0,-2-1-14 15,-1-1-15-15,-1-1-8 0,0 0-15 0,0-1-12 0,-1-2-6 0,1 0-8 16,1-2-4-16,-1-1-9 0,2-1-10 0,1-1 0 0,-1 0-8 0,2-1 7 16,0 0 0-16,2-1-4 0,1-1 4 0,-1-1-6 0,0-1-4 15,0-1 4-15,1 0-1 0,2 0-2 0,-1-3-1 0,3 2 2 0,1-3 0 16,-1-2 1-16,0 0-1 0,1-4-5 0,-2-1-3 0,2 0 1 16,1-4-1-16,0 0-2 0,1-3 2 0,1 0-2 0,2-2-3 0,2-2 5 15,1 0-9-15,1-2-7 0,0 0 3 0,2-1-3 0,-1 0 2 0,3 0 9 16,0 1-7-16,-2 0-2 0,3 0 5 0,-1 1-4 0,3-1 2 15,-1 2-4-15,1-1-7 0,-3 0-7 0,-1 1-9 0,0-4 3 0,-3 2 3 16,1 0 15-16,-3-3 12 0,0-1 3 0,0-3-7 0,-5-2-1 0,1 1 1 16,-3 0 1-16,-1 0 11 0,0-1-9 0,-1-1 11 15,-1 2 3-15,0 1 1 0,0 0 11 0,-3 0 2 0,1 2-6 0,-1 1 8 0,-2 0 0 16,0 2-2-16,0 1 7 0,1 0-7 0,-1 4 1 0,0 2 3 16,-2 2-3-16,0 1 0 0,1 1 2 0,-2 4-7 0,0 1-2 0,-2 3 4 15,-1 1-7-15,-1 1 7 0,-1 1-1 0,-1 3-10 0,-1 0 4 0,-1 3-7 16,-1 1 7-16,-1 1 6 0,-1 2-6 0,0 1 1 0,-2 1-10 15,0 1 4-15,0 2 3 0,-2 1-4 0,1 1-3 0,-1 1-6 0,0 2-6 16,-1 1-3-16,-1 0-4 0,-2 2-16 0,0 2-4 0,-2-1-15 0,-1 2-25 16,2 0-22-16,-3 1-34 0,-1 0-28 0,0 1-32 0,-1 1-36 15,0-2-59-15,-2 2-86 0,-1-2-86 0,0 0-89 0,-1-1-225 0</inkml:trace>
  <inkml:trace contextRef="#ctx0" brushRef="#br0" timeOffset="60635.15">10327 14339 685 0,'-2'6'211'0,"1"-1"-65"0,1-1 11 16,1-3-14-16,3-3-21 0,2-2-5 0,1-1-16 0,4-3-2 0,1-2 3 16,4-1-10-16,2-3-8 0,3-3-14 0,2-2-16 0,1-1-4 15,3-3-3-15,-1-1-18 0,4-1-1 0,1-2-8 0,0 0 3 0,4-2 10 16,2 0-3-16,2-4-2 0,2 0-7 0,3-1 11 0,0-1 2 16,3 0-2-16,1-2 5 0,0 0-10 0,1-2 2 0,1 1 0 0,0-1-11 15,1-3 5-15,1 0 0 0,-2 0 4 0,1-1 17 0,0 2 2 0,0-1-1 16,-1 0 6-16,1 1-6 0,-4 1 0 0,0-1 4 0,-1 2-14 0,2-1 0 15,-3 0-16-15,0 2 1 0,-2 1 8 0,-1 0-13 0,-3 2 6 16,-2 1-3-16,0 3-9 0,-3 1 2 0,2 4-4 0,-2 2-7 0,-1 3-2 16,-2 3-1-16,-1 2 5 0,-2 1-2 0,1 4-4 0,-2 3-1 15,0 1-12-15,-2 2 7 0,0 2-8 0,-2 3-15 0,-1 1-27 0,-2 2-38 16,-1 3-31-16,-3 1-46 0,-2 3-65 0,0 2-98 0,-3 4-139 0,-2 1-139 16,-1 1-221-16</inkml:trace>
  <inkml:trace contextRef="#ctx0" brushRef="#br0" timeOffset="86557.45">12862 12557 261 0,'-3'5'69'0,"0"0"-32"0,-2 2-3 0,1-2-7 15,0 0-7-15,0-1-6 0,2 1-2 0,-2 0 5 0,0-1 6 0,0 2 6 16,-1-3 7-16,0 2 8 0,-1 0 5 0,-1-1 13 0,0 1 11 15,0-1 11-15,0 0 15 0,0 0 7 0,1 1 2 0,0-1-2 0,0-1-8 16,1 0-2-16,1 0-4 0,1-1-1 0,1 0-7 0,1 0-6 16,1 0-6-16,-1-1-9 0,1 0-5 0,1 1-10 0,-1 1-6 0,1 0 3 15,1-1 0-15,0 1 0 0,1-1-5 0,0 2-13 0,1 1-6 0,1 0-5 16,1 0-1-16,1 1-5 0,1 0 0 0,2 0-3 0,1 1-2 16,1 0 3-16,1 0-4 0,-1 1-1 0,3-1-6 0,0 1 3 0,1-2-3 15,-2 1 2-15,1-2-1 0,0 0 1 0,0-2-4 0,0-2 7 16,0-1 1-16,-1-1-5 0,0-1 7 0,-2-3 1 0,0-1 8 0,0-1 12 15,-1-2 5-15,0-1 10 0,-2-2 7 0,-2 1 4 0,-2-1-2 0,0 0 1 16,-2 0-15-16,-1 0 10 0,-3 0-4 0,-1-1 0 0,-1-2 9 16,-1-2-27-16,-1 0-2 0,-1-2-5 0,-1-1-5 0,-1-1 6 0,1 0-6 15,-2 0-2-15,1 1-3 0,0 0 3 0,2-1 4 0,0 1-5 0,2-1-5 16,0 0-4-16,2 2-2 0,1 0 4 0,1 0 6 0,1 2-6 16,1 1 0-16,1 0-7 0,1 1-2 0,2 1 1 0,-1 2-4 0,3-1 5 15,1 1-8-15,0 2 5 0,1 0-3 0,0 1-9 0,0 2-15 0,-1 0-21 16,0 1-17-16,0 1-18 0,0 0-16 0,-1 1-24 0,0-1-32 15,-2 1-40-15,0 0-64 0,-2 1-86 0,1-1-102 0,-1 0-171 0</inkml:trace>
  <inkml:trace contextRef="#ctx0" brushRef="#br0" timeOffset="88987.45">12051 14636 491 0,'2'5'164'0,"1"2"-35"0,0 2-14 0,0 0-8 0,1-2-8 16,0 1-1-16,0-2-1 0,1 2 8 0,0 0 2 0,1 1 1 0,-1-1-5 16,1 1-2-16,-2-1-11 0,2 1-8 0,0 1-5 0,0 0-5 0,1 2-2 15,0 0 4-15,0 2-8 0,1-2-1 0,-1 4-11 0,0 1-9 16,1 1-1-16,0 1-4 0,2 0 8 0,-1-1 0 0,0-1 3 0,1-1 2 15,-2 1 0-15,0-1-10 0,1-1-2 0,-1 3-9 0,1 1-8 16,1-1 0-16,0 2-8 0,-1 1-1 0,1 1 1 0,0 1-2 0,0 1-6 16,0 0-6-16,1 3 5 0,-2 1-7 0,1 0 7 0,0-2-4 0,0 1-10 15,-1-1 11-15,-1 0-8 0,0 1 6 0,-1-1 5 0,1 2-7 16,1 0-5-16,-1 2-2 0,0-2 0 0,1 1 2 0,0-2 6 0,0 2-1 16,0-1 0-16,1 2-6 0,0 1 6 0,0 0-11 0,0-1 1 0,0 0 8 15,-2-2-1-15,0-1 13 0,1-2-3 0,-1 0-12 0,0-1 1 16,0-2 6-16,-1-2-4 0,-1-1 2 0,1-1-2 0,0-2 1 15,0 1-1-15,-1-1 5 0,-1-1 1 0,-1-2-11 0,0 1 5 0,0-2-10 16,0 0 0-16,0-1-8 0,0-4-15 0,-1 0 1 0,-1-1-18 0,1 0-10 16,0-2 1-16,-1 0-16 0,1-2-16 0,-2-1-16 0,0-1-31 0,-2-1-18 15,0-1-16-15,-1-2-51 0,0-1-44 0,-1-3-54 0,-2-2-61 16,1-1-121-16</inkml:trace>
  <inkml:trace contextRef="#ctx0" brushRef="#br0" timeOffset="89504.45">12013 14658 469 0,'-2'4'255'0,"0"0"-82"0,-1 1-16 0,2-1-16 16,0 0-19-16,1-1-7 0,1 1-3 0,0 1-2 0,1-1 5 0,1 0-16 0,0 0-10 15,2 0-17-15,0 0-8 0,1 0-2 0,1-1-6 0,0-1-5 16,1 1-6-16,3-1-1 0,0 0-9 0,2 0 6 0,2-1-1 0,0 0-5 15,2-1 5-15,2 0-6 0,-1 0 1 0,2 0 0 0,2-1-11 0,-1 0-1 16,3 0-2-16,0 0 5 0,1 1 2 0,2-2-3 0,0 2-7 16,2-1-5-16,0 1-11 0,2 0 3 0,0 2-2 0,2 0-11 0,1 2 8 15,1 0 0-15,-2 0 1 0,2 0 3 0,-1 0-4 0,1 0-2 0,2 0 0 16,0 1 9-16,0 0 0 0,-2 0-2 0,0 1-2 0,1 0-1 16,-1 1-6-16,2-1 8 0,-3 0-8 0,1-1-2 0,-2 1 4 0,0 1-5 15,-1 0 9-15,0 0 0 0,0 1-4 0,-2 0 0 0,0 0 2 16,-3 0 7-16,1-1-5 0,0 0 3 0,-2 0-2 0,0 0-3 0,-4-1 3 15,0 1 1-15,0-1 4 0,-3 1-5 0,0-1 1 0,0-1-1 0,-3 0-1 16,1 1 3-16,-2-1-2 0,-1 0-3 0,-1 0 0 0,0-1 2 16,-1-1 1-16,-2 0 1 0,-1-1-8 0,-1 0-14 0,-2 0-16 0,-1-1-25 15,-2 0-34-15,-1-1-38 0,-1 0-33 0,-1 0-23 0,-1-2-33 0,-1 0-40 16,-1-1-30-16,-1-1-29 0,0-1-22 0,-2-2-16 0,-1-1-4 16</inkml:trace>
  <inkml:trace contextRef="#ctx0" brushRef="#br0" timeOffset="90288.45">12042 14427 556 0,'1'0'187'0,"0"-1"-29"0,3-1-8 16,1 0 3-16,1-1 10 0,1 0-10 0,2 0-7 0,-1-1-14 0,2 0-27 15,0-1-14-15,1 1-12 0,1-1-11 0,1-1-1 0,0 1-5 0,1 1-7 16,-2-1-2-16,3 0-10 0,-1 0-1 0,1 0-10 0,1 0-13 16,0 1-2-16,2-1-1 0,0-1-6 0,0 0 2 0,3-1-4 0,-1 1-8 15,1-1 8-15,1 0-6 0,1-1-4 0,1 0-3 0,0-1-2 16,1 0 3-16,0 0 3 0,1 0 1 0,2-1 1 0,0 0 1 0,2-1-2 15,0 0 0-15,0 1 6 0,1 1-4 0,2 0 1 0,1 0 2 0,1 1 0 16,-1-1 9-16,2 0 12 0,-2-1 2 0,3 0 2 0,0-1 4 16,0 1-3-16,3-2 3 0,-1 0-1 0,-1 0-9 0,3-1 2 0,-2 0-2 15,1 0 1-15,3-1-1 0,1 0-2 0,0-1-5 0,2-1 0 0,0-1 9 16,-1 3-12-16,1-2 3 0,1 0 14 0,4 0-15 0,-1 0 19 16,0-1-4-16,0-1-11 0,1 1 13 0,1 0-8 0,2-2 6 0,0 0-1 15,1 2-10-15,-1 0 3 0,2 1-3 0,0 1-5 0,3 0 0 16,-1 0-5-16,1 0-2 0,0 1 10 0,0-2 0 0,0-1 10 0,-1-1 0 15,0 3-2-15,-2-2 2 0,1 2 0 0,-2 1 0 0,1 0 4 0,0 0-2 16,-1-1-3-16,-2 2-10 0,0 0-5 0,1 1-3 0,-1 1 1 16,0 0 3-16,-2 1-3 0,-3-1 1 0,-1 1 7 0,-1-1-1 0,-1 0 2 15,-3 0-1-15,-2 2-8 0,-1-1 1 0,-2 2-1 0,-1-1-10 0,-2 1 8 16,-2 1-6-16,0 1 2 0,-2 2 3 0,-1-1-12 0,-4 1-17 16,0 0 10-16,-4 1-24 0,-3 2-20 0,-1 0-21 0,-3 0-57 0,-3 0-38 15,-1 1-52-15,-4-1-63 0,0 1-103 0,-1 0-167 0,-1 0-172 16,-2 2-181-16</inkml:trace>
  <inkml:trace contextRef="#ctx0" brushRef="#br0" timeOffset="27861.93">12576 16238 856 0,'-7'-2'258'0,"0"2"-56"0,-3-1-18 0,1 0-13 0,1 1-17 16,0 0-4-16,-1 0-18 0,0 1-12 0,0 1-22 0,-1 0-28 16,-2 3-8-16,1 1-14 0,-1 3-3 0,-1 1 11 0,1 0-3 0,0 3-9 15,1 1 0-15,-1 0-8 0,0 2 2 0,0 1 2 0,0 2-15 0,2 0 14 16,-1-2 0-16,2 1-3 0,0 0 19 0,1-1-28 0,1 1-8 16,0 0 11-16,2-1-12 0,1-2 6 0,2 2-4 0,0-1-3 0,1-1-3 15,2 0-6-15,0-1-7 0,2 0-1 0,2-1 2 0,1 0-2 16,1 0-2-16,0-1 2 0,2-1 4 0,1-1-1 0,2-3 1 0,0 2-11 15,2-2 2-15,0-2 3 0,1 0 2 0,0-3 3 0,2 1-12 0,0-1 6 16,1-2 6-16,-3 2-8 0,3-3 3 0,0-1 1 0,-2 2-5 16,3 0 8-16,0 1 0 0,0 4-9 0,0 0 12 0,0 0-3 0,-2 0-2 15,-2 0 2-15,0-2-8 0,0 1 6 0,-3 1 4 0,0 0-6 0,-2 0 13 16,0 1-13-16,1 1 5 0,-2 0 3 0,0 0-3 0,-2 0 3 16,-2 1 4-16,0-2-10 0,-1 1-1 0,0 1 9 0,-1-2 0 0,-1 1 4 15,-2-1-7-15,0 1-5 0,-2 0 2 0,0 1 7 0,-1 1-2 16,-1 2-3-16,-1 1-2 0,1-1 0 0,-3 1-1 0,0-2-2 0,0 2 4 15,-1 1-5-15,0-2 1 0,2 2-12 0,3-8-14 0,0 1-3 0,0 1-9 16,0 1-7-16,0 0-8 0,1 1-7 0,-1 0-28 0,1 0-35 16,0 0-38-16,1 0-57 0,0-1-65 0,1-1-71 0,0-1-63 0,1-1-59 15,1-1 27-15,-1-3 54 0</inkml:trace>
  <inkml:trace contextRef="#ctx0" brushRef="#br0" timeOffset="28127.94">12754 16508 818 0,'-3'1'373'0,"1"2"-139"0,-1-2-25 0,1 1-39 15,1-1-30-15,-1-1-12 0,1 1-6 0,-1 1-15 0,2-1-8 0,0 0-18 16,1 1-23-16,1 0-5 0,1-1-10 0,1 1-1 0,1 1-5 16,0-1-9-16,2 1-2 0,1 0-5 0,-1 0-2 0,2 1-6 0,0 0 2 15,1 1-2-15,1 1-1 0,0 0 3 0,0 0 2 0,2 0-1 0,-1 2 0 16,0 0 2-16,0 0-18 0,-1 0 16 0,1-1-5 0,0 1-5 15,-1-1 9-15,0 0-17 0,-2 1 4 0,0-1 3 0,-1 1-8 0,0 0 6 16,-2-1-8-16,0 0-2 0,-1 0 2 0,0 0-14 0,0 0-4 16,-2 0-13-16,0 0-21 0,-1 0-22 0,0 0-42 0,-1 0-37 0,-1 0-52 15,-1-1-49-15,-1 0-14 0,0-3-16 0,-1-1-13 0,-1-2 2 16,0-1 20-16,-1-2 65 0,0-1-88 0</inkml:trace>
  <inkml:trace contextRef="#ctx0" brushRef="#br0" timeOffset="28329.93">12848 16444 385 0,'-3'-3'220'16,"0"0"-16"-16,0 0 2 0,1 1-19 0,2 2-12 0,-1-1-12 0,1 0-14 16,0 0-21-16,1 0-10 0,0 1-4 0,2-1-5 0,0 0-8 15,1 1-9-15,1-1-7 0,0 0-4 0,1 0-3 0,0-1-8 0,1-1-10 16,1-1-4-16,-1-1-6 0,0 1-10 0,3-1-2 0,-1 0-10 16,1 0-8-16,1-1-5 0,-1 0-10 0,0-1 9 0,-1 0-4 0,1 1-8 15,1 0-2-15,-1 0-3 0,0 1-3 0,-1 0 5 0,-2 1-20 0,1-1-33 16,-1-1-33-16,0 1-35 0,0 0-38 0,-1 0-44 0,0 0-51 15,0-1-54-15,-1 0-34 0,-1 0-10 0,2 0 15 0,-1 0 64 0,0-1 77 16,0 0-48-16</inkml:trace>
  <inkml:trace contextRef="#ctx0" brushRef="#br0" timeOffset="28480.94">13132 16137 220 0,'-1'-6'252'0,"0"1"-10"0,0 0 4 16,-1 2-9-16,0 1-21 0,0 2-13 0,0 1-11 0,-1 1-24 0,1 2-11 16,-1 1-13-16,1 2-29 0,1 0-15 0,-1 1-18 0,1 3-21 15,-1-1-2-15,0 2-13 0,1 1-10 0,0 0-9 0,1 1-6 0,0 0-1 16,0 1-5-16,1 2-5 0,0-1-10 0,1 2 0 0,0-1 2 15,0-1 1-15,1 1-3 0,0-1-5 0,0 0 3 0,1-3-3 0,-1 0-8 16,0-2-9-16,0-3-27 0,1 0-28 0,-1-3-34 0,-1-1-44 0,1-1-44 16,0-2-37-16,1-2-46 0,-1-1-24 0,0-2-15 0,1-1 2 15,-1-2 51-15,1-2 67 0,-1-3-64 0</inkml:trace>
  <inkml:trace contextRef="#ctx0" brushRef="#br0" timeOffset="28644.94">13185 16139 508 0,'-2'-17'257'0,"0"0"-4"0,0-3-19 0,0 4-11 0,1 3-25 16,2 2-23-16,1 1-33 0,1 3-22 0,1 2 0 0,1 2-7 0,0 2 8 15,1 1-9-15,-1 2-3 0,1 1-13 0,3 2-15 0,-1 2-6 0,2 1-19 16,1 3 0-16,0 0-4 0,1 2-8 0,0 1-11 0,2 3-3 16,0 2-8-16,0 0-4 0,2-2-2 0,1 2-15 0,0-1 8 0,-1-1-7 15,0 0 5-15,-2-1 2 0,1-1-16 0,-2-2 12 0,0 0-17 0,0-1-6 16,-2-1-3-16,0-1-54 0,-3-1-26 0,2 0-51 0,-2-1-53 0,0-1-44 16,0 0-98-16,-2-1-78 0,1-1-95 0,-2-1 18 0,0-1-39 15</inkml:trace>
  <inkml:trace contextRef="#ctx0" brushRef="#br0" timeOffset="28861.93">13494 15908 746 0,'-2'-2'464'0,"2"1"-189"0,-1 0 0 16,1 1-37-16,1 1-42 0,0 3-35 0,2 2-19 0,-1 2-20 16,3 2-21-16,0 4-13 0,1 1-12 0,2 1-1 0,0 3-17 0,2 2-1 15,0 1-19-15,1 3 0 0,0 0 5 0,2 3-6 0,0 2 2 0,2-3-12 16,-1 0-2-16,1-4 6 0,2 0-13 0,-1-2-2 0,0-3-7 15,-1 0-3-15,2-3 1 0,0-3-2 0,0-3-10 0,1-2 7 0,-1-2-4 16,1-3 0-16,1-3 8 0,0-4-21 0,-1-3 19 0,-1-1-12 0,-1-6-3 16,0-3 4-16,-1-4-27 0,-2-3-18 0,0-5-41 0,-1-2-52 15,-1-7-67-15,0-3-122 0,-4-4-235 0,0-4-220 0,-3-4-88 0</inkml:trace>
  <inkml:trace contextRef="#ctx0" brushRef="#br0" timeOffset="29947.93">3633 5490 1024 0,'-12'-13'-2'0,"0"-1"-17"0,-2-4-7 0,5 3-5 0,4 0-10 16,2 0-17-16,0-1-18 0,1-1-23 0,1 2-11 0,1 2-2 0,1 0 15 15,1 2 26-15,1 2 21 0,2 2 25 0,2 0 16 0,1 1 6 16,4 0 7-16,0-1 1 0,3-1 10 0,2-2 19 0,2 0 17 0,1-1 19 15,1 0 11-15,3 0-1 0,1 0 1 0,3-2 0 0,2 0-7 0,4-1-2 16,-1 0-3-16,5-3 0 0,3 0 11 0,2 0 0 0,2-3-3 16,3-1-7-16,2-2-10 0,4 0-9 0,3-1 1 0,2 0 2 0,3 0-1 15,1 0 4-15,3-1 3 0,3-1-1 0,1 1 3 0,3-1 3 16,2-2 0-16,1 0 0 0,4 0 4 0,-2-1 3 0,4 2 1 0,2 2 2 16,-2-1-6-16,5 1-3 0,0 1-6 0,1 1-15 0,3-1-10 0,-1 1-8 15,4 2 2-15,0-1 3 0,2 0-6 0,2 2-5 0,0-1-10 16,2 0-6-16,-1 2 3 0,2 0-3 0,0 0-4 0,0 2 1 0,-1-1-2 15,2 3 3-15,-1 0-1 0,-1 2-2 0,0 0 2 0,0-1 1 16,-2 2 2-16,0 1 1 0,-2 3 1 0,1 0 1 0,-3 2 2 0,0 0 5 16,-2 0-5-16,-1 2 1 0,-2 1-1 0,-1 1-2 0,-2 0 1 0,0 0-3 15,-1 2 1-15,-2 1-9 0,-2 0 2 0,-1 2 2 0,-4 1-4 16,-2 0 7-16,-1 3-1 0,-3 1-8 0,-1 1 4 0,-3 1-3 0,-3 3 3 16,-2 1-2-16,-2 0-1 0,-4 2-2 0,-4 1-3 0,-2 2 8 0,-3 3-2 15,-2-1 0-15,-2 4 4 0,-3 0-4 0,-2 2 2 0,-6 0-5 16,-1 3-1-16,-4 0 9 0,-2 2 2 0,-4 1-2 0,-3 2 4 0,-4-3-12 15,-2 3 2-15,-2-3 9 0,-3 4-7 0,-5-1 2 0,-1 0 1 0,-3 1-4 16,-4-2 6-16,-4 2-4 0,-4-1 0 0,-4 2 3 0,-4 1-3 16,-4-1-8-16,-4 3 1 0,-4-2 4 0,-4-1 0 0,-3 2 11 0,-5-2-2 15,-3 2 1-15,-1-1-5 0,-4 0-1 0,-3 1 3 0,-2-3 1 16,-4 1 0-16,0-3 0 0,-3-1 0 0,-2 2-5 0,-1-2 3 0,-1 0-3 16,-2-1-5-16,-1-1-2 0,-2-2-3 0,-1-1 7 0,0-2 11 0,-4 1-1 15,0-2 6-15,-1-2-9 0,-1 0-6 0,0-3 5 0,-1 1-1 16,-1-2 3-16,-2-2 4 0,0 1-3 0,-1-2-2 0,0-1 6 0,-3-1 0 15,-2 1-7-15,-1 0 6 0,-4-2-4 0,0-1-3 0,-2-1 3 0,-3 0-5 16,-1 1 1-16,-3 0 6 0,-1-1-5 0,1-3-1 0,-1 1 1 16,1-3 0-16,0-1 1 0,4-1 4 0,1-3-2 0,3-2-5 0,5-1 7 15,-1-2-5-15,5-1 3 0,-1-1 2 0,2 0-4 0,0 2 2 0,3-2 0 16,-1 2-3-16,1-1-2 0,-1 0 7 0,1 1-4 0,3-2 4 16,-1-1 7-16,1-1-11 0,2-1-3 0,-1 3 0 0,1-2-3 0,2 1 5 15,0 0-1-15,1-1 1 0,1 0-5 0,1-2-1 0,2 0 1 0,0 1-4 16,4-1 4-16,4 0-11 0,0 0-3 0,3 0-11 0,2 0-12 15,2 1-19-15,4-2-49 0,1-1-49 0,4 0-63 0,3 0-76 0,1-2-89 16,3-3-79-16,3-4 0 0,4-3-117 0</inkml:trace>
  <inkml:trace contextRef="#ctx0" brushRef="#br0" timeOffset="196137.41">16459 5461 1980 0,'-12'46'335'0,"0"13"-322"0,-2 20-23 0,4 5-31 0,5 3-25 16,3 6-33-16,3 7-17 0,2 1 3 0,2 4 14 0,2-1 29 15,0 2 34-15,0 1 20 0,-1 2 13 0,-1 4-2 0,-2 5 1 0,-2 5 2 16,-1 6 2-16,-1 3 10 0,-2 5 5 0,0 4 7 0,0 3 12 0,-1 4 10 16,0 3 15-16,0 5 1 0,-1 2-1 0,0 4 0 0,0 0-16 0,0 3 14 15,-1 3-5-15,1 2-8 0,1 4 9 0,-1-1-11 0,2 3 3 16,0 2 1-16,0-2-3 0,2 3 2 0,1-1 3 0,0 1-5 0,1 1-5 16,1 0-4-16,1 2-2 0,-1 1-3 0,1 0 5 0,1 0 1 0,0 1 11 15,1-1 6-15,1 0 2 0,0 2-9 0,0 0 0 0,0 2 3 16,0-2-8-16,0 1 7 0,0 1-12 0,1-1-1 0,0 0-4 0,0-1 1 15,1-2 1-15,-1-1 0 0,0 0-1 0,1-1-7 0,-2-1-4 16,2-1-5-16,-1-1 1 0,0-2 1 0,0-2-4 0,0-3 3 0,0-3-1 16,0-1 2-16,0-6 3 0,1-2 4 0,2-4 3 0,-1-3-7 0,2-2-5 15,-6-77-5-15,2 15-3 0,-1 0 8 0,0 14-9 0,2-3-6 16,-4-42 23-16,1 7-4 0,-1-2 8 0,2 7 1 0,0 7-12 0,1 8 20 16,1-5-14-16,-1 8-19 0,0-3-20 0,2 3-29 0,0-1 4 0,1 4-31 15,1-2-26-15,-1 3-40 0,0-4-29 0,2 4-48 0,-2-5 216 16,1-8 0-16,-2-6 0 0,0-8 0 0,-1-7 0 0,-1-8 0 0,-1-5 0 0,0-6 0 0,-1-5 0 15,-1-5 0-15,0-5 0 0,-1-17 0 0,-2-6 0 0,1 0 0 0,-1 0 0 0,-1 0 0 0</inkml:trace>
  <inkml:trace contextRef="#ctx0" brushRef="#br0" timeOffset="197508.41">22598 3480 1336 0,'1'3'209'0,"0"1"-126"0,1 1 32 0,-1 2 46 16,0 0 32-16,0 2-4 0,1 2-32 0,2 0-40 0,-1 2-25 0,0 1-6 15,1 0 0-15,-1 4-9 0,0 0-8 0,1 1-9 0,-1 2-9 0,-1 1-4 16,2 2-2-16,-1 3-6 0,-1 1-3 0,1 0-6 16,-2 2-12-16,0 0 3 0,1 4-6 0,-2-1-3 0,1 2 12 0,-1 1-11 0,1-2 3 15,-1 1-1-15,2-1-8 0,-2 1-2 0,1 1 1 0,0-1-1 0,-2 0-3 16,2-3 4-16,-1 1-6 0,0-3-2 0,0 1 2 0,-1-1 0 16,1-1-4-16,0-2-5 0,-1 0-2 0,1-3 0 0,0 0 6 0,0-2 7 15,-2-2-2-15,1-1-6 0,1-1 4 0,0-3-1 0,0-2-5 16,0-1-3-16,0-3-10 0,-1-2-14 0,1-2-15 0,0-3-17 15,1-2-16-15,0-1-5 0,-1-3-4 0,0-2-8 0,0-3-7 0,0-3-17 0,-1-3-24 16,1-3-24-16,0-3-24 0,-1 0-23 0,2-4-23 0,1-1 12 16,-1 0 14-16,1-3 21 0,1-1 32 0,0-2 10 0,-1-1 13 0,1-2 4 15,-1 1-101-15</inkml:trace>
  <inkml:trace contextRef="#ctx0" brushRef="#br0" timeOffset="197794.41">22698 3673 266 0,'-1'-26'156'0,"-1"0"-35"0,1-8 3 16,-1 6 8-16,2 3 10 0,0 1 11 0,0 1 6 0,1 2 5 0,0 4-1 15,0 0 1-15,1 2-13 0,0 2-4 0,1 0-12 0,1 3-14 0,0 1-12 16,0 1-5-16,-1 2-7 0,3 1-4 0,0 0 2 0,1 0-10 16,1 2 3-16,0 1-13 0,0 0-7 0,0 1 0 0,2 2-6 0,0 0-1 15,3 2 2-15,1 0-3 0,2 2-6 0,0 1 5 0,4 0-1 0,2 2-4 16,-1 0 7-16,1 2-4 0,1 1-3 0,-2 2-5 0,3 2-6 16,-2 0-6-16,2 1-8 0,0 3-1 0,0 2-6 0,1-1-2 0,0 1-4 15,-2 0-2-15,2-1-2 0,-1 2-10 0,0 0-2 0,2 1 0 16,-2 2 0-16,0 0 0 0,-1 2 0 0,1 1 0 0,0-1 0 0,-2 2 0 15,1-1 0-15,-2 2 0 0,1 1 0 0,2 2 0 0,-3-1 0 0,0 1 0 16,0-1 0-16,-4 0 0 0,1 2 0 0,-2 1 0 0,0 2 0 16,-2-1 0-16,0 0-2 0,-2-3 0 0,0 0-4 0,-1-3-8 0,0-1 0 15,0-2-8-15,-2-2-16 0,0-4-13 0,-2 0-8 0,-1-1-26 0,0-2-17 16,-1 0 16-16,-2-2 0 0,-1-3-18 0,0-3-24 0,-1-2-40 16,0-2-17-16,-2-1 7 0,-1-2-5 0,0-1-51 0,-2-3-76 0,0-1-59 15,-2-2-29-15,-3-1 3 0,0-3 45 0,-3-1-72 0</inkml:trace>
  <inkml:trace contextRef="#ctx0" brushRef="#br0" timeOffset="198008.41">22651 4028 1177 0,'-17'4'279'0,"-1"1"-23"15,-2 1-32-15,5-1-21 0,3 0-12 0,4 0-21 0,0-2-19 0,4 1-11 16,2-1-16-16,1 0-7 0,3 0-14 0,2-1-10 0,2-1-7 15,3 0-10-15,2-1-3 0,2-2-14 0,2 0-7 0,4-2-12 0,1 0-8 16,1-2-6-16,4 1-5 0,0-2-4 0,0-2-2 0,2 1-7 16,-2-2-2-16,3 0-4 0,-1-1-4 0,1 0 0 0,-2 0-14 0,1-1-22 15,-2 0-33-15,-2 0-60 0,2 0-58 0,-1-1-64 0,3-1-96 0,1 0-119 16,2 0-102-16,1-2-52 0,0 0-140 0</inkml:trace>
  <inkml:trace contextRef="#ctx0" brushRef="#br0" timeOffset="198274.41">24314 3408 1463 0,'2'12'476'0,"1"3"-171"0,-2 3-25 0,0 2-21 0,-1 0-34 16,0 0-44-16,0 2-26 0,1 1-23 0,-2-1-17 0,1 1-11 0,-1 1-16 15,0-1-17-15,1 3-14 0,-1 0-12 0,0 3-6 0,1 0-3 16,-1 2-24-16,0-2 0 0,0 3 2 0,1-2-8 0,0 2 14 0,1-1-20 15,0 0 0-15,0 0 0 0,1-1 0 0,-1-1 0 0,1 1 0 16,0-1 0-16,2-1 0 0,0-3 0 0,0-4 0 0,0-1 0 0,0-3-2 16,1-2-18-16,1-1-12 0,-1-3-16 0,0-1-17 0,0-2-11 0,0-1-16 15,0-2-15-15,-1-2-17 0,-1-2-28 0,-1-1-31 0,-1-3-23 0,-1 0-27 16,-1-2-34-16,-2-3-32 0,-1-1-49 0,-1-3-29 0,0-1 1 16,-2-2 22-16,1-2 39 0,-2-3-32 0</inkml:trace>
  <inkml:trace contextRef="#ctx0" brushRef="#br0" timeOffset="198505.41">23834 3388 362 0,'-14'-6'262'0,"0"0"-79"0,-3 1 19 0,2 1 24 16,3 3 3-16,3 1-3 0,0 1-18 0,1 1-30 0,2 0-27 16,2 0-26-16,1 0-19 0,2 0-12 0,2 0-14 0,2 0-5 0,2 0 1 15,1-1-7-15,3 0 4 0,1 0-9 0,4 0-7 0,2-1 4 0,2 0-4 16,2 0 0-16,2-1 5 0,1 0-6 0,3 0-9 0,1-1-3 15,1 0-7-15,3 0-6 0,-2-1-7 0,3 0-2 0,-1 0-5 0,2 0-4 16,0-1 0-16,0 0-3 0,-1 1-5 0,-2-1-5 0,0 2 0 0,0-1 0 16,-1 2-2-16,0 0-7 0,-1 0-15 0,-1 2-41 0,-2 1-49 15,0 1-67-15,-1 2-93 0,-2 0-135 0,1 2-142 0,-3 0-89 0,-1 2-293 16</inkml:trace>
  <inkml:trace contextRef="#ctx0" brushRef="#br0" timeOffset="198774.41">24195 4334 1892 0,'-4'18'267'0,"-1"0"-42"16,0 4-27-16,4-3-20 0,-2-5-20 0,3-2-20 0,1 0-23 0,0-2-14 15,2-2-5-15,1-1-7 0,2-1-7 0,1-2-4 0,2 0-8 0,0-4-9 16,4 0-7-16,0 0-13 0,2-3-8 0,1 0-4 0,2-2-8 15,1-1-1-15,3 0 11 0,2-3 1 0,0 0-4 0,2-1-2 0,-1 0-14 16,2 0 2-16,-1-1-8 0,2-1-6 0,1-1 0 0,-2 1 0 0,1 0 0 16,-2-1 0-16,1 1 0 0,-1 0 0 0,0 0 0 0,0 2 0 15,-1-1 0-15,0 1-28 0,-2 1-22 0,-1 0-25 0,-1 0-34 0,-2 2-39 16,0-2-48-16,-1 0-61 0,-3 1-67 0,1 0-104 0,-2 1-138 0,0-1-88 16,-2 1-243-16</inkml:trace>
  <inkml:trace contextRef="#ctx0" brushRef="#br0" timeOffset="199326.41">23278 4776 591 0,'-2'4'291'0,"0"2"-74"0,0 0-11 16,-1 0 1-16,0 0-5 0,0 1-16 0,0 1-24 0,0 0-22 0,1 0-18 16,-2 2-3-16,2-1-10 0,-2 3-9 0,0 0-5 0,1 1-10 15,-1 1-2-15,0-1-7 0,-1 3-6 0,0 2-2 0,-1 1-3 0,1 1-6 16,0 2-5-16,-1 2-9 0,0-1-18 0,-1 3-5 0,1 0-2 0,-2 3-2 16,0 0 4-16,0 4-2 0,-1 0-3 0,0 2-6 0,-2 2-2 15,0 1-1-15,-2 4-6 0,0 2-1 0,0 1-1 0,-1 1 2 0,-1 1 0 16,0 1 6-16,-1 3-20 0,0 0 11 0,-1 2-3 0,0 1-5 0,0-1 16 15,0 0-9-15,-1 2 2 0,2 0-2 0,-3 0 6 0,0 0-4 16,0-1 6-16,2 1-3 0,0-1-8 0,1 0 1 0,1-2-3 0,-1-1 1 16,1 0 10-16,0-2 1 0,1 1 6 0,-1-2 2 0,-1-2 2 15,2-2 2-15,1-1-2 0,1-3-5 0,-1-1 3 0,1 0-4 0,-1-5-15 16,2 0 10-16,1-2-2 0,0-2 0 0,0-3 9 0,2 0-3 16,0-4-3-16,1-2-1 0,0-1 0 0,1-5-4 0,0-1 2 0,0-2-6 15,1-3 0-15,0-1-3 0,1-2-12 0,-1-4-17 0,2-1-14 0,0-1-20 16,0-2-18-16,1-2-17 0,-1-2-29 0,2-1-29 0,-2-2-35 0,1-1-54 15,0-2-73-15,0 0-85 0,1 1-69 0,-1-3-39 0,2-1-101 16</inkml:trace>
  <inkml:trace contextRef="#ctx0" brushRef="#br0" timeOffset="199656.41">21922 7522 1068 0,'-4'15'455'0,"0"0"-193"0,0 5-44 0,0-3-28 0,2-4-12 0,1-1-27 16,1 0-30-16,2-2-17 0,1 1-2 0,0 1 1 0,1-1-6 0,1 0-8 16,-1 1-19-16,1-1-7 0,1 1-8 0,2-1-4 0,0 1-7 15,-1 1-11-15,1 1-2 0,-1 0-1 0,0 0-12 0,-1 1-1 0,-1 0-6 16,0 1-9-16,-1 1 4 0,-1 1-1 0,0 1-3 0,-1 1 0 15,0 1-2-15,-2 1-2 0,0-1 0 0,-1-1 0 0,1 1-1 0,-2-2-9 16,0 0 3-16,0 1-6 0,0-2-5 0,-1 1-1 0,0-1-6 0,1-1-1 16,1-2 1-16,-1 1-2 0,1-2-6 0,-1-1 1 0,1-2-11 0,0-1-3 15,1 0-5-15,0-3-15 0,-1 0-20 0,1-3-18 0,-1-1-9 16,0-1-9-16,-1 0-2 0,1-2-23 0,-1 0-35 0,0-1-45 0,0-2-54 16,-1 0-27-16,-1-2-21 0,0-4 6 0,-1-1 21 0,-1-3-55 15</inkml:trace>
  <inkml:trace contextRef="#ctx0" brushRef="#br0" timeOffset="199882.41">21794 7739 523 0,'-4'-9'218'0,"1"0"-32"0,-2-3 15 0,1 1 4 0,2 3-4 0,0 0-22 16,2 2-21-16,1 0-7 0,0 2-6 0,2 1-5 0,0 2-12 0,1-1-16 16,1 1-15-16,1 0-11 0,0 0-7 0,2 1-4 0,2-1-11 0,1 1-6 15,1-1-9-15,0 1-8 0,1 0-4 0,1 0-7 0,0 1-8 16,2-1 0-16,-1 2 3 0,1-1-2 0,2 1 2 0,0 0-7 0,-2 1-9 15,2 0-6-15,0 1-3 0,-2 0 2 0,1 1-2 0,-1-1 2 16,0 0-4-16,-2 0-5 0,1 0-6 0,-1 0-15 0,1-2-22 0,-2 1-22 16,2-2-19-16,-1 0-15 0,1-1-15 0,-1-1-20 0,-1 0-26 0,1-2-36 15,-3 0-40-15,0-1-45 0,-1-1-37 0,-1 1-2 0,0-2 19 16,0 1 36-16,-3-1 4 0,1-1 14 0</inkml:trace>
  <inkml:trace contextRef="#ctx0" brushRef="#br0" timeOffset="200075.41">22381 7564 407 0,'0'-1'260'0,"2"2"-36"0,-1 0 11 16,0 2 10-16,0-1-9 0,0 2-21 0,0 2-26 0,-1-1-26 0,0 3-16 16,0 0-22-16,0-1-13 0,0 2-22 0,-1 0-14 0,-1 1-9 0,0 1-4 15,-1 2-2-15,1 0-7 0,-2 2-8 0,1 0-17 0,0 0-3 16,0 0-9-16,-1 2-6 0,-1 0-6 0,0 1-1 0,0-2-1 0,0 1-6 16,-1 0-1-16,1-2-3 0,-1 2-8 0,0-1-10 0,0 0-16 0,0-1-26 15,0 0-17-15,0-2-20 0,0 0-21 0,1-2-24 0,0-2-31 16,0-2-27-16,1-1-31 0,0-1-29 0,0-2-6 0,1-2 4 0,0-1 19 15,1-1 30-15,0-1 19 0,1-3-73 0</inkml:trace>
  <inkml:trace contextRef="#ctx0" brushRef="#br0" timeOffset="200292.41">22283 7737 332 0,'2'-13'241'0,"0"-2"-19"0,1-3 12 0,-1 3-6 0,1 2-14 0,0 3-19 16,0 1-29-16,1 2-9 0,0 2-18 0,0 1-14 0,-1 2-9 0,1-1-14 15,0 2-8-15,0 1-10 0,0 2-4 0,1 0-21 0,0 1-8 16,-1 2-9-16,1 0-2 0,0 3 18 0,1 2 2 0,2-1-3 0,-1 3-6 15,1-1-13-15,0 2-4 0,2-1-4 0,-2 0-7 0,1 0-1 0,-1 1-6 16,1 0 0-16,-1 1 2 0,1-2-7 0,0 1-2 0,0-1 0 16,-1-1-5-16,2-1 1 0,-1 0-3 0,0 0 0 0,-1 0-4 0,0-2-1 15,0 0 1-15,-1-1-7 0,1-1 0 0,0-1-2 0,0 0-7 16,0-1 3-16,1 0-10 0,-1-1-12 0,-1-1-17 0,0-1-19 0,1-1-26 16,-1-1-27-16,0 0-25 0,-2-2-32 0,0 0-40 0,-1-1-33 0,0 1-45 15,0-3-32-15,0 0 1 0,1-2 14 0,-3-1 31 0,3 0-82 16</inkml:trace>
  <inkml:trace contextRef="#ctx0" brushRef="#br0" timeOffset="200657.41">22891 7452 348 0,'9'-8'230'0,"2"-1"-45"0,2-1 21 16,-1 3 24-16,-2 2 15 0,-1 1-6 0,0 1-20 0,0 2-28 0,0 0-20 16,-1 3-20-16,0 0-16 0,-2 1-12 0,1 1-8 0,0 0-9 0,-1 2-11 15,1 1-9-15,-1 1-11 0,1 2-8 0,-2 1-17 0,0 2-7 16,-1 0-10-16,0 3-10 0,-2 0-5 0,-1 1-7 0,0 2 0 0,-2 1-7 15,1 0-10-15,-2 1 6 0,-1 1-1 0,1 0 2 0,-1 1 8 0,0 0-10 16,-2-1-5-16,1 0 3 0,0 0 3 0,1-3 0 0,1-1 1 16,0 0 1-16,1-3 0 0,1-1 2 0,0-1-1 0,2-2 1 0,1-1 0 15,0-2 5-15,2-1 4 0,0-2 1 0,2 0 5 0,0-2-1 16,0 0 1-16,2-2-6 0,0-1 3 0,0-1-1 0,2-2-2 0,0 0 2 16,1-2 0-16,1 1-2 0,0-3-1 0,1 0-7 0,0 0-1 0,1-1-2 15,-1 0 4-15,2 0-4 0,0 0 5 0,0 1 4 0,-1 0-9 16,1 0 6-16,0 0-6 0,-1 1 3 0,0 0 1 0,0 0-2 0,0 1 4 15,-2 1-7-15,-1 0 5 0,0 0-4 0,1 1 0 0,-1 1 0 0,-1-1-4 16,-1 1 6-16,1 1-6 0,-2 0 0 0,0 1 4 0,-1-1-4 16,1 1 2-16,-2 0 0 0,0 0-4 0,0 1 4 0,-1 0-2 0,-1-1 0 15,0 2-5-15,-2-2-8 0,1 2-4 0,-2 0-15 0,0-2-15 0,0 2-7 16,-1-2-23-16,0 1-20 0,-1 0-29 0,0-1-28 0,0 0-28 16,-1 0-41-16,0 0-58 0,-1 0-92 0,0-1-82 0,0 1-48 0,-1-1-69 15,1 1 169-15</inkml:trace>
  <inkml:trace contextRef="#ctx0" brushRef="#br0" timeOffset="201159.41">22355 8149 531 0,'-4'2'516'0,"2"-1"-255"0,-3 3-42 0,-1 0-12 0,0 1-5 16,0 2-22-16,0 2-34 0,-1 0-40 0,0 1-27 0,0 1-17 0,-2 1-10 15,0 1-13-15,-2 2-12 0,-1 1 6 0,-2 0-7 0,-1 4 4 0,0 2-4 16,-2 1-16-16,0 2 1 0,0 2-4 0,-3 1 1 0,-1 2-2 16,-2 3-1-16,-3 2-1 0,-1 4-4 0,-3 0 1 0,-1 2 1 0,-1 3 0 15,-4 1 3-15,-1 3-2 0,-1 1-8 0,-3 4 7 0,-1 1 1 0,0 1-1 16,-2 2 6-16,-3 3-2 0,0 1-2 0,-1 2 1 0,-1 0 1 16,0 0-2-16,-3 1-8 0,2 1 1 0,-1 2-4 0,0-1 4 0,1 1 3 15,0 2-2-15,0-1-1 0,-1 0 0 0,1 0 3 0,1-2 1 16,0-2 1-16,1 1-2 0,2-1 5 0,1-3 2 0,1 1-7 0,-1-1 1 15,3-2 4-15,0-2-3 0,1-1 21 0,4-3 8 0,1-1 1 0,1-2 2 16,2-2-2-16,-1-1 1 0,3-3-2 0,2-2 0 0,2-2-3 16,2-3-13-16,1-2 1 0,1 0-2 0,1-2-3 0,4-3 3 0,0-3-4 15,2-2-4-15,2-3-1 0,1-3-2 0,2-1-1 0,1-3-4 0,3-1 1 16,0-4-1-16,3-1-9 0,1-2-6 0,1-2-25 0,1-2-26 16,1-2-32-16,2-2-26 0,0-1-34 0,2-1-60 0,2-3-77 0,1-2-120 15,1-2-80-15,2-2-49 0,0-3-30 0</inkml:trace>
  <inkml:trace contextRef="#ctx0" brushRef="#br0" timeOffset="201704.41">22251 8358 336 0,'-4'0'178'0,"-1"1"-61"0,-1 1 4 0,1 1 3 16,1 0 2-16,0 0-15 0,1 2-8 0,0 1-7 0,0 2-11 0,1-1 11 15,0 3-4-15,1 1 1 0,0 0 2 0,1 0-7 0,2 1 4 0,-1 0 0 16,1 1-1-16,1 3-8 0,0 1-1 0,2 1-12 0,0 2-8 16,0 1-6-16,2 0-4 0,1 2-3 0,0 0-4 0,0 0 1 0,1 2 2 15,2 0-4-15,0 2 2 0,3 0-6 0,1 2 0 0,1 1 1 16,1 0-14-16,4 1 18 0,0 1-6 0,2 2-3 0,1 3 8 0,2-1-19 16,0 3-3-16,1 0-9 0,1 3-3 0,1 2-3 0,0 0-3 0,1 0 7 15,0-1-1-15,0 2-4 0,-1 1 6 0,1 0-14 0,-2 1 11 16,2 3 9-16,-2-2-9 0,1 2 18 0,-2 1-11 0,-1 0-1 0,-1 2-1 15,-2 1-3-15,0 0 0 0,-1 0 7 0,0 0 4 0,-1 1-15 0,-2 1 17 16,1-1-6-16,-2 1 5 0,0-2 14 0,-2 0-26 0,0 0 0 16,-2-2-4-16,0-1-3 0,-1-1 11 0,1-4 2 0,-1 1 2 0,0-2-10 15,-2-2-16-15,-1-2 12 0,1 0-9 0,-2-4 6 0,1 0 13 0,0-4-13 16,-1-2 0-16,0-4 4 0,-1-2-8 0,-1-3 4 0,0-1 3 16,-1-3-3-16,0-3-4 0,-2-3-5 0,0-2-6 0,0-4-6 0,-1-2-7 15,-1-4-12-15,0-2-12 0,-1-2 1 0,1-4-10 0,-2-3-4 16,0-1-18-16,0-5-23 0,0-2-26 0,-1-3-24 0,-1-2-30 0,0-4-42 15,-1-1-54-15,-1-4-86 0,0-3-64 0,-1-1-35 0,1-4-112 0</inkml:trace>
  <inkml:trace contextRef="#ctx0" brushRef="#br0" timeOffset="202204.41">22427 8133 379 0,'16'11'145'0,"3"1"-29"16,5 4 6-16,0 1 5 0,-2-2-10 0,2 1-14 0,1 1-17 0,1 0-9 16,3 1 1-16,1 0 0 0,2 2 4 0,0 1-1 0,3-1-6 0,0 2-8 15,4 0 4-15,1 0-2 0,2 0-2 0,1 0 3 0,2 1-4 16,1 1-3-16,4 1-9 0,1 2-1 0,2-2-1 0,3 2-10 0,0 0 7 16,1-1-3-16,3 2-3 0,1-1 9 0,1 0 3 0,1 1 0 0,1 0-1 15,1 0 0-15,1 0-4 0,2 0 9 0,0 0 9 0,3 0 1 16,0 1 5-16,0 0-13 0,2-1-3 0,-2 0-1 0,3-1-7 0,2 0-3 15,-1-1 0-15,-1 2-5 0,2-1 0 0,-1 1-3 0,1-1 0 0,-2-2 0 16,-1 1 8-16,1-2-3 0,-1 2-8 0,-1-1 0 0,-1 0-11 16,-2 0 4-16,-1-2-2 0,-2 2-2 0,-1-2-19 0,-4 0 9 0,-1 1 15 15,-3-3-7-15,0 0 18 0,-4-1-15 0,0 0-14 0,-4 0-4 0,-2-1 2 16,-2-2-4-16,0 0-6 0,-4 0 4 0,-3-2-6 0,-1-1 2 16,-3-1 6-16,-1 0-4 0,-3-2 8 0,-1 0 2 0,-5-1-4 0,0-2-2 15,-5-1-14-15,0 0-4 0,-4-2-4 0,-2 0-10 0,-3-2-12 16,-4-1-11-16,-1-1-23 0,-3-1-21 0,-2-1-25 0,-2-2-20 0,-3-1-34 15,-2-1-39-15,-3-1-61 0,-4 0-98 0,-4-1-127 0,-3 1-113 0,-4 0-79 16,-5 0 112-16</inkml:trace>
  <inkml:trace contextRef="#ctx0" brushRef="#br0" timeOffset="203056.41">19522 11127 555 0,'-1'6'465'16,"1"1"-234"-16,-2 0-14 0,1-1-4 0,-1-1-22 0,1-1-15 0,-1 1-27 16,0-2-22-16,1 0-8 0,-1-1-15 0,-1-1-13 0,1 1-9 0,-1-1-11 15,0-2-13-15,-2 0-8 0,0-1-9 0,-1 0-9 0,-1-1-6 0,-1 0-2 16,-1 0-5-16,-1-1-7 0,-1 1-4 0,-1 0-4 0,0 1-2 16,-2 0 1-16,-2 1 4 0,-3-1-2 0,-2 1 7 0,-2 2 1 0,0 0 1 15,-2 2 1-15,0 2 1 0,0 1 2 0,-2 2-8 0,2 0 8 16,-3 3-6-16,-1 0 1 0,-1 0 1 0,-1 3-2 0,-1 1-3 0,3 2-3 15,-1 1 2-15,1 2-4 0,-1 0 1 0,2 1 6 0,-1 1-2 0,2 1-14 16,1-1-4-16,2 2 12 0,2 0 1 0,0 1 18 0,2 0 5 16,2 0-15-16,1 1 1 0,2 0-2 0,1 1 0 0,2-1 2 0,2 0 7 15,1 2 0-15,3 0-2 0,2 0 4 0,2-1-1 0,3-2 1 0,1-1-2 16,3 0-1-16,1-1 0 0,4-1-3 0,1 1 3 0,1 0-6 16,3-2 4-16,3 1 6 0,0 0 5 0,4-1-18 0,2 0 15 0,-1-1-4 15,3 0-6-15,0 2 20 0,1-1-24 0,2 1 1 0,0 1 0 0,2-1 3 16,-2 1 3-16,3 0 1 0,-2-1-3 0,3 2-5 0,-2-2-5 15,2 4 4-15,-2-1 0 0,-2-1 4 0,-1 1-5 0,0-3 1 0,-4 0-2 16,1 1 4-16,-3-3-2 0,-1 3 2 0,-1-1 0 0,-4-1-2 0,-1 1 2 16,-2-1 6-16,-3 0-10 0,-2 0-14 0,-2-1 16 0,-1-1-10 15,-1-1 8-15,-3 0-6 0,-1 0-2 0,-1-1 0 0,-1 0 0 0,-3-1 0 16,0-2 0-16,-2 1 0 0,-1-1 0 0,-2 0 0 0,-1-2 0 16,-2 1 0-16,-1-2 0 0,-2 0 0 0,-1 1 0 0,0-2 0 0,-2-1 0 15,0 0 0-15,-1-1 0 0,1-1 0 0,-2 0 0 0,0-1 0 0,-2 0 0 16,-1-1 0-16,0-1 0 0,-2 0 0 0,1 0 0 0,0 1 0 15,0 0 0-15,3-1 0 0,-2 0 0 0,0-1 0 0,1-1 0 0,-1 2 0 16,2-2 0-16,0 1 0 0,1-1 0 0,1 0 0 0,0-1 0 0,1-1 0 16,2 1 0-16,-1 0 0 0,1-1 0 0,2 0 0 0,1 1 0 15,1-1 0-15,1 0 0 0,1 1 0 0,1 0 0 0,1 0 0 0,1 0 0 16,-1 0 0-16,3 1 0 0,0-1 0 0,0 0-8 0,2 0-14 16,0-1-14-16,2 1-8 0,-1-1-5 0,2 1-13 0,0-2-12 0,0 1-18 15,1 0-19-15,0-1-38 0,0 1-43 0,2-1-49 0,0 0-65 0,1 0-112 16,1-1-143-16,1 1-93 0,1-2-142 0</inkml:trace>
  <inkml:trace contextRef="#ctx0" brushRef="#br0" timeOffset="204005.41">19637 12072 951 0,'-1'2'260'0,"2"-1"-32"0,0 1 9 0,0-1-9 0,0 0-36 16,0 0-33-16,1 0-24 0,-1 1-8 0,0-1-12 0,1 0-7 0,0 0-7 15,-1-1-7-15,1 2 1 0,-1-1-4 0,0 2 2 0,1 0-6 16,0 0-2-16,1 1-6 0,0 0-11 0,1 2-2 0,-2 0-12 16,3 0-3-16,0 3-13 0,1 2 3 0,1 2-5 0,1 1-9 0,0 0 4 15,0 2-15-15,1 1 0 0,-1 0 3 0,0 0-5 0,0 2-2 0,-1 0-14 16,0 3 0-16,1 2 0 0,-1 1 0 0,-1-1 2 0,0-2-4 15,0-4 2-15,0-1 4 0,1-2-2 0,-1-1-2 0,0-1-6 16,0-2-9-16,-1 1-1 0,0-1-2 0,-1-1-30 0,0-1 0 0,0-1-4 0,-2 0-10 16,0-2 9-16,0-1-27 0,0-2-37 0,0-1-26 0,-1-1-29 0,0-1-29 15,-2-2-54-15,-1 0-91 0,0-2-100 0,0-2-65 0,-1-2 17 16,0-1-116-16</inkml:trace>
  <inkml:trace contextRef="#ctx0" brushRef="#br0" timeOffset="204322.41">19678 12090 1124 0,'-6'-17'266'0,"1"1"-20"0,-2-4-18 0,3 5-29 0,1 3-38 0,1 2-31 16,2 4-27-16,-1 0-14 0,2 1-13 0,0 2-8 0,1 2 0 0,0 1-13 16,1 1-4-16,0 1-2 0,2 0-3 0,0 1-2 0,2 1-6 0,1 1-4 15,2 0-4-15,1 2-7 0,1-1 1 0,0 2-8 0,1-2-13 16,1 0-6-16,0 0-8 0,2-1 11 0,-2-1 4 0,2 1-1 0,0-1 1 16,0-2-8-16,0 0 1 0,1-1-6 0,0-1-5 0,0-1-19 0,0 0-31 15,0-1-30-15,0 1-32 0,-1-2-31 0,1-1-33 0,-1 1-29 16,-1-1-50-16,1 0-27 0,0-1 14 0,-1-1 32 0,-1 0 62 15,-2-1 58-15,0 0 45 0,-2 0 36 0,0 1 22 0,-2-1 20 0,0 1 16 16,-2-1 19-16,0 1 23 0,-1 0 24 0,0 1 25 0,-2 0 24 0,0 1 24 16,-1 0 17-16,-2 1 12 0,-1 0-1 0,0 1-6 0,-1 1-13 0,-1 1-19 15,-1 0-19-15,0 0-15 0,-1 2-11 0,1 1-15 0,-1 0-5 16,0 1-14-16,-1 2-10 0,-1 1-6 0,0 1-12 0,1 1-8 0,-1 2-1 16,0-1-12-16,-2 2-1 0,1 0-14 0,-1 2-4 0,-1-1 11 0,2 1-2 15,-1 2 0-15,-1 0-8 0,1 0-28 0,1 0-18 0,-1 0-25 16,1-1-29-16,-1 0-32 0,2-2-47 0,-1 0-54 0,1-3-67 0,2-1-62 15,0-2-57-15,2-2-31 0,0-2 46 0</inkml:trace>
  <inkml:trace contextRef="#ctx0" brushRef="#br0" timeOffset="204529.41">20090 11870 1170 0,'7'-11'389'0,"2"-1"-82"0,2-3-22 15,-1 5-36-15,0 3-40 0,0 2-43 0,-1 1-30 0,2 2-10 0,-1 2-20 16,-1 2-1-16,0 1-19 0,0 2-16 0,-1 0-11 0,0 2-22 0,0 3 2 15,1 1-13-15,0 2 0 0,-1 1-2 0,1 0-7 0,0 2 4 16,-3 1-8-16,2-1-1 0,-1 1-3 0,0 0-3 0,0 0 0 0,0 0-3 16,-1-1-6-16,0 0-13 0,1-1 18 0,-2-1-7 0,-1 0 3 0,1 0-6 15,-3-2-35-15,1-1-14 0,-1-2-33 0,0-1-17 0,0-2-15 16,-1-1-22-16,1-1-16 0,0-1-42 0,-1-2-49 0,0 0-79 0,0-2-84 16,0 0-66-16,-1-3-11 0,1 0-122 0</inkml:trace>
  <inkml:trace contextRef="#ctx0" brushRef="#br0" timeOffset="204810.41">20494 11602 1317 0,'3'-6'354'0,"2"0"-54"0,1 0-25 16,-2 3-41-16,0 3-44 0,-1 1-31 0,-1 2-31 0,2 1-3 0,-1 1-22 16,-1 3-16-16,1 2-15 0,0 2-13 0,1 2-8 0,-1 2-3 15,-1 2 4-15,-1 3-9 0,0 2-6 0,0 2-1 0,-1 0-7 0,-1 1-3 16,-1 0 5-16,1 4-10 0,-2-1-2 0,0 4 0 0,0-1 1 15,-1 2 3-15,0-1-13 0,0 1 9 0,1-1-3 0,-1-1 3 0,2-2 7 16,0 0-8-16,0-4 3 0,2-1-7 0,1-2 4 0,0-3-2 0,2 1-2 16,0-2 0-16,0-1-2 0,2-2 2 0,1-2-8 0,0-2-6 0,2-3 0 15,1-2 0-15,1-1 0 0,1-1 0 0,-2-2 0 0,3-1 0 16,-1-1 0-16,1-1 0 0,1-1 0 0,0-3 0 0,1 0 0 0,1-2 0 16,1-1 0-16,0-1 0 0,2-1 0 0,0-1 0 0,2-1 0 0,-1 0 0 15,2-1 0-15,1 1 0 0,-2-2 0 0,2 0-62 0,-1 0-78 16,2 0-66-16,0 1-108 0,0 0-165 0,3 0-313 0,0 1-151 0,1 0 33 15</inkml:trace>
  <inkml:trace contextRef="#ctx0" brushRef="#br0" timeOffset="205406.41">23093 11474 1361 0,'-10'8'254'0,"0"3"8"0,-2 2-19 16,3 0-30-16,3 1-43 0,2 0-32 0,1 3-31 0,2-1-3 0,1 2-4 15,3 2-4-15,0 0-4 0,2 3-9 0,2 1-10 0,1 1-6 16,1 2-15-16,1 0-11 0,1 0-6 0,0 0-11 0,1 1-8 0,1 2-1 15,0-1-11-15,-1 2 2 0,1-1-1 0,-1 1-18 0,1-2-4 0,0-1 23 16,1-2-6-16,1-1 20 0,-1-3 1 0,0-1-30 0,-2-2-14 16,2-3-16-16,0 0-33 0,0-2-37 0,0-2-35 0,1-3-23 0,-1-1-12 15,0-4-9-15,0-1-2 0,0-3-4 0,0-2-3 0,1-2 14 0,-2-1 25 16,-1-3 42-16,2-3 48 0,-1-3 35 0,0-1 23 0,-2-3 15 16,-1-1 7-16,0-2 17 0,0 0 25 0,-2-1 11 0,0-1 40 0,-2 1 26 15,0-1 21-15,-2 0 26 0,-1-3-13 0,-1 0-6 0,-2 1-19 16,0 0-10-16,-1 0-11 0,0 0-9 0,0 1-7 0,0 3-20 0,1 0-10 15,-1 3-10-15,1 2-8 0,-1 3-7 0,2 2-6 0,-1 4-8 0,0 3-1 16,1 3 3-16,-1 2-4 0,0 3 2 0,0 3-11 0,1 1 0 16,1 3-2-16,0 1-4 0,1 2-5 0,1 3 1 0,0 3-7 0,1 0 2 15,0 5-5-15,1 1-3 0,-1 1 4 0,2 3-11 0,-2 1 7 0,1 1-16 16,1 0 18-16,-2 0 0 0,1-1-10 0,0-1 1 0,0-2-53 16,-1-1-40-16,0-4-58 0,0-1-63 0,0-3-73 0,0-3-123 0,1-1-159 15,0-1-118-15,0-3-213 0</inkml:trace>
  <inkml:trace contextRef="#ctx0" brushRef="#br0" timeOffset="205723.41">24140 11619 1169 0,'1'-8'310'0,"-1"-1"-93"0,-1-1-26 15,-2 3 1-15,-1 1-15 0,-3 2-37 0,0 3-41 0,-3 0-33 16,-1 1-19-16,-2 3-11 0,0 0-2 0,-1 3-3 0,-2 1 5 0,-1 2 5 15,0 1 2-15,1 2-1 0,-3 1-7 0,1 2 7 0,0 1-4 0,1 2 6 16,1-1 0-16,-1 3-4 0,4 0 0 0,-1-2-5 0,2 1 0 16,3 0-4-16,1-2 1 0,3 1-7 0,2 1-7 0,3 0 4 0,1 0-6 15,3 0-2-15,1 1-3 0,2-3-5 0,1 2 3 0,2-1-2 0,1-2 4 16,0 0-3-16,1 0-25 0,1-2 10 0,1 0 18 0,1-2-2 16,0 1 17-16,0 0-6 0,0 1-26 0,-1-4-1 0,-1 1-8 0,-1-1-5 15,-1-1-15-15,-2 0-19 0,-2-1-20 16,-2 0-2-16,-1-1-8 0,-3 0-9 0,-2 0-6 0,-1-1-16 0,-1-1-10 0,-1 0-1 0,-1 0-6 15,-1-2-4-15,0 0 0 0,-1-2-3 0,-1 0-3 0,-1-1-2 0,2-1 1 16,-2 0 8-16,1-1 4 0,0-2-1 0,-1 0-15 0,1-1-26 16,0-1-15-16,3-1-4 0,0 0-87 0</inkml:trace>
  <inkml:trace contextRef="#ctx0" brushRef="#br0" timeOffset="206074.41">24267 11773 1143 0,'4'-4'268'0,"2"0"-63"0,0-2-32 0,-2 2-3 0,-1 2-22 16,-1 0-33-16,0 1-30 0,0 1-20 0,-1 1-4 0,0 0-6 0,-2 0-1 15,1 0-9-15,-1 0-10 0,0 1-6 0,1 0-8 0,0-1-2 0,2 0 2 16,0-1 2-16,0 0 3 0,0 0-3 0,1 0-1 0,1 0-4 16,1 0 4-16,0-2-1 0,-1 1 1 0,1 0 2 0,0-2-2 0,0 2-2 15,1 0-1-15,-1-1-2 0,1 0-2 0,0 1-3 16,-1 0 2-16,2 1-4 0,-2 0 6 0,0 0 1 0,-1 1-5 0,0 0 1 0,0-1-3 15,-1 2-3-15,-1 1 0 0,0-2 0 0,-1 1-2 0,-1 1 2 0,1 1-5 16,-1 0 0-16,0 1 3 0,-1-1-1 0,0 2-3 0,-2-1-2 16,1 2-5-16,-2 0 6 0,0 1-1 0,1-1 2 0,-2 1 1 0,2 1-5 15,-1 0 6-15,0 0-1 0,-1 1-2 0,2 1-4 0,-2-1 1 0,0 3-2 16,1 0-8-16,-2 0-1 0,1 0-15 0,-1 0-6 0,-1 1-4 16,2 1-8-16,-1 2 3 0,0-2 1 0,0 0-13 0,-1 0-3 0,0-1 10 15,1-2-13-15,2 0-5 0,0-1-23 0,0-2-44 0,2-2-25 16,0-1-42-16,1-2-45 0,2-3-35 0,0-1-21 0,1-2 2 0,1-3 21 15,0-2 38-15,1-1-62 0</inkml:trace>
  <inkml:trace contextRef="#ctx0" brushRef="#br0" timeOffset="206263.41">24374 11763 694 0,'-2'-14'271'0,"1"-3"-12"16,0-3-14-16,1 4-24 0,1 5-38 0,-1 1-28 0,1 4-24 16,-1 1-14-16,0 2 2 0,0 1-5 0,0 1-6 0,0 2 0 0,1 2-19 15,1 0-10-15,-1 1-10 0,1 2-14 0,-1 0-2 0,2 1-15 16,1 1 3-16,-1 2-15 0,2 1-3 0,-1 0 3 0,1 0-2 0,2-1-1 15,0 0-4-15,-1-1-2 0,1 0-3 0,0-1-5 0,0 0-4 0,1-1 1 16,-1 0-1-16,1-1 1 0,0-2-3 0,0 1-5 0,0-2 4 16,1 0-2-16,-1 0-3 0,0-2-12 0,1 1-19 0,-1-2-29 0,-1 0-14 15,-1-1-33-15,-1-2-30 0,0 0-30 0,1-1-49 0,0-1-56 0,0 0-75 16,0-2-73-16,0-1-28 0,0-1 32 0,1-1-75 0</inkml:trace>
  <inkml:trace contextRef="#ctx0" brushRef="#br0" timeOffset="206417.41">24693 11604 648 0,'0'-1'407'0,"0"2"-107"0,-1-1-22 0,0 1-27 0,0 1-38 16,0 0-48-16,-1 3-47 0,1-1-26 0,-1 2-17 0,-1 1 0 16,1-1-12-16,-1 4-15 0,1 0-6 0,-1 1-16 0,0 1-3 0,0 0 2 15,-1-1-15-15,0 2-3 0,0 0-6 0,0 0-7 0,1-1 2 0,-1 1-2 16,1-1-6-16,-1 1-19 0,1-1-24 0,-1-1-23 0,0-2-37 16,-1 1-36-16,1-2-47 0,0-1-54 0,0 0-58 0,2-2-57 0,-1-1-32 15,0 0 13-15,1-3-33 0</inkml:trace>
  <inkml:trace contextRef="#ctx0" brushRef="#br0" timeOffset="206683.41">24723 11534 764 0,'4'-8'351'0,"1"1"-66"0,2-1-18 16,0 4-6-16,-1 1-30 0,0 2-35 0,1 1-26 0,-1 1-31 16,0 2-12-16,-1 0-19 0,-1 4-19 0,1 1-7 0,0 1-10 0,0 1-6 15,1 2 2-15,0 0-16 0,-1-1-8 0,0 3-8 0,0 0-7 16,1 0 4-16,-1 0-5 0,0 1-2 0,-1 1-9 0,-1 1 3 0,0-1-5 15,1 0-2-15,-1 0-7 0,0 0-4 0,0-2 0 0,0 0-4 0,-1-1 2 16,0 0-8-16,0-1 4 0,0-2 3 0,1 0-3 0,-1-1 2 16,1-1-11-16,0-2-6 0,-1-2-7 0,1 0-13 0,1-2 3 0,-1-1-14 15,2-2 3-15,0-1-2 0,0-1-6 0,2-2 14 0,2-2 2 0,1-1 4 16,1-2 2-16,1-2 2 0,0 1 3 0,2-2 8 0,2-1 4 16,0 0 3-16,1 0-1 0,1-2 2 0,0 0-13 0,1 0-19 0,-1 1-20 15,2 0-33-15,0 0-34 0,-2 0-44 0,2 1-64 0,0 1-79 16,0 0-83-16,1 1-34 0,0 0 3 0,-2 2-60 0</inkml:trace>
  <inkml:trace contextRef="#ctx0" brushRef="#br0" timeOffset="207088.41">25200 11303 1809 0,'1'5'253'0,"-1"0"-3"0,1 3-49 0,1 0-8 0,0 2-25 15,2 3-25-15,0 1-17 0,0 3-27 0,2 0-13 0,-1 2 5 0,1 1-1 16,-1 1-2-16,0 0-13 0,0 1-16 0,0-1-15 0,0 1 0 16,-1-1-7-16,1-1-17 0,0 1-3 0,-1-1-5 0,1-2-6 0,1 1-2 15,-1-1-4-15,1-2 0 0,0 1-2 0,1-2 0 0,0-2 0 0,0-3-8 16,0-2-10-16,-1-2-16 0,1-1-22 0,0-2-17 0,1-1-18 15,1-2-20-15,0-2-27 0,2 0-37 0,0-3-31 0,1-1-55 0,0-3-87 16,1-2-147-16,1-3-116 0,0-3-87 0,2-1 208 0</inkml:trace>
  <inkml:trace contextRef="#ctx0" brushRef="#br0" timeOffset="207439.41">27153 10275 1764 0,'-16'16'401'0,"-1"1"-189"0,-3 6 9 15,2-3-21-15,3 0-16 0,1 3-33 0,2 1-35 0,0 2-31 0,1 1-16 16,0 1-13-16,1-1-8 0,1 1-3 0,1 3-17 0,2 1-4 0,1 2-7 16,1 2-4-16,2 2-7 0,1 1 13 0,1 1-8 0,1 0 0 15,2 0 14-15,0-1-19 0,2-2 3 0,0-3-3 0,1 0-4 0,0-1 4 16,1-2-4-16,0-2 2 0,1-4-14 0,-1-1-5 0,2-2-35 16,-1-1-6-16,-1-1 5 0,0-1-25 0,-2-3 14 0,1-3-13 0,0-3-16 15,0-3 4-15,0-2 1 0,-1-2 0 0,-1-1-6 0,-1-1-19 0,-2-2-38 16,-2 0-65-16,-1-3-88 0,-2-1-78 0,-2-2-26 0,-1-2-6 15,-1-3 52-15,0-1-2 0</inkml:trace>
  <inkml:trace contextRef="#ctx0" brushRef="#br0" timeOffset="207875.41">26965 10982 445 0,'-8'-28'254'0,"-1"-5"22"0,-3-7 22 0,2 1-2 15,2 5-17-15,-1 1-50 0,0-3-38 0,0 2-29 0,0-1-40 0,0 2-10 16,1 2-20-16,1 2-12 0,1 3-5 0,1 2-4 0,0 1-4 0,0 0-1 16,2 2-8-16,0 1-12 0,1 1 0 0,1 2-3 0,1 1-3 15,1 1 9-15,2 2 2 0,0 1 1 0,2 2 5 0,1-1-2 0,2 1-8 16,1 0-7-16,0 0-6 0,2 1-5 0,1 1-6 0,1-1 2 15,1 1-8-15,1 0-5 0,0 1 5 0,2 1-1 0,0 0-7 0,2 1 3 16,2 2-6-16,-1 2-2 0,0 0 0 0,0 2-10 0,0-1 2 0,-1 4 6 16,2 0 0-16,-2 2 4 0,-1 1-8 0,1 1-2 0,0 2 2 15,0 1 0-15,2 0-2 0,-1 2-10 0,-1 0-3 0,-1 1-8 16,-2 0 1-16,-1 0-1 0,-2 2-11 0,0 1 0 0,-2 0-12 0,-1 2-3 16,-2 0-1-16,-2 1-9 0,-3-1-4 0,0-1-6 0,-2 2-1 0,-2-2 8 15,-3 2 2-15,0-1 4 0,-4 0-10 0,-3 1-4 0,-1 0-2 16,-2 0 3-16,-1 0 9 0,-1-1 1 0,-2-1 13 0,-1-1 11 0,-1-1 11 15,0-2 7-15,0-1 5 0,1-3 3 0,0 1 8 0,0-1 11 0,1-2 3 16,-2-1 1-16,2-1-4 0,0-2 3 0,1-1 9 0,2-1 10 0,2-1 14 16,1-2 1-16,0-1 1 0,2-1 5 0,1-1 3 0,1-2 2 15,1-1-5-15,2 0-3 0,2 0-3 0,1 0 0 0,3 1-1 0,0 0 5 16,3 2-2-16,0 0-4 0,2-1 4 0,0 1-9 0,3 0-9 0,1 1 6 16,2 1-7-16,0 2-3 0,3 1 7 0,0 2-13 0,1 1 5 15,1 0-18-15,2 2-4 0,1 0 7 0,-1 2-3 0,1 1 24 0,1 1-8 16,0 1-5-16,1 0 0 0,0 0-13 0,-1 1 2 0,0-1-4 15,-1 0 0-15,0 0 2 0,0 0-2 0,0-2-6 0,-2 2 6 0,1 0-8 16,1-1 0-16,-2 0 12 0,2-1-12 0,-2-2 6 0,-1 1 0 0,0 0-7 16,-1-1-7-16,0 0-16 0,-3-1-17 0,0 1-24 0,-2-2-23 15,0 0-32-15,-1-1-48 0,-1-1-66 0,-3-2-132 0,0 0-187 0,0-2-114 16,-1-1-204-16</inkml:trace>
  <inkml:trace contextRef="#ctx0" brushRef="#br0" timeOffset="208124.41">28108 10140 1355 0,'8'-11'939'15,"0"0"-673"-15,3-2-10 0,-3 4-35 0,-3 2-18 0,0 2-37 0,-1 2-35 16,-1 3-28-16,0 2-25 0,-1 1-13 0,-1 2-7 0,0 1-8 0,-1 2-1 16,-1 1-27-16,0 2-13 0,-1 3 7 0,0 2-8 0,0 1 16 15,-1 2-6-15,1 2-8 0,-1 1-4 0,-1 2-14 0,1 0 10 0,-1 2 0 16,0 0-4-16,-1 0 10 0,0 2-16 0,0 0-2 0,-1-1-6 0,0 0-12 15,0-4 4-15,0 0-25 0,1-3-5 0,0 0-16 0,1-2-24 16,1-2-8-16,1-3-17 0,0-1-14 0,1-2-10 0,0-2-14 0,0-2-20 16,0-1-30-16,1-1-53 0,-1-3-65 0,0 0-67 0,1-1-47 0,-1-2-5 15,1-2-4-15,-1-2 127 0</inkml:trace>
  <inkml:trace contextRef="#ctx0" brushRef="#br0" timeOffset="208323.41">28064 10206 1547 0,'-1'-20'378'0,"1"0"-107"0,0-3-32 0,2 3-30 0,0 4-34 15,0 4-39-15,1 2-33 0,1 2-30 0,-1 4-6 0,1 2-14 16,0 1 4-16,1 3 3 0,1 1-7 0,0 3-2 0,1 1-8 0,-1 1-2 16,2 1-4-16,-1 1-18 0,2 2-2 0,-1 1-2 0,3 0-4 0,1 1 10 15,1 2-2-15,2-1-8 0,-1 1-1 0,1-1-1 0,0-1 1 16,0 1-6-16,0-2 5 0,1 0 1 0,0-3-14 0,1 0 8 0,-2-2-12 16,0 0-1-16,1-2 3 0,0 0-19 0,-2-1-7 0,1-1-27 0,-1-1-31 15,-1 0-22-15,-2-1-38 0,2-2-19 0,-1 0-23 0,1-2-34 16,-1 0-41-16,-1-2-57 0,0 0-65 0,0-2-17 0,1 0 38 15,-2-1 67-15,0-1 76 0,0-1 62 0,-1 0-44 0</inkml:trace>
  <inkml:trace contextRef="#ctx0" brushRef="#br0" timeOffset="208455.41">28640 10213 370 0,'3'-10'251'0,"2"0"18"0,-1-3 29 0,0 2 7 0,-2 2-12 15,-1 0-34-15,0 0-51 0,0 3-18 0,-1 1-33 0,0 2-12 0,-1 1-7 16,0 1-25-16,0 1-18 0,-1 1-9 0,0 0-30 0,0 1-9 0,-1 2-10 16,-1 0-20-16,0 3 2 0,-1 2 1 0,1 1 2 0,-2 1-7 0,0 1-8 15,-1 2-9-15,0 1-9 0,0-1 0 0,-1 4-10 0,0 0-19 16,-1 0-18-16,1 0-32 0,-2 1-27 0,0-1-44 0,0 0-51 0,0 1-66 15,0-1-86-15,2-1-79 0,0-1-57 0,0-1-24 0,2-1 39 16</inkml:trace>
  <inkml:trace contextRef="#ctx0" brushRef="#br0" timeOffset="208644.41">28735 10126 2175 0,'7'-7'296'16,"1"1"-48"-16,1 0-49 0,-1 3-28 0,-2 4-23 0,0 1-33 0,0 3-24 15,-1 2-38-15,0 2-14 0,0 3 4 0,-1 1-15 0,0 2 13 0,-1 1-10 16,0 2-24-16,-1 0 1 0,2 1-12 0,-1 2 8 0,1 0 2 16,-1 0-10-16,-1 0 4 0,1 1-10 0,-1-1-14 0,-1 1-14 0,-1-1-33 15,0-1-36-15,0 1-28 0,-2-2-37 0,0-3-26 0,0-1-38 16,-1-1-67-16,1-2-73 0,-1-3-60 0,2 0-22 0,0-2 17 16,0-2-100-16</inkml:trace>
  <inkml:trace contextRef="#ctx0" brushRef="#br0" timeOffset="208943.41">29263 9898 1947 0,'10'-11'312'16,"2"2"-38"-16,2-2-32 0,-4 3-29 0,0 3-30 0,-1 2-44 0,-1 1-32 16,0 2-17-16,0 2-15 0,-1 1-10 0,-1 2-2 0,0 1-11 0,-2 2-2 15,1 2-10-15,0 3-11 0,-1 2-3 0,0 1-9 0,-1 5 1 16,0 2-2-16,-1 2-8 0,1 4 1 0,-2 1-7 0,0 2-10 0,-2 3 16 15,-1 2-6-15,-1 1 8 0,0 1 6 0,-2 0-8 0,1-2 4 0,-1 0-6 16,1 0 2-16,1-1 0 0,1-1 0 0,1-3-2 0,1-2-2 16,1-3 2-16,1-1 12 0,1-2-12 0,1-1-6 0,2-3 0 15,1-4 0-15,3-1 0 0,1-3 0 0,1 0 0 0,2-2 0 0,1-2 0 16,1-2 0-16,-1-1 0 0,2-2 0 0,1-2 0 0,2-1 0 0,0-3 0 16,3-2 0-16,-1 0 0 0,3-4 0 0,0-1 0 0,0-1 0 15,1-1 0-15,-2 0 0 0,2 0 0 0,0 0 0 0,-3-1 0 0,1 1 0 16,-3 0 0-16,-3 1 0 0,-1 0-38 0,-3 1-171 0,-3-1-104 15,-2 0-174-15,-3 0-334 0,-3 1-190 0,-3-1 70 0</inkml:trace>
  <inkml:trace contextRef="#ctx0" brushRef="#br0" timeOffset="213609.41">20437 11079 810 0,'-8'-8'146'0,"-1"0"-65"0,-1-2-49 16,1-1-16-16,3 1-8 0,-1 0 0 0,0 1-6 0,2 0-3 0,0-1 2 16,0 0-3-16,0 0 4 0,-1-1-6 0,0 2-4 0,0-2-3 0,1-2-4 15,-1 0 8-15,0-1 2 0,-1 2 5 0,0-1 3 0,-1-1 2 16,-1-1 5-16,-1 2 6 0,0-2-1 0,-1 0 3 0,-2 2 6 0,-1-2 8 16,-1 2 15-16,-1-2 6 0,-2-2 1 0,-1 1-2 0,-1 2-6 15,-1-2-10-15,-1 0-2 0,-1-1 0 0,-1 1 5 0,-2 0 14 0,1 0 1 16,-3 2-1-16,1 0-2 0,-3 0-5 0,0 0-5 0,0 1 1 15,-1 1-6-15,-1 0-4 0,-1 1-10 0,-3 0 1 0,1 2-2 0,-1 0-3 16,0 2-1-16,0 0-7 0,-2 1-7 0,1 1 0 0,-2 1-4 0,-1 1-4 16,1 1 1-16,-1 1-7 0,-1 0-2 0,0 2-4 0,-1 0-6 15,-1 2-1-15,-1 2 3 0,-1 2-1 0,-3 1 7 0,-3 2-1 0,1 1 3 16,-1 1 11-16,0 1-5 0,-1 3 7 0,0 0-3 0,-2 2 4 16,-1 2 8-16,2 1-5 0,0 2 7 0,0 3-6 0,1 0-1 0,-1 3 3 15,2 0-4-15,0 0-3 0,2 1 0 0,2 2 0 0,1-1 1 0,1 3 6 16,1-1-4-16,2 1 4 0,1 1-6 0,0 1 2 0,2 3 0 0,-1 0-5 15,0 1 5-15,3 0-3 0,0 0 4 0,2 2-1 0,3 2-3 16,-2 1-10-16,4 1-1 0,0 1 2 0,1 0 2 0,1 2 11 0,0 1-3 16,2 1-1-16,1 1-3 0,2 3-1 0,1-2 2 0,1 1 2 0,2-2-2 15,0 1-1-15,3-1 6 0,1 1-3 0,0-1 7 0,1 2 0 16,2-1-8-16,2 1 3 0,0 0-2 0,2-1 5 0,0 0 0 0,0-1 1 16,1 1-4-16,2-2-4 0,1 1 11 0,2 1 1 0,2-1 4 15,0 1 6-15,2-1-11 0,1 1 1 0,2-2 2 0,2 0-4 0,1-2 2 16,1-1-3-16,0 0-4 0,3 1 1 0,1-3 1 0,2 0 2 15,2-1 1-15,0 2-5 0,2-1 3 0,2 0-3 0,1-1 2 0,1 1-2 16,1-1-1-16,1-1 1 0,0-1 4 0,1-1-1 0,2-2-1 16,1 0 4-16,0 0-13 0,1-1 10 0,2 0-2 0,-1-3 2 0,2 0 4 15,-1-1-3-15,3-2 2 0,2 0 3 0,0-1 1 0,3-1-1 0,-2 0-5 16,2-1-5-16,0-3 8 0,2 0-1 0,1-1-3 0,2-1 3 0,0 1-6 16,1-3 1-16,1 1 8 0,1-2 0 0,0 0-1 0,0 1 4 0,0-3-3 15,2 0-5-15,-2-1 7 0,-1-2-8 0,1 0 12 0,1 0 5 16,2-2 3-16,-1-3 1 0,-1-2-6 0,0-1 4 0,0-2-3 0,0-2 5 15,3-2-3-15,-1-1-2 0,-1-2 1 0,2-1-1 0,-1-2-3 16,1-3 2-16,3-1-4 0,0-2-4 0,1-3 0 0,1 0-4 0,2-2 5 16,0-2-13-16,1 0 9 0,-1-2-3 0,1-1-2 0,-1-2 9 15,1-1-9-15,0-2 5 0,1-1-5 0,1-1 2 0,-4 0-1 0,1 0-2 16,-1-2 1-16,-2 2-4 0,0-4 1 0,-3 1-2 0,0-3 5 0,-1 0 0 16,-1-1 2-16,-1 2 1 0,-1-3-5 0,-4 1 9 0,1-3-5 15,-3 1 0-15,-2-1 1 0,1-1-6 0,-3 1 4 0,-3-3 3 0,0 1-6 16,-3-1 7-16,-1-2-1 0,-1-1-1 0,-1-1 8 0,-3-2-3 0,1 0 1 15,-3 0 10-15,-1 0-5 0,-3-3 3 0,-2-1 4 0,-2 1-10 16,0 0 5-16,-3-1-4 0,-2-1 2 0,-2-1-1 0,-1-1-1 0,-3 0-1 16,0-1-3-16,-1-1 6 0,-3 0-3 0,-1 0-5 0,-1-3-9 0,-1-1-6 15,-2 0 1-15,-2-1 1 0,0-1 4 0,-2-1-2 0,0 0 0 16,-2 1 1-16,-1 1 1 0,-2 0-2 0,-2-1-16 0,-2 0 18 0,0-1-11 16,-2-1-2-16,-1 2 15 0,-3-2-16 0,-1 2 3 0,-3 0 5 0,0 0 1 15,-4 0-1-15,-1 0 9 0,-2 1 2 0,-1 0-1 0,-4 2 8 16,0 2-3-16,-2 1-6 0,-2 2 0 0,-1 0-5 0,-1 1 6 0,-3 2 8 15,-2 3 0-15,-1 2-10 0,-2 2-2 0,-2 3-10 0,-2 2-9 16,-2 2-8-16,-2 4-20 0,-1 2-20 0,-3 4-15 0,-1 2-22 0,-1 2-28 16,-5 4-28-16,-2 1-43 0,-3 3-68 0,-4 3-106 0,-6 5-159 0,-6 3-189 15</inkml:trace>
  <inkml:trace contextRef="#ctx0" brushRef="#br0" timeOffset="-128858.42">24059 16338 1439 0,'-44'5'88'0,"-1"0"-23"0,-11 0-5 0,12-2 15 0,9-2 4 0,5-1-12 16,4 0-23-16,4 0-15 0,3-1-13 0,3-1-3 0,2 0-5 0,2 0-14 15,3 0 6-15,2 0-8 0,1 0-4 0,2 1-4 0,3-1-15 0,1-1 2 16,3 1 1-16,3-1 9 0,3-2 10 0,2 0 2 0,5-2 5 16,4 0-2-16,3-1 5 0,5-1 8 0,2 0 7 0,6-1 12 0,3 2 2 15,5-1 17-15,5 0 8 0,5-1-3 0,3 1 7 0,5-1-12 16,2 2-3-16,4-2-1 0,3 1-4 0,2 1-11 0,4 1-4 16,2 0-4-16,4 2-3 0,4 1 2 0,3 0-3 0,3 1 4 0,3 0 0 0,4 2 5 15,2-1-1-15,3 0 1 0,3-2 1 0,2 1-3 0,1-1 17 16,5-1 7-16,3-2 6 0,1 0-1 0,3-1 0 0,1 0 1 0,-1-1 2 15,3 0 3-15,1-1-5 0,0-2 4 0,2-1-4 0,0 0 1 0,1 1-10 16,-2-1-19-16,2-2 0 0,-2 0-3 0,-1 1 1 0,0-3 3 16,-1 2-14-16,0-1 14 0,3 1-2 0,-1-1 5 0,2 0 4 0,0-1-29 15,1 2 11-15,2-1-12 0,1 0 3 0,-1 1 14 0,1 0-11 0,-2 1-1 16,-2 0 1-16,1 1-5 0,-3 1 2 0,-1 1-1 0,-4 1-1 16,-4 0 3-16,-2 2-5 0,-4 0 6 0,-2 2-3 0,-3 0 1 0,-4 2 0 15,-3 0-3-15,-1 1 5 0,-1 0-4 0,-5 1 1 0,1-1 5 16,-2 2 3-16,-1-1 0 0,-1 1 0 0,-1-1-1 0,-3 0-14 0,-1-1 0 15,-2 0-6-15,-3 0-5 0,-41 1 40 0,8-1-4 0,-1 1-2 16,8-2-2-16,-3 1-35 0,9-1 7 0,-3-1-8 0,6 0-4 16,-3 0-11-16,-4 0-10 0,-2-1-7 0,-5 0 64 0,-4-1-18 0,-5 0-16 0,-3 0-22 15,-22 2-106-15,1 1-30 0,-2-1-35 0,1 0-41 0,-4-2-149 16,0 0-51-16,-3-1-51 0,-2-2-94 0,1-12 13 0</inkml:trace>
  <inkml:trace contextRef="#ctx0" brushRef="#br0" timeOffset="-128251.42">28018 12490 2582 0,'-26'-26'156'0,"0"0"-121"0,-3-3-15 15,6 7 3-15,7 7 25 0,1 3 3 0,4 1-6 0,4 2-5 16,2 2-23-16,2 4-21 0,2 2-11 0,2 3-7 0,0 3-1 0,2 3 10 16,1 4 8-16,0 3 0 0,-1 5 1 0,-2 4 3 0,0 4-1 15,-2 3-3-15,0 4-5 0,0 4 1 0,-1 4-4 0,1 2 3 0,1 3 3 16,0 4-3-16,0 4 5 0,2 1-12 0,1 3-3 0,1 1 2 15,2 1 3-15,2 0 7 0,0 0-2 0,1-1-3 0,3 2 18 0,0-2-3 0,1 1 4 16,0 2 4-16,-1 0-15 0,1 1 4 0,1 0 2 0,0-1 3 16,-1 1-3-16,1 1 12 0,0 2 4 0,0 1-2 0,0-1 1 0,-2 0-7 15,2-2 4-15,-1-1 12 0,0 2 7 0,-1-1 2 0,-1 2-17 0,0 0 7 16,1 1-5-16,-1 0 3 0,0 2 11 0,-1-1-12 0,1 1 1 16,0 1 6-16,0 1-3 0,2 0 3 0,-2 1-3 0,3 0-11 0,-1 1-3 15,0 3-11-15,1 0 3 0,-2 1-6 0,1 3-3 0,1 1 8 0,-1 3 0 16,0 2 7-16,-2 2 0 0,1 2-15 0,-1-2 15 0,-1 1-16 15,-1-3 7-15,1-1 7 0,-2-3-12 0,2-2 16 0,0-1-6 16,0-3 6-16,1-3 10 0,1-1 12 0,-1-5-15 0,-4-35 12 16,1 9-4-16,1-3 1 0,1 9 8 0,1 0-20 0,0 8 5 0,1-2-10 0,2 8 10 15,-1-2 4-15,0 0-3 0,-1-1 14 0,-6-31 7 0,1 5-2 16,0-2 0-16,1 4-27 0,0-1-5 0,0 3 13 0,0 2-19 0,1 1 23 16,0-1 0-16,1 4 31 0,0-1 1 0,0 1-33 0,1-1 1 15,0 4-29-15,0-2-19 0,1 1 26 0,0-1-28 0,-1 0 5 0,0-3 9 16,0 0-19-16,0 0 30 0,0-3-27 0,0-3 27 0,-1 0 0 15,-2-2-21-15,2-2 15 0,-2-2-23 0,0-2 27 0,0-1 68 0,-1-1-14 0,0-3 41 16,-1-2-19-16,-1 0-86 0,1-3 16 0,-2-3-20 0,0-1 20 16,0-3 18-16,-1-1-32 0,0-1-10 0,-1-2-56 0,0-1-27 0,-1-1-36 15,-1-2-131-15,-1 0-120 0,-2-4-246 0,-2-2-278 0,-2-4-150 0</inkml:trace>
  <inkml:trace contextRef="#ctx0" brushRef="#br0" timeOffset="-123253.16">29812 16015 128 0,'4'-1'70'0,"1"-1"-25"0,1 0 1 16,-1 1-2-16,0 0-3 0,-1 0-6 0,-1 0-6 0,-1-1-9 0,1 1-4 16,-1-1-3-16,-1 1-5 0,-1 0 2 0,1-1-7 0,0 1-6 15,0-1-5-15,0 0-10 0,0 0-3 0,0 0-5 0,0 1-10 0,1-1-9 16,0 0-5-16,1 0 1 0,1 0 8 0,-1 0 9 0,1 1 10 15,1-1 8-15,0 0 5 0,1 0 5 0,-1-1 5 0,1 2 1 0,0-1 2 16,-1 1 2-16,1-2-1 0,0 1-1 0,0-1-3 0,1 0-1 16,-1 1-6-16,-1-1-6 0,1 1-23 0,0 0-25 0</inkml:trace>
  <inkml:trace contextRef="#ctx0" brushRef="#br0" timeOffset="-122702.64">30019 15925 80 0,'0'1'93'15,"-1"0"0"-15,1-1-17 0,-1 2-2 0,-1-1-3 0,0 0 1 0,0 2-2 16,-1-2-1-16,0 1-5 0,1-1-6 0,-2 0-4 0,1 1-2 15,0-1-2-15,-1 1-7 0,1 0-5 0,-1 0-4 0,1 0-2 0,-1 0 0 16,2-1-2-16,-1 1-8 0,1-1 5 0,-1 1-1 0,1-1 1 0,0 0 3 16,0 0 3-16,1 0 6 0,-1 0 5 15,0 1 17-15,-1-2 1 0,2 1 7 0,0 1 4 0,0-1 1 0,0 1 8 0,0-1 1 0,0 0-6 16,0 1-9-16,1-2-7 0,0 1 1 0,2-1 1 0,-1 1-4 16,0-1-6-16,1 1-4 0,1-1-4 0,2 1 0 0,-1-1-3 0,0 0-5 15,2 1-7-15,-1-1-6 0,1 0-1 0,1 1-4 0,-1-1-1 16,2 1-3-16,1 0-12 0,1 1 4 0,0-1 1 0,-1 2-3 0,1-1 3 15,1 1-13-15,-1 0 5 0,1 0 7 0,-1 0-1 0,-2 1 3 0,1 0-5 16,0 1 3-16,-1 0 0 0,0 0 3 0,-1-1-5 0,-1 1 6 0,-2 1-1 16,0 1 2-16,-2-1 4 0,0 1-12 0,-1-1 13 0,-1 0-7 15,0 0 0-15,-2 0 8 0,-1-1-11 0,0 1 5 0,-1 1-4 0,-2-1-6 16,0 1 5-16,0-1-6 0,-2 0 1 0,2 0 2 0,-2 1-6 0,0-1 7 16,2-2 0-16,-2 1-5 0,2-2 3 0,-1 1-3 0,1-1 4 15,0-1 3-15,1 1-14 0,1-2 2 0,1 0 1 0,1 1 1 0,1-2 8 16,0 1-13-16,1-1 2 0,1 0 0 0,0 0-1 0,0 0 12 15,1 0-8-15,1 0 8 0,2 1-5 0,-1 0 1 0,1 0 16 0,1 0-13 16,1-1 3-16,1 1-2 0,0 1-4 0,2 1 10 0,0 0 4 0,1 1-8 16,1 0-2-16,0 0 4 0,-1 1-1 0,1 0 11 0,-1-1-7 15,0 1-1-15,0 0 1 0,-2 1-3 0,0 1 6 0,-1 1-4 0,1 1-1 16,0-1 6-16,-1 0 0 0,-2-2 12 0,0 0 0 0,-2 1 3 0,-1-1 3 16,0 0-11-16,-2 0 17 0,1-1 3 0,-2 1-1 0,-1-1 6 15,0 1-20-15,-3 0 1 0,2 0 7 0,-2 0-10 0,-1 0 2 0,-2 0-13 16,-2 0 2-16,0-1 0 0,-3 1-7 0,0 0-8 0,0-1 2 15,-2 1-1-15,-1-3 3 0,-1 0 8 0,0 1-13 0,0-1 7 0,-1 0-12 16,1-1-1-16,-1 0 8 0,0-1-10 0,0 0 9 0,3 1-12 0,-2-1-11 16,1 0 17-16,2 0 1 0,1 0-9 0,2-1 1 0,-1 1 1 15,2-1-3-15,-1 0 2 0,2-1-8 0,0 0-5 0,2 1-4 0,2-2 2 16,-1 1-9-16,1-1-11 0,-1-2-18 0,0 0-14 0,0 0-9 0,1-2-33 16,0 0-26-16,0-3-34 0,-1-2-54 0,0 0-65 0,-2-2-54 15,1 0-93-15,-2-3-98 0,-2-1-118 0</inkml:trace>
  <inkml:trace contextRef="#ctx0" brushRef="#br0" timeOffset="-122008.64">27464 14785 144 0,'-11'-1'88'0,"-1"2"-4"0,-2-1 2 0,2-1 3 0,3 0 9 16,0-1 5-16,-1 0 4 0,2 0 6 0,0 0 5 0,1-1 4 0,1 1 3 15,0 0 1-15,1-1-6 0,0 1-3 0,0 1-18 0,0-1-13 16,1 1-9-16,0 0-11 0,2 0-5 0,-1 0 0 0,0 0-6 0,0 0-4 16,0 0-1-16,1 0-7 0,-1 1-4 0,1-1 5 0,0 1-3 0,-1 0-2 15,0-1-6-15,0 1-12 0,1 0-2 0,1 0 3 0,-1 0-3 16,-1 0-1-16,2-1-10 0,0 1-7 0,0 0-2 0,2 0 4 0,-1 0 2 16,0 0 1-16,2 0-3 0,0 0 0 0,1 0 2 0,-1 1-2 15,2 0-1-15,0 0 3 0,1 1-4 0,1 0 3 0,1 1 2 0,1 0-1 16,0 1 3-16,1 2-7 0,0 0 3 0,0 0-1 0,0 1 0 15,1 1 0-15,-1-1 1 0,2 1-4 0,-1 1 4 0,-1 1 0 0,0-1-4 16,0 1 0-16,-1 1-2 0,-2-1 4 0,0 1-2 0,-2 0 1 0,0 0 2 16,-1-1-1-16,-2 0 0 0,0-2-4 0,-2 1 0 0,-1 0 6 0,0-1 2 15,0 0 2-15,-1 0 5 0,0-2-8 0,0 0 3 0,0-1 2 16,-1 0 2-16,1-1 9 0,0-1-3 0,0 1 0 0,0-2-1 0,1 0-2 16,0 1 0-16,1-2 1 0,0 1-9 0,1-1-5 0,0 0 5 0,1-1-4 15,1 1 4-15,-1 0-6 0,1 1-6 0,1 0 4 0,0 0 2 16,1 0 1-16,-1 0 3 0,2 0-8 0,-1 0-6 0,1 1 4 0,0 0-8 15,0 0 3-15,0 1-9 0,0-2-10 0,1 1-6 0,1 1-14 16,0-1-10-16,-1-1-22 0,0 0-29 0,1-1-21 0,-1 0-7 0,2-2-4 16,-1 0-19-16,0-1-38 0,-1-1-60 0,1 0-40 0,-1-2-27 0,1 0-111 15,-1-3 108-15</inkml:trace>
  <inkml:trace contextRef="#ctx0" brushRef="#br0" timeOffset="-120313.64">29786 15463 157 0,'1'-5'114'0,"-1"0"-21"0,0-2-16 0,0 1-13 0,1 1-4 0,0 0-3 0,-1 2-1 16,0-2 3-16,1 0 1 0,-1 2 3 0,0-1-4 0,1 1-8 15,-1 0-7-15,0 1-8 0,0 1-3 0,0 0-1 0,0 1-4 0,0 0-3 16,0 0-8-16,0 0-5 0,0 1-3 0,-1-1-5 0,1 2-3 16,-1 0-7-16,0 0-7 0,0 1-7 0,1-1-19 0,-1 0-25 15,0 0-46-15,1 0-62 0,0 0-60 0,1 0-187 0</inkml:trace>
  <inkml:trace contextRef="#ctx0" brushRef="#br0" timeOffset="-119719.64">29899 15536 226 0,'0'-7'114'0,"-1"0"-21"0,-1-2 6 0,1 1 9 0,-1 0 5 16,1 1-5-16,-1 0-18 0,-1 1-18 0,1 1-10 0,-1-1-8 0,0 0 2 15,0-1-2-15,-1 1-2 0,0 0-8 0,-1 0-9 0,0 0-7 0,0-1-5 16,1 1-4-16,-2 0 1 0,1-2 2 0,0 2-3 0,0-2 4 16,0 1-2-16,0-1 1 0,0-1 5 0,0 0-3 0,0-2 1 15,0 1 2-15,0-2-3 0,0 0 7 0,0 0 2 0,0 0-1 0,0-1-2 0,0-1-4 16,0 1-9-16,1 1-1 0,0 0-7 0,0 0 6 0,0 1 2 15,1-1 4-15,0 1 3 0,1 0-13 0,-1-2 3 0,1 1-10 0,-1-1 3 16,2 2 1-16,0 0-3 0,-1-1 3 0,2-1-4 0,-1 1-2 0,1-1 3 16,-1 2 1-16,2-1 4 0,-1-1 1 0,1 1 1 0,0 1 5 15,0-1-3-15,0 0 2 0,-1-1 3 0,1-1 1 0,-1-1 2 0,2 0 3 16,-1-1 3-16,-1-1-7 0,1 1 4 0,-1-1-1 0,0 0-1 16,1-1-7-16,0 1-4 0,-1 0 2 0,1 0-2 0,0 0 8 0,0 2-4 15,-1-1-6-15,1-1 6 0,0 2-2 0,0-1-2 0,1-1 5 16,-1 2-6-16,1 0-12 0,0 0 1 0,-1 1 8 0,1 0-1 15,1 1 22-15,-2 1-2 0,1-1-5 0,-1-1-1 0,0 1-2 0,0 1-1 0,0-2-7 16,-1 2 0-16,1-1 2 0,0-1-1 0,-1 2-6 0,1-2 2 16,-1 1-1-16,0 0 2 0,0-1 1 0,0 2-1 0,1-2-9 0,-1 0 0 15,1 0 3-15,-2 0 2 0,1-1 6 0,-1 1-6 0,-1-2 5 0,1 2-5 16,0-1 0-16,0 2 5 0,0 2 0 0,0 1 1 0,0 1-2 16,0 2 2-16,0 0-1 0,0 1 4 0,-1 0-2 0,1 1-6 0,-1 1 4 15,0 0-1-15,0 1 3 0,0 1 3 0,0 0-10 0,0 0 3 0,-1 1-1 16,1 1 0-16,-1 0 0 0,1-1-4 0,1 1-1 0,-2 1-4 15,1 0 2-15,0 0 2 0,0 1-4 0,0 0 0 0,0 1-6 0,1 0 5 16,0 1 3-16,0 0-2 0,0 0-3 0,0 1-5 0,0 1 3 0,1 0-3 16,-1 1 6-16,-1-1-4 0,1 2-7 0,-1-1 0 0,0 1-1 15,1 0 3-15,-2 0-7 0,1 1-5 0,0-1-11 0,1-2-12 0,-1 2-20 16,0-1-32-16,0 0-33 0,0-1-41 0,0 0-27 0,0-1-35 0,0-1-43 16,0 0-4-16,1-1 12 0,0-1 15 0,1-2 19 0,1-1-137 15</inkml:trace>
  <inkml:trace contextRef="#ctx0" brushRef="#br0" timeOffset="-119269.64">29769 14134 169 0,'5'-8'105'0,"1"-1"-14"0,1-2 7 0,-2 1-6 16,-1 3 2-16,-1 0 0 0,-2 0-8 0,0 4-2 0,-1-1-6 15,0 2 1-15,-2 0-3 0,0 1-4 0,-2 0-4 0,1 1-10 0,-3 2-1 16,-1 0-1-16,-1 2 1 0,0 0 0 0,-1 1 0 0,-1 1-8 0,1 0-4 16,1 2-7-16,-2-1-10 0,0 0-8 0,-1 0-8 15,0 0-6-15,2 0-2 0,-1 0 2 0,-1 0-5 0,1 0 2 0,-2 1-7 0,0-1 2 16,0 0-2-16,-2 0 2 0,2 1 0 0,-1-2-4 15,-1 1 4-15,1 1 0 0,-2-1 2 0,1 1 5 0,0 0-5 0,2-2 3 0,-1 0 1 16,-1-1-4-16,2-1 5 0,-1 2-1 0,2-1 0 0,-1 0 5 0,2-1 3 16,2 0 2-16,0-1 2 0,3-1-1 0,0 0 3 0,1-1 3 15,1 1 2-15,1-2 1 0,2 0-7 0,1-1 1 0,0 0 2 0,1-1-5 16,0-1 2-16,1 0-10 0,2 0-4 0,0-1-1 0,1-2-2 0,2 0 0 16,1 1-2-16,1-3-1 0,0 0 1 0,2 0-7 0,0-1-2 15,1 0-1-15,0-1 2 0,-1 1 3 0,1 2-1 0,0-1 1 16,0 0-2-16,0-1 7 0,-2 1 0 0,1 0-1 0,0 1 1 0,-2 1 2 15,0 0-2-15,-2 0 4 0,0 0-2 0,0 1 0 0,-2 0 0 0,1 1-3 16,-3 0 6-16,-1 0 2 0,1 1-3 0,-2 0 0 0,0 0-3 0,-1 1 0 16,0 1 1-16,-1 0 5 0,0 0-1 0,0 1-4 0,0 0 0 15,0 1-1-15,0-1 0 0,0 2 3 0,0 0 1 0,0 1 1 0,1 0-4 16,0 1 6-16,0 1-2 0,0-1 5 0,1 1 3 0,0 1-6 16,0 0 6-16,1 0-2 0,1 1 0 0,-1-1 5 0,2 2-2 15,2 1 5-15,0 0 0 0,1 0 4 0,0 0-1 0,1 0-7 0,1-2 3 0,-2 1-7 16,2 0-1-16,0 0-5 0,1 1-7 0,0-2 0 0,-1-1-4 15,-2-1 0-15,-1 0-4 0,0-2-8 0,-2 1-10 0,0-1-6 0,-2 0-14 16,0 0-9-16,-1-2-22 0,-1 2-42 0,-2-2-51 0,0 1-51 0,-1 0-48 16,0-1-32-16,-1 1-45 0,-2 0-58 0</inkml:trace>
  <inkml:trace contextRef="#ctx0" brushRef="#br0" timeOffset="-118652.64">28777 14366 77 0,'-7'1'59'0,"-1"0"-2"0,0 1 14 0,1-1 3 16,1-1 2-16,0 1-12 0,0-1-18 0,0 1-12 0,0-1-14 0,0 1-3 16,0-2 3-16,0 1 3 0,0 0 11 0,1 0 10 0,-1 0 11 15,-1-1 5-15,1 1 5 0,0 0-1 0,-1-1 0 0,1 1 5 0,1-1-1 16,-1 0-3-16,2 0-1 0,0 0-5 0,0 0-4 0,0 1 5 0,0-1-2 16,1 0 2-16,1 1 7 0,0 0-3 0,0-1 0 0,1 1 0 15,0 0-9-15,1-1-7 0,0 1-8 0,1-1-7 0,0 1 0 0,1-1 0 16,1 0 6-16,1 0-3 0,1 0 3 0,1 0 1 0,0-1-9 15,3 0-1-15,0 0-4 0,2 0-5 0,2 1 3 0,2-1-3 0,0 0-1 16,3 0 0-16,0-1-4 0,0 1-2 0,3 0-2 0,2 1-1 0,-1 0 3 16,3 0-5-16,0 0 1 0,2 0 2 0,2 0-7 0,0 0 0 15,2 0-4-15,0 1 1 0,1-1 3 0,0 1 1 0,2-1-1 0,0-1-4 16,0 1-2-16,0 0 1 0,-3-1 3 0,1 2 0 0,-1-2-1 16,0 1-1-16,-2-1 2 0,1 0 2 0,-3-1 0 0,1 0-2 0,-3 0-5 15,-1 0-1-15,-2 0 0 0,-2 0 3 0,0 1 5 0,-3-1-5 0,-1 1-2 16,-2-1 1-16,-1 1-2 0,-3 0 1 0,-2 0 5 0,-1 0-8 15,-3 1-3-15,-1-1 1 0,-2 1-19 0,0 0-22 0,-2 0-39 0,-1 0-60 16,-1-1-57-16,-3 0-64 0,0 0-66 0,-3 0-47 0,-1-1-73 0,-1 0-25 16</inkml:trace>
  <inkml:trace contextRef="#ctx0" brushRef="#br0" timeOffset="-118181.64">28736 14174 590 0,'-10'-1'144'0,"-1"1"5"0,-3-1-14 0,2 2-5 15,1 0 3-15,-1 0-11 0,0 0-14 0,1 2-17 0,0-1-22 0,0 2-18 16,-2 0-18-16,0 0-14 0,-2 1-9 0,1 1-8 0,-1 0 0 0,-2 1-1 16,0-1 0-16,1 2-3 0,-1 0-2 0,1 0-3 0,0 0 3 15,1-1 2-15,-1 1-2 0,0 1 1 0,2-2 2 0,-1 1 1 0,-1 2-3 16,1-2-1-16,-1 0 0 0,2 1 3 0,-1-2 3 0,0 1-2 0,1-2-1 16,2 1-3-16,0 0-4 0,1 0 4 0,2-1 1 0,1-1-3 15,1 1 1-15,2-1 0 0,2-1 1 0,0 0 2 0,2-1-5 0,1 0-1 16,2-1 3-16,1-1 8 0,0 1 8 0,2 0 2 0,2-1 3 0,0 1 0 15,2-2 2-15,2 2 11 0,0-1 6 0,1 0 8 0,2 0 6 16,1 0 4-16,2 0 3 0,0 0 1 0,3 0-9 0,0 0-8 0,0 0-5 16,1 0-9-16,0 1 2 0,0-2-4 0,1 2-3 0,1 1-8 15,-1-1-5-15,0 0-2 0,-1-2-3 0,-4 2 6 0,0 0-11 0,1 0 2 16,-4 1 2-16,0-1-5 0,-1 0 9 0,0 0-11 0,-1-1 7 0,-3 1-5 16,2 0-6-16,-3 0 9 0,1 1-12 0,-1-2 4 0,-1 2-2 15,0 0-13-15,-1-1 1 0,-1 1-11 0,1-1-8 0,-1 0-14 0,0 1-24 16,1-1-34-16,-1-1-44 0,-1 1-39 0,1 0-47 0,0-1-38 15,0-1-19-15,1 1-122 0</inkml:trace>
  <inkml:trace contextRef="#ctx0" brushRef="#br0" timeOffset="-117495.64">29752 11965 1403 0,'-8'-4'443'0,"2"2"-341"0,-1 1 23 0,4 2 10 0,-1 3 3 16,0 1-6-16,0 1-22 0,-1 2-25 0,-1 1-33 0,0 2-14 15,-1 2-17-15,0 2-12 0,-1 2-16 0,0 1-3 0,0 4 15 0,-2 1 5 16,0 1 3-16,-2 4-3 0,-1 1-13 0,1 3-5 0,-2 1-4 0,1 4 2 16,2 2-6-16,0 2-1 0,2 2 4 0,0-1-3 0,2 2-4 15,2 2 1-15,3 2-4 0,4 0-2 0,2-1 15 0,4-1-3 0,2 1 5 16,4-3 8-16,5-1-6 0,3 0 4 0,2 0-3 0,4-2 5 0,1-2-1 15,5-1 1-15,3-5 9 0,2-1 1 0,4-4 4 0,-2 0 2 16,2-2 2-16,2-1 5 0,-1-2-2 0,-1-3-5 0,0-2 2 0,-5-2 11 16,-4-3 1-16,-4-2-2 0,-4-2-8 0,-4-3-13 0,-4-1-14 15,-4-3-13-15,-5-1-47 0,-1-2-114 0,-3-4-153 0,-1-2-309 0,-2-6-423 16</inkml:trace>
  <inkml:trace contextRef="#ctx0" brushRef="#br0" timeOffset="-116551.64">30117 12386 853 0,'-4'-2'125'0,"0"1"-14"0,0-1-15 0,1 1-6 0,0 0 5 15,0 0-1-15,2 0-13 0,-2 0-22 0,2 0-25 0,-1 0-18 16,1 0-10-16,0 1-4 0,-1 0-2 0,1-1 0 0,0 1 0 0,-1 1-3 15,1-2-3-15,-1 1-2 0,1-1 3 0,-1-1 1 0,-1 1-2 0,1-1 2 16,0 0-1-16,0 0-1 0,1 0 2 0,0-1 0 0,2-1-1 16,0-1 2-16,1 0 0 0,0-2 3 0,1 1 4 0,1 0 1 0,2 0-1 15,1 0 1-15,-1 0 1 0,1 2-1 0,2 0 4 0,1 0 3 0,0 1 8 16,1 0 3-16,0 1 2 0,-2 1 1 0,2 1-1 0,0 0 3 16,-1 2-5-16,1 1-2 0,-1 0-6 0,-2 2-2 0,2 0-2 0,-1 2-4 15,0 1-1-15,-1 0-7 0,-1 1 4 0,0 1-2 0,-2-1-1 16,-2 1 2-16,0-2-8 0,0 2 2 0,-1-2 1 0,-1 1 2 0,-1-1 0 15,-1 0-2-15,0 0-4 0,0-1 2 0,0-1 1 0,-1 1 2 0,-1-1 2 16,0-1 2-16,1 0 2 0,-2 0-2 0,1-1 7 0,-1-1-3 16,1 0-2-16,-1-1-1 0,2 0-2 0,1 0 8 0,1-1-1 0,0 0-1 15,0 0 0-15,1 0-5 0,1-1 2 0,1 1 3 0,1 0 1 0,0-1-1 16,2 0-2-16,-2 1 0 0,1 0 2 0,1 1 4 0,0 0 0 16,0 0 6-16,0 1 0 0,0 0 0 0,0 2 4 0,0 0 3 0,1 0 2 15,-1 1-3-15,-1 0-3 0,1 1-4 0,0 1-1 0,0 0-2 16,0 2 2-16,-1 1-5 0,1 0-1 0,-2 0 0 0,1 1-5 0,0-1 3 15,0 1-5-15,-3 1 1 0,1-2-8 0,1 1-2 0,0 0 3 16,0 1 8-16,-2 1 9 0,-1 1 2 0,-1-1-1 0,0 0-13 0,0 1-2 16,-1-1 1-16,0 1 6 0,-2-2 0 0,0 2 0 0,0-1 3 15,-1-2-3-15,1-1 3 0,-1 0 3 0,-1 0-3 0,0-1 0 0,-1-1 5 0,1-1-1 16,-1-1-1-16,0-2 2 0,1 0 0 0,0 0-5 0,-1-2 1 16,1-1 0-16,1-2-6 0,-1 0-1 0,1 0-5 0,1-1-3 0,0 0-1 15,0 0-3-15,2-2-9 0,-2 1-12 0,2-1-5 0,0 0-14 16,1 1-14-16,0 0-22 0,1 1-37 0,0 0-42 0,1 0-53 0,0 0-56 15,0 1-53-15,1 0-44 0,0-1-146 0</inkml:trace>
  <inkml:trace contextRef="#ctx0" brushRef="#br0" timeOffset="-116332.64">30603 12837 1384 0,'-1'0'60'16,"1"0"-10"-16,0 1-2 0,1 1 24 0,1 1 19 0,-1 0 10 0,1 1-5 0,-1 0-30 16,0 3-30-16,0 1-14 0,-1 0-13 0,0 1-8 0,1 1 2 0,-1-1-7 15,0 1-2-15,-1 1-1 0,0 1-10 0,1 0-5 0,-1-1-7 0,1 0-8 16,0-2-7-16,-1-1-16 0,1 1-31 0,-1-3-46 0,1 0-48 16,0-1-43-16,1-2-23 0,1 0-1 0,-1 0-56 0,1-1 5 0</inkml:trace>
  <inkml:trace contextRef="#ctx0" brushRef="#br0" timeOffset="-115934.64">30817 12351 152 0,'4'-23'83'0,"0"1"23"0,-1-4 4 0,1 5 0 16,-3 4-9-16,1 3-10 0,-1 2-9 0,0 2-13 0,1 3-4 0,-2 1-6 15,1 1-4-15,-1 2-1 0,1 1-10 0,0 1 0 0,0 2-3 0,1 0 0 16,1 1 6-16,0 1-2 0,1 1 0 0,1 2-3 0,1 0-3 15,2 1 1-15,0 0-5 0,0 0-1 0,2 1-1 0,0 0-4 16,0 1 5-16,1 0-3 0,0 0-4 0,-1 1-5 0,2 0-4 0,0 1-1 0,-1 0 2 16,0 1-4-16,0 1-3 0,-2-1 0 0,1 0-4 0,0-1 3 15,-1 1 2-15,-1-1-5 0,0 0 0 0,-2 0-2 0,-2-1-1 0,0 0 8 16,-2-1 3-16,-1 0 5 0,-1-1 3 0,-2 1 3 0,-1-1 10 16,0-1 8-16,-3 1 6 0,-1 0 5 0,-1-1 1 0,-1-1 5 0,0 0 2 15,-1 0 4-15,1-2 0 0,1 0-3 0,0-1 8 0,1-1-3 16,0 0-3-16,1 0-10 0,1-1-12 0,1 0-9 0,1-1-2 0,2 1-8 15,1-1-10-15,1 0-1 0,1 1-11 0,2 0 4 0,1 1 3 0,2 1-9 16,2-1 6-16,0 2-6 0,2 0-4 0,1 1 1 0,2 1 1 0,3 0 0 16,-1 1 1-16,2 0 1 0,0 0-2 0,0-1-3 0,0 2-6 15,1 1 4-15,0-2-13 0,0 1 8 0,1-1-2 0,0 1-7 0,0 0 15 16,-1 0-6-16,0 0 0 0,-2 0 15 0,0-1-15 0,-2-2 6 16,-2 0-9-16,-1 0-32 0,-3 0-14 0,-1-1-41 0,-1-1-27 0,-1 0-25 15,0-1-20-15,-1-1-19 0,-2 0-26 0,0-2-31 0,-1 0-45 0,0-2-29 16,-1-1-12-16,0-1-111 0</inkml:trace>
  <inkml:trace contextRef="#ctx0" brushRef="#br0" timeOffset="-115576.64">31246 11848 1137 0,'0'3'141'0,"3"2"-1"15,-1 2 10-15,1 2-2 0,1-2 0 0,0 3-5 0,2 0-14 0,1 0-18 16,1 1-21-16,0 2-21 0,1 0-18 0,2 2-6 0,-2 1-11 0,4 0-13 16,-1-2-4-16,0 3-6 0,2 0 13 0,-1 1 3 0,1 2-3 15,2 0 2-15,-1 1-26 0,0 1 2 0,0 1-4 0,0 0-1 0,-1 1 3 16,0-1-2-16,2 0 1 0,2 2-4 0,-3-1 5 0,0-1-2 15,0 0 4-15,-1-3 1 0,0 0 2 0,-3 0 10 0,0-2-1 0,-2 0 7 16,-2 0 2-16,-2 0 7 0,-2-2 5 0,-2 1-4 0,-2-1 5 0,-3-1-4 16,-2 2-12-16,-3 0 4 0,-4 1-11 0,-3-3-6 0,-4 3-2 15,-2-1-8-15,-2 0 11 0,-2 1-1 0,0 0 7 0,-1 0-4 0,-1-2-18 16,1 0-23-16,1-1-2 0,1 0-17 0,3-2-19 0,1-1-12 0,4-1-34 16,3-2-23-16,3-1-25 0,3-1-12 0,2-3-14 0,3 0-11 15,3-3 2-15,1-1-20 0,2-1-23 0,1-2-25 0,3-2-38 0,1-3-119 16</inkml:trace>
  <inkml:trace contextRef="#ctx0" brushRef="#br0" timeOffset="-114614.64">31637 13393 874 0,'36'-22'116'0,"5"-3"18"0,10-6 47 16,-2 2 24-16,-2 1 1 0,1-2-9 0,4 0-50 0,-26 14-68 0,7-2-29 16,-2 1-9-16,7-3-24 0,-4 1 6 0,6-2 5 0,-6 0 5 15,3-2 7-15,-1 0-1 0,-5 1-3 0,-2-1-5 0,-4 1-13 0,-1-1-8 16,-3 0-4-16,-2-2-6 0,0 0 2 0,-3-1-2 0,0-1-4 15,-3 0-6-15,0-3 0 0,-2 1 9 0,0-2-7 0,-1-1 11 0,-3-2-1 16,0-1-2-16,-1-2 3 0,-2-1 1 0,-1-1 6 0,-2-4-4 0,-1-1 8 16,-2 0 2-16,-1-2 0 0,-4-2 6 0,0 0-8 0,-1-1 8 15,-2 1 9-15,-2-1 4 0,-2 0 14 0,-2 1-6 0,0 3-12 0,-4 1-3 16,-4 2 5-16,-1 1 3 0,-5 3 3 0,-1 1-2 0,-5 4-3 0,-2 1-10 16,-11-1 0-16,-33-19-38 0,3 10-6 0,9 9 4 0,14 10-9 15,-3 0 28-15,0 0 6 0,-4 3 1 0,-1 3 0 0,0-1 2 0,-1 2-5 16,2 0-7-16,-1 1-5 0,0-1-5 0,0 0-4 0,0 2 2 15,0 0 5-15,0 1 11 0,2 2 1 0,2 3-5 0,1 4 3 0,3 3-6 16,1 3-6-16,1 3 2 0,2 2-1 0,0 4 3 0,4 2 6 0,2 2-2 16,1 4 4-16,1 1-3 0,1 1 0 0,2 3-2 0,-1 0-13 15,5 3 2-15,1 1 11 0,1 2 2 0,2 3 13 0,-1-1-6 0,3 3-12 16,1-1 0-16,1 1-3 0,1 4 6 0,3-2 2 0,-1 2-5 0,3-1 3 16,1-1 0-16,0 3-1 0,3 0 5 0,0 1-7 0,0 1-7 15,1-1 12-15,2-1 0 0,-1 1 8 0,0 0 2 0,2 0-13 16,-2 0 0-16,2 1 1 0,1 0 4 0,1 1-2 0,2-1-2 0,0-1-8 15,1 0 5-15,2 1 6 0,1 0-1 0,2 1-5 0,2-1 10 0,2-1-3 16,2 0 3-16,2 2 9 0,2-1-19 0,4 1 0 0,2 3-6 0,1-3 10 16,2 1-3-16,2-1 1 0,4-3 1 0,2-1-4 0,0 0 6 15,2-3-2-15,-1 0-8 0,1 0-2 0,3-3 14 0,2 1-1 0,3-4 13 16,3 1-1-16,3-3-11 0,5-2 5 0,1-3-2 0,4-1 7 0,2-3-2 16,2-2-5-16,5-2-2 0,3-1 1 0,0-1-1 0,3-1 4 15,-1-1 6-15,1-2 1 0,-1-1 5 0,0-3 0 0,-2-3 1 0,-4-2 6 16,-1-4-3-16,-1-1 1 0,-3-3-3 0,-1-1-2 0,-3 0-5 15,-2-2-5-15,-2 0-2 0,0 0 0 0,1 0 13 0,-1 0-1 16,-2-2-6-16,-3-1-1 0,0 1-12 0,-2-2 2 0,-2 2 0 0,-2-2-8 0,-2-1 5 16,-2 0-8-16,1 2 0 0,-4 1-5 0,-1 1-9 0,-4 2-9 15,-5 2-22-15,-1 1-28 0,-5 2-44 0,-4-1-61 0,-1 3-50 0,-4 1-83 16,-2 1-83-16,-1 2-92 0,-3 1-354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33:15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2110 8315 296 0,'-2'0'186'15,"1"0"-28"-15,-1 1-27 0,1-1-8 0,1 0-7 0,-2 0-1 0,1 0-3 16,0-1 1-16,-1 1 4 0,0 0 3 0,1-1-2 0,0 0-3 0,0 0-17 16,1 0-8-16,0-1-16 0,0 1-13 0,-1-1-2 0,1 0-11 15,1 0 2-15,1 0-8 0,0-1 0 0,0-1-8 0,0 1 0 0,0-1-5 16,0 1-5-16,2-1 1 0,-1 0-3 0,1 1 3 0,0-2-1 0,0 0-3 16,1 0-7-16,0 0-1 0,1-1-3 0,-1 1-2 0,2-2-2 15,-1 1 4-15,0 0 0 0,-1-1 1 0,1 2 4 0,1-2-7 0,-1 1 0 16,1-1 2-16,-1 1-3 0,2-1 2 0,0 0 5 0,0 0-8 0,0 1 6 15,-1 0-6-15,3 0-1 0,-2 1 0 0,1-2 5 0,0 2-2 16,1-1 4-16,-1 0 0 0,1 1-9 0,1 1 4 0,-1-1-4 0,1 1 2 16,0 0 4-16,0 0-15 0,0 1 10 0,-1-2-4 0,2 1-2 0,-1 0 14 15,0-1-5-15,1 1 3 0,1 0 3 0,-1-1-1 0,0 1 0 16,-1 0-5-16,2 0-2 0,0 0 2 0,0 0 1 0,1 0 4 0,-1 1 0 16,0-1-2-16,2 1 6 0,-1-1-1 0,1-1 4 0,1 1-2 15,0 0 4-15,1-1 2 0,1 0-6 0,1 1 8 0,0 0-6 0,-2-1-5 16,0 0 4-16,0-1-2 0,1 2 0 0,-2-2 7 0,2 1-2 0,-1 0 1 15,0 1 1-15,1-1-3 0,0 0 2 0,0 1-2 0,0 0-4 16,0 1 1-16,1-1-4 0,-1 0-2 0,0 1-2 0,0 0 0 0,0 0-4 16,-1 1 1-16,1 1 1 0,0-1 3 0,-2 0-1 0,0 0 0 0,1 1-2 15,0-1-1-15,0 0 1 0,1 0 1 0,-1 1 3 0,-1-1-3 16,1 0 3-16,1 1-2 0,0-1-5 0,-1 0 3 0,2-1-5 0,1 1 4 16,-1 0-1-16,0-1 1 0,-2 2 2 0,0-1-3 0,1 1 3 15,-1-1-5-15,0 0 3 0,-2 1 0 0,1 0-2 0,1 0-1 0,-1 1 1 16,-1 0-4-16,1 0 0 0,-1 1 0 0,0 0 4 0,-1 0 0 0,2 0 1 15,-3 1-1-15,1-1-4 0,-2 1-2 0,2-1 0 0,0 1 4 16,0-1-4-16,0 2 6 0,-1-1 0 0,1-1-4 0,0 2 6 0,0-2-6 16,0 1 1-16,1-1 3 0,0 0 0 0,1 0 0 0,-2-1 2 0,0 1-1 15,0 0 1-15,0 0 0 0,-2 0 1 0,2 1-5 0,1-1 0 16,0 0 6-16,1 0-4 0,-1 1 3 0,0 0 3 0,-1-1-8 0,-1 1 5 16,-1-1-3-16,2 0 4 0,-1 0-4 0,0 1-2 0,-1 0 5 15,0-1-3-15,-1 1-2 0,1 0 4 0,1 0-2 0,-2-1-2 0,1 2 3 16,0-1-3-16,0 0 4 0,0 0 0 0,-1 0-2 0,0 0-2 0,1 0 2 15,0 0-4-15,-1 0 6 0,1-1-3 0,-2 1 1 0,2 0 4 16,-2-1-12-16,1 1 4 0,1 0-2 0,-2 0 0 0,2 0 6 0,-1 0-2 16,0 0 2-16,-1 1-2 0,0 0 0 0,0 0 2 0,-1-1-4 15,1 0 4-15,0 1-2 0,1-1-2 0,0 0 2 0,0 1-1 0,-2-1 3 16,1 0-2-16,0 1 2 0,0-1 0 0,-1 0-2 0,1 0 2 0,-1 0-2 16,1-1 4-16,0 1-2 0,0 0 0 0,0 0-1 0,1 0-1 0,-3 0 0 15,2 0 2-15,1 0-4 0,0 0 2 0,0 0 0 0,-1 0 0 16,-1 1 0-16,0 0 0 0,0 0 0 0,0 0 0 0,0-1 2 0,0 2-2 15,1 0 2-15,-3 0-2 0,1 1 0 0,1-1 2 0,-1 0-4 16,0 1 2-16,0 0 0 0,-1 0 0 0,1-1 4 0,1 1-5 0,-1 0-1 16,0 0 2-16,0-1 0 0,-1 2-2 0,1-1 4 0,0 2-4 0,-2-1 0 15,1 1 2-15,-2 0 0 0,2 0 0 0,0-1 0 0,-1 0 0 16,2 1 0-16,-2 0 0 0,1 0-4 0,-1-1 6 0,0 1-2 0,1 0 0 16,-1-1-2-16,0 1 2 0,1 0-4 0,-1-2 2 0,-1 1 0 15,1 1-12-15,-1-1 4 0,0 1 0 0,0-1 1 0,0 0 9 0,1 1 5 16,-1-1-9-16,0-1-7 0,0 0-1 0,0 1-10 0,0-1 12 0,0 2 2 15,0-1 8-15,-1 0 2 0,0 1-2 0,0 0 0 0,-1 0-4 16,1-2 28-16,0 0-12 0,0 1 5 0,0 0 1 0,0 0-26 0,-1 0 8 16,0 0-2-16,1 0 2 0,-1 1 4 0,1-1-6 0,0 0 0 0,0-1 2 15,1 2-2-15,-1-1 2 0,0-1-2 0,0 1 0 0,0 0-2 16,1 0 0-16,-1 0 6 0,1-1 0 0,-1 1-4 0,1-2 0 0,-1 2 0 16,0-1-2-16,1 1 4 0,-1 0-4 0,0 0-4 0,0 0 4 0,0 0 2 15,-2 1 0-15,2-1 4 0,-1 1-6 0,1-1 2 0,-1 1 0 16,0 0 6-16,-1 0-6 0,1 0 0 0,0 1 0 0,0-1-2 0,-1 1 0 15,1-1 0-15,0 1 2 0,-1 0-2 0,0 0 4 0,0-1-2 16,-1 1 4-16,1-1-2 0,-1 0 2 0,0-1-4 0,0 1-4 0,-1 0 4 16,1-1 0-16,0 1 4 0,-1 1-4 0,0-1 0 0,0 1 2 0,0-1-4 15,-2-1 2-15,0 0 4 0,1 1-2 0,-1 0-2 0,-1-1 2 16,1 1-2-16,-1 1 0 0,0-1 0 0,1 0 8 0,-2-1-8 0,1 1-2 16,-1 0 4-16,-1-1-6 0,1 1 4 0,-1-1 2 0,1 1 0 0,0-1-2 15,-1 1 2-15,0-2-4 0,-2 0 4 0,0 1 0 0,0-1-8 16,-1 1 8-16,1 0 0 0,-1-1-4 0,0 1 8 0,-2-1-6 0,0 0 0 15,1 1 4-15,0-1-4 0,-2-1 2 0,0 0 0 0,0 1-2 16,-2 0-10-16,0-1 0 0,0 0 6 0,0 0 2 0,-1 0 8 0,1 1 6 16,-1 0-14-16,-1-1 2 0,1 1 4 0,-1 0-4 0,-1-1-4 0,2-2 4 15,0 2-2-15,-1-1 4 0,-1 0 4 0,-1 1 16 0,2-2-4 16,-1 1-6-16,-2 0-12 0,1 0 0 0,-3 0 0 0,1 0 0 0,-1 1 0 16,-2 0 0-16,-2 0 0 0,1 1 0 0,0-2 0 0,2 0 0 0,0 0 0 15,-2 0 0-15,-1-1 0 0,0 2 0 0,-1 0 0 0,1-1 0 16,-1 1 0-16,0-1 0 0,-1 0 0 0,-1 1 0 0,2-1 0 0,-2 1 0 15,0-1 0-15,0 0 0 0,1 0 0 0,-1 0 0 0,-1 0 0 16,3 0 0-16,-1 0 0 0,-1-1 0 0,-2 0 0 0,2 0 0 0,-2-1 0 16,3 2 0-16,-1-1 0 0,-1 1 0 0,2-1 0 0,-3 1 0 0,2-1 0 15,-1 0 0-15,1-1 0 0,-3 1 0 0,1 0 0 0,-1 0 0 16,1 1 0-16,0-1 0 0,1 0 0 0,-1 0 0 0,1-1 0 0,-1 0 0 16,1 0 0-16,-1 0 0 0,-2-1 0 0,2 0 0 0,-1-1 0 15,3 0 0-15,-1 0 0 0,2-2 0 0,-1 0 0 0,2 0 0 0,-1-1 0 16,0 0 0-16,1 0 0 0,0-1 0 0,1-1 0 0,-1 2 0 0,2-2 0 15,-1 0 0-15,1 0 0 0,0 0 0 0,1 0 0 0,1 0 0 16,1-1 0-16,0 1 0 0,0-1 0 0,1 2 0 0,0-2 0 0,0 0 0 16,1 0 0-16,1-1 0 0,-2 0 0 0,1 0 0 0,2 1 0 0,0-1 0 15,1 1 0-15,0-1 0 0,2 0 0 0,1 0 0 0,-1 0 0 16,0 1 0-16,2-1 0 0,0 1 0 0,0-2 0 0,0-1 0 0,2 0 0 16,0 0 0-16,1-2 0 0,2 2 0 0,1-2 0 0,0-1 0 0,0 0 0 15,1-1 0-15,1 1 0 0,1-1 0 0,1-1 0 0,2 0 0 16,0 1 0-16,2-3 0 0,1 0 0 0,1 0 0 0,0 0 0 0,0-1 0 15,3-1 0-15,0 2 0 0,0-2 0 0,2 1-12 0,0 0-32 16,-1 2-18-16,1 0-30 0,1 1-37 0,-1 0-42 0,1 1-64 0,0-1-107 16,1 1-181-16,0 0-158 0,1 2-435 0</inkml:trace>
  <inkml:trace contextRef="#ctx0" brushRef="#br0" timeOffset="42386.01">3196 9581 177 0,'-11'4'24'0,"-1"2"5"0,-2 1 3 15,2-1 2-15,5-1-2 0,-1-1 0 0,-1-1-1 0,0-1-5 0,-2 0-6 16,1-1-2-16,0-1-4 0,-1 0 0 0,1 0-1 0,-1-1 0 0,1 0 0 15,0-1-2-15,0 2 1 0,1-3-3 0,-2-1-1 0,2 0 1 16,-1-1-1-16,0-1-2 0,1-1 4 0,1-1-3 0,0 0 3 0,0 0-3 16,2 0-1-16,0 0 2 0,1-1 3 0,0-1 4 0,1-2 7 0,2 1 0 15,0-1 5-15,1 2 2 0,1-3-3 0,1 0 2 0,2-2-1 16,1 1 0-16,1-2 2 0,2 0 1 0,1 0 0 0,0-1 1 0,3-1 0 16,-1 0 2-16,3 1-4 0,2-1-4 0,0 0-5 0,1 1-6 15,1 1-5-15,1 1-2 0,0 1-2 0,0 0-1 0,1 3-3 0,2-1 0 16,-2 1-2-16,3 1 0 0,-1 2 2 0,-1 3-2 0,2 0-1 0,1 2 1 15,1 1-1-15,1 0 1 0,1 1-1 0,3 1 2 0,-1 0-1 16,1 1 0-16,-2 2-1 0,2 0 0 0,0 2 5 0,2 0-6 0,0 1 5 16,3 1-5-16,-2 0 0 0,2 0 2 0,-1 0 0 0,0 0-1 0,0-2 1 15,1 1 0-15,-1 0-2 0,1 0 2 0,-3 0 0 0,2 2 0 16,-2 0 1-16,-1 1 0 0,-1 0-3 0,-3 1 3 0,-3 1-1 0,-2 2-1 16,0 0 3-16,-2 1-1 0,0 3 2 0,0 1 7 0,-4 1-1 15,0 2 1-15,0 1 4 0,-1 2 1 0,-1-1-4 0,-1 2 4 0,0 1 1 16,-2 3 3-16,-2 0 6 0,-1 3-3 0,-1-1-2 0,-4 2-4 0,0-1-2 15,-1 1-1-15,-2 0 1 0,-3 3-6 0,0-1 0 0,-3 0 3 16,-3 0-2-16,-2-1 0 0,-1 2-1 0,-2-2-2 0,-2 3-3 16,-1-4-4-16,-3 0-1 0,0-1 7 0,-3-2 2 0,0 0 4 0,-2-3 4 0,-2-1 0 15,1-2 1-15,-4-3 3 0,1-2 8 0,-3-1 10 0,1-2 16 16,-1-4 9-16,0 0 5 0,0-2-1 0,-1-1-3 0,1-2 0 0,0-2-1 16,2-2-5-16,-1-1-14 0,1-1-6 0,2-3-13 0,0-1-7 15,1-3 4-15,3-1-12 0,-2 0 1 0,4-2-4 0,2-1-2 0,2 0 6 16,1 0-6-16,2-2-1 0,1 1 0 0,0 0-6 0,2 1 1 15,3 0-1-15,1 0-8 0,2-1 8 0,1 0-10 0,1 0-2 0,2 0-4 16,1 0-23-16,1 0-11 0,1-1-32 0,3 1-37 0,0-1-27 0,3 1-44 16,1 0-34-16,2-3-43 0,4 2-52 0,2-1-168 0</inkml:trace>
  <inkml:trace contextRef="#ctx0" brushRef="#br0" timeOffset="43153.01">6288 9593 392 0,'-16'-4'39'0,"0"-1"4"16,-2-2 5-16,4 2-4 0,2 0-3 0,2-1-4 0,0 0-5 0,2-1 4 15,0-1-5-15,1-1-2 0,0-2-1 0,1 2-5 0,1 0-2 16,0 1-1-16,2-2 5 0,0-2-5 0,0 0 2 0,0 1 7 0,1-1-1 16,-1 2 9-16,3-2 7 0,-2 1 4 0,0-1 9 0,1 1-2 0,1 1 1 15,0-2-4-15,0 1-9 0,1-1-5 0,1 0-7 0,1 0-4 16,2 1-4-16,3-2-5 0,1-1-3 0,1-1-4 0,2 1-11 0,2-1 1 15,1 0-3-15,3-1 0 0,1 1 5 0,0-2-3 0,1 1 0 16,3 0-1-16,-1 3-1 0,2-1 2 0,1 1 0 0,-2 0-2 0,3 1 2 16,0 1-1-16,2 0 0 0,1 0-1 0,0-1-3 0,0 2 4 0,0 0-1 15,2-1-1-15,1 2 3 0,0 0-5 0,2 1 8 0,-1 1-4 16,2 0-8-16,-1 0 2 0,1 3 1 0,-1 0 0 0,0 1 5 0,0 2-1 16,-1 1-1-16,0 1-2 0,0 2 4 0,1 1-2 0,-2 1 0 0,2 2-1 15,-3 1 2-15,-1 2-1 0,1 2 1 0,-1 1 2 0,-1 1-4 16,1 2 1-16,-2 0 0 0,1 0-4 0,-2 1 1 0,-1 2 0 0,-1 1 0 15,-1 0 4-15,0 4 3 0,-2 1-1 0,0 0-2 0,0 1 0 16,-3-2 0-16,-1 1 1 0,-1 1 0 0,-2-1-1 0,-1 2-2 0,0 0 4 16,-2 1-1-16,-2-2 0 0,-2 2-4 0,-1-2-1 0,-1 2 7 0,-3-1 4 15,-1 0 1-15,-2 1 1 0,-4 0-6 0,-1-1-1 0,-3-2 3 16,-1 2-1-16,-2-1 1 0,-3 1 0 0,-2 1 2 0,0-1 0 0,-4 0 4 16,-2-2 2-16,0-1 2 0,-5-1 10 0,-1-3 3 0,-2 0 10 0,-1-1 10 15,-4-2-3-15,-1 0 0 0,-2 0-3 0,-2-2-8 0,-1 1-2 16,-2-2-2-16,0 0 0 0,-2-1-1 0,-1-2-9 0,-1-2-5 0,-1 0 0 15,1-1 2-15,2-1 7 0,-3-1 4 0,3-2-1 0,-1-2-5 16,1-2-2-16,0-1-8 0,4-1-3 0,0-3-4 0,1 0 1 0,2-2 1 16,1-1-1-16,1-1 2 0,2-2-11 0,2-2-9 0,4-2-14 0,-2-1-21 15,5-2-36-15,-2 0-50 0,3-2-63 0,4-2-85 0,-2 0-110 16,4-5-252-16</inkml:trace>
  <inkml:trace contextRef="#ctx0" brushRef="#br0" timeOffset="114341.53">27816 9662 1145 0,'-3'1'227'0,"1"0"-12"0,-1 1-12 0,1 1 0 0,1-1-29 0,0 1-28 15,0-1-26-15,1 0-7 0,-1 1-8 0,0 0-8 0,1 0-8 16,-1 0-6-16,1-1-3 0,-1 1-3 0,1-1-4 0,0 0 1 0,0 0-6 16,1 0-5-16,-1 0-1 0,0 1-1 0,1 0-4 0,0-1-5 0,0 2 1 15,0-1-8-15,0 1 1 0,0 1-2 0,1 0-2 0,-1 2-3 16,0 0 2-16,-1 2-4 0,2 1 0 0,0 1-9 0,-1 2-10 0,2 1 2 15,-2 2-12-15,2 0 0 0,0 0 2 0,0 0-6 0,1 1 0 0,0 1 0 16,0-1-2-16,2-2-4 0,0 0 4 0,1 0 0 0,0-1-6 16,2-2 4-16,2 0-8 0,1-1-2 0,0-1-4 0,2-2 4 0,0-1-8 15,0-2 6-15,0 1-12 0,1-1-9 0,0-1 3 0,1 0-1 16,-2-2 14-16,2 0-3 0,0-1 1 0,0-2 0 0,0-1-3 0,0 0 9 16,-1-2 1-16,0-1 12 0,-2-1 2 0,2 0-4 0,-1-3 6 0,-1 0-8 15,0-2 6-15,-4 0-2 0,2-1 0 0,-2-1 2 0,0-1 2 16,0-1 2-16,0 0-2 0,-2 1-2 0,0-2 0 0,-1 0 1 0,-1-1 1 15,-1 2 2-15,-1-2-6 0,-2-1 6 0,-1 1-6 0,-2 2 8 0,-1-1-7 16,-2 2 3-16,-2-1 6 0,-1 3-8 0,0-1 2 0,-4 2-2 16,0 0 6-16,-1 0-1 0,-2 2 1 0,1 0-4 0,-3 0 2 0,-1 1-2 15,0 0 1-15,-1 1 3 0,-2 1-4 0,1 0 6 0,-1 1-6 16,1 2 2-16,2 0-2 0,-1 0-8 0,1 2 2 0,0 1-10 0,2 1-9 16,-1 2-7-16,1 1-12 0,1 2 7 0,1 2 1 0,1 2 9 0,1 1 9 15,2 2-7-15,1 0-3 0,2 0-18 0,1 2-23 0,1 1-28 16,0 1-34-16,2 2-41 0,1 1-44 0,3 0-83 0,0-1-115 0,2 0-142 15,2 0-136-15,1-4-82 0</inkml:trace>
  <inkml:trace contextRef="#ctx0" brushRef="#br0" timeOffset="114756.53">28404 9670 816 0,'0'8'715'0,"0"1"-464"0,0 3-33 0,0-1-37 16,0-1-19-16,1 1-31 0,1 0-37 0,1 1-30 0,0 0-16 0,0 0-8 16,0 1-8-16,1-1-8 0,0 1-9 0,1-1-3 0,0 0-7 0,0-1-4 15,1-1-2-15,-1-1-3 0,2-1 1 0,1 0-4 0,0-1 2 16,1-1-5-16,0-1 4 0,2-1-2 0,-2-1-1 0,3-1 3 0,-1-1-1 15,0-1-4-15,0-1 6 0,-1-1 0 0,-2-1 3 0,1-2 4 0,-1-1-2 16,-1 0 3-16,1-1 1 0,-1-1 0 0,1-1 8 0,0 1 6 16,-1-2 3-16,0 0 9 0,-1-2 8 0,-1 1 11 0,0-1 9 0,0 2 17 15,0 0 12-15,-1 0-1 0,-1 1 5 0,0 2-14 0,0 0-13 16,0 3-3-16,-1 1-9 0,1 1-15 0,-2 2 4 0,1 2-14 0,0 1-1 16,-1 1-3-16,1 2 0 0,0 1 4 0,0 1-6 0,0 3 2 0,-1 1-6 15,2 0-3-15,-1 3 5 0,1 1-15 0,1 0-2 0,0-1 0 16,0 1-10-16,1 0 12 0,0 1-2 0,0-1-8 0,1 1 2 0,-1-1-3 15,3 0-9-15,-1 0-9 0,2-1-19 0,0-1-29 0,0-2-26 0,0-2-29 16,0-1-30-16,0 0-51 0,1-2-77 0,1-2-141 0,-1-1-175 16,0-2-374-16</inkml:trace>
  <inkml:trace contextRef="#ctx0" brushRef="#br0" timeOffset="114957.06">29218 9325 1660 0,'-2'-2'371'0,"-2"2"-27"16,-1 0-87-16,0 1-62 0,-1 3-45 0,0 0-33 0,0 3-13 16,1 1-3-16,-2 1 6 0,1 2-8 0,0 0-4 0,1 2-8 0,-1 2-11 15,1 1-6-15,1-1-12 0,1 3 3 0,0 1-30 0,0 0-5 16,2 0 6-16,-1 3-14 0,2 0 10 0,0 2-20 0,1 0-8 0,0 1 0 16,1-1 0-16,0 1 0 0,1-2 0 0,0 0-8 0,1-2-32 0,1 0-26 15,1 1-28-15,0-4-30 0,2 0-39 0,0-1-40 0,1-3-63 16,0-3-105-16,1-1-174 0,1 0-163 0,-1-2-346 0</inkml:trace>
  <inkml:trace contextRef="#ctx0" brushRef="#br0" timeOffset="115157.05">28819 9748 1862 0,'-5'-2'257'0,"0"1"24"15,0 0-49-15,3 1-40 0,4 0-49 0,2 1-31 0,2-1-23 16,1 1-2-16,4 0 1 0,2-2-5 0,1 0-7 0,2 0-17 0,1-1-14 15,2 0-9-15,2 1-12 0,0-2-5 0,1 0-11 0,1 1-2 0,-1-1-1 16,-1-2-5-16,0 1 0 0,-2-1-2 0,0-1-15 0,0 0-2 16,-2 0-28-16,1-1-30 0,-1 0-20 0,-1 0-45 0,1-1-35 0,-1-1-51 15,-1 0-93-15,-1-1-150 0,1 0-161 0,1 1-95 0,0 0 109 16</inkml:trace>
  <inkml:trace contextRef="#ctx0" brushRef="#br0" timeOffset="115374.05">29507 9538 1427 0,'0'9'344'0,"1"0"-25"0,1 1-37 15,-1 1-32-15,2-2-31 0,0 0-45 0,0 1-37 0,1 0-18 0,0-1-15 16,0 2-9-16,0-1-9 0,0 1-13 0,0 1-17 0,-1-2-8 16,1 1-8-16,1 0-7 0,0 1-8 0,0 0-13 0,0 2-5 0,0 0-5 15,1 1 2-15,0 2 0 0,0 0-10 0,0 2-2 0,0 1-1 16,0-1-7-16,1-2-11 0,0 0-15 0,0 0-25 0,0-1-10 0,1 0-40 15,0 0-17-15,0 0-9 0,-1-2-18 0,-1 1-1 0,0-1-25 0,0-1-56 16,-1-2-60-16,-1-2-21 0,0 0-1 0,-1-1 22 0,-1 0 17 16,-1-2-16-16,-2 0-168 0</inkml:trace>
  <inkml:trace contextRef="#ctx0" brushRef="#br0" timeOffset="115643.05">29383 9702 1078 0,'-5'-6'285'15,"1"-2"-20"-15,-2-1-20 0,2 2-9 0,1 0-24 0,1 1-38 0,1 0-31 16,0 2-34-16,0-1-17 0,2 0-6 0,0 0-11 0,1 0 9 16,2 1-9-16,-1 0-4 0,3 0-5 0,1 0-7 0,1-1-4 0,1 0-9 15,1 2-2-15,1-1-7 0,0 1-2 0,1 1-1 0,0-1-10 0,0 1 1 16,1 0-2-16,-2 1-4 0,0 0 0 0,0 1-14 0,-1 1-1 16,1-1 0-16,-1 1-6 0,-2 1 6 0,1 0-4 0,-1 1-6 0,0-1 2 15,0 2-3-15,-1 0-8 0,-1 0 3 0,0 0-3 0,-2 0-4 0,-1 0 2 16,1 1-2-16,-2 1-3 0,0 1-14 0,-1 0-1 0,-1 1-4 15,-1-1-3-15,0 0 0 0,-2 0-1 0,-1 0-2 0,0 0 1 16,-1 0-1-16,-2 1 2 0,0-1-6 0,-2 1-5 0,-1 1-2 0,1-1-9 16,-1-1-20-16,0 1-20 0,0-2-26 0,-1 1-42 0,3-1-43 0,-1-1-57 15,1 0-69-15,2-1-58 0,-1 0-41 0,2-1-132 0</inkml:trace>
  <inkml:trace contextRef="#ctx0" brushRef="#br0" timeOffset="116010.05">29840 9577 1081 0,'0'7'295'0,"-1"2"-45"16,0 1-22-16,-1 0-5 0,1-1-24 0,1 3-42 0,0 0-41 16,0 0-33-16,0 1-17 0,1-4-8 0,0 3-10 0,0-2-5 0,2 0-7 15,-1 0-15-15,1 0-2 0,1-2-12 0,0 1-2 0,1-1 0 0,0-2-7 16,1-1-3-16,0 0-8 0,2-1 2 0,0-1-4 0,2 0-10 15,-1-3-7-15,1 0-6 0,0-2-1 0,1-1 9 0,0-1 4 0,1-1 0 16,-1-1 12-16,2 0 1 0,-2-2 8 0,-1 0 7 0,-1-1 4 0,0 0 9 16,-2 0 6-16,0 1 3 0,-1-1 4 0,0 2 8 0,0-2 10 15,1 2 11-15,-2-1 15 0,0 0 9 0,-1 0 4 0,-1 0 4 0,0 1 2 16,-1 1-4-16,0 2-5 0,0 0-11 0,-1 0-11 0,1 3-8 16,-2 0-6-16,0 1-2 0,2 1-8 0,-2 0-11 0,1 2-12 0,0 1-3 15,1 1-6-15,-1 2 2 0,-1 1 0 0,1 1-3 0,0 0-1 0,1 1-2 16,-1-1 4-16,0 2-6 0,1-1 0 0,0 1-1 0,1 2-5 15,0-1 2-15,1 0-4 0,-1 0-9 0,2-1-10 0,-1-1-13 0,1-1-19 16,0-1-14-16,1-1-22 0,0-1-24 0,-1-1-21 0,2-2-33 16,0-2-44-16,0-1-63 0,0-2-91 0,1-1-94 0,1-2-56 0,0-3 3 15,0 1-24-15</inkml:trace>
  <inkml:trace contextRef="#ctx0" brushRef="#br0" timeOffset="116229.05">30413 9329 1226 0,'1'-10'396'0,"0"1"-127"0,-2-2-32 0,1 4-23 0,-1 4-9 0,-1 1-30 16,1 1-31-16,-1 2-40 0,-1 0-19 0,1 0-12 0,0 0-7 0,0 1-7 16,1 1-11-16,-1 0-3 0,1 2-10 0,-1 0-3 0,1 0 1 15,-1 2-3-15,2 1 1 0,1 1-3 0,-2 2-4 0,2 0-9 0,0 2-5 16,0 0-7-16,0 2-1 0,1 1-2 0,-2 1 4 0,2 0-6 16,0 2-15-16,-1 1-3 0,1 0 8 0,0 2-2 0,0 0 8 0,1-1-7 15,-1 0-20-15,3 0-4 0,-1-2-16 0,0-1-14 0,1-1-17 0,-2-3-27 16,3 1-19-16,-1-2-32 0,0 1-37 0,-1-1-27 0,-1-2-51 15,-1 0-29-15,-1-1-12 0,-1-1 9 0,0 0 26 0,-1 0 29 0,-1-4 32 16,-1 1-39-16</inkml:trace>
  <inkml:trace contextRef="#ctx0" brushRef="#br0" timeOffset="116391.05">30311 9711 999 0,'-11'-12'447'0,"1"0"-48"0,-1-3-48 0,4-1-67 16,1 3-52-16,2 0-63 0,1 1-42 0,2 3-20 0,0 1-8 0,2 1-14 15,1 1-7-15,1 2-5 0,1 1-3 0,-1 1 7 0,2 1-2 0,0 0-5 16,3 0-4-16,1 2-20 0,1-1-5 0,0 2-10 0,-1-1-9 15,2-1-6-15,0 0-9 0,1 0-1 0,2-1-4 0,-2 0-10 0,2-1-1 16,-2-1-21-16,1-1-21 0,2-1-30 0,-3 0-56 0,-1 0-69 0,1-1-101 16,-2-1-210-16,2-1-254 0,-3-2-332 0</inkml:trace>
  <inkml:trace contextRef="#ctx0" brushRef="#br0" timeOffset="192878.73">27710 8273 663 0,'-1'-3'386'0,"1"-1"-79"16,0-1-19-16,-1 1-15 0,0 0-25 0,1 1-32 0,0-1-24 15,0 1-20-15,1 0-18 0,-1 1-11 0,0 0-17 0,0 0-14 0,0 1-10 16,0 0-16-16,0 0-2 0,0 2-9 0,0-2-17 0,1 2 3 0,0 0-9 15,0 0-6-15,0 1-1 0,1 1-8 0,0 0-1 0,1 1 1 0,0 2-5 16,2 1-4-16,0 0 8 0,2 1-36 0,0 2 0 0,2 1 0 16,0 2 0-16,0 1 0 0,1 0 0 0,0 3 0 0,2 2 0 0,0 1 0 15,2-1 0-15,-1 2 0 0,2 1 0 0,0 0 0 0,2 3 0 0,-1 1 0 16,1 1 0-16,0 0 0 0,-1-1 0 0,-1-1 0 0,0-2 0 16,0 0 0-16,0 0 0 0,-2-1 0 0,0 0 0 0,0-1 0 0,0-1 0 15,-1-2 0-15,-2 0 0 0,2-2 0 0,-2-1 0 0,0 0 0 16,-1-1 0-16,-2-3 0 0,-1 1 0 0,-1-1 0 0,-1-3 0 0,-1-1 0 15,0-2-46-15,-1-1-39 0,-1-2-21 0,-1-1-29 0,-1-3-27 0,0-1-33 16,0-2-50-16,-1-3-68 0,-1-2-83 0,0-4-120 0,-1-2-72 16,-1 1 65-16,-1-4 163 0,0-1-6 0</inkml:trace>
  <inkml:trace contextRef="#ctx0" brushRef="#br0" timeOffset="193130.73">27419 8239 697 0,'-15'0'378'0,"-2"2"-41"0,-4 0-13 16,4 0-53-16,2 1-38 0,0-1-44 0,3 1-14 0,1 0-8 16,2-1-15-16,0 0-10 0,0-1-14 0,2 0-14 0,3-1-8 0,1-1-10 15,2 0-6-15,0 0-8 0,2-1-9 0,2-1-8 0,1-1-8 0,1-1 7 16,2-1-1-16,3-2-3 0,0-1-28 0,3-1-32 0,3-1 0 16,1-3 0-16,-1 0 0 0,4-2 0 0,0 2 0 0,0-3 0 0,3 0 0 15,1 0 0-15,-1 2 0 0,2-2 0 0,0 0 0 0,1 2 0 16,0-1 0-16,-1 1 0 0,1-1 0 0,0 3 0 0,0-1 0 0,2 0 0 15,-3 0 0-15,1 1 0 0,-1 1 0 0,-1 1 0 0,-1 2 0 0,3 0 0 16,0 2-82-16,-2 0-67 0,1 2-49 0,-2 1-64 0,-1 2-79 16,0 2-108-16,-1 3-155 0,0 1-115 0,1 1 7 0,-2 2 209 0</inkml:trace>
  <inkml:trace contextRef="#ctx0" brushRef="#br0" timeOffset="193877.73">28194 8351 1470 0,'-3'11'503'0,"2"2"-163"16,-1 3-66-16,1-3-40 0,1 0-35 0,1-1-30 0,1 0-26 0,1 1-21 15,1-2-13-15,0 2-17 0,0 0-12 0,1-1-17 0,1-1-7 0,0 0-11 16,0 0-10-16,2 0-3 0,0 0-13 0,0-1-5 0,1 0 0 16,0-2-6-16,1 0-4 0,1 0 4 0,-1-2-4 0,1-3-6 0,0-2 4 15,0-1-2-15,0-1-2 0,2-2 10 0,0 0-8 0,-1-1 0 16,0-2 4-16,-1-1-2 0,0-2 0 0,-1-1-2 0,1-2 4 0,-1-1-4 15,-1-2 6-15,-1 2-2 0,0-3 4 0,-1 0-2 0,-2 0 2 0,0 0-2 16,-2 0-4-16,0-1-2 0,-1 0 0 0,-1 0 0 0,-2 0 0 16,-2 0 0-16,-1 0 0 0,-1 2 0 0,-2 0 0 0,-2 0 0 0,-1 1 0 15,-1 2 0-15,-2 0 0 0,-1 2 0 0,-2 0 0 0,0 3 0 0,-1 2 0 16,-2 2 0-16,1 3 0 0,0 0 0 0,-1 3 0 0,0 2-10 16,1 1-14-16,-1 3-20 0,1 0-5 0,0 3-10 0,1 0 6 0,0 1 10 15,1 2-3-15,2 1 2 0,1 1-16 0,2 0 7 0,3 0-5 16,1 0-7-16,2-1-16 0,3-1-18 0,1-2-21 0,2-2-30 0,3 0-23 15,1-4-29-15,3 0-20 0,1-2-5 0,2-1-6 0,2-2 4 0,2-1 3 16,1-2 8-16,1 0 27 0,-1-2 35 0,3-1 51 0,-1 0 51 16,0-1 53-16,1 2 54 0,0-3 45 0,-1 0 41 0,-2 0 32 0,1 1 12 15,-1 0 4-15,1 1 2 0,-3 1-6 0,-1 1 0 0,0 1-6 0,-1 2-12 16,0 1-12-16,1 1-23 0,-1 1-16 0,0 2-17 0,-1-1-14 16,-1 2-15-16,2 1-11 0,0-2-15 0,-1 2-13 0,0 1-4 0,-2 0-8 15,-1 0-3-15,0-1-3 0,1 0-6 0,-1 0 1 0,1-2-8 16,0 1-2-16,-1-1 8 0,0-1-8 0,1 0 4 0,-1-2-3 0,1 1-3 15,0-2 3-15,0-1-3 0,1-1 8 0,-3 0 0 0,1-1 0 0,0-1 1 16,-2 0-3-16,2 0 0 0,-4-1 2 0,1 0 0 0,-1-1 7 16,0-2-2-16,0 0 1 0,1-2 3 0,-1-1-2 0,0 0 0 0,1-2 2 15,-1 1-6-15,0-2 3 0,0 0-3 0,1 1 1 0,0 0-5 0,0 1 3 16,0 1 0-16,0 0-4 0,0 3 0 0,-1 0 2 0,1 3-2 16,-1 1-2-16,0 0 4 0,0 3-6 0,-1 0 4 0,0 2 0 0,-1-1 4 15,1 3-3-15,0 0 1 0,-1 1 0 0,0 0-6 0,0 0 4 16,-1-1-1-16,0 1-3 0,0 0 8 0,-1 0-3 0,1-1-1 0,-1 0 2 15,-1-1-2-15,1 0 2 0,-2 0 2 0,0-1 1 0,0 0 3 0,-2 0-1 16,0-1-1-16,-1-1-3 0,-1-1-1 0,-2 0 4 0,1-2-1 16,-2-1 1-16,-1-1-2 0,1-1-1 0,0 0 3 0,0-1 3 0,1-3-1 15,2 0-1-15,-1-2 1 0,2-1-1 0,0-1 8 0,1-2 9 0,-1-2 12 16,2-1 8-16,0 0 2 0,2-2-4 0,1 1-19 0,2 0-8 16,1 4 7-16,1 2-5 0,1 2 8 0,1 1-5 0,1 2-14 15,0 2-6-15,-1 0 5 0,1 1-1 0,0 0-6 0,1 1 0 0,-1 1-1 16,1 0-3-16,0 0 4 0,-1 1-6 0,1-1-6 0,-1 0-11 0,0-1-14 15,0 0-24-15,-1 0-32 0,0-1-35 0,1 1-48 0,-1 0-40 0,1-1-65 16,0-1-81-16,-1 0-75 0,1 0-87 0,2 1 27 0,0-1 93 16,0 1 134-16,0 0-22 0</inkml:trace>
  <inkml:trace contextRef="#ctx0" brushRef="#br0" timeOffset="194597.73">29004 8117 467 0,'-1'5'367'0,"1"-1"6"0,-1 2 16 0,0 0-42 0,1-1-56 0,0 0-50 15,0-1-33-15,0 0-19 0,1 1-19 0,0 0-14 0,1 0-22 16,1 1-23-16,0-1-10 0,1 1-15 0,0 0-2 0,0 0-10 0,1 0-12 15,0 0-7-15,0 0-8 0,0 0-6 0,1-1-1 0,0 1-6 0,0-1-24 16,1-1 0-16,0-1-10 0,1 0 0 0,0-2 8 0,2 1-8 16,-1-1 0-16,0-1 0 0,-1-1 0 0,2-1 0 0,-1-1 0 0,0-1 0 15,2-1 0-15,-1-1 0 0,0-2 0 0,-1-1 0 0,0-1 0 0,-1-1 0 16,-1-1 0-16,0-1 0 0,0-1 0 0,-2 1 0 0,-1-1 0 16,-1-1 0-16,0 0 0 0,0 2 0 0,-2-2 0 0,-1 2 0 0,-1 0 0 15,-2 1 0-15,0 2 0 0,-1-1 0 0,-2 2 0 0,-1 1 0 16,-1 0 0-16,-2 2 0 0,-1 0 0 0,-2 1 0 0,-1 3 0 0,-1 0 0 15,0 1 0-15,0 2 0 0,0 1 0 0,1 2 0 0,-1 1 0 0,2 2 0 16,1 1 0-16,0 1 0 0,0 1 0 0,0 1 0 0,-1 0 0 16,2 1-22-16,1 1-22 0,2-1-6 0,0 1-1 0,2-2-11 0,2 1-8 15,1-1-6-15,2 0-2 0,2-2-7 0,2 0-7 0,1-2-5 0,3 0-6 16,0-1 9-16,2-1 2 0,1 0 4 0,2 0 8 0,2-1 6 16,0 0 7-16,2 0 4 0,-1 0 10 0,1 1 10 0,2 0 14 0,-1 0 15 15,2 0 11-15,2 2 6 0,-1 0 9 0,-1 1-2 0,1 0 8 16,-2 1 9-16,-1 2 13 0,0 1 22 0,0 2 4 0,-2 1 2 0,0 0-11 15,0 1-13-15,-1 1-11 0,0 2 3 0,-2 0 2 0,-1 0 7 0,-1-1-3 16,-1-1-10-16,0-1-7 0,-2 1-2 0,-1 0-2 0,-1 1 1 16,-2-2 1-16,-2 3-9 0,-1-1 3 0,-2-2-3 0,-1 1-7 0,-2-2 6 15,0 0-11-15,-2-3-4 0,-1 1-5 0,-2-1-11 0,0-2 3 0,-2 0 1 16,2-2 3-16,-2-2 0 0,-1-1 6 0,0-1-1 0,0-2 6 16,1-2 6-16,-1-2 3 0,0-2 0 0,1-2 0 0,0 0 2 0,2-3-2 15,0-2 5-15,0-2 2 0,2-1-1 0,2-2 1 0,0-1-1 16,2-3-4-16,1 0 0 0,3-2-4 0,2-1-3 0,1 2 0 0,3 0-3 15,0 0 1-15,2 3-2 0,2-2-2 0,0 1 2 0,0 1 0 0,3-1-1 16,1 1 2-16,-1 0-2 0,2 1 1 0,0 0-2 0,2 0-9 16,0 2 22-16,0 0-4 0,1 1 2 0,-1 0 8 0,1 0-17 0,-2 1 0 15,1-1 4-15,-1 1 1 0,-1-1-3 0,-2 3 7 0,1-2-1 0,0 1-5 16,-1 0 10-16,-3-1 2 0,1 2 8 0,-2-1 3 0,-1 1-4 16,-2 0-3-16,-2 1 2 0,-1 0 0 0,-2 1-6 0,-1 1 10 0,-1-1-10 15,-2 1 2-15,0 1 8 0,-3 0-6 0,-2 2 2 0,-1 1 5 16,-2 1-5-16,1 2-2 0,-1 2 5 0,-2 1-7 0,2 1-5 0,-2 3 0 15,1 1 2-15,-1 1-3 0,0 2 5 0,0 1 0 0,2 0-4 0,1 2 10 16,1 1 2-16,2 1-2 0,0 0-10 0,3 0-12 0,0 1 0 16,3 1 0-16,1-1 0 0,2 1 0 0,2 0 0 0,1 0 0 0,2-2 0 15,1 0 0-15,1-1 0 0,1-1 0 0,3-2 0 0,1-1 0 0,1-1 0 16,-1-1 0-16,3-1 0 0,2-2 0 0,1-1 0 0,0-2 0 16,2-1 0-16,-2-1-18 0,2-3-26 0,0-1-6 0,-2-1-3 0,1-1-15 15,-1-2-11-15,-1-1-2 0,0 0-24 0,1-1-9 0,-1-3-5 0,-3 1-28 16,1-3-21-16,-3 0-42 0,-1-2-44 0,-1-1-76 0,-1-2-107 15,-1 1-75-15,-1-4 13 0,1-1 126 0,-1-2 3 0</inkml:trace>
  <inkml:trace contextRef="#ctx0" brushRef="#br0" timeOffset="194797.74">29945 7562 853 0,'-4'-18'390'16,"-1"0"-41"-16,-1-4-20 0,1 4-35 0,1 6-28 0,0 1-33 16,1 3-44-16,0 1-15 0,1 3-12 0,-2 2-15 0,2 0-13 0,0 2-10 15,-1 0-22-15,1 1-17 0,0 0-11 0,1 2-19 0,0 1-6 0,1 2-5 16,-1 1-2-16,1 1-42 0,0 2 0 0,1 2 0 0,1 1 0 15,1 1 0-15,0 2 0 0,2 1 0 0,-1 3 0 0,0 1 0 0,3 2 0 16,1 4 0-16,1 0 0 0,0 2 0 0,1 1 0 0,1 0 0 0,0-1 0 16,1-1 0-16,1-1 0 0,-1-3 0 0,-1 1 0 0,-1-3 0 15,2 1-28-15,-1-3-109 0,1-2-31 0,-3-1-48 0,0-2-49 0,-1-2-81 16,-1-2-101-16,1-1-139 0,-3-2-104 0,0-1-117 0</inkml:trace>
  <inkml:trace contextRef="#ctx0" brushRef="#br0" timeOffset="194999.73">29713 7869 1695 0,'-5'-2'315'15,"1"1"-27"-15,-2-1-26 0,3 1-34 0,2 0-46 0,1-1-44 0,1 1-29 16,1 0-7-16,1 1 0 0,2-1-7 0,0 0-1 0,2-1-15 16,2 0-6-16,1 0-10 0,1 0-12 0,2 0-1 0,1-1-3 0,1-2-5 15,1 1-4-15,-1-1-10 0,2-1-14 0,-2 0-14 0,0 0 0 16,0-1 0-16,-1 0 0 0,-1-1 0 0,-1 1 0 0,1-2 0 0,-1 0 0 15,0-1 0-15,-1 1 0 0,0-1-10 0,0 1-48 0,-2 2-31 0,0-2-36 16,0 2-48-16,0-1-66 0,-1 1-111 0,-1 0-163 0,1 1-228 0,1 0-24 16,2 0-35-16</inkml:trace>
  <inkml:trace contextRef="#ctx0" brushRef="#br0" timeOffset="195261.73">30249 7862 2028 0,'-3'11'535'0,"0"1"-227"16,1 3-37-16,0-4-32 0,2 0-44 0,2 0-42 0,0-1-32 0,2-1-17 16,1-1-13-16,0-2-41 0,2-2-50 0,2 0 0 0,0 0 0 15,0-1 0-15,1 0 0 0,0-2 0 0,2-1 0 0,2 0 0 0,-2-2 0 16,4 1 0-16,0-2 0 0,0-1 0 0,0 0 0 0,2-1 0 0,0-1 0 16,-2 0 0-16,0-2 0 0,2-1 0 0,-1 0 0 0,-1-1 0 15,1 2 0-15,0 0 0 0,0 0 0 0,-1-1 0 0,1 1 0 0,-1-1 0 16,-3 2 0-16,2 0 0 0,-1 0 0 0,-2 2 0 0,0-1 0 15,-2 0 0-15,1 2 0 0,0 1 0 0,-3 1 0 0,0-1 0 0,-2 1 0 16,-1 1-52-16,-1 1-119 0,-1 0-35 0,-1 1-70 0,-1 0-90 0,-1 1-130 16,0 0-227-16,-1 2-17 0,-1 1-68 0</inkml:trace>
  <inkml:trace contextRef="#ctx0" brushRef="#br0" timeOffset="195497.73">30472 8193 1033 0,'-7'11'438'0,"3"-2"-104"0,-3 4-29 0,2-3-23 16,2-2-30-16,1 0-30 0,0-1-35 0,2-1-17 0,1 0-9 0,0-2-17 16,2 0-13-16,0-1-17 0,2-1-15 0,1 0-15 0,-1-1-13 15,2-1-7-15,1 0-60 0,-1-1-4 0,2-1 0 0,-1-1 0 0,2 0 0 16,-1-1 0-16,1 1 0 0,1-2 0 0,0 0 0 0,-1 0 0 0,0 0 0 16,-2-1 0-16,1 1 0 0,0-1 0 0,-1 1 0 0,0 1 0 15,-1-1 0-15,0 0 0 0,1 1 0 0,-3-1 0 0,0 1 0 0,0-1 0 16,0 0 0-16,0 0 0 0,1 0 0 0,0-1 0 0,-1-1 0 0,0 0 0 15,0 0 0-15,0 1 0 0,1-1-38 0,-1 0-114 0,-1-1-41 16,2-1-47-16,0 0-69 0,2 0-96 0,-1-1-141 0,0-1-171 0,1-1 70 16,0 0-24-16</inkml:trace>
  <inkml:trace contextRef="#ctx0" brushRef="#br0" timeOffset="-213780.86">17162 10280 564 0,'-10'-6'173'0,"1"0"-127"16,0 1-6-16,4 2 1 0,3 1-6 0,1 1-11 0,1-1-12 0,2 0-8 15,0 0-4-15,1-2-3 0,0 1 1 0,1-1-1 0,1-1-3 16,-1 0-2-16,2-1 0 0,0-2-1 0,1-1-2 0,2-2 4 0,2-1-1 16,0 0 7-16,1 0 3 0,1-2 4 0,0-1 4 0,2-1 3 0,0-1 4 15,1 0 2-15,-1 0 4 0,3 0 0 0,1 0 2 0,1 0-1 16,2-1-1-16,1 1-4 0,0-1 1 0,3 0-2 0,2 0-2 0,2 0-1 15,2-2-3-15,3-1-1 0,1-1-4 0,2-1-2 0,1 1 0 0,1 0-1 16,4 0 0-16,0 3 1 0,1-2 0 0,0 1 2 0,2 2-1 16,-1-2 4-16,1 2-1 0,1 2 4 0,1 1 4 0,-1 3 4 0,0 0-1 15,0 3-3-15,1 2 0 0,2 1-4 0,-2 3 0 0,1 1-2 16,0 3 3-16,1 2-3 0,0 3 0 0,1 2-1 0,1 1-6 0,0 3 4 16,2 2-5-16,0 1-2 0,0 3 0 0,3 0-1 0,-1 0 0 0,2 2 2 15,1 0-4-15,0 1-1 0,0-3 1 0,3 2-1 0,-1-1 4 16,1 0-1-16,1-1 0 0,0 0 0 0,2-3-2 0,-2-1 3 0,0-1 3 15,-1 1-1-15,-1-2 2 0,1-1 0 0,0 1 1 0,-2 0 6 0,0-1 0 16,0 0 1-16,1-3 0 0,-1 1 4 0,2-1 4 0,-2-1 1 16,0-3 4-16,2 0-1 0,-2-1 2 0,2-1-4 0,-2-1-3 0,1-1-4 15,0-2-3-15,-1 1 0 0,1-1 0 0,-1-2 0 0,-2 0-5 16,1-2 9-16,-1-1-4 0,-1 0-1 0,1 1 0 0,-1-2-8 0,1 0-3 16,0 0 1-16,-1-1 0 0,2 2 0 0,-2-1 2 0,0 1 4 0,0 0-3 15,0-1 0-15,1 0 2 0,-2-1-6 0,2 0 2 0,-1 0 1 16,0 0-4-16,0 1 6 0,0-4-2 0,-2 0-3 0,0-1 2 0,-2-1-5 15,-1 2 4-15,-1-2 2 0,-2-1 1 0,-2-1 1 0,-2 1 3 0,-2-1-3 16,-3 1 2-16,-2 0-1 0,-3 1 1 0,-4 1 6 0,-3 1-3 16,-1 2 1-16,-3 2 5 0,-2 1-3 0,-3 2 3 0,-2 1 1 0,-1 2-4 15,0 1 9-15,-3 1-15 0,0 1 1 0,0 2-3 0,0 2-6 16,0 3 8-16,1 2-2 0,2 2-3 0,2 1-2 0,0 1-8 0,4 1-4 16,2 0-2-16,0 0-6 0,4-1 2 0,1 1-5 0,5-1 2 0,0 0-1 15,2-1 2-15,1-3 8 0,-1-1 1 0,3-1 8 0,-2-3 5 16,0-2 3-16,2-2-5 0,-3-2 2 0,-1-2 4 0,1-2 1 0,-2-1 5 15,1-2 2-15,-1-1 5 0,0 1-2 0,1-3 0 0,0 0-5 0,3-1-7 16,-1-1-1-16,2 3 0 0,1-1-4 0,0 1 1 0,1 0-5 16,2 1 3-16,-1-1 0 0,0 2-2 0,1-1 4 0,0 2-2 0,0 1 1 15,-1 0 2-15,2 2 0 0,-2 2-5 0,0 1 1 0,0 2-2 16,-2 2 0-16,-1 1 5 0,0 4-4 0,-2 2 4 0,1 2 1 0,-2 3 2 16,-2 3-2-16,1 1 1 0,-2 1-2 0,-1 2-6 0,1 1 5 0,-1 0-5 15,0 1 2-15,-1-1 1 0,4 0-2 0,0-2 3 0,1-3 0 16,3-1-1-16,-1-2 2 0,0-3 0 0,0-2-2 0,1-2 4 0,-1-2 5 15,0-2 5-15,-2-1 5 0,1-3-1 0,-1-1-3 0,-1-1 2 0,-1-3 11 16,1 0 1-16,-1-2-2 0,2-1-3 0,2-2-4 0,-1-2-7 16,2-1 0-16,1-2 0 0,-1 1-4 0,1-3 5 0,2-1 0 0,-2-1-1 15,1-2 3-15,1-1-1 0,-2 0 6 0,0 0-9 0,0 0 1 0,0 3 2 16,-1 0-2-16,1 3 7 0,-4 1-3 0,0 2 1 0,-4 2 0 16,-2 1 2-16,0 3-1 0,-5 1-7 0,0 2-2 0,-3 1-2 0,-3 1-4 15,0 1-5-15,-2 2 2 0,-2 1-6 0,-1 0-8 0,-3 2-17 16,-1-1-36-16,-3 1-52 0,-2 0-81 0,-1 0-71 0,-1-1-106 0,-1 0-114 15,-3-1 43-15,-2-1-43 0</inkml:trace>
  <inkml:trace contextRef="#ctx0" brushRef="#br0" timeOffset="-212595.86">18610 8321 917 0,'0'2'470'0,"-1"0"-336"0,0 1 20 0,1 1 17 0,1 0 4 0,0 3-9 16,1 0-16-16,1 1-26 0,0 1-20 0,2 0-10 0,-1 1-6 0,0 0-13 16,3 2-4-16,0 2-9 0,1 1-7 0,1 1-2 0,1 0-1 0,1 1-8 15,-1 2-3-15,3 0-2 0,0 3-13 0,1 3 1 0,1 2-11 16,-2 3 1-16,2 0 1 0,0 2-4 0,0-1 2 0,-1 0-5 0,0-1-3 16,1 2-8-16,-1-2 5 0,-1 0-14 0,1-1 3 0,-1 0 10 15,0-3-8-15,-3 2 15 0,0-4-5 0,-1 0-6 0,-1-2 2 0,0-2-2 16,0-2 0-16,-2-2 3 0,0-1-4 0,0-4-3 0,-1-1-2 0,0-1-8 15,-3-2-10-15,1-3-6 0,0-1-12 0,-1-3-11 0,-1-2-7 16,0-1-10-16,0-2-15 0,-2-3-12 0,1-3-22 0,-1-3-24 0,-1-3-35 16,-1-3-41-16,-2-3-58 0,1-2-84 0,-2-3-84 0,-1 1-1 15,-2-3 72-15,-1 2 52 0</inkml:trace>
  <inkml:trace contextRef="#ctx0" brushRef="#br0" timeOffset="-212383.86">18348 8401 509 0,'-19'1'241'0,"-2"0"-72"0,-5 1 28 0,3 1 17 0,4 0-6 0,2 1-19 16,1 0-17-16,2-1-16 0,-1 0-14 0,1 1-14 0,1-1-15 0,3 0-13 16,0-2-6-16,2 1-4 0,1-2-9 0,2 0-12 0,1 0-4 0,1 0-13 15,1-2-9-15,3 1-3 0,0-2-7 0,2-1-3 0,1-1 1 16,1-1-3-16,2-1-3 0,1-1-2 0,2 0-5 0,1-2-4 0,2-1-5 16,2 0-5-16,2-1 3 0,-1-1-3 0,2 1-8 0,3-3-5 15,-1 1 4-15,1 0 14 0,2 0 5 0,-1 0 2 0,1 0-12 0,1 0-28 16,1 0-22-16,2 1-27 0,-2 0-28 0,2 0-23 0,-2 1-18 0,0 2-23 15,0 1-23-15,-2 1-35 0,-1 0-42 0,0 2-59 0,-2 1-53 16,-1 1-34-16,-1 3 54 0,-3 1-59 0</inkml:trace>
  <inkml:trace contextRef="#ctx0" brushRef="#br0" timeOffset="-212149.86">18545 9055 1253 0,'-1'13'226'0,"0"2"-64"16,0 1 33-16,2-3-7 0,2-4-12 0,0-2-28 0,2-2-32 0,1 0-19 16,0-2-9-16,0-2-10 0,2 0-1 0,0-2-10 0,3 0-13 0,0-1-17 15,0 0 2-15,1-1 4 0,1 0 6 0,-1 0 1 0,2-3-13 16,0 0-7-16,0-2-7 0,1-1-5 0,0-1-5 0,-1-1-5 0,-1 1 3 16,1-1-5-16,0 0-3 0,-1 0-6 0,1-1-3 0,-1 1-13 0,0 1-15 15,-1-1-12-15,1 0-23 0,-1-2-31 0,-1 0-49 0,2-1-53 16,0-1-56-16,1-1-79 0,-2-1-120 0,1 0-107 0,0-2-35 0</inkml:trace>
  <inkml:trace contextRef="#ctx0" brushRef="#br0" timeOffset="-211746.86">19220 8271 1364 0,'-5'3'540'0,"0"2"-359"0,0 1 41 0,0 1-9 0,2 2-29 16,0-1-14-16,0 2-24 0,2-1-24 0,0 1-15 0,1 2-24 0,0 0-16 16,1 3-12-16,2 0-7 0,0 0-13 0,2 3 2 0,1 0-5 0,1 1-8 15,2 3 1-15,0 0-12 0,0 1-1 0,0 1-5 0,2 2-1 16,1-3 0-16,0 1-5 0,0-3 3 0,-1-1-6 0,2-2 2 0,0-2 2 16,1-1-2-16,-1-1 4 0,-2 0-10 0,1-2-1 0,0-2-5 0,1 1-7 15,-2-2 8-15,0 0 2 0,-1-1-1 0,-2-3 14 0,0-1-2 16,-1-3 0-16,-1 0 5 0,-1-1-7 0,-1 0 0 0,-2-1 4 0,-1 0-2 15,0-1 4-15,0 0 1 0,-1-1-3 0,0-1 4 0,0-1-5 16,0-1 5-16,-1 0 0 0,0-2-3 0,0 0 5 0,-1 0-6 0,-1-2 1 16,1 1 1-16,-1-2-6 0,0 1 8 0,0-1-4 0,0 2 1 0,0-1 5 15,0 1-3-15,0 0-3 0,0 1 2 0,1 2-2 0,0 0-2 16,0 1 0-16,1 2-2 0,-1 0 0 0,1 2 2 0,0 0-4 0,0 1-2 16,1 1-2-16,0-1 4 0,-1 1-4 0,0 1 6 0,1 0-1 0,0 1-3 15,0 1 4-15,0 0-2 0,0-1-4 0,0 1 2 0,0-1-3 16,1 0-9-16,0 0-3 0,1-1-5 0,-1 0-9 0,0-1-8 0,1 0-4 15,-1 0-14-15,0 0-11 0,-1-1-18 0,1 1-24 0,0-2-29 16,-1 1-30-16,0-1-33 0,0 0-45 0,0 0-70 0,0 0-128 0,0-1-116 16,0 0 69-16,-1-1-42 0</inkml:trace>
  <inkml:trace contextRef="#ctx0" brushRef="#br0" timeOffset="-211249.86">19227 8406 570 0,'-3'0'413'0,"0"-1"-190"16,0 0 33-16,0 1-6 0,1-1-33 0,0 0-26 0,1 1-19 0,0 1-21 15,0 0-14-15,0-1-8 0,0 1-14 0,1 0-9 0,0 1-12 16,-1 0-6-16,2 0-7 0,0 2-7 0,0 0-2 0,1 1-14 0,0 2-5 15,1 1-12-15,1 1-8 0,0 0 2 0,2 3-5 0,0 2-4 0,1 3-5 16,1 2 2-16,1 2-6 0,1 2 0 0,0 0-2 0,0 1-5 16,2-1-3-16,-1-2-1 0,1 0 2 0,1-1-6 0,0-1-2 0,0-2 5 15,-1 0-5-15,0-3 0 0,-1 0 0 0,0-2-4 0,0-2 6 16,-3-1 2-16,1-1-2 0,-1-1 0 0,-1-2-2 0,0 1 4 0,-1 0-4 16,-1-1 9-16,-2-2-1 0,-1-2-2 0,0-1 5 0,-1 0 3 0,-1-2 3 15,-1 0 1-15,1-2 1 0,-2-2-1 0,0 0 3 0,0-1-2 16,0-3-1-16,-1-1 0 0,1-1-6 0,-1-2 3 0,0-1-1 0,1-2-4 15,0 0 4-15,1-1-2 0,0 1 2 0,1-1-2 0,2 1-4 0,0 1-6 16,2 3 8-16,1-1-6 0,1 1 0 0,0 3 2 0,1 1-8 16,-1 3 8-16,2 0-6 0,0 1 2 0,1 3-2 0,1 0 0 0,1 3 0 15,-1 1 0-15,1 1 0 0,-1 2 0 0,1 1 0 0,0 1 0 16,1 2 0-16,0 0 0 0,2 0 0 0,-1 1 0 0,2 0 0 0,-1-1 0 16,1 0 0-16,1 0 0 0,0 0 0 0,-2-1 0 0,1 1 0 0,-1-2 0 15,0 1 0-15,0-2 0 0,-1 1 0 0,0-1 0 0,-1 0 0 16,0 0 0-16,0 0 0 0,-3 0-14 0,0 0-12 0,-1-1-8 0,-1 0-14 15,-2-1-9-15,-1-2-15 0,0 0-22 0,-2-1-18 0,-1 0-24 0,0-2-29 16,0 0-30-16,-2-1-56 0,0-1-69 0,0-1-112 0,0-1-143 16,-1-2-54-16,1-1 61 0</inkml:trace>
  <inkml:trace contextRef="#ctx0" brushRef="#br0" timeOffset="-211049.86">19973 8418 1203 0,'2'-2'246'16,"1"0"35"-16,1 0-13 0,0 3-38 0,-1 1-34 0,1 3-32 0,1 1-22 15,1 3-13-15,0 1-18 0,0 1-4 0,2 3-13 0,-1 3-7 0,1 2-8 16,2 3-8-16,0 3-1 0,1 2-9 0,-1 2-7 0,1 2-5 16,0 1-10-16,1 2-4 0,1 4-5 0,0 1-3 0,1 2-8 0,0 0-7 15,0 1-8-15,1-1-6 0,-1 2-4 0,1-1 4 0,0-3 6 16,0 0-10-16,-1-6-19 0,-1-1-25 0,0-5-22 0,1-3-20 0,0-3-13 16,-2-4-28-16,-1-1-41 0,-1-2-60 0,-2-1-65 0,-1-3-92 0,-1-1-134 15,-2-3-85-15,-1-2 109 0,-2-3 1 0</inkml:trace>
  <inkml:trace contextRef="#ctx0" brushRef="#br0" timeOffset="-210816.86">20108 8715 954 0,'-7'-14'361'0,"0"-1"-177"0,-1-5 31 0,2 5-7 16,3 4-13-16,1 1-12 0,2 2-23 0,1 0-17 0,0 0-13 0,3 1-6 16,0-1-7-16,2 0-7 0,1 1-12 0,3-2-9 0,1 0-10 0,1 1-8 15,2 0-7-15,1 0-10 0,2 1-4 0,0 0-3 0,1 2 2 16,0-1-11-16,2 1 2 0,-1 0-7 0,0 1-2 0,1 1-8 0,-1 0-1 15,-2 1-9-15,0 1-7 0,-3 0 6 0,-2 1-8 0,-2 0-2 0,-2 2 2 16,-1 0-10-16,-2 1 0 0,0 2 0 0,-2 1-4 0,-1 0-5 16,0 3-3-16,-2 0-5 0,-1 2-12 0,-1 1-3 0,-1 2-6 0,-1 0-9 15,0 0 0-15,-1 1-7 0,0-1-8 0,-1 2-7 0,-1-2-20 16,0 2-15-16,0 1-21 0,1-1-28 0,-1-1-30 0,0 1-36 0,1 1-61 16,1-2-98-16,0 0-120 0,1-3-32 0,2 0-56 0</inkml:trace>
  <inkml:trace contextRef="#ctx0" brushRef="#br0" timeOffset="-210499.86">20638 8518 1461 0,'3'1'392'15,"0"2"-140"-15,1 3-18 0,0 1-32 0,-1 1-26 0,0 3-37 16,2 0-40-16,-1 3-17 0,0-1-12 0,1 2-7 0,-1 1-10 0,0 0-9 16,1 0-6-16,-1 0-11 0,1 0-9 0,0-2 0 0,-1 1-4 0,1-2-10 15,1 0 3-15,0-2-5 0,0-2 0 0,0 0 4 0,1-2-5 16,-1-2 3-16,1-1 1 0,1-3-6 0,-2 0-1 0,2-2 0 0,1-2-5 15,0-1 7-15,-1-3-4 0,1-2 0 0,-1 0 3 0,-1-4 1 0,1-2 1 16,0 0 1-16,0 0 6 0,0-2-7 0,0-1 1 0,0-1 2 16,0 2 3-16,-2-2-3 0,2 0 3 0,-1 2 2 0,-1 1-9 0,1 1 6 15,-1 3-3-15,0 1-1 0,0 3 4 0,-1 0-1 0,0 2 3 16,-1 2 3-16,0 2 2 0,0 2-2 0,0 0 7 0,-1 2-10 0,0 2 1 16,-1 1-2-16,2 2-7 0,-1 1 4 0,1 1-2 0,0 2-4 0,-1 1 2 15,2 2 0-15,0 2 2 0,0 1-2 0,1 1-2 0,-1 2 0 16,1-3-5-16,0 2-8 0,1 0-7 0,0-3-10 0,0 2-63 0,0-1-25 15,0 0 8-15,-1-1 10 0,-1-1 23 0,0-3-21 0,0-2-68 0,0-4-69 16,0-3-46-16,1-2-57 0,-2-2-89 0,1-2-68 0,1-3 91 16,0-4-27-16</inkml:trace>
  <inkml:trace contextRef="#ctx0" brushRef="#br0" timeOffset="-210333.86">21249 8132 1910 0,'3'-22'166'0,"0"1"14"0,2-4 0 0,1 7 0 16,-1 6-12-16,0 5-19 0,-1 2-33 0,0 4-18 0,-1 3-21 0,-1 2-12 15,0 2-13-15,0 4-14 0,1 3-13 0,-1 3-12 0,0 3-6 0,-1 4-3 16,0 4 0-16,-2 3 1 0,1 4-5 0,0 0 0 0,-1 2-2 16,1 2-7-16,0-1 2 0,0 1-4 0,0-2-7 0,1-1-11 0,-1-2-24 15,1-4-29-15,-1 1-44 0,0-2-56 0,-1-3-69 0,0-1-103 16,-1-4-181-16,-1-1-135 0,-1-2 17 0</inkml:trace>
  <inkml:trace contextRef="#ctx0" brushRef="#br0" timeOffset="-210183.86">21139 8596 1653 0,'-5'-12'864'0,"-1"0"-661"0,0-3-10 16,2 3-27-16,2 2-19 0,2 3-29 0,2 2-28 0,1 0-20 16,2 3-20-16,0-1-7 0,4 0-2 0,1 1-7 0,2-1-2 0,2 1-15 15,2-1-5-15,0-1-4 0,3 0-7 0,1-2 1 0,1-1 6 0,3-2-6 16,0-1-19-16,2-1-23 0,1-4-45 0,0-2-51 0,2-2-57 16,-2 0-102-16,2-3-208 0,-2-1-386 0,2-4-40 0</inkml:trace>
  <inkml:trace contextRef="#ctx0" brushRef="#br0" timeOffset="-207633.58">26784 9303 341 0,'-7'-3'187'0,"-1"0"-139"0,-1 0-12 0,1 1-14 0,3 1 10 15,0 1 4-15,3 0-2 0,-2 0-7 0,1 1-19 0,1 0-11 0,-1 0-8 16,1 1-5-16,0 0-2 0,1 1-1 0,-1 0 2 0,0 1 1 0,0-1 5 16,1 2 2-16,-1 0 2 0,-1 1 2 0,1-1 0 0,0 1 4 15,-1-1 1-15,1 1 2 0,-2-1 3 0,0 0 0 0,0 0 3 0,-1 0 6 16,1-2 0-16,-1 0 5 0,-1 0 4 0,1 0 2 0,0 0 8 0,0 0 6 15,1-1 5-15,-2 1-1 0,2-1-4 0,-1 1-5 0,1-2-8 16,1 2-3-16,-1-2-5 0,1 1-5 0,1-1-1 0,-1 1-1 0,1 1-4 16,-1-1 1-16,2 0 1 0,0 0-1 0,-1-1 3 0,0 1 4 15,0 1 2-15,1-2 4 0,0 1 2 0,0 1 3 0,0-1-1 0,0 0 1 16,0 0 0-16,1 0-6 0,0 1-4 0,0 0-1 0,-1 0-3 0,1 0-5 16,1 1-3-16,0-1 0 0,0 1-2 0,1 0-1 0,0 1-1 15,0-1-1-15,2 1 1 0,-1-1-5 0,2-1 2 0,-2 1-3 0,1-1 4 16,1 0 3-16,0 1 1 0,0 1-2 0,0-1-2 0,0 0 1 15,0 1 1-15,0-1 7 0,0 2-3 0,-1-2 0 0,0 1 1 0,1 0-2 16,-2 1-3-16,2 0 5 0,-2 0-2 0,1 1 0 0,-1 0 1 0,0 0 1 16,0-1-3-16,-1 2 3 0,1 0-3 0,0 0 0 0,0 0 2 15,0 1 0-15,1 1-3 0,-1-1 4 0,1 0-2 0,0 1 2 0,0 0 1 16,-1-1-2-16,1 1 2 0,1 1-4 0,1 1 4 0,-1 1-6 0,0 1 0 16,1 1 4-16,-1 1-4 0,1 0 1 0,-2 0 0 0,1 2-3 15,-1-1 0-15,0 1-1 0,1 0-2 0,-2 1 0 0,1 0-2 0,0-1 2 16,0 3 0-16,0 1-3 0,0-1-1 0,0 3-1 0,0-1-1 15,0 2-5-15,-1 0-7 0,1 1-3 0,0 2-16 0,0-1-28 0,-1 5-90 16,1 1-90-16,1 3-33 0,-1 3-20 0,1 2 85 0</inkml:trace>
  <inkml:trace contextRef="#ctx0" brushRef="#br0" timeOffset="-206316.58">17210 10626 238 0,'-13'-3'33'0,"-1"-1"-11"0,-1 0-3 0,4 2-6 0,3 1-6 16,1 1-6-16,1 1-5 0,1-1-4 0,0 2-1 0,1-1-2 15,0 1-3-15,0-1-4 0,0 1-2 0,1-1 0 0,1 0 3 0,0-1 2 16,-1-1 1-16,0 0 3 0,0-1 2 0,1 0 2 0,0-1 5 0,0-1 2 16,1 0 3-16,0-1 2 0,1-1 2 0,-1 0 2 0,2-1 1 15,-1 0 1-15,2 0 0 0,-1-1-1 0,1 1 1 0,1 0-3 0,1 1-1 16,1 0-2-16,0 1-2 0,1-2-1 0,2 1 0 0,2-1-1 16,0 0-2-16,2 0 2 0,1-1-3 0,-1 0 2 0,3 0 0 0,0 0-1 15,1 0 2-15,-1 1 1 0,1 0-1 0,0 0 4 0,-1-1 1 0,-3 0 4 16,2 0 4-16,-1 0 6 0,1 0 2 0,-1 0 7 0,1 0 3 15,2 0 1-15,0 1 3 0,0 0 0 0,2 1-2 0,1 1-1 0,1-1-5 16,2 1-3-16,2-1 2 0,0 0-5 0,3 2-2 0,1-1 0 0,1 1-3 16,1 0 0-16,2 1-1 0,-2 2-6 0,2 0-2 0,-1 1 0 15,1 1-2-15,0 1 0 0,1 0 0 0,-1 1-1 0,1 0 0 0,-3 0 1 16,1 2-1-16,-1-1-1 0,1 1-1 0,-2 1 0 0,1 0 2 0,-2 2 0 16,0-1 0-16,-3 3 0 0,1 1-1 0,-2 0-1 0,0 3 3 15,-1 1-2-15,1 1-1 0,-2 3-2 0,0 0-1 0,-3 1 2 0,0 2 0 16,-2 2-3-16,0 3 0 0,-3 2-2 0,-1 3 2 0,-2 0 3 15,-3 2-4-15,-2 1 2 0,-3 1 3 0,-3-1 1 0,-2 4 5 0,-2-2 2 16,-3-1-2-16,-1 1 0 0,-1-4-3 0,-1 0 2 0,-1-3 1 0,0-2 0 16,-1-3 1-16,0-4-1 0,-1-1 4 0,2-4 1 0,-4 0 2 15,0-1-3-15,-3 0 3 0,0-3-6 0,-3 0-1 0,0-1-3 0,-1-2-6 16,-4 0 2-16,-1-2-5 0,-4 0-2 0,-1-1-2 0,-3-1-2 0,-2 0 0 16,-3-2-1-16,0-1 2 0,-1-1 4 0,-2-2 2 0,1 0 9 15,0-2 2-15,-1-2 4 0,1-1 4 0,0-2 3 0,0-2 4 0,-2-2 3 16,4-1 1-16,-1-2-1 0,0 0 2 0,2-3 1 0,0 0 3 0,1 0-1 15,1-2 3-15,0-1-4 0,1-1 0 0,3-3 1 0,0-1-9 16,4-1-2-16,1 0-9 0,1 2-7 0,3-1 0 0,1 1-5 0,2 1 1 16,3 0 0-16,1 2 1 0,3 0 1 0,2 1-3 0,1 3 0 15,2 1-2-15,2 2-2 0,2 2-2 0,2 2-7 0,2 2-10 0,3 0-17 16,1 1-13-16,3 2-15 0,3 1-16 0,3 1-14 0,2 3-31 0,5 1-35 16,2 1-23-16,2 1 5 0,3 1 26 0,2 2 16 0,2 3-15 15</inkml:trace>
  <inkml:trace contextRef="#ctx0" brushRef="#br0" timeOffset="-205566.58">19585 10683 855 0,'-10'-23'416'0,"1"1"-339"0,-1-6-38 0,3 7-13 0,4 4-16 0,0 3-10 15,2 1-9-15,1 3-11 0,0 2 1 0,2 1-8 0,0 1-4 16,0 0-1-16,3-1-11 0,-1 1-1 0,2 1-2 0,2 0 0 0,-1 2 7 16,3-1 4-16,-1 1 2 0,1-1 5 0,2 2 5 0,-1-1 4 0,2 1 5 15,1 0 2-15,2-1 6 0,3 1 1 0,2-1 3 0,2-1 2 16,3 1-1-16,2 0 0 0,3 0 1 0,1-2-2 0,4 0 1 0,2 0 2 16,4-1 0-16,3-1 3 0,0 2 0 0,3-2 1 0,2 0 3 15,0 2-4-15,0 1 4 0,-1 1 2 0,1 1 0 0,-1 2 1 0,-1 2 0 16,-2 1-1-16,-4 1 1 0,0 2 1 0,0 2-1 0,-2 1 2 0,-2 2 1 15,-2 0-1-15,-1 1-3 0,-2 1-4 0,-1 0-2 0,-2 3-1 16,-2 1 2-16,0 1-4 0,-4-1-3 0,0 2-2 0,0 0-1 0,-2-1 4 16,0 2 2-16,-1 0-2 0,-3 0 0 0,0 0-4 0,-2 0 4 15,-2-1-5-15,-2-1 1 0,-1 2 5 0,-2-2-9 0,-1 1 8 0,-2 0 1 16,-1-2-3-16,-2 0 2 0,-2 0-3 0,-2 2-1 0,-2-1-6 0,-4-1-3 16,-1 1-12-16,-4 0-15 0,-3 0-16 0,-4 2-20 0,-6 0-14 15,-5 0-16-15,-6 1 1 0,-4-1 15 0,-4-2 22 0,-5 0 25 0,-1 0 18 16,-2-2 12-16,-1-3 8 0,0-1 7 0,1-3 5 0,0-3 4 0,2-2 7 15,2-2 3-15,-1-3 4 0,1 0 6 0,-1-3 4 0,-1-1 7 16,4-2 7-16,-1-1 7 0,1-2 8 0,1-2 6 0,2-1 6 0,1-2 11 16,2-2 11-16,2 1 9 0,3-5 1 0,1-2-1 0,3 0-10 0,1-1-8 15,1 0-11-15,1 3-17 0,2-3-14 0,1 1-9 0,2-2-5 16,3-2-6-16,2 2-4 0,0-2-8 0,3 1 3 0,1 0 0 0,2 1 3 16,0 0 3-16,2 1-6 0,3 1 2 0,0 1-5 0,3 2 0 15,0 1-1-15,1 0 0 0,1 2-6 0,1 2-3 0,2 0-2 0,1 1-2 16,0 0 2-16,2 1 1 0,0 2-5 0,0-1-1 0,3 0 2 0,0 1 0 15,2-1 2-15,-1 1-1 0,1 0 0 0,0 1-7 0,-2 2 6 16,3 1-6-16,-2 1-1 0,-1 1 1 0,0 1-9 0,0 1 2 0,-1 3-2 16,-1 0-4-16,0 0-1 0,0 1 0 0,-2 0-4 0,2 2-1 15,-1 1-1-15,1 1-11 0,-1 1-6 0,0 1-25 0,0 2-46 0,-1 2-46 16,1 0-45-16,-2 1-24 0,0 1 7 0,0-1 32 0,1 2 44 0,0 0 34 16,1 1-40-16</inkml:trace>
  <inkml:trace contextRef="#ctx0" brushRef="#br0" timeOffset="-204799.58">21994 10579 1315 0,'-5'-21'78'16,"1"-1"-31"-16,2-4-44 0,0 4-10 0,4 5-12 0,2 0-9 0,3 3-5 16,3-1-2-16,2 0-5 0,3-2 0 0,2 0 0 0,4 2-6 0,4 1 2 15,0 1 1-15,5 1 8 0,1-1 13 0,3 1 7 0,4 2 1 16,2-1 4-16,4 2 1 0,3 0-1 0,1 0 1 0,4 2-1 0,4 1 0 16,4 1 4-16,2 1 2 0,3 1-4 0,3-1 1 0,1 2-5 15,2-1-1-15,1 1 1 0,2 2-2 0,-3 0-1 0,0 2 4 0,-1 1 6 16,-3 0 1-16,-3 2 8 0,-1 0 0 0,-4 2-2 0,-4 2 4 0,-2 1-1 15,-3 0 4-15,-2 1 1 0,-2 1-4 0,-4 2-1 0,-3 2 4 16,-2 1 0-16,-4 0 7 0,-1 5-4 0,-4 2-2 0,-2 0-2 0,-3 2 1 16,-3-1 4-16,-1 2-1 0,-3 1-5 0,-1 0-1 0,-4 2-6 0,-2-1 0 15,-3 2 1-15,-3-3-5 0,-3 1 5 0,-3-2 1 0,-3 0 3 16,-2-1 5-16,-2 0 0 0,-2-3 1 0,-3-2 1 0,-2 0 5 0,-3-2 4 16,-1-3 3-16,-5-1-2 0,-3-2-4 0,-3-1-4 0,-2-2-1 15,-3-1-1-15,-1-2 0 0,-2-1-3 0,-2-3 1 0,1-1 0 0,-1-1 1 16,-2-2 7-16,0-1 1 0,-1-1 0 0,-2-4 5 0,0 0-2 0,3-1 2 15,1-1 5-15,1-1-1 0,1 0 0 0,2-1-5 16,-1 1-2-16,4-2-7 0,-1 1-1 0,1-1 0 0,3 0-2 0,0-1 5 0,4 0-1 16,-1 1 1-16,3-2 4 0,-1 0 2 0,3-1-3 0,1-1-4 0,3 0 0 15,2 2 3-15,2 1-1 0,2 2 0 0,2 2-9 0,2-1-12 16,-1 1-1-16,2 2-10 0,1 1-6 0,2 2-15 0,1 2-22 0,1 1-13 16,1 3-13-16,1 1-8 0,0 2-3 0,0 2-16 0,2 3-28 15,-1 1-38-15,0 2-18 0,2 4 9 0,0 1 36 0,1 3 22 0,1 0-19 16</inkml:trace>
  <inkml:trace contextRef="#ctx0" brushRef="#br0" timeOffset="-204233.58">24816 10286 2158 0,'-6'-20'95'0,"1"1"-53"0,0-2-52 0,3 4-22 0,3 6-3 15,3 1-2-15,0 3-5 0,2 1-2 0,0 0-12 0,1 2-1 16,2-2-16-16,0 1-16 0,0 0-15 0,3 1-22 0,-1 0-7 0,2 1 1 16,1 0 12-16,-1 0 22 0,1-2 21 0,1 0 22 0,2 1 17 0,0-1 11 15,2 0 11-15,3 2 7 0,0 0 2 0,4 0 5 0,1 1 11 16,5 1-2-16,0 0 6 0,3 1 3 0,2 0 1 0,1 0 7 0,-1 2 10 16,2-1 5-16,1 0 0 0,0 1 2 0,0 2-7 0,2-1-2 15,-1 4-5-15,1 0-1 0,2 1-2 0,1 0 3 0,-1 2 1 0,1 2-7 16,2-1 1-16,0 3-3 0,-1 0-7 0,-1 2 4 0,2 0-9 0,-2 2-2 15,0 0 3-15,-2 1-6 0,0-2 5 0,-2 1-3 0,-2 2-6 16,0 0 6-16,-2 3 2 0,-1 0 5 0,-2-1 1 0,-1 1-8 0,-3-2-2 16,-2 2-6-16,-1-1 9 0,-1 1 0 0,-4 1 2 0,-1 1-1 0,-2-1-1 15,-3 3-5-15,-1-1 3 0,-3 1-8 0,-4-1-5 0,-1 1 2 16,-5 0-2-16,-2 0 1 0,-5 0-3 0,-4 0-4 0,-5 0-2 0,-4-1-3 16,-4 0 3-16,-5-2-11 0,-5-2-6 0,-6 0 1 0,-5-3-4 15,-5 1 8-15,-3-4 12 0,-4-3 14 0,-2-4 14 0,-1-4 24 0,-3-2 17 16,0-4 2-16,-3-3 3 0,-2-2-13 0,-2-5-19 0,-2-4-6 0,-1-2-5 15,-2-1-3-15,0-4-2 0,0-2 1 0,-1 1-11 0,2-2-1 16,3-1 0-16,3-2-5 0,4-1-8 0,5 0-14 0,3-1-19 0,2 3-14 16,5-2-26-16,1 1-37 0,0 2-45 0,3 2-52 0,0-1-15 0,2 0 35 15,4-1-57-15</inkml:trace>
  <inkml:trace contextRef="#ctx0" brushRef="#br0" timeOffset="-196932.57">17659 7369 1072 0,'0'5'256'0,"-1"1"-138"0,-1 1-27 0,1-2 6 0,1-1 16 0,-1-2 12 16,1-2-14-16,1 0-24 0,-1-2-18 0,0-1-17 0,0-2-2 0,1-1-6 15,0-1-4-15,0-3-2 0,0 1-6 0,0-3 0 0,-1-3-4 16,1-1 3-16,-1-1-4 0,0-1-4 0,0-1 2 0,0-3-2 0,0 1-1 15,-1-3 4-15,1 0-7 0,-1-3-3 0,-1-1 3 0,-1-4-14 16,-2 2 15-16,-1-2-6 0,-1 0 3 0,0-2 9 0,-2 2-10 0,0-2 3 16,-1 2-3-16,1 1 1 0,-1 1 8 0,-2 2 3 0,2 1 8 0,-2 1 1 15,1 1-3-15,1 3 2 0,-1 2 2 0,0 4 2 0,1 4 0 16,-1 1-1-16,0 3-4 0,3 3 1 0,-1 3-4 0,1 1 1 0,1 3-1 16,2 1-5-16,-1 2 1 0,2 2-1 0,0 1 4 0,1 2 1 15,1 3-6-15,1 1 0 0,2 4 0 0,1 1-4 0,2 3 8 0,2 3-3 16,1-1-8-16,3 3 3 0,2 2-4 0,2 3-3 0,1 1 0 0,2 3-5 15,2 1-12-15,-1 1 8 0,3 4-3 0,0 0-1 0,1 3 10 16,1-1-14-16,0 0-4 0,-1 2 2 0,1-1-9 0,-1 1-16 0,1-2-24 16,1-2-32-16,-1-2-30 0,2-3-36 0,0 0-30 0,0-2-44 0,-1-3-30 15,-1-2-21-15,-1-3-15 0,1-2-2 0,-2-3-34 0,0-4 1 16,-1-2 28-16,-4-3 43 0,0-1 81 0,-2-4 70 0,-2-3 54 0,-3-3 53 16,1-3 50-16,-4-3 46 0,-1-1 55 0,-3-3 38 0,-1-2 14 15,-3-2 7-15,-2-2-12 0,-2-1-9 0,-2-3-10 0,-1-2-14 0,-2 0-18 16,-1 0-21-16,-2-1-27 0,-1 1-19 0,0 0-21 0,-3 0-14 0,0 2-10 15,-1 3-16-15,-2 1-11 0,1 1-8 0,-1 2-4 0,0 1-2 16,0 3 3-16,-1 1 0 0,-1 3-2 0,0 1 2 0,2 1-2 0,0 3 2 16,1 1 2-16,1 2 0 0,0 1 1 0,1 0-2 0,2 1 6 0,0 1 5 15,3-2 0-15,2 1 5 0,3-2 2 0,2 0-6 0,3-2-1 16,2-2-3-16,0 0-2 0,2-1 1 0,0-1 2 0,1-1-1 0,3-1-5 16,1-2 5-16,3-1-7 0,1-2 0 0,2-1-4 0,3-3-3 0,-1 1 0 15,3-2 2-15,0-1 1 0,-1 0-4 0,3 1 1 0,-1-2-2 16,0 0 1-16,0 1-1 0,1-1-2 0,-1 2 6 0,-1-2-4 0,-2 0 5 15,-1 1 1-15,0 2-4 0,-2 1 5 0,-1 0-2 0,-1 2 4 16,-1 0 3-16,0 0-7 0,-1 3 2 0,-2-1 0 0,1 1 2 0,-3 0-1 16,1 0 3-16,0 2-1 0,-1-1-1 0,-1 1 2 0,0 0 3 0,-1 1-4 15,1-1 2-15,-1 1-2 0,-1-1 0 0,0 1 1 0,-1 1 1 16,1-1-1-16,0 0 3 0,-1-1 1 0,-1 1-3 0,0-1 1 0,0 0 1 16,-2 0-2-16,1 0 3 0,-2-1 0 0,0 1 1 0,0-1-1 0,-1 0 2 15,-1 1-5-15,1-1 5 0,-2 1 0 0,-1-1-1 0,0 0-2 16,0 1 1-16,-1-1-4 0,0 1 6 0,-1 1 1 0,1-1-1 0,-1 2 7 15,-1-1 0-15,2 1 2 0,-1 1 8 0,0 0 3 0,1 1-2 16,-2 1 3-16,1 1-4 0,-1 1-2 0,3 1 1 0,-1 2-3 0,2 0-2 16,-1 2-2-16,1 1-8 0,-1 1-1 0,2 2-3 0,0 1-1 0,0 0-1 15,3 0 0-15,1 2 1 0,1 0-1 0,2 1 0 0,1-1 1 16,3 3-6-16,1 1 0 0,2 2-2 0,2-1-4 0,1 1-1 0,2 0 0 16,2-3 0-16,1 0-5 0,1-2-2 0,-1-3-8 0,1-1-7 0,0-1-13 15,0-2-19-15,0-2-23 0,1-2-20 0,0 0-17 0,-1-2-8 16,1-2 3-16,-1-1 14 0,-1-1 22 0,-1-2 28 0,-1-1 28 0,0-1 24 15,-2-2 18-15,-2-1 14 0,0 0 18 0,-2-2 12 0,0 1 13 0,-2-2 7 16,-1-1 2-16,-1 0-8 0,-1 0-4 0,-1 0-2 0,-1 1-1 16,-1-3-3-16,1 1 3 0,-2-1-12 0,-1 1-6 0,1 2 2 0,0 0-23 15,1 3-1-15,1 2-5 0,1 1-12 0,-1 2 8 0,1 0-1 16,0 3-9-16,0-1 14 0,0 2-6 0,1 2 3 0,0-1 3 0,1 2-6 16,0 1 1-16,2-1-2 0,-1 2 0 0,2-1-3 0,0 0-6 0,0 0 0 15,1 0 4-15,0 0-4 0,-1-2 2 0,1 1-2 0,0-1-5 16,-1 0 2-16,0-2 0 0,1 0-4 0,-1-1 4 0,-1-2-2 0,0 1 0 15,-1-2 5-15,1 0-1 0,0-1 3 0,-2 1 0 0,0-3 1 16,-1 0 3-16,-1 0-2 0,0-1 3 0,0-1-2 0,-2-1 4 0,0 0 0 16,0 0 0-16,-2-1 2 0,0 0 2 0,-1 1-4 0,0 0 3 0,-1 0 1 15,-1 0-3-15,-2 0 1 0,-1-1-2 0,0 0 0 0,-2 1-1 16,-1 1-3-16,-1 0-4 0,-2 2-7 0,2 0 0 0,-2 4-8 0,1-1 0 16,1 3-5-16,0 1 0 0,2 1 3 0,-1 2-4 0,0 1 1 0,1 3-7 15,1 0 4-15,2 2 2 0,1 1 8 0,3 0 2 0,1 0 2 16,1-1 2-16,2-1-6 0,1 0-1 0,1 0-9 0,2-1-1 0,2 0-8 15,1-1-7-15,2-1-1 0,0 0-18 0,1-1 1 0,0-1 0 0,1 0 9 16,1-2 12-16,-1-1 9 0,1 0 8 0,-1-1 3 0,0 0 1 16,1 0 3-16,0-2-3 0,-1 1 1 0,0-1 6 0,1 0 3 0,0 0 0 15,-1 0 3-15,-1-1-5 0,0 0-4 0,0 0-12 0,1 1-16 16,1 1-21-16,-1-1-19 0,-2 0-22 0,1 1-20 0,0-1-18 0,0 0-25 16,-1 1-28-16,0-1-26 0,-1 0-15 0,0-1 5 0,-1-1 26 0,-2 0 42 15,0-1 51-15,0-1 21 0,-2 0-54 0</inkml:trace>
  <inkml:trace contextRef="#ctx0" brushRef="#br0" timeOffset="-196749.57">18526 6964 641 0,'-4'-14'339'0,"-2"-2"-19"16,-1-2-6-16,2 3-25 0,-1 3-22 0,1 1-37 0,0 1-38 0,-1 1-29 15,2 1-20-15,-1 2-12 0,2 1-18 0,1 2-11 0,1 1-14 0,0 2-7 16,1 1-3-16,0 2-8 0,1 1-6 0,1 1-13 0,1 3-6 16,2 2-6-16,1 0-3 0,1 3 1 0,0 1-6 0,1 2-8 0,1 0-1 15,1 3-7-15,2 0-19 0,0 0 10 0,2 2-4 0,-2 2-2 16,3-1 14-16,0 0-18 0,0 0 2 0,0-3-8 0,1-1-1 0,-1-1-5 15,-1-3-17-15,0-3-23 0,0-1-33 0,-1-2-22 0,0 0-32 0,0-1-39 16,-2-1-48-16,1-1-73 0,-2-1-128 0,0 0-161 0,-2-2-72 16,0 0 104-16,-1-2 111 0</inkml:trace>
  <inkml:trace contextRef="#ctx0" brushRef="#br0" timeOffset="-195999.57">18499 7150 666 0,'-4'4'228'0,"-1"0"-67"0,1 1 10 0,1-1 15 0,2 1-1 15,1-2-22-15,1 0-48 0,1 1-32 0,2-1-17 0,0-1-8 0,2 0-5 16,2-1-7-16,-1-1-8 0,3 0-5 0,1-1-6 0,0-1-5 16,2 0-5-16,-1-1-5 0,1-1-6 0,1 0-3 0,0-1-3 0,0-1-3 15,0-1 0-15,1 0-6 0,-1-1 3 0,0-1-5 0,-2 0-4 0,1-1-3 16,-1 2-7-16,0-1-8 0,-2-1 3 0,0 1-1 0,-1-1 6 16,0-1 7-16,0 2 2 0,-2-1 6 0,0 1 0 0,0 1 3 0,0 0 8 15,0 0 8-15,-1 2 9 0,1 0 5 0,-1 3 2 0,0-2-2 0,0 2 0 16,0 0 1-16,0 2-2 0,-1 1-1 0,1 1-2 0,0 1 2 15,-2 1 0-15,1 1-4 0,0 0-13 0,0-1-2 0,0 2-5 0,0 0-2 16,0 0 13-16,0 1-2 0,1-1-5 0,0 0-2 0,0 0-13 16,-1-1-5-16,2 0-11 0,-1 0-8 0,1-1-4 0,0 1-12 0,-1-1-7 15,0-2-10-15,0 2-9 0,0-1-7 0,0 0 4 0,-2-1 9 0,2 0 8 16,0 0 17-16,-1-2 6 0,1 1 4 0,-1-2 3 0,-1 0 0 16,1-2 8-16,-1 1 10 0,0-2 15 0,-1-1 6 0,0-1 13 0,0-1-5 15,0 0 5-15,-1-1 6 0,0 0 8 0,-2 0 20 0,1-2 16 16,0-1 15-16,-2 0 11 0,0 0 5 0,0 0 1 0,0 3-4 0,-1-2-2 15,0 2-1-15,1 2-9 0,-1 1-8 0,1 2-9 0,0 2-9 16,0 0 0-16,0 3 5 0,1 1-1 0,0 0-8 0,0 2-15 0,0 1-5 16,1 1-4-16,0 0-3 0,1 2-3 0,0 1-2 0,0-1-3 0,2 1-5 15,-1 0-2-15,1 0-3 0,1-1-2 0,1 1-3 0,0-1-11 0,1-1-3 16,1-1-1-16,0 1 1 0,1 0 14 0,-2-1-4 0,1 0 0 16,1-1-13-16,-1-1-32 0,0 1-27 0,0-1-13 0,-1 1-6 0,0 0-11 15,-2-2-16-15,1 0-33 0,1-1-12 0,0-2 14 0,-1 0 34 0,0-2 40 16,0 0 32-16,-1-1 30 0,-1 0 8 0,0-2 11 0,-1-2 9 15,0 0 11-15,0-2 6 0,-1 1 15 0,0-1 18 0,1-1 9 0,-2 1 19 16,0-3 2-16,0 1-8 0,0 0-5 0,-1-1-5 0,1 3-7 0,-1-1-3 16,0 1-8-16,1 1-3 0,-1 1-10 0,1 1-4 0,-1 1-3 15,1 0-1-15,0 2 2 0,0 1 1 0,0 1 3 0,0 1-2 0,1 0-1 16,0 1-4-16,-1 0-3 0,2 1-6 0,-1 0-2 0,2 0-3 16,0 1-4-16,0-1-5 0,0 1 0 0,1 0-6 0,0 0-1 0,1 1 0 15,-2-1-3-15,2 1 1 0,-1 1-1 0,1-1 2 0,0 1-1 0,0-1-1 16,1 1 0-16,-1-1 1 0,0 0-3 0,0 1-3 0,-2-2 1 15,2 1-3-15,-1 0-1 0,0 0-2 0,-2 1 2 0,0-1 5 0,0 1 1 16,-2-1 5-16,1-2 2 0,-1 0 2 0,0-1 6 0,-1 1-1 0,0-1 11 16,-1-1-2-16,0 1-5 0,-1-1 3 0,1-1-5 0,-1-1 3 15,-1 0-2-15,1-1-1 0,-1-1 0 0,0-1-2 0,1-1 4 0,-1-1 1 16,0-1-3-16,1-1 6 0,0 1-2 0,1-2 2 0,0-1-4 16,0 1 3-16,0-1-7 0,2 0-4 0,-1 3-1 0,2-2-7 0,0 2 1 15,1 0-1-15,0 2 4 0,0-1-12 0,1 1 3 0,0 0-3 16,0 0-9-16,0 2 2 0,1-2-11 0,-1 0-14 0,0 1-12 0,0-1-27 15,0 0-18-15,0 0-34 0,-2 1-49 0,1-1-47 0,-1 0-78 0,-1 0-97 16,1 2-129-16,-1-2-36 0,0 2 61 0,1-1 155 0</inkml:trace>
  <inkml:trace contextRef="#ctx0" brushRef="#br0" timeOffset="-195349.57">19609 6791 545 0,'4'-1'290'0,"1"0"-53"0,1 1-26 16,-1-2-17-16,0-1-25 0,0 0-30 0,1-1-39 0,0-1-24 15,-1-1-15-15,1 0-8 0,-1-1-3 0,0 0-5 0,0-2-7 0,0 0-2 16,-1 0-1-16,0-1-2 0,-1 0-3 0,-1 0 0 0,-1 0 8 0,-1 0-1 16,-1-1 4-16,-1 1 4 0,-1 0 1 0,-1 2 5 0,0 1-1 15,-2 1-3-15,0 1 1 0,1 1-4 0,-1 2 1 0,-1 1-3 16,1 2-6-16,0 2-8 0,-2 0-2 0,2 2-5 0,0 1 4 0,0 0 5 15,1 2 3-15,0 2 2 0,1-1-2 0,1 2 2 0,2 0-8 0,1-1 3 16,1 1-10-16,2 0-6 0,2 0 1 0,-1 0-13 0,3 1-1 0,1-2 3 16,2 2-8-16,2 1-1 0,1-2-2 0,1-1-6 0,2-1-1 15,1 0-6-15,0-1-5 0,1 0-5 0,0-2-9 0,1-1-8 0,-2-1-14 16,-1-1-14-16,1-2-13 0,-1 0-14 0,-2-2-17 0,2-1-6 0,-1-1-4 16,0-2 6-16,-2-1-18 0,1-1 20 0,-1 0 29 0,-2 0 20 15,0-1 41-15,-3-1 7 0,1-1 0 0,0-1 5 0,0-2 12 0,0 0 10 16,-1 0 10-16,-2-1 11 0,0 2 5 0,-3 0 9 0,-2 0 5 15,0 2 8-15,-2-1 10 0,1 2 10 0,-1 0 3 0,-1 1-4 0,-1 2-2 16,-1 1-6-16,-1 1-7 0,1 2 7 0,-1 1 5 0,1 1 2 0,0 1 5 16,-1 1-16-16,1 1-3 0,1 2-5 0,1 1-3 0,0 0 0 15,1 3-6-15,1-1-1 0,1 2-6 0,2 1-4 0,2-1-4 0,2 1-5 16,1 0-7-16,1 0-2 0,1 0-5 0,0-1-5 0,2 1 1 0,0 0-4 16,2-1 1-16,-1 0-2 0,1 0-3 0,1-3-2 0,1 1-2 15,-1 1-10-15,-1-1-2 0,0 2-2 0,-1-1 4 0,0 1 5 0,-1-3 7 16,-3 1 4-16,0-1 1 0,-1 0 7 0,-3 0 2 0,-2 1 0 0,-3-1 0 15,-2 1-5-15,-3 0-16 0,-3-1-12 0,-3 1-12 0,-1-1-13 16,-4-1-17-16,-2-1-18 0,-1-1-24 0,-2-2-23 0,-1-2-16 0,0-1-16 16,-1-2-45-16,1-1-61 0,1-2-69 0,0-2-60 0,-1-1 8 0,2 0 25 15,1-4 119-15</inkml:trace>
  <inkml:trace contextRef="#ctx0" brushRef="#br0" timeOffset="-194683.57">18727 5575 526 0,'-57'16'282'0,"-5"3"-194"0,-18 5 9 0,7 0 13 16,8-1 21-16,-1 3 17 0,2 0 6 0,1 4-7 0,0 3-13 15,1 2-4-15,1 2-14 0,1 2-20 0,1 3-15 0,0 2-9 0,2 4-12 16,-1 2 6-16,3 2-4 0,1 2-2 0,0 4 12 0,3 1-21 0,0 4-2 15,3 2-8-15,0 2-16 0,4 4 9 0,2 1-10 0,0 0 1 16,4 1-3-16,3 0 3 0,3-1-6 0,7 2-6 0,2-1-3 0,5-2-4 16,5 2-3-16,3-3 2 0,4 0-5 0,5-1-2 0,6-1 2 0,5-2-6 15,4 0-1-15,5-1 7 0,6-3-4 0,3-1 9 0,8-2 2 16,5-2 0-16,4-4 0 0,5-2 0 0,5-5-2 0,6-3 2 0,5-3 0 16,4-6-14-16,5-3 5 0,5-6 2 0,3-5-5 0,4-4 15 15,3-3-8-15,2-5-5 0,3-3 6 0,4-5-3 0,1-3 7 0,2-4 5 16,3-4 5-16,1-3 6 0,2-2 8 0,1-2-3 0,1-5 0 0,-1-3 2 15,0-3-4-15,-1-4 5 0,-1-4-1 0,-1-2-5 0,-2-4-5 16,-2-3 1-16,0-3-6 0,0-2-8 0,-3-4 2 0,-1 0-2 0,-2-1 3 16,-3-3-1-16,-3 0 2 0,-1-2-2 0,-5 0-7 0,-2 0 3 0,-4 0-3 15,-4 1 2-15,-3-1 3 0,-2 2-2 0,-4-1 3 0,-2 1-5 16,-5 1-1-16,-2-1 4 0,-4 2 3 0,-4 0 0 0,-5 2-1 0,-4 0-7 16,-3 1-1-16,-7 3 6 0,-3-1-10 0,-7 2 6 0,-4 0-13 15,-5 0 9-15,-5 1 2 0,-5 1-2 0,-6-1 12 0,-5 3-14 0,-4 0 6 16,-6 1 5-16,-6-1 1 0,-5 1-1 0,-7 2 6 0,-3 0-8 0,-7 1 3 15,-5 2 3-15,-4 1 0 0,-5 0-1 0,-7 3-1 0,-3 0-3 16,-6 1-1-16,-5 2-1 0,-3 2-6 0,-3 3-4 0,-4 4-3 0,-3 4-6 16,-2 4 10-16,-2 5-5 0,-4 5 3 0,0 5-3 0,-4 5-1 0,0 4-3 15,-1 4-7-15,-2 4-10 0,-1 6-17 0,0 4-15 0,-1 7-16 16,2 5-17-16,0 5-14 0,1 8-8 0,1 6-16 0,0 5-21 0,1 7-37 16,1 5-53-16,2 3-88 0,1 6-102 0,5 0-73 0,3 5 81 15,5 2-6-15</inkml:trace>
  <inkml:trace contextRef="#ctx0" brushRef="#br0" timeOffset="-163580.81">23319 8285 1134 0,'0'-2'0'0,"0"1"1"0,1-1-1 0,1 0 4 0,2 2 1 0,-2 0-2 0,2 0 4 0,-1 1 0 0,1-1 7 0,-1 1 4 0,1 1 11 16,0-1 7-16,-1 1 5 0,3 0 2 0,-1 0 2 0,1 1-6 0,2-2 0 15,1 1 2-15,1-1-3 0,2 0 2 0,2 0 0 0,2 0-5 16,0 0-4-16,4-1-1 0,2 0-3 0,0 1-1 0,2-1 7 0,0-1-2 15,-1-1 0-15,2 0 11 0,0 0 3 0,3-1 7 0,-2 1 10 0,3-2-2 16,1 0 4-16,-1 0 1 0,2 0-1 0,1 1 4 0,-1-1-1 16,3 0 7-16,-2 0 1 0,2 0-4 0,1-1-3 0,1 0-19 0,2-1-6 15,1 1-2-15,1-1-8 0,-1 1 1 0,0 0-2 0,3 0-4 16,-2 1-6-16,3 0 0 0,2 0-6 0,-1 1-4 0,1 0 2 0,0 2-9 16,-1-1 0-16,-1 1-1 0,1 1-6 0,0 1 4 0,0 0 1 0,-2 0-1 15,1 0 2-15,-3 1 1 0,0-1-5 0,2 0 3 0,-1 0 4 16,-1-1-1-16,2 0-1 0,-3 0 0 0,0-1-7 0,-1 1 2 0,-4-1 2 15,0-1 0-15,-2 2 0 0,0-2-4 0,-1 0 0 0,-3 1 4 0,0-1-6 16,-4 2 3-16,-2-1-5 0,-1 1-4 0,-1 0-4 0,-2-1-11 16,-1 1-11-16,-1-1-12 0,-1-1-17 0,-3 1-19 0,-1 0-22 0,-1-1-18 15,-1 0-25-15,-1 0-22 0,-1-2-40 0,-2 0-37 0,0-1-49 16,-1-3-51-16,0 0-21 0,-2-4 47 0,-1-4-44 0</inkml:trace>
  <inkml:trace contextRef="#ctx0" brushRef="#br0" timeOffset="-163081.8">24186 7357 2522 0,'-33'-12'66'0,"5"2"-42"0,1 0-25 0,12 6-22 15,8 3-15-15,4 2-6 0,0 1-1 0,1 1 11 0,2 2 7 16,-1 2 10-16,1 2 8 0,0 2 1 0,-1 2 0 0,1 2 1 0,0 1 2 16,1 0 2-16,-2 0 3 0,1 2 0 0,0 0 2 0,0-1-2 0,1 2 3 15,0 1-2-15,1-1-1 0,0 2 3 0,0 0-7 0,2 0 1 16,-1 1 9-16,2 1 0 0,0 0 8 0,1 0 2 0,0 2 0 0,0 0-1 15,0 1 3-15,1-1 1 0,0 2-5 0,2 0-3 0,0 3 1 0,0 0 1 16,-1 0 2-16,1-1 4 0,-2-1 0 0,2-1 2 0,0 0 4 16,0 2-4-16,0-1 0 0,2 2-2 0,-1 0 1 0,0 2-11 0,1-2 11 15,-1 2 1-15,1-1 2 0,-1 2 8 0,1 0-12 0,0-1-3 16,1 1-4-16,1-1 3 0,-1 0 0 0,-1 0-3 0,0 1 4 0,0-3-6 16,0 1 4-16,0-3 1 0,-1 1-5 0,0 0 6 0,-2 0-3 0,2 0-1 15,-1 1-2-15,-1-1-11 0,0-1 2 0,0-1 3 0,-1-2-1 16,-1 0 11-16,1-3-4 0,-1-1-6 0,0-2-1 0,-1-1 4 0,1-2-4 15,-1-2 4-15,1-1-5 0,0-2 0 0,-1-3 3 0,0 1 0 0,-1-3 0 16,-1 0-1-16,1-1-2 0,-1-1-1 0,0 1 1 0,0-2 2 16,0 1-4-16,0-1-2 0,0 0 0 0,0-1-10 0,0 0-11 0,0-1-21 15,1 0-34-15,-1 0-49 0,1 0-58 0,0 0-89 0,1 0-143 16,0 0-164-16,0-1 8 0,2-1-49 0</inkml:trace>
  <inkml:trace contextRef="#ctx0" brushRef="#br0" timeOffset="-91021.22">16302 11531 1 0,'-7'0'0'0,"-2"1"61"0,-2 1 201 0,4 0-147 0,-1-1-152 0,5-1 28 16,2-2 4-16,0-1-18 0,1-2-3 0,2-1 4 0,-1-1 8 0,2 0 5 15,-1-2 6-15,0-1-2 0,-1 1-1 0,-2 0-5 0,-1 1-4 0,0 0-1 16,0 2 3-16,-1 1 0 0,-1 0-1 0,1 1-1 0,-1 0-4 15,-1 0-3-15,1-1-2 0,0 0-15 0,-1-2-39 0</inkml:trace>
  <inkml:trace contextRef="#ctx0" brushRef="#br0" timeOffset="-90510.21">15567 11225 969 0,'-10'-4'71'16,"2"-1"-88"-16,1-3 17 0,5-1-5 0,4-2-8 0,3-3-2 0,3-2 8 16,2-3 5-16,2-1 5 0,-1-1 0 0,3 1-3 0,0 0-5 15,2 1-1-15,2 1-2 0,1 1-3 0,3 1 3 0,-1 0-3 0,2 2 2 16,2-1-3-16,0 1-2 0,2 2 2 0,-1 1 0 0,2 3 2 16,-1 1-3-16,3 2 0 0,-1 1 1 0,1 3-1 0,-2 2-2 0,0 2-3 15,0 2-3-15,-1 2 0 0,2 2 2 0,-3 4 4 0,1 3 3 0,-3 1 5 16,0 2 4-16,-2 3 5 0,-3 2 5 0,-1 3 4 0,-2 4 6 15,-3 1 4-15,-2 3 1 0,-2 0 3 0,-2 1-1 0,-1 4-3 0,-3 2-3 16,-3 2 3-16,-2 3 0 0,-2 2 8 0,-3 0 8 0,-2 1 1 0,-2 2 5 16,-2-1-5-16,-4 2-3 0,0-1-3 0,-2-1-5 0,-2 1 1 15,-1-2-6-15,-1 0-1 0,-2-1-2 0,-1-2 3 0,-1-2 5 0,-2-3 0 16,-1 1 7-16,-1-5-2 0,-3-3 6 0,-1-2 5 0,-4-3 5 16,2-1 2-16,-2-2-2 0,1-3 4 0,0-4-1 0,-1-3 4 0,3-4 0 15,-1-4-11-15,0-2-6 0,1-6-13 0,1-3-4 0,2-4-3 0,1-4-4 16,4-3-4-16,1-5-13 0,3-6-11 0,1-5-7 0,2-7-11 15,3-6 2-15,1-7-13 0,3-9-22 0,5-8-28 0,5-7-59 0,5-9-124 16,6-9-93-16,4-10-15 0,3-14-72 0</inkml:trace>
  <inkml:trace contextRef="#ctx0" brushRef="#br0" timeOffset="-75991.96">17230 13462 1232 0,'-3'4'590'0,"-2"1"-258"0,-2 2-56 0,0 1-47 15,0 0-52-15,2 1-43 0,0 1-18 0,0 0-15 0,-1 1-7 0,-1 2-11 16,1 1-8-16,-1 1-18 0,0 0-3 0,1 0-19 0,-1 1-5 16,0 0 1-16,-1-2-11 0,2 0 5 0,0 0-14 0,1-2 3 0,2 0-5 15,-1-2-3-15,1 1 0 0,0-1 1 0,1 0 3 0,1-2 1 0,0 0 7 16,0-3-5-16,1-2 3 0,0 1 1 0,0-1-2 0,1-1 5 0,0 0-3 16,0-1 5-16,1-1-3 0,0 0-3 0,1 1 8 0,-1-1-5 15,1 0 3-15,-1 0 0 0,2-1-10 0,-1 1 6 0,1 0-8 0,0 0 0 16,0-1-8-16,1 1-4 0,0 0 4 0,-1 0 6 0,2 1-6 0,-1 0-4 15,1 1 6-15,0 0 2 0,0 2-6 0,1-1 0 0,0 1 0 16,1 1 0-16,1 0 0 0,0 1 0 0,0 0 0 0,0 1 0 0,-2 0 0 16,1 0 0-16,0 2 0 0,0-1 0 0,-1 2 0 0,-1-1-12 15,-1 1 0-15,1-1 2 0,-3 2-10 0,0 0 40 0,-2 2-12 0,-1-1 4 16,0 0 2-16,-2 0-14 0,0-1 0 0,-1 0 0 0,-2 1 0 16,0-1 0-16,-1 0 0 0,-1 1 0 0,-1-1 0 0,-1 0 0 0,0 0 0 15,0-2 0-15,-1 0 0 0,-2 0 0 0,1-1 0 0,-1 0-2 0,2-2-10 16,1 0 4-16,-1-2-2 0,1-1-10 0,0-1-4 0,0-2-14 15,1-2-13-15,-1-1-13 0,2-1-15 0,-1-2-34 0,0-2-20 0,1-1-29 16,0-2-35-16,0-2-45 0,1 0-76 0,0-4-107 0,1-1-157 0,0 0-34 16,1-3 139-16,1-1 19 0</inkml:trace>
  <inkml:trace contextRef="#ctx0" brushRef="#br0" timeOffset="-75842.96">17014 13631 1018 0,'-1'-8'346'0,"0"-1"-20"15,-1-2-34-15,2 2-62 0,1 2-33 0,0 2-27 0,1 0-22 0,0 1-13 16,1-1-20-16,-1 1-20 0,2 1-10 0,0-1-19 0,0 0-13 0,2 0-12 15,0-1-12-15,0 1-7 0,3 0-2 0,-1-1-13 0,2 1 1 16,-1 0-1-16,1-1-9 0,-1 1 4 0,1-1-4 0,1 1-9 0,1 1 2 16,0 0-11-16,0 2-20 0,0 0-24 0,2 0-43 0,1 1-32 15,0 0-50-15,-1 0-64 0,1 1-110 0,0 1-152 0,0 1-106 0,0 1 94 16,0 0 47-16</inkml:trace>
  <inkml:trace contextRef="#ctx0" brushRef="#br0" timeOffset="-75542.96">17463 13840 899 0,'1'13'326'0,"1"0"-31"0,1 3-29 0,-1-6-70 0,0-1-61 15,2 0-41-15,0-1-23 0,1 1-1 0,-1-2-1 0,2 0-4 0,-1-1-13 16,1-1-16-16,1-2-6 0,-1 0-4 0,0-1-7 0,1-1-4 0,-1-1-2 16,1-1-4-16,2-2 11 0,-1 0 1 0,1 0 2 0,-1-2-2 15,0-1 4-15,-1 0-4 0,1-2 1 0,0 0 0 0,-1 0 13 0,0-1 2 16,0 0 4-16,0 1 14 0,-1-2-12 0,0 0 11 0,-2-1 4 0,1 0 4 15,-1 0-1-15,0 1 5 0,-2-1-5 0,-1 0-10 0,-1 0-1 16,-1 0-7-16,-1 1-7 0,-2-1-1 0,-1 0-8 0,0 1-8 0,-1 0 4 16,-2 2-10-16,0 0-2 0,-2 2-5 0,0 0 0 0,0 0-6 15,-1 2-2-15,-1 2-6 0,-1 1-5 0,0 3 3 0,0 0-3 0,2 2 2 16,-1 2-1-16,0 0-7 0,0 1 4 0,0 2-2 0,2 1-5 0,1 0-3 16,1 2-16-16,0-1-13 0,1 0-28 0,2 0-25 0,1 1-32 15,2-1-41-15,2-1-57 0,2-1-74 0,2-1-108 0,3 0-142 0,2-1-22 16,1-1-36-16</inkml:trace>
  <inkml:trace contextRef="#ctx0" brushRef="#br0" timeOffset="-75275.96">17922 13828 898 0,'9'3'507'0,"0"2"-192"0,3 0-41 0,-3 1-40 0,0-1-49 0,-1 1-49 16,1-1-23-16,-1 1-19 0,0 0-9 0,-1-1-8 0,1 0-11 15,-2 1-11-15,2-3-22 0,0 1-5 0,-1-1-7 0,2-2-4 0,-1 1 16 16,1-1-3-16,-1-1-5 0,0 0-9 0,0 0-3 0,0 0 10 15,-1-1 9-15,1-1 28 0,-1-1 4 0,0-2 9 0,0 0 7 0,-1-2-18 16,0-2 3-16,-1-1-16 0,0 0-4 0,-1-2 3 0,0 1-7 0,0-1-2 16,-1 0-7-16,-1 0-7 0,-2 0-1 0,-1-1-4 0,-1 1 2 0,-2-1 0 15,-1 1-8-15,-2 1-14 0,-1 1 0 0,-2 2 0 0,-1-1 0 16,-3 1 0-16,-2 1 0 0,0 1 0 0,0 2 0 0,-3 3 0 0,1 2-8 16,0 2 2-16,-1 3-2 0,1 2-4 0,2 0 2 0,1 2-6 15,-1-1-10-15,2 1-8 0,1 1-21 0,3 2-26 0,0-1-31 0,2-1-48 16,1 1-70-16,2-1-143 0,0-1-318 0,3 0-262 0,0-3-55 0</inkml:trace>
  <inkml:trace contextRef="#ctx0" brushRef="#br0" timeOffset="-74358.91">18336 13760 1190 0,'0'2'304'0,"1"2"-21"0,0-1-50 0,0 2-63 0,1 0-47 0,-1 0-31 16,1 2-18-16,0-1-7 0,1 0-7 0,-1 0-15 0,1 0-13 15,-1 0-6-15,1 0-5 0,1-2-3 0,-1 1-1 0,2-1-7 0,-1-1 0 16,1 0-2-16,1-1 0 0,-1-1-3 0,2 0 5 0,1-1-10 0,0-1 2 16,2-1 4-16,0-1-1 0,1-1 3 0,-2 0 2 0,0-1 7 15,0 0 3-15,0-3 10 0,-1-1 9 0,0-2-3 0,0-1 3 0,-1-1-4 16,2 0-2-16,-2-2-2 0,-1 0-1 0,0-1 0 0,-2 0-2 0,-1-1-1 16,-1 0-1-16,0 1 5 0,-2 0-3 0,-1 0 3 0,-1 0 3 15,-1 1-3-15,-1 4-1 0,-1-1 1 0,0 3 2 0,-2 1 6 0,0 1-3 16,0 1-6-16,1 3-8 0,-1 1-10 0,0 1-3 0,1 3 0 15,-1 2-10-15,-1 1 4 0,0 1-1 0,1 1-11 0,-1 1 11 0,-1 1-14 16,0 1-5-16,0 0-3 0,1 2-22 0,1 0-21 0,-1 0-32 0,2-1-36 16,1-1-54-16,-1-1-97 0,2 0-161 0,-1-1-289 0,1 0-18 15,1-1 24-15</inkml:trace>
  <inkml:trace contextRef="#ctx0" brushRef="#br0" timeOffset="-73673.91">19688 13593 1532 0,'-1'2'351'0,"0"0"-60"15,0-1-44-15,2 1-16 0,0-3-32 0,2 0-30 0,0-1-23 0,1-1-20 16,0 0-1-16,2-2-20 0,1 1-12 0,1-2-9 0,-1-1-23 0,2 0 0 16,0-1-14-16,1 0-4 0,1-1-10 0,1 0-11 0,-1 1 3 15,2-1-7-15,0 2-6 0,-1-1-2 0,1 2-6 0,-2-1-2 0,2 1-2 16,0 1 2-16,0 0 8 0,0 2-8 0,-1-1 2 0,0 1-10 0,0 0-4 16,0 2 6-16,0 1 0 0,-2 1 4 0,-1 1-10 0,-1 2 8 15,-1 0-10-15,-1 1 4 0,0 3-4 0,-3 1-7 0,0 2 3 0,-3 1 0 16,-1 2 4-16,-2-1 3 0,-2 5 5 0,-1 0 0 0,-2 1 6 0,-1 2-6 15,-2-1 2-15,-1-1 4 0,-1 2-6 0,-1 1 10 0,1-2-4 16,2 3-2-16,-1-1 11 0,2-2-3 0,1 1 8 0,1-1 4 0,2-2 1 16,1 1 1-16,2-2-6 0,1-1 4 0,3-4-22 0,0-1 4 0,2-1-6 15,2-2 14-15,1 0 16 0,3-2-8 0,1-2-16 0,1 0-2 16,1-3 0-16,3 0 0 0,1-2 0 0,1 0 0 0,1-1 0 0,2-3 0 16,-1 0-28-16,1 0-14 0,1-2-21 0,1 0-16 0,-1 1-25 15,1-1-52-15,0 1-64 0,0-2-123 0,1 2-218 0,0-1-318 0,0 0 105 16,2 0 64-16</inkml:trace>
  <inkml:trace contextRef="#ctx0" brushRef="#br0" timeOffset="-72656.91">22344 13452 1108 0,'-3'1'339'0,"0"0"-34"0,0 0-46 0,0 0-23 0,0 0-36 16,1 0-33-16,1 1-18 0,-2-1-23 0,3 1-5 0,-1-1-9 16,1 1-11-16,1-1-7 0,1 0-3 0,1-1-8 0,0 1-15 0,0-1-4 15,2 0-15-15,0 0-3 0,1-1-10 0,2-1-9 0,1 1 0 0,1-1-6 16,1 1-7-16,-1 0-1 0,2-1-5 0,0 0-4 0,1 0 11 0,0 2-11 15,0 0 4-15,-1-1-4 0,-2 2-6 0,2 1 8 0,0 0-2 16,-2 2 5-16,-1-1-5 0,-1 2-4 0,-2 2-4 0,-2 0-1 0,0 2-1 16,-2 0 2-16,-1 0 0 0,-1 2 4 0,-2-2-2 0,0 3 2 0,-2-1 0 15,0 1-4-15,-1 0 10 0,-1-2-4 0,0 1 4 0,0-1-6 16,0 0 0-16,0-2 4 0,1 0 2 0,1-2 1 0,0-1-3 0,4-1 2 16,0 0-8-16,2-2 8 0,1 0-6 0,1-1 4 0,1-2 0 15,2 1-2-15,1-2 10 0,2 0-2 0,0-1 3 0,4 0 7 0,-1 0-4 16,2-1 0-16,-1 0 6 0,2 1 8 0,0 1-20 0,0 0-10 15,-1 0 0-15,1 2 0 0,0 1 0 0,1 2 0 0,-1 0 0 0,1 1 0 16,-1 1 0-16,-1 0 0 0,-2 2 0 0,2 2 0 16,-1 0 0-16,1 1 0 0,-2 0 0 0,1 0 0 0,-1 0 0 0,1 3 0 0,-2 0 0 0,-4 0 0 15,1 0 0-15,-3-2 0 0,0 0 0 0,0 0 0 0,-2 1 0 16,-2-1 0-16,-1-1 0 0,-2 1 0 0,-2-1 0 0,-2 0 0 0,-1-1 0 16,-3 0 0-16,-2 0 0 0,-2-2 0 0,-5 0 0 0,-2-1-46 15,0-1-2-15,-3 0-5 0,-1-1-27 0,-1-2-13 0,-2 0-44 0,1-2-44 16,-3 0-46-16,1-1-83 0,0-1-163 0,1-1-261 0,-1 1-9 0,1 0-31 15</inkml:trace>
  <inkml:trace contextRef="#ctx0" brushRef="#br0" timeOffset="-71141.92">25006 13571 795 0,'0'2'440'0,"1"1"-153"0,1-1-71 0,0-1-41 16,-1 0-12-16,2-2-20 0,1 0-19 0,1-2-26 0,1 0-15 0,-2-1-9 15,3-1-15-15,1-1 0 0,0 0-2 0,0-1-8 0,1-1 0 16,0 0-9-16,0 0-6 0,-1-1 0 0,2 1-3 0,-1-1 7 0,0 0 1 16,-1 0 5-16,-1 2 9 0,0 1 5 0,-1-1 8 0,-1 2 1 0,-1-1 3 15,0 2-2-15,-2 0-5 0,-1 1 1 0,-1 1-13 0,0 0-5 0,-1 2-6 16,-1 0-5-16,-1 2-10 0,0 1-8 0,-2 0-1 0,1 0-9 16,-1 2 3-16,-1 0 8 0,-1 1-3 0,0 0-5 0,0 1 8 0,0 1-4 15,0 0-5-15,1 0-1 0,0 1-2 0,2-1-2 0,-2 1 6 16,2 0-4-16,-1 0 6 0,2 2-8 0,0 1 0 0,1 1 6 0,2-2-8 15,0 3 2-15,2-2 0 0,1 1 0 0,1 1 4 0,1-2 0 0,0 1-4 16,2 1-6-16,-2-1 4 0,3 0 4 0,0-2 2 0,1 1-8 16,1 0 0-16,-1 1 0 0,1-2 2 0,-3 0 2 0,2 1-8 0,1-2-4 15,-2 2 4-15,0-1-2 0,0-1 4 0,-1-1 12 0,-1 0-16 0,-1 0 2 16,0 0 2-16,0 0-2 0,-1-1 10 0,0-1-20 0,-1-2-6 16,-1 2 2-16,0 0 4 0,-1-1 32 0,0 0 10 0,-1 0-8 0,-1 0-8 15,0-2-6-15,0 1-8 0,-1 0 0 0,0-1 2 0,-1-1 0 16,0 2 8-16,-1-1-8 0,-1 0 0 0,0-1-8 0,0 0 4 0,-1 1 4 15,0-1 4-15,0 0-2 0,-2-1-6 0,1 0 6 0,-2 0-6 0,1-1 12 16,0 0-2-16,0 0-2 0,-1 0-2 0,0 0-8 0,0 0 12 16,0-1-6-16,2 0 0 0,0 1 0 0,2-1 0 0,1-1 0 0,0 1 0 15,0 0 0-15,3 0 0 0,0 0 0 0,1-1 0 0,1 1 0 0,1-1 0 16,-1 0 0-16,2 0 0 0,0-1 0 0,0 0 0 0,2 0 0 16,1 0 0-16,1 0 0 0,0-1 0 0,1 0 0 0,0 0 0 0,2 0 0 15,0 0 0-15,-1 1 0 0,1-1 0 0,0 1 0 0,0 0 0 16,-2 0 0-16,1 1 0 0,-1 1 0 0,0 0 0 0,0 0 0 0,0 0 0 15,0 2 0-15,-1-1 0 0,-1 0 0 0,-1 1 0 0,0 0 0 0,-2 1 0 16,0 0 0-16,0 0 0 0,-1-1 0 0,0 1 0 0,-1 0 0 16,0 0 0-16,0 0 0 0,0 0 0 0,-1-1 0 0,0 0 0 0,0 0 0 15,0 0 0-15,0-1 0 0,0 1 0 0,-1 1 0 0,1-2 0 0,-1 1 0 16,1 0 0-16,-1-1 0 0,0 0 0 0,1 0 0 0,0-1 0 16,-1 1 0-16,1-1 0 0,0 0 0 0,0 1 0 0,0-1 0 0,0 0 0 15,0 0 0-15,0-1 0 0,0 1 0 0,0-1 0 0,0 1 0 16,0-1 0-16,0 0 0 0,0-1 0 0,-1 0-62 0,1 0-86 0,-1-1-42 15,1 0-68-15,0 1-121 0,-1-1-232 0,1 0-292 0,1-1 136 0,0 0 106 16</inkml:trace>
  <inkml:trace contextRef="#ctx0" brushRef="#br0" timeOffset="-70241.91">27524 13546 962 0,'-2'5'258'16,"-1"1"-35"-16,-1 1-13 0,0-1-7 0,-1 0-17 0,0 0-29 16,1-1-31-16,-2 1-18 0,1-1-11 0,0-1-5 0,-2 0-7 0,2-2-3 15,-1 1-4-15,0 0-2 0,1-2-2 0,0 1-5 0,0-2-1 0,1 0 1 16,1 0 6-16,-1 0-5 0,1 0 7 0,-1-1-7 0,1-1-7 16,0 1 3-16,0-1-11 0,0 0-6 0,2 0 3 0,-2-1-11 0,1 0 1 15,0 0-10-15,1 1-7 0,-1-2 8 0,1 0-9 0,-1 1 6 16,1-1 2-16,0 0-12 0,1 0-4 0,-1-1-16 0,1 0 0 0,-1 0 0 15,2 0 0-15,-1-1 0 0,1 1 0 0,-1 0 0 0,1-1 0 0,0 0 0 16,0 1 0-16,1-2 0 0,0 1 0 0,0 0 0 0,0 0 0 16,0 0 0-16,0 0 0 0,0 0 0 0,1 1 0 0,-1 1 0 0,1-1 0 15,1 2 0-15,0-2 0 0,0 0 0 0,0 1 0 0,1-1 0 0,-1 0 0 16,1 1 0-16,1 0 0 0,1 0 0 0,-1 0 0 0,0 1 0 16,2 0 0-16,-1 0 0 0,1 0 0 0,0 1 0 0,-1 0 0 0,0 1 0 15,0 0 0-15,0 1 0 0,0 1 0 0,0-2 0 0,0 2 0 16,0 0 0-16,-1-1 0 0,1 3 0 0,0-2 0 0,-2 2 0 0,1-1 0 15,-1 0 0-15,-1 1 0 0,2 1 0 0,-2 0 0 0,1 0 0 0,-1 1 0 16,0-1 0-16,0 1 0 0,1 1 0 0,-1-1 0 0,1-1 0 16,0 0 0-16,-1 1 0 0,-1 0 0 0,1 0 0 0,-1 1 0 0,0-1 0 15,0 1 0-15,-1 1 0 0,2 0 0 0,-3 0 0 0,0 0 0 0,0-2 0 16,-1 1 0-16,1 1 0 0,-2 0 0 0,1-1 0 0,-1 1 0 16,1-1 0-16,-1 1 0 0,0-1 0 0,-1-1 0 0,1 0 0 0,0 1 0 15,0-1 0-15,1-1 0 0,-2 1 0 0,1-1 0 0,0 0 0 16,0 0 0-16,0 0 0 0,0 0 0 0,0 0 0 0,0 0 0 0,-1 2 0 15,0-3 0-15,0 2 0 0,-1 0 0 0,1 0 0 0,0 1 0 0,-2-1 0 16,1 1 0-16,-1 0 0 0,0 2 0 0,0-1 0 0,0 0 0 16,-1 1 0-16,0 0 0 0,0 0 0 0,-1 0 0 0,0 1 0 0,1-1 0 15,-1 1 0-15,1-2 0 0,0 1 0 0,0 1 0 0,0 0 0 0,1-1 0 16,0-1 0-16,2 0 0 0,0 1 0 0,0-2 0 0,1 2 0 16,0-1 0-16,0-1 0 0,1 0 0 0,1 0 0 0,-1 0 0 0,2 0 0 15,-1-1 0-15,1 1 0 0,1-1 0 0,-1-1 0 0,1 1 0 16,-1 0 0-16,1 0 0 0,0 1 0 0,0-1 0 0,-1 0 0 0,1 0 0 15,0 0 0-15,0 0 0 0,0 0 0 0,0-3 0 0,-1 2 0 0,0-1-100 16,1 0-58-16,-1-1-43 0,1 0-74 0,-1 0-109 0,0 0-157 16,0-1-212-16,0 0 29 0,0 1-15 0</inkml:trace>
  <inkml:trace contextRef="#ctx0" brushRef="#br0" timeOffset="-69708.92">27598 14301 1076 0,'0'1'413'0,"-1"1"-100"0,0 0-62 0,1 0-24 16,0-1-19-16,0 0-36 0,-1 0-36 0,1-1-31 0,-1 1-25 16,2-1-3-16,-2 0 0 0,1-1-2 0,0 1-4 0,0-1-15 0,0 0-3 15,0 0-6-15,0-1-1 0,0 1 0 0,0 0 1 0,0-1-9 0,1 0 1 16,-1 1-1-16,0-1-9 0,1 1 7 0,-1 0-11 0,1 0 0 16,0-1-4-16,-2 1-7 0,1 0 3 0,-1 0-1 0,1 1-7 0,0 0-1 15,-1 0 2-15,-1 0-4 0,0 1 7 0,0 1-5 0,-1 0 2 0,1 0 2 16,-1 0-4-16,0 1 0 0,1 0-3 0,-1 0 1 0,1 0 4 15,-1 0-6-15,1 0 6 0,0-1 0 0,0 0-2 0,1 1 8 0,-1-2-2 16,1 1 6-16,0 0 2 0,0-1-18 0,1 1-4 0,0-1 0 16,1-1 0-16,-1-1 0 0,1 1 0 0,0-1 0 0,0 0 0 0,1 0 0 15,-1-2 0-15,1 1 0 0,1-1 0 0,0 0 0 0,0 0 0 0,-1-1 0 16,1 0 0-16,0 0 0 0,0 1 0 0,0 0 0 0,0 0 0 16,-1 0 0-16,0 1 0 0,-1 1 0 0,-1 1 0 0,0 0 0 0,0 0 0 15,-1 1 0-15,0 1 0 0,1-1 0 0,-2 2 0 0,1-1 0 0,0 1 0 16,-1 1 0-16,1-1 0 0,0 2 0 0,1-1 0 0,-1-1 0 15,1 0 0-15,-1 1 0 0,0-1 0 0,1 0 0 0,0 0 0 0,0-1 0 16,1-1 0-16,-1 1 0 0,1-2 0 0,-1 0 0 0,1 0 0 16,-1-1 0-16,0 0 0 0,-1-1 0 0,1 0 0 0,0-1 0 0,-1-1 0 15,-1-1-104-15,0 0-129 0,0-1-99 0,0 0-171 0,-1-2-354 0,1 1-43 16,1-1-9-16</inkml:trace>
  <inkml:trace contextRef="#ctx0" brushRef="#br0" timeOffset="-61275.1">16609 10722 1054 0,'-6'-3'622'16,"-1"-1"-391"-16,-3-2-21 0,1 0-9 0,-1 0-16 0,0-1-28 0,0 0-24 16,-2 0-22-16,0-1-10 0,0 0-1 0,-1 0-14 0,1-1-13 15,-1-1-12-15,-2 0-14 0,1 0 2 0,0 0-7 0,-3 0-1 0,-1-1-10 16,-1-1-3-16,0-1-2 0,-2 0-5 0,-2 1-6 0,0-1-6 0,-2-1-3 16,-1-1-6-16,-3 0 13 0,0 1-7 0,-3-1 1 0,-1 1 7 15,-3 0-9-15,1 1-3 0,-2-1 8 0,-3 2-7 0,-1 0-4 0,-1 2 4 16,-1 2-5-16,0 1 10 0,-1 1-4 0,-1 1-6 0,0 2-2 0,0 1 0 15,-1 2 2-15,-1 2 4 0,2 1-4 0,0 2-5 0,1 1 9 16,-1 1-8-16,0 2 4 0,2 3 2 0,1 0-4 0,2 2-1 0,3 0 5 16,0 2-2-16,2 0-2 0,1 1 10 0,5-1-8 0,0 0-2 15,4 0 4-15,2-3-8 0,2-1 5 0,2-1-3 0,3-1-9 0,3 0 17 16,2-3-10-16,2-1-7 0,2-2 4 0,1-1-15 0,3-1-12 0,2-1-1 16,0-1-21-16,2-1-17 0,0 0-8 0,1 0-23 0,0 0-30 15,2-1-53-15,0 0-81 0,1-1-140 0,1 0-212 0,-1-1-27 0,1-1-62 16</inkml:trace>
  <inkml:trace contextRef="#ctx0" brushRef="#br0" timeOffset="-60975.1">14591 10163 1014 0,'-2'0'309'0,"-1"2"-21"0,-1 0-53 0,2 3-41 0,-1 0-22 15,1 2-39-15,0 1-20 0,-2 3-13 0,0 0-25 0,-1 2-9 16,1 2-12-16,-2 1-14 0,1 2-2 0,0 0-15 0,-2 2 1 0,0 0-4 16,-2 1-9-16,-1 2-2 0,0 1-6 0,0 2 1 0,1 1 2 15,-2-1 3-15,1 2-7 0,1-3 6 0,0 2-10 0,0 0 4 0,2-1 0 16,0 2-2-16,0-2 1 0,1 0 3 0,0-1 3 0,1-1-18 0,2 0 0 16,0-2 9-16,2 0-1 0,-1-1 14 0,2-2 0 0,0 0-15 15,1-1 1-15,1-3 4 0,1-1 3 0,1 0 3 0,0-3 3 0,1-1-5 16,-1-2 0-16,-1-3 5 0,1 0 2 0,1-1 0 0,-1-1 4 0,-1-1-4 15,1-1-3-15,-1-1 11 0,0-1-4 0,-1-1-4 0,1 0-5 16,0-1-3-16,0 0-3 0,0 0 3 0,-1-1-13 0,-1 1-19 0,1-2-25 16,0-1-34-16,-1-1-23 0,1 0-41 0,1 0-53 0,-1-1-79 0,0-1-154 15,0 0-156-15,0 0 50 0,-1-1 11 0</inkml:trace>
  <inkml:trace contextRef="#ctx0" brushRef="#br0" timeOffset="-60192.1">14066 9336 1022 0,'-2'2'288'0,"1"-1"-9"16,-1 1-47-16,2 0-10 0,0 1-7 0,1 0-12 0,0 2-20 0,1 2-26 15,1 2-23-15,0 1-21 0,1 2-7 0,1 2-14 0,0 1-12 0,1 0-7 16,1 2-16-16,0 2-6 0,0 1-4 0,0 1-21 0,1 3-2 16,-1 1 10-16,1 1-4 0,0 2 4 0,0 0-1 0,1 2-22 0,0-1 1 15,-2 1 1-15,1-2-5 0,0 1 7 0,-1-1-5 0,0 0-10 16,0-2 8-16,-1-1-8 0,0-3 1 0,-1-2 1 0,-2-1-4 0,1-2 6 16,-1-3 2-16,0 0-2 0,-2-2-6 0,-1-2 4 0,0-3-2 0,-1-1-6 15,-1-3-13-15,-1-1-14 0,1-2-16 0,-1-1-8 0,-1-3-6 16,-1-1-8-16,-2-3-8 0,0-1-21 0,-2-3-27 0,0-1-28 0,-1-2-35 15,0-3-36-15,1-1-34 0,-1 0-37 0,1-2-25 0,-1-3-17 0,1 2-6 16,-1-2 29-16,-1-1 65 0,-1 3 78 0,-1-2 71 0,-1 3 52 16,0-1 27-16,0-1 20 0,-2 1 18 0,-1-1 22 0,0 1 32 0,0 3 37 15,1 0 40-15,0 0 39 0,2 4 38 0,0-1 24 0,-1 1-2 0,1 2-17 16,0 2-36-16,0 4-25 0,0 1-12 0,2 1-10 0,1 3-4 16,1 1-9-16,2 2-14 0,0 1-6 0,0 0-6 0,1 1-2 15,1 0-8-15,1 1-3 0,1-2-5 0,2 1-8 0,0-2-5 0,2 0-9 16,2 0-4-16,0-2 0 0,2 1-10 0,2-3-7 0,2 1 4 0,2-3-15 15,3-2 5-15,-1-2-8 0,5 0-7 0,2-2-2 0,1-1-7 0,2 1-3 16,0-1-8-16,0-1-4 0,1 0 6 0,3 0-6 0,-2 1 4 16,1-1 0-16,-1 0 0 0,-1 1 2 0,0 1-8 0,-1 1-6 0,1-1-8 15,0 0-9-15,-1 1-15 0,1 1-10 0,-1-1-14 0,2 2-13 16,-2-1-12-16,0 0-22 0,-2 1-23 0,0 1-39 0,-3 1-54 0,0 1-83 16,-2 2-142-16,-1 1-202 0,-4 1-18 0,1 1-56 0</inkml:trace>
  <inkml:trace contextRef="#ctx0" brushRef="#br0" timeOffset="-59906.1">14473 9454 1222 0,'2'13'327'0,"3"2"-64"0,0 2-27 0,2-2-20 16,1 0-34-16,1-2-24 0,0 0-22 0,0-1-7 0,1 0-14 0,-2-2-24 16,0 1-7-16,1-1-15 0,0-2-8 0,0 0-7 0,-1-1-15 0,0-1-6 15,-1-1-3-15,-3 0-5 0,1-1 3 0,-2-2-8 0,-2 0 6 16,0-1-3-16,-2-1-5 0,0 0 1 0,-2-1-6 0,-2-2 0 0,0 0-3 15,-3-2-1-15,-1-1-1 0,-2-2-2 0,-1-1-8 0,-1-2 5 0,0-1-4 16,-1-2-1-16,-2-2-10 0,1 1-1 0,1-2 13 0,-1-1 4 16,1 0 15-16,2 0-4 0,0-2-6 0,1 0 1 0,2 0 1 0,1-1-1 15,1 1-10-15,2 2 4 0,1 0-4 0,2 2 5 0,3 1 1 16,1 2-2-16,2 0 5 0,1 2-10 0,2 1 1 0,0 1-6 0,2 0-8 16,0 1 13-16,0 0-7 0,2 0 4 0,0 0-4 0,0 1-11 0,1 1-18 15,0-1-20-15,0 3-23 0,1-1-24 0,-2 2-28 0,0-1-36 16,-1 1-46-16,0-1-55 0,0 1-81 0,1 0-126 0,-1-1-114 0,0 1 60 15,0-1-31-15</inkml:trace>
  <inkml:trace contextRef="#ctx0" brushRef="#br0" timeOffset="-59325.1">14691 9174 816 0,'-2'7'395'0,"-1"1"-64"0,1 2-47 0,2 0-28 0,0 1-34 16,0-1-34-16,1-1-28 0,0 0-23 0,1-2-15 0,1 1-13 0,1 1-10 15,1-1-13-15,1 0-4 0,0 0-16 0,1-1-7 0,1 0-12 0,-2-2-10 16,3 1-5-16,1-1-4 0,-1 0-6 0,1-1 2 0,0 0-1 15,-1-2-2-15,1 0-1 0,1-2-3 0,0 1 4 0,0-1-5 0,0-1 3 16,-2 0-6-16,1-2 0 0,-1-1 5 0,0 0-5 0,0-2-1 16,-1 1 1-16,0-2-1 0,-1 1 3 0,0-2 1 0,-1-1-4 0,0-1 1 15,-1 0 1-15,-1-1-6 0,0 1 1 0,0-1-5 0,-1-1 4 0,-2 1 2 16,-1-1-4-16,-2 1-4 0,-1 3-4 0,0-2 6 0,-2 2-8 16,-2 1-2-16,0 1-2 0,-3 0-2 0,1 1 2 0,-3 1-3 0,0 0 3 15,-1 2-6-15,-1 0 3 0,1 3-3 0,-2 1 0 0,0 1-3 16,1 2-10-16,2 1 4 0,-2 2-8 0,1 1-1 0,1 1 5 0,-1 2-3 15,3 0 0-15,-1 2 3 0,2 0-4 0,2 0 4 0,1-3 0 0,2 0-8 16,1 0 3-16,2-2-6 0,1 0-9 0,3-2-11 0,1-2-15 16,1 0-16-16,2-2-8 0,1-2-9 0,0 1-7 0,1-2-2 0,2 0-2 15,1-2 0-15,2 0 0 0,-1-2 6 0,-1 0 7 0,2-1 21 0,0-1 13 16,1 0 21-16,-1-1 20 0,-1 0 14 0,-1 1 15 0,0 0 6 16,-2-1 8-16,0 2 3 0,-1 0 5 0,0-1 10 0,-1 2 16 0,0 1 8 15,0 1 20-15,-1 1 9 0,-1 1-1 0,0 2 2 0,0-1-3 0,-2 2-7 16,2 1-4-16,-1-1-9 0,-1 2-12 0,1 0-8 0,0-1-3 15,0 2-8-15,0 0-2 0,1 1-9 0,-2-1-6 0,2 0-3 0,-1 0-9 16,-2-1 4-16,3-1-7 0,-2 0 2 0,0-1 1 0,1-1-5 16,-1 0-1-16,0-2-11 0,0 1-6 0,0-2-2 15,0 0-7-15,0-1-3 0,-1 0-1 0,0 0-5 0,0-1-3 0,0 0 3 0,1-2 0 0,-2 0-9 16,2-1-1-16,-1 0 2 0,0 1 3 0,1-2 13 0,-1 1 13 16,1 0 5-16,0 0 10 0,0-1 2 0,1 0 3 0,-1 0 0 0,1 0 2 15,-1 1 0-15,0 1-1 0,0 0 5 0,1 2 5 0,-2 1 7 0,1 1 2 16,-1 1 10-16,0 1 0 0,1 1 6 0,0 1 4 0,-1 1-3 15,2 0 6-15,-1 2-12 0,1 0-2 0,0 0-6 0,0 1-6 0,2 0-3 16,-2 0-3-16,1-1-4 0,1 1-5 0,0-1-2 0,0 0-5 16,0 0 6-16,0 0-4 0,1 0-5 0,-1 0 5 0,0-1-10 0,0 1-7 15,0-3-15-15,-1 0-16 0,0-1-18 0,-2-2-15 0,1 0-21 0,-2-1-30 16,-1-1-53-16,0 0-87 0,-2-1-141 0,1-1-121 0,-2-2 83 16,0 0-29-16</inkml:trace>
  <inkml:trace contextRef="#ctx0" brushRef="#br0" timeOffset="-59157.1">15108 8867 876 0,'-4'0'384'0,"0"2"-97"0,-1 1-13 15,4 2-52-15,-1-1-49 0,0 0-43 0,1 2-18 0,0 0-21 0,0 1-16 16,1 1 2-16,1 0-17 0,0-1-20 0,1 1-9 0,0-2-16 16,0-1-10-16,0 0 2 0,1 0-7 0,0-2 2 0,0 0-6 0,-1-1-19 15,1-1-32-15,-1 0-43 0,0 0-56 0,1 0-60 0,0-2-85 0,0 0-121 16,0 0-107-16,0-1 47 0,2 1-18 0</inkml:trace>
  <inkml:trace contextRef="#ctx0" brushRef="#br0" timeOffset="-58792.1">15291 9034 806 0,'2'5'365'0,"1"-1"-85"0,1 2-40 0,0 0-32 15,0-1-22-15,0 0-32 0,0-1-18 0,0 1-20 0,1 0-12 0,0 0-9 16,-1 0-17-16,0 0-10 0,-1 0-11 0,1-1-12 0,0 0-2 16,0 0-6-16,0 0-6 0,0-1 2 0,0 0-3 0,0-2-4 0,1 1 0 15,-1-1-1-15,0 0-2 0,1 0-2 0,-1-1 2 0,-1 0 2 0,1-1 2 16,-2 0-1-16,1-1 3 0,1-1-4 0,-1-1-3 0,0 0 0 16,0-1-6-16,-1 0 1 0,1-1-2 0,-1 0-4 0,1 0 2 0,-1 0-6 15,0 0-2-15,1 1 3 0,-1 0-6 0,-1 0 5 0,1 1-1 0,0 0-4 16,-1 1 3-16,1 2-7 0,0 1 2 0,0 1 2 0,0 0 0 15,0 2 0-15,0 1 4 0,1 0-6 0,1 2-2 0,-2-1 2 0,3 1 3 16,-1 1 1-16,0 0 2 0,1 0-6 0,0 0 0 0,0 0 0 16,0 0-2-16,1 1 6 0,-1-3-4 0,0 1 1 0,1 0 1 0,-2-2 0 15,2 0-4-15,-1 0 4 0,1-2-2 0,-1 0-5 0,0-1 6 0,0-1-6 16,-1 0-1-16,-1-1-9 0,0 0-11 0,-1-1-11 0,1-1-9 16,-1 0-17-16,-1 0-28 0,-1-1-31 0,1-1-39 0,-2-2-48 0,1 1-53 15,-1-1-78-15,1-1-112 0,-1-1-92 0,0 0 38 0,1 0-41 0</inkml:trace>
  <inkml:trace contextRef="#ctx0" brushRef="#br0" timeOffset="-58325.1">15063 8427 314 0,'-37'5'205'0,"-6"1"-68"0,-10 2 21 16,2 1-3-16,5 1-9 0,-2 2-13 0,-3 4-20 0,0 2-16 0,-2 0-10 15,-2 3 22-15,-1 3-6 0,0-1-12 0,-1 3-17 0,1-1-39 0,0 3-3 16,-1 3-2-16,1 3 0 0,0 2-4 0,0 6-4 0,0 0-9 16,2 4 7-16,-1 1 5 0,3 3 6 0,2 2 19 0,-1 1 5 0,2 3 11 15,3 1 10-15,2 0 4 0,3 1-8 0,5-1-8 0,3 1-22 0,3 3-3 16,3 0-1-16,3 0 0 0,4 0 5 0,5 2-13 0,3-1-6 16,4-1-7-16,5-1 3 0,4-2-1 0,5-3-6 0,4-1-3 0,3 0-4 15,5-4 0-15,3-1 1 0,2-3 9 0,5-3 8 0,1-2 5 0,5-2 9 16,2-2 1-16,6-4 7 0,3-2-6 0,4-6 1 0,4-2-1 15,2-4-10-15,4-2 12 0,3-2-4 0,4-4-10 0,2-3-2 0,3-4-15 16,2-2 0-16,1-3-4 0,1-2 1 0,1-4 3 0,0-3-2 16,0-3 4-16,0-3-4 0,1-1-5 0,-1-3-4 0,-2-2 13 0,-2-3-2 15,-1-5 1-15,-3-1 1 0,-2-5-4 0,-2 0-1 0,-2-4 14 0,-2-1-3 16,-1-3 2-16,-4-1 4 0,-1-5-10 0,-2-2 0 0,-1-1 3 16,-4-3-1-16,-2-1-2 0,-4-3 3 0,0-1-7 0,-5-2 3 0,-1-1 7 15,-3-1-3-15,-2 0-9 0,-4-3 1 0,-3 0-8 0,-6 1 0 0,-1-2 4 16,-4-1-2-16,-3 1 2 0,-2 1-1 0,-3 0 1 0,-4 2 2 15,-3 1 0-15,-3 1-4 0,-5 4-2 0,-4 0-8 0,-3 3 0 0,-6 2-4 16,-6 2 0-16,-4 3 1 0,-5 3-5 0,-5 3-11 0,-4 4-6 16,-4 3-25-16,-5 3-2 0,-5 5-2 0,-4 2-8 0,-3 5 6 0,-6 4-17 15,-2 3-14-15,-3 6-19 0,-4 6-32 0,-1 5-45 0,-3 6-54 0,-1 7-72 16,-3 5-96-16,-1 7-130 0,-2 6-28 0,0 7-92 0</inkml:trace>
  <inkml:trace contextRef="#ctx0" brushRef="#br0" timeOffset="-52625.03">17208 14639 1119 0,'16'-2'127'0,"4"1"7"0,7-1-17 16,2 2-25-16,2 0-22 0,3 2-30 0,5 1-21 0,3 1-8 0,4 3-4 15,3 1-5-15,3 2-2 0,4 2-4 0,1 1 0 0,3 4 3 0,4 0 5 16,1 2-3-16,2 1-2 0,2 3-1 0,3 1-6 0,2 2 3 16,3 1-5-16,1 0 0 0,4 0 1 0,0 1 0 0,1 0 7 0,2 1-7 15,0-1 8-15,0 0 1 0,4 0 0 0,2-2 0 0,2 0 4 0,1-1 4 16,1-2 2-16,-1 0 11 0,3-1-3 0,3-2 6 0,2 0 7 15,2-1 6-15,4 0 4 0,0-2 15 0,1 0 9 0,2-2 1 0,1 0 5 16,3 0-14-16,1 0-1 0,0-1-7 0,3-1-13 0,1-2-5 0,0-1-8 16,0-1-2-16,-2 0 1 0,-1-3-7 0,1 0-10 0,1-2-5 15,1 0-3-15,0 1 3 0,0-1 6 0,-2 1-8 0,-1-1 2 0,-2-1-7 16,-3 0 1-16,-2-1 6 0,-2 0 0 0,-1 0 4 0,-3 1-1 0,-3-3 0 16,-1 0 4-16,-2-1 2 0,-1-1-5 0,-1-2 1 0,-2-1 1 15,0 0-6-15,5-3 3 0,3 1-3 0,2-1 2 0,5-2 1 0,-1-3-1 16,-1-1-2-16,-1-1 0 0,0-1 1 0,-5 2 4 0,-4-2 0 0,-2-2 5 15,-3 1 1-15,-2-3 10 0,-2-3 4 0,-1 0 2 0,-3-2 8 16,-4-2 0-16,-1-1-9 0,-2-1 5 0,-1-1-4 0,-1-2-7 0,0 1 3 16,-3-2-15-16,0 0-8 0,0 0-9 0,-3-1 2 0,0 0 5 15,-3 1 2-15,-6 0 4 0,-4 0-1 0,-5 1-1 0,-3-1 6 0,-3 2 2 16,-4-1 3-16,-3 1 5 0,-3-3-3 0,-2 0-13 0,-3 0 9 0,-1-2-6 16,-4 0 2-16,-2-2 12 0,-5 0-14 0,0 0-4 0,-3 0-1 15,-2 0-8-15,-2 0-9 0,-3-1-1 0,-3 0 3 0,-1-1 3 0,-3 1 1 16,-3-1-4-16,-2-1 3 0,-3 1-6 0,-1 0 10 0,-4-1-2 0,-3-1-2 15,-4 1 17-15,-2-2-6 0,-5 3 2 0,-2 0-4 0,-6-2-2 16,-3 1 4-16,-7-1-6 0,-3-1 4 0,-6 0-2 0,-5 2 0 0,-7 1 0 16,-6-1-14-16,-2 3-1 0,-7 1 7 0,-3 2 1 0,-4 1 13 15,-7 0 1-15,-2 1-10 0,-5 1 0 0,-2 3 5 0,-5-2-4 0,-3 4 1 16,-5-1 1-16,-3 2-5 0,-1 1-1 0,-1 2 0 0,0 1-5 0,0 3-1 16,-3 0 3-16,0 4-2 0,0 0-1 0,0 0-3 0,2 2-1 15,1 0 8-15,1 0 0 0,2 1 9 0,1 1 2 0,-1 0-4 0,2 2 6 16,-2 1-2-16,1 2-5 0,-2-1 10 0,-2 2-8 0,-1 1 2 15,-4 1 5-15,-3 2-5 0,-1 0 3 0,-4 1-2 0,0 3 0 0,-3 0-1 16,-2 2 5-16,-1 1-22 0,-2 0 0 0,-3 0-8 0,2 1-29 0,-2 3-7 16,-1 0-10-16,1 2-6 0,-2 2 5 0,3-1 5 0,-1 3 3 15,0-1 3-15,3 1 18 0,-3-1 14 0,3 2 15 0,3 0 14 0,0 1-2 16,3 1 7-16,2 1-2 0,1 0-4 0,3-2 9 0,0 2-4 0,1 0 0 16,3-1-1-16,4 1-1 0,6 2 1 0,2-1 0 0,2 1-2 15,2 1-1-15,4 2-1 0,3 1 3 0,3 0-7 0,6 1-2 0,1-1 11 16,4 3 2-16,2 0 7 0,3 3 0 0,2-1-8 0,2 2-5 15,7 1-3-15,1 1 2 0,2 2-1 0,3 1 3 0,2 1 1 0,2-1 0 16,4 1 0-16,3 1-3 0,2 1-1 0,3 1-8 0,1 0 4 0,6 1 4 16,3-1 4-16,4 1 5 0,3-1-4 0,2-1-3 0,3 1 1 15,2-1-2-15,5 0 0 0,3 0-2 0,3-1-2 0,5-3 3 0,1 2 4 16,4-2 5-16,3-1-4 0,4-1-9 0,5-3-3 0,3-1 3 0,5-2 1 16,6-3 5-16,4 0-2 0,6-2-1 0,5-1 1 0,3 0 5 15,4-3 4-15,5 0-2 0,5-2 4 0,6 0 7 0,6-1 6 0,6-1 6 16,4-1 7-16,7-3 1 0,7 0 3 0,6-5 1 0,9-1 0 15,7-2-5-15,9-1-9 0,5 1-6 0,5-1-6 0,8 1-11 0,4 1 0 16,5 0-4-16,3 2-2 0,1 1 1 0,1 2-3 0,2 0-1 0,2 1-9 16,2 1-4-16,0-2-11 0,-1-1-5 0,2-1 3 0,0-2 2 15,3-2-2-15,1-2-10 0,1-2-7 0,1-1-6 0,-2-1 4 0,-2 0 3 16,-1-1-3-16,-4 0 16 0,-3-1 11 0,-5-1 12 0,-3 0 15 0,-4 1 8 16,-7 0 2-16,-2 1-1 0,-4 1 4 0,-3 1-10 0,-3 1 1 15,-2 1 1-15,-5 1-1 0,-3 1-1 0,0 3-3 0,-7 0-6 0,-2 2 2 16,-3 2-2-16,-5 0 1 0,-3 2-4 0,-3 1-2 0,-3 1 0 0,-7 0-1 15,-1 2 3-15,-7-2 3 0,-2 2-1 0,-5 0 4 0,-2 1 4 16,-5-2 3-16,-4 0 2 0,-5-1 3 0,-1-1 4 0,-4-2 7 0,-3 1 9 16,-2-2 4-16,-6-2 6 0,-1-1-7 0,-5-2 6 0,0-1 3 0,-3-1-4 15,-3-2 2-15,-1-1-5 0,-1-1-3 0,-3 0-1 0,1-1 1 16,-3-1-2-16,0-1-2 0,0 0-4 0,-3 0 0 0,2 0 0 0,-2-1-7 16,0 1 3-16,0-2 1 0,-1 1 0 0,0 0 7 0,-1 1 4 15,1-1-2-15,-1 0-1 0,-1 0 0 0,1 1-3 0,-2 0 3 0,1 0-2 16,0 0 1-16,-2 0-5 0,-1 0-15 0,0 1 0 0,-1 0-4 0,0 0-3 15,0 0 0-15,-2 1-7 0,0 0-2 0,0 1-5 0,-1 0-2 16,0 0-3-16,0 1 1 0,0-1 4 0,0 1-2 0,0 0 6 0,0 0-2 16,-1-1 5-16,0 1 2 0,-1-1 4 0,0 0 2 0,0 1-5 15,0-1 3-15,0 1 1 0,0-1-2 0,0 1 5 0,0-2 0 0,0 1 1 16,0 0-2-16,1-1-1 0,-1 1 0 0,1-1-1 0,1 0 3 0,0 1-3 16,0 0-1-16,0 0-1 0,0-1-3 0,0 2 1 0,1-1-1 15,0 0 0-15,-1 1-2 0,1-1 3 0,0 1-7 0,0 0-6 0,1 0 3 16,-1 1-5-16,1-1-6 0,-1 0-4 0,1 0-11 0,-1 1-8 0,0-1-10 15,1 1-15-15,0 1-15 0,0-1-25 0,0 2-15 0,0-1-26 16,-1 0-14-16,1 0-14 0,1 0-9 0,-1 0 20 0,0 0 34 0,1-1-113 16</inkml:trace>
  <inkml:trace contextRef="#ctx0" brushRef="#br0" timeOffset="-52058.03">27117 15001 1162 0,'9'-2'231'0,"2"0"-104"15,2-2-83-15,1 2-31 0,-2 0-20 0,2 0-20 0,1 0-12 16,1-1-20-16,1 2-10 0,3 0-1 0,1 0 7 0,3 0 19 0,3-1 18 15,1 0 16-15,4 0 11 0,0-1 14 0,2-1 13 0,2 0 11 0,3-3 15 16,3 0 11-16,1 0 13 0,3-2 2 0,4 1 1 0,3-1-3 16,2-1 3-16,1 0-3 0,4 1 1 0,0-1-10 0,3 2-9 0,2-1-7 15,0-1 10-15,1 0 3 0,0 1 4 0,1 0 3 0,-2 1-14 16,2 2-4-16,0-1-12 0,-3 0-9 0,0 2-6 0,-4 0-10 0,-3 2-4 16,-2-1-6-16,-5 3-11 0,-5 0-13 0,-7 2-32 0,-5 2-65 0,-8 2-176 15,-6 3-322-15,-9 3-150 0,-12 2 109 0</inkml:trace>
  <inkml:trace contextRef="#ctx0" brushRef="#br0" timeOffset="-49990.51">14853 11075 188 0,'14'-7'-20'0,"6"-2"38"0,7-5 3 0,6-1 5 0,1-1 7 15,4-4 8-15,2-2 8 0,2-1 4 0,3-5 3 0,2-1-3 0,2-4-3 16,5-1-6-16,1-3-6 0,1 0 0 0,3-1-5 0,0-1 0 16,2 1-2-16,1-3-9 0,0 2-5 0,0-2 0 0,-1-2-5 0,0-1 1 15,-1-2 2-15,-2 1-3 0,-3-2 2 0,-4 2 2 0,-3-1-4 0,-1 0 1 16,-1-3 1-16,-1-1-5 0,-2-2 4 0,-1-3-5 0,0-1 0 15,-4-4-4-15,0-1 2 0,-2-2 0 0,-1-4-2 0,-1 1 4 0,-4-4 1 16,-2-2 3-16,-6-1 0 0,-3-4 7 0,-4-2-6 0,-6-1-4 0,-4-4-3 16,-3 1 0-16,-4 1-2 0,-5-1-1 0,-6 3-2 0,-5 0-8 15,-5 1-9-15,-9 4 1 0,-5 1-6 0,-8 5 6 0,-7 5 11 0,-7 2 6 16,-8 4 4-16,-8 3 2 0,-8 7-4 0,-9 5 3 0,-8 6-1 0,-7 3 1 16,-7 7-3-16,-5 4-3 0,-4 5 3 0,-4 7 2 0,-1 7 10 15,-1 6 12-15,1 6 16 0,4 7 17 0,2 3 19 0,4 5 10 0,4 5 6 16,3 2 0-16,5 8-10 0,7 4-10 0,3 8-8 0,4 7-17 15,4 9-3-15,1 8-7 0,6 9-10 0,4 7-3 0,5 8-10 16,7 8-10-16,8 5-10 0,7 5-4 0,7 6-6 0,10 4-9 0,9 1-19 0,12 5-15 16,11 0-66-16,12 2-145 0,13 2-135 0,9 1-51 0,11 1-109 15</inkml:trace>
  <inkml:trace contextRef="#ctx0" brushRef="#br0" timeOffset="6761.28">18182 15885 1470 0,'-4'0'443'0,"-2"0"-254"0,-2 1 45 0,2-1-21 0,0 0-43 15,1 1-38-15,2 0-23 0,2 1-4 0,0 1-9 0,0 1-13 0,0 0-6 16,1 2-8-16,0 2 0 0,1 1-8 0,1 0-11 0,1 1-6 0,1 1-22 16,2 1 10-16,1 2-13 0,1 2 4 0,3 0 6 0,1 0-24 15,0 2 20-15,4 1-9 0,2 1-13 0,1 0 5 0,0 3 2 0,1-1-4 16,1-2 1-16,1 1-1 0,2-1-14 0,2-2 14 0,1-1-6 16,-1-1 10-16,-2-3 1 0,0 0-20 0,-3-2 15 0,1-2-18 0,-1-2-2 15,-3-2 16-15,1-2-13 0,-1-3-1 0,-1-2-19 0,-2-1-16 0,1-2 3 16,-2-2 2-16,0-1-3 0,-2-2 2 0,-1-1-1 0,-1-1 5 15,-1-2 12-15,-3-3-2 0,-1-1 1 0,-2-2 14 0,-2-3 5 0,-1-1 3 16,-1-3 6-16,-2 0 0 0,-2 2 6 0,-1 0 6 0,-3 1 8 0,-2-1-5 16,-2-1 5-16,-1 3 6 0,-1 0-1 0,0 3 12 0,1 0-18 15,2 4-4-15,-1 3-2 0,1 3 7 0,1 5 23 0,2 2 4 16,2 2 1-16,2 2-33 0,0 2-3 0,1 1-5 0,0 3 3 0,1 2 15 16,1 4 6-16,1 0-12 0,1 5 6 0,2-1-13 0,1 3-8 0,2 2 1 15,0 0-3-15,1 2 6 0,3-1 2 0,0 1-8 0,2 0-4 0,0 0 2 16,1 2-4-16,-1-3 8 0,2 1 4 0,0-4-14 0,0-2 2 15,1 0-10-15,-1-3-13 0,1-1-2 0,-1-3-38 0,1-2-34 0,-2-1-49 16,0-1-29-16,2-3-51 0,-1-2-52 0,0 0-54 0,0-3-89 0,0-1-127 16,-1-2-78-16,0-3-57 0</inkml:trace>
  <inkml:trace contextRef="#ctx0" brushRef="#br0" timeOffset="7150.28">18886 15929 2056 0,'2'8'247'0,"1"1"11"0,1 3-35 0,1-4-57 0,1 2-51 0,2-1-23 16,-1 0-14-16,2 2 13 0,-2-1-9 0,3 2-16 0,0-1-3 15,1 2-28-15,1 1 7 0,1 0 1 0,-1 0-11 0,3 2-3 0,1 1-12 16,-1 0 2-16,0-2 0 0,-1 0-2 0,0-1-1 0,-1 0-14 0,-1-3 7 15,-1 0-1-15,1-3-2 0,-1-1 0 0,-1-2 0 0,-1 0-5 16,-1-2 9-16,-2-1-2 0,1-1-20 0,-1-1 22 0,-1-1-18 16,0-2 10-16,-1 0 8 0,-1-1-24 0,0-1 18 0,-1-1-10 0,0-2-5 15,-1-2 24-15,-1-2-24 0,-1-2 16 0,-1-1-5 0,0 1-15 0,-2-1 19 16,1 0-4-16,-1 0 0 0,0 0 0 0,1 3 2 0,0 0 2 0,2 2-2 16,0 2-8-16,0 2 4 0,2 2 2 0,-1 2 2 0,2 1 13 15,0 2-17-15,1 1 2 0,0 1 2 0,2 1-2 0,0 2 14 0,1 0-12 16,0 2 2-16,1 0-4 0,-1 1 0 0,1 0 6 0,1 1-5 0,-1 1 9 15,1 0-18-15,0 0 3 0,0-1 10 0,0-1-1 0,-1 0-10 16,0-2-1-16,-1-1-3 0,1 0-7 0,0-2-16 0,-1 1-35 0,0-3-38 16,0 0-34-16,-1 1-19 0,1-2-28 0,-1-1-40 0,0 0-47 15,1-3-42-15,-1 1-49 0,0-2-97 0,0 1-72 0,1-3-195 0</inkml:trace>
  <inkml:trace contextRef="#ctx0" brushRef="#br0" timeOffset="8630.28">19539 15878 714 0,'-1'-5'473'0,"-1"-1"-254"0,-1-1-9 0,1 0-17 16,0-1-34-16,1 2-45 0,-1-1-15 0,0 1-4 0,0 1 4 0,-1-1-8 15,0-1-16-15,0 1-12 0,-1 0-11 0,0 0 1 0,0 1-7 0,0 2-3 16,-1-1 0-16,1 0-3 0,-1 2 4 0,0 0-4 0,0 2 0 0,0 0 1 15,0 1 2-15,0 1 6 0,0 1 0 0,-1 2-6 0,2-1-4 16,-1 2-5-16,1 1 2 0,1 0-3 0,0 2-17 0,1-1-1 0,1 1-6 16,1-1 5-16,2 1 17 0,1 1-7 0,1 0-1 0,2 0-20 0,2-1-10 15,0 2 7-15,3-2 5 0,2 1 1 0,0 0-1 0,3-2-14 16,2 1 2-16,0-1 5 0,0-3-5 0,2 2-6 0,-1-4-4 0,0 2-12 16,2 0-4-16,1-1 6 0,0 0-10 0,-1 0 18 0,-1-1 6 15,-1 0 11-15,-1 0 0 0,-1 0-10 0,-2 0 10 0,0 1-12 0,-3 1 1 16,-1-1 8-16,-1 1-13 0,-3 1 11 0,0-1-16 0,-1 3-7 15,-1 0 11-15,-2-1-16 0,-1 1 1 0,-2 0-14 0,-2 0-17 0,-1 0-8 16,-1-1-9-16,-2 0-2 0,-1 0-5 0,0 0 8 0,-1-2-3 0,-2 0 3 16,0-2 5-16,0-1 7 0,0-1 13 0,0-2 9 0,-1-1 4 15,0-1-11-15,1 1 2 0,0 0-4 0,1-1 5 0,1 0 12 0,1 0 0 16,0 0 7-16,2 1-2 0,0 1-1 0,1 0 4 0,1-1-2 0,2 0-4 16,2 0-5-16,0 0-6 0,2-1-7 0,1 0-6 0,-2 0-5 15,2 1 1-15,0-1 8 0,1 0 12 0,1-1 12 0,-1 1 5 0,2-2 7 16,1 0 13-16,1 0 10 0,1-1 10 0,1 0 9 0,1 0 2 0,-1 0 20 15,1 0 17-15,0 1 25 0,1-2 14 0,1 0 0 0,-1 0 8 16,0-1-11-16,1 0 6 0,-2-1 9 16,0 0-8-16,0 0 5 0,-1-1-10 0,1 0-9 0,-1 1-1 0,-2-1-4 0,0 0-5 0,0 0 0 15,-2-1-1-15,-1 0 1 0,0-1-8 0,-1 0-14 0,-1 1 3 0,-1-1-10 16,-1 1-1-16,0-1 5 0,-2 0-19 0,1-2 3 0,-2 3-1 0,0-1 6 16,0 0 1-16,-1 1-17 0,-2 1 0 0,-1 1-10 0,-1 0-4 15,0 0 5-15,-1 0 4 0,0 1-3 0,-1 1 9 0,2 0 1 0,-1 2-10 16,-1 1 7-16,1 1-9 0,-2 2 4 0,1-1 2 0,-1 4-2 0,1-1 3 15,1 2-12-15,0 1 5 0,0 1 4 0,0 2-2 0,0 2 4 16,1 1-11-16,-1 1-6 0,1 0 0 0,0 1 0 0,1 3 5 0,0-1 3 16,0 2-10-16,0-1 0 0,1 1-22 0,1 0 28 0,1-1-1 0,1-2-7 15,1 2 20-15,1-1-30 0,2 1 6 0,1-3 10 0,0-1-16 16,2 0 4-16,0-1-6 0,0 0 18 0,3-2-2 0,0 0-12 0,2-2 0 16,0-1-1-16,-1 0 5 0,1-1 8 0,2-1-6 0,0-2-6 15,1 0 4-15,1-1-2 0,-2-1-2 0,2 0-2 0,-1-1 1 0,0-1 8 16,0 1-6-16,0-1-1 0,1-1 12 0,-1 1-10 0,-1-1 4 0,1 0-8 15,-2-1 6-15,1-1 4 0,0 0 0 0,-1 0 2 0,1 0-6 16,0-1-2-16,-1 1 14 0,0-1-3 0,-3 0-14 0,2-1 9 0,0-1-6 16,-1 1 10-16,2-1 3 0,-2 0-9 0,1-1-19 0,-1 1-2 0,1 0 11 15,0-1 4-15,0 0 20 0,0 0-3 0,-2 0-9 0,0-1-4 16,-1 2 2-16,0-1 2 0,-1 0-2 0,0-1-2 0,1 2-2 0,-2-1 2 16,-2 1 2-16,1 0 0 0,-2-3 4 0,1 1-2 0,-2 0-2 0,0 0 4 15,-1 1-14-15,0-2 10 0,-2 1 4 0,0 1-6 0,0 0 6 16,-1 1-8-16,0-2 2 0,-1 2 6 0,-1 0 0 0,-1 1-2 15,1 0 4-15,-1 0-4 0,0 1-2 0,-2 2 0 0,1 0-4 0,0-1 8 16,-2 2 2-16,1 0-6 0,-1 1 0 0,0 0-4 0,1 0 6 0,-2 2-4 16,0-1 0-16,1 2 2 0,0 2-4 0,0 0 6 0,0 1-8 0,1-1 4 15,-2 1 2-15,1 1 0 0,0 1 0 0,0 0 2 0,0 0-10 16,0 0 5-16,-1 1 1 0,2 1-6 0,-1 0 8 0,0 0-2 0,0 1 4 16,0 1-8-16,-1 1 8 0,1-1-6 0,2 0 0 0,0 2 2 0,2-2-3 15,0 0 7-15,1 1 3 0,0 0-1 0,2 0-2 0,1 1-4 16,1 0 0-16,2-1 4 0,1 0 0 0,1-1-2 0,1-1 2 0,1 2-6 15,2 0 8-15,1-1-4 0,2 1 2 0,1-1 6 0,0 0-6 16,1 1 1-16,2-1 5 0,0 0-23 0,1-1 7 0,2 1 10 0,0-1-4 16,1-1 33-16,-2 1-12 0,0 1-17 0,0-1-2 0,-2 1-19 0,2 1 19 15,-1-2 2-15,-2-1-8 0,-1-1 2 0,1 0-7 0,-2-1 5 16,-1-2 4-16,-1 0-10 0,-1-2 3 0,-1-1-3 0,0 1-1 0,-1-3-1 16,0 0-16-16,-1-1-4 0,-1-1 1 0,-2 0 5 0,1-1 6 0,-1-1-8 15,0-3 13-15,-2-2-5 0,1 1 3 0,-1-1 15 0,0-1-21 16,-1 1 15-16,0-1-1 0,0 0 4 0,-1 0 22 0,1 0-6 0,-1 0-2 15,0-1-3-15,0 0-4 0,-1 1 4 0,1 0 9 0,-1 1 1 16,-1 1 7-16,0-1-4 0,0 3 1 0,0 0 8 0,-1 1-3 0,0 1 1 16,1-1-3-16,-1 3 2 0,1 0 4 0,-1 1-1 0,2 0 3 0,0 0-6 15,0 2-4-15,0 1 1 0,0-1 1 0,1 0 4 0,-1 1 1 16,1-1-9-16,0 2 1 0,1-1 4 0,-1 1-11 0,2-1 7 0,-1 0-2 16,1 2 0-16,1-1 6 0,1 1-4 0,0 1-2 0,2-1-2 0,-1 2-14 15,2 0 0-15,-1 0 0 0,2 1 0 0,-1 1 0 0,1 0 0 16,0 2 0-16,0 1 0 0,1-1 0 0,0 0 0 0,0-1 0 0,0 2 0 15,1 0 0-15,-1-1 0 0,0 1 0 0,0 0 0 0,0 0 0 16,0-1 0-16,-1 0 0 0,1 0 0 0,-1-1 0 0,0 0 0 0,0 0 0 16,1-1 0-16,-1 0 0 0,0 0 0 0,0 0 0 0,-2 1 0 0,1-1 0 15,-1-1 0-15,-1-2 0 0,0 0 0 0,0 0 0 0,-1-1 0 16,-1-1 0-16,1-1 0 0,-1-1 0 0,-1-1 0 0,1-1 0 0,-1-1 0 16,0-1 0-16,-1-2 0 0,1 0 0 0,-2 0 0 0,1-2 0 0,0 1 0 15,-1-2 0-15,0-1 0 0,0 1 0 0,0-1 0 0,0 0 0 16,1 0 0-16,-1-1 0 0,1 2 0 0,-1 1 0 0,1 0 0 0,-1 0 0 15,2 0 0-15,-1 1 0 0,0 1 0 0,1 1 0 0,0-1 0 16,-1 0 0-16,0 3 0 0,1-2 0 0,0 1 0 0,0 1 0 0,1 0 0 16,0 1 0-16,0 1 0 0,2 1 0 0,-1 0 0 0,0 0 0 0,1 1 0 15,-1 1 0-15,3 1 0 0,-1 0 0 0,0 1 0 0,3 1 0 16,-1 1 0-16,1 1 0 0,0-1 0 0,0 2 0 0,1 1 0 0,-2 0 0 16,2 1 0-16,0 1 0 0,1-1 0 0,-1 1 0 0,-1-2 0 0,0 1 0 15,0 0 0-15,1-1 0 0,1 0 0 0,0 0 0 0,0-1 0 16,-2-1 0-16,0-1 0 0,0 0 0 0,0-1 0 0,-1-1 0 0,-1 0 0 15,1-1 0-15,-2 0 0 0,1-2-66 0,-1 0-27 0,-1-2-16 16,0 0-29-16,-2 1-42 0,0-3-46 0,-1 1-71 0,0-1-75 0,-1-2-97 16,-1 0-131-16,0-4-21 0,-1 0-92 0</inkml:trace>
  <inkml:trace contextRef="#ctx0" brushRef="#br0" timeOffset="9264.28">20185 14707 1106 0,'-50'-7'53'0,"-6"1"19"0,-14 0 5 0,6 3-3 0,6 3-23 0,0 3-8 15,-4 4 3-15,0 4 7 0,-3 2 13 0,-1 3 2 0,-1 1 4 16,0 4-4-16,0 3-2 0,1 1-1 0,0 5-2 0,1 1 7 0,-2 2-2 15,1 0 1-15,-1 1-1 0,3-1-5 0,0 1-1 0,2 1-3 16,2 0-4-16,2 3-17 0,1-1 8 0,3 3-4 0,-1 2 2 0,1 0 10 16,0 2-11-16,2 3 0 0,4 1-7 0,2 1 1 0,1 2-1 0,2 0-6 15,2 0 0-15,2 1-3 0,0 0-11 0,5 2 12 0,1-1-11 16,4 0-8-16,2 0 14 0,4 0-15 0,1 1 8 0,3 0-2 0,3-1-12 16,4 0 9-16,3 0-6 0,6 0 2 0,3-1 13 0,5 1-3 0,6-3-6 15,3 0-2-15,6-2-11 0,3-1-5 0,2 0 2 0,6-3 3 16,2 0-3-16,4-1 5 0,4-3 5 0,3-3-12 0,3-2 5 0,4-2-3 15,3-2 7-15,2-1 5 0,-28-16-2 0,11 3-5 0,0-4 2 16,9 4-2-16,1-1 3 0,12 1-1 0,0-2-7 0,11 2 10 0,2-2-10 16,3-2 12-16,2-1-5 0,2-2-6 0,2-1 9 0,1-2-6 0,2-1-1 15,1-2 2-15,0 0 0 0,2-1 2 0,-1-2-1 0,2-1-1 16,0-1 8-16,1-1-5 0,-1-2 1 0,3-1-1 0,-1-3 6 0,1-2 0 16,0 0 4-16,1-3-9 0,-1 0 8 0,1-4 10 0,77-17 12 0,-25 1 10 15,-26-2-1-15,-27 4 5 0,-14 0 15 0,-3-4 3 0,-1 2-2 16,-3-5-2-16,-2-2-18 0,-1-2-7 0,-6-4-12 0,0 0 6 0,-5 0-5 15,-2-2-6-15,-2-1-3 0,-4-2-11 0,-3-1 2 0,-2-1 14 16,-5-1-22-16,-3-2-2 0,-2-1 2 0,-4-1-10 0,0 2 12 0,-4 0-14 16,-2 0-2-16,-4 0-3 0,-6 0-17 0,-2 0 26 0,-3 0-13 0,-3-2-5 15,-4 1 23-15,-2 0-21 0,-3-2 5 0,-3 0 0 0,-1 0-6 16,-3-1-4-16,-3 1-2 0,-2 0 6 0,-6-2-1 0,-4 2-1 0,-3 0 5 16,-4 2 7-16,-1 3 0 0,-7-1 9 0,-3 1 6 0,-5 2-2 0,-5 2 2 15,-3 4-4-15,-3 3 8 0,-4 0-15 0,-3 6 17 0,-4 1 9 16,-3 6-12-16,-4 2 18 0,-4 4-14 0,-2 4-16 0,-3 5 2 0,0 6-7 15,-1 5 1-15,-2 6 2 0,-2 3-6 0,-1 7 0 0,1 6-14 16,1 6-4-16,2 5-20 0,-1 5-2 0,1 4-17 0,0 6-23 0,0 5-26 16,2 3-53-16,1 6-61 0,3 1-86 0,1 3-102 0,0 3-142 0,2 1-44 15,0 0 13-15</inkml:trace>
  <inkml:trace contextRef="#ctx0" brushRef="#br0" timeOffset="13495.29">1945 16239 2129 0,'-36'-14'38'15,"2"0"75"-15,-3-3-15 0,13 4-18 0,11 2-16 0,3 0-9 16,5 5-4-16,0 0-10 0,1-1-16 0,0-2-8 0,0 1-11 0,0 0-1 16,1 0 5-16,0-1-18 0,3 0 3 0,2 2-2 0,1-7-11 0,6 0 15 15,3 2-11-15,1 2 6 0,0 2-2 0,3-1-8 0,2 0 13 16,1-1-4-16,1 1 1 0,2-1 0 0,-2 1-3 0,4 0 4 0,3-2 6 15,1 0-3-15,6-2-5 0,-1-2 4 0,2 0-15 0,3-3 7 16,0 0 10-16,5 1-8 0,0-4 17 0,3 1-19 0,1-1-2 0,0 0 2 16,4-1-5-16,-2 1 19 0,1-1-2 0,3 0 2 0,0 2 5 0,1 0-4 15,2 0 0-15,-1 2-6 0,2-3 8 0,1-1-1 0,2-1 0 16,0-1 0-16,2-1-5 0,1 0 2 0,3 0 2 0,2 2-1 0,1 0-7 16,2-1 5-16,-1 3-1 0,0 0 1 0,-1 3 4 0,1 2-8 0,-2 1 2 15,0 2-11-15,1 2 1 0,0 2-2 0,0 1 0 0,-1 2 13 16,0 2-3-16,-2 2 2 0,-1 3 2 0,-2 2-5 0,-1 1 6 0,1 3-5 15,-3 1 10-15,0 3 2 0,-1 1 0 0,-4 2 2 0,-1 1-14 16,-2-1 2-16,-2 3 5 0,1 0 1 0,-2 2 0 0,-3-1-3 0,-1 1 0 16,-3 2 4-16,-1-1 3 0,-1 5 2 0,-2 1 3 0,-1 2 1 0,-3 1 4 15,-2 0-5-15,-2 0-6 0,-3 0 2 0,-2 2-3 0,-1-1-5 16,-3 0 0-16,-3 1-2 0,-2 0 1 0,-1-2-2 0,-3 2 4 0,-4-2 10 16,-1 1-1-16,-3-1 6 0,-2 1-5 0,-4-2 0 0,-3 1 5 0,-3-1 6 15,-3 2-3-15,-4 1-1 0,-4 2 0 0,-4 0 4 0,-6 1 4 16,-3-2-3-16,-6 2-3 0,-2-1 1 0,-5 1-3 0,-7 3 5 0,-3 0-11 15,-5 2 0-15,-3 0 3 0,-3 1-14 0,-2 1 18 0,-4-1-11 16,-3 1-1-16,-3-1 3 0,0-1-7 0,0 0 4 0,1-2 0 0,2-1 10 16,1-3-9-16,-1-1-6 0,2-1 7 0,-1-3-4 0,2 1-2 0,0-3 6 15,0-1-6-15,-1-4-3 0,-1-1 15 0,3-3 3 0,34-10 7 16,-9 1 24-16,-1-2-2 0,-8 0 0 0,-1-3-8 0,-10 1-12 0,0-4 14 16,-20-2 2-16,-59-6 4 0,17-6 17 0,19-4-16 0,27-2 4 0,3-1-8 15,0-4-15-15,0-4-5 0,3-2-13 0,-1-3-7 0,1-5-13 16,2-1-8-16,2-7-6 0,1-5-20 0,2-2-14 0,4-4-23 0,5-2-41 15,8-2-19-15,29 29-39 0,-3-7-55 0,7-3-21 0,-2-7-133 16,7-1-207-16,2-12-413 0</inkml:trace>
  <inkml:trace contextRef="#ctx0" brushRef="#br0" timeOffset="-55019.57">21658 6188 767 0,'-3'-2'1'0,"0"1"-2"0,-1-2 1 0,0 1-2 0,0 0-3 0,1 1 2 0,0-1-1 0,0 1 3 0,0 0 2 0,0 0-3 16,-1 1 1-16,2-1 0 0,-2 1-1 0,1 0 3 0,1 0 1 0,-1 0 1 15,1 0 3-15,-1 1 1 0,1-1 8 0,1 0 7 0,0-1 6 0,2 0 6 16,1 0 5-16,1-2 7 0,2 0 11 0,3-1 10 0,1-1 5 16,4 0 9-16,2-1-5 0,3 0-4 0,2 0-8 0,3-3-9 0,2 1-5 15,2 0-8-15,3 0 0 0,2 1-4 0,2-1 1 0,1 2 7 0,1 1-4 16,2-1-1-16,-1 1-2 0,2 0-8 0,1 0 2 0,-2 0-1 16,2 1-8-16,0 1 5 0,-1 0 1 0,2 1-3 0,-2-1 0 0,-2 1-4 15,2 0-4-15,-2-1-2 0,0 1-1 0,1 1-3 0,-3-1-1 0,1 0-5 16,-3 0 4-16,0 0-1 0,-2 1-3 0,0 1 5 0,-3-1-7 15,0 1-2-15,-1 0 6 0,-1-1-3 0,-1 1 3 0,1 0-6 0,-1-1-2 16,-2 1 2-16,-1 0-3 0,-3-1 5 0,-1 1-4 0,-1-1-2 16,-2 1 1-16,-3-1-3 0,0-1-2 0,-2 1-2 0,-1-1-16 0,-2 0-24 15,-2 1-37-15,-3-1-40 0,-1-1-22 0,-4 0-14 0,-1-2-7 0,-4-1-11 16,-2-1-5-16,-2-1 3 0,-2-3 20 0,-2 0 35 0,-2-2 35 16,-2-1 31-16,0 0 16 0,-3 1 12 0,-1-2 10 0,0-1 9 0,-1 1 11 15,4 1 8-15,0 1 1 0,2 0-1 0,1 1-6 0,0 1-10 0,0 1-13 16,2-1-25-16,3 0-26 0,1 0-37 0,2 0-75 0</inkml:trace>
  <inkml:trace contextRef="#ctx0" brushRef="#br0" timeOffset="-54395.56">22369 5692 2368 0,'-11'-14'55'0,"4"-2"-74"0,0-1-8 0,6 2 4 0,5 1 6 16,2 2 5-16,2 1-3 0,2 0-7 0,2 0-2 0,2 1-3 0,1-1-4 15,4 2-4-15,0 0 0 0,2 3 1 0,-1 1 4 0,2 1 4 16,-1 1 2-16,-1 1 5 0,0 2 2 0,0 1 2 0,-2 1 6 0,1 1 4 16,1 1 1-16,0 0 2 0,3 3 2 0,0 0 2 0,1 1 2 15,2 1-6-15,0 2 4 0,1 0-4 0,2 1 2 0,3 2 3 0,-2-1-4 16,2 2 1-16,-2-1-2 0,1 1 1 0,1 0 2 0,1 1 2 0,-1 0-4 15,2-1 1-15,-3 1 0 0,1 0 1 0,-1 1 14 0,-1 1 6 16,-3-2 2-16,-1 0 9 0,-3-1 9 0,-2-1 10 0,-2 0 10 0,-5-2 7 16,-1-1-2-16,-3-3-12 0,-1 0 2 0,-2-1-8 0,-2-1-11 0,-3 1 5 15,-1 0-11-15,-3-1 5 0,-2 1-1 0,-2 1-6 0,-3 1-1 0,-3 3-17 16,-2 1-2-16,-4 1-3 0,-4 1-6 0,-3 3 3 0,-2-1-3 16,-2 2 0-16,-1-2 0 0,-1 0-1 0,-1 0-12 0,1-1-2 0,-3 0-8 15,1 0-3-15,0-1-3 0,1-1-8 0,1 1-7 0,1-1-15 0,1-1-17 16,2-2-25-16,3-2-24 0,3-2-38 0,6-1-41 0,4-1-59 15,2-4-71-15,6-2-57 0,4-4-239 0</inkml:trace>
  <inkml:trace contextRef="#ctx0" brushRef="#br0" timeOffset="-53569.57">29751 7351 2228 0,'-11'-2'61'0,"2"0"-68"16,0-1 13-16,5 2 18 0,2 0 16 0,2 0 6 0,0 0-20 0,1-2-15 15,1 2-17-15,3-2-8 0,1-1-3 0,5-1-6 0,4-1 2 0,4-1-6 16,2 0 1-16,4 0 1 0,-1 0 4 0,0 0 5 0,2-1 2 16,0 0 1-16,1 1 3 0,1 1 4 0,1 0-1 0,1 1-1 0,1 0-1 15,0 2 2-15,1-1 0 0,-2 0 7 0,1 2 0 0,-2-1 0 0,0 1 3 16,-1 0-2-16,-3 1 8 0,1 0-3 0,-4 0 3 0,2 0-1 15,0 1 4-15,-2 0 3 0,-1-1-2 0,-2 2 3 0,-2 0 4 0,0 0-2 16,-1 0 3-16,-2 0-3 0,-1 0-3 0,-1 1 1 0,0-1-8 16,-1 1 0-16,0-1-2 0,-3 0-9 0,0 0 1 0,-1-1-19 0,-1-1-24 15,0 1-36-15,-2 0-45 0,0-1-40 0,-1-1-27 0,0 0-16 0,-1-1-1 16,0-2 1-16,-2 0 8 0,0-2 16 0,-2-1 17 0,0-2 14 16,-1-1-16-16,-2-3-35 0</inkml:trace>
  <inkml:trace contextRef="#ctx0" brushRef="#br0" timeOffset="-53317.57">30579 7068 400 0,'-8'-9'174'0,"1"-1"-49"0,-2-3-10 16,1 0-19-16,2 2-4 0,0 0-19 0,0 1-21 0,1-1-16 15,2-2-20-15,0-2-12 0,0 0-12 0,0 1-5 0,3-2-9 0,0 1-7 16,1-2-7-16,1 2-4 0,0 0-5 0,2-1-5 0,-1 3-9 16,1 1-6-16,0 0-1 0,1 1 4 0,0 1 10 0,0 1 11 0,0 2 7 15,0 1 9-15,0 2 8 0,0 1 6 0,1 0 6 0,1 2 6 0,0 0 4 16,1 0 2-16,0 1 5 0,2 1 3 0,0 0 3 0,2 1 7 16,-1 0 6-16,2 0 4 0,1 0 7 0,1 0 1 0,0 1 5 0,0 1-1 15,1 0 10-15,0 0 3 0,0 0 10 0,-1 1 8 0,2 0 6 0,0 0 3 16,-2 0 0-16,1 1 3 0,-1 0-2 0,1 0-4 0,-2 0-2 15,1 1-10-15,-1 1-13 0,-2 1-4 0,0 1-10 0,-2 1-7 0,1 0-5 16,0 0-8-16,0 1-1 0,0-1-1 0,-2 0-6 0,-3 0 2 16,1-1 0-16,-1 2-2 0,-1 0-3 0,-1 0-1 0,-2 0-4 0,-1-2-12 15,-2-1-4-15,-2 1-6 0,-2 0-7 0,-1 0-5 0,-2 1-15 0,-1-1-23 16,-5-1-37-16,-2 1-58 0,-4-2-83 0,-4-1-128 0,-6 0-404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0:53:58.1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3887 8903 1858 0,'5'5'234'0,"3"1"-217"0,5 2-30 0,3 1-14 0,1-1-7 16,3-2 2-16,1-1 5 0,-1-2-5 0,2-1-18 0,-1 1-30 15,0 1-31-15,1 0-22 0,1 2-3 0,1 0 15 0,2 1 30 0,0 1 37 16,2 0 30-16,0 0 26 0,1 1 20 0,1-1 12 0,2 0 12 0,-2 0 5 15,2 0-5-15,1 1-5 0,0-1-4 0,0 2-7 0,2 0 4 16,0 0-1-16,3 0-1 0,1-2-2 0,0-1-2 0,1-1-5 0,2 1-4 16,1-1-3-16,2-1-3 0,3-1-7 0,0 0 2 0,1 0 1 15,3-1 5-15,1-1 10 0,0-1 2 0,2 0 4 0,1-2 2 0,-1 0 2 16,1 0-2-16,-1-1 0 0,2 0-6 0,0-1-7 0,0 0-1 16,1 0-2-16,0-1-4 0,1 1 1 0,1-1-3 0,1 0-2 0,0-1-2 15,1 0 3-15,0-1 1 0,1-1-9 0,-1 0 3 0,1-2 5 0,-1-1-6 16,0 0 8-16,2-1-2 0,0-2-6 0,0-1-1 15,0-2-2-15,-1 0 0 0,1-3 0 0,0 0-4 0,0-1 1 0,-2 1-7 0,1-1 3 16,0-1 4-16,-1 2 6 0,0-2 7 0,-2 0 4 0,-1 1-3 0,0-1-14 16,-2-1 0-16,-1 2-3 0,-1-2 5 0,-2 1 9 0,-2-1 5 0,0 0 0 15,0 1 3-15,-3-1-1 0,-1-1-4 0,-2 0 0 0,-1-2-1 16,-2 0-3-16,-1-2 2 0,-3 1-1 0,-1 1-4 0,-3-2 0 0,-2 2 2 16,-2-2-3-16,-1 1 5 0,-5 0-7 0,-1-1 1 0,-5 2 7 15,-2-1 1-15,-4 1 5 0,-2-2 2 0,-3 0-7 0,-2-1-2 0,-3 0 1 16,-3 1-6-16,-2-1 0 0,-3 0-6 0,-3-1 0 0,-2 0 3 15,-2-2-2-15,-4 1 1 0,-3-1-1 0,-3 2-5 0,-4 0 2 0,-2 2 4 16,-4-2-4-16,0 2 10 0,-6 0-2 0,-1-1-9 0,-2 3 1 16,-5 0 1-16,-1 1 4 0,-2 1 7 0,-3-1 1 0,-3 2-4 0,-1 0-2 15,-3 1-1-15,-2 2 1 0,-1 0 4 0,-3 1-3 0,-2 3 6 0,-1 0 1 16,-4 0-8-16,-1 1 0 0,-1 2-4 0,-4 0-4 0,-2 2 7 16,0 1-1-16,-4 1 3 0,0 2 1 0,-2 1-6 0,-2 1 5 0,-1 2-1 15,-2 1 4-15,0 1-3 0,-2 0 3 0,1 1-5 0,-4 1-4 0,2 2 2 16,-2 0-4-16,-2 1 10 0,2 1-1 0,-3 1 2 0,0 2-1 15,0 1-8-15,-2 0 0 0,0 2 7 0,0 0 0 16,-3 1-3-16,1 0 4 0,0 1-5 0,0 2 1 0,-1 1 7 0,2 2 1 0,-1-1-4 16,-1 2 2-16,2 1-5 0,0-2 4 0,0 2-14 0,-1 1 1 0,2-1 2 15,0 3 7-15,0 0 13 0,4 0 1 0,-1 2-1 0,3-1-2 0,2 3-4 16,1-1 0-16,3 1 1 0,3 0-6 0,2 2 1 0,4 1-2 0,4 0 5 16,3 1 3-16,4 0-3 0,3 0 1 0,5 2-9 0,1 1 0 0,4 3-4 15,3-1-11-15,2 2-3 0,5 1-1 0,4 0-5 0,22-18 0 16,-4 5-12-16,3 0 5 0,-4 7-23 0,3 0-69 0,-4 6-103 0,3 0-144 15,-1 7-119-15,2-2-288 0</inkml:trace>
  <inkml:trace contextRef="#ctx0" brushRef="#br0" timeOffset="2670.99">3139 8138 656 0,'2'-2'406'0,"0"1"-178"0,2-1-62 0,-2 0-28 0,1 1-28 0,1-1-18 15,0 0-20-15,0 2-10 0,-1 0-6 0,0 1-3 0,1 1 4 16,0-1 3-16,-1 0-3 0,0 1-2 0,0 0-7 0,0 0-1 0,0 1-1 16,-1 0-2-16,1 1 3 0,-1-1-5 0,0 0 1 0,1 2 5 0,-1-1-8 15,0 1 3-15,1 1-4 0,-1-1 0 0,0 0 3 0,1 1-4 16,0-1 3-16,0 1-8 0,-1 0 7 0,1 0-1 0,-2 1 1 15,2 1 3-15,-1-1-1 0,0 1 0 0,1 0-15 0,-1 0 1 0,-1 0 4 0,0-1-8 16,0 3 8-16,1 0 8 0,0 1-9 0,1 0 0 0,-1 0 2 16,0 0-16-16,0 0 3 0,1 1 0 0,-1 0-1 0,0 1 0 0,-1-1-8 15,1 2 2-15,0 0-4 0,1 0 5 0,-1 0-3 0,1-1-4 16,0 2 5-16,-1 0-3 0,0 0-1 0,-1 1 1 0,-1 0-3 16,0 2-1-16,1 0-1 0,-1-1-4 0,1 1 4 0,0 0-2 0,0-2 0 15,1 2 0-15,-2-2 2 0,1 1-4 0,0-1 5 0,-1 1-3 0,1 0-2 16,1 0-2-16,-2 1 0 0,2-1 0 0,-2 1 2 0,2-1 0 0,-2 1 2 15,0-1-13-15,1-1-2 0,-1 2 16 0,0 0-1 0,-1 1 15 16,0-2-3-16,-1 1-18 0,0 0 4 0,0-1-2 0,-2 2 6 0,0 0-4 16,-2-1-2-16,0 0 4 0,-1 0-6 0,0 1 6 0,-2-1-2 0,0 1-4 15,-1 0 4-15,-1-1-4 0,1 1 1 0,0-1 3 0,-1-2-4 16,-1-2 4-16,0 1 2 0,-1-2-4 0,0 0 4 0,-1-3-2 16,0 0-2-16,0 0 0 0,-1-2 0 0,1 1 4 0,-2-2 0 0,-1 0 5 15,1-1-5-15,-2-3 2 0,0 1-2 0,-3 0 0 0,1-2 6 0,-1 0-5 16,-1-1 1-16,2-2-2 0,-2 0-2 0,1-1 0 0,0-2 2 0,-1 0 4 15,0-1-2-15,0 0 1 0,-2-2-1 0,1 0-2 0,-1-1-2 0,0 0-2 16,2-2 4-16,0 0 4 0,1 0-2 0,-1-2 3 0,0-2 1 16,0 0-8-16,0-1 2 0,-2 1 0 0,4-3-4 0,-2-2 8 0,1 1 7 15,0-1-1-15,-1 0 3 0,1 2-7 0,1-2-6 0,-1 0 0 16,2 0-2-16,0 0-2 0,1-2 0 0,0 1 10 0,1 0-5 0,0 0 3 16,1 0-19-16,0 1-7 0,3-1 20 0,0 1-2 0,0 1 16 0,2-2 1 15,-1-1-16-15,2 1 1 0,0-1-2 0,-1 1 0 0,2 0 0 16,-2-1 4-16,3 1 0 0,2 1-2 0,2-1 0 0,1 0 2 0,0 0-2 15,1 0 1-15,2-1 3 0,2 0-2 0,1 0-4 0,1 0 4 16,0 3-4-16,2-1 4 0,2 2 2 0,0-1-8 0,1 3 2 0,1-2 4 16,0 1-2-16,1 1 6 0,3 0-2 0,0 0-2 0,3-1 2 0,-1 1-2 15,4 0-8-15,1-2-4 0,1 1-1 0,3 1 14 0,0-2 9 16,1 2 2-16,0-1 3 0,1 2-27 0,3-1 5 0,-3 0-1 0,3 1-4 16,-3 1 12-16,1 2 0 0,1 0-2 0,-3 1 4 0,2 0 4 0,-2 1-3 15,1 1-1-15,1 2 2 0,1-1-4 16,-2 2 2-16,1 0 6 0,-3 0-8 0,-1 1 0 0,0 1 4 0,-2 0-8 0,0 1 6 0,-1 2-1 15,-1 0-6-15,-1 1 4 0,-1 0-1 0,-1 1-1 0,-1 1 2 16,0-2-10-16,-2 2-5 0,-2-1-11 0,2 0-24 0,-3 0-29 0,1 0-44 16,-2-1-58-16,-1 0-63 0,-1 0-77 0,0-2-78 0,0 0-176 0,1-1-175 15,1-2-86-15</inkml:trace>
  <inkml:trace contextRef="#ctx0" brushRef="#br0" timeOffset="18923.84">5187 9281 298 0,'-7'-1'50'0,"-1"-1"3"0,-1 0-3 0,2 2-10 0,3 0-7 15,-1 0-8-15,0 1-9 0,0 0-2 0,0 1-5 0,-1 1 1 0,0 1 0 16,0 0-1-16,1 1 3 0,0 0 0 0,-1 1 4 0,0-1 2 15,2 2 4-15,-2 1-2 0,0 0 1 0,-2 0 3 0,1 0-1 0,0 0 2 16,0 0-4-16,0-1-5 0,1 1-3 0,0-1-3 0,-1 0-1 0,1-1-5 16,-1 0 2-16,1-1-3 0,-1 0 2 0,1-2 4 0,1 0-2 15,0-1 4-15,1-1 2 0,0 0 2 0,1-2 6 0,-1 0 5 0,0-1 5 16,0-1 4-16,0-1 2 0,1 0 5 0,0-2 6 0,0 1 2 0,0-2 7 16,0 0 0-16,1 0-2 0,0-1-3 0,1 0-5 0,0-1-4 15,1-1-10-15,0-1-3 0,2 1-5 0,1-1-4 0,1 0-1 0,0-1-2 16,2 0-4-16,1 0 1 0,1 0-5 0,0 1 2 0,2 0-3 15,-1-1-5-15,1 1 0 0,2 0 1 0,0 0-1 0,0 0 0 0,3-2 0 16,2 1-3-16,2 0-1 0,0 0 0 0,1 1 0 0,2-1 0 0,0-1 2 16,3 1-2-16,1-1-3 0,3 0 2 0,0-1 3 0,1-1-3 15,-2 1 4-15,3 0-2 0,-1-1-1 0,1 1 1 0,0 0 1 0,1 2 2 16,-1-1-7-16,0 1 6 0,-1 1 2 0,1 1 2 0,-2 1 10 16,1 2 2-16,-2 0-2 0,1 1 1 0,0 2-2 0,-5 1 2 0,3 1-5 15,0 2 4-15,1 0-1 0,0 2-2 0,-1 0 0 0,-2 2-1 0,0 1-3 16,0 2 1-16,-1-1-4 0,0 1 1 0,1 2 9 0,0 1-4 15,0-1 4-15,-1 2-3 0,-1 0-12 0,0 0-1 0,0 2 1 0,-1 0 2 16,0 2 2-16,-1-1 2 0,1 1 2 0,-3 0-7 0,2 0 6 0,-2 0-5 16,-2 1 1-16,0 0 0 0,0 2-3 0,-1-1 2 0,-3 1-1 15,1 2 2-15,-2-2 3 0,0 1-2 0,-1 0 3 0,-2 1-2 0,0-2-1 16,-1 1 4-16,-2 1 1 0,0-1-1 0,0 2 2 0,-3 1-5 0,0-1 4 16,0 2-5-16,-1-1-3 0,-1 1-3 0,-1 0 0 0,-1 0 3 15,-1 1 12-15,0 1 6 0,-1-2 1 0,-2 2-1 0,1-2-8 0,-2 1-3 16,0 1 1-16,-2-2-2 0,-1 2 2 0,1-1-5 0,-1 2 2 0,0 0-2 15,-2-1-2-15,1 0 3 0,-1-3-4 0,1 0 1 0,-2 0 3 16,0-2-6-16,-1 0-1 0,1-1 6 0,-1-1-1 0,-1-1-2 0,0-1 5 16,-2-1-5-16,0-3 3 0,1 0-3 0,-1-1 5 0,0-1-2 15,0-1 2-15,-4-2 2 0,1-1 2 0,-1-3 4 0,-2-1-2 0,0 0 5 16,-3-2-4-16,-1-1-4 0,0-1 3 0,-2-2 2 0,1-1-1 0,-2-3-2 16,-1-1 3-16,-1-2-5 0,-4-1 4 0,1-2-4 0,-2-2 2 15,0-1 2-15,1-2 0 0,-2-1 3 0,1-1 2 0,-1-1-2 0,-1 1 12 16,0-2-7-16,-2-1-1 0,1 1-2 0,-1-1-15 0,0 1 2 0,1 0 0 15,0-1-5-15,-1 3-1 0,1-1 8 0,2-1-1 0,1 1-1 16,4-2-4-16,4 0-4 0,2-1-4 0,3-2-16 0,3-1-8 0,3-3-9 16,4-1-29-16,4-2-26 0,4-3-58 0,5-3-88 0,6-2-109 15,5-2-150-15,5-4-486 0</inkml:trace>
  <inkml:trace contextRef="#ctx0" brushRef="#br0" timeOffset="24344.84">17020 11003 152 0,'-8'-12'-15'0,"-1"-1"54"0,-1-2 2 0,1 4-10 15,3-1-6-15,0 2-1 0,1 0-5 0,1 0-4 0,1 0-5 0,1 2 0 16,1-3-2-16,1 0 0 0,0 0 0 0,2-1 1 0,-1 1 2 15,1-1 1-15,0-1 3 0,0 1 2 0,0 0 4 0,1 1 3 0,1-2 0 16,0 1 0-16,1-1 0 0,2 1 1 0,1 2-2 0,3-1-2 0,0-1-6 16,4 0-7-16,1 1-3 0,4 1-1 0,2 1 0 0,1-1 1 15,1 1-2-15,0 0 3 0,0 2-3 0,2 0 2 0,-1 1 0 0,0 2-2 16,-1 1 4-16,-1 1-2 0,-1 1 0 0,-1 1 1 0,0 0-2 16,1 0 0-16,-2 2 0 0,1 1 0 0,1 1 0 0,-1 1-2 0,0 0 2 15,0 1-2-15,-2 2-2 0,1 1 3 0,0 0-4 0,0 1 1 0,-1 3 1 16,0 1-1-16,-3 3-3 0,1 0 2 0,-1 1-1 0,-2 2 2 15,-2 1 7-15,0 0-4 0,-2 2 2 0,-2 1 0 0,-2 1-2 0,-3 1 1 16,-2-1 0-16,-2 1 1 0,-4 0 0 0,-2 4-1 0,-4-2-1 0,-3 2-2 16,-1-4 3-16,-2 0-2 0,-2-1 2 0,-1-2 1 0,-2 0-1 15,-2 0-1-15,0 1 0 0,-3-2 0 0,1-1-1 0,-4 1 0 0,1-1-2 16,-1-3-3-16,1 1 2 0,-2-2-3 0,1 0 3 0,-1 0 6 0,-2-1 2 16,-1-1 1-16,0-2-3 0,0-2 1 0,3-2-4 0,-3 0 3 15,1-4 0-15,0-1 1 0,0-3-1 0,2-2 2 0,-1-2 1 0,0-3-2 16,1-2-1-16,0-3-1 0,0-2-1 0,2-3-1 0,0-3 1 15,1-2-3-15,3 1 9 0,0-4-1 0,2-1 1 0,0-3 2 0,0-1-6 16,4-1-3-16,0 1 0 0,3 0-2 0,2 0 0 0,3 3 3 0,2 0-4 16,3 1 1-16,2 0 1 0,3 1-2 0,1 0 5 0,1 3-1 15,2 3 0-15,0 1-4 0,2 0 1 0,2 1-3 0,2 1 0 0,2 0 2 16,3 0-2-16,3 2 0 0,4 1-1 0,2-1 3 0,4 0-4 0,2 2 0 16,2 1-5-16,2 1-16 0,5 2-36 0,2 0-42 0,2 2-25 15,4 2-36-15,1 1-177 0</inkml:trace>
  <inkml:trace contextRef="#ctx0" brushRef="#br0" timeOffset="25178.84">19038 11113 388 0,'-3'-22'-4'0,"-1"0"40"0,-1-7-1 16,3 6-4-16,2 3 1 0,2 0-4 0,1 3-3 0,1 1-4 0,2 1-8 15,1-1-2-15,2 2-6 0,1 1-2 0,2 0-1 0,2 0 0 16,2 0 0-16,0 3 0 0,4-2 0 0,1 1-2 0,0 1 2 0,2 0-2 16,0 1 0-16,0 1 3 0,2-1-2 0,2 0-1 0,4 0 4 15,2 0-2-15,5 0 3 0,1 1-2 0,3 1-2 0,4 3 4 0,2-1-6 16,3 2 6-16,1 0-1 0,3 1-4 0,1 2 0 0,1 2 0 15,1 0 0-15,0 0-1 0,-1 2 6 0,1 1-5 0,0 0 4 0,0 2 0 16,-1 2 1-16,-1 1 2 0,0 1 0 0,-2-1 2 0,-2 0-3 0,-2 0 1 16,-2 0 0-16,-4 0-2 0,0 0 5 0,-3 0 2 0,-3 0 5 0,-3 0 0 15,-1 0 3-15,-2 0-1 0,-1 0 0 0,-3 0 0 0,-2 1-6 16,-2 0-3-16,-1 1-1 0,0 2-2 0,-1 2 0 0,0-1 0 0,-1 3-2 16,-4 1-3-16,-2-1 0 0,-2 0-1 0,-2 0 3 0,-4-1-1 15,-2-1-1-15,-4 2 0 0,-2-1-3 0,-5-1 2 0,-4 1 3 0,-3 1 1 16,-5 1 3-16,-5-1-1 0,-6-1-1 0,-4 1 0 0,-6-1-1 0,-4-1 4 15,-4 1-5-15,-4-1-5 0,-4-2 0 0,-4 1-5 0,-2-2 4 16,0-1 6-16,-4-1 0 0,0-3 3 0,2-2-1 0,1-3 3 0,2-1-3 16,2-2 7-16,2-1-4 0,0-2 0 0,1-1 2 0,1-1-5 15,2-2 4-15,1-2-1 0,1-1-1 0,2-1 5 0,-1-2 0 0,4-1 4 16,1-4 0-16,0-1-6 0,0-2 0 0,2-1-4 0,2-3 0 0,0 0 0 16,2-2 1-16,0 0 1 0,2-2-4 0,3-1 1 0,0-2-5 15,5 0 6-15,1-1-4 0,3 1-3 0,3 2 1 0,3 3-2 0,2-2 1 16,5 4 1-16,1-2-2 0,3 2-1 0,3 1-2 0,2 2 8 0,2 0-2 15,3 2-1-15,1 0 2 0,2 1-5 0,1 2 2 0,1 1 0 16,4 0-2-16,1 1-4 0,4 2-1 0,0-1-2 0,4 1-3 0,1 1-3 16,1 1-5-16,3 2-17 0,2 1-30 0,1 2-28 0,4 0-23 0,0 3-18 15,2 2 0-15,4 1-31 0,2 2-162 0</inkml:trace>
  <inkml:trace contextRef="#ctx0" brushRef="#br0" timeOffset="26280.84">24448 11169 412 0,'-1'-28'92'0,"0"-4"-72"0,-1-8 35 0,-1 6 2 16,0 6 0-16,0 1-10 0,0 5-2 0,1 1-10 0,1 2-5 0,0 1-6 16,1 3-5-16,1-1-2 0,1 0-5 0,1 1 0 0,1 3-5 15,1-1-3-15,1 0 0 0,2 2-4 0,0-1 2 0,1 2 0 0,2-1 0 16,1 0-1-16,3 1-4 0,2 2 6 0,1 0-5 0,4 2 6 0,2 0 1 15,2 0-8-15,4 2 7 0,3 0-6 0,3 1-1 0,4 0 2 16,3 2 0-16,4-1 0 0,1 2 0 0,2 0-1 0,1 1 0 0,2 1 4 16,2-2 0-16,1 1 3 0,2 0-1 0,1 0-5 0,2 1 2 0,1 1-1 15,1 0-1-15,2 2 2 0,-1 0 0 0,-1 0-2 0,1-1 5 0,-1 1 0 16,-2 2 4-16,-1 0 3 0,-2 1 1 0,0 1 1 0,-1 1 1 16,-2 0 0-16,0 0-2 0,-5 2-1 0,-1 1-3 0,-3 1 5 15,-1 2-2-15,-1-1 2 0,-3 3-4 0,-2 0-6 0,-4-3 2 0,-4 1-1 16,-3 1 1-16,-4-2-1 0,-3 0-3 0,-1 3-2 0,-3 0 0 0,-3 2 1 15,-1 1 1-15,-5 1-1 0,-3-1 2 0,-3 0 0 0,-4 2 0 0,-4-2 4 16,-4 1 0-16,-5 0-4 0,-2-1 1 0,-5 0 2 0,-3-1 0 16,-3-2 1-16,-5 1-1 0,-5-3-2 0,-4-1-4 0,-4-2-1 0,-4-2-4 15,-3-1 1-15,-3 1-1 0,0 0-2 0,-2 0 9 0,-2-1 3 0,1 0 3 16,-1-1 3-16,-1 0-7 0,1 1 0 0,-2-1-4 0,-1 0-1 16,0 1 1-16,-1-1-1 0,0 0 4 0,-1 0 0 0,0-1 2 0,0-2-4 15,1 1 2-15,1-1 0 0,1-1-3 0,1-1 1 0,2 0-2 16,3-1 1-16,2 0 2 0,4 1 0 0,2-2 4 0,1 0-2 0,1 0-1 15,4-3 1-15,1 0-2 0,3-1 4 0,3-2-1 0,2-1-3 0,3-2 2 16,4-3 1-16,2-1 2 0,2-2 2 0,2-3 1 0,2-1-5 16,1-2 2-16,1-4-6 0,2-3 1 0,2-1 2 0,-1-4 2 0,2 0 5 15,1-3-4-15,2-3 0 0,1 0-6 0,2-1 0 0,1-1 1 0,0-2-1 16,2 0 2-16,2-1-2 0,0 0-1 0,1 1 2 0,2 3-1 16,2 1 3-16,1 3-2 0,4 3-7 0,3 2 6 0,2 3-2 0,1 3 3 15,0 1 6-15,2 2-7 0,1 3 1 0,-1 0-2 0,1 3 3 0,1 2 0 16,-1 2-2-16,0 1 0 0,0 2-4 0,-1 1-1 0,-2 1-2 15,0 2-3-15,-1 1-5 0,-1 2-9 0,-2 1-19 0,0 1-14 0,0 1-24 16,1 2-19-16,-1 1-9 0,-1 2-2 0,2 1 3 0,0 0 9 16,1 3-12-16,-1 1-26 0,1-1-98 0</inkml:trace>
  <inkml:trace contextRef="#ctx0" brushRef="#br0" timeOffset="27905.84">29146 10979 303 0,'-1'-14'-15'0,"1"1"63"0,-1-4-13 16,0 4 10-16,0 3-5 0,1 0-5 0,-1 2-6 0,0-1-6 16,1 0-1-16,-1 0-2 0,1 1-1 0,-1-1-5 0,1 1-2 0,0 1 1 15,-1-2 0-15,1 1 0 0,0 1-2 0,1 0 2 0,0 0-1 0,0 0 2 16,0 0 0-16,1 0 0 0,0-1 1 0,0-1 1 0,1 1 8 15,0-2-6-15,1 1 5 0,2 1-5 0,-1-2-4 0,2 0-1 0,0-1-4 16,1 0-3-16,2 1 0 0,0 1 2 0,2 0-4 0,2 2 1 0,-1 0-1 16,4 0 0-16,0 0-1 0,2 1 3 0,0-1 2 0,2 0 2 15,1 1 3-15,5-1 2 0,1 3 3 0,3-2 3 0,3 1 1 0,0 0 6 16,4 0 3-16,1 1 4 0,3 2 0 0,0-1 2 0,2 2-1 16,-1 0-1-16,2 1 0 0,1 1-2 0,3 2-3 0,-1 1-4 0,1 2 1 15,-2 2-3-15,1 1-5 0,0 2 1 0,-1 3-5 0,-1 0-5 0,0 3-3 16,0 0-1-16,-2 3 0 0,-1 2-4 0,2 0-2 0,2 3-2 15,-3 0 4-15,0 1 1 0,-2 3 1 0,-3 0 0 0,-2 0-8 0,-1 0 6 16,-3 0 6-16,-2-2-2 0,-2 3 1 0,0 2-7 0,-3 1-2 0,2 2 2 16,-2-1-2-16,-3-3 3 0,-2-1-5 0,-6-3 4 0,-3-1-1 15,-1-3 2-15,-4 0 3 0,0 0-7 0,-1-3-5 0,-3 1 1 0,0-1 3 16,-4-2 5-16,0 2 7 0,-4-2-3 0,-1-1 3 0,-3 0-1 16,-2-1-3-16,-2 0 5 0,-2-3-1 0,-6-2 4 0,-4-2 3 0,-1-2 0 15,-6-4 4-15,0-2-5 0,-5-3 4 0,-2-3-2 0,-3-3-4 0,-3-2 7 16,-4-2-9-16,-2-1-3 0,-6-4-3 0,-4-2-8 0,-4-3 1 15,-6-4 2-15,-2 0 2 0,-6-6 3 0,-3-1-1 0,-2-3-10 0,-3-2-28 16,-2-1-34-16,0 1-56 0,-2 1-57 0,-1-3-33 0,-4 1-38 0,-4-1-15 16,-4-2-191-16</inkml:trace>
  <inkml:trace contextRef="#ctx0" brushRef="#br0" timeOffset="34142.26">17050 11074 1906 0,'-2'5'56'0,"0"-1"-43"0,1 1-6 0,3-1-3 0,1-2-7 0,2 0-9 16,1-2-2-16,1 0 1 0,1 0 8 0,-1-2-2 0,-1 1 0 15,0-1-4-15,-2 1-3 0,-1 0 3 0,0 0 1 0,-2 0 3 0,-1 0 3 16,0 0 1-16,-1-1 4 0,-1 0 6 0,-2-1-1 0,0 0 2 0,-1-1 1 16,-1-1-1-16,0 0-1 0,-1-1 3 0,-1-1-6 0,1 0 0 15,-2-2 0-15,1 0 4 0,-2-1 6 0,1-1 0 0,1-3 10 0,0 0-5 16,2-2 0-16,1-2 3 0,1-3-3 0,2-1 2 0,1-2 3 16,1-2-6-16,2 0-2 0,1-2 1 0,2 0-7 0,0-1 1 0,3-1-4 15,0-2 0-15,2 2-4 0,2-1 3 0,-2 1-3 0,3-1-3 0,2 1 9 16,1-3-2-16,1 0 3 0,3-1 1 0,3 1-5 0,1 1 3 15,3 1-6-15,1-2 3 0,2 1-2 0,-1-2-14 0,4 3 10 0,0 1-5 16,5-2-2-16,0 2 11 0,3-2-10 0,2 1 0 0,0 1-3 0,3 1-1 16,1 0-6-16,1 2 1 0,3 1-8 0,0-1-2 0,1 0-7 15,0 1 2-15,1 3 6 0,1 1 3 0,1 3 16 0,0 2 3 0,0 1 6 16,2 2-1-16,0 1-3 0,1 2 0 0,2 2 3 0,-1 1-2 16,1 1-1-16,1 3 3 0,1 1-5 0,0 2 2 0,1 3-2 0,2 2-7 15,-2 2 5-15,1 3-2 0,1 0 5 0,-1 3-3 0,2 2-1 0,1 1 5 16,-1 2-2-16,0 3 0 0,2 2 2 0,0 2-3 0,1 2 5 15,1 1-4-15,1 0 4 0,0 1 3 0,1-2 0 0,0 3 0 0,2-1 1 16,2 2 1-16,0 0 0 0,0 1 7 0,3-2-7 0,1 2 6 0,1-2 6 16,2 0 8-16,2-1 9 0,2 1-1 0,3-4-2 0,3-1-4 15,3-1 6-15,2-4-7 0,2-1-5 0,4-1-2 0,0-1-7 0,3-3 6 16,2-1 7-16,2 0 0 0,2-3 2 0,0-3 2 0,3-2 4 16,0-3 6-16,3-1 7 0,2-2-4 0,0-3 1 0,3-3 1 0,1-2-1 15,0-2-5-15,4-2-15 0,-1-1-2 0,3-2-6 0,1-3 5 0,0 0 7 16,2-3-12-16,-1-3-5 0,2 0-3 0,0-4-7 0,0 0-4 15,3-3 12-15,-2-1-6 0,3-1 1 0,-2-3 9 0,0 0-6 16,1-2 4-16,-1 2-10 0,-2-2-4 0,1-3-10 0,-2 0 11 0,-2-1 2 16,-1-1-2-16,-3 0-3 0,-2 1 2 0,-1 1-3 0,-3 0 12 0,-2 0-2 15,-2 2-8-15,-2-1 6 0,-4 2-4 0,-3 1 1 0,-4 0 0 0,-1 3 0 16,-4 0-9-16,-4-1 2 0,0 1 0 0,-4 1-5 0,-1 3-2 0,-5 0-4 16,1 3-8-16,-5 0-1 0,-4 2 0 0,0 1-2 0,-5 2-3 15,-3 2 11-15,-3 1 4 0,-3 3 2 0,-3 0 5 0,-4 2-6 0,-1 3-2 16,-2 2 0-16,-4 3 2 0,-2 1 3 0,-3 3 0 0,-1 2-2 15,-1 2-1-15,-2 3-2 0,1 1-1 0,-2 2-3 0,0 3-1 0,-2 1-5 16,-1 4-4-16,0 1 0 0,-2 2-15 0,1 1 9 0,0 4 4 0,-2 3 4 16,1 1 12-16,-2 5-3 0,1-1 10 0,-1 3 5 0,1 1 3 15,2 1 9-15,-1 2 3 0,2 0 6 0,0 0 5 0,2-1 8 0,3 0 4 16,1 0 11-16,3-1 13 0,4 1 5 0,3-1 9 0,1 0-7 0,4-3 5 16,2 0-7-16,3-4-6 0,3-1-1 0,3-3-17 0,2-2-10 15,4-3-6-15,3-5-6 0,1-3-3 0,2-3-3 0,2-4 0 0,-1-3-6 16,3-3-6-16,0-4-11 0,-1-4-20 0,0-4-26 0,0-2-28 0,0-5-45 15,0-3-37-15,-3-4-76 0,0-3-99 0,-4-5-166 0,2-3-239 16,-3-4 175-16</inkml:trace>
  <inkml:trace contextRef="#ctx0" brushRef="#br0" timeOffset="34714.26">22055 7862 810 0,'-6'2'141'0,"-1"0"-128"15,-4 2-6-15,-1 0-1 0,-1 1-2 0,0 1 1 0,2 1 8 16,-2 0 13-16,1 1 23 0,-1 0 30 0,1 1 25 0,1 1 25 0,-1 0 19 16,0 0 9-16,-1 1 1 0,2-2-13 0,1 2-22 0,0 0-12 0,2 0-9 15,0 2-2-15,2-1 1 0,2 1-4 0,-1 0-9 0,3 0-6 16,0 2-9-16,1 0-9 0,2 3-8 0,0 1-8 0,1 0-5 0,1 2-4 15,0 1-1-15,2 0-15 0,0 1-7 0,1 0-7 0,-1 1 7 0,0 1 0 16,1 0 1-16,-2 2-4 0,1-1-13 0,0 2 2 0,0-1-2 16,0-2-4-16,0 0 1 0,0 0-6 0,1 1-4 0,-3 1 1 0,1-3-6 15,-1 0-9-15,0-2-2 0,-1-2-15 0,-1-1-15 0,0-3-5 16,-1-1-16-16,0-3-12 0,0-2-16 0,-1-2-21 0,0-2-21 0,0-2-41 16,-1-3-72-16,-1-2-106 0,-1-2-105 0,-1-3-181 0</inkml:trace>
  <inkml:trace contextRef="#ctx0" brushRef="#br0" timeOffset="34916.26">21637 8151 1087 0,'-18'-29'119'0,"0"-3"1"0,-6-6 29 16,5 8-8-16,3 4-18 0,1 2-30 0,2 4-25 0,1 2 7 0,3 2 6 15,-1 3-5-15,3 2 0 0,0 1-7 0,2 2-4 0,2 1-3 16,2 2-3-16,1 0-8 0,3 1-7 0,1 0-4 0,2 0-5 0,2 1 1 16,4-2 1-16,2-1-6 0,3 1-3 0,4-1-4 0,3 0-5 0,2 0-3 15,2-1 2-15,2 0-4 0,-1 0 1 0,3 0-10 0,0 0 2 16,3 1-4-16,0-1-3 0,2 2 3 0,-2-1-1 0,1 2-2 0,0 0 0 15,-1 2-2-15,3 0 1 0,-3 2-1 0,0 1-1 0,-1 0-2 0,-3 2-11 16,2 0-7-16,-3 1-18 0,0 1-35 0,-4 1-51 0,-5 0-62 16,-1 1-88-16,-2 2-125 0,-3 0-155 0,-2 3-280 0</inkml:trace>
  <inkml:trace contextRef="#ctx0" brushRef="#br0" timeOffset="35126.26">21498 8943 1587 0,'-5'18'239'16,"1"3"-55"-16,0 3-11 0,3-5-14 0,3-5-26 0,3-1-15 0,3-1-17 15,2-5-12-15,2 0-11 0,2-3-13 0,2-2-14 0,2-2-11 16,3-1-8-16,2-2-6 0,0-2-3 0,1-1-7 0,0-1-9 0,1-2-2 16,3-1-3-16,0-1 1 0,1-2-3 0,2 0 0 0,1 1 0 0,-1-3 0 15,2-1-2-15,0 0-29 0,0-1-18 0,2-2-43 0,-1-1-48 16,1 0-39-16,0-2-56 0,1-1-101 0,0-1-145 0,1-2-126 0,1 1-139 15</inkml:trace>
  <inkml:trace contextRef="#ctx0" brushRef="#br0" timeOffset="35515.26">22690 8241 1544 0,'-7'7'167'0,"-1"0"-21"0,-1 1 11 0,3-1-17 16,2 0-23-16,2 0-14 0,1 3-8 0,1-1 5 0,0 2-7 16,2 0-5-16,0 0-9 0,2 2-17 0,2 0-8 0,2 2-11 0,1 0-6 15,1 1-7-15,1 1-4 0,0 1-7 0,0-2-4 0,1 1-4 16,-1-1-2-16,-1 0 3 0,1 0-5 0,-2-1-2 0,1 1 0 0,1-1-3 16,-2-2-4-16,0 0-1 0,1-1-6 0,-1-3-5 0,0 0-2 15,0-3-5-15,-1-1 2 0,0-2-5 0,1-3 3 0,-1 0 1 0,0 0 4 16,-1-3 8-16,0 0-1 0,0-2 9 0,-1-1-2 0,0-2 4 0,0-1 3 15,0-2 2-15,-1-1 2 0,1-1-1 0,-1-1 1 0,-2 0 1 0,2-2 6 16,-1 1-1-16,1-3 4 0,0-1 4 0,0 1 0 0,0-2-1 16,0-1-2-16,2 1-6 0,1 3-2 0,1 0-7 0,0 4 4 0,1 2-3 15,0 4-5-15,1 1 3 0,-1 3-4 0,-1 2 2 0,0 2 1 16,1 1 1-16,0 2-2 0,1 1-4 0,0 2 2 0,0 2 0 0,0 2-9 16,0 1 0-16,0 2 0 0,-1 0 4 0,1 2 3 0,-1 1 2 15,-1 0-2-15,1-2-3 0,0 1 1 0,-1-1-4 0,0 0-6 0,-1-2-9 16,-1 1-12-16,1-2-21 0,-1-1-33 0,0-1-29 0,1-2-30 0,-1-2-29 15,0-2-46-15,1 0-78 0,-1-3-118 0,1-2-107 0,-1-2-246 0</inkml:trace>
  <inkml:trace contextRef="#ctx0" brushRef="#br0" timeOffset="35681.26">23563 8246 1065 0,'3'7'197'0,"0"2"-42"0,0 3 3 0,0 3 0 0,0 2-23 16,1 3-30-16,0 1-28 0,0 4-18 0,0 0-12 0,1 2-3 0,0 1-4 15,1 1 2-15,-1 3 1 0,1 1 3 0,-1 1 4 0,0 2 0 0,-1-2-4 16,0 0-9-16,1-1-23 0,0 3-14 0,-2 1-8 0,-1 1-8 16,-3-1 3-16,1-2-5 0,0-2-9 0,0-4-12 0,3-1-22 0,-1-3-37 15,1-2-64-15,-1-3-96 0,-1-3-130 0,0 0-95 0,-1-3-257 16</inkml:trace>
  <inkml:trace contextRef="#ctx0" brushRef="#br0" timeOffset="35914.26">23493 8388 1552 0,'0'-11'157'0,"1"1"-24"0,1-2 22 0,0 3-11 0,1 3-29 15,2 0-11-15,-1 3-9 0,3 0-6 0,1 1 5 0,1 1-7 16,2 2-4-16,1 0-13 0,0 2-10 0,0 0-7 0,1 1-12 0,1 1-1 16,1 2-5-16,0 0-11 0,1 1 1 0,0 1-8 0,-1 0-3 15,-2 1-1-15,0-1-5 0,0 2 3 0,-2 0-9 0,-1 0 0 0,-2 1-4 16,-3-1-5-16,-2 2 3 0,-2 1-13 0,-2 2-13 0,-3 1-21 0,-1 1-22 15,-3 2-16-15,-3 1-25 0,-2 0-23 0,0 1-16 0,-2-1-15 0,1-2-5 16,-3 2-4-16,-1-1-11 0,2-1-8 0,0 1-23 0,0 0-29 16,0-1-9-16,2 0 5 0,-2-2 23 0,2-2-127 0</inkml:trace>
  <inkml:trace contextRef="#ctx0" brushRef="#br0" timeOffset="36218.26">23799 8684 969 0,'10'-7'396'0,"0"-1"-172"15,2-2-24-15,-1 3-34 0,-3 2-19 0,0 1-22 0,0 2-16 0,-2 1-16 16,-1 1-17-16,0 0-10 0,-2 2-13 0,-1 1-12 0,0 1-8 16,0 1-4-16,-2 2-11 0,1 1-3 0,-1 2-7 0,0-1-8 0,0 2 2 15,0-2-4-15,0 2-1 0,0 2-2 0,-1-1-2 0,1 0 1 16,-1-1-3-16,1 0 0 0,1-1-4 0,-1-1-5 0,2-2 3 0,-1 0 1 16,1-2-1-16,-1 0 5 0,1-3-1 0,0 0-2 0,0 0 5 0,1-2 4 15,0-1 5-15,0-2 9 0,0 1 1 0,0-3 5 0,0 0 3 16,0-2-3-16,1-1-1 0,0-1 3 0,0-2-3 0,0 0 4 0,1 1 6 15,2-2-7-15,-1 1 0 0,1 0-3 0,0 2 0 0,0 0-3 0,0 3-6 16,0-1 1-16,-1 2 0 0,1 2-2 0,0 1-3 0,0 2-1 16,0 1-1-16,0 3-1 0,0 1-1 0,0 1-3 0,-1 1-4 0,-1 2-4 15,1 2-2-15,0 0-5 0,1 2-1 0,-1-1-7 0,0-1-5 16,1 0-18-16,0-1-14 0,1-1-23 0,-1-3-27 0,0-2-48 0,1-1-61 16,0-2-25-16,1-1-23 0,-1-1-33 0,0-4-10 0,1-2-17 0,-1-5-115 15</inkml:trace>
  <inkml:trace contextRef="#ctx0" brushRef="#br0" timeOffset="36404.26">24422 8217 1778 0,'7'-31'247'16,"2"-4"-48"-16,3-4-23 0,0 9-30 0,0 8-28 0,0 5-32 0,2 5-19 0,-1 5-13 15,-1 3-10-15,0 4 0 0,-1 3-3 0,0 3-5 0,0 4 3 0,-1 4-13 16,0 4-6-16,1 3-1 0,-4 5-7 0,0 4-1 0,-1 3 1 16,-2 1-14-16,0 4 7 0,-1 0 1 0,-1 3-3 0,-2 0 11 0,0 1-7 15,-1-1-7-15,1 1 0 0,0-2-1 0,0 1-5 0,0-4-2 16,1-1-5-16,-1-3-3 0,0-2 1 0,0 0-5 0,1-3-6 0,0 0-5 15,-1-2-36-15,1-1-13 0,-2-2-16 0,-1-2-3 0,0-2 17 0,-1-3-11 16,0-2-21-16,0-2-42 0,0-2-52 0,-1-3-72 0,-2-2-117 16,-2-1-82-16,-2-2-213 0</inkml:trace>
  <inkml:trace contextRef="#ctx0" brushRef="#br0" timeOffset="36557.26">24241 8748 1673 0,'-13'-16'309'0,"0"-2"-63"15,-3-2-47-15,5 2-33 0,4 4-35 0,2 2-31 0,2 2-16 16,2 3-22-16,2 2-3 0,2 0-16 0,1 2-8 0,0-1-4 0,2 1-5 15,1 0-6-15,3 1-6 0,2 0-9 0,3 0 0 0,0 1-1 0,3-1-2 16,2 1-2-16,0-1-6 0,3-1-6 0,1-2-7 0,-1-2-23 16,1-1-37-16,0-4-42 0,2-2-59 0,2-3-62 0,-1-1-52 0,2-3-64 15,0-2-117-15,1-1-64 0,0-3-114 0</inkml:trace>
  <inkml:trace contextRef="#ctx0" brushRef="#br0" timeOffset="36729.26">25140 7785 1883 0,'-3'-19'216'0,"1"-2"-8"15,-3-3-7-15,0 3-18 0,-1 5-40 0,0 2-32 0,0 5-32 16,0 1-33-16,0 4-8 0,1 2-10 0,-1 4-8 0,-1 4-1 0,0 3-3 16,-1 6 0-16,-1 4 0 0,-2 5 3 0,1 5 4 0,-2 5-3 0,0 4 2 15,0 4-3-15,0 5-2 0,1 5-5 0,2 1 1 0,-1 3-2 0,0 0-2 16,0 0-15-16,1 1 6 0,1-2-3 0,3-3-4 0,0-2 7 16,2-4-38-16,2-5-41 0,1-4-55 0,2-2-57 0,3-4-45 0,0-2-46 15,2-4-73-15,2-2-147 0,-1-2-124 0,2-3-89 0</inkml:trace>
  <inkml:trace contextRef="#ctx0" brushRef="#br0" timeOffset="37246.26">25164 8552 2130 0,'5'-18'234'0,"0"-1"-40"0,3-3-28 15,0 4-33-15,0 6-23 0,0 3-33 0,0 2-21 0,-1 1-14 0,2 3-18 16,-1 1-3-16,1 3-7 0,0 1-1 0,0 2-4 0,1 2 1 16,0 0-3-16,1 1-5 0,1 2-2 0,0 0-3 0,1 1 1 0,0 0 2 15,3 0 0-15,0-1 3 0,2 0-3 0,-1 0 4 0,1 0 0 0,0-2-6 16,-1-1 2-16,1 0-2 0,-1-3-3 0,0-1 1 0,-1-1 1 15,1-2-3-15,0-2 6 0,-2-2-9 0,0 0-1 0,0-1 1 0,-3-1-4 16,0-1 13-16,-2-1 2 0,0-1-5 0,-1-3 3 0,-1-1-2 0,-1-1 0 16,-3 0 9-16,-1 0-9 0,-3-1-12 0,-3 0-5 0,-1 0-12 15,-2 2 4-15,-2 0 5 0,0 1-1 0,0 3-2 0,-1 1 1 0,0 4-4 16,-1 1-2-16,0 2-6 0,-1 1-9 0,1 4 0 0,1 2 0 16,-2 1-2-16,2 4 1 0,0 2-5 0,0 1-2 0,2 2-4 0,2 1-13 15,2 2-19-15,2-1-22 0,2-1-24 0,2-3-26 0,3 1-21 0,2 0-14 16,1-2-12-16,2-2 2 0,1 0 16 0,1-2 23 0,3 0 33 15,1-1 30-15,2-2 30 0,1-1 27 0,2-2 18 0,1-2 20 0,1-1 14 16,1-1 7-16,0-2-4 0,0 0 6 0,-1 0 44 0,-1 0 55 16,-3-2 70-16,-2 1 61 0,-1-2-5 0,0 0-23 0,1 0-22 0,-2-1-25 15,2 1-22-15,0-1-24 0,-1 1-20 0,1 1-9 0,-1 0-5 0,-2 2 4 16,-2 2-10-16,0 1-18 0,-1 1-16 0,-2 1-15 0,-1 2-4 16,-1 1-6-16,-2 2-4 0,0 0-5 0,-1 0-8 0,-3 2-4 0,0-1-1 15,-2 2-4-15,-1-1-6 0,-1 1-9 0,-3 1-11 0,-1 1-21 0,-2 0-19 16,-2 0-19-16,-3-1-17 0,-2 0 0 0,-2-1-3 0,-1-2 10 15,-3 0 6-15,-1-1 17 0,-1-2 28 0,0-2 24 0,2 0 26 0,1-2 20 16,2-1 14-16,3-2 18 0,4 0 17 0,1-2 11 0,3-1 10 0,1 0-4 16,1-1-5-16,2 0-18 0,3-1-13 0,2 2-8 0,2-2-10 15,2 1-5-15,1 0-5 0,4 0-10 0,1 1-1 0,4 0-2 0,3 1-3 16,3 0-1-16,2 1-6 0,2 1 0 0,0 1-3 0,1 0 0 16,-2 0 5-16,0 0-8 0,1 0-5 0,-1-2-7 0,2 1-23 0,-2-2-32 15,1 0-42-15,-1-1-51 0,2-1-51 0,-1-2-60 0,0-2-83 0,0 2-94 16,-1-3-81-16,2-1 48 0</inkml:trace>
  <inkml:trace contextRef="#ctx0" brushRef="#br0" timeOffset="37895.78">26899 7942 1184 0,'12'-4'176'0,"1"-1"-75"0,2-1-10 16,1 0 6-16,-1 0-4 0,1 0-19 0,-2 0-25 0,1-1-19 0,0-2-11 15,-1 0-3-15,-2-1 4 0,1-2-5 0,-2 0 3 0,-1-2 6 0,-1-1 5 16,-2-3 11-16,-2 1 6 0,-1-4 4 0,-2-1 6 0,-2-2 4 0,-2-2-6 15,-5 0 10-15,0-3-3 0,-5-1-6 0,-2-3-4 0,-4-2-21 16,-4-3-14-16,-4 1-10 0,-4-2-7 0,-6-1-1 0,-4-3-3 0,-5-3 4 16,-7-1 7-16,-4-2 0 0,-6 0 1 0,-4-2-10 0,-7 0 3 15,-7-1-2-15,-6 1-9 0,-6 2 3 0,-6 2-10 0,-9 3 4 0,-5 2 6 16,-8 3-6-16,-7 4 6 0,-4 4 3 0,-4 4 5 0,-7 6 5 0,-4 3-4 16,-3 5 1-16,-6 5-2 0,-1 4 6 0,-6 4 4 0,-1 5-2 15,-2 6-4-15,-2 6-4 0,-2 8-3 0,0 6 0 0,0 6 0 0,-1 7 8 16,1 4-2-16,1 6-3 0,2 5 3 0,2 7-6 0,1 6 1 0,4 5 4 15,3 5 1-15,5 5 5 0,4 0 6 0,7 4-1 0,5-1-3 16,8 1 9-16,7 1-5 0,9 3 6 0,7-2 1 0,11 1-13 0,8 0 2 16,11-2-10-16,8 0-2 0,9-1-1 0,10-1-4 0,9-2 3 15,11-5-1-15,10-1-2 0,9-5-12 0,11-3 4 0,11-3 2 0,9-5-6 16,12-1 8-16,10-3-13 0,10-2-8 0,13-4-2 0,10-2-4 0,8-5 1 16,11-5 4-16,6-2 1 0,8-5-3 0,7-5 8 0,4-3 5 15,6-8 19-15,3-2 9 0,4-6 7 0,0-5 10 0,4-5 4 0,1-5 11 16,1-5 13-16,3-5 10 0,2-5-8 0,3-2 5 0,3-8-7 15,0-3-13-15,4-4-4 0,0-5-11 0,2-2-12 0,1-2-4 0,-1-2-2 16,1-4-2-16,-3-2 2 0,0-3-1 0,-4-2-1 0,-1-1 10 0,-3-2-5 16,-2-2 6-16,-3-3-3 0,-4-2-7 0,-2-3 9 0,-4-3 1 15,-1-4 1-15,-4-5 2 0,-4-2-21 0,-4-3 21 0,-7-3 0 0,-5 0 0 16,-8-4 12-16,-6 0-19 0,-10-1 4 0,-8 1 7 0,-11 2 17 16,-11-1 23-16,-11 3 11 0,-12 0 5 0,-10-1 2 0,-11 3-6 0,-10-2-7 15,-11 3-16-15,-11 0-20 0,-7 2-30 0,-11 2-17 0,-8 1-11 0,-10 0-23 16,-10 3 3-16,-12 2-9 0,-7 4-3 0,-11 5 1 0,-6 6-26 15,-6 5-15-15,-9 6-32 0,-7 5-57 0,-7 4-44 0,-9 7-96 0,-5 5-157 16,-9 7-161-16,-7 8-138 0</inkml:trace>
  <inkml:trace contextRef="#ctx0" brushRef="#br0" timeOffset="212925.81">8964 10740 1586 0,'-5'8'114'0,"0"1"-59"0,0 4-53 0,3-1-9 0,3-1-3 16,2-1 0-16,0 0-8 0,2-1-7 0,0 1-2 0,-1-1-8 0,2 1-5 15,0 2-3-15,0-1 2 0,1 1 10 0,1-1 14 0,2-1 10 0,3 0 5 16,2-1 5-16,1-2 3 0,2 0 3 0,3-1 2 0,1 1-1 15,1 0 2-15,2 0 4 0,1-1 1 0,3 1-1 0,2-1-1 0,2 0-1 16,1 0-8-16,1 1 2 0,2 1 4 0,1 0-5 0,4-1 4 16,-1 2-3-16,1-1-8 0,4 0 4 0,0 1 1 0,2-1 0 0,1 1 1 15,1-1-1-15,1 0 3 0,0 0 0 0,1 0-1 0,0-1 6 0,1 1 1 16,1-2 15-16,2-1 14 0,1 0 3 0,2-2 1 0,1-1-3 16,-1 0-9-16,1-1-8 0,-2-1 0 0,1 0-13 0,-1-3 3 0,0 1 2 15,-1-1-4-15,-2-2 12 0,-1 0-4 0,0-1 2 0,-1-1 1 0,-2-2-1 16,1 1-1-16,-3-2-4 0,0 0 0 0,-2-4-6 0,-1-1-4 15,-1-1 4-15,-3 0-1 0,0 0 4 0,-2-1 2 0,-2-1 2 0,-1 0 4 16,-1 0-2-16,-1-2 0 0,-2 0-3 0,-2-1-8 0,-2-2 5 0,-4 1-1 16,-1-1-4-16,-2-2 6 0,-3 1 2 0,-2-1 1 0,-4-1 4 15,-2-2-2-15,-5 0-7 0,-3-2-7 0,-4 1 1 0,-3-2-4 0,-4 0-3 16,-6-1-3-16,-5-1-8 0,-3-3-1 0,-7 1 1 0,-3-1 6 16,-5 2 4-16,-6 0 1 0,-4-2 0 0,-5 2-3 0,-4-2-8 0,-2 1 8 15,-3-1 8-15,-5 1 3 0,-1 1 10 0,-2 0-1 0,2 3-7 16,0 1 6-16,1 4 4 0,2 2 0 0,2 3 7 0,3 4-7 0,1 1 0 15,1 4-3-15,0 2-8 0,2 4 0 0,1 3-9 0,0 3-4 0,-2 5-4 16,0 3-2-16,-1 6-3 0,-3 4-2 0,-1 4-6 0,-2 6-7 16,-3 5-16-16,-1 7-35 0,0 5-44 0,-3 3-59 0,0 4-106 0,0 4-147 15,-1 2-132-15,-1 3-255 0</inkml:trace>
  <inkml:trace contextRef="#ctx0" brushRef="#br0" timeOffset="-197337.91">17102 11040 1152 0,'-3'-18'304'0,"-1"3"-204"0,0-4 10 0,2 7-25 0,1 5-36 0,0 0-23 15,1 3-14-15,0-2-4 0,0 2-2 0,0 0-2 0,0 1-6 16,-1 1 6-16,0 0-6 0,-1 1 2 0,0 1 1 0,-1 0-5 0,-1 1 4 15,2-1-5-15,-2 1 5 0,-1 2-2 0,0 0 0 0,-1 1 4 0,0 0-3 16,1 1 2-16,-1-2 1 0,1 2-2 0,1 0-2 0,1-2 6 16,1 1-1-16,1-1 2 0,2 0 6 0,1 0-3 0,3-2 6 0,2 1 1 15,3-2 1-15,7-1-1 0,5-2-1 0,4-1-3 0,5-1-2 16,4-1 2-16,6 0 0 0,2 0-4 0,3-1 0 0,1 1-2 0,3-1-2 16,0 1 3-16,1 0-5 0,-2 0 3 0,0 1 2 0,-2-1-3 0,-3 1 4 15,-2 0 0-15,-3 2 6 0,-3-2 2 0,-4 1 4 0,0-1 2 16,-5 1-2-16,-1 1 3 0,-3 0-6 0,-6 3-4 0,-2-1-5 15,-4 2-6-15,-2 0-8 0,-3 2 1 0,-2 0-7 0,0 1-19 0,-3 1-25 16,0 1-40-16,-3-1-44 0,-1 1-45 0,-1 1-77 0,-3 2-75 16,-1 0-52-16,0 0-137 0</inkml:trace>
  <inkml:trace contextRef="#ctx0" brushRef="#br0" timeOffset="-196930.91">18479 10848 599 0,'5'-6'163'0,"3"1"-62"15,3-2-10-15,-1 3-24 0,2 0-26 0,0 2-14 0,0-1-8 0,1 0-4 16,-2 0-4-16,2 1 2 0,-1 0 1 0,1 0 3 0,-1 1 0 16,-1-1 4-16,3 1 0 0,0 0 0 0,1 1 1 0,0 0 3 0,1 0 4 15,1 1 5-15,1-1-2 0,0-1 4 0,2 1 2 0,3-1 3 16,1 1-2-16,3-1-4 0,1 0-9 0,3 1-5 0,2-1-2 0,3 1-2 15,0 1 1-15,3 0-4 0,3 0-4 0,2 2 2 0,0 1-7 0,3 2-1 16,-1 0 1-16,1 2-5 0,0 0 6 0,1-1 5 16,-3 3 4-16,-1-2 13 0,-2 2 6 0,-1-2 7 0,-4 0 6 0,-1-1 2 0,-4-1 1 15,-3-1 5-15,0 1-1 0,-2 1 2 0,-3 0-14 0,-2 1-14 16,-4 0-1-16,-3 2-12 0,0 1 0 0,-4-1-4 0,-1 3-8 0,-3 0 0 16,-3 1-5-16,0 1 7 0,-3 1-5 0,-3 0-2 0,-1 0-4 0,-3-1-4 15,-2 2-2-15,-3 1-5 0,-3-2 4 0,-3-1-1 0,-1 0 5 16,-4-1-1-16,-1 0 3 0,-2-3 2 0,0 0 1 0,0 0 7 0,0-3-3 15,1 0 3-15,1-2-2 0,0-2-1 0,1 0 5 0,0-1-5 0,2-1 3 16,2-2-3-16,1 0 0 0,2 0 1 0,3 0 2 0,2-2-2 16,4 0-2-16,0 0-6 0,3 0-16 0,1 0-7 0,1 1-24 0,2 0-29 15,1 0-26-15,2 0-32 0,1-1-30 0,3 1-24 0,5 0-31 16,3 1-18-16,5-1-1 0,3 1 1 0,5-1-137 0</inkml:trace>
  <inkml:trace contextRef="#ctx0" brushRef="#br0" timeOffset="-196467.92">21618 11163 1820 0,'3'-24'87'16,"2"-2"-4"-16,2-4 6 0,1 8-12 0,0 4-37 0,2 2-23 16,1 2-12-16,0-1-8 0,1 1 3 0,1 2 0 0,0 0-2 0,0 3 4 15,-1-1-9-15,1 0 4 0,0 1 1 0,0 1-1 0,0 0 2 0,0 2-7 16,1 1 1-16,1 0 1 0,1 1 0 0,1-1-1 0,4 1-7 16,2 1-2-16,1 0-2 0,4 0 0 0,1 1-4 0,4 2 1 0,3 0 0 15,2 1 4-15,1 2 4 0,3 0 5 0,2 1 1 0,2 1 0 0,1 1-1 16,1 0 2-16,-1 1 1 0,0 1 3 0,0 1 4 0,0 2-9 15,0-1 5-15,-1 1 2 0,0-1-4 0,-2 3 11 0,-2-1 0 0,1 2-1 16,-3 2 7-16,-1-2 1 0,-2 3 5 0,-3 1-3 0,-3-1-1 0,-3 0 2 16,-2 2-6-16,-3 1-1 0,-3 0-1 0,-3-1-8 0,-3 1 5 15,-5-2 2-15,-3 0-1 0,-2-1 9 0,-3-2-6 0,-2-2 3 0,-1-1 5 16,-3-1-6-16,-1 0 1 0,-3-1-6 0,-4-2-11 0,-4 0 4 16,-3-2 0-16,-6-1-3 0,-3-1 7 0,-2-1-4 0,-3-1 2 0,-2-2-2 15,1-1 0-15,-2 0 1 0,3-1-2 0,0 0 4 0,2-1-3 0,0 0-5 16,2 0-2-16,0 0 5 0,3 0-8 0,2 1 3 0,3 0-15 15,2 0-21-15,3 1-9 0,2 1-17 0,3 1-2 0,3 0-24 0,3 2-26 16,2-1-44-16,2 1-46 0,1 1-24 0,3 4 3 0,3 4 11 0,4 3 16 16,6 2-144-16</inkml:trace>
  <inkml:trace contextRef="#ctx0" brushRef="#br0" timeOffset="-169261.92">12062 13085 76 0,'-14'2'53'0,"0"0"-43"16,-3 0 11-16,2 0 5 0,2-1 1 0,1-1-4 0,0 1-4 0,2 0 1 15,0-1 2-15,2 1-5 0,0-1-5 0,1 0-5 0,1 0-2 0,0 0 1 16,-1 1-2-16,1-1 3 0,0 1 2 0,0-1 3 0,1 2 8 0,0-1 2 16,0 0 1-16,1 2-1 0,0-2-6 0,2 0-5 0,0-1-5 15,1 0-7-15,1 0-6 0,0 0-4 0,1 0 1 0,2-2 0 0,-1 0 5 16,2-1 3-16,2 0 0 0,0 0 4 0,2-2 3 0,0 0 0 16,2-1 4-16,-1 1-1 0,0-1 2 0,1 1 5 0,0 1 2 0,0 0 4 15,1 2 2-15,0-1 1 0,-1 2 1 0,2-1 4 0,-1 1-1 0,1 0 1 16,0-1 0-16,0 1-4 0,2-1-2 0,1 1-1 0,2-1-1 15,0 1 3-15,4 0-2 0,1-2 3 0,1 1 4 0,1-1-7 0,1 0 2 16,0-1-11-16,4 0 0 0,0-1 4 0,3-1-6 0,1 0 3 0,2-1-7 16,1-1-3-16,-1 0 2 0,3 2-3 0,-1-1 1 0,2-1 2 15,-2 1-2-15,2-1 3 0,0 1 1 0,0 2-4 0,0 0 2 0,1 1-4 16,-3 0 4-16,1 2 3 0,-1 0-2 0,0 0 3 0,1 1-4 16,-1 0 0-16,0 1-2 0,1-1-2 0,-1 1-1 0,3 0-1 0,-2 1 0 15,1-1-1-15,0 0-1 0,0 1-2 0,0 1-6 0,2 1 0 0,-3 1-4 16,-2 2-7-16,-1 2 1 0,-3 1-1 0,1 3 6 0,-5 2 3 15,-1 1 3-15,-3 3 3 0,-4 1 3 0,-2 0 6 0,-4 2 8 0,-2 0 6 16,-6 0 2-16,0 2 3 0,-5 1 3 0,-2 1 2 0,-2 2 9 16,-5-1 6-16,-1 4-4 0,-5-2 8 0,-3 2 2 0,-4-1-7 0,-2 2 7 15,-4 1-14-15,-3 1-12 0,-3-1 0 0,-2 0-10 0,-5-2-7 0,-5 0-3 16,-3-1-9-16,-5 1-2 0,-5-4 1 0,-3 0 3 0,-4-3 0 16,-5-3 0-16,-4-2-1 0,-1-1-1 0,-5-2-2 0,-3-2-9 0,-1-1-12 15,-4-3-13-15,-1-3-23 0,-3-5-24 0,0-5-26 0,-3-6-32 0,1-6-37 16,-1-7-48-16,0-10-184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1-16T14:31:54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2319 9883 287 0,'-19'-9'33'0,"-1"-1"-28"0,-6-1-14 16,3 2-2-16,3 0 2 0,1 0 3 0,-2 1 1 0,1 1-5 16,-3 2-18-16,2 0-55 0,-1 2-59 0</inkml:trace>
  <inkml:trace contextRef="#ctx0" brushRef="#br0" timeOffset="54839.08">13329 7838 92 0,'1'-1'12'0,"0"3"-11"0,1 0-5 0,0 1-13 15,1-1-57-15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1:00:24.6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11749 7820 185 0,'-4'-1'99'0,"0"1"-38"0,-1 0 13 16,0 1 14-16,0-2 9 0,0 1 1 0,-1 0-5 0,1 0-4 0,-1 1-2 15,-1-1 0-15,1 0-2 0,0 1 3 0,0-1 4 0,1 0 0 0,0-1 4 16,0 1 0-16,0-1-2 0,0 0 1 0,2-1-3 0,-1 1-1 16,1-2-1-16,0 0-10 0,1 0-2 0,-1-1-8 0,2 0-9 0,0-1 1 15,0 0-5-15,1 1-1 0,0-2-2 0,1 1-6 0,0-1-5 16,1 0-7-16,0 0-7 0,1 0-2 0,1 0-11 0,0 1-1 0,0 1-5 15,0 1-7-15,0 1 0 0,1 0-6 0,-1 2-3 0,2 0 2 0,-2 1-7 16,1 2 4-16,1 0 2 0,0 2 0 0,0 1 4 0,-1 1-3 16,1 0-1-16,-1 1 2 0,1-1 1 0,-1 1 2 0,0-1-1 0,0 0 1 15,1 0-4-15,0-1 1 0,-1 0 2 0,0-1-1 0,-1 0 2 0,0-1 2 16,-1 0-2-16,0 0 1 0,-2-1 1 0,1 0-2 0,-2-1 1 16,0-1-1-16,0 0 9 0,-2 1-1 0,0-1-2 0,0 0 3 0,-2 0-4 15,0-1 1-15,0 0 3 0,-2-2 5 0,1 1 1 0,-1-2 5 16,1 2-1-16,-1-3 1 0,-1 0 7 0,0-2 10 0,1 0 8 0,0 0 6 15,-1 0-2-15,2-2 0 0,1 0 2 0,0 0-10 0,1 1-4 0,1-2-1 16,0 2-11-16,0 0 3 0,2 1-8 0,-1 2-4 0,1 2 4 16,0 1-5-16,0 1-1 0,-1 1-1 0,1 0-2 0,-1 1-1 0,0 2 1 15,0 0-2-15,1 2-2 0,0 1 1 0,-1 0 3 0,1 1-6 0,-1 0-1 16,1 1 6-16,-1 0-5 0,1-1-1 0,0 0 0 0,0 1 1 16,1-1-1-16,0-2-2 0,0 2 2 0,1-2-8 0,0-1 6 0,1 0-2 15,0 0 3-15,0-1 1 0,-1-1-6 0,0 0 2 0,1 0 0 16,0-1 2-16,-1 0-6 0,1-1-1 0,-1 0-8 0,0 0-10 0,0-1-3 15,0 0-7-15,0 0-6 0,0 0-4 0,-1 0-5 0,2 0-8 0,-1 0-13 16,0 0-14-16,1 1-22 0,-1 0-19 0,1 0-24 0,0 1-26 16,1 0-41-16,-1 0-44 0,-1 0-57 0,2 2-77 0,-1 0-41 0,0 0 47 15,-1 1-94-15</inkml:trace>
  <inkml:trace contextRef="#ctx0" brushRef="#br0" timeOffset="835">11631 8164 55 0,'-1'-3'25'0,"1"1"1"0,0-2 2 0,1 1 2 16,-1 2-1-16,0-1-5 0,0 0-5 0,1 0-4 0,-1-1-6 0,0 1-4 15,0-1 0-15,0 1-4 0,-1 1-1 0,1 0-1 0,0 0-4 16,-1 1-3-16,1 0-9 0,0 1-9 0,-1-1-5 0,0 2-1 0,0 0-5 15,-1 0-29-15</inkml:trace>
  <inkml:trace contextRef="#ctx0" brushRef="#br0" timeOffset="1318">11416 8255 68 0,'-3'-1'49'16,"1"-1"3"-16,-1 0 2 0,2 1-1 0,0 0 5 0,0-1 11 0,0 2 14 16,0-1 16-16,1 1 13 0,0 0 10 0,0 0 9 0,0 1 1 0,0-1-3 15,1 1-1-15,1 0-5 0,0 1 0 0,0 1-3 0,0 0 1 0,1 1-3 16,0 0-13-16,0 0-3 0,-1 0-9 0,1 1 2 0,0 2 2 15,1 2 2-15,-1 0-1 0,2 2-12 0,0 1-6 0,0 1-10 0,0 1-11 16,2 2 2-16,0 1-2 0,2 0-7 0,0 3-3 0,0 0-5 16,3 1-5-16,-1 2-6 0,2 1-2 0,-1 2-10 0,-1 3-6 0,0 0 3 15,2 0-9-15,0 0-11 0,1 2 6 0,-2 1-8 0,1 1 0 0,-2-1 8 16,1-1-9-16,-1-3-8 0,1-2-25 0,0-2-8 0,0 0 1 16,0-1-11-16,-2-1 12 0,0-2-13 0,-1-2-15 0,-1-3-5 0,0-1-16 15,-1-2-22-15,-2-2-31 0,0-2-43 0,-1-1-55 0,-2-2-71 16,-1-3-116-16,0-1-63 0,-2-2 13 0,0-1 120 0</inkml:trace>
  <inkml:trace contextRef="#ctx0" brushRef="#br0" timeOffset="1587">11062 8450 858 0,'-20'0'199'0,"0"1"22"0,-4 1 13 0,2 1-10 0,4-1-23 0,3 1-16 15,0 1-24-15,3 0-14 0,0 0-8 0,3-1-9 0,1 0-7 0,3-1-5 16,1-2-10-16,3 1-9 0,2-2-13 0,2 0-11 0,2-1-4 16,3 0-2-16,2-2-1 0,3 0 1 0,4-3-5 0,2 0-7 0,6-3-13 15,3-3-4-15,3-1-1 0,3-2-12 0,4 1 2 0,2-2-11 0,2-1-5 16,-1 1 7-16,1-1-14 0,1 0 2 0,-2 2 13 0,0 1-5 16,-1-1 14-16,1 0-4 0,-2 0-20 0,0 1 2 0,-1 1-6 0,-2 0 0 15,-1 1 2-15,-3 1-4 0,1 1 2 0,-3-1 0 0,-1 1-10 0,-1 0 6 16,-2 2 0-16,-3 1-8 0,-1 0 4 0,-1 0-18 0,-2 2-22 15,0 1-20-15,-2 1-37 0,-1 1-44 0,-2 1-67 0,-2 1-108 0,-1 2-218 16,-1 1-370-16,-1 2-265 0</inkml:trace>
  <inkml:trace contextRef="#ctx0" brushRef="#br0" timeOffset="2776.99">10933 7630 305 0,'-35'15'-40'16,"1"1"49"-16,-6 6 2 0,9 0-5 0,6 0-6 0,4 1-2 0,0 0-3 16,1 0-6-16,2 1-3 0,1 0-5 0,-2-1 0 0,2 1 4 0,-3-3 6 15,0-1 6-15,0-2 5 0,-1-3 6 0,-1-4 5 0,2 0 10 16,-1-2 11-16,-1-4 15 0,3 0 18 0,-2-3 15 0,1-2 13 0,1-1 10 15,-1-2 5-15,1-1 7 0,1-1 5 0,1-1-8 0,1-1-13 0,1-1-15 16,3 1-18-16,1-1-12 0,1 0-7 0,2-1-6 0,2 0-5 16,2-1-7-16,2-3 0 0,1 1-6 0,3-4-3 0,1-1 0 0,3 0 0 15,3-1 1-15,2-2 3 0,4-2 1 0,5-1 5 0,2-3-4 0,3-1 3 16,3-4-3-16,2 1-2 0,6-1 7 0,2 0 2 0,6-2 0 16,2 1-1-16,3-1-6 0,2 1-5 0,3 1 1 0,1 2 3 0,2 1-4 15,2 2 1-15,1 1-4 0,2 1-5 0,2 0-1 0,0 3-8 16,3 4 1-16,1 0-5 0,1 4-1 0,2 2 4 0,1 2-2 0,0 3 1 15,1 3-4-15,1 4 2 0,-2 3-5 0,2 3-3 0,-2 4 1 0,-1 2-2 16,-1 6 1-16,-1 2 0 0,-3 5 0 0,-1 3 1 0,-2 1-2 16,-2 1 2-16,-3 3-1 0,-2 1-3 0,-2 4 1 0,-3 3 3 0,-3 1-8 15,-2 1 7-15,-4 2 2 0,-2 1-4 0,-2 1 13 0,-4 2-7 0,-3 3 4 16,-6 1-4-16,-2 0 1 0,-5 3-1 0,-5-1 2 0,-2 4-3 16,-6 0-3-16,-6 2-2 0,-5 2-1 0,-7 1 2 0,-4 5-1 0,-9-1 5 15,-6 3-1-15,-10-1 1 0,-5 0 3 0,-6-2-1 0,-6-1 5 16,-6-2 2-16,-7-4 1 0,-6-2 5 0,-5-4 0 0,-7-3-4 0,-3-5 7 15,-5-6-5-15,-4-3 9 0,-4-8 5 0,-4-4-4 0,-4-6 4 16,-2-5-8-16,1-6 4 0,-1-5 15 0,2-7 5 0,4-5 12 0,3-7 14 16,4-4 2-16,6-5 1 0,4-5-7 0,6-2-13 0,5-4-13 15,5-3-9-15,5 0-12 0,6-4-3 0,5 0-7 0,4-1 0 0,5-1-3 16,2-1-12-16,4 0 3 0,4-1 10 0,1-2 6 0,4 1 12 0,2-1 0 16,1-2-8-16,4 0 4 0,2-3-2 0,4-1 6 0,2-2 3 0,3-1 0 15,3-1-14-15,4-1 4 0,2-3-2 0,3-2-3 0,3-2 10 16,2-2-10-16,3-2-2 0,2-2-2 0,3 0 0 0,0-2-1 15,3 3 5-15,1 0-4 0,0 2 0 0,3 2 2 0,1 3-5 0,0 3 0 0,-1 2-2 16,2 3 1-16,0 4-1 0,0 2 0 0,-1 5-1 0,1 6-10 16,0 2 2-16,0 3 9 0,-2 6-3 0,0 2 1 0,-1 5-3 0,0 5-13 15,0 1-6-15,0 4-11 0,-1 3-8 0,3 3-13 0,1 3-22 0,0 3-25 16,0 5-37-16,1 4-60 0,1 3-80 0,0 3-113 0,0 4-99 16,1 4 0-16,-1 2-114 0</inkml:trace>
  <inkml:trace contextRef="#ctx0" brushRef="#br0" timeOffset="5734">26965 16546 2435 0,'-4'3'359'0,"1"1"-309"0,-1 1-50 0,1 0-28 15,2 1 1-15,2 0 13 0,0 2-1 0,2 2-3 0,0 3 0 16,1 1-3-16,-1 3 1 0,0 1 2 0,0 3-6 0,1 1 7 0,0 2-1 16,-1 3 7-16,0-1 3 0,0 1 1 0,0-2 1 0,0 0 0 15,1-1 4-15,0-1-3 0,0 1 5 0,0-2-4 0,0 1-1 0,-1 0 7 16,1-2 1-16,-1-1 3 0,0 0-9 0,0-4-11 0,-2-8 4 0,0 2-6 15,0-2-30-15,0 2-47 0,1-2-70 0,-1 2-73 0,1-3-78 16,0 1-69-16,1-2-19 0,-1-2 51 0,1-3-74 0</inkml:trace>
  <inkml:trace contextRef="#ctx0" brushRef="#br0" timeOffset="6214">26756 16366 2386 0,'0'-1'166'15,"2"0"-128"-15,0 0-33 0,2-1-16 0,2 1 11 0,3 0 0 0,3-1 0 16,2 0 1-16,3-1-4 0,4 1-2 0,1-1-11 0,3 1-3 16,3-1-6-16,0 0-4 0,3 0-1 0,1 0-5 0,1 2 8 0,-1-3 5 15,1 1-7-15,-3-1-6 0,2 1-4 0,-3 1 7 0,-1 0 11 16,-2 1 11-16,0 1 4 0,-2 0 10 0,0 1-2 0,-1 0 3 0,-4 1 10 15,0 0-7-15,-2 2 8 0,-2-1-4 0,0 2-3 0,-1 0 10 0,0 1-2 16,-2 0-5-16,0 1-2 0,0 0-5 0,-2 2 1 0,1 1 6 16,-1 2-12-16,-1-1-5 0,0 2-2 0,1 1-8 0,0 1 12 0,0-1-9 15,0 2-6-15,1 0-3 0,0 3-8 0,0 0-3 0,1 1-18 16,-1 1-12-16,1-1-14 0,-1 1-12 0,1 0 5 0,1-1 1 0,-1 1 1 16,-1 0 22-16,-1 0 17 0,0 2 23 0,-1-1 22 0,-1 0 6 0,0 0 13 15,-2-2 2-15,-1-2 14 0,-2 1 7 0,-1-2 5 0,-2-2 5 16,-2-1-6-16,-2-1 4 0,-2 0-6 0,-1 0-4 0,-3 1-11 0,-1-1-12 15,-1 0-3-15,-2-1-4 0,-3-1 3 0,-1 1-5 0,-1 0 4 0,-1-1-9 16,-2-1 1-16,2 1 4 0,9-7-12 0,-3 2 18 0,0-1-8 16,-1 1-1-16,0 0 14 0,-2 1-9 0,0-1 2 0,-2 1 5 0,1-1 3 15,1 0 8-15,0-1 7 0,2 0-2 0,1 0 9 0,0-1 1 0,1-1 4 16,2 0 2-16,1-2-12 0,0 0-3 0,2-1-4 0,0-1-11 16,2-1-2-16,0 0-17 0,2 0-3 0,0-1-3 0,1 1-9 0,1-1-1 15,1 0-11-15,1 0-10 0,-1 0-11 0,1 0-2 0,0-2-8 16,1 0-18-16,0-1-14 0,2-2-27 0,5-6-52 0,0-1-51 0,1 2-69 15,-2 0-76-15,-1-2-26 0,1-3 56 0,0-3-63 0</inkml:trace>
  <inkml:trace contextRef="#ctx0" brushRef="#br0" timeOffset="6487">27077 16498 2952 0,'-1'2'232'0,"0"-2"-190"0,1 1-42 0,0-1-16 16,2-1 4-16,-1 1 1 0,1-1 8 0,0 1-4 0,0-1-7 0,0 0 5 16,0 0-3-16,-1 0-18 0,1 0-19 0,0 0-32 0,0-1 0 0,2 1 16 15,-1-1 18-15,1 0 23 0,-2-1 6 0,1 1 9 0,0 0-4 16,0 0-5-16,-1 1 10 0,1 0 0 0,-1 0 10 0,0 1 16 15,0-1-10-15,0 0 3 0,-1 0 1 0,0 0-12 0,0 0 8 0,-1 0-10 16,0-1-14-16,0 1-31 0,0-1-65 0,-2 0-58 0,1-1-95 16,-2-1-125-16,-1-1-96 0,0-2-27 0,-4-5-80 0</inkml:trace>
  <inkml:trace contextRef="#ctx0" brushRef="#br0" timeOffset="7498">26810 16462 1333 0,'-1'-1'256'0,"0"-1"-158"0,1 0-54 16,1 0-2-16,0-2 5 0,0 1-2 0,1-2-11 0,-1 0-16 0,1-1-7 15,0 1-7-15,0-1-3 0,0 0-9 0,1 0-10 0,0 1 0 16,-1-1 0-16,1 1 5 0,-1-1 4 0,-1 1 4 15,1-1 6-15,0 1 4 0,-1 1 5 0,2-1-8 0,-2 1 11 0,1 0-1 0,-1 0 3 0,0 2 9 16,-1 0 0-16,1-1 5 0,-1 2-4 0,0-1 4 0,0 1 11 16,0 0-6-16,-1 0 1 0,0 1-3 0,0 1-7 0,-1 1 4 0,1-1-1 15,-3 3-10-15,-1-1-15 0,-1 0-12 0,0 1-3 0,-2 0 0 0,0 0-4 16,0 1-4-16,-2 1-4 0,-2 1 5 0,0 0-3 0,-2 1 4 16,1 2-7-16,-3 0 2 0,-2 1 2 0,-1 0 1 0,-1-2-1 0,-3 0 9 15,1 2 3-15,-2 0-1 0,-1 2 15 0,-2-1-1 0,-2 0 0 16,0-1 9-16,-4 0-6 0,1 0 5 0,-4-1 8 0,-1 1-2 0,-2-2 12 15,-2 1 1-15,0 0 13 0,-1-1 17 0,-3 0-6 0,-1-1-6 0,-3-1-3 16,-3-1-9-16,-1-1 1 0,0 1 1 0,-2-1-9 0,-1 0 11 16,-1 0-9-16,-2-2 3 0,-1 0 3 0,-2 0-8 0,-3-1 0 0,0 0-7 15,-2-1 5-15,-2-1-4 0,-1-2-5 0,-3-1 0 0,-2 0-14 0,-3-3 8 16,-2 0 1-16,-1 0 4 0,-2-2-1 0,0 1-5 0,-3-2 3 16,-1-1-3-16,-4-1-5 0,-2-1-2 0,-4 0 0 0,-3 1-2 0,-4-2 11 15,-3 1-6-15,0-1-2 0,-2 0-1 0,1 0-10 0,-3 0 5 16,-3 1 3-16,-3 1-18 0,-5-1 6 0,-4 1-8 0,-1-2-12 0,1 1 26 15,0 0-2-15,3-1-2 0,1 2 9 0,-1-2-16 0,-2-1-4 0,-3-2 8 16,1 1-11-16,0-2 15 0,2-2 6 0,-1 0-17 0,-4-1 4 16,1-2-10-16,-3-1-5 0,1 0 19 0,-1-1-4 0,0 1 10 0,2 0 3 15,-1-1-8-15,1 2 11 0,-1-1-10 0,1-1 4 0,-2-2-2 0,-2-2-4 16,-1-1-4-16,-3-3-10 0,2 2 0 0,-2-3 14 0,-1 0 9 16,0-1 3-16,-1-3 5 0,1 2-2 0,1-1 9 0,1 1 8 15,-2 0 4-15,3-5 4 0,-1 1 6 0,4-1 9 0,1 1-7 0,2 1-11 16,4-3-2-16,-3-1-10 0,1-3-2 0,-3-2 0 0,-3-5-9 0,5-1-2 15,-3-1 2-15,1-1-3 0,1 0-4 0,0-2 4 0,2 2 2 0,3 0 4 16,-1 1 1-16,1-2-9 0,1-2 0 0,0-2-7 0,0-1-3 16,2-2 10-16,0 0-7 0,0-1 3 0,4 1 3 0,2-1-5 0,1 0 10 15,0 0-1-15,0-2-1 0,2-3-2 0,2-3-5 0,0-1 0 0,2-1 5 16,1-2 1-16,2 1-6 0,3-1 5 0,1 1-15 0,1-1 0 16,1-2 3-16,2 0 2 0,2 1 5 0,3 0 6 0,5 2-2 0,1-1-3 15,2 1-6-15,2-2-5 0,1-2 3 0,2 1 4 0,4 0 8 16,2-2-4-16,4 1-1 0,3 0-8 0,0-2 3 0,3 1 2 0,1-2 1 15,1 3 2-15,4-3 0 0,2-1 10 0,3 3-3 0,3-1 9 0,2 4-4 16,3 2-2-16,5 0 3 0,1 0-6 0,4-2 3 0,1 0-2 16,1-1-1-16,5-1 1 0,1 1-1 0,4 2 5 0,4 2 0 15,2 2-2-15,3 1-7 0,4 0-12 0,1 0 4 0,2-2 4 0,2 1-1 0,2 2-3 16,2 1 3-16,1 3-4 0,0 2 4 0,2 4 7 0,0 2 0 16,1 2 2-16,0 1-4 0,0 3 2 0,0 3-1 0,0 4 2 0,-1 3 6 15,1 4-20-15,1 2 16 0,-1 3-6 0,0 0-2 0,-1 4 18 16,2 1-13-16,0 4-2 0,1 1 2 0,-2 3-5 0,1 3 0 0,0 2-1 15,0 3 1-15,0 1 1 0,0 3-6 0,-1 1-1 0,-1 1-9 0,1 1-3 16,-2 2 1-16,1 0-9 0,0 1-8 0,0 2-15 0,0-1-22 16,1 2-29-16,0 0-40 0,-1 0-49 0,2 2-61 0,0-1-60 0,0 1-54 15,1-1-17-15,-1 0 25 0,-1-1 30 0</inkml:trace>
  <inkml:trace contextRef="#ctx0" brushRef="#br0" timeOffset="7903">11490 9180 1379 0,'-11'-5'683'0,"3"1"-625"16,0 1-40-16,7 3-23 0,4 1-3 0,2 0 6 0,3 1 5 16,4 1-4-16,2 1-2 0,3 2-2 0,0 1-2 0,-1 3-3 0,-1 1 0 15,2 1 2-15,-1 1-5 0,0-1 3 0,-1 1 0 0,1-1-1 16,1-1 6-16,-2 0 4 0,2-2-5 0,-1-2 4 0,1-1-1 0,-2-3 0 15,1-1 4-15,0-1 2 0,0-2 1 0,-2 0-2 0,-2-1 3 0,0-1 0 16,-2 1 5-16,-2-2 2 0,1 2 1 0,-5 0-1 0,1 0-4 16,-2 0 4-16,0 1 0 0,-1 0-1 0,0 0-7 0,-1 1-3 0,0-1-1 15,0 1 2-15,-1-1 2 0,0 1 0 0,0 1 1 0,-1-1 3 0,0 1-2 16,-2 0-3-16,0 1 0 0,0 0-3 0,0 0-1 0,-1 1 4 16,0-1-3-16,-1 2 2 0,-3 2 4 0,1 0-3 0,-1 0 5 0,-1 1-3 15,-1 1 3-15,-2 2 2 0,1 1-7 0,-3 2 0 0,-1 2-5 16,-2 2 1-16,0 1-2 0,-2 4-4 0,-2 2 2 0,0 0-8 0,-3 2 9 15,0 0-1-15,-1 0-1 0,-3 3 6 0,-1-2-11 0,-3 2-1 0,0-2-4 16,-3 2 5-16,1-2 2 0,-2 1 2 0,-1 0 4 16,1 0 6-16,-1-2 3 0,4-4 11 0,0-1 0 0,0-4 1 0,6-3-2 0,2-2-13 15,5-2-11-15,4-3-8 0,2-1-11 0,4-2-13 0,2-2-27 0,4-1-40 16,2-2-63-16,1-1-55 0,3-2-48 0,2-3-14 0,3-3 18 16,2-5 32-16,4-5 51 0,-1-6-55 0</inkml:trace>
  <inkml:trace contextRef="#ctx0" brushRef="#br0" timeOffset="8067">11617 9069 1380 0,'-4'-11'263'0,"0"-2"-106"0,-2-3-39 0,1 4 4 0,0 2 3 15,1 3-23-15,0 2-29 0,1 1-24 0,0 2-26 0,0 1-6 0,0 3-10 16,-1 0-8-16,0 5-5 0,-1 2-7 0,1 7 0 0,-1 6 2 16,-1 5 2-16,0 7 4 0,0 7-2 0,0 6-6 0,2 6 0 0,2 2-10 15,1 0-11-15,5 2-43 0,2 0-91 0,3 1-108 0,6-3-133 16,2-3-57-16,6-2 60 0,6-4-12 0</inkml:trace>
  <inkml:trace contextRef="#ctx0" brushRef="#br0" timeOffset="9358">28086 16230 1125 0,'20'-2'279'16,"6"-2"-255"-16,9-4-29 0,3-5 3 0,2-4 15 0,2-4 11 15,3-3 0-15,5-2-6 0,2-3-13 0,3-4-12 0,2-1-12 0,0-5-13 16,0 0-3-16,0-5 1 0,0-1 0 0,0-1 0 0,0-1 10 0,-1 1 6 15,-1-1 8-15,0 0 3 0,-2-1 2 0,0 1 7 0,-2 0 2 16,-3 2 14-16,-1 2 10 0,-1 1 4 0,-2-1 11 0,-1 0 5 0,0 3 6 16,-1-3 5-16,-3 2 3 0,2-1 1 0,-2-2 1 0,0 0-2 0,1 0-6 15,-2-1-10-15,0-3-8 0,0 2-6 0,-2-1-9 0,1-2-5 16,-2-1-2-16,0-2-8 0,0 0 6 0,-1-1-1 0,-1-1 1 0,-1-1 13 16,0 0-5-16,-2-2 5 0,0 0 4 0,-2 0-8 0,-1-2 5 0,-1 2 0 15,0-2-9-15,0-2-2 0,-3-4-4 0,1-1-1 0,-1-1-1 16,1-3-4-16,1-1-8 0,-2-2 1 0,0-2-2 0,-2 1-7 0,0-2 3 15,-1-1-3-15,-2-1 3 0,-1 0 6 0,1-2-1 0,-1 1-2 16,-2 0 1-16,0 1-4 0,-1-1 3 0,0-1 3 0,-1 0 2 0,-2-3 4 16,1 0 1-16,-1-3-1 0,-1-2 2 0,-1 0-7 0,-1-3 11 0,-1 2-3 15,-1-4 2-15,-1 2 2 0,-1-3 0 0,-2 1-7 0,-1 0 0 16,-2 2 3-16,-1 0 0 0,-1 1 6 0,-3 2 4 0,0 1-2 0,-3 0 3 16,-2 3 5-16,-2-3 3 0,-4 2 2 0,0 1-5 0,-2-2-9 0,-3 3-3 15,-2-1-3-15,-2 3-6 0,-2 1 0 0,1 0 2 16,-3 1-1-16,-3-2 6 0,-2 1-5 0,-3 0-1 0,0-2-3 0,-3 5 1 15,0-1 0-15,-1 0-1 0,-3 3 3 0,-3 0-4 0,-2-2-1 0,-4 1 4 16,0-2 0-16,-3 3 0 0,-3 1 1 0,-1 3 1 0,-2 3-3 16,-1 3 5-16,1 2 5 0,-3 1-3 0,-3 2 3 0,-2-1-3 0,-3 2-2 0,-3 1-1 15,-4 1 6-15,-2 2 4 0,-3 2-4 0,-2 3 0 0,-1 2-10 16,-3 4-4-16,-1 0 6 0,-3 2 0 0,0 0-4 0,-6 3-4 0,-2 3-2 16,-2 0 0-16,-4 3-2 0,0 1 6 0,-3 2-4 0,-4 3-8 15,-1 2 8-15,-1 2 3 0,-1 1-1 0,-1 2 11 0,-2 0-15 0,-3 1-6 16,-2 3 0-16,0 0-2 0,-1 1 5 0,0 2-6 0,0 0 1 0,0 3 1 15,-1 0-2-15,-3 1 8 0,-2 1-7 0,-1 1 1 0,-4 0-2 16,-1 1-2-16,0 2 0 0,-3 0 3 0,1 3 3 0,2-1 5 0,-1 1 5 16,-1 0 2-16,2 1-5 0,-4 1 2 0,0 0-2 0,-1 1-3 15,-3 0 2-15,0 2-2 0,-2 2-3 0,-2-1 5 0,-2 1-2 0,2 1 2 16,-3 0-6-16,1 2-2 0,-2 0-2 0,0 1 5 0,1 2 10 0,0 1 4 16,3 0 3-16,-1-1-1 0,3 0 6 0,-1 0-8 0,0 1-2 15,0 1 1-15,1-1-2 0,0 1 4 0,1 0-11 0,0-1 2 16,0 0 2-16,1 0-3 0,0-1 12 0,0 0 2 0,0 1-7 0,1-1 1 15,0 0-1-15,0 0-1 0,0 1 2 0,0 0 3 0,3 0-4 16,0-1 8-16,2 0-4 0,3 0 3 0,0-1-3 0,0-1-2 0,2 1 6 0,1-1-4 16,1 1 1-16,2-1 0 0,1 1-3 0,3-1-1 0,1 0 3 0,1-3-1 15,3 2 4-15,0-1 0 0,1 0 0 0,4 1 3 0,1-1 0 16,2 1 2-16,2-3-2 0,2 0-1 0,3-2-5 0,2 0 4 0,1 1 1 16,2-1 3-16,0 0 0 0,5 1-2 0,3-1 0 0,1-1-2 0,3 1 2 15,0 0-3-15,4 0 0 0,2 0 0 0,3 0-4 0,6-2-1 16,2 2-8-16,3-2-3 0,4 0-4 0,0-1-4 0,3 0-13 0,5-1-11 15,1-1-18-15,4-1-17 0,3 0-14 0,3-3-24 0,3 0-16 16,3-2-23-16,2-2-31 0,1-1-59 0,3-4-20 0,0-4-11 0,5-5-9 16,2-3 30-16,3-3 49 0,2-4-78 0</inkml:trace>
  <inkml:trace contextRef="#ctx0" brushRef="#br0" timeOffset="9785">13833 7051 515 0,'-8'1'149'0,"-2"3"-80"0,-1 3-26 0,1 2 1 0,-1 2 8 16,0 1 3-16,-1 1-7 0,0 2-11 0,-4 3-11 0,-2 2-4 0,-4 1 4 16,-2 4 1-16,-4 2-1 0,-2-1 1 0,-3 5 0 0,-1-2-3 0,-2 3-2 15,-3-1-2-15,-3 0-2 0,-1 0-3 0,-4 2 8 0,-1 0 2 16,0 1 6-16,-3 2 1 0,-1-1 1 0,0 1-1 0,-1-2 0 0,1 3 4 16,1-2-3-16,2 0 0 0,1 0 0 0,1-4-2 0,4 0-5 0,5-2-4 15,3-2-9-15,5-4-9 0,4-2-8 0,5-4-9 0,4-2-5 16,4-2-5-16,3-1 0 0,3-3 1 0,3 0-2 0,3-2 4 0,3-1 1 15,2 0 10-15,4-1 11 0,2 0 5 0,3-1 5 0,4 0 5 16,6-2-5-16,4-1-2 0,3-1-1 0,6 0-6 0,3-2-1 16,3 1-2-16,5-1 1 0,3 0 1 0,1 1-2 0,3-1-3 0,2 1 2 0,3 0 2 15,1 0 2-15,2 0 3 0,1 0 7 0,2 1 3 0,0-2 7 16,0 0 8-16,0 0 6 0,-1 0 0 0,1 1 1 0,-1 0 4 0,0 1-1 16,-2 0 4-16,-1 0 1 0,0 1-4 0,-4 0-2 0,-2 1-4 0,-1 1-1 15,-5 0 3-15,-1 2-3 0,-2 1 1 0,-3 1 0 0,-2 1 1 16,-4 0 3-16,-1 2-2 0,-3-1-4 0,-2 0-6 0,-3 2 0 0,-1-1-4 15,-4 1-5-15,-1 1-2 0,0 0-6 0,-2-1 2 16,-1 1-2-16,-2 0 2 0,-2-1-15 0,-3-1 1 0,0-1 1 0,-1 1-4 0,-1 1 16 16,0-1-3-16,-2 0-1 0,-2-1-1 0,-1 0-3 0,0-1 3 0,-1 0-1 15,-1 0-1-15,0-1-5 0,-1 1-3 0,1-1-2 0,-1 1-3 0,-1-1 2 16,0-1-12-16,1 2-17 0,-1-2-40 0,0 1-50 0,1-1-71 16,-1 0-89-16,1 0-101 0,-1 0-67 0,1 2 8 0,-2 0-72 0</inkml:trace>
  <inkml:trace contextRef="#ctx0" brushRef="#br0" timeOffset="11764.52">26744 16965 1018 0,'-11'0'216'0,"-3"0"-102"0,-5 0-55 0,2-1-29 0,1 0-6 15,0-1 2-15,0 0-4 0,0 0-8 0,-1-1-3 0,-2 1-6 0,0-1 0 16,0 0-4-16,-2 0-9 0,0 0-1 0,1-1-2 0,-2 0 9 0,-1 0 9 15,0 1 0-15,-2 0 14 0,0 1 11 0,-3 1 7 0,0-1 13 16,-2 1-8-16,-2 0-2 0,-1 0-12 0,-3 1-13 0,-2 1-1 0,-2 0-8 16,-3 0-1-16,-2 2 0 0,-3 0-3 0,-1 0 1 0,-2 0 3 15,-3 0-5-15,-2 2-5 0,-2-1 0 0,-3 1 6 0,0 1 3 0,-3-1 1 16,-2 1-3-16,-3 1 0 0,-2 0-2 0,-2 2 4 0,-2-1-3 0,-6 0-4 16,-3-1 3-16,-2 1 0 0,-2 1 5 0,0 1-1 0,-2 1-2 15,-2-1 9-15,-1-1-10 0,-3 0 7 0,45-4-3 0,-25 2-10 0,11-1 7 16,-14 1 1-16,-1 0 6 0,-12 2 5 0,-4-1-9 0,-13 1-8 0,12-1-4 15,-14 1 7-15,-3 0 0 0,1-1 2 0,-2-1-9 0,-1 0-4 16,-1-1 1-16,0-3 3 0,-2 1-1 0,0-1-3 0,-1-1 5 16,-1-1-2-16,-2 0 9 0,-1-1 4 0,-2-1-1 0,-2 0 9 0,-1-1-16 0,-3-1 0 15,-2 1 4-15,-4-1-13 0,-3 1 12 0,-4-1-11 0,-1 0-8 16,-2 1 12-16,-1 1-5 0,-3 1 4 0,0 0-2 0,0 0-5 16,0 1-2-16,0 0-12 0,0 0-32 0,-2-1-27 0,1-1-6 0,-3-1-28 15,1 0 4-15,-2-1 21 0,1 0 4 0,0-1 27 0,-1 0 19 0,2-1 0 16,-1 1 5-16,1-1 0 0,1-1 4 0,0 0 13 0,1 0 0 15,0 1 3-15,-134-10-11 0,37 1-8 0,36-1 7 0,39 1 19 0,20 2 8 16,-1-1 8-16,2 1 5 0,0 0 4 0,2 0 17 0,0 1 4 16,3 0-5-16,-2-1-10 0,1 0-15 0,1-1 3 0,-1 0 4 0,1-2-3 15,-2 0 10-15,4-1 1 0,1 1 0 0,3-1 4 0,2-2 10 0,1 1-6 16,1-1 11-16,2-1 7 0,0 0 0 0,1 2-12 0,3-2-5 0,0-1-1 16,1 1-5-16,0-2 21 0,2-1-10 0,0 1 1 0,2-2-2 15,0-1 6-15,0 0 20 0,2-1 9 0,0 2 8 0,2-1 0 0,0 0-3 16,-1 1 14-16,1-1-12 0,-1 0-33 0,-3 0-10 0,0-2-6 0,0 4 24 15,2 0 30-15,4 2-4 0,2 3-20 0,0-1-23 0,-2 0-6 16,1 0-1-16,3-2-2 0,0-2-5 0,0 1-9 0,1 0-6 0,-1 1-3 16,2 2 0-16,-2-1-5 0,0 0-12 0,0 1-3 0,-1-1-2 15,2 0-7-15,1-2 2 0,0 2-3 0,-2-2-17 0,0 1 21 0,0 2 11 16,3-1 11-16,0 2 13 0,-1 2-11 0,0 0 1 0,0 1-1 16,1-1 8-16,1 1-1 0,1-1 1 0,-1 2 0 0,0 1-3 15,-1 2 9-15,1 2-6 0,-1-2 3 0,0 2-2 0,0 0-1 0,-3 1 13 0,3 1-9 16,0 0-8-16,-2 1-2 0,0 0-12 0,-1 1 3 0,-2 2 15 0,4 1-5 15,0 1 7-15,1 0 4 0,2 1 0 0,0 1 8 0,3-1 2 16,-1 1-8-16,2-2 8 0,1-1 0 0,1 1-5 0,1-1 2 0,2-1-5 16,2 0 2-16,0-1 1 0,0-1-2 0,0 0 1 0,0-3-3 15,1 1 3-15,4-1 0 0,-2-2-5 0,2-1 0 0,-1-1 1 0,1-1 1 16,3-3 3-16,3-2 2 0,1-2 0 0,-1-4-1 0,2 0-6 0,-1-1-4 16,3-2 14-16,0 0-1 0,2-5 4 0,3-1-6 0,-3-3-16 15,3-2 3-15,-2-2-3 0,43 19 3 0,-11-8 29 0,2-1-4 0,-9-8 6 16,2-1-5-16,-10-10-33 0,2-3 2 0,-8-9-8 0,0-4 1 0,2-3-10 15,35 31 75-15,-2-4 3 0,1-1-3 0,-5-7 0 0,2-1-76 16,-4-4-3-16,1-2-4 0,-4-6 3 0,1-1-1 0,-5-6-7 0,1-1 6 16,-4-7 73-16,0 0-2 0,-1-7 1 0,2-2-6 0,-2-6-81 15,1-2 5-15,2 0-1 0,2-2 0 0,1-2 1 0,2 0-3 0,1-3 10 16,2 1 6-16,2-3 6 0,3-1 40 0,4-1-4 0,0-1 10 0,4-2 11 16,1 0-42-16,3-2 0 0,0 0-28 0,2-1 19 0,3-2 13 15,12 1 1-15,10-1 7 0,0-1-14 0,0 0-8 0,0-1 127 0,0 0 2 16,0-1-15-16,0 1 13 0,0 1-126 0,0 0-6 0,0 1-3 15,0 2-8-15,0 0-1 0,0 3 14 0,0 1-105 0,0 1-1 0,0 2 5 16,0 2 9-16,0 3 116 0,21 0 9 0,0 4 1 0,2 1 6 0,3 5-4 16,0 0 4-16,2 3 3 0,2 3 0 0,2 2 1 0,3 2 7 0,3 2-130 15,5 2-5-15,2 2 5 0,2 1-4 0,2 3 117 0,4 2-9 16,1 1 5-16,3 4 2 0,6-3-68 0,60-49 9 0,0 13-11 0,-2 12-5 16,-6 12 67-16,-10 11 4 0,-5 10-7 0,-6 8 9 0,63-18-32 15,-16 12-2-15,-18 12 3 0,-16 11-6 0,-12 3 28 0,0 2-1 0,2 1 3 16,0 1-6-16,3 3 5 0,4-1-14 0,3 1 13 0,0 0 5 0,0 3-8 15,2 0 11-15,-2 0-17 0,2 2-4 0,-2 1 2 0,-1 1-1 16,0 0 1-16,-2 2 1 0,1 0 1 0,4-1 1 0,-1 0-4 0,-1-1 3 16,1 0-7-16,-1 1 4 0,4-3-1 0,2 1-1 0,-1-2 7 15,-1 2-2-15,1-1 1 0,-2 0 0 0,3-1-3 0,-1 1 3 16,-2-2 0-16,-1 1 0 0,0 0-9 0,-1 2 3 0,-2 1 1 0,-3 0 2 0,-1 2 6 16,-2 1 0-16,-2 2-9 0,0-1 1 0,-1 2 2 0,-1-1-4 15,-2 1 9-15,-2 1-4 0,-2 1 4 0,-2 0-4 0,-1 1 2 0,-1 1 0 16,-2 1-3-16,-2 1 3 0,-4 0 0 0,-3 2 0 0,-5 0 0 0,-3 0-7 15,-1 1-1-15,-4-1 2 0,-3 1-1 0,-2 1 9 0,-2-1-2 16,-2 0-3-16,-3 1 1 0,-4-1-3 0,-3 0 1 0,0 1 2 0,-3-2-4 16,1 1 4-16,0-1-9 0,-1-1-7 0,-1 0-6 0,0 0-14 15,-1-2-26-15,-2 0-50 0,1 0-47 0,-3-1-58 0,-1-1-45 0,-1-1-38 16,-1-1-10-16,-3-2-2 0,-1 0 31 0,-4-4-125 0</inkml:trace>
  <inkml:trace contextRef="#ctx0" brushRef="#br0" timeOffset="12100.52">8276 6826 1881 0,'-14'-4'300'0,"4"3"-304"0,0 0-15 16,10 3-4-16,6 1 10 0,5 0 10 0,3 1 1 0,7-1 1 0,4 2 1 15,4-1-4-15,2 0-1 0,1 0-3 0,1 1 1 0,0 0-2 16,3 0 2-16,0 0 7 0,1 1-7 0,3 0 3 0,-1 0-2 0,3-1 0 15,1 2 2-15,0-2 1 0,0 1-7 0,2-1-1 0,3 0 3 16,0 1-8-16,2-2 8 0,1 0 2 0,1-1-1 0,2-1 2 0,1 0-6 16,-2 0-9-16,-1-1 0 0,0 1 0 0,-2-1 7 0,-1 0 9 15,0 0-2-15,-3 0 5 0,-1 0 0 0,-3 1-6 0,-2 1 4 0,-4 0 3 16,-3 2 0-16,-3 1 4 0,-2 0-1 0,-5 2-7 0,-2-1-2 0,-2 2-8 16,-6 1-2-16,-3 2 2 0,-4 3 2 0,-5 2 10 0,-3 4 2 15,-6 3-3-15,-5 2-2 0,-6 3 2 0,-6 2-4 0,-4 4 3 0,-8 2 11 16,-3 3 6-16,-6 3 7 0,-7 2 4 0,-5 1-5 0,-3 2-1 0,-2 3-9 15,0 2-7-15,-3 1-8 0,-2 5-7 0,-1 2-1 0,0 4-2 16,1 3-9-16,2 1-47 0,5 1-122 0,5 4-141 0,7 1-105 0,6 4-169 16</inkml:trace>
  <inkml:trace contextRef="#ctx0" brushRef="#br0" timeOffset="14759.56">24553 17411 1489 0,'-24'4'289'0,"-2"0"-183"0,-8-1-57 0,-8 1-20 0,-8 0-11 15,-9-1-2-15,-4-1-4 0,-3-1-8 0,-4-1 5 0,0-2-1 0,-3 0-5 16,-2-2 1-16,-2-1-4 0,0-2-18 0,-3-1-3 0,-2 0 0 0,0-1 10 15,-2-2 12-15,-3 1 6 0,0-1 0 0,-2-2-4 0,-1 1 5 16,-2-1-1-16,1 1-8 0,-3-1 2 0,1-2-3 0,-3 1 6 0,1-1 8 16,-2 1 0-16,-2-2 4 0,0-1-6 0,-2 1 3 0,0 1 7 15,-2-1-13-15,-91-15 15 0,24 4-4 0,25 1-10 0,24 4 13 0,13 1-12 16,-2-1-2-16,-2 1 8 0,-1-1-14 0,-1 1 7 0,0 1-1 0,0 1-2 16,-2 0 9-16,-1 0-2 0,-2-2-2 0,1 0 8 0,-1 0-4 15,-1-1-4-15,0-1 10 0,-2 0-16 0,0-1 8 0,-2 1-3 0,1 0-6 16,0-3 9-16,0 2-9 0,-1-1 0 0,1-2 2 0,-1 0-1 0,1 1-10 15,-1-1 3-15,-1 0-28 0,-1-2 11 0,-2-1 20 0,-1-1-3 16,-1 0 30-16,2 3-9 0,2 2 4 0,1 2 3 0,2 1-5 0,-3-2-1 16,0 0-5-16,2-2-5 0,-1 0-1 0,0-1-10 0,-2 1-2 15,-1-1-4-15,0 2 3 0,2-2 10 0,0 1-2 0,0 1-3 16,0 0-5-16,3 1-1 0,-1 0 1 0,1-1 5 0,1-2 0 0,-1 0-6 0,4 0-6 16,0-3 3-16,0-1 10 0,1 0 4 0,0-1 0 0,5 0 1 15,0-2-5-15,1-2 4 0,0-2 3 0,-1-1 2 0,1 0-2 0,3-1 1 16,0-1 2-16,0-1-11 0,0-1 10 0,2 2 7 0,1 0-2 0,4 0 12 15,0-2-5-15,2 1-6 0,1-1 7 0,3 0-3 0,2 0 1 16,1 1-1-16,2-1-8 0,-1-2-5 0,1 1-9 0,0 0 7 0,1-1 2 16,1 0 2-16,1 0-2 0,2 0-2 0,-1 1 0 0,2-1 1 15,0 2 4-15,-1-1-8 0,2-1 6 0,1 0-3 0,3 0 0 0,0 2 1 16,0-1-12-16,0 0 1 0,1 1 2 0,0 0 11 0,1 1 0 0,4 1 5 16,0-1-1-16,2-1-12 0,0 1-4 0,2 1 3 0,-1-2-3 15,2 0 3-15,2-1 12 0,2 1-1 0,0-1 0 0,4 0 0 0,0 1-15 16,2 0 3-16,0-1 6 0,0 2 2 0,2-1 6 0,-1 2 1 0,2 0-6 15,0 1 6-15,2-1 1 0,1-1 1 0,1 2 0 0,2 3-1 16,1 0-2-16,1 3-4 0,0-2 1 0,0 3-8 0,1 0-2 0,1 3 1 16,-1 0-2-16,3 3 0 0,-1 0-1 0,0 2-9 0,0 0-2 15,2 2 1-15,0 1 3 0,2 1 0 0,2 3-9 0,2 0 1 0,-2-1-9 16,1 2 4-16,0-1 1 0,2-1-6 0,2 1 1 0,-1 0-1 0,2-1-1 16,-1 2 9-16,2-2 8 0,0-1-1 0,1 2 8 0,0-1-1 15,2-1 6-15,-1 1 1 0,3-1 2 0,0 0 4 0,2 1-6 0,0 0-9 16,2 0 8-16,2 3-1 0,0 0-1 0,2-1 7 0,1 1-3 0,0 0-2 15,0 1 0-15,3 0 0 0,1 1 0 0,1 2 0 0,2-2 0 16,2 0-2-16,1 1-6 0,1 0 2 0,2-2 1 0,-1 0-6 0,2-1 6 16,1 2-8-16,0-3 5 0,0 1 3 0,1 0 2 0,-1 0-1 0,0-1-3 15,1 1 2-15,0 1 1 0,0 0 4 0,-1 0 0 0,0 0-2 16,0 3 1-16,-1 0 2 0,0 0 2 0,1 1 2 0,-2 0-2 0,1 3-3 16,-1-2 0-16,0 2 3 0,0 0-1 0,-1 0 3 0,1 1-4 15,1 1-4-15,-1 1-2 0,2 0 2 0,0 1 3 0,0-1-8 0,0 1 2 16,1 1-8-16,1 0 0 0,0 1-3 0,0 0-7 0,0 0 3 0,0 1-4 15,1-1 3-15,-1 1 4 0,1 0-2 0,-1 0 2 0,0 1 2 16,0-1 1-16,0 1 9 0,1 0 0 0,-1 0 3 0,0 0 0 0,1 0-5 16,-1 1 8-16,0-1 2 0,1 1-5 0,-1 0 1 0,0 0-5 15,1 1-2-15,-1-1 3 0,1 1 0 0,-1 0-3 0,1 1 0 0,0 0-1 16,0 2-2-16,0 1 0 0,0 0 1 0,1 2 3 0,-1 0 1 0,0 0 1 16,1 1 3-16,0-1 2 0,0 0-5 0,-1 0 3 0,1 1-3 0,0-1 2 15,-1 1 4-15,1-1-4 0,1 0 4 0,-1 0-2 0,0-1 1 16,0 0 6-16,0 0-9 0,-1-1 4 0,0 0 3 0,1-1 0 0,-2 0 4 15,1 0-4-15,0-1-2 0,-1 0 1 0,1-1 1 0,-1 1 1 16,1-1-2-16,-1 0 2 0,0-1-1 0,0 1 0 0,0 0 3 0,0-1-3 16,0 1 0-16,-1-1-2 0,1 0-1 0,-1 0 0 0,0 1 3 0,0-1-2 15,-1 1-1-15,0-1 0 0,0 0 2 0,0 0-1 0,0 0-1 16,-1-1-3-16,0 0-1 0,0 0 3 0,0 0-1 0,-1 0 1 0,0-1 1 16,1 1-2-16,-1 0-1 0,1-1 5 0,-1-1-1 0,-1 0-4 15,1 0 3-15,-1-1-3 0,0 2-3 0,0-2 6 0,-1 0 2 0,1 0 1 16,1 0 0-16,-1 0 3 0,-1 1-6 0,0 0 1 0,0-1 5 0,-1 1-8 15,0 0 5-15,0 0-1 0,0 0-5 0,-1 0 1 0,1 0 1 16,-1 0 0-16,0 0-1 0,0 1-2 0,-1 1-1 0,0 0 2 0,-1 1-2 16,0 0 0-16,-1 1-2 0,0 0-6 0,1 1-6 0,0 0-11 0,-1 0-6 15,0 0-5-15,0 0-2 0,-1 1 10 0,0 0-1 0,-1-1 6 16,-1 1 8-16,-2 0 3 0,1 0 9 0,-3 1 1 0,0 0 7 0,0 0 1 16,-1 0-1-16,-1 1 6 0,1 1-9 0,-3 0 7 0,-2 1-3 0,1 1-1 15,-2 0 4-15,0 2-5 0,-1 0 0 0,-1 3 3 0,-2 0 1 16,1 1 1-16,-2 1 4 0,0-1-4 0,-1 1-3 0,1-2 2 0,-2 2-8 15,1 1-2-15,-1-1-4 0,-1 1-1 0,-3 1 3 0,0-1-3 16,-1 0-1-16,-1 0-6 0,1 0-5 0,-2 0 1 0,-1-2-2 0,1 1 7 16,0-2-5-16,-2 0 7 0,-1-1 6 0,1 0 2 0,-2 1 11 0,2 0 4 15,-1-2 1-15,-3 0 6 0,0-2 1 0,-2 0-1 0,2-1 4 16,0 0 0-16,0-1 2 0,1-2 4 0,0 1 1 0,0-1 1 0,0 1 2 16,1-2-1-16,1 1-1 0,-1 0-4 0,0-1-3 0,-2 1-5 0,-1 1 3 15,-2-2 1-15,2 1-1 0,0 0-5 0,0 1-5 0,0 1-4 16,-2 0 3-16,1-1 1 0,-1 2-7 0,0-1 0 0,0 1-9 0,-2 0 4 15,-1-1 0-15,0 1 1 0,-4 0 4 0,3 0 4 0,1-2-4 16,-1 1 0-16,1-1 2 0,2-1-8 0,0 0 3 0,2-2 1 0,2-1-5 16,-2-2 4-16,1-1-4 0,0-1-2 0,-1-2-3 0,0 0 4 0,1-1 3 15,0-1 3-15,1-1 2 0,0 0 0 0,0 0 0 0,0 1 1 16,1-1 2-16,0-1 0 0,0 0 3 0,1 0 0 0,-2-1 0 0,0 0-1 16,0-1-8-16,1 1 6 0,2-1-7 0,-2 1 3 0,2-1 8 0,2 0-6 15,-1 1 5-15,1-1-5 0,1 1-4 0,0-2 5 0,1 1 0 16,1-1 1-16,-2-1-1 0,2 1-7 0,-1 1 3 0,-1-2-5 0,1 1 1 15,2-1 3-15,-2 0 2 0,1-1 1 0,1 1 8 0,1-1 1 0,0-1-2 16,0 1 5-16,1 1-3 0,0 0-2 0,2-2 1 0,2-1-4 16,2 0 3-16,1-2-2 0,-1 1-1 0,0-2-4 0,3-1-1 0,1 1-1 15,2-2-2-15,2 0 4 0,3 1 1 0,2-2-1 0,5-1 2 16,1 0-1-16,2-4-2 0,3-2-1 0,0 0-1 0,4-2-1 0,2 2 0 16,3 1 4-16,1 0-3 0,2-1-4 0,3 0 4 0,0 0-2 0,5 0 2 15,2 2 0-15,1 1-3 0,3 2 5 0,4 0 0 0,-1 2 2 16,4 1 3-16,1 2-8 0,-1 0 3 0,3 2-4 0,2 2 0 0,3-1 3 15,4 1 0-15,3 2-8 0,3 0 1 0,3 2-2 0,2 3-1 0,3-2 8 16,3 2-3-16,4 1-2 0,2 0 1 0,1 1 1 0,1 0 2 16,1 1 1-16,3 0-2 0,1 0-1 0,2 2 5 0,-1-1-2 0,2 1 2 15,-2 1 8-15,0 0-5 0,-3 1 0 0,-1 1 2 0,0 0-3 16,0 1 6-16,0 1 1 0,-1 2 3 0,2 1 4 0,-2 0 1 0,-1 1 3 16,-1 0 3-16,-1 1 2 0,1 2 2 0,2 0 5 0,2 0-7 15,0 0 0-15,2 0-3 0,2 2 3 0,-1 0 3 0,2 2-4 0,0-1-7 16,-1-1-15-16,3 0-4 0,0-2-8 0,1 0-3 0,4 0 14 0,-1-1-2 15,0 2 7-15,-1-1-1 0,0-2-6 0,2 0-4 0,0 0 4 16,0-2-1-16,2-3-2 0,-2 0 6 0,-2-3-3 0,1-1-1 0,-2-2-2 16,1-2-3-16,1 0 5 0,-1-3-2 0,-1 0 7 0,0-2 1 0,0-1-4 15,0 0-3-15,-2-3 7 0,4 0 0 0,2-3-1 0,0-2 11 0,2 0-11 16,-1-2 2-16,-3-1-1 0,3 1-2 0,-2-1-3 0,0-1 3 16,1 2 3-16,0-1-8 0,0 1 8 0,-3 1-4 0,0-1 1 0,-2 1 6 15,-1-1-3-15,-1 1 2 0,1-1-6 0,-1 1-1 0,0 1 4 16,-1-1-5-16,1-1 2 0,-1 1 3 0,-1-2-3 0,0-2 7 0,0 0-3 15,-1-1 0-15,-1 0-2 0,-1-1-8 0,-2 0 1 0,-4 1 0 0,-1-1 8 16,-5 1-2-16,-1-1 10 0,-3-1-1 0,-5 1 1 0,-2-1 2 16,-4 2-1-16,-5-1 7 0,-2-1-3 0,-4 3 6 0,-5-2 4 0,-4 1-1 15,-2-1 11-15,-4-1-2 0,-2 1 1 0,-3-2-1 0,-3 2-12 0,-4-2 1 16,-2 1-8-16,-5-3-8 0,-2 0 4 0,-2-3-4 0,-2 2-12 16,-3-2 9-16,-1 0-3 0,-1-3 3 0,-2 0 11 0,2-2-10 0,-3 1 2 15,0 0-5-15,0 0 7 0,-4 0 0 0,0-1-1 0,0 0 1 16,-1 0-4-16,0 0 3 0,1 1-2 0,-1 0 1 0,0-1-1 0,3 1-15 15,0-1 7-15,1 2 0 0,2-2-4 0,2 1 17 0,1 0-12 16,1-2-1-16,4 2 2 0,1-2-3 0,3 0 0 0,1 0-1 0,2-2 0 16,1 1-1-16,1 0-1 0,2-1 1 0,2 1 0 0,1-2-2 0,1 3-2 15,3 0 2-15,0-1-3 0,3 2 5 0,1-2 3 0,1 1 1 0,2 1 2 16,0 0-3-16,0 3 3 0,3 0 0 0,0-1-1 0,0 2 2 16,2 1-2-16,1 3-2 0,0 1 1 0,1 2-1 0,-1 0 0 0,2 2 0 15,-2 3-2-15,0 0-1 0,1 2-2 0,1 3-4 0,-4 2 1 16,1 1 3-16,-3 4-1 0,-1 1 7 0,-1 2 1 0,0 3-2 0,-3 0-5 15,2 3 3-15,-1 1-1 0,-1 1 0 0,-1 3-9 0,1 1 1 0,-2 2-3 16,0 2 4-16,0 3 10 0,-3 1-3 0,1 2 0 0,0 3-11 16,-3 2-4-16,-1 1-18 0,-1 2-36 0,-2 1-51 0,-1 0-63 0,-1 2-76 15,-2-1-42-15,-1 3-16 0,0-2 12 0,-2 1 66 0,0-3-96 0</inkml:trace>
  <inkml:trace contextRef="#ctx0" brushRef="#br0" timeOffset="14914.56">9574 8446 2595 0,'-16'-7'45'0,"4"1"-20"0,0 0-13 0,10 5-12 0,4 0-5 15,4 1-7-15,2 0 1 0,7 1-3 0,6 0-7 0,2 2-8 0,5 1-17 16,1 2-22-16,-1 0-60 0,2 1-73 0,1-1-73 0,2 0-79 16,0 1-28-16,2-1 18 0,0 0 59 0,0-2-81 0</inkml:trace>
  <inkml:trace contextRef="#ctx0" brushRef="#br0" timeOffset="-183070.06">17827 10127 2057 0,'-22'-24'94'0,"2"-2"-15"16,-1-6-2-16,8 8-6 0,5 5-23 0,4 3-22 0,1 4-11 15,2-1-8-15,1 2-3 0,1 1-1 0,0 0-7 0,1 2-1 0,1 0-1 16,1 0 0-16,2-1-4 0,0 0-2 0,1 0 1 0,3-1-1 0,-2 1 0 16,4 0 4-16,1-1-3 0,1 0 5 0,2 0 5 0,4 0-2 0,1-2 1 15,2-1 1-15,3-1-2 0,3-1 1 0,3 2 7 16,4 0-1-16,5 0 2 0,2-1 2 0,4 0-1 0,2 2-2 0,5 0 0 0,0-1-2 16,2 2-3-16,2 0 4 0,1 2 4 0,0 1-5 0,0 1-1 15,0 2-2-15,-2 2-2 0,2 1-1 0,-2 3 3 0,0 2-5 0,-2 2 5 16,-2 2 2-16,1 0-2 0,-3 5 3 0,-2 1-3 0,-2 3 2 15,-3 3-1-15,0 2-4 0,-4 4 6 0,-1 2-1 0,-3 3-1 0,-4 1 2 16,-1 2-4-16,-4-1 1 0,-2 2 0 0,-3 2 0 0,-4 0-3 0,-3 3 0 16,-3-1-2-16,-3 0 5 0,-4-2 5 0,-3-2-1 0,-3 0 7 15,-4-4-2-15,-4-1 4 0,-4-3 4 0,-3-1 0 0,-3-2 2 0,-6-1-2 16,-6 1-1-16,-3-2-4 0,-5-2 3 0,-6-1 5 0,-2-3-2 0,-3-2 4 16,-1-4-1-16,-5-2-2 0,-1-1 2 0,-1-4-4 0,-3-2 1 0,0-2 0 15,-1-3-9-15,-1-2 1 0,0-1 2 0,1-2-1 0,1-4 4 16,1-1-3-16,1-2 1 0,2 0 2 0,1-2 0 0,2-1-2 0,3 2-4 15,1-2-7-15,2 1 4 0,2 1-2 0,1-2 2 0,3-1-2 16,3 2-3-16,1-1-1 0,4 1-8 0,1 1-2 0,2 1 0 0,0 0 15 16,3 2 3-16,2 2 4 0,4 0-2 0,2 1-6 0,2 0-3 0,4 1-2 15,1 0-1-15,1 3-3 0,2-1 0 0,2 2-5 0,3 1-4 16,0 1-1-16,3 2-5 0,1 0-16 0,1 2-25 0,1 0-30 0,2 1-29 16,2 0-29-16,2 1-38 0,2 2-49 0,3-1-38 0,3 2-12 0,0 0 2 15,4-1 28-15,2 1 31 0,2 0 32 0,5 0 9 0,3-1-48 16</inkml:trace>
  <inkml:trace contextRef="#ctx0" brushRef="#br0" timeOffset="-182381.06">20121 9958 80 0,'-18'-6'67'0,"1"2"-44"16,-4-1-13-16,4 3 0 0,5 2-2 0,2 1-2 0,0 1-2 0,3 0-1 16,1 0 3-16,2 0 6 0,2 1 8 0,0-1 7 0,1 0 8 0,2-1 6 15,0 0 11-15,1 1 9 0,1-2 11 16,1 0 9-16,1 0 8 0,2-2 5 0,0 0 3 0,2-1 1 0,1-1-3 0,3-1 2 0,1-2 3 15,1-1 1-15,2 0 1 0,3-2-6 0,1 0-3 0,1-2-10 0,3 0-6 16,2-1-6-16,2-1-3 0,1 0-8 0,2-1-9 0,2-2 0 16,3 1-12-16,1-1-6 0,1-1-2 0,0 2-5 0,2-1-2 15,2 0-3-15,2 1-6 0,0 1 3 0,0 0-3 0,3-1-4 0,-1 2 1 16,0 0-5-16,0-1 0 0,1 2-1 0,1 0-2 0,0 2-4 0,0 2 0 16,-1 0 0-16,-1 3-1 0,2 0-1 0,-1 2 7 0,1 3-1 0,-1 1-2 15,1 3-4-15,-3 2-8 0,-2 3-4 0,0 3 0 0,-2 2 0 16,-3 4 2-16,-3 4-4 0,-2 2-1 0,-5 4-2 0,-2 2-8 0,-3 5 3 15,-4 4 2-15,-2 4 1 0,-5 2 9 0,-3 2 1 16,-6 1-5-16,-1 1 5 0,-3-1-7 0,-3-1 3 0,-1-3 15 0,-1-2 2 0,-2-4 11 16,-2-4-2-16,-1-3-4 0,-3-3 1 0,-2-4 5 0,-2-2 1 0,-4-2-5 15,-3 1 4-15,-5 0-1 0,-5-1 0 0,-3-3 1 0,-3-1 2 0,-3-4-1 16,-3 0-2-16,-2-2 4 0,-1-2-4 0,-1 0 5 0,-1-2-4 16,0-1-2-16,0-1-2 0,0-1-1 0,2-1-1 0,0 0-2 0,0 0-2 15,3-2 0-15,1 1 2 0,3-1 1 0,0 0-2 0,2-1-1 16,1 0-9-16,1 0 0 0,2-1 0 0,1 0 0 0,2-1 9 0,1 0-3 15,2 0-2-15,1 0-1 0,2 0 0 0,1-1 3 0,4 0-6 0,0-1 0 16,2 0-8-16,1 0-5 0,0-1-10 0,1-1-28 0,2 0-50 16,1 1-80-16,1 0-83 0,-1 2-78 0,2 1-52 0,2 0-2 0,-1 0-47 15</inkml:trace>
  <inkml:trace contextRef="#ctx0" brushRef="#br0" timeOffset="-177782.54">26740 1883 1860 0,'2'-5'-14'0,"2"2"6"16,2 1-13-16,2 0 4 0,1 2 6 0,2 1 0 0,0 3-4 15,1 3 3-15,1 3-5 0,0 2 5 0,9 15-2 0,-5 5-4 0,-3 1 1 16,-6-1-2-16,-4-1 11 0,-2 4 3 0,-3 2 4 0,-2 4 0 0,-3 5 3 16,-2 1 2-16,-3 3 6 0,-1 4 15 0,-3 7 11 0,-1 6 5 15,-2 8 14-15,0 7 2 0,-4 8 6 0,-2 7 6 0,-4 9-13 0,-2 7-20 16,-2 4-12-16,-1 7-8 0,0 4-3 0,0 5 6 0,-2 2-12 0,2 3-7 15,0 3-2-15,2 1-3 0,1-2-4 0,2 2 5 16,2-4 0-16,4-3-1 0,3-3 8 0,2-5-6 0,3-5-1 0,4-6 3 0,3-6 5 16,2-5 3-16,2-9 2 0,2-6-2 0,1-11 0 0,2-6 8 0,2-7 11 15,0-6 10-15,1-6 4 0,2-3-2 0,-1-3-8 0,2-5-9 16,-1-3-12-16,1-6-1 0,1-4-5 0,-1-2-3 0,0-5-9 0,-1-2-23 16,0-4-27-16,0-3-40 0,-2-4-28 0,0-4-20 0,-1-2-7 0,-2-3-11 15,0-3-14-15,-1-3-24 0,-2-4-19 0,0-6 12 0,-2-8 26 16,-1-9 39-16,-2-7 36 0,0-7 36 0,-1-7 29 0,1-2 22 0,-1-3 12 15,-1 0 4-15,0 0-1 0,-4-1-3 0,1 0-7 0,-2-2-11 0,-1 1-66 16</inkml:trace>
  <inkml:trace contextRef="#ctx0" brushRef="#br0" timeOffset="-177430.54">23698 4387 2267 0,'-9'-17'52'0,"4"0"-19"0,5-5-14 15,10 6-7-15,10 2-6 0,6 0 1 0,5-1-2 0,8 0 3 16,6 1-5-16,6-3 0 0,6 0-2 0,6 0 1 0,9 1-4 0,3-2-1 16,6 0 2-16,6 1-7 0,1 2 8 0,7 0-3 0,1 0-2 0,5 1-1 15,3 1 2-15,2-2 2 0,5 1 4 0,4-2-2 0,5 1 1 16,2-2 2-16,4 0-3 0,2-1 5 0,2 1-2 0,4-2-3 0,-1 0 3 15,4 0-1-15,0 0 7 0,2-1 2 0,1 2 4 0,-1 1 5 16,0-2-6-16,0 2 5 0,1 1 3 0,-1 0 1 0,0 2 14 0,1-1 6 16,-3 1 6-16,-1 0 0 0,0-1-2 0,-3 1 1 0,-2 2-8 0,-1 0-5 15,-6 0-10-15,-4 1-11 0,-3 0 0 0,-7 3-6 0,-4 1-1 16,-4 1-7-16,-6 1-5 0,-8 2 1 0,-3 1-9 0,-8 1 8 0,-4 1-11 16,-6 1-12-16,-6-1-17 0,-7 2-41 0,-6-2-24 0,-4 1-33 0,-6-2-33 15,-1 0-23-15,-5-2-19 0,-3-2-3 0,-4-2 1 0,-1-3 8 16,-1-3 7-16,-1-1 0 0,1-6 12 0,0-3 6 0,0-2-124 0</inkml:trace>
  <inkml:trace contextRef="#ctx0" brushRef="#br0" timeOffset="-177141.54">30345 2768 271 0,'-3'-30'67'0,"0"-3"-34"0,-3-8-4 0,0 6-3 0,-1 3-4 16,-1 6-5-16,-1-1-7 0,1 3-5 0,-2 2-2 0,3 0-4 0,-1 4-1 16,0 2-5-16,2 2-1 0,-1 2-3 0,2 3 2 0,2 2 2 0,-1 1 2 15,2 3 3-15,0 2 2 0,0 1 3 0,3 1 7 0,0 2 9 16,3 1 10-16,1 2 9 0,1 2 11 0,3 0 8 0,3 2 11 0,2 2 6 15,4 1 2-15,3 0 5 0,2 2-2 0,3 0-5 0,4 2-10 0,6 0-18 16,3-2-10-16,4 3-8 0,2-1-7 0,2 1-4 0,3-1-2 16,3 1-4-16,2 0 1 0,2 1-1 0,0 1-2 0,0-1-2 0,0-2 0 15,1 1-1-15,-2 0 1 0,-1-1 0 0,-2 0 4 0,-4 0 7 16,-1 0 19-16,-4-1 11 0,-3 3 10 0,-4 0 9 0,-3-2 2 0,-6 2 4 16,-2-2 8-16,-5 1 8 0,-3-1 1 0,-2 1 2 0,-4 1-6 0,-2 0-6 15,-3 1-10-15,-5 2-4 0,0-2-8 0,-4 3-8 0,-2 0-8 16,-3-1-11-16,-4 2-9 0,-4 1 10 0,-1 2-8 0,-6 2 1 0,-4 1-4 15,-3 2-26-15,-6-1-3 0,0 2-4 0,-3 1-7 0,-5 2 0 0,-3 2-31 16,-2 0-38-16,-3-1-34 0,-3-1-56 0,-3-1-57 0,-1 0-61 16,-2-1-79-16,-3-1-44 0,-3-4-217 0</inkml:trace>
  <inkml:trace contextRef="#ctx0" brushRef="#br0" timeOffset="-176784.54">27105 2141 1379 0,'-4'-23'-65'0,"3"1"30"0,0-5-12 0,4 6-4 0,1 3-40 16,0 0-36-16,2-1-23 0,-4 10 1 0,1-1 8 0,1-2-15 0,0-3 4 15,0 0-32-15</inkml:trace>
  <inkml:trace contextRef="#ctx0" brushRef="#br0" timeOffset="-176540.54">27184 1605 460 0,'-4'0'64'0,"-1"1"6"0,-2 1-4 0,-3 2 0 0,-2 2-19 16,-5 2-19-16,-3 4-11 0,-3 3-6 0,-4 3-4 0,-2 3 0 0,-4 4-1 15,-2 2-2-15,-3 3-8 0,-2 3 3 0,-40 35-4 0,8-5 4 16,10-7 11-16,11-10 2 0,4-9 16 0,4-1 5 0,2-2 3 0,1-2-1 16,5-2-5-16,3-6-7 0,4-3-5 0,4-6-1 0,4-2-5 0,3-5 0 15,3-1 1-15,2-3-4 0,3-1 3 0,3-3-5 0,1-2-7 16,2-3-4-16,3-2-10 0,1-1-2 0,4-4-2 0,1-5 4 0,3-3 3 15,4-3 4-15,2-4 2 0,3-1 3 0,1-2 0 0,2 1 3 0,3-3 2 16,1-1-1-16,-12 15 9 0,5-5-4 0,0 0 4 0,6-6-2 16,1 0-3-16,4-6 4 0,3 0-5 0,4-4-1 0,1-2 0 0,3 2-3 15,-1-2 0-15,1 3 2 0,2 0-2 0,0 2 3 0,-1 2-2 16,2 1 0-16,-1 4 0 0,0 1-2 0,1 4 0 0,0 2-2 0,-1 3 0 16,0 4 5-16,2 3 0 0,-3 2 4 0,0 5 2 0,-1 3 0 0,-2 5 9 15,0 4 18-15,-1 5 10 0,-2 3 11 0,0 5 0 0,-3 6-6 16,0 5-8-16,-2 6-7 0,-1 5-14 0,-4 7-8 0,-2 6-8 0,-2 6-17 15,12 67-21-15,-9-6-65 0,-8-11-92 0,-6-14-118 0,-3-10-322 16</inkml:trace>
  <inkml:trace contextRef="#ctx0" brushRef="#br0" timeOffset="-172229.54">18650 9853 422 0,'-11'-12'50'0,"2"-2"15"0,-3-4 18 0,3 3 11 0,3 0-3 0,0 0-11 15,1 2-10-15,-1 1-7 0,1-1-8 0,-1 1-8 0,1 0-6 16,0 1-7-16,0 1-7 0,-1 0-7 0,1 0-2 0,-1 0-2 0,1-1-5 16,-1 0 2-16,0 1-5 0,1 1-1 0,-1-1 1 0,0 0-3 0,1 1-1 15,-1-1 2-15,0 1-6 0,-1 0-1 0,0 0 1 0,0 1-4 16,1-1 4-16,0-1-1 0,-1 3-2 0,2-1-4 0,-1 2 0 0,-1 1-3 15,2-1 3-15,-1 1-2 0,1-1-3 0,-1 0-2 0,2-1-6 16,-1 0-1-16,2 0-7 0,0 0-1 0,1 0-2 0,1-1-7 0,1-2 3 16,1 0-3-16,1-1-2 0,2-1 3 0,1 1 4 0,1-2 3 15,2 0 3-15,0-1-2 0,1 1-6 0,2 1-11 0,-1 0-17 0,3 1-16 16,1-1-17-16,0 1-10 0,-1 1-15 0,-1 0-98 0</inkml:trace>
  <inkml:trace contextRef="#ctx0" brushRef="#br0" timeOffset="-171917.54">18789 9253 466 0,'-7'-9'23'0,"0"0"7"0,-1-1 5 0,1 1 5 16,1 3-5-16,0 1-5 0,-2 0-5 0,-1 2-6 0,-2 1-3 0,-1 1 0 15,-3 1-5-15,-1 2-2 0,-3 1-2 0,-1 2-4 0,-1 1 2 0,-4 3 0 16,-1 1-2-16,-4 1 1 0,-1 1-1 0,-3 2-2 0,0-1 1 16,1 1 2-16,0 0 0 0,-1-1 0 0,3 2 1 0,0-1-2 0,2-1-2 15,2-1 1-15,3 0-1 0,0 0 1 0,2-1-1 0,4-1-3 16,2 0 0-16,2-3-2 0,3 2-2 0,3-2 1 0,2 0-2 0,1-1-4 16,2-1 1-16,2-1-6 0,1-2-1 0,2 1 1 0,0-2-1 0,3 0 5 15,1 0 2-15,1-1 1 0,2-1-2 0,1 0-5 0,1-1-10 16,2 0-15-16,-1 0-16 0,3-2-19 0,0 0-2 0,0-1-4 0,0-1-16 15,-2-1-39-15</inkml:trace>
  <inkml:trace contextRef="#ctx0" brushRef="#br0" timeOffset="-171733.03">18422 9017 216 0,'-2'-10'83'0,"1"3"-23"0,0-3-10 0,-1 4-6 0,0 2-11 15,1 1-3-15,0 1-7 0,1 2-9 0,-1 1-5 0,1 1-3 16,0 1-1-16,1 1 3 0,-1 1 1 0,1 1 2 0,0 2 0 0,0-1 2 15,0 2-2-15,1 0-2 0,0 1-2 0,1 0-1 0,1 0-1 16,0 0 0-16,0 1 1 0,1 1-1 0,-1 0-2 0,1 1 0 0,0 1-1 16,1 2-1-16,-1 0 0 0,0 0 0 0,1 0-1 0,-1 0 2 0,1 1-4 15,0 2-1-15,0-1-6 0,-1 2-6 0,0 1-13 0,1 0-37 0,-1 1-46 16,1 1-47-16,0 1-97 0</inkml:trace>
  <inkml:trace contextRef="#ctx0" brushRef="#br0" timeOffset="-171129.03">20941 10047 1231 0,'-22'-24'41'0,"0"-3"7"0,-1-3 8 0,6 7-2 15,3 5-4-15,4 3-14 0,3 2-9 0,0 1-10 0,2 2-7 0,1 0-3 16,1 2-3-16,0-1-3 0,1 1-1 0,0 0 0 0,0-1-1 0,0 0-1 16,0-2 0-16,0-1 0 0,-1-2-2 0,-1-3 3 0,1-2 0 15,-1 1 0-15,0-2 3 0,0-2-2 0,1 0 4 0,1-3 1 0,2-2-5 16,1-2-2-16,3-2-1 0,0-1 6 0,0 0 2 0,0-3 5 0,0 1 0 16,-1-1-5-16,1 0 2 0,1 2-2 0,1-1 0 0,1 2-3 15,1 0 1-15,0 1-2 0,0-2 2 0,0 3 0 0,0 0-5 0,-1 4 4 16,0 1-2-16,-1 2-3 0,-1 2 0 0,-1 2-3 0,0 2-2 0,-1 4-1 15,-2 4-3-15,0 2-10 0,-1 2-13 0,1 2-22 0,-1 1-26 16,0 2-30-16,1 2-43 0,-1 1-20 0,1 2-15 0,0 3-7 0,0 0-11 16,1 4-87-16</inkml:trace>
  <inkml:trace contextRef="#ctx0" brushRef="#br0" timeOffset="-170854.03">21369 8673 864 0,'-12'-12'12'0,"1"1"5"0,-2 1 4 16,4 3 7-16,2 4 1 0,1 2-2 0,-2 2-2 0,0 1-5 15,-3 2-4-15,-2 1 1 0,-2 2-3 0,-2 1-4 0,-4 2 1 0,-2 1-4 16,-1 3 0-16,-4 0 5 0,0 3-2 0,-3-1 1 0,-1 1 1 15,-3-1 1-15,1 2 1 0,-1 0-8 0,0-1 1 0,0 2-3 0,-1-1 1 16,2 1 6-16,0-1-1 0,3 0 1 0,0 0-4 0,1-2 1 0,0 2-5 16,3-2 0-16,-1 0 0 0,3-3-1 0,1 1-2 0,1 0-4 15,2 0-1-15,1 0-5 0,1 0-9 0,3 0-15 0,1 0-31 0,2-1-62 16,2-1-50-16,2-2-42 0,5-1-150 0</inkml:trace>
  <inkml:trace contextRef="#ctx0" brushRef="#br0" timeOffset="-170614.03">21214 8558 690 0,'-2'-1'14'0,"1"1"-1"0,1 0 1 0,2 3 8 0,2 2 10 0,1 1 6 16,2 2 4-16,2 0 1 0,2 2-3 0,0 1-3 0,3 1-6 0,2 0-3 15,1 0-7-15,2 2-4 0,0 2-2 0,3 1-5 0,-2 0-1 0,1 2-4 16,0 2-3-16,-2-1-2 0,1 2-3 0,-1 0-10 0,0 1-4 16,-1 1-6-16,-1 0-9 0,-2 0-22 0,-3 3-61 0,0 0-47 0,0 1-50 15,-3 0-173-15</inkml:trace>
  <inkml:trace contextRef="#ctx0" brushRef="#br0" timeOffset="-170168.02">24661 9788 2167 0,'-9'-44'-44'0,"2"4"54"0,1-5 0 0,8 16-2 16,3 13-3-16,0 2-9 0,2 2-10 0,-2 4-14 0,-1 1-17 0,-1 1-22 15,-1 3-27-15,-1-1-25 0,-2 0-12 0,-1 2 0 0,-2-2 22 16,-2-1 26-16,-3-1 18 0,-2-2 19 0,0-2 14 0,-1 0 12 0,1-3 10 16,-1-1 6-16,1-2 7 0,2-4 1 0,1 0 0 0,3-3 1 0,2-4 0 15,1 0-2-15,4-3 6 0,0 0-4 0,2-2 1 0,1 1 0 16,0-2 0-16,0-1 1 0,2-1 3 0,1-2 0 0,0 1-1 0,-1-1-2 16,3 0 2-16,0 2-3 0,0-1 2 0,1 2-1 0,-1 2 4 15,0 1 0-15,1 1-1 0,-2 3 1 0,-1 1-9 0,-2 3-5 0,-2 4-4 16,-1 2-8-16,0 2-10 0,-1 3-24 0,0 4-58 0,-1 0-58 0,1 3-33 15,0 1-19-15,1 1-19 0,0 2-27 0</inkml:trace>
  <inkml:trace contextRef="#ctx0" brushRef="#br0" timeOffset="-169921.03">25234 8554 698 0,'-22'1'19'16,"-3"2"4"-16,-6 2 8 0,4 4 14 0,2 1 0 0,-1 2-1 0,-3 2-7 16,0 2-9-16,-4 0-5 0,0 4-6 0,-3 0-3 0,-1 1-4 0,-3-1-2 15,-1 1 0-15,0-1-4 0,0 0-6 0,-2-3 3 0,2 0-2 16,-1-4 1-16,0 0 6 0,2 0-3 0,2-2 0 0,0-3-1 0,1 0-1 16,2-3-1-16,2 0 0 0,2-1-3 0,1-2-1 0,3-1 0 0,-1-2-4 15,2-2 0-15,6-1 0 0,2-2-6 0,4 0-8 0,4-2-14 16,4-2-48-16,4-1-33 0,3-2-18 0,4 0-1 0,5-1 4 0,4-1-45 15,4-3 11-15</inkml:trace>
  <inkml:trace contextRef="#ctx0" brushRef="#br0" timeOffset="-169735.03">24959 8269 120 0,'6'-2'88'0,"0"2"-24"0,0 0-22 15,-1 3-11-15,-2 0-2 0,1 3 0 0,-1 0 1 0,0 2-1 0,0 2-1 16,-2 1-1-16,1 2 1 0,-2 0-2 0,0 2 1 0,0 0-2 0,-2 1 0 15,0-1 1-15,0 2-4 0,0 1 0 0,-1 2-2 0,0 2 1 16,0 1-2-16,-1 1-5 0,1 0-3 0,0 1-4 0,-1-1-2 0,1 1-3 16,-1 1-3-16,0 0-1 0,1 1-4 0,-1 0-2 0,0 1-5 15,0-1-12-15,0 0-10 0,0 0-33 0,1-1-46 0,-1 0-36 0,2 1-103 16</inkml:trace>
  <inkml:trace contextRef="#ctx0" brushRef="#br0" timeOffset="-169295.03">28237 9544 556 0,'-1'-35'17'15,"-1"-1"9"-15,0-9 8 0,2 3 6 0,1 4-2 0,1-1-14 0,0-1-8 16,1 0-11-16,1-1-8 0,2-2-8 0,0 0-12 0,2 1-12 15,-1-1-24-15,1 1-35 0,0 2-45 0,0-3-166 0</inkml:trace>
  <inkml:trace contextRef="#ctx0" brushRef="#br0" timeOffset="-164661.96">17820 10378 1062 0,'12'-19'-176'0,"5"-1"226"16,11-7-26-16,7 3-26 0,7 7-18 0,7 6-18 0,4 8-35 0,4 7-35 15,1 3-29-15,3 2-25 0,-1 1-168 0</inkml:trace>
  <inkml:trace contextRef="#ctx0" brushRef="#br0" timeOffset="-163933.96">18614 10154 748 0,'-13'-12'47'0,"0"2"-2"0,-3 0 3 0,7 4-15 16,3 3-14-16,2 3-16 0,1 0-10 0,0 2-5 0,2 0-3 0,-1 0-1 15,2 1 3-15,-1 0-2 0,0 1 3 0,0 0 2 0,-1 0-1 0,1-1 0 16,0 0 0-16,0 0 2 0,0 0 0 0,0-1 3 0,0 0 4 16,0 0-1-16,-1 0 3 0,0 0 0 0,0-1 0 0,-1 1 1 0,1-1 2 15,0 0-3-15,1 1 1 0,-1-2-1 0,1 1-1 0,-1 0 1 0,1 1 1 16,0-1 2-16,0 0 1 0,0 0-1 0,1 0 1 0,0 0 2 15,0-1 0-15,1 1 1 0,-1-2-1 0,0 1 3 0,0 0 3 0,0 0 6 16,0 1 2-16,0-2 3 0,0 1-4 0,0-1 4 0,0 1-2 16,1 0-2-16,-2-1-4 0,1 1-2 0,0 0-3 0,0-1-3 0,0 1 2 15,0 0-5-15,0 1-1 0,-1-2-5 0,1 1 1 0,-1 0-1 16,0 0 1-16,-1 0 0 0,0 0-2 0,0 0-1 0,0 1 2 0,-1 0 0 16,1-1 3-16,-1 0 0 0,1-1-3 0,0 0 1 0,1 1-1 0,1-1 0 15,-1-1 0-15,1 1-1 0,0 0-2 0,0 0 1 0,0 0-3 0,1 0 4 16,0 0 0-16,0 0 0 0,0 1 2 0,-1-2 1 0,1 1 0 15,0 0 3-15,-1 0-1 0,0 1 1 0,0 0-1 0,1 1-2 0,-2-2 1 16,1 1-4-16,0 1 3 0,-1 0 1 0,1 0-1 0,-1 1 0 0,1-1-2 16,-1 0-2-16,0 1 2 0,1 0 0 0,-1 1-1 0,1 0 1 15,0 0-1-15,0 0 1 0,0-1 2 0,0 1 0 0,0-1 0 0,0 1-4 16,0-1 1-16,0 0 2 0,0-1-4 0,0 1 2 0,-1 0 1 16,1 0-2-16,0-1 3 0,1 0 2 0,-1-1-5 0,0 1 0 0,-1 0 4 15,1-1-2-15,1 0 4 0,-1 0-2 0,0 0-2 0,0 1 2 16,0-1 0-16,0 1 0 0,0-1 0 0,1 0-2 0,-1 1 0 0,0 1 2 15,0-1 3-15,0 0-2 0,1 1-1 0,-2 0-1 0,1 0 0 0,0 1 1 16,0 0-3-16,0 0-1 0,-1 0-2 0,1 0 1 0,0 2-1 16,0-1-1-16,0 1-5 0,0 0-3 0,0 0-5 0,0-1-10 15,-1 1-13-15,1-1-8 0,-1 0-4 0,1-1 5 0,-1 0 11 16,0 0 4-16,0 0 8 0,0-1 4 0,-1-1 2 0,0 1 4 0,0 0 2 0,0 0 1 16,0-1 3-16,0 1 2 0,0-1 1 0,0 1 2 0,0 0-1 0,-1 0 0 15,2 0-5-15,-1 0-5 0,1-1-1 0,0 1-10 0,0-1-11 0,0 1-10 16,1 0-36-16,0-1-60 0</inkml:trace>
  <inkml:trace contextRef="#ctx0" brushRef="#br0" timeOffset="-163266.96">21550 10439 457 0,'-2'-8'95'0,"2"1"-81"0,-1 1-6 0,2 3-3 16,1 2-2-16,-1 1-7 0,1 0-1 0,1 0-2 0,-1 1-3 0,1 0-3 15,1 1-5-15,-2-1-7 0,1 1-7 0,0-1-12 0,-1 1-4 0,0-1 1 16,0 1 3-16,0-1 13 0,-1 1 2 0,0 0 8 0,-1-1 3 15,0 1 3-15,1-1 7 0,0 0 3 0,-1-1 5 0,0 1 6 0,0-1 4 16,0 1 6-16,1-1 6 0,-1-1 3 0,0 1 4 0,0-1-2 0,0 0 2 16,0 0 0-16,1-1-1 0,-1 1 1 0,0 0 0 0,1-1-2 15,0 1-3-15,-1 0 0 0,1-1-4 0,-1 0 0 0,0 1-2 0,1-1-2 16,-1 0 0-16,0 1-1 0,1-1-2 0,-1 1-2 0,0 0-3 16,0 0-1-16,0 0-3 0,-1 0-1 0,1 1-1 0,0 0-1 0,0 0-2 15,-1 0 0-15,1 0-3 0,0 0 2 0,-1 0-2 0,0 1-4 0,0 0-2 16,0 0 1-16,0 1-2 0,1 0-1 0,-1 0-7 0,1 0-8 15,-1 1-11-15,0-2-20 0,1 1-7 0,0 0-9 0,0 0-10 0,1 0-48 16</inkml:trace>
  <inkml:trace contextRef="#ctx0" brushRef="#br0" timeOffset="-162455.95">23349 10152 211 0,'-22'-18'145'0,"-2"-2"-135"0,-6 0 5 0,6 4 4 0,4 3 1 0,0 1-1 15,3 1-5-15,-1 0-4 0,1 0 2 0,3 1 3 0,1 0 3 0,2-2 3 16,0 3 2-16,1-2 2 0,1-1 3 0,3 1 1 0,1-1 1 0,1 1-3 15,3 0 1-15,0 0-1 0,3 0 0 0,2 1 4 0,1-1-2 16,3 1 1-16,3-1-3 0,1-1 0 0,2 1-1 0,2 0 0 0,2 0 4 16,3 1 3-16,2-1 2 0,3-1 13 0,3 0 8 0,1-1 4 15,5 1 9-15,0 0-7 0,3 2-10 0,3-1-8 0,3 1-10 0,2 0-10 16,2 1-2-16,4 0-1 0,0 1-3 0,1 0 0 0,3 1-4 16,2 0-6-16,1 1 4 0,2 0-2 0,0 0-1 0,3 0 1 0,0 1-2 15,1 1-1-15,2 0 0 0,-1 1-2 0,2 1-3 0,1 1 1 0,1 1 2 16,0 1 1-16,1 2 2 0,0 0-1 0,0 2-6 0,0 1 2 15,1 1-3-15,0 0 6 0,1 1 1 0,1 1-6 0,-1-1 0 0,2 2-3 16,0 1-1-16,-2 0 0 0,0 0-4 0,-4 1 7 0,0 1-3 16,-1 0 2-16,-2-1 5 0,-3 0-10 0,-2 1 8 0,-1 0-4 0,-5 0 2 15,-2-1 4-15,-2 0-4 0,-5 0 7 0,-3 1-3 0,-3-1 5 0,-2 0-1 16,-5 1 1-16,-1 1 0 0,-4 0-5 0,-2 3 0 0,-2-1 0 16,-2 2-3-16,-3 1-1 0,-3 0 4 0,-1 3-5 0,-4 1-2 0,-1-1-5 15,-3 3 3-15,-1 0 0 0,-3 1-2 0,-3 3 7 0,-3-2-8 0,-2 2 2 16,-2 0 1-16,-2 0-1 0,-3 0-1 0,-3 0 0 0,-2 2 1 0,-3 0-3 15,-2-2 2-15,-2-1 5 0,-2-4-1 0,-1 0 3 0,-3-2-8 16,-2-2 1-16,-3 0 2 0,-2 0-2 0,-3-2 7 0,-5 0 1 16,-1-1 7-16,-2-3 7 0,-1-3 1 0,-3-1-1 0,-2-1-6 0,1-2-2 15,-3-1-3-15,0-1-2 0,-2-1 1 0,-1-3 4 0,0-1-3 0,-2-2 6 16,-1-1 4-16,-2-2 0 0,1-1 6 0,-1-3-4 0,0 0-2 16,1 0-7-16,-2-1 4 0,0-2-5 0,1-1-3 0,0-1 9 0,-1 0-2 15,2 1 2-15,-1-2 2 0,0 0-10 0,1 0 3 0,-1 0-11 0,2-1 6 16,-1-1 1-16,1 0-7 0,2 0 5 0,0 0-3 0,3-1-3 15,2-1 0-15,1-2-1 0,4 0 0 0,2 1 0 0,3 1 3 16,3 0-1-16,2 2 2 0,4 0-5 0,1-1-7 0,2 0-4 0,3 1-4 16,3 1 0-16,0 1-4 0,5 0-2 0,0 3-6 0,0 1-5 0,4 1-5 15,0 2-1-15,2 1 0 0,1 0 1 0,4 2 4 0,0 0-2 0,2 3-7 16,1 1-8-16,0 0-9 0,2 0-14 0,0 2-12 0,0 0-15 16,2 2-12-16,-1 2-4 0,-1 2 0 0,1 0 14 0,0 1 14 0,0 1 3 15,2 1-5-15,0 0-84 0</inkml:trace>
  <inkml:trace contextRef="#ctx0" brushRef="#br0" timeOffset="-158079.84">27251 10733 1387 0,'-23'16'135'16,"0"0"-110"-16,-3 1 5 0,11-2 7 0,6-5 3 0,4-2-7 0,2 0-12 15,3 1-4-15,1-2-12 0,1 2-5 0,3 1 1 0,1 0-6 0,2-1 5 16,1 0 1-16,3-1-3 0,2-2 0 0,4-1-3 0,0-2 0 15,3-2-1-15,2-1-5 0,0-2 2 0,4-1-3 0,1-1-6 0,3 1-1 16,1-2-7-16,4 0 0 0,1 0 6 0,2 0 4 0,3 1 4 16,-1 0 1-16,2 0 2 0,1 0 0 0,0 0 1 0,4 0 7 15,0 0 0-15,4-1-4 0,-2 0 5 0,2 1-5 0,0-1 4 0,3-1 4 0,0 0 0 16,1-1 2-16,0 0-3 0,0-2 4 0,1 0-1 0,2 0-3 16,-2-2 0-16,0-1-6 0,1-1 3 0,-2 0 4 0,1 0 3 0,1-1 1 15,-1-1-1-15,2 0 4 0,-2 0-4 0,1 0 3 0,1 0-2 16,-2-1 2-16,0 1-2 0,-1-1 2 0,-2-1-2 0,0-1 0 0,-2 0-1 15,-4-3 1-15,-1-1-2 0,-4 0 2 0,-2-2-6 0,-3 1 3 0,-3 1-5 16,-5-1 3-16,-1 2-2 0,-4-1-1 0,-2 0-3 0,-3 0-6 16,-7-1 1-16,-2 0-16 0,-3 0-2 0,-3 1 5 0,-3 1 0 0,-3 0 14 15,-3-1 7-15,-1 0-2 0,-2 0 1 0,0-2 1 0,-2 0-5 16,-1-1-2-16,-5-1-5 0,-3 1 3 0,-3 0 5 0,-1-1 2 0,-3-2 4 16,-2 0-2-16,-3-2 1 0,-3 2 2 0,-4-1 0 0,-2 1 4 0,-2-1-2 15,-3-1 3-15,-2 0 0 0,-3-1-1 0,-3 1 14 0,-3-1 3 0,-4 1 8 16,-2-2 5-16,-3 2-9 0,-3 0-4 0,-2 5-6 0,-2 2-8 15,-3 6-3-15,-3 6-2 0,-7 5-3 0,-5 6-1 0,-5 6-5 0,-6 7-3 16,-7 5 1-16,-5 7 0 0,-4 5 3 0,-4 6 7 0,0 3-7 16,-3 4 4-16,1 2 4 0,3 1 2 0,2 1 11 0,5 0-2 15,6 1-6-15,9-1-3 0,7-2-10 0,8-1-3 0,8-1-1 0,9-2-1 0,8-2-2 16,9 0-6-16,8-4-7 0,6-1-5 0,8-1-3 0,5-1-9 16,5 1-17-16,5-1-30 0,4 1-40 0,3-3-32 0,3 1-14 0,2-3-8 15,2 0 12-15,0 1 14 0,2-3-168 0</inkml:trace>
  <inkml:trace contextRef="#ctx0" brushRef="#br0" timeOffset="-154694.84">16579 9305 1299 0,'-8'-14'86'0,"0"0"-68"15,1-2-27-15,3 5-6 0,2 4-8 0,3 0-2 0,1 2 3 0,1 1 0 16,-1 0 8-16,1 1 8 0,-1 1 0 0,-1 2 3 0,-1 0-9 0,0 1 0 16,0 0 1-16,-1 2 6 0,0 0 7 0,-1 1 0 0,0 2 1 15,1 0 0-15,-1 1 6 0,0 2 3 0,0 0 8 0,0 3 6 0,1 0 3 16,0 3 10-16,1 1 8 0,0 4 5 0,0 4 1 0,0 2 3 0,0 5-2 16,0 3-7-16,0 4 8 0,1 9-1 0,-1 3-5 0,0 7 0 15,0 7-13-15,0 7-4 0,0 5-4 0,-1 5-3 0,2 5-6 0,0 6 8 16,1 8 0-16,1 6 3 0,-1 7 0 0,1 6-11 0,1 5-12 15,1 3-7-15,0 6-3 0,0 3-1 0,-1 3-2 0,-1 3 3 0,0 0 5 16,0-2-4-16,0 1 5 0,0-1 0 0,0-3 0 0,1-1 6 0,1-3 0 16,0-3-7-16,-1-3 6 0,2-5 6 0,1-3 10 0,0-2 8 15,2 0 3-15,-1 1-7 0,0-2-1 0,1 0 1 0,-2-2 0 0,0-2 6 16,1-3 5-16,0-2-2 0,0-5 1 0,-2-2-2 0,1-5 3 0,0-3-1 16,-1-4 1-16,-1-4-6 0,-1-5 1 0,0-6 2 0,-1-4 1 15,1-6-1-15,1-5-5 0,-1-4-6 0,0-3 2 0,1-7-3 0,0-4-9 16,0-4 4-16,0-5-8 0,1-2 2 0,0-5-1 0,2-2-8 15,1-2 3-15,0-5-6 0,1-1 3 0,0-2-13 0,2-3-1 0,0-2 8 16,2-1 0-16,1-1 13 0,2-2 3 0,2 0-6 0,0-1-4 0,3-2-6 16,0-1-5-16,2-2 2 0,-1 0 5 0,2 0 5 0,1-2 2 15,0-1-3-15,2-1-3 0,1-1 1 0,2-1-2 0,0 0 2 0,1-1 1 16,0-1-5-16,3-2 1 0,0 0 2 0,3-2-7 0,2 1-1 0,0-1 0 16,2-1-4-16,3 0 6 0,0 0 3 0,1 0 1 0,1 0-5 15,4-1 1-15,0 2 4 0,2-1 2 0,1 0 4 0,0 2 2 0,2 2-3 16,2-1-4-16,2 0-4 0,1 2-3 0,1 2 6 0,3 0 1 15,1 3 1-15,3 0 3 0,2 1-2 0,2 2 1 0,1-1 2 0,2 1-3 16,2 1 0-16,1-1-9 0,2 0 3 0,1 2 6 0,1-1 2 0,1 1 4 16,0 1-4-16,1 0-4 0,2-1 5 0,0 2-9 0,1-1 8 15,0 1 3-15,0 3-7 0,0-1 10 0,0 1-1 0,0 1-2 0,1-1 5 16,2 1-14-16,-3 0 4 0,2-1 2 0,-2 1 6 0,-1 0 1 0,-1 0-3 16,-1 0-2-16,0 0-10 0,-2 1 2 0,-3 1 2 0,0 0 2 15,-3 0 3-15,-1 0 1 0,-2-2-5 0,-3 0 5 0,1-1-6 0,-2-1-2 16,-2-1-5-16,-1 1 2 0,-3-1-1 0,-1-1 15 0,0 0 2 15,-4 0-4-15,-3-1 0 0,-3 1-7 0,-3 0-4 0,-1 0 4 0,-3 0 2 16,-2 0-2-16,-5 0 7 0,-4 0-3 0,-2-1-4 0,-4 1 0 0,-1-1 3 16,-4 0-3-16,-2-1 9 0,-2 0-6 0,-3-1 8 0,-5 1 2 15,-2-1-3-15,-1-1 6 0,-2 0-2 0,-2-1 10 0,-2 1-1 0,0-3 4 16,-1 0 4-16,-1-2 0 0,0-4-4 0,0-1-5 0,-1-3-5 0,0-1-8 16,0-3-1-16,-1-4-1 0,-1 0-5 0,0-4 2 0,-1-2-3 15,0-5 3-15,1-1 5 0,-1-3-9 0,0-2 2 0,0-2-6 0,0-2-3 16,0-5 7-16,1-1 0 0,0-4 7 0,1-1-7 0,-1-5 2 0,1-2-4 15,-1-3 1-15,0-2 4 0,2-5-5 0,-2-1 2 0,1-3 0 16,1-4-1-16,0 1 1 0,0-3 0 0,1-4-15 0,0 0 11 0,0-7-1 16,1-1 1-16,-1-4 9 0,1-2-6 0,-2-1-3 0,2-3-9 15,-1-2 0-15,0-1-2 0,0-3 3 0,0-1 8 0,-1 0-5 0,0-3 0 16,0 2-2-16,-1-3 2 0,0 0 5 0,0 0 11 0,-2 0-3 0,0 4 3 16,-1 1-1-16,-2 2-10 0,0 3 13 0,-3 0-5 0,0 0 1 15,-1 2 4-15,-1 0-9 0,-1 2 4 0,0 0-2 0,-2 2 0 0,1 1 7 16,-2 3-2-16,0 1-1 0,-1-1 1 0,-2 3-1 0,1 0-3 0,0 3 7 15,-3 2-5-15,0 3 4 0,-2 2-1 0,-1 3 5 0,-2 2 0 16,1 3-10-16,0 2 5 0,0 3-4 0,-1 4-4 0,1 3 3 0,1 4-1 16,-1 3-2-16,1 4 2 0,-1 3 0 0,0 4 0 0,1 3-6 15,1 3 0-15,0 2 3 0,1 5-9 0,-2 2 3 0,2 5-3 0,-2 1-4 16,0 3 1-16,2 1-4 0,-1 2-5 0,1 1-4 0,1 3 1 0,2 0-12 16,-1 1-15-16,2 1-13 0,1 1-36 0,-2 1-32 0,1 1-39 15,1 1-45-15,-3 0-66 0,0 0-105 0,0 0-95 0,-1-1-39 0,-2 2-190 16</inkml:trace>
  <inkml:trace contextRef="#ctx0" brushRef="#br0" timeOffset="-154144.84">16399 8995 3086 0,'-13'-14'-31'0,"5"2"-84"0,2-3-9 0,8 2 19 0,10 0 27 0,5-2 10 16,7 2-20-16,1-1-26 0,2 1-10 0,-2 1 7 0,2 0 10 0,-1 3 3 16,1 2-5-16,2 3-1 0,-2 2 17 0,3 2 26 0,1 0 27 15,4 1 19-15,1 1 7 0,2-1 4 0,3 0 6 0,1 0 1 0,2 0 6 16,2 0 0-16,1 1 4 0,1-1 2 0,3 1 3 0,0-1 9 0,2 0 6 16,3-1 6-16,1 0 9 0,1-1 4 0,3 0 6 0,2-1 5 15,2-1 3-15,1-1-4 0,5-2 1 0,3 0-5 0,2-2 0 0,3 0-2 16,1-1 0-16,2-2-1 0,2 0 1 0,3-1-2 0,2-3 4 0,-1 1 0 15,3-2-6-15,-2 2 5 0,1-1-3 0,1 1 6 0,1 0 5 16,1 0-4-16,0 1-1 0,0-2-8 0,2 0-8 0,-2-1-3 0,2 1-7 16,2-1-1-16,-2 0-5 0,1 2-6 0,-2 1-5 0,0-2 1 15,0 1 0-15,0 0-1 0,-2 2-1 0,0-1 0 0,-4 1-1 0,0-1-1 16,-2 0-2-16,-1 1-3 0,-2-1 1 0,-3 0 1 0,-1 1 2 0,-2 1-2 16,-2 0-2-16,-2-1 1 0,-2 0 3 0,-3 1-12 0,-2 1 5 15,-4-1-7-15,-4 3 7 0,-1-1 10 0,-4 1-3 0,-2 2 5 0,-3 0-12 16,-5 0 0-16,-4 2-2 0,-1 0-1 0,-3 0-2 0,-3 2-1 15,-2 0 3-15,-4 2 0 0,-2-1-3 0,-1 2-9 0,-4-1-15 0,0 1-24 16,-3 1-34-16,-3 0-55 0,-3 1-88 0,-1 1-127 0,-4 1-154 0,-3 1-144 16,-7 1-103-16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1:06:52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16949 10661 180 0,'-1'-4'148'0,"2"0"-50"0,0-2 4 0,0 1 4 0,0 1 7 0,0 0-1 16,0 1-5-16,-1-1-5 0,1 1-2 0,0 1-2 0,0 0-2 0,0 1-7 15,0 0-11-15,-1 0-8 0,1 1-3 0,0 0-10 0,0 0-4 16,0 0-1-16,1 1-8 0,-1 0 1 0,2 0 0 0,0 0 0 0,0 1-4 15,2-1 0-15,-1 0-1 0,3 2-2 0,1-1-2 0,2-1 5 0,1 1 0 16,1 0 1-16,1 0 5 0,2-1-3 0,0 1 1 0,1 0-2 16,0-1 0-16,3 1 1 0,1 0 3 0,1 0-4 0,2 1 1 0,1-1-10 15,0 0-2-15,1 1-3 0,1-1-7 0,0 1 3 0,1 0-1 0,0 0-1 16,3 0-2-16,-1 0-5 0,3 0-7 0,-1 0-2 0,1 0 1 16,-1 0 3-16,2 0-3 0,0 1-1 0,2 0 2 0,-2-1-4 0,1 1 2 15,2-1-2-15,1 0 2 0,2-1-6 0,-2-1-1 0,1 0 5 16,0-1 1-16,1 0-1 0,1 1 0 0,3-2-2 0,-1 1-3 0,2-1 6 15,1 0-3-15,0-1 2 0,0 0 1 0,2-1 0 0,3 0 8 0,-1 0-8 16,1 0 2-16,0-1 1 0,-1 2 0 0,1-1 5 0,2 2-2 16,-1-1 4-16,0 1 2 0,-1 1 3 0,0 0-3 0,-1 0-1 15,2 1 1-15,-1 0-5 0,-1 1-1 0,0 0-3 0,0 1 2 0,-1 1-2 16,-2-1 5-16,2 0-6 0,-2 1 2 0,1-2 5 0,-2 1 1 0,-1 0 3 16,-2-1-7-16,0 2 5 0,-2 0-1 0,0 0-1 0,0 0 3 15,-3 1-7-15,0-1 2 0,-4 0-3 0,0 0 1 0,-1-1-4 0,-2 1 2 16,1-1 3-16,-4 0-9 0,1 1 5 0,-2-1-17 0,-2 0-5 0,-1-1 3 15,-2-1 8-15,0 0 14 0,-1 0-4 0,-1 0 3 0,-1-1-5 0,-2 1-1 16,-1-1 13-16,-2 0-2 0,0-1-4 0,-2 0 2 0,0 1-5 16,0-1 5-16,-2 0 11 0,-2-1 1 0,0 0-6 0,-1 0 4 0,0-1-14 15,-1 0-1-15,-1 0-4 0,-1-1 2 0,0 1-1 0,-1-1 5 0,-1 0-2 16,0 0-4-16,-2-2 5 0,1 1-11 0,-2-1 4 0,1 0 4 16,-2 1-8-16,0-2 6 0,0 0-4 0,-1 0-10 0,1 0 4 15,-1-1 8-15,0 0-4 0,0 0-5 0,0 0 3 0,0 2-11 0,1-2-1 16,-1 1-7-16,-1-1-11 0,1 1-15 0,-1 0-11 0,0 0-20 0,-1 1-25 15,0 0-25-15,0 0-46 0,0 1-49 0,-1-1-66 0,0 0-80 16,-1 1-171-16,-2-1-571 0</inkml:trace>
  <inkml:trace contextRef="#ctx0" brushRef="#br0" timeOffset="814.99">13003 8592 1582 0,'-1'2'105'0,"1"1"-36"16,0 0 16-16,0 1 33 0,0 1 28 0,-1 2 2 0,1 1-11 16,-1 1-25-16,0-1-18 0,-1 2-15 0,-1 1-9 0,0 1-11 0,0 2-12 15,1 1-7-15,0 2-5 0,-1 3-4 0,1 0 1 0,0 2-3 16,0 2-1-16,1 0-19 0,0 2-1 0,1-1-1 0,1-1 7 0,0 0 12 15,1-2-8-15,1-1-1 0,1-1-19 0,0-3 1 0,2 0-5 0,0-4 1 16,2-2 3-16,1-3-3 0,1-3 0 0,2-2-4 0,1-2 2 16,0 0 2-16,1-2 0 0,0 1-2 0,1-4-2 0,0-1 0 0,0-3 2 15,-1-2 6-15,2-3-1 0,1-1 2 0,0-2 5 0,-2-2-1 0,3-3-1 16,0-1-3-16,-1-2 0 0,1-2 11 0,0-2 4 0,-1-2 8 16,-1-1 5-16,2-2-11 0,-1-1-1 0,-1 1 2 0,1-2 1 0,-1 0 1 15,-2-1 1-15,-3 1-1 0,-3 0-2 0,-2 0 5 0,-2 3 1 16,-3 0-4-16,-3 1-2 0,-3 0-4 0,-2 2-6 0,-3 0-3 0,-4 3 13 15,-3 3-3-15,-2 0 3 0,0 5 1 0,-1 0-16 0,-2 4-3 0,-1 2 4 16,-2 3-6-16,0 4 2 0,-2 3 2 0,-1 2-9 0,2 4 3 0,-2 2 2 16,1 4-5-16,-1 3 3 0,1 4 2 0,0 1-16 0,2 4 1 15,0 1 6-15,2 1-1 0,3 4 4 0,0-1-12 0,2 3-23 0,2-1-32 16,1 1-19-16,1-3-31 0,3 1-40 0,2-1-46 0,2-4-62 16,5 0-85-16,1-5-116 0,3-4-338 0</inkml:trace>
  <inkml:trace contextRef="#ctx0" brushRef="#br0" timeOffset="1410.99">13537 7553 1419 0,'3'-17'280'0,"-1"0"-166"0,1-2 30 0,-2 7 16 0,0 6-18 0,-1 4-20 0,-1 2-15 15,1 1-30-15,-2 3-7 0,0 2-14 0,0 2-2 0,-2 3 4 0,1 3-5 16,-1 3 9-16,0 1-4 0,0 3-12 0,0 2-1 0,2 5 9 15,-1 3 0-15,1 4 10 0,0 4-5 0,0 3-13 0,0 3-4 0,0 4-7 16,1 2-8-16,-1 2-7 0,2 1-7 0,0 1-3 0,-1 1-5 0,2 0-14 16,-1 0 2-16,1-1-3 0,1-1-10 0,0-2-7 0,0-2-28 15,0 0-28-15,1-2-32 0,1-4-28 0,1-1-23 16,0-3-28-16,1-3-47 0,0-2-17 0,2-4 30 0,0-1 41 0,0-6 63 0,1-4 40 16,1-3 16-16,0-6 25 0,1-2 30 0,-2-3 33 0,0-4 28 0,-1-3 15 15,-2-2 19-15,1-3 18 0,-2-2 10 0,1-1 18 0,-1-2 3 0,0-3-1 16,0-3-5-16,-1-2-11 0,0-1-2 0,0-3-11 0,0-1-3 15,0-1-9-15,0 0-9 0,0 1-5 0,2 2-13 0,1 2-6 0,1 2-14 16,0 3-6-16,-1 2-6 0,1 3-7 0,0 4-1 0,-1 1-3 0,1 2 1 16,1 3 0-16,-1 1-2 0,0 2-5 0,0 1-6 0,0 1 1 15,1 2-3-15,-1 1 0 0,1 1-1 0,1 1 0 0,-1 0-2 0,1 1-2 16,1-2-2-16,-2-1 0 0,3 0 0 0,-1-1-2 0,0-2-1 16,1-1-4-16,-1-1-4 0,0-2 2 0,1-3-5 0,1 0 3 0,-1-2 4 15,0-1 2-15,-1-1 2 0,0-2 3 0,0-1 0 0,1 1 0 0,-2-3 0 16,-2 0 4-16,-2-1 2 0,-1-1 1 0,0 0 2 0,-1-3-5 15,-2-2 0-15,0 0 7 0,-3 0-4 0,-1 0 1 0,-1-1-1 0,-3 1-5 16,-2-1-1-16,-1-1 2 0,-3 0 1 0,-1-2-2 0,0 0-2 0,0 2 1 16,0 2-3-16,0 3-11 0,-1 3-1 0,0 3-9 0,1 4-2 15,-1 2 4-15,-1 5 2 0,-1 2 5 0,1 5 3 0,-1 3 4 0,0 2 4 16,1 2-2-16,2 1 2 0,2 3 1 0,1 2 2 16,2-1-1-16,2 2-1 0,1 1-1 0,1-2-5 0,3 2 1 0,2-1-2 0,3 0-3 15,1-2-1-15,4-3-4 0,2-1-4 0,2-3 1 0,1 0 3 0,3-3-7 16,2-1 5-16,-1-2 3 0,2-1-1 0,1-1 4 0,-1-2 0 15,1-1-2-15,2-1 3 0,-1-1 3 0,3-2-3 0,-1-2 6 0,-1 0-4 16,1-1 1-16,-2-1-7 0,0-2-14 0,0 0-15 0,-1-2-28 0,2 0-20 16,0-1-25-16,-2-2-18 0,0-1-8 0,1-1-22 0,-1-1-20 15,1-3-31-15,-1-2-52 0,1 0-50 0,1-1-110 0,-1-1-23 0</inkml:trace>
  <inkml:trace contextRef="#ctx0" brushRef="#br0" timeOffset="1585.99">14691 7972 1186 0,'1'-28'331'16,"0"-3"-40"-16,0-7-10 0,-1 7-15 0,-1 7-28 0,-1 2-50 0,0 5-27 15,0 2-28-15,-2 3-10 0,0 3-7 0,-2 2-17 0,1 3-12 16,1 3-22-16,-1 2-9 0,-1 2-13 0,0 1-8 0,-1 4-1 0,0 2-7 16,0 2 0-16,0 4-10 0,-1 3 0 0,2 4-3 0,-2 2-6 0,0 6-1 15,1 2 1-15,0 3-4 0,1 0-2 0,1 1-2 0,0 0 0 16,1 0 2-16,1 2-8 0,2-2 0 0,0-2-33 0,1-2-13 0,1-2-16 16,0-2-38-16,1-3-11 0,0-2-56 0,1-2-56 0,0-3-91 15,2-1-115-15,-1-2-141 0,0-2-478 0</inkml:trace>
  <inkml:trace contextRef="#ctx0" brushRef="#br0" timeOffset="2179.98">14309 8325 2048 0,'-14'-11'307'0,"1"3"-236"0,-1-3 12 16,5 6 11-16,5 3 6 0,1 2-14 0,1 2-19 0,1 2-20 0,1 1-5 16,3 0 6-16,0 1-4 0,3 0-4 0,2 0-10 0,2 0-8 15,3 0-4-15,0-1-1 0,3 0-10 0,0-1 2 0,3 0-5 0,0-2-6 16,2 0 0-16,2-1-1 0,0-2-11 0,2 0-13 0,0-1-25 0,1-2-34 15,1-1-31-15,-2-1-31 0,1 0-16 0,0-1-15 0,2-1-9 16,-3 0 0-16,2 0 2 0,-3-1 3 0,-2 0 18 0,1 0 35 0,-3 1 27 16,1 0 35-16,-1-1 35 0,-2 0 20 0,0-1 24 0,-2 0 21 15,-2 1 23-15,-1-1 34 0,-2 1 28 0,-2 2 15 0,-1 1 6 0,-1 2-11 16,-3 1-4-16,-1 3 3 0,-1 0 0 0,-2 2-8 0,-1 1-10 0,-1 1-16 16,-1 1-18-16,0 1-15 0,0 1-15 0,-1 1-11 0,1-1-4 15,0 2-16-15,1-1 1 0,0 1-9 0,2 0-14 0,0-1 3 0,0 1-4 16,2-1-2-16,1 1 11 0,0 1 2 0,1-1 4 0,0 0 0 15,1-2-1-15,0 0-4 0,1 0-4 0,0-3 6 0,-1 2-5 0,1-2 3 16,0 0-4-16,0-1 1 0,0-1 5 0,-1 0-2 0,2-2 1 0,0 0 3 16,0-1 1-16,1 0 4 0,-3-2 8 0,2-1 3 0,0 0-2 15,1-2-1-15,-1 0 5 0,1-1 1 0,-1-2 1 0,0 0-7 0,1-1-2 16,-2-1-3-16,2 1 13 0,-1 0 8 0,0 0-5 0,0 0 4 0,0-1-16 16,-1 0-2-16,1 0 5 0,-2 2-5 0,0 0 2 0,-1-1 0 0,0 1-2 15,0 1-2-15,-1 1 3 0,0 1-5 0,-1 1 3 0,0-1-6 16,0 2 0-16,-1-1 2 0,1 2-2 0,-2 0 0 0,1 0-1 0,0 1-1 15,-1-1-3-15,1 2 0 0,-1 0-1 0,1-1 5 0,-1 2-3 16,-1-1 3-16,1 0-3 0,0 1 1 0,-1 0 0 0,0 0-1 0,0 0 1 16,0 0-6-16,0-1 2 0,-1 1 5 0,0 0-6 0,0-1 6 0,-1 1-1 15,0-1-4-15,-1 0 3 0,0 0-3 0,-1 0 0 0,1-1 0 16,-2 1 4-16,1-2-2 0,0 1-2 0,-1-2 5 0,1 1-3 0,-1-1 2 16,1 1-3-16,-1-1-1 0,1 0 2 0,-2 0 0 0,2 1 0 15,-1-2-4-15,-1 1 2 0,-1 1 2 0,-1 0-2 0,0 1 0 0,0 1-4 16,1 1-1-16,1 1 3 0,-2 1 2 0,1 1-2 0,-1 1 0 0,0 1 0 15,1 0-1-15,0 1-1 0,1 1 1 0,0-1-3 0,0 3 4 16,0 0-3-16,0 1 0 0,1 0 1 0,1 1-5 0,0-1-4 0,2 1-1 16,1-1-13-16,0 0-14 0,1-1-6 0,1 0-18 0,1-1-13 0,1-2-19 15,1-1-29-15,1-1-30 0,0-1-46 0,2-2-33 0,1-1-37 16,1-1-46-16,1-1-62 0,-1-2-75 0,2 0-153 0</inkml:trace>
  <inkml:trace contextRef="#ctx0" brushRef="#br0" timeOffset="2304.98">15154 8111 556 0,'1'5'409'0,"1"1"-151"0,1 3-25 0,0 1 0 0,-1 1-15 0,1 2-23 16,1 2-35-16,-1 1-26 0,1 0-27 0,0 1-30 0,1 0-14 0,1 1-16 16,1 1-15-16,1 2 4 0,0 0-11 0,2 0-9 0,1 1-4 0,1 0-10 15,0-1-1-15,0 0-6 0,-1-1-34 0,2-2-82 0,-1 0-141 16,-1-3-189-16,1-1-320 0,-3-4-108 0</inkml:trace>
  <inkml:trace contextRef="#ctx0" brushRef="#br0" timeOffset="2966">17061 7793 1786 0,'-6'5'87'0,"1"2"8"0,-1 4 13 16,0 0 10-16,2 0 4 0,2 4 0 0,2 3-13 0,1 5-28 16,1 4-19-16,0 3-19 0,1 3-13 0,0 4-12 0,1 1-6 0,0 4-4 15,1 4-3-15,1 2-15 0,0 3 2 0,0 0-4 0,1 2-3 16,1 1 15-16,0 1-6 0,1 3-12 0,-2-1-21 0,2-1-31 16,-1-2-38-16,1-4-40 0,0-2-41 0,0-4-48 0,0-3-49 0,0-6-74 0,2-4-98 15,-1-5-183-15</inkml:trace>
  <inkml:trace contextRef="#ctx0" brushRef="#br0" timeOffset="3632.99">16870 8565 996 0,'-2'14'91'0,"1"1"-13"0,0 5 12 0,3-3 11 0,2-3 12 0,3 1 0 15,2 0-10-15,1-1-28 0,3-2-14 0,0 1-10 0,3-2-6 16,1-2 0-16,2-1-3 0,3-1-4 0,2-2 0 0,0-2-6 0,2-2-6 15,1-4-8-15,2-1-12 0,3-3-1 0,-1-1-2 0,2-2-8 0,-3-3 2 16,0 0-14-16,-1-3-19 0,1-1-18 0,-3-1-17 0,1 1-14 16,-2-3-5-16,-1 0-1 0,-1 0 8 0,-2 0 18 0,-1 0 22 0,-2 2 19 15,-1 0 14-15,-3 0 12 0,-2 1 6 0,-1 1 6 0,-4 0 9 16,1 0 10-16,-3 1 14 0,-1 3 18 0,-1-1 13 0,0 2 9 0,-1 2 3 16,1 3-15-16,-2 2-10 0,-2 2-9 0,-1 2-15 0,-1 3-5 0,0 1-10 15,0 3-10-15,-1 0-3 0,-1 3-4 0,-1 2-6 0,0 1 0 16,1 4-1-16,1 1-2 0,0 0 0 0,1 0-6 0,1 2-6 0,1 1-5 15,1-1-6-15,3 1-15 0,1-1 0 0,1-2-10 0,3-2-9 16,1-2-7-16,2-4-20 0,-1-1-14 0,2-4-1 0,0-2 7 0,0-2 19 16,1-1 22-16,0-3 16 0,0 0 9 0,1-3 9 0,-1 0 8 15,-2-3 10-15,2-3 10 0,-2-1 6 0,0-2 9 0,-1 0 14 0,-2-1 25 16,-1 1 21-16,0 0 23 0,-2-1 11 0,0 0-2 0,-1 1-6 0,-1 0-4 16,0 1-9-16,-1 0-8 0,0 2-14 0,-1 2-11 0,1 2-9 0,-1 3-9 15,0 2-3-15,0 3-2 0,0 2-2 0,-1 2-3 0,0 4-7 16,1 2-9-16,0 4-8 0,0 1-8 0,1 3-1 0,0 3 4 0,0 3-8 15,-1 2 4-15,2 5-5 0,-1 0-1 0,1 4-4 0,1-1-2 0,0 2 2 16,0 1 2-16,-1-1-4 0,-1 2-5 0,1-2-13 0,0-2-18 16,0-2-5-16,0 0-9 0,0-2-6 0,-1 1 6 0,-2-2-2 0,-2 0 19 15,-1-2 9-15,-3-2 3 0,-1-2 2 0,-1-1-9 0,-2-1-9 16,-2-3-13-16,0 0-16 0,-2-3-21 0,1-3-9 0,-1-4-3 0,-2-3 11 16,1-2 14-16,0-4 22 0,0-3 20 0,0-3 19 0,1-3 11 0,1-3 11 15,2-3 9-15,3-1 8 0,0-3 11 0,1-2 7 0,2-1 3 16,1-2 1-16,1-2-9 0,3-1-9 0,2-2-10 0,2 1-13 0,3-2-7 15,2 3 1-15,2 0-10 0,3 1-13 0,3 0-13 0,0 1-21 0,1-1-24 16,2 1-29-16,-2 2-38 0,3-1-42 0,0 2-17 0,0 0-1 16,1 1 20-16,1 1 37 0,-3 1 47 0,0 1 48 0,0 2 43 0,-3 1 42 15,-1 4 41-15,-1 2 40 0,-3 2 42 0,-2 2 26 0,0 2 32 16,-2 2 28-16,-1 1 12 0,-1 2 4 0,-1 2-13 0,-1 2-22 0,-1 3-20 16,-1 2-11-16,-2 2-25 0,2 4-23 0,-1 0-24 15,-1 4-18-15,0 2-20 0,1 1-10 0,-1 3-12 0,0 1-17 0,0 4-8 0,0 0-11 16,0 4 0-16,1-1-9 0,-1 1-12 0,1 0 2 0,-1 0-6 0,2-1 9 15,0 0-3-15,-1-1-18 0,1-3-27 0,0-2-43 0,1-3-40 0,-1-5-74 16,0-1-91-16,0-3-93 0,-1-4-135 0,1-2-456 0</inkml:trace>
  <inkml:trace contextRef="#ctx0" brushRef="#br0" timeOffset="3835.99">18194 8508 1333 0,'4'-18'61'0,"2"1"-6"0,3-1 22 0,1 4 18 15,-1 6 1-15,0 1-1 0,1 2-15 0,1 1 0 0,0 1 8 0,1 1-2 16,1 1-5-16,0 2-10 0,0 0-14 0,-1 2-5 0,1 1-7 16,2 1-9-16,-1 2-5 0,-1 0-3 0,1 1-1 0,-2 1-1 0,1 0-2 15,-1 3-7-15,-3 1 2 0,-1 1-2 0,-2 0-11 0,-4 0-4 0,-2 3-23 16,-2 1-26-16,-3-1-26 0,-3 1-42 0,0-1-29 0,-2-1-24 16,-1-1-13-16,0 1 0 0,-1-1-3 0,1-1-5 0,0-3-13 0,1 1-9 15,-1-1-7-15,1-2-9 0,2 0-184 0</inkml:trace>
  <inkml:trace contextRef="#ctx0" brushRef="#br0" timeOffset="4312.99">18642 8748 463 0,'20'-8'208'0,"2"-2"-35"0,5-2 2 0,-2 0-5 16,-4 2-2-16,0-3-15 0,0 0-24 0,0-1-22 0,-1-2-19 0,-1 2-18 15,-1-3-12-15,0-1-10 0,-1 1-12 0,-2-2-2 0,-2 1 1 0,-2 0-7 16,-2 2 0-16,-1 0 0 0,-1 0-8 0,-3 2 5 0,-1 2-1 15,-3 0 0-15,-2 2 3 0,-2 1-3 0,-2 1 5 0,-1 3-1 0,-2 2-10 16,-2 1 4-16,-1 3-13 0,-3 1 2 0,-1 3-2 0,0 2-3 16,1 1 2-16,0 2-3 0,-1 0-4 0,1 2-1 0,0 1 0 0,0 2-1 15,1 2 4-15,1 1-5 0,2 0-1 0,1 2-3 0,1 1-3 16,1 0-1-16,2 0 2 0,2 0-9 0,2-2-6 0,3 1-4 0,2-1-8 16,2-4 3-16,3 1 4 0,2-2-4 0,1-3-2 0,4-1-11 0,2-4-10 15,2 0-7-15,0-2 0 0,2-2 9 0,2-2 1 0,1-1 8 16,2-2 5-16,-1-1 3 0,2-3 5 0,0 0 2 0,0-2 2 0,1-3 4 15,-1 0 9-15,1-3 7 0,-2 1 0 0,-1-1-10 0,-2-2-15 0,0-1-19 16,0 1-5-16,-2-3 4 0,1-1 14 0,-1 0 18 0,-2-1 15 16,1-1 13-16,-1 1 8 0,-2 0 10 0,-1 2 8 0,-1 1 11 0,-1 0 7 15,-2 2 9-15,-1 3 9 0,-1 0 2 0,-1 4 0 0,-2 1-5 0,-2 3-3 16,-1 3 2-16,-1 3 3 0,-2 1-3 0,-2 3-7 0,0 2-18 16,-1 2-20-16,1 3-7 0,0 3-7 0,-1 1-2 0,1 2-1 0,-1 2-5 15,0-1-4-15,0 2 5 0,0 2-1 0,0 0 4 0,1 1-2 16,0 1-1-16,0-1 5 0,0 1-1 0,0-1 1 0,0-2 4 0,0 1 4 15,0-1-2-15,-1 2 9 0,-2 1 22 0,-1-1 20 0,-1 0 15 16,0-1 3-16,-3-2-16 0,1 0-12 0,-2-3-14 0,0-2 2 0,-2 1-10 16,1-3-7-16,-3 0-1 0,0-1-12 0,-1-4-5 15,1 0-6-15,-1-3-11 0,0-3-15 0,0-2-18 0,-1-3-28 0,2-2-28 0,-1-3-31 0,1 0-44 16,3-4-51-16,0 0-75 0,3-1-129 0,1-1-293 0</inkml:trace>
  <inkml:trace contextRef="#ctx0" brushRef="#br0" timeOffset="89234.89">21984 10761 1928 0,'-3'-2'308'0,"0"-2"-211"16,-1-1-58-16,2 1-22 0,1-1-22 0,0 1-13 0,1 0-23 0,0 1-20 15,0-1-13-15,1 1-7 0,0 1 0 0,1-1-3 0,1 2 0 0,0 0 0 16,2 1 8-16,-1 0 11 0,3 2 19 0,1 0 23 0,1 1 12 16,1 1 8-16,2-1 5 0,-1 1-7 0,0-1 4 0,3 1 6 0,0 0 2 15,2 2 7-15,1 0 3 0,1 1 2 0,2 1 4 0,0 0 7 16,3 1 2-16,2 0 0 0,4 1-2 0,2-1-1 0,2 0 1 0,2 1-2 15,3-3-8-15,2 2 0 0,3 0-4 0,5-1-2 0,2 1-3 0,3-1-3 16,4-1-6-16,2-1 0 0,3 0 8 0,3 0-7 0,1-1 2 16,3 0 2-16,3-1-4 0,-1 1-3 0,4-1 4 0,1-1-4 0,2 0-3 15,2 0 6-15,1-1-3 0,2 0 0 0,1-1 2 0,2-1-5 0,1 0-7 16,3-2 7-16,2 0-1 0,1-1 3 0,2-1 6 0,4-2-3 16,-1 0-2-16,2-1-3 0,0-1-3 0,2-2-2 0,2 1 1 0,2-3 4 15,0 0 5-15,0-1 5 0,1 1-6 0,0 0 6 0,0-1-4 16,2-1 4-16,0-1 1 0,1-1-5 0,0 0 11 0,-1-3-2 0,1 0-3 15,0 0 9-15,-3-2-10 0,1 0-1 0,-2 1 6 0,0-1-9 0,-2-1 2 16,-1 1 2-16,-3-1 1 0,0 0 2 0,-2-1 4 0,-2 0 2 16,-4 1 6-16,0-2 3 0,-4 0 8 0,-4 0 4 0,-4 1 4 0,-5 0 0 15,-3 0-5-15,-2-2-2 0,-5 2-2 0,-1-2 1 0,-3-1-5 0,-3-1-5 16,-2-1-9-16,-4 0 11 0,-3-2-4 0,-3 0 3 0,-4-2 6 16,-4 0-12-16,-3-2 5 0,-5 0-6 0,-3 0 0 0,-5-1-2 0,-2-1-3 15,-4-3-1-15,-4 1-6 0,-6-1 1 0,-4-2 0 0,-3 0-6 0,-3 0-2 16,-6-4-14-16,-4 1 8 0,-5 1-1 0,-3 0 5 0,-3-2 6 15,-4 1-5-15,-1 0-1 0,-5 0 0 0,-4 0 1 0,-3 0-1 0,-3 0 1 16,-5 0 2-16,-3 1 0 0,-3 2 0 0,-2-2-3 0,-6 2 6 16,-2 1 2-16,-4-1 3 0,-2 1 1 0,-4 1-8 0,-4 0-4 0,-2 2-2 15,-4 2 3-15,-2 0-1 0,0 1 3 0,-4-2-2 0,-3 3-6 0,-2-2 0 16,-2 4 0-16,-4 0 0 0,-2 1 6 0,-3 1 2 0,-2 1-10 16,-2 0-6-16,-3 3 0 0,-3 1 5 0,-1 1 8 0,-2 3 6 0,-1 1-5 15,-2 0-7-15,-2 4 1 0,0 1-2 0,-2 2-3 0,1 2 2 0,-2 3 0 16,-3 3 1-16,-1 3 10 0,0 2-3 0,-3 2 2 0,0 3-1 15,-2 3-4-15,0 2 2 0,-3 4 4 0,0 2-1 0,-2 4 2 0,1 2-7 16,0 3 3-16,0 4 12 0,0 2-2 0,1 5 9 0,2 1-4 16,1 3-7-16,1 5 2 0,1 3-1 0,1 1 7 0,3 2 1 0,-1 2 2 15,3 2 4-15,1 3-16 0,3 3-2 0,3 3-4 0,2 1-4 0,6 2 6 16,3 0-3-16,6 0 1 0,3 0-1 0,5-1-4 0,6-1 3 16,6 0-6-16,5-2-1 0,6 4 0 0,4-3-5 0,4 3 0 15,5 0-18-15,3-2-11 0,5 0-30 0,2 0-36 0,5 0-42 0,3 1-38 0,3 0-40 16,3-1-46-16,2 1-78 0,2 1-166 0,3-2 23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1:08:44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2978 5803 1082 0,'-8'-2'2'0,"-3"-1"1"0,0 0-2 0,-4-1 1 0,6 2-4 0,1-1-6 0,0 0-9 0,-1 1-11 0,3-1-19 15,-2 1-22-15,-2 1-12 0,0-1 0 0,-2 1 9 0,0 0 22 0,-1 0 14 16,-3-1 13-16,-1-1 10 0,-1-1 7 0,0 0 13 0,-2-2 3 0,0-1 15 16,1-2 6-16,-1-2 4 0,2-1 9 0,1 0 2 0,2-2 0 15,1-2-3-15,1 0 1 0,2 0-12 0,0-2 0 0,1-1-4 0,0 0-6 16,2-2 1-16,2-1-5 0,1 0 4 0,3-2 0 0,1-2-2 16,1 0 1-16,4-2-5 0,1-1 0 0,2-1-5 0,4 0 2 0,2-1-3 15,2 0-3-15,5-2-3 0,1 0-2 0,3 0 4 0,5 1 0 0,4-1 6 16,2 0-2-16,0 1-3 0,1 0-3 0,0 1-1 0,2 2 0 15,4 0-1-15,-1 2-2 0,3 1-1 0,0 1 0 0,1 0 0 0,1 2 0 16,0 1 1-16,5 1-1 0,2 4-4 0,1 0 1 0,4 2-5 16,1 2-2-16,2 2-7 0,1 1 0 0,1 2 0 0,0 2 1 0,-2 3 2 15,0 4 6-15,-1 4 3 0,-1 3 1 0,-3 4 4 0,-1 2-1 0,-2 5 0 16,-2 2 1-16,-2 5 0 0,0 4 4 0,-3 1 2 0,-3 3-1 0,0-1-1 16,-3 1 0-16,-2-1 2 0,-1 1-1 0,-2 1 1 0,0-1 2 15,-2 0-5-15,-2-1 2 0,-2 0 4 0,-4-1 3 0,-4 2 6 0,-1 0 1 16,-3 0-4-16,-4 2 0 0,-4-1-1 0,-3 4 0 0,-5 1 0 0,-5 1 0 15,-4 2 2-15,-4 0-4 0,-6 2 0 0,-5 0-2 0,-2 1-10 16,-3-1 4-16,-3-2 1 0,-3-2 2 0,1-3 8 0,-5-2-1 0,2-1 1 16,-4-2-7-16,-3 0-1 0,-2 0-2 0,-4 0 1 0,-2-3 3 15,-3-2-2-15,-4-4-1 0,-2-1 0 0,-4-3 5 0,-1-4 10 0,2-3 11 16,0-4 16-16,5-3 18 0,2-4 3 0,0-3 4 0,4-2-12 0,2-3-20 16,3-1-7-16,1 1-16 0,3-1-3 0,3-1-3 0,2 3-1 15,1-3-4-15,4 0-4 0,3 1 2 0,6-1-7 0,2 2 5 0,3-1-8 16,4 2-9-16,1 0-18 0,2 1-58 0,2-2-86 0,1-1-85 15,4 0-84-15,3 0-344 0</inkml:trace>
  <inkml:trace contextRef="#ctx0" brushRef="#br0" timeOffset="602">3195 6604 1841 0,'-22'-25'40'0,"4"2"91"0,0-5-67 0,9 6-10 0,9 5-20 15,2-1-12-15,3-1-5 0,3 2-9 0,5 0-3 0,3 0-15 16,4 3-3-16,2 3 0 0,4-1-3 0,0 2 3 0,3 1-2 0,1 1-5 16,5 1-6-16,0 1 2 0,2 1 4 0,1 1-1 0,1-3 4 0,3-1 3 15,2-1-1-15,0-1 8 0,3 0 1 0,1-1 1 0,1 0 6 16,2-2-5-16,2 0 4 0,3 0 1 0,1 0-2 0,-1-1 1 0,2 1 3 16,-1 0 1-16,-1 0 2 0,1 3-4 0,-1-1 1 0,-1 2 1 15,-1 0-4-15,0 3 6 0,2 0 1 0,-2 2-3 0,0 2 4 0,1 1-2 16,-2 3 0-16,0 2 1 0,0 1-9 0,1 3 5 0,0 2-6 0,1 3 2 15,1 1 2-15,0 5 2 0,2 1-2 0,-1 2 1 0,-2 3-4 16,-1 0-3-16,-3 1-1 0,0-1-1 0,-1 0 0 0,-2 1 7 0,-2-1 4 16,-1 2 1-16,-3-1-3 0,-1 0 0 0,-3 0-5 0,-4-2 2 0,0 2 3 15,-3 0-3-15,-3-1 4 0,-3 3-3 0,-5-2 3 16,-2 0-1-16,-3-2 3 0,-4 0 3 0,-3-1 3 0,-2 1 5 0,-5 2 1 0,-1 0-3 16,-5 2-1-16,-4 0-3 0,-1 3-8 0,-7-1-2 0,-3 1-5 0,-5-1 7 15,-5-3-1-15,-2 2 5 0,-6-4-3 0,-1 1-8 16,-5-3 3-16,-4 0-6 0,-3 0 8 0,-5-3 0 0,-4 0-1 0,-4-1 4 0,-3-3-2 15,-2-2 1-15,1-1 2 0,0-4 2 0,0-3 0 0,3-2 4 16,1-2 3-16,2-3 4 0,3-1 4 0,2-2-2 0,2-1 3 0,4-1-3 16,0 0 5-16,5-1 1 0,2 0-2 0,4 0-1 0,4 2-10 0,2 0 1 15,2 2-7-15,3 0-3 0,1 1 1 0,4 0-1 0,0-1 3 16,4 0-1-16,4-1-7 0,2 2-4 0,2 0-10 0,2 0-12 0,2 1-17 16,2-1-35-16,2 0-43 0,2 1-51 0,2 1-57 0,3-1-27 15,2 1-30-15,4 0-25 0,3-2-266 0</inkml:trace>
  <inkml:trace contextRef="#ctx0" brushRef="#br0" timeOffset="1174">3258 8489 1417 0,'-31'-26'-31'0,"2"1"143"0,-4-6-26 0,10 8-40 0,11 2-12 0,3 0-13 0,1 2-11 16,4 0-4-16,3 2-7 0,3 2-3 0,3 0-3 0,3 1-5 16,2 3 3-16,1 0-7 0,5 2-1 0,2 0-2 0,3-1-3 0,0 0 7 15,2 1 2-15,2 0 6 0,3-1 3 0,2 0 2 0,4 0 2 16,-1-1 0-16,3 0 1 0,-1 0-2 0,3-1 1 0,-1 2 0 0,1-1-1 16,4 1 2-16,-1 0-1 0,2 0 1 0,2 1 4 15,1 1 1-15,0 0 4 0,2 1 1 0,0 2-1 0,3 0 3 0,-1 3 2 0,0 0 1 16,-1 2 3-16,1 1 0 0,2 2-6 0,-2 2 0 0,2 2 0 15,-1 1-4-15,1 1 4 0,-1 1 0 0,0 3-1 0,0 1-3 0,-1 2 2 16,-1 1-1-16,0 1-2 0,-2 1 3 0,-1-1-4 0,-2 1-10 0,-3 0-2 16,-1-1-1-16,-5-2 0 0,-3 1 8 0,-5-2 17 0,-3 0 0 0,-4-3 2 15,-4 0 12-15,-5-3 9 0,-5-2 9 0,-3-3 2 0,-2-2-10 16,-2 3-16-16,-1 1-7 0,-3 4-5 0,-3 4 1 0,-6 3 0 0,-3 1-7 16,-8 1 1-16,-4 1-1 0,-3 0-8 0,-4 0 9 0,-4 1-5 0,-2 1-1 15,-3 0-1-15,-2-1-9 0,-2 0 5 0,-2-3-2 0,0 1 1 16,-2-2 2-16,3-3 0 0,-1-1 5 0,4-1-4 0,2 0 4 0,2-1-4 15,1 1-2-15,3-2-1 0,2 1 1 0,1 0-7 0,2 0 1 16,3 1-6-16,3-1-12 0,2 1-3 0,2 1-8 0,3 0-11 0,2 1-19 16,2-2-32-16,5 0-45 0,1 0-47 0,4 1-31 0,3 1-27 0,3-1 3 15,2 3 0-15,3 0-190 0</inkml:trace>
  <inkml:trace contextRef="#ctx0" brushRef="#br0" timeOffset="1703">3986 10144 1247 0,'-28'-13'216'0,"2"1"-176"0,-3-2 76 0,11 6-26 15,8 0-13-15,5-1-27 0,2 0-18 0,2-1-11 0,2-1-6 0,3 0-4 16,2-4-4-16,6 0 0 0,4-3-6 0,4 1 2 0,4-3 0 0,4 1-3 16,2 0 4-16,4-1-3 0,1 0-1 0,2 0 2 15,0 0-1-15,3-1 1 0,2 0 0 0,1-1-2 0,2 1-1 0,1 2-2 16,2 1 2-16,1 0 5 0,2 1-4 0,4 0 4 0,1-1 0 0,2 0-4 16,4 1 3-16,1 0-3 0,3-1-7 0,3 1 3 0,4 1-13 15,0 1 2-15,2 1 4 0,0 3-2 0,0 2 9 0,0 3 5 0,-1 0-9 16,2 2 7-16,0 1 1 0,0 1-7 0,-2 3 7 0,2 0-11 0,-3 2 0 15,1 1 1-15,-1 1 3 0,-2 3 0 0,1 1 1 0,0 2 8 16,-2 3 1-16,-1 1 6 0,0 1-1 0,-2 3-8 0,-1 3 3 0,-2 0-4 0,-1 3-2 16,-2 1-4-16,-4 2 5 0,1 2-1 0,-4 3 6 0,-3 3 1 15,0 1-4-15,-4 0 4 0,-2 3 0 0,-1 1 2 0,-5 1-2 0,-2 4 0 16,-1-2-6-16,-4 1 7 0,-1 0 3 0,-5 1 2 0,-3-1-4 16,-5-1-6-16,-3 0-5 0,-6 1 4 0,-2-1 5 0,-4-1 2 0,-5-1 1 15,-4-2-3-15,-3-2 5 0,-5 0 3 0,-4-2 3 0,-3-2 0 16,-4-3 13-16,-3-1 1 0,-3-4 3 0,-3 1 4 0,-3-2-12 0,-4-2-4 15,-6 0-4-15,-4-3 2 0,-5 0-7 0,-4-1-1 0,-5-3 1 16,-4 0-3-16,-3-2 3 0,-2-3-3 0,-3-2 6 0,-2-3-4 0,-1-1-6 16,-3-3 2-16,-1 0 0 0,0-1 0 0,-3-2 3 0,1-2-6 0,-2-1 0 15,1 1-6-15,2-2-1 0,-1 0-10 0,5-2-12 0,2 0-15 0,1-1-35 16,4 1-29-16,4-2-40 0,4 0-55 0,5-1-75 0,2 2-99 16,5 0-331-16</inkml:trace>
  <inkml:trace contextRef="#ctx0" brushRef="#br0" timeOffset="12653">4795 5302 866 0,'-3'2'345'0,"-1"1"-118"0,0 0 6 0,0-1-20 0,1 1-28 0,0 0-41 16,0 1-17-16,-1 0-7 0,1 0 0 0,-1 0 16 0,2-2-10 0,1 0-15 16,0-1-13-16,3 0-16 15,-2-1-12-15,1 0-1 0,1 0-4 0,1-1-3 0,1 0-5 0,1 1-15 0,-1 0-5 0,1 0-7 0,0 1-6 16,0 0 1-16,1-1-3 0,1-1-3 0,-1 0 2 0,1 0-6 0,2 0-2 16,0-1-1-16,1 0-5 0,-2 0 5 0,2 1-10 0,-1-1 0 15,2 1 0-15,1 0-4 0,-1 1-2 0,-1 0 2 0,1-1-10 0,1-1 5 16,0-1-3-16,1-1-3 0,0 1-6 0,-1-1-13 0,1 1-11 15,0 0-21-15,-1 0-17 0,-2 0-18 0,1 1-24 0,0 0-18 0,-1 1-30 16,1 0-28-16,-3 1-25 0,-1 1-46 0,0 0-64 0,-2 1-76 0,-1 0-139 16,0 0-137-16</inkml:trace>
  <inkml:trace contextRef="#ctx0" brushRef="#br0" timeOffset="12874">4919 5621 1267 0,'4'1'261'0,"-1"0"-55"0,3-1-12 0,0 0-15 15,1 0-16-15,1-1-23 0,0 1-33 0,1-2-8 0,-2 1-16 0,3-1-9 16,0 0-10-16,0-1-15 0,1 1-5 0,-2 0-15 0,1-1-9 0,1 1-6 16,0-1-9-16,1 1 3 0,-1-1-6 0,-1 0-2 0,0 1 2 15,0-1-12-15,-1 1-18 0,0-1-29 0,0 0-52 0,0-1-57 0,0 0-59 16,0 0-90-16,0-1-137 0,-1 0-405 0</inkml:trace>
  <inkml:trace contextRef="#ctx0" brushRef="#br0" timeOffset="13220">5250 5147 1131 0,'-2'1'581'0,"0"1"-367"16,1-1-15-16,1 0-14 0,1-1-12 0,1 0-31 0,0 1-38 15,1 0-22-15,0-1-17 0,1 0-4 0,1 1-7 0,1 0-13 0,0 1-5 16,2 0-6-16,0 1-4 0,2 1 0 0,1 0-1 0,0 1-4 0,0 0-3 16,1 0 1-16,2 2 4 0,1 0 1 0,0 0-1 0,0 1-3 15,3-1-2-15,0 1 0 0,-1 1 2 0,2-1-7 0,0 0-4 0,-1 1-2 16,0-2-7-16,0 1 4 0,0-1-1 0,-2 1 3 0,0 0 3 15,-1 1-2-15,-1-1 8 0,-2 1-6 0,-1 0 11 0,-1-1 3 0,-1 1-1 16,-2 1-2-16,-1 0-1 0,-2 0 1 0,-2 0-1 0,-3 0-4 16,1-2 4-16,-2 2-11 0,-1-1-3 0,-2 0 1 0,-2 0-10 0,0 0 6 15,0-1-6-15,-2 1 0 0,0-1-1 0,-1 0-10 0,-1-2-13 0,0 0-17 16,0-1-24-16,1-1-24 0,0 0-30 0,0-1-31 0,1-1-41 0,0-1-53 16,0 0-64-16,0-1-104 0,0-2-174 0,1 0-334 0</inkml:trace>
  <inkml:trace contextRef="#ctx0" brushRef="#br0" timeOffset="14328.99">6130 5324 737 0,'0'4'236'0,"0"-1"-75"0,1 0-10 0,-1 0-10 0,1-1-15 16,0 0-18-16,-1 0-15 0,0-1-8 0,-1 0-8 0,1 1-10 15,1-1-7-15,-1 0 1 0,0 0-3 0,0-1 2 0,-1 0-5 0,1-1-4 16,0 0 3-16,0 0-3 0,0-1-2 0,0 0 1 0,-1 1-7 15,0-2-3-15,1 1-2 0,-1 0-2 0,0 0 0 0,1 0-5 0,-1-1-2 16,0 1-2-16,0-1-2 0,-1 2 0 0,1 0-5 0,-1 0 3 0,2 1-2 16,-2 0-3-16,1 0 3 0,-1 1-3 0,0 1 5 0,1 0-3 15,-1 1 3-15,0 0-3 0,1 0-6 0,-1 1 0 0,2 1 0 0,-1-1-2 16,1 3-1-16,0-1-2 0,0 1-2 0,0 1-2 0,0-1 9 0,2 2-7 16,-1-1 2-16,2 0 0 0,0 1-8 0,-1-2 8 0,2 1-5 15,-1 0-1-15,2-1-1 0,0 2 2 0,1 0-4 0,1-1 0 0,-1 2 3 16,1-2-6-16,0 0 4 0,1-2 1 0,0-1-2 0,0 1-2 0,-1 0 1 15,1-1-1-15,-1 1 4 0,1-1 5 0,0-1-4 0,-1 0 1 16,1 0-4-16,-1 0 2 0,-1 0-2 0,0-1-2 0,1-1 0 0,1 0-3 16,-2-1 5-16,1-1 3 0,0 1-1 0,-1-2 0 0,0 1 0 15,-1-2-2-15,0 0-4 0,2-1 6 0,-1 0-8 0,0-2-6 0,0 1-15 16,0-2-25-16,0 0-32 0,-1 0-30 0,-1 0-42 0,0-2-46 0,0-1-60 16,-1-1-88-16,0-1-134 0,0-1-493 0</inkml:trace>
  <inkml:trace contextRef="#ctx0" brushRef="#br0" timeOffset="14564">6042 4995 1330 0,'-2'3'373'0,"0"-1"-182"0,1 1 1 0,0-2-13 15,3 0-17-15,-1 0-34 0,0 1-21 0,1 0-21 0,0-1-13 0,0 0-8 16,0 0-16-16,0 0-8 0,1-1-11 0,-2 0-11 0,1 0-5 0,0 0-4 16,1 1-8-16,0-1 2 0,0 1-6 0,-1 0-14 0,1-1-15 15,1 1-28-15,1 1-42 0,0-1-46 0,0 1-66 0,0 1-95 0,2 0-127 16,0 0-203-16,0 1-158 0</inkml:trace>
  <inkml:trace contextRef="#ctx0" brushRef="#br0" timeOffset="15054.99">6470 5278 918 0,'-1'2'636'0,"1"-1"-388"0,0 3-54 0,0-1-28 0,2 0-10 16,1 0-17-16,0 1-16 0,2 1-7 0,0 1-19 0,0-1-11 0,-1 1-8 16,2-1-11-16,-1 1-9 0,0 0-5 0,1-1-10 0,-1-1-2 0,0 1-2 15,0-1-10-15,0 1 0 0,0-1-8 0,0-1 3 0,0 0-6 16,-2 0 2-16,3-2-6 0,-1 1 1 0,-1-1 3 0,0 1-8 0,0-1 1 15,-1-1 2-15,2 0-2 0,-1-1 3 0,0-1-6 0,0 0-1 16,0-1-1-16,0-1 3 0,-1-2 2 0,1 1-5 0,-1-1 1 0,2 0 1 16,0 1-3-16,0-2 1 0,1 0-2 0,-2 0-1 0,0 1 3 0,1 1-2 15,0 0-4-15,0 0 2 0,0 1-2 0,0 1 0 0,-1 1 0 16,0 0-4-16,0 1 6 0,0 0 0 0,-1 1 0 0,1 0-1 0,0 0-1 16,0 1 0-16,0 0 0 0,1 1 0 0,-1 0-1 0,0 0 1 15,0 1 0-15,0 0-2 0,0 1 2 0,1 1 0 0,-2-1 0 0,1 0-4 16,0 1 4-16,1-1-2 0,-1 0 2 0,-1 1 0 0,1-1-4 0,0 0-1 15,0-1-3-15,0 1 3 0,0-1-5 0,0 0-5 0,0 1 0 16,-1-1-16-16,-1 0-8 0,0 0-23 0,0 0-25 0,1 0-25 0,-2 0-21 16,-1 1-12-16,2-1-9 0,-1 0-17 0,1 0-31 0,-1-1-49 0,1-1-61 15,0 0-78-15,0-1-101 0,0 0-199 0</inkml:trace>
  <inkml:trace contextRef="#ctx0" brushRef="#br0" timeOffset="15321.51">7021 5046 1365 0,'-1'-2'322'0,"2"1"-100"0,0 0-21 0,0 2-26 0,-1-1-24 16,2 1-24-16,-1 1-15 0,0 0-11 0,1 1-5 0,-1 0-3 0,0 1-16 16,1 1-7-16,0 1-12 0,0 2-11 0,0 0-9 0,0 0-10 0,0 1-3 15,0 2-1-15,1 1 3 0,1 1 2 0,0 1-9 0,0-2-2 16,0 1-1-16,2-1-8 0,0-1-2 0,1 1-3 0,1-3-2 0,0 2-4 15,0-2 0-15,1-1 4 0,1-1-4 0,0-1-2 0,-1-1 1 0,1 0-12 16,-1-2-11-16,-1 0-12 0,1-1-23 0,0-1-25 0,-2 1-18 16,1-1-22-16,-2 1-88 0,-2 0 14 0,1 0 22 0,-2 0-31 0,-1 0 13 15,-1-2-52-15,0 1-37 0,-1 0 9 0,-2 0 17 0,1-1-20 16,-2 1-206-16</inkml:trace>
  <inkml:trace contextRef="#ctx0" brushRef="#br0" timeOffset="15544.52">7015 5282 692 0,'-7'-2'371'0,"-1"-2"-89"0,-2-3-22 16,2 1-16-16,1-1-41 0,1 0-36 0,1 1-23 0,2 1-21 16,0 1-6-16,1 0-6 0,2 2 1 0,0 0-8 0,0 1-7 0,2 1-5 15,-1 0-3-15,2 0-1 0,0 0 4 0,1 1-8 0,1-1-10 16,1 0-3-16,0 0-14 0,1 0 4 0,1 1-6 0,1-2-4 0,0 1-5 16,2-1-9-16,1 1-3 0,-1 0-7 0,1 0-5 0,0-1 4 0,1 1-8 15,0 0-2-15,0-1 2 0,1 0-8 0,-1 0-10 0,-1 0 0 16,-1 0 0-16,0-1 0 0,1 0 0 0,-2 0 0 0,0 0 0 0,-1-1 0 15,-1 2 0-15,-2-1 0 0,0 0 0 0,-1 0 0 0,1 0 0 0,-2-1 0 16,1 1 0-16,-1 0 0 0,-1-1-22 0,0 0-26 0,0 0-25 16,-1 0-36-16,0 0-49 0,-1 0-66 0,-1-1-73 0,-1 1-106 0,1 0-165 15,-2-1-270-15,1 2-135 0</inkml:trace>
  <inkml:trace contextRef="#ctx0" brushRef="#br0" timeOffset="16208.02">7885 4933 1238 0,'-3'0'283'0,"-1"0"-78"0,0-1-22 0,0 1-25 0,1-2-20 0,-1 1-30 16,0-1-21-16,0 1-15 0,-1 0-11 0,0 0-1 0,0-1-9 0,-1 1-9 15,0 1-4-15,-2-1-7 0,0 1-2 0,0-1-4 0,-1 2 0 0,-1 0 0 16,1 2-1-16,-3 1 4 0,0 1 1 0,0 2 1 0,-1 0 3 16,1 2 3-16,2 2 6 0,-1-1-1 0,-1 3 3 0,2 1 6 0,0 0-10 15,1 1 2-15,-1 0-3 0,2 2-3 0,0-1-10 0,2 1-8 0,-1-1-5 16,1 2 7-16,2 2 4 0,0-1-4 0,2 1 1 0,1 0-10 15,1-1 4-15,1 1 0 0,1-1-6 0,1-2-4 0,1 1-5 0,2 0 4 16,0-2 2-16,0-1 1 0,2 0-1 0,0-2-2 0,1 1-2 16,1-2 1-16,1-2 1 0,0 0 2 0,2-4-3 0,-1 0 1 0,-1-2 0 15,2-1-6-15,0 0 6 0,1-2 1 0,-1-1 1 16,-3 0 5-16,0-1-9 0,-1 0 2 0,-1 1-6 0,-1-2 2 0,-1 0 6 0,-2-1 1 16,0-2 7-16,-1-1-3 0,-1-1 0 0,0-2 1 0,-2-1-1 0,0 0-1 15,-2-1-2-15,0 1-3 0,-2 0-1 0,0 0 2 0,-1 0 0 0,-1 2-3 16,0 0-5-16,-2-1 1 0,-2 1 2 0,1-1 1 0,-2 2 2 15,-2 1-2-15,0 1-2 0,-1 2 2 0,1-1-2 0,1 0 2 0,-1 0-6 16,1 2-2-16,1 0 1 0,0 1-3 0,2 1 0 0,0 2-5 16,2 0 3-16,0 1-5 0,0 1-4 0,1 1 2 0,0 0-15 0,1 2-7 15,1 0-6-15,1 1-9 0,2 0-11 0,-1 1-15 0,2 0-19 0,0 0-26 16,1-1-24-16,0 0-29 0,2 0-41 0,1-1-50 0,1-1-75 16,1 0-106-16,1-2-152 0,1-1-89 0</inkml:trace>
  <inkml:trace contextRef="#ctx0" brushRef="#br0" timeOffset="16642.02">8065 5119 1756 0,'-5'3'270'0,"0"0"-57"16,-1 1-14-16,1 1-7 0,1-1-21 0,0 1-22 0,1 0-22 0,1 0-19 15,0 1-17-15,0-2-12 0,1 2-15 0,0 1-16 0,1 0-10 0,1-1-4 16,0 1-10-16,0-1 2 0,1 2-7 0,1-2-10 0,1 1 4 16,0 0-7-16,0 0 0 0,2 1 1 0,-1-2-7 0,1 0 8 0,0-1-10 15,0-1 2-15,0 0 0 0,2-2 6 0,1-1-1 0,-1-1-3 0,1-1-2 16,0-1-4-16,0 0 3 0,0-1 2 0,-1-1-2 0,1 0-1 16,-1-1-2-16,-1 0 0 0,0-1 4 0,-1 0 6 0,-1-1-4 0,0 0 3 15,-1 1-5-15,0-2 0 0,-1 1 2 0,1 0-2 0,-2-1 2 16,-1 2 0-16,0-2-2 0,0 1 4 0,-1 1-2 0,-1-1-2 0,0 1-6 15,0 0 2-15,-1 0-1 0,1 1 5 0,-2 0 3 0,1 1-3 0,-1 2 2 16,2 1 0-16,0 0 2 0,0 2 0 0,0 1-4 0,0 0 3 16,0 3-3-16,0 0 8 0,1 1-2 0,-1 1 9 0,1 0 4 0,0 2-4 15,0-1-1-15,1 2-5 0,0 1-3 0,-1 1 0 0,2 0-2 0,-1 0-4 16,0 1 0-16,1 0 2 0,0-1 1 0,1-1-1 0,-1-1-2 16,1-1-2-16,1 1 1 0,-1-2 1 0,1-1 1 0,-1 1-2 0,0-2-1 15,0 0 0-15,0-2-4 0,-1-1 2 0,1 0-4 0,-1 0-5 0,0-1-4 16,-1-1-19-16,0 0-19 0,0 0-20 0,0-1-31 0,0-1-25 15,0 1-49-15,0-1-47 0,0-1-66 0,0 0-81 0,0-1-138 0,0 0-199 16,0 1-65-16</inkml:trace>
  <inkml:trace contextRef="#ctx0" brushRef="#br0" timeOffset="16888.02">8452 5319 1667 0,'0'5'265'0,"1"0"-72"15,0 2-15-15,1-1-17 0,1-2-13 0,0 1-23 0,0 1-21 0,0-1-10 16,2 1-23-16,-1 1-22 0,0 1-15 0,1 1-2 0,-1 0 4 0,-1-2 1 16,2 0-3-16,-1-1-9 0,1 0-4 0,-1 0 4 0,1 0-3 15,-1 1-8-15,0-1-3 0,0 1-5 0,-1-1-3 0,-1 1-1 16,0-2-7-16,-1 0-15 0,-1 0-29 0,0-1-45 0,-2 1-63 0,0-1-81 15,-1 1-116-15,-2-1-236 0,-1 0-611 0</inkml:trace>
  <inkml:trace contextRef="#ctx0" brushRef="#br0" timeOffset="17386.02">8957 5030 1393 0,'-2'4'590'0,"-1"-1"-376"0,0 2-18 0,0 0-15 0,1-1-8 0,1 2-22 16,1 0-27-16,0 1-24 0,0 0-28 0,1 1-17 0,0 1-12 0,0-1-10 16,0 4 1-16,1 0-1 0,1 1-2 0,0 1-9 0,1-1-8 15,-1 1-3-15,1 0-7 0,-1 0 3 0,0 0 1 0,1 1-6 0,-1-1-1 16,1 0-1-16,0-3 2 0,-1-1-2 0,2-1-2 0,-2 0 2 0,1-1-7 16,0-2 0-16,0 0-6 0,1-2-7 15,-1-1-10-15,-1-2-19 0,1 0-16 0,-2-2-17 0,0 0-22 0,1-1-20 0,-2-1-45 0,0-1-49 16,-1-2-50-16,0 0-86 0,0-2-136 0,-1-2-498 0</inkml:trace>
  <inkml:trace contextRef="#ctx0" brushRef="#br0" timeOffset="17576.02">8819 4882 1142 0,'-1'3'283'0,"-1"0"-28"0,-1 3-46 16,2-1-33-16,-1-1-23 0,1 1-11 0,2-1-16 0,-1-2-11 15,1 0-17-15,0 0-16 0,-1-1-11 0,1 1-19 0,0-1-9 0,1-1-14 16,0 0-11-16,0 0 0 0,0 0-8 0,-1-1-3 0,1 0-6 0,-1-1-1 16,1 0-5-16,2 1-8 0,0-2-22 0,0 1-29 0,1-1-41 15,-1 1-49-15,0 0-70 0,2 0-80 0,1 0-119 0,0 0-192 0,1 1-172 16</inkml:trace>
  <inkml:trace contextRef="#ctx0" brushRef="#br0" timeOffset="17924.02">9221 5014 946 0,'0'3'844'16,"0"1"-589"-16,-1 1-33 0,1 0-15 0,1 1-11 0,-1-2-24 0,1 3-42 16,0-1-18-16,2 0-14 0,-1 2-8 0,1-1-5 0,0 1-27 15,0 0-8-15,-1-1-8 0,1 0-7 0,1 0 8 0,0 1-7 0,0 0-11 16,1-1 9-16,-1-1-10 0,0 0-7 0,0-2 3 0,0 1-19 15,0-2 3-15,1-1 2 0,-1 0 0 0,0-1-8 0,1 0 8 0,-2-1-6 16,2-1 5-16,-1-1 1 0,0 0-2 0,-1 0 2 0,1-3-2 0,0-1-8 16,-1 0-4-16,-1-1 4 0,1-1 0 0,-1 0 10 0,1-1 0 15,-1 1 13-15,1 0-2 0,-1 0 1 0,1 0-5 0,-1 0-11 0,0 1 0 16,0 1-2-16,-1 1 8 0,1 1-10 0,0 1 4 0,0 1 2 0,-1 2-8 16,1 1 6-16,1 1-2 0,-1 0 4 0,0 2 0 0,0 1-4 15,1 2-2-15,-1 0 0 0,2 1 2 0,-1 0-14 0,1 0-1 0,0 0-1 16,1 0 3-16,0 2 13 0,0-1-2 0,0 0 10 0,0 0-3 15,0-2 9-15,-1 0-2 0,1 0-9 0,0 0-5 0,-1-2-5 0,1-1-1 16,-1-1-8-16,0-1-7 0,0 0-19 0,0-2-23 0,0 0-27 0,0-2-25 16,0 0-34-16,0-1-46 0,-1-2-43 0,0 0-53 0,-1-1-59 15,1-2-99-15,0 1-178 0,0-2-203 0</inkml:trace>
  <inkml:trace contextRef="#ctx0" brushRef="#br0" timeOffset="18139.02">9673 4759 1547 0,'0'0'383'0,"-1"2"-159"0,1 0-18 16,1 3-11-16,0 0-18 0,-1 1-21 0,1 2-20 0,0-1-17 15,1 3-14-15,-1 0-9 0,2 3-8 0,-1 0-11 0,1 1-6 0,0-1-13 16,0 2-11-16,1 1-7 0,-1 1-7 0,1 1-10 0,1 1-2 0,0 2-10 16,1-2 3-16,-1 1-6 0,0 0-6 0,1-3 4 0,-1 0-22 15,1-2 1-15,0-2-3 0,-1-2 5 0,1-1 19 0,-1-1-6 0,1-2-14 16,-1-1-34-16,1-2-37 0,-2-2-33 0,1-1-45 0,0-2-40 15,-1-1-50-15,0-2-63 0,-1-1-75 0,0-1-148 0,-2-2-391 0</inkml:trace>
  <inkml:trace contextRef="#ctx0" brushRef="#br0" timeOffset="18328.03">9569 4947 1456 0,'-7'0'242'0,"0"1"-60"0,0 1-14 15,2 1-11-15,1-1-16 0,1 1-21 0,1-1-13 0,1 0-5 0,2 0-4 16,0 1 5-16,1 0-14 0,0-1-3 0,2 1-9 0,1-2-11 15,1 0 2-15,1 0-9 0,2-1-1 0,-1 1-11 0,2-1 1 0,0 0-11 16,-1-1-2-16,2 0-1 0,1 0-10 0,0-1 2 0,2 0-10 0,-2-2-9 16,0 1-3-16,0-2-4 0,-1 0 4 0,-1 0-1 0,0-1-1 15,-2 0-5-15,1-1-7 0,-1 0-13 0,0 0-23 0,-1 1-40 0,1 0-44 16,-2-1-47-16,2 0-57 0,-2 0-58 0,1-1-82 0,1 2-157 0,0-2-370 16</inkml:trace>
  <inkml:trace contextRef="#ctx0" brushRef="#br0" timeOffset="18754.02">9942 4854 1873 0,'-2'1'259'0,"0"1"-46"0,0 0-9 0,1-1-1 0,1-1-20 0,0 0-29 16,1 0-27-16,1 0-26 0,-1-1-6 0,2-1-16 0,0 0-3 15,-1 1-11-15,2-1-12 0,0 0-3 0,0 0-8 0,1 0-19 0,-1 0-6 16,0 0-1-16,0 0-8 0,1 0 11 0,0 0-5 0,1 0-5 0,-1 1-5 15,1 0 2-15,-1 1-2 0,0 0-2 0,1 0-2 0,-1 0-2 16,0 1-2-16,-1 0-2 0,0 1 0 0,1 0-3 0,-1 1 1 0,1-1-4 16,0 0 1-16,-1 1-7 0,1 0-9 0,-1 0-7 0,0-1-3 15,1 0-8-15,-2 1 1 0,1 0 1 0,-1 0-34 0,-1 1 9 0,0-1 10 16,-1 1 12-16,-1-1 34 0,1-1 6 0,0-1-3 0,0 1 4 0,0 0 1 16,0 1-1-16,-1-1 3 0,0 0 0 0,1 0 4 0,-1-1-2 15,1 0 0-15,1 1 0 0,-1-1-2 0,1 0 2 0,1 0-1 0,0 1 2 16,0-1 1-16,1 1 0 0,-1 0 0 0,1 0 1 0,0 0-1 15,0 0 0-15,0 1 2 0,0 0-1 0,0 0 3 0,-1 0-1 0,1 2-1 16,-2-2 5-16,1 2-4 0,1-1 4 0,-2 1 4 0,1 0-6 0,0 0 4 16,-1 0-2-16,0 1-2 0,0-2 4 0,0 2-5 0,-1-1 3 15,0 1-5-15,0-1-1 0,-1 1-1 0,1 0-2 0,-1-1 4 0,0 1-6 16,0-1 6-16,1 0-3 0,-1-1-2 0,0 0 1 0,-1 0-2 0,1 0 0 16,0-1-2-16,0 0 1 0,0 0-7 0,0-1-1 0,0 0-10 15,0 0-10-15,-1 0-20 0,1-1-35 0,0 0-30 0,0-1-32 0,0 0-18 16,1 0-19-16,0-1-24 0,0 0-30 0,1-1-43 0,-1 0-72 0,1-2-91 15,1-1-320-15</inkml:trace>
  <inkml:trace contextRef="#ctx0" brushRef="#br0" timeOffset="19153.03">10385 4693 1483 0,'-1'-1'371'0,"1"2"-156"0,0-1-17 0,1 0 2 0,0 1-5 0,0-1-26 16,1-1-23-16,0 1-23 0,-1-1-23 0,2-1-11 0,0 0-10 0,0-2-8 16,1 1-8-16,1-1-13 0,0 0-5 0,-1 1-4 0,1-1-7 0,0 0-4 15,0 0-9-15,0 1-5 0,0 0-5 0,1 1 1 0,-1 0-9 16,0 0 3-16,0 1 0 0,1 0-8 0,-1 1 6 0,0 0-4 0,1 0-4 16,0 2 6-16,-1 0-4 0,1 0 0 0,0 1-6 0,0 1-1 15,-2-1-5-15,1 1-1 0,0 0-2 0,-1-1-8 0,0 3-5 0,-1 0-11 16,-1 0-4-16,-2 1-4 0,1 1 1 0,-2 0 2 0,0 1 2 0,-1 0 5 15,0 1 10-15,-2 2 7 0,0 0 8 0,-1 0 8 0,0-1 5 16,1-2-1-16,-1 2 5 0,1-1 3 0,0 0 1 0,0 0 6 0,1 0 1 16,1-3 6-16,1 1 3 0,1 0 8 0,0-1 0 0,1-2 4 15,0 1-4-15,2-1-1 0,1-2 1 0,0 1-5 0,0 0 6 0,2-1-5 16,-1 1-9-16,1-1-2 0,1-1-11 0,0 1 7 0,1-1-3 0,1 0 1 16,0 0-5-16,0-1 1 0,0 0 2 0,0 1-3 0,1-2-8 15,-1 1-1-15,-1 0-6 0,1-1 1 0,-1 1 5 0,-1-1 0 0,1 1 2 16,-1 0 4-16,0 0-6 0,-1 0 0 0,0-1 1 0,0 0-14 0,-1 0-10 15,0 0-23-15,-1 0-38 0,-1-1-44 0,-1 0-61 0,0 0-57 16,0-1-70-16,-1 0-75 0,1-2-149 0,-1 1-166 0,2-2-24 0</inkml:trace>
  <inkml:trace contextRef="#ctx0" brushRef="#br0" timeOffset="19370.02">10935 4883 1822 0,'1'5'209'0,"2"0"-44"0,1 1 7 16,-1 1 14-16,-2-1-10 0,2 0-28 0,-1 2-30 0,0-1-23 0,-1 1-15 0,1 0-11 0,-1 0-10 15,0 0-10-15,1 0-9 0,0 0-13 0,0 1-7 0,-1 1-5 16,1-1-6-16,-1 1-1 0,1-1-3 0,-1 0-5 0,1-2-2 0,-1 1 0 16,1-1-1-16,0-1-23 0,0-1-5 0,0-2-22 0,1 0-26 0,-1-1-19 15,1-1-38-15,-1-1-40 0,2-1-42 0,0 0-59 0,0-1-80 16,-1-2-154-16,2 0-462 0</inkml:trace>
  <inkml:trace contextRef="#ctx0" brushRef="#br0" timeOffset="19637.02">11262 4684 1786 0,'-2'7'247'0,"-1"1"-68"0,0 3-7 0,1-1 17 0,0 0-6 16,1 0-19-16,1 2-35 0,0 1-29 0,0 0-14 0,0-1-14 16,1-1-4-16,1 1-11 0,-1 0-13 0,1-1-9 0,2 1-9 0,0-2-4 15,0 1-3-15,2-1-2 0,-1 0-4 0,1 0-2 0,1 0-3 16,1-2-5-16,0 0 1 0,-1 0-4 0,2-1-2 0,-1 0 6 0,1-2-6 16,-1-1 2-16,1 0-2 0,0-2-5 0,-1 0-6 0,2-2-10 15,0 0-14-15,0-1-13 0,0-1-15 0,-1-1-11 0,-1 0-14 0,-1-1-15 16,1-2-19-16,-1 1-20 0,0-2-29 0,-1 0-32 0,-1-1-42 0,-2 1-75 15,1-2-131-15,-1 0-145 0,-1-1-91 0</inkml:trace>
  <inkml:trace contextRef="#ctx0" brushRef="#br0" timeOffset="19817.02">11232 4554 828 0,'-4'5'447'0,"-1"0"-229"0,0 2-16 0,1-1-17 0,1 1-17 0,1-1-27 15,0-1-24-15,1 1-16 0,0-1-11 0,0-1-7 0,2 0-11 0,0 0-10 16,0-1-11-16,1-1-17 0,0 0-11 0,-1 0-6 0,1-2-12 16,0 0-3-16,1 0 3 0,-1 0-7 0,1 0-10 0,-1-1-19 0,2 0-35 15,-1-1-52-15,0 0-68 0,1 0-92 0,0 0-112 0,0-1-152 16,0 2-319-16</inkml:trace>
  <inkml:trace contextRef="#ctx0" brushRef="#br0" timeOffset="20156.02">11483 4745 1200 0,'1'9'638'0,"1"1"-404"16,0 3-36-16,0-2-10 0,1-2-3 0,0 1-27 0,0 1-24 0,2-1-21 0,0-1-28 16,-1 0-11-16,1-1-9 0,-1-1-16 0,2 0-6 0,-1 0-4 15,1-2-8-15,-1 0-6 0,1-1-4 0,-1 0-1 0,-2 0-7 0,2-2 5 16,-1 0-3-16,1-1-5 0,-1-1-3 0,1 1-1 0,0-2 1 0,-1 1-1 15,1-1-4-15,0-1 3 0,0-1-1 0,-1 0-2 0,0 0 3 16,0-2-1-16,-2 1-2 0,1-1 4 0,0-1 1 0,0 1-5 0,0-1 2 16,0 1-4-16,0-1-2 0,0 0 6 0,0 0 1 0,0 1-1 0,0 0 0 15,0 1-2-15,0 0-2 0,1 2 5 0,-1 0-3 0,1 1-2 16,0 2-2-16,0 0 1 0,0 1-1 0,1 1 4 0,0 2-6 0,0 1 6 16,1 0-4-16,1 2 0 0,0 0-4 0,0-1 6 0,0 1-2 0,0 1-1 15,-1 0 3-15,2 1-6 0,-1-1 2 0,0 1-3 0,0-1-6 16,0 1-2-16,-1-1-6 0,-1 0 2 0,1-2-9 0,-1 1-7 0,-2-2-11 15,2-1-17-15,-2 0-13 0,1 0-22 0,-1-2-35 0,0 0-31 16,-1-1-44-16,0-2-56 0,-1 0-53 0,1-2-92 0,0 0-139 0,0-1-274 16</inkml:trace>
  <inkml:trace contextRef="#ctx0" brushRef="#br0" timeOffset="20721.02">12081 4604 936 0,'-3'6'681'0,"-1"1"-441"0,-1 1-45 16,1-1-10-16,1 0-15 0,0-1-19 0,1 1-24 0,-1-1-16 0,2 1-13 16,0-2-22-16,1-1-5 0,0 1-16 0,0-1-9 0,1 0-3 15,0 0-7-15,1-2-11 0,-1 1-2 0,2-1-7 0,-1 1-5 0,2 0 0 0,0 0-4 16,0 1-2-16,2 1 2 0,0 0-5 0,0 1-2 0,0 1 0 15,1 2-3-15,0 1 3 0,2 0 0 0,0 1 0 0,0 0-2 16,1-2-4-16,-1 3 3 0,0-1-8 0,2 1 4 0,-1 1-6 0,0-1 1 16,0-2-3-16,-2 1-1 0,1 0-3 0,-3 0 1 0,1-1-3 0,-1 0-2 15,-2 1-1-15,0-1-3 0,-1 1 5 0,1-2 6 0,-2 1 4 0,-1-2 3 16,0 0 4-16,-1 0-3 0,0-1-8 0,-2 0 2 0,0-2 2 16,-1 0 0-16,0-2 11 0,1-1-8 0,-2 0-4 0,1-1-6 0,-2-1-6 15,0-1-9-15,-1 0 0 0,0-1 3 0,-1-1 8 0,0-1 6 16,-1 0 7-16,-1-1 4 0,0 0 1 0,-1-1 8 0,3 0 0 0,-2-1 1 15,0 1 1-15,0-1 0 0,-1 0-1 0,1-1 5 0,0 1-3 0,2-1 3 16,-1 1 2-16,1 0-1 0,2 0 0 0,0 2 0 0,2-1-2 16,1 1 1-16,1 0-1 0,0 0-3 0,2 0 2 0,-1 0 1 0,2-1 1 15,1 0-4-15,0 0 1 0,1 1-2 0,0-1 3 0,1-1-2 0,0 0 0 16,1-1-2-16,0 0-3 0,0 0 0 0,1 1 0 0,0-1 2 16,0 0 0-16,0 0 1 0,-1-1-3 0,2 0 2 0,-1 0-1 0,-1-1-1 15,2 1 2-15,-1 1-4 0,-1 0 6 0,0 0-3 0,-2 1 3 0,0 1-4 16,-1-1 0-16,-2 0-2 0,1 1 0 0,-2 0 6 0,0 2-4 15,-2-2-2-15,1 1 2 0,-2 1-3 0,0-1 1 0,-1 1 0 0,-2-1 2 16,0 1 4-16,-1 1-1 0,-1-1-1 0,1 1-1 0,-1 0-1 0,0 0 2 16,0 0-2-16,0-1 0 0,-1 1-2 0,1-1 2 0,-1 0 0 15,1 0 0-15,0-1 2 0,1 2 0 0,0 0-6 0,1 1-2 0,0 1-8 16,1 2-8-16,0 0-5 0,1 2-8 0,-1 2-16 0,1 2-25 16,0 0-35-16,-1 0-47 0,2 3-45 0,-2-1-51 0,1 1-78 0,0 0-108 15,-1 1-400-15</inkml:trace>
  <inkml:trace contextRef="#ctx0" brushRef="#br0" timeOffset="21073.02">11741 4574 1111 0,'-3'1'251'0,"-1"1"-87"0,-1 1-10 16,1 0-5-16,0 2-9 0,-1-1-14 0,3 1-16 0,-1 0-17 16,1 1-8-16,1-1-10 0,-1 3-17 0,1 0-14 0,1 1-12 0,1 2-8 15,1 1-5-15,1 2-2 0,1 0-4 0,0 2-3 0,1 0 3 0,0 0-7 16,1 2-1-16,0 1-1 0,1 0-8 0,0-1 6 0,1 0 0 15,0 0-4-15,1-3 4 0,-1 0-6 0,1-1 1 0,-1-1 1 0,1-2-6 16,0-1 5-16,0-1-3 0,1-2-4 0,-1 0-11 0,0-1-1 0,-2-2-12 16,3 1-12-16,-1-2-7 0,1 0-15 0,-1 0-9 0,-1-2-13 15,-1 0-12-15,-1-1-13 0,0-1-4 0,-1 0-9 0,0 0-11 16,-1-2-20-16,-1 1-31 0,-1-1-39 0,0-1-42 0,-1 0-104 0,-1 0 13 0</inkml:trace>
  <inkml:trace contextRef="#ctx0" brushRef="#br0" timeOffset="21276.02">11717 4815 1263 0,'-7'0'218'0,"0"-1"-42"0,-2 1-17 0,2 0-18 0,2 1-12 16,1 0-9-16,0 0-11 0,0 0-14 0,1 0-6 0,0 0-11 0,2 0-6 16,1-1-1-16,0-1-3 0,1 1-7 0,1-1-2 0,1 0-10 15,1 0-6-15,1-2-2 0,0 2-5 0,2-3-10 0,2 1-7 16,0 0 1-16,2-2-15 0,0 1 2 0,-1 1-5 0,1-2-6 0,0 0-3 15,1-1-23-15,1 0-37 0,-1-1-53 0,-1 0-66 0,1 0-84 0,0-1-102 16,0 2-196-16,1 2-462 0</inkml:trace>
  <inkml:trace contextRef="#ctx0" brushRef="#br0" timeOffset="51697.22">5934 7030 1536 0,'-5'0'364'16,"-1"0"-178"-16,0 1 2 0,2 0 4 0,2 0-1 0,0 0-31 0,1-1-32 16,2 0-22-16,-2 1-14 0,2-1-9 0,-1 0-8 0,0 1-12 0,1-1-6 15,0 1-17-15,2 0-3 0,0-1-9 0,1 0-12 0,1 1-2 16,0-1-3-16,2 0-2 0,0 1 0 0,0-2 5 0,2 1-9 15,-1-1-5-15,1 1 4 0,2-1-6 0,0 0 8 0,1 0-3 0,1-1-1 16,0 1 4-16,1-1-10 0,1 1-1 0,-2 1 3 0,3-1-6 16,-2 0 4-16,1 0 1 0,0 0-12 0,1 0-17 0,-1 1-11 0,-2 0-18 15,-1 0-26-15,1 0-16 0,0 0-32 0,0 0-39 0,-2 1-40 0,-1 1-50 16,0-1-49-16,-1 1-74 0,1 1-111 0,-3-1-371 0</inkml:trace>
  <inkml:trace contextRef="#ctx0" brushRef="#br0" timeOffset="51875.22">6075 7247 1189 0,'-4'5'254'0,"1"1"-111"0,-1 1-12 0,2-2 6 15,2-2-2-15,0 0-14 0,1-1-20 0,2-1-20 0,-1-1-4 16,2-1-13-16,0 0 5 0,1-1-11 0,1 1-9 0,1-1 2 0,1-2-12 16,-1 1-5-16,1-2-4 0,1 0-7 0,-2 0-11 0,1 1-6 0,1-1-4 15,-1-1-7-15,0 1-2 0,0-2-4 0,1 1-27 0,-2-1-35 16,1-1-47-16,1 0-66 0,0 0-64 0,0-2-86 0,-1 1-103 0,2-2-266 15</inkml:trace>
  <inkml:trace contextRef="#ctx0" brushRef="#br0" timeOffset="52155.22">6292 6860 1505 0,'-10'0'248'15,"0"0"-39"-15,-2 2-13 0,4-1-11 0,1 0-26 0,2 0-34 0,0-1-14 16,2 0-2-16,0 0-6 0,1-1-4 0,1 1-10 0,1 0-11 0,1 0-13 15,0 0-5-15,1 0-2 0,2 1-5 0,1 0 4 0,2 1-3 0,1-1-7 16,2 1-8-16,0 1-3 0,4 1-9 0,1 0 0 0,-1 0-4 16,3 1-8-16,-1 0-4 0,2 1-1 0,-2-1-4 0,2 0 2 0,1 1-1 15,-2 0-3-15,2 0 0 0,1-2 0 0,-2 2 0 0,0 0-2 0,-1 0 0 16,-2 0-4-16,-2 0 6 0,-1 0-2 0,-1 0-4 0,-2 1-6 16,-3-1-8-16,0 0 11 0,-1 1-5 0,-2 1 6 0,-1 1 6 0,-2 1-8 15,-1 0 24-15,0 0-1 0,-2-1-5 0,-1 2 7 0,-2-1-21 16,-1 0-6-16,0 0 1 0,-2 0-7 0,1-2-2 0,-1 1 1 0,1-1-10 15,-1 0-19-15,0-1-21 0,2-1-21 0,-1-1-20 0,1-1-36 0,1-1-34 16,0-1-33-16,2-1-33 0,-1-1-46 0,0-2-68 0,1-1-147 16,0-1-524-16</inkml:trace>
  <inkml:trace contextRef="#ctx0" brushRef="#br0" timeOffset="53191.23">6851 6923 787 0,'-1'-3'545'0,"1"0"-314"0,0-2-50 16,0 0-18-16,0-1-8 0,1 0-21 0,0-1-20 0,0-1-21 0,0 0-15 15,1 0-4-15,-1-3-9 0,1-1-8 0,0-2-7 0,-2 0-11 0,1 0-2 16,1-2-13-16,0 1 0 0,0-2-3 0,0 0-5 0,-2-2 0 16,1 0-7-16,-1 0-1 0,0-2 2 0,-1-1-1 0,0 1 3 0,-2-1-7 15,0 1-3-15,1 2 1 0,-3-1 2 0,1 2 4 0,-2 1 6 0,0-1 7 16,0 1 2-16,1 0 2 0,0 3 12 0,0 0-10 0,0 0-1 16,-1 1 4-16,0 3-11 0,2-2 10 0,-2 1 13 0,0 2-4 15,1 0 3-15,-1 2-2 0,1-1-11 0,0 3-3 0,1 0-4 0,0 1 4 16,1 2-4-16,0 2 2 0,0 1 0 0,1 0-7 0,-1 2 4 0,1 1-4 15,0 0 1-15,0 2 1 0,0 2-13 0,0 0 0 0,1 2-3 0,0 1-3 16,1 3 4-16,0 1 21 0,1 3-2 0,2 1 2 0,0 0 0 16,1 4-25-16,1 1 4 0,1 0-3 0,1 3 5 0,1 0 4 0,0 4-1 15,2 0-1-15,-1 1-8 0,-1 0 4 0,2 0-10 0,0-2-1 0,0 2 3 16,1-1 0-16,1 3-4 0,-2-1 2 0,0 0-5 0,0-4-10 16,-1 0 11-16,1-3 12 0,1-1 10 0,-1-2 3 0,1 1-2 0,0-2-13 15,-1-2-2-15,0-1 2 0,0-3-3 0,-1-1 1 0,1-3 4 0,-1 1-6 16,-1-2 0-16,-1-1 0 0,1-2-4 0,-1-1 8 0,-1-4-2 15,-1 0 4-15,1-2 2 0,-1-1-4 0,0-1 2 0,0-2 0 0,-1 1-4 16,0-4 8-16,-1-1-8 0,0-2 2 0,-2-1 2 0,1-3-2 16,-1 0 4-16,-1 0-2 0,0-3 0 0,-2 0-2 0,0-2 2 15,-1 0 1-15,0-1-3 0,-2 0-2 0,0 1-13 0,-2-2 4 0,-2 2 7 16,1 1 2-16,-2-1 8 0,0 2 1 0,-1 0-7 0,0 1 2 0,-2 2-4 16,1 1 0-16,-1 1-5 0,0 2 9 0,0 3 1 0,1 0-3 0,1 0 6 15,0 2-10-15,2 1-1 0,0 2 6 0,1 0-1 0,1 2 0 16,2-1 2-16,1 2-5 0,0 1 1 0,0 0 0 0,2 2 0 0,1 0 2 15,0-2-2-15,1 1 0 0,1 0 2 0,2 0-8 0,1-1 1 0,1-1-1 16,0-1-17-16,1-1-15 0,2 0-25 0,0-1-27 0,1-1-14 16,2 0-17-16,-1 0-17 0,1-2-10 0,2 0-11 0,1 1-17 0,0-1-13 15,0-1-9-15,0-1-27 0,-1 0-27 0,1 0-41 0,-1 0-72 0,0-1-355 16</inkml:trace>
  <inkml:trace contextRef="#ctx0" brushRef="#br0" timeOffset="53473.22">7230 6359 1379 0,'-4'-2'437'0,"-3"1"-271"0,-1 0 35 0,1 2-9 0,0 0-31 0,1 1-16 15,1 2-27-15,1 1-9 0,-1 1-2 0,1 0-3 0,1 2-9 0,0 2-11 16,2 1-1-16,-1 1-14 0,1 1-12 0,1 1-5 0,2 3-24 16,-1 2 2-16,2 1-5 0,1 2-4 0,0 1-3 0,2 0-14 0,1 2 4 15,0 2-4-15,2-1-2 0,-1 1 3 0,2-2-5 0,-1-1-7 0,1-3 1 16,1 1-5-16,-1-2-8 0,2-2-17 0,0-1-33 0,0-2-37 16,0 0-39-16,-1-2-39 0,0-3-26 0,0 0-36 0,-1-2-45 0,1-1-48 15,-1-1-89-15,1-2-203 0,-2 1-95 0</inkml:trace>
  <inkml:trace contextRef="#ctx0" brushRef="#br0" timeOffset="53796.23">7415 6653 1129 0,'-2'-6'386'0,"0"0"-203"0,1 0-12 0,0 4-14 0,1 3-15 16,1 3-15-16,-1 2-16 0,1 1-9 0,0 4-4 0,1 0 2 16,1 1 2-16,-1 2-12 0,2 0-11 0,0 1-15 0,1 0-23 0,0-1-4 15,0 1-9-15,1-1-5 0,-1 0 0 0,2-1-2 0,1 0-3 0,-1-1-8 16,0-1 1-16,1-1-4 0,1-2 0 0,0-2-2 0,0 0 1 15,0-2-1-15,-1-2-3 0,2-1 0 0,-1-1 3 0,1-2 2 0,-1-1-1 16,0-1-3-16,0-1 1 0,0 0 0 0,-1-2 1 0,-1-1 4 16,0-1-2-16,-1-2-1 0,0 1 1 0,-1-2-2 0,0 1-1 0,-1-1 9 15,0 0-8-15,-1-1 0 0,-1-1 5 0,0 1-5 0,-1-1 2 0,-2 0 2 16,-1-1 1-16,0 2 1 0,0-3-4 0,-3 2 4 0,0-1-9 16,-2 2 3-16,0-1 1 0,-2 1 1 0,0 2 1 0,-1 0-3 0,-1 3-3 15,-1 0-6-15,1 3 6 0,0 1 0 0,1 2 0 0,0 2 1 0,2 1-4 16,-1 2-5-16,1 1-1 0,0 1 1 0,1 1 4 0,0 2-3 15,0 2-1-15,1 1-3 0,0 1 0 0,0 0-2 0,2 0-7 0,0 2-6 16,0 1-12-16,1-1-15 0,1 0-17 0,0-2-32 0,2 0-21 16,1 0-20-16,2-1-21 0,2-2-28 0,1-2-40 0,1 0-52 0,1-2-65 15,2 0-68-15,1-1-358 0</inkml:trace>
  <inkml:trace contextRef="#ctx0" brushRef="#br0" timeOffset="54241.22">7844 6629 1185 0,'5'0'307'0,"-1"2"-85"0,2 0-23 16,-1 1-6-16,-2 1-14 0,2 0-23 0,0 1-23 0,-1 1-21 16,1-1-7-16,-1 2-13 0,0-1-10 0,0 0-11 0,1 0-9 0,0-1-11 15,0 0-11-15,1 0-1 0,-1 0-9 0,1-1-5 0,0 0-3 0,-1 0-4 16,1-2-7-16,0 0 3 0,-1 0-5 0,1-1 2 0,0-2 3 16,0 0-3-16,1-1 0 0,-1-1-2 0,0 0 1 0,1-2 1 0,-2 0-4 15,1-1 2-15,0-1 0 0,-3 1 4 0,3-3-4 0,-2-1 1 0,0 0-3 16,0-1-3-16,-1 0 1 0,0 1-1 0,-1-2 3 0,-1 1-3 15,0-1 2-15,-1 1-5 0,-1 0-1 0,-1 1 4 0,-1-1-6 0,-2 1 6 16,0 1-11-16,-3 0-6 0,1 1 2 0,-2 1-13 0,-2 1 1 16,0 0-11-16,-1 1-7 0,1 1 0 0,0 1-6 0,0 1 2 0,0 2 1 15,0 1-2-15,0 1 1 0,1 2 1 0,3 1 10 0,0 2 4 0,1 0 6 16,2 1 9-16,0 1 0 0,1 1 1 0,2 0 2 0,0 0-3 16,1-1 0-16,0 0-5 0,2 1 1 0,0 0 1 0,2 0-5 0,0-1 0 15,1 0-7-15,1-2 0 0,1 0 3 0,1-1-1 0,1-1 4 0,2 0 6 16,0-1 6-16,1-1 4 0,-2-1 4 0,2 0 3 0,-1-1-1 15,2 0 4-15,-1-2-1 0,1 1 3 0,-2-1 2 0,1 1 4 0,0-2-4 16,0 1 8-16,0 0 4 0,-1-1 2 0,0 2 4 0,0 0 2 16,0-1 0-16,-2 1 2 0,1 0-1 0,-2 0-4 0,0 0-1 0,0 0-7 15,0 0-5-15,-2 0-2 0,0 1-4 0,0-1-1 0,-1 1-3 0,1-1-2 16,-3 1 2-16,0-1-6 0,1 1 2 0,-1-1-9 0,0 0-11 16,1 0-11-16,-2-1-19 0,0-1-18 0,0 0-18 0,-1 0-13 0,1-2-13 15,-1 1-18-15,1-2-30 0,-1 0-42 0,0 0-60 0,1-1-68 0,-1 0-62 16,1-1-253-16</inkml:trace>
  <inkml:trace contextRef="#ctx0" brushRef="#br0" timeOffset="54444.22">8242 6270 1552 0,'-3'-6'262'0,"0"0"-48"0,0-2-8 16,1 3-16-16,1 2-22 0,0 2-22 0,0 0-23 0,0 1-14 0,0 0-2 15,0 2-18-15,0 1-4 0,1 0-11 0,0 1-17 0,0 1-2 0,0 0-11 16,1 3-1-16,-1 0-6 0,2 2-5 0,-1 2-10 0,2 0-3 15,-1 0-19-15,1 2 0 0,1 1-4 0,0 1 6 0,1 1 12 0,0 1-11 16,0-1 7-16,-1 1-18 0,2-2 1 0,0 1 7 0,1 0-10 0,1-3-3 16,1 0-13-16,1-1-36 0,0-2-21 0,-1-1-33 0,2-1-34 15,0-2-22-15,1 0-34 0,-1-1-45 0,1-1-40 0,-1-1-71 0,0-2-126 16,-1-1-465-16</inkml:trace>
  <inkml:trace contextRef="#ctx0" brushRef="#br0" timeOffset="54655.23">8163 6473 1599 0,'-2'7'277'0,"1"0"-94"0,0 3 1 0,2-2 2 0,-1-1-12 16,2-1-35-16,0-1-30 0,1-1-17 0,0-1-6 0,1-1 4 16,1-1-4-16,-1 0-11 0,1 0-12 0,1-1-16 0,0-1-11 0,0 0-6 15,1-2-6-15,-1 0-6 0,1 0-7 0,-1-2-5 0,1 0-1 0,0-2-3 16,0 1 0-16,0-1-4 0,-1-1-9 0,1 0-6 0,1 0-14 15,0 0-29-15,0 0-33 0,1 0-44 0,1 3-38 0,-1-2-30 0,1 0-44 16,1 0-51-16,0 0-87 0,2 0-142 0,0 1-386 0</inkml:trace>
  <inkml:trace contextRef="#ctx0" brushRef="#br0" timeOffset="55060.22">8745 6192 1397 0,'-6'1'302'0,"-1"1"-103"0,-2 0-8 0,3 1-6 16,-1 0-15-16,1 1-21 0,0 1-17 0,0-1-18 0,1 2 2 0,-1 1-18 15,0-1-8-15,0 2-14 0,0 0-15 0,0 0 0 0,0 3-14 0,1 0-5 16,0 2-4-16,1 1-8 0,1-1-8 0,0 1-7 0,2 1-4 15,1 0 12-15,1 1 1 0,1 1 0 0,2 0-5 0,-1 0-13 0,2-2 1 16,0 1-3-16,1-1-2 0,1 0-2 0,1-3 0 0,0 0-2 16,1-2 2-16,-1-2 0 0,2 0-4 0,-1-1 2 0,1-1-3 0,0-2-5 15,1 0-1-15,-2-2-2 0,3 0 2 0,-2-1-1 0,1-2-3 0,-1 0 4 16,-1-1 9-16,-2 0-5 0,1-2 9 0,-1-1 2 0,-1-1-8 16,0-1 4-16,-1 1 2 0,-1-2-4 0,0 1 4 0,-2-1 1 0,0-1-1 15,-2 2 0-15,-2-2-2 0,0 0 2 0,-3 1-2 0,0 0 4 0,-2 1-4 16,-1 0 3-16,0 2-3 0,-1 0 0 0,0 0 0 0,-2 1-1 15,-1 0 1-15,1 1 1 0,0 1-2 0,1 0-5 0,0 2 0 0,0 1-7 16,1 1 4-16,1 1 0 0,0 0-4 0,1 1-9 0,0 1-6 16,1-1-16-16,1 0-14 0,0 1-9 0,2 1-26 0,0 0-12 0,1 1-19 15,1-1-17-15,0-1-10 0,2 1-34 0,2-2-34 0,1 0-54 0,1-1-66 16,2-1-96-16,0-1-406 0</inkml:trace>
  <inkml:trace contextRef="#ctx0" brushRef="#br0" timeOffset="55462.74">9041 6283 1604 0,'-1'0'250'0,"1"0"-83"0,-1 0 5 0,1 0 6 0,-1 2-11 0,1 0-35 0,-1 1-26 16,-1 0-11-16,0 1-11 0,0 0 2 0,1 2-12 0,0-1-12 0,0 2-11 16,0-1-10-16,0 1-12 0,0 0-1 0,0 1-8 0,1 0-5 15,-1 1 5-15,1 0 2 0,1 0-1 0,0 0 1 0,1-1-5 0,1 0-13 16,0-1-1-16,1-1-3 0,-1 0 4 0,1-2 0 0,-1 0-4 0,1-2-2 15,0 0-2-15,0-1 4 0,0 1 2 0,0-1-2 0,0-1-2 16,0 0-2-16,-1 1 3 0,1-2-3 0,0 2 2 0,-1-2 0 0,1 1-1 16,-1-1-1-16,0 0 4 0,0 0 0 0,0-1 0 0,1 0 2 0,-1-1-2 15,0 0-2-15,0-1-2 0,0 0 10 0,0 0-6 0,1 0-2 16,-1 0 6-16,0 0-6 0,0 0 5 0,0 1 1 0,0 0-2 0,0 1 2 16,-1 1-6-16,1 0 7 0,0 1-5 0,-1 0-2 0,0 0 6 15,0 0-6-15,0 0-1 0,-1 1 4 0,1-1-8 0,0 1 7 0,0 0 2 16,0 0-2-16,0 0 7 0,1 1-10 0,-1-1 8 0,0 1-7 0,0 0-3 15,1-1 7-15,-1 1-8 0,1 0 6 0,0 0-2 0,1 0-1 16,-2 1 3-16,2-1 0 0,-1 1 5 0,0 1-1 0,0-1-4 0,0 1 0 16,-1 0-4-16,1 0 0 0,-1 0 3 0,1 1-1 0,-1 1 0 0,0 0-2 15,0 1 2-15,0 0-7 0,0 0 2 0,0-1-11 0,-1 0-19 16,0 0-15-16,0-2-29 0,0 1-26 0,0 0-30 0,0-1-22 0,0-1-39 16,1-1-59-16,-1 0-61 0,0 0-98 0,0 0-117 0,1-1-269 15</inkml:trace>
  <inkml:trace contextRef="#ctx0" brushRef="#br0" timeOffset="55673.74">9426 6598 1338 0,'3'7'472'0,"-1"0"-311"0,1 3-15 0,0-3-1 0,-1 1-3 16,2 0-21-16,0 0-43 0,0 1-22 0,0-1-16 0,0 0-12 0,0-1 0 15,1-1-7-15,0 0-13 0,-1-1-4 0,1 0-13 0,-4-1-14 16,2-2-21-16,-1 1-40 0,-1-2-59 0,1 0-72 0,0-1-82 0,0-1-101 16,0-1-149-16,0 0-208 0</inkml:trace>
  <inkml:trace contextRef="#ctx0" brushRef="#br0" timeOffset="56124.74">9686 6238 1447 0,'0'-7'177'0,"1"-2"-65"0,1-4-2 0,0 1 5 15,-1 1-6-15,1 0-21 0,-1-1-22 0,0 0-13 0,0-2-8 16,-1 0-9-16,0-2-2 0,0-1-11 0,-1 2-5 0,0-3-1 0,-1 0-3 16,0 0 7-16,-1 1-4 0,1-2 6 0,-1 2-1 0,-1 2 5 15,0 0 3-15,0 3 2 0,-1 0 9 0,1 2-2 0,-1 1 3 0,1 3 1 16,-1 0-7-16,2 1-1 0,0 2 6 0,0 2-1 0,2 1 3 0,-1 2 2 15,0 2-4-15,0 0-1 0,0 2-1 0,1 0-7 0,0 3-1 16,0 2 1-16,1 1-5 0,1 3 2 0,0 0-6 0,1 3 1 0,1 4 1 16,0 2-6-16,2 2-1 0,0 1-2 0,2 0 3 0,0 2-3 0,0-1-8 15,2 2 4-15,0 0-4 0,-1 2-3 0,2-3 6 0,-1 1-18 16,1-2 3-16,-1 0 6 0,1-1 4 0,0-1 5 0,0-2-7 0,0 0-4 16,-2-2-4-16,0-3 2 0,0 0-2 0,0-1-5 0,0-3-4 15,0-1-5-15,0-1-10 0,0-2-54 0,-1 0-3 0,-1-3 9 0,-1-2 12 16,0-3 52-16,-1-2 12 0,0-2-2 0,0-1 4 0,0-3 5 0,0-2 2 15,-1-1 1-15,-1-3 1 0,0-1-4 0,-2-1 5 0,0 0-1 16,0-3 1-16,-2-1 2 0,0-2 1 0,-1 1-5 0,-2-2 1 0,0 1-4 16,-2 0-7-16,0 0-2 0,0 0-5 0,-1 2 14 0,-1 0-5 15,-1 1 11-15,1 1-1 0,-1 1-14 0,0 1 11 0,2 0-12 0,-1 2-1 16,0 1 2-16,-1 3 2 0,1 0 4 0,0 1-4 0,1 2-2 0,1 1-7 16,0 1-3-16,1 2 5 0,0 0-4 0,0 1 4 0,1 1-2 15,1 0-4-15,1 1-3 0,1 0-1 0,1-1-17 0,0 0-30 0,1-1-36 16,1-1-46-16,1 0-39 0,0-2-44 0,1-1-48 0,2-2-95 0,0-1-149 15,2-3-358-15</inkml:trace>
  <inkml:trace contextRef="#ctx0" brushRef="#br0" timeOffset="56599.74">9917 5673 1615 0,'-4'1'211'0,"1"1"-41"0,-3 0-7 0,1 3-6 0,0 2-16 0,0 0-21 16,1 3-9-16,-1 0-11 0,0 2 5 0,0 2 0 0,0 2 4 0,1 2-4 15,-1 3-16-15,1 1-11 0,1 0-14 0,1 3-9 0,0 1-7 16,0 1-7-16,2 1-9 0,0 0-9 0,0 3-4 0,2-2-2 0,0 1-10 16,0-3 1-16,0-2-8 0,3-3-2 0,0-1 0 0,1-3-2 15,0-2 2-15,2-3 4 0,0-2-11 0,0-1-12 0,1-2-9 0,-1-2-30 16,1-1-7-16,1-1-19 0,0-1-21 0,-2-1-14 0,0-1-29 0,0-1-8 16,-1-1 7-16,1-1 18 0,0-1 35 0,0-2 25 0,-1 0 27 15,-1-2 17-15,0-2 16 0,-1 0 8 0,0-1 4 0,0 0 7 0,-1-2 3 16,0 1 6-16,0-1 11 0,0 0 4 0,-1 1 9 0,0 0 8 15,1 0 1-15,-1 1 5 0,0 1-2 0,0 2-1 0,0 0-1 0,0 3-10 16,0 0 1-16,-1 3-7 0,0 1-7 0,-1 0 1 0,1 2-11 0,-1 2 1 16,1 1 0-16,1 1-3 0,-1 0 3 0,0 2-3 0,0 0-4 15,0 1 2-15,1 0-3 0,1-1-1 0,0 0 1 0,0-1-6 0,2 0 1 16,0-1-4-16,0-1 3 0,1-1 1 0,-1 0-2 0,0-2 1 0,-1 0 1 16,1-1-4-16,1 0 5 0,-1-2 0 0,0-1 5 0,0 0 3 15,0-1-3-15,0-1 1 0,-1 0-1 0,0 0 4 0,-2-2 4 0,0 0 3 16,-1-1-2-16,0 0-1 0,0 0-4 0,-1-1-5 0,-1-1 2 0,0 1-4 15,-1-1 2-15,0 1 2 0,-2-1-6 0,1 1 4 0,-3-2-5 16,-1 0-1-16,-2-1-4 0,0 0 1 0,-1 0 0 0,0 2-8 0,-1-1-1 16,2 2-9-16,-2 1-3 0,0 1-6 0,1 2 1 0,0 1-6 0,0 2-8 15,1 1-4-15,2 2-6 0,-1 0-5 0,1 2-3 0,2 0-1 16,0 1-2-16,1 1 0 0,2 0-5 0,0 1-17 0,1-1-13 0,1 2-16 16,0 0-25-16,1 1-16 0,1-2-18 0,2 1-20 0,0-2-16 15,1 0-20-15,1 0-24 0,2-3-20 0,1 2-23 0,0-1-101 0</inkml:trace>
  <inkml:trace contextRef="#ctx0" brushRef="#br0" timeOffset="57025.74">10294 6087 307 0,'4'-2'261'0,"2"0"-69"0,0-1-21 15,-1 1-9-15,-1 1-6 0,-1-1-16 0,1 2-12 0,-2 0-17 16,1-1-13-16,-1 2-2 0,-1-1-7 0,1 0-9 0,-1 1-11 0,-1 1-12 16,1 0-9-16,0 0-5 0,0 1-5 0,1-1-8 0,-1 0-5 15,1 1-2-15,-1-1-10 0,1 0-1 0,-1-1-3 0,1 1-6 0,1 0 4 16,0 1-4-16,0-1-3 0,0 0 1 0,1 0-2 0,0-1-1 0,0 0 1 15,0 0-1-15,0 0 7 0,0-1-7 0,0-1 1 0,-1 1-3 16,1 0-6-16,-2 0-2 0,2 0 1 0,0-2-2 0,0 1-8 0,-1-1-8 16,2 1-11-16,-1-1-8 0,0 0-4 0,0 0 3 0,0-1 6 0,0 0 5 15,1 1 6-15,-1-2 2 0,1 1 4 0,-1-1-5 0,0 1-4 16,1-1-7-16,0 0 4 0,0-2-1 0,0 1-3 0,-1-1-5 0,1-1-7 16,0 0-5-16,-1 0-5 0,1-2 3 0,-1 1 0 0,0 1 5 15,1-1 13-15,-3 0 7 0,3 1 8 0,-2-1 10 0,0 2 7 0,-1 0 7 16,0 0 5-16,-1 0 6 0,0 1 6 0,0-1 6 0,-1 1 13 0,0 1 5 15,-1 0 10-15,0 1 9 0,0-1 2 0,-1 1 1 0,1 0 2 16,-1 0-5-16,0 0-2 0,-1-1 0 0,0 2-6 0,1-1-1 0,-1-1-4 16,-1 2-5-16,0-1-7 0,-1 0-3 0,0 0-1 0,-1-2-1 0,0 1 1 15,0 0-1-15,-2 0 1 0,0-1-5 0,0 1-1 0,-1-2-2 16,0 1-3-16,-1 1-5 0,1-1 2 0,0 1-4 0,0 2-5 0,3 0 1 16,-2 2-5-16,0 1 3 0,2 1-3 0,-1 2-3 0,1 1 0 0,1 1-5 15,-1 0-2-15,0 2 3 0,1-1-5 0,1 1-5 0,0 0-6 16,0 0-5-16,1 0-9 0,0 1-7 0,0-1-7 0,1 1-9 0,0 0-11 15,1 0-20-15,1-2-16 0,1 1-27 0,1-1-24 0,1 0-20 16,0 0-20-16,1-2-12 0,0 0-13 0,0-1-177 0</inkml:trace>
  <inkml:trace contextRef="#ctx0" brushRef="#br0" timeOffset="57241.74">10506 5953 1269 0,'0'4'198'0,"2"1"-40"0,0 2 1 0,0-2-2 0,0 0-16 0,1 0-24 16,-1 0-28-16,0 1-11 0,1-1-6 0,0 1-11 0,0-1-13 15,0-1-8-15,0 2-19 0,1 0-5 0,0-1-5 0,1 1-6 0,-1-1 1 16,1 1-3-16,-1-1-1 0,0 0-4 0,1 0-3 0,-1-2-1 16,0 0-7-16,-1-3-11 0,1 1-28 0,-1-2-33 0,0 1-39 0,1-2-38 0,-1-1-26 15,0-1-50-15,0-2-67 0,-1-1-83 0,0-1-107 0,-1-2 25 16</inkml:trace>
  <inkml:trace contextRef="#ctx0" brushRef="#br0" timeOffset="57407.74">10646 5699 1261 0,'-2'-10'612'0,"1"-1"-383"0,0-1-30 0,-1 3-8 16,1 3-16-16,-1 3-29 0,1 2-26 0,1 2-33 0,-1 0-6 0,0 3-9 16,-1 3-12-16,1 2-1 0,0 2-12 0,0 2-5 0,0 1-10 15,1 0-11-15,0 3 6 0,0 1 1 0,0 2-6 0,1 2 6 0,1 2-25 16,0 0-8-16,0 0 7 0,1 0-4 0,1 0 6 0,0 0-3 0,1-3-10 15,0 1 0-15,1-1-15 0,0-3-20 0,1-2-24 16,0-1-31-16,0-2-34 0,-1-4-32 0,0-1-33 0,-1-1-59 0,1-2-64 0,-1-2-117 16,0-1-177-16,0-1-229 0</inkml:trace>
  <inkml:trace contextRef="#ctx0" brushRef="#br0" timeOffset="57581.74">10579 5864 1680 0,'-7'-6'376'16,"-1"2"-217"-16,-2-1-3 0,2 2 4 0,2 3-14 0,1 1-22 0,0 0-31 15,2 2-8-15,-1 0-8 0,1 1-4 0,2-2-6 0,0 1-21 16,1 0-7-16,1-1-13 0,0-1-7 0,2 0-2 0,2 0-7 0,-1-1-2 16,2 0-5-16,1 0 1 0,-1-1 0 0,3-1-3 0,0 0-2 0,0 0-3 15,0 0-21-15,1-1-15 0,1-1-24 0,-1 0-37 0,1-1-29 0,1 0-39 16,-1 0-30-16,1-1-40 0,1 0-47 0,-2 0-86 0,1-2-130 16,0 0-367-16</inkml:trace>
  <inkml:trace contextRef="#ctx0" brushRef="#br0" timeOffset="57988.74">10879 5725 1563 0,'-1'4'392'0,"1"0"-218"16,1 1-12-16,0-2 5 0,1 0-8 0,1-1-26 0,-2 0-27 0,1 0-24 15,1-1-8-15,0 0-9 0,-1 1-9 0,2-1-11 0,-1 0-7 0,1 0-10 16,-1 0 2-16,2 1-5 0,-1-1-1 0,1 1-6 0,0 1-13 15,-1-1 1-15,1 0-5 0,-1 1-4 0,0 0 3 0,-1 1-2 0,1-1 0 16,-1 0 4-16,1 1-2 0,-1 0-4 0,-1 1-3 0,1-1 0 0,0 1 0 16,-1-1 0-16,1 0-4 0,-1 0 2 0,0-1-4 0,0 1-1 15,0 0 1-15,0-2 1 0,0 1 0 0,0 0 3 0,-1 0-6 0,1 0 5 16,-1 0-4-16,1-1-2 0,-1 1 0 0,0-1-1 0,1 0-4 16,-1 0-4-16,1 0-1 0,0-1-5 0,0 1 0 0,-1-1 4 15,2 0-2-15,0 1 0 0,-1 0 6 0,1 0 1 0,1 0 7 0,-1 0 6 16,0 0 3-16,0 1 4 0,0 0 2 0,1 0-3 0,-1 1 1 0,0-2 4 15,0 2-1-15,0 0-1 0,0 1 0 0,-1 0 2 16,0 1 1-16,0-1 2 0,0 1 4 0,0 0-1 0,-1 1-1 0,0-1 0 0,0 0-1 16,-1 0-4-16,1 1 1 0,-1 0-1 0,0-1 0 0,-1 1-1 0,1-1-1 15,-1 0 0-15,1 1-1 0,0-1-1 0,-1-2 2 0,1 2-2 16,-1 0 1-16,0-1-3 0,1 1-11 0,-1-1-7 0,0 0-12 0,1-1-24 16,-1 1-7-16,0-1-14 0,0 0-5 0,1 1-11 0,-1-1-9 0,1-2-24 15,-1 2-33-15,1-1-44 0,-2-1-70 0,2-1-82 0,-1 0-78 0,0-2-154 16</inkml:trace>
  <inkml:trace contextRef="#ctx0" brushRef="#br0" timeOffset="58296.74">11136 5728 1615 0,'3'-1'284'0,"0"-1"-117"0,2 0-14 16,0 1 12-16,0-1-13 0,1 2-21 0,0-2-33 0,1 2-9 0,0-1-5 15,0 0-12-15,-1 1 2 0,1-1-15 0,1 1-11 0,-1 0-9 0,1 2-9 16,-1-1-10-16,0 1-6 0,0 0-1 0,-1 1-1 0,1 1 12 0,0 1-3 16,0 0-6-16,-1 2-4 0,1-1 7 0,-1 2-2 0,0 0 5 15,-1-1-3-15,0 2-14 0,-1 1-1 0,0 0-3 0,0 0-2 0,-1 1-3 16,0-2-2-16,0 2-1 0,-2 0-6 0,1 0-3 0,-1-1 4 16,1-1-5-16,-1 0 9 0,0-1-5 0,0 1-1 0,-1-2 10 0,1 1-4 15,0-1 3-15,0-1 3 0,1 1-3 0,0-2 1 0,1 0 5 0,0-1 0 16,0 0 3-16,1-1-1 0,1-1-2 0,0-1-3 0,1 1-10 15,0-2 4-15,2-1 4 0,-1 0-4 0,1 0-6 0,0 0-1 0,-1 0-9 16,1-1-10-16,-1 0-11 0,0 0-8 0,0-1-22 0,1 1-11 16,-1-1-15-16,0 2-28 0,0-3-22 0,0 1-44 0,-1-1-51 0,0 0-79 15,-1-1-107-15,1 0-107 0,0 0-85 0</inkml:trace>
  <inkml:trace contextRef="#ctx0" brushRef="#br0" timeOffset="58442.74">11718 6011 757 0,'7'4'283'0,"0"2"-139"0,1 0-36 0,-2 0-13 0,0-4-18 16,-1 0-40-16,1-1-50 0,0-1-71 0,-1-2-95 0,1 0-117 15,-1-1-263-15</inkml:trace>
  <inkml:trace contextRef="#ctx0" brushRef="#br0" timeOffset="58557.74">12034 5933 746 0,'4'1'150'0,"2"1"-65"16,1 0 8-16,0 0 21 0,-1-2-2 0,0 0-35 0,0 0-33 0,0-1-46 0,1-1-45 15,0 0-47-15,0 0-49 0,0-1-41 0,1 0-24 0,1-1-11 0,0 0-15 16,-1 0-21-16</inkml:trace>
  <inkml:trace contextRef="#ctx0" brushRef="#br0" timeOffset="63295.26">5457 8546 1309 0,'-1'7'422'0,"2"0"-262"0,-1 2-9 0,-1-2 25 0,1-2 13 16,0 0-6-16,0 0-18 0,0 0-34 0,1 0-17 0,0-1-11 15,-1 0-8-15,1 0-6 0,1-1-8 0,-1 1-6 0,2-1-9 0,0 1-6 16,0 0-14-16,1-1 2 0,-1 0-5 0,1-1-7 0,1 0 1 0,1 0-6 16,0 1 3-16,0-2-6 0,1 1-7 0,0-1-3 0,0 0-9 15,2 0-7-15,-1-1-6 0,1-1 1 0,0 1-3 0,1 0 12 0,0-1-3 16,2 1-1-16,0 0 0 0,0 0 2 0,-1-1-6 0,2 0 2 15,-2 0-4-15,3 0-1 0,0 0 1 0,0-1-2 0,-1 1-2 0,-1 0-4 16,0 0-5-16,-1 0-14 0,0 0-12 0,-1 0-18 0,2-1-21 16,-2 1-25-16,1 0-27 0,0-1-43 0,-2 1-48 0,0-1-59 0,0 0-91 15,1 0-128-15,-1 0-217 0,-1 0-113 0</inkml:trace>
  <inkml:trace contextRef="#ctx0" brushRef="#br0" timeOffset="63557.25">5717 8795 1039 0,'0'3'609'0,"0"0"-381"16,1 1-54-16,0-2 0 0,1-1-5 0,0 0-5 0,1-1-27 16,2 0-22-16,-1 1-15 0,1-2-15 0,-1 2-7 0,0-1-8 0,1 0-9 15,0 1-8-15,0 0-10 0,1 0-5 0,-1 0-7 0,1-1-7 0,1 1-8 16,-1-1-7-16,2 1 0 0,-1 0-1 0,0-1-5 0,1 1-3 15,-2-1-2-15,2 0 1 0,1 0-1 0,0 0 2 0,0 0 2 0,1-1-4 16,-1 0 0-16,-1 0-5 0,1-2-12 0,0 1-6 0,0-1-19 0,0 0-24 16,1-1-19-16,-1 1-26 0,0-2-26 0,1 0-19 0,-1-1-43 15,-1 0-46-15,1 0-64 0,-1-1-110 0,0 0-164 0,1-2-159 0</inkml:trace>
  <inkml:trace contextRef="#ctx0" brushRef="#br0" timeOffset="63947.26">6052 8447 1119 0,'-1'4'319'0,"1"0"-132"0,0 0-27 0,1 0-2 0,0-1-8 16,1-1-12-16,2 1-24 0,-1-1-29 0,1 1-15 0,-1 0-9 0,2 0-5 15,1-1-6-15,0 0-3 0,1 0-9 0,2 0-9 0,-1-1-1 16,1 1-10-16,1-1-3 0,-1 0-1 0,1 0-6 0,1 0 2 0,0 0-5 16,1 1 4-16,-1-1-9 0,1 0 5 0,1 0 6 0,0 0 0 15,1 1-3-15,-2 0 2 0,-1-1-3 0,1 1 1 0,-1 0 1 0,0 1 1 16,1-1 0-16,-2 0 1 0,0 1 2 0,0 0-2 0,-2 0 6 0,0 0-4 16,-2 1 3-16,-1 0 3 0,-2 0-2 0,-1 1 4 0,0 0 2 15,-1 1 2-15,-2-1-4 0,0 2 3 0,0-1-4 0,-2-1-4 0,1 2-2 16,-2 0-7-16,0-1 0 0,0 1 1 0,-1-1-1 0,-1 0 0 0,-1 0-2 15,1 0 1-15,-2-1-3 0,2 0 1 0,-1-1-2 0,2 1 1 16,0-1-1-16,1 0-2 0,-1 0-2 0,0-1 2 0,1-1-1 0,1 1-3 16,0 0-5-16,1-1-7 0,0 0-7 0,0 1-11 0,1-1-16 15,1 0-20-15,-1 1-27 0,1-1-15 0,1-1-24 0,-1 1-25 0,1-1-37 16,-1 0-50-16,2-1-64 0,0 0-91 0,1-1-133 0,1-1-147 0</inkml:trace>
  <inkml:trace contextRef="#ctx0" brushRef="#br0" timeOffset="71774.61">7100 8087 298 0,'-1'-1'130'0,"2"-1"0"16,0 0 11-16,1-1 12 0,0 0-10 0,-1-1-2 0,1 1-8 0,-1 1-4 16,0-2-5-16,0 1-5 0,-1 0-12 0,1 0-5 0,0-1-6 15,-1 1-6-15,1-1-4 0,-2-1-2 0,0 2 1 0,0 0-7 0,0 0-4 16,-1 0-12-16,0 0-6 0,1 0-9 0,-3-1-7 0,-1 2-3 15,0-1-8-15,-1 1 4 0,-1 0-5 0,0 1-9 0,-1 0 1 0,-2 0-3 16,1 1-7-16,-1 1 1 0,-1 0-1 0,-1 2-3 0,0 0 5 16,-1 2-2-16,1 0-3 0,-1 1 1 0,0-1-5 0,-1 2 1 15,2 0-1-15,1 1-3 0,0 0 7 0,2 2-5 0,0 0-1 0,1-2 4 0,2 3-3 16,0-1 0-16,3-1-2 0,-1 1-2 0,1-1-1 0,2-1 4 0,0-1 1 16,3 1 0-16,1-1 1 0,0 0 1 0,1 0-3 0,3 0-1 15,0 0 0-15,2-1 4 0,1 0-1 0,0-1-3 0,2 1 2 16,-1-1-6-16,2 0 6 0,1-1-10 0,0 0-3 0,0 0 1 0,0 0 4 15,1 2 2-15,0 1 1 0,0 1 3 0,0 0 3 0,0 2 7 0,0-1-3 16,1-1 0-16,-1 1-9 0,0-1 0 0,-1 0 4 0,-2 0-2 0,-2 0 4 16,0 0-1-16,-3 1 0 0,0 1 2 0,-2 0-1 0,-2 0 8 15,-1 0 0-15,-1 1-2 0,-2-1 4 0,0 0-6 0,-2 0 1 0,-2-1-1 16,-1 0-3-16,0 1-1 0,-1 0-2 0,0 0 1 0,-1 0 2 0,-2-2-5 16,1 1 5-16,-3-2-3 0,-1 1-2 0,2-1 4 0,-2-1-6 15,1-1 5-15,1 0-3 0,0-1-1 0,1 0 1 0,2-2-7 0,-2 1 1 16,3-1 1-16,0 0-10 0,1 0-2 0,1 0-11 0,0-1-16 0,2 0-20 15,1 0-29-15,1-1-32 0,1-1-26 0,1-1-16 0,0-1-21 16,3-2-35-16,0-1-51 0,1-3-95 0,1-1-157 0,2-2-62 16</inkml:trace>
  <inkml:trace contextRef="#ctx0" brushRef="#br0" timeOffset="72028.61">7486 7961 1306 0,'-1'-2'258'0,"1"1"-20"0,-1-1-11 0,1 1-19 0,-1 0-25 0,2 2-38 0,-2 1-27 16,1 1-7-16,0-1-6 0,-1 2-6 0,1-1-10 0,-1 3-12 15,1 1-9-15,0 1-1 0,1 1-13 0,0 2-3 0,0 1-5 0,1 0-13 16,0 2 0-16,0 1-8 0,1 2-9 0,1 0-4 0,0 1-7 0,1 1 1 16,1 0-6-16,0 2 2 0,0 1 0 0,1-3-16 0,0 2 5 15,1 0 4-15,1-2 1 0,0 2 11 0,1-1-5 0,-1-2-13 0,1 0-24 16,-1-1-19-16,1 0-21 0,-1-3-37 0,1 1-34 0,-1-2 12 0,1-1 2 15,-1-1 15-15,0-4 15 0,-1 0-24 0,0-2-7 16,0-3 7-16,-1-1 17 0,-1-2-1 0,0-1-12 0,-2-2-43 0,-2 0-64 0,0-2-67 16,-2 1-62-16,0-2-235 0</inkml:trace>
  <inkml:trace contextRef="#ctx0" brushRef="#br0" timeOffset="72877.61">7506 8395 419 0,'-11'3'282'0,"1"1"-130"0,-3 1-14 0,4 0 9 0,1-2 7 16,1 0 1-16,2 0-1 0,1-1-20 0,2 0-17 0,1-2-18 0,1 0-8 15,1 1 2-15,1-2 11 0,1-1 0 0,2 0 2 0,0-2 0 16,2 0-18-16,1 0-9 0,0-2-12 0,1 0-7 0,1 0-5 0,1-1-2 16,-1-1-9-16,2 0-6 0,-1 0-5 0,0 0-2 0,2-1-6 0,0 0-4 15,-1 2-6-15,0-2-6 0,0 2-5 0,-1 0-10 0,0-1 1 16,0 1-5-16,-1-1 6 0,1 1 1 0,-1 1 10 0,1 0-9 0,-1 0-9 16,0 1-15-16,0-1-28 0,1 0-27 0,1 1-27 0,-1 0-24 15,-1 0-28-15,0 1-12 0,-2 1-10 0,1 1-10 0,0 0 1 0,0 1 1 16,1 1-1-16,-1 1 9 0,1 1 19 0,-3 1 26 0,1 1 29 0,-1 0 25 15,-1 2 15-15,1 0 17 0,-1 0 15 0,0 0 12 0,-1-1 13 16,-1-1 6-16,1 1 9 0,-2 0 8 0,0-1 9 0,1 2 14 0,-1-1 16 16,-1 0 15-16,1 0 9 0,-1-1 4 0,0 1 0 0,0-2 1 15,0 1 10-15,-1-1 8 0,0 0 6 0,0 0-1 0,0-1-5 0,0 0-3 16,0 0-9-16,-1-1-4 0,1-1-3 0,-1 0 3 0,1 0 8 0,-1-1 10 16,1 0 1-16,-1 0-4 0,0-1-5 0,0 0-8 0,-1-1-1 0,0 1-7 15,-2-1-8-15,1 0-7 0,-1 0-8 0,0-1-8 0,0 1 2 16,-1-1-8-16,1-1-1 0,-1 0-3 0,0 0-3 0,0-1-3 15,-1 1 2-15,1-1 8 0,-1 0-5 0,0 0-4 0,-1-2-1 0,1 0-11 16,-1 0 0-16,0-1-1 0,1 0-8 0,-1-1 2 0,0-1 0 16,1 0 2-16,-1 0-2 0,1-1 1 0,-1 0-2 0,1-1-1 0,0-1 4 15,1 0-6-15,0 1 2 0,1-1 1 0,1 1-1 0,0 0 0 0,2 0 4 16,0 1-5-16,1 0 5 0,1 1-4 0,0 1-3 0,1 1 3 0,1 1-3 16,1 1 0-16,1 0 1 0,0 0-3 0,0 1 1 0,1 1-1 0,-1 0-2 15,1 2 2-15,0 2-2 0,1 1 2 0,0 1 1 0,1 1-5 16,0 2 6-16,2 0-6 0,-1 1 0 0,1 1 4 0,1-1-4 0,0-1 0 15,0 0 0-15,-1-2-4 0,1 0 4 0,0 1 4 0,1-1-2 16,-1-1-2-16,-1-1 0 0,0-1 1 0,0 0-6 0,0 0 1 0,-2-1-2 16,-1 1 1-16,-1-1 7 0,0 2 3 0,0-2 5 0,-1 0 3 0,-1 1 4 15,-1-1-2-15,0 1 4 0,-1 0-2 0,0-1-1 0,-1 1 1 16,0 0 0-16,-1 1-1 0,0 0-5 0,-1 0 3 0,0 0-1 0,0 0 1 16,-1 0-2-16,1 0 1 0,-1 1-3 0,1-1 0 0,-1 2 1 15,0-1-3-15,1 0-2 0,-1 0 0 0,1-1-2 0,-1 1 4 16,0 1-4-16,0-1 2 0,0 1 0 0,0-1-4 0,0-1 3 0,0 1-1 0,1-1 0 15,-1 1 2-15,0 0-6 0,0 0-2 0,0-1 4 0,0 1-4 16,0-1 6-16,1 1-6 0,0-1 0 0,-1 1 6 0,1-1-8 0,0 1 4 16,-1-1-2-16,2 1 4 0,-1-1 2 0,-1 0 0 0,1 1-2 15,-1-1-6-15,1 0 0 0,0 0-2 0,0 0 6 0,0 0 2 0,0 1 0 16,1-1 0-16,-1 0 0 0,0 0-4 0,0 0 8 0,0-1-8 0,0 2-2 16,0-1 4-16,0-1-2 0,0 1 2 0,0 0 0 0,0 0-4 0,0 0-4 15,0 0 6-15,0 0 1 0,0 0-3 0,0 0 6 0,0 0-2 16,0 0 2-16,0 0-4 0,0 0 4 0,0 0-2 0,0 0-2 0,1 0-2 15,-1 0-4-15,0 0 2 0,0 0 2 0,0 0 4 0,0 0-4 16,0 0-4-16,0 0 4 0,-1 1 0 0,1-1 0 0,0 0 0 0,1 0-3 16,-1 0-3-16,0 1 0 0,0-1 4 0,0 0-1 0,0 0 1 0,0 0-2 15,0 0-6-15,0 1 3 0,1-1-1 0,-1 0-1 0,0 1 3 16,1-1-4-16,0 1 3 0,0-1-6 0,-1 0-2 0,0 1-1 0,0-1-8 16,0 0-1-16,0 1-6 0,0 0-9 0,0 0-6 0,0 0-9 15,0 0-9-15,0-1-14 0,-1 1-18 0,0 0-28 0,0 0-28 0,-1 0-34 16,1 0-38-16,-1 0-25 0,1-1-52 0,-2 0-87 0,0 0-142 0,-1 0-228 15</inkml:trace>
  <inkml:trace contextRef="#ctx0" brushRef="#br0" timeOffset="75378.64">5996 8906 682 0,'0'1'152'0,"0"2"-7"0,2 1 14 16,-1 0 7-16,1 1-14 0,1 0-21 0,0 1-23 0,-1-1-13 0,1 1 0 16,0-1 9-16,1 0-4 0,1 1-2 0,1 0 0 0,0 1-17 0,0-1 5 15,2 2-3-15,1-2 1 0,0 1-4 0,2-2-3 0,0 0-2 16,2 1-11-16,1 0-2 0,0 0-17 0,1 0-9 0,1 0-5 0,-1 0-8 15,1 0 0-15,2 0-2 0,0-1-2 0,0 0-1 0,-1 0-3 16,3 0-6-16,1-1-3 0,0-1-3 0,1 0 3 0,-1-1-1 0,0 0-2 16,2-1 1-16,0 0-2 0,1 1 0 0,-1-1-1 0,-1 1-2 15,-2-1 1-15,0 1-4 0,-1-1 2 0,-1-1 4 0,-1 1-2 0,-1-1 4 16,-1 0-6-16,0 1 0 0,-1 0 2 0,0-1 0 0,-3 1 4 0,1-1-6 16,-1 1-7-16,-1 0-2 0,-1 0-5 0,-2 0-17 0,-1 0-32 15,-2 0-53-15,1 1-67 0,-3-1-63 0,1 1-54 0,-2 0-48 0,-1 0-66 16,-2 1-98-16,-1-1-206 0</inkml:trace>
  <inkml:trace contextRef="#ctx0" brushRef="#br0" timeOffset="75591.64">6353 9341 903 0,'-1'0'370'0,"2"2"-121"15,0-1-40-15,2 0-19 0,1 0-25 0,1-1-15 0,0 0-26 16,1 0-20-16,2-1-10 0,0 0-6 0,1 1-5 0,0-1-13 0,0 0-10 15,2 1-15-15,-1-1-7 0,3 0-6 0,-1 0-3 0,1 0-8 16,-1 0-3-16,-2 1-4 0,0-1-5 0,0 0 3 0,0 0-3 0,1 0-4 16,-1 0 0-16,0 0-5 0,1 0 2 0,-2 0-2 0,1-1 2 0,-1 1-4 15,0-1-3-15,0-1-6 0,-1 1-1 0,1-1-9 0,1 1-4 16,-1-1-15-16,-1 1-18 0,1-1-29 0,-2 0-43 0,2 0-46 0,0 0-53 16,0-2-60-16,0 1-72 0,-1 0-103 0,1 0-367 0</inkml:trace>
  <inkml:trace contextRef="#ctx0" brushRef="#br0" timeOffset="75913.64">6797 8942 704 0,'-6'2'290'0,"0"0"-67"0,-1 2 6 15,1-1-6-15,1 0-9 0,1-1-30 0,0 1-38 0,2-1-17 16,0 0-16-16,1-1-11 0,2 1-13 0,-1-1-13 0,2 1-10 0,1-1-10 15,0 1-2-15,2-1-10 0,0 1-5 0,2-1-2 0,0 0-14 16,2 1-3-16,0-1-4 0,2 2-7 0,2-1 5 0,1 0-6 0,0 1 1 16,0 0-2-16,1 0 0 0,1 0 2 0,1 1-6 0,1 0 3 0,-1 1-6 15,1 1 1-15,-1 0 3 0,0 2-2 0,0 0 3 0,0 1-5 16,-2 1 2-16,1 1-4 0,-2 0 0 0,1 0 7 0,-3-1-3 0,-1 0 0 16,0 1 7-16,-3-1-4 0,-2 1 6 0,-1 1 4 0,-1 0-2 0,-1-1-1 15,-3 0-3-15,0 1-3 0,-1 0-5 0,-2-2-2 0,0 0-3 16,-2-2-3-16,-1-1-11 0,-1 0-3 0,-1-1-13 0,-1-1-9 0,-3-1-8 15,1 1-9-15,-1 0-3 0,0-1-1 0,2 0-2 0,0-1 1 16,2 0-1-16,1 0-6 0,0 0-11 0,0-1-21 0,1 1-25 0,0-1-33 16,1 0-45-16,0 1-68 0,0-1-91 0,1 1-342 0</inkml:trace>
  <inkml:trace contextRef="#ctx0" brushRef="#br0" timeOffset="76391.64">7469 9012 1219 0,'-8'6'251'16,"0"0"-17"-16,-2 2-10 0,2-1-22 0,2 0-25 0,0 0-17 0,0 1-18 16,0-1-21-16,2 2-12 0,-1 0-17 0,2 1-15 0,0 1-13 0,1 1-10 15,2 0-12-15,1 1-9 0,1 0-2 0,2 0-3 0,1 1-5 16,0-1-1-16,2 1-8 0,1-2-1 0,2 0 3 0,0-2-1 0,2-3 3 16,1 0-6-16,0-1-2 0,1-1-1 0,1-1 0 0,0-2-2 0,0 0-3 15,1-2-6-15,1 0-4 0,-1-1 1 0,-2-1-2 0,0-1 1 16,-1-1 3-16,-1-1-3 0,-1-2 2 0,0-1 1 0,0-2 5 0,-1-2-2 15,0-2-4-15,-1 0 9 0,-2 1-5 0,-1-1 4 0,0 0 3 16,0 0-8-16,-1 2 4 0,-2 0 1 0,0 0-2 0,-2 1 5 0,0 0-5 16,-1 1 0-16,-1 1 1 0,-1-1-1 0,-2 0 2 0,-1 1 1 0,-2 0-5 15,-2 1 2-15,1 0 2 0,-3 2-4 0,-2 0 3 0,0 1-4 16,-2 1-1-16,1 0 0 0,-1 1 0 0,-1 1 2 0,0 1-2 0,0 1-3 16,-2 1 3-16,1 0-2 0,2 2 4 0,1 1-2 0,1 1-3 0,1 2-1 15,1 0-3-15,2 2 0 0,0 2-5 0,1 0 1 0,1 2-3 16,1-1-10-16,2 0-4 0,1 1-13 0,2-1-19 0,2 1-22 0,0 0-29 15,1-2-32-15,2 1-27 0,0-2-22 0,2 0-24 0,1-3-30 16,0-1-56-16,0-2-93 0,1-4-231 0,2 0 69 0</inkml:trace>
  <inkml:trace contextRef="#ctx0" brushRef="#br0" timeOffset="76846.64">7871 8670 1101 0,'0'1'178'0,"-1"2"16"0,-1 0-1 0,1 2 2 0,0 0-20 0,1 1-33 15,0 1-22-15,0 0-12 0,0 2-12 0,1 0-3 0,1 2-8 16,0 2-13-16,1 0-10 0,-1 3-9 0,1 0-12 0,1 1-4 0,-1 0-1 16,2 1-11-16,-1 2-6 0,0-2-14 0,1 0-6 0,0 1 8 0,1-1-1 15,-1 0 7-15,0 0-1 0,0-1-12 0,0-3 0 0,0 0 1 16,1-2-4-16,-1 0 3 0,0-2-7 0,-1 0 4 0,1-2-3 0,-1 1 1 15,0-1-2-15,-1-1-1 0,0-2 1 0,-2 0 3 0,1-2 8 16,-1-1 1-16,2-1 0 0,-1-2-5 0,0 0 4 0,1-1 4 0,0-1 1 16,0-1 6-16,0 0-4 0,0-1 1 0,1-1 2 0,0-1 3 0,0-1 10 15,0 1-6-15,1-3 2 0,0 1-6 0,0 0-1 0,0 1-5 16,1 0 1-16,-1 1-1 0,1 0-4 0,0 3 0 0,0 0 2 0,1 0-9 16,-2 2 2-16,1 1 3 0,1 0-1 0,-1 2 1 0,0 0 4 0,1 1-5 15,-1 1-2-15,1 0 1 0,-1 0-3 0,-1 1 4 0,-1 0-4 16,0 2 0-16,0 1 2 0,-1-1 1 0,-1 2-1 0,-2 1 0 0,0 1 0 15,-3 0 0-15,0 0-6 0,-2 1 6 0,0 0-2 0,-2 1-6 16,-1-1 5-16,-1 0-5 0,0 0-3 0,-2 0 4 0,2 0-2 0,0-1 3 16,-1-1 0-16,2-1-5 0,-1-1 8 0,1-1-8 0,0-1-2 0,0-2 0 15,1-1-6-15,0 0-5 0,1-2-3 0,0-2-1 0,0 0 0 0,0-1-2 16,2-1-7-16,0 0 1 0,2-1-8 0,1 0-5 0,0 1-7 16,1-1-15-16,0 1-13 0,0-1-24 0,2 1-21 0,1-1-19 0,1 1-46 15,0 0-53-15,0 0-71 0,1 0-109 0,0 0-401 0</inkml:trace>
  <inkml:trace contextRef="#ctx0" brushRef="#br0" timeOffset="77108.64">8305 8949 1159 0,'-1'9'522'0,"1"0"-268"0,0 3-38 0,0-2-27 0,0 0-7 0,0-2-23 0,1 2-37 16,0 0-29-16,0 1-17 0,1 0-18 0,0-1-6 0,0 0-12 16,0 1-10-16,1-1-5 0,-1 1-9 0,1-1-8 0,-1 2 1 0,1-2-7 15,0 1-2-15,-1 0 4 0,0-1-8 0,0 0 0 0,0-1 4 0,0-2-7 16,0 2 4-16,0-1-4 0,-1-1-9 0,0 0-5 0,0-2-11 16,0-1-18-16,-1-2-31 0,0 0-39 0,0-1-48 0,-2-2-40 0,0-1-43 15,1-2-68-15,-2-1-111 0,0-3-126 0,0-2-158 0</inkml:trace>
  <inkml:trace contextRef="#ctx0" brushRef="#br0" timeOffset="77277.64">8252 8707 945 0,'-3'-11'423'0,"2"-2"-317"0,-1-1 14 16,2 3-3-16,0 5 0 0,1 1-21 0,1 3-15 0,-2 1-16 0,1 1-7 16,0 1 0-16,0 1-3 0,-1 2 4 0,1 0-7 0,1 2-8 0,-1 0-10 15,1 0-1-15,0 0-8 0,0 1-7 0,-1-1 1 0,1 0-8 0,0-2-6 16,0 1-4-16,1-1-7 0,-1 0-10 0,1-1-4 15,0-1-8-15,-1 0-20 0,1-2-19 0,0 1-34 0,1-1-42 0,1 0-67 0,0 0-82 16,0 0-100-16,1 0-380 0</inkml:trace>
  <inkml:trace contextRef="#ctx0" brushRef="#br0" timeOffset="77893.64">8518 9111 1463 0,'2'4'217'16,"2"0"-49"-16,0 1-15 0,1-2 1 0,0-2-3 0,0-1-21 0,0 1-20 16,-1-2-21-16,1-1-13 0,0 0-12 0,-1-1-3 0,0-2-13 0,-1 0-9 15,2-2-3-15,-1 0-14 0,0-1-3 0,1-1-1 0,-2-2-4 16,1 0 3-16,0-1 1 0,-1-2-3 0,0 0-1 0,1 0 0 0,-1-2 0 0,-1 0 2 16,-1 0 3-16,0 2-17 0,0-2 0 0,-1 2 6 0,0 0 1 15,-2 1 12-15,0 1-1 0,-1 0-9 0,-1 0 1 0,-1 0-3 0,-1 2 3 16,0 2 4-16,-1 0-3 0,-1 2 1 0,1 2-1 0,0 1-4 15,-2 2-2-15,1 2 4 0,0 0-7 0,0 3 5 0,0 0-4 16,1 3-3-16,2 0 2 0,1 2-10 0,0 1 8 0,1 2-2 0,1 0 2 0,1 1-13 16,1 1 0-16,0 0 0 0,1 3 13 0,2 0 11 0,1 0-2 15,-1 1-8-15,5-1-8 0,-1-2-6 0,2 0 2 0,0-1-2 0,1-1-2 16,0-2 3-16,-1-3-10 0,2 0-3 0,0-3-2 0,0 0-6 16,1-1 0-16,0-2-15 0,-2 0-6 0,2-1-7 0,-1-1-8 0,0-1 5 15,-1-1-2-15,-1-1 5 0,-2 0 3 0,2-2-2 0,-1-1 2 0,0-1-4 16,-1-1-3-16,0 0 4 0,0-2-2 0,0 0 4 0,-1-1 3 15,1 1 6-15,-1 0 3 0,0 0 11 0,-1 0 3 0,1-1 10 0,0 1 5 16,0 0 0-16,1 3-6 0,0 0 0 0,-2 1 2 0,1 1 4 16,1 1 9-16,-1 2 1 0,-1 1 2 0,2 2-2 0,-2 1 2 0,0 1-1 15,1 1 13-15,-1 2 0 0,0 1 2 0,-2-1 2 0,2 1-5 0,-1 1 3 16,1 0 3-16,-1-1 1 0,0 1-2 0,0-1 2 0,0-1-1 16,0-1 1-16,0-1 2 0,0-2 2 0,-1 1 2 0,0-2 11 0,0 0 9 15,0-1 16-15,0-1 17 0,-2 0 12 0,0-1 11 0,1 0 5 16,-1 0-8-16,0-1-13 0,-1 0-11 0,-1 0-12 0,0 0-5 0,-1 0 1 15,1-1-7-15,-1 0-2 0,-2 0-8 0,0 0-2 0,-3 0-6 0,1-1-5 16,0 1-2-16,-2 0-5 0,1 0-7 0,-1 1-2 0,-1 1 0 0,1 0-2 16,-1 1 3-16,0 1-5 0,-1 1-10 0,1 2 7 0,1 2 0 15,0 1-2-15,1 1 2 0,0 2 2 0,2 0-4 0,-1 1 4 16,2 0 3-16,1 0-3 0,0 1 0 0,2 0 5 0,1 0-5 0,1 1 0 0,1-3 5 16,2 1-9-16,1 0 0 0,1-2 1 0,2 0-10 0,0 0 13 15,1-2 1-15,2 0-6 0,1-2 3 0,1 1-9 0,-1-1-11 16,0 0-1-16,0-1-1 0,1 0-2 0,-1-2-6 0,1-2-18 0,-1-2-21 15,1-1-15-15,0-2-14 0,1 0-18 0,-1 2-24 0,-2-3-36 0,0 0-51 16,-2 0-78-16,0-1-94 0,-1-1-117 0,-1 1-218 0</inkml:trace>
  <inkml:trace contextRef="#ctx0" brushRef="#br0" timeOffset="78141.64">9118 8584 1170 0,'-3'-3'627'0,"-1"1"-388"0,-1-2 23 0,1 2-18 0,0 1-33 0,1 1-38 16,1 1-44-16,-1 2-30 0,1 0-5 0,-1 3-12 0,0 0-2 15,1 1-5-15,0 1-8 0,0 1-7 0,1 2-11 0,0 2-10 0,0 1-4 16,1 2-12-16,1 1-2 0,0 1-6 0,0 2-7 0,1 1 3 0,0 1-7 16,1 2-2-16,0 0 0 0,1-1-2 0,0 1-15 0,2-2 3 15,-1 0 18-15,2-2-4 0,-2-1 13 0,3-3-11 0,-1 0-27 0,1-2-13 16,1-2-16-16,-1-3-22 0,1 0-23 0,0-1-19 0,-2-2-22 0,1 0-16 15,0-2-42-15,0 1-144 0,-1 0-22 0,0-1 36 0,-1 1-11 16,-2-2 12-16,1-3-107 0,-1 0-192 0</inkml:trace>
  <inkml:trace contextRef="#ctx0" brushRef="#br0" timeOffset="78342.64">8944 8863 1437 0,'-6'-1'222'0,"0"2"-36"15,-2-1 12-15,3 1-19 0,2-1-15 0,1 1-30 0,1 0-30 0,0-1-21 16,1 1-11-16,1-1-12 0,0 0-5 0,2-1-9 0,1 1-7 0,1-2-3 16,1 0-5-16,0 0-7 0,1-1-5 0,1-1-5 0,0 1-3 15,1-2-1-15,0 0-6 0,1-1-3 0,-1 0 1 0,1 1-4 0,0-1-6 16,-2-1-8-16,1 0-14 0,-1 1-13 0,-1-1-29 0,0 1-41 0,0 1-53 16,0 1-48-16,-1 0-66 0,-1 0-105 0,-1 1-149 0,0 1-363 15</inkml:trace>
  <inkml:trace contextRef="#ctx0" brushRef="#br0" timeOffset="79007.64">8256 8948 483 0,'0'4'164'0,"0"0"-22"15,-1 1 4-15,1 1-9 0,0-2-4 0,-1 2-13 0,1 0-14 16,0 0-11-16,-1 1-17 0,1-2-10 0,-1 0-9 0,0 1-9 0,0 0-3 0,0 1-10 15,0 0-3-15,0-1-3 0,0 2-3 0,0 0-4 0,0 0-5 16,1 0-2-16,0 1 1 0,0 1-2 0,-1-1-5 0,2 1-1 0,0 1-4 16,1 1 0-16,1 2-2 0,1 2-1 0,0 0-5 15,1 0 5-15,-1 4 1 0,2-1-4 0,0 1 2 0,0 0-6 0,1 0 4 0,-1-1-2 16,1 0 2-16,0-1-3 0,1 0 5 0,0-1-5 0,-1 0 0 16,0 1 6-16,1-2-7 0,-2 0-1 0,0 0 0 0,0-2-4 0,-2 0-1 0,-1-1 3 15,-2-1-3-15,0 1-1 0,-2-2 0 0,0 0 13 16,-2-2 1-16,0 1 0 0,-2 0 7 0,0-1-14 0,-2-1 5 0,0-1 3 0,-1-1-1 15,0-2 4-15,1 0 4 0,-2-1-2 0,-1-2 10 16,0-1-1-16,1-2 2 0,-1 0 9 0,1-1 2 0,0 0 19 0,0-2 9 0,0 0 9 16,0-2 4-16,0-1-5 0,0 0 0 0,1-1-14 0,1 0-7 0,-1 1 3 15,1-2-2-15,1 1 8 0,1 0-4 0,1-1-15 0,2 0-4 16,0 0-8-16,2 2-6 0,0-1-2 0,2 0-4 0,-1 0-4 0,2 0 1 16,0 0 1-16,0-1-3 0,1 1 0 0,0-2-4 0,1-1-4 0,1 0 2 15,0-1-1-15,-1 1 2 0,1-2-4 0,-1 1-5 0,1-1-3 16,0 0-9-16,-1-1-8 0,0 1-17 0,0-1-39 0,-1-1-44 0,1 0-45 15,-1-1-49-15,0 0-63 0,-1 1-95 0,-1 0-149 16,1 1-296-16</inkml:trace>
  <inkml:trace contextRef="#ctx0" brushRef="#br0" timeOffset="79183.64">8135 8661 1420 0,'-3'2'253'0,"0"1"-19"0,1 0-13 16,0 0-40-16,3 0-19 0,0 0-33 0,1 0-30 0,0 0-22 0,1 0-22 16,0 0-15-16,0-1-15 0,-1 0-10 0,1 0-6 0,0-2-14 0,0 0-9 15,1-2-23-15,0-1-43 0,0-1-77 0,1-2-104 0,-1-2-207 16,2-2-637-16</inkml:trace>
  <inkml:trace contextRef="#ctx0" brushRef="#br0" timeOffset="91998.73">8034 10305 2105 0,'-3'3'169'0,"-1"-1"-98"0,-1 1 4 16,2 0 22-16,2-1 24 0,0 0 7 0,2 0-6 0,-1 0-28 15,2 0-18-15,1 1-6 0,1 0-9 0,1-1-1 0,0 2-6 0,1-2-4 16,-1 2 0-16,2 0-12 0,0-1-1 0,1 2-6 0,1 0-7 0,-1-1-3 16,2 1-5-16,-1 0 3 0,0 0-4 0,1-1 0 0,-2 0-5 15,1-1-10-15,-1-1 3 0,1 0-1 0,1-1 2 0,0-1-2 0,1 0-2 16,1-1 0-16,-2 0 2 0,2-1-2 16,-1-1-10-16,0-1-7 0,0 0-11 0,-1-1-11 0,1 1-5 0,1-1-15 0,0 0-14 0,-1 0-21 15,0 1-14-15,1 0-11 0,-1 1-11 0,1 0-16 0,0 0-26 0,-2 2-22 16,-1 0-28-16,-1 1-29 0,-1 1-65 0,-2 1-106 0,-1 1-411 15</inkml:trace>
  <inkml:trace contextRef="#ctx0" brushRef="#br0" timeOffset="92214.73">8083 10689 1746 0,'-2'4'238'0,"1"-1"-74"0,0-1-30 0,1 0-3 0,1-1 8 15,-1-1-21-15,3 0-18 0,0 0-8 0,1-1-9 0,1-1-11 0,0 1-5 16,1-1-2-16,0-1-13 0,1 1-4 0,0-1-8 0,2 0-13 0,-1 0-9 16,0 1-2-16,2-1-3 0,-2 1-6 0,2-1-2 0,-1 1-1 15,0-1-4-15,0 1 2 0,0 0-1 0,0-1-10 0,1 1-3 0,-1-1-14 16,0 1-19-16,0-1-22 0,-1-1-41 0,2 0-47 0,0-1-55 16,1-1-49-16,0 0-71 0,0-1-114 0,0 0-212 0,2-1-138 0</inkml:trace>
  <inkml:trace contextRef="#ctx0" brushRef="#br0" timeOffset="92511.73">8467 10188 1774 0,'-4'4'303'15,"1"0"-97"-15,0 1-40 0,0-1-11 0,2 1-12 0,1-2-21 0,1 2-22 16,1 0-18-16,2-1-12 0,0 3-7 0,1-1-7 0,1 1-6 0,1 1-5 15,1-1-7-15,0 1-8 0,1 1 1 0,1-1-9 0,1 0-8 16,2 2-1-16,0-1-5 0,0 2-3 0,0 0 6 0,0 0-3 0,1-1-3 16,0 1-1-16,-1-1 3 0,1 1-5 0,-1 0 2 0,0-1-6 15,-1 2 2-15,-3 0 9 0,0-1-1 0,-1 1 7 0,-2-2-8 0,-1-1 1 16,-1 2 7-16,-1 1-2 0,-1-1 0 0,-2 2-4 0,0-3-5 0,-2 1-2 16,-1 0 6-16,-1 0-7 0,-1-1-1 0,0 0-1 0,-1-1-13 15,0 0 1-15,-1-1 6 0,0-1-14 0,0-2-3 0,0-1-12 0,0-1-15 16,1-2-10-16,1-1-23 0,0-1-19 0,0-1-28 0,1-1-37 0,0 0-36 15,0-1-45-15,2-1-59 0,0-1-97 0,2-1-168 0,0-1-284 16</inkml:trace>
  <inkml:trace contextRef="#ctx0" brushRef="#br0" timeOffset="92773.73">9321 9508 1455 0,'-2'4'581'0,"-1"2"-349"16,-1 4-28-16,0-1-16 0,2 0-4 0,0 1-20 0,1 1-41 0,1 3-22 15,0 1-19-15,1 0-4 0,0 2-13 0,1 1-11 0,1 1-15 16,0 0-13-16,1 1-5 0,1 2-8 0,1-1-2 0,-1 2-3 0,2 1-8 16,0-1 0-16,0 1-6 0,1-2 4 0,0-2-2 0,1-1 1 15,-1-2-7-15,1-3-5 0,0 0-4 0,0-1-9 0,-1-1-12 0,-2-1-12 16,1-3-3-16,-1 1-8 0,-1-2-2 0,0 0-4 0,-1-2-10 0,-1 0-10 15,-1-1-23-15,-1-2-30 0,0 0-31 0,-2-1-47 0,-2-1-51 16,0-1-98-16,0 0-145 0,-2-2-358 0</inkml:trace>
  <inkml:trace contextRef="#ctx0" brushRef="#br0" timeOffset="92978.73">9108 9698 1489 0,'-11'-10'353'0,"1"0"-153"0,-2-1-48 16,3 2-22-16,2 2 4 0,3 2-5 0,0 0-5 0,0 0-11 0,2 1-7 15,1 0 0-15,1 0-9 0,0 0-7 0,2 1-10 0,1-1-10 16,1-1-9-16,0 1-6 0,2-1 0 0,2-1-4 0,1 0-4 0,1-1-4 16,1 0-3-16,1-2 6 0,1 1-30 0,1-1-1 0,0-2-9 15,1 0-18-15,-1-1 41 0,3 0-10 0,0 2-1 0,0-1-3 0,0-1-15 16,1 0-3-16,-1 0-5 0,-1 1 4 0,1-1-12 0,-2 1-11 0,0 1-17 16,-1 0-32-16,1 2-30 0,-1 0-41 0,1 1-50 0,-1 1-52 15,-2 0-47-15,2 2-69 0,-1 0-113 0,2 2-238 0,-2 0-135 0</inkml:trace>
  <inkml:trace contextRef="#ctx0" brushRef="#br0" timeOffset="93248.25">9725 9724 953 0,'3'10'468'0,"2"-2"-249"0,1 3-49 0,-2-2-11 15,-2-3 1-15,1 0-10 0,-1-2-6 0,0-1-2 0,0 0-4 0,-1-2-2 16,0 0-10-16,-1-2-12 0,-1 0-15 0,0-1-12 0,0-2-18 15,-1 0-17-15,-1-2-6 0,0-1-15 0,-2-1-3 0,1-1-8 0,-1 0-3 16,1-2-3-16,-1-2-4 0,0 0-1 0,-1-2-9 0,1-1 2 0,0-2 0 16,0-1 2-16,0-1 1 0,0-1-3 0,1-2-13 0,1 1-4 0,0-1 9 15,1 0-1-15,2 4 20 0,0 0-2 0,2 1-11 0,0 4 0 16,1 1-2-16,0 2 2 0,1 2 0 0,0 1 2 0,1 2-6 0,0 0 3 16,1 3-5-16,0-1-3 0,-1 2-3 0,2 1-4 0,-2 0-6 15,1 1-8-15,0 0-18 0,0 2-26 0,0 0-30 0,0 0-28 0,1 0-33 16,-1 2-26-16,0-1-32 0,1 1-43 0,-2 0-44 0,3-1-91 15,-1 1-118-15,1-1-238 0</inkml:trace>
  <inkml:trace contextRef="#ctx0" brushRef="#br0" timeOffset="93591.25">9973 9398 912 0,'1'5'371'0,"-1"1"-128"16,0 2-49-16,0 0-34 0,0 0-23 0,1 0-24 0,0 2-9 0,1 0-11 15,0 1-4-15,0-1-17 0,2 0-21 0,-1-1-6 0,1 1-17 16,0 0 14-16,1 1-10 0,1-2-6 0,-1-1-5 0,0-1-19 16,1-1 0-16,0-1-1 0,-1 0-2 0,3-1-6 0,0 0-1 0,-1-1-5 0,1 0 0 15,-1-2 0-15,0-1-3 0,2-2 3 0,-1-1 3 0,2-1 4 16,-1-1 11-16,1 0-7 0,-1-2 4 0,0 2-1 0,-1-2-1 0,-1 0-9 16,1-1 1-16,0 0 3 0,0-1 3 0,-1 0 20 0,0 2 13 15,0 0 4-15,-1 1 8 0,-1-1 4 0,0 0-2 0,0 1 9 0,-1 0-4 16,0 0 0-16,1 2-4 0,-1 1-10 0,0 1-4 0,0 1 4 15,-1 1-6-15,1 1 2 0,0 1 3 0,0 2-3 0,1 1 8 0,0 0-6 16,0 1-3-16,1 0-5 0,1 1-10 0,-2 1-14 0,1-1 1 0,0 3-6 16,0-1 16-16,1 3 9 0,0 0-2 0,-1 0-5 0,0 0-15 15,1 0 0-15,1 0-13 0,0 1 7 0,0-3-12 0,0 0-13 0,0 0-17 16,-1-1-38-16,-2-1-44 0,2 0-81 0,-2-1-23 0,1-1-36 0,-1-1-64 16,0-1-98-16,0-2-194 0,0-1-164 0</inkml:trace>
  <inkml:trace contextRef="#ctx0" brushRef="#br0" timeOffset="93876.25">10601 9633 1434 0,'6'1'300'0,"0"1"-117"0,2-1-38 16,1-1-21-16,-1-1-18 0,-1-1-27 0,2-1-21 0,1-1-12 0,-1-2-10 16,-1 1 3-16,0-2-5 0,0-1-6 0,-1 0 6 0,1-3-7 0,0 0 1 15,0-2-10-15,-1 0-13 0,-2 0-5 0,1-1-5 0,-2 0 8 16,-1 2 8-16,-1-2-1 0,-2 1 5 0,-1-1-7 0,-2 1 2 0,0 1 3 15,-3-1 2-15,0 2 3 0,-1 0 11 0,-2 1-1 0,0 2 4 0,0 4-1 16,-2-1-6-16,0 4 11 0,-1 1 2 0,0 2 7 0,0 3 2 16,2 0-3-16,-1 3-4 0,0 1 1 0,2 2-7 0,0 1-1 0,1 2-3 15,3 0-3-15,-1 1 1 0,3 2-12 0,1 0-1 0,2 1 12 16,2 2-3-16,1 1 10 0,3 0-4 0,1 1-23 0,2 0-3 0,3-1-8 16,1 1 0-16,1-3 1 0,0-2 3 0,2-1-2 0,0-3-8 0,1 0-8 15,-2-3-8-15,2-1-18 0,2-1-24 0,-2-1-35 0,1-1-30 16,-1-1-31-16,0-1-33 0,-1-2-20 0,0 0-33 0,1-1-52 15,-2 0-111-15,1 0-323 0,0 1 45 0</inkml:trace>
  <inkml:trace contextRef="#ctx0" brushRef="#br0" timeOffset="94190.25">9873 10620 2268 0,'-1'4'207'0,"1"1"-30"0,0 1-21 0,1 0-7 0,1 0-3 0,0 2-21 15,0 1-21-15,2 1-15 0,-1 2-10 0,0 0-1 0,1 3-9 16,-1-1-12-16,-1 1-15 0,1 1-23 0,-1 1-9 0,1-1 7 0,0 3-1 15,-1 2 1-15,1 0 2 0,1 1-17 0,0-1-4 0,1 0 1 16,-1 0-3-16,0 0 2 0,0-1-10 0,0-1 0 0,1 0-13 16,0-2-26-16,-1 0-10 0,-1 0-18 0,0-2-11 0,-1-2 0 0,1-2-28 15,-1-3-13-15,-1-2-25 0,2-3-19 0,-1-1-10 0,0-2-29 0,0-3-50 16,-1-1-101-16,0-1-172 0,-2-3-359 0</inkml:trace>
  <inkml:trace contextRef="#ctx0" brushRef="#br0" timeOffset="94384.25">9755 10560 1509 0,'-2'-1'265'0,"1"0"-73"0,1 0-43 0,0 0-21 0,2 0-7 15,0-1-21-15,2 1-7 0,1 0-2 0,1 0-10 0,1-1-2 16,1 0-8-16,-1 0-20 0,4-1-12 0,0-1-8 0,1 0-4 0,0 1 4 16,0-2-5-16,2-1-5 0,0 1-9 0,1 0-3 0,0 0 1 15,0 0-1-15,0 0 0 0,0 0-13 0,-2 0-8 0,0 0-5 0,0 0-4 16,0 2 3-16,-1-1-18 0,0 1-40 0,-3 1-42 0,0 1-49 0,-3 0-54 15,0 1-68-15,-2 2-123 0,0 1-214 0,-2 1-208 0</inkml:trace>
  <inkml:trace contextRef="#ctx0" brushRef="#br0" timeOffset="94911.25">9832 10855 1523 0,'2'12'412'0,"2"0"-228"0,1 2-54 16,1-4-11-16,0-1 1 0,2-2-16 0,2 0-21 0,0-1-13 0,2-2-19 15,1-1 0-15,-1-2-10 0,3-1-14 0,-1-2-12 0,1-1-7 0,0-2-6 16,1-1-4-16,2-1 6 0,0-2-9 0,-2 0 1 0,2 1-6 16,-1-2-14-16,0-1-14 0,0 0-19 0,-1 0-17 0,0 1-12 0,-3-1-11 15,-1 0-18-15,1 0-11 0,-1-1-12 0,0 2-8 0,-2 1-8 0,1 0-10 16,0-1-9-16,-1 0-6 0,0 0 2 0,0 1 13 0,-2 1 22 16,1 1 23-16,-2 0 33 0,-1 0 25 0,-1 2 28 0,-2 0 30 0,0 2 28 15,-1 0 26-15,0 1 29 0,-1 1 27 0,-1 1 22 0,1 1 13 16,-1 1 7-16,0 1-2 0,-1 2-1 0,1 0 0 0,0 2-7 0,0 2-3 15,0-2-15-15,0 3-10 0,0 0-9 0,1 1 3 0,0-1-14 0,1 0-1 16,0 0-4-16,0 2-3 0,1 0 10 0,1 0-6 16,0 1-2-16,0-2-9 0,2 1-13 0,0-1-3 0,0-1-6 0,0 0-8 0,1-3-2 15,-1 0-6-15,1-2-7 0,-1 0 2 0,-1-1-9 0,0-2-4 16,1-1-1-16,1 0-8 0,-2-1 4 0,1 0-4 0,0-2-9 0,-2-1 2 16,1-1 3-16,0-2-5 0,-1-2 5 0,0 0 3 0,0-1-10 0,-2-1 2 15,-1 0 5-15,0-1-3 0,-2 1 2 0,0-1-5 0,-1 0-16 16,-1 0 2-16,-1 1-7 0,-1 1 12 0,0 2 3 0,-2-1-14 0,-1 1 4 15,-1-1-16-15,-1 1-2 0,-1 0-2 0,-1 2-9 0,-1 0 2 0,-1 1-1 16,1 0 15-16,1 2-3 0,0 0 10 0,1 1 2 0,0 1 1 16,0 2 6-16,1-1 1 0,1 4 8 0,1 0-6 0,2 2 4 0,0 1 1 15,2 1 2-15,2-1-6 0,0 1-3 0,1 1 4 0,2-2 5 0,0 2 27 16,3 1-2-16,1 0-2 0,0 0 0 0,2-1-12 0,0 2 5 16,1-2-2-16,2 0-6 0,0-1 1 0,0 0 0 0,1 0-2 0,0-2 2 15,0 0-5-15,1-1 5 0,2-1-9 0,-1-1 4 0,0-2 0 0,0 0-6 16,0-1 4-16,0-1-5 0,1-1-6 0,-1-1 6 0,-1 0-11 15,1-2-14-15,-2 0-19 0,0-2-32 0,0-1-32 0,-3 0-29 0,1-1-35 16,-1-1-41-16,-2-2-55 0,0-1-78 0,0-3-105 0,0 0-155 16,-1-2 21-16</inkml:trace>
  <inkml:trace contextRef="#ctx0" brushRef="#br0" timeOffset="95091.25">10615 10334 1639 0,'-1'-1'265'16,"0"1"-56"-16,0 2-45 0,1 2-5 0,-1 2-10 0,1 1-18 0,1 2-8 15,0 3-5-15,1 0-8 0,0 3-7 0,1 1-15 0,1 3-18 0,0 2-16 16,1 0-6-16,1 2-6 0,-1 0-3 0,3 1-8 0,0 2 5 16,0 0-8-16,2 3-5 0,0 1-1 0,1 2-10 0,0-1-7 0,0 1 14 15,0-2-9-15,0 1-3 0,-1-3 5 0,0-1-18 0,-2-2 2 0,0-3-11 16,-2-3-15-16,-1-3-34 0,0-3-53 0,-1-2-55 0,-1-1-71 16,0-2-67-16,1-3-99 0,-1 0-201 0,0-3-559 0</inkml:trace>
  <inkml:trace contextRef="#ctx0" brushRef="#br0" timeOffset="95427.25">11087 10617 1177 0,'4'-5'388'0,"0"-1"-180"0,0-1-42 0,-2 1-12 0,-2 0-13 15,0 2-21-15,-1-1-19 0,-1 0-6 0,-2 2-7 0,0-1 4 16,-2 2-5-16,0 1-16 0,-2 0-11 0,0 0-10 0,0 2-12 0,-2-1 1 15,0 2 1-15,-1 0-6 0,-1 1-3 0,1 1 1 0,-1 0-4 0,1 2 1 16,-1 0 3-16,1-1-7 0,1 3 4 0,-1 0 2 0,1 1 4 16,0-1-4-16,2 1-3 0,1-1-6 0,1 0-11 0,2-1 5 0,2 0-3 15,0 0-7-15,2 0 2 0,0 0-12 0,2 0 4 0,1 0 2 0,1-1-4 16,2 0-4-16,0-1-3 0,2 0-4 0,0 0-4 0,1-1 1 16,1 1-12-16,-1-1-3 0,1 1-2 0,-1 0-11 0,1-1-6 15,1 0-2-15,-1 0 6 0,0-1 3 0,1 2 19 0,-2 0-1 0,0 0 3 0,-1 0 6 16,0 1-3-16,-2 0 0 0,0 0-7 0,-3 1-17 15,1 0 4-15,-2 0-4 0,0 0-6 0,-2 0-4 0,-1 0-14 0,-1-1-8 16,0 0-4-16,-1 0 2 0,1 1 1 0,-2-1 4 0,1 0 0 0,-1 0-9 16,0-1-1-16,0 0-13 0,1 0-5 0,0 0-10 0,1 0-12 0,0-1-25 15,1-1-37-15,0 0-34 0,0-1-46 0,1-1-43 0,0-1-141 0</inkml:trace>
  <inkml:trace contextRef="#ctx0" brushRef="#br0" timeOffset="95796.25">11242 10630 1285 0,'8'-2'300'0,"-1"2"-99"0,3-1-50 0,-2 1-23 0,1 0-21 15,-1 0-36-15,1-1-13 0,-1 2-11 0,-1-1-3 0,1 0 2 0,0 0-6 16,-1 0-4-16,1-2-1 0,-1 0-5 0,0 0-1 0,0-1-2 16,-1 0 0-16,1 0-1 0,2-2 2 0,-1 0 3 0,0 0-10 0,0 0 0 15,-1-1-2-15,0 1 0 0,-1-2 8 0,-2 0 7 0,2-1-2 0,1 0-7 16,-1-1 7-16,0 0 1 0,0-1-2 0,0 0 0 0,-1 1-3 15,-1 1-6-15,0 0 6 0,-1 0-10 0,-1-1-6 0,-1 3-1 0,0-1-4 16,-2 0 0-16,1 1 2 0,-2 1-6 0,-1 1 3 0,0 1-5 16,-3 2-6-16,1 1 2 0,-2 0-1 0,0 3-5 0,-1 0-1 0,-1 3 4 15,0 0-1-15,-1 2 4 0,-1 1 3 0,0 0-9 0,-1 3 4 0,1 0 1 16,1 2 8-16,-1 0-3 0,1 0-2 0,1 2 6 0,1-1 0 16,1 1 7-16,2 0 11 0,1 1-3 0,2-1 1 0,3 0 4 0,1-2 0 15,2 1 4-15,1 0-4 0,2 0-5 0,1-2-1 0,1 0-7 0,2-2-3 16,2-1-5-16,0-2-8 0,2-1-5 0,1-2 11 0,0 0-4 15,-1 0 2-15,3-1 0 0,-1-3-12 0,1 0-12 0,1-2-9 0,1-2-19 16,1-1-15-16,0-2-6 0,0 1-9 0,-1-1 9 0,0-1-11 16,-1-1-16-16,-2 0-21 0,1-3-43 0,-1 0-36 0,-1 0-59 0,-2-1-87 15,0-1-103-15,-1-1-364 0</inkml:trace>
  <inkml:trace contextRef="#ctx0" brushRef="#br0" timeOffset="96512.25">9060 9371 1417 0,'10'-8'184'0,"2"-2"-63"0,4-2-15 0,1 0-1 0,0 2 8 16,2 0-11-16,4 0-16 0,0-1-8 0,4-1-6 0,0 0-4 16,4-1-3-16,-1 2-2 0,2-2-8 0,0 1-7 0,1 0-2 0,2-1 0 15,2 1-2-15,-1-2 4 0,2 2-7 0,2 0-2 0,0 1-2 0,1 1-1 16,3-1 4-16,-1 0-2 0,1 0 0 0,1 2-3 0,3-1-1 16,-1 2-6-16,1-1-3 0,1 1-2 0,1 0 1 0,1 2-1 0,0 0 1 15,2 1-6-15,-1 1-2 0,2 2-1 0,0 1 3 0,1 2-9 0,1 2-5 16,0 3-2-16,1 1-8 0,-1 3 2 0,-2 2 6 0,1 2-4 15,0 0 1-15,-2 4-3 0,0 1-3 0,-1 2 8 0,-1 3-1 0,-1 1 0 16,-1 0-10-16,-1 3 2 0,0 0-3 0,0 2-1 0,-3 2 8 16,0 3-3-16,-1 1-2 0,1 2-4 0,-2 3 13 0,-1 1-2 0,-1 0 2 15,-3 3 7-15,-1-1-16 0,-2 0 2 0,-2 2-4 0,0 3 2 0,-4-1 0 16,-2 1-7-16,-3 0 4 0,-1 1-3 0,-3 2 3 0,-3 0 5 16,-3 0 2-16,-3 2 1 0,-4-2-3 0,-2 2 2 0,-3 0-1 0,-3 1-1 15,-3 1 7-15,-3-1-5 0,-4-1-6 0,-4-1 6 0,-3 0-14 0,-3 0 13 16,-4-1 10-16,-2 0-6 0,-2-2 14 0,-2-2-8 0,-3 0-1 15,1-2-1-15,-3 0 3 0,-3-3-1 0,-1-1-2 0,-2-3-4 0,-2-2 4 16,-1-2 0-16,-1-2-1 0,-2-3 6 0,-3-3-17 0,-1-3 26 16,-1-5 1-16,-1-2 1 0,-1-2 14 0,0-4-16 0,-3-4 6 0,0-2 5 15,-1-2 4-15,-1-3-2 0,0-2-5 0,0-2 3 0,-3-3 14 0,0-3 3 16,-1-4-1-16,-1-2 11 0,0-3-16 0,-2-2-4 0,1-4 4 16,0-3-11-16,1-3-4 0,1-2-2 0,0-3 1 0,2-1-3 0,1-2-3 15,2-4-12-15,2-1-2 0,0-3-4 0,2-3-8 0,1-3-2 0,2-2-27 16,4-2 1-16,2-1-14 0,4-2-18 0,2 1-14 0,0-2-46 15,5-2-35-15,0 0-27 0,4-1-29 0,2-2-60 0,3 0-97 0,1 1-179 16,3-1-512-16</inkml:trace>
  <inkml:trace contextRef="#ctx0" brushRef="#br0" timeOffset="97832.25">13324 3429 1365 0,'-3'0'352'0,"0"3"-322"0,0 4-16 0,3 4-15 16,2 3 0-16,1 3 1 0,2 4 1 0,-1 2 2 0,2 3-5 0,0 0 5 15,1 2-2-15,-1 0 3 0,1 4 4 0,-1 1 1 0,0 5 6 0,0 2 0 16,1 2-1-16,0 5 6 0,3 1-4 0,0 2 6 0,1 4 5 0,2 1-1 15,-2 6 6-15,2 1 5 0,1 5 2 0,0 2 1 0,0 3-10 16,-1 3-4-16,2 3-1 0,1 4-4 0,-1 4 4 0,1 1 0 16,2 4-2-16,1 3-8 0,-1 4 6 0,2 4 3 0,-1 4-3 0,0 4 8 15,2 4-2-15,-2 2 1 0,0 2 9 0,-2 6 6 0,1 1 5 0,0 4 6 16,-1 3-5-16,0 2-2 0,-2 5-2 0,0 2-6 0,-1 3 1 0,1 3-2 16,-1 3-6-16,0 3-3 0,-3 1-9 0,1 2 2 0,1 1 2 15,-1 4 2-15,1 0 5 0,-1 3-2 0,1 1-1 0,0 3 2 0,1 2-4 16,1-1 1-16,-2 1-4 0,2 1 0 0,-2-2-2 0,1-1 2 0,0-2 2 15,1-1 2-15,1-2 11 0,0 0-7 0,-1-4 8 0,1-3-12 16,0-5-12-16,-1-5-2 0,0-2-6 0,-1-5 3 0,1-4-1 16,-1-3-4-16,-1-6 3 0,1-2-1 0,-2-5 6 0,0-6 2 0,-1-4-7 15,0-7-4-15,-3-6-4 0,0-3-8 0,0-8-1 0,-2-5-21 0,0-5-33 16,-1-9-56-16,-2-3-66 0,-1-6-102 0,0-6-111 0,-2-4-166 16,-2-5-240-16,-2-5-61 0</inkml:trace>
  <inkml:trace contextRef="#ctx0" brushRef="#br0" timeOffset="98860.29">2658 6342 805 0,'-7'-1'259'0,"0"0"-166"0,-2-1-21 0,4-1-15 15,2 1-12-15,1 0-12 0,2 0-17 0,0 0-7 0,-1 0-4 0,1 1-3 16,0 0 1-16,0 1 1 0,-1 0-3 0,0 0 2 0,0 1 1 16,-1 0-2-16,2 1 3 0,0 0 2 0,0 0 1 0,0 0 3 0,0 0 2 15,2-1 0-15,-1 1 9 0,4 0-2 0,-1-1 6 0,2 1 5 0,2-1-3 16,0-1 8-16,2 0 3 0,3-1 2 0,2 0 5 0,3 0-3 16,0 0-7-16,4-1-2 0,1 0-6 0,2 0-2 0,3-2 2 0,1 0-7 15,4 0 1-15,3 0-4 0,3 0-4 0,3 0-3 0,2-1 1 16,0-1 1-16,4 0-1 0,2-1 7 0,1 0-5 0,5-2-1 0,0 0 5 15,3-1-5-15,3-2 3 0,2 1 0 0,3-2 0 0,1-1 1 0,3 2 1 16,0-3-5-16,4 1 1 0,1 0-5 0,1-1 3 0,3-2 0 16,1 0-6-16,2-1 0 0,1 1-2 0,3-1 4 0,1 0 1 0,3 2 4 15,1 0-2-15,4 0-4 0,-2 1-2 0,5 2 1 0,1 0 2 16,0 1 2-16,4 2 6 0,1 0-7 0,1 2 3 0,2 2-6 0,1 1-3 16,-2 0 5-16,3 3 0 0,3-1-2 0,-1 2-1 0,2 2 1 0,0 1-3 15,-1 1 5-15,2 0-5 0,2 0-1 0,1 0-1 0,1-1-2 16,1 0 2-16,4 0 1 0,2-1-1 0,1 0 5 0,2-2 2 0,2 0 6 15,3-2-3-15,1 1-1 0,1-2 7 0,3 0-1 0,0 1 5 0,1-1-7 16,2 0-1-16,0 0-2 0,1 0 5 0,1-1 8 0,3 1-4 16,-1 0-1-16,2 1 1 0,0-1-2 0,2 1-2 0,-2 0-1 0,3 0 0 15,1 0-5-15,2 2-4 0,1-1 4 0,2 1-7 0,0 0 2 16,1 1 2-16,-1 0-2 0,1 1-3 0,2 1-1 0,-1 0 4 0,1 1 2 16,0 1-2-16,0 0 0 0,3 0-2 0,0-1-1 0,0 1 1 0,2-2-4 15,1 0 1-15,1 0 0 0,1-2 3 0,1 0 6 0,-2-1-1 16,2-1 0-16,1-1-1 0,0-1-2 0,1 1-1 0,-1-1 2 0,2 0 6 15,0 0-2-15,1 1 0 0,-1 0-3 0,0 0 3 0,-1-1 2 0,2 1 0 16,0-1-3-16,0-1 0 0,1 1-3 0,-1 0 3 0,1 2-2 16,-1-1-5-16,2 1 3 0,-1-1 3 0,-1 0-2 0,-2 1-6 0,0 1 1 15,-1 0-4-15,-3 0 8 0,0 0-3 0,-4 2-4 0,-4 0 2 0,-3 0-9 16,-3-1 8-16,-2 2-5 0,-4 0 5 0,-1 1-8 0,-3 1-3 16,-5-1-15-16,-4 0-23 0,-4 0-29 0,-4 1-47 0,-7-1-39 0,-6 0-50 15,-6 0-43-15,-6-1-54 0,-7-1-98 0,-4 0-83 0,-9-3-175 0</inkml:trace>
  <inkml:trace contextRef="#ctx0" brushRef="#br0" timeOffset="99624.29">2814 7794 2274 0,'-16'-15'100'0,"2"-3"-44"0,1-3-23 0,8 4-18 0,5 1-5 15,4 0-18-15,3-1-11 0,3 3 10 0,5 0-3 0,0 2 10 16,3 1 4-16,1 1-15 0,3 1 2 0,3 2 2 0,3 0 2 0,3 1 2 16,5 0 2-16,3-1 1 0,4 1 2 0,2-1-1 0,3 0 2 0,3 0-4 15,4 1 2-15,2-1 2 0,4-1 2 0,3 0 0 16,3 0 4-16,2-1-1 0,5 0 1 0,2 0 6 0,2 0-3 0,6 0 1 0,2 0 0 16,2 1 3-16,4 1-3 0,0 0 6 0,5 0 2 0,4 1 3 0,1 0 11 15,4 1 1-15,4 1 2 0,0 0 3 0,3 2-8 0,1 0-5 16,2 2-3-16,2 0-2 0,4 1-6 0,1 0-1 0,2 1-6 0,3 1 3 15,3-1-2-15,4 1-4 0,1 0 1 0,5-1-2 0,2 0 4 16,1 1-3-16,4-2-2 0,5-1 1 0,1 1-1 0,2-2-1 0,5 0 0 16,1-1 1-16,5-2-3 0,2 1 7 0,1-2-1 0,-1 1-2 0,1-2 4 15,2 0 2-15,5-1 2 0,0 1 0 0,1 0 2 0,2-1 3 16,1 0 5-16,3-3 2 0,3 0 3 0,1-1-2 0,2-1-6 0,0 0 0 16,4 1-2-16,1-1 3 0,2-1-3 0,3 0 1 0,0-1-4 0,3 1-2 15,4-1 1-15,-3 1 1 0,5 0 0 0,0 0-3 0,2-1 1 16,1 0-5-16,2 1 1 0,0 1-1 0,2 2 0 0,-1-2-2 0,-1 1-3 15,-1-1 0-15,0 0-11 0,-1 2 4 0,1-2 1 0,-4 2 0 0,0 1 21 16,-1 1 2-16,-3-1-1 0,-1 2-1 0,0 0-10 0,-4 0 0 16,-1 1 0-16,-3 0-5 0,-4 1-2 0,-2-1-3 0,-4 1-5 0,-4 2 7 15,-2 0-1-15,-6 2 4 0,-5 0-4 0,-5 0 4 0,-5 2-4 16,-5 0-2-16,-6 2-1 0,-7 1-6 0,-6 0-2 0,-6 1 1 0,-6 0 3 16,-6 1-8-16,-6 0-10 0,-8 0-17 0,-10 0-20 0,-6 0-19 0,-10 0-33 15,-7-1-23-15,-7 0-18 0,-8-1-18 0,-8 1-6 0,-6-1-15 16,-9-1-32-16,-6-1-64 0,-8-1-69 0,-9-1-112 0,-9-1-120 0</inkml:trace>
  <inkml:trace contextRef="#ctx0" brushRef="#br0" timeOffset="100574.3">2409 9160 2202 0,'-1'-4'104'0,"1"1"-83"0,2-2-29 0,6 1 5 16,4-1 2-16,3 0 1 0,3-1 1 0,2 1-7 0,3 1-3 0,2 0-1 15,-1 1-2-15,3 2-2 0,-1 1 4 0,2 1 4 0,1 2-3 0,4 0 3 16,1 1 0-16,2 0 3 0,-1-1 0 0,3 1 2 0,0 0-1 16,2-1 4-16,2 0-2 0,2 1 1 0,0-2 1 0,1 0 4 0,1 0 8 15,0 1 6-15,0-1 7 0,3 1 4 0,0-1 2 0,2 1 1 0,2-1 1 16,-1 1-4-16,4-1 0 0,1 1-6 0,2 0-6 0,2 0-2 15,2-1-3-15,1 1-4 0,3-1 1 0,0 0-6 0,3 1-7 0,1-1 7 16,1 0-8-16,3 0-2 0,2-1 2 0,0 0-2 0,4-2 7 16,0 0-1-16,0-2 1 0,3 0-1 0,1-1-4 0,-1 2-5 0,3-1 0 15,0-1 1-15,2-1 10 0,1-2 0 0,1 1 6 0,-1-2-10 0,0 1 1 16,2-1 3-16,2 0 0 0,1 1 10 0,-1-2 1 0,1 0-4 16,0 2-9-16,1 1 6 0,1 0-9 0,-1 0 7 0,3-1-2 0,-2 0 4 15,3 0-12-15,0 0 0 0,-1-1 3 0,1 0-7 0,-1 0 14 0,2 0-4 16,0 1-1-16,1-1-1 0,0 0-6 0,1 0 4 0,1 0 3 15,0 0 2-15,0-1-6 0,2 0 4 0,0-2 2 0,2 1-10 0,1-2 3 16,1 1-3-16,3 0 5 0,-2 1 13 0,0 1-1 0,2-1 1 16,0 0-10-16,-1-1 0 0,4 1 1 0,-3 0 1 0,1 1 1 0,0 0 0 15,-1 0-1-15,1 1 0 0,-1 1-4 0,0 0 4 0,3-1-1 0,-1 1 2 16,0 1 4-16,1 0-4 0,-2 0-1 0,2 1 9 0,0 0 3 16,1 0 12-16,1 1-3 0,-1 0-4 0,1 1-4 0,-1-1-3 0,0 1 6 15,2 0-2-15,-1 0-4 0,0 1-1 0,0 1-6 0,1 1 4 0,1-1 1 16,2 0-5-16,-2-1-2 0,1 0 2 0,0 0-3 0,1-1 4 15,3 0 1-15,-3 2-5 0,1-1-1 0,-1 1-2 0,-1 0 1 0,2 0-5 16,0 0 3-16,-1 0 5 0,1 1-4 0,1 0 6 0,-1 0-5 16,4 0 3-16,-2 0 1 0,1 0 2 0,1-1 1 0,0 0-4 0,2-1 4 15,0 0-5-15,0-1-1 0,1 0 10 0,-1 0 4 0,1 0 0 0,-1 0 4 16,-1 0-1-16,0 1-2 0,-1 0 4 0,1 1 3 0,0-1 1 0,-1-1-3 16,0 0-7-16,0 0 1 0,-2 0-4 0,2 2 1 0,-3-1-1 15,1 2-3-15,-1 0-1 0,-2 0-1 0,1 0 4 0,-1 0-5 0,1 0 4 16,-1 0-2-16,-1 1-3 0,-3 1 3 0,-1 0 0 0,-2-1 0 15,-1 1-1-15,-1 0-1 0,-3 0-5 0,0 1 2 0,-2-1-1 0,-1 0 1 16,-2 1-4-16,-2-1-1 0,-3 1-1 0,-3 0 6 0,-3-1-4 16,-3 2 4-16,-2 0-4 0,-1-1-1 0,-5 1 3 0,-3 0-7 15,-4 0-4-15,-6 1-12 0,-3 0-12 0,-4 1-30 0,-3-1-31 0,-5 1-45 0,-3-1-41 16,-6 0-38-16,-4 1-41 0,-3-2-56 0,-7 0-87 0,-5-1-115 0,-6-2-197 16</inkml:trace>
  <inkml:trace contextRef="#ctx0" brushRef="#br0" timeOffset="128525.98">14474 5077 1005 0,'0'0'307'0,"1"-1"-104"0,1-1-17 16,1-1-3-16,0-1-12 0,-1-1-30 0,0 0-30 0,1 0-23 15,1-2-17-15,-1 1-4 0,1-1-8 0,0-1 0 0,1-1 1 0,-1 0-6 16,1 0-3-16,-2 0-8 0,0-2-8 0,0 1-4 0,0-3-6 0,1 0-3 16,-2-1-1-16,1 2-6 0,-1 0 4 0,-1-1-4 15,1 0 8-15,-2 1 1 0,-1 0-6 0,0 0 4 0,-2 0-1 0,1 1 4 16,0 0 7-16,0 1 3 0,-1 2 4 0,0 2 6 0,0 1 1 0,-1 1-1 16,1 3-3-16,0 0-1 0,1 3-6 0,0 0-5 0,-1 2 2 15,-1 1-2-15,1 2 2 0,-1 1-4 0,2 2 1 0,-1 0-3 0,1 2 3 16,0 1-4-16,1-1-8 0,1 3 1 0,0 0-6 0,1 1-5 0,1-1 7 15,0 1-8-15,1 1 0 0,0 0-1 0,2-1-5 0,2 2 2 0,0-1-2 16,3 1 2-16,-1-2-2 0,0 2 0 0,1-2-17 0,0-2 1 16,0 2 3-16,-1 0 5 0,2 0 20 0,0 0-5 0,-1-1-1 0,1 1-10 15,-1-1 0-15,1-1 0 0,-1 0-3 0,-1-1 7 0,0 0-6 0,-1-2 4 16,0 0 2-16,-1-1-4 0,-2 0 0 0,-1-1 4 0,-1-1-6 16,-1 0 3-16,0-1 4 0,-2-3-2 0,0 0 2 0,-1-1-1 0,-1 0 0 15,0-2-7-15,0 0-11 0,-1-1-8 0,0-1-5 0,-1-1-5 16,-2-1-2-16,-1-1 0 0,0 0-9 0,-2-2-14 0,2-1-13 0,-1 0-17 15,0 0-18-15,0 1-13 0,0 0-12 0,1 0-11 0,0 1-21 0,0 1-41 16,1 1-51-16,0 1-81 0,0 1-104 0,1 1-127 0,1 0-81 0</inkml:trace>
  <inkml:trace contextRef="#ctx0" brushRef="#br0" timeOffset="128713.98">14787 5293 1840 0,'5'4'318'0,"3"1"-96"0,2 3-20 0,0-1-5 0,1 0-26 0,1 1-35 16,-1 0-35-16,1 0-28 0,1 1-10 0,-1 3-11 0,2 0-10 15,-2 2-7-15,1 0-15 0,0 1-5 0,0 1-6 0,-1 0-7 0,1 0-4 16,-1 1 0-16,0 0-1 0,-2 1-14 0,0-1-29 0,-2 3-70 0,1-1-82 16,-2 0-108-16,-1 2-386 0,-1 1-661 0</inkml:trace>
  <inkml:trace contextRef="#ctx0" brushRef="#br0" timeOffset="129293.98">15232 5074 1124 0,'-1'-1'504'0,"0"0"-279"0,-1 0-25 15,2 0-9-15,1 2-2 0,0-1-16 0,1 1-19 0,0-1-10 0,2 0-6 16,0 1-3-16,1-1-4 0,1 1-13 0,-1-1-3 0,2 1-10 0,0-1-14 16,0 0-5-16,4 0-8 0,0-1-13 0,2 0-4 0,0-1-11 15,1-1-32-15,0 0-18 0,2-1 0 0,1 0 0 0,-1 0 0 0,2-2 0 16,0 0 0-16,0 1 0 0,1-1 0 0,0-1 0 0,1-1 0 0,-2 0 0 16,1 1 0-16,1 0 0 0,-2-1 0 0,1 1 0 0,-1 0 0 15,-2 0 0-15,0-1 0 0,0 0 0 0,-2 1 0 0,0-1 0 16,-3 1 0-16,2 0 0 0,-2 2 0 0,-1-1 0 0,0 1 0 0,-3 0 0 15,1 1 0-15,-2 0 0 0,-2 0 0 0,0 1 0 0,-1-1 0 0,-2 1-68 16,0 1-50-16,0-1-22 0,-2 1-42 0,1-1-39 0,-1 0-45 0,0 0-58 16,0 0-80-16,0 0-154 0,0 0-540 0</inkml:trace>
  <inkml:trace contextRef="#ctx0" brushRef="#br0" timeOffset="130693.98">16284 4686 843 0,'-3'1'260'0,"1"0"-59"16,-1 0-5-16,0-1 5 0,0 1-17 0,1-1-10 0,-1 1-20 0,1-1-19 16,-1 1-12-16,1-1-4 0,-1 1-8 0,0-1-1 0,1 0-1 15,-2 0-14-15,0 0 0 0,0 0-7 0,0-1-6 0,0 0 4 16,0 0-6-16,0 0-6 0,1-1-5 0,1 0-5 0,0-2-5 0,1 0-8 0,1-1-1 16,1 0-5-16,0-1-4 0,2-1-4 0,2-2-4 0,1-1-3 15,1-1-12-15,1-2 6 0,2 0-4 0,2-1-4 0,1-1 2 0,2 1-18 16,1 0 0-16,0 0 0 0,0 0 0 0,1 2-2 0,-2 1 2 15,1 3 0-15,1 1 2 0,-1 1-2 0,-2 2 0 0,1 2 0 0,0 2 0 16,0 3 0-16,-2 1 0 0,0 3-8 0,-1 1 2 0,0 1 6 16,0 4 2-16,-1 2-2 0,-2 1 8 0,1 0-10 0,-2 3 4 0,-2 1-2 15,0 1-12-15,-2 1 8 0,-1-1-6 0,-1 1 2 0,0 0 6 0,-2 2-4 16,0-1 4-16,-1 2-2 0,0-1 6 0,-1 0 0 0,-1-1-2 0,-1-1 2 16,1-1-6-16,-1 0 4 0,0-1 0 0,1 1-2 0,0-1 10 15,-1-2-8-15,1-1 0 0,1-1 2 0,0 0-6 0,2-3 8 0,1-1-4 16,0-1 4-16,2-3-22 0,0-2 2 0,1-1 0 0,0-3-4 0,2 0 22 15,0 0-4-15,0-3 0 0,1 0-4 0,0-1-11 0,1-1 11 16,2-2-14-16,0-2-1 0,1-2 1 0,0-3-21 0,-1-2 2 0,0 0 1 16,1-2 0-16,1-1 3 0,0 1 11 0,0 0-1 0,-1 0 8 15,1 2 0-15,-2 0 4 0,0 4 2 0,-2-1 5 0,0 1 0 0,0 1 5 16,-2 1-3-16,1 1 4 0,-1 2-2 0,0 1 6 0,1 1-1 0,-1 0-3 16,0 1 0-16,0 1 4 0,1 2-2 0,-1 0 0 0,-1 2 2 15,1-1-12-15,-1 2 1 0,1 1 7 0,0 0 0 0,0 0 2 0,0 1 3 16,1-1-3-16,1 1 2 0,-2 0-2 0,2 0 1 0,1 0-1 0,0 0-4 15,1-3 2-15,0 0-3 0,1 0 3 0,-1-2 2 0,2 0-4 16,1-1 2-16,0-2-2 0,1 0 0 0,-2-2 2 0,1 0 4 0,1-2-4 16,-1 0 0-16,-1-2 0 0,0 0 0 0,0 0 5 0,-1-2-5 15,-2-1 6-15,0 1 0 0,-1-3 3 0,-1 1 6 0,0-1-2 0,-1-1 6 16,0 0-2-16,-2-2 4 0,-2 2 0 0,-1 0 0 0,-2 3 6 0,-2-2 2 16,-2 1-4-16,-1-2 8 0,-1 1-10 0,-1 2 1 0,1-2-5 15,-3 0 1-15,-1 1-4 0,0 0-5 0,-2 1-1 0,1 1-2 0,-2 1 0 16,0 1 0-16,1 2 0 0,-1 2-6 0,1 1 6 0,-1 2-8 15,1 1-2-15,0 2 2 0,1 2-4 0,2 1 6 0,-1 3-8 0,-1 2 2 16,3 2 0-16,-1 1-6 0,0 2 10 0,3 0-12 0,-1 1-2 0,1-1-1 16,2 3-17-16,1 0-9 0,1 0-33 0,2-1-21 0,3 0-28 0,1-1-27 15,4-2-19-15,1-3-26 0,3-1-20 0,2-2-35 0,2-2-41 16,0-2-57-16,2 0-79 0,1-2-83 0,0-1-237 0</inkml:trace>
  <inkml:trace contextRef="#ctx0" brushRef="#br0" timeOffset="130968.98">17284 4760 1206 0,'8'-6'463'0,"1"1"-206"0,2-1-50 15,-2 3-24-15,0 0-11 0,-1 2-19 0,0 1-23 0,0 1-18 16,1 1-14-16,0 1-12 0,-1 1-8 0,1 0-11 0,0 2-8 16,-1 1-11-16,1-1-1 0,0 1-9 0,0-1-5 0,2 0-5 0,-1-1-8 0,1 1-5 15,-1 0-4-15,0-1-2 0,1-1-1 0,0-1 1 0,-1 0-15 16,1-2 1-16,-1-1-5 0,1-1 3 0,0-1 14 0,0-1 5 0,0-2 1 16,-1 0 0-16,0-2 5 0,-1-1 3 0,-1-3 7 0,-1-1 8 0,-1-2 2 15,-1-1 6-15,0 2 2 0,-1-3-2 0,0-1-3 0,1-1-4 16,-4 2-6-16,1-2-1 0,-2 0-3 0,-1 1-7 0,-1 0-2 0,-2-1-2 15,-2 0 0-15,-1 2-6 0,-2-3-6 0,-3 0-4 0,-1 2-4 16,-2-1 12-16,-2 2 4 0,-1 2-12 0,0 2 0 0,0 0 0 0,-1 3 0 16,-2 2 0-16,2 2 0 0,0 3 0 0,0 3 0 0,1 3 0 0,1 2 0 15,0 2 0-15,2 3 0 0,1 2 0 0,1 2 0 0,2 2 0 16,0 1 0-16,2-1-10 0,1 4 2 0,0 0-10 0,2 0-28 0,0 2-19 16,2 0-29-16,2 0-29 0,1 0-38 0,2 0-46 0,1-1-51 0,2 1-63 15,3-2-97-15,2-1-200 0,0-3-527 0</inkml:trace>
  <inkml:trace contextRef="#ctx0" brushRef="#br0" timeOffset="131165.98">17974 4894 1646 0,'-1'10'794'0,"0"1"-575"0,1 5-34 0,0 0-7 0,1 0-6 16,-1 1-27-16,1 3-32 0,0 2-43 0,1 0-27 0,0 1-26 0,1 1-2 15,0 0-8-15,1 1 1 0,0 1 5 0,1 0-8 0,-1 1-5 0,1-3-1 16,0 0 4-16,1-3-12 0,-1-1-17 0,1-2-64 0,0-1-87 16,0-3-32-16,-2-1-68 0,1-2-98 0,-1-1-228 0,0-2-617 0</inkml:trace>
  <inkml:trace contextRef="#ctx0" brushRef="#br0" timeOffset="132089.98">18778 4503 380 0,'-3'-4'262'0,"1"-2"-77"0,-1 0 14 0,1 0 2 0,0 1-10 16,0 1-20-16,1 1-18 0,-1 0-12 0,1 1-5 0,-1 0-4 0,1 0-13 15,0 1-2-15,0 1-13 0,-1 0-15 0,2 2 1 0,0-1-12 0,-1 1 1 16,1 1 9-16,-1 0-9 0,1 2 8 0,1 1-4 0,0 1-5 15,-1 2-3-15,2 1-2 0,-1 2-7 0,2 2-6 0,0 1-2 0,1 2-13 16,0 2-11-16,1 2-6 0,1 2-9 0,-1 4-5 0,1 1 3 16,2 4-7-16,-1 2-5 0,0 3-1 0,-1 0-4 0,0-1 0 0,1 0-2 15,-1-1 2-15,1 0-2 0,0-1-2 0,0 0 3 0,-2-4-22 0,1-1 0 16,-2-3-9-16,1-2-21 0,0-2-9 0,0-1-38 0,-1-3-45 16,1-3-30-16,0-3-40 0,0-1-31 0,0-3-58 0,1-3-93 0,-1-1-170 15,1-3-397-15</inkml:trace>
  <inkml:trace contextRef="#ctx0" brushRef="#br0" timeOffset="132446.98">19123 4435 1739 0,'-1'5'148'0,"-1"1"0"0,1 3 1 0,-1 1 9 0,1 2 2 16,0 1-19-16,1 5-21 0,0 1-19 0,1 2-13 0,1 1-8 0,-1 2-5 15,2 0-4-15,2 2-9 0,0 1-8 0,1-3-11 0,1 2-8 0,0-2-4 16,1 1-13-16,0-2-7 0,0-1-4 0,0-3 0 0,2-3-3 0,1-3-2 16,0-1 0-16,1-2-10 0,0-2-1 0,1-2-2 0,1-2-5 15,0-1-8-15,1-2-14 0,-2-2-16 0,1-1-8 0,-1-2 0 0,-1-3 11 16,-1 0 9-16,-2-2 11 0,1-2 10 0,-1-1 9 0,-1-2 2 16,0-2 3-16,-2 0 7 0,-1-1 2 0,0-1 6 0,-1 0 13 0,0-1 5 15,-1 2 5-15,-1 0 13 0,-1-1 1 0,-1 2 8 0,0 0-3 0,-1 1 6 16,-1 0 0-16,0 2-5 0,-1 0-3 0,2 3-9 0,-2 2-4 15,1 2-3-15,0 3-6 0,0 2-3 0,0 2-6 0,0 2-4 0,0 1 0 16,0 3-5-16,0 2 7 0,-1 2-5 0,1 2-7 0,0 1 7 0,1 3-14 16,0 1 6-16,1 0-6 0,1 3-5 0,-1 2-5 0,1 0-12 15,1 1-25-15,0-1-43 0,1 1-36 0,0-2-41 0,2-3-41 0,1-1-30 16,1-2-62-16,3-2-112 0,1-2-185 0,2-1-396 0</inkml:trace>
  <inkml:trace contextRef="#ctx0" brushRef="#br0" timeOffset="132592.98">19788 4969 1718 0,'4'6'382'0,"0"1"-199"0,2 5-17 16,0 0 9-16,-1 1 0 0,2 1-10 0,-1 0-35 0,-1 2-46 15,1 1-23-15,-1 1-4 0,1 2-18 0,0 3 8 0,0 0-12 0,1 2-18 16,0 1-3-16,-1 0-10 0,1 0-4 0,-1-2-15 0,0 0-7 0,-1 1-34 16,0-2-52-16,-2 0-76 0,0-2-102 0,-1-1-153 0,0-1-299 15,0-2-365-15</inkml:trace>
  <inkml:trace contextRef="#ctx0" brushRef="#br0" timeOffset="152427.51">14723 6559 1163 0,'0'-1'293'16,"0"0"-109"-16,1 0-27 0,1 0-7 0,-1-1-8 0,0 0-7 0,-1 1-17 16,1-1-10-16,0-1-4 0,0 1-12 0,1 0-1 0,-1-1-9 0,0 0-13 15,1-1-4-15,-1 0-3 0,1-2-5 0,-1 0-1 16,1-1-7-16,0 0-10 0,0-1-4 0,0-1-8 0,-1 0-2 0,1-1-7 0,1 0-4 16,-2 0 3-16,2-1-10 0,-1-1-9 0,0-1-3 0,0-1 3 15,0-1-2-15,1 3 17 0,-1-2 3 0,0 1-7 0,0 0 2 0,-1 0-11 16,1 0 0-16,-1 1 4 0,0 1-4 0,0 1 2 0,-1 1 3 0,1 3-3 15,0 0 0-15,0 1 5 0,-2 2-7 0,1 0 4 0,-1 1 1 16,0 1-1-16,0 0 3 0,0 1-1 0,1 2-4 0,0 0 1 0,-1 1-1 16,1 0 4-16,0 2-1 0,0 0 2 0,1 0 3 0,0 2-7 0,1 1-1 15,-1 0 4-15,2 1-1 0,-1 0 3 0,1 0 1 0,1 1 4 16,1 0-9-16,1 1-6 0,0-1-4 0,1 1-3 0,0 1 5 0,2-1 15 16,0 1 0-16,0 0 2 0,1 0-7 0,0 0-2 0,1-1 3 0,-1 1-10 15,1 0 4-15,-1 0-4 0,0 0-3 0,1 0 6 0,0-1-4 16,0 1 2-16,0-1-1 0,-2 0-3 0,0 0 2 0,0-1-1 0,-2 2 5 15,-1-1 0-15,-1-1-8 0,-1-2 5 0,0 0 1 0,-1-1 0 16,0-2 4-16,-2 2 2 0,-1-2-8 0,0 0 0 0,-2 0-5 0,-1 0 0 16,0 0-6-16,-1-1-3 0,-1 0-1 0,0-1-3 0,0-1 6 0,0-1-4 15,-1 1 4-15,1-2 1 0,-1 0 6 0,-1-1 5 16,1 1 8-16,-1-1-4 0,1 0-4 0,-1 0 12 0,0 0-12 0,0 0 8 0,-1 1 3 16,1-1-7-16,1 0 7 0,2 1-1 0,-1 0-1 0,0 0 6 15,2 0-9-15,-1 1 5 0,1-1-3 0,1 0-3 0,1 1 9 0,0-1-10 16,0 0 7-16,1 0-5 0,0 0-2 0,1 0 5 0,0 0-1 0,0-1 7 15,1 1-6-15,1 0-1 0,1-1-6 0,0-1 6 0,0 0-4 0,1-1 3 16,1 0-1-16,0 0-2 0,2 0 0 0,-1 0-7 0,1-1 3 16,0 0-3-16,0-1-4 0,0 1-18 0,0-2-29 0,0 2-44 0,-1-3-56 15,1 1-50-15,-1 0-58 0,1-1-83 0,1 0-156 0,0 0-616 16</inkml:trace>
  <inkml:trace contextRef="#ctx0" brushRef="#br0" timeOffset="152613.51">15294 6587 1784 0,'2'4'273'0,"0"0"-71"0,1 2-4 0,0-1-3 0,1-2-23 15,-1 1-36-15,1-2-35 0,0 0-31 0,0 0-21 0,0-2-8 16,-1 0-16-16,-1 0-11 0,1-1 2 0,0-1-9 0,-2 0 0 0,2-1-3 16,0-1-15-16,-2 0-7 0,2-1-19 0,-1 1-30 0,1-1-33 0,0 0-53 15,0-1-41-15,0 1-49 0,-1-1-72 0,0 2-118 0,1-1-227 16,-2 0-133-16</inkml:trace>
  <inkml:trace contextRef="#ctx0" brushRef="#br0" timeOffset="153097.5">15492 6274 1529 0,'-3'-2'400'0,"1"0"-174"0,-1 0-29 0,0 1-16 0,1-2-10 0,1 1-21 16,0-1-20-16,-1 1-18 0,1-1-12 0,0 0-13 0,1-2-11 16,1 1-9-16,-1-1-8 0,2 0-2 0,0-1-8 0,0 0-8 0,1 0 1 15,1-1-14-15,0 0 1 0,1 1-2 0,1-2-10 0,0 1 2 16,0 0-3-16,1 0-9 0,-1 1 3 0,1 0-2 0,1 1-2 0,0 0-3 16,0 1 1-16,0 1-2 0,0 1-2 0,0 0 4 0,1 0-8 0,1 2 2 15,-1 0-3-15,1 2 5 0,0 0 1 0,0 1 1 0,-2 1-2 16,2 0-13-16,0 1 1 0,-1 0-3 0,0 1-1 0,-1 0 3 15,1 0 5-15,-3 1-3 0,1 1-5 0,-1 0 11 0,-1 0-9 0,-2 1-1 0,-1 1 2 16,-2 0-14-16,1 1 3 0,-2 0-5 0,0-1-1 0,-2 2 2 16,-2 1-3-16,0-1-4 0,-2 1 3 0,0-1-15 0,-1 0 3 0,-1 1 8 15,0 0 9-15,0 1 21 0,1 0 3 0,-1 0 5 0,1-1-10 16,1 0 5-16,0-2 3 0,1 1 5 0,0 0 6 0,1-1-4 0,1 1 6 16,0-2 3-16,2-1 2 0,1 0 6 0,1-1-1 0,0 0 5 15,1-1-1-15,1-1 3 0,0 0-3 0,2 0-2 0,-1-2 3 0,2 0 2 16,0 0-10-16,1 0 7 0,-1 0-3 0,2-1-5 0,-2 0 2 0,3-1-6 15,1-1-3-15,0 1-3 0,0-2 3 0,1 1-5 0,0 0-1 0,-1 0-2 16,2 0 2-16,-1 0-6 0,0 0 7 0,0 0-1 0,1-1 0 16,-1 1 0-16,1 0-4 0,1 0 0 0,-1 1-4 0,-1-1 4 0,-1 1 0 15,1 0-6-15,-1-1 0 0,0 1 6 0,0-1-6 0,0 0 0 16,-1 0 4-16,-2 0-11 0,2-1 3 0,-1 0-13 0,0-1-21 0,1 1-28 16,-2-1-47-16,1-1-51 0,-1 1-72 0,1 0-60 0,-2 1-89 0,2-1-152 15,-1 0-289-15,0 0 16 0</inkml:trace>
  <inkml:trace contextRef="#ctx0" brushRef="#br0" timeOffset="156526.73">16578 6583 2138 0,'1'-1'106'0,"-1"0"-19"0,1 1 12 0,0 1 17 16,0-1 21-16,0 3 9 0,0-1-10 0,0 0-10 0,-1 2-24 0,0-1-17 16,0 1-17-16,1 2-11 0,-1 0-6 0,0 1-3 0,1 0-8 0,0 3-4 15,0 1-8-15,-1 1-7 0,1 2-6 0,-1-1-10 0,1 2 3 16,0 2-10-16,0 1 6 0,1 0 2 0,0 3-12 0,0 1 6 0,-1 0-11 15,0 1-12-15,0 0-22 0,0-1-42 0,0-1-54 0,-1 0-66 0,1-4-80 16,1 0-105-16,0-3-206 0,2-2-629 0</inkml:trace>
  <inkml:trace contextRef="#ctx0" brushRef="#br0" timeOffset="156860.74">17151 6549 1487 0,'1'-1'385'0,"1"2"-180"0,2-1-24 0,1-1-15 0,1 1-13 0,3 0-6 16,3-1-25-16,1 1-21 0,1-1-23 0,0 0-17 0,1-1-9 0,1-1-10 15,1 1-14-15,0 0-6 0,1-1-6 0,0 1-9 0,0 0 0 0,0 0-7 16,1 0-2-16,0 0 2 0,-1 0-2 0,0 1 2 0,0-1 4 16,-1 1-9-16,0 1-8 0,-2 0-13 0,-1 0-22 0,-1 1-27 0,-1 0-34 15,1 0-49-15,-2 1-54 0,0-1-95 0,-2 1-170 0,-1-1-388 16,1 0 106-16</inkml:trace>
  <inkml:trace contextRef="#ctx0" brushRef="#br0" timeOffset="158132.76">18022 6231 1370 0,'-1'0'245'0,"-1"1"-71"0,0 1-15 0,-1 1 0 0,1 0 7 15,0 0-1-15,0 2-26 0,0 0-20 0,0 0-16 0,0 2-18 16,1 0-16-16,0 2-5 0,1-1-16 0,0 2 2 0,0 2-1 0,1 0-17 16,1 1 4-16,0 2-12 0,1 1 3 0,2 1 7 0,0 3-8 15,0-1-1-15,2 0-9 0,1 1-5 0,0-1-3 0,1 0-5 0,0-2-3 16,1 0 4-16,-2-2-4 0,2 0 2 0,0-3-4 0,1 0-2 0,-1-1 4 16,0-2-13-16,0-2-14 0,-1-1-22 0,1-2-26 0,-1-3-27 15,-1-1-40-15,0 0-83 0,0-1-26 0,-2-1-22 0,-1-3-92 0,-1-1-155 16,1-2-417-16</inkml:trace>
  <inkml:trace contextRef="#ctx0" brushRef="#br0" timeOffset="158431.76">18360 6273 763 0,'1'6'654'0,"1"2"-454"0,1 3-23 0,-1 0-6 0,0-1-3 0,0 3-15 15,2 0-24-15,-1 2-13 0,1 1-17 0,0-1-7 0,-1 2-5 0,2-1-18 16,0 0-4-16,0-2-8 0,2 2-11 0,-1-1-8 0,2-2-10 0,0-2-14 15,-1 0 2-15,1-2-11 0,3-1 2 0,0-1 0 0,2-1-5 16,0-1 1-16,-1-2 1 0,0-1-1 0,1-1 1 0,0-2-3 16,1 0-8-16,-2-1 0 0,1 0 2 0,-1 0 0 0,-1-2 10 0,-2-2 0 0,0-2 2 15,0-1 4-15,1-3-4 0,0 1 2 0,-1-3 0 0,0-2 3 16,-2 0-1-16,-1 0 5 0,-2-1-4 0,-1 0-3 0,-1 1-9 0,-1-1-2 16,-1 1-3-16,-2-1 12 0,-1 1 9 0,-2 1-1 0,-2-2-1 15,-1 1-9-15,-3 1-1 0,0 0 0 0,-1 0-1 0,0 0 1 0,-1 0-2 16,0 3 5-16,0 0-7 0,1 2 7 0,1 1-5 0,-1 3-4 0,1 2 4 15,0 2-4-15,1 2 0 0,-1 1-1 0,1 2 1 0,-1 2-5 16,0 1 3-16,1 3-5 0,0 0-2 0,1 2-5 0,2 0-4 0,-1 1-5 16,1 2-12-16,2 0-18 0,1 0-30 0,1-1-39 0,1 0-28 0,3 0-32 15,1-1-51-15,3-1-75 0,0-2-122 0,3-1-166 0,2-1-171 16</inkml:trace>
  <inkml:trace contextRef="#ctx0" brushRef="#br0" timeOffset="158621.76">18968 6441 1739 0,'-1'3'307'15,"2"1"-147"-15,0 2 8 0,-1-1 8 0,0 0 1 0,0 0-20 0,0 0-36 16,0 1-37-16,0-1-24 0,-1-1-16 0,0 0-18 0,0-1-6 0,0 0-11 16,0 0-2-16,0-1-4 0,0 0-3 0,1-1-2 0,-1 0-8 15,0 0-6-15,1 0-18 0,-1-2-33 0,1 0-37 0,-1 0-49 0,1 0-41 16,1-1-81-16,-1 1-104 0,1-2-169 0,1-1-463 0</inkml:trace>
  <inkml:trace contextRef="#ctx0" brushRef="#br0" timeOffset="158977.81">19201 6109 1248 0,'-3'6'608'0,"0"3"-452"0,0 1 10 16,-1 0-5-16,2 1 13 0,0 1-9 0,0 3-30 0,1 0-32 0,1 2-31 16,-1 1-19-16,2 0-13 0,0 1-9 0,-1 1-7 0,2 1-13 0,-2-3-9 15,2 2-2-15,-1-2 0 0,1-1 10 0,1 1-1 0,1-3-7 16,1 0-8-16,1-4-11 0,0-1-8 0,2-1-11 0,-1-2-26 0,2-1-17 16,-1-2-24-16,1-2-10 0,1-1-10 0,-1-2-9 0,1-2-2 15,0-1 6-15,-1-1 11 0,-2 0 22 0,1-2 25 0,-2 0 23 0,1 0 24 16,-2-1 13-16,1 0 14 0,-1-1 15 0,0 0 12 0,-1-1 22 0,-1 1 7 15,1 0 10-15,-2 1 5 0,1-1 0 0,0 1-3 0,-1 2 3 16,0 0-13-16,1 2-2 0,0 1 2 0,-1 0-18 0,0 3 13 0,0 0-14 16,-1 2 0-16,1 0-9 0,0 3-9 0,0 0 2 0,0 2-4 0,-1 3 9 15,1 1-2-15,-1 1-6 0,1 2-7 0,0 2-8 0,0 1-3 16,1 0 0-16,-1 2-5 0,0 1-6 0,1-1 2 0,1 1-6 0,1 1 2 16,-2-2-6-16,3 2-9 0,0-1-10 0,0 0-29 0,2 0-43 15,0-3-63-15,0-2-111 0,-1-5-209 0,1 0-370 0,-2-2 107 0</inkml:trace>
  <inkml:trace contextRef="#ctx0" brushRef="#br0" timeOffset="162614.89">14715 7699 1268 0,'-1'3'264'0,"1"0"-153"15,0 2 2-15,0 0 12 0,0 1 16 0,0 0-1 0,1 1-16 0,0 0-17 16,0 0-14-16,0 0-8 0,1 0-7 0,0 0-13 0,0 1-8 15,0 0-7-15,0-1-4 0,1 1 3 0,1 2-12 0,0 1-4 0,0-1-4 16,1 1-14-16,-1-2-3 0,2 1 1 0,-1 1-10 0,1-1 6 16,0 2-6-16,0-1-3 0,0 0 0 0,-1-1 2 0,0 0 1 0,0-2 3 15,0-1-3-15,-1-1-5 0,-1-1 2 0,0 0 0 0,0-1-3 0,-1 0-1 16,0-1-3-16,0-1-12 0,-1 0-17 0,0-1-32 0,-2-1-35 16,1-1-35-16,0-1-41 0,-1 0-70 0,1-1-81 0,-1-2-157 0,0 0-493 15</inkml:trace>
  <inkml:trace contextRef="#ctx0" brushRef="#br0" timeOffset="162777.89">14876 7747 1112 0,'-2'-1'334'0,"1"2"-136"0,-1 0-21 0,0 0-4 16,2 0-8-16,0 1-17 0,0 0-22 0,0 1-12 0,0 1-12 0,0 0-8 15,2 1-13-15,-1 0-11 0,1 0-11 0,-1 1-6 0,1 1-4 0,0 2-10 16,0 0-7-16,1 0-11 0,0 1-5 0,0 1-6 0,0-2-5 15,1 1 2-15,1 1-7 0,-1 0 0 0,1 1-5 0,-1-1-11 0,1-1-24 16,1 0-40-16,0-2-60 0,-1 0-57 0,1 0-81 0,1-1-144 0,0 0-288 16,0-2-232-16</inkml:trace>
  <inkml:trace contextRef="#ctx0" brushRef="#br0" timeOffset="164082.89">15271 7780 1752 0,'-3'-7'286'0,"-1"-1"-94"0,-2-1-9 0,0 1-14 16,2 2-11-16,-1 2-15 0,2 1-25 0,1 1-21 0,-1 4-10 15,2 0-14-15,-2 1-12 0,1 3-10 0,0 1-8 0,-1 2-10 0,2 2-7 16,-1 2-4-16,2 2-5 0,1 3 1 0,0 3-5 0,2 0 4 16,-1 5-7-16,1 0-1 0,1 2 4 0,0 0-7 0,0-1 3 0,1-1-3 15,-1-1-4-15,0-1 3 0,1-3-3 0,0 1-2 0,0-3 2 0,1-1-6 16,-2-1 6-16,1-2-2 0,-1-1-6 0,0-1-3 0,-2-3-30 15,0-2-8-15,-1-1-1 0,0-1-3 0,-2-2 5 0,0-1-4 0,-1-1-6 16,-2-3-8-16,0-1 8 0,-1-1 5 0,-1-2-6 0,1-1 24 0,-2-2 4 16,0-2 7-16,-1-1 13 0,0-2-4 0,-1-2 11 0,1-1 2 15,0 1 2-15,2-3 5 0,-1-1 3 0,-1 1 7 0,2-3 8 0,-1-2 5 16,1 1 6-16,0-3 4 0,-1-2 3 0,2 0-1 0,1-3 1 0,0 2-2 16,0-1 2-16,2 5-9 0,1 2-5 0,3 2-9 0,0 4-5 15,2 3 1-15,0 3-5 0,2 3 6 0,1 2-4 0,0 3-2 16,0 1 3-16,0 1-2 0,0 3-1 0,0 1-2 0,2 1-5 0,-1 3 3 0,1 2-1 15,1 1 1-15,0 0 1 0,0 3-3 0,0 1 6 0,-1 2-9 16,2 0 4-16,0 3 1 0,1 0-1 0,1 1 5 0,-1 1-5 0,-1-1-1 16,0-1-1-16,0 1-2 0,0 0 2 0,0-2 0 15,-1 1-4-15,0 0-2 0,0-2 0 0,-1 1-2 0,0-1-3 0,0-1-8 0,-2-2-19 16,-1 0-31-16,0-2-32 0,-1-1-44 0,0-3-47 0,-1-1-35 16,-2-1-40-16,0-2-70 0,-1-1-142 0,-2-1-210 0,0-2-141 0</inkml:trace>
  <inkml:trace contextRef="#ctx0" brushRef="#br0" timeOffset="164260.89">15235 8149 1443 0,'-2'1'235'0,"0"0"-64"0,0 2-1 0,1 0 0 15,0-1-10-15,2 1-10 0,1 0-21 0,-1 0-17 0,2-1-5 0,1 0-7 16,2 0-18-16,1-1-11 0,0 0-10 0,1-1-19 0,1 0-5 16,-1-1-3-16,3-1-9 0,-1-1 1 0,3-1-3 0,0-1-8 0,-1-1-5 15,1 0-4-15,-2-1-4 0,0 0-4 0,-1-1-9 0,0-1-18 0,-1 1-32 16,-1-1-44-16,0 0-50 0,0 2-49 0,-1-2-52 0,0 1-81 0,0 0-153 15,1 0-215-15,-1 0-81 0</inkml:trace>
  <inkml:trace contextRef="#ctx0" brushRef="#br0" timeOffset="164953.89">15642 8028 1635 0,'1'4'313'0,"0"3"-97"16,1 1-9-16,0-1-1 0,1 0-17 0,1 0-37 0,1 0-36 0,0-1-17 0,0 1-15 15,1-3-5-15,-1 0-11 0,1 0-15 0,0-1-7 0,-1-1-9 16,1 0-6-16,0-1 3 0,0-2-10 0,1 0-1 0,-1-2-5 0,0 0-6 16,0-2-3-16,-1 0 1 0,2-1-3 0,-1-2-1 0,-1-1 0 15,0-1-3-15,1 0 3 0,0-2 2 0,-1 0-1 0,1-2 1 0,-2 0-4 16,-1-1-2-16,0 1 3 0,-1 0 1 0,-1-2 0 0,-1 1 1 0,0 1 1 16,-1 1-4-16,-1 2 4 0,0 0-5 0,-3 2-1 0,-1 1 2 15,-2 2 0-15,0 2-2 0,-1 0 2 0,-1 2 0 0,-1 2-6 0,0 2-2 16,-3 2 2-16,1 0-4 0,0 3 4 0,-2 1 0 0,2 2-5 15,0 1-1-15,1 2-2 0,0 0 5 0,0 2-1 0,0 0 0 0,1 0 2 16,1-2-3-16,2 2-3 0,0-1 3 0,2 0-3 0,1 0 1 16,1-2-1-16,1-1-7 0,3 0-4 0,2-1-1 0,1-2-10 15,3 0 0-15,0-2-1 0,2 0-2 0,1-1 5 0,0-2-4 0,2 1-3 16,1-2-3-16,1 0 4 0,0-1 2 0,0 1 4 0,1-1 3 0,1 0-4 0,0 1-1 16,0 1 1-16,0 0 4 0,0 1 7 0,-1 0 4 0,-2 2 2 15,0 1 6-15,0-1 1 0,0 2 2 0,-3 0 5 0,0 1-4 0,-2 1 8 16,-1-1-4-16,0 1 3 0,-1-1 2 0,0 0-15 0,-2 0-2 15,-1 1 5-15,-1-1-5 0,-1 1 16 0,-1-1 1 0,-1-1-7 0,0 1 0 16,-1 0 2-16,-1-1-5 0,-1 1 0 0,0-1-7 0,-1-1-7 0,0-2-1 16,-1 2-9-16,-1-1 2 0,-1 0 1 0,0-1 4 0,0 1 12 15,0-2 4-15,1 1 6 0,0-2 5 0,1 0 1 0,0-1 4 0,0 0 3 16,2-1 7-16,0 0-3 0,1-1 2 0,2-1 1 0,1 0 0 0,1-1 4 16,0-1-4-16,2 0-2 0,2-1 0 0,0-2-2 0,2 0 6 15,1 0 3-15,1-1-3 0,2 0 4 0,1 0 1 0,2-1-1 0,1-2 0 16,0 0 1-16,0-1 0 0,0 0-4 0,1 0 0 0,0-1-6 0,1 0 11 15,-1 0 3-15,1 0 2 0,2-1 2 0,-2 0-15 0,1-1-5 16,-1 0-2-16,-1-1 0 0,-2 2 0 0,0-2 3 0,0 0-4 0,0 0-3 16,-1 0 2-16,-2 0 0 0,-1 0 1 0,0 0 1 0,-2 2-6 15,0-1-1-15,-2 0 0 0,-2 2-5 0,0 1 7 0,-3 2 0 0,0 0-5 16,-1 0 3-16,-1 2 2 0,-2 0-3 0,-1 1 5 0,0 2-3 0,-1 0-1 16,-1 1 5-16,-1 3-5 0,0 0-2 0,-1 2 2 0,-1 1-3 15,0 2 1-15,0 1 10 0,1 1-9 0,-1 1 3 0,3 1 0 0,0-1 3 16,1 1-1-16,1 1 5 0,1 0 1 0,0 1-5 0,2 0 5 0,2-1-3 15,0-1 3-15,2 1-5 0,1-1-3 0,1 1 0 0,2 0-4 16,0 0 4-16,2-1-4 0,0 1 0 0,1-1-3 0,2 0 1 0,1-1-2 16,-1-1 2-16,2-1-6 0,-3-1 1 0,2-2-5 0,0-1-6 15,0-1-19-15,1 0-15 0,-2-2-27 0,1 0-20 0,-1 0-16 0,-1-2-30 16,-1 0-31-16,0-2-50 0,-2 0-48 0,0-1-77 0,0-1-120 0,-2-1-152 16,0-2-311-16</inkml:trace>
  <inkml:trace contextRef="#ctx0" brushRef="#br0" timeOffset="165152.89">16130 7540 2355 0,'-2'-4'210'0,"-1"0"-7"0,0 0-11 0,2 3-23 0,0 1-22 0,1 2-28 0,1 1-31 15,0 2-8-15,1 0-7 0,1 3-16 0,-1 1-11 0,1 1-12 0,1 1-15 16,0 1-19-16,1 0-2 0,0 1-3 0,-1 1-3 0,0 0 19 0,0 0-3 15,-1 0-8-15,1-1-11 0,-2-2-41 0,1 0-49 0,0-3-70 16,-1 0-94-16,0-3-99 0,1 0-216 0,0-2-357 0,1-1-47 0</inkml:trace>
  <inkml:trace contextRef="#ctx0" brushRef="#br0" timeOffset="165498.89">16333 7653 1120 0,'-3'-1'443'0,"0"2"-273"0,0-1-5 0,1 1-3 0,1-1-9 0,0 1-15 16,1 0-18-16,-1 1-15 0,2 0-4 0,-1 1-7 0,1-1-8 0,0 1-5 15,1 2-6-15,0 0-4 0,0 0-1 0,0 1-7 0,1-1-4 16,0 1-7-16,0 0-12 0,1 0-2 0,0 0-7 0,0 0-11 0,0 0-1 16,0 1-12-16,0 0-5 0,-1 0 4 0,0 0-5 0,0 1-1 0,-1-1-5 15,2 0-15-15,-1-2-32 0,0 1-49 0,0-1-66 0,0 0-77 16,1 0-117-16,0-1-241 0,-1 1-671 0</inkml:trace>
  <inkml:trace contextRef="#ctx0" brushRef="#br0" timeOffset="165946.89">17000 8242 281 0,'0'-2'227'0,"0"2"-87"0,-1-1-2 0,1 1 2 0,0 0 2 16,0 1-5-16,0 1-13 0,0 0-9 0,0 2-15 0,1 0-13 0,0 2-5 15,0 1-17-15,2 1-3 0,0 2-2 0,1 2-3 0,1 1 5 0,0 1 5 16,1 0 2-16,0 2 9 0,1 2 2 0,1 1 0 0,1-1-2 16,1 2-3-16,0 2-4 0,0-1-5 0,2 2-9 0,-2 0-19 0,1-1-13 15,0-1-17-15,0-1-11 0,-1-2-24 0,0-2-45 0,-3 0-69 16,2-3-151-16,-2 1-309 0,0-2-536 0</inkml:trace>
  <inkml:trace contextRef="#ctx0" brushRef="#br0" timeOffset="166477.89">17655 7567 1579 0,'0'1'177'0,"0"1"-24"0,0 0-7 0,1 2 10 0,0 1 8 16,2 2-9-16,0 1-26 0,2 2-27 0,-1 2-16 0,1 2-7 0,2 2-5 16,-1 1-4-16,1 3-2 0,0 2-10 0,1 0-6 0,1 3-4 15,0 1-3-15,2 0-9 0,0 2-10 0,-1-1-5 0,0 1-8 0,-1 0 0 16,0 0-6-16,2-2 1 0,-1-2-8 0,1-2-2 0,0-2 4 16,-2-1-8-16,1-1-10 0,-2-2-15 0,0 1-33 0,0-1-45 0,-1-1-39 15,1-2-47-15,-1 2-42 0,-1 0-68 0,1 0-139 0,-1-1-214 0,-1-3-253 16</inkml:trace>
  <inkml:trace contextRef="#ctx0" brushRef="#br0" timeOffset="167435.92">17705 7873 1208 0,'-1'0'298'0,"2"1"-100"0,0 0-19 16,1 0 4-16,1-1 6 0,1 0-15 0,1 0-29 0,0 0-20 15,2-1-15-15,0-1-10 0,1 0-6 0,1 0-11 0,0-1-6 0,0-1-14 16,0 1-9-16,1-2-11 0,0 1-14 0,0 0-4 0,0-1-10 0,0 0-8 15,-1 0 0-15,0 0-3 0,0 0-2 0,-2 1-4 0,0-2-2 16,-2 2-5-16,1-1-6 0,-2 1-8 0,0 0-22 0,0-1-29 0,-2 1-26 16,1 1-40-16,-1-2-34 0,1 0-19 0,0 0-37 0,0 0-56 15,-1-1-96-15,2 0-152 0,-1 0-329 0</inkml:trace>
  <inkml:trace contextRef="#ctx0" brushRef="#br0" timeOffset="167698.92">18051 7463 1808 0,'-4'-4'227'15,"-1"0"-53"-15,-1-2 0 0,1 1 4 0,1 2-9 0,0 1-13 0,1 1-30 16,-1 1-30-16,1 1-6 0,1 1-19 0,0 2-6 0,2 0-9 0,-1 2-3 15,1 2-2-15,1 1-6 0,1 1 3 0,1 4-8 0,1 2-6 16,0 2-4-16,2 1-9 0,0 4-17 0,2 2-2 0,0 2 0 0,0 3-1 16,1 1 9-16,1 2 1 0,-2-1-9 0,3-1-2 0,-1-1 0 15,0-2-7-15,0-3-9 0,0 1-29 0,-1-4-38 0,-1 0-54 0,1-2-57 16,-1-5-56-16,-1 0-61 0,1 0-116 0,0-3-211 0,-2-1-479 0</inkml:trace>
  <inkml:trace contextRef="#ctx0" brushRef="#br0" timeOffset="168029.92">18377 7881 1793 0,'1'4'256'0,"1"0"-133"0,1 1-7 16,1-2 19-16,-2 0 15 0,2-1-24 0,1 1-34 0,-1-1-31 0,1-2-19 16,1 0-1-16,-1-1-4 0,1-1-8 0,0-1-12 0,0 0 1 15,0 0-12-15,0-1 1 0,3-1-1 0,-1-1-8 0,0 0 5 0,0 0-1 16,-1-1-5-16,1-1-3 0,-2 1 1 0,0-2-2 0,-2 1 0 0,0-1-3 15,0 0-4-15,-1 0-3 0,0 0-3 0,-1 1-1 0,-1-1-2 16,-1 0 1-16,-1 0 3 0,-1 1 6 0,-1 1-1 0,-1 1 6 0,-2 0-2 16,0 1 2-16,-2 3 1 0,-1-1 2 0,-2 1 5 0,0 2-2 0,-1 2 7 15,1 1 4-15,-1-1-1 0,1 4 9 0,-1 1-4 0,1 1 1 16,1 2 1-16,2 2-2 0,-1 0 2 0,1 1 2 0,1 1-1 0,0 1-1 16,3 1 0-16,0 1 2 0,2 1-3 0,2 2 2 0,1-1-6 15,2 2-7-15,1 0-3 0,1-1-5 0,2-1 3 0,0 0 1 0,2-3-1 16,1 1-1-16,0-2-9 0,2-1-7 0,1-1-7 0,0-3-8 0,1 0-15 15,1-2-20-15,1-2-21 0,0-2-20 0,-2-2-23 0,-1-2-33 16,2-1-49-16,-1-2-62 0,-1-2-97 0,-1-1-82 0,0-3-284 0</inkml:trace>
  <inkml:trace contextRef="#ctx0" brushRef="#br0" timeOffset="168221.92">18718 7515 1849 0,'-3'-7'211'0,"-1"0"-43"0,0 0 0 0,-1 3 10 0,1 3-5 15,-1 1-21-15,1 1-26 0,-1 1-20 0,0 2-11 0,1 1-13 16,0 2-9-16,0 1-9 0,1 2-5 0,1 3-7 0,0 0-6 0,1 4-6 16,-1 1-18-16,2 1-6 0,0 4-1 0,1 2-4 0,2 2 10 15,-1 2-4-15,1 2-9 0,1 0-4 0,0 0-4 0,0 2-2 0,2-2 2 16,0 1-4-16,0-2 2 0,1-1 0 0,1-4-13 0,0-3-17 0,0-3-37 16,0-4-35-16,-1-2-49 0,0-1-52 0,-2-2-57 0,1-2-81 15,0-2-147-15,0-3-231 0,0-1-257 0</inkml:trace>
  <inkml:trace contextRef="#ctx0" brushRef="#br0" timeOffset="168500.92">18899 7580 1316 0,'-2'2'248'0,"0"-1"-98"16,0 2 11-16,1-1 29 0,0 0 4 0,1 1-21 0,0 0-25 0,0 0-27 16,0 0-14-16,0 2-17 0,1 0-9 0,0 2-11 0,0 1-18 0,2 2 8 15,-1 3-7-15,2 0-7 0,0 4-1 0,1 1-9 0,1 2-7 16,0 0-7-16,2 4-4 0,0-1-7 0,1 2-8 0,1 0 1 0,-1 0-4 16,-1 0 0-16,0-1-4 0,0-1-10 0,-2-2-4 0,0-4-22 0,0-2-29 15,0-1-39-15,-1-2-47 0,-1-2-26 0,1-1-25 0,-1-2-31 16,0 0-31-16,0 0-70 0,0-3-60 0,-1 1-34 0,1-2-35 0,1-1 44 15</inkml:trace>
  <inkml:trace contextRef="#ctx0" brushRef="#br0" timeOffset="168745.92">19137 7970 1192 0,'3'-8'326'0,"1"-2"-111"15,1-3-35-15,-1 2-27 0,0 2-22 0,0 2-25 0,0 2-29 0,0 2-16 16,1 1-7-16,-2 2 1 0,1 1-4 0,0 2 2 0,1 0-8 0,0 0-7 16,1 2-10-16,0 1-4 0,0 0-5 0,0 1-11 0,1 0 0 0,0-1-10 15,1 0 1-15,-1-1 6 0,0 0-4 0,0-2 6 0,0 0-5 16,1 0-4-16,-1-1 2 0,1-2-3 0,-1 0 3 0,-2-1 3 0,2-1 4 15,-1-2 1-15,0 1 2 0,0-2 2 0,-1-1 8 0,-1 0 4 16,0-1 3-16,-1-1 0 0,0 0-3 0,-2-1-4 0,0 1-1 0,-1 1 9 16,-1 0 8-16,-1 1 4 0,-1-1-3 0,0 0-14 0,-1 1-11 0,0-1 4 15,-1 1 6-15,0 0 3 0,-2 2-6 0,-2-2-6 0,2 1-8 16,-3 1-5-16,0 0 0 0,1 1-3 0,-1 1-3 0,2 0-1 0,0 2-4 16,2 1-1-16,-1 1-4 0,1 1-7 0,-1 0-6 0,2 1-8 0,0 1-15 15,0 1-16-15,1-1-28 0,1 1-26 0,0-1-35 0,1-1-45 16,1 0-63-16,0-1-116 0,2-2-165 0,0 0-362 0</inkml:trace>
  <inkml:trace contextRef="#ctx0" brushRef="#br0" timeOffset="168948.92">19319 7406 2406 0,'-1'0'149'16,"0"1"-6"-16,-1 1 10 0,1 2 18 0,0 1-8 0,0 0-31 0,0 2-32 15,1 2-25-15,0 1-15 0,0 0-12 0,0 2-6 0,1-1-10 16,1 2-9-16,0 0-8 0,0 0-6 0,1 1-5 0,-1-1 2 0,2 0 0 16,-1-1-8-16,1 1 2 0,0-3-21 0,0-1-4 0,-1-1-15 0,0-1-31 15,-1 0-9-15,0-2-46 0,0-1-53 0,0-1-55 0,-2-1-82 0,1-2-134 16,0-1-221-16,-1-1-388 0</inkml:trace>
  <inkml:trace contextRef="#ctx0" brushRef="#br0" timeOffset="169457.92">17288 7540 1417 0,'-2'0'227'0,"-2"0"-38"0,1 1-12 0,0 0-7 0,0 0-8 0,1 2-16 15,0-1-20-15,0 2-21 0,0 0-11 0,1 1-13 0,0 1-11 0,1 0-5 16,0 2-17-16,0 0-10 0,0 1-10 0,0-1-12 0,1 2-9 16,1 0-2-16,0 1-6 0,1 0 8 0,0 0 0 0,0-1-6 0,1 0-1 15,0 0-12-15,0-2-19 0,-1-1-36 0,1-1-46 0,1-2-55 0,0-2-63 16,0-2-108-16,1-1-194 0,0-1-582 0</inkml:trace>
  <inkml:trace contextRef="#ctx0" brushRef="#br0" timeOffset="187763.05">14576 7692 13 0,'-3'0'8'0,"0"2"-1"0,-1 0 1 15,1 1-3-15,0 0 0 0,0 0 0 0,0 0-1 0,1 1 0 0,-1-1-2 16,1-1-2-16,0 1-1 0,0-1 0 0,0 0 1 0,-1 0 0 16,1 0 1-16,-1 0 0 0,-1 0-1 0,0-1 1 0,-1 1-1 0,0-1 2 15,0 0 3-15,1 0 0 0,-1-1 3 0,0 0 6 0,0-1 5 0,-1 0 5 16,2 0 7-16,-1-2 0 0,0 1-1 0,1-1-3 0,0 0-3 0,1 1 0 15,1-1-2-15,0 0-1 0,1-1-4 0,1 1-4 0,2-1-4 16,1 0-1-16,1 0-3 0,4-2 1 0,1 0-4 0,1-1-1 0,4 0 2 16,2 0-1-16,0 1-1 0,2 0-2 0,0-1-3 0,1 0-2 15,0 0-3-15,1 1 0 0,1 0 0 0,-2 1 1 0,0 1 2 0,0 1 3 16,-1 0-3-16,-3 2 0 0,-1 1 5 0,-1 1-2 0,-1 1 6 0,-3 0 0 16,0 2 1-16,-1 0 2 0,0 1-2 0,-1 0 3 0,0 1 0 0,-1-1-1 15,1 2 2-15,-1 0-1 0,0 0 0 0,1 0-2 0,1 3-1 16,0-1-3-16,0 2 1 0,0 1 1 0,1 1-1 0,0 2 1 0,-2 2 1 15,0 0 0-15,0 0 0 0,0 1-3 0,-2 1 1 0,0 1-2 16,-1-1 1-16,-1 2 0 0,-2 1 0 0,-1-2 0 0,-1-1-2 0,-2 0 1 16,-2-3 2-16,0 1-2 0,-2-1 4 0,-1-2-1 0,-1-1-1 0,-1 1 3 15,-3 0 0-15,-1 0 0 0,-2 0-1 0,0 0-2 0,-1-1-2 16,-1 1-2-16,-2-2 2 0,1-2-1 0,-1 0 0 0,-2-1 2 0,1-2-2 16,-3 1 2-16,2-1 0 0,0-2 1 0,1-1 1 0,3-2-1 0,-1-1-1 15,1-1 0-15,1-1 2 0,0-2-1 0,1 0 2 0,1-1-2 16,1-2-2-16,3 0 2 0,1-1-3 0,1-1-1 0,2 1-8 0,2-1-13 15,3 1-21-15,2-1-20 0,2-1-44 0,2 0-82 0</inkml:trace>
  <inkml:trace contextRef="#ctx0" brushRef="#br0" timeOffset="188070.05">15684 7462 68 0,'-11'-6'-7'0,"0"0"41"0,-1-2 9 0,6 4-31 0,4 0-1 15,2 2-5-15,0 0-7 0,1 0-2 0,2 1-12 0,0 0-3 16,2 0-12-16,0 0-7 0,2 0-5 0</inkml:trace>
  <inkml:trace contextRef="#ctx0" brushRef="#br0" timeOffset="188383.05">15863 7349 29 0,'6'-3'44'0,"1"-2"8"0,2-1-1 16,-1 0-5-16,1-1-2 0,1 1-3 0,1 0-2 0,0 0-2 0,2 0 4 16,1 1 3-16,2-1 1 0,1 1-5 0,0 0-5 0,0 1-5 0,1 0-2 15,-1 0 2-15,-1 1-5 0,1 0-2 0,1 3-5 0,-1 0 1 16,1 2-2-16,2 1-3 0,0 1 2 0,1 1-5 0,1 1-3 0,-1 2-1 16,1-1-1-16,0 1-1 0,-1 2 1 0,0 2-2 0,1 0-2 15,-2 2 1-15,0 0-3 0,0 1-2 0,-2 1 0 0,1 1-3 0,-1 0-3 16,-2 3 2-16,-1 1-1 0,-1-1-1 0,0 2-2 0,-1 0-1 15,-2-2-3-15,-1 1 5 0,-1 0 2 0,-1-2 2 0,-2 0 3 0,-1 0-1 16,-3-4 2-16,-2-1 0 0,-2-1 6 0,-2-2 1 0,-2 0 4 0,-2-2 3 16,-3-1 2-16,-1 0 0 0,-3-2-3 0,-3 0 0 0,-2-1-4 15,-2 0 1-15,-3 0-3 0,-1-1-2 0,-2 0 0 0,-1-1 0 0,0-2-2 16,-2 0-1-16,1-1 1 0,-1-1-4 0,1-1 6 0,-1 1-1 0,3-2-1 16,-1 1 2-16,4 0-4 0,0-1 1 0,3 1 1 0,0-1 0 15,1 0 1-15,2 1-3 0,0-1-1 0,2 1-1 0,2 1 1 0,5 0-3 16,0 1-5-16,3 0-3 0,2 0-10 0,1 0-17 0,4 0-24 0,3 0-33 15,2-1-26-15,4 1-23 0,3-1-165 0</inkml:trace>
  <inkml:trace contextRef="#ctx0" brushRef="#br0" timeOffset="188999.56">16997 7353 146 0,'-5'-4'94'0,"-1"0"2"0,1 0-6 0,0 3-11 0,2 0-12 0,-1 0-15 16,2 1-14-16,2 0-8 0,0 1-10 0,2-1-4 0,1 2 0 0,0 0 3 15,3 0 2-15,1 0-1 0,3 1 0 0,1 1-7 0,2-1-4 16,1 2-2-16,1 1-5 0,2-1 2 0,2 2-1 0,-1 0 0 0,0 0 2 16,1 0-1-16,0 0 0 0,0 1-2 0,3-1-1 0,1 2-1 15,0 0 2-15,3 1 2 0,-2 0-2 0,0 0-1 0,0 0-2 0,-1 2 1 16,3-1-1-16,-3 2-1 0,2 0 2 0,-1 0-2 0,-2 0-4 0,-1 0-2 15,1-1-3-15,-4 0 0 0,1 0 0 0,-2 1 0 0,-3 0-5 0,1-1-1 16,-3 0 1-16,-2-1 1 0,-2-1 1 0,-3-1 0 0,-2 0-1 16,-3-1 0-16,-3 0 2 0,-3 0 5 0,-3-1 3 0,-3 0-1 0,-3-1 1 15,-2 0-1-15,-3-1 1 0,-3-1 2 0,-1-1 2 0,-4-2 2 16,-1-1 0-16,-2 0 1 0,1-2 2 0,-3 1 0 0,1-1 0 0,-2 1 2 16,-1 1 0-16,-1-1 0 0,2 0 2 0,2-1 1 0,4-1-1 0,2 0-3 15,3 0-2-15,2 0-2 0,2 0-2 0,4 1-3 0,3 0-7 16,1 0-12-16,4 1-21 0,1 1-17 0,2 0-18 0,2 1-25 0,3 1-24 15,2 0-97-15</inkml:trace>
  <inkml:trace contextRef="#ctx0" brushRef="#br0" timeOffset="189613.56">19160 7356 251 0,'-12'-11'-11'15,"0"1"78"-15,0-2-17 0,6 5 2 0,2 3 2 0,2 0-13 0,1 2-10 0,0 0-10 16,0 0-7-16,1 1 1 0,0-1-2 0,0 2 4 0,0 0 5 16,0-1 1-16,-1 1-2 0,1 0-3 0,0 0-1 0,0 1-2 0,0-1 7 15,0 0 1-15,0 0-3 0,-1 0 0 0,1 0-6 0,0 1-6 16,0-1 0-16,1 0-1 0,0 0-1 0,1 0 0 0,1 1 2 0,2-1-2 15,0 0 3-15,3-1-1 0,2 1 1 0,3-1 1 0,1 0-5 0,1 0 1 16,3 0 0-16,0-1-3 0,2-1 2 0,0 1-1 0,3 0-1 16,1 0 2-16,1-1-2 0,1 2 1 0,-1-1-2 0,1 1 2 0,0 1 0 15,0 0-1-15,0 2 4 0,-1 0 3 0,0 0 5 0,-2 2 2 16,1 0 5-16,-2 0-2 0,-1 1 0 0,0 0 0 0,-2 0 0 0,-3 1-2 16,2 1 1-16,-1 1-5 0,-1-1-5 0,-1 1-2 0,1 1-3 15,-1-2 0-15,-2 2-1 0,0 0 0 0,-1-1-3 0,-1 2 2 0,0-1-4 16,-2 1-4-16,-2 0-6 0,-1 0-8 0,-1 1-2 0,-2 1-4 0,-2-1 1 15,-1-1-3-15,-2 1 6 0,-3-1 4 0,-1 0 3 0,-2 0 8 16,-1 1-1-16,-2-3 4 0,-2 1 3 0,-2-1-7 0,-1-1 6 0,-1-1-2 16,-1 0 0-16,1 0 7 0,2 1 2 0,0 1-1 0,-1-2-2 0,2 1-1 15,1 0-2-15,-2 0 5 0,1 0 1 0,-1 0-1 0,0 0-1 16,0 1-5-16,0-1-2 0,0-1 0 0,2 1 0 0,-1 0-5 0,0-1-2 16,1 1-5-16,0-1-2 0,1 0 1 0,0 1 2 0,0-2-2 0,-1 1-6 15,1 0-10-15,1-1-7 0,-1 1-8 0,0-1-8 0,2 0-12 16,-1 0-17-16,1 0-20 0,-1 1-39 0,0-1-96 0</inkml:trace>
  <inkml:trace contextRef="#ctx0" brushRef="#br0" timeOffset="202683.59">11789 10227 1689 0,'-6'1'16'0,"3"4"26"0,4 4-5 16,7 4-1-16,8 4-8 0,6 2-14 0,6 1-1 0,3 2-8 0,5-1 0 15,4 3 5-15,3 0-6 0,2 1-3 0,7 2-2 0,1 0-3 16,3 2 0-16,4-1 2 0,2 0 1 0,4 1-10 0,3 1 6 0,4 0-3 16,3 3-2-16,5-3 5 0,2 1-3 0,4-3 4 0,5 0 0 15,2-1 5-15,2-1 3 0,3 0-1 0,1-2 1 0,3-1-1 16,2-2-6-16,1-2-1 0,-2-2 8 0,-1-2 4 0,-2-2 15 0,-4-5 27 0,0-2 21 16,-4-4 32-16,-3-4 22 0,-4-3 5 0,-3-3 4 0,-3-4-15 15,-3-2-18-15,-4-2-12 0,-2 1-16 0,-4-4-7 0,-4-1-3 0,-2-2-14 16,-2 1-16-16,-5-2 0 0,-2 0-20 0,-3-1-12 0,0 0 13 15,-4 0-8-15,-3-1 6 0,-2 0-3 0,-4-2-15 0,-3-1 10 0,-1-1-1 16,-4 0 1-16,-1 0-6 0,-3 0-7 0,-4 1-5 0,-2-1 2 0,-4 3 0 16,-3 0-18-16,-2 3-22 0,-3 2-28 0,-3 3-43 0,-3 2-48 15,-4 1-53-15,-4 1-84 0,-2-1-144 0,-4 0-371 0,-4-1 124 0</inkml:trace>
  <inkml:trace contextRef="#ctx0" brushRef="#br0" timeOffset="202997.16">15397 9644 1573 0,'-1'0'273'0,"4"4"-230"0,2 2 11 0,7 3 0 16,6 3-5-16,7 0-10 0,2 1-19 0,6 1-6 0,2 0-7 0,1 1-10 16,2 2 3-16,0 0-8 0,0 1-4 0,1 0-5 0,0 2-6 15,0 1 0-15,-1-2 1 0,-1 1 2 0,1 0 4 0,-1-2 0 0,0 2 5 16,-2-2 4-16,1 1 5 0,1 1 0 0,-1 1 4 0,1-2-1 15,-1 0-1-15,1 0 1 0,1-1 1 0,0-1 1 0,0-2-2 0,2-2 0 16,0 1 5-16,1-2 1 0,3 0 12 0,-1 0 4 0,1-2-4 0,1-2 8 16,-1 1-10-16,-1-4 2 0,0 0 8 0,-1-1-4 0,-3-2 13 15,-1 0 2-15,-4-2 13 0,-3 0 12 0,-2 0-13 0,-4 1 6 0,-5-1 10 16,-4 1 1-16,-1-2 12 0,-3 1-13 0,-3-1-24 0,-2 2-12 0,-3-1-12 16,-1 1 0-16,-3 1-6 0,-1 2 3 0,-2 3-7 0,-3 3-8 15,-3 6-5-15,-3 2-23 0,-3 5-15 0,-4 4-22 0,-2 3-35 0,-4 4-31 16,-3 5-33-16,-1 1-38 0,-5 4-64 0,-1 5-113 0,-5 3-194 15,-4 4-125-15</inkml:trace>
  <inkml:trace contextRef="#ctx0" brushRef="#br0" timeOffset="203798.16">17666 9570 2231 0,'-7'0'291'0,"0"1"-173"0,-3 1 25 0,2 1 4 0,2 1-12 0,3 1-18 16,1 1-18-16,1-1-12 0,2 1-18 0,-1 1-12 0,2-1-10 15,0-1-10-15,2 3-13 0,2 2-5 0,1 0 0 0,1 3-4 0,0 1-2 16,3-1 0-16,0 2-3 0,0 0-8 0,2 2 5 0,-1-1-3 0,3 2-4 16,1 0 4-16,1 0-6 0,0 1 0 0,1-1 8 0,2-2-6 15,-2-2-2-15,0-1 0 0,0-1-4 0,0 1 3 0,-2-2-1 0,2-2-4 16,-2 1 4-16,1-2-9 0,-1 0-2 0,1-1 0 0,-2-2-8 15,-1 0-8-15,-1-2-9 0,-1-1-6 0,-1 0-15 0,-1-2-10 0,-2-1-12 16,-2 0-13-16,-2-1-24 0,-2-2-32 0,0-1-44 0,-3-1-49 0,-1-1-43 16,-3-1-41-16,-2-2-61 0,-4 0-52 0,-2 0-16 0,-3-2-16 15</inkml:trace>
  <inkml:trace contextRef="#ctx0" brushRef="#br0" timeOffset="203951.16">17884 9833 603 0,'-29'-12'273'0,"-4"1"-42"0,-8-2-22 0,3 0-8 16,4 0-9-16,-1 0-5 0,1 0-7 0,0 2-15 0,3 0-5 0,1 1-15 15,4 1-18-15,2 0-11 0,2 2-19 0,4 2-13 0,1 1-5 0,4 2-13 16,2 0-4-16,3 1-7 0,2 0-9 0,2 0-7 0,1 0-4 15,2 1-10-15,1-2-7 0,2 0 0 0,1 0-7 0,1-2 0 0,3 0 2 16,2-1-7-16,3-2 3 0,3-1-2 0,2-1-1 0,1-1 3 16,2 0-7-16,1-2 2 0,0-1-14 0,1-2-4 0,1 1 3 0,-2 0-6 15,2-3 8-15,0 2-8 0,-2 1-19 0,2 0-25 0,-1 0-34 0,1 1-39 16,3 2-33-16,0 1-37 0,1 2-38 0,1 1-54 0,1 3-90 16,-2 2-140-16,1 4-371 0</inkml:trace>
  <inkml:trace contextRef="#ctx0" brushRef="#br0" timeOffset="204184.16">18207 9772 1498 0,'-4'8'229'0,"-2"0"-32"0,0 1-14 0,0-4-22 15,2-1-31-15,1-3-19 0,-1 0-22 0,0-2-14 0,-1-1-11 0,0-2-18 16,-1-1-10-16,1-2-14 0,0-2-6 0,0-2-2 0,1 0-2 0,-1-1 3 16,0 1 3-16,1-3-1 0,0 0 2 0,0-2 3 0,1 1 4 15,1-2 4-15,0-2 3 0,0 1-2 0,1 0 1 0,1 0-13 0,0-1 0 16,2 2 2-16,1 0-1 0,0 0 5 0,1 2-7 0,2 3-6 0,-1 0-7 15,1 1-5-15,0 1-1 0,0 2-1 0,1 2 0 0,1 1 0 16,0 2 0-16,1 2-5 0,-1 0-2 0,1 2-8 0,0-1-12 0,0 3-9 16,1 1-29-16,0 0-38 0,0 1-38 0,0 1-34 0,-1 0-32 15,0 0-16-15,2 0-25 0,0 0-54 0,1 0-58 0,-1 1-73 0,0-1-229 16</inkml:trace>
  <inkml:trace contextRef="#ctx0" brushRef="#br0" timeOffset="204483.16">18439 9575 282 0,'-1'1'196'0,"0"0"-85"0,0 1-12 0,0 2-10 0,0-1-13 16,0 2 5-16,-1 2-2 0,1-1 6 0,0 1 7 0,1 0 1 0,-1 1 1 16,1 1-3-16,0-1-1 0,0 1-7 0,1 0-8 0,0 0-6 15,3-1-5-15,0 1-7 0,0-1-1 0,2-1-8 0,1 0-6 0,1 0-7 16,1 0-12-16,1-2-5 0,-1 1-5 0,1-2-6 0,0-1-1 0,1 0-2 16,0 0-3-16,1 0-2 0,-1-1-1 0,1-1-3 0,-2-1-1 0,1-1 0 15,0 0-3-15,-2-1 2 0,0 0-3 0,0 0 0 0,-3-1 4 16,0 0 2-16,0-1 4 0,-1 0 7 0,0-3 3 0,-1 0-3 0,0 0 6 15,-1-1 0-15,0 0 2 0,0 1 7 0,-1-2 10 0,0 1 6 16,0 0 12-16,-1 0 5 0,1 2 5 0,-1-1 10 0,1 0-1 0,0 0-1 16,0 2-2-16,0 1-9 0,0 2-3 0,-1 0-2 0,1 1-12 0,0 1 0 15,0 1-1-15,1 0-4 0,-1 2 1 0,1 2-9 0,-1 1-8 16,1 3-5-16,0 1-8 0,-1 1 4 0,1 1-6 0,0 1-6 0,0 0 4 16,-1 1-4-16,1 0-5 0,-1 0-4 0,2 1-11 0,-1 0-15 15,1-1-26-15,0-2-35 0,-1-2-46 0,0 1-47 0,2-1-54 0,0-1-74 16,0-2-134-16,1-2-349 0</inkml:trace>
  <inkml:trace contextRef="#ctx0" brushRef="#br0" timeOffset="204777.16">18898 9724 905 0,'0'-1'754'0,"1"-1"-571"0,1-1-36 0,1 0-8 0,1-1-14 16,2 0-17-16,0-1-23 0,1-1-20 0,0-1-5 0,0-1-11 0,1 1 4 15,-1-3-9-15,1 0-13 0,-1-1-4 0,1-1-13 0,0-1 0 0,0 1-4 16,-1-3-4-16,0 1 4 0,-1-1-3 0,-2 1 1 0,0 1 9 16,-2-2 1-16,0 3 14 0,-1 1 0 0,-2 1-1 0,-1 1 0 0,-2 1-2 15,1 3 2-15,-3 2 0 0,-1 2-1 0,-1 3 1 0,0 2 1 16,-2 4-5-16,0 2 3 0,0 2-9 0,1 2-1 0,-1 4 10 0,2 1-3 16,-1 1 13-16,2 3-3 0,2 2-4 0,2-1-4 0,1 1-7 0,5-2 6 15,1 0-11-15,3-1 2 0,3-2-14 0,0 0-1 0,4-1 2 16,2-4-6-16,2 1 5 0,3-3-9 0,4-1-1 0,2-2 1 15,3-3-9-15,-1-1-19 0,2-1-25 0,-2-2-49 0,2 0-59 0,0-1-61 16,1 0-70-16,1-2-97 0,0 0-175 0,-1 0-270 0,2-1 120 0</inkml:trace>
  <inkml:trace contextRef="#ctx0" brushRef="#br0" timeOffset="205113.17">18219 10789 2057 0,'-3'4'173'0,"-2"0"4"0,1 3-7 0,1 2-20 0,2 1-18 16,0 1-22-16,1 2-14 0,1 2-12 0,0 1-14 0,0 2-6 0,1 0-10 15,1 4-18-15,0 2-5 0,1 0-11 0,1 4-7 0,-1 0 6 16,1 3-14-16,1 1 1 0,0 1-5 0,0-1-2 0,1-1 6 16,1-1-5-16,-1 0 4 0,1-2-4 0,0-1-11 0,1-3-11 0,-2-2-22 0,1-2-38 15,-2-3-57-15,1-1-86 0,-1-2-82 0,2-1-21 0,-1-1-31 16,1-1-63-16,-1-3-83 0,0-4-267 0</inkml:trace>
  <inkml:trace contextRef="#ctx0" brushRef="#br0" timeOffset="205314.16">18223 10804 1216 0,'-5'-9'266'0,"1"-1"-96"0,-1-1 2 0,2 1-25 0,3 2-25 0,0 1-22 15,2 0-14-15,1 1-17 0,0 1-13 0,2-1-7 0,0 1-2 16,2 0-3-16,0-2-3 0,2 0-4 0,3-1-5 0,1 0 0 0,3-1 1 15,0-2-5-15,2 0-4 0,0-3-1 0,2 0-8 0,1 0-2 0,2 0-3 16,1 1-3-16,-1-3-4 0,1 0 1 0,-2 1-8 0,-3 1-6 16,1 0-6-16,-2 2-24 0,-3 0-43 0,-1 2-60 0,-2 2-92 0,0 1-122 15,-1 3-184-15,-2 3-451 0</inkml:trace>
  <inkml:trace contextRef="#ctx0" brushRef="#br0" timeOffset="205450.16">18484 11014 798 0,'5'3'208'0,"1"1"-147"16,3-2-6-16,0 0 2 0,2-3-8 0,1-2-8 0,2 0-16 15,1-2-10-15,-1-1-9 0,2-2-5 0,0 0-14 0,-1 0-27 0,-1-2-36 16,0 1-72-16,0 0-79 0,1-3-84 0,-2 1-106 0</inkml:trace>
  <inkml:trace contextRef="#ctx0" brushRef="#br0" timeOffset="205765.16">18936 10752 356 0,'2'4'345'0,"0"0"-157"0,0 3-39 16,-1 0-27-16,-1 0-33 0,0 1-29 0,-1 2-19 0,1 1-15 16,0 0-4-16,0 1-6 0,1-1-5 0,-1 1 5 0,1-1 4 0,1 0 5 15,0 0 10-15,1-1 8 0,1-2 10 0,1 0 11 0,0-1 11 0,1-1 5 16,1-2 5-16,0-1-5 0,0-1 1 0,0-1-4 0,2-1-9 16,-1 0 0-16,0-2-6 0,1-1-9 0,-1-1 4 0,0-1-10 0,0 0-6 15,-2-1-4-15,0-1-10 0,0 1-10 0,-1-1-7 0,-1 0-7 16,-2-1-6-16,-1-2-5 0,-1 1-6 0,-1-1-9 0,-2 0-12 0,-2 1-22 15,-2-2-23-15,0 1-18 0,0 1-9 0,-2 0 12 0,-1 1 19 0,1 2 21 16,-1 0 25-16,1 0 12 0,0 2 9 0,2 2 7 0,-2 1 3 16,0 1 2-16,1 2 7 0,-1 1 1 0,1 2 4 0,0 0-4 0,1 1 9 15,2 3 8-15,-1 0 11 0,0 1 14 0,1 1 4 0,2 0-1 16,1-1-7-16,2 1-10 0,1 1-9 0,2-1-4 0,2 0-9 0,1 0 2 16,2-1-4-16,-1-1-1 0,1 1-5 0,2-2-6 0,0-1 0 0,1 0-3 15,1-2 0-15,-1 0 0 0,2-2 2 0,1-1-2 0,-1-1 0 16,2 0 3-16,0-1-8 0,-1-1-1 0,1-1-2 0,-3-1-10 0,0-3-7 15,0 0-27-15,-1-2-36 0,0-1-59 0,-1-2-78 0,0-1-102 0,-1-2-120 16,1-1-360-16</inkml:trace>
  <inkml:trace contextRef="#ctx0" brushRef="#br0" timeOffset="205935.16">19304 10348 1983 0,'-4'-11'228'0,"0"-1"-18"0,-2 0-22 15,2 4-26-15,1 4-30 0,0 4-25 0,1 3-17 0,-1 3-17 0,1 3-7 16,1 3 2-16,0 3-11 0,0 4-6 0,1 3-9 0,0 4-5 15,0 4-3-15,1 2-10 0,1 4-2 0,1 1-7 0,1 1 4 0,0 2 0 16,1 2 5-16,-1 3 3 0,2 0-20 0,-2 1 5 0,1-1-7 16,0-1-5-16,-2-4 2 0,0-4-7 0,0-2-24 0,-2-4-37 0,0-1-34 15,-1-3-61-15,0-3-65 0,0-2-75 0,1-6-108 0,0-1-170 0,1-4-373 16</inkml:trace>
  <inkml:trace contextRef="#ctx0" brushRef="#br0" timeOffset="206224.16">19641 10765 1740 0,'5'-7'214'0,"0"-1"-40"0,3-2-16 0,0 0-8 15,-2 0-31-15,1 2-25 0,1-2-21 0,0 0-16 0,-1 1-9 0,-1 1-8 16,-1-1-13-16,-3 0-6 0,-1 1-10 0,-1-1-2 0,-1 1-1 16,-2 0-4-16,-2 2 2 0,-1 0 1 0,-1 2-7 0,-1 2 0 0,0 1-5 15,-1 3 2-15,0 1-2 0,-2 2-5 0,-1 3 1 0,-1 2-3 0,0 2 4 16,1 0 9-16,0 3-1 0,-1 2-1 0,1 1 1 0,0-1-4 15,2 2 3-15,0-1-3 0,2-1 4 0,2 1 0 0,3-1 0 0,1 0 9 16,1-1-8-16,3-1-2 0,1-1-3 0,2 0-4 0,2-2 0 16,1 0-1-16,2 0 2 0,1-1 2 0,1 0-3 0,0-1 1 0,1-2-1 15,0 0 1-15,2 0-6 0,0 0 3 0,-1 0-5 0,1 0 2 16,0 0-2-16,0 0-8 0,-2-2-11 0,-1 1-20 0,-4 0-16 0,-1 1-21 16,-1-1-27-16,-2 0-14 0,-3 1-18 0,-1 0-19 0,-2 2-25 0,-1-1-30 15,-2 2-27-15,-1-1-30 0,0-2 5 0,-4 0 20 0,0-2-119 16</inkml:trace>
  <inkml:trace contextRef="#ctx0" brushRef="#br0" timeOffset="206504.16">19953 11039 422 0,'19'-8'444'15,"3"-2"-186"-15,5-3-20 0,-4-1-14 0,-1 1-29 0,0-2-22 0,-1 1-22 16,0-4-17-16,1-1-18 0,-1 1-7 0,-2-3-8 0,-1 0-15 0,-3 1-5 15,-2-1-12-15,0 0-16 0,-3 2-9 0,-1-1-11 0,-3 0-5 0,-2 1 1 16,-2 2-5-16,-1 2-4 0,-1 2 1 0,-3 4 0 0,0 2 6 0,0 4 10 16,-4 3 0-16,-2 2 7 0,0 2-8 0,-2 4-10 0,0 3-8 15,0 2-10-15,-3 3-3 0,0 3-3 0,1 3 1 0,-1 1 5 0,3 0 1 16,2 3-6-16,1-1 3 0,1 1-6 0,4 2 7 16,1-2-7-16,3 0-2 0,2-1 0 0,2 0-3 0,2-3 10 0,3 0-1 0,1-1-8 15,3-3-5-15,1-2-7 0,1-2-9 0,0-2-16 0,2-2-16 0,1-1-17 16,1-2-25-16,1-1-23 0,0-2-25 0,1-2-33 0,0-2-41 15,-1-2-57-15,-2-1-113 0,1-4-158 0,-1 0-286 0</inkml:trace>
  <inkml:trace contextRef="#ctx0" brushRef="#br0" timeOffset="207003.16">17091 9809 2171 0,'-49'-1'130'16,"-4"0"-116"-16,-8 0 4 0,14 1 7 0,13 2 9 0,6-1 9 16,6 0 2-16,5-2 10 0,6-1-3 0,5-3-3 0,4-1-7 0,3-2-4 15,5-2-7-15,6-1-2 0,5-3 8 0,5-1-3 0,6-3 0 0,5-3-2 16,7-1-2-16,6-5-6 0,5-2-5 0,6-2-11 0,5-3 1 15,6-2-6-15,4 0-1 0,7-2 7 0,5 0-9 0,5 0-4 16,3 0 3-16,5 2-1 0,4 0 0 0,3 1 4 0,4 1-2 0,4 5-2 0,2 4-1 16,2 7 1-16,2 4 2 0,1 5 0 0,2 7-2 0,-1 4 1 15,2 7-5-15,0 6 0 0,-1 4-1 0,-1 8 0 0,-2 4-5 16,0 6 5-16,-3 3 2 0,-3 4 0 0,0 6 0 0,-6 5-2 0,-3 5-3 16,-3 6 5-16,-4 3 0 0,-5 5 5 0,-3 4 10 0,-4 2 5 0,-7-1 12 15,-3 2 6-15,-6-2 5 0,-5-1 8 0,-5 2 1 0,-5-1-1 0,-6 2-5 16,-5-1-6-16,-8 2 10 0,-6 0-9 0,-7 1-2 0,-6 3-5 15,-6-1-11-15,-8 3-3 0,-7-1 3 0,-8-2 1 0,-7 1 7 0,-7-4-10 16,-8 1-10-16,-8-1-3 0,-6-1-3 0,-5 3 15 0,-6-3 2 0,-4-2 4 16,-6 0-10-16,-5-3-2 0,-6-1 1 0,-5-3-9 0,-6-1-1 15,-4-4-1-15,-6-2-3 0,-4-4 6 0,-5-5-4 0,-5-3 2 16,-3-5 4-16,-3-5-6 0,-5-5 5 0,-1-4 5 0,-5-8-6 0,-2-6-10 16,-1-8-12-16,-2-7-6 0,0-7-6 0,0-9 6 0,3-6-5 0,1-9-6 15,4-9 13-15,5-7 6 0,6-7 9 0,7-7 5 0,4-5-12 0,4-4-9 16,6-8-8-16,4-7-19 0,5-4-43 0,7-3-51 0,8-4-46 15,7 0-61-15,10-3-85 0,7-1-211 0,10-2-579 0</inkml:trace>
  <inkml:trace contextRef="#ctx0" brushRef="#br0" timeOffset="158694.58">22904 6670 1965 0,'13'19'-1'0,"5"9"1"0,7 6-6 16,4 6 2-16,-6-15 1 0,0-2-2 0,1-2 2 0,0-3-3 0,0-2-3 0,0-2-2 0,-1-1 0 0,0-3 0 15,0-1 4-15,-3-2 6 0,1-2-1 0,-2-2 8 0,-2-1 1 0,-1-1 4 16,-2-2 10-16,-1-2 3 0,-2-1 1 0,-1-1 4 0,0-2 2 16,-2-1 5-16,-2-1 8 0,0-1 8 0,-1-1 8 0,-1-1 16 0,0-2 6 15,-1 1 7-15,0-3 7 0,-1 0-1 0,1 0-3 0,1 2-6 0,-2-1-8 16,2 2-5-16,-1 1-10 0,0 2-2 0,1 3-5 0,0 2-2 16,0 1 1-16,0 3-7 0,0 1 1 0,-1 3-9 0,1 2 1 0,-1 2 3 15,0 2-5-15,0 3 0 0,-1 3-5 0,2 2-8 0,0 2 3 16,0 2 1-16,1 3-1 0,1 1-6 0,0 1-6 0,-1 1-17 0,1 1 0 15,1 0 4-15,-1 1 4 0,2-1 7 0,0 0-4 0,0 1-9 16,0-2-4-16,0 0-1 0,1-3 1 0,0-1 0 0,0-1-2 0,-1-3 0 16,0 1-4-16,0-3-7 0,-1-2-8 0,-1 0-21 0,0-4-17 15,-2-1-21-15,0-2-27 0,-1-1-33 0,-1-3-44 0,0 0-54 0,-1-2-72 16,0-2-118-16,0-2-231 0,0-1-363 0</inkml:trace>
  <inkml:trace contextRef="#ctx0" brushRef="#br0" timeOffset="159040.58">24117 6151 2574 0,'-3'10'204'0,"-3"3"-5"0,-1 4 1 16,0 2-25-16,2 3-25 0,2 3-20 0,1 3-25 0,1 4-32 0,0 3-17 15,2 3 4-15,1 5 3 0,1 2 7 0,1 5-34 0,1 5-36 0,1 4 0 16,2 6 0-16,0 5 0 0,3 5 0 0,1 4 0 0,1 6 0 16,1 5 0-16,0 3 0 0,2 4 0 0,1 3 0 0,1 3 0 0,0 2 0 15,2 4 0-15,2 1 0 0,0-1 0 0,4-2 0 0,1 0 0 0,3-5 0 16,1-3-2-16,3 0-48 0,1-4-2 0,2-4-7 0,1-2-9 15,-2-5-13-15,2-4-13 0,-1-3-11 0,2-5-7 0,-1-5-1 0,-1-5-16 16,-1-5-17-16,-3-5-18 0,0-4-21 0,-3-4-14 0,-1-6-45 16,-3-4-71-16,-1-4-139 0,-3-6-149 0,-4-7-104 0</inkml:trace>
  <inkml:trace contextRef="#ctx0" brushRef="#br0" timeOffset="159299.58">24649 7919 2239 0,'-11'-19'199'0,"-2"-4"-44"0,-2-5 20 16,4 3 4-16,3 1-7 0,2 0-33 0,5-3-22 0,2 1-22 0,3-2-21 15,5 0 11-15,3 1-6 0,5-2-6 0,6 1 4 0,4 0-24 0,9 1-2 16,5 0-4-16,5 3-3 0,6 1-4 0,2 1-38 0,5 2-2 16,2 0 0-16,4 0 0 0,1 2 0 0,1 0 0 0,4-1 0 0,0 0 0 15,0 2 0-15,2 0 0 0,0 0 0 0,-2 1 0 0,2-1 0 0,-2 0 0 16,-2 0 0-16,0 2 0 0,-3-2 0 0,-4 1 0 0,-2-1 0 15,-3 2 0-15,-2 0 0 0,-2 0 0 0,-4-2 0 0,-3 2 0 0,-3-2 0 16,-4 0 0-16,-4 2 0 0,-3-2-22 0,-5 0-93 0,-4-1-26 16,-2 2-38-16,-5-2-35 0,-3 1-23 0,-3 0-32 0,-4 0-54 0,-4-1-83 15,-3 1-117-15,-5 1-55 0,-3-2-209 0</inkml:trace>
  <inkml:trace contextRef="#ctx0" brushRef="#br0" timeOffset="159667.58">25317 6377 1443 0,'-29'9'287'0,"-2"2"-126"16,-8 3 28-16,5-2-11 0,6-2-21 0,0 0-25 0,2 0-19 0,3 0-17 15,2 0-8-15,1 0 1 0,4-1-4 0,2-2-3 0,2-1-4 0,3-1-7 16,3-1-4-16,2-1-10 0,3-2-9 0,2 0-4 0,2-2-7 16,2 1-6-16,1-2 1 0,2 0 0 0,3 0-2 0,1-2 0 15,0 0 4-15,4 1-7 0,0-1 1 0,0 0 1 0,-1 0-6 0,2 0-2 0,0 1 3 16,0-1-13-16,-1 1-1 0,1 0-6 0,-2 0 2 0,0 1-3 15,-1-1 1-15,1 1-2 0,-1 0-6 0,-1 0 6 0,-2 0 2 0,0 0 0 16,-1-1 0-16,-1 2 0 0,0 0-8 0,-2 0 2 0,0 1 2 16,-1 2 2-16,-2-1-6 0,0 1 8 0,-2 1-4 0,0 0-2 0,0 0 6 15,-1 0-2-15,0 1-2 0,-1 1 2 0,-1 0-2 0,1 1 6 0,0-1-2 16,-1 0-4-16,0 1 4 0,0-2-2 0,0 1-1 0,0 1 1 16,0-1 0-16,0 0-2 0,-1 1-2 0,-1 0 6 0,2 0-8 15,-2 2 6-15,0 0-4 0,0 1 2 0,-1 1-2 0,1 2 4 0,-1 1-4 16,1 2-1-16,0 1-3 0,0 1-2 0,1 2 2 0,-1 0 0 0,1 1-2 15,0 1-3-15,1-2-5 0,0 2-5 0,2-1-8 0,0-1-11 16,1 0-20-16,0-1-17 0,1 0-24 0,0-3-30 0,1 1-30 0,0-2-32 16,1-2-38-16,1-1-63 0,0 0-110 0,0-1-196 0,1-1-422 15</inkml:trace>
  <inkml:trace contextRef="#ctx0" brushRef="#br0" timeOffset="159914.58">25571 7985 2430 0,'8'10'414'0,"0"3"-228"0,4 2-11 0,-2-2-16 16,0 0-8-16,1 0-28 0,1 2-32 0,0-2-20 0,2 3-9 0,0 0-11 15,0 0 2-15,-1 0-2 0,1 1-11 0,-1 0-4 0,2 2-34 0,-2-2-2 16,0 2 0-16,0-1 0 0,0-1-4 0,0 3 8 0,-2 1-4 15,-1-2 0-15,0-1-16 0,-1-3-26 0,1 0-29 0,-1-3-19 0,0 0-34 16,-3 0-41-16,1-2-67 0,-1 0-65 0,0-2-97 0,0-2-148 16,-1 1-215-16,0-1-220 0</inkml:trace>
  <inkml:trace contextRef="#ctx0" brushRef="#br0" timeOffset="160941.58">23443 8005 844 0,'3'-1'289'0,"-1"1"-126"0,1-1-9 0,-1 1-9 0,0-2-9 16,1 1-13-16,-1 0-6 0,1-1-11 0,0 0 0 0,1 0-4 15,-1 0-7-15,1 0-8 0,0 0-7 0,-1-1-5 0,1 1-3 0,0 0-1 16,-1 0-4-16,1 0-8 0,-2 0-5 0,1 1-3 0,-1-1-8 0,0 1 4 16,0 0-2-16,-2 0-8 0,1 1 0 0,1 0-7 0,-2 0-3 15,2-1-2-15,0 0-4 0,0 1-1 0,1 0 0 0,0 0-5 0,1 1-5 16,-1-1 1-16,2 1-9 0,0-1 5 0,2 2-7 0,0 1 0 0,1 0-1 16,0 2-1-16,1 0 0 0,0 1 2 0,1 0-2 0,0 1-7 15,0-1-4-15,-1 1-3 0,0 0-2 0,-1 0-4 0,1 0-3 0,-2 1-3 16,-1-1-4-16,-1 2 2 0,-2-1 0 0,-1 2 3 0,-2-1 3 15,-1 1-1-15,-2 1 3 0,-1 0 3 0,-2 0 2 0,1-1 3 0,-2 0-1 16,0 0 4-16,0 0 6 0,1 0-2 0,0 0 11 0,0-1-1 0,0 0 1 16,1-1 1-16,0-1 0 0,2-1 3 0,1 0 3 0,1 0-3 15,0-2-1-15,1 0-2 0,0-1 6 0,1 0-10 0,1-2-1 0,0 1 6 16,2-1-3-16,1 0 13 0,0 1 1 0,0-1-3 0,1 1 5 0,-1-1-3 16,3 0-2-16,0 0 2 0,1 0-4 0,0 0 0 0,-1-1 1 15,0 1-4-15,1 0 1 0,-2 1-1 0,1 0 4 0,0 0-3 0,1 0 10 16,-1 1 0-16,0 0-1 0,-1 2-1 0,1 0-7 0,-2 1-5 0,0 0 3 15,1 0 0-15,-1 1-2 0,-2 1-2 0,1-1-3 0,-2 1 0 16,-1 0-4-16,0 0-3 0,-1 0-6 0,0 1-5 0,-1-1-8 0,-1-1-19 16,-1 1-14-16,0 0-24 0,1 1-22 0,-1 0-18 0,0-1-29 15,0 0-31-15,0 1-47 0,0-1-46 0,0 2-91 0,0 1-128 0,0 1-369 16</inkml:trace>
  <inkml:trace contextRef="#ctx0" brushRef="#br0" timeOffset="161274.58">23432 9215 1861 0,'6'1'170'0,"3"-1"-15"0,3-1-14 0,3-1 7 0,2-2-17 0,2-2-30 16,2-2-24-16,2 0-14 0,-1-3-4 0,4-1-3 0,1-2-5 0,0-1-3 16,2 0-2-16,1-2-6 0,1 0-3 0,0-1-14 0,3 1-6 15,-2-1 1-15,0 0-7 0,1 3 7 0,-2-1-8 0,-1 1-6 0,-2-1 0 16,0 3-3-16,-2-1-10 0,-1 1 11 0,0 2-2 0,-3 0-14 0,0 0 3 15,-1-1-35-15,-3 0-33 0,-1 0-36 0,0 3-47 0,-3 0-53 16,-2 3-89-16,1 2-173 0,-2 2-266 0,-1 2-96 0</inkml:trace>
  <inkml:trace contextRef="#ctx0" brushRef="#br0" timeOffset="161472.58">23926 9505 1879 0,'-2'15'440'0,"1"4"-250"0,0 1-6 16,1 1-20-16,2-2-9 0,1-1-36 0,1 1-27 0,1-1-23 0,2 1-15 16,1-1 1-16,1 0-10 0,1 0-4 0,1-1-6 0,-1 1-13 0,0 1-3 15,1 0-4-15,0-1-2 0,1 1-5 0,-1 0-7 0,0-1-1 16,-1 0-3-16,-1-2-16 0,-1-1-13 0,1-1-34 0,-2 0-55 0,0 0-63 16,0-2-71-16,-2 0-96 0,1-1-168 0,0 0-295 0,0-1-106 15</inkml:trace>
  <inkml:trace contextRef="#ctx0" brushRef="#br0" timeOffset="161722.58">24304 10115 1100 0,'2'7'748'0,"1"0"-531"0,0 3-39 0,0 0-31 16,1-1 1-16,0 1-26 0,3 1-24 0,1 1-15 0,0 1-15 15,2 0 2-15,-1 0-12 0,1 1-13 0,1 0-8 0,1 0-13 0,0 2-6 16,1-1-8-16,-1 0-6 0,1 1-9 0,0-1-9 0,0-1-81 0,0 2-28 16,1 0-31-16,-1 0-64 0,0 0-71 0,-2-2-252 0,0-1-613 0</inkml:trace>
  <inkml:trace contextRef="#ctx0" brushRef="#br0" timeOffset="162683.58">24496 9547 1574 0,'-4'-1'218'0,"0"2"-13"0,-1 1-40 0,1 0-20 15,1 2-23-15,-1 0-27 0,3 2-16 0,0 1-18 0,0 0-13 16,3 1-2-16,-1 2-6 0,1 0-2 0,1 0-5 0,-1-2-6 0,1 0-3 15,0 1-6-15,0-1-4 0,1 0 1 0,1-1-5 0,1 0-1 0,-1-1-2 16,0-2 0-16,1 0-4 0,-1-1 4 0,0-1-2 0,1-1-5 16,1-2 0-16,0-1 2 0,2-1 5 0,2-2-4 0,0-1 4 15,-1-3-2-15,0 0-3 0,-2-2 8 0,1-1 2 0,-2-1-1 0,0-1 9 0,-1-1-2 16,-1-2-2-16,-1 0-13 0,-2 0 15 0,0-2-6 0,-1 0-5 16,-1 1 7-16,-1-1-11 0,-2-1-3 0,-1 3 2 0,-2-1 2 0,-1 1-1 15,-3 0-4-15,-2 3-1 0,-2 0-4 0,-3 2-4 0,-2 2 1 16,0 2-3-16,-3 1-9 0,-1 3 0 0,0 2-2 0,0 2-3 0,0 3 0 15,0 1-5-15,1 3-1 0,-1 2 3 0,1 2-3 0,0 1 0 0,2 1-10 16,0 0-9-16,0 0-25 0,4 1-17 0,1-2-32 0,2-1-33 16,2-2-39-16,2 0-24 0,2-2-116 0,3-1-210 0,2-3-211 0</inkml:trace>
  <inkml:trace contextRef="#ctx0" brushRef="#br0" timeOffset="-25406.93">20765 13904 677 0,'-2'0'395'0,"1"1"-95"0,-2 0-9 0,1 1-30 0,1-1-42 15,-2-1-41-15,1 1-42 0,0 0-9 0,0 0-21 0,0 0-12 16,-1 1 6-16,2 0-22 0,-1 0 9 0,0 2-3 0,1-1-3 0,-1 2-3 16,1 0-4-16,0 0-1 0,0 2-16 0,0 1-11 0,0 2-6 15,1 3-22-15,0 1-3 0,0 2-11 0,1 1 2 0,0 4 1 0,1 2-1 16,1 1 5-16,0 3-13 0,2-1 4 0,0 3-2 0,0 3 4 0,2 1-4 15,-1 0-6-15,1 2 3 0,1-5-7 0,-1 0 6 0,2-3-12 0,-1 0-14 16,0-2-15-16,-1-1-26 0,-2 0-11 0,-1-4-33 0,-1-1-21 16,-2-3 1-16,0-3-8 0,0 0 8 0,-2-1-2 0,1-3-22 0,-2-1-11 15,0-3 7-15,-1-2 21 0,1-3 32 0,0-1 41 0,1-3 36 16,-1-1 32-16,1-3 32 0,0-1 26 0,0-2 17 0,1-1 17 0,1 2 28 16,0-3 12-16,0-2 17 0,0-1 9 0,0-2-13 0,0-1-8 0,0-1-27 15,0 1-22-15,3 0-34 0,0 2-20 0,1 3-13 0,0 3-15 16,1 0 2-16,0 3-11 0,0 1 6 0,1 2-7 0,0 1 0 0,1 2-6 15,-2-1 2-15,1 2 2 0,1 0-3 0,0 0 1 0,1 0 1 0,1 0 1 16,2 0 0-16,0-1-5 0,2 0-4 0,1-1-4 0,-1 1-8 16,0-1-4-16,-1-2-9 0,1 0-9 0,-1-2-8 0,1 0-15 15,-2-1 5-15,1 0 9 0,0-2 14 0,-1 2 23 0,-1-2 17 0,-1-1 12 16,0 0 5-16,-2-1 9 0,0 1 1 0,-1 2 13 16,-1-1 14-16,-2 1 11 0,-1 0 12 0,-1 0 7 0,-2 1 7 0,-1 0 5 0,0 2 3 15,-2-1-4-15,0 0 2 0,-1 1 1 0,0-1-3 0,-1 1-4 0,-1 1-9 16,1-1-8-16,-1 3-6 0,0 0-12 0,0 1-8 0,1 2-6 0,1 1-8 15,-1 1-7-15,0 2-2 0,1 1-6 0,-1 1-4 0,1 2 8 0,0 1-14 16,0 2 0-16,0 0-2 0,0 3 0 0,1 2 0 0,1 1-4 16,0 2 2-16,0 2-6 0,0 0 8 0,1-1-4 0,2 1-2 0,-1 0-4 15,2-2-10-15,0 0 0 0,1 0-6 0,1-2-13 0,0 0-18 16,0-1-19-16,1-2-28 0,0-3-28 0,0 0-34 0,-1-2-34 0,1-1-46 16,1-1-63-16,-1-1-124 0,0-2-162 0,1-2-60 0,-1 0-122 0</inkml:trace>
  <inkml:trace contextRef="#ctx0" brushRef="#br0" timeOffset="-24527.93">20167 13920 206 0,'2'1'77'0,"0"1"-12"16,1-1-12-16,-1 0-4 0,1 0-1 0,0-1 14 0,-1 2 13 0,2-2 11 15,-2 0 17-15,1 1-4 0,1 0 6 0,-2 1 3 0,1 0 2 16,0 0 1-16,-1-1 1 0,1 1-1 0,-1 0-6 0,1 1-2 0,-2 0-2 16,0 0 3-16,0-1-15 0,0 1-3 0,1 0-4 0,-2-1-11 0,0 2-2 15,1-2-7-15,-1 2-11 0,0-1-10 0,0 0 2 0,1 0-3 16,-1-1-5-16,0 0 6 0,-1 0-1 0,1 0-4 0,-1-1 11 0,0 1-2 15,1-1 2-15,0 0 0 0,-1 0-6 0,1 0 9 0,-1 0-8 0,0-1-5 16,0 0-8-16,1 0-15 0,-2 1-1 0,0-1-6 0,0 0-7 16,0-1-5-16,0 1-13 0,-1-1-21 0,0 1-37 0,0-1-51 0,-1 0-87 15,0 0-134-15,0-1-179 0,1 1-142 0,1-1-202 0</inkml:trace>
  <inkml:trace contextRef="#ctx0" brushRef="#br0" timeOffset="-23593.91">21759 14131 1265 0,'0'0'407'16,"1"0"-97"-16,1 1-73 0,-1-1-27 0,1 0-47 0,1 0-41 0,1 0-17 15,1 0-18-15,0 0-5 0,1-1-9 0,0 0-12 0,1-1-8 0,-1 0-9 16,2-2-8-16,0 1-10 0,2-2-6 0,1 0-4 0,1 0 1 16,-1-2-7-16,3 0-1 0,0-1 6 0,0 0-4 0,1-3-2 0,-1-1 6 15,2 0-8-15,0-1-2 0,-1 0 1 0,-1 0-6 0,-1 0 2 16,-1-1-2-16,-1 1-20 0,-1 1 1 0,-3 0-6 0,-1 1 10 0,-1 1 30 15,-2 2 5-15,-1-1-4 0,-3 2-1 0,-2 1-15 0,-3 0-6 16,-1 1 3-16,0 2-6 0,-1 0-2 0,-1 2-6 0,-1 1 1 0,-1 2-4 16,0 2 2-16,0 1-3 0,-2 1-3 0,0 1 12 0,-1 1-17 0,0 2 3 15,2 1 6-15,-2 3 3 0,1 1 20 0,-2 2 6 0,2 2-7 16,1 2-9-16,0-1-7 0,3 2 3 0,2 1 1 0,2-2 3 0,2 0 3 16,1 1-8-16,3-3 7 0,2 0 1 0,1 0-3 0,3-4 4 0,2 0-4 15,2-3-7-15,3-1 5 0,2-3-1 0,3-4 5 0,2 0-9 16,1-1-48-16,4-2-10 0,-1-1-10 0,1-2-10 0,2-2 16 0,-1-1-31 15,3-3-53-15,0-3-59 0,0-2-66 0,0-1-70 0,1 1-33 0,-1-2 3 16,1 1 49-16,-2-1-18 0</inkml:trace>
  <inkml:trace contextRef="#ctx0" brushRef="#br0" timeOffset="-23243.93">22849 13340 1364 0,'-4'-2'308'0,"-2"0"-47"0,0 1-7 0,0 1-37 0,0 2-29 0,3 2-35 15,-1 3-22-15,2 3-16 0,-1 3-15 0,1 2-13 0,0 2-3 0,1 5-5 16,0 1-8-16,1 2-13 0,1 3-17 0,0 1-6 0,0 4-7 16,1 2-7-16,0 2-8 0,0 0-2 0,0-1-7 0,1 2-4 0,0 0 4 15,0 1-17-15,1-2-34 0,-1 0-18 0,1-2-53 0,1-1-61 16,1-1-71-16,3-3-158 0,0 1-260 0,2-5-158 0,1 2 2 0</inkml:trace>
  <inkml:trace contextRef="#ctx0" brushRef="#br0" timeOffset="-22373.92">23360 13198 348 0,'0'-5'211'0,"-1"-1"-50"0,-1-1 18 0,1 1 14 0,1 0 13 15,-1 2-5-15,1-1-10 0,-1 3-17 0,1-1-16 0,0 1-10 0,0 0-21 0,1 2-15 0,-1 0-10 0,0 1-12 0,0 2 0 0,0 0-2 16,0 1-11-16,0 3-5 0,0 1-6 0,0 2-4 0,1 1-1 0,0 2-1 16,0 1-5-16,1 2 2 0,-1 2-2 0,1 0-13 0,0-1-2 15,0 3 10-15,1 1-2 0,1 0-7 0,-1 2-4 0,2 1-24 0,-1 1-9 16,1 1 0-16,1 0-4 0,0 2-2 0,2-1-5 0,-1 4-1 16,1 0-7-16,0 1-15 0,1-2-9 0,-1 0-16 15,2-3-17-15,0 2-18 0,1-3-15 0,-1 1-16 0,1-3-25 0,-2-2-35 0,1-2-55 16,-2-2-116-16,2-2-160 0,-1-3-98 0,0-1-173 0</inkml:trace>
  <inkml:trace contextRef="#ctx0" brushRef="#br0" timeOffset="-21900.93">24957 13191 1788 0,'-4'10'198'0,"0"3"-9"0,-1 4-64 0,1 0-1 15,3 1-13-15,0 1-11 0,2 2 8 0,0 4-5 0,2-1 3 16,0 3 3-16,0 0-23 0,0-1-16 0,2 1-2 0,1-3-10 0,2 0-9 16,1-4-4-16,3 1-6 0,2-3-11 0,2-2-6 0,2-1-2 15,2-1-12-15,2-3-1 0,0-1-12 0,1-3-3 0,0-1 2 0,0-3-3 16,-1 0 7-16,1-4-1 0,1-2 4 0,0-1 1 0,-1-4 0 0,1-1 9 15,-1-4 6-15,-2-3 2 0,2 0 7 0,-3-4-9 0,1 0-2 16,-2 0 4-16,-2-2 0 0,-3-1 4 0,0-1-2 0,-2-2-2 0,-3-1 7 16,-4-1 3-16,-2-1-17 0,-3 0 25 0,-3-2-12 0,-4 2-4 15,-3-2 32-15,-4 2-31 0,-3 0-5 0,-3 3-7 0,-5 2-8 0,-2 4-10 16,-4 2-6-16,-1 3-19 0,-3 3-6 0,-1 3-4 0,-4 3-5 0,-4 4-8 16,-2 2-35-16,-3 1-44 0,-4 4-63 0,-2 3-86 0,-3 2-132 15,-3 2-255-15,0 3-133 0,-2 1-75 0</inkml:trace>
  <inkml:trace contextRef="#ctx0" brushRef="#br0" timeOffset="-21403.93">20242 13978 2115 0,'9'20'615'0,"1"2"-585"15,4 9 6-15,-1-2 7 0,4 1-1 0,2 1 0 0,0 5-5 16,2 2-15-16,0 4-3 0,-1 1-5 0,0 0-7 0,1 0 1 0,-3 0-2 15,0-1-3-15,0-1-15 0,-2-1 10 0,0-3-5 0,-1-2-5 0,0-2 11 16,0-3-27-16,-2-4-4 0,2-3-10 0,-2-4-15 0,0-3 0 16,-2-3 0-16,-3-1-6 0,1-4-11 0,-2-3-13 0,-1 0-35 0,-1-3-51 15,-2-2-64-15,-2-3-89 0,-2-3-84 0,0-1 1 0,-2-3 62 16,-1-3-58-16</inkml:trace>
  <inkml:trace contextRef="#ctx0" brushRef="#br0" timeOffset="-20960.93">20284 13991 485 0,'-14'-13'130'0,"-2"0"-1"0,-3-1 16 0,2 2-7 0,4 4-1 16,-1 0 11-16,1 2 4 0,3 0-5 0,1 1-5 0,3 0-7 0,2 0-6 15,1 0-4-15,3 0-6 0,1-2-9 0,4 0-9 0,1-2-8 16,3-3-15-16,4 1-7 0,2-1-17 0,2-2-1 0,2 1-3 0,4-2-8 16,1 0 0-16,5 0-11 0,2 0-2 0,2-1-3 0,0 0-9 0,2 2 0 15,0-2-1-15,5-1-9 0,0 1 0 0,1 0 2 0,1-1-6 16,0 0 4-16,0 2-3 0,2 0-1 0,-2 0-3 0,-1 1-3 15,0 1 1-15,0 2 0 0,-1 0 2 0,-1 3 0 0,-3 1 4 0,-4 1-4 16,-2 2 8-16,-3 0 10 0,0 1 1 0,-2 2 6 0,-4 2-4 0,-2 1 4 16,-2 2-4-16,-5 1 3 0,-2 1 1 0,-1 1-2 0,-4 2 1 0,-1 1 1 15,-2 2-5-15,-2 3-5 0,-2 0-4 0,-1 2-6 0,-1-1 6 16,-1 2 6-16,-1 1 7 0,0 0-2 0,0-2 2 0,1 1-5 0,-1 0-1 16,0 0-1-16,2 0-4 0,0 2 2 0,2-1-9 0,0 2 3 0,2 1-5 15,1-1 0-15,1 1 2 0,2 2-8 0,1-1-13 0,1 1 13 16,2-1-10-16,0 1 3 0,2 0 13 0,1-1-21 0,1 0 0 0,0 0-13 15,1-2-16-15,2 1-17 0,1 0-2 0,-1-2-6 0,-1 2 7 16,0-1 4-16,0 3 0 0,-1-1 8 0,-2-2 12 0,-1 1 13 0,-2-2 6 16,-1-1 9-16,-2 0 0 0,-3 0 1 0,-2-2 6 0,-2 3 1 0,-1-2-1 15,-4 1-8-15,-2-1-14 0,-2 0-22 0,-2 0-17 0,-1 0-8 16,-2 0-11-16,-1-1 18 0,-1 0 28 0,-2-1 22 0,2 0 29 0,0 0 2 16,-1-2 2-16,0-1 11 0,0-1 1 0,-3-2 19 0,0-2-4 15,0-1 6-15,-1-2 0 0,1-1-1 0,-1-2-1 0,-1-1-7 0,2 0 1 16,-1 0-12-16,0 0-16 0,2 1-2 0,-1 1-16 0,3 0-9 0,2 1-3 15,1 2-9-15,4 0-9 0,-1 1-6 0,4 1-7 0,0-1-3 0,1 1-3 16,3-2-16-16,1 0-30 0,1 1-60 0,1-1-72 0,2 0-116 16,1 0-112-16,2-1-48 0,1 0-138 0</inkml:trace>
  <inkml:trace contextRef="#ctx0" brushRef="#br0" timeOffset="-20687.93">21577 13647 1573 0,'-9'14'217'0,"-1"3"22"0,0 4-40 0,1-1-41 0,3 0-45 0,2 4-36 15,2 1-29-15,1 4-7 0,1 1-18 0,1 3-12 0,2 0-6 0,0 3-3 16,0 0 1-16,2 1 7 0,1 1-4 0,1-2-11 0,0-1-3 16,3-3-5-16,0-1-24 0,1-2-24 0,0-1-46 0,-1-4-68 0,-1-2-59 15,1-5-103-15,0-3-93 0,0-1-45 0,0-4-172 0</inkml:trace>
  <inkml:trace contextRef="#ctx0" brushRef="#br0" timeOffset="-20190.93">21371 13660 1288 0,'-11'-18'176'0,"0"-1"-20"0,-3-3 13 0,2 5-15 15,3 4-28-15,2 2-30 0,0 2-17 0,3-1-19 0,2 2-9 16,1-1-6-16,3 2-5 0,0 0-3 0,3 0 2 0,1 0 2 0,1 0-3 16,4-1 7-16,1-1-7 0,2 0-7 0,3-1-3 0,1 0-7 0,3-2 0 15,3 1 6-15,0 0-7 0,3 1-4 0,1-1-2 0,2 0-6 16,1 0 0-16,3 0-1 0,-1 1-12 0,0 2-5 0,-1 0 0 0,-1 0-3 15,-1 1 11-15,1 1 7 0,-4 0-3 0,0 2 8 0,-2 0-5 0,-2 1 1 16,-1-1 5-16,-3 1-10 0,-2 1 3 0,-1 1-4 0,-3 1 3 16,-2 2 0-16,-2 0-3 0,0 1 2 0,-3 0-5 0,0 2-1 0,-1 0 8 15,-1 2-1-15,-3 1 4 0,1 2 18 0,-2 1 4 0,0 0 3 16,-1 1 11-16,0 2-14 0,-1-1 2 0,1 1-3 0,0-1-3 0,-1 2 3 16,2-1-3-16,0 0 1 0,1-2-1 0,1 1 2 0,0 0 0 0,0 0-6 15,2 0-5-15,1 0-1 0,1 1 1 0,1 0 0 0,1 2 5 0,2-1-12 16,0 2-4-16,0 1-1 0,1 0-4 0,1-1 5 0,1 1-3 15,1 1-2-15,1-1 0 0,-1 2-4 0,3 0 1 0,2 0-8 0,-2 0-4 16,2 1-7-16,0-1 1 0,0 2-1 0,-2 0-5 0,1-1-9 16,0 1 13-16,-2-1-2 0,0 0 9 0,-1 0 21 0,0 0-13 0,-3-1 8 15,-2 0 1-15,-1-1 1 0,-2-1 3 0,-3-1-3 0,-1 1-4 0,-2-3 2 16,-2 2 4-16,-3 0-8 0,-3-1-3 0,-2-1-16 0,-3 2-13 16,-1-1-8-16,-3-1-12 0,-2-2 5 0,0 0 5 0,-2-1 12 0,-2-1 9 15,2-1 10-15,-2-1 10 0,-1-2 0 0,0-1 0 0,-1-2 5 0,-1 0 1 16,2-1 9-16,0-1 2 0,0-2-2 0,0 0-5 0,-1 0 0 15,3-1-1-15,0 1-3 0,1 0-6 0,5 1-13 0,-1 0-9 0,3 1-11 16,2 1-12-16,3 0-7 0,2 0-14 0,1 1-10 0,3-1-18 16,0-1-32-16,1 0-41 0,1 0-55 0,2-1-61 0,1 0-40 0,1 0-29 15,2-1 20-15,2-1 14 0,1-2 55 0</inkml:trace>
  <inkml:trace contextRef="#ctx0" brushRef="#br0" timeOffset="-19921.93">22325 13509 982 0,'-5'6'822'15,"1"2"-591"-15,-2 1 14 0,2 1-39 0,2 1-25 0,1 0-34 16,1 2-26-16,2 1-26 0,1 0-13 0,1 3-17 0,2 0-18 0,1-1-6 15,1 2-14-15,1 0-16 0,0 0 0 0,-2 2-8 0,1 2-3 0,0 0 6 16,2 1-6-16,0 0-4 0,1 0-1 0,-1 0-10 0,1 1-19 0,0-1 6 16,0 0-11-16,0-2-10 0,0 2 7 0,-1-3-29 0,0-1-12 15,1-2-11-15,-1-1-17 0,-1-2-17 0,1-4-25 0,-3 1-40 0,1-2-50 16,-1-1-49-16,-1-2-40 0,-1-1-20 0,-2-1-2 0,-1-1-45 0</inkml:trace>
  <inkml:trace contextRef="#ctx0" brushRef="#br0" timeOffset="-19385.93">22155 13325 904 0,'-10'-10'282'16,"0"0"-28"-16,-1-3 14 0,2 2-41 0,3 3-42 0,2-3-40 0,1 1-26 16,1 0-14-16,2 1-12 0,1 0-11 0,3 0-4 0,0 0-3 15,4-1-4-15,3 0-4 0,1 1 0 0,3-1-10 0,1 1-5 0,5-1-5 16,2 0-9-16,2 0-3 0,1 1-8 0,1 0-4 0,1 0-3 15,-1 2-7-15,1-1-3 0,0 1-6 0,-1 1 0 0,1 0 3 0,-2 1-2 16,1-1-1-16,-3 2 0 0,0 0-4 0,-2 0 1 0,-1 2 3 0,-1-1 0 16,0 1-3-16,-3 1-2 0,0 1 4 0,-1 0-3 0,-1 0 0 15,-2 0 2-15,0 0-2 0,-1 2-2 0,-1-1 4 0,-2 1-2 0,1 1 0 16,-2 0 0-16,1 0 0 0,0 1 0 0,-1 0 2 0,0 1-4 16,0 1-2-16,0 0 4 0,0 1 0 0,1 1 4 0,0-1-4 0,0 1 2 15,0 2 0-15,-1 1-2 0,1 1 7 0,-3 1-1 0,1-1-1 0,0 2 4 16,-2 1-5-16,1 1 3 0,-1 0 0 0,0 2 1 0,-1 0-1 15,0 0-12-15,1-1 16 0,0 3 0 0,0 0-8 0,-1 0 16 0,2 4-17 16,0-1 1-16,0 1-1 0,0 1-2 0,2-1 0 0,0 0-5 0,1-2 5 16,0 0-2-16,1 1-2 0,1-3-1 0,0 1-3 0,1-1 4 15,-1-1-1-15,0 1-8 0,1-1 0 0,1 0-3 0,0-1-4 0,0 0 7 16,-1 1-7-16,2-1 0 0,-2 2-7 0,1-1-9 0,0-2 0 16,-3 2-5-16,1-1 1 0,-1 1 3 0,-1-2-8 0,-1 0 24 0,-1 0 2 15,-1-1 9-15,-3 2 10 0,1-2-14 0,-2 0 7 0,-1-3 9 16,0 2-1-16,-2-2 6 0,-2-1 0 0,-1 0-7 0,-1-1-3 0,-2-1 3 0,-2 0-12 15,-1-1-9-15,-2-2-8 0,-2 1-8 0,1 0-9 0,-3-2-1 16,-2 2 11-16,0-2 8 0,-3 1 13 0,-1-1 5 16,0-1 9-16,-1 1 9 0,-1-1 10 0,1 0 3 0,-1-1 12 0,0 0 1 0,2-1 3 15,0 1 2-15,0 0-9 0,1-1-6 0,0 0-3 0,3 0-13 0,1 0-4 16,0 1 2-16,3-1-12 0,1 0-3 0,1 1-13 0,0 0-18 0,2 1 0 16,0-1-7-16,1 0-5 0,2 1-6 0,1-2-12 0,1 0-24 15,1 1-34-15,2-1-51 0,0-1-54 0,3 0-89 0,1-1-70 0,2-1-26 16,2-2 29-16,2 0-50 0</inkml:trace>
  <inkml:trace contextRef="#ctx0" brushRef="#br0" timeOffset="-19145.93">23187 13415 1046 0,'-1'19'506'0,"0"2"-310"0,1 4 3 0,0-1-27 0,2-2-12 0,0 3-39 0,1 2-32 15,2-1-20-15,0 3-19 0,-1-3-10 0,1 1-5 0,0-3-17 16,0 0-3-16,1 0-6 0,-1-2-15 0,1-1 3 0,0 0-23 0,1-3-15 16,-2 1-20-16,1-2-55 0,-2-2-68 0,2 0-110 0,-1-3-104 15,1-1-81-15,0-2 3 0,-1-2-45 0</inkml:trace>
  <inkml:trace contextRef="#ctx0" brushRef="#br0" timeOffset="-18638.93">22955 13145 1723 0,'-14'-25'115'0,"0"1"24"0,-5-7-7 0,4 7 0 0,1 7-12 0,2 2-20 15,1 3-6-15,1 2-13 0,2 2-3 0,2 3 1 0,1 0-15 0,2 0-1 16,3 1-11-16,1 0 5 0,1 0 1 0,3 1-9 0,2-1-3 0,2 1-12 15,2 0-8-15,3 1 3 0,2-1-4 16,1 0 0-16,3 0-3 0,2 0-4 0,2-1 0 0,3 1-5 0,1 0-6 0,2 2 0 0,0-1-7 16,2 0-3-16,-1 1 1 0,1-1-4 0,-2 1 3 0,2 0-1 0,-3 0 0 15,1 0 2-15,-3 0-1 0,1 1-1 0,-1-1 2 0,-1 1-3 16,0 0 5-16,0 0-2 0,0-1 2 0,-2 1 2 0,-1 2-4 0,-2-1 0 16,-4 1 4-16,0 0-2 0,-3 1 0 0,-2 1 2 0,-1-1-2 15,-3 3 4-15,-1 0 1 0,-1 2-1 0,-2 0 1 0,-2 1 6 0,0 2-2 16,-2 0 2-16,0 1 0 0,-1 2 2 0,-1-1 2 0,0 1 5 0,1 1 2 15,-1 0-5-15,0 0-3 0,1 2-4 0,0-3-5 0,1 3 5 16,0 1-5-16,1 0-3 0,1 1 2 0,1 1-6 0,0 1 4 16,1 1 0-16,2 1 0 0,0-1-14 0,1 0 16 0,2 0 5 0,-1 0-3 15,2 1 7-15,2-1-13 0,0-1-5 0,0 1 1 0,1 0 0 0,-2-2-9 16,2 1 6-16,0-2-5 0,0-1 3 0,-2 1 5 0,0 1 2 16,1-1-1-16,-2 0 5 0,-1 1-4 0,-1-3 2 0,-2 1 0 0,-2-1 0 0,-2-1-2 15,-1-1 4-15,-1-1 0 0,-1 0-2 0,-1 0 0 16,-3 0-8-16,-1-1 3 0,-1 1-6 0,-1-1-2 0,-2-1-8 0,-2-2-3 0,0 1-1 15,-1-2 3-15,-1 0 4 0,-2 0 5 0,-1-1 8 0,-2-1 10 16,0-2 2-16,-1 1 6 0,0 0 2 0,-1-2-8 0,-1 1-4 0,2 0-4 16,-2-1 10-16,1 0-6 0,0 0-14 0,0 0-1 0,1 2-7 0,0 0 18 15,1 2 12-15,1 0-2 0,3 2-9 0,0 0-22 0,2 0-4 16,0 1-1-16,3-2-3 0,0 1-8 0,2 0-8 0,1-1-7 0,1 1-10 16,3-2-11-16,0 0-8 0,2-2-19 0,2 0-27 0,0 1-36 0,2-2-56 15,1-1-69-15,1 0-86 0,3-1-52 0,1-1-8 0,1 0 42 16,2-1 38-16</inkml:trace>
  <inkml:trace contextRef="#ctx0" brushRef="#br0" timeOffset="-18310.93">24192 12947 1609 0,'-2'8'193'0,"1"2"20"0,0 1 2 0,3 3-22 0,2 0-31 16,1 3-38-16,5 1-34 0,1 2-13 0,4 3-13 0,1 0-1 0,2 4 2 15,2 1-4-15,-1 2-6 0,1 1-7 0,1 1-25 0,-2 1 3 16,2 2-8-16,-1 0-5 0,-3 2 10 0,1-1-15 0,0-1-5 0,-1 1-6 15,-1-4-3-15,1 1-5 0,0-2-8 0,-2 0-3 0,0-3-12 0,0-1-10 16,0-4-13-16,-2-2-18 0,-1-1-11 0,0-2-7 0,-2-1-12 16,0-1-17-16,-1-2-22 0,-2-2-39 0,-1-3-70 0,-2-1-111 0,0-1-86 15,-1-2-22-15,0-1-100 0</inkml:trace>
  <inkml:trace contextRef="#ctx0" brushRef="#br0" timeOffset="-17870.93">24263 13020 1544 0,'-12'-22'170'0,"0"-1"-4"0,-3-5-1 0,3 2-17 16,3 7-16-16,1 0-22 0,2 2-17 0,2 2-20 0,1 0-12 0,3 0-9 15,3 1 4-15,2-1 3 0,3 2 1 0,4-1 13 0,2-1-1 16,3-1-5-16,3 1-25 0,4 0-15 0,3-1 3 0,4 1-4 0,3 1 15 16,5-2-5-16,2 0-13 0,2 0-6 0,3 1-5 0,2 0 1 0,1 0-2 15,1 1-6-15,2 2 3 0,0-1-7 0,1 1 1 0,-3 2 0 16,1-1-4-16,0 3-1 0,-1 0-1 0,1 0 0 0,0 2-1 0,-1 0-6 15,-2 1 2-15,0 1-2 0,0 1-2 0,-1 1 10 0,-3 1-6 0,-2 1 0 16,-2 0 5-16,-4 0 2 0,-3 2 2 0,-2 0 4 0,-4 2 1 16,-3-1 6-16,-4 2 2 0,-5 0-1 0,-3 1-2 0,-2 1-1 0,-3 2 0 15,-2 0-2-15,-3 1 0 0,-3 3 1 0,-1 1 4 0,-1 0 5 16,-3 0 1-16,-2 2 4 0,1 0-3 0,-2 0-3 0,2 1 8 0,-1 0-11 16,1 1 0-16,0-1 30 0,2 2-9 0,1 1 10 0,2 0 5 0,2 1-30 15,2 0 0-15,2 1-5 0,4 2-8 0,1 0-3 0,3 1 1 16,1 1 2-16,1 1 2 0,3 2-2 0,1-1-10 0,0 1 0 0,3-2 2 15,0 0 2-15,2 1 6 0,2-1-6 0,0 1-6 0,1-1 4 0,0 2 2 16,2 0 2-16,1 1-17 0,0-1 20 0,-1 2-5 0,-1-2 2 16,-1 1 21-16,-4 0-27 0,0-1 4 0,-4-1 0 0,-4-1-3 0,-5-1-5 15,-4-3-4-15,-4-1-1 0,-6-2-12 0,-3 0-4 0,-3-2-7 16,-5-1-5-16,-2-3 9 0,-2 0-10 0,-4-2-2 0,-3-2-6 0,-2-1-13 16,-3-2 12-16,0-1 6 0,-1-1 6 0,0-1 15 0,0-1-2 0,-1-1 3 15,0-1-6-15,0-1-11 0,1 0-16 0,-1 0-23 0,2-1-21 16,-2 0-32-16,2 1-33 0,-3 0-60 0,2 1-118 0,-2 1-185 0,-3 2-96 15,0 0-70-15</inkml:trace>
  <inkml:trace contextRef="#ctx0" brushRef="#br0" timeOffset="-16727.41">20859 15219 834 0,'-2'0'301'0,"-1"0"-83"0,-1 1 38 0,0 1-25 15,1 1-63-15,0 1-35 0,0 1-30 0,1-1-13 0,0 2 0 16,2 1-1-16,-1 0 2 0,1 1-1 0,0 2-8 0,1 0-7 0,1-1-15 16,1 3-7-16,1 1-9 0,1 0-6 0,1 1-7 0,0-2-3 0,1 1-2 15,1 0 2-15,0-1-5 0,-1 0-5 0,2-1-2 0,1 2 1 0,0-2 1 16,-1 0 0-16,1-2-4 0,0 0-7 0,-1-1 2 0,1-1-1 16,1-1 2-16,-2-1-1 0,2-2-1 0,-1 1-3 0,-1-2-1 0,2-1-4 15,-1-1-2-15,-1 0 2 0,0-1-7 0,-1 0 3 0,-1 0 4 0,1-2-4 16,-1 0 10-16,1-2-1 0,-2-1 2 0,0 0 12 0,0 0-5 15,-1-2 1-15,1 0 1 0,-1 0-3 0,-1-1-4 0,-1-1 6 0,0-1-10 16,0 1 6-16,-2 0 6 0,0 0-10 0,-1 0 2 0,-1-1-3 16,-1 0 5-16,-1 1 4 0,-2-2 1 0,0 2-1 0,-2-1-9 0,-2 0 0 15,0 0 5-15,-2 1 4 0,-1-1-8 0,0 1 5 0,-2 0-3 0,-2 0-7 16,-1 0 2-16,0 2 3 0,-2-1-1 0,1 1-21 0,0 0 15 16,-1 2 2-16,2 0-8 0,1 2 15 0,1 2-18 0,1 0-8 0,0 2-9 15,1 1 2-15,0 2-4 0,1 0-17 0,0 1-6 0,0 1-4 0,2 2 1 16,0 1-2-16,2 1-1 0,1 1-17 0,1-1-28 0,2 3-29 15,1 0-43-15,2-1-83 0,1 1-125 0,2-1-155 0,1 0-72 0,1 0-116 16</inkml:trace>
  <inkml:trace contextRef="#ctx0" brushRef="#br0" timeOffset="-16025.41">21966 14790 1175 0,'-2'0'288'0,"-2"1"6"0,0 0-37 0,0 2-24 0,1-1-47 16,0 0-37-16,1 1-30 0,-1-1-11 0,0 0-2 0,0 0-6 16,-1 1-7-16,2 0-5 0,0 0-6 0,-1 0-16 0,1 0-6 0,-1 0-10 15,1-1-8-15,-1 1 4 0,1 1-6 0,0 0-3 0,1 0-1 0,-1 1-8 16,0 0-3-16,0 0-4 0,0 2 0 0,1-1-8 0,0 2-5 15,0 1-2-15,0 0-6 0,0 1 6 0,1 1-2 0,0 0-4 0,2 0-2 16,-1 1-6-16,1 1 2 0,0 0 10 0,0-1-8 0,1 2 2 0,0 0 0 16,1 0-2-16,1 0 10 0,-1-2-10 0,0 1-3 0,1-1-1 15,0 0-11-15,1-1 2 0,0-1-2 0,0 0-6 0,-1-2-3 0,-1-1 5 16,1 0 6-16,-1-3 10 0,0 2-6 0,0-2 5 0,-2-2 8 0,-1 1-4 16,-1-2 10-16,1 0-4 0,0-1-4 0,-1 0 2 0,0 0 4 15,-1-2 3-15,0 0 8 0,0 0-5 0,0-1-5 0,-1 1 5 16,0-2-5-16,-1 1 7 0,1-2-1 0,-1 1-3 0,0-1-8 0,1 1 3 15,0-1 3-15,0 1-2 0,0-1 3 0,0 1-10 0,0 1-5 16,1 1 6-16,0-1 6 0,-1 1-4 0,2 0-4 0,-1 0 4 0,0 2-6 0,0-1 6 16,0 0-7-16,0 0-3 0,0 1 3 0,0 0-6 0,0 1 11 15,0 0-9-15,0-1-3 0,0 1 7 0,-1-1-6 0,2 1 3 16,-1 0 1-16,1-1 2 0,0 1 3 0,-1-1 4 0,1 0-9 0,-1 1-3 0,1-2-6 16,0 1 1-16,0 0 4 0,0-1-1 0,1 1 1 0,-1-1-13 15,1 1-1-15,-1-1 1 0,1 1-1 0,-1 0 7 0,1-1-5 0,0 1 0 16,0 0 0-16,-1 0 0 0,1 1 2 0,0-1-2 0,-1 0-1 15,0 1 1-15,0-1-3 0,1 0 4 0,0 1 2 0,-1-1-6 0,1 0 1 16,0 0-6-16,-1 0-6 0,1 0-5 0,0 0-1 0,-1 0-6 0,1 0-7 16,-1 0 0-16,1 0-6 0,-1-1-11 0,0 1-1 0,1-1-15 15,-1 1-7-15,1-1-15 0,-1 0-23 0,0 0-17 0,1 0-18 0,-1 0-18 16,0-1-10-16,0 2-9 0,0-1-2 0,0 0 19 0,0 1 17 16,0-1 29-16,0 0 36 0,0 1-10 0,1-1-23 0</inkml:trace>
  <inkml:trace contextRef="#ctx0" brushRef="#br0" timeOffset="-14423.41">22653 14636 194 0,'0'-1'71'16,"0"1"-20"-16,0-1-1 0,0 2-3 0,-2-1 0 0,1 0-2 15,-2 0-3-15,0 1 2 0,0-1 1 0,0 0 3 0,0 0 0 0,-1 1-2 16,1 0-4-16,-1 0-9 0,1 0-3 0,1-1-7 0,-1 0-5 15,1 0-6-15,0 1-3 0,-1-1 1 0,1 0-1 0,0 0 2 0,0 0 4 16,1 0 1-16,-1 1 6 0,1-1 9 0,0 1 7 0,0 0 8 0,0-1 9 16,0 1 6-16,1-1 6 0,-1 1 6 0,0 0 5 0,0 0 6 15,0 1 1-15,0-1 4 0,-1 0 1 0,1 1-2 0,-1-1 4 0,0 2-7 16,0-1-3-16,0 0-4 0,0 0-15 0,-1 0 2 0,0 1-13 0,-1-1-1 16,0 1 4-16,0-1-4 0,0 0 0 0,0 0-6 15,0 0 1-15,0 0 1 0,0-1 4 0,1 0 5 0,1 0-4 0,-1-1-1 0,0 1-1 16,2-1 5-16,-1-1 4 0,1 1 1 0,1-2-5 0,0 1-6 15,1-1-10-15,0 0 3 0,1-1-2 0,1 0 1 0,0 0-4 0,3-1-6 16,1 0 5-16,1 0-2 0,0-1 3 0,1 0-1 0,1 0-7 16,0 0-3-16,0 1-6 0,1-1-1 0,0 1-2 0,0 1-2 0,0 1-7 15,-1-1 2-15,0 0-4 0,0 1 0 0,0-1 1 0,0 1-9 0,-1 0 2 16,1 1-4-16,-2 0 3 0,1 1 2 0,0 0 5 0,-2 0-4 0,0 0 6 16,-1 1-14-16,-1 0-5 0,0 1-3 0,-1 0 6 0,-1 1 4 15,-1 0-5-15,0 1 1 0,-1-1 0 0,0 2-7 0,-1 0 15 0,0 0-4 16,-1 2-9-16,0 0 13 0,-2 1-2 0,1 1 7 0,-2 0 3 15,0 0-2-15,0 1-8 0,0 0 4 0,-1 0-4 0,0 0 2 0,-1 0 6 16,0-1-12-16,-1 2 4 0,0 0 0 0,1 1 6 0,3-1-4 0,-2-1-2 16,2-1 4-16,1 0-6 0,0 0 6 0,1 0 2 0,1 0-6 15,2-2 0-15,0 0 0 0,2-1 0 0,0-3 8 0,0 1 0 0,4-2 0 16,0 0 3-16,1-1 3 0,0 0 3 0,0-1 1 0,2-2-1 0,-2 1-1 16,2-2-5-16,1 0 9 0,0 1-4 0,0-1-7 0,-2-2 7 15,1 0-6-15,0-1 0 0,1 0 8 0,-1 0-9 0,0 1-7 0,-1 0 2 16,0 0 2-16,-1 1 0 0,-2 0 2 0,1 0-6 0,0 1 6 15,-1 0-12-15,-1 0 10 0,-2 0 6 0,1 1-10 0,-1-1 2 0,0 2-2 16,-1-1-10-16,-1 0 6 0,0 1-4 0,0-1-11 0,-1 0-7 0,0 1-11 16,-1-1-6-16,1 0-9 0,-1-1-23 0,0 1-14 0,0 0-14 15,1-1-28-15,-1 0-18 0,1 0-39 0,-1-1-43 0,2-1-51 0,1 0-72 16,1 0-100-16,1-2-62 0,1 1 25 0,1-2-94 0</inkml:trace>
  <inkml:trace contextRef="#ctx0" brushRef="#br0" timeOffset="-13791.41">23395 14321 910 0,'-3'0'298'0,"1"0"-3"0,0 1-21 0,0 0-22 0,1-1-40 16,0 0-43-16,1 0-32 0,1 0-17 0,-1 0-8 0,1-1-5 0,1 0-11 16,-1 0-6-16,2 0-13 0,2 0-10 0,-1-1-7 0,2 0-6 15,1 1-7-15,-1-1-9 0,2 0-1 0,0 1-15 0,0 0 0 0,0 0-7 16,0 1-8-16,0 1 6 0,0 0-7 0,0 1-1 0,-1 1-5 15,1 0-7-15,0 0-2 0,-1 1-8 0,-1 2 0 0,-1-1 1 0,-2 1 3 16,-1 1 0-16,-1 0-2 0,-1 2 6 0,-1-1-5 0,0 0 5 0,-2 2-2 16,-1-1 5-16,-1 2-3 0,-2-1 2 0,1 1 1 0,-3-1-8 15,1 0 12-15,0 1-3 0,0 0-3 0,0-1 7 0,1 0-7 0,0-1 3 16,3-1 10-16,0-1-5 0,2 0 2 0,1-1 2 0,0-2-8 0,3-1 10 16,0 0 3-16,2-2 1 0,0 0 5 0,3-2 3 0,1 0-5 15,1 0 7-15,1-1-2 0,2-1-3 0,1 1-4 0,-1-2-6 0,2 0 3 16,0 0-1-16,-2 0 8 0,0 0-4 0,1 1 2 0,-1 0 2 15,1 1 2-15,-1 0 3 0,-2 2 3 0,0-1 9 0,1 1-6 0,-1 1 2 16,0 0 5-16,-1 1-20 0,0 0 10 0,-2 1-8 0,1 1-5 0,-2 0 13 16,1 1-4-16,-2 1 3 0,1-1-5 0,-2 1-15 15,-1-1 0-15,0 1 4 0,0 0 15 0,-1 0 20 0,-1 0 4 0,-1 1-7 0,-2 1-16 16,0-1-8-16,-1 0-8 0,0 0 8 0,-2-1-6 0,0 2 6 0,-1-1-10 16,-1 0-4-16,0 0 0 0,-1-1 0 0,1 0 0 0,-2 1 0 15,0-1 0-15,1 0 0 0,0 0 0 0,2-1 0 0,1-2 0 0,0 1 0 16,2 0 0-16,0-1 0 0,0 0 0 0,1-1 0 0,1-1 0 0,0 1 0 15,0-1 0-15,1 0-12 0,0 0 6 0,0 0-14 0,1 0-8 16,-1 0 8-16,1 0-10 0,1 1 7 0,-1-1-3 0,2 1-1 0,0-2 5 16,-1 1-5-16,1 1 0 0,1-1-6 0,-1 0-11 0,1 0-2 15,1-1-14-15,-1-1-23 0,1 0-15 0,0 0-33 16,0-1-31-16,1-1-31 0,1-1-49 0,-1-1-63 0,2 0-101 0,1-1-95 0,1-1-32 0,1 1 69 16,-1-2 19-16</inkml:trace>
  <inkml:trace contextRef="#ctx0" brushRef="#br0" timeOffset="-12912.41">24780 14166 811 0,'-6'-2'381'0,"0"1"-72"16,-2-1-18-16,1 0-33 0,0 0-40 0,1 2-43 0,-1 0-30 16,1 1-14-16,-1 0-11 0,-1 1-6 0,1 0-7 0,-1 0-11 0,0 2-6 15,1 0-2-15,1 1-14 0,0 0 1 0,1 0-14 0,1 1-6 16,0-1-3-16,2 2-12 0,1 0 4 0,1 1-14 0,1 0-7 0,0 1 2 15,2-1-7-15,1 1-1 0,1-2-7 0,2 2-6 0,1-2-2 0,1 1 2 16,1-1 5-16,2 0-5 0,0-1 0 0,0 0-2 0,1-1-8 16,2-3 10-16,1 2-6 0,-1-2-13 0,0 0-9 0,1 0-1 0,-2-2 6 15,-2 0 9-15,1 0 1 0,-1-3-5 0,0 0 1 0,0-2 1 0,0-2 12 16,1 0-5-16,0 0 10 0,0-1 5 0,-1 1-2 0,-2-1 11 16,-1 1-8-16,0 1 3 0,-3 1 5 0,0-1 4 0,-2 1 3 0,-1 0 5 15,-1 1 6-15,-1 1 2 0,-2 1 3 0,0 1-6 0,-1 1-4 16,-1 0-26-16,-1 1-6 0,0 0 0 0,0 3 0 0,-1 0 0 0,0 1 0 15,-1 1 0-15,1 0 0 0,-1 1 0 0,0 2 0 0,0 0 0 16,-1 0 0-16,0 1 0 0,1 1 0 0,0-2 0 0,1 2 0 0,0 0 0 16,1-1 0-16,0 2 0 0,2 0 0 0,0-3 0 0,0 2-34 0,1-1-32 15,0-1-11-15,1-1-20 0,1 0-20 0,0-1-24 0,1-2-21 0,-1 1-32 16,0-1-36-16,2 1-61 0,1-2-124 0,0 1-151 0,0-1-66 16,0 1 75-16,1-1 106 0</inkml:trace>
  <inkml:trace contextRef="#ctx0" brushRef="#br0" timeOffset="-10374.19">24763 15244 1915 0,'0'4'269'0,"0"0"-44"0,0 1-31 0,1 1-16 0,0-1-21 16,0-1-40-16,2 0-34 0,0 0-13 0,0-1-14 0,1 0-3 0,1-1-13 16,0-1-11-16,0 1 4 0,1-1-20 0,0 0 12 0,1-2-6 0,1 1-1 15,0-1 3-15,2-1-16 0,0 1 14 0,-1 0-12 0,2 0-3 16,-2 0 3-16,1 1-16 0,0-1 5 0,1-1 12 0,0-1-10 0,1-1 2 16,2-1-9-16,-2-2-6 0,2 0-6 0,-2-1-14 0,1-1-23 15,0 0-33-15,-1-1-48 0,0 0-33 0,1-1-19 0,0-1-41 0,1-1-45 16,0 2-79-16,-1-3-84 0,2 0-37 0,1 1 41 0,0 0-51 0</inkml:trace>
  <inkml:trace contextRef="#ctx0" brushRef="#br0" timeOffset="-10201.66">25317 14997 959 0,'-1'-1'428'0,"0"0"-81"0,0-1-41 0,0 1-31 16,-1 0-19-16,-1 0-36 0,1 1-32 0,-1 0-31 0,0 1-28 0,0 1-17 16,0 0-13-16,0 1-10 0,0 1-12 0,-1 0-17 0,1 2 3 15,0 0-11-15,1 1-9 0,-1 2-2 0,0 0-14 0,0 1-1 0,1 0-5 16,0 2-1-16,1 1-16 0,0 1 4 0,0 1 2 0,0 2-2 0,1 1-2 15,0 1-18-15,1-1 18 0,-1 3-10 0,1 0 6 0,0-1 2 16,1 1-34-16,-1 0-52 0,1-2-43 0,-1 3-18 0,0-2-43 16,0-2-31-16,0-1-77 0,2-3-178 0,1-2-277 0,0-2-105 0,0-1 138 0</inkml:trace>
  <inkml:trace contextRef="#ctx0" brushRef="#br0" timeOffset="-9730.67">23911 15499 457 0,'-2'4'191'0,"-2"0"-40"0,-1 1-11 0,1-2-12 0,-1-1-16 0,1 0-24 15,0 0-21-15,-1 0-11 0,2 0 0 0,-1-1 14 0,1 0 11 16,0 1 14-16,1-2 13 0,0 1 1 0,0-1 7 0,1 0 7 0,1 0 6 16,0 0 3-16,1 0-10 0,1 1-5 0,1-1-15 0,0 1-3 0,1-1-6 15,0 0-10-15,2 0-7 0,0 0-9 0,2 0-5 0,-1 1-3 16,1-2-14-16,0 1-4 0,1 0-10 0,0 0-11 0,-1 0 2 0,2 0-5 16,0 0-2-16,-1-1-3 0,1 1-8 0,-1 0 2 0,-2 0-1 15,0-1-5-15,0 1 6 0,0-1-12 0,-1 0 8 0,-1 0-4 0,0 0-11 16,-1 1-9-16,-1-2-29 0,1 1-11 0,-1 0-23 0,-1-1-25 15,1 1-27-15,-1-1-34 0,-1-1-44 0,1 1-77 0,0-2-135 0,-1-1-117 16,0-1-34-16,-1-1-57 0</inkml:trace>
  <inkml:trace contextRef="#ctx0" brushRef="#br0" timeOffset="-9441.67">24152 15348 888 0,'1'-2'474'0,"0"1"-159"0,2-1-44 0,-1 0-45 0,1 0-31 0,1 0-36 15,-1 0-31-15,1 0-34 0,0 0-8 0,0 0-6 0,1 0-8 16,0 0 3-16,0 1-12 0,0 1-7 0,-1-1-6 0,1 1-2 0,0 1-3 16,0 0-6-16,0 1-8 0,0 0-9 0,-1 2-4 0,0 1-3 0,-1 0 0 15,1 3-4-15,-1-1-2 0,0 3-3 0,-1 1-6 0,-1 0 3 0,0 2-1 16,-1 1-4-16,0 1-3 0,-1 1 3 0,1 1 6 16,0-1-4-16,1 2 3 0,0 0-5 0,0-2 1 0,1-1 1 0,1-1 1 0,0-1-2 15,1-2 4-15,2-1-3 0,0-2 4 0,0 1 0 0,1-2-6 16,-1-2 4-16,1-1-10 0,0 0 5 0,1-2-3 0,1-1 2 0,0-2 1 15,2-1-12-15,-1 0-3 0,0-1-10 0,1-1-12 16,-2 0-9-16,1-2-19 0,-1 0-21 0,0 0-10 0,-3-1-4 0,0 0-7 0,-1 0-4 16,0-1-9-16,-2 1-21 0,0 0-33 0,-2 0-55 0,-2 0-93 0,-2 0-81 15,-2-1-32-15,-2-2 54 0,-1 1-43 0</inkml:trace>
  <inkml:trace contextRef="#ctx0" brushRef="#br0" timeOffset="-9154.67">22865 15859 1678 0,'12'-2'365'0,"-1"-1"-81"0,4-1-56 0,-2 0-48 15,-1 1-43-15,2-2-30 0,-1 0-16 0,0 0-12 0,3-1-4 0,0 1-10 16,0 0-17-16,-1-1-1 0,0 0-14 0,0 0-7 0,0 1-10 16,-2 1 3-16,0 1-8 0,-1 0-11 0,0-2 5 0,0 1-3 0,-3 1 2 15,1-1 3-15,-1 0-12 0,0 1-12 0,0-2-22 0,0 0-30 0,-1 1-37 16,-2-2-44-16,0 2-56 0,0 0-55 0,0 0-96 0,-1 0-156 16,-1-1-138-16,0-1-185 0</inkml:trace>
  <inkml:trace contextRef="#ctx0" brushRef="#br0" timeOffset="-8847.67">23279 15610 1492 0,'6'0'332'0,"0"0"-39"16,2 1-59-16,-1 0-27 0,0-1-32 0,0-1-52 0,0 0-22 16,-1 1-17-16,1 0-15 0,1 0-1 0,-1 0-13 0,0 0-8 15,0 1-15-15,-1 0-9 0,-1 0-3 0,1 1-5 0,-2 1-8 0,1-1 2 16,0 2-5-16,-2 0 1 0,0 0 1 0,-1 2-15 0,-1-1-1 0,1 2-6 15,0 0-11-15,-2 0-4 0,1 1-10 0,-1-1-3 0,1 1-2 0,0 0-5 16,0-2 0-16,1 1-2 0,0-1-2 0,-1 0 3 0,1-1 1 16,0 1 6-16,1-2 14 0,1 2 1 0,0-2 7 0,0 1 8 0,0-1 2 15,-1 0 10-15,2-1-2 0,-1 0 4 0,3-2-1 0,-1 1 2 0,0-1 3 16,0 0 1-16,-1 0 0 0,0 1 3 0,0-1 3 0,0 1 1 16,1 0 2-16,-2-1 0 0,1 1-6 0,1 0 1 0,-1 0-1 0,1 1-4 15,0 2 2-15,-1-1 0 0,-1 1-5 0,0 0 3 0,0 1 4 16,-2 0-12-16,0 1-3 0,-2 1-4 0,-1 0 6 0,0 0-4 0,-2 1-20 15,-1 1-17-15,-1-1-40 0,-2 1-26 0,0 1-50 0,-2-2-76 0,-2 1-103 16,1 0-76-16,-4 1-11 0,-2-2 7 0,-1 0 20 0</inkml:trace>
  <inkml:trace contextRef="#ctx0" brushRef="#br0" timeOffset="-8558.68">21937 16109 1838 0,'10'-2'399'0,"1"-1"-122"15,2 0-62-15,-2-1-41 0,-2 1-41 0,1 0-38 0,2 0-26 16,0 0-14-16,1-1-9 0,-1 0-6 0,-1 0-6 0,0 1-5 0,-2 0-20 15,0 0 10-15,-1 0-12 0,1 0-5 0,-2 1 7 0,1-1-11 0,1 1 10 16,-1 0-8-16,1 1-4 0,-1 0 0 0,1-2-12 0,-1 1-17 0,1-2-20 16,0 0-33-16,1 0-36 0,-1 0-35 0,-1-1-54 0,1-1-68 15,-3-1-110-15,1-1-177 0,0-1-127 0,0 0 21 0</inkml:trace>
  <inkml:trace contextRef="#ctx0" brushRef="#br0" timeOffset="-8233.67">22267 15806 1103 0,'-2'7'439'0,"-2"1"-120"0,0 1-50 0,0 1-57 0,1-2-26 0,1 2-45 16,0 1-32-16,2 1-11 0,0-1-32 0,0 2-8 0,2-3-5 0,0 2-29 15,1 1 2-15,0-1-14 0,1 2-1 0,0-3-1 0,2 1-13 0,0-2 1 16,1 0 2-16,1-2 0 0,2 0 4 0,-1-2-4 0,1-1-13 15,0-2-4-15,1-1-4 0,-1 0 2 0,2-3 3 0,0-1 3 0,0-1 2 16,1-1 10-16,-1 0-6 0,-2-1 14 0,1 0-6 0,-1-2 1 0,0 0 7 16,-1-1 3-16,-1 0 5 0,0 0-1 0,-1-1 6 0,0 2-3 15,-1 0 6-15,0-1 6 0,-1 3-4 0,-1-2 10 0,-1 2-5 16,-1 2 1-16,-1-1 10 0,-1 2-5 0,0 1-5 0,0 0-8 0,-1 1-6 16,0 2-3-16,0-1 8 0,0 2-13 0,-1 1-9 0,0 0-2 15,-1 2-2-15,1 0 4 0,-2 1 2 0,1 2-13 0,0-1 3 0,-1 2-1 16,1 0-12-16,-1 2-21 0,0-1-31 0,0-1-28 0,0 1-34 0,1 1-29 15,-2 0-51-15,-1 0-83 0,1-1-142 0,0-2-153 0,-1 2-4 16,0 0-72-16</inkml:trace>
  <inkml:trace contextRef="#ctx0" brushRef="#br0" timeOffset="-7505.68">21071 16435 710 0,'-2'3'228'0,"-2"-1"-7"0,-1 1 18 0,1 0-32 0,2-2-47 0,-1 1-29 0,2 1-17 16,0-2-8-16,1 1 0 0,0-1-7 0,1 1-7 0,2 0 3 15,-1 0 3-15,1 0 0 0,1-1 1 0,1-1-24 0,0 0-5 0,2 1-3 16,1-1-8-16,1 0 9 0,0 0-35 0,1 0-5 0,0 0-7 0,-1-2-17 16,2 0 19-16,-1-1-19 0,1 0 3 0,-1 1-9 0,0-1 2 15,-1 0 18-15,0 1-7 0,-1-1 3 0,1 0-10 0,-1-2-3 0,0 0-10 16,-1 0 2-16,-2-1-18 0,0 0-30 0,0 0-24 0,0 0-29 0,0-1-28 16,1 0-34-16,0-1-32 0,0 0-60 0,0 0-82 0,-1-1-106 15,-1 1-68-15,0-1-187 0</inkml:trace>
  <inkml:trace contextRef="#ctx0" brushRef="#br0" timeOffset="-7285.67">21380 16160 879 0,'-5'4'269'0,"1"2"1"0,-3 2-28 0,2 0-23 16,2-1-25-16,0 2-36 0,1-1-17 0,1-1-13 0,1 3-8 15,1-1-5-15,1 0-9 0,2 1-14 0,0-1-17 0,2-1-4 0,-1 1-7 16,0 0-2-16,2 1-19 0,0 0-8 0,2 0-8 0,-1-1-9 0,1-1 6 15,0 2-13-15,-1-1-19 0,0-1 17 0,1 2-12 0,-1-1 3 16,2 1 7-16,-2-2-9 0,2 1 20 0,-2 0-21 0,-1-1 14 0,0 1-11 16,0-2-24-16,-1 1 42 0,0 0-27 0,-1 0 22 0,-3 0 16 0,0 1-35 15,-2 1 14-15,-2-1-23 0,0 1-10 0,-3-2-21 0,0 1-29 16,-2-1-49-16,0-1-45 0,-2-2-53 0,1 0-83 0,-3-1-138 0,-1-1-114 16,1-3-23-16,0 0-81 0</inkml:trace>
  <inkml:trace contextRef="#ctx0" brushRef="#br0" timeOffset="-7107.67">21341 16266 1259 0,'0'-9'270'0,"2"-1"19"0,0-3-37 0,1 2-51 0,1 2-52 0,1 1-44 15,1-1-2-15,0 1-7 0,0 1-3 0,1-1-1 0,0 3-15 16,0 0 2-16,-1 0-11 0,2 1-17 0,-1 0-7 0,1 1-16 0,0 1 3 16,-2-1 8-16,0 0-19 0,1 0-5 0,0-1-6 0,-1 2-7 15,0-1 8-15,0 1-11 0,-1 0-1 0,0 0-4 0,-1 0-23 0,-2 0-19 16,0 1-45-16,-1 0-49 0,0 0-62 0,0-1-76 0,1 1-119 0,0-2-199 15,0 0-271-15</inkml:trace>
  <inkml:trace contextRef="#ctx0" brushRef="#br0" timeOffset="-4591.67">23814 16485 1638 0,'-6'3'160'0,"-1"0"17"15,0 1-29-15,2-2-37 0,2 0-47 0,2 1-22 0,2-1-21 0,3 2-13 16,2 1 3-16,5 0-4 0,2 3 12 0,5 1 15 0,6 1-2 0,4 1 9 15,6 0-7-15,5 0 4 0,7 1-1 0,6-1-13 16,6 0-11-16,4-3-10 0,5-1-8 0,4-2 4 0,5-3 2 0,4-1-12 0,2-4 1 16,6-3-12-16,1-2 6 0,2-3 14 0,1-1 6 0,-1 0 10 0,-3 0 5 15,-3-2 13-15,-5 0 35 0,-4 0 28 0,-8 1 21 0,-2 1 13 16,-8 1-17-16,-5-2-13 0,-6 2-32 0,-7-1-22 0,-4-1-12 0,-5 0-7 16,-3-1 5-16,-5 0-9 0,-3 1-7 0,-3 0-13 0,-4 0 0 15,-3 2 3-15,-3 0-1 0,-3 1 3 0,-3-1-7 0,-1 0-16 0,-3 2-5 16,-3-1-1-16,-1 2-7 0,-1 1-15 0,0 2-14 0,0 1-22 0,-1 2-12 15,1 0-6-15,-1 2-32 0,1 1-14 0,0 1-23 0,2 2-36 16,1 0-60-16,-1 1-99 0,3 2-96 0,-1-1-34 0,3 2-52 0</inkml:trace>
  <inkml:trace contextRef="#ctx0" brushRef="#br0" timeOffset="-4273.67">25932 16154 1119 0,'-11'-3'300'0,"1"1"3"16,-2-2-36-16,3 0-51 0,4-1-37 0,1 2-44 0,1 1-21 0,1 1-17 15,1 2-16-15,2-1 1 0,0 0-16 0,0 1-3 0,2 0-10 16,1 2-6-16,1-2-1 0,3 0-16 0,2 1 2 0,3-2-9 0,1 0-11 16,0 1 1-16,1 0-11 0,3 0 5 0,0 2-5 0,-1-1 1 15,2 0 8-15,0 2-4 0,-2 0-5 0,2 2-2 0,0-1-5 0,0 1 6 16,-1 1 10-16,1 0-7 0,0 1-4 0,-3 0 2 0,0 0-1 0,-1 1 14 15,-1 1-4-15,-3 0-10 0,0 0 5 0,-1 2-8 0,-2 0 6 16,-2 3 3-16,-2 1-5 0,-1 0 7 0,-2-2-4 0,-3 1 10 0,0-1 7 16,-2-1-6-16,-2 0 1 0,-2-2-17 0,-2 1 3 0,-2 0 1 0,1 0 0 15,-1-2-2-15,-2-2-13 0,1 0-8 0,0 1-14 0,1 0-14 16,-2-1-25-16,1-2-10 0,-1 0-13 0,2 0-17 0,0-1-23 0,-1 0-36 16,1 0-44-16,0 1-70 0,1 0-88 0,1 0-92 0,0 1-19 15,1-1 83-15,1 0 4 0</inkml:trace>
  <inkml:trace contextRef="#ctx0" brushRef="#br0" timeOffset="-4057.67">26708 15984 2355 0,'-5'5'265'0,"-1"1"-33"0,-1 1-64 0,0-2-20 16,2 1-24-16,-1 0-21 0,0 1-22 0,0 0-41 0,-1 3 7 0,1 1-6 15,-2 2-3-15,0 1 3 0,0 1-16 0,0 5 0 0,0 0-2 16,0 2-4-16,0 2-6 0,0 0-9 0,1 0 0 0,0 1 6 0,0 1-8 16,2 2-6-16,-2-1-6 0,2 3-9 0,-1-2-2 0,1 0 0 0,0-1-34 15,2-5-11-15,-1 1-59 0,1-3-54 0,1-4-74 0,-1-2-166 16,1-4-297-16,1-2-127 0,-1-4 7 0</inkml:trace>
  <inkml:trace contextRef="#ctx0" brushRef="#br0" timeOffset="-3680.67">26665 15981 2410 0,'-6'0'233'0,"0"1"-27"0,-2-1-21 0,1-1-44 0,2 1-9 15,0 0-18-15,1-1-30 0,1 1-15 0,2-1-16 0,1-1-14 16,0 1 13-16,1-1-8 0,1 0-8 0,0-1 5 0,2 0-12 0,0 1 4 16,1-2-6-16,1 0-11 0,0 1 8 0,1-1-23 0,-1 2 9 0,2 1 4 15,-1 0-14-15,0 1 8 0,1 0-18 0,0 1 4 0,2 1 0 16,-1 1-5-16,0 1 7 0,0 1-14 0,-2 1-4 0,0 1-1 0,-1 1-26 15,-1 1-9-15,-2 1-13 0,-1 0-25 0,-1 2-5 0,-1 0-19 0,-2 2-14 16,-2 1 4-16,-1 1-19 0,-1-1-10 0,-1 3-11 0,1 0-25 16,-3-1 0-16,2-1-2 0,-1-1 15 0,0 0 31 0,1-2 29 0,1-1 44 15,1 1 33-15,1-2 26 0,3-2 24 0,0-1 8 0,2-2 16 16,2-1 13-16,0-2 20 0,2-2 23 0,0 1 8 0,1-3 5 0,1-1 10 16,0 1 10-16,0-3 5 0,1 0 4 0,-1-1-19 0,1 1-20 0,-1-1-8 15,1 2-15-15,0-1 2 0,-1 2-16 0,1-1 3 0,-2 2 0 16,1 0-11-16,-3 1 8 0,1 1-9 0,-1 0 1 0,0 1-11 0,0 0-4 15,-1 1 2-15,1 1-5 0,-1 1-2 0,-1 1-5 0,1 0-4 16,-1 0 10-16,0 3 1 0,-1 1-7 0,0 1 4 0,-2 1-13 0,0 0-2 16,0-1 8-16,-1 1-21 0,0 0-1 0,-1 1 0 0,0 0-13 0,-2-1-4 15,-1 0-30-15,0 0-53 0,-2-1-60 0,1-1-67 0,-3 0-112 16,1 0-165-16,-1-1-97 0,0 0 24 0,1-1-17 0</inkml:trace>
  <inkml:trace contextRef="#ctx0" brushRef="#br0" timeOffset="-3309.67">27076 16227 1268 0,'-1'7'276'0,"0"2"-43"0,-1 0-67 0,-1-1-29 0,0-1-23 0,2-2-22 16,-1 2-24-16,3-1-10 0,-1-1-18 0,1 0-4 0,2-1 0 0,0-1-8 15,1-2 10-15,1-1-3 0,0 0-4 0,0-1 1 0,1-1 2 16,1 0 9-16,0-3 18 0,1 0-4 0,0 0 5 0,-1-2-2 0,1 1-7 15,-2-1 8-15,1-1-19 0,-1 0-7 0,0-1-1 0,-3 1-13 16,1 0 6-16,-2-1-4 0,-1 1-7 0,-1-1 1 0,-2 1-7 0,-1 0-2 16,0 0 1-16,-2-1-4 0,-1 1-3 0,-2-1-7 0,0 1-6 0,-1 1 5 15,-3 2-3-15,1 3 6 0,0 1-3 0,-1 2-1 0,2 1 12 16,0 3-6-16,1 2-3 0,1 0 0 0,1 1-5 0,-1 0-3 0,2 0-6 16,0 1-11-16,0-1 3 0,3 2-1 0,0 0-1 0,1-1 7 0,2 2-21 15,1-1 14-15,1 0 0 0,2-1 1 0,1-1 15 0,1 0-5 16,1-2 13-16,1 0-4 0,0-1 1 0,1 0 5 0,2-2-8 0,0 0 3 15,-1-1-3-15,2 0-7 0,-2-1 5 0,0-1 2 0,0 0-3 16,0 0-2-16,-1-1 1 0,0 0-3 0,0-1 6 0,-2 0-16 0,1 0-6 16,0-1-6-16,0 0-17 0,0 0-21 0,-1-1-52 0,-1 0-64 0,1 0-72 15,-2 1-77-15,1-2-50 0,0-1-9 0,0 1 51 0,1-1-78 0</inkml:trace>
  <inkml:trace contextRef="#ctx0" brushRef="#br0" timeOffset="-3070.67">27423 16133 1035 0,'0'-4'373'0,"1"0"-73"0,-1-2-68 16,-1 1-43-16,-1 0-32 0,-1 1-39 0,-2 0-23 0,0 0-29 16,-1 1-14-16,-1-2-7 0,-1 3-14 0,0 0 0 0,-2-1-2 0,1 1-3 15,0 2-1-15,-2 0 3 0,0 3 9 0,-1 1 15 0,1 0 4 16,0 2-3-16,2 1 1 0,0 2-7 0,-1 1-8 0,1 1-1 0,0 1-22 16,1-1-7-16,2 1-5 0,1-1-1 0,2 2-1 0,1-1 0 0,1 1-11 15,2 0-10-15,0 0 4 0,3-1-2 0,0-1 4 0,1 0-9 0,3 0-3 16,0-1 4-16,1 1 2 0,1-3 5 0,0-1-7 0,-2 0 1 15,4-4-11-15,1 0-12 0,-1-1-3 0,1-3-22 0,-1-2-10 0,2-1-2 16,1-3-7-16,0-1-6 0,0-2-15 0,1-1-19 0,2-2-21 16,-2 0-6-16,0-2-11 0,2-1-20 0,-1-1-21 0,1-1-41 0,-1-1-30 15,1-4-6-15,-1 1 24 0,-1-2-36 0</inkml:trace>
  <inkml:trace contextRef="#ctx0" brushRef="#br0" timeOffset="-2887.67">27767 15678 871 0,'-4'-7'736'0,"-2"0"-357"0,-1 1-29 0,-1 0-83 15,0 1-31-15,0 2-33 0,1-1-33 0,0 2-27 0,0 1-26 0,0 1-26 16,-1 2-18-16,1 1-16 0,0 2-9 0,0 3-8 0,0 1-8 16,1 3-10-16,-2 1 7 0,0 3-10 0,0 1 1 0,1 4 1 0,0 2-11 15,0 1-2-15,2 3-4 0,0 1-4 0,2 4 2 0,0-1 6 0,0 5-14 16,0-2 2-16,1 1-8 0,1 0-7 0,0-2-3 0,1 0-19 16,1-2-5-16,1-3-18 0,2-2-12 0,0-5-16 0,2 0-45 0,1-4-26 15,0-2-32-15,2-3-52 0,-1-1-133 0,1-2-247 0,0-2-195 0,-2-2 38 16</inkml:trace>
  <inkml:trace contextRef="#ctx0" brushRef="#br0" timeOffset="-2698.67">27737 16125 1594 0,'-2'-8'375'0,"0"1"-82"15,0-4-60-15,0 2-45 0,0 3-37 0,1-1-21 0,1 3-38 0,-1 1-15 16,1 1 0-16,-1 2-15 0,1 1 7 0,0 0-24 0,0 1-3 16,0 0 2-16,-1 1-20 0,0 1-2 0,0 1-24 0,0 0-5 0,0 3 2 15,1 2-7-15,1 2 1 0,0 1-11 0,2 1 2 0,0-1 11 16,0 1 7-16,1 0-3 0,1 0 10 0,1 1-9 0,1 1 8 0,-1 0 2 15,1-1-17-15,0-1 14 0,-1 0-8 0,0-1-1 0,1 0 3 0,1-3-19 16,0-4 2-16,1 0-24 0,1-3-18 0,2-1-38 0,-1-4-49 0,3-1-68 16,0-4-104-16,2-3-185 0,0-3-165 0,2-3-94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1:28:34.8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4438 7742 472 0,'-4'-1'57'0,"1"0"-42"0,2-1-3 0,4 2-11 15,1-1 0-15,1 1 0 0,0 0 1 0,0 1 0 0,0-1-2 0,2 2-1 16,0 1 1-16,0 0-1 0,0 3 2 0,1 0-2 0,0 0 1 16,1 1 0-16,0 0 0 0,-1 0 2 0,1-1 2 0,-1 0 2 0,3 1 3 15,0 0 1-15,1 1-1 0,1 1 1 0,0 1-1 0,1-1-2 0,0 0-2 16,0 0-1-16,2 0 1 0,-1 0 1 0,2-1 2 0,1 1 1 15,-1-2 3-15,3 2 2 0,2-1 0 0,0 0 2 0,3 0 5 0,1-2 7 16,0-1 1-16,2 0-5 0,1 0-3 0,1 0-3 0,1-2 3 0,2 1 18 16,2 0 18-16,2-1 17 0,3 0 8 0,2 0 3 0,2 0-10 15,4-1-15-15,1 0-10 0,1 1-13 0,3 0-7 0,0 0-13 0,2 1-8 16,1 0-6-16,2 1-4 0,0 2-1 0,0 1 3 0,0 2-4 16,0 1 2-16,2-1 2 0,0 0-5 0,1-1 4 0,2 1-3 0,-1-3-2 15,2 1 4-15,1-2 5 0,1-2-1 0,2-2 7 0,1-1-3 0,2-1-1 16,1-1 4-16,-1 0-5 0,2-2 4 0,1-1 4 0,1-2 4 15,4 0 11-15,1-1 3 0,2-2-3 0,1 1-3 0,-3 0-7 0,1 0-3 16,1 1-3-16,-1 0 0 0,2-2 3 0,1 3-1 0,-2-1-1 16,2 1 8-16,-1-1-5 0,-3 1 3 0,1 1 1 0,-1 2-5 0,-4 2 5 15,2 0 2-15,0-1 7 0,1-1 5 0,1-1 7 0,1 0-5 0,0 0 1 16,-3-1-1-16,2 1-3 0,-1-1 7 0,0-1-3 0,1 0 0 16,0-1 2-16,0-2-3 0,-1-2-4 0,-1 1-3 0,0-1-6 0,-2-1-11 15,2 0 4-15,1 0-10 0,-3-2-2 0,0 0 4 0,0-1-5 16,-3-1 5-16,0-2-6 0,-1 1-2 0,-2-3 4 0,0-1 1 0,-2-1-2 15,-2-2-3-15,-1-1-3 0,-2-1 12 0,-2-2 7 0,-1 0 4 0,1-3 6 16,-3 0-9-16,0-3-4 0,-2 1 1 0,-1 0-4 0,-1-3-2 0,0-1-2 16,0-3-2-16,-3-1 0 0,-3 0 0 0,-2-1 0 0,-1 1 6 15,-1-1-8-15,-2-1-9 0,-3-1 10 0,-1 0-3 0,-4-1 9 0,-1-1 7 16,-3-1-5-16,-1 0 0 0,-3-1-2 0,-1-1-1 0,-3-2 0 0,-4 1 0 16,-3 2 8-16,-2-1-6 0,-4 0-11 0,-4-1 7 0,-3 0-2 15,-1 0-1-15,-3 1 12 0,-4 0-5 0,-3 0-5 0,-4 0 0 0,-4 0-5 16,-2-1 0-16,-4 1-4 0,-3 0 3 0,-3 0-13 0,-4 1 9 15,-1 0 4-15,-2-1-4 0,-3 0 8 0,-2 1-10 0,-2 0 3 0,-3 0 4 16,0 0 0-16,-2-2-2 0,-2 1 2 0,-3 1-3 0,-2 2 3 0,-1 1 3 16,-1 1-15-16,-1 1 16 0,-2 2-3 0,-1-1 1 0,-3 3 8 15,-2 0-12-15,-3 0 5 0,-2 2 9 0,-6 1 1 0,-3 0-6 0,-2 1-1 16,-4 1-12-16,-2 1 1 0,-2 4 0 0,-4 2 7 0,-1 2 3 16,-1 0 0-16,-4 2 3 0,1 0-12 0,-2 0-2 0,0 0 3 0,1 0-9 15,-3 5 9-15,-1 1-2 0,-1 4-2 0,-3 4 9 0,-2 1-4 0,0 2 2 16,2 3 0-16,-2 1-2 0,2 1 1 0,-1 0-2 0,1 1-2 15,2 0-7-15,1 1-13 0,-5 3 3 0,-1 3-11 0,-3 4 7 0,-3-1-1 16,1 2 2-16,2-1 2 0,2-1 3 0,3-1 5 0,3 1 6 0,2-2 3 16,1-1-2-16,0-2-2 0,1 0-5 0,2 1-13 0,-3 3-6 15,-2 2 8-15,-1 4-2 0,-4 4 7 0,-4 0 4 0,2 3 2 0,-2-1 8 16,2-2 7-16,2 2-3 0,0 2 3 0,0 3 0 0,1 5 1 0,-2 1 10 16,2 3-1-16,2-1-1 0,1 1-4 0,6 2-4 0,1 2-4 15,1 2 0-15,3 1-3 0,0 2 6 0,2 2 2 0,1 0-2 0,4 1 9 16,1 0-14-16,4 3-2 0,3-1 2 0,2-1-7 0,3-1 6 15,4-2 3-15,4 2-3 0,2 0 0 0,3-1-7 0,2 0 4 0,4 2 1 16,1 0 7-16,3 0 2 0,3 0-1 16,1 0-3-16,4 1-3 0,2-1 3 0,3-1 0 0,4-3 2 0,-1 1-2 0,5 0 3 0,1-2-6 15,3-1 1-15,3 1 14 0,4-2-4 0,4 1 2 0,2-1 1 0,3-1-10 16,3-1 4-16,3 2-2 0,3-3 4 0,2 0-2 0,2 0-1 16,3-5-2-16,2 0 1 0,3-1 3 0,3-1 3 0,2 0 6 0,4-1 0 15,2-2-5-15,2-1 2 0,5-1 6 0,0 0 14 0,4 0 6 16,0-2 8-16,2 1-4 0,2-2-14 0,3 2-5 0,1-2-4 0,1 0-2 0,2 0-6 15,1 0-3-15,0 2-2 0,1 1-1 0,1 0-2 0,-1-1 1 16,2-2-4-16,1 0 3 0,1-1 0 0,0-1 2 0,-1 1-1 0,0-1-4 16,2-2 5-16,0 1-2 0,1-2 0 0,-1-2 3 0,1 0-6 15,-2-1 3-15,2-1-8 0,2-2-2 0,0 0 6 0,-1-2-1 0,0 1 14 16,0 0 4-16,2-1 1 0,0-3 12 0,1 0 1 0,1-1 4 0,1-1 0 16,1-1-12-16,2 0 1 0,1-1-6 0,1-1 0 0,1 0-1 15,-2-1-3-15,2 1-7 0,-2 0-8 0,0 0 2 0,-1-1 3 0,0 1-2 16,1-1 7-16,-3 0 0 0,0 0-8 0,-3 1 6 0,0-1-3 15,-1-1 0-15,0 0-5 0,0-1 0 0,-1 1 3 0,-2 0-3 0,2-2 14 16,-4 1-9-16,1-2 3 0,0 0-3 0,0-1 2 0,0-1-1 0,-1 0-1 16,0-2 2-16,1 0-14 0,0 0-1 0,-2 1-2 0,-1 0-3 15,-1-2 10-15,-2 0 3 0,1 0-4 0,-2 0-8 0,0 0-38 16,0 0-67-16,-2 1-108 0,-4-1-144 0,0 1-112 0,-5 3-58 0,-3 3-126 0</inkml:trace>
  <inkml:trace contextRef="#ctx0" brushRef="#br0" timeOffset="903">3265 9276 1237 0,'-8'-8'134'0,"2"2"-112"0,2-1-8 16,7 4-8-16,4 3-5 0,1-1 0 0,2 0 2 0,4 0-4 0,3 0 1 16,1 0-7-16,5 2-16 0,4 1-15 0,0 3-22 0,3 2-7 0,-1 1 5 15,1 1 10-15,1 1 18 0,1 1 11 0,2 0 9 0,1 0 7 16,0 1 3-16,2 0 2 0,1 0 2 0,0 0 6 0,2-2 6 0,1 2 3 16,1-2 5-16,3 0 3 0,3 0 0 0,0-2 9 0,2-1 1 15,1-1 4-15,2-2 7 0,3-1 0 0,2-2 1 0,2-2 5 0,1-2-2 16,3-3 1-16,2-1 7 0,3-1 0 0,-1-3 9 0,2 1 8 0,-1-3 5 15,2 0-1-15,1 1 4 0,3-2-2 0,1 1-10 0,2 1-2 16,1 0-9-16,0 2-4 0,1 1-8 0,0 0-9 0,1 1-5 0,1 2-8 16,0 0-7-16,1 1 4 0,1 2-5 0,-1 0-2 0,2 1 2 0,-2 2-15 15,-1 2 3-15,0 0-4 0,-1 2 0 0,-1 1 1 0,1 0 2 16,0 2-3-16,-1 1-6 0,1 0 0 0,0 3-1 0,-1 0-4 0,1 2 4 16,1 2-4-16,-4 1-10 0,1 1-20 0,-2 3-92 0,0 2-98 15,-1 1-141-15,1 2-116 0,0 1-232 0</inkml:trace>
  <inkml:trace contextRef="#ctx0" brushRef="#br0" timeOffset="26109.51">19848 3376 682 0,'0'-11'194'0,"0"1"-89"0,1-3 30 15,0 1 19-15,0 2 25 0,0-1 0 0,2 1-11 0,-1 0-17 0,-1 0-19 16,1 1-12-16,-1 2-13 0,0 0-3 0,1 1 3 0,-1 2-5 16,0 0-7-16,0 1-5 0,-1 0-11 0,0 1-3 0,0 1-5 0,-1 1-5 15,0 1-3-15,-1-1-3 0,0 3-1 0,0-1-21 0,-1 1-6 16,-1 1 1-16,1 1 1 0,-1 1 12 0,-1 3-2 0,2 0-7 0,0 2-3 16,0 2 0-16,1 0-4 0,0 2 2 0,1 1-4 0,0 2-7 15,2 2 0-15,0 0-1 0,0 2-5 0,2 0 2 0,0 1-5 0,1 2-5 16,2 4-5-16,0 3 2 0,0 1-2 0,2 0 2 0,0-2-2 15,0 1-4-15,1-1 2 0,1 0-4 0,0 0 0 0,-1-1 2 0,1-2-7 0,-1 1-1 16,0-3 2-16,-1 0-1 0,0-2 15 0,-1-1-1 0,-2-2-1 16,2-2 0-16,-2-1-8 0,-1-2 2 0,0-2 2 0,-1-2 0 0,-1-1 0 15,0-1-4-15,-2-2 1 0,0-1-5 0,-1-1 0 0,1-2-3 16,-2-2-1-16,1-1-3 0,-1-2 0 0,-2-2-4 0,1-3 0 0,-1-2 5 16,0-3 1-16,-1-2 9 0,2-2 1 0,-2-5-1 0,-1-2 4 0,1-3 0 15,-1-4-6-15,-1-1 4 0,0-5 8 0,0-1 0 0,-1-4 11 16,1-1-6-16,0-1-9 0,0-1 5 0,1-2-3 0,1 2 4 0,1 1 3 15,1-1-3-15,0 3 0 0,2 2 1 0,0 2 3 0,0 2-1 0,1 1 0 16,0 2-1-16,1 2 5 0,1 3 7 0,-1 1-3 0,1 4 2 16,0 0-11-16,1 3 0 0,0 2 1 0,2 2-1 0,0 1-4 0,1 0 4 15,1 1 1-15,1 1 3 0,0 2 4 0,2 0-6 0,0 1-1 16,1 1-1-16,1 2 0 0,-1 0-2 0,1 2 2 0,0 1-6 0,0 1 0 16,0 3 2-16,-1 2-2 0,1 2 2 0,0 3-4 0,1 3-2 0,-1 2 0 15,0 3-2-15,1 4 2 0,0 1 0 0,0 3-2 0,0 3 2 16,0 1-16-16,-1 4 2 0,0-1 4 0,-2 4-2 0,0 2 14 15,-1 0-8-15,0 3-9 0,0 0-5 0,1 2-9 0,-3 1-7 0,1 0-10 0,-2-1-33 16,1-2 8-16,-2 1 7 0,0-3-3 0,0-2-3 0,0-1-29 16,-1-3-31-16,1-1-13 0,0-3 5 0,-1-1-19 0,0-2-13 15,1-2-26-15,-2-2-21 0,1-3-33 0,-1-2-71 0,0-2-49 0,-2-2-36 0,2-2-205 16</inkml:trace>
  <inkml:trace contextRef="#ctx0" brushRef="#br0" timeOffset="26302.51">19884 3823 1219 0,'-10'-4'236'0,"2"0"-53"0,-1-1 31 15,4 2 3-15,3 1 5 0,2 0-42 0,0 1-55 0,2-1-38 16,1-1-18-16,2 0-13 0,3 0 0 0,1-2-9 0,2 0-5 0,1-1-2 16,1-1-9-16,2-1-6 0,2 1-7 0,1-3-6 0,1-2-4 0,3 1-8 15,0-2-5-15,0 0-19 0,1-1-34 0,0-2-48 0,1 0-71 0,1-1-82 16,-1-2-90-16,0-1-111 0,1 0-160 0,-1-1-128 0</inkml:trace>
  <inkml:trace contextRef="#ctx0" brushRef="#br0" timeOffset="26499.51">20782 3192 1660 0,'-1'7'379'0,"-1"0"-111"0,1 3-25 0,0 1-17 0,0 1-18 0,1 1-22 0,0 1-42 16,0 1-34-16,0 1-19 0,-1 1-17 0,1 1-8 0,0 1-13 15,0 3-11-15,0-2-11 0,0 2-14 0,0 2-7 0,1-1-6 0,0 4-1 16,0-1-1-16,0 2 4 0,1 0-4 0,1-2-4 0,-1-1-6 16,2-1-9-16,0 1-18 0,0-2-22 0,1-2-28 0,1-2-29 0,0-1-25 15,0-3-28-15,0-1-24 0,1-1-33 0,-1-3-27 0,1-1-31 0,-1-3-43 16,0 1-218-16,-1-1-383 0</inkml:trace>
  <inkml:trace contextRef="#ctx0" brushRef="#br0" timeOffset="26701.51">20470 3205 1304 0,'-4'-14'275'0,"0"-1"-120"0,-1-1 59 0,2 3 19 0,1 5-8 0,1 1-36 0,2 0-51 16,1 0-39-16,2 1-18 0,0 0-10 0,3 0-2 0,1 0-8 16,2 1-5-16,3 0-7 0,1 1-10 0,0-1 2 0,2 1-6 0,2-1-10 15,-1 1 0-15,1-1-8 0,2-1-5 0,-1 1-4 0,1 0-5 0,1-1-3 16,-1 0 2-16,0 0 2 0,1 2 0 0,-1-1-1 0,0 2-5 15,-1 0-7-15,0 1-13 0,-2 3-32 0,0 0-32 0,-1 2-40 0,0 1-52 16,-1 1-55-16,0 1-74 0,-1 4-94 0,-1 0-169 0,-1 3-397 16</inkml:trace>
  <inkml:trace contextRef="#ctx0" brushRef="#br0" timeOffset="26912.51">20506 3913 1400 0,'-5'13'758'0,"1"-1"-591"0,1 2-21 0,5-5-6 16,3-4 30-16,3-1 14 0,2-1-27 0,3-3-33 0,2-2-20 16,4-2-20-16,2-2 0 0,4 0-5 0,2-2-15 0,1-1-7 0,3 1-15 15,-1-3-8-15,3 1-5 0,-2 0-11 0,0 0-9 0,0 0 5 0,-1 1-10 16,-2-1 17-16,2 1-7 0,-3-1-1 0,1 1 3 16,-3 0-18-16,-1 1-10 0,-2-1-23 0,-2 1-35 0,-1 0-43 0,-1 1-54 0,-2 0-54 15,0 0-62-15,-2 2-94 0,-2 0-124 0,-1 1-200 0,-2 2-298 0</inkml:trace>
  <inkml:trace contextRef="#ctx0" brushRef="#br0" timeOffset="27195.52">19987 4265 2413 0,'-8'16'166'0,"-1"1"26"0,-3 5 1 0,2 1 18 0,2-1 0 16,1 1-41-16,0 2-43 0,0-1-37 0,0 2-24 0,2-1-2 16,-2 3-3-16,1 2 6 0,-1-1-9 0,0 3-52 0,-1 0-6 0,0 2 0 15,0 4 0-15,0 0 0 0,-1 3 0 0,-1 1 0 0,-1-1 0 0,-1 3 0 16,0 3 0-16,1-1 0 0,-2 2 0 0,0 1 0 0,-1 1 0 16,-1-1 0-16,1 0 0 0,-2 0 0 0,0 2 0 0,1-1 0 0,-1 1 0 15,0-2 0-15,0-2 0 0,1-1 0 0,-1 0 0 0,0-1 0 0,0-2-2 16,0-2-58-16,-1-1-13 0,0-2-11 0,0-3-46 0,1-3-34 15,-1 0-55-15,1-4-46 0,0 1-35 0,1-3-71 0,-1-1-134 0,1-4-135 16,0-2-257-16</inkml:trace>
  <inkml:trace contextRef="#ctx0" brushRef="#br0" timeOffset="27464.51">18995 6026 1313 0,'-7'3'609'0,"0"0"-379"0,-2 2 22 16,1 2-23-16,1 0-31 0,0 2-35 0,0-1-33 0,0 0-33 0,1 2-13 15,-3 0-14-15,1 2-4 0,-1 1-11 0,1 2-9 0,1 0-1 0,0 2-11 16,0 1-4-16,3 0-3 0,-2 3-12 0,2 1-2 0,-1-1-1 0,2 3-10 16,-1 0 1-16,2-1-20 0,-1 1 2 0,2-1 9 0,0 1 4 15,1 0 16-15,1-2-7 0,0 0-11 0,2 1-16 0,0-3-11 0,1 1-3 16,0-2-7-16,0-3 2 0,1 0-2 0,1 0-1 0,-2-1 0 15,2-3-4-15,0 1-8 0,1-2-17 0,-1 0-16 0,0-1-17 0,-1-2-23 16,0 0-23-16,-1-2-29 0,-1-2-50 0,-2 0-59 0,0-3-70 16,0 0-80-16,-1-1-98 0,0-2-47 0</inkml:trace>
  <inkml:trace contextRef="#ctx0" brushRef="#br0" timeOffset="27655.51">18820 6240 962 0,'-3'-10'261'0,"1"0"-40"0,-1 0 11 0,1 3-13 15,1 4-5-15,0 2-31 0,1 0-31 0,0 0-20 0,1 2-22 0,1-1-10 16,0 1-12-16,1 2-14 0,2 2-7 0,1 1-15 0,0 0-2 16,3 2 1-16,0 0-9 0,1 0-1 0,1 0-11 0,0-1-6 0,2 0-6 15,1 0-7-15,1-1 1 0,-1 0-5 0,2 0-1 0,0-1-1 0,2 0-5 16,0 0-1-16,0-1-9 0,2 0-13 0,-2 0-24 0,1-1-38 0,-1 0-31 16,-1 0-35-16,-1-1-38 0,-1-1-34 0,1 0-40 0,-1-2-22 15,-2 0-14-15,1-1-17 0,0 0-29 0,-1-1-25 0,-2 1-127 0</inkml:trace>
  <inkml:trace contextRef="#ctx0" brushRef="#br0" timeOffset="27802.51">19293 6223 1028 0,'-4'0'232'0,"-1"1"0"15,0 1-1-15,0 1 0 0,0 2-27 0,0 1-32 0,0 1-33 0,0 2-24 16,-1 0-16-16,0 2-12 0,0 0-18 0,-1 1-14 0,0 1-19 0,0 0-9 16,0 2-8-16,0 1-11 0,0-1-11 0,-1 0-2 0,1 1 1 15,-1-1-11-15,1 1-14 0,-1-1-42 0,-1 0-49 0,1-2-46 0,0 0-57 16,1-1-70-16,1-3-71 0,0-1-78 0,1-1-91 0,1-3-31 15</inkml:trace>
  <inkml:trace contextRef="#ctx0" brushRef="#br0" timeOffset="28341.03">19258 6231 1249 0,'6'-8'399'16,"1"1"-86"-16,3-1-13 0,-2 3-36 0,-2 3-41 0,1 2-51 0,-1 2-25 15,1 1-23-15,1 2-12 0,0 1-3 0,-1 2-17 0,1 1-11 0,0 0-13 16,-1 3-13-16,-1-2-5 0,1 3-12 0,-1 1-15 0,0 0-5 15,-1 0-9-15,0 2-5 0,0 0 4 0,0-1-16 0,0 0 1 0,-1 2 8 16,1-1 3-16,-1 1 6 0,-2-1 2 0,1 0-14 0,-1-1-16 0,0 1 1 16,0-3-8-16,0 1-10 0,1-1-3 0,0-2-8 0,0-1-7 15,1-2-5-15,1-3-5 0,-1 1-9 0,1-2-1 0,0 0-3 0,0-1-2 16,1 0 4-16,-2-2 0 0,1-1 4 0,1 0 7 0,0-2-6 0,1 0-9 16,-1-2-7-16,1 0-9 0,1 0-1 0,0-2 2 15,1 1 3-15,-1-3-5 0,1 0-5 0,0-1-8 0,0-2-7 0,1 0-5 0,0 0 2 16,0 0-3-16,0-2 4 0,2 1 13 0,-1-1 18 0,1 0 24 0,-1 1 16 15,0-1 16-15,1 0 15 0,0 1 9 0,0 0 10 0,-1 1 2 16,-1-2 0-16,-1 0-8 0,0-1-6 0,0 3-18 0,-1-1-19 16,-1 1-25-16,0 2-22 0,-1-1-13 0,-2 1 0 0,0 0 7 0,0 3 17 15,0-1 19-15,-1 1 20 0,-1 0 18 0,0 2 13 0,0 0 10 0,-2 2 13 16,1 0 18-16,0 0 24 0,-1 0 30 0,0 1 28 0,1 0 23 16,0 1 13-16,0 1 6 0,0-1 3 0,0 0 10 0,0 1 13 0,0 0 19 15,0 1 10-15,1 0-11 0,0 0-14 0,1-1-17 0,-1 1-17 0,0 1-3 16,0 0-19-16,1 1-8 0,-1 0-12 0,1 1-7 0,0 0-7 0,-1 1-8 15,1 0-5-15,1 1-16 0,1 1-6 0,-1 1-14 0,0 1-5 16,0 1-1-16,0 0-7 0,1 2 1 0,-1 1-15 0,0 0-12 0,0 1-10 16,1 0-4-16,-1 2 16 0,0 0 9 0,0 1 7 0,0 0-5 15,1-1-11-15,2 1-8 0,-1-3 8 0,1 1 4 0,1-1-1 0,-1-3 9 16,2-2-4-16,-1 0 2 0,1-1-4 0,1-2 4 0,0-1-2 0,-1-1-2 16,1 0-4-16,1-2-10 0,-2-1 0 0,2-2 0 0,1-2 0 15,1 0 0-15,1-3 0 0,-1-1 0 0,3-2 0 0,0-1 0 0,1-1 0 16,-1 0 0-16,1-1 0 0,1-1 0 0,-2-2 0 0,1 2 0 15,1 1 0-15,-1 0 0 0,-1 1-6 0,0 0-42 0,1 0-12 0,-1 0-16 16,-2 2-23-16,0 0-33 0,-1 1-55 0,0 0-38 0,-3 1-49 16,1 0-66-16,-2 1-80 0,-1 0-107 0,-1 1-145 0,-1 1-100 0</inkml:trace>
  <inkml:trace contextRef="#ctx0" brushRef="#br0" timeOffset="28691.03">19312 6859 1987 0,'-4'14'292'0,"0"2"-13"0,0 7-33 0,-1 0-8 0,2 2-32 16,0 1-59-16,0 2-24 0,-1 3-18 0,1 0-12 0,-1 5 3 0,-1 0-25 15,-1 2-10-15,0 3-8 0,-2 2-7 0,-1 2-12 0,-1 1-16 16,-2 4-18-16,0-2 0 0,-1 3 0 0,-1 1 0 0,0 1 0 0,-2 2 0 16,-1 1 0-16,0 0 0 0,-2 1 0 0,-2 0 0 0,0-1 0 15,-2 1 0-15,0-1 0 0,1 1 0 0,0-1 0 0,0 1 0 0,1-1 0 16,-2 0 0-16,1-2 0 0,1 0 0 0,1-1 0 0,1-2 0 16,0 0 0-16,1-3 0 0,1-3 0 0,1-1 0 0,0-4 0 0,1-1 0 15,1-2 0-15,2-3 0 0,1-2 0 0,1-4 0 0,0-2 0 0,2-3-36 16,0-3-26-16,2-3-24 0,0-2-27 0,2-4-34 0,0-2-45 0,1-3-53 15,0-2-49-15,1-2-85 0,1-2-143 0,0-2-168 0,1-1-269 16</inkml:trace>
  <inkml:trace contextRef="#ctx0" brushRef="#br0" timeOffset="29101.03">18105 9651 1735 0,'-7'9'290'0,"-2"-1"-144"0,-1 2-8 0,0-2 5 0,1 0-3 0,-1 1-25 16,0-1-29-16,-1 0-15 0,0 1-5 0,-1 0-3 0,-2 0-1 0,-1 2-5 16,2 0 6-16,0 2-3 0,0 1 1 0,0-1 6 0,0 3-9 15,0 2 2-15,1 1 3 0,-1-1-8 0,1 0 1 0,1 1-9 0,0 0-8 16,3 2-3-16,-1 1-1 0,1-1-6 0,1 2-6 0,3-1-6 0,2 2-7 15,1-2 4-15,3 0-4 0,2-1-16 0,2-2 8 0,2-1-6 16,2-1 2-16,0-1 17 0,3-2-5 0,2-2-10 0,3-2 4 0,0-2-8 16,4-2 0-16,2-2 10 0,1-1-14 0,2-1 4 15,1 0 0-15,2-1 1 0,-1 1 5 0,0 0 3 0,-2 0-7 0,0 1 4 0,-2 0-2 16,-3 1 2-16,-1 1 2 0,-3-1-4 0,-3 3 4 0,-2 0-2 0,-2 1 0 16,-3 1-2-16,-2 0 6 0,-3 1 0 0,-1-1 2 0,-2 2 2 15,-2 0-8-15,-2 1-2 0,-2 0-8 0,-2 1-2 0,-3 0 0 0,-1 0-13 16,-1 1 1-16,-2 1-1 0,-2-1 3 0,-2 2-1 0,1-1 0 0,-1-1-6 15,0-1-4-15,1 0 2 0,0 2-7 0,-1-1-13 0,2 1-7 16,-1-1-13-16,1 0-14 0,1 1-11 0,2 0-21 0,-1-2-23 0,0 0-25 16,2-2-38-16,0-1-47 0,2-1-95 0,2-4-105 0,0-1-122 0,2-4-248 15</inkml:trace>
  <inkml:trace contextRef="#ctx0" brushRef="#br0" timeOffset="29336.03">18305 10064 2043 0,'2'1'320'16,"-1"2"-72"-16,1 1-15 0,-1 2-14 0,-1 2-40 0,1 2-37 0,-1 0-28 16,0 3-17-16,-1 0-9 0,0 2-21 0,0 0-9 0,0 1-6 0,-1 1-9 15,0 2 6-15,0 0-14 0,0 1-5 0,0 1-8 0,0 0-2 16,0 1 4-16,1 0-12 0,-1-1-12 0,1 2 0 0,1 0 0 0,0-1 0 16,-1 1 0-16,1 0 0 0,0-1 0 0,-1 1 0 0,1-5 0 15,0 1 0-15,-1-2 0 0,1-1 0 0,0-2 0 0,1-1-12 0,0 0-16 16,0-2-4-16,1-1-8 0,0-3-11 0,0 1-5 0,0-2-12 0,0-1-15 15,0-1-4-15,1-2-23 0,-1-1-19 0,0-1-28 0,1 0-29 16,-1-2-23-16,1-1-35 0,-1-1-50 0,0-1-75 0,-1-2-86 0,0-1-89 16,-1-3-173-16</inkml:trace>
  <inkml:trace contextRef="#ctx0" brushRef="#br0" timeOffset="29551.03">18173 10158 1280 0,'1'2'322'0,"2"0"-29"0,1 1-23 0,1 0-28 0,0 0-45 0,1 0-40 16,1 0-27-16,0 0-13 0,2 0-17 0,1-1-14 0,1 1-8 16,0-1-13-16,2 0-7 0,-1 0-16 0,2-1 1 0,0 0-12 0,-1-1-3 15,1 0-4-15,0 0-11 0,1-1 4 0,0 0-10 0,-1-1-1 16,1 1-4-16,0-1-8 0,0 0 18 0,-2 0-11 0,1 0-2 0,-2-1-11 16,-1 0-21-16,0 0-25 0,-1 0-18 0,-1-1-27 0,0 1-28 0,0-2-3 15,-1 0-27-15,0 0-25 0,0-1-32 0,-1-2-43 0,-1 0-43 16,0-1-19-16,-1 0-25 0,1 0-15 0,0 0 28 0,-1 0-18 0</inkml:trace>
  <inkml:trace contextRef="#ctx0" brushRef="#br0" timeOffset="29705.03">18650 9981 455 0,'1'-5'282'16,"0"1"-15"-16,0-2-4 0,-1 3-1 0,0 1-9 0,-1 1-20 0,0 1-24 15,-1 0-27-15,1 2-17 0,-2 1-22 0,-1 1-10 0,1 1-8 16,-1 1-11-16,1 1-2 0,0 3-9 0,-2 1-16 0,0 1-12 0,1 1-12 16,-2 0-11-16,0 1-5 0,0 1-15 0,0 2-8 0,1 0-5 0,-2 1-20 15,0 1-13-15,1 0 9 0,-1 0-1 0,0 2 8 0,0-1-4 16,0-1-26-16,1 0-19 0,-1-2-23 0,2-1-35 0,-1-1-30 0,2-1-49 15,0-3-33-15,1-2-43 0,0-3-70 0,1-2-93 0,1-1-115 16,1-3-169-16,0-2 168 0</inkml:trace>
  <inkml:trace contextRef="#ctx0" brushRef="#br0" timeOffset="29923.03">18723 9856 2060 0,'10'-13'321'15,"1"0"-54"-15,2-1-16 0,-1 5-22 0,-1 5-50 0,-1 3-41 16,1 1-35-16,-1 4-17 0,-1 2-2 0,0 2-12 0,0 3-12 0,0 2-3 15,-1 3-6-15,0-1-8 0,-2 3-9 0,0 1 0 0,1 0-12 0,0 3-18 16,-1 0-4-16,0 0 0 0,1 3 0 0,-1-1 0 0,0 2 0 16,0 0 0-16,0-3 0 0,-2 1 0 0,2-2 0 0,-1-1 0 0,1 1 0 15,0-4 0-15,0 1 0 0,1 0 0 0,1-1-32 0,-1-2 8 16,0-1 14-16,0-4-6 0,3-3-8 0,-1-2-3 0,2-1 1 0,-1-2 5 16,1-1-3-16,-1-2-7 0,1-1 2 0,1-1-8 0,-1-2 6 0,0 0 1 15,0-3-14-15,0-1-5 0,1-1-22 0,0-1-22 0,0-1-28 16,-1 1-45-16,-1-2-37 0,1 0-74 0,0 1-96 0,0-2-145 0,1 1-172 15,-1-2-160-15</inkml:trace>
  <inkml:trace contextRef="#ctx0" brushRef="#br0" timeOffset="30951.03">18717 10114 1001 0,'-2'0'357'0,"1"1"-145"0,-1-1-22 0,0 0 7 0,0-1 1 0,1 1-23 0,1 0-28 16,0-1-21-16,0 0-13 0,0-1-12 0,0 1-7 0,1-1-11 16,-1 0-10-16,2 1-4 0,-1 0-9 0,1-1-3 0,0 1-7 0,0 0-1 15,1 0-4-15,-1 1-7 0,1-1-1 0,1 2-4 0,-1 0-7 0,0 1 0 16,1 0-7-16,0 0-15 0,1 1 7 0,0 1-5 0,-1 1-8 0,1 0 6 16,0 2-6-16,1 1 0 0,0-1-9 0,0 1-4 15,0 0 20-15,1 1-5 0,-1 1 15 0,0 1-4 0,-2 0-26 0,2 0-13 16,-1 0-13-16,-1-2-10 0,0 1-15 0,0-1-16 0,-2-1-18 0,0 0-21 15,-1-2-20-15,0 0-10 0,0-2-33 0,-1 0-38 0,0-3-84 0,-2 1-92 16,1-3-109-16,-1 0-75 0,-1 0 69 0</inkml:trace>
  <inkml:trace contextRef="#ctx0" brushRef="#br0" timeOffset="31558.03">17970 8821 697 0,'-33'9'42'0,"-5"4"1"0,-11 5 13 0,4 0 10 16,3 0 7-16,1 3 1 0,2 1-4 0,1 3 8 0,0 1-5 0,2 3 5 16,0 2 0-16,2 2-6 0,1 3-6 0,2 1-13 0,2 3-3 15,2 3-1-15,1 0 9 0,3 1 4 0,1 2-2 0,3 3-8 16,4 1-22-16,0 4-6 0,4 0-11 0,2 2-2 0,2 1 1 0,4 2-3 16,2 1-1-16,3 0 0 0,3-1-1 0,3 0-3 0,3-1 3 15,3 0-5-15,3 1 0 0,1-2 1 0,4-2-4 0,2 0 5 0,4-1-1 0,2-2-2 16,2-1 7-16,3-4-11 0,3-2 1 0,0-5 1 0,4-2-9 15,2 0 6-15,1-3-4 0,2-1-4 0,2-4 6 0,2 0-3 0,0-4-1 16,1-1 9-16,1-2-2 0,1-3 2 0,0-1 2 0,0-3-5 16,2-4-2-16,-2 1 4 0,0-3-4 0,1 0 3 0,-1-2-2 0,-1-2-4 15,-2-1 5-15,0-2-2 0,1-1 6 0,-2-2-1 0,0-2 7 16,-2-2 2-16,1-3 3 0,0-3 9 0,-3-1-2 0,-1-2 6 0,-2-4 2 0,1-1 7 16,-3-4 9-16,-1-1 2 0,0-5 8 0,-4-2-7 0,-1-1 7 15,0-3 9-15,-2-3-1 0,-1-1 6 0,-4-3-5 0,0-1 0 0,-4-3-6 16,-1-2 3-16,-2-3-7 0,-4-1-7 0,-1-1 3 0,-3-1-3 0,-2-2 1 15,-2 0-6-15,-2-2-4 0,-2 0 0 0,-2 1-4 0,-2-1-1 16,-3 1 0-16,-1 1-5 0,-4 0 2 0,-4 1-4 0,-2 1 3 16,-4 2-5-16,-2 0-14 0,-6 1 13 0,-4 0-5 0,-3 3-2 0,-5 0 7 15,-4 2-18-15,-3 1-6 0,-2 1-2 0,-3 2-6 0,-5 1-5 0,-2 2-3 16,-2 2 2-16,-3 2 2 0,-2 2-2 0,-2 1-2 0,-2 1-12 0,-2 2-4 16,-2 3-6-16,-2 1 9 0,-1 4-2 0,-2 3 2 0,1 2-2 15,-1 3-18-15,0 2-3 0,1 5-14 0,3 4 1 0,0 4-9 16,1 4-9-16,3 5-11 0,2 1-30 0,2 2-38 0,4 2-47 0,2 1-64 15,2 0-51-15,3-2-82 0,2-1-83 0,4-2 53 0</inkml:trace>
  <inkml:trace contextRef="#ctx0" brushRef="#br0" timeOffset="34489.54">19341 10207 25 0,'0'0'37'0,"0"0"9"0,-1 0 6 0,1 0-5 15,-1 0-12-15,1 0-8 0,0 0-7 0,-1 0-4 0,1 0-1 0,-1 0 0 16,1-1 3-16,-1 1-2 0,2 0-3 0,-1 0-1 0,0 0-4 0,0 0 1 15,0 0 1-15,0-1 0 0,0 0 0 0,0 0 1 0,0 0 2 16,0 0-2-16,0 1 2 0,-1-1-1 0,1 1-2 0,-1-1 3 0,0 0 0 16,1 0 0-16,-1 1-2 0,0 0 0 0,0 0-3 0,0 0 1 0,0 0 1 15,-1 0-1-15,1 1 2 0,-1-1 4 0,1 1-1 0,-1 0 2 16,1 0 0-16,0 0-2 0,0 0 1 0,0-1 0 0,1 1-2 0,1-1-1 16,0 0-2-16,0 0-3 0,1 0 1 0,1 0 2 0,0-1-1 15,1 1 2-15,0-1-1 0,1 0 0 0,1 0 1 0,1 0 2 0,-1-1-4 16,1 0 2-16,0 0-1 0,1 0 0 0,1 0-2 0,1 0-2 0,0 0 0 15,0 0 0-15,-1 0 1 0,2 0 1 0,0 0 0 0,-1-1 0 0,2 1 0 16,-2-1 1-16,2 0 2 0,1 2 0 0,-1-3 2 16,1 0-3-16,-1 1-6 0,-1-1 5 0,2 0-5 0,-1 0 3 0,0-2 8 15,0 1-2-15,1-2 4 0,0-1 0 0,1 0-4 0,0 1 0 0,0-1-3 16,1-2 1-16,-1 0-1 0,0 0 0 0,-3-1 1 0,2 1-4 16,-1-1 5-16,0-1-4 0,1-1 1 0,-2-1 0 0,0 2-1 0,-1-1-1 0,0 1 2 15,1-1 0-15,-1-1-2 0,-1 0 2 0,0-1 1 0,-1 0-2 16,0-2 5-16,-1 0 1 0,0-1-6 0,0-1 7 0,-1 0-2 0,-1-2-3 15,0 0 10-15,0 1-6 0,-1-2 4 0,0-1 2 0,0 0 1 0,-2-3-1 16,0 1 0-16,0-1 1 0,-2 0-8 0,-1 2 8 0,0-3-4 16,-1 3-1-16,-2-1 6 0,-1 0-9 0,0 1 3 0,-1 0-3 15,0 1 0-15,-2-1-4 0,-1 1-1 0,-1 0-3 0,0-1 0 16,-3 0 1-16,1-1-1 0,-2-1-1 0,-1 2-2 0,-1 0 1 0,-1 2-1 16,-1 1 0-16,-2-1 0 0,-1 2 0 0,-3 0 2 0,-2-1 1 0,-1 2 0 0,-2 0-1 15,2 1-2-15,-3 0 0 0,0 2 2 0,-3-1 1 0,0 1 3 16,-2 1 0-16,0 2 0 0,0-2 1 0,-4 1-4 0,1 0 5 15,-2 3-4-15,-1 0-2 0,1 1 0 0,-2 2 2 0,-4 2-4 0,-1 0 4 16,-2 2-2-16,-1 1-2 0,-1 2 2 0,1 1-1 0,-1 1 1 0,-1 2-3 16,0 1 1-16,-1 2-1 0,-1 0-2 0,0 2 2 0,-4 1 0 0,1 1-1 15,-3 1 0-15,-1 1-1 0,2 2 4 0,-1 0-3 0,0 1-4 16,0-1 0-16,0 2 4 0,1 2-2 0,-1 0 10 0,-2 2-2 0,0 1-4 16,-2 0 2-16,1 1-1 0,2 1-2 0,0 0 3 0,0 3-2 0,2-1 0 15,0 4-2-15,2 2-2 0,-2 1 0 0,1 0 1 0,1 1 2 16,0 0 1-16,3 1-5 0,1 1 2 0,2 2-2 0,2 1 2 0,1-1 2 15,2 3-1-15,3-3 1 0,1 2 2 0,3 0-4 0,0-2 1 0,1 2-2 16,2-1-2-16,2 2 2 0,4 2-2 0,3-1 0 0,1-2 2 16,2 1-3-16,3-3 0 0,2 0 1 0,3 1 0 0,0-3 4 0,3 0-4 15,2-2 2-15,1 0 0 0,2-1-4 0,2 0 5 0,2-2-4 16,1 0 2-16,3-1-1 0,1 1 1 0,3-1 7 0,1 1 0 0,2-3-2 16,2 1-2-16,3-4-3 0,1 1-1 0,3-1 1 0,2-2 2 0,1 0 1 15,3 0-3-15,3-2 2 0,0 1 1 0,2 0-3 16,1-2-8-16,3 1 1 0,1-1 4 0,3-1 3 0,0 0 12 0,1 0-6 0,-1 0-3 15,2 0-1-15,2 0-2 0,2-1 4 0,0-1-2 0,3 1-2 16,-1 1-1-16,2-2 1 0,2 1 3 0,0 0 1 0,3-1 4 16,-1 0-6-16,2 2-1 0,0-1 1 0,0-1-1 0,1 1-1 0,0-1 3 15,3 0-1-15,-1-2 2 0,3 0 0 0,0 0-1 0,1-1 0 0,2-1 0 16,-1-3 3-16,0 1-1 0,-2-2 0 0,1 1 2 0,0-2-3 0,1 0 2 16,-1-1-1-16,1-2 0 0,-1-2 2 0,1 0-2 0,2-2 2 0,-2-1-3 15,-2-1-2-15,0-2 1 0,-2-1 3 0,0-1 5 0,1-2 4 16,-1 0 5-16,1-2-5 0,-1-2-5 0,-1 1-1 0,1-3-2 0,-2-1 6 15,-1-2 0-15,-1 0 0 0,-3-3 1 0,0-1 2 0,0 0-3 0,-2-2 6 16,-1 0-2-16,1 1-3 0,-2-2 6 0,0 0-9 0,-1-1-1 16,0-1 1-16,-2 0-2 0,0-1 2 0,-1 1-3 0,-3-2 6 0,-1 1-3 15,-3 0 1-15,0 0 6 0,0 0-3 0,-3 0-2 0,1 1-3 16,-4 0 0-16,1 2-9 0,-3 0 7 0,-3 0 6 0,-1 2-4 0,0-2 5 16,-4 0-4-16,1 1-3 0,-1 3 3 0,-4 3 0 0,-1 2-1 0,-2 2 0 15,-1 0 0-15,-2 1 4 0,-1 2 2 0,-2-2 0 0,0 1 5 16,0-1-2-16,-3 1 0 0,0 1-1 0,-2 1-4 0,1 0 4 0,-2 0-5 15,-1 1 1-15,-1 0 4 0,-1 0-5 0,0 1 2 0,-1 1-4 0,0 0 0 16,-1 1-2-16,-1 1-3 0,-2 0 1 0,2 0 1 0,-2 1-2 16,0 0 2-16,0 0 4 0,-1 1-9 0,2 0 3 0,0 0 1 0,0 0-4 15,-1 1 5-15,1 0-3 0,0-1-1 0,0 1 5 0,0 0 0 0,1 0-2 16,0 0-6-16,0 1-1 0,1 0-3 0,1 0 4 0,-1 1 4 16,1 0-2-16,0 0 3 0,-1 0-2 0,1 1 2 0,0 0-1 0,0 0-5 15,1 0 1-15,0 0-2 0,1 0-1 0,0 0 5 0,0 1-1 16,0-1-2-16,2 1-5 0,0-1-3 0,0 0 6 0,1 0-2 0,0 0-2 15,0 0-2-15,1 0-6 0,1 0-2 0,1 0 8 0,0 1-4 0,1 0-1 16,0-1-1-16,1 0-7 0,0 1 7 0,1-1-4 0,0-1-4 16,0 1-1-16,2-2-10 0,1 0-9 0,-1-2-16 0,3 0-23 0,0-2-23 15,2-1-26-15,1-2-23 0,3-2-50 0,2-1-61 0,3-4 14 0,2-1-253 16</inkml:trace>
  <inkml:trace contextRef="#ctx0" brushRef="#br0" timeOffset="87091.04">3898 10449 1872 0,'-1'-6'94'0,"1"2"-73"0,2 1-22 0,3 2-6 0,3 0 3 15,2-1 2-15,2-1 0 0,0 1 0 0,1 1-8 0,2 1-6 0,1 2-10 16,0 2-14-16,2 2 3 0,0 3 9 0,0 1 5 0,2 2 14 16,1 0 5-16,2 1 0 0,2 1 6 0,2 0 0 0,2 0-4 15,2 2 6-15,1 1-1 0,2 1 4 0,3 1 3 0,1 0-2 0,4 1 2 16,1-1-1-16,3 2-6 0,4 1-6 0,2 1 2 0,3-1 9 0,4-3 13 15,3-5 13-15,4-2-4 0,6-4-8 0,5-4-8 0,3-2-8 0,3-3 1 16,2 0-4-16,1-1 7 0,0-2 18 0,3-5 7 0,1-3 12 16,3-2 5-16,2-2-10 0,0-1 6 0,-1-2 6 0,1-2 3 0,1-3 11 15,-2-1 2-15,2-3-3 0,0 1-3 0,0-3-16 0,1 0-9 0,0-3-15 16,0-2-3-16,-2-2-6 0,1-1-10 0,-2-1 8 0,-1 0-11 16,-1-1 1-16,-1-2-3 0,-3 0-18 0,0 0 10 0,-4-1 1 0,-1-1 4 15,-3 0 14-15,-4 0-9 0,-1-1 1 0,-5 2 1 0,-2-2-4 16,-4-1 5-16,-5-1-2 0,-3 2 2 0,-3 0 3 0,-5 0 0 0,-1-1-14 15,-5-1 9-15,-7 3 0 0,-1-1-3 0,-8 0 20 0,-5 1-10 0,-4 2-2 16,-7-2-1-16,-7-1-5 0,-5-1-2 0,-8-1 1 0,-8-1-6 16,-8 0-1-16,-7 1-9 0,-10 0-15 0,-10 0 5 0,-9 1-1 0,-8 1 3 15,-10 0 9-15,-6 2-1 0,-8-1 7 0,-5 2 0 0,-8 1 5 16,-4 0-5-16,-5 3 6 0,-8 3 0 0,-2 4-2 0,-7 3 0 0,-2 5-4 16,-3 3 2-16,-4 4 4 0,-1 5 4 0,-4 2 6 0,0 5 6 0,-1 3 4 15,-2 4 3-15,0 5 2 0,-2 4 5 0,0 8 3 0,0 6 2 16,1 7 12-16,-2 8 0 0,4 8 19 0,0 7 8 0,2 7-3 0,5 8-2 15,3 5-21-15,4 7 2 0,8 5-14 0,5 2-11 0,8 3 1 0,6 0-23 16,7 0-6-16,8-2-2 0,9 0-38 0,8-1-67 0,6-1-106 16,7-1-165-16,5 1-209 0,4 2-442 0</inkml:trace>
  <inkml:trace contextRef="#ctx0" brushRef="#br0" timeOffset="88707.03">3251 12151 1533 0,'-36'7'27'0,"3"2"4"0,-6 4-2 0,15-2-6 0,8 2-8 16,6 1-9-16,4 2 1 0,3-1 0 0,5 1-4 0,3 4 5 15,4 0-5-15,7 4-3 0,5 1 3 0,5-1-2 0,5 1-2 0,5-1 0 16,7 3-1-16,5 0-1 0,5-1 4 0,4 1-1 0,3-1 1 0,6 0 0 16,3-2-2-16,6 1 1 0,5-1 7 0,6-2 2 0,4 2 1 15,4 0 3-15,4-3-4 0,2 1-8 0,5-2 3 16,3-3-4-16,2-1 3 0,4-2 0 0,3-2-2 0,2-2 1 0,2-2 0 0,2-1 2 15,2-3 2-15,1-3 0 0,1-1 5 0,1 0 4 0,0-2 6 0,-2 0 11 16,1 0-6-16,-2-1 1 0,2 1 2 0,0-2-2 0,-3 1 5 0,2-2-5 16,-3 1-7-16,-1 0-2 0,0-2-1 0,-3-1 0 15,-1-2-1-15,-4 0 0 0,-2-3 3 0,-2-2-2 0,-4 1 6 0,-1-3 1 0,-4-1-4 16,-4-1 2-16,0-4-13 0,-6-1 2 0,0-1 5 0,-5-3-2 16,-2 0 7-16,-3-3-3 0,-6-1-8 0,-3-1 8 0,-3 0 8 15,-5-3 5-15,-4-1 6 0,-2-3-3 0,-4-1-6 0,-3-2 6 0,-2-1-6 0,-6 0-6 16,-5 0 7-16,-3-1-24 0,-4-1 9 0,-6 1 1 0,-5 0-9 15,-6 0 17-15,-8-1-16 0,-6 1-1 0,-7 0-1 0,-7-2-8 16,-7 0-4-16,-10-1-4 0,-7 1-7 0,-6 0 7 0,-8 3-1 0,-8 1-10 0,-4 1 9 16,-9 2 2-16,-5 2 0 0,-5-1 6 0,-7 3-8 0,-5 0 1 15,-5 1-1-15,-3 3 8 0,-4 1 2 0,-4 3-6 0,-1 2 5 0,-5 0-3 16,-2 3-1-16,-3 1 0 0,-4 3 3 0,-2 5 4 0,-3 2 1 0,-1 2 4 16,-2 4-4-16,-4 4 3 0,-1 3 12 0,-2 4-4 0,-2 3 14 15,0 4 13-15,0 4 7 0,-1 4 11 0,0 4 3 0,2 4-4 0,0 1 1 16,3 5-7-16,1 4-7 0,4 4-4 0,2 5-6 0,3 4-13 15,7 1-3-15,4 4-11 0,6 2-8 0,5 3 3 0,6 2-11 0,7 2-18 16,6 3-63-16,5 2-91 0,6 3-98 0,4 4-118 0,7 4-168 0,4 2-435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2-08T11:30:08.1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3592 5487 527 0,'-45'-17'199'0,"-1"2"-194"0,-9-3 30 16,12 4-23-16,10 3-5 0,3-1-5 0,3 0-2 0,2-2-7 15,2 1-6-15,1 2-10 0,-1 2-13 0,2 1-8 0,-1 2-3 0,-1 2 5 16,1 1 10-16,-2 3 10 0,0 1 11 0,-2 1 5 0,0 1 5 0,1 0 5 15,0 1 5-15,3-2 6 0,0 1 7 0,1-2 3 0,1 1 3 16,2-1-3-16,2 0-3 0,0-1-1 0,2 1-3 0,-1 0-1 0,2 0 3 16,2 1-5-16,0-1-1 0,3 1-4 0,1-1-1 0,0 1-1 0,0 1-1 15,2 1 1-15,-1 0-1 0,1 0 2 0,0 0 2 0,0 0-1 16,4 0 2-16,-1 0 0 0,3 0 0 0,-1-2-2 0,1 1 0 0,1-2 5 16,1 0 2-16,0-1 4 0,0 1 4 0,0-1 1 0,-1 0 4 15,1 0 2-15,-1 0 7 0,0-1 3 0,0 0 2 0,0-2-1 0,1 0-5 16,1-1-5-16,2-1-6 0,1-2-3 0,2-2-3 0,4-2-7 0,3 0-2 15,4-3-3-15,0-2-1 0,5-1 2 0,2 0-3 0,4-2-4 16,3-2 3-16,3-1-6 0,2-2-1 0,2 0 2 0,2-2-3 0,3 1 9 16,2-2 6-16,4-2-3 0,5 1 5 0,2-4-2 0,3 2 4 0,2 0 3 15,0 4 2-15,3 0 0 0,0 2 2 0,2 3-2 0,0 0-3 16,1 2 3-16,1 4-7 0,-2 1-3 0,-1 3-2 0,0 3-5 0,-1 3-2 16,-1 4-3-16,0 3 1 0,-4 4-1 0,0 3 2 0,0 1-2 15,-2 3 0-15,-2 0 0 0,-3 3 1 0,-2 2 1 0,-2 0-5 0,-3 2-4 16,-2 2 1-16,-6 1-3 0,-3 3 6 0,-2 1 0 0,-6 0 0 0,-3 3-1 15,-4 1 1-15,-5 2 8 0,-2 2 9 0,-3 1 12 0,-3 4 3 16,-4 0-5-16,-5 2-6 0,-4 3-6 0,-5 1 1 0,-5 1-2 0,-6 3-3 16,-5 1 1-16,-7 2-6 0,-6 0-6 0,-6 3 3 0,-7 0 7 0,-5 0 4 15,-5-1 6-15,-4 0-3 0,-5 0-10 0,-5-2-1 0,-2 2 1 16,-2-5 1-16,-2-3 3 0,-2-1 2 0,-1-4-2 0,1-2-4 0,0-4 0 16,6-3 9-16,2-5 6 0,4-2 6 0,4-4-1 0,2-2-6 15,1-4-2-15,1-2 4 0,3-4-1 0,2-4-5 0,1-3 2 0,3-3-3 16,4-4 0-16,2-3 1 0,2-4-1 0,5-4-1 0,0-3-5 0,3-2-4 15,5-3-3-15,0-4 2 0,5-1 2 0,1-5 2 0,4-1 1 16,2-3-2-16,3-4-2 0,4 0 3 0,1-2-3 0,3-4-3 0,3-1 1 16,3-2-2-16,2-1-2 0,2 0 0 0,4-1-16 0,4 0 2 0,3-2-12 15,4 1-23-15,5-2-25 0,4-1-46 0,4 1-38 0,5-2-63 16,3 0-76-16,7-2-115 0,8-3-174 0</inkml:trace>
  <inkml:trace contextRef="#ctx0" brushRef="#br0" timeOffset="1650">22104 5656 1872 0,'-25'-25'-19'0,"0"2"28"0,0 0-18 0,7 12-2 15,11 6-11-15,3 4-12 0,3 0-25 0,1 2-6 0,2 1 4 16,1 3 14-16,4 2 19 0,3 2 8 0,2 4-1 0,2 2 1 0,0 3 0 15,0-2-2-15,1 3 4 0,0 1 3 0,2-1 4 0,1 2 8 16,1 2-1-16,-2-1 4 0,3 2 1 0,2 1 1 0,0-2 1 0,4 1 1 16,1-1 1-16,3 1 2 0,1 0 5 0,2 2 0 0,2 0 3 0,4 0 1 15,2 2 0-15,2-3-5 0,4 2 0 0,2 1-1 0,3 1-3 16,2 1-1-16,1 0-1 0,4 1 1 0,0-2-4 0,2 0 1 0,-1-1 5 16,1-2 0-16,-2-1 4 0,2 0 4 0,-2-2-2 0,-1-3-1 0,-1 0 5 15,-2-2-2-15,2-2 1 0,-3 0 2 0,0-2-1 0,-1-1 4 0,-1-1 1 16,1-3 0-16,-1-1-3 0,2 0-1 0,1-1-5 0,-1-2-2 15,2-2 2-15,0 0-5 0,1-3 2 0,0-1-5 0,1-2 1 0,-1-2-1 16,-2-2-4-16,0-1 8 0,-2-1-6 0,0-2 8 0,-3-2-2 16,-3-3-1-16,-1-1 6 0,-3-1 0 0,0-2 8 0,-3-2 2 0,-2-2 1 15,0-1 0-15,-6-2-5 0,0 0 3 0,-2 0 3 0,-1-1 2 16,-3-1 0-16,0 2-5 0,-2-3-8 0,-4 2-4 0,-2-2 1 0,-2 2-1 16,-4-1-2-16,-2 0-7 0,-3-3-6 0,-4 0-6 0,-3-3 0 0,-4 0 1 15,-5-2-4-15,-2 1-2 0,-7-3-8 0,-4-2-1 0,-6-3 1 16,-7-2-1-16,-5-2-1 0,-6-3-3 0,-7 1-2 0,-6-1 0 0,-4 1 4 15,-6 0 5-15,-4 1 8 0,-2 3 5 0,-3 2 8 0,0 5-1 16,-1 0 4-16,-3 4 6 0,2 0 1 0,-3 5 11 0,-1 2 1 0,1 2-2 16,-1 2 2-16,1 3-8 0,2 1 4 0,0 4-5 0,2 2-2 0,2 3 2 15,1 6-2-15,4 3-2 0,1 2 0 0,4 4-4 0,3 2-3 0,1 3-2 16,2 4-2-16,4 3-4 0,2 2 0 0,4 2-7 0,6 3-13 16,4 1-19-16,4 4-42 0,7 1-55 0,4 4-50 0,6 2-59 0,6 2-51 15,4 2-55-15,5 3-214 0</inkml:trace>
  <inkml:trace contextRef="#ctx0" brushRef="#br0" timeOffset="6205.08">13452 7219 92 0,'-10'-13'23'0,"0"0"18"0,-2-3 10 0,3 5 7 0,2 1-8 15,1 0-8-15,0 2-7 0,1 1-13 0,2 0-3 0,-2 0-4 16,1 1-2-16,1 0-2 0,0-1-3 0,-1 0-3 0,2 0-1 0,-1 1-1 16,0-1-2-16,1 1 1 0,-1-1 0 0,1 0 0 0,-1 0-1 15,-1-1-1-15,0 0 0 0,-1-1 2 0,1 0-3 0,-1-1 0 16,1 1 1-16,-1-3 0 0,-2-1 3 0,0 0 6 0,0-1 0 0,-1 1 6 0,2-2 5 16,-1-1 2-16,2 0 7 0,0 0 0 0,3-1 3 0,-1-1-1 15,2 1-3-15,1 0-2 0,2 0-5 0,1 1-6 0,1 1-3 16,2 0 0-16,1-1 0 0,3 1 1 0,0 1 2 0,2-1 0 0,1 1 0 0,0-1 3 15,2-1 1-15,2 2 0 0,0-1 4 0,3 1-1 0,4 1 4 16,2 2 3-16,4 0-5 0,2 1-1 0,3 1-5 0,1 1-5 0,4 0-4 16,3 2 0-16,3 2-6 0,2 0 0 0,1 1-2 0,5 1-1 0,0 0 0 15,2 1 0-15,4 1 1 0,-1 0-1 0,2 0-2 0,0 2 1 16,0 1-1-16,-1 0 3 0,2 1-1 0,-1-1-3 0,0 3 2 0,-1 0-6 16,-1 1 4-16,-1 2-1 0,-2 1-2 0,-3 1 3 0,-3 1-3 15,-3 3 2-15,-6 3 2 0,-3 2-3 0,-4 2 2 0,-4 2 0 0,-2 0-2 16,-4 3 3-16,-1 3-5 0,-2 1 1 0,-4 2 0 0,0 4-1 0,-2-1-3 15,-1 3 2-15,-3-1 1 0,0-1 4 0,-2 2 3 0,-1-2-1 16,0-2 1-16,1-1 0 0,-1-3 0 0,-2 2 1 0,0-2-1 0,-1 1 0 16,-1-3 1-16,-3-2-1 0,-1-1 0 0,-3 0 1 0,-4 1-1 0,-2-1 2 15,-4 1-1-15,-5 0 0 0,-6 1-1 0,-5-2-6 0,-6-2 1 16,-3 0-1-16,-4-4-1 0,-4 0 2 0,-4-3-2 0,-4-2-10 0,-2-2-4 16,-5-2-9-16,-2-2-9 0,-1-1-2 0,-3-3-1 0,0-2 5 0,0-4 10 15,-2-3 10-15,0-3 10 0,1-4 8 0,4-3 8 0,0-2 10 16,3-5 15-16,3-2 16 0,3 1 16 0,4-4 9 0,3 2 4 0,4-3-7 15,4 0-7-15,2 1-8 0,4-1-9 0,3 3-5 0,4 0-10 16,2 2-4-16,6 4-5 0,2 0-4 0,3 2-2 0,2 2-5 0,2 4-2 16,1 0-2-16,1 2-3 0,2 2-2 0,1 1-2 0,1 0-2 0,1 2-1 15,0 0 1-15,2 2-7 0,0 0-3 0,1 0 0 0,0 2-4 16,0 0 2-16,0 1 3 0,2 2 2 0,0 0 2 0,1 0 4 0,0 1 0 16,1-1 1-16,0 0-2 0,2 0-1 0,1 0 2 0,0-1 0 0,0 0 1 15,1-1 1-15,1-1-1 0,1 0 2 0,0-1 0 0,1 0-2 16,0-1 3-16,2-1-7 0,2 0 1 0,1-1-3 0,0-1-2 0,1 1-8 15,2-1-2-15,1 1-11 0,0-1-26 0,4-1-31 0,0 1-40 0,3-1-33 16,3 1-22-16,2-1-20 0,3 2-77 0,4 0 41 16</inkml:trace>
  <inkml:trace contextRef="#ctx0" brushRef="#br0" timeOffset="7011.08">18602 7628 1162 0,'-21'-20'9'0,"2"3"27"0,-4-4-2 0,7 9-4 0,6 5-1 16,3 2-13-16,1 2-10 0,2 2-8 0,3 0-13 0,0 2-1 0,2 0-4 16,-1 1 3-16,2 2 4 0,1 1 3 0,1 1 6 0,1 1-3 0,1 1 4 15,3-1-2-15,1-1-2 0,2 0 3 0,2 0 5 0,1 1 0 16,4 1 1-16,4 0 0 0,2-1 1 0,5 1 4 0,2 0-3 0,4 0 1 15,2 1-4-15,3-1 0 0,4 1 3 0,3-1 2 0,3 1-3 16,2 0 0-16,4 1-2 0,1-2 1 0,1 2 0 0,3 0 2 0,-1 0 1 16,0 0-4-16,2-1 3 0,-2-2-2 0,0-1 3 0,0-1 7 0,0 0 3 15,-1-2 3-15,-1-2 5 0,0-2 2 0,0-2 1 0,-1-1-1 16,0 0-3-16,0 1-1 0,-1-2-8 0,-1 0 5 0,0-1-1 0,0-2-2 16,0 0 4-16,-1-3 2 0,1-1 1 0,-3 1 7 0,1-3 1 15,-1-2-3-15,0-1 5 0,-1-1-4 0,0-4 2 0,-2 1 10 0,-2-1-6 16,-1-2 2-16,-2 0-3 0,-1-2-14 0,-3-2 0 0,-1 1-5 0,-5-2-4 15,-1 1 5-15,-4-3-5 0,-2 1 1 0,-5-5 2 0,-3 1-2 16,-4-3 3-16,-4 1-1 0,-6-1 1 0,-2-4-1 0,-6 1-2 0,-4-2-10 16,-4-1 2-16,-6 0-3 0,-5-1-4 0,-4 0 4 0,-7-1-10 0,-6 0-4 15,-6 1-3-15,-9-1 1 0,-6-1-2 0,-8 0 4 0,-5-2-1 16,-6 1 2-16,-4-1-5 0,-4 3 4 0,-6 4 9 0,-5 3-1 0,-5 4 10 16,-3 3-1-16,-3 3 0 0,1 2 1 0,-4 5-1 0,1 2 4 0,0 4-3 15,0 4 10-15,1 3 1 0,0 2-1 0,0 4 6 0,2 3-8 16,1 4 4-16,1 2 5 0,1 4 0 0,4 4-1 0,2 4-1 0,3 3-7 15,4 5-8-15,2 3-1 0,3 4-3 0,6 3-2 0,4 6 1 16,4 3-2-16,6 4-1 0,3 3-3 0,6 5-2 0,4 1-7 0,5 3-8 16,5 3-16-16,7 0-17 0,5 3-31 0,7 1-8 0,6 2-8 0,6-1-1 15,6 2 4-15,5-1-4 0,6-4-7 0,3-2-11 0,7-5-10 16,3-5-16-16,4-3-1 0,1-5 5 0,5-4 20 0,0-6 20 0,2-3 14 16,-2-8 4-16,3-3-63 0</inkml:trace>
  <inkml:trace contextRef="#ctx0" brushRef="#br0" timeOffset="12816.08">4188 8964 792 0,'5'-6'362'0,"2"1"-335"0,4-1-27 0,3 4 6 16,0 1 8-16,2 1 7 0,2-1-4 0,-1 1 0 0,2 0-11 0,1 2-7 16,2 1 0-16,0 1-3 0,2 1-4 0,0-1-2 0,3 1-1 15,1 0 0-15,1-1 1 0,3 1-1 0,2-2 6 0,1-1 1 0,3-1 2 16,-2-2 1-16,3 0-2 0,0-1 6 0,1-1-3 0,3 0 5 0,0-1 2 16,1-1 17-16,1 0 36 0,4-1 26 0,0 0 23 15,3-1-1-15,1 0-19 0,1-1-17 0,1 1-13 0,1 1-4 0,1-1-3 0,1 2-11 16,-1-1-14-16,1 1-6 0,0 1-5 0,-1 1-2 0,-1 2 4 15,1-1-1-15,-3 2-1 0,1 1 0 0,-1 1 6 0,-2 1 3 0,2 2 0 16,-3 1-2-16,1 1-11 0,-3 2-1 0,2 0 7 0,-1 0 1 16,0 1 4-16,0-2-2 0,-1 3-9 0,2-1 6 0,1 1-2 0,-1 0 1 15,1 0 0-15,1-2-1 0,1 1 0 0,1 1-1 0,1-2 2 0,-1 1-5 16,2 0 4-16,1-1-4 0,1 0 7 0,0 0 0 0,1 1 6 0,0-1-1 16,0 0-2-16,1 0-3 0,-1-1 0 0,0 1 2 0,-2 0 3 15,2 1 5-15,0 0-11 0,-2 0 3 0,0 1 2 0,-1-1-1 16,-1 1 3-16,-1 0-9 0,0-1-3 0,-2 2-1 0,1-3 5 0,-2 2 0 15,-1-1-1-15,4 0 0 0,0 0-6 0,0-1 0 0,2-2 3 16,0 1-1-16,2-2-2 0,1 0 6 0,1-2-8 0,1 0 4 0,-1-2-8 16,3-1-2-16,0-2 3 0,0-1-2 0,1-2 13 0,1 0-3 0,-1-2-4 15,1 0 3-15,1-2-5 0,-3 2 5 0,0-2 2 0,1-1-2 16,-1-1 8-16,0 1-1 0,0-1 4 0,-2 2 1 0,0 0-9 0,0-1-3 16,1 1-1-16,-2-1-2 0,-2 2 7 0,2 1 1 0,0-1 0 0,1 1-3 15,0 1-5-15,0 1 0 0,0 1-7 0,0-1-2 0,0 1-4 16,1 0 2-16,0 0 8 0,2 0-3 0,2-1 1 0,0 0 0 0,1 0-1 15,1-1 1-15,0 0-10 0,2-1 1 0,-1 0-4 0,0-1 7 16,2-2 8-16,-1 0-3 0,0-2 1 0,1 1-6 0,0 0 2 0,-2 0-5 0,0 3 5 16,-3-2-4-16,-3 2-1 0,-1 0 1 0,0-1 4 0,-1 1 4 15,2 0-1-15,-2 1 3 0,1 0-6 0,-1-1-2 0,-1 0 2 0,1-1 2 16,-2 2-2-16,-1 0 1 0,0 0 1 0,-1 0-2 0,-1 0 2 0,0 0 0 16,-3 1 3-16,-2 1-5 0,-1 0-3 0,-2 1 3 0,-2 1-6 15,-1 0 4-15,-1 0 4 0,-1 0-5 0,0 1-3 0,0-1 1 16,0 1 5-16,-1 1-4 0,-2 0 13 0,0 0-2 0,-2 1-3 0,1 0 3 0,-2 1-5 15,-1 0-4-15,0-1-3 0,-3 1 7 0,0 1-4 16,-1 0 2-16,-1 0 5 0,-3 1-7 0,0 0 4 0,-2 0 0 0,-1 0-2 16,1 1 2-16,0-1 1 0,-1-1-4 0,0 1-1 0,-3-1 0 0,-1 1 0 15,-1-1 0-15,0 0 2 0,-1 0 2 0,-1 0 0 0,1-1 0 0,-2 0 0 16,1 0-2-16,-1-1 1 0,-1-1 1 0,1 1-2 0,-2-1 0 16,0 1 2-16,-1-1 4 0,0-1-3 0,-1 1-1 0,0-1-4 0,-1 1 2 15,0-1 2-15,-1 0 2 0,-1 0-1 0,0 0-3 0,-2 0 4 16,0-1-2-16,-1 1 3 0,1 0-3 0,-2 0-4 0,-1 1 0 0,0 0-1 15,-2-1 4-15,1 1 3 0,-2 0 0 0,0 0-4 0,-1 0 2 0,0 1-2 16,0-1 1-16,-1 0 1 0,1 1-2 0,-1-1 0 0,-1 1 0 0,1 0-2 16,-1 0-1-16,0 0 5 0,0 0-10 0,0 0 8 0,0 0-2 15,0 0-5-15,0 0 2 0,-1 0-8 0,-1 1 0 0,0-1-6 0,-1 1-7 16,0-1 1-16,-1-1-9 0,-2 1-10 0,1-2-9 0,-1 0-15 16,-1-1-13-16,1-2-9 0,-1 0-18 0,1-1-13 0,0-1-10 0,1-2-10 15,2 0-1-15,0-2-9 0,1 0-6 0,2-2-10 0,1-3 0 0,2 1 0 16,2-1 6-16,4 1 1 0,3-3-2 0,3-1 3 0,2 0-6 0,2-1 8 15,3 0 7-15,2 0-31 0,4 1 28 0</inkml:trace>
  <inkml:trace contextRef="#ctx0" brushRef="#br0" timeOffset="13100.09">19164 9254 2069 0,'5'0'243'0,"1"1"-319"0,1 0-91 0,6-1-88 16,3 1-70-16,5 0-7 0,5 0 44 0,4 1 71 0,1 0 67 0,3-1 32 16,-2 0-4-16,0-1-107 0</inkml:trace>
  <inkml:trace contextRef="#ctx0" brushRef="#br0" timeOffset="13774.08">19889 9331 1399 0,'4'0'422'0,"1"2"-310"0,3 0-70 0,0-1-19 0,3 2-6 15,3-1-7-15,3 0-9 0,2 1 2 0,4-1 8 0,2 0 1 16,1 0 6-16,3 0-6 0,0-2-7 0,2 1-3 0,1-1-5 0,2 0 6 16,1-1-3-16,2 1 1 0,0-1 2 0,2-1-4 0,2 2 2 15,1-1 1-15,0 0-4 0,1 2 2 0,0 0-1 0,3 1-1 0,1-1 4 16,1 1-4-16,2 0 9 0,0 0 2 0,1 1 4 0,1-1 9 0,2 2-7 16,1 0 3-16,0 0-1 0,3 2 3 0,-1 0 2 0,0 0-5 15,2 0 3-15,0 1-5 0,2 1-6 0,0-1 6 0,1 2-11 0,0-1-2 16,0 0 10-16,0 1-11 0,0 1 2 0,1-1 3 0,0-1-7 15,0 0 10-15,1-1 15 0,-1 0 3 0,0 1 6 0,0 0 1 16,-1 1-3-16,0-2 2 0,-1-1 0 0,0-1-5 0,0-1-7 0,0-1-5 0,-1-1-5 16,-1-2-4-16,0 0 2 0,1-1 3 0,-1 0-4 0,0-2 3 15,0-1-1-15,-3 0 0 0,-1-2 3 0,-1 0-12 0,-2-1-1 0,0-1-1 16,-2-1-9-16,0 0 20 0,-2 0 1 0,-1-2 0 0,-1 0 11 0,-1-3-9 16,-1 0-2-16,-3-1 3 0,-2 0-1 0,-1-2 0 0,-3 1 2 15,-2-1 2-15,-3-1-2 0,-2-1-5 0,-4 1 0 0,0-2-12 0,-3-2 2 16,-4 1 0-16,-2-4-3 0,-4-2-2 0,-3-1-2 0,-2-2 5 0,-4 0 2 15,-3-2 6-15,-3-2-3 0,-4-2 4 0,-4-5-4 0,-3-1 4 16,-2-3-1-16,-5-2-2 0,-4-1-1 0,-1-1-8 0,-5-1 2 0,-1-1-2 16,-4-2-5-16,-2-2 1 0,-2 1-6 0,-2-1 2 0,-3 2-2 0,-2 1 5 15,-1 1 5-15,-2 1-7 0,0 2 11 0,-3 2-8 0,-1 2 11 16,-2 3 5-16,-2 2-1 0,-1 2 2 0,-2 1-6 0,-3 4 5 0,-1 2-1 16,-1 4-1-16,-2 4 4 0,0 3 1 0,-2 3 0 0,-2 3 0 15,1 3-2-15,-1 4-4 0,1 4 1 0,0 4-2 0,0 3-1 0,0 3-1 16,2 3 1-16,0 2 1 0,2 1 3 0,2 3-1 0,2 3 0 15,2 0-4-15,2 4 3 0,2 1 1 0,1 0-3 0,3 2 3 0,2 0-2 16,1 2 0-16,1 0 1 0,0 2-3 0,2 0 5 0,1 2-1 0,4 0 1 16,2 0-7-16,0 1 6 0,4 1 0 0,2-1 0 0,1 2 9 0,6-1-6 15,2-1 3-15,3 1 2 0,4 0 6 0,2 1 6 0,2-1-5 16,5 0 0-16,3-1-8 0,3-1-5 0,2 2 2 0,3 0-6 0,3 2 1 16,1 0 1-16,3-2-12 0,3 2 5 0,1-2 2 0,2-1 0 15,0 0 16-15,1 0-11 0,1-3 4 0,0-1-2 0,0-2-4 0,1-1 6 16,0-1-3-16,-1-1-5 0,0-2 5 0,1-1-5 0,-1-3 1 0,0-1 2 15,-1-3-2-15,0 0-2 0,0-2 1 0,0-2 3 0,-2-2-2 16,1 0-2-16,0 0-2 0,0-3-3 0,0 0 3 0,1-1-4 0,1-1-4 16,-1 0-3-16,-1-2-8 0,1 0-5 0,-1-2-2 0,0 0-8 0,0-1-2 15,-2-2 0-15,0 1-10 0,-1-2-8 0,-1 0-11 0,0-1-13 16,-1-2-2-16,0-1-6 0,-1-1-6 0,1 0-21 0,-1-2-28 0,1-3-22 16,-1-1-26-16,1-2-18 0,-1-3-7 0,3-4-13 0,2-2-17 15,2-5-19-15,4-4-24 0,4-6-66 0</inkml:trace>
  <inkml:trace contextRef="#ctx0" brushRef="#br0" timeOffset="24290.21">5140 9736 648 0,'-21'0'21'0,"1"1"1"16,-3 0-4-16,4 1-1 0,5 0-2 0,1 0-5 0,2 0 0 16,2 1-5-16,1-1 0 0,1-1 0 0,1 1-2 0,1-2 1 0,0 1-2 15,0-1 1-15,1 0-2 0,-1 0 2 0,0 0-1 0,0-1 1 16,1 0 2-16,-1-2 1 0,1 0 0 0,0-1 1 0,1 0 0 0,0-2 2 16,2-1 6-16,0-2 1 0,1 1 4 15,2-2 0-15,1 0 1 0,2-1 0 0,1-1 0 0,4-2 0 0,1-2-1 0,2-1-1 0,4 2 2 16,1-3 0-16,2-1-8 0,5 1 2 0,2-3-1 0,2 0 8 15,4 1 14-15,2-1-2 0,4 0 5 0,4 0-4 0,0 0-8 0,2-1 2 0,2 2-6 16,4-1-6-16,2 0-5 0,3 3-4 0,0-2 8 0,0-1-4 0,1 0 4 16,2 0 1-16,-1 2-10 0,2 4-4 0,-1 1 0 0,-1 2 1 15,-1 1-3-15,-1 3-4 0,0 1-1 0,-1 2-1 0,-2 2 0 0,-1 0 2 16,-1 1 0-16,0 1 1 0,0 3 1 0,-1-1 3 0,1 3-3 0,-3 0-3 16,0 2 3-16,1 2-4 0,-1 2 1 0,-2 3-1 0,-1 1-2 15,-2 0 7-15,-1 2 1 0,-4 2 0 0,-1 4 3 0,-2 4-4 16,-3 7 1-16,0 7-2 0,-5 7-4 0,-3 6-3 0,-4 7 7 0,-5 5 2 15,-2 4 0-15,-4 3 6 0,-3 0-8 0,-1-5 1 0,0-3-1 0,0-10-2 16,1-5 3-16,0-7-4 0,1-5 5 0,-2-7 6 0,-2-2 2 16,-5-4 10-16,-1-1-2 0,-3-1 0 0,-2-3-1 0,-4 2 1 0,-6 0 1 15,-3 0-2-15,-5 2-4 0,-5-1-2 0,-4 2-4 0,-3 1 3 16,-1-3 6-16,-3 2 3 0,-2-4 1 0,-2-2 4 0,0-1-2 0,-2-2 4 16,0-2 1-16,-2-1-5 0,2-3-3 0,0-1-5 0,2-3 5 0,-1-3-2 15,-1-2 0-15,1-2-3 0,0-2-1 0,0-3 4 0,0-1 1 16,-1-3 0-16,2-2 1 0,1-2 4 0,-2-4-2 0,1-1 1 0,1-4 1 15,0-2-4-15,1-2 1 0,1-2-1 0,2 0-5 0,0-2 6 0,2 0-1 16,4-1 4-16,0 2-9 0,4-1-6 0,0 4 6 0,5 0-2 0,1 2 8 16,3 2 4-16,3 2-11 0,3 0 0 0,2 4-3 0,2 2-15 15,4 3-2-15,1 1-2 0,3 1-2 0,1 2 0 0,1 1-1 0,3 0-7 16,1 2-8-16,2 0-7 0,3-1-13 0,2 1-9 0,3 1-28 16,1 0-5-16,4 0-20 0,1 0-14 0,3 0-5 0,3 1-17 0,0 1-9 15,5 0-3-15,0 0 0 0,3 1-1 0,1 0 5 0,3 1 0 0,3 1-31 16,2 1-4-16</inkml:trace>
  <inkml:trace contextRef="#ctx0" brushRef="#br0" timeOffset="24964.21">9845 9869 1877 0,'-23'-33'55'0,"2"-2"-19"16,-1-5-14-16,7 9 0 0,8 7-5 0,4 2-11 0,3 2-17 0,3-1-8 15,2 1-6-15,3 2-4 0,2-1-4 0,2 3-9 0,1 0-5 0,3 3-1 16,1 1-2-16,0 1 11 0,3 5 6 0,1 1 3 0,1 1 10 0,0 2 5 16,1-1 1-16,0 1 5 0,1 0 2 0,0 0 3 0,4 1 3 15,2-1 1-15,1 0-1 0,2 0-1 0,3 0 0 0,2-1 4 0,5 0 2 16,2-1 0-16,4 0 0 0,3 0-1 0,3 1 2 0,3 0 1 16,2 0 1-16,3 0 0 0,1 1 4 0,2 0 4 0,3 1 2 15,1 1 3-15,2 2-1 0,3 2-2 0,0 1-7 0,0 5-1 0,1 1 2 0,-1 3-2 16,1 0 18-16,0 0 6 0,-5 0 7 0,-2-1-3 15,-4 0-17-15,0 5-17 0,3 7-17 0,3 2-1 0,3 2-8 0,2-1 1 0,-1-1-5 16,-4-3-2-16,-2-1 4 0,-6 0 2 0,-4-4 3 0,-4 0 1 0,-3-2 2 16,-3-2 3-16,-3-3 6 0,-3 0 6 0,-1 0-3 15,-4 0 8-15,0 1-4 0,-2-2-1 0,-3 2 2 0,-2 1-6 0,-3 1 0 16,-1 2-4-16,-2 3-4 0,-1 1 0 0,-2 2-6 0,-3 4-3 0,-2 2-14 0,-4 3 3 16,-3 2-1-16,-3 3 1 0,-6 2 12 0,-3 0 0 0,-5 2 1 15,-4 0-2-15,-4 3-6 0,-6 2-11 0,-4 0-13 0,-7 0-16 0,-2-2-5 16,-5 0 7-16,-5-1 19 0,-2-3 18 0,-2-1 20 0,-3-3 12 15,-1-2 7-15,-1-3 10 0,-3-1 10 0,-1-4 7 0,-2-2 10 0,-2-3 16 16,-1-2 24-16,1-4 24 0,0-4 26 0,3-4 10 0,2-3-4 16,5-3-13-16,1-3-21 0,2-2-25 0,0-2-13 0,-1-3-15 15,0-2-16-15,-1-2-5 0,1-3-12 0,-1-3-11 0,1-3 1 0,1-2-2 16,0-3 2-16,2-3-6 0,1 0 2 0,1-2 1 0,3-1 1 0,0 0 19 16,4-2 0-16,1 3 5 0,3 0 7 0,3 3 0 0,1 0 3 0,4 2-1 15,4 1-10-15,2 0-12 0,4 3-7 0,4 0-10 0,1 4-12 16,4 1-13-16,1 2-11 0,3 2-11 0,2 1-3 0,1 1-4 0,4-1-10 15,1 1-7-15,4 0-9 0,1 1-11 0,5 0-17 0,2 0-25 0,3 2-36 16,3-1-31-16,4 3-21 0,3 0-10 0,3 1-7 0,3 1-2 0,3 0 8 16,5 0-39-16</inkml:trace>
  <inkml:trace contextRef="#ctx0" brushRef="#br0" timeOffset="25753.21">17022 9184 869 0,'0'-7'284'0,"1"0"-269"15,2 0-63-15,3 1-31 0,4 2-12 0,4 0 5 0,6 1 12 0,3 0 25 16,2 1 20-16,3 0 16 0,0 0 12 0,2 0 4 0,-2 1 0 15,1 0-3-15,-1 1 3 0,-1 0-2 0,2-1 5 0,2 0 6 0,0-1 9 16,2 1 10-16,0-2 13 0,3-1 6 0,1 0 3 0,3-2 6 0,1 0 0 16,2-1-3-16,2 0 4 0,4-2-4 0,1 0 2 0,3 0 6 15,1-1-1-15,2-1 2 0,0 0-3 0,3 0-5 0,1-1-6 0,1 3-3 16,1 0-6-16,2 1-3 0,2 2-7 0,2 0-7 0,1 2-2 0,2 2-6 16,-1 1-3-16,1 0 0 0,2 1-3 0,0 1-1 0,0 1 0 15,1 1-4-15,0 1 0 0,0 1-5 0,0 1 3 0,-2 0-6 0,0 1-3 16,-1 2 8-16,-1 0-6 0,-1 1 1 0,-2 1-2 0,-1 0-3 15,0 1 3-15,-1 0-3 0,-2 2-4 0,0 2-7 0,-3 2-5 0,-3 0-3 16,-4 2-8-16,-3 3-5 0,-2 0-12 0,-3 1-14 0,-2 2-16 0,-3 2-19 16,-2 3-18-16,-5 5-6 0,-1 1-1 0,-5 5 4 0,-2-2 10 15,-4 2 17-15,-3 1 26 0,-3-2-1 0,-2 1-12 0,-4 1 1 0,-1 1 6 16,-2 1 26-16,-3-1 33 0,-1-2 15 0,-2-4 9 0,-2-5 6 0,-1 0 1 16,-1-2 6-16,-3-2 3 0,0 0 4 0,-4-2 7 0,-2-3-4 15,-2-2-4-15,-3-1-4 0,-3 0-3 0,-3 0 0 0,-2 0-1 0,-6-1-4 16,-1 0-7-16,-6 0-5 0,-2 1-3 0,-3-1 1 0,-4 1 5 15,0 0 8-15,-2-1 4 0,-1 1 4 0,-1-1-4 0,-1-1-1 0,-2 0-1 16,-1 1-8-16,-1-4-3 0,-1 0-4 0,0 0-2 0,0-1 2 0,-1-2 8 16,3 1 4-16,1-2 4 0,0-1 7 0,2-1 1 0,1-2 0 15,1 0 0-15,1-1 0 0,1-1-1 0,0-3 6 0,2-1 8 0,0-2 13 16,1-2 16-16,2-1 12 0,3-1 10 0,-1-3 4 0,2 0-4 0,2 0-3 16,0-2-8-16,2-1-6 0,0-3-4 0,2 0-11 0,0-2-7 15,0-2-5-15,2-1-10 0,0-3-3 0,1-1 0 0,0-1 0 0,1-1 2 16,0 0 0-16,5-1-1 0,-1 1-11 0,2 0 0 0,1 1-7 15,-1 0 4-15,2 1 4 0,1 2 2 0,1 0 7 0,1 0-7 0,4 2-6 16,0 0 1-16,2 2-12 0,0 1-9 0,2 2-5 0,-1-1-12 0,2 1-12 16,0 0-4-16,1 1-11 0,1 3-10 0,1-1-10 0,1 2-16 15,0 1-12-15,1 0-20 0,1 1-25 0,0 0-32 0,1 2-35 0,1 0-29 16,1 0-24-16,1 2-11 0,2-1-2 0,1 0-82 0</inkml:trace>
  <inkml:trace contextRef="#ctx0" brushRef="#br0" timeOffset="26534.21">24037 9201 1539 0,'-15'-12'209'0,"-2"1"-221"0,-3-3-83 16,2 3-18-16,4 1 16 0,3 2 27 0,5 1 23 0,-1 3 12 0,3 0-5 16,1 1-12-16,1 1-19 0,2 1-17 0,0 1 0 0,1-1 12 15,2 1 22-15,1 0 27 0,1 0 19 0,0 1 16 0,2 0 7 0,1 0 3 16,1 1 0-16,1 0-1 0,3 1-2 0,1 0-4 0,4 0 2 0,1 0-2 15,2 0 1-15,1 1 7 0,4-1-1 0,2 1 4 0,3-1 0 0,0 1-2 16,2 0 1-16,0 0 1 0,2 1 2 0,0 1 0 0,2 1-1 16,2 2-2-16,-1 0 1 0,2 3 1 0,1 0 0 0,0 0 0 15,0 1 0-15,3-1 2 0,-1 2-1 0,1 0-5 0,2 3-1 0,-2-1-6 16,1 1-6-16,-1 2 0 0,1-1-4 0,1 2-2 0,-1 1 7 0,0 0-7 16,1 0 2-16,-1 2-3 0,-1-2-10 0,0 2 7 0,-3 3-3 0,-1-1 0 15,-1 3 5-15,-4 1-8 0,-3 1-1 0,-3 0 3 0,-5 1-3 16,-4 0 2-16,-2 2-4 0,-4 1-2 0,-4 0-7 0,-5-1-4 0,-4-1-4 15,-4-1-9-15,-6 1-14 0,-5-2-20 0,-4 2-19 0,-4-3-12 0,-7 0-2 16,-6-3 8-16,-8 0 6 0,-4-3 9 0,-7 1 19 0,-4 0 20 16,-2-2 25-16,-4-1 42 0,2-1 42 0,1-5 41 0,2-2 31 0,2-3-5 15,0-1-24-15,-1-2-35 0,-2-3-27 0,0 0-16 0,-1-1-12 0,0-1-3 16,1 0-1-16,1-1 4 0,3-1 6 0,2 0 9 0,4-2 7 16,2-1-3-16,4-1-6 0,3-1-13 0,4-1-28 0,7-3-39 0,2-3-45 15,4-2-58-15,5-4-59 0,2-6-42 0,4-8-174 0</inkml:trace>
  <inkml:trace contextRef="#ctx0" brushRef="#br0" timeOffset="55716.02">7536 9908 578 0,'27'-5'0'0,"11"-1"-1"0,14 0 2 0,12-1-2 0,-12 4 1 0,2 1 0 0,1 0-4 0,0 1-5 0,2 2-20 0,0 1-29 0,1 1-17 0,0 2-9 16,-1 2 0-16,0 2-90 0</inkml:trace>
  <inkml:trace contextRef="#ctx0" brushRef="#br0" timeOffset="56282.02">10158 10312 497 0,'18'2'117'0,"5"2"-94"16,9 3 11-16,2 1 7 0,1 1 5 0,2 1-7 0,2 0-8 0,2 1-6 15,5-2-6-15,5-1-7 0,2 0-7 0,3-2-4 0,4 0-1 16,1-3-3-16,3 2 2 0,3-3-1 0,0-1-3 0,1-2 2 0,2-1 0 0,0-1-5 16,2-2 5-16,1 1-3 0,-1-3 4 0,1-1 2 0,2-1-1 15,-2 1 1-15,2 0-1 0,-2 0 2 0,-3 0-2 0,2 1-3 16,-2-1 2-16,-2 1-1 0,0 2 5 0,0 0 3 0,-2 1 0 0,0 1 2 15,-3 0-3-15,-1 1-1 0,0 0 3 0,-2 0 5 0,-2 1 0 0,0-1 3 16,-1 1 3-16,0 1-2 0,-1-1 3 0,-1 1-3 0,1 1-3 16,-1 1-3-16,-1 0-6 0,2 0 5 0,-1 0 1 0,1 1-2 0,1-1 3 15,-1-1 2-15,2 1 4 0,-2 1 6 0,1-1 2 0,0 2-1 0,-1-1-4 16,0 0 11-16,-2-1 3 0,-1 1 1 0,-3 0-6 0,-1 1-11 16,-1 2-8-16,1 0-6 0,4 2 1 0,1 0-4 0,2 1-1 0,0 0-3 15,-2 0 0-15,-3 1 2 0,-1-1 0 0,-3 1 1 0,-3 1-1 0,1-1 2 16,-5 1-1-16,0-1 2 0,0-1-3 0,-2 1 1 0,1 0 2 15,2 1 1-15,-2-2 4 0,1 1-4 0,-2-1 3 0,2 1-1 16,1-1-1-16,0 1-1 0,1 0-3 0,2-1 2 0,-3 1 3 0,3-2 2 0,-1 1 1 16,0 0-2-16,1 0-2 0,-2-2 45 0,1-1 17 0,-4-1 6 15,-2-1-2-15,0 0-49 0,3 1-15 0,5 1-2 0,6-1-1 0,2-1 5 16,0-1-5-16,2-2 0 0,-1-1 4 0,-1 0-2 0,2-1 1 0,-2 1-7 16,-1 0 2-16,0 0 0 0,-3 0 0 15,0 1 0-15,-1 0 7 0,-1 1-5 0,0 1 6 0,-3 0 0 0,0 1-7 0,-2 1 5 0,-1 1-2 16,-1 0 4-16,0 2 1 0,-1-1 3 0,0 1 2 0,1 1 4 0,0-2-4 15,1 0 1-15,3 1 10 0,0 0-8 0,1 0 6 0,3 1-3 16,2 0-1-16,0 0-1 0,-1 0-1 0,3-1-3 0,0 0-4 0,0-1 2 16,2-1-5-16,0 0 4 0,0-1-1 0,0 0-6 0,0 0 4 15,-2 0-8-15,-1-1 0 0,-2 0 3 0,0 0-4 0,-2 1 2 0,-2-2-5 16,0 2 1-16,-1 0-3 0,-1-1 0 0,-2 4-4 0,-1 0-8 0,0 1-12 16,-1-1-11-16,-1 1-10 0,-1 0-34 0,-1 1-49 0,0 2-49 15,2-1-57-15,1 0-40 0,1 1-24 0,2-2-65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1AFE9-6C4C-4CC6-9ECF-5472C59C1EE6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E6948-025C-4CD2-BB5A-47438B315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6948-025C-4CD2-BB5A-47438B3153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09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9E6948-025C-4CD2-BB5A-47438B3153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40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1780-9FC2-BDF6-1216-D8FAE5654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B22CE-0BEC-67DE-82DC-485D28AD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85AB-1423-7DD2-8DCC-2D70C6C0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65FC6-A58E-F35A-AC4F-522A0E3E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2A2-F322-C652-5EC7-0C50BEA30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14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5AAF4-4DCC-2C9A-A772-5AA6D8E9A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EAE98-D18E-C11D-AAA8-FE1310C9A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250E-72E4-396A-BCD1-8AA4C7908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BAB3-A48E-74DD-8EC1-F3F42729F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5B9CC-A83E-7669-AB96-477530C2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22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41C9-C1BB-FBF0-192C-A47F8ED83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DC501-2150-6DEC-C22E-78A0DE76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3DB41-EBEA-7463-BA21-D0A370F84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09442-CEC3-A83C-74D4-C4F67AE2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EE468-BA65-580E-C3F5-C09C25511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3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6C49-1720-6EF7-BA53-367F8E8A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C498-9B41-7431-AAE9-9A18E1D90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9384B-CC85-9C93-12FC-C030AD84F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16932-356E-33B6-287B-006D79BE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5D8E1-D223-7E77-0F4C-D07AE32D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41775-0F39-81CA-B021-37720939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7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716A-2AE0-9308-C6C4-20D55019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0E659-5107-3B64-C55D-831C62114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E9248-5F3E-E9B6-177B-2716077B0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6B90B-246F-857A-88CD-D8728392A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8EB34-B8F8-BEF2-6407-45A0821B35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3B53DB-E052-963C-63E5-3F2CC456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840A20-91DA-E4AB-915C-ED919280A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50B68-3562-9452-AD80-3B3FBCDB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5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D5EF9-FB58-4182-1ABE-398D6E552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D06C6-5521-54A2-4B87-7DA4446A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B3BD6-DFC9-A80D-98B5-DB64640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F8CDB0-8D4C-0398-0CB8-39423A35D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9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F308F-666E-7035-08E2-EAC428BA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47F58-439E-F6DC-E529-5E35C8F9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6B7AA-5EAD-87B7-9FC1-7B283F6FB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7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09F1-205D-89FD-A891-DCABCE49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260BD-ED41-F886-54F0-98AB2347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77B91-7E22-DA9C-6FA0-C9C913BF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5227B-0D1E-5310-5547-BD2749D2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AFA4B-1595-B4CD-3499-BB832ED7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A571A-8DB7-77D7-441B-6FC897D3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7066-7486-B887-FA62-CFE3D3BE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5DE289-F099-D34D-9ED0-033A12AC4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22854-4FD3-CB8C-B1F7-1EB867341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E116F-93D4-85AA-D367-C118BB18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2BD0-6652-F736-64D2-7E39E3E1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5FDF8-EEDF-35DD-404A-240145BE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24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CFE8-61D4-5568-249A-66BD19AC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B5A41-50F7-3C2F-E645-B43F595B7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92E7D-C568-CA59-2B1A-CFD508369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B0D78-BAAC-65D6-0851-8E2A7CAF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98A08-5ACC-D9D3-40EA-628C9F99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2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16C39-9F53-7136-9BE8-2787A43F2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E4736-EB58-ED5A-135D-B4884B681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8C166-BBCE-3ABB-813B-C6E7383F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83AA-9E9F-66CB-6D39-FCD24A06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7927-8173-E6FB-9BC7-2CAE844E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47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A40EC-7715-0288-7D20-6EA3BCD5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89495-6E80-C631-2CF5-C652F32E0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98B82-8447-DA48-C825-1CD4D3698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A6FF5-E6DD-454D-8767-10B00D69637D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3D4B7-8249-1767-BF68-3778B970C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8B040-9DF5-76D6-201C-FD743E4A2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6E43-B9C4-47DB-9726-3F020942B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9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0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5473-A35A-8128-E395-C46348BAA2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2-dars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B3A60-30E2-3957-6EDF-D5D09F97C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9986"/>
            <a:ext cx="9144000" cy="567813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12352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DF1C3-BB42-951A-E72A-F9CC2EB8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r>
              <a:rPr lang="en-US" dirty="0"/>
              <a:t> </a:t>
            </a:r>
            <a:r>
              <a:rPr lang="en-US" dirty="0" err="1"/>
              <a:t>darsimizda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CD423-6A90-F1C5-EDC0-9E1E092DE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Vis code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 err="1"/>
              <a:t>Ml</a:t>
            </a:r>
            <a:r>
              <a:rPr lang="en-US" dirty="0"/>
              <a:t> </a:t>
            </a:r>
            <a:r>
              <a:rPr lang="en-US" dirty="0" err="1"/>
              <a:t>turlari</a:t>
            </a:r>
            <a:r>
              <a:rPr lang="en-US" dirty="0"/>
              <a:t> </a:t>
            </a:r>
            <a:r>
              <a:rPr lang="en-US" dirty="0" err="1"/>
              <a:t>tadbiqlari</a:t>
            </a:r>
            <a:r>
              <a:rPr lang="en-US" dirty="0"/>
              <a:t>(</a:t>
            </a:r>
            <a:r>
              <a:rPr lang="en-US" dirty="0" err="1"/>
              <a:t>Ml</a:t>
            </a:r>
            <a:r>
              <a:rPr lang="en-US" dirty="0"/>
              <a:t> applications)</a:t>
            </a:r>
          </a:p>
          <a:p>
            <a:r>
              <a:rPr lang="en-US" dirty="0" err="1"/>
              <a:t>Qo’shimcha</a:t>
            </a:r>
            <a:r>
              <a:rPr lang="en-US" dirty="0"/>
              <a:t> material</a:t>
            </a:r>
          </a:p>
          <a:p>
            <a:r>
              <a:rPr lang="en-US" dirty="0" err="1"/>
              <a:t>Python:Malumot</a:t>
            </a:r>
            <a:r>
              <a:rPr lang="en-US" dirty="0"/>
              <a:t> </a:t>
            </a:r>
            <a:r>
              <a:rPr lang="en-US" dirty="0" err="1"/>
              <a:t>turlari</a:t>
            </a:r>
            <a:r>
              <a:rPr lang="en-US" dirty="0"/>
              <a:t>(Data Types), operations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03DDE0-2D04-1562-DFD3-4B2C2E6226EF}"/>
                  </a:ext>
                </a:extLst>
              </p14:cNvPr>
              <p14:cNvContentPartPr/>
              <p14:nvPr/>
            </p14:nvContentPartPr>
            <p14:xfrm>
              <a:off x="1006200" y="1504440"/>
              <a:ext cx="10759680" cy="4483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03DDE0-2D04-1562-DFD3-4B2C2E6226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840" y="1495080"/>
                <a:ext cx="10778400" cy="450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16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155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4EBF-B318-2DA3-018E-8663B51C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EE962-97C2-453F-76AC-9D0D16F4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err="1"/>
              <a:t>Dars</a:t>
            </a:r>
            <a:r>
              <a:rPr lang="en-US" sz="2800" dirty="0"/>
              <a:t> </a:t>
            </a:r>
            <a:r>
              <a:rPr lang="en-US" sz="2800" dirty="0" err="1"/>
              <a:t>olib</a:t>
            </a:r>
            <a:r>
              <a:rPr lang="en-US" sz="2800" dirty="0"/>
              <a:t> </a:t>
            </a:r>
            <a:r>
              <a:rPr lang="en-US" sz="2800" dirty="0" err="1"/>
              <a:t>borish</a:t>
            </a:r>
            <a:r>
              <a:rPr lang="en-US" sz="2800" dirty="0"/>
              <a:t> </a:t>
            </a:r>
            <a:r>
              <a:rPr lang="en-US" sz="2800" dirty="0" err="1"/>
              <a:t>tartibi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qoidalari</a:t>
            </a:r>
            <a:endParaRPr lang="en-US" sz="2800" dirty="0"/>
          </a:p>
          <a:p>
            <a:r>
              <a:rPr lang="en-US" sz="2800" dirty="0"/>
              <a:t>1-oy </a:t>
            </a:r>
            <a:r>
              <a:rPr lang="en-US" sz="2800" dirty="0" err="1"/>
              <a:t>uchun</a:t>
            </a:r>
            <a:r>
              <a:rPr lang="en-US" sz="2800" dirty="0"/>
              <a:t> plan</a:t>
            </a:r>
          </a:p>
          <a:p>
            <a:r>
              <a:rPr lang="en-US" sz="2800" dirty="0"/>
              <a:t>AI 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uning</a:t>
            </a:r>
            <a:r>
              <a:rPr lang="en-US" sz="2800" dirty="0"/>
              <a:t> </a:t>
            </a:r>
            <a:r>
              <a:rPr lang="en-US" sz="2800" dirty="0" err="1"/>
              <a:t>bo’limlari</a:t>
            </a:r>
            <a:r>
              <a:rPr lang="en-US" sz="2800" dirty="0"/>
              <a:t>?</a:t>
            </a:r>
          </a:p>
          <a:p>
            <a:r>
              <a:rPr lang="en-US" sz="2800" dirty="0"/>
              <a:t>Machine learning </a:t>
            </a:r>
            <a:r>
              <a:rPr lang="en-US" sz="2800" dirty="0" err="1"/>
              <a:t>nima</a:t>
            </a:r>
            <a:r>
              <a:rPr lang="en-US" sz="2800" dirty="0"/>
              <a:t>?</a:t>
            </a:r>
          </a:p>
          <a:p>
            <a:r>
              <a:rPr lang="en-US" sz="2800" dirty="0"/>
              <a:t>Machine learning </a:t>
            </a:r>
            <a:r>
              <a:rPr lang="en-US" sz="2800" dirty="0" err="1"/>
              <a:t>va</a:t>
            </a:r>
            <a:r>
              <a:rPr lang="en-US" sz="2800" dirty="0"/>
              <a:t> human learning</a:t>
            </a:r>
          </a:p>
          <a:p>
            <a:r>
              <a:rPr lang="en-US" sz="2800" dirty="0"/>
              <a:t>AI/ML da </a:t>
            </a:r>
            <a:r>
              <a:rPr lang="en-US" sz="2800" dirty="0" err="1"/>
              <a:t>Proyekt</a:t>
            </a:r>
            <a:r>
              <a:rPr lang="en-US" sz="2800" dirty="0"/>
              <a:t>(</a:t>
            </a:r>
            <a:r>
              <a:rPr lang="en-US" sz="2800" dirty="0" err="1"/>
              <a:t>loyiha</a:t>
            </a:r>
            <a:r>
              <a:rPr lang="en-US" sz="2800" dirty="0"/>
              <a:t>) </a:t>
            </a:r>
            <a:r>
              <a:rPr lang="en-US" sz="2800" dirty="0" err="1"/>
              <a:t>qanday</a:t>
            </a:r>
            <a:r>
              <a:rPr lang="en-US" sz="2800" dirty="0"/>
              <a:t> </a:t>
            </a:r>
            <a:r>
              <a:rPr lang="en-US" sz="2800" dirty="0" err="1"/>
              <a:t>qilinadi</a:t>
            </a:r>
            <a:r>
              <a:rPr lang="en-US" sz="2800" dirty="0"/>
              <a:t>? </a:t>
            </a:r>
            <a:r>
              <a:rPr lang="en-US" sz="2800" dirty="0" err="1"/>
              <a:t>Qanday</a:t>
            </a:r>
            <a:r>
              <a:rPr lang="en-US" sz="2800" dirty="0"/>
              <a:t> </a:t>
            </a:r>
            <a:r>
              <a:rPr lang="en-US" sz="2800" dirty="0" err="1"/>
              <a:t>ketma</a:t>
            </a:r>
            <a:r>
              <a:rPr lang="en-US" sz="2800" dirty="0"/>
              <a:t> </a:t>
            </a:r>
            <a:r>
              <a:rPr lang="en-US" sz="2800" dirty="0" err="1"/>
              <a:t>ketliklar</a:t>
            </a:r>
            <a:r>
              <a:rPr lang="en-US" sz="2800" dirty="0"/>
              <a:t> </a:t>
            </a:r>
            <a:r>
              <a:rPr lang="en-US" sz="2800" dirty="0" err="1"/>
              <a:t>kerak</a:t>
            </a:r>
            <a:r>
              <a:rPr lang="en-US" sz="2800" dirty="0"/>
              <a:t>?</a:t>
            </a:r>
          </a:p>
          <a:p>
            <a:r>
              <a:rPr lang="en-US" sz="2800" dirty="0"/>
              <a:t>Python(Vs code)</a:t>
            </a:r>
          </a:p>
          <a:p>
            <a:r>
              <a:rPr lang="en-US" sz="2800" dirty="0"/>
              <a:t>Savol </a:t>
            </a:r>
            <a:r>
              <a:rPr lang="en-US" sz="2800" dirty="0" err="1"/>
              <a:t>javob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2B55DF-1117-E62E-6173-344321C53E8E}"/>
                  </a:ext>
                </a:extLst>
              </p14:cNvPr>
              <p14:cNvContentPartPr/>
              <p14:nvPr/>
            </p14:nvContentPartPr>
            <p14:xfrm>
              <a:off x="806400" y="225000"/>
              <a:ext cx="11116440" cy="5788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2B55DF-1117-E62E-6173-344321C53E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7040" y="215640"/>
                <a:ext cx="11135160" cy="580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319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F5708-E686-04CA-5B80-EFF41D2C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A4EB-2B32-EA5F-E5A6-BC55E511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Vis code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Githubda</a:t>
            </a:r>
            <a:r>
              <a:rPr lang="en-US" b="1" dirty="0"/>
              <a:t> </a:t>
            </a:r>
            <a:r>
              <a:rPr lang="en-US" b="1" dirty="0" err="1"/>
              <a:t>ishlash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87755990"/>
      </p:ext>
    </p:extLst>
  </p:cSld>
  <p:clrMapOvr>
    <a:masterClrMapping/>
  </p:clrMapOvr>
  <p:transition>
    <p:split orient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41C1-3F6B-9719-25B8-7A36137C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/>
          <a:lstStyle/>
          <a:p>
            <a:pPr algn="ctr"/>
            <a:r>
              <a:rPr lang="en-US" b="1" dirty="0" err="1"/>
              <a:t>Github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0686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587C-60CF-4513-3CDC-C24E4AAA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3961-AEC9-A50F-A496-CA2BE4868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Guruh</a:t>
            </a:r>
            <a:r>
              <a:rPr lang="en-US" dirty="0"/>
              <a:t> </a:t>
            </a:r>
            <a:r>
              <a:rPr lang="en-US" dirty="0" err="1"/>
              <a:t>bo’lib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yakka</a:t>
            </a:r>
            <a:r>
              <a:rPr lang="en-US" dirty="0"/>
              <a:t> </a:t>
            </a:r>
            <a:r>
              <a:rPr lang="en-US" dirty="0" err="1"/>
              <a:t>tartibda</a:t>
            </a:r>
            <a:r>
              <a:rPr lang="en-US" dirty="0"/>
              <a:t> </a:t>
            </a:r>
            <a:r>
              <a:rPr lang="en-US" dirty="0" err="1"/>
              <a:t>malumotlatni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, </a:t>
            </a:r>
            <a:r>
              <a:rPr lang="en-US" dirty="0" err="1"/>
              <a:t>ulashish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loyihani</a:t>
            </a:r>
            <a:r>
              <a:rPr lang="en-US" dirty="0"/>
              <a:t> </a:t>
            </a:r>
            <a:r>
              <a:rPr lang="en-US" dirty="0" err="1"/>
              <a:t>doimiy</a:t>
            </a:r>
            <a:r>
              <a:rPr lang="en-US" dirty="0"/>
              <a:t> </a:t>
            </a:r>
            <a:r>
              <a:rPr lang="en-US" dirty="0" err="1"/>
              <a:t>nazorat</a:t>
            </a:r>
            <a:r>
              <a:rPr lang="en-US" dirty="0"/>
              <a:t>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rivojlantirish</a:t>
            </a:r>
            <a:r>
              <a:rPr lang="en-US" dirty="0"/>
              <a:t> </a:t>
            </a:r>
            <a:r>
              <a:rPr lang="en-US" dirty="0" err="1"/>
              <a:t>imkonini</a:t>
            </a:r>
            <a:r>
              <a:rPr lang="en-US" dirty="0"/>
              <a:t> </a:t>
            </a:r>
            <a:r>
              <a:rPr lang="en-US" dirty="0" err="1"/>
              <a:t>beruvchi</a:t>
            </a:r>
            <a:r>
              <a:rPr lang="en-US" dirty="0"/>
              <a:t> </a:t>
            </a:r>
            <a:r>
              <a:rPr lang="en-US" dirty="0" err="1"/>
              <a:t>platforma</a:t>
            </a:r>
            <a:r>
              <a:rPr lang="en-US" dirty="0"/>
              <a:t>.</a:t>
            </a:r>
          </a:p>
          <a:p>
            <a:r>
              <a:rPr lang="en-US" dirty="0"/>
              <a:t>Gitlab, </a:t>
            </a:r>
            <a:r>
              <a:rPr lang="en-US" dirty="0" err="1"/>
              <a:t>Gitbucket</a:t>
            </a:r>
            <a:r>
              <a:rPr lang="en-US" dirty="0"/>
              <a:t>, </a:t>
            </a:r>
            <a:r>
              <a:rPr lang="en-US" dirty="0" err="1"/>
              <a:t>SourceForge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DC8D56-F404-69A4-A746-FB356CB7BB72}"/>
                  </a:ext>
                </a:extLst>
              </p14:cNvPr>
              <p14:cNvContentPartPr/>
              <p14:nvPr/>
            </p14:nvContentPartPr>
            <p14:xfrm>
              <a:off x="855720" y="479880"/>
              <a:ext cx="10137960" cy="5095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DC8D56-F404-69A4-A746-FB356CB7BB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360" y="470520"/>
                <a:ext cx="10156680" cy="511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470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C462-C351-03B1-6EE4-E18213836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2DAA0-28B1-8415-24FF-4E619D9A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r>
              <a:rPr lang="en-US" dirty="0"/>
              <a:t> </a:t>
            </a:r>
            <a:r>
              <a:rPr lang="en-US" dirty="0" err="1"/>
              <a:t>qanday</a:t>
            </a:r>
            <a:r>
              <a:rPr lang="en-US" dirty="0"/>
              <a:t> </a:t>
            </a:r>
            <a:r>
              <a:rPr lang="en-US" dirty="0" err="1"/>
              <a:t>topshiriladi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87CA4D-FDC1-A981-E265-7210B687F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5276" y="1825625"/>
            <a:ext cx="6701448" cy="4351338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6F507C-5A00-F920-2530-A264396021A2}"/>
                  </a:ext>
                </a:extLst>
              </p14:cNvPr>
              <p14:cNvContentPartPr/>
              <p14:nvPr/>
            </p14:nvContentPartPr>
            <p14:xfrm>
              <a:off x="3271680" y="421200"/>
              <a:ext cx="3955320" cy="2206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6F507C-5A00-F920-2530-A264396021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2320" y="411840"/>
                <a:ext cx="3974040" cy="222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375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12DA1-EFAE-DDFE-8F55-91BAF6AE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8839-40E9-740B-2CDE-7AB457C4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/>
          <a:lstStyle/>
          <a:p>
            <a:pPr algn="ctr"/>
            <a:r>
              <a:rPr lang="en-US" b="1" dirty="0"/>
              <a:t>Vis Code</a:t>
            </a:r>
          </a:p>
        </p:txBody>
      </p:sp>
    </p:spTree>
    <p:extLst>
      <p:ext uri="{BB962C8B-B14F-4D97-AF65-F5344CB8AC3E}">
        <p14:creationId xmlns:p14="http://schemas.microsoft.com/office/powerpoint/2010/main" val="2541381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D549-3884-481A-AB93-40BC4E0B6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9411"/>
          </a:xfrm>
        </p:spPr>
        <p:txBody>
          <a:bodyPr/>
          <a:lstStyle/>
          <a:p>
            <a:pPr algn="ctr"/>
            <a:r>
              <a:rPr lang="en-US" b="1" dirty="0"/>
              <a:t>Machine learning </a:t>
            </a:r>
            <a:r>
              <a:rPr lang="en-US" b="1" dirty="0" err="1"/>
              <a:t>turlari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uning</a:t>
            </a:r>
            <a:r>
              <a:rPr lang="en-US" b="1" dirty="0"/>
              <a:t> </a:t>
            </a:r>
            <a:r>
              <a:rPr lang="en-US" b="1" dirty="0" err="1"/>
              <a:t>tadbiqlari</a:t>
            </a:r>
            <a:br>
              <a:rPr lang="en-US" b="1" dirty="0"/>
            </a:b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BFE831-0E20-CFA0-C011-00DF4367AA7D}"/>
                  </a:ext>
                </a:extLst>
              </p14:cNvPr>
              <p14:cNvContentPartPr/>
              <p14:nvPr/>
            </p14:nvContentPartPr>
            <p14:xfrm>
              <a:off x="5119200" y="258840"/>
              <a:ext cx="6326280" cy="2314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BFE831-0E20-CFA0-C011-00DF4367AA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9840" y="249480"/>
                <a:ext cx="6345000" cy="23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76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CE031-9531-E4E3-DD59-34ED067F5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Ml</a:t>
            </a:r>
            <a:r>
              <a:rPr lang="en-US" dirty="0"/>
              <a:t> </a:t>
            </a:r>
            <a:r>
              <a:rPr lang="en-US" dirty="0" err="1"/>
              <a:t>turlari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uning</a:t>
            </a:r>
            <a:r>
              <a:rPr lang="en-US" dirty="0"/>
              <a:t> </a:t>
            </a:r>
            <a:r>
              <a:rPr lang="en-US" dirty="0" err="1"/>
              <a:t>tadbiqlari</a:t>
            </a:r>
            <a:r>
              <a:rPr lang="en-US" dirty="0"/>
              <a:t>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D16A-EC83-D401-92A4-D6E9AEF80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</a:t>
            </a:r>
          </a:p>
          <a:p>
            <a:r>
              <a:rPr lang="en-US" dirty="0"/>
              <a:t>Unsupervised</a:t>
            </a:r>
          </a:p>
          <a:p>
            <a:r>
              <a:rPr lang="en-US" dirty="0"/>
              <a:t>Reinforcement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48958B-3442-3089-AE51-64DA941FEFE9}"/>
                  </a:ext>
                </a:extLst>
              </p14:cNvPr>
              <p14:cNvContentPartPr/>
              <p14:nvPr/>
            </p14:nvContentPartPr>
            <p14:xfrm>
              <a:off x="1127160" y="1200600"/>
              <a:ext cx="10667160" cy="565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48958B-3442-3089-AE51-64DA941FEF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800" y="1191240"/>
                <a:ext cx="10685880" cy="567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211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CE031-9531-E4E3-DD59-34ED067F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Ml</a:t>
            </a:r>
            <a:r>
              <a:rPr lang="en-US" sz="4800" dirty="0"/>
              <a:t> </a:t>
            </a:r>
            <a:r>
              <a:rPr lang="en-US" sz="4800" dirty="0" err="1"/>
              <a:t>turlari</a:t>
            </a:r>
            <a:r>
              <a:rPr lang="en-US" sz="4800" dirty="0"/>
              <a:t> </a:t>
            </a:r>
            <a:r>
              <a:rPr lang="en-US" sz="4800" dirty="0" err="1"/>
              <a:t>va</a:t>
            </a:r>
            <a:r>
              <a:rPr lang="en-US" sz="4800" dirty="0"/>
              <a:t> </a:t>
            </a:r>
            <a:r>
              <a:rPr lang="en-US" sz="4800" dirty="0" err="1"/>
              <a:t>uning</a:t>
            </a:r>
            <a:r>
              <a:rPr lang="en-US" sz="4800" dirty="0"/>
              <a:t> </a:t>
            </a:r>
            <a:r>
              <a:rPr lang="en-US" sz="4800" dirty="0" err="1"/>
              <a:t>tadbiqlari</a:t>
            </a:r>
            <a:r>
              <a:rPr lang="en-US" sz="4800" dirty="0"/>
              <a:t>(2)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D16A-EC83-D401-92A4-D6E9AEF80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Supervised Ml</a:t>
            </a:r>
          </a:p>
          <a:p>
            <a:r>
              <a:rPr lang="en-US" sz="2000"/>
              <a:t>Input va output data berilishi kerak</a:t>
            </a:r>
          </a:p>
          <a:p>
            <a:r>
              <a:rPr lang="en-US" sz="2000"/>
              <a:t>Asosiy xususiyati berilgan malumotlar tarixiga ko’ra yangi xusiyatlar uchun uy narxini predict qiladi</a:t>
            </a:r>
          </a:p>
          <a:p>
            <a:pPr marL="0" indent="0">
              <a:buNone/>
            </a:pPr>
            <a:r>
              <a:rPr lang="en-US" sz="2000"/>
              <a:t>Masalan:Maydoni:8900, Yotoqxonasi: 5ta, Hammom:3ta , Joylashgan qavati:1</a:t>
            </a:r>
          </a:p>
          <a:p>
            <a:pPr marL="0" indent="0">
              <a:buNone/>
            </a:pPr>
            <a:r>
              <a:rPr lang="en-US" sz="2000" b="1"/>
              <a:t>Uy narxi?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2E510E-75B2-EFA6-08BB-6BAFA4D9A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01025"/>
            <a:ext cx="5150277" cy="148070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76DF67-764F-7697-159C-CCD08E81EC51}"/>
                  </a:ext>
                </a:extLst>
              </p14:cNvPr>
              <p14:cNvContentPartPr/>
              <p14:nvPr/>
            </p14:nvContentPartPr>
            <p14:xfrm>
              <a:off x="624240" y="1984320"/>
              <a:ext cx="10549800" cy="4223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76DF67-764F-7697-159C-CCD08E81EC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880" y="1974960"/>
                <a:ext cx="10568520" cy="42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5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CE031-9531-E4E3-DD59-34ED067F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Ml</a:t>
            </a:r>
            <a:r>
              <a:rPr lang="en-US" sz="4800" dirty="0"/>
              <a:t> </a:t>
            </a:r>
            <a:r>
              <a:rPr lang="en-US" sz="4800" dirty="0" err="1"/>
              <a:t>turlari</a:t>
            </a:r>
            <a:r>
              <a:rPr lang="en-US" sz="4800" dirty="0"/>
              <a:t> </a:t>
            </a:r>
            <a:r>
              <a:rPr lang="en-US" sz="4800" dirty="0" err="1"/>
              <a:t>va</a:t>
            </a:r>
            <a:r>
              <a:rPr lang="en-US" sz="4800" dirty="0"/>
              <a:t> </a:t>
            </a:r>
            <a:r>
              <a:rPr lang="en-US" sz="4800" dirty="0" err="1"/>
              <a:t>uning</a:t>
            </a:r>
            <a:r>
              <a:rPr lang="en-US" sz="4800" dirty="0"/>
              <a:t> </a:t>
            </a:r>
            <a:r>
              <a:rPr lang="en-US" sz="4800" dirty="0" err="1"/>
              <a:t>tadbiqlari</a:t>
            </a:r>
            <a:r>
              <a:rPr lang="en-US" sz="4800" dirty="0"/>
              <a:t>(3)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D16A-EC83-D401-92A4-D6E9AEF80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Unsupervised </a:t>
            </a:r>
            <a:r>
              <a:rPr lang="en-US" sz="2000" b="1" dirty="0" err="1"/>
              <a:t>Ml</a:t>
            </a:r>
            <a:endParaRPr lang="en-US" sz="2000" b="1" dirty="0"/>
          </a:p>
          <a:p>
            <a:r>
              <a:rPr lang="en-US" sz="2000" dirty="0" err="1"/>
              <a:t>Faqat</a:t>
            </a:r>
            <a:r>
              <a:rPr lang="en-US" sz="2000" dirty="0"/>
              <a:t> Input data </a:t>
            </a:r>
            <a:r>
              <a:rPr lang="en-US" sz="2000" dirty="0" err="1"/>
              <a:t>beriladi</a:t>
            </a:r>
            <a:endParaRPr lang="en-US" sz="2000" dirty="0"/>
          </a:p>
          <a:p>
            <a:r>
              <a:rPr lang="en-US" sz="2000" dirty="0" err="1"/>
              <a:t>Asosiy</a:t>
            </a:r>
            <a:r>
              <a:rPr lang="en-US" sz="2000" dirty="0"/>
              <a:t> </a:t>
            </a:r>
            <a:r>
              <a:rPr lang="en-US" sz="2000" dirty="0" err="1"/>
              <a:t>xususiyati</a:t>
            </a:r>
            <a:r>
              <a:rPr lang="en-US" sz="2000" dirty="0"/>
              <a:t> </a:t>
            </a:r>
            <a:r>
              <a:rPr lang="en-US" sz="2000" dirty="0" err="1"/>
              <a:t>guruxlash</a:t>
            </a:r>
            <a:r>
              <a:rPr lang="en-US" sz="2000" dirty="0"/>
              <a:t>, </a:t>
            </a:r>
            <a:r>
              <a:rPr lang="en-US" sz="2000" dirty="0" err="1"/>
              <a:t>mahsulot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sotilishi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Masalan:Masalan</a:t>
            </a:r>
            <a:r>
              <a:rPr lang="en-US" sz="2000" dirty="0"/>
              <a:t> </a:t>
            </a:r>
            <a:r>
              <a:rPr lang="en-US" sz="2000" dirty="0" err="1"/>
              <a:t>O’zbekiston</a:t>
            </a:r>
            <a:r>
              <a:rPr lang="en-US" sz="2000" dirty="0"/>
              <a:t> </a:t>
            </a:r>
            <a:r>
              <a:rPr lang="en-US" sz="2000" dirty="0" err="1"/>
              <a:t>xududi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kinolar</a:t>
            </a:r>
            <a:r>
              <a:rPr lang="en-US" sz="2000" dirty="0"/>
              <a:t> </a:t>
            </a:r>
            <a:r>
              <a:rPr lang="en-US" sz="2000" dirty="0" err="1"/>
              <a:t>yaxshi</a:t>
            </a:r>
            <a:r>
              <a:rPr lang="en-US" sz="2000" dirty="0"/>
              <a:t> </a:t>
            </a:r>
            <a:r>
              <a:rPr lang="en-US" sz="2000" dirty="0" err="1"/>
              <a:t>ketyapti</a:t>
            </a:r>
            <a:r>
              <a:rPr lang="en-US" sz="2000" dirty="0"/>
              <a:t>?</a:t>
            </a:r>
          </a:p>
          <a:p>
            <a:pPr marL="0" indent="0">
              <a:buNone/>
            </a:pPr>
            <a:r>
              <a:rPr lang="en-US" sz="2000" dirty="0"/>
              <a:t>Kam </a:t>
            </a:r>
            <a:r>
              <a:rPr lang="en-US" sz="2000" dirty="0" err="1"/>
              <a:t>yillik</a:t>
            </a:r>
            <a:r>
              <a:rPr lang="en-US" sz="2000" dirty="0"/>
              <a:t> </a:t>
            </a:r>
            <a:r>
              <a:rPr lang="en-US" sz="2000" dirty="0" err="1"/>
              <a:t>daromadga</a:t>
            </a:r>
            <a:r>
              <a:rPr lang="en-US" sz="2000" dirty="0"/>
              <a:t> </a:t>
            </a:r>
            <a:r>
              <a:rPr lang="en-US" sz="2000" dirty="0" err="1"/>
              <a:t>egalar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qanday</a:t>
            </a:r>
            <a:r>
              <a:rPr lang="en-US" sz="2000" dirty="0"/>
              <a:t> </a:t>
            </a:r>
            <a:r>
              <a:rPr lang="en-US" sz="2000" dirty="0" err="1"/>
              <a:t>mahsulotlar</a:t>
            </a:r>
            <a:r>
              <a:rPr lang="en-US" sz="2000" dirty="0"/>
              <a:t> </a:t>
            </a:r>
            <a:r>
              <a:rPr lang="en-US" sz="2000" dirty="0" err="1"/>
              <a:t>sotishimiz</a:t>
            </a:r>
            <a:r>
              <a:rPr lang="en-US" sz="2000" dirty="0"/>
              <a:t> </a:t>
            </a:r>
            <a:r>
              <a:rPr lang="en-US" sz="2000" dirty="0" err="1"/>
              <a:t>mumkin</a:t>
            </a:r>
            <a:r>
              <a:rPr lang="en-US" sz="2000" dirty="0"/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3D5A7-978A-586B-5C03-3175A2F9F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852101"/>
            <a:ext cx="5150277" cy="97855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B53B8B-D652-B047-7DE8-FDBFE887C820}"/>
                  </a:ext>
                </a:extLst>
              </p14:cNvPr>
              <p14:cNvContentPartPr/>
              <p14:nvPr/>
            </p14:nvContentPartPr>
            <p14:xfrm>
              <a:off x="610920" y="2153520"/>
              <a:ext cx="10797840" cy="2817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B53B8B-D652-B047-7DE8-FDBFE887C8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560" y="2144160"/>
                <a:ext cx="10816560" cy="283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7995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CE031-9531-E4E3-DD59-34ED067F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/>
              <a:t>Ml</a:t>
            </a:r>
            <a:r>
              <a:rPr lang="en-US" sz="4800" dirty="0"/>
              <a:t> </a:t>
            </a:r>
            <a:r>
              <a:rPr lang="en-US" sz="4800" dirty="0" err="1"/>
              <a:t>turlari</a:t>
            </a:r>
            <a:r>
              <a:rPr lang="en-US" sz="4800" dirty="0"/>
              <a:t> </a:t>
            </a:r>
            <a:r>
              <a:rPr lang="en-US" sz="4800" dirty="0" err="1"/>
              <a:t>va</a:t>
            </a:r>
            <a:r>
              <a:rPr lang="en-US" sz="4800" dirty="0"/>
              <a:t> </a:t>
            </a:r>
            <a:r>
              <a:rPr lang="en-US" sz="4800" dirty="0" err="1"/>
              <a:t>uning</a:t>
            </a:r>
            <a:r>
              <a:rPr lang="en-US" sz="4800" dirty="0"/>
              <a:t> </a:t>
            </a:r>
            <a:r>
              <a:rPr lang="en-US" sz="4800" dirty="0" err="1"/>
              <a:t>tadbiqlari</a:t>
            </a:r>
            <a:r>
              <a:rPr lang="en-US" sz="4800" dirty="0"/>
              <a:t>(4)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D16A-EC83-D401-92A4-D6E9AEF80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Reinforcement </a:t>
            </a:r>
            <a:r>
              <a:rPr lang="en-US" sz="2000" b="1" dirty="0" err="1"/>
              <a:t>Ml</a:t>
            </a:r>
            <a:endParaRPr lang="en-US" sz="2000" b="1" dirty="0"/>
          </a:p>
          <a:p>
            <a:r>
              <a:rPr lang="en-US" sz="2000" dirty="0" err="1"/>
              <a:t>Qaror</a:t>
            </a:r>
            <a:r>
              <a:rPr lang="en-US" sz="2000" dirty="0"/>
              <a:t> </a:t>
            </a:r>
            <a:r>
              <a:rPr lang="en-US" sz="2000" dirty="0" err="1"/>
              <a:t>qilish</a:t>
            </a:r>
            <a:endParaRPr lang="en-US" sz="2000" dirty="0"/>
          </a:p>
          <a:p>
            <a:r>
              <a:rPr lang="en-US" sz="2000" dirty="0"/>
              <a:t>Predict </a:t>
            </a:r>
            <a:r>
              <a:rPr lang="en-US" sz="2000" dirty="0" err="1"/>
              <a:t>qilmaydi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Masalan:Tesla</a:t>
            </a:r>
            <a:r>
              <a:rPr lang="en-US" sz="2000" dirty="0"/>
              <a:t> Autopilot.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7FF092-8BE9-1D9D-291C-9A541FA3C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409783"/>
            <a:ext cx="5150277" cy="186318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103A7AE-433C-810F-2D82-0C985D1644B4}"/>
                  </a:ext>
                </a:extLst>
              </p14:cNvPr>
              <p14:cNvContentPartPr/>
              <p14:nvPr/>
            </p14:nvContentPartPr>
            <p14:xfrm>
              <a:off x="750600" y="2821320"/>
              <a:ext cx="4051440" cy="736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103A7AE-433C-810F-2D82-0C985D1644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760" y="2061000"/>
                <a:ext cx="10125360" cy="355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FFFB515-A3EB-C6C2-78A7-2C586CFD4D3E}"/>
                  </a:ext>
                </a:extLst>
              </p14:cNvPr>
              <p14:cNvContentPartPr/>
              <p14:nvPr/>
            </p14:nvContentPartPr>
            <p14:xfrm>
              <a:off x="0" y="480240"/>
              <a:ext cx="11381400" cy="5797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FFFB515-A3EB-C6C2-78A7-2C586CFD4D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9360" y="470880"/>
                <a:ext cx="11400120" cy="581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551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3017-C4C7-92B3-34AD-1B79F78A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92FB-2F79-C4CC-3B96-431D659D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/>
          <a:lstStyle/>
          <a:p>
            <a:pPr algn="ctr"/>
            <a:r>
              <a:rPr lang="en-US" dirty="0" err="1"/>
              <a:t>Python:Malumot</a:t>
            </a:r>
            <a:r>
              <a:rPr lang="en-US" dirty="0"/>
              <a:t> </a:t>
            </a:r>
            <a:r>
              <a:rPr lang="en-US" dirty="0" err="1"/>
              <a:t>turlari</a:t>
            </a:r>
            <a:r>
              <a:rPr lang="en-US" dirty="0"/>
              <a:t>, operations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96D013-2C03-4C78-7BA7-CD592B91B919}"/>
                  </a:ext>
                </a:extLst>
              </p14:cNvPr>
              <p14:cNvContentPartPr/>
              <p14:nvPr/>
            </p14:nvContentPartPr>
            <p14:xfrm>
              <a:off x="4620600" y="2692800"/>
              <a:ext cx="5688720" cy="1248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96D013-2C03-4C78-7BA7-CD592B91B9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1240" y="2683440"/>
                <a:ext cx="5707440" cy="12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73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8B65-151E-421E-F60A-97AFF9CEB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Malumot</a:t>
            </a:r>
            <a:r>
              <a:rPr lang="en-US" dirty="0"/>
              <a:t> </a:t>
            </a:r>
            <a:r>
              <a:rPr lang="en-US" dirty="0" err="1"/>
              <a:t>turlari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BB24-F397-B1BC-B3A3-62543612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</a:t>
            </a:r>
          </a:p>
          <a:p>
            <a:r>
              <a:rPr lang="en-US" dirty="0"/>
              <a:t>Float</a:t>
            </a:r>
          </a:p>
          <a:p>
            <a:r>
              <a:rPr lang="en-US" dirty="0"/>
              <a:t>Str</a:t>
            </a:r>
          </a:p>
          <a:p>
            <a:r>
              <a:rPr lang="en-US" dirty="0"/>
              <a:t>Boolean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64F1A4-90E5-6452-ADF1-BF9E79735135}"/>
                  </a:ext>
                </a:extLst>
              </p14:cNvPr>
              <p14:cNvContentPartPr/>
              <p14:nvPr/>
            </p14:nvContentPartPr>
            <p14:xfrm>
              <a:off x="866880" y="1234440"/>
              <a:ext cx="9187200" cy="4754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64F1A4-90E5-6452-ADF1-BF9E797351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7520" y="1225080"/>
                <a:ext cx="9205920" cy="477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0849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20A7-272D-700E-955A-335B25A8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315D-FA00-6A57-A7C7-505C8C6A1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Githubda</a:t>
            </a:r>
            <a:r>
              <a:rPr lang="en-US" dirty="0"/>
              <a:t>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Vis coda </a:t>
            </a:r>
            <a:r>
              <a:rPr lang="en-US" dirty="0" err="1"/>
              <a:t>ishlash</a:t>
            </a:r>
            <a:endParaRPr lang="en-US" dirty="0"/>
          </a:p>
          <a:p>
            <a:r>
              <a:rPr lang="en-US" dirty="0"/>
              <a:t>ML </a:t>
            </a:r>
            <a:r>
              <a:rPr lang="en-US" dirty="0" err="1"/>
              <a:t>turlari</a:t>
            </a:r>
            <a:endParaRPr lang="en-US" dirty="0"/>
          </a:p>
          <a:p>
            <a:r>
              <a:rPr lang="en-US" dirty="0"/>
              <a:t>Data Types</a:t>
            </a:r>
          </a:p>
          <a:p>
            <a:r>
              <a:rPr lang="en-US" dirty="0"/>
              <a:t>Operations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48F7D53-6FCE-B2B3-812E-5F15DC5A60EC}"/>
                  </a:ext>
                </a:extLst>
              </p14:cNvPr>
              <p14:cNvContentPartPr/>
              <p14:nvPr/>
            </p14:nvContentPartPr>
            <p14:xfrm>
              <a:off x="917640" y="1082160"/>
              <a:ext cx="6715800" cy="3555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48F7D53-6FCE-B2B3-812E-5F15DC5A60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8280" y="1072800"/>
                <a:ext cx="6734520" cy="357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1119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20A7-272D-700E-955A-335B25A8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Keyingi</a:t>
            </a:r>
            <a:r>
              <a:rPr lang="en-US" dirty="0"/>
              <a:t> </a:t>
            </a:r>
            <a:r>
              <a:rPr lang="en-US" dirty="0" err="1"/>
              <a:t>darsda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315D-FA00-6A57-A7C7-505C8C6A1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</a:t>
            </a:r>
            <a:r>
              <a:rPr lang="en-US" dirty="0" err="1"/>
              <a:t>Ml</a:t>
            </a:r>
            <a:r>
              <a:rPr lang="en-US" dirty="0"/>
              <a:t> </a:t>
            </a:r>
          </a:p>
          <a:p>
            <a:r>
              <a:rPr lang="en-US" dirty="0" err="1"/>
              <a:t>Turlari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tadbiqlari</a:t>
            </a:r>
            <a:endParaRPr lang="en-US" dirty="0"/>
          </a:p>
          <a:p>
            <a:r>
              <a:rPr lang="en-US" dirty="0"/>
              <a:t>Python Conditions+ Data Types(</a:t>
            </a:r>
            <a:r>
              <a:rPr lang="en-US" dirty="0" err="1"/>
              <a:t>Mlda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67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BB05E-2BED-B9EA-E676-1396BC62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350E-4A55-CCDD-7FE4-B788729B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ABCA-412B-E0F0-1E79-91B67FA3F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2-dars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o’rganilgan</a:t>
            </a:r>
            <a:r>
              <a:rPr lang="en-US" dirty="0"/>
              <a:t> </a:t>
            </a:r>
            <a:r>
              <a:rPr lang="en-US" dirty="0" err="1"/>
              <a:t>mavzular</a:t>
            </a:r>
            <a:r>
              <a:rPr lang="en-US" dirty="0"/>
              <a:t> </a:t>
            </a:r>
            <a:r>
              <a:rPr lang="en-US" dirty="0" err="1"/>
              <a:t>bo’yicha</a:t>
            </a:r>
            <a:r>
              <a:rPr lang="en-US" dirty="0"/>
              <a:t> report</a:t>
            </a:r>
          </a:p>
          <a:p>
            <a:r>
              <a:rPr lang="en-US" dirty="0" err="1"/>
              <a:t>Filedagi</a:t>
            </a:r>
            <a:r>
              <a:rPr lang="en-US" dirty="0"/>
              <a:t> </a:t>
            </a:r>
            <a:r>
              <a:rPr lang="en-US" dirty="0" err="1"/>
              <a:t>malumotlarni</a:t>
            </a:r>
            <a:r>
              <a:rPr lang="en-US" dirty="0"/>
              <a:t> </a:t>
            </a:r>
            <a:r>
              <a:rPr lang="en-US" dirty="0" err="1"/>
              <a:t>o’qing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savollarga</a:t>
            </a:r>
            <a:r>
              <a:rPr lang="en-US" dirty="0"/>
              <a:t> </a:t>
            </a:r>
            <a:r>
              <a:rPr lang="en-US" dirty="0" err="1"/>
              <a:t>javob</a:t>
            </a:r>
            <a:r>
              <a:rPr lang="en-US" dirty="0"/>
              <a:t> </a:t>
            </a:r>
            <a:r>
              <a:rPr lang="en-US" dirty="0" err="1"/>
              <a:t>bering</a:t>
            </a:r>
            <a:endParaRPr lang="en-US" dirty="0"/>
          </a:p>
          <a:p>
            <a:r>
              <a:rPr lang="en-US" dirty="0"/>
              <a:t>Data Types + </a:t>
            </a:r>
            <a:r>
              <a:rPr lang="en-US" dirty="0" err="1"/>
              <a:t>Operationsga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</a:t>
            </a:r>
            <a:r>
              <a:rPr lang="en-US" dirty="0" err="1"/>
              <a:t>misollarni</a:t>
            </a:r>
            <a:r>
              <a:rPr lang="en-US" dirty="0"/>
              <a:t> </a:t>
            </a:r>
            <a:r>
              <a:rPr lang="en-US" dirty="0" err="1"/>
              <a:t>ishlang</a:t>
            </a:r>
            <a:endParaRPr lang="en-US" dirty="0"/>
          </a:p>
          <a:p>
            <a:r>
              <a:rPr lang="en-US" dirty="0"/>
              <a:t>Supervised/Unsupervised/</a:t>
            </a:r>
            <a:r>
              <a:rPr lang="en-US" dirty="0" err="1"/>
              <a:t>Reinforcementga</a:t>
            </a:r>
            <a:r>
              <a:rPr lang="en-US" dirty="0"/>
              <a:t> </a:t>
            </a:r>
            <a:r>
              <a:rPr lang="en-US" dirty="0" err="1"/>
              <a:t>oid</a:t>
            </a:r>
            <a:r>
              <a:rPr lang="en-US" dirty="0"/>
              <a:t> 5 </a:t>
            </a:r>
            <a:r>
              <a:rPr lang="en-US" dirty="0" err="1"/>
              <a:t>tadan</a:t>
            </a:r>
            <a:r>
              <a:rPr lang="en-US" dirty="0"/>
              <a:t> 15 ta idea </a:t>
            </a:r>
            <a:r>
              <a:rPr lang="en-US" dirty="0" err="1"/>
              <a:t>yozing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05247E4-D3AD-D747-78A3-A8320A23AECA}"/>
                  </a:ext>
                </a:extLst>
              </p14:cNvPr>
              <p14:cNvContentPartPr/>
              <p14:nvPr/>
            </p14:nvContentPartPr>
            <p14:xfrm>
              <a:off x="981000" y="1710000"/>
              <a:ext cx="8230320" cy="225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05247E4-D3AD-D747-78A3-A8320A23AE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1640" y="1700640"/>
                <a:ext cx="8249040" cy="227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289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5174-6EBE-63CF-AC21-D8F4D8ED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A4AB8-CEB9-F445-09D0-3EFA6342E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2875"/>
          </a:xfrm>
        </p:spPr>
        <p:txBody>
          <a:bodyPr/>
          <a:lstStyle/>
          <a:p>
            <a:pPr algn="ctr"/>
            <a:r>
              <a:rPr lang="en-US" b="1" dirty="0" err="1"/>
              <a:t>Barchaga</a:t>
            </a:r>
            <a:r>
              <a:rPr lang="en-US" b="1" dirty="0"/>
              <a:t> </a:t>
            </a:r>
            <a:r>
              <a:rPr lang="en-US" b="1" dirty="0" err="1"/>
              <a:t>rahmat</a:t>
            </a:r>
            <a:r>
              <a:rPr lang="en-US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15123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6168</TotalTime>
  <Words>324</Words>
  <Application>Microsoft Office PowerPoint</Application>
  <PresentationFormat>Widescreen</PresentationFormat>
  <Paragraphs>71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2-dars</vt:lpstr>
      <vt:lpstr>Bugun darsimizda:</vt:lpstr>
      <vt:lpstr>Takrorlash</vt:lpstr>
      <vt:lpstr>Takrorlash</vt:lpstr>
      <vt:lpstr>Vis code va Githubda ishlash</vt:lpstr>
      <vt:lpstr>Github</vt:lpstr>
      <vt:lpstr>Github</vt:lpstr>
      <vt:lpstr>Vazifa qanday topshiriladi</vt:lpstr>
      <vt:lpstr>Vis Code</vt:lpstr>
      <vt:lpstr>Machine learning turlari va uning tadbiqlari </vt:lpstr>
      <vt:lpstr>Ml turlari va uning tadbiqlari(1)</vt:lpstr>
      <vt:lpstr>Ml turlari va uning tadbiqlari(2)</vt:lpstr>
      <vt:lpstr>Ml turlari va uning tadbiqlari(3)</vt:lpstr>
      <vt:lpstr>Ml turlari va uning tadbiqlari(4)</vt:lpstr>
      <vt:lpstr>Python:Malumot turlari, operations</vt:lpstr>
      <vt:lpstr>Malumot turlari</vt:lpstr>
      <vt:lpstr>Nimalar o’rgandik</vt:lpstr>
      <vt:lpstr>Keyingi darsda:</vt:lpstr>
      <vt:lpstr>Vazifa</vt:lpstr>
      <vt:lpstr>Barchaga rahmat!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turlari va tadbiqlari</dc:title>
  <dc:creator>Davronbek Malikov</dc:creator>
  <cp:lastModifiedBy>Davronbek Malikov</cp:lastModifiedBy>
  <cp:revision>10</cp:revision>
  <dcterms:created xsi:type="dcterms:W3CDTF">2024-10-15T04:53:34Z</dcterms:created>
  <dcterms:modified xsi:type="dcterms:W3CDTF">2025-12-08T11:34:34Z</dcterms:modified>
</cp:coreProperties>
</file>