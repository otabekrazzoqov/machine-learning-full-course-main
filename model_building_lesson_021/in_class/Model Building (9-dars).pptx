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80" r:id="rId6"/>
    <p:sldId id="281" r:id="rId7"/>
    <p:sldId id="282" r:id="rId8"/>
    <p:sldId id="283" r:id="rId9"/>
    <p:sldId id="284" r:id="rId10"/>
    <p:sldId id="285" r:id="rId11"/>
    <p:sldId id="287" r:id="rId12"/>
    <p:sldId id="286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6D85-E4E8-513F-73AF-9DCFD9911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9BCE2-7D1B-423D-FB78-81C8DE599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18CB-A216-E160-12D3-43F3E759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B3BC6-646C-BC06-7D1F-9909B33F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B1E7C-65DE-C30A-6357-7FAA2E4B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7D31-F39D-D852-59DE-82DD84E95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1E45E-C05B-62CC-13E7-6699592A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D266-AB42-EC76-BA66-B180D1EF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C5BB-7A66-A6AE-FFC0-6F2CC1B6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2D09E-EDE1-CCB6-757E-278B99E9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6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E686-DCED-1179-4898-84BC989A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616F0-AFFD-0A8A-AC89-779D09DF4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6965-03A8-5EC6-3180-1009C3BE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78DD8-545D-0593-190D-9D9B0D26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B577B-DDA8-9ACB-7C9D-D87A8809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8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8BBF-5CAA-B08B-E298-A850F1E4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B57D-6AA1-9CA9-D817-7D2250DF6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F6C9E-ABE1-37FC-0227-58A8AD814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65C2-70D6-4A68-9750-DF772F7C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C85C8-9050-031D-D21B-D8CF1FC3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0C297-0E93-BC26-B003-E431A486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27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709A-2A17-6D1F-9D06-C2A4EA05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ECF0B-26E5-CD9F-423A-E58DD0CDA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3D039-DFC9-9B8F-2FA6-B50E4739C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7E8E4-40B2-5CC4-B026-90CD8CCD9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F8FDD-5762-0B15-C532-F8C11B9A8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410BD-6A62-5B68-D93D-1DE166C7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B6588-A7AE-0254-18EC-002CCF2A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A86FB-3E3F-57C0-9D0B-F8E978C3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9A40-D196-FC6F-C64A-A8275276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FC62D-7D1C-2AD8-BC78-3FA110E5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43E69-60C0-28E2-9608-4DF0FF1C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2EB5A-4F5E-AB27-8A60-E4D0BA90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737A9-CF73-042A-6625-69865D36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9459B-21BD-F4D7-A209-CF0DFD868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94BCB-6D0A-20B5-1FA5-884C23C0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3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3B01-92F0-91F9-1C0A-A71C682D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06A8-29C9-4DDB-0B2B-1DB7A5B31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77405-3594-C700-7966-458B4C3A1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3E4E4-44BA-F986-98AA-7AFB13A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346D6-001D-5996-79BE-1AD54662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3D7C0-A109-A7E6-EE74-C3FD868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FC64-DB21-FF48-AFE7-9ED21EE4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8CC9D-8A17-DD53-27EB-D9DCBAF27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74D91-9AF6-6350-F2A4-D961352A0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954B1-511E-B4D2-1346-74FB237F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02991-47EB-0C60-1AAA-E2866E5B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D1989-A672-D87C-B02B-53FC3B64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8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9881-270E-DF4E-9274-E5B50AA0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1380E-480C-4C9F-122A-4B635E1B3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726D-61F0-F3CC-B555-BB72C6C2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9BE72-7BDE-3DCA-0AF7-560FB95D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B0D1B-90F0-610D-FD2E-2F3E5455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9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87DE5-24FD-40D2-29C7-D96D3414B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D1F72-9002-0A74-DFBE-980BE9121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1FD6A-9305-B8A5-7CCB-C074DE49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2944F-B638-0B89-D8B6-BA4ACAA3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E471E-0878-E2B2-6B9A-33E56A9D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5B5C9-E37B-68B9-156F-8C62DD88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55F3-2B0E-1F74-7196-B52D127FC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778B-CA6A-1825-4E8F-DFDCB04CE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E79A6-979D-45A9-9CB7-D4199C162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B84C0-C936-EDF2-6575-353A56022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DCC07-738D-A47C-CC4F-BF9576A3C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888F3-C89A-4CB9-81C3-3B6ABBA0E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5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EE05-4E0E-015C-5F69-49F2EAD38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 (9-dars)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6350F-E594-2AFA-13FA-DBDBA9EEF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7914"/>
            <a:ext cx="9144000" cy="539885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12071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3C5B-8D4E-FD40-68F4-051D162A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8536C-70C4-FC21-2A63-55B8A93C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  <a:p>
            <a:r>
              <a:rPr lang="en-US" dirty="0" err="1"/>
              <a:t>O’rganilgan</a:t>
            </a:r>
            <a:r>
              <a:rPr lang="en-US" dirty="0"/>
              <a:t> </a:t>
            </a:r>
            <a:r>
              <a:rPr lang="en-US" dirty="0" err="1"/>
              <a:t>tushunchalar</a:t>
            </a:r>
            <a:r>
              <a:rPr lang="en-US" dirty="0"/>
              <a:t> </a:t>
            </a:r>
            <a:r>
              <a:rPr lang="en-US" dirty="0" err="1"/>
              <a:t>ro’yhati</a:t>
            </a:r>
            <a:endParaRPr lang="en-US" dirty="0"/>
          </a:p>
          <a:p>
            <a:r>
              <a:rPr lang="en-US" dirty="0" err="1"/>
              <a:t>Tezkor</a:t>
            </a:r>
            <a:r>
              <a:rPr lang="en-US" dirty="0"/>
              <a:t> project(</a:t>
            </a:r>
            <a:r>
              <a:rPr lang="en-US" dirty="0" err="1"/>
              <a:t>Classdan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956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961E-36D0-8634-4718-5ADBEC80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EE5C-6101-4751-767A-D7BA11CA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Improvement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endParaRPr lang="en-US" dirty="0"/>
          </a:p>
          <a:p>
            <a:r>
              <a:rPr lang="en-US" dirty="0"/>
              <a:t>Transform features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5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522D-1944-6634-F38F-7057784C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A3C3-A88E-419C-2DB2-699E498E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8CC0-37EC-A213-693F-14F5B8E3D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r>
              <a:rPr lang="en-US" dirty="0"/>
              <a:t>(idea)</a:t>
            </a:r>
          </a:p>
          <a:p>
            <a:r>
              <a:rPr lang="en-US" dirty="0"/>
              <a:t>Feature Engineering Review</a:t>
            </a:r>
          </a:p>
          <a:p>
            <a:r>
              <a:rPr lang="en-US" dirty="0"/>
              <a:t>Feature </a:t>
            </a:r>
            <a:r>
              <a:rPr lang="en-US" dirty="0" err="1"/>
              <a:t>Engineering:Techniques</a:t>
            </a:r>
            <a:endParaRPr lang="en-US" dirty="0"/>
          </a:p>
          <a:p>
            <a:r>
              <a:rPr lang="en-US" dirty="0"/>
              <a:t>Class in Data Preprocessing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22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22B3-A0C0-48B8-B8E4-0C9693DA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C24F-2478-B100-ABFC-7761A3DD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</a:t>
            </a:r>
            <a:r>
              <a:rPr lang="en-US" b="1" dirty="0" err="1"/>
              <a:t>Imrovement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472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0AE0-516F-7994-121E-DFE18284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Improvement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BCDC-90CF-49A2-5131-A8AD0518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Prediction </a:t>
            </a:r>
            <a:r>
              <a:rPr lang="en-US" dirty="0" err="1"/>
              <a:t>qiymatini</a:t>
            </a:r>
            <a:r>
              <a:rPr lang="en-US" dirty="0"/>
              <a:t> </a:t>
            </a:r>
            <a:r>
              <a:rPr lang="en-US" dirty="0" err="1"/>
              <a:t>xaqiqiy</a:t>
            </a:r>
            <a:r>
              <a:rPr lang="en-US" dirty="0"/>
              <a:t> </a:t>
            </a:r>
            <a:r>
              <a:rPr lang="en-US" dirty="0" err="1"/>
              <a:t>qiymatga</a:t>
            </a:r>
            <a:r>
              <a:rPr lang="en-US" dirty="0"/>
              <a:t> </a:t>
            </a:r>
            <a:r>
              <a:rPr lang="en-US" dirty="0" err="1"/>
              <a:t>yaqinlashtirish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67F02-BB04-3BD6-1784-85EF20992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7" y="2480552"/>
            <a:ext cx="12192000" cy="418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1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B473-79B2-806B-95A3-1D396249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D35E-557D-62FC-32E4-66D76D193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Reducing Error(</a:t>
            </a:r>
            <a:r>
              <a:rPr lang="en-US" dirty="0" err="1"/>
              <a:t>mse</a:t>
            </a:r>
            <a:r>
              <a:rPr lang="en-US" dirty="0"/>
              <a:t>, </a:t>
            </a:r>
            <a:r>
              <a:rPr lang="en-US" dirty="0" err="1"/>
              <a:t>mae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Increasing r2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Increasing accuracy score</a:t>
            </a:r>
          </a:p>
        </p:txBody>
      </p:sp>
    </p:spTree>
    <p:extLst>
      <p:ext uri="{BB962C8B-B14F-4D97-AF65-F5344CB8AC3E}">
        <p14:creationId xmlns:p14="http://schemas.microsoft.com/office/powerpoint/2010/main" val="416197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092A-544E-1A39-A381-51CD00F6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85EA-A1FE-B4D9-3039-FC0E7E8F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</a:t>
            </a:r>
            <a:r>
              <a:rPr lang="en-US" b="1" dirty="0" err="1"/>
              <a:t>Imrovement</a:t>
            </a:r>
            <a:r>
              <a:rPr lang="en-US" b="1" dirty="0"/>
              <a:t> </a:t>
            </a:r>
            <a:r>
              <a:rPr lang="en-US" b="1" dirty="0" err="1"/>
              <a:t>yo’llari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371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9A0D-38C9-9D6C-9EF7-513C9B20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6684-BB56-29CC-E9E3-E39BC033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Quality and </a:t>
            </a:r>
            <a:r>
              <a:rPr lang="en-US" dirty="0" err="1"/>
              <a:t>Quantaty</a:t>
            </a:r>
            <a:endParaRPr lang="en-US" dirty="0"/>
          </a:p>
          <a:p>
            <a:pPr lvl="1"/>
            <a:r>
              <a:rPr lang="en-US" dirty="0" err="1"/>
              <a:t>Ko’proq</a:t>
            </a:r>
            <a:r>
              <a:rPr lang="en-US" dirty="0"/>
              <a:t> dataset collection</a:t>
            </a:r>
          </a:p>
          <a:p>
            <a:pPr lvl="1"/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tozalang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Engineering</a:t>
            </a:r>
          </a:p>
          <a:p>
            <a:pPr lvl="1"/>
            <a:r>
              <a:rPr lang="en-US" dirty="0"/>
              <a:t>Yangi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yarating</a:t>
            </a:r>
            <a:endParaRPr lang="en-US" dirty="0"/>
          </a:p>
          <a:p>
            <a:pPr lvl="1"/>
            <a:r>
              <a:rPr lang="en-US" dirty="0"/>
              <a:t>Transform features</a:t>
            </a:r>
          </a:p>
          <a:p>
            <a:pPr lvl="1"/>
            <a:r>
              <a:rPr lang="en-US" dirty="0"/>
              <a:t>Domain knowledge</a:t>
            </a:r>
          </a:p>
          <a:p>
            <a:pPr lvl="1"/>
            <a:r>
              <a:rPr lang="en-US" dirty="0"/>
              <a:t>Feature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bn </a:t>
            </a:r>
            <a:r>
              <a:rPr lang="en-US" dirty="0" err="1"/>
              <a:t>tekshiri</a:t>
            </a:r>
            <a:endParaRPr lang="en-US" dirty="0"/>
          </a:p>
          <a:p>
            <a:pPr lvl="1"/>
            <a:r>
              <a:rPr lang="en-US" dirty="0"/>
              <a:t>Bazi </a:t>
            </a:r>
            <a:r>
              <a:rPr lang="en-US" dirty="0" err="1"/>
              <a:t>xollarda</a:t>
            </a:r>
            <a:r>
              <a:rPr lang="en-US" dirty="0"/>
              <a:t> </a:t>
            </a:r>
            <a:r>
              <a:rPr lang="en-US" dirty="0" err="1"/>
              <a:t>sodaroq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Hyperparametr</a:t>
            </a:r>
            <a:r>
              <a:rPr lang="en-US" dirty="0"/>
              <a:t> tuning</a:t>
            </a:r>
          </a:p>
          <a:p>
            <a:pPr lvl="1"/>
            <a:r>
              <a:rPr lang="en-US" dirty="0" err="1"/>
              <a:t>Bizning</a:t>
            </a:r>
            <a:r>
              <a:rPr lang="en-US" dirty="0"/>
              <a:t> algorithm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paramaterlarni</a:t>
            </a:r>
            <a:r>
              <a:rPr lang="en-US" dirty="0"/>
              <a:t> </a:t>
            </a:r>
            <a:r>
              <a:rPr lang="en-US" dirty="0" err="1"/>
              <a:t>topish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Cross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Regulararization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Ensemble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Handling </a:t>
            </a:r>
            <a:r>
              <a:rPr lang="en-US" dirty="0" err="1"/>
              <a:t>Imbanced</a:t>
            </a:r>
            <a:r>
              <a:rPr lang="en-US" dirty="0"/>
              <a:t> Dataset (Classification)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46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7CB4-0D93-C389-72F7-14B01671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0D6E-E418-E636-4635-223DEB9A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64D0-6DCD-D03E-6D80-743A8F11B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Yaxshi</a:t>
            </a:r>
            <a:r>
              <a:rPr lang="en-US" b="1" dirty="0"/>
              <a:t> model= </a:t>
            </a:r>
            <a:r>
              <a:rPr lang="en-US" b="1" dirty="0" err="1"/>
              <a:t>Yaxshi</a:t>
            </a:r>
            <a:r>
              <a:rPr lang="en-US" b="1" dirty="0"/>
              <a:t> dataset+ </a:t>
            </a:r>
            <a:r>
              <a:rPr lang="en-US" b="1" dirty="0" err="1"/>
              <a:t>Aqqli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foydali</a:t>
            </a:r>
            <a:r>
              <a:rPr lang="en-US" b="1" dirty="0"/>
              <a:t> </a:t>
            </a:r>
            <a:r>
              <a:rPr lang="en-US" b="1" dirty="0" err="1"/>
              <a:t>features+to’g’ri</a:t>
            </a:r>
            <a:r>
              <a:rPr lang="en-US" b="1" dirty="0"/>
              <a:t> </a:t>
            </a:r>
            <a:r>
              <a:rPr lang="en-US" b="1" dirty="0" err="1"/>
              <a:t>algorithmlar+tuning</a:t>
            </a:r>
            <a:r>
              <a:rPr lang="en-US" b="1" dirty="0"/>
              <a:t>+ </a:t>
            </a:r>
            <a:r>
              <a:rPr lang="en-US" b="1" dirty="0" err="1"/>
              <a:t>overfittingni</a:t>
            </a:r>
            <a:r>
              <a:rPr lang="en-US" b="1" dirty="0"/>
              <a:t> </a:t>
            </a:r>
            <a:r>
              <a:rPr lang="en-US" b="1" dirty="0" err="1"/>
              <a:t>oldini</a:t>
            </a:r>
            <a:r>
              <a:rPr lang="en-US" b="1" dirty="0"/>
              <a:t> </a:t>
            </a:r>
            <a:r>
              <a:rPr lang="en-US" b="1" dirty="0" err="1"/>
              <a:t>olish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5270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3AF-7A72-EC54-BF0D-6BFCBEFD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46C2-D0B3-2BD7-DFA2-AAA40AC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Transform features</a:t>
            </a:r>
          </a:p>
        </p:txBody>
      </p:sp>
    </p:spTree>
    <p:extLst>
      <p:ext uri="{BB962C8B-B14F-4D97-AF65-F5344CB8AC3E}">
        <p14:creationId xmlns:p14="http://schemas.microsoft.com/office/powerpoint/2010/main" val="255562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04EC-89EB-21F5-FE11-C835A58B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Transform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2D4DC-2B62-1573-D242-23A49B0C5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 err="1"/>
              <a:t>featurelarni</a:t>
            </a:r>
            <a:r>
              <a:rPr lang="en-US" dirty="0"/>
              <a:t> ML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moslashtirish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kompyuterga</a:t>
            </a:r>
            <a:r>
              <a:rPr lang="en-US" dirty="0"/>
              <a:t> </a:t>
            </a:r>
            <a:r>
              <a:rPr lang="en-US" dirty="0" err="1"/>
              <a:t>osonroq</a:t>
            </a:r>
            <a:r>
              <a:rPr lang="en-US" dirty="0"/>
              <a:t> </a:t>
            </a:r>
            <a:r>
              <a:rPr lang="en-US" dirty="0" err="1"/>
              <a:t>tilda</a:t>
            </a:r>
            <a:r>
              <a:rPr lang="en-US" dirty="0"/>
              <a:t> </a:t>
            </a:r>
            <a:r>
              <a:rPr lang="en-US" dirty="0" err="1"/>
              <a:t>tushuntirish</a:t>
            </a:r>
            <a:endParaRPr lang="en-US" dirty="0"/>
          </a:p>
          <a:p>
            <a:r>
              <a:rPr lang="en-US" dirty="0" err="1"/>
              <a:t>Qisqacha</a:t>
            </a:r>
            <a:r>
              <a:rPr lang="en-US" dirty="0"/>
              <a:t>: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o’zgartirish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70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1390-F4BF-B5FB-47BE-CE07CD56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1EA7-EE3A-D093-0FE2-B60B9AD5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Transform features: </a:t>
            </a:r>
            <a:r>
              <a:rPr lang="en-US" b="1" dirty="0" err="1"/>
              <a:t>Turlari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AED7-4341-A0C5-C306-28D1C4B2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  <a:p>
            <a:r>
              <a:rPr lang="en-US" dirty="0"/>
              <a:t>Log Transformation</a:t>
            </a:r>
          </a:p>
          <a:p>
            <a:r>
              <a:rPr lang="en-US" dirty="0"/>
              <a:t>Power Transformation</a:t>
            </a:r>
          </a:p>
          <a:p>
            <a:r>
              <a:rPr lang="en-US" dirty="0"/>
              <a:t>Polynomial Features</a:t>
            </a:r>
          </a:p>
          <a:p>
            <a:r>
              <a:rPr lang="en-US" dirty="0"/>
              <a:t>Encoding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1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7408-2871-37AF-161D-890780E9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DA1B-FAED-5D8C-45B6-7AAECCD0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Transform features: Log Transformation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C3D5-71C5-95B8-C2AC-256214852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78"/>
            <a:ext cx="10515600" cy="4351338"/>
          </a:xfrm>
        </p:spPr>
        <p:txBody>
          <a:bodyPr/>
          <a:lstStyle/>
          <a:p>
            <a:r>
              <a:rPr lang="en-US" dirty="0"/>
              <a:t>Skewness(</a:t>
            </a:r>
            <a:r>
              <a:rPr lang="en-US" dirty="0" err="1"/>
              <a:t>qiyshayish</a:t>
            </a:r>
            <a:r>
              <a:rPr lang="en-US" dirty="0"/>
              <a:t>)</a:t>
            </a:r>
          </a:p>
          <a:p>
            <a:r>
              <a:rPr lang="en-US" dirty="0" err="1"/>
              <a:t>Matametikal</a:t>
            </a:r>
            <a:r>
              <a:rPr lang="en-US" dirty="0"/>
              <a:t> transformation</a:t>
            </a:r>
          </a:p>
          <a:p>
            <a:r>
              <a:rPr lang="en-US" dirty="0" err="1"/>
              <a:t>Faqatgina</a:t>
            </a:r>
            <a:r>
              <a:rPr lang="en-US" dirty="0"/>
              <a:t> </a:t>
            </a:r>
            <a:r>
              <a:rPr lang="en-US" dirty="0" err="1"/>
              <a:t>musbat</a:t>
            </a:r>
            <a:r>
              <a:rPr lang="en-US" dirty="0"/>
              <a:t> </a:t>
            </a:r>
            <a:r>
              <a:rPr lang="en-US" dirty="0" err="1"/>
              <a:t>qiymatlarda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(</a:t>
            </a:r>
            <a:r>
              <a:rPr lang="en-US" dirty="0" err="1"/>
              <a:t>manfiy</a:t>
            </a:r>
            <a:r>
              <a:rPr lang="en-US" dirty="0"/>
              <a:t>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qiymatlarga</a:t>
            </a:r>
            <a:r>
              <a:rPr lang="en-US" dirty="0"/>
              <a:t> c=constant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qo’shing</a:t>
            </a:r>
            <a:r>
              <a:rPr lang="en-US" dirty="0"/>
              <a:t>)</a:t>
            </a:r>
          </a:p>
          <a:p>
            <a:r>
              <a:rPr lang="en-US" dirty="0" err="1"/>
              <a:t>Asosan</a:t>
            </a:r>
            <a:r>
              <a:rPr lang="en-US" dirty="0"/>
              <a:t> Positive </a:t>
            </a:r>
            <a:r>
              <a:rPr lang="en-US" dirty="0" err="1"/>
              <a:t>skewnesslik</a:t>
            </a:r>
            <a:r>
              <a:rPr lang="en-US" dirty="0"/>
              <a:t> </a:t>
            </a:r>
            <a:r>
              <a:rPr lang="en-US" dirty="0" err="1"/>
              <a:t>xolatlarda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maqsad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normallashtirish</a:t>
            </a:r>
            <a:endParaRPr lang="en-US" dirty="0"/>
          </a:p>
          <a:p>
            <a:r>
              <a:rPr lang="en-US" b="1" dirty="0"/>
              <a:t>Tree- based </a:t>
            </a:r>
            <a:r>
              <a:rPr lang="en-US" b="1" dirty="0" err="1"/>
              <a:t>algorithlarda</a:t>
            </a:r>
            <a:r>
              <a:rPr lang="en-US" b="1" dirty="0"/>
              <a:t> </a:t>
            </a:r>
            <a:r>
              <a:rPr lang="en-US" b="1" dirty="0" err="1"/>
              <a:t>bazi</a:t>
            </a:r>
            <a:r>
              <a:rPr lang="en-US" b="1" dirty="0"/>
              <a:t> </a:t>
            </a:r>
            <a:r>
              <a:rPr lang="en-US" b="1" dirty="0" err="1"/>
              <a:t>xolatlarda</a:t>
            </a:r>
            <a:r>
              <a:rPr lang="en-US" b="1" dirty="0"/>
              <a:t> </a:t>
            </a:r>
            <a:r>
              <a:rPr lang="en-US" b="1" dirty="0" err="1"/>
              <a:t>foydasi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keraksiz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How to deal with Skewed Dataset in Machine Learning? | by Rakshith Vasudev  | Becoming Human: Artificial Intelligence Magazine">
            <a:extLst>
              <a:ext uri="{FF2B5EF4-FFF2-40B4-BE49-F238E27FC236}">
                <a16:creationId xmlns:a16="http://schemas.microsoft.com/office/drawing/2014/main" id="{01A1E8B6-643A-8E75-8516-8074BA3BB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888" y="1409092"/>
            <a:ext cx="36766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50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8E43-3F83-48D8-3DD9-D841C9C1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D03E-56BF-493B-7BF0-E64531D1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Transform features: Log Transformation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047F9-340D-EED3-3AF1-B13D089D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78"/>
            <a:ext cx="10515600" cy="4351338"/>
          </a:xfrm>
        </p:spPr>
        <p:txBody>
          <a:bodyPr/>
          <a:lstStyle/>
          <a:p>
            <a:r>
              <a:rPr lang="en-US" dirty="0"/>
              <a:t>Skewness(</a:t>
            </a:r>
            <a:r>
              <a:rPr lang="en-US" dirty="0" err="1"/>
              <a:t>qiyshayish</a:t>
            </a:r>
            <a:r>
              <a:rPr lang="en-US" dirty="0"/>
              <a:t>)</a:t>
            </a:r>
          </a:p>
          <a:p>
            <a:r>
              <a:rPr lang="en-US" dirty="0" err="1"/>
              <a:t>Matametikal</a:t>
            </a:r>
            <a:r>
              <a:rPr lang="en-US" dirty="0"/>
              <a:t> transformation</a:t>
            </a:r>
          </a:p>
          <a:p>
            <a:r>
              <a:rPr lang="en-US" dirty="0" err="1"/>
              <a:t>Faqatgina</a:t>
            </a:r>
            <a:r>
              <a:rPr lang="en-US" dirty="0"/>
              <a:t> </a:t>
            </a:r>
            <a:r>
              <a:rPr lang="en-US" dirty="0" err="1"/>
              <a:t>musbat</a:t>
            </a:r>
            <a:r>
              <a:rPr lang="en-US" dirty="0"/>
              <a:t> </a:t>
            </a:r>
            <a:r>
              <a:rPr lang="en-US" dirty="0" err="1"/>
              <a:t>qiymatlarda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(</a:t>
            </a:r>
            <a:r>
              <a:rPr lang="en-US" dirty="0" err="1"/>
              <a:t>manfiy</a:t>
            </a:r>
            <a:r>
              <a:rPr lang="en-US" dirty="0"/>
              <a:t>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qiymatlarga</a:t>
            </a:r>
            <a:r>
              <a:rPr lang="en-US" dirty="0"/>
              <a:t> c=constant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qo’shing</a:t>
            </a:r>
            <a:r>
              <a:rPr lang="en-US" dirty="0"/>
              <a:t>)</a:t>
            </a:r>
          </a:p>
          <a:p>
            <a:r>
              <a:rPr lang="en-US" dirty="0" err="1"/>
              <a:t>Asosan</a:t>
            </a:r>
            <a:r>
              <a:rPr lang="en-US" dirty="0"/>
              <a:t> Positive </a:t>
            </a:r>
            <a:r>
              <a:rPr lang="en-US" dirty="0" err="1"/>
              <a:t>skewnesslik</a:t>
            </a:r>
            <a:r>
              <a:rPr lang="en-US" dirty="0"/>
              <a:t> </a:t>
            </a:r>
            <a:r>
              <a:rPr lang="en-US" dirty="0" err="1"/>
              <a:t>xolatlarda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maqsad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normallashtirish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How to deal with Skewed Dataset in Machine Learning? | by Rakshith Vasudev  | Becoming Human: Artificial Intelligence Magazine">
            <a:extLst>
              <a:ext uri="{FF2B5EF4-FFF2-40B4-BE49-F238E27FC236}">
                <a16:creationId xmlns:a16="http://schemas.microsoft.com/office/drawing/2014/main" id="{718CA034-FC56-D636-7D4B-12AD8A827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888" y="1409092"/>
            <a:ext cx="36766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463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BA37-2138-F1FD-3CCE-17500F57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1109-6CA5-A05C-001C-5E3D43E1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4973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17D0-4D73-BA22-0101-EC1D6234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2B2AC-DC77-46A1-01C5-40CFE2667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funksiyani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endParaRPr lang="en-US" dirty="0"/>
          </a:p>
          <a:p>
            <a:r>
              <a:rPr lang="en-US" dirty="0" err="1"/>
              <a:t>Projectga</a:t>
            </a:r>
            <a:r>
              <a:rPr lang="en-US" dirty="0"/>
              <a:t> log </a:t>
            </a:r>
            <a:r>
              <a:rPr lang="en-US" dirty="0" err="1"/>
              <a:t>tramsformni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tadbiq</a:t>
            </a:r>
            <a:r>
              <a:rPr lang="en-US" dirty="0"/>
              <a:t> </a:t>
            </a:r>
            <a:r>
              <a:rPr lang="en-US" dirty="0" err="1"/>
              <a:t>qiling</a:t>
            </a:r>
            <a:endParaRPr lang="en-US" dirty="0"/>
          </a:p>
          <a:p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loyihada</a:t>
            </a:r>
            <a:r>
              <a:rPr lang="en-US" dirty="0"/>
              <a:t> </a:t>
            </a:r>
            <a:r>
              <a:rPr lang="en-US" dirty="0" err="1"/>
              <a:t>logsiz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logli+feature</a:t>
            </a:r>
            <a:r>
              <a:rPr lang="en-US" dirty="0"/>
              <a:t> engineering </a:t>
            </a:r>
            <a:r>
              <a:rPr lang="en-US" dirty="0" err="1"/>
              <a:t>xolatda</a:t>
            </a:r>
            <a:r>
              <a:rPr lang="en-US" dirty="0"/>
              <a:t> compare </a:t>
            </a:r>
            <a:r>
              <a:rPr lang="en-US" dirty="0" err="1"/>
              <a:t>qiling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56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305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Model Building (9-dars)</vt:lpstr>
      <vt:lpstr>Vazifa </vt:lpstr>
      <vt:lpstr>Bugun</vt:lpstr>
      <vt:lpstr>Takrorlash</vt:lpstr>
      <vt:lpstr>Takrorlash</vt:lpstr>
      <vt:lpstr>Model Imrovement</vt:lpstr>
      <vt:lpstr>Model Improvement</vt:lpstr>
      <vt:lpstr>Model Improvement</vt:lpstr>
      <vt:lpstr>Model Imrovement yo’llari</vt:lpstr>
      <vt:lpstr>Model Imrovement yo’llari </vt:lpstr>
      <vt:lpstr>Model Imrovement yo’llari </vt:lpstr>
      <vt:lpstr>Transform features</vt:lpstr>
      <vt:lpstr>Transform features</vt:lpstr>
      <vt:lpstr>Transform features: Turlari</vt:lpstr>
      <vt:lpstr>Transform features: Log Transformation</vt:lpstr>
      <vt:lpstr>Transform features: Log Transformation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2025-09-06T07:17:03Z</dcterms:created>
  <dcterms:modified xsi:type="dcterms:W3CDTF">2025-09-06T08:04:06Z</dcterms:modified>
</cp:coreProperties>
</file>