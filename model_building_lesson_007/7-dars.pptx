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31T10:07:37.5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4869 6251 395 0,'2'-7'6'0,"3"0"1"0,2 0 9 15,3 2 1-15,2 1 3 0,-1 0 2 0,3 0-1 0,-2 0-1 16,2 1 0-16,0 0-6 0,-2 1-2 0,2 1-2 0,-1 1-5 0,2 1 4 16,-2 2-2-16,1 0 2 0,2 1 3 0,-1 0 1 0,1 1 3 0,2 1 1 15,1 0-1-15,0 1-1 0,0 0-1 0,2 0-3 0,0-1 0 16,5 2 1-16,3-1 0 0,3 1-1 0,2-1 0 0,2-2 2 0,2 1 5 16,4-2 1-16,3-1 9 0,4 0 13 0,4-2 6 0,4 1 9 15,3-1 5-15,4 0-2 0,1 0 1 0,3-1 9 0,1 1-3 0,1-1 2 16,1 1-2-16,1 0-7 0,3-1-1 0,2 1 1 0,1 0-4 0,0-1-2 15,1 1 0-15,2-1-8 0,0 1-2 0,2-1-11 0,3 1-5 16,-1-1-2-16,1 2-10 0,-3 0-4 0,-2 0-4 0,-1 1-5 0,-3-2 0 16,-2 0-2-16,1 0 2 0,0-1-2 0,1-1-2 0,0-1 2 0,-1 0-1 15,-1-1 0-15,0-2 1 0,-2 1 0 0,2-4 1 0,0-2 2 16,-1-3 1-16,1-3 3 0,-3-2-7 0,0-3 6 0,-1-1-2 0,-4 0 1 16,-3-3 5-16,-4 0-3 0,-2-2 5 0,-2-2-5 0,-2-1 0 0,-2-5 9 15,-2 0-1-15,-2 0-2 0,-5-1 6 0,-3 2-2 0,-2-3-5 16,-3 2 5-16,-1-1-4 0,-3 0-1 0,-3 4 10 0,-4-2 2 0,-1 2-8 15,-4 0 7-15,0 1-8 0,-2-1 0 0,-4 2-2 0,-2 0-5 16,-2 0 2-16,-3-1-7 0,-2-1 3 0,-4-1-9 0,-3-1-6 0,-5-1-4 16,-3 1-8-16,-6 0-2 0,-7-3-8 0,-5 1 1 0,-8-2 4 0,-5 1 10 15,-7-1 7-15,-6-1 2 0,-6 1-1 0,-5-2 2 0,-5 1 2 16,-6 1-2-16,-2-1 5 0,-5 0-2 0,-5-1 0 0,-1 0 6 0,-7 3-3 16,-2 3 0-16,-3 0 0 0,-5 3 3 0,-1 2-2 0,-1 2-1 0,-3 3 2 15,-2 4 5-15,-1 3-3 0,-3 4 7 0,-1 3-3 0,-3 2-5 16,0 3 5-16,0 2-6 0,-4 3 6 0,2 3-8 0,-4 2 1 0,-3 2 2 15,-1 2-9-15,-1 0 6 0,4 1 0 0,-3 3-1 0,2 4 13 0,0 2-1 16,-1 0 0-16,3 4-2 0,2 3-11 0,-1 1 2 0,1 3 6 16,0 0-3-16,3 3 3 0,2 2-3 0,4 0-6 0,3 2 1 0,3 0 2 15,3 2-3-15,1 1-1 0,4 1 0 0,2 3-1 0,3-2-7 16,4 1 3-16,1 2 8 0,3 0 1 0,0 0 9 0,2 0-2 0,3 0-10 16,2 1 0-16,3-1-1 0,4-1 2 0,6-1-1 0,7-3 2 0,8 0-3 15,6-1-2-15,7-1-3 0,3-1-3 0,6 0 6 0,4-2 6 16,5 3 2-16,4-1 1 0,5-1-6 0,4 1-7 0,5-1 1 0,2 1-3 15,5-1 4-15,3 0 0 0,2 1-2 0,6-3 2 0,5 2-4 0,4-2 2 16,5 0 2-16,5 1-1 0,2-3-1 0,5 0 4 0,0-2 4 16,5-2 10-16,4-1 4 0,4 1 0 0,3-2 3 0,3-2-5 0,4 0 11 15,6-2 8-15,6 1-1 0,5-1 3 0,6-1-9 0,5 2-9 0,5-1 5 16,5-2-4-16,5 0-2 0,5-1-3 0,3-3-8 0,6 1-1 16,3-2-3-16,2-1-15 0,3-2-46 0,1 2-86 0,1-2-137 0,4-1-111 15,1-1-102-15,4 0-165 0</inkml:trace>
  <inkml:trace contextRef="#ctx0" brushRef="#br0" timeOffset="5699.51">9776 5566 1558 0,'-9'-5'231'0,"2"0"-143"16,0 1-18-16,4 2-21 0,2 2-9 0,1 0-6 0,0 0-4 15,1 1-11-15,0 0-3 0,0 2 0 0,0-1 0 0,-1 1 0 0,1 1 1 16,-2 0 2-16,1 1-4 0,0 1-2 0,0 0 1 0,0-1-1 0,0 1 5 15,0-1 2-15,1 0 5 0,1 0 2 0,0-1 7 0,1 0-3 16,2 0 1-16,1 0 7 0,3 0 0 0,0 0 9 0,4-1-3 0,3 1-5 16,1-1 7-16,3 0-5 0,2-2-7 0,3 1 0 0,-1-1-17 0,3 1 2 15,0 0 2-15,1 0 0 0,2-1 8 0,1 1-3 0,1-1 3 16,2 0-5-16,0 0 3 0,1 0-4 0,2 0 2 0,0-2 2 0,1 0-3 16,-1-1 1-16,0 1-10 0,-2-2 3 0,1 0-3 0,0 0-7 15,-2-1-3-15,-1 1-6 0,-3-2 0 0,-1 1 0 0,-2-1 7 0,-1 0 2 16,-1 0-2-16,-4 0-6 0,-1 0 1 0,-1 0-7 0,-5-1 3 0,0 0 0 15,-1 0-10-15,-2-1-17 0,-1 0-29 0,-3 0-36 0,-1-1-33 16,-1-1-27-16,-2 1-20 0,-2-2-17 0,0 0-16 0,-1 0-19 0,-1-2-10 16,-2 0-7-16,-1 0-11 0,-1 0-1 0,-1-1-1 0,1-2 10 0,-2 0-150 15</inkml:trace>
  <inkml:trace contextRef="#ctx0" brushRef="#br0" timeOffset="5949.51">10512 5187 233 0,'-15'-5'204'0,"0"0"-98"0,-4 0 11 15,4 0 8-15,2 1 6 0,1 0 7 0,1 1 1 0,2 0-15 16,2 0-7-16,0 1-7 0,2 0-13 0,0 0 2 0,1 1-1 0,1 0 3 16,1 2-2-16,1 1-7 0,-1 1-6 0,1 0 1 0,-1 2-6 0,0 1 1 15,1 3-1-15,-1 2-9 0,1 2-3 0,0 4-4 0,-1 2-5 16,0 2-6-16,1 2-10 0,0 1-13 0,0 1-8 0,2 2-6 0,0 2-5 16,2 0 0-16,0 2-8 0,2-2-1 0,0 1-1 0,1-1-2 15,0 2 2-15,2-1-4 0,-1 3 0 0,1 0 4 0,2-2-14 0,-1-2 5 16,0-2 7-16,0-2 2 0,0-1 6 0,0-1 3 0,-1-2-10 0,2 1-4 15,-1-1 0-15,-1-2-3 0,1 0-4 0,-1-1 0 0,1-2-6 16,-2-1-17-16,2-1-26 0,-1-1-33 0,0 0-40 0,1-3-34 0,-1 1-43 16,0 0-44-16,-1-2-40 0,2-2-26 0,0-2-10 0,3-1-3 0,0-3-202 15</inkml:trace>
  <inkml:trace contextRef="#ctx0" brushRef="#br0" timeOffset="6215.51">11787 5070 2747 0,'-21'-7'381'0,"5"4"-324"16,0 4-28-16,6 8-24 0,6 3-19 0,3 4 2 0,2 4 13 0,1 4-1 16,0 1 11-16,1 3 0 0,-1 1-15 0,0 2-5 0,-1-1 6 15,0 2 4-15,1 0-2 0,-1 3 2 0,0-2-2 0,1 1-6 0,-1-3 8 16,-1-1-2-16,2-2-1 0,0-1 5 0,0-1-8 0,2 0 7 0,0-2-4 15,1-1-5-15,1 0-9 0,1-3-1 0,2 0-1 0,-1-1 6 16,2-1 7-16,-1-2-15 0,0-1-13 0,0-2-22 0,-1-2-8 0,-1-2-14 16,0-3-14-16,-1 1-17 0,-1-2-17 0,-1-1-14 0,1-1-21 0,0-2-23 15,-1-2-37-15,1 0-49 0,-1-1-21 0,0-3-2 0,-2-1 3 16,1-3-211-16</inkml:trace>
  <inkml:trace contextRef="#ctx0" brushRef="#br0" timeOffset="6449.51">11376 5179 1731 0,'-18'-8'97'0,"0"1"0"0,-1 1-25 0,11 2-30 15,5 3-8-15,2 0-10 0,3 0 4 0,0 1-5 0,2 1 4 0,1 0 11 16,2 0 5-16,1 1 8 0,3 1-6 0,0-1 3 0,3 1-7 0,-1 1-2 16,2-1-3-16,3 1-3 0,-1 0-5 0,3-1-9 0,1 0 2 15,1 0-6-15,3 0-4 0,0 0 0 0,-1 0-9 0,2 1 1 0,-2-1-2 16,3 2-1-16,1-1 4 0,-1 0-3 0,2-1-2 0,0 2 2 0,-1 0-2 15,0 0-6-15,-1 1-6 0,-1-1-22 0,1 1-16 0,-2-2-30 0,1 0-33 16,1 0-22-16,-3-1-32 0,0 1-25 0,-2-1-23 0,0 1-31 16,-1-1-16-16,-2-1-3 0,0 2 11 0,-1 1 12 0,-2 3-71 0</inkml:trace>
  <inkml:trace contextRef="#ctx0" brushRef="#br0" timeOffset="6666.51">11786 5848 1175 0,'-11'3'702'16,"1"1"-625"-16,0 3-2 0,7 2-34 0,3 1-1 0,5 1 1 0,1-2-2 16,3 1 4-16,4-1-11 0,1 0 3 0,2 0-4 0,2 1 1 0,3-2 1 15,0 2 1-15,3 0-3 0,1-1-4 0,1 0-9 0,2 1-7 16,-2-1-1-16,1-2-1 0,-1 0-3 0,-2 0-6 0,0-1 2 0,0-2-5 16,0-1-5-16,-1-3-17 0,-1 0-30 0,-2-3-29 0,-3-1-24 15,0-2-7-15,0-1 9 0,-1-2 9 0,0-1 12 0,1-1 9 0,1-3 2 16,0-1-12-16,2 0-20 0,2-3-27 0,-1 0-24 0,4-3-17 0,1 0-21 15,1-2-2-15,1-1-16 0,1-3-143 0</inkml:trace>
  <inkml:trace contextRef="#ctx0" brushRef="#br0" timeOffset="7049.51">12860 5280 1891 0,'-15'-7'446'0,"4"1"-377"0,-2 0-1 15,8 6-40-15,4 1-14 0,1 2-6 0,2 2-5 0,1 1 1 0,0 2 3 16,1 4 1-16,0 1 4 0,-1 2 7 0,0 2-3 0,0 0 5 16,1 2 3-16,-1 1-10 0,0-1 1 0,1 2-5 0,-1-1-2 0,0 0-3 15,1-1-1-15,0 0-2 0,0-2 1 0,1 0 4 0,-1-1-2 16,2 0 1-16,1-2-7 0,-1 0 7 0,2-1-4 0,0-2 4 0,0-1-1 16,0-4 2-16,1 1 6 0,0-2-5 0,0-2 12 0,-1 0 5 0,-1-2 4 15,1-1 1-15,-1-1 1 0,-1-1 1 0,2-1-7 0,-1-1 6 16,1-1-4-16,0 0-4 0,1-3 2 0,1 0-4 0,1-1 0 0,0-1 5 15,0-1-3-15,-1-2 0 0,1 0-2 0,-1-1-5 0,2-1-4 0,0 1-1 16,0 1 2-16,0 1-8 0,1 1 2 0,0 3 2 0,-1 2-6 16,-2 1 5-16,0 3-3 0,-1 0 8 0,0 2-6 0,-1 3 2 0,0 0 0 15,-1 2-9-15,0 2 3 0,-1 1 3 0,0 3-4 0,0 1-1 0,0 0 1 16,-2 2-2-16,1 1 4 0,-2 2-4 0,1-1 0 0,0 1 2 16,0 1-4-16,0-2 4 0,0 1-2 0,0-1 0 0,0-1-2 0,1-2-14 15,-1 0 5-15,1-2-11 0,0 0-5 0,0-1 6 0,-1-2-4 16,1-1-9-16,-1-2-18 0,0 0-23 0,1-2-48 0,-1 0-33 0,0-1-17 15,0-2-24-15,0 0-19 0,1-3-30 0,1-1-49 0,1-1-17 0,3-1 15 16,0-4 25-16,2-3 39 0,1-2-179 0</inkml:trace>
  <inkml:trace contextRef="#ctx0" brushRef="#br0" timeOffset="7315.52">13921 4858 2536 0,'-13'-8'94'0,"1"3"1"0,0-1-29 16,6 8-41-16,3 2-10 0,2 2-7 0,1 1-5 0,0 4 4 16,1 3-7-16,0 3-2 0,0 3 4 0,-1 4 1 0,0 3-1 0,-1 1 5 15,0 2-11-15,0 0-9 0,-2 2 10 0,-1 0 1 0,-1 3 0 0,-1 0 7 16,1 1-1-16,-1-1-1 0,1 0 0 0,0 0 1 0,1 2-4 16,0-1-2-16,1 1 0 0,1-3 1 0,2-1-1 0,1-3-3 0,0-1 0 15,1-1 3-15,0-1 2 0,2-3 0 0,1 0-5 0,-1-4-10 16,1-1 4-16,0-1-6 0,0-2 6 0,1 1 6 0,-1-1-12 0,0-2-9 15,-1-1-23-15,1-2-32 0,-2-2-39 0,0-2-44 0,0 0-37 0,-2-2-41 16,-1-1-19-16,-1-2-18 0,-1-1-7 0,-1-2 10 0,-1-2 40 16,-3-3 41-16,0-3-90 0</inkml:trace>
  <inkml:trace contextRef="#ctx0" brushRef="#br0" timeOffset="7499.51">13669 5467 822 0,'-15'-11'173'0,"-1"-3"-48"0,-4-2-3 15,2 3-20-15,2 3-7 0,1 0 3 0,1 1-2 0,1 1-8 0,0 2-4 16,1 1 6-16,1 2-6 0,1 0-4 15,1 1-9-15,1 1-18 0,3 0-8 0,1 1-11 0,2 0-14 0,2 2-4 0,1-1-8 0,1 2-2 16,2 1 1-16,1-1-2 0,3 1-2 0,2 1-2 0,0-2-2 0,3 1 1 16,1 0-5-16,2 0 4 0,1-1-7 0,2 1-19 0,2-1-18 15,1-1-24-15,0 1-18 0,0 0-9 0,1 0 1 0,1 0 7 0,-1-2-1 16,0 0-3-16,2-2-6 0,-1 0-19 0,1-1-16 0,0-1-16 16,0 0-6-16,1-1 2 0,-2 1 9 0,1-3 14 0,-1 0 6 0,0-1 7 15,2-1-132-15</inkml:trace>
  <inkml:trace contextRef="#ctx0" brushRef="#br0" timeOffset="8082.52">14173 5357 917 0,'-7'-1'251'0,"1"2"-149"0,-1 0-24 0,4 1-47 0,1 2-23 16,2 0-8-16,1 2 0 0,2 0-1 0,0 2 0 0,0-1 3 16,1 1-3-16,0-1 2 0,0 0-1 0,1 0 3 0,-1-2 4 0,0 1 8 15,1-2 4-15,0 1 5 0,0-1 6 0,1 1 0 0,0-2 7 0,1 0 2 16,2 0-1-16,0-2-3 0,-1 1-5 0,3-2-6 0,1 1 1 15,1-2-5-15,1 1-3 0,-1-2-4 0,2-1-5 0,1 0-1 0,0-1 2 16,-1-2 3-16,1 1 1 0,0-3 1 0,-1 0-6 0,-1-1-3 0,0 0 5 16,-1 0-1-16,-1-2 3 0,-2 1 1 0,-1-1-5 0,-1 1 1 15,-2-1 4-15,0 2 1 0,-3-1-2 0,-1 0 3 0,-1 1 1 0,-2 1-5 16,-2 0 3-16,-1 1-3 0,-2 2 2 0,0 0 4 0,-3 2 4 16,1 0 4-16,-3 1-4 0,-1 1-6 0,-1 2-4 0,-1 0 1 0,0 2-6 15,-1 1-2-15,0 1 1 0,-1 1-7 0,2 2 1 0,-2 0 4 0,1 1 0 16,2 1-2-16,1 0 0 0,1 1 2 0,1 0-7 0,2 2 0 15,2 1 1-15,2 1-5 0,1-1 4 0,1 1 3 0,3 0-4 0,1 1 2 16,2-2 3-16,1 0-3 0,2 0 2 0,1-2-1 0,1 0 1 0,3-1-2 16,0 1 7-16,2-1-5 0,2 1 2 0,0-2 7 0,0-1-4 15,2-1 3-15,0 0 1 0,0-1-8 0,0-2 3 0,-1-1 0 0,1-1-1 16,-2-2-2-16,1-1 3 0,0-2 3 0,-2 0 2 0,2-1 3 0,-2-2 0 16,-1 0-2-16,0-1 1 0,-1 0-3 0,1 1-5 0,-1 1 5 15,0-1-4-15,-2 0 2 0,1 2 7 0,-1 0-9 0,-1 1 4 0,-2 0 5 16,-1 0-1-16,-1 1 7 0,-2 1-5 0,0 2-1 0,-1 0-1 15,-1 0 1-15,0 1 0 0,0 1 4 0,-1 2-1 0,0 1-1 0,-1 0 2 16,0 2-1-16,-1 1 1 0,0-1-5 0,0 1 3 0,-1-2-8 0,1 0 3 16,-1-1 5-16,1 0-7 0,0-2 4 0,1-1-5 0,-1 0-4 15,0-2 9-15,0-1-2 0,0-1 3 0,1 0 5 0,-1-1-2 0,1 0-3 16,-1-1 6-16,-1-1-2 0,0-2 0 0,0 0 4 0,-1-2-1 0,1 0 3 16,0-3-4-16,0-1 3 0,1-1-2 0,0-1-3 0,1-2 1 15,1-2-7-15,1-1 0 0,1 0-7 0,2 1-1 0,1 1-4 0,-1 2 2 16,3 2-2-16,0 3-4 0,1 1-1 0,0 0-5 0,0 3-4 15,-1 0-2-15,-1 2-9 0,1 1-7 0,1 0-10 0,0 1-15 0,-1 0-25 16,2 2-26-16,0 0-25 0,-1 1-25 0,2 0-22 0,1 0-20 0,-1 1-17 16,0-1-5-16,-1 1 0 0,-1-1 9 0,1-1 8 0,0 0 20 15,0-1 21-15,0 1-107 0</inkml:trace>
  <inkml:trace contextRef="#ctx0" brushRef="#br0" timeOffset="8348.52">15146 5415 741 0,'0'0'198'0,"0"0"-75"15,0 0-35-15,2 1-26 0,-1 1-5 0,0 0 2 0,1 2 0 16,-1 0 1-16,0 1-1 0,-1 1-1 0,0 1 0 0,-1 0-4 0,0 2-4 16,-1 0 2-16,0 3-4 0,1-1-5 0,-1 2-2 0,2-1-12 15,0 0 0-15,0 1-4 0,2 0-4 0,1 1 1 0,1-1-5 0,0-2-4 16,3 0 3-16,1-2-5 0,0 0-1 0,2-3 7 0,-2 0 4 0,1-3 0 16,-1-1 8-16,0-2 5 0,0-2 3 0,1-1 8 0,-1-2 0 15,1-2-10-15,0-2-7 0,0-1-5 0,0-2-8 0,1 0 4 0,0-3-5 16,1-1 2-16,1 0-1 0,-1 0-5 0,2-2 4 0,0 0-8 0,-1 0-1 15,0-2-5-15,-1-1 0 0,1 1 0 0,0-2 2 0,1 0-1 16,-1 1-7-16,-1-1-4 0,-1 1-2 0,2 3-13 0,0-1-8 0,0 3-10 16,0 1-19-16,-2 4-4 0,-1 1-11 0,-1 2-12 0,0 1-7 15,-1 3-22-15,-2 0-26 0,0 2-28 0,0 1-26 0,-2 2-16 0,1 0-7 16,-2 1-9-16,1 2 0 0,1 1-166 0</inkml:trace>
  <inkml:trace contextRef="#ctx0" brushRef="#br0" timeOffset="8565.52">15800 5320 1743 0,'-2'-2'95'0,"0"2"-48"0,0 1-38 0,3 2-18 15,0 0 12-15,0 1 8 0,1 2 1 0,1 2 7 0,-1 0 2 0,-1 2 8 16,0 2 10-16,-1 1 2 0,0 1-1 0,-1 0-4 0,-1 1-1 0,0 1 0 16,0 1 3-16,0-1-2 0,0 1-4 0,0 0-10 0,1-1-4 15,0 1-4-15,1 0-3 0,-1-1-2 0,1 0-6 0,0-1 1 0,-1 0-5 16,1 0-4-16,0-2 5 0,1 0-6 0,-1-1-6 0,0-2-12 0,0-2-24 15,0-3-15-15,0 0-20 0,-1-2-25 0,0-2-31 0,-1 0-17 16,-1 0-6-16,0-2-17 0,0 0-17 0,1-3-33 0,0-2-8 0,-1-2-1 16,2-4-159-16</inkml:trace>
  <inkml:trace contextRef="#ctx0" brushRef="#br0" timeOffset="8683.52">15771 5292 746 0,'-5'-16'299'0,"1"-2"-150"0,-1-3-21 0,2 4-32 15,1 4-8-15,1 2 3 0,-1 2 1 0,0 3-8 0,1 1-8 0,-1 2-14 16,-1 1-5-16,1 1-15 0,-2 0-16 0,1 1-12 0,0 0-15 0,1 1-10 15,1 1-8-15,-1 1-7 0,1 1-12 0,1 0-14 0,1 2-18 16,1 0-33-16,0 1-31 0,2-1-37 0,0 0-31 0,0 0-26 0,0-1-14 16,1 1 5-16,0 0-162 0</inkml:trace>
  <inkml:trace contextRef="#ctx0" brushRef="#br0" timeOffset="9382.52">16026 5513 2036 0,'0'0'92'0,"3"2"-52"16,2 0-41-16,3 1-10 0,3 2 3 0,2-2 5 0,-1 2 0 0,2 0 0 15,1-1 3-15,0 1 0 0,-2-1-6 0,1-1 3 0,0 1 1 16,-2-2 0-16,0 0 4 0,-1-1 2 0,-1 0 0 0,0-2 3 0,0-1 5 16,-2-1 1-16,0-1 5 0,0-1 4 0,-2-2 0 0,0 1 1 15,0-1-2-15,-1-1 3 0,-1-1 0 0,-2-2-4 0,-1-1-7 0,-1 0-8 16,0-1-10-16,-2 0-4 0,-2 0 2 0,-1 0-2 0,-1 0 0 0,-1 2 3 15,-1 0-6-15,-1 1-2 0,-1 1-2 0,-1 1-1 0,1 2 5 16,-1 2 2-16,1 0 10 0,-1 2 3 0,0 1 4 0,0 2 5 0,-1 0-1 16,2 2-1-16,0 1 4 0,1 1-1 0,1 2 2 0,0 1 0 0,2 2-7 15,0 0 5-15,0 1 4 0,2 0 1 0,1 2 4 0,1 1-2 16,2 1-2-16,0-2 3 0,3 2-4 0,1 0 0 0,2 0 8 0,1 0-1 16,2 1 6-16,1 1-5 0,2-2-2 0,0-2-3 0,2 1-3 15,1-2-3-15,0 1-4 0,-1-1-4 0,3-1-6 0,-1-1-1 0,0-1 2 16,-1-1-1-16,-1-2-6 0,0-2-6 0,-1 0-5 0,0-2-4 15,-2 0-3-15,2-1-7 0,-2-1-7 0,1-1-9 0,-1 0-3 0,-1-1-7 16,0-2-9-16,1 1-11 0,0-3-9 0,1 0-15 0,0-1-12 0,-2-1-18 16,2-2-16-16,-1 1-12 0,-1-2 6 0,-1-1 8 0,0 0 15 0,-2 0 13 15,1 0 14-15,0-1 14 0,-1 0 18 0,0 0 20 0,-1 0 19 16,1 2 14-16,-1-1 9 0,-1 0 6 0,2 1 0 0,-1 1 2 0,0 0 4 16,1 1 5-16,0-1 9 0,0 1 11 0,-1 0 9 0,0 2 12 15,-2 0 12-15,-1 0 9 0,-1 2 10 0,1 1 7 0,-1 1 2 0,0 2 7 16,-2 0 6-16,0 1 7 0,-1 0 2 0,1 1-3 0,-1 1-4 0,0 0-8 15,0 1-2-15,-1-1 1 0,1 2-4 0,-1 2-4 0,0 0 0 16,0 2-6-16,0 1-7 0,-1 3-7 0,1 2-9 0,1 0-3 0,0 3-5 16,1-1-6-16,0 1-5 0,1 2-6 0,1-1-10 0,1 2 4 0,2-1-14 15,-1 0-3-15,2 1 4 0,0-3-4 0,2 0-2 0,-1-2 6 16,1 0-6-16,1-3-1 0,0 1 8 0,-1-2 4 0,1-1 5 0,-1-2 5 16,0-2 2-16,-1-3-3 0,0 0 3 0,-1-1 2 0,1-2 2 15,1 0 1-15,-1-1-3 0,3-1-2 0,0-1-12 0,0-2 10 0,2-1-7 16,0-2-8-16,0-1 3 0,2-1-3 0,0-1-1 0,1-1 14 0,-1-3 1 15,2 0-4-15,-1-2-6 0,1-1-10 0,-2 0-10 0,1-1 2 16,0 0-2-16,-1 1-2 0,-2-1 1 0,0 2-7 0,-1 2-1 0,-1 0-2 16,-1 1-9-16,0 2-1 0,-1 0-8 0,-2 2-9 0,0 0-7 15,0 0-10-15,-2 2-9 0,-1 0-2 0,-2 1-21 0,0-1-15 0,-2 1-23 16,0-2-29-16,-3-1-22 0,0 0-17 0,-2 0-17 0,0 1-9 0,0 1-1 16,-1 0-3-16,-1-1 10 0,0 0 17 0,0 0 21 0,0 0 5 15,1 1 11-15,0 0 9 0,0 0-108 0</inkml:trace>
  <inkml:trace contextRef="#ctx0" brushRef="#br0" timeOffset="9583.52">16984 5192 178 0,'0'-1'113'0,"1"2"-35"16,0-1-10-16,0 2 3 0,0 1 8 0,0 0 8 0,1 3 9 0,-1 0 7 16,-1 1 0-16,0-1 1 0,-1 2 0 0,0 0-8 0,0 2 4 0,0-1 0 15,0 3-7-15,1-2-3 0,0 3-7 0,0 2-7 0,1 0 2 16,1 3 1-16,1 1-5 0,1 0-2 0,1 1-10 0,1 0-3 0,0-1-4 16,2 1 2-16,0-2 5 0,2-1-2 0,0 0-10 0,2-2-17 15,1 0-6-15,0-2-9 0,0 0 1 0,-3-2-2 0,2-3 6 0,-2-1 4 16,1-2 3-16,0-1-1 0,0-1-3 0,-2-2-7 0,0-1-4 0,0-1-2 15,0-1-5-15,0 0 0 0,0-1 2 0,-1-1-3 0,0-1-7 16,0 1-3-16,0-2-11 0,0 1-7 0,-2-1-17 0,1-1-21 0,-2 0-30 16,1 0-51-16,-1-1-52 0,1 0-61 0,0 1-45 0,0-3-27 0,2 0-11 15,0-3 6-15,2-1-79 0,3-2 98 0</inkml:trace>
  <inkml:trace contextRef="#ctx0" brushRef="#br0" timeOffset="19818.04">4293 7650 800 0,'5'5'22'0,"2"1"-4"0,5-1 7 0,4 2 0 16,0-2 2-16,1-1 0 0,3 0-2 0,1 0-3 0,1 0-5 0,3 0-6 16,1-1-6-16,1 1-3 0,5 0-3 0,1-1-1 0,2 2 1 15,3-2 0-15,-1 1 2 0,2-2-5 0,0 1 3 0,2 1-3 0,3 0-4 16,0-1 3-16,1 0-2 0,1 0 4 0,2-1 5 0,0 1 1 16,2 0-2-16,3-1 1 0,2-1-1 0,2 1 0 0,2-2 4 0,2 0-1 15,2-1 1-15,3-1 6 0,3-1 9 0,1-2 10 0,4-3 14 0,2-1 6 16,3 0-2-16,3-4-6 0,0-1-6 0,2 0-9 0,2-1-3 15,0 1 7-15,3-1 2 0,0-1 1 0,0-1 2 0,0-2-13 0,1-1-4 16,-1-2-3-16,0 1-4 0,1-2-4 0,-3 0-2 0,1 0-2 0,-2-1-8 16,-1 0-1-16,-1-2 2 0,-2 0-1 0,0-3 2 0,-3 1 1 15,-2-3 0-15,0 1-2 0,-3 0 1 0,-3-1-2 0,-4 2 1 0,-2-3-2 16,-4 1 1-16,-5 0 0 0,-1 0 13 0,-7 2-1 0,-3-3 1 16,-3 3 3-16,-4-5-7 0,-6 2 2 0,-2-1 0 0,-5-2 0 0,-4 0 1 15,-5-1-2-15,-5-2-1 0,-6 0-4 0,-3 0-6 0,-6-2-5 0,-5 1-6 16,-6-1-7-16,-5-1-7 0,-5 2-1 0,-7 1-6 0,-4-1-5 15,-6 1 7-15,-6 0 11 0,-3 2 14 0,-6 1 8 0,-2 1 12 0,-3 1-6 16,-3 0 7-16,-3 2 2 0,-2 0 0 0,-2 3 4 0,-3 2-3 0,-2 4 1 16,-2 0-8-16,-1 1 2 0,-2 3-7 0,-2 0-8 0,-3 3-1 15,-7 4-6-15,-2 3-4 0,-6 2 2 0,-4 5 3 0,-1 2 7 0,-5 1 1 16,-2 5 2-16,-3 3 3 0,0 1-2 0,-2 4 5 0,0 0 6 16,2 1 4-16,1 2 7 0,3 0 3 0,1 1 1 0,3 1-2 0,3 2-5 15,0 2-5-15,5 3-4 0,1 0-6 0,1 5 2 0,2-2-2 0,-1 5-3 16,3 2 0-16,1 4-10 0,2 3-1 0,-2 5 2 0,1 6 6 15,-1 6 4-15,-1 8 9 0,3 4 0 0,0 1 1 0,10-3-4 0,3-1-3 16,7-2-2-16,8-1-3 0,5 1 3 0,6 1 1 0,8-1-8 0,5 2-7 16,8-2-30-16,8-1-74 0,7-2-88 0,9-5-89 0,8-4-298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31T10:11:22.7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5900 7295 949 0,'10'2'57'0,"4"2"-19"0,6 2-5 0,0 0-12 0,0-1-4 0,1 0-1 15,-1-1 0-15,2-1-3 0,2 0-3 0,2 0-5 0,2 0-3 16,0 0-3-16,2 1-4 0,1 1-2 0,1 0-4 0,0-3 0 0,1 1 6 16,-2 0 2-16,2-1 2 0,-1 1 4 0,-1 0-3 0,1 1 1 0,-1-1 2 15,1 1-1-15,-2 1 2 0,0 0 6 0,0-1 4 0,0 0 7 16,0 0 5-16,3 0 6 0,0 0 5 0,2 0-1 0,1-1 0 0,2 0 3 15,0-1-9-15,2 1 1 0,2 0-3 0,-1-1-7 0,2 1 8 0,0 0 4 16,4 0 8-16,-1 0 6 0,3-2 0 0,0 0 0 0,4-1-5 16,2 0-7-16,0-2-5 0,4 0-4 0,0-2-4 0,1 1 1 0,3-1-6 15,0 1-6-15,1 0-6 0,1 1-1 0,-1 0-1 0,0 0 0 16,0 0-3-16,0 0-3 0,-1-1 2 0,-1 1 2 0,2-1 1 0,-1 1-1 16,0-1 4-16,2 0 2 0,1 0 5 0,2-1 2 0,2 0-2 0,1 0 4 15,-1-1-4-15,1 1 1 0,3 0-3 0,2-1-7 0,0 1 1 16,-1 0-2-16,1 0 2 0,1-2-1 0,1 0 0 0,-1-1 2 0,1-1-2 15,0 1 3-15,1-1-5 0,-3 0 5 0,2 0-2 0,-2 1 1 0,-1 0 2 16,-3 1-6-16,0 1 5 0,-2 0-1 0,0 2 0 0,-1 0 3 16,-3 1-3-16,1 0 3 0,-3 1 3 0,-2-1-2 0,-1 1 1 0,-2 1 2 15,-1 0-2-15,-2-1 4 0,0 1 2 0,0-1-3 0,-1 0 4 16,0 0-5-16,-1-2-3 0,1 1-2 0,1-2-5 0,-1-1 4 0,-1 2-2 16,3-2-1-16,-4-1 0 0,-1 1-4 0,0-2-1 0,-3 1 7 0,-1 0-2 15,0 0-3-15,-3-2 0 0,-2 0-5 0,-3 1 4 0,1-1 5 16,-4 2 1-16,-2-2 1 0,-1-1-3 0,-2 0-3 0,0-1 4 0,0 0-1 15,-4 0 0-15,-1-1 0 0,-4 0-1 0,-1 0-2 0,-3-1 6 16,-3 1-1-16,-1-1-7 0,0-2 5 0,-3-1 0 0,-2 2 9 0,-1-3 5 16,-3 0 0-16,-1-1 0 0,-4-2-12 0,-1-1-2 0,-5-2-5 0,-2 0-1 15,-4-2-5-15,-4 0-4 0,-4-3-6 0,-7 0 1 0,-2 0-3 16,-7-1 6-16,-6-2 4 0,-5 0-2 0,-4-1 9 0,-3 0 0 0,-5 1 1 16,-4-1 2-16,-3 0-1 0,-3-1-1 0,-3 1-4 0,-2 0-1 0,-1 2 7 15,1-1-2-15,-3 2 8 0,-3 0 3 0,-3 1-4 0,-3-1 4 16,0 4 1-16,1-1-1 0,0 2-3 0,0 2-4 0,0 0-4 0,-2-1 5 15,2 1-1-15,-2-1-4 0,1 1 8 0,-1 2-19 0,-1-1-1 16,-3 1 4-16,-1 2-8 0,-2 0 7 0,-3 2 2 0,-2 1-4 0,-2 2-5 16,-2 0 9-16,-2 0-6 0,-1 2 6 0,-5 1 0 0,-2 2-1 0,-1 1 6 15,-1 4-4-15,-2-1 7 0,0 2-3 0,-2 1 1 0,1 1 6 16,-1 0-3-16,0 2 0 0,3-1 0 0,2 1 2 0,2 1 1 0,2 0 3 16,3 0 2-16,-1 0-7 0,3 0 2 0,1 1-2 0,0 0-2 15,2 1 2-15,2 1-5 0,-2-1 8 0,3 1-4 0,-1 2 0 0,-2 0 3 16,0 3-6-16,-1 2-2 0,-4 2 3 0,1 3-5 0,-3 3 4 0,-2 1 3 15,0 2-2-15,1 2 2 0,0-1 2 0,2 3 2 0,1 0 2 16,1 3-1-16,3 1 0 0,3 1-2 0,4 0 11 0,5-1-3 0,4 1-5 16,5-1 11-16,4 2-7 0,2 2 5 0,3 3 6 0,1 1-12 0,2 2-4 15,5 1-2-15,2-1-5 0,3 0-2 0,1-2 5 0,3 1-4 16,3 0 3-16,0 1 0 0,3 1-12 0,0-1 5 0,4-1 11 0,4 0-4 16,3-1 14-16,4-1-1 0,3 0-10 0,4-2 3 0,4-1 0 0,4 0 0 15,4-3-3-15,3 0 3 0,4-5 1 0,4-1-3 0,5-4 4 16,5 1-1-16,4-3 3 0,6-3-3 0,3-1 2 0,8-3 4 0,5-3-6 15,7-1 3-15,6-3-4 0,6-2-8 0,8-4 5 0,6-3-4 0,7-1-4 16,7-4 5-16,3 0-12 0,8-1-3 0,3 0-9 0,5-1-15 16,3 0-20-16,3 0-43 0,5 1-76 0,-1 0-105 0,0 1-165 0,1-2-425 15</inkml:trace>
  <inkml:trace contextRef="#ctx0" brushRef="#br0" timeOffset="20585.39">3716 6247 1248 0,'13'-1'124'0,"3"0"-119"15,5 1-11-15,1 1 5 0,-1-1 3 0,0 1 4 0,0-1 0 0,1 0-6 16,0 1-6-16,1 1-16 0,0 1-13 0,4 0-23 0,1 1-17 16,0 1-6-16,3 0 7 0,-2-1 11 0,2 0 29 0,1 0 16 0,0-2 13 15,3-1 12-15,-1 0 0 0,1-2 3 0,0-1 5 0,2-1 5 0,0-2 8 16,1 0 11-16,2-3 8 0,-1 1 4 0,1-2 4 0,3-2 0 0,-1 1-6 16,2-2 1-16,2 0-7 0,-1-1-7 0,1 0 1 0,-1 0-7 15,2 0-5-15,-3 0 1 0,1 1-5 0,0-1 1 0,1 0 6 0,-3 0 1 16,0 1 4-16,1-2-6 0,1 1-5 0,0-1-7 0,-1 0-4 0,0 0-3 15,-2 0 1-15,1-1-1 0,-1 1-3 0,1 1 3 0,-2-1-5 16,-2-1 3-16,1 0 2 0,-3-1 3 0,-1-2 2 0,-2 0 2 0,0-2 0 16,0 0 4-16,0-1-3 0,-1 0-4 0,-2-2-1 0,-1-1 3 0,-3 1 1 15,0-2 3-15,-2 0 3 0,-2 1-9 0,-3-3 7 0,-2 2-1 16,-2-1-4-16,-1 1 4 0,-1-1-5 0,-4 0 2 0,-2-1-1 0,-1-1-7 16,-4-1 3-16,0-1-3 0,-4 1 1 0,-3-1 2 0,0 2-3 15,-4-2 3-15,-2 2 3 0,-3-2-1 0,-2 1-5 0,-2 0-1 0,-1 1 3 16,-4-1 0-16,-1 1 3 0,-2 1-1 0,-2-1-8 0,-2 1 0 0,-4 0-3 15,0 3-1-15,-5 0 2 0,-2 0-1 0,0 2-1 0,-3-1 2 16,0 0-1-16,-2 0-1 0,-2 1 4 0,0 2 0 0,-2 0 0 0,0 3 4 16,-1 0-4-16,-2 4-3 0,-1 0 3 0,-1 2-3 0,-3 1 5 15,0 3-4-15,0 1 1 0,-3 4 5 0,-2 2-2 0,-1 2 4 0,0 5-2 16,0 2-2-16,1 2-1 0,-1 2 1 0,2 3 2 0,0 2-8 0,-1 5 4 16,1 2 0-16,0 4-8 0,0 1 2 0,0 1-6 0,1 0 3 15,2 1-7-15,0 1-2 0,3 2-8 0,1 0-14 0,0 1-7 0,4-3-20 16,1 1-5-16,3-2-20 0,4 0-17 0,2 0-5 0,3 0-27 0,2-1-14 15,3-1-20-15,1-1-42 0,3-1-67 0,3 1-281 0</inkml:trace>
  <inkml:trace contextRef="#ctx0" brushRef="#br0" timeOffset="47971.56">11753 5873 1047 0,'-49'5'117'0,"-6"1"-39"0,-14 1-31 0,7 0-24 0,6 1-13 0,2 0-6 16,-1 0-10-16,-2 3-9 0,-2 0-17 0,-2 1-28 0,-1 2-31 15,-5 0-15-15,-2 2 4 0,-3 0 25 0,-4 2 31 0,1 0 24 0,-5-1 15 16,-3-2 12-16,-1 2 15 0,-6-1 20 0,1 2 18 0,-5-1 17 16,-2 1 10-16,-3 1-3 0,-2 1-3 0,-3 3-10 0,-4 1-19 0,0 1-14 15,-5 2-18-15,-1 1-6 0,-2 3 1 0,-4 0 4 0,0 3 0 0,-1-1-2 16,-2 2-3-16,2 0-3 0,-3 1 2 0,-2 3-2 0,1-1 2 16,-2 0 1-16,1 1 3 0,-2-1 2 0,1 2 0 0,0 1 7 0,0 1 2 15,3 0 2-15,-3 1-4 0,1 0 0 0,2 0 0 0,-1 3-5 16,2-3-2-16,1 1-8 0,0 1-5 0,3-3 2 0,1-3 3 0,4-3 0 15,5-5-9-15,3-2-15 0,4-5-69 0,3-4-94 0,5-6-133 0,5-5-469 16</inkml:trace>
  <inkml:trace contextRef="#ctx0" brushRef="#br0" timeOffset="48205.56">5343 6194 1170 0,'42'10'117'0,"6"2"-7"0,18 3-22 16,3-1-20-16,0-3-9 0,5-1-12 0,8-1-15 0,6 1-10 0,2-1-8 15,7 1-10-15,3 2-4 0,2-1 0 0,6 2-9 0,3 2 3 0,1 1-2 16,3 2-1-16,0 4 4 0,1 2 5 0,1 1 1 0,2 2 2 16,1 1-3-16,2 2-7 0,-1-1-2 0,4 2 4 0,1 0-4 0,3 1 3 15,3-1-2-15,1 1-2 0,2-2 5 0,2 2-1 0,3 0 1 0,2 1 1 16,1 0-3-16,3 3-4 0,1-2-10 0,4 1-21 0,1 1-55 15,3-3-90-15,1 3-86 0,3-2-407 0</inkml:trace>
  <inkml:trace contextRef="#ctx0" brushRef="#br0" timeOffset="55771.79">3647 8865 768 0,'-11'-8'178'0,"1"0"-161"0,-2 1 10 0,5 4-13 16,4 2-3-16,1 1 3 0,0 0-1 0,0 0-8 0,0 0-9 0,1 0-11 15,1 0-8-15,1 2-11 0,1-1-4 0,1 2-1 0,1 0-8 0,1 0-8 16,1 0-16-16,0 0-15 0,1-3-4 0,0 0 13 0,1-2 17 16,-1-1 20-16,0 0 16 0,0-1 13 0,-1 0 6 0,0 0 7 0,-1 0 6 15,0-2 7-15,-2 2 3 0,0-1 6 0,0 0 9 0,0 0 3 0,1 1 7 16,-1-1 3-16,1 1 5 0,0 0 3 0,0 0 6 0,0 0 1 16,1 0-5-16,1-1-8 0,0 1-8 0,1 0-12 0,-1 1-10 0,1 0-5 15,2 0-5-15,1-1-4 0,2 1-3 0,1 1-1 0,1 0-3 16,2 0-4-16,2 2 1 0,0 0-4 0,1 0 1 0,0 2 0 0,1-1 1 15,1 1 2-15,3 1 3 0,0 0 0 0,2 0 0 0,0 0 0 0,0 0 1 16,-1-1 0-16,0 2 2 0,2 0 1 0,0-2 1 0,2 2-1 16,1-1 3-16,-1 0 0 0,2 1 2 0,0 0-1 0,2 1 3 0,1 0 0 15,1 0 3-15,2 1 8 0,-1 0 3 0,2-1-1 0,-1 1-7 0,4-2-5 16,2 2-5-16,0-1-1 0,3 0 3 0,-1 1 0 0,4-1 1 16,0 0-4-16,2-2-1 0,1 1 2 0,2-2-3 0,1 0 1 0,1-1 4 15,2 0-3-15,0-1 6 0,0 1 0 0,1 0-6 0,-2-1 3 0,-1-1-9 16,1 1 3-16,-1-1 3 0,0-1 0 0,-2 2 1 0,-1-2 3 15,1-1 2-15,-2 0 2 0,0-1 5 0,-2-1-1 0,-1 0 2 0,1 0-3 16,1 0-5-16,0-1-1 0,1-2 0 0,-3 0-1 0,0-2 0 16,-3-1-1-16,1-2 1 0,2-1 1 0,-2 0 2 0,-1-4-1 0,-3 0 1 15,-1-3 4-15,-3 0 1 0,-2-3 4 0,0-1 7 0,-4-4-1 0,-1-1 5 16,-2-6 1-16,-1 0-3 0,-2-5 6 0,-1-1-2 0,-2-1-4 16,-3-2-1-16,-3-3-12 0,-3 1 3 0,-4-2-6 0,-5-2-3 0,-3-1 0 15,-4-5-14-15,-5 0-6 0,-4-1-12 0,-7 0-8 0,-6 0 1 0,-4 3-5 16,-8 1-3-16,-4 2 12 0,-7 2-5 0,-7 2 6 0,-6 2 3 15,-7 3-8-15,-8 4 7 0,-5 2 5 0,-6 5 5 0,-6 2 9 0,-1 3 5 16,-6 3 0-16,-3 4-2 0,-3 7-1 0,-4 6-1 0,2 6 10 16,-1 7 2-16,-2 7-1 0,-3 9 3 0,2 7-9 0,2 5 5 0,7 2 2 15,6 4-2-15,8 0-2 0,6 1-9 0,7 1-12 0,8 0-11 0,6 0-9 16,9 1-48-16,9 0-75 0,7 1-84 0,10 1-338 0</inkml:trace>
  <inkml:trace contextRef="#ctx0" brushRef="#br0" timeOffset="56472.06">8250 8694 710 0,'-8'-8'84'0,"2"0"-56"0,-2 0-12 0,4 4-11 0,3 2-2 0,0 1-6 16,1 1-3-16,0 0-6 0,1 0-2 0,0 1 0 0,1 1-5 16,0 1 2-16,1 1-1 0,1 2 2 0,0 0 5 0,2 2 4 0,1-1 2 15,1-1 1-15,1 2 1 0,1-2 2 0,1 0-1 0,2-1 1 0,1 0-1 16,1-2-3-16,4 1 3 0,3-2 0 0,1 1 0 0,5-1 2 16,0 1 1-16,3-1 1 0,0 1 4 0,2 0 1 0,4-1 1 0,2 2 6 15,2 0 5-15,2 1 7 0,2 0 8 0,3-1 12 0,3 1 4 16,2-2 8-16,3 0 4 0,3 0-5 0,1-1 0 0,3 1-8 0,0-1-3 15,3-1 0-15,0 0-2 0,1-1 0 0,0-1 0 0,0 0-6 0,1-1-1 16,1 0 0-16,0-1-4 0,2-1-3 0,-1-1-5 0,-1-1-9 16,0-1-3-16,-2 0-1 0,-3-1-4 0,2-2-3 0,0 0 1 0,-1-2-4 15,0 0 0-15,-2-2-4 0,-1 1-5 0,-1-1 1 0,-2-1-4 16,-2 1 5-16,-3-1 2 0,-3-2 2 0,-3 0-1 0,-3 0 3 0,-1 0 4 16,0-3 1-16,-4-1 8 0,-2 0-1 0,-1-2 2 0,-3-1 4 0,0 1 2 15,-4-1 1-15,-1-2 1 0,-4-1 0 0,-1-2 0 0,-4-3-6 16,-2 1-1-16,-4-3-1 0,-2 0-3 0,-5-4-12 0,-4 0-1 0,-4-3-14 15,-4 0-2-15,-6 0-2 0,-5-1-9 0,-6-2 2 0,-5 0-6 0,-5 2 6 16,-5 0 7-16,-4 0 6 0,-6 1 8 0,-2 0 9 0,-2 2 11 16,-4 1 11-16,-1 1 0 0,-1 2 0 0,-3-2-5 0,0 1 2 0,-1 3 2 15,-1-1-5-15,-1 3-1 0,1 0-8 0,-1 1-10 0,-2 0 1 0,-2 2-6 16,-1 2-2-16,-1 2 2 0,0 2-1 0,-2 1 2 0,-1 3 0 16,-1-1 2-16,1 2 1 0,-1 1-1 0,-1 4-1 0,-3 0 4 0,-3 3-2 15,0 2 4-15,-5 3 3 0,-1 5-1 0,-1 4 2 0,-3 4-2 0,2 5-5 16,-3 4 5-16,2 6-4 0,-3 5 5 0,2 5 0 0,-1 2-4 15,5 6-3-15,3 1-6 0,3 1-6 0,6 3-12 0,3 4-57 0,2 3-92 16,3 3-105-16,2 6-125 0,3 7-289 0</inkml:trace>
  <inkml:trace contextRef="#ctx0" brushRef="#br0" timeOffset="89221.82">14850 9148 763 0,'-2'-6'435'0,"0"0"-330"0,-1 0-40 0,2 5-62 0,1 1-20 16,1 2-6-16,0 2-5 0,1 2 7 0,1 2 4 0,-1 2 2 15,2 1 10-15,1 0-3 0,0 0 6 0,0 3-1 0,0 0-4 0,1 0 4 16,0 0-1-16,-1-2 3 0,1 2 9 0,0 0-6 0,0 0 5 0,0-1-2 16,0 2 6-16,1-1 9 0,-1 0 6 0,0-1 10 0,0 0 3 15,0 2 5-15,1-1 0 0,0 0-2 0,-1-2-7 0,1 0-8 0,0 0-9 16,1 0-5-16,0-1 2 0,0 0-3 0,0 0 1 0,1 0-2 0,-3 1-6 16,2-1-1-16,0-1 1 0,-1-2-5 0,1 0-1 0,0 0 3 15,-2-1-7-15,1 0 2 0,-1-2-8 0,-2 0-9 0,1-1-11 0,0 0-17 16,-1-2-42-16,-1-2-41 0,0 0-29 0,0-2-28 0,-1 0-10 0,1-3-10 15,-2-2-12-15,1-3-84 0</inkml:trace>
  <inkml:trace contextRef="#ctx0" brushRef="#br0" timeOffset="89721.16">14511 9148 920 0,'-5'-8'186'0,"0"0"-29"0,-1 0-44 0,3 0-34 15,1 2-14-15,2-1-11 0,1-1-9 0,1 2-11 0,1-1-10 16,1 0-3-16,2-1-5 0,1 1 0 0,3-1-6 0,1-1-3 0,1 1-3 16,3 0-2-16,1 0 6 0,1 1 5 0,-2 0 5 0,2 0 3 15,1 0 0-15,1 0 1 0,-1 0-3 0,4 0 4 0,1 0-11 0,-1 0-4 16,3 2 0-16,-3 0-2 0,1 2-2 0,0-1 3 0,0 1-3 0,2 0-3 15,-1 1 6-15,2 0-8 0,0 2 1 0,-1 0 0 0,2 2-4 16,0 0 2-16,1 2 2 0,-1 0-5 0,1 0 3 0,0 2 2 0,0 1-4 16,-1 1 2-16,-3 1-3 0,2 1-3 0,-2 1 4 0,1 0 3 0,2 2-1 15,-2-1 1-15,0 0-3 0,-2 1 1 0,-1 0-1 0,-2 1-3 16,-2 1 0-16,1 1-3 0,-1-1 6 0,-1 2-2 0,1 1-1 0,-1 1 2 16,-2-1-7-16,-1 3 0 0,-1 0 8 0,1 0-3 0,-1 2-1 15,-1 2-8-15,-2 1-13 0,0 3-10 0,-1 0-27 0,-2 2-30 0,-2-1-26 16,-3 2-3-16,-2-1 10 0,-3 2 21 0,-3-2 22 0,-3 0 10 0,-3-2 9 15,-3-1 14-15,-6-2 15 0,-1-1 16 0,-3-4 18 0,-2 1 12 16,-1-3 2-16,-2-2 0 0,0-2 0 0,-2-3-4 0,-2-3-2 0,-1-1-3 16,0-2 2-16,-1 0 11 0,2-4 15 0,1 1 22 0,-1-3 12 15,2-1 15-15,-1-2 2 0,3-2 0 0,-2-2-9 0,2-1-18 0,0-3-11 16,1-2-18-16,0-3-11 0,2-2-1 0,0-4-12 0,2 0-7 16,2-2-2-16,0-2-6 0,1-2 0 0,0-3 3 0,0-1 2 0,1-5-2 15,-1-1 6-15,3 0-6 0,3-4-4 0,0 2 2 0,2 0-7 0,1 0-2 16,2 2-13-16,3 4-16 0,1 2-13 0,1 2-11 15,2 2-9-15,1 2-17 0,1 4-40 0,2 3-67 0,1 2-89 0,1 1-83 0,1 0-82 16</inkml:trace>
  <inkml:trace contextRef="#ctx0" brushRef="#br0" timeOffset="96321.99">14981 10287 469 0,'-2'-6'74'0,"0"0"-9"15,0 0-17-15,2 1-13 0,1 1-10 0,2 0-8 0,0 0-3 0,2 0-7 16,0 0-2-16,1 0-2 0,1 1-4 0,0 0 2 0,0 0 2 0,0 1-4 16,0 0 1-16,0 1-2 0,1 0 0 0,-1 0 4 0,0 0-1 15,0 0 4-15,-1 0-2 0,1 0 5 0,0 0 5 0,0-1 1 0,1 1 2 16,0 0-1-16,0 0 1 0,1 1 3 0,-1-1 2 0,1 1 6 0,0-1-2 15,-1 1 3-15,1-1-1 0,0 1 0 0,0-1-2 0,-1 1-2 16,0 0-1-16,-2 1-1 0,-1-1-2 0,1 1 0 0,-1-1-4 0,-1 0 0 16,-1 1 0-16,-1-1 0 0,0 1 5 0,0-1-8 0,-2 1 3 15,1-1 0-15,-1 1-3 0,0 0-2 0,0 0 2 0,0 1-7 0,-1 0 1 16,-1 1 3-16,0-1-8 0,0 0 6 0,-1 0-3 0,-1 2-3 0,0-1 4 16,-1 1-1-16,2 0 3 0,-2-1 1 0,-1 0 1 0,-1 0 3 15,0 0-3-15,-1 0 4 0,0 0 0 0,-1 0 1 0,1 0 2 0,1 0-1 16,-2-1 3-16,1 0-3 0,0 0-3 0,-1 0-2 0,0 1-4 0,1 0 1 15,-1-2-1-15,0 1-5 0,0 0 1 0,0 0-2 0,0 0 1 16,-1-1 1-16,1 1-2 0,1 0 3 0,-1-1-1 0,0 0 1 0,-1 0 3 16,0 0-4-16,2-1 2 0,-1 0-3 0,2 1 3 0,0-1 2 15,-1 0-3-15,1-1 0 0,1 0 2 0,0 0-2 0,2 1 4 0,0-1-4 16,1 1-6-16,1 0-2 0,1 0 0 0,0 0 4 0,1 0-3 0,1 0 1 16,0 0-5-16,0 0 2 0,1 0 5 0,1 0 5 0,1 0 8 15,1 0 7-15,1 1-2 0,2 0 2 0,0 1-1 0,2-1-4 0,-1 1 1 16,2 1-4-16,0 0-2 0,0 1 2 0,0 0 0 0,0-1 2 0,-1 1 0 15,1 0-4-15,-1 2 3 0,1-1 0 0,-1 0 1 0,0 1-5 16,-2 1-4-16,2 1 0 0,-1 0-3 0,0 2 1 0,0-1-2 0,0 1 0 16,0 0 0-16,-1 1 2 0,1 1-3 0,0-1-4 0,0-1-6 15,-2 0-2-15,-2 0-5 0,-1 1-1 0,-2 0-9 0,-2 0-9 0,-1 2-4 16,-2-2-12-16,-2 2-1 0,-3 0-2 0,-2 0 4 0,-2 1 16 0,-1-2 18 16,0 1 16-16,-2-1 16 0,0-2 9 0,1-2 12 0,0-1 15 15,0-1 13-15,1 0 8 0,2 0-1 0,2-1-7 0,2-1-10 0,1 1-9 16,1-1-6-16,0-1-4 0,1 1-6 0,2 1-8 0,-1 0 3 0,1 1-4 15,0 1 4-15,0 0-2 0,1 2 1 0,1-1-9 0,-1 0-6 16,1 1 0-16,1 1-9 0,0 0 11 0,2 0-5 0,1 1-1 0,1 0 0 16,2 0-1-16,0 0-2 0,3-2 3 0,1 1-3 0,4-1 0 15,1 0 1-15,1-1-2 0,2-2-1 0,2 0-2 0,0-2-3 0,2-1-1 16,1-2 4-16,-1 0-9 0,0-1 2 0,0-1-2 0,-1 0-3 0,1 1-2 16,-1-2-8-16,-1-1-6 0,-1 0-8 0,-2-1-9 0,-2 0-9 15,0 0-14-15,-1-2-16 0,-2 1-15 0,-2-2-29 0,1 0-30 0,0 0-29 16,-1-2-29-16,-1 0-12 0,-1-4-7 0,-1-3-102 0</inkml:trace>
  <inkml:trace contextRef="#ctx0" brushRef="#br0" timeOffset="96824.83">14812 10285 2076 0,'-17'-7'142'0,"3"0"-9"0,-4-2-48 0,7 3-32 16,5 2-14-16,2 0-15 0,2 0-16 0,3 0-5 0,0 1-6 0,2-1-3 15,1 0 1-15,2 0 0 0,3-1 2 0,4 0 0 0,2-1-5 16,5-1-2-16,3 0-1 0,3 0 4 0,5 0-3 0,2 2-19 0,2-1 2 15,2 2-8-15,1 1 2 0,2 0 5 0,1 1-8 0,0 1 2 16,2 1-2-16,0 1 4 0,2 0 5 0,2 0 4 0,-2 2 13 0,1 0 1 16,-2 2-1-16,1 1 4 0,-4 1-6 0,-1 1 0 0,-1 1 6 0,-3 1 2 15,-2 2 4-15,0-1 4 0,-3 3 2 0,0 1 1 0,-3 2 0 16,0 1 3-16,-1 3 2 0,-1 2-2 0,1 0-4 0,-2 5 0 0,0 3-2 16,-3 1 5-16,-1 1-2 0,-2 1-3 0,-1 0 5 0,-3 3-7 15,-1 1-2-15,-2 0 0 0,-1 1-12 0,-3-2 5 0,-4 2-8 0,-1-1 1 16,-4 0 1-16,-2 0-13 0,-4-3-7 0,-3-1 0 0,-3-1 4 0,-4-1 5 15,-2-1 6-15,-2-2-4 0,-4-1 2 0,-3-3 4 0,-3-2-1 16,-4-2 9-16,-1-2 2 0,-2-2 8 0,-2-1 7 0,-3-2 5 0,-3-5 5 16,-2-1 1-16,-2-2 12 0,-3-3 7 0,-1-3 8 0,-2-1 10 0,-3-3 8 15,-1-3 4-15,1-2-2 0,-2-3 0 0,1-2-7 0,1-1-3 16,-2-1-7-16,2-5-2 0,-1-2-5 0,1-3-1 0,1-4-6 0,0-1-7 16,2-4-3-16,3 0-11 0,1-1-7 0,5 2 2 0,2 2-18 15,4 4-9-15,7 3-1 0,5 4-8 0,4 2-5 0,6 2-9 0,2 3-5 16,3 2-25-16,4 0-21 0,4 1-49 0,2-1-69 0,4-2-95 0,4-2-133 15,5-6-116-15,9-7-100 0</inkml:trace>
  <inkml:trace contextRef="#ctx0" brushRef="#br0" timeOffset="130789.95">12605 10777 107 0,'-5'-1'72'0,"1"-3"4"0,-1 1-2 0,-1 0 4 0,1 2 0 0,0-1-7 16,1 2-10-16,0-1-9 0,0 0-6 0,0 2-6 0,0 0-5 0,1 1-13 15,0 1-4-15,1 0-7 0,0 0-6 0,1 0 2 0,0-1-7 16,1 2 1-16,0-1 2 0,1 1 4 0,1-1 0 0,0 0 3 0,0 0 7 16,2-1 4-16,0 0 9 0,1-1 6 0,2 1 5 15,0-1-4-15,1-1 0 0,1 0-1 0,1 0-3 0,1 0 1 0,2 1-2 0,1 0-2 16,0 0-5-16,2 0-11 0,2-1-4 0,1 1 1 0,0-1 3 0,0 0 14 15,0 0 3-15,-2 0 2 0,1 0-2 0,2-1-7 0,-1 0 1 16,1 1-2-16,0 0 11 0,-1 1 4 0,1 0 2 0,1 0 0 0,1 1-4 16,1 1-1-16,1 0-3 0,1 1-5 0,1 0-7 0,0 0-10 15,2 1-4-15,0 0-1 0,0 1-2 0,2 1 2 0,-1 0-2 0,2 1 0 16,0 0-2-16,0-1 2 0,-2 1-1 0,0-2 2 0,-3 1 3 0,2-1-3 16,0-1 10-16,0 0 2 0,0-1 8 0,0 0 7 0,-2-2 3 15,2-1-9-15,1 0-9 0,1 0-8 0,1-2 4 0,1 0 6 0,-1-1 9 16,0-1-2-16,0-1-9 0,0-2-2 0,1 0-3 0,2-1 3 0,-2-1-5 15,1-1-2-15,-2-1-5 0,1 0-2 0,0-1 0 0,1 0-2 16,1 0 0-16,-1-1-9 0,-2-1 10 0,0-2 1 0,-2 0 4 0,-1 0-2 16,-1-1 4-16,1 0 4 0,-3-1-3 0,0 1 9 0,-1-3-2 0,-3-1-5 15,1 1 6-15,-2-2-6 0,-2 0-3 0,0 1 6 0,-1-2-8 16,-2 0 2-16,0-1 2 0,-1-1-7 0,-2 0 4 0,-2-4-2 0,-3 0-5 16,0 0-4-16,-2 0-3 0,-2 1-4 0,-3 0-4 0,-1 0-1 15,-3-1-4-15,-2 1-6 0,-1-2-7 0,-5 2-6 0,-4-1 9 0,-4 0-2 16,-3 1 10-16,-4-1 5 0,-3 2 1 0,-4-2 5 0,-3 3 6 0,-5 0 2 15,-2 1-1-15,-2 2 8 0,-2 0 0 0,0 1 3 0,-4 1 2 16,2 1-2-16,0 1 2 0,-1 1-3 0,1 1-6 0,-3 2-5 0,-3 3 2 16,0 2 3-16,-2 0 4 0,3 2 1 0,2 1 1 0,1 2-6 0,1 1 0 15,-1 0 4-15,-2 3-5 0,2 1 1 0,0 2 2 0,0 3 7 16,0 1 0-16,2 1 2 0,1 2 3 0,1-1-3 0,3 3 4 0,3 2 1 16,3 1-3-16,0 1 2 0,2 2-4 0,0 0-1 0,3 2 3 15,2 0-6-15,2 2-2 0,0 1-3 0,3 3-3 0,-1 0-1 0,4 3 0 16,-1 0-1-16,2 2 1 0,2 1-10 0,0-2 8 0,2 2-4 0,1-2-3 15,1 1 6-15,3-1-7 0,1-2 4 0,4-2 3 0,-1 0 4 16,2-3-3-16,1 1 2 0,1-1 3 0,1-1 1 0,0 0 8 0,2-1 1 16,0-2 2-16,2-1-3 0,1-1-3 0,2-2 0 0,1-2 3 0,1-2-7 15,1-1 8-15,0-1-7 0,2 0 1 0,2-2-1 0,-1 0-8 16,1-1-3-16,1-1-18 0,1 0-12 0,3 0-25 0,1 0-31 0,0 0-45 16,1 0-67-16,1 0-124 0,1 1-112 0,-1 0-142 0</inkml:trace>
  <inkml:trace contextRef="#ctx0" brushRef="#br0" timeOffset="138307.46">4428 12257 491 0,'-14'1'-2'0,"1"-1"35"0,-3 0-2 0,6 0 12 0,3-2 0 16,0 0-4-16,1 0-6 0,0-1-8 0,1-1 0 0,1 1-7 0,1-2-5 15,1 0-5-15,0 1-2 0,2-1 0 0,0-1-2 0,1-1 3 16,1-1-4-16,2-2 1 0,0-1 2 0,2 0 1 0,1-3-3 0,0 0-3 16,3-1 0-16,1 1 0 0,2-2-1 0,3 0 4 0,0-2-4 0,2 3 3 15,1-2 4-15,-1-1-6 0,3 3 6 0,1-3-5 0,3 0-1 16,0 0 1-16,1 2 0 0,0-1 4 0,0 1-3 0,0 1 0 0,2 2 1 16,0-1-1-16,3 1 6 0,0 1-2 0,3 0 2 0,-1 3-1 0,2-1 0 15,-1 0 5-15,0 2 4 0,4 2 4 0,-2 1 5 0,3 4-5 16,-3 1 0-16,-1 3-6 0,2 2-2 0,-2 2-1 0,0 3-2 0,-2 1 0 15,-2 1-3-15,-1 0-4 0,1 1 0 0,-1 1-1 0,1 1 0 16,-1-1 0-16,1 2-4 0,0 1 2 0,1 0 0 0,-2-3 1 0,2 1 1 16,-1-1 4-16,2-2-7 0,-2-1 1 0,1-1 2 0,0-2-10 0,0-1 5 15,0 0 0-15,-1-1 0 0,-1 0 5 0,-1 0 4 0,-2 0-3 16,1-2 0-16,-3 0-1 0,2 1-1 0,-1-2 3 0,1 1 2 0,-1 0-1 16,0 0-4-16,-1 0-1 0,-1 0 0 0,-1 0 2 0,-2 0 5 15,1 0-2-15,1 1-1 0,-1-2 4 0,2 0-1 0,-1 0 3 0,-2 0 3 16,1-1-5-16,1 1 3 0,0-1-5 0,2-1 0 0,-2 0 2 0,2 1-3 15,-2 1 3-15,0-1-5 0,2 1 3 0,-2 1-2 0,3-1-1 0,-2 2 2 16,0 1-6-16,-1 0 6 0,-1 0-3 0,2 0-4 0,-1 0 3 16,-2 2-2-16,1 0 1 0,-2 0 5 0,-1 0 3 0,0-2-5 0,-1 1 1 15,0 0 0-15,0 0 0 0,0-2 3 0,1 2-3 0,-3-2 4 16,1 1 0-16,0-1 4 0,-1 0 4 0,1-1 3 0,2-1-3 0,0-1 4 16,-1 0-1-16,0-2 5 0,1 0-1 0,-1 0-1 0,3-1-4 0,1 0-2 15,0-1 0-15,1-1-2 0,1 1-2 0,-1-1 1 16,1 0 2-16,0 0-4 0,1 1 7 0,-1-2-7 0,1 2 1 0,-1 0 3 0,-2-1-2 15,1 1 10-15,0 0-2 0,-1 0 0 0,3 0 0 0,-1 0 1 0,-1 1 2 16,0 0-4-16,-1-1 0 0,1 0-12 0,2-1 3 0,1 1-2 16,2-1 1-16,0 0 4 0,1 0-12 0,-1 0 0 0,2 0-2 0,0 0-2 15,2-1 1-15,-1 1-3 0,2-1 0 0,-2 0-3 0,2 0 7 0,0 1-3 16,-1 3 1-16,1 0-3 0,1 3-8 0,-2 2-10 0,2 0-19 16,0 5-24-16,1 2-22 0,3 4-25 0,1 5-35 0,2 4-57 0,3 4-49 15,1 5-9-15,5 2 14 0,4 3 63 0,6 5-41 0</inkml:trace>
  <inkml:trace contextRef="#ctx0" brushRef="#br0" timeOffset="154035.25">23010 10018 2497 0,'-17'26'28'0,"0"3"-54"0,-1 8-6 15,6-1-17-15,6-6-20 0,4 3 5 0,3-4-2 0,2-2 15 0,2-4 22 16,0-2 15-16,-1-4 12 0,0-4 15 0,-3-3 13 0,1-3 12 15,-2-4 15-15,-1-2 12 0,0-2 10 0,-3-3 1 0,-1-2-7 0,-1-4-4 16,-2-3-12-16,-1-3-2 0,-2-2-8 0,-2-2-7 0,-2-4-5 0,-3 0-17 16,-3-5-1-16,-1 0-11 0,-4-2 1 0,-3-1 4 0,-4-2-6 15,-3 2 8-15,-3-1-6 0,1 6-1 0,-2 4 3 0,-1 7 0 0,-1 7 3 16,-1 8 2-16,-3 6 0 0,-1 9 4 0,-3 7 6 0,-4 6 1 16,-1 8 3-16,-1 5-14 0,1 5 2 0,2 7 0 0,0 7-5 0,3 4 12 15,4 8-7-15,3 4 3 0,2 2 8 0,6 4-2 0,0-1 14 0,7 2 14 16,1 1 17-16,5-3 13 0,4-1-8 0,6-5-7 0,5-9-6 15,9-6-15-15,6-6-4 0,7-2-16 0,7-3-8 0,4-1-6 0,7-3-1 16,5-5-1-16,4-3-5 0,4-4-2 0,3-5 0 0,4-3 4 0,1-2 2 16,2-5 1-16,1-2-3 0,-2-4-8 0,-1-4-1 0,-2-3-11 15,-3-3-6-15,-2-5-14 0,-4-2-28 0,0-3-25 0,0-3-19 0,-3-2-40 16,-1-2-36-16,-2-3-62 0,-2-2-90 0,0 0-104 0,-2-4-183 0,1-3-373 16</inkml:trace>
  <inkml:trace contextRef="#ctx0" brushRef="#br0" timeOffset="154405.25">23093 9725 3180 0,'1'0'92'0,"2"2"-32"16,3 4-13-16,4 3-5 0,2 5-9 0,4 4 5 0,0 4-1 0,3 2 6 15,-1 2 0-15,-3 3-22 0,-1 3 0 0,-1 2-14 0,-3 6 1 0,-1 1 7 16,-2 4 0-16,-2 2 8 0,0 3-9 0,0 0-7 0,0 2-1 15,0 0-10-15,1 5 14 0,3 3-6 0,-1 3-3 0,1 3 9 0,-1 0-23 16,1 1 15-16,1 1 5 0,0-3-9 0,1-1 12 0,0-1-16 0,0 0-13 16,1-1-2-16,0-1-10 0,2-1-8 0,0-2-3 0,2-3-16 15,1-2-11-15,3-3-10 0,-1-2-22 0,1-3-17 0,0-3-18 0,-2-3-23 16,0-1-23-16,-1-3-40 0,-3-3-51 0,-2-3-61 0,0-6-73 16,0-4-29-16,-1-5 8 0,-1-3-80 0</inkml:trace>
  <inkml:trace contextRef="#ctx0" brushRef="#br0" timeOffset="154719.25">23676 10908 2996 0,'-9'10'128'0,"2"2"-54"0,-1 5-28 0,4 3-34 0,3 4-3 0,1 5-3 15,3 4-6-15,0 2 3 0,1 2 8 0,1-1-4 0,0 1 4 0,0-2-4 16,0-1 0-16,1 0 4 0,0-3-5 0,0-2-19 0,3-3 15 15,1-2-15-15,2-3 2 0,3-3 11 0,0-1-19 0,4-3 13 0,1-3-3 16,-1-3-3-16,3-2 1 0,-1-4 2 0,-1-2 8 0,2-3 8 0,-2-3 3 16,0-3-1-16,0-3 0 0,-1-2 2 0,-1-2-4 0,-3-3-12 15,0 1 6-15,-2-3-1 0,-1 1-3 0,-3-3 12 0,0-2-16 0,-3-1-4 16,-2-2-3-16,-3-1-6 0,-2-3-3 0,-3 0-2 0,-2-1-6 0,-3-2-4 16,1 2-4-16,-2 2-9 0,0 4 8 0,-1 5-11 15,-3 3-4-15,1 5 6 0,-6 4-2 0,0 3 6 0,-2 2 1 0,-3 3 1 0,-1 3-10 16,0 4 2-16,-3 4 1 0,1 3-6 0,-2 5 0 0,2 4-7 15,-1 1-12-15,2 6-19 0,3 0-68 0,0 1-116 0,3 2-127 0,1-3-74 16,2 1-174-16</inkml:trace>
  <inkml:trace contextRef="#ctx0" brushRef="#br0" timeOffset="155585.25">23991 11227 2048 0,'9'4'895'0,"3"2"-811"0,4 3-29 15,3 1-43-15,0 0-8 0,4 1 3 0,2 1 0 0,-1 1 0 0,1 1-5 16,-3 0-8-16,-1 1 5 0,-3 1-8 0,-2 0-2 0,-2-3-23 0,0 2 4 16,-1-2-2-16,0 0-4 0,0 0 12 0,1-2-21 0,2 0-14 15,-1-1-12-15,2-2-12 0,2-2-15 0,2-1-7 0,-1-3-1 0,3-2 14 16,-1-3 19-16,0-1 26 0,2-4 18 0,-1-2 5 0,-1-3 5 0,1-1-5 16,-1-2 0-16,0-2-1 0,1 0 2 0,-1-2 5 0,2-2-1 15,1-1 5-15,-1 0 2 0,1-2-2 0,0 1 4 0,-1-1 4 0,-1-2 6 16,-4 1 15-16,0-2 13 0,-2-2 14 0,-2-2 11 0,-1 1 3 15,-3 0 4-15,-1 3-7 0,-4 0-5 0,-1 3-6 0,-3 2 0 0,-4 1 10 16,-1 5 8-16,-6 1 8 0,-1 4 2 0,-4 2-5 0,-2 2-1 0,-3 2-12 16,-3 2-4-16,-1 2-12 0,-4 4 1 0,-2 1 7 0,1 3 0 15,-2 2 3-15,2 2-6 0,0 2-1 0,3 1-2 0,1 1-1 0,2 2-1 16,-1 2-10-16,3 1-3 0,3-1-8 0,2 2-1 0,2 1-7 0,4-2 0 16,3 2-12-16,3 0-6 0,3 0 2 0,4 1-3 0,3-1 1 15,3-2-1-15,3 1-6 0,1-1 0 0,3 0 4 0,3 0 0 0,1-1 0 16,2 1 0-16,1-2-9 0,1 2 9 0,2 0 2 0,1 0-1 15,2 0 13-15,-1 0-7 0,0-1-12 0,-1 0 18 0,-3 0-6 0,1-1 2 16,-2 1 17-16,-1 0-12 0,-2-1 5 0,-3-1-2 0,-2-1-3 0,-3 1-5 16,-3 0-9-16,-4-3-6 0,-4 1-8 0,-2-1-18 0,-4-1-25 15,-3 0-32-15,-4-1-36 0,-4 0-29 0,-2 0-22 0,-4-2-24 0,-3-1 3 16,-1-1 31-16,-4 0 39 0,1-3 59 0,0 1 43 0,-1 0 28 0,1-2 18 16,2 0 9-16,3 0 4 0,2-2-9 0,5 0-10 0,3-2-13 15,3-1-32-15,3-1-34 0,1 0-30 0,3-2-20 0,2-1 12 0,1 1 23 16,2-3 25-16,1 1 25 0,3-1 12 0,2-2 10 0,1 0 2 0,3-2-3 15,3 0-7-15,1-1-6 0,2-1 0 0,3-2 2 0,2-1 7 16,1-3 8-16,2-1 3 0,1 0 7 0,-2-1 4 0,3-2 6 0,-1 2 18 16,2-2 21-16,-1 1 32 0,2-1 33 0,-3-2 22 0,2 1 7 15,-2-2-7-15,0 2-19 0,-1-1-21 0,-2 0-14 0,-1 2-16 0,-2-3-16 16,-1 1-7-16,-2-1-7 0,-3 2 2 0,-4 1 6 0,-3 2 4 0,-2 3 9 16,-2 2 7-16,-4 3 12 0,-2 2 8 0,-2 3 13 0,-3 4 8 15,-2-1 0-15,0 3-1 0,-3 2-16 0,-2 0-5 0,0 4-14 0,0 0-11 16,2 2-11-16,-1 0-13 0,2 2 4 0,1 1-12 0,0 2-2 15,3 2-4-15,0 2-12 0,3 0 3 0,1 2-5 0,1 2 2 0,3 3-5 16,2-1-1-16,0 2 1 0,3-1-5 0,1 1 5 0,1-1 1 0,3 1 0 16,0 1 1-16,2 0-2 0,1 0 4 0,2 0-2 0,2 1 4 0,1-1 4 15,0 2-11-15,2-2 12 0,1 0-4 0,1 0-1 0,1-1 4 16,-2 1 3-16,1-1 3 0,-1 0 4 0,-4-1-5 0,0-1-5 0,-3-1 1 16,-3-1 1-16,-1-1 7 0,-4-1-6 0,-2-1-3 0,-2-2-3 15,-2-2-9-15,-3-1-7 0,-2-3-17 0,-1-1-22 0,-1-1-19 0,-3-1-22 16,-2-3-12-16,-2-1-7 0,-2-2 9 0,0-1 16 0,-3-3 22 0,-2-1 30 15,0 1 19-15,1-2 20 0,1 0 12 0,2 0 6 0,5 0 1 16,-2 0-5-16,2 0-7 0,2 0-9 0,0 3-8 0,2-2-2 0,2 1-7 16,1 0-3-16,2 1-15 0,1 0-1 0,0 1 1 0,2 1 3 0,1-1 15 15,0 1 0-15,1-2 9 0,3 0 3 0,2 1 0 0,2 0 3 16,4-1-1-16,0 1 4 0,1 0 3 0,3 1 12 0,2 0 6 0,1 1 11 16,1 0 13-16,0 1 14 0,0 2 7 0,0 1 0 0,0 1-5 15,0 0-15-15,1 2-5 0,-1 1-14 0,0 0-10 0,-1 1-4 0,-1 0-10 16,0 1-4-16,-1 0-8 0,-2-1-16 0,-3 0-23 0,-1-1-53 0,-2 0-78 15,-1-1-99-15,-2-2-78 0,0 0-43 0,-2-1 3 0,1 1-79 16</inkml:trace>
  <inkml:trace contextRef="#ctx0" brushRef="#br0" timeOffset="156357.26">23508 11699 1979 0,'3'-11'164'0,"1"-4"-36"0,0-1-38 0,-1 4-1 16,0 4 3-16,-3 2-4 0,0 5-7 0,-2 0-11 0,-3 3-10 0,-3 1 7 15,-2 3-3-15,-5 4-4 0,-3 5-5 0,-3 3-11 0,-5 3-7 16,-4 5-7-16,-5 2-4 0,-3 4 1 0,-7 0-2 0,-1 5 4 0,-4 3-6 16,-5 4-5-16,-2 5 2 0,-4 3-5 0,-4 5 1 0,-2 3 8 0,-2 4-6 15,-3 5 8-15,1 2 1 0,-2 5 12 0,-1 3 2 0,0 0 4 16,3 1 1-16,1 2-5 0,2-2-3 0,4 0 1 0,2-2-5 0,3-3-12 16,3-2-3-16,3-4-11 0,3-2 4 0,2-1-5 0,2-3-1 0,2-1-2 15,2-1-4-15,2-2 0 0,-2-2 6 0,2-1 2 0,2-1-6 16,-1-4 2-16,3-3-22 0,0-3 10 0,0-1 2 0,2-6-5 0,1-2 3 15,2-2-31-15,1-6-13 0,2-1-17 0,0-5-21 0,2-4-6 16,0-1-34-16,1-5-33 0,2-1-43 0,1-5-71 0,0-1-76 0,2 0-80 16,0-3-53-16,0-1-28 0,1-1-205 0</inkml:trace>
  <inkml:trace contextRef="#ctx0" brushRef="#br0" timeOffset="156802.26">23326 12089 2171 0,'-3'-13'151'0,"1"-1"-23"0,1-3-20 16,1 0-18-16,1 2-8 0,1 0-34 0,0 2-17 0,0-1-8 0,2 1-8 15,1 1 0-15,1 1-3 0,0 1 3 0,0 0-1 0,1 1 1 16,1 3 2-16,0 1 1 0,1 3 3 0,0 4 11 0,4 3 13 0,1 3 14 16,3 5 9-16,2 3-2 0,5 8-14 0,4 5-14 0,2 6 0 0,4 6-7 15,3 8-6-15,2 6-3 0,3 7-13 0,3 8 2 0,1 5 0 16,-1 7 0-16,0 6-12 0,-1 7 10 0,-2 5-2 0,-1 7 6 0,0 2 13 15,-2 1-22-15,1 2 9 0,0 0-11 0,0 1 7 0,1 1 14 16,-1-6 5-16,1-5 21 0,2-3 6 0,2-8 8 0,0-2-18 0,0-5-12 16,1-3-10-16,-1-4-13 0,-3-3 0 0,-2-4-7 0,-3-6 3 0,0-5-4 15,-4-4 0-15,-4-7 0 0,-3-4-2 0,-6-8-8 0,-2-6 3 16,-4-6-9-16,-4-5-13 0,-4-6-12 0,-2-7-34 0,-3-3-25 0,-4-4-62 16,-2-3-37-16,-3-3-49 0,-4-2-80 0,-5-5-96 0,-3-3-135 0,-7-4-128 15,-7-3-133-15</inkml:trace>
  <inkml:trace contextRef="#ctx0" brushRef="#br0" timeOffset="180654.33">19529 13933 2202 0,'-11'8'38'0,"1"3"10"0,-1 8 0 16,6 5-15-16,6 3-16 0,2 6-10 0,4 5-4 0,2 6-3 15,0 6 2-15,0 2-2 0,0 2 0 0,-2 2 5 0,2 3-4 0,-1 4 1 16,0 3-5-16,2 3-4 0,0 3-2 0,2 2 3 0,-3 1 2 0,2-1-1 15,-1 0 2-15,-1-2-11 0,2 1 13 0,-1-1-2 0,-1-4 0 0,2-6 9 16,-2-4-9-16,-1-4-6 0,0-5 1 0,1-3-5 0,-2-6-5 16,-1-4-5-16,2-2-11 0,-1-4-7 0,1-2-21 0,-1-3-19 0,0-4-34 15,-1-3-39-15,0-2-73 0,0-5-82 0,-1 0-58 0,0-3-35 0,-1-4-17 16</inkml:trace>
  <inkml:trace contextRef="#ctx0" brushRef="#br0" timeOffset="181054.34">18067 14325 1552 0,'-12'-9'59'0,"3"1"42"0,0-1 15 0,8 4-16 0,4 2-24 0,3 1-34 15,6 1-15-15,3 1 2 0,5 2 7 0,4 3-3 0,3 2 2 0,2 3-2 16,3 1-10-16,4 5 4 0,3 3-7 0,3 3-7 0,2 3 1 15,2 2-2-15,2-1-3 0,3 2-5 0,4 1-8 0,0 1-2 0,3 0-2 16,3 1 11-16,2-2 0 0,2 0-9 0,0-3 5 0,0-2-7 16,1-1 5-16,-2-5 5 0,0 0-2 0,-2-3 1 0,-2-1 2 0,-1-2 2 15,-4 0 2-15,0-2 1 0,-4-1 4 0,-2-2-1 0,-3 0-2 0,-2-1 0 16,-2-2 0-16,-2 2-3 0,-4-1 1 0,-6-1-4 0,-2 0 1 16,-5-1-5-16,-1-1-10 0,-4 0-18 0,-3 0-39 0,-1 0-60 0,-3 0-90 15,-2 0-154-15,-2 0-140 0,-3 1-293 0</inkml:trace>
  <inkml:trace contextRef="#ctx0" brushRef="#br0" timeOffset="181554.33">19968 14467 1145 0,'-16'-6'598'0,"0"0"-419"0,-2 0 29 0,5 3-22 0,6 1-44 0,1 0-46 16,3 0-28-16,1 1-15 0,2 0-11 0,2 0-9 0,0-1-13 15,1-1-2-15,2 0 0 0,1-1-8 0,3 0-2 0,3-1-8 0,1 0-3 16,1-2 3-16,1 0-7 0,-1-1-9 0,2-1-11 0,1-1-19 16,0-3-12-16,-1-1-13 0,0-3-8 0,0 1 0 0,-2-4-7 0,-1 0 4 15,-1-1 6-15,-2-3 14 0,-1-1 20 0,-4-1 19 0,-1 0 18 0,-2 3 15 16,-2 0 7-16,-1 3 6 0,-3 3 10 0,-1 1 9 0,-2 1 17 16,-2 2 7-16,-1 3 3 0,-1 2 3 0,1 3-9 0,-1 2-8 0,-1 3-6 15,-1 3-13-15,-3 3-1 0,1 3-4 0,-2 2-5 0,0 6-6 16,1 2-4-16,0 3-7 0,1 4-4 0,-1 4-2 0,2 3-1 0,2 2 3 15,2 1-4-15,1 0-2 0,2 0 1 0,2-2-2 0,3-1 4 0,2 0 1 16,3-4 2-16,4-1-7 0,2-2 5 0,3-4 12 0,3-1-8 16,3-1 6-16,5-2-1 0,2 0-14 0,4-2 14 0,1-2 2 0,2 0-4 15,1-2 0-15,0-1-7 0,0-2-1 0,2 0 1 0,-4-3-1 0,1 0 0 16,-3-1-4-16,0-1-3 0,-2 0 1 0,0-1-12 0,-2 1-10 16,-1-2-17-16,-2-1-28 0,-2-1-30 0,-1 0-37 0,-1-1-54 0,-2-2-63 15,2 1-73-15,-1-3-112 0,1-1-69 0,-1-1-116 0</inkml:trace>
  <inkml:trace contextRef="#ctx0" brushRef="#br0" timeOffset="181854.33">20771 14178 2143 0,'-8'-13'127'0,"2"0"-4"16,-1-2-14-16,3 5-27 0,5 0-36 0,0 2-27 0,2 1-16 0,1 1-9 15,0 1-5-15,-1 3-2 0,-2 0-8 0,0 2 0 0,-3 0 4 0,0 2-7 16,-2 1 1-16,-4 3-4 0,-3 2 7 0,-3 1 3 0,-3 3 8 15,-3 1 1-15,-2 3 2 0,0 3 7 0,-2 0 4 0,1 0 0 0,1 2 4 16,0-1-1-16,3-3-5 0,3 0 12 0,1-1-5 0,4-1-6 16,3 0-7-16,3 0-5 0,2 0 2 0,4 0-2 0,1 0 5 0,3 1-6 15,3-1 0-15,3-1 6 0,3-1 1 0,1 0 8 0,3-1-1 0,4 0 6 16,2-1 4-16,4-2 4 0,1 0 9 0,2-1-6 0,0 0 2 16,1-1 6-16,-1 0-3 0,0 1 17 0,-2-1-2 0,-2 2 3 0,-1 1 0 15,-2 1-7-15,-2-1 2 0,-5 1-6 0,-5-2 0 0,-5 1-11 16,-4 1 0-16,-5 1-11 0,-4 2 1 0,-5 3-2 0,-5 1-10 0,-7 2-6 15,-6 0-20-15,-7 1-16 0,-5 2-17 0,-6 1-12 0,-6 1-16 0,-4 0-21 16,-2-2-29-16,-1-1-62 0,-1-1-106 0,-3 1-174 0,-1-1-178 16,-3-2-37-16</inkml:trace>
  <inkml:trace contextRef="#ctx0" brushRef="#br0" timeOffset="182869.85">25758 14286 1926 0,'-5'3'576'0,"0"3"-464"0,0 3-20 0,1 3-53 0,1 2 4 0,2 4 0 15,1 3-3-15,3 4-7 0,1 5-7 0,2 4-4 0,2 3-2 16,1 3-6-16,0 1 0 0,1 2-11 0,0 2-6 0,1-1 3 0,-1 0-6 16,0 2-2-16,-1-3 1 0,-1-1-8 0,0-2-6 0,0-5 1 0,-1-2-9 15,0-2-8-15,0-2-1 0,0-3-8 0,-2-3-2 0,1-5 1 16,0-2 2-16,-1-4-1 0,0-2 6 0,-3-4 6 0,-1-3-2 15,0-2-1-15,-1-1-17 0,-1-1-16 0,-1-3-9 0,-2-3-6 0,-3-4-19 16,-1-4-14-16,-3-3-16 0,-1-6-21 0,-1-4-5 0,-1-4-6 0,-1-5-1 16,1-6 14-16,-1-2 11 0,1-5 16 0,1-1 21 0,2-3 23 0,1 1 28 15,2 1 24-15,0 2 21 0,2 0 30 0,1 2 29 0,0 0 30 16,1 1 32-16,1 3 12 0,0 2 4 0,2 1-10 0,2 2-12 0,0 3-4 16,2 2-4-16,2 4-4 0,2 4-6 0,1 4-12 0,1 4-6 0,2 1 0 15,0 3-1-15,1 3 6 0,2 3 9 16,1 3 10-16,0 0 2 0,1 2-3 0,1 2-11 0,4 2-9 0,-1 3-4 0,4 2-4 0,2 1-9 15,-1 5-8-15,4 2-4 0,1 4-5 0,2 1 1 0,1 5-4 0,1 3 0 16,-2 3 1-16,0 4-12 0,0 3 6 0,-3 1-2 0,1 0-5 16,-2 0 2-16,-2 0-6 0,-1 0 1 0,-2-1-2 0,0-1 2 0,0-3-8 15,-2-2-10-15,2 0-1 0,-1-2-4 0,-2-3 0 0,-1-4 4 0,-2-4-2 16,-2-3 7-16,-2-6 0 0,0-3 7 0,-1-4 11 0,-1-2 2 16,-1-4 10-16,0-4 11 0,0-4 1 0,0-4 4 0,2-5-4 15,-1-4-12-15,0-4-5 0,0-5-8 0,0-3-7 0,-1-5 5 0,0-4 3 16,-2-2-8-16,0-3 11 0,0-2-17 0,0-2 1 0,1 1-6 0,0 2-12 15,1 3-2-15,0 3-1 0,1 4-10 0,5 2-13 0,0 4-11 16,1 4-24-16,1 3-20 0,-1 4-15 0,2 5-26 0,-2 2-31 0,2 3-43 16,0 2-67-16,-2 4-71 0,1 1-99 0,1 3-111 0,1 1-289 0</inkml:trace>
  <inkml:trace contextRef="#ctx0" brushRef="#br0" timeOffset="183154.85">27814 14424 3036 0,'2'9'518'0,"3"3"-417"0,2 7-36 0,4 3-60 0,2 2-3 0,5 1 2 16,4 0-8-16,3-1 10 0,5 1-21 0,0-2 1 0,3 0-5 16,-2-4-7-16,3-3 3 0,-2-3-7 0,2-4-4 0,-1-4 4 0,-1-4 14 15,0-5-3-15,-1-3 16 0,-1-4-1 0,-2-2-5 0,0-5 9 0,-1-4-11 16,-4-2-2-16,-1-4-11 0,-1-2 2 0,-3-4 0 0,1-3 9 15,-2-6 17-15,-3 0 3 0,-1-2 13 0,-4-2 0 0,-3-3 6 0,-4 0 5 16,-3-1-7-16,-2 2-3 0,-4 2-14 0,-2 2 1 0,-3 3-6 16,-2 5-1-16,-4 2 3 0,-2 5-9 0,-3 2 3 0,-4 4 4 0,-1 2-2 15,-5 4-4-15,0 4-2 0,-3 4-14 0,0 5-10 0,-3 4-16 0,0 6-23 16,-1 5-29-16,-2 7-49 0,0 6-68 0,-2 5-103 0,0 4-156 16,-2 5-124-16,2 7-79 0,0 3-10 0</inkml:trace>
  <inkml:trace contextRef="#ctx0" brushRef="#br0" timeOffset="184837.85">26154 11016 2416 0,'-11'-8'142'0,"1"3"6"0,2-1-61 16,5 4-28-16,5 1-23 0,2 1-13 0,2 0-1 0,5 2-8 16,5 0-1-16,5 2-9 0,2 1 1 0,5 1 2 0,0 0-2 0,5-1 0 15,0 1 2-15,1 1-4 0,1 0 1 0,0 1 2 0,1-1-11 0,0-1-2 16,-1 0-3-16,1-1-4 0,-2-1-1 0,1-1-5 0,0 0-4 16,-2-1-8-16,-1-1-3 0,-2-2-3 0,-2 0-8 0,-3-1-15 0,0 0-11 15,-3 1-16-15,-1-2-10 0,-1 1-10 0,-3-1-7 0,0 1-16 16,-2 1-19-16,-1-1-48 0,-3 1-71 0,-2 0-65 0,-1 1-31 0,-3 1 28 15,-2 3-37-15</inkml:trace>
  <inkml:trace contextRef="#ctx0" brushRef="#br0" timeOffset="184971.85">26416 11487 1539 0,'-7'2'289'0,"0"2"-146"0,1 1-64 0,2 3-57 15,3 0-5-15,4 1-10 0,1 0-3 0,3 1 1 0,2-1-10 0,2 0-3 16,1-1-4-16,3 0-12 0,1 0-3 0,2 0-13 0,1-1-21 15,3-1-18-15,0 0-40 0,-1 0-29 0,0-2-47 0,0-1-54 0,-1-1-47 16,4-3-36-16,1-2-92 0</inkml:trace>
  <inkml:trace contextRef="#ctx0" brushRef="#br0" timeOffset="185271.85">28487 9857 2694 0,'-20'-18'23'0,"-2"2"23"0,-5 0-15 0,1 10-17 0,4 7 0 16,-3 4-7-16,-2 6 5 0,-4 7-4 0,-1 6-1 0,-5 8-2 0,-1 9-7 15,-1 10 2-15,-2 10-12 0,1 9 2 0,2 5 4 0,0 6-3 16,4 3 9-16,1 5-1 0,6 3-7 0,4 4-7 0,7 3-8 0,5 5-5 16,9 2-8-16,7 0-23 0,10-1-20 0,10-1-62 0,11-3-26 0,9 0-8 15,9 0 3-15,8-3 32 0,6-3 8 0,9-5-5 0,7-6-23 0,5-3-36 16,8-1-46-16,4-3-41 0,4-1-163 0</inkml:trace>
  <inkml:trace contextRef="#ctx0" brushRef="#br0" timeOffset="187771.83">28899 10615 927 0,'-7'-3'274'0,"0"1"-117"15,0 0 29-15,4 1 9 0,1 2-32 0,0 1-23 0,0 0-20 16,0 1-14-16,0 0-13 0,0 1-18 0,0 1-11 0,0 1-10 0,0 1-8 16,2 2-2-16,-1 0-2 0,0 4 1 0,0 3 3 0,0 3-2 0,0 2-7 15,1 3-5-15,-1 2 0 0,-1 3 12 0,1 2 4 0,-1 2 3 16,2 3-9-16,0 3-12 0,1 1-8 0,1 2-4 0,3 0-8 0,3 0-4 16,1-1-4-16,3-2-2 0,4-1 0 0,2 1 0 0,3 0-8 0,4-1 3 15,2-1-12-15,1-2 8 0,3-3 7 0,0-3 0 0,3-1 11 16,-3-4-9-16,-2-1-7 0,-2-4 4 0,-5-1 3 0,-3-2-4 0,-3-4 6 15,-2 0 1-15,-1-3-3 0,-3-1 4 0,-2-2-2 0,-2-1-13 16,-1-1-6-16,-2-1-22 0,-1-2-21 0,-1-1-16 0,-2 0-18 0,-1-1-20 16,-1-2-23-16,-2 1-39 0,-1-2-48 0,2-2-66 0,-2 0-53 0,1-2-33 15,1 1 4-15,0-1-4 0,2 0-4 0</inkml:trace>
  <inkml:trace contextRef="#ctx0" brushRef="#br0" timeOffset="188138">29690 11204 1646 0,'-13'8'77'0,"1"2"-12"0,-3 5 9 0,6 1 3 0,3-2 1 15,0 2 5-15,2 0-6 0,1-1-5 0,2 0-23 0,2 0-19 0,1-1-9 16,1-1-15-16,2 0 0 0,2-2-1 0,0-1-10 0,0-1 1 0,1-1-1 15,0-2-1-15,2 2 9 0,2-2 8 0,1 0 0 0,2-3-2 16,0 1 3-16,4-1-3 0,3-2 10 0,0 0 1 0,1-1-7 0,1-1 3 16,-1 0-10-16,1-1 7 0,0-1 7 0,0-2 3 0,1 0 7 15,-2-2 1-15,0-1-4 0,-2-1 13 0,-1-1-6 0,1-2 5 0,-3 0 0 16,-3-2-21-16,1-1 9 0,-2 0-9 0,2 0-3 0,-3-1 3 0,-1-1-6 16,-1-1 2-16,-3 2-3 0,-1-2 3 0,-3 0-7 0,-2 1 3 15,-2-1 2-15,-4-1-2 0,-1 0-2 0,-3 0 1 0,-2 0-4 0,-3-1 4 16,-3 3 3-16,-2 0-4 0,-3 1 4 0,-1 3-3 0,-4 3-4 0,-2 1-2 15,-1 3-1-15,-3 2-4 0,1 1-6 0,-1 2 4 0,-3 3-6 16,2 1 3-16,-4 2-5 0,3 2-8 0,-2 1-1 0,4 3-13 0,1 3-6 16,1 2-14-16,3 3-21 0,1 0-20 0,2 2-24 0,4 0-35 0,3 0-41 15,2 0-77-15,3-1-91 0,5 1-47 0,4-2-18 0,5 0-131 16</inkml:trace>
  <inkml:trace contextRef="#ctx0" brushRef="#br0" timeOffset="188472">30556 11306 1086 0,'4'7'102'0,"1"1"-2"16,2 2 9-16,1 2 4 0,-3 0 16 0,2 1 4 0,0 1-9 0,-1 0-37 16,0 0-38-16,0 2-21 0,1 1-11 0,-1-1 2 0,1 1 0 15,0-1-2-15,-1-1 2 0,3-2 8 0,2 0 11 0,0-1 11 0,2-2 14 16,1-2 12-16,1-1-1 0,2-4 1 0,1 0-5 0,0-2-12 0,2-1-8 15,2-1-2-15,-1-2-7 0,1 0 2 0,0-2 8 0,-2-2 0 16,-1 0-3-16,0-1 0 0,-1-1-3 0,0-1-5 0,0 0-3 0,-2 2 0 16,-1-1-5-16,1-1-5 0,-2 0-6 0,-1-2-4 0,-4 1-12 15,-1-1-1-15,-1-2-6 0,-2 0 14 0,-1-1-1 0,-2 1 7 0,-3-3 4 16,0 0-22-16,-3-1 7 0,-1 2-5 0,-2-2 4 0,-2 0 1 0,-2 1-2 16,-3 0 1-16,-2 0-2 0,-1 2-6 0,-2 3 2 0,-2 0 2 0,1 2-4 15,-2 2 5-15,-2 1-4 0,0 2-7 0,-3 2-3 0,-1 1 2 16,1 3-7-16,-2 2-15 0,0 1-14 0,-1 3-26 0,1 1-23 0,-1 2-24 15,1 3-36-15,-1 0-34 0,2 4-49 0,-2 0-82 0,3-1-83 16,0 1-49-16,3-3 7 0,2-1-181 0</inkml:trace>
  <inkml:trace contextRef="#ctx0" brushRef="#br0" timeOffset="188754">31160 9839 1441 0,'-24'-12'396'0,"4"-2"-118"0,-5-1-21 0,10 3-47 16,7 1-62-16,1 3-26 0,3 2-19 0,0 2-19 0,2 3-18 0,2 1-22 15,1 1-8-15,5 2 0 0,2 2-4 0,5 4 0 0,3 2-3 16,4 4-6-16,5 1-5 0,1 4 2 0,3 3-13 0,5-1 1 0,1 5-8 15,6 3-8-15,-2 4 21 0,2 3-5 0,3 5-3 0,1 5-20 16,1 5-10-16,2 5-18 0,1 5-10 0,1 7-21 0,3 3-37 0,-1 7-21 16,0 7-20-16,-4 4-8 0,0 9-39 0,-2 3-17 0,-25-48-64 0,7 15-74 15,-3 2-60-15,3 15-53 0,-5 4-92 0</inkml:trace>
  <inkml:trace contextRef="#ctx0" brushRef="#br0" timeOffset="190804.01">19797 16640 1518 0,'-3'0'403'0,"2"1"-340"15,-1 0 16-15,2 2-4 0,2-1 9 0,0 1-27 0,1 0-23 0,1 2-16 16,2-1-4-16,0 0-2 0,1 0 8 0,-1-1-5 0,-1 0 3 16,-2-1-4-16,1-1-2 0,-1 0 7 0,-1-1-2 0,-1 0 8 0,0 0-5 15,-1 0 10-15,0-1-4 0,-1-1-1 0,0-2 4 0,0-1-12 16,-2-1 11-16,1-2-6 0,-2-2-2 0,0 0-4 0,0-4-11 0,-2-2 8 15,0-2 0-15,-1 0-3 0,-1-4-6 0,1-1 0 0,1 1-20 0,0-2 13 16,-1 2 8-16,-1-1-14 0,0 1 26 0,-1 1-6 0,-1 0-4 16,0 2 6-16,-4 2 2 0,-2 0 2 0,-1 1-2 0,-1 2-4 0,-3 3 5 15,-2 2-10-15,-1 3-2 0,-5 2 2 0,0 1-6 0,-3 4 5 0,0 1 2 16,-2 2-5-16,1 2 3 0,-1 2-3 0,1 2 6 0,0 3 0 16,2 2-4-16,1 2 8 0,4 0 1 0,2 3 3 0,4-1 4 0,2 1-16 15,3 0-10-15,4 1-4 0,3-1 15 0,3 3 11 0,3 0-1 16,2-2 2-16,3 3-22 0,3-2-2 0,3 1 7 0,4 0 5 0,1-2-3 15,4-1-4-15,1 0 1 0,3-2 1 0,2 0 0 0,3-2 0 0,3-1 0 16,1-2-5-16,2-2 10 0,1-2 2 0,0-2-7 0,1-2 0 16,-1-2-4-16,0-2 4 0,-2-1 4 0,-1-1-1 0,-4-3 0 0,0-1 1 15,-1-2-4-15,1-4 7 0,-3-2 0 0,-1-1-2 0,-1-4-3 0,-2 0-8 16,0-1 13-16,-2-2 0 0,-1-1 0 0,-3 0 5 0,0 0-12 16,-2 0 13-16,-2 0 4 0,-1 0 2 0,-4 0 1 0,-1 2-13 0,-2 1 10 15,-3 0 15-15,0 4 7 0,-2-1-3 0,0 3 11 0,0 2-15 16,-1 2-1-16,0 1 11 0,-1 0-20 0,1 2 4 0,-1 1-5 0,0 2-7 15,0 1 3-15,0 0 6 0,0 2-10 0,1 0-2 0,-1 0 2 0,1 1 0 16,0 1 2-16,1 0-5 0,0 0-5 0,-1 1 9 0,0 0 1 16,0 0 4-16,1 1-12 0,-1-2 7 0,0 3-5 0,0-1 5 0,1-1 7 15,-1 0-23-15,-1 1 19 0,1-1-7 0,0 1-9 0,0 0 21 0,1 0-19 16,-2 1 5-16,1 1-8 0,1 1-9 0,-1-1-3 0,0 1 8 16,1 1-9-16,-1-1-3 0,1 4 34 0,0 0-1 0,0 2 10 0,0-1 0 15,1 0-27-15,1 1-8 0,0-1 12 16,1 2-6-16,1 0-5 0,1 1 5 0,1 2 0 0,1 1-2 0,1 0 4 0,0 4-4 0,2 1 4 15,0 1 0-15,2 6-14 0,0-2 12 0,1 4 0 0,1 1-1 0,-1 0 10 16,0 1-11-16,0 3 4 0,-1 0 2 0,0 3-4 0,-5-20 12 16,1 5-21-16,-1-2 12 0,0 7-1 0,0-2-9 0,-1 4 3 0,-2-2-4 15,1 4 5-15,-2-2-7 0,-2-2-3 0,0-3-6 0,-1-1 0 0,-2-4-6 16,0-2-7-16,0-1-7 0,-1-4-8 0,0-3 10 0,-1-1-17 16,2-3-6-16,-1-2-10 0,0-4-20 0,0-1-14 0,-1-2-49 0,0-3-47 15,1-3-47-15,-2-4-81 0,1-3-97 0,1-6-120 0,0-2-235 0</inkml:trace>
  <inkml:trace contextRef="#ctx0" brushRef="#br0" timeOffset="191389.01">20335 16520 2641 0,'-11'4'176'16,"0"1"8"-16,-2 3-54 0,3 0-17 0,1 1-31 0,3 2-33 0,-1 3-23 16,2 3-14-16,1 3-10 0,2 1 7 0,1 3-1 0,2 2-12 15,1 4 8-15,1 2-8 0,2 0 4 0,1 3-2 0,1-3-1 0,2 1 3 16,2-1 1-16,2-1-2 0,2 0 2 0,2-1 1 0,5-1-13 15,0-1 0-15,-10-16 8 0,4 4-1 0,1-1 10 0,5 2-12 0,-1-2-9 16,6 4-3-16,0-1 9 0,4 0 7 0,0 0-5 0,0-2 7 0,-1-1 4 16,0-3 14-16,-2-1 6 0,-1-2-1 0,-1-2 3 0,-4-2 3 15,0-3 5-15,-2-1 10 0,-1-2-14 0,-2-2 4 0,0-2-8 0,-3-2-13 16,1-2 16-16,-1-3-10 0,0-1-10 0,-1-4 3 0,-1-3-26 16,0-7-3-16,6-21-4 0,-6-1-15 0,-9 4 4 0,-4 9-7 0,-5-2 4 15,-5 1 7-15,-3-2 2 0,-5 1 13 0,-4-2 4 0,-4-2 11 0,-2 1 7 16,-7 1-3-16,-2-1 1 0,-3 1 8 0,-3 0-15 0,1 0-11 15,-1 5 18-15,-1 3-3 0,1 1 1 0,1 6-1 0,2 4-4 0,0 3-7 16,0 5-3-16,1 5 9 0,2 4-14 0,4 3-4 0,-1 4 3 0,3 4-10 16,0 5-10-16,3 1-16 0,1 2-22 0,4 1-28 0,2 2-47 15,3-1-59-15,5 0-62 0,2-1-98 0,4 1-111 0,5 1-72 0,4-1-250 16</inkml:trace>
  <inkml:trace contextRef="#ctx0" brushRef="#br0" timeOffset="192004.34">26975 15676 1 0,'-25'17'165'0,"4"-5"718"0,1 0 793 0,9-8-1136 0,7-7-432 15,-1 0-29-15,1 0-53 0,1-1-8 0,1 0 2 0,1 0 1 0,2-2-2 16,0 0-10-16,1 1-7 0,0-2-6 0,-1 2 0 0,1 0 2 0,0 0 1 16,0 3 6-16,0-1 4 0,-2 2 1 0,1 1 10 0,0 0 5 15,-1 2-1-15,1-2-3 0,-1 2-8 0,1 0-3 0,1 3-3 0,1 3 1 16,1 2 4-16,2 3-16 0,0 5 8 0,1 2-12 0,3 3 0 16,1 2 1-16,0 3-1 0,1 2 8 0,1 1 10 0,-2 2 11 0,3 3-12 15,0-1-5-15,0 2 0 0,0 2 0 0,2 2 3 0,0 2-9 0,1 0-5 16,-2-1 7-16,0-2 0 0,-1-2 19 0,0 0-17 0,-2-1-6 15,1-2 8-15,-1 1 5 0,-2-4 10 0,-1 1-7 0,0-2-6 0,-2 0-12 16,-2-4 0-16,0-1 4 0,-2-3-15 0,-2-2 4 0,-1-2-24 16,-3-2-27-16,0-3-21 0,-2-2-48 0,-1-3-41 0,-2-2-42 0,-1-2-64 15,-1-4-84-15,-2-3-79 0,-1-4-71 0,-2-6-58 0,-3-8-107 0</inkml:trace>
  <inkml:trace contextRef="#ctx0" brushRef="#br0" timeOffset="192371.34">27595 15926 3542 0,'0'7'134'0,"1"2"-35"0,0 4-72 16,2 2-33-16,1 0 8 0,3 3 6 0,3 2 1 0,2 0-3 0,3 4 2 15,0 0-8-15,3 5 8 0,1-1 1 0,-1 0-12 0,2 1-1 0,-1-5-10 16,0 0-1-16,0-1 13 0,0 0 7 0,0-2-1 0,-2-3-8 15,2-1-1-15,0-3-9 0,0-1 1 0,2-2-6 0,1-4-10 0,-1-2 10 16,2-2 7-16,-1-4 7 0,-2-1-1 0,1-3-5 0,1-2 1 0,-2-2 1 16,2-3 9-16,-1-2 5 0,-2-1-8 0,-1-1 8 0,-2-1-9 15,-1-1-1-15,-2 1 9 0,-2 0-3 0,-2-2 11 0,-2-1-10 0,-2 1 9 16,-3-3 0-16,0-2-3 0,-4 1 7 0,-2-2-3 0,-1 0 5 16,-3 0 2-16,-1 1-11 0,-3-1-10 0,-3-2 2 0,-2 1 6 0,-1-1 9 15,-4 0-3-15,0 0-34 0,-4 0 11 0,1 1-3 0,-3 0 11 0,1 3 26 16,-2 1-21-16,0 3 3 0,-2 3-5 0,1 2-9 0,0 2 7 15,0 0 2-15,0 4-6 0,-2 1 4 0,2 3-2 0,0 2-5 0,-1 3 1 16,0 1-21-16,-2 1-11 0,-1 2-18 0,2 3-17 0,0 1-10 0,2 2-41 16,1 0-40-16,-1 1-52 0,3-1-81 0,-2 1-121 0,-2 2-155 15,-1-2-115-15,0 1-67 0</inkml:trace>
  <inkml:trace contextRef="#ctx0" brushRef="#br0" timeOffset="192772.35">26154 15143 3124 0,'1'-3'122'0,"4"0"-5"0,3-2-85 0,6 1-17 16,6-1-2-16,11 1-4 0,8-1-2 0,10 1 6 0,7 1-2 16,5 1 2-16,3 1 0 0,4 1-4 0,3-1-3 0,2 2-1 0,2 1 1 15,0 0-1-15,0 1 3 0,1 1 1 0,0 3-2 0,-2 1 3 0,0 1-5 16,0 2-10-16,-1 1-14 0,3 2 2 0,-3 2 21 0,3 2 3 15,1 3 18-15,-3 1-5 0,0 1-27 0,-3 2 7 0,-3 2-4 0,0 1 0 16,-3 1 2-16,-3 3-9 0,-1 6 6 0,-3 2 3 0,-1 4-2 0,-3 4-2 16,-2 3-7-16,1 7-7 0,-3 6 5 0,-1 5-5 0,-4 4-6 15,-1 3-5-15,-5 3-7 0,-5 1 7 0,-2-1-8 0,-7 0-22 16,-4-3-13-16,-5-1-13 0,-5-4-8 0,-6-2 12 0,-3 0-5 0,-5-3 12 0,-6-2 14 16,-5-4 11-16,-4-5 33 0,-4-3 12 0,-5-4 23 0,12-26 12 15,-4 5-1-15,-4-3 4 0,-5 5 4 0,-1-3 3 0,-7 4 1 0,-1-2-7 16,-6 0 2-16,-2-1-4 0,-2-4-3 0,0-1-2 0,-1-3-4 15,-1-5 5-15,-2-2 10 0,1-2 6 0,1-3-3 0,-1-3 9 0,2-3-6 16,1-2-2-16,4-3 2 0,2-2-20 0,2-2 3 0,3-3-12 0,1-2-7 16,1-3-5-16,2-2 4 0,-1-2-8 0,0-3-6 0,-2-4 3 15,-7-6-2-15,-30-28-2 0,5 1-13 0,5 3-19 0,11 10-29 0,-2-1-20 16,-4-3-33-16,-6-7-61 0,-6-5-98 0,-11-11-167 0,-15-11-260 0,-18-14-287 16</inkml:trace>
  <inkml:trace contextRef="#ctx0" brushRef="#br0" timeOffset="193371.35">19049 16542 2241 0,'-29'2'75'0,"-1"1"47"0,-5 1 5 0,11-1-19 0,9-3-29 15,4-1-37-15,6-1-22 0,3 1-10 0,3-1-15 0,3-1-3 0,4-3 10 16,4-2-4-16,3-1 0 0,6-4 2 0,5-1-23 0,3-3 7 15,5-1 7-15,3 1-4 0,3-6 21 0,3 0-6 0,1-1-5 0,5-3 9 16,2 0-9-16,6-2 10 0,2 0-11 0,5-2 1 0,1 0 3 16,5-3-8-16,3 0 6 0,1-2-13 0,3 2 6 0,3 0 5 0,2 1-2 15,1 3 4-15,3 1-3 0,2 2-3 0,-2 3-10 0,3 1-3 0,-1 6 13 16,2 2 0-16,-1 5 12 0,0 3 0 0,0 4-13 0,0 2-2 16,-1 3-4-16,1 4-4 0,-1 6 1 0,0 4 15 0,1 5-6 0,-1 6-2 15,2 4-11-15,-1 7-25 0,2 5 5 0,-3 5 6 0,-2 6 0 0,-2 3 8 16,-6 2 9-16,-4 3 7 0,-5 1 4 0,-8 0 11 0,-7 1-1 15,-9 1 1-15,-3-1 12 0,-8 3-5 0,-6 0 8 0,-7-2 8 0,-8 1 10 16,-6-3 8-16,-7 1 6 0,-4-32 13 0,-4 8 14 0,-3 2 1 16,-5 6 4-16,-6 2-3 0,-6 7-19 0,-4-1-7 0,-7 8-17 0,-7 0-13 15,-4-3 19-15,-5-1-6 0,26-30 5 0,-6 3-15 0,-2-1-15 0,-7 2 14 16,-1 1-15-16,-6 1 35 0,-4 0-16 0,-5 2 0 0,-4-2-2 16,-7 3 32-16,-2-3 5 0,-8 2-16 0,-4-2 27 0,-7 0-86 0,-5-2 28 15,-6-1-6-15,-2-4 1 0,-4-5 24 0,-1-3-40 0,-1-5-25 0,-3-6-12 16,-1-5 5-16,0-5-1 0,-2-6 18 0,0-5-14 0,1-8-4 15,2-4-3-15,3-4-8 0,4-5 3 0,1-8-9 0,-81-36-19 0,24-4-11 16,28 1-30-16,26 1-15 0,29 8-28 0,25 8-36 0,21 7-84 16,19 9-108-16,7-4-120 0,7-3-98 0,6-5-10 0</inkml:trace>
  <inkml:trace contextRef="#ctx0" brushRef="#br0" timeOffset="207622.4">20048 13243 1709 0,'-35'-6'480'0,"-5"2"-416"0,-8-1-8 0,2 4-14 0,5 1-18 16,-3 3-7-16,0 3-16 0,-1 2-17 0,0 5-3 0,-2 3-2 0,0 0 5 15,0 4 11-15,-1 0-4 0,1-2-15 0,3 2-28 0,1-1-38 0,3 1-39 16,2 1-2-16,2-1-7 0,2-2 7 0,1 1 24 0,2 0 15 16,2-1 31-16,1 1 35 0,4 2 22 0,2 0 7 0,1-1 9 0,2 1 3 15,0 0 12-15,0-1 18 0,3 3 13 0,-1 1 7 0,-1 3 0 16,3 2-2-16,0 2-9 0,-1 2-1 0,2 3-6 0,-1 2-5 0,1 4-13 15,0 1-16-15,-1 3-2 0,1 1-14 0,2 5 0 0,1 0-1 0,2 1-7 16,2 0-4-16,3 1-8 0,1 2-2 0,4-1-18 0,2 1-1 16,4 0 2-16,4-2 3 0,3 0 13 0,3-3 4 0,4 0 3 0,4-1 4 15,3 0 6-15,3-1 8 0,1-2 2 0,4 0 10 0,2-2 8 0,1-1 5 16,2-1 10-16,3-2-2 0,0-2-2 0,3-1 2 0,1-3 1 16,1-3 7-16,4-4 3 0,1 0 4 0,3-5-2 0,3 1-6 0,1-1 1 15,2-5-7-15,3 1 1 0,1-4-5 0,1-2-4 0,1 0-10 16,-1-1-2-16,2 1-6 0,0-2-5 0,1-2-1 0,-3 1-5 0,1-4-7 15,0 1-11-15,-2-1-7 0,0-3-1 0,-3-1-3 0,-1-3 18 0,-1-3 5 16,-2-2 1-16,-1-3 12 0,-2-2-4 0,1-5 10 0,0-4 17 16,-3-3 6-16,1-5 12 0,-3-3 10 0,1-5 13 0,-1-1 22 0,0-3-1 15,-2-3 1-15,1-4-8 0,-3-2-12 0,-2-4 8 0,1-4-8 0,-4-4-10 16,0-2-8-16,-3-3-14 0,-4-2-4 16,-1-2-9-16,-4 0-5 0,-3-1-14 0,-4 0 7 0,-3 0 4 0,-5 0 3 0,-5 1 13 0,-6-1-18 15,-5 2 3-15,-5 1-6 0,-6-1-1 0,-6 2-3 0,-5 2-7 16,-5-1-5-16,-7 1-13 0,-5 2-11 0,-6 3-6 0,-8 1-11 0,-5 4-4 15,-6 3 1-15,-5 6-11 0,-3 5-2 0,-7 2-1 0,-3 4-6 0,-2 2-31 16,-6 2-30-16,-2 5-37 0,-5 6-53 0,-4 6-24 0,-3 7-44 16,-4 6-57-16,-3 6-10 0,-3 6-21 0,-4 5-49 0</inkml:trace>
  <inkml:trace contextRef="#ctx0" brushRef="#br0" timeOffset="-181015.58">7080 12478 730 0,'5'-4'0'0,"2"-1"0"0,3-1-1 0,0-1-5 0,-4 3 1 0,0 0-4 0,-2 1-3 0,-2 0 2 16,2 0-1-16,-2 1 5 0,1 1 8 0,0-1 2 0,-1 1 5 15,0 0 5-15,-2 0 3 0,1 0 11 0,0 0 9 0,0 0 15 0,0 0 26 16,1 0 22-16,-2 0 24 0,1 1 16 0,0 0-5 0,-1 1 0 16,1 1-13-16,0 0-11 0,0 0-1 0,0 2-16 0,1 1-7 0,0 2-11 15,0 2-16-15,0 1-4 0,0 2-8 0,1 2-8 0,0 4-3 0,2 3-7 16,-1 3-3-16,2 3-1 0,0 2-10 0,1 3-9 0,0 3 9 15,0 2-5-15,2 2 6 0,-1 1 2 0,1 3-6 0,2 0 3 0,1 2-2 16,0 3 4-16,1 0 7 0,2 0 4 0,1 0 5 0,2 3 5 0,-1-1-9 16,3 3 14-16,-1-2 0 0,0 0-2 0,2 1 17 0,0-2-11 15,-2 0 5-15,3 1 6 0,1-3-6 0,-1-1 4 0,3-1 1 0,1-2 4 16,0-1-8-16,2-2-3 0,-1-1-21 0,5-3 16 0,-1 0-1 16,3-2-8-16,0-2 11 0,-2 0-28 0,3-3-6 0,-2 1 3 0,1-3 4 15,0 1-10-15,1-1-3 0,-1 1-12 0,0-2 6 0,-1 1-6 0,0-1 8 16,0-2 0-16,-1 1-8 0,0-2 0 0,-4 0-5 0,2-1-7 15,-2 1-12-15,1-2-18 0,-1-1-23 0,-4-1-35 0,0-1-28 0,-3-3-19 16,0 0-42-16,-3-1-41 0,-1-1-77 0,-3-2-126 0,0-1-78 0,-2-2-30 16,-3-1-184-16</inkml:trace>
  <inkml:trace contextRef="#ctx0" brushRef="#br0" timeOffset="-180713.59">7247 14182 2904 0,'-6'5'147'0,"0"1"-51"16,1 2-80-16,4 3-30 0,5 2-7 0,3 3 0 0,5 4 5 0,5 4 2 15,4 3 2-15,4 1 0 0,3 2 0 0,1 1 1 0,2 2-4 0,0 1 3 16,4 0-14-16,1 1 6 0,3-2 5 0,-1-1-1 0,-2-4 20 15,-1-2-1-15,-2-3 9 0,0-5 7 0,0-2 8 0,-1-2 7 0,0-3 4 16,-2-4 6-16,3 0 13 0,-1-1 7 0,3-3 9 0,2-2-1 0,-1-1-11 16,1-2-3-16,1-1-6 0,0-2-9 0,1-1-1 0,1 0-8 15,2-3-10-15,1 0-1 0,2-2-4 0,3 1-17 0,3 0 2 0,1 1-2 16,2-1-10-16,2 2-11 0,3 1-28 0,1 2-57 0,1 2-60 16,1 2-82-16,5 2-130 0,4 2-242 0,3 2-204 0,7 3-169 0</inkml:trace>
  <inkml:trace contextRef="#ctx0" brushRef="#br0" timeOffset="-18787.21">22660 17161 241 0,'2'-1'114'0,"1"-1"-14"0,0 0 3 0,0-1-2 0,1 0-8 0,1 0-2 16,0 0-9-16,-1 0-3 0,1 0 0 0,-1 1-12 0,1-1-11 0,0 1-13 15,1 0-14-15,-2 1-15 0,2 0-2 0,0 1-15 0,0 0 2 16,1 0 0-16,1 0-3 0,-1 0 7 0,2 0 8 0,1 2 1 0,-1 0 5 16,3 0 17-16,2 1 5 0,0 0 17 0,1 0 13 0,4 0 14 0,0 0 11 15,2 0 3-15,2 0 0 0,2-1-18 0,0 0-3 0,3-1 3 16,0 0-1-16,1 0-5 0,1 0-2 0,2-1-21 0,0 0 3 0,2 0 0 15,0 0-6-15,1 0 15 0,0-1-7 0,2 0-16 0,-1 0 7 0,1 0-5 16,2-1-6-16,-1 1 4 0,2-1-21 0,1 0 1 0,0 1-2 16,1-1-4-16,2 0-1 0,-1 0-10 0,1 1-6 0,1 0 6 0,0 1-2 15,0 0-10-15,0 0 15 0,0 1-15 0,0 1 13 0,-1 0 6 16,0 0-13-16,-1 0 16 0,-1 0-19 0,-1 0 2 0,-1 0 3 0,-1 0 1 16,-1-1-3-16,0 1-9 0,-2-1-6 0,0 1 2 0,-1 0-4 0,0 0-5 15,-1 0-18-15,-1 0-9 0,-1 0-8 0,-2 0-14 0,2 0-19 16,-3 1-28-16,0-1-32 0,-2 0-52 0,-1 0-76 0,-1 0-85 0,-2 0-14 15,0 1 24-15,-4-1 33 0,1 0 30 0</inkml:trace>
  <inkml:trace contextRef="#ctx0" brushRef="#br0" timeOffset="-18102.2">23051 17480 857 0,'0'0'613'0,"0"1"-371"16,-1 0-50-16,0 0-44 0,1 1-32 0,-1-1-28 0,0-1-38 0,0 1-20 16,0 0-17-16,1-1 1 0,0-1 15 0,0 1 8 0,1 0-5 0,-1-1-12 15,1 1-12-15,1 0-11 0,-1 0 3 0,1 0-1 0,1 0 4 16,1 0 11-16,0 0-3 0,0 0 12 0,2 0 1 0,1 0 0 0,0 0 1 15,2 1-10-15,1-1 1 0,2 0-7 0,3 0-1 0,1 0 2 0,3-1-17 16,3 1 12-16,1-1 3 0,4 1 0 0,2-1 9 0,2-1-14 16,2 1 3-16,1 0 3 0,1-1-5 0,3 1-2 0,-1-1 6 0,2 0-8 15,1 0 7-15,1 0 4 0,0 2-14 0,3-2 10 0,0 1-6 16,1 0 2-16,0 0 7 0,2 0 0 0,0 1 3 0,0-1-9 0,0 1-4 16,2-1 6-16,-1 1-2 0,0-1 1 0,0 1-4 0,1-1-6 0,2 1 9 15,-2-1 1-15,0 0-1 0,0 1-2 0,0-1 3 0,0 1 3 16,-2 0-3-16,-1 0 0 0,0-1-1 0,-1 1 2 0,-2-1 9 0,-2 0-10 15,0 1 1-15,-1-1-3 0,-2 0-5 0,0 0 11 0,-3 1 4 0,-2 0-5 16,1 0 4-16,-4 0-13 0,0 0-16 0,-3 0 18 0,-1 1-12 16,-2 0 2-16,-2 0-4 0,-1 0-22 0,-2 0 3 0,-2 1-19 0,-1-1-24 15,-2 1-30-15,0-1-44 0,-4 0-44 0,0 0-44 0,-2 0-57 16,-1 0-29-16,-3 0-17 0,0-1 6 0,-3-1 20 0,-3-1-20 0</inkml:trace>
  <inkml:trace contextRef="#ctx0" brushRef="#br0" timeOffset="-14653.33">22695 17822 386 0,'-1'2'82'15,"-2"-1"-9"-15,1 1-5 0,-2 0-25 0,1-1-3 0,-1 1-15 0,-1-1-12 16,1 1 0-16,-1-1 1 0,-1 1 2 0,2-2 1 0,-2 1 1 15,1 0-2-15,-2 0 0 0,2-1 8 0,-1-1 9 0,1 0 19 0,1 0 31 16,0 0 15-16,0-1 11 0,0 1 14 0,0 0-4 0,0 0-9 0,1 0 2 16,-1 0-22-16,0 0-14 0,0 2-5 0,-1-1-17 0,0 1 1 15,1 1-5-15,-1 0-4 0,-1 1 0 0,1 1-9 0,0 0 11 0,0 1-9 16,0 1-5-16,2-1 10 0,-2 1-16 0,1 1 3 0,1 1-3 16,0 0-16-16,1 0 7 0,0 1 1 0,1 0 6 0,1 0-1 0,1 0-4 15,1 1 0-15,0 1-13 0,2 0-2 0,1 0-1 0,1 0-5 0,0 1 11 16,2 1-14-16,1 0 0 0,2 0 1 0,0 1 0 0,2 1 9 15,0 1-7-15,1 0 0 0,1-1 6 0,1 1 53 0,-1 1-4 0,2-1 1 16,0 0 1-16,0 0-40 0,-1 1 7 0,1-1-4 0,-1-1 4 0,0 1 8 16,-1-1-20-16,0-2 5 0,0 1-5 0,-1-1-12 0,-3 0 7 15,2-1-7-15,-3-2-10 0,1 1 0 0,-2 0 8 0,-2-1 7 0,1 0-17 16,-2 0 10-16,0-3-4 0,-1 2-10 0,-1-1 9 0,-1 0-18 16,-1-1 11-16,0 0 12 0,-1 0-20 0,-1-1 9 0,-1 0-7 0,-1 0-1 15,0-1-5-15,-1 1-24 0,-1-1-1 0,0-1-25 0,-1 0 18 0,-1 1-9 16,-1-1-3-16,1-1 9 0,-2 1-27 0,0-2-6 0,-1 1-18 15,-1-1-21-15,0-1-23 0,-1-1-11 0,1-1-25 0,-1 0-24 0,-1-3-23 16,-1-1-24-16,0-1-12 0,1-4-106 0</inkml:trace>
  <inkml:trace contextRef="#ctx0" brushRef="#br0" timeOffset="-14487.33">22781 17674 1885 0,'3'3'304'15,"0"0"-84"-15,1 2-64 0,1 0-22 0,1 1-17 0,1 1-45 0,1 0-27 16,0 1-28-16,1-1-15 0,0 0 8 0,1 0-15 0,0 0-9 0,-4-3-20 16,0 1-36-16,1 0-39 0,1 0-44 0,-1 0-63 0,0 1-62 15,1-1-61-15,1 1-58 0,0 1-19 0,0-1 21 0,0 1-46 0</inkml:trace>
  <inkml:trace contextRef="#ctx0" brushRef="#br0" timeOffset="-14136.48">23596 18217 2416 0,'1'7'314'16,"0"-1"-111"-16,0 2-54 0,0 2-28 0,1 2-75 0,0 1-30 15,1 1-26-15,0 2 4 0,2 1-3 0,0 2 1 0,1-1-1 0,0 2-11 16,3 2 1-16,1-2-1 0,1 1-8 0,1-3 0 0,2-1-1 0,-1-2-2 16,3-1-5-16,1-3 32 0,1-1 8 0,0-3 23 0,1-2 20 15,1-1-37-15,-1-3 8 0,2-2-17 0,1-1-1 0,-1-3 9 0,0-1-5 16,1-2 18-16,-3-1-16 0,2-1-3 0,-2-2 16 0,-1-1-1 0,1 1 21 16,-2-1 15-16,-2-1 3 0,0 0-6 0,-1 0-11 0,-1 1-25 15,-2-1-6-15,-2 1 8 0,-2 1-39 0,-1 0-2 0,-2 1-67 0,-2 0-18 16,-1 1 24-16,-3 0 19 0,-1 2 50 0,-3 1-5 0,-2 0 11 15,-2 1-12-15,-2 2-26 0,-3 0 15 0,-2 0-32 0,-2 1-31 0,-2 0 20 16,-2 2-66-16,0 1 14 0,-3 0-29 0,0 1-82 0,-2 1-17 0,0 1-86 16,0 0-55-16,-1 2-4 0,1 0-93 0</inkml:trace>
  <inkml:trace contextRef="#ctx0" brushRef="#br0" timeOffset="-13720.48">27488 17794 2297 0,'3'4'509'0,"-1"-1"-363"0,1 2-61 0,0 0-38 0,1 2-16 16,-1 0-18-16,2 2 4 0,-1 0-13 0,1 1-1 0,0 1 1 0,1 1-20 16,-1 1 16-16,2 1-18 0,0 1-10 0,0 0 8 0,0 0-37 15,-1 1 9-15,1-1-1 0,1 1 1 0,-1 0 5 0,0 1 2 0,1 0 8 16,1 1-6-16,1 1 13 0,-1 1 5 0,1-1 30 0,1 2 9 0,-1 0-7 16,1-1-9-16,0 2-21 0,1-1 6 0,0 2 5 0,0-1 6 15,0-1-8-15,0 1 10 0,1 1 8 0,-1-2-24 0,-1 1 8 0,0 0 0 16,1-3-9-16,-2 3 18 0,0-1-4 0,0-2-13 0,-3 2 11 15,1-1 2-15,-1-2-14 0,0 2 18 0,-2-1-23 0,-1-2-10 0,0 1 0 16,-2 0-40-16,-2-1 7 0,0-2 39 0,-3 0 4 0,-1-1-2 0,-2-1-8 16,-2-2-26-16,-3 0-8 0,0-2 19 0,-4-1 7 0,-1-1 0 15,-2-2 6-15,-1-2-21 0,-3-1-16 0,-1-1-15 0,0-2-20 0,-2-2-11 16,0-1-14-16,-1-2-25 0,0-3-21 0,1-1-3 0,0-3-19 0,2-1-10 16,-1-4-145-16</inkml:trace>
  <inkml:trace contextRef="#ctx0" brushRef="#br0" timeOffset="-13553.48">27549 17825 1924 0,'6'4'762'16,"-1"-2"-591"-16,2 2-49 0,0-1-57 0,2 2-39 0,1 0-7 0,1-1-5 16,2 2-14-16,2-1 7 0,0 1-19 0,1 0-26 0,2 1-34 15,1-1-64-15,0 1-80 0,0-1-72 0,0 0-92 0,0-2-50 0,-2 0 0 16,1-1 42-16,0-1 68 0,-2-1-18 0</inkml:trace>
  <inkml:trace contextRef="#ctx0" brushRef="#br0" timeOffset="-13320.48">28537 18683 2026 0,'7'11'509'0,"0"0"-283"0,1 1-96 0,1 3-39 0,1 2-24 15,2 1-20-15,2 1-21 0,0 2-33 0,2 0-17 0,2 0-14 16,2 1-15-16,1 0-7 0,0-2-31 0,4 2 0 0,-2-5-13 0,1-3-1 16,-1-4 178-16,0-4 17 0,0-5 19 0,-1-3 32 0,1-4-144 0,0-4-129 15,-2-2 6-15,1-3-23 0,-2-4-8 0,-1-2 105 0,-1-1-14 16,-1-4-15-16,-1-1-38 0,-4-2-11 0,0-1-9 0,-3-2-2 0,-3 1 2 16,-2-1-16-16,-4 0-54 0,-3 0-12 0,-3 0-7 0,-5-2-1 0,-4 1-123 15</inkml:trace>
  <inkml:trace contextRef="#ctx0" brushRef="#br0" timeOffset="14359.66">19915 17265 1512 0,'4'1'95'15,"-1"-1"61"-15,0 1 9 0,1-1-47 0,0 0-58 0,0 1-56 16,0-1-32-16,-2-1-23 0,1 0-22 0,-2-1-14 0,0 1-45 0,-1-2-37 15,1 0-45-15,-2-1-43 0,0 0-20 0,0-1 2 0,-3-1 25 0,0-2-19 16</inkml:trace>
  <inkml:trace contextRef="#ctx0" brushRef="#br0" timeOffset="162996.37">19167 16029 538 0,'6'-11'212'0,"1"-1"-135"0,4-3 14 0,0 3-3 0,3 1-8 16,1 1-11-16,0-2-21 0,4 0-3 0,3-1-6 0,2 2-6 0,3 1 1 16,1 0-9-16,3 0-3 0,0 1-10 0,3 2-6 0,1-1 1 15,2 1-3-15,1 1-4 0,1-2-2 0,2 1-5 0,-1 0 4 0,2-1 3 16,2 0-5-16,0 0 2 0,2 0 1 0,1 1-1 0,4-1 5 15,1-1 3-15,3-2-3 0,1 1-1 0,2-1-3 0,0 0 1 0,1 1 0 16,2-1 3-16,-1 0-1 0,2 1-3 0,0 1 0 0,0 0 0 0,1 2 8 16,1-1 1-16,1 1-3 0,1 0 1 0,1 1-7 0,0 0 4 15,1 1-2-15,0 1 0 0,1 0 0 0,0 3 2 0,-1-1 6 0,3 1-1 16,-2 1 1-16,4 0-4 0,0 1-4 0,2 0 6 0,3 0-3 0,-1 1 4 16,-1 1 3-16,3 1-6 0,0 0 4 0,1 1-2 0,2-1-2 15,0 0 5-15,1 0-3 0,2 1 1 0,1-2 1 0,2 1-3 0,3-1 0 16,0 1-3-16,2-1 1 0,0 0 1 0,1 0 0 0,0 0 0 15,-1-1 2-15,1-1-1 0,-2 2 4 0,1-1-2 0,0 0-3 0,0 1 8 16,2 0 1-16,0 0 5 0,1 1 2 0,3 0-6 0,0 0 3 0,3 1-3 16,-2-1-1-16,1 1 2 0,-1 1-4 0,1-1-3 0,2 1-1 15,2 0-1-15,1 0-2 0,2 0-3 0,1 0-5 0,-1-2-1 0,-2 0-1 16,1-1 9-16,-2-2-2 0,-1-1-3 0,1-1 4 0,1 0-4 0,0 0 4 16,1-1 12-16,2-1-8 0,-1-1 11 0,-3-2-2 0,-4-1 1 15,-1-1 12-15,-1-1-1 0,1 1 11 0,1-2 13 0,-1-1 15 0,0 1 8 16,1-2-9-16,1 1-2 0,0 0-9 0,0 0-3 0,-3 1 3 15,-1-1 0-15,-5 1-5 0,-2 1 6 0,-5 0-1 0,-4 1-6 0,-2 2-6 16,-1 0-18-16,-1-1-6 0,-2 2-11 0,-3 0-2 0,-3 0 3 0,-2 1-5 16,-3 0 2-16,-1 2-3 0,-1-1-4 0,-1 0 2 0,0-1 2 15,-2 1-2-15,-4-1-2 0,-1 1 5 0,-3-1-1 0,-1 0 3 0,-3 0-8 16,1 0-2-16,-1-1 6 0,-1 1-2 0,1-2 4 0,-2 1 5 0,-2 0-10 16,-1 1 9-16,2-2-2 0,-2 1-12 0,-1 0 7 0,1 0-6 15,-4 2 6-15,-2 0-2 0,0 1 5 0,-3 0-3 0,1 0-4 0,-3 0 5 16,-1 1-9-16,-3 1 5 0,-1-1-9 0,-2 2-6 0,-1-1-3 15,-3 1-5-15,-3 1 3 0,0-1-7 0,-4 2-12 0,-1-1-12 0,-4 0-30 16,-1 1-37-16,-3 0-54 0,-3 0-80 0,-2 1-60 0,-4 0-35 0,-6 2-13 16,-6 0 1-16,-13 2-55 0</inkml:trace>
  <inkml:trace contextRef="#ctx0" brushRef="#br0" timeOffset="206217.01">12288 7031 1238 0,'-10'-8'37'0,"2"1"-24"0,0 0-19 0,6 4-9 0,2 2-3 16,3 0 0-16,1 0 1 0,2-1 2 0,3 0 2 0,0 0 6 0,3-1 2 15,1 0-3-15,3 2 3 0,1-2-4 0,4-1 2 0,0 1 4 16,1-1 2-16,3 1-2 0,0-1 2 0,0 0 1 0,3-1 3 0,-1 0 4 15,2-1 0-15,-1-1 3 0,2-2 0 0,0 0 5 0,2-1 13 0,0-1 10 16,1-1 10-16,2 1 4 0,3-1 3 0,-1 0-2 0,1-1-1 16,0 0-2-16,1 0-5 0,1 1 0 0,3 0-2 0,-1-1-2 0,1 0-3 15,2 1-1-15,-1 0 2 0,2-1-1 0,1 0 1 0,2-1 0 16,-1-1-7-16,1 2 2 0,-1-1-4 0,1 0-5 0,2-1 2 0,0 0-5 16,3 0-3-16,-1-1-6 0,2 1-3 0,0 0 5 0,0-1-5 0,2 0 5 15,-1-1 0-15,0 1-5 0,0-2 2 0,-2 1-3 0,0 0 0 16,0-1 1-16,-1 0-7 0,0 1 2 0,-3 0 2 0,-1 1 2 0,-3-1 9 15,-1 1 6-15,0 2-5 0,0-2 3 0,-4 1 3 16,-2 1 0-16,-1 1-1 0,-1 1-5 0,-2 0-3 0,1 1-4 0,-3 1 1 0,0 2-1 16,-3 0-2-16,0 0-2 0,-3 1-4 0,-1 1 1 0,-2 1-5 0,-3 0 2 15,-1 1-2-15,-1 1 0 0,-4 0 0 0,-1 0-2 0,-2 0-7 0,-1 0 2 16,-1 2-4-16,-1-1-6 0,-2 0-2 0,-1 0-10 0,0-1-2 16,-3 1 1-16,-1 0 0 0,1 1-4 0,-3 0-2 0,1-1-7 0,-2 1-5 15,-2-1 4-15,0 0-2 0,-2 0 1 0,-2 0 0 0,-2 1-15 16,-2 0-18-16,-3 1-24 0,-4 1-24 0,-5 3-23 0,-2 1-17 0,-7 3-24 15,-3 2-23-15,-4 3-21 0,-7 2-70 0,-5 1-46 0</inkml:trace>
  <inkml:trace contextRef="#ctx0" brushRef="#br0" timeOffset="206484.02">12503 6941 1536 0,'10'-11'43'0,"8"-2"-21"0,8-5-22 0,10 2 4 0,7 2 2 16,4-1 3-16,7-2 0 0,6 0-7 0,5 0 2 0,8-1-5 0,5-2 2 15,4 1 3-15,8-3-3 0,4-3 0 0,6 0-3 0,3-3-2 16,4 1-1-16,2-1 1 0,4 1-1 0,4 0-4 0,1 0-7 0,2 1-15 15,1-2-22-15,0 2-18 0,0-1-15 0,-1 0-12 0,0-1-12 0,0 1-17 16,0 1-25-16,-2-2-31 0,1 0-60 0,1-3-115 0</inkml:trace>
  <inkml:trace contextRef="#ctx0" brushRef="#br0" timeOffset="-192727.84">14847 4644 1935 0,'-10'-11'443'0,"2"2"-386"15,0 2 0-15,6 5-29 0,2 6-20 0,2 2-3 0,0 2 1 0,2 4 5 16,0 3 5-16,0 2 2 0,0 3 9 0,0 5-3 0,-1 1-7 16,0 3-2-16,-1 2-7 0,1 1 3 0,0 0-1 0,0 3-7 0,0 1-3 15,1 1-1-15,1 3-14 0,1-1 12 0,1 2 0 0,1 2-4 16,1-2 14-16,0 0-9 0,0 0-1 0,2-4 3 0,0 2 0 0,1-4 3 15,0-2-1-15,0-1-6 0,2-5 6 0,-1-1-4 0,0-3 1 0,-1-3 4 16,-1 0-1-16,-1-3-1 0,0-3-2 0,-2 0-22 0,-1-4-30 0,-1-1-56 16,-1-3-67-16,-2-2-65 0,-1-4-49 0,-1-3-63 0,-2-3-71 15,-3-4-298-15</inkml:trace>
  <inkml:trace contextRef="#ctx0" brushRef="#br0" timeOffset="-192344.84">14612 4689 3154 0,'-7'-15'54'0,"2"2"-22"0,2-3-12 0,9 7-20 0,8 1 0 15,6-2-7-15,7-1 5 0,4-2 4 0,2-1-6 0,1 2 4 0,-1 1-5 16,0 3-4-16,0 0 4 0,0 0-1 0,-1 1-2 0,0 1-1 0,-3 0 7 16,1 2 0-16,-4 0-3 0,1 1 3 0,-2 1-12 0,-2 2-2 15,1 1-1-15,-4 1-1 0,0 1 2 0,-1 2-3 0,-4 1 4 0,0 1-1 16,-3 0 6-16,0 2-1 0,-2-1-1 0,-2 3 2 0,-3 1 0 15,-1 0-4-15,-1 1 5 0,-2 0 4 0,-1-1-2 0,0 2 2 0,-2-1 0 16,0 1-3-16,-1-2 1 0,0 1-3 0,-1 0-1 0,0 0-11 0,0 0-15 16,0-2-9-16,0 2-12 0,0-1-3 0,1-1 2 0,0 1 4 15,0-3 8-15,1 2 14 0,-1 0 14 0,0 0 8 0,0-1 9 0,0 1 1 16,1-2 4-16,-1 1 0 0,1 1 0 0,1 0 3 0,-1 2 1 16,2-1 2-16,0 0 0 0,0 1 2 0,1 1-4 0,0 0-3 0,1 0 0 15,1 2-3-15,-1 1 2 0,1 0 7 0,0-1-13 0,0 0 1 0,1 1 5 16,-1-1 0-16,0-1 18 0,0 0 5 0,1 0 4 0,0-2 1 15,-2-1-2-15,1 0-5 0,-2 0-6 0,-1 1-3 0,1-2-4 0,-2 0-2 16,-1 0 0-16,0-2 0 0,-1 2-6 0,-2-1 4 0,1 0-2 0,-2 0-2 16,-1 0 2-16,-1 1-4 0,-1-1 1 0,0-2-4 0,-1 0-9 15,-1-1-16-15,-1-2-22 0,1 1-22 0,1-2-31 0,0-2-48 0,0 0-60 16,0-3-51-16,2-1-35 0,0-1-22 0,1-1-10 0,0-3-9 0,2-1-169 16</inkml:trace>
  <inkml:trace contextRef="#ctx0" brushRef="#br0" timeOffset="-191560.83">15500 4929 2888 0,'-2'2'120'0,"1"2"-111"16,3 3-11-16,3 5-12 0,4 1-1 0,1 1 1 0,3 1 7 0,0 0-3 16,1 0 5-16,1-1 0 0,-2 0 2 0,1-1 3 0,-2-2-14 15,0-1 7-15,-1-1 1 0,-1-2-1 0,2 1 10 0,-1-2-1 0,1 0-4 16,-1-2-3-16,0-1 2 0,1-1-1 0,-1-2-1 0,1-1 5 15,-1-1-3-15,0-1-4 0,2-2-1 0,-1-2 4 0,0 0-1 0,0-1 9 16,-2-2-3-16,-1-1-4 0,0-2 0 0,0-2-16 0,-1 0-2 0,-1-3-2 16,-1 1-5-16,-1-1 0 0,-1 1 0 0,-2-2 0 0,-2 0 7 15,-1 1 7-15,-3-1 7 0,-2 1 7 0,-2 1 2 0,-1 1-1 0,-3 0 1 16,-3 2-4-16,0 2-6 0,-3 3-4 0,-1 2-8 0,1 2 0 0,-3 5-4 16,0 2-2-16,0 3 1 0,-2 2 3 0,0 2-1 0,1 2-3 15,-2 3-2-15,2 1-15 0,0 0-19 0,1 4-14 16,1 0-18-16,1 3 3 0,2 0 5 0,1 2 1 0,4-2 1 0,1 2-10 0,1-2-14 0,2-2-11 15,3-1-18-15,0-2 0 0,4-4 2 0,3 0 22 0,2-1 28 16,2-3 21-16,2-1 23 0,1-3 4 0,2-3 7 0,1-1 4 0,4-3 4 16,2-1 3-16,2-3 2 0,2 0 0 0,1 0 5 0,1-1 5 0,3 0 6 15,0-1 10-15,-1 3 10 0,1-1 12 0,-3 1 21 0,0 2 20 16,-2-1 14-16,0 1 13 0,0 1 2 0,-3 0-4 0,2 1-9 0,-1 0-11 16,1 1-13-16,1-1-14 0,1-1-12 0,0 1-10 0,1-1-14 15,1 0-3-15,-3-1-5 0,1 0 2 0,-1-2-2 0,1-1-1 0,0-1 3 16,-1 1-4-16,0-2 5 0,0 0-1 0,-2-2 2 0,0-1 8 15,-1 0-1-15,-2-1 6 0,0-1-2 0,0-1-1 0,-1-1-6 0,0 1 1 16,-1 0-1-16,-1-1-2 0,-1-1 0 0,-1 1-2 0,-1-1-1 0,0 0 2 16,0-1 1-16,-1-1 0 0,-3 0 1 0,-1-1 6 0,-1 1 5 15,-2 3-1-15,-2 0 4 0,-1 2 0 0,-2 1 2 0,-1 3 10 0,-1 2 2 16,-2 0 8-16,-1 2 12 0,-1 1 4 0,0 1 8 0,-1 2-1 0,0 0-4 16,0 2-16-16,1-1-14 0,3 1-18 0,-1 1-10 0,1 0-9 15,1 0-4-15,2 0-13 0,1 0-4 0,2 0-5 0,2 2 0 0,1-1 7 16,1 2 2-16,3-1 7 0,-1 1 1 0,3 1 4 0,1 0-1 0,1 2-1 15,2 0 3-15,0 1-2 0,3 1 4 0,-1 1 1 0,1 2 1 16,-1 1-2-16,2 1 2 0,2 0-2 0,-1 2 1 0,1 0-3 0,1 0 0 16,-3-1 4-16,-1 2-2 0,-1-1 7 0,-1 0-2 0,-3 1-4 15,-1 0 6-15,-2 1 5 0,-2-2 1 0,-1 0 2 0,-3-1 2 0,-1-1-5 16,-1-1-7-16,-2-1 2 0,-2 0-21 0,0-3-8 0,-3 0 3 0,0-4-2 16,-1 2 13-16,-1-1-5 0,0-2 4 0,-2 0-7 0,1-2-2 15,-1-2-1-15,1-1-8 0,1-2-8 0,1-2-4 0,0-2-2 0,2-1-1 16,0-2 4-16,0 2 5 0,2-4 3 0,0 0 2 0,3-3 6 0,1-1 0 15,2 0 6-15,1-1 7 0,2 0 6 0,0 1 8 0,2 2 7 16,1 1 8-16,0 2 16 0,2 2 18 0,-1 1 12 0,1 2 7 0,0 1 1 16,1 2-15-16,0 2-5 0,1 1-8 0,0 3-5 0,0 0-7 0,1 3-7 15,0 1-7-15,1 1-10 0,-3 2 5 0,2 0-7 0,-1 2 0 16,0 1 0-16,0 0-6 0,-2 1-2 0,1-2-2 0,-2 1-7 0,-2 0-18 16,-1-2-14-16,-1 0-20 0,-1-2-26 0,-2 0-20 0,0-1-14 0,-3-2-23 15,1-1-25-15,-1-3-19 0,0-2-25 0,-1-3-41 0,0-2-32 16,-1-4-66-16,-3-4-40 0</inkml:trace>
  <inkml:trace contextRef="#ctx0" brushRef="#br0" timeOffset="-191427.83">16867 4540 2040 0,'-4'2'893'16,"1"2"-893"-16,0 2-57 0,4 4-43 15,2 3-17-15,2 1-14 0,3 1-34 0,0-2-75 0,0 1-55 0,-1-3-33 0,0 0 4 0,-1-3 12 16,-1-1-26-16,1-3-83 0</inkml:trace>
  <inkml:trace contextRef="#ctx0" brushRef="#br0" timeOffset="-191161.83">17590 4677 2878 0,'-1'-2'158'0,"-1"0"-217"0,0 1-37 0,1 0-9 15,1 2 10-15,0 0 23 0,-2 1 15 0,-1 2-4 0,-3 0 11 16,-3 3 30-16,-1 0 28 0,-2 2 12 0,-1 1 6 0,-2 2-9 0,0 1-7 16,0 3 1-16,1 1 1 0,-1 2 2 0,2-2 8 0,0 1 5 0,1 1 1 15,2-1-4-15,1 1-7 0,1 2-7 0,1 0-4 0,3 2-6 16,2 1-1-16,1-2-2 0,2 0-1 0,2-1 1 0,2-2-15 0,2-2-2 16,3 0 4-16,1-4 0 0,3 1 8 0,1-1-3 0,2-1-20 0,1-2-19 15,2-3-33-15,1-2-31 0,-2-1-43 0,2-2-26 0,0-2-8 16,-1-2-14-16,2-3 11 0,-1-1-12 0,0-4-27 0,1-4-33 0,1-3-211 15</inkml:trace>
  <inkml:trace contextRef="#ctx0" brushRef="#br0" timeOffset="-190994.83">18229 4781 3020 0,'2'-4'160'16,"4"2"-191"-16,5 0-41 0,6 2-23 0,4 1 7 0,6-1 28 0,2 0 12 15,1 0-3-15,-1-1-1 0,-1 1 5 0,0-1 14 0,2 0 15 16,-3 0-2-16,1-1-23 0,-1 0-29 0,-4 0-23 0,0-1-11 0,-1 0 3 16,-1 0-3-16,0-1-13 0,-3 0-26 0,0 1-41 0,-2 0-40 0,0 0-45 15,-4 0-54-15,1 1-234 0</inkml:trace>
  <inkml:trace contextRef="#ctx0" brushRef="#br0" timeOffset="-190827.83">18522 5248 3194 0,'3'2'4'0,"3"2"-83"0,5 1-56 0,6 1-20 0,4 0-2 0,4-2-1 15,3-1 1-15,0-1 3 0,1-2 28 0,-2-1 33 0,0-1 12 16,0-1-10-16,0-2-48 0,-1-1-37 0,0-3-25 0,0-1-25 0,0-3 0 16,0-1-13-16,-2-2-40 0,1-3-8 0</inkml:trace>
  <inkml:trace contextRef="#ctx0" brushRef="#br0" timeOffset="-190591.83">19495 4114 3487 0,'-2'-5'24'0,"1"2"-59"15,2 1-38-15,4 6-14 0,3 2 22 0,4 3 35 0,2 3 19 0,0 4 9 16,0 2-3-16,-1 2 5 0,-1 5 4 0,0 3 1 0,-1 3 2 0,2 4 2 15,0 6-2-15,0 2-14 0,0 3 2 0,1 4-1 0,0-1-1 16,0 1 9-16,1 1-4 0,-1-1-3 0,2 1-2 0,0-1-11 0,0-2-27 16,-1-2-25-16,0-3-19 0,0-2-21 0,0-2-24 0,-3-5-22 0,0-2-13 15,-1-4-2-15,-1-3 18 0,0-4 18 0,-1-4-48 0,0-3 33 16,-1-1 6-16,-1-3-6 0,-1-2 39 0,0-5-58 0,-2-5-82 0,-2-3-92 16,-1-7-36-16</inkml:trace>
  <inkml:trace contextRef="#ctx0" brushRef="#br0" timeOffset="-190394.83">19525 4202 3046 0,'-9'-3'362'0,"1"1"-362"0,1 2-42 0,4 0-43 16,5 2 0-16,3 1 17 0,3 0 31 0,2 0 16 0,1 0 16 0,1 1 7 16,0-1-2-16,3-1-4 0,1-1-3 0,2 0-8 0,2-1-9 0,2 1-4 15,0-2-4-15,3-1 1 0,2 0 8 0,-1-1-2 0,0 0-4 16,-1-1-1-16,-1-1-16 0,-1-1-7 0,0 0-16 0,0-1-14 0,0 1-14 15,-1 0-16-15,-2 0-20 0,-2 1-19 0,0-1-17 0,-1 1-22 16,0 0-19-16,-5 0-34 0,1 2-44 0,-1 0-62 0,-2 0-137 0</inkml:trace>
  <inkml:trace contextRef="#ctx0" brushRef="#br0" timeOffset="-190210.83">19550 4596 2970 0,'13'-2'-18'16,"6"1"-97"-16,10 1-32 0,9 1-5 0,5 0 37 0,4-1 47 0,2 1 16 15,-2-1-12-15,-2-1-13 0,-1 1-9 0,2-1-14 0,-3 1-23 16,-1-1-36-16,0-1-26 0,0 1-17 0,-1 0 7 0,-1 0 8 0,-1 0-8 16,0-1-54-16,0 0-136 0</inkml:trace>
  <inkml:trace contextRef="#ctx0" brushRef="#br0" timeOffset="-189661.79">20660 3651 1954 0,'-3'2'791'0,"0"3"-827"0,1 6-56 0,4 8-17 0,2 5 11 16,3 9 28-16,1 3 43 0,-1 1 5 0,1 4 7 0,-2-1 0 0,-1 2 4 15,-1 4 8-15,-1-1-1 0,0 1 5 0,0 1-4 0,1 1-1 0,-1-2-2 16,0-1-12-16,0 0-8 0,-1 0-3 0,2 1-12 0,0-3 4 15,0 1 9-15,2-2 7 0,0-3 12 0,2 0 9 0,-1-6 11 0,3-2 12 16,1-2 13-16,0-2 10 0,2-3 2 0,0 0 0 0,-1-3-8 16,1 0-7-16,-1-2-4 0,1-3-7 0,0-2-3 0,3-1 0 0,1-2-2 15,2-2-1-15,-1-1 1 0,4-1-3 0,1-3-2 0,-1-1 1 16,2-1-3-16,-1-3 0 0,0-2 1 0,3-1-3 0,-1-1-5 0,1-3 0 16,-1 0-9-16,1-2-1 0,1-1-7 0,-2 0 0 0,0 1 2 0,-1-2-7 15,0 1-9-15,-1-2-18 0,-2-1-14 0,-2 1-25 0,-1-3-32 16,-3 1-14-16,1-1-28 0,-3 1-23 0,-2-3-6 0,-2 0-33 0,-4-2-33 15,-1-2-60-15,-2-2-201 0</inkml:trace>
  <inkml:trace contextRef="#ctx0" brushRef="#br0" timeOffset="-189459.79">20493 3837 3001 0,'-8'-2'73'0,"0"0"-86"0,2 0-55 0,5 2-24 15,5 0 10-15,5-1 36 0,5 0 29 0,6-1 13 0,2 0 4 0,6 0 0 16,2 0 0-16,3-1 6 0,3-1-3 0,3-1-1 0,2 0 0 16,1-1-1-16,1 0-6 0,1 0-1 0,-1-1-2 0,0-1-6 0,1 0-2 15,-1 0-8-15,-3-1-21 0,1 0-26 0,-3 0-21 0,-1-1-22 0,1-1-16 16,-3 2-8-16,-2-1-19 0,-2 1-25 0,-1 0-13 0,-4 1-19 16,1 1-13-16,-2 1-12 0,0 0-34 0,-2 0-196 0</inkml:trace>
  <inkml:trace contextRef="#ctx0" brushRef="#br0" timeOffset="-189294.8">21016 4239 2948 0,'-3'0'9'0,"3"1"-117"0,2 3-72 16,7 0-8-16,6 3 26 0,4-1 67 0,5-1 54 0,5-1 10 0,2 0-4 15,4-2-6-15,2 0-24 0,3-1-20 0,2 0-21 0,2-1-34 0,2-1-11 16,2 1-17-16,-1-1-16 0,0 0-7 0,2 0-41 0,1 0-65 15,3 0-78-15</inkml:trace>
  <inkml:trace contextRef="#ctx0" brushRef="#br0" timeOffset="-188660.79">24077 3377 1865 0,'1'-15'-7'0,"0"0"-18"0,0-4-2 0,-3 3 3 16,-3 2 7-16,-2-1 17 0,-3 1 24 0,-3 0 17 0,-5 0 27 15,-5 0 17-15,-1 2 2 0,-4 1-2 0,-1 0-10 0,-2 1-11 16,0 0-6-16,-3 3-1 0,2 2-16 0,-1 2-5 0,3 2-14 0,-1 2-13 16,2 3-2-16,-1 2-6 0,2 4-1 0,-2 3-3 0,-1 1-14 0,0 3 0 15,1 3 7-15,0 3-4 0,3 2 13 0,-1 2-1 0,2 1-1 0,2 1 2 16,1-1-4-16,4 1 2 0,2-1-10 0,3 2-2 0,4-2-13 15,4 0-5-15,5-1-6 0,2-3-6 0,6 0-1 0,5-3-7 0,3 2 5 16,5 0-5-16,1-1-4 0,5 2 2 0,1-2 0 0,5 0 8 0,-1 0 15 16,3-3 10-16,0 1 8 0,-1-2 13 0,-1-1 0 0,-1 1 7 15,-3 0 2-15,1 0-4 0,-3-2 6 0,-2 1-2 0,0 0 2 0,-5-1 5 16,-1 0-4-16,-3-1 2 0,-4 0 2 0,-2 0-1 0,-3 0 4 16,-3 2-7-16,-3 1-13 0,-2-1-9 0,-3 0-8 0,-1 1-5 0,-3-2-1 15,-3-1 4-15,-3-2-3 0,-1-1-12 0,-1-1-1 0,-3-2-3 16,0 1-1-16,1-3 10 0,0 0 2 0,2-1-3 0,1-1-15 0,4-1-24 15,-1-1-36-15,2-1-52 0,2-1-53 0,1-1-63 0,1-1-224 0</inkml:trace>
  <inkml:trace contextRef="#ctx0" brushRef="#br0" timeOffset="-188260.79">24085 3726 2306 0,'1'-1'16'15,"0"0"-107"-15,1 1-15 0,2 2 9 0,1 2 34 0,1 0 49 0,0 3 22 16,0 0 2-16,-3 1 3 0,1 2 1 0,-1 2 1 0,1 0 6 0,-1 0-3 16,1 0-5-16,-1 0-13 0,1 0 0 0,-1 2 0 0,0 0-1 15,2-1 2-15,0 1-4 0,1-1-1 0,-1 0 0 0,0-1 0 0,-1-2-8 16,1 1-2-16,1-1-5 0,-1-2 2 0,1 0-3 0,-1-2 1 0,0-1 4 16,1-1 0-16,0-2 4 0,0 0 7 0,0-1-2 0,-1 0-2 15,2-1 0-15,2-1-6 0,-1 0 1 0,1 0 0 0,0-1 3 0,-1 0-7 16,1-1 4-16,-1 0 3 0,2 0-3 0,-1 0 9 0,1-1 0 15,0 0-2-15,-1-1 3 0,0-1-4 0,-1 0 4 0,1-2 0 0,0 1-8 16,-1 0 4-16,0-1 0 0,0 0 3 0,0 0 8 0,-2 0-4 0,0 0 1 16,1 1-1-16,-2 0 0 0,1 3 4 0,-1-2-5 0,-1 2 8 15,1 1-2-15,-1 0-1 0,-1 2 11 0,0 1-4 0,-1-1 3 0,1 2 5 16,-2 0 0-16,1 0-1 0,-1 1 0 0,0 1 2 0,1 0 2 0,0 1 1 16,0 0 4-16,1-1-3 0,1 2-6 0,-1 1-1 0,1 0-5 15,0 0-3-15,1 2 6 0,0 0-6 0,0 0-6 0,1 2-1 0,0 0-7 16,0 3-2-16,0 1 2 0,0 0 1 0,0-1-3 0,1 1-4 15,-1 0-13-15,-1 0-13 0,-1 0-16 0,0 0-15 0,0 0-26 0,0 0-15 16,0-1-17-16,0-2-16 0,-1 1-22 0,1-2-26 0,2 1-40 0,-1-1-63 16,1-1-99-16</inkml:trace>
  <inkml:trace contextRef="#ctx0" brushRef="#br0" timeOffset="-188111.49">24940 4007 2337 0,'1'2'1035'0,"0"2"-1064"0,1 3-58 16,3 4-1-16,2 3 6 0,3 1 30 0,1 2 35 0,2 1-2 0,0 1-41 0,-1-2-39 16,-2 1-33-16,-1-2-26 0,-2-3-13 0,0-4-36 0,-1-2-60 15,-1-2-50-15,-1-2-41 0,-1-2-34 0,0-2-219 0</inkml:trace>
  <inkml:trace contextRef="#ctx0" brushRef="#br0" timeOffset="-187628.49">25856 4221 361 0,'7'-6'198'0,"3"0"-153"0,3-2-12 0,2-1 11 16,1 1 10-16,3-2 4 0,1 0 2 0,2-1-6 0,4 0 1 15,2 2 0-15,3 0 2 0,1 1 9 0,1-1 6 0,-1 0 11 0,1 0 2 16,2 0-6-16,1 1-9 0,2 0-10 0,-1 1-9 0,3 0-1 0,1-1-9 16,1 1-4-16,1 0-1 0,0 0-10 0,-1 0-2 0,1 0-2 15,2-1-4-15,0 1-1 0,-2-2 0 0,0 0-1 0,0 1-3 0,-1 0-4 16,0 0-3-16,0 0 6 0,-2 0 1 0,0 0-2 0,0-1 0 16,-2 0-6-16,-1 0-5 0,-1 1 1 0,-2 0 0 0,-1 2-1 0,0 0 3 15,-1 1-4-15,-3 1-1 0,0 0 0 0,-4 1-5 0,-1 0 0 0,-2 1 0 16,-2 0-13-16,-1 1-6 0,-1 0-13 0,-3 0-14 0,0 1 2 15,0-1-8-15,-1 0-2 0,0 0-7 0,0-1-21 0,0 0-2 0,-2-1-17 16,0 0-8-16,0 0-1 0,1-2-9 0,0 0-7 0,1 0-15 0,-1-2-18 16,0 1-29-16,0-1-86 0</inkml:trace>
  <inkml:trace contextRef="#ctx0" brushRef="#br0" timeOffset="-184744.48">15196 8024 2040 0,'-10'-20'185'0,"2"-1"-23"0,0-2-89 0,5 3-31 15,5 4-16-15,2 1-13 0,5 1 0 0,3-2-6 16,3 1-5-16,3 0 3 0,4 1-7 0,3-1-1 0,2 1 1 0,5-1-1 0,3 1 3 0,2 1-8 15,2-1 5-15,-1 2-3 0,1-1-2 0,2 1 2 0,-1 0-8 16,1 1-7-16,0 2-13 0,-4 1-14 0,1 0-28 0,-2 3-36 0,-1 1-47 16,1 1-51-16,-4 2-37 0,1 2-29 0,-2 2-22 0,1 3 1 15,-2 0-18-15,-2 4-44 0</inkml:trace>
  <inkml:trace contextRef="#ctx0" brushRef="#br0" timeOffset="-184510.48">15455 8510 2579 0,'-1'-6'132'0,"0"1"-52"0,3-1-72 0,2 3-28 16,3 0-4-16,6-1-9 0,4-1-8 0,6 0 3 0,1 0 1 15,4-1 7-15,0 0 12 0,2-1 10 0,0-1 4 0,2-2-7 0,-1 1-16 16,2 0-24-16,0 1-23 0,0 0-15 0,1 1-8 0,-1-2-1 0,1-1-3 15,1 0-12-15,1-1-7 0,-1-1-19 0,1 2-19 0,-2-1-10 16,-1 1-16-16,-1 0-9 0,-1 0-9 0,0 0-21 0,-2 2-167 0</inkml:trace>
  <inkml:trace contextRef="#ctx0" brushRef="#br0" timeOffset="-184194.48">15322 7694 2467 0,'-10'-13'66'0,"4"2"-11"0,0 0-40 0,5 6-36 0,4 6-12 16,3 3-5-16,3 2 1 0,5 5 6 0,1 5 3 0,3 4 13 0,1 2 4 15,-3 6 5-15,-1 0-5 0,0 5-3 0,-1 2-2 0,-1 5 7 16,-1 2 9-16,1 4 1 0,2 3 2 0,0 5-1 0,1 2-11 0,0 1-2 16,2 2-1-16,0 0-4 0,0 0 10 0,3 2 0 0,1-1 0 0,0-1-2 15,3 1-7-15,0-3-10 0,2 0-25 0,0-1-33 0,1-1-37 16,-2-1-32-16,-2-1 5 0,-1-2 24 0,-3-3 28 0,1-2 30 0,0-4-3 16,-2-2-20-16,1-3-22 0,-1-2-15 0,1-3-10 0,-2-1 0 15,0 0-3-15,0-2-16 0,-3 0-19 0,1-4-64 0</inkml:trace>
  <inkml:trace contextRef="#ctx0" brushRef="#br0" timeOffset="-183777.48">16687 8216 2122 0,'-2'0'255'16,"0"4"-163"-16,2 2-42 0,3 4-42 0,1 4-13 16,4 3-8-16,3 3-7 0,3 3-3 0,3 0-8 0,0 0 6 0,3 0 1 0,0-3 4 0,-1-2 9 15,0-2 1-15,-1-3 4 0,-1-2 1 0,0-1 4 0,1-2 1 16,-1-3 1-16,-1-2 5 0,0-3 2 0,-1-1 4 0,0-3 0 0,0-3 3 15,0-1-1-15,-2-2 0 0,0-4 0 0,-1-2-7 0,-1-1-2 0,1 0-8 16,-2-3-11-16,-2-1-3 0,0 0-3 0,-3-2 1 0,-2 1 0 16,-2-1 0-16,-1-1 7 0,-3 1 4 0,-1-2-4 0,-5 1 2 0,-2-1-4 15,-3-1 5-15,-2 2 0 0,-1-1 2 0,-5 0-3 0,-2 3-2 16,-2 0 6-16,-2 2 7 0,-2 3 11 0,0 1 10 0,2 4 2 0,1 3 5 16,1 2 1-16,0 3-3 0,1 3-7 0,1 3-6 0,0 2-13 0,0 3-7 15,-1 3-5-15,0 2-9 0,2 4-10 0,-1 0-13 0,2 4-17 16,1 0-17-16,1 2-22 0,3 2-17 0,0 0-17 0,1 2-11 0,1 1-20 15,3-1-44-15,2 2-52 0,2-1-72 0,3 2-210 0</inkml:trace>
  <inkml:trace contextRef="#ctx0" brushRef="#br0" timeOffset="-183526.48">17143 7267 3114 0,'-5'-11'54'0,"1"2"4"15,0 4-65-15,4 11-30 0,4 10-9 0,2 7-3 0,4 7-2 0,2 6-1 16,0 6 1-16,2 3 7 0,1 5 19 0,-1 4 2 0,0 3 11 16,1 4 0-16,0 1-1 0,-1 6 5 0,-2 3-4 0,-1 2-2 0,0 2-6 15,0 1-10-15,0-1-26 0,-2 0-24 16,0-3-27-16,-1-3-30 0,0-2-25 0,1-6-15 0,1-5-14 0,1-8 6 0,0-7 3 0,0-4-69 15,0-5-36-15,-2-1-1 0,-2-3-21 0,-2-3 29 0</inkml:trace>
  <inkml:trace contextRef="#ctx0" brushRef="#br0" timeOffset="-183343.48">17521 7331 1957 0,'-6'-22'523'0,"2"1"-434"0,0-2-14 0,3 8-55 0,3 7-28 0,2 3-10 15,1 4-6-15,2 2-8 0,2 3 7 16,3 5 1-16,0 1 13 0,1 4 3 0,1 3 2 0,0 2 0 0,3 6 1 0,1 3-1 0,0 6-2 16,1 2 0-16,1 7-3 0,1 1-10 0,-1 5-6 0,1 1-9 0,-1 3-10 15,-2 1-5-15,1 2-14 0,-1 2-30 0,0-1-39 0,0-1-39 16,0-1-33-16,-1-2-18 0,-2-2-3 0,0-1-11 0,0-1-3 0,1-1-59 16,-4 2-30-16</inkml:trace>
  <inkml:trace contextRef="#ctx0" brushRef="#br0" timeOffset="-183060.48">18184 8417 406 0,'3'-18'257'15,"0"-1"-77"-15,1-8 12 0,0 1 23 0,-1-1-4 0,0-1-14 0,0-2-26 16,-1-1-28-16,-1 1-25 0,0 0-19 0,-1 1-23 0,2 2-13 16,0 3-13-16,0 3-8 0,2 4-5 0,-1 5-3 0,1 2-1 0,1 3-8 15,0 4-8-15,0 0-4 0,0 4-2 0,2 1-5 0,0 4 4 0,0 1-4 16,3 3-2-16,1 3 2 0,2 2-8 0,3 3-1 0,0 2-3 16,2 2-10-16,0 1 0 0,0-2-9 0,2 1-12 0,1-2-3 0,-1-3-5 15,2 0 0-15,1-2 7 0,-1-2 7 0,0-3 1 0,2-4 6 16,-4-2 1-16,1-4 10 0,0-2 7 0,-1-3 11 0,0-2 9 0,0-3 3 15,-3-2 4-15,0-2 4 0,-3-1 13 0,-2 1 4 0,-4-2 4 0,0-2-1 16,-2-2-18-16,-1-2-12 0,-1-2-10 0,-2 0-10 0,-2-2 2 16,-3 2 6-16,-3-1 0 0,-2-1 7 0,0 0-2 0,-3-3-5 0,-2 1-5 15,-1-1-6-15,-3 1-4 0,0 0-10 0,-2 3-4 0,0 1-13 0,2 2-13 16,1 5-12-16,-1 2-6 0,1 5-1 0,1 5 5 0,-1 4 17 16,-2 4 8-16,-1 4 9 0,1 5 0 0,-1 3-17 0,1 3-25 0,4 4-33 15,1 2-39-15,3 4-35 0,4 4-25 0,3 2-17 0,4 1-15 0,4 1-45 16,5-2-91-16</inkml:trace>
  <inkml:trace contextRef="#ctx0" brushRef="#br0" timeOffset="-182810.48">19144 7889 2541 0,'5'-17'278'0,"1"0"-162"0,1 1-72 0,1 4-39 0,0 5-12 16,2 2-5-16,3 2-8 0,4 4 1 0,2 4 6 0,1 3 4 0,2 3 13 15,1 3-1-15,-1 4 4 0,0 3-5 0,-1 2-1 0,0 3 1 0,-1 2-5 16,-3 1-4-16,0 2-3 0,-1-1-4 0,-2 2-1 0,-2-2 2 15,1-1-11-15,-2-4-12 0,0-1 3 0,0-3-3 0,-2-1 3 0,-1-1 11 16,-1-3 2-16,0-2 3 0,-1-2 9 0,-1-3 8 0,-1-3 9 0,1-4 19 16,-1-3 7-16,2-5 19 0,1-3-4 0,1-5-14 0,0-5-18 15,0-4-28-15,1-4-18 0,0-3-13 0,0-3-9 0,1-1-2 0,-1-3-7 16,2-3-2-16,0 1 3 0,-1-3-10 0,0-2-18 0,0 1-27 16,0 0-37-16,1 1-32 0,3 5-17 0,0 3 4 0,1 2 21 0,-2 3 16 15,0 2 14-15,-1 3-1 0,-1 3-35 0,-1 1-79 0,-2-2-112 16</inkml:trace>
  <inkml:trace contextRef="#ctx0" brushRef="#br0" timeOffset="-182611.48">19634 7221 2786 0,'0'0'193'0,"0"4"-104"0,2 6-87 15,2 8-23-15,3 8-10 0,5 7-3 0,2 3 9 0,5 3-3 0,2 1 6 16,1 3 11-16,1-3-6 0,0 0 5 0,0-1 9 0,0-2-12 15,0 1-7-15,-1 0-28 0,0-3-36 0,-1 0-25 0,1-4-14 0,-1 0-2 16,0-1 8-16,0-3 17 0,-1-4 22 0,0-3 19 0,1-5 11 0,-1-5 16 16,0-4 14-16,1-5 0 0,0-4-8 0,0-4-53 0,1-3-85 15,1-4-93-15,0-3-100 0,3-5-339 0</inkml:trace>
  <inkml:trace contextRef="#ctx0" brushRef="#br0" timeOffset="-182427.48">21160 7490 3353 0,'16'-6'97'0,"1"2"-71"0,7 1-90 0,4 5-32 0,2 2-13 15,5 1 3-15,3 1 8 0,0 0 10 0,0-1 12 0,-2 0 20 0,0-2 2 16,-3-1-8-16,-1-1-25 0,0-1-24 0,0 0-15 0,2 0 2 16,-2-1 10-16,0 0 17 0,-4-2 13 0,0 0 4 0,-2-2-14 0,0-1-26 15,-1 0-29-15,-2-1-29 0,-1 0-31 0,0-2-35 0,-2-2-52 0,2-1-150 16</inkml:trace>
  <inkml:trace contextRef="#ctx0" brushRef="#br0" timeOffset="-182110.48">22362 6774 3065 0,'6'-5'183'0,"1"2"-115"0,2 4-72 0,1 8-37 0,3 7-7 16,2 7 7-16,6 8 8 0,3 5 12 0,1 4-2 0,0 2 14 0,0 3 2 15,-1 1 4-15,1 3 3 0,-3 1-18 0,2 2-11 0,-2-1-4 16,0-1-11-16,-1-2-5 0,-1-6-2 0,0-3-3 0,0-2-1 0,-1-5-2 16,0-2-4-16,0-6-1 0,0-2 6 0,0-3 11 0,2-5 19 15,1-1 18-15,-1-3 5 0,1-4 3 0,-2-3-20 0,-1-4 0 0,-1-2 6 16,-3-3 7-16,-1-5 14 0,2-3 2 0,2-3-21 0,0-6-9 0,0-3-5 16,-1-5 2-16,1-2 12 0,-1-2 11 0,1 0 13 0,-1-1 12 15,-1 0 12-15,-2 0 5 0,-1 1 4 0,0 2-2 0,0 4-5 0,-1 4 3 16,1 6-7-16,0 3-6 0,-1 4-5 0,-1 5-12 0,-1 3-6 15,-2 4-8-15,0 4-5 0,1 2-4 0,-1 5 3 0,2 3-4 0,-2 4-1 16,1 4-6-16,-4 5-8 0,1 2-5 0,-2 4-13 0,0 1-13 0,-1 2-22 16,1 0-43-16,-1-1-39 0,-1 2-41 0,1-1-33 0,-2 0-47 15,2-2-52-15,0-2-68 0,2 0-87 0</inkml:trace>
  <inkml:trace contextRef="#ctx0" brushRef="#br0" timeOffset="-181909.48">23975 7382 3087 0,'14'4'63'15,"0"5"-45"-15,7 8-55 0,0 7-5 0,-1 8 2 0,5 8-1 0,2 5 2 16,3 6 5-16,1 6 3 0,0 2 6 0,-1 4 12 0,-2 1-4 0,0 2-6 16,-2 1-2-16,1 1-16 0,-4 0-13 0,1-2-6 0,-4-2-1 15,-1-1 3-15,0-6 0 0,-2-3-13 0,-1-2-44 0,-2-5-59 0,-2-1 1 16,-3-5 0-16,-2-5 7 0,-1-4 14 0,-4-5-57 0,-2-5-60 0,-3-3-43 15,-4-4-37-15,-4-7 66 0</inkml:trace>
  <inkml:trace contextRef="#ctx0" brushRef="#br0" timeOffset="-181693.48">24327 7480 2872 0,'12'-13'203'0,"0"1"-100"16,2-1-74-16,0 3-54 0,-2 4-10 0,2-1-18 0,2 2-5 0,3 0 6 15,4 1 13-15,1 1 15 0,4 0 12 0,1 2 1 0,3 2-3 16,0 1-6-16,2 4-3 0,-2 2-2 0,2 1-3 0,-3 3 6 0,-1 2-1 16,0 2 5-16,-3 0 0 0,-2 3-4 0,-3 1-11 0,-4 0-11 15,-4 1-14-15,-5 0-12 0,-1-2 0 0,-5 0 6 0,-1 1 6 0,-4-2 3 16,-1-1-4-16,-3 0-10 0,-1-2-8 0,-3 0-1 0,-3-2-4 0,-1 0-4 16,-4 0-6-16,-1-2-2 0,-2-2-14 0,0-3-20 0,1-1-27 15,-2-3-42-15,0-1-46 0,1-3-47 0,-3-4-105 0</inkml:trace>
  <inkml:trace contextRef="#ctx0" brushRef="#br0" timeOffset="-181542.48">25463 7077 2466 0,'11'-3'-56'0,"-1"1"-136"0,1 2-127 0,-2 6-92 0,-1 4-24 0,1 4 40 15,2 4 21-15,2 5 110 0</inkml:trace>
  <inkml:trace contextRef="#ctx0" brushRef="#br0" timeOffset="-181425.48">25672 7793 576 0,'3'11'348'0,"1"5"-260"0,-1 7-29 16,-1 1-44-16,-1 3-24 0,-1 0-14 0,0 2-21 0,-1 1-18 15,1 0-22-15,1-1-23 0,1 3-10 0,2-1-2 0,1 2 10 0,1-2 15 16,1-1 18-16,1-1 15 0,1 0 8 0,1-2 6 0,0 2-16 0</inkml:trace>
  <inkml:trace contextRef="#ctx0" brushRef="#br0" timeOffset="-134624.74">3566 9090 1410 0,'1'2'27'16,"1"1"-36"-16,2 3 0 0,2 2 0 0,1 0 13 0,1 0 3 15,0-1-3-15,-1 0-8 0,0 0-9 0,0 1-9 0,0 1-10 0,0 0-4 16,1 1-1-16,-1 1 5 0,-2 1 10 0,1-1 10 0,-1-1 11 0,-1-1 4 16,0 0 10-16,-2-2 5 0,0 1 4 0,0-1 9 0,-2-1 4 15,1 0 2-15,-2-1 3 0,0 0-1 0,0 0 1 0,0-1 0 0,-1 0-6 16,1 0 1-16,-1-1-6 0,0 0-2 0,1 0-2 0,-2 0-6 0,1 1-3 15,0 0 1-15,0 0-5 0,-1 1-1 0,-1 0 0 0,-1 1-3 16,0 0 1-16,-1 2-4 0,0 0 2 0,0 1-2 0,0 0-5 0,-1 1 6 16,0 1-1-16,1-2-4 0,-1 1 3 0,1-1-1 0,0 1-3 0,-1 0 4 15,1 2-4-15,0-1 1 0,-1 2 2 0,0-1-6 0,-1 2 2 16,0 2 9-16,-2 0 0 0,0 2 7 0,1 2-3 0,-3 2-8 0,1 0 1 16,-1 3-3-16,-1 0 0 0,1 2 1 0,-3 3 0 0,-1 1-2 15,0 3-2-15,1 4 1 0,-4-2-6 0,-2 4 4 0,2-1-2 0,-2 2-3 16,1 2 3-16,2 0-2 0,0 0 0 0,0 0 2 0,1 1 1 0,1-1 4 15,-1 0 2-15,1 1-3 0,1-3 0 0,3 1-5 0,0 2 6 16,1-2 0-16,0 0 2 0,-1 0 0 0,2 1-5 0,0 0 1 0,0 0-4 16,1-1 9-16,1-1-4 0,-1-1 1 0,1 0 2 0,3-1-5 0,1-1 4 15,1 0-2-15,2-1 0 0,-1 1-4 0,2-2 6 0,1 0 2 16,1-2 2-16,2-3-5 0,0 2-1 0,3-3 1 0,-1 3 2 0,2-2 1 16,1 0-7-16,1-1 1 0,1 1-1 0,-1-1 7 0,2 3 2 15,1-1 0-15,0-1 1 0,1 0-2 0,0 1 2 0,3-1 1 0,1 3-3 16,0-2-3-16,0 1-3 0,0-1 2 0,2-1 1 0,-1-2-2 0,2 1 1 15,3-2-5-15,-2 2 4 0,2-3 0 0,0 2 0 0,-1-2-1 16,2 0 1-16,-1-1 4 0,1 1 4 0,-1 0 6 0,2 1-1 0,1 1 1 16,0-1-1-16,0 1 2 0,0-1-1 0,2 2 0 0,-1 0-1 0,1 3 2 15,1-1 2-15,0 1 0 0,2-2-4 0,1 1-4 0,0 1-4 16,3-1 0-16,0 3 5 0,1-3-7 0,2 1 2 0,1-3 1 16,2 0-4-16,3-3 15 0,3 0-1 0,3-3 2 0,2-3 4 0,3-2-5 15,2-2 4-15,3-5 6 0,3 0-2 0,2-3 11 0,6-1 4 0,2-2 1 16,2-3 8-16,4-2 1 0,4-3-1 0,5-3 1 0,4-1-10 0,1-2-8 15,6-1-6-15,1-1-15 0,3 1-4 0,7-2-7 0,0 1 6 16,4 0-1-16,5 1-8 0,2 1-13 0,5 2-20 0,3 3-28 0,2 1-60 16,5 3-66-16,5 2-198 0,3 5-307 0,2 4-199 0</inkml:trace>
  <inkml:trace contextRef="#ctx0" brushRef="#br0" timeOffset="-111606.44">4175 3640 2834 0,'-16'5'-13'0,"-4"3"-4"0,-3 1 7 0,-1 2 0 15,14-4 15-15,5 1 2 0,4 0-7 0,3-1 2 0,1-1-2 0,0-1 0 0,2 0 0 0,-1 0-5 16,3 2-4-16,-1 2 1 0,2 0 2 0,0 1-3 0,1 2 8 16,0 1-1-16,-1 1 2 0,0-1 5 0,-1-1 2 0,0 1-9 0,0 1 5 15,-2 1 7-15,3-1 2 0,0 4 9 0,0 2 4 0,0 1-10 16,0 0 2-16,-1 3 0 0,1-1-2 0,-1 1-2 0,1 1-1 0,0-2-3 15,1 3-8-15,0-1-1 0,0 1-3 0,1 0-4 0,0-2 0 0,4 0-3 16,0-3-5-16,1 1-5 0,-2 1-14 0,3-1 0 0,0 2-3 16,1 0-5-16,-1-2 6 0,1-2-11 0,-2-2-19 0,0-2-12 0,-3-1-18 15,1-2-19-15,0-2-25 0,-1-2-42 0,-2-1-73 0,-1-1-114 0,-1-2-507 16</inkml:trace>
  <inkml:trace contextRef="#ctx0" brushRef="#br0" timeOffset="-111257.39">3812 3993 3093 0,'-16'-6'117'0,"2"0"-111"0,-1-1 4 15,9-3-13-15,4-1-4 0,1-4-4 0,2-4 2 0,2-4-19 0,1 0 5 16,2-1-7-16,0 1-4 0,1 2 9 0,2 0-13 0,0 1 8 15,1 3 12-15,1 0 7 0,-1 2 11 0,1 1 1 0,-1 2-1 0,-1 0 7 16,0 2 0-16,0 0 1 0,1 1 1 0,1 1-2 0,1 1 1 0,1-1 3 16,-1 2-3-16,4 1-1 0,1 2-5 0,1 1-4 0,-1 2-1 15,0 2-2-15,1 1 1 0,-1 2 8 0,1 1-6 0,1 2 4 0,0-1-1 16,-1 2-4-16,2 1 6 0,0 0-1 0,-1 1 1 0,0 1-4 16,1-2 1-16,-3 2-2 0,1 0-1 0,-1-1 1 0,-2 1 2 0,-2-2-2 15,0 1 4-15,1 0-2 0,-2 1-2 0,-3 1-1 0,1-1 3 0,-3 1 0 16,-1 0-12-16,-2 1 13 0,-2 0-7 0,-1-2-10 0,-1 4-1 15,-1-1-30-15,-3 0-19 0,0-2-18 0,-2 2-24 0,-2-1-26 0,1-1-25 16,-2 0-35-16,-2-1-34 0,1 0-42 0,2-2-50 0,-1-1-69 16,3-3-298-16</inkml:trace>
  <inkml:trace contextRef="#ctx0" brushRef="#br0" timeOffset="-110873.39">4548 3859 3208 0,'-1'14'11'0,"3"0"5"15,5 7-2-15,4-2-23 0,5-5 1 0,4-1-1 0,0-2-7 0,3-2-4 16,-1-1-13-16,1-2-6 0,0-1-4 0,-1-1-4 0,0-2 1 16,1-2 2-16,-1 0 7 0,0-2 13 0,0-3 14 0,-3-2 2 0,0 0 6 15,-1-1 2-15,-4-1 7 0,-1 0 6 0,-1-3 11 0,-3-2 4 0,-1-2-1 16,-2-3-10-16,-2 0 13 0,-2-2-12 0,0-3 0 0,-1 1 4 0,-1-2-22 16,-1 0 2-16,-1 1-2 0,0 0-2 0,-4 3-1 0,-1 1-4 15,-2 1-11-15,-3 4 0 0,-2 1-12 0,-2 2-9 0,-3 3 0 0,-4 2-4 16,0 2 6-16,-2 3 9 15,-2 3 0-15,2 4 0 0,-1 4 0 0,1 3 2 0,1 4 4 0,-1 2 4 0,2 4 4 0,-1 2-2 0,2 0 0 16,1 3-7-16,1-1-12 0,6 2-19 0,0-2-45 0,3 2-46 0,2-1-77 16,2 1-108-16,2 2-109 0,3-1-416 0</inkml:trace>
  <inkml:trace contextRef="#ctx0" brushRef="#br0" timeOffset="-110638.35">5180 3539 2901 0,'-10'20'458'15,"4"2"-465"-15,1 7 14 0,6-1-14 0,6 0-1 0,2-2-2 0,2 0-12 16,0 1-16-16,2 0-19 0,0 2-20 0,2-1-26 0,-1 1-3 15,-1-2-8-15,-2 1 1 0,2-2 1 0,-1-1-11 0,2-2-13 0,-2-4-14 16,-2-1-29-16,0-4-47 0,-3-1-88 0,-1-4-113 0,-2-4-308 0</inkml:trace>
  <inkml:trace contextRef="#ctx0" brushRef="#br0" timeOffset="-110386.35">5516 3449 2247 0,'3'5'59'0,"5"3"-14"15,1 3-3-15,3 2 5 0,0-1 2 0,1 0 9 0,1 1-10 0,1 2-11 16,2 2-15-16,-1 0-11 0,0-1-4 0,0 1-4 0,-1 0 2 0,2-1-4 16,-3 1 1-16,0-1 0 0,-1-1 1 0,-1-1 2 0,-1 0-4 15,-3-1 4-15,-2-2-1 0,-3-1-1 0,-1-3 7 0,-2-1 1 0,-3-2 4 16,-2-1 3-16,-2-1-2 0,-2-2-9 0,-2-1-7 0,-3-2-7 0,-1-3-13 16,-2-1-3-16,-1-4-1 0,0-3 0 0,-1-1 8 0,2-3 7 15,-1 0 5-15,-1-4 2 0,2 0 0 0,2-3-2 0,-1-3 0 0,3-1-4 16,1-1-6-16,3 1-5 0,2 0-11 0,2 2-8 0,3-1-9 15,3 3-6-15,1 1-7 0,2 2-6 0,1 3-7 0,2 1-14 0,0 3-19 16,2 2-23-16,1 4-21 0,2 0-27 0,0 3-31 0,2 2-40 0,-2 3-102 16,2 1-225-16</inkml:trace>
  <inkml:trace contextRef="#ctx0" brushRef="#br0" timeOffset="-110074.34">5968 3003 2213 0,'-8'8'555'16,"1"1"-552"-16,0 4 7 0,4 2 0 0,3 0 3 0,0 2-1 15,1 1 4-15,1 2-11 0,1 4-6 0,1 1 1 16,1 4-14-16,0 2 3 0,2 2-4 0,1 0 2 0,1 2 8 0,1-2 2 0,0 0-1 0,2 0-1 16,1-1-1-16,0 1-4 0,1-1-3 0,-1 0-13 0,0-2-5 15,0-2-11-15,-1-3-12 0,0-2-13 0,-1-1-17 0,0-5-9 0,1-1-6 16,-2-2 1-16,-1-5-9 0,-2-2-20 0,0-4-36 0,-1-2-47 16,0-2-40-16,0-2-39 0,-3-3-94 0,0-2-95 0</inkml:trace>
  <inkml:trace contextRef="#ctx0" brushRef="#br0" timeOffset="-109923.35">5869 3450 2627 0,'-1'0'40'15,"1"2"-3"-15,1 1-12 0,2-1 7 0,3 0 6 0,1-2-3 0,4 0-8 16,2-2-16-16,2 0-9 0,1-1-14 0,0 0-8 0,4-1-14 0,1-2-13 16,0 1-16-16,3-1-15 0,1-1-4 0,-2 1-7 0,1-2 1 15,-2 0 0-15,0-1-10 0,1 0-15 0,-4-1-23 0,2-1-21 0,-2 0-35 16,-3 0-51-16,1 1-66 0,0 0-332 0</inkml:trace>
  <inkml:trace contextRef="#ctx0" brushRef="#br0" timeOffset="-109670.35">6710 3346 1962 0,'7'4'1087'0,"4"1"-1075"0,6 1-1 0,6-1-4 16,3-2 0-16,0-3-2 0,4 0 2 0,0-1-5 0,3 0-9 15,-2 2-9-15,0 0-8 16,-3 1-12-16,0 3-11 0,0 1-7 0,1 2-10 0,-3 3-2 0,-1 2-1 0,-4 2 7 0,-3 2 9 0,-2 1 8 0,-2 4 13 16,-4 3-5-16,-3 4-1 15,-2 3-2-15,-2 2-11 0,-2 1 3 0,-1 4 10 0,-3-2 14 0,-1 1 17 0,1-3 23 0,-3-6 15 0,1-3 20 16,0-4 15-16,2-5 1 0,1-1 9 0,3-3-17 0,3-2-5 0,1-2-15 16,4-3-13-16,0-1-8 0,6-1-20 0,2-4-9 0,3-2-9 15,3-2-15-15,2-2-14 0,1-3-19 0,3-3-23 0,2-2-19 16,3-2-30-16,0 0-19 0,4-4-25 0,0-3-35 0,0-1-55 0,5-4-111 15,-1-2-363-15</inkml:trace>
  <inkml:trace contextRef="#ctx0" brushRef="#br0" timeOffset="-109123.35">1090 9531 3173 0,'-8'1'166'16,"3"1"-13"-16,-1 0-3 0,2 1-101 0,-2 1-15 0,0 0-1 15,1 1-4-15,0 1-18 0,0 1 3 0,0 2-11 0,1 2-6 0,1 2-1 16,0 1-14-16,2 2-1 0,2 5-84 0,6 20 0 0,5 3 6 0,2 1-5 15,1 1 75-15,2 1-4 0,1-1-6 0,-1-3-6 0,-2-8-8 16,0 1-11-16,1-4-19 0,0 0-15 0,-1-2-16 0,-1-2-33 0,1-4-25 16,-1-1-40-16,0-3-70 0,0-3-100 0,-1-1-102 0,0-1-326 0</inkml:trace>
  <inkml:trace contextRef="#ctx0" brushRef="#br0" timeOffset="-108873.35">912 9604 2918 0,'-5'-2'161'0,"2"0"-53"0,-1 1 4 0,1-2-14 0,-1 0-25 16,0-1-25-16,2-1 8 0,-1-1-9 0,3-1-13 0,-2-1-6 0,2-1-14 15,0-2-5-15,2-1-7 0,0-2 4 0,3 0-6 0,2 1 2 16,4-3 3-16,1 1-10 0,13-15-79 0,5 0-4 0,0 4 1 0,2 5-2 16,-1 3 62-16,-2 6-2 0,-2 5-5 0,-5 4-2 0,0 3-3 0,-3 1-5 15,-3 3-12-15,1 1 1 0,-1 2-5 0,-3 1 9 0,-1 1 17 16,0 2 9-16,-2 1 8 0,-1 0 3 0,-1 3-2 0,-2 1 4 0,0 0 6 15,-1 1 1-15,0 2 3 0,-1 0-8 0,0-1 2 0,0 2 6 16,1 1-6-16,-1-2 3 0,1 1-12 0,0-1-25 0,2-1-21 0,-1 1-27 16,0 0-28-16,2-1-34 0,0-2-60 0,0 0-91 0,0 0-118 0,0-1-479 15</inkml:trace>
  <inkml:trace contextRef="#ctx0" brushRef="#br0" timeOffset="-108335.35">1584 9686 1739 0,'-5'6'1324'0,"2"-1"-1230"0,0 2-7 0,2 0-33 0,0 2-20 15,2 1-7-15,1-1-2 0,3 2-3 0,3-1-2 0,1 1-9 16,0 0-5-16,1 0-6 0,-1 0-2 0,2 1-2 0,0 0-5 0,0-1-2 16,1 0-9-16,-1-1-29 0,1-2-3 0,0 0-2 0,0-1-3 0,1-3 28 15,-3 0-3-15,1-3 4 0,7-1 2 0,-2-3 4 0,-6-3-2 16,-4-1-4-16,-1-2 1 0,-1-1 3 0,-1-3 4 0,0-1 8 0,-1-3 2 15,-1 0 5-15,-1-4 1 0,-1-1 3 0,-2 2 1 0,0-2-2 0,-2 0 5 16,-1 2-1-16,-1-1 0 0,3 11-2 0,-1-2 0 0,-1 2-4 16,-2-2-18-16,0 0-4 0,-1 0 36 0,1 2-7 0,-1-1 19 0,-3 3 0 15,2 2-46-15,-1 1 4 0,1 3-2 0,0 2-7 0,0 1 5 16,0 3 5-16,1 1 14 0,0 2 8 0,0 1 4 0,1 3-1 0,1 0-6 16,2 2 2-16,0 0-1 0,2 0-1 0,0 0 0 0,3 1-1 0,0 0-4 15,2-1 2-15,1-2-6 0,2 1-2 0,-1-2 1 0,3 0-3 16,0-2-2-16,2-2 6 0,-1-2-1 0,2 0 2 0,0-1 3 0,0-3-27 15,3 0 0-15,0-1 4 0,1-2 0 0,11-3 25 0,1-1 3 16,-3 2 1-16,-5 2 1 0,-1 2-2 0,0 0 3 0,-1 0-3 0,1-1 0 16,1-1 6-16,-1 1-9 0,-2 1 8 0,2 0 0 0,-1 2-5 0,1 1 3 15,0 1-2-15,0 0-1 0,2 1 2 0,-1 1-2 0,0 0 2 16,-1 2-4-16,-3 0 2 0,-1 2 3 0,0 0-4 0,-1 0 4 0,-2 0 0 16,-1 0-1-16,-1 0 6 0,-3-2-2 0,0 1 5 0,-2-2 2 0,0 1-5 15,0-1 3-15,-2 0 0 0,-2-2 1 0,1 0 4 0,-2-1-1 16,-1-1 4-16,0-1 2 0,-2-2 2 0,0-2-1 0,-1-1-4 0,-1-1-2 15,-1-2-1-15,0-1-3 0,0-1-2 0,0-1 2 0,-1-2 0 0,1-1 3 16,0-2-4-16,0-2 5 0,1 2-6 0,2-4-10 0,-2 1 3 16,3-1-6-16,1 1-4 0,3 0-3 0,2 0-9 0,1 4 1 0,1-1-2 15,1 3 3-15,0 1-11 0,1 1-4 0,1 2-4 0,1 1-1 0,0 1-2 16,2 1-9-16,-1 1-13 0,2-1-25 0,0 0-27 0,-1 1-45 16,-1-1-71-16,0 0-98 0,1 0-109 0,-1-2-399 0</inkml:trace>
  <inkml:trace contextRef="#ctx0" brushRef="#br0" timeOffset="-108106.35">2363 8894 2752 0,'-7'0'107'0,"1"0"-29"0,2 0-22 15,1 2-20-15,2-1-4 0,2 0-4 0,0 3 7 0,0 0-17 16,0 4 10-16,1 2-9 0,-2 3-7 0,2 3 1 0,1 4-19 0,-1 2 3 15,2 2-4-15,0 2-2 0,2 2 4 0,-1 3-18 0,2 1 0 0,1 6 0 16,0 2-3-16,1 2 16 0,1 1-4 0,1-2 2 0,0 0-7 16,0 0-14-16,-1-1-11 0,1-2-19 0,-2 1-18 0,3-4-18 0,0 0-19 15,1-3-20-15,1-1-22 0,-1-4-31 0,0-2-37 0,-2-4-69 0,1 0-298 16,-1 1-126-16</inkml:trace>
  <inkml:trace contextRef="#ctx0" brushRef="#br0" timeOffset="-107939.35">2380 9506 2827 0,'-6'0'157'0,"3"2"-57"15,0-1-39-15,4 0-42 0,5-3-12 0,1-1-5 0,2-1 5 0,2-2-5 16,-2 0-2-16,3-2-12 0,0-1-16 0,0-2-35 0,2 0-34 16,-1-1-29-16,2 1-27 0,1-1-11 0,2-1-14 0,-2-1-32 0,1 0-39 15,-3 1-73-15,0 0-66 0,-1-1-378 0</inkml:trace>
  <inkml:trace contextRef="#ctx0" brushRef="#br0" timeOffset="-107638.35">2723 9210 2770 0,'-3'8'92'15,"2"2"-19"-15,3 1-41 0,3-3-17 0,4-3-1 0,1 0-2 0,1 0-3 16,0 0-9-16,0 0-9 0,-1 1-5 0,0 1-16 0,0-2-16 15,0 1-23-15,0-1-17 0,-1 0-12 0,1-1-10 0,0-1-11 0,0 1-4 16,0-1-3-16,-2 0 7 0,-1 0 17 0,-1-1 13 0,-1-2 26 16,1-1 15-16,-1-2 22 0,-1-1 13 0,1 0 11 0,1-1 9 0,1-1 6 15,1-1 8-15,0 0 7 0,-1 0 4 0,1-1 6 0,2 1 9 0,0 0 8 16,0 2 3-16,1 0-5 0,0 3-4 0,-1 1-6 0,2-1-3 16,0 3 4-16,1 0 4 0,-1 0-2 0,-1 4 3 0,1 1-4 0,0 3-10 15,-1 2-7-15,-1 3-4 0,0 1-10 0,-1 2-1 0,0 3-5 16,-2 2-2-16,-3 1-6 0,-1 4-5 0,-3 1-6 15,-3 1-11-15,-3 2 9 0,-4 3-5 0,-3-1-12 0,-1 2-4 0,-4-1-23 0,-3 1-15 0,-2-1-31 16,-2-2-31-16,-2-1-54 0,-1-1-70 0,-2-1-97 0,1-2-451 16</inkml:trace>
  <inkml:trace contextRef="#ctx0" brushRef="#br0" timeOffset="-107223.34">736 9652 3271 0,'-8'21'54'0,"4"-3"-6"0,-2 6-13 0,1 4-11 16,1 5-26-16,-1 6 15 0,2 6 0 0,1 6-13 0,0 6 12 16,2 6-8-16,1 6-8 0,2 5-8 0,0 8-7 0,4 6-5 0,5 0 1 15,4 3 14-15,4-1 0 0,3 0-10 0,32 85-72 0,6-13-7 0,6-12-3 16,4-19 7-16,2-19 73 0,1-18 3 0,-2-17 4 0,-3-18 4 15,0-11 0-15,2-6-27 0,71 19 4 0,-11-25 1 0,-12-20 6 0,-15-14 33 16,-11-8-6-16,5-6 2 0,0-6-6 0,1-5-2 0,-1-7 13 0,1-4 1 16,-2-6 7-16,-4-3 4 0,-1-4 7 0,-4-4-2 0,-4-4 5 15,-3-7 6-15,-5-5-1 0,-3-5-2 0,-6-6-2 0,-5-5-5 0,-3-2-7 16,-7-7-2-16,-3-3-8 0,-1-4-2 0,-6-7 0 0,-4-2-4 16,-4-4 1-16,-6-1-4 0,-4 0 2 0,-5 1 5 0,-6 2 5 0,-4 3-2 15,-6 1 4-15,-5 2 1 0,-6 4 0 0,-6 4 12 0,-5 3 3 0,-9 5 15 16,-6 1 4-16,-10 3-2 0,-13 3-1 0,-5 7 2 0,-11 6 6 15,-7 8 9-15,-6 9 7 0,-8 6-11 0,-6 6-5 0,-8 8-23 16,-6 4-21-16,-4 7-14 0,-3 9-21 0,0 9 3 0,-1 10-6 0,1 10-11 16,0 11 1-16,2 11-9 0,60-14-7 0,-14 9 33 0,1 7-13 0,-10 14 1 15,2 6 4-15,-9 12-39 0,6 7-3 0,-7 12-31 0,8 7 39 0,45-50-61 16,-2 8-91-16,4 1-85 0,-1 8-258 0,5-1-672 0</inkml:trace>
  <inkml:trace contextRef="#ctx0" brushRef="#br0" timeOffset="-38269.44">9964 15372 2194 0,'-23'9'133'0,"-2"2"0"0,-4 5-27 15,4 0-28-15,6 0-13 0,0 2-13 0,1 2-17 0,1 1 1 0,2 2-6 16,0 0-4-16,0 1-1 0,1 2-12 0,0 2-1 0,0 4-3 16,0 1-3-16,3 4 1 0,0 4-17 0,3 0 12 0,1 2 1 15,0 3 1-15,1 1 4 0,2-2-11 0,2 2 1 0,2 2 4 0,5-3 1 16,4-1-11-16,3-4 4 0,3-1-4 0,4-4-1 0,5-3 11 0,0-4-14 16,5-4 10-16,1-6-6 0,2-2 5 0,2-4-3 0,1-3-15 0,-1-4-8 15,1-2 2-15,-3-5 14 0,-1-2 15 0,1-3 8 0,-4-2-5 16,-2-2 6-16,-1-2 16 0,-5-2 15 0,1-3 11 0,-3-3-2 0,0-4-1 15,0-2 2-15,-1-4-10 0,-1-1 4 0,-3-4-28 0,-1-2-2 0,-3-2-5 16,0-1-6-16,-2 1 11 0,-1 1-9 0,-2-1-5 0,-2 0 2 16,-2 1-4-16,-2-1 10 0,-4 1 3 0,-1-2-6 0,-4 1-5 0,-1 0-18 15,-3-1-2-15,-2 1 3 0,-3 1-8 0,-1-2 9 0,-2 1 2 16,-1 0-1-16,-1 0 8 0,-5 3 0 0,0-1 1 0,-4 3 6 0,-2 1-2 16,-1 2 10-16,-1 3 5 0,-2 5-14 0,-2 3 1 0,1 7-12 0,-1 8-6 15,-1 2 12-15,2 7 2 0,-1 5 1 0,-2 6-1 0,4 7 9 16,1 4-4-16,2 8 6 0,3 5-5 0,3 3-13 0,2 8-3 0,3 4-17 15,4 5-32-15,2 6-51 0,3 2-81 0,2 2-106 0,4 3-108 0,1 1-171 16,4-1-461-16</inkml:trace>
  <inkml:trace contextRef="#ctx0" brushRef="#br0" timeOffset="-38035.44">9677 13950 2813 0,'-15'-13'95'0,"2"3"14"16,-2 0-5-16,6 4-41 0,4 4-15 0,2 1-24 0,3 3-13 0,1 3-11 15,4 3-9-15,1 5 4 0,2 4 3 0,2 6 7 0,1 5 8 0,0 5-4 16,3 5-6-16,1 6-3 0,2 5-5 0,0 4 5 0,2 5-5 16,1 4 3-16,1 6 4 0,1 5-22 0,3 7 17 0,-1 4-1 0,3 7-5 15,1 2 11-15,5 3-13 0,0 3 1 0,5 2-10 0,3 3-17 16,2 1-21-16,4 1-40 0,3 1-49 0,3 1-63 0,0-3-79 0,1-4-51 15,-2-6-36-15,-4-7-37 0,-1-5-271 0</inkml:trace>
  <inkml:trace contextRef="#ctx0" brushRef="#br0" timeOffset="-37686">10926 15703 2836 0,'-1'34'104'0,"3"5"-24"0,3 14-7 0,6 1-21 0,3-3-19 0,6 1-11 16,3-3-10-16,3-1-14 0,3-7 8 0,2-7-10 0,3-6 8 16,-2-8-4-16,1-9-16 0,0-3 12 0,-1-6-12 0,1-4-5 0,1-5 19 15,0-4-10-15,-2-5 2 0,-1-5 11 0,-5-1-2 0,-2-5 13 16,-2-2 2-16,-3-2-7 0,-2-2-2 0,-1-4-3 0,-3-1 1 0,-2-4 12 15,-2-1-12-15,-1-2 2 0,-3 0 6 0,-3-1-4 0,-3 1 9 0,-3-1-2 16,-3 0 9-16,-4-2 4 0,-3 1-1 0,-4 2-7 0,-4 1-2 16,0 3-5-16,-2 2-1 0,0 3-2 0,1 1-12 0,-1 5 16 0,-1 2-12 15,0 3-1-15,-1 4 9 0,2 3-16 0,0 3-6 0,1 4-3 16,2 6-9-16,0 2-6 0,1 6 4 0,2 3-2 16,-2 7-8-16,1 5-6 0,0 5-27 0,0 6-6 0,1 7-35 0,2 6-46 0,0 6-53 0,1 3-74 15,1 5-99-15,2 4-148 0,-1 2-424 0</inkml:trace>
  <inkml:trace contextRef="#ctx0" brushRef="#br0" timeOffset="-37383.99">12655 14834 3375 0,'0'1'112'15,"0"-1"-62"-15,0-1-2 0,0 1-16 0,0-1-5 0,0-1-7 0,-1 1-21 16,1-1-26-16,-1-1-9 0,-2-1-12 0,-3 1-10 0,-4-1-15 16,-5 2-43-16,-5 0-53 0,-6 2-36 0,-7 3-19 0,-5 4 30 0,-7 5 42 15,-5 8 52-15,-3 5 42 0,-3 8 26 0,-2 3 29 0,1 4 29 0,2 3 36 16,7 2 37-16,6 3 26 0,5 4 20 0,8 3-9 0,4 3-31 16,6 0-19-16,7 3-23 0,4 1-10 0,4-1 3 0,5-1-2 0,6-4-2 15,3-4-2-15,6-5-20 0,6-5 10 0,4-3-17 0,7-5 3 16,3-3-4-16,8-2-20 0,2-1 3 0,5-1-18 0,3-1 15 0,2-2-15 15,4-3-9-15,2-3 10 0,1-2-6 0,1-5-2 0,-3-2-2 0,0-2-14 16,-1-2-24-16,-3-2-32 0,-3-3-44 0,-1-2-46 0,-1-4-46 16,-3-2-90-16,-2-3-90 0,-2-1-117 0,-1-3-423 0</inkml:trace>
  <inkml:trace contextRef="#ctx0" brushRef="#br0" timeOffset="-35801.97">3381 16149 2208 0,'-29'4'156'0,"2"2"19"0,-1 3-11 0,13 2-40 0,11 2-25 15,5 3-29-15,4 4-3 0,6 6-18 0,7 4-12 0,5 5-1 0,7 2-37 16,5 2 1-16,3 4 5 0,2 1-9 0,5 3 20 0,2 2-5 16,2 2-22-16,0 1-1 0,-1 1 0 0,-1-1 3 0,0-2 7 0,-4-2-5 15,0 0-3-15,-3-1-15 0,-20-24 16 0,4 5 8 0,-4 0-15 0,5 3 11 16,-4 0-16-16,1 1-17 0,-2 0-3 0,2 2-31 0,-5-1-27 16,-2-2-32-16,-3-2-51 0,-3 0-36 0,-1-2-83 0,-3 0-103 0,-3-1-176 15,-1-1-166-15</inkml:trace>
  <inkml:trace contextRef="#ctx0" brushRef="#br0" timeOffset="-35534.96">3588 16154 2911 0,'-39'-8'94'0,"1"-3"83"16,-3-1-38-16,17 3-25 0,12 2-18 0,4 0-25 0,4 1-18 0,3-1-19 15,5-2-19-15,4-3-3 0,6-4-16 0,10-2 8 0,9 0 5 0,8-3-1 16,6 1-12-16,6 1-7 0,4 0-5 0,1 3 1 0,3 2 8 15,2 1-16-15,-1 1-20 0,-2 0-4 0,-1 1 0 0,-4 0 18 0,0 1 10 16,-1-1 12-16,-1 2 5 0,-2 2-4 0,-2 2 3 0,-3 1-8 16,-3 3 0-16,-5 1 0 0,-3 2 0 0,-4 2-6 0,-6 1 3 0,-6 0 5 15,-6 1 0-15,-5 1 5 0,-4 0 10 0,-3 0-1 0,-3 0 15 0,-4 3 4 16,-4 1-10-16,-5 3-1 0,-4 2-4 0,-5 0-5 0,-3 4-8 16,-3-1 8-16,0 0-8 0,-3 1 6 0,1-2 4 0,-1-1-14 0,2 1-3 15,0-2-11-15,4 1-14 0,1-2-13 0,0 1-25 0,5 0-18 0,0 0-30 16,2-2-22-16,4-1-6 0,2 0-11 0,2-2-17 0,3 1-23 15,3-2-23-15,3 0-37 0,3-2-34 0,2-1-60 0,3-3-329 0</inkml:trace>
  <inkml:trace contextRef="#ctx0" brushRef="#br0" timeOffset="-35233.96">4667 16180 1315 0,'-5'5'291'0,"-1"1"-97"0,0 3-41 0,2 1-58 0,2-1-5 0,2 2-6 16,1 0-3-16,2 1-10 0,1 0-15 0,1-1 2 0,3 3-15 15,0 0-6-15,3 0-5 0,2 0-24 0,3-2 3 0,2 1-3 0,3-1-5 16,1-1 3-16,0-1-6 0,3-3 4 0,1-2 0 0,-2 0-4 16,2-2 0-16,-2-3-4 0,2 0 8 0,-1-4 6 0,0-1-2 0,0-2-1 15,-3-2 5-15,1-3-5 0,-1-2 9 0,-2-3 5 0,-2-1-8 0,1-3 14 16,-2-2-8-16,-1 0-2 0,1-3 8 0,-3 2-9 0,-3-3 6 16,0 0-7-16,-4 0-6 0,-1-1 4 0,-1 1-1 0,-2 0-5 0,-2 3 3 15,-1 0 0-15,-3 0-3 0,-1 1 1 0,-2 0-6 0,-2 1-2 16,-2 0-7-16,-1 2-1 0,-3 2 3 0,-3 3-16 0,0 0-4 0,0 2-14 15,-4 3-15-15,1 2-7 0,-1 3 7 0,-2 1 12 0,0 4 12 0,-2 3 11 16,-1 3 4-16,2 2 3 0,-3 5-1 0,4 1-6 0,-2 3 6 16,2 1 9-16,3 3-9 0,0 2 2 0,5-1-20 0,2 2-29 0,4 0-25 15,5 1-45-15,4 0-53 0,2-1-67 0,4 1-42 0,4-2-49 0,3 1-67 16,5-3-133-16</inkml:trace>
  <inkml:trace contextRef="#ctx0" brushRef="#br0" timeOffset="-34634.96">5358 16002 1751 0,'-7'-4'228'0,"0"0"-11"0,-1-1-86 16,5 3-22-16,1 1-21 0,1 1-24 0,1 1-6 0,1-1-37 0,1 2-5 16,0 0-11-16,2 3-10 0,2 2 12 0,2 2-9 0,3 1-1 15,2 1-1-15,2 3-4 0,1 2 12 0,1 0-9 0,3 1-5 0,-1 1-3 16,2 0-11-16,1 0 3 0,0-2 1 0,0-2-6 0,1-3 3 16,-2-1 1-16,1-1-3 0,-1-3 6 0,0 1-40 0,0 0 9 0,-2 0 5 15,-2-1 3-15,-1-2 43 0,-2-3-2 0,0-2 4 0,-4-1 3 0,1-3-3 16,-2-3 16-16,-1-2 4 0,2-2-7 0,-1-4 1 0,-1-2-3 15,2-2-1-15,-1-1 10 0,0-1-7 0,0 0-7 0,-1 2 0 0,0 2 2 16,-1 1 9-16,-2 4 2 0,3 0 0 0,-2 2 6 0,1 2 5 16,0 2 9-16,-1 0-5 0,1 2-6 0,-1 2-4 0,-1 1-14 0,0 3 7 15,2 2-4-15,0 1-7 0,2 2-5 0,0 1-7 0,0 2 5 0,1 1 1 16,-1 0 0-16,1 0 6 0,0 1-14 0,-1 1 8 0,-1-1 0 0,0 0 1 16,1-2-4-16,-2-1-7 0,0-2 7 0,1 0 0 0,-1-1 3 15,0-2-13-15,-1 0 10 0,1-2-9 0,-1-1-1 0,0-1 10 0,1-1-17 16,-3-1 12-16,3-1-1 0,-1-1-6 0,0-2 7 0,0 1-4 15,-1-1 2-15,1-2 7 0,1 1 3 0,-1-1 1 0,1 0-1 0,-1 2-5 16,1 0-3-16,1 3 4 0,-1 0-1 0,0 0 5 0,0 2-1 0,0 0 0 16,1 2-2-16,-1 1 3 0,0 0 2 0,0 2-7 0,0 0 2 15,-1 1 0-15,2 0 0 0,0 2 7 0,-1 1-9 0,1 1 4 0,-2 0-6 16,2 1 1-16,-1 0 13 0,0-1-4 0,0-1-1 0,-1 0-10 0,1 1 4 16,0-2-1-16,0 1 7 0,1-1-5 0,1-1-3 0,0 1-4 15,0-2-1-15,1 1 10 0,1-1-5 0,0-2-2 0,1-1 5 0,0 2 1 16,0-1 3-16,1 1 0 0,-3-1-4 0,1 0 2 0,0 1-7 15,-1-1 7-15,1 1 1 0,-1-2-3 0,-2 1 8 0,2-1-5 0,-1 0 9 16,0-1 4-16,0 0-6 0,0 0 3 0,0-1-4 0,0 0-1 0,1-1 8 16,0 1-7-16,0-1-3 0,1-2 1 0,-1 1-2 0,0-1 3 15,2-1 4-15,0-1-12 0,0-1 12 0,0-2-12 0,0 0 0 0,-2 0 8 16,1 0-16-16,-1 0 11 0,-1 1-4 0,0-1-6 0,-2-1 8 0,0-2-1 16,-1 1-1-16,-1-1 8 0,-3 1-4 0,0-2 4 0,-3-1-2 15,-2 1-14-15,-2-1-4 0,-3 1-4 0,-2 0-1 0,-4-1-12 0,-3 1-16 16,-3 1-3-16,-1 0 0 0,-3 3 9 0,-1 1 10 0,-1 3-12 15,-1 3 3-15,2 1-3 0,1 3-4 0,1 2-5 0,1 2-17 0,1 3-23 16,0 1-25-16,1 1-26 0,2 3-37 0,2 1-71 0,3 1-90 0,2 0-353 16</inkml:trace>
  <inkml:trace contextRef="#ctx0" brushRef="#br0" timeOffset="-34448.96">6548 15274 2846 0,'-16'-8'131'0,"1"1"2"0,0 0-68 0,8 5-26 0,5 3-14 0,1 4-9 16,2 2-9-16,0 5-7 0,3 7 2 0,3 5-8 0,1 7 4 15,3 5 1-15,2 5-12 0,2 6-5 0,0 3-12 0,3 3-14 0,-1 2-13 16,2 1-23-16,2 0-27 0,0 2 2 0,1-1-26 0,0 0-28 0,0-2-24 16,-1-2-38-16,0-1-21 0,1-5-28 0,-3-3-15 0,2-3-13 15,1-8-8-15,-4 2-225 0</inkml:trace>
  <inkml:trace contextRef="#ctx0" brushRef="#br0" timeOffset="-33968.96">7097 16148 1278 0,'-3'-29'372'0,"-2"-3"-101"0,0-9-47 0,-1 6-35 0,0 3-21 16,0 2-27-16,-1-2-19 0,1 3-26 0,0 3-37 0,1 4-10 15,1 3-18-15,0 4-16 0,2 3 7 0,0 3-20 0,1 5-9 0,0 1-8 16,0 4-13-16,1 0-1 0,1 2-6 0,0 3 4 0,2 2 8 16,1 4-11-16,1 4 21 0,1 4-7 0,2 5-9 0,2 2 15 0,2 2-28 15,2 2 3-15,0-2-1 0,1 2-21 0,3-2 23 0,1-2-3 0,-1 1 10 16,2-3 20-16,0-3-1 0,-2-4 15 0,2-3-2 0,1-3 1 0,-1-3 9 15,2-1 3-15,-2-4 11 0,-1-2 11 0,1-2 8 0,-1-3 10 16,-2-2-2-16,1-2-7 0,-2-3-2 0,0-1-8 0,-2-3-4 0,0-2-7 16,-1-2-11-16,-1-3-8 0,-1 0-1 0,-3 1 1 0,0-1 0 15,-2 0-10-15,-2 0 1 0,-1 0-1 0,-4 0 4 0,-1-2 9 0,-3 0-3 16,-3 0 3-16,-1-1-21 0,-2 2-7 0,-3 3 10 0,-2 1-10 0,-1 3 3 16,0 1-1-16,0 3-5 0,-1 1 5 0,1 3 1 0,-2 4-12 15,-1 3-12-15,1 4-4 0,-3 3-6 0,2 4 5 0,0 2-2 0,1 3-17 16,0 4 3-16,3 0-7 0,3 5-15 0,2 1-12 0,4-1-30 15,1 3-24-15,4-1-24 0,4 0-9 0,2-1 5 0,3-4 17 0,2-4 37 16,1-4 28-16,1-7 35 0,3-2 29 0,1-2 11 0,1-3 17 0,1 0 5 16,0-3 7-16,0 0 9 0,0-1 5 0,-1-1 9 0,1 0 7 15,-1 0 12-15,-2-1 9 0,-1 1 7 0,1 0 4 0,-1 1 2 0,1 0-3 16,-2 0 1-16,1 1-6 0,0 1-5 0,0 1 2 0,0 1-5 16,-2 1 1-16,1 1-2 0,0 3-8 0,1 0-9 0,0 1-6 0,-2 3-7 15,2 0 0-15,-1 1-1 0,1 1-10 0,0 3-2 0,-1 2-5 0,1 0-1 16,1-1-2-16,-2 0-4 0,1-1 1 0,0-1-4 0,0-1 6 0,0-1-4 15,0-1-6-15,-2-2 3 0,-1 0-5 0,0-1-2 0,0-1 3 16,-1-1-16-16,-1-1 5 0,0-2 0 0,-2-1 4 0,0-1 18 0,-1-1-7 16,1-1-4-16,-1 0-3 0,0-2-5 0,0-1 7 0,1 2-44 0,-2-1 2 15,1 1-4-15,0-1-4 0,0-3 30 0,1-2-26 0,0-3-35 16,0 0-26-16,1-3-17 0,0-2-17 0,0-3-29 0,1-4-186 0,2-6-19 16</inkml:trace>
  <inkml:trace contextRef="#ctx0" brushRef="#br0" timeOffset="-33768.96">8032 15653 1077 0,'-6'0'380'16,"1"1"-223"-16,0 1-57 0,0 1-40 0,3-1-14 0,0 4-4 16,2 0-16-16,3 2-15 0,0 3-3 0,2 0-8 0,0 4 2 0,2 0 0 0,2 3-3 15,1 1-6-15,1-2-1 0,1 3 4 0,1 2 0 0,3 1 5 16,0 3 5-16,2-1-6 0,1-1 2 0,2 0 6 0,1-1 3 0,0 0 9 16,2 0 6-16,-1-1-4 0,2 1-1 0,-1 0-3 0,0 0 2 0,1-1 1 15,0-1-5-15,-1-2 11 0,-2-1-5 0,-5 0 4 0,-1-3 10 16,-4 1-7-16,-1-1 2 0,-4 1 1 0,-3 0-14 0,-2 1 3 0,-2 1-9 15,-4-2-12-15,-3 1-12 0,-3 0-23 0,-4 0-17 0,-4-2-34 16,-4 2-36-16,-6-1-44 0,-6 0-90 0,-6 0-130 0,-8 2-455 0</inkml:trace>
  <inkml:trace contextRef="#ctx0" brushRef="#br0" timeOffset="-32902.96">2767 15270 1497 0,'-49'26'9'0,"3"6"43"16,-10 11-13-16,15 3 0 0,10-1-3 0,4 1-5 0,2 3-11 16,4 2-5-16,4 3 2 0,2 6-11 0,3 4 4 0,3 5-3 0,3 7-4 15,3 7 5-15,2 5-3 0,1 8-10 0,1 4-7 0,4 6 4 16,3 6-4-16,2 6 8 0,3 3-1 0,4 6-12 0,-9-63-3 0,6 18 0 15,1-1 5-15,6 15 1 0,1 0 20 0,-8-41-17 0,3 6-5 0,2-1-1 16,3 6-16-16,4 4 15 0,2 4 6 0,3-5 1 0,3 4-8 16,4-7 2-16,3 2-8 0,2-6 16 0,5 1 15 0,3-7 1 0,4 2 1 15,3-7 24-15,5 1 21 0,3-7 16 0,2-5 24 0,2-8-8 16,4-6 14-16,3-4-13 0,3-6 2 0,3-3-1 0,3-3-34 0,3-3 14 16,3-1-11-16,4-4-5 0,4-1 1 0,2-2-18 0,4-3 6 0,4 0-18 15,4-3-6-15,3-1 22 0,5 0-4 0,3-2 9 0,3-2 0 16,5 1 8-16,3-3 5 0,5-1 6 0,2-1 6 0,5-1-20 0,2-3-33 15,5-1-4-15,2-1-8 0,4-3-13 0,2 1 20 0,2-3-5 0,4-1-6 16,0 1 6-16,3-2-2 0,1 1 4 0,2 0-10 0,1 0-4 16,1-1 5-16,1 2 0 0,1-1 9 0,-1 2 0 0,2 2-7 0,0-1-15 15,0 2 11-15,169-21-8 0,-20 5-12 0,-24 4 9 0,-23 0-6 0,-22 5-15 16,-23-1 4-16,-24 3 9 0,-24 1-1 0,-13 1 14 0,-2-3 7 16,-1-1-1-16,-2-1 3 0,0-3 4 0,-3-2 4 0,-2-1-6 0,-2-4 6 15,-3 0 13-15,-1-3-1 0,-4-1 8 0,128-45-9 0,-46 6-2 16,-45 10 9-16,-41 11 1 0,-22 4 0 0,-4-1 3 0,-6-1 4 0,-4-1-3 15,-9-2 14-15,-5-1 2 0,-5-1-25 0,-2-4 6 0,-3-2-11 0,-6 0 13 16,-6-1 16-16,-8 2-12 0,-10-1 5 0,-7-1-12 0,-7 0 9 16,-5 0-2-16,-6-3-5 0,-6-3-11 0,-5-5-11 0,-7-3-8 0,-9-4 0 15,-7-5-6-15,-7-3-8 0,-9 2 4 0,-9 2-2 0,-8 5-5 0,-9 2-5 16,-8-1-4-16,-9-3 6 0,-10 0-1 0,-8 0-5 0,-6 1-3 16,-7 1-10-16,-8 1 0 0,-7 2 19 0,-4 5 10 0,-3 3 5 0,-2 6 7 15,-5 4-11-15,-4 3 2 0,-7 5 0 0,-6 4 4 0,-6 4 7 16,-10 4 5-16,-5 5-7 0,-9 4 14 0,-7 6-5 0,-6 4-5 0,-4 4 6 15,-8 2-8-15,-8 5 5 0,-8 2 7 0,-6 5-14 0,2 4-3 0,8 2 6 16,8 2-8-16,5 1 10 0,3 0 1 0,-3 3 10 0,0 3-4 16,-1 2 5-16,-3 4 15 0,0 3-14 0,-3 5 8 0,1 2 5 0,1 7-26 15,-2 1 1-15,3 6-3 0,0 3 3 0,0 7-1 0,0 5 3 0,0 4-3 16,1 5-1-16,2 3 7 0,-1 7-11 0,-3 8 24 0,-6 7-2 16,-3 13-2-16,-1 5 5 0,5 4-23 0,8 0-14 0,8-1 14 0,8 1 0 15,10 5 4-15,8-1 9 0,9 1-19 0,10 3-18 0,12-2 7 0,9 3-24 16,11 4-28-16,10 1-36 0,7 5-79 0,11 5-30 0,10 2-35 15,10 6-63-15,12 4-112 0,11 4-243 0,12 1-252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31T10:37:34.2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3959 6459 40 0,'-13'-10'113'0,"-2"-3"61"0,-7-6 69 0,-6-2 65 0,7 6-322 0,1 4 20 15,2 1-4-15,4 3 0 0,2 1-1 0,1 1-1 0,1 2-2 0,1-1-2 16,-1 2-7-16,4-1-8 0,0 1-12 0,2 2-20 0,3 0-11 15,0 1 1-15,3 2 13 0,0 0 19 0,3 2 17 0,1 0 9 0,2 1 3 16,1 0 1-16,1 1 0 0,1 1 5 0,1 0 2 0,2 1 3 0,2 1 3 16,3 1 1-16,0 0 1 0,1 2-1 0,3 0 4 0,2 1 0 15,5 0 3-15,2 0 2 0,4-2 3 0,1-1-2 0,3-1 0 0,2 0 1 16,5 0-2-16,3-1 0 0,3-1 8 0,1-2-2 0,5 0 3 0,0-1 7 16,1-2-2-16,3-1 0 0,-1-2 1 0,1-2-6 0,1-1 1 15,-2-2 1-15,0-1-1 0,-1 0-3 0,1-3 3 0,-2 0-3 0,0-1 5 16,1 0 1-16,-2 0-1 0,0 1-3 0,0-2-1 0,-3-1 0 15,0-2-3-15,1 0-4 0,0 1-9 0,1-2-5 0,-2-1-1 0,0-1-9 16,-1 0 3-16,-1-2-2 0,-2 1 7 0,-2-2 9 0,-4 0-3 0,-4-2 4 16,-1-1-8-16,-3-1 0 0,-3-3 4 0,-1 2 0 0,-3-3-1 15,-2-1 5-15,-2-1-3 0,0-3 0 0,-2-3 1 0,0 0-1 0,-3-2-2 16,-2 0 2-16,1 0-1 0,-2 0 1 0,-3-1-3 0,-1 1 0 0,-1 0 10 16,-3-1 2-16,-2 0 8 0,-2-2-3 0,-5 1-9 0,-2-1-2 15,-2-1-3-15,-1-2-2 0,-6-1-5 0,-4-1-1 0,-3-1-2 0,-3 2-3 16,-2 1 1-16,-4 0-8 0,-1 2 10 0,-5 1-2 0,-1 1 3 15,-3 1 7-15,-2 1-11 0,-2 0 5 0,-4 4-5 0,0 0 2 0,-3 0-2 16,-2 3-2-16,0-2 1 0,-3 3-2 0,-1 0 0 0,-3 3-2 0,-1 1-1 16,0 3-3-16,-3 1-3 0,-2 2-2 0,-2 0-2 0,-1 3 1 15,0 1-1-15,-2 1-1 0,-1 2-1 0,0 1 5 0,0 1 0 0,-2 1 7 16,2 0 6-16,-2 4-6 0,-1 1 5 0,1 1-4 0,1 3-2 0,-1 0-3 16,0 2 3-16,-1 1 1 0,-1 2-3 0,3 2 5 0,-2 3 5 15,3 2-7-15,0 1 16 0,1 1-2 0,2 3-5 0,0 1 1 0,3 1-10 16,0 1 0-16,3 2-1 0,3 2 7 0,0 0-7 0,4 2-1 15,1 1 0-15,1 4-1 0,4 1-3 0,3 1 5 0,1 2-3 0,1 0-1 16,1 2 6-16,1 2-2 0,4 3 0 0,2 1 2 0,2-1-10 0,1 3 7 16,3 0 4-16,2 0-3 0,2 3 8 0,1-1-3 0,2 2-2 15,2 2 4-15,1 0-3 0,2 1 0 0,1 0-2 0,2-2-3 0,3 1-4 16,0-1-9-16,3 0 11 0,3-2-1 0,2-1 5 0,2-2 2 0,2-2-16 16,1 0 3-16,2-2-3 0,2 0-5 0,1-2 8 0,3-2-2 15,0-2 0-15,1-1 1 0,1 1-2 0,1-2-2 0,1 0-4 0,0-3-4 16,1 0-7-16,0-2-6 0,0 0 4 0,0-1-3 0,1 0-15 15,1-1-17-15,-3-2-30 0,2 1-20 0,0-2-15 0,0 1-22 0,2 0-5 16,0-2-2-16,0 3 8 0,1 0 15 0,0-1-129 0</inkml:trace>
  <inkml:trace contextRef="#ctx0" brushRef="#br0" timeOffset="765.99">4317 8826 668 0,'38'-13'35'16,"8"-3"-19"-16,16-3-7 0,6 4-2 0,0 3 2 0,4-2 0 0,6 1-1 15,4 0-4-15,2 1-6 0,4 0-3 0,1 0-3 0,6 3-2 16,2 1-2-16,3 1-2 0,3 3-9 0,0 0 2 0,3 2 2 0,0 1 4 16,2 1 7-16,0 1 2 0,3 0 3 0,1 1-1 0,0 2 1 0,0 0 2 15,0 2 0-15,-1 0-1 0,1 2-1 0,0 1-4 0,1 2 1 16,-1-1 1-16,1 2-2 0,1 1 1 0,0 1 0 0,1-1-1 0,0 2 2 15,1 1 0-15,0 1-4 0,2 0 3 0,1-1-2 0,1 2-1 0,1-1 5 16,0 1-7-16,-1 2-9 0,-2 0-24 0,1 0-49 0,0 2-25 16,3 1-88-16</inkml:trace>
  <inkml:trace contextRef="#ctx0" brushRef="#br0" timeOffset="30017.95">6480 5464 553 0,'3'-4'68'0,"4"0"-67"0,3 1-7 0,5 2-3 0,2 3 5 16,2 1 2-16,1 0 0 0,0 0 1 0,2 0-2 0,-2 0 1 0,3 2-4 15,2 0 1-15,2 1 0 0,1 0-1 0,1 1 5 0,1 0-2 16,-1-1 0-16,3 0 4 0,0-1-2 0,1-1 2 0,2 0 3 0,0-2 2 16,1 0 4-16,2 0 3 0,2-3 7 0,3 0 4 0,0-1 5 0,2-1 4 15,1 0 5-15,0 0 6 0,3-3 4 0,1 0 3 0,1-1-1 16,3-1-2-16,-1-1-3 0,1-1-8 0,0-1-3 0,3 0-7 0,0 0-4 16,-1 0-3-16,2 0-5 0,-2 0-4 0,0 0-3 0,1-1-4 0,-2 0-1 15,1 1-1-15,-2-1 0 0,1 2 1 0,0 2-2 0,0-1-2 16,0 1-2-16,-1 0-1 0,-2 2-1 0,0-1 1 0,-1 1-5 0,-1 2-3 15,-3 0-6-15,0 2-9 0,-2 0-11 0,-2 1-27 0,-2 2-29 16,-2 1-24-16,0 0-11 0,-3 4 0 0,-1 2 4 0,-5 1-4 0,-4 4-127 16</inkml:trace>
  <inkml:trace contextRef="#ctx0" brushRef="#br0" timeOffset="30584.95">11807 8295 1019 0,'24'-11'25'0,"5"0"-30"0,9-3-4 0,0 2 12 0,0 1 0 16,4 1-3-16,1-2-7 0,3 3-10 0,5-1-15 0,2 1-14 0,0 0-15 16,1 1-6-16,-2 0 5 0,0 1 12 0,-1 1 16 0,0-1 16 15,-2 2 9-15,-1-1 8 0,-1 1 5 0,0-1 2 0,0 1 1 0,0 0 0 16,0 0 1-16,1 0-6 0,1 1-3 0,-1-1-4 0,0 1-15 0,3-1-49 16,1 0-59-16,2-2-170 0</inkml:trace>
  <inkml:trace contextRef="#ctx0" brushRef="#br0" timeOffset="44269.2">10380 3923 2558 0,'0'-6'62'0,"2"4"-63"0,5 1-20 0,7 7-17 0,6 5-13 0,5 2-6 15,3 5 1-15,3 2-9 0,0 1-19 0,3 3-9 0,-1 3-4 0,1 2 15 16,-2 6 28-16,0 2 21 0,-4 2 14 0,0 4 11 0,-4-1 0 15,0 3 1-15,-3 3-1 0,1 3-4 0,-1 3 6 0,-2 3 2 0,0 3 2 16,-3 3 6-16,-1 1-4 0,-1-1-1 0,0-3 1 0,0-4-1 0,1-6 7 16,0-4 8-16,2-4 3 0,2-3 9 0,2-7 16 0,0-4 20 15,3-6 25-15,2-5 29 0,3-5 10 0,2-6 9 0,6-7-5 0,4-7 0 16,6-7-21-16,6-5 5 0,8-10-8 0,7-8-20 0,7-9-5 16,7-8-29-16,5-6-18 0,7-7-9 0,4-5-11 0,6-5-7 0,3-4-12 15,3 3 3-15,3-1 8 0,-1 3-5 0,0 5 8 0,0 2-14 0,-3 2-15 16,-3 5-16-16,-1 2-26 0,-2 3-38 0,-3 1-61 0,0 1-85 15,0 0-102-15,-2 2-145 0,2 1-194 0,-1-1-177 0</inkml:trace>
  <inkml:trace contextRef="#ctx0" brushRef="#br0" timeOffset="184416.26">3228 6072 598 0,'-12'-7'100'16,"1"0"-33"-16,-2-1 11 0,3 2-3 0,3 1 0 0,0 0-6 0,1 0-13 15,0 1-11-15,1-1-11 0,0 2-6 0,0 0-5 0,1 3-5 16,1-2-5-16,-1 1-3 0,0 1-2 0,-1 0-2 0,1 1-2 0,-1 1 1 16,1-1-4-16,0 1 1 0,-1 1 0 0,1 0-5 0,0 0 2 0,0-1-2 15,1 1 0-15,0 0 5 0,1 0-3 0,1-1 2 0,0 1 3 16,1 0 1-16,0 0 6 0,1 0 1 0,0 0 5 0,0 1 5 0,3 0 8 16,0 1 0-16,2 0 5 0,1 0 4 0,1 1 2 0,1 0 6 0,2 1 3 15,1-1-2-15,1 0 0 0,2 0-2 0,3-1-2 0,0 0-5 16,3 0-2-16,1-1-11 0,0-1-4 0,2 1 0 0,2-1-6 0,2-1-1 15,1 1-1-15,1-1-1 0,1-1 8 0,-1 0 1 0,1 1-4 16,1 0 2-16,1-1-5 0,1 2-2 0,0 0 7 0,1 1-5 0,-1-1 4 16,1 1-2-16,-1-1-3 0,3 0 2 0,-2 2-4 0,1-1 0 0,1 2-3 15,1-1 3-15,0 1-3 0,0 1 3 0,-1-1-2 0,0 0 5 16,1 0 3-16,0-1 5 0,3 1 6 0,-2-1-6 0,1 0 2 0,2 0-3 16,-3-1-3-16,2 1-4 0,0-1 1 0,-2 0-10 0,2 0-1 0,-2 0 1 15,2-2-4-15,1 1 9 0,-1-2 0 0,-1-1-1 0,2 1 6 16,-1-2-2-16,1 1 2 0,0-1 0 0,1 0 0 0,-3 0 5 0,1-1 5 15,1-1 0-15,-3 0-1 0,1 0-2 0,1 0 3 0,-2-1 6 0,0 0-2 16,0-1 0-16,-4 1-6 0,2-2-4 0,-1 0 4 0,0-1-4 16,2 0 1-16,-3-1-2 0,2-1-9 0,0-1 9 0,-2-1-7 0,1-1 7 15,-2-1-3-15,0-1 0 0,1-1 1 0,-1 1-6 0,0-1-1 16,0-1-3-16,-2 0 2 0,-1-1 7 0,-3-1-6 0,0-1-4 0,-2 0-1 16,2-1-5-16,-2 0 9 0,0 1-2 0,-2-1 5 0,0 0 3 0,-3 1-12 15,0-1 4-15,-1-2 4 0,-1 1-6 0,-2-2 10 0,-1 0-12 16,-1 0-6-16,-2 0 17 0,-1 1-3 0,-3-3 12 0,1 1 1 0,-3 0-15 15,1-2 4-15,-3 1 1 0,-1 0-3 0,0-2 4 0,-4 2-6 16,-1-2-2-16,-3 0 3 0,-2-1-5 0,-1-1-1 0,-1-1 1 0,-3 1 5 16,0-1-1-16,-3 2-2 0,-1-1 2 0,-3 0-5 0,-1 1 3 0,0 0 5 15,-2 1-16-15,1 0 15 0,-3 1 0 0,-3-1-3 0,2 1 10 16,-2-1-16-16,-1 1-2 0,-1 1-4 0,-2 0 1 0,-1 1-3 0,-1 0 1 16,-3-1-3-16,0 3-1 0,-2 0 3 0,0-1-1 0,0 1-1 0,-2-2 1 15,1 3 3-15,-2 0-5 0,-2 1 2 0,0 1 1 0,-1 0-3 16,-2 1 7-16,1 1-2 0,0 0-3 0,-2 0 5 0,-3 0-7 0,-1 3 0 15,-1-1 5-15,0 1-3 0,1 1-10 0,-1 1 1 0,-1 3 5 0,-1-1 2 16,-1 2 14-16,1 1-3 0,-2 2-6 0,1 1 3 0,-2 3-7 16,-1 0 10-16,-1 2-2 0,-1 1 0 0,0 2-2 0,-1 1-3 0,0 1 5 15,-1 2 2-15,4 0 0 0,0 2 16 0,4-1 2 0,0 2 2 16,1 2-4-16,3 1-18 0,2 1-4 0,0 2-3 0,2 2 5 0,0 0 6 16,2 0-4-16,1 2 0 0,0 2-4 0,3 1-1 0,0 4 3 0,4 0 0 15,0 4-3-15,2 0 3 0,0 2-6 0,1 0-1 0,4 1 6 16,2 0-5-16,2 1 5 0,4 2-19 0,0-1 2 0,3 1 15 0,1 1-1 15,2-1 13-15,1 1 1 0,2-1-17 0,1 0-2 0,1 0-2 0,1 0-5 16,3 0-3-16,1-2-6 0,1-1-14 0,1 0-22 0,3-4-26 16,2 0-23-16,1-3-22 0,1 1-20 0,2-2-34 0,3 0-31 0,2-1-20 15,4-2-32-15,3 0-61 0,2-3-85 0,3-1-177 0</inkml:trace>
  <inkml:trace contextRef="#ctx0" brushRef="#br0" timeOffset="185000.25">7010 5204 355 0,'-9'-3'22'0,"1"0"-17"0,-2-2-7 0,2 1 0 0,1 0-3 16,1 1-3-16,1 0-1 0,0 0-3 0,0 1 1 0,0 1 2 16,1 0 1-16,0 0 4 0,0 0 4 0,1 0 5 0,-1 0 6 0,2 1 7 15,-1-2 6-15,1 2 5 0,1-1 5 0,0 1 6 0,-2 0 8 0,1 0 7 16,1 0 9-16,0-1 5 0,1 1 7 0,1 0 11 0,0-1 6 16,0 1 0-16,0-1-5 0,1 0-6 0,-1 0-9 0,1 0 4 0,2 0-2 15,0-1 5-15,3 0 2 0,1-1-7 0,1 0-5 0,2 0-6 16,3 0-5-16,-1-1-5 0,2 1-7 0,1-1-2 0,1 0-4 0,1-1-4 15,3 1 2-15,3-1-5 0,0-1-1 0,2 1 1 0,1 0 2 0,-1-1 5 16,1 1 7-16,1-1 9 0,2-1-3 0,0 0-4 0,3-1-7 0,0 0-5 16,0 0-3-16,1 1-1 0,-1-1-5 0,0 0-4 0,0 0-2 15,1 0 1-15,-1 0-2 0,2-1-4 0,-1 1 0 0,1 1-6 16,2-2 1-16,-1 0-1 0,1-1-2 0,-2 0-5 0,1 1-1 0,0 0-3 16,0-2-1-16,1 1 9 0,-3 0-6 0,2 0 2 0,-3 0 0 0,-1 0-5 15,1-1 5-15,-3 1 0 0,-1-1-3 0,0 1 0 0,-1 1 3 0,-1 0-7 16,-3 2 6-16,1 0-4 0,-3 1-7 0,0 0 3 0,-2 2-21 15,-3 1-27-15,-1 3-62 0,-1 2-99 0,-1 4-105 0,-3 4-132 0,-2 5-215 16,-2 6-141-16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31T10:26:07.5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14997 1405 2315 0,'-15'-17'24'0,"2"3"-117"16,3 4-60-16,-2-2-69 0,-2-2-34 0,-2-3 51 0,-1 0 51 0,-4-4 61 15,-3-1 53-15,-1-2 24 0,-2-1 22 0,-3-1 11 0,-2 0 8 0,-3-3 7 16,-2 2 3-16,-3-4 21 0,-2 1 8 0,-5-4 4 0,-2 2 3 15,-1 0-16-15,-2 0 6 0,-3 2-14 0,-1 0-10 0,-3 2-17 0,-2 1-31 16,-2 1 8-16,-3 2-6 0,-1 2 4 0,-2 1 3 0,-1 3-1 16,-1 1 1-16,-2 3 4 0,-1 3 15 0,-1 4-6 0,-1 2 16 0,1 2 6 15,-1 3-1-15,-1 3 8 0,0 4-39 0,2 0-2 0,0 5-3 0,0 3-2 16,1 4 29-16,1 1-3 0,2 4-4 0,-1 2-8 0,2 4 2 16,1 2-1-16,2 3 2 0,1 2-2 0,-59 42-35 0,14 1-7 0,11 0 2 15,10-1 7-15,13-4 35 0,10-6 0 0,13-3 2 0,8-8-2 16,8-3-1-16,2-1 4 0,3-1-9 0,3-1 5 0,2 0 1 0,3 0 1 15,-14 43-2-15,12-12 2 0,12-14-1 0,8-11 7 0,5-6 7 16,2 3-8-16,4-1 1 0,1 1-4 0,3-2 2 0,1 0-3 0,4-1-3 16,3 1-12-16,2 1-2 0,3 0 4 0,2 1 3 0,2 0 7 0,0-1-6 15,2 1 0-15,1 0-6 0,3-1 2 0,1-1 0 0,3 1 0 16,1-1 0-16,2 0-5 0,4-1 1 0,1-1 3 0,2-2-2 16,3 1 7-16,3-3-3 0,4-1-1 0,2-2 3 0,4-1-1 0,3-5 1 0,2-3-2 15,4-3 8-15,1-3-4 0,5-2 2 0,0 0 5 0,4-5-6 16,0 0 4-16,4-3-4 0,2-4 2 0,2-2 7 0,2-1-3 0,-1-3 2 15,2-1 4-15,0-3 0 0,2-1 4 0,1-1 12 0,0-3 1 0,0-2-2 16,-1-3-1-16,2-1-11 0,-1-4 7 0,1-3-3 0,-1-2 6 16,0-2 2-16,-3-2-6 0,3-3 1 0,-4-1-5 0,-1-3-1 0,0-1-1 15,-3 0 6-15,-1-3 1 0,-2-1-2 0,-2-4 0 0,-3-1-9 16,-1-2-4-16,-4-3 2 0,-1 1-2 0,-4-3 0 0,-4-2 7 0,-1-1 7 16,-2-2 0-16,-5-2 3 0,-1-2-4 0,-3-2-4 0,-2 1 3 0,0-4 1 15,-2-1-3-15,-3-1-1 0,-2-2-5 0,-2 1-1 0,-2 1-2 16,-3-1-7-16,-3-1-2 0,-3 2-1 0,-3-1-4 0,-5-1 0 0,-3 0 5 15,-5-1 0-15,-5-1 4 0,-4 2 3 0,-5 32 8 0,-1-10 12 0,-3 2-15 16,-4-8 15-16,-2 0-10 0,-5-6-18 0,-2 1 8 0,-6-8-15 16,-4 2-6-16,-4 1-9 0,-5 1-6 0,-4 2 0 0,-4-1 0 0,19 28 32 15,-3-4 2-15,-4 2 1 0,-4-3 1 0,-4 2-31 0,-4-3 3 0,-3 2-2 16,-6-2 6-16,-4 3-8 0,-5-3-1 0,-3 4-5 0,-7-2-7 16,-3 4 10-16,-6 0-6 0,-3 4-2 0,-7 1-8 0,-2 4-8 0,-3 4-29 15,-4 5-39-15,-1 4-30 0,-3 6-54 0,-2 4-48 0,-1 5-76 0,-9 8-116 16,-97 27-103-16,9 10-92 0</inkml:trace>
  <inkml:trace contextRef="#ctx0" brushRef="#br0" timeOffset="2780">3199 5789 377 0,'5'-7'88'0,"4"-1"-82"16,2-1-10-16,2 1-2 0,1-2 0 0,-1 0 2 0,2 0 4 0,1-1 0 16,-1 3 4-16,1 0 3 0,1 0 6 0,0 2 9 0,-1-2 10 0,-2 2 15 15,-1 2 16-15,0 0 16 0,-1 3 9 0,0 1 5 0,-2 3-6 16,0 1-2-16,-1 2-1 0,-1 3-7 0,0 0-8 0,1 2-1 0,-1 1-7 15,1 3-9-15,1 1 0 0,3 3-12 0,1 1-15 0,1 1-4 0,1 1-10 16,3-1-3-16,2 1-3 0,2 0-1 0,4 0 1 0,1 1-3 16,4-2 1-16,2 2-6 0,5-1-3 0,0-3-2 0,3-2 2 0,4-2 4 15,-2-4 8-15,3-4 12 0,1-2 12 0,0-3 17 0,1-2 12 16,1-2 8-16,0-3 6 0,-1 0-1 0,0-4 2 0,2-1-7 0,-1-1-8 16,0-2-2-16,2 0-18 0,-2-3-1 0,1 1-13 0,0-1-6 0,-1 1-6 15,0-1-8-15,0-1-2 0,-1 1-3 0,-2 0-4 0,-3-2 5 16,-1 0 4-16,-2-2-7 0,-1-1 4 0,-2-3-8 0,-1 0-5 0,0-2 6 15,-2-1 1-15,0-2 2 0,-4-2 5 0,-1 0-1 0,-3-2 2 16,-1-3-1-16,-3 1 2 0,-1-3 0 0,-1 0 2 0,-1-1 6 0,-3-3-3 16,-2 0 9-16,-4-1-1 0,-2 0-5 0,-5-1 4 0,-2 0-12 0,-4-1 7 15,-3-1 7-15,-4 1-3 0,-4 0 8 0,-5 0-13 0,-2 3-10 16,-6 1 1-16,-4 1-4 0,-4 0 4 0,-4 3 3 0,-5 1-1 0,-6 6 0 16,-3 2-4-16,-3 4 1 0,-6 4-2 0,-2 3 1 0,-5 5 6 0,-4 3 2 15,-1 5 0-15,-3 5-2 0,-3 4-1 0,1 3-2 0,0 7 5 16,-1 3 2-16,2 5-4 0,2 3 3 0,4 4-6 0,4 3-3 0,3 5-2 15,2 3-3-15,6 3-12 0,5 1-25 0,2 3-47 0,9 0-73 0,4 3-106 16,2 4-143-16,7 4-448 0</inkml:trace>
  <inkml:trace contextRef="#ctx0" brushRef="#br0" timeOffset="3648">4031 10100 1561 0,'1'0'45'0,"2"4"-35"15,3-1-9-15,5 3-1 0,2-1-6 0,5-1 4 0,3-1-3 0,2-1-2 16,3 1 5-16,3-1-4 0,5 0-4 0,1-1 1 0,4 0-7 0,1-1 0 16,1 0 1-16,2 0 4 0,0-1 4 0,0-1 5 0,2 1 2 15,1-1 3-15,0 1 0 0,0 1 0 0,1-1-1 0,2 2 1 0,1 1 5 16,2 0 3-16,1 1 2 0,1-1 1 0,3 1 3 0,1 0 3 16,4 3 1-16,1-1 3 0,1 1 8 0,2-1-4 0,2 1 0 0,3 1-13 15,1-1-8-15,1 1-2 0,1 1-5 0,4 0 7 0,0 0-2 0,0 0-1 16,2-1-2-16,0 2-3 0,0 1-4 0,0 0 4 0,0 0 2 15,2 1 4-15,-2-2-1 0,0 0 1 0,0 1-2 0,-4-2 2 0,1 0 5 16,-1-1 6-16,-1-1 6 0,0 0 11 0,0-1-1 0,-1-1-6 0,0 0-2 16,-3-1-6-16,0 0 0 0,-2-2-1 0,0 0-5 0,-3-2 6 15,0-1-6-15,-1-2-2 0,-4-1 3 0,0 0-12 0,-4-3 9 0,-1 0-1 16,-1-2-1-16,-3-2 8 0,-4-1-6 0,0 0 0 0,-6-3-1 16,-2 1-2-16,-1 0 5 0,-5-1 1 0,-2-1-4 0,-3-1-9 0,-3-2-3 15,-4 2 8-15,-2-1 6 0,-3-3 12 0,-3 1-1 0,-4-4-4 0,-2 0-1 16,-4-2 1-16,-2-1 4 0,-4-2-4 0,-2 0 2 0,-3-1-3 15,-3-1 1-15,-3-3 5 0,-4 1 2 0,-3-1 4 0,-2 1-1 0,-4 0-11 16,-3 0-1-16,-3-2-8 0,-1 1-21 0,-5 0 7 0,0-1-3 0,-4 2-2 16,-5 0 11-16,-2 0-3 0,-4-1-1 0,-3 2 4 0,-3 1-1 15,-1 0 2-15,-5 2 1 0,-1-3 3 0,-3 2 1 0,-4-1-5 0,1 3 7 16,-6 0-1-16,-1 3 2 0,-2 1 0 0,-3 2-4 0,-2 2-3 0,-1 0 1 16,-4 4 3-16,-1 2-1 0,-3 2 3 0,-1 2-18 0,-2 3 3 15,1 2 0-15,-1 5 4 0,-1 2 28 0,0 4 1 0,1 5-2 0,3 2-2 16,6 2-19-16,2 5-3 0,4 3-6 0,4 1-8 0,3 5-15 15,3 2-22-15,3 5-30 0,2 2-52 0,1 5-68 0,4 3-116 0,1 3-146 16,0 3-458-16</inkml:trace>
  <inkml:trace contextRef="#ctx0" brushRef="#br0" timeOffset="4380">4317 13891 1096 0,'12'-2'47'0,"3"1"-24"0,8-2-17 0,5 2-6 0,1-1-8 0,4-1-2 15,2-2-5-15,4 0 0 0,1-1 0 0,2 2-3 0,3 0-3 16,0 0-3-16,1 1-3 0,3-1 2 0,1 0 4 0,3 0 6 0,-1 0 2 16,2 0 8-16,1 0-1 0,2 0 4 0,1 0 3 0,1 0 1 15,1 1 3-15,1 0 2 0,0 0 6 0,2 2 1 0,0 0 9 0,2 1-1 16,-2 0 1-16,0 0 6 0,2 1-4 0,-1 1 1 0,0 1-2 0,1 1-5 16,-2 0-3-16,0 2-2 0,1-1 1 0,1 0-1 0,-2 0 4 15,-1 0 9-15,3 0 9 0,-1 0 0 0,1-1 1 0,-2 0-7 0,-1-1-6 16,-1-1 3-16,-1 1 2 0,0-2 6 0,-2 0-4 0,-2 0 0 15,-1-1 1-15,-2-1-4 0,-3-1 7 0,-2 0-4 0,-2-1 5 0,-1-1 6 16,-3-1 3-16,-2-2 5 0,-2 0-1 0,-3-2 0 0,-3 0 1 0,-1-3-5 16,-1-1 1-16,-3-2-8 0,-3 1 1 0,-3-3 0 0,-3 0 5 15,-3-1 1-15,-3-1-1 0,-5-2-3 0,-2-2-5 0,-5-1 0 0,-2-2 3 16,-3-1-5-16,-5-1-5 0,-6 0-7 0,-5-2-9 0,-2 1 6 0,-5-3-3 16,-2 2 2-16,-4-1-13 0,-3 1 5 0,-5 0-1 0,1 1 1 15,-3 0 16-15,-2 0-5 0,-1 2-1 0,-4-3-2 0,-1 3-1 0,-1-2 1 16,-3 2 4-16,-1 0-6 0,-1-1-7 0,-3-3 6 0,-2 2-5 15,-2-2 2-15,-1 2-2 0,-2 1-8 0,-1 1-1 0,-3-1-1 0,-2 2 2 16,-1 1-4-16,-5 1 1 0,-1 2-13 0,-2 1 2 0,-5 2 6 0,1 3-4 16,-5 4 6-16,-1 1-4 0,-2 3 4 0,0 2 4 0,1 4 11 15,-1 2 2-15,3 4 5 0,2 2 4 0,1 4 2 0,4 2 0 0,-3 3-2 16,6 5 4-16,0 4-4 0,5 2 4 0,8 6-5 0,1 2-10 0,5 5-10 16,2 3 1-16,3 6-4 0,3 4 4 0,4 4-4 0,2 5-8 15,4 3-1-15,2 5-11 0,5 4-14 0,2 3-21 0,4 3-31 0,4 5-40 16,5 1-51-16,7 0-56 0,4 1-120 0,7-2-193 0,5 3-431 15</inkml:trace>
  <inkml:trace contextRef="#ctx0" brushRef="#br0" timeOffset="10564.01">8133 6654 1846 0,'-10'-10'93'0,"0"2"-27"0,-2-1-9 0,5 4 6 0,2 2-5 0,2 1-5 15,-1 0-6-15,2 1-9 0,1 0-14 0,-1 1-11 0,2 0-2 16,1 0-9-16,-1 1-1 0,2 0-1 0,-1 0-3 0,2 2 2 0,2 1-6 16,1 0 7-16,1 3-6 0,0 0 5 0,2 1-5 0,1 0 3 0,2 1 6 15,-1 1-5-15,3 0 10 0,1 1-7 0,1 2 5 0,1 0 2 16,4 0 3-16,2-1 5 0,4-1 15 0,5-2 14 0,5-2 10 0,7-5 6 16,8-3 0-16,8-5-12 0,6-4-15 0,7-3-3 0,7-4-15 15,4-5-4-15,6-4-4 0,4-6-9 0,3-3-4 0,3-6 5 0,4-3-7 16,0-5-3-16,2-5-8 0,-1-3-2 0,-2-2-1 0,-3-3-2 0,-2-1-9 15,-1-2-18-15,-5-3-7 0,1-2-34 0,-3-3-25 0,1-4-60 16,-1 0-60-16,1-4-84 0,1-3-86 0,4-6-431 0</inkml:trace>
  <inkml:trace contextRef="#ctx0" brushRef="#br0" timeOffset="13964.01">7867 7334 1753 0,'-3'-8'93'0,"2"1"-45"0,0 0-32 0,1 5-6 0,1 1-5 15,0 1 0-15,0 0-2 0,1 2-1 0,-1 0-4 0,1 2-1 0,0 2 5 16,1 2-4-16,1 2 4 0,0 3-2 0,1 1-2 0,0 1 0 0,0 1 6 16,1 0-4-16,1 0 1 0,1 1 2 0,0 2-7 0,1 0 7 15,-1 2-5-15,0 2 5 0,-1 1-3 0,1 3-6 0,0 1 4 0,1 1 2 16,1-2 4-16,2 2 1 0,1-3 2 0,2-1-7 0,3-3 4 15,1-4-1-15,1-3 11 0,2-4 11 0,2-4 10 0,2-5 15 0,2-5-2 16,4-5-3-16,2-3-2 0,1-3-8 0,4-6-4 0,3-4-2 0,2-4-11 16,4-5-9-16,2-1 7 0,3-4-7 0,5-3 4 0,2-3 0 15,3-3-11-15,2-3-4 0,3 0-11 0,4-4-25 0,2-2-39 0,1-1-54 16,2-2-77-16,3 0-94 0,1-2-137 0,0-2-385 0</inkml:trace>
  <inkml:trace contextRef="#ctx0" brushRef="#br0" timeOffset="19597.36">9615 8178 1649 0,'-11'0'94'0,"-1"1"-35"0,0 1-35 16,6 0-2-16,3 0-4 0,2 0-3 0,2 0 0 0,0-1-8 0,1 1 0 16,2-1-4-16,0 0-3 0,2 1 2 0,2 0-3 0,2 1 4 0,4 0-2 15,2-1-1-15,2 1-3 0,0 0 3 0,2 0 2 0,0 1-1 16,-1 1 9-16,1 0-13 0,0 2 11 0,-2-1-5 0,2 2 7 0,0 1 21 15,0 0-3-15,-1 1 19 0,1 0 1 0,0 0-2 0,-1-1 7 0,1 0-5 16,1-1 3-16,0-3 2 0,1-1-1 0,1-3 2 0,3-1 2 16,2-2-8-16,-1-3-6 0,2-2-12 0,-1-1-14 0,3-2-13 0,2-2-9 15,3-2-7-15,1-1 12 0,3-5-3 0,3-4-15 0,2-3-24 16,2-6-46-16,4-3-46 0,3-3-52 0,3-6-89 0,1-4-124 0,3-7-314 16,2-7 93-16</inkml:trace>
  <inkml:trace contextRef="#ctx0" brushRef="#br0" timeOffset="53671.45">19585 7279 2813 0,'-4'-1'776'0,"2"1"-735"0,2 1-12 0,7 3-37 0,7 2-5 0,5-1 5 15,7 0-16-15,4-2 9 0,4 0 0 0,-1-1 0 0,-1 0 4 16,-5-1-4-16,-2 0-2 0,-2 0-7 0,-3-1 0 0,0 0-7 0,0 0-5 15,-2-1-3-15,1-2-15 0,-1 0-10 0,-2-3-21 0,0 0-18 0,0-1-17 16,0-2-22-16,-3 2-21 0,1-1-37 0,-1 0-40 0,-1 1-42 16,-1 0-54-16,-2 2-67 0,0 0-52 0,-2 2-111 0</inkml:trace>
  <inkml:trace contextRef="#ctx0" brushRef="#br0" timeOffset="53835.45">19881 7512 2598 0,'-5'6'135'15,"3"1"-59"-15,2 4-58 0,5-2-11 0,7 0-4 0,2-1-1 0,4-2 3 16,3-1-2-16,2-1 4 0,-1-1-7 0,1-1 2 0,-2 0-2 16,1-1 0-16,-1-1-2 0,0-1-10 0,0-1-8 0,0 0-16 0,-2-1-18 15,0-1-37-15,0-2-59 0,0-1-71 0,-3-2-74 0,1-1-55 0,-1-1-26 16,-1-3-18-16,2-1-121 0</inkml:trace>
  <inkml:trace contextRef="#ctx0" brushRef="#br0" timeOffset="54132.45">20836 6771 3619 0,'-3'1'36'0,"3"6"-13"0,2 3-27 16,6 7-9-16,3 1 1 0,3 4 5 0,0 1 7 0,-1 2 2 0,0 3 1 15,-3 0-18-15,-3 3 17 0,-3 1 2 0,-3 1-4 0,-1 0 13 16,-2 1-20-16,-1 0 5 0,1 0-2 0,-1 0-2 0,1 0-3 0,1 0-2 15,1-2-1-15,1 0 5 0,0-3-4 0,2 0-4 0,2-2-2 0,0 1-5 16,3-1 3-16,0 1 1 0,2-1 5 0,4-2-9 0,2-4 1 16,3-2-2-16,0-2 10 0,1-1 17 0,1-2-1 0,0-2 12 0,4-2-12 15,1-3 3-15,2-2-4 0,1-1 3 0,2-3 3 0,-1-1-3 16,2-2 4-16,0-3-3 0,1-2-3 0,-1-1 1 0,2-1-6 0,-2-1-16 16,-1-1-8-16,-2 1-14 0,-1 0-7 0,-3 1-14 0,-2-1-16 0,-1-1-14 15,-3-2-21-15,-1 0-14 0,-1-1-26 0,-4-1-41 0,-2-1-64 0,-1-1-72 16,-3-2-91-16,-1-1-96 0,-5-3-231 0</inkml:trace>
  <inkml:trace contextRef="#ctx0" brushRef="#br0" timeOffset="54317.49">20604 6803 3638 0,'-8'1'47'0,"5"3"-16"0,6 3-29 16,11 2-10-16,9 2 2 0,8-1-9 0,6-2 6 0,3-1-3 15,1-2 1-15,0-1 5 0,-3 0 1 0,-1 1-9 0,-1 0-8 0,-1-2-21 16,0 0-13-16,-1-1-21 0,-1-2-27 0,-2-1-21 0,-1-1-39 16,-1-1-48-16,0-3-48 0,-1 0-42 0,0-1-32 0,-1-3-17 0,2-1-26 15,-2-1-19-15,2-2-213 0</inkml:trace>
  <inkml:trace contextRef="#ctx0" brushRef="#br0" timeOffset="54485.49">22100 6726 3681 0,'-4'8'58'15,"1"4"-51"-15,1 7-26 0,4 7-19 0,4 1-9 0,2 2 5 0,3-1 14 16,-1-1-2-16,0 0-8 0,-4-3-3 0,-4 3-7 0,-3 0-14 0,-4 1-8 16,-2 0-38-16,-1 1-43 0,-1-4-46 0,1 0-53 0,0-1-56 15,1-4-65-15,1 0-118 0,1-1-97 0,2-4-66 0</inkml:trace>
  <inkml:trace contextRef="#ctx0" brushRef="#br0" timeOffset="54651.49">22424 7342 3518 0,'0'6'66'0,"2"4"-51"15,1 7-29-15,2 4-17 0,3 2-8 0,3 3 5 0,1 1-4 0,0-1-15 16,1 1-18-16,-3-1-32 0,-1 1-46 0,-2-1-39 0,-2 0-56 0,-1-1-64 15,-1-2-68-15,0 0-120 0,0-2-102 0,1-4-77 0</inkml:trace>
  <inkml:trace contextRef="#ctx0" brushRef="#br0" timeOffset="55002">23025 6609 3712 0,'-1'-1'152'0,"2"2"-162"0,4 4-29 15,5 3-11-15,4 5-1 0,5 2 9 0,3 1 19 0,3-2 14 0,-2-2 1 16,-3-2 8-16,-3-1 0 0,-3 0-2 0,-3 0 4 0,-4 0-2 16,-1 0 0-16,-1 1 0 0,0 0-9 0,0-1 5 0,-1 1 2 0,-1 0-5 15,-2 1-6-15,-2 1-10 0,-1 1-12 0,-2 1-10 0,-1 3 1 0,-2-1-13 16,-3 3-17-16,0 4-10 0,-2 0-25 0,-2 3-2 0,-1 0 5 15,0 2 14-15,1 0 31 0,0-1 21 0,1-1 22 0,0-3 14 0,3-1 9 16,-1-3 12-16,1-2 9 0,2 0 8 0,1 0 12 0,1-2-9 0,1-1 0 16,3 0-7-16,1 0-8 0,4-2-1 0,1-2-4 0,3-2-5 15,3 0-2-15,2-2 2 0,3-1 0 0,2 0 2 0,2-2-4 0,3-1-1 16,2-1-4-16,2-1-5 0,2-1-5 0,1 0 1 0,1-1-4 16,2 0 3-16,-1 0-2 0,0-1-7 0,-2 0-7 0,1-1-4 0,-4 0-13 15,2 0-14-15,-1 0-20 0,-1-1-36 0,-1 0-43 0,-3 0-61 0,-1-1-61 16,0 0-68-16,-3-2-59 0,3 1-31 0,-2-1-244 0</inkml:trace>
  <inkml:trace contextRef="#ctx0" brushRef="#br0" timeOffset="55199">23749 7331 2330 0,'-9'15'1622'0,"2"1"-1595"0,-1 8-27 0,6 2-23 0,4 2-11 15,5 2-1-15,4 2 6 0,1-1 8 0,2-3-16 0,-1 1 25 0,-1-3 1 16,-3 0-4-16,-1-2 11 0,-3-1-36 0,1-1-27 0,0-4-34 0,-1-1-34 16,2-2-38-16,-1-4-39 0,0-2-47 0,1-5-48 0,-1-1-34 15,0-2-17-15,0-4-7 0,1-1 11 0,0-5 21 0,1-5-202 0</inkml:trace>
  <inkml:trace contextRef="#ctx0" brushRef="#br0" timeOffset="55566">24187 6607 3712 0,'-4'-2'142'0,"3"2"-136"16,0 2-16-16,6 4-13 0,4 4-12 0,5 1 5 0,5 4 14 0,3-1 9 16,1 0-1-16,0-3 8 0,-2 0-4 0,-1-1 4 0,-2 0 6 15,-3 0-4-15,1 0 0 0,-1-1-4 0,-2 2 2 0,-1-2-12 0,0 1 3 16,-1-2-18-16,-2 0-18 0,-2 1-2 0,-1-2-19 0,-1 1 9 15,-2 1 8-15,-1-1-6 0,0 1 4 0,-1-1-10 0,0 1-6 0,-1-1-12 16,1-1-14-16,-1 1-8 0,0 0 4 0,2-1 18 0,0-1 22 0,1-2 25 16,1 0 19-16,0-1 8 0,1-1 0 0,0 0-1 0,0 0-7 15,0 0-4-15,1 0-2 0,-1 1-5 0,0-1-5 0,1 2-6 0,-2 0 0 16,0 1-2-16,1 2 7 0,1 0 4 0,-1 1-1 0,0 0 10 16,-1 2 7-16,0-1 16 0,2 4 10 0,-1-1 7 0,1 2 7 0,0 0-1 15,-1-1 8-15,2 2 8 0,0 0 2 0,1 1 2 0,0-2-7 0,0 2-7 16,0 0-9-16,-1-1-7 0,0 0-4 0,-2 1-2 0,0 0-1 15,-2 1 4-15,-1-2-1 0,0 3-4 0,-2 0-2 0,0-1-4 0,-2 1-2 16,0-1-5-16,-1-1-6 0,-2 0-12 0,0-1-13 0,-1 0-20 0,-1-1-23 16,-2-2-22-16,0 1-32 0,2-2-40 0,-2-1-56 0,3-2-81 15,0-2-107-15,1-2-70 0,1-3-131 0</inkml:trace>
  <inkml:trace contextRef="#ctx0" brushRef="#br0" timeOffset="55753.01">25033 7386 3758 0,'-1'16'5'0,"0"2"-35"0,-1 9-33 16,2 3-5-16,4-1 10 0,1 1 18 0,4-1-8 0,-1 0 4 0,-1-4-29 16,-3 0-13-16,-2-2-10 0,-1-1-36 0,-1-2-22 0,-1-4-47 15,0-1-53-15,1-4-55 0,1-2-87 0,0-4-110 0,1-4-102 0,0-5 97 16</inkml:trace>
  <inkml:trace contextRef="#ctx0" brushRef="#br0" timeOffset="56067.01">25483 6636 3744 0,'-5'17'43'0,"0"5"-86"0,0 10-31 15,2 5-18-15,2 2-1 0,3 4 29 0,3 0 27 0,0 1 3 16,1-4 7-16,-2-2-2 0,-2-2-1 0,-2-4 3 0,0-1-21 0,-1-3-8 16,1-3-19-16,0-3-13 0,2-4-8 0,1-3-3 0,2-1 9 15,2-3 14-15,1-3 21 0,1-3 23 0,0-3 27 0,1-2 30 0,0-2 21 16,0-1 15-16,0-4-1 0,-1-2-6 0,1-2-9 0,1-1-17 0,1-2-13 16,0 1-9-16,0-2-7 0,-2 0 1 0,2 0 0 0,-1 2-4 15,-1 2 6-15,0 0-2 0,-1 4-5 0,-2 1-8 0,0 2-9 0,1 3-1 16,-2 1-3-16,1 2 8 0,-1 3 16 0,0 1 0 0,-1 3 6 0,0 2 5 15,1 2-7-15,-1 2 1 0,0 1 1 0,0 1-8 0,0 1-1 16,-1 0-9-16,0 1-3 0,1-1-5 0,-1 1-17 0,1 0-14 0,0 0-20 16,-1-2-19-16,1-1-18 0,0-2-23 0,0-2-20 0,-2-2-22 15,3-1-31-15,-3-1-42 0,2-4-92 0,-2 0-77 0,-1-2-109 0</inkml:trace>
  <inkml:trace contextRef="#ctx0" brushRef="#br0" timeOffset="58755.35">19285 9311 2342 0,'-5'-1'291'15,"0"-1"-184"-15,-1 0-43 0,0 2-39 0,4 1-13 0,0 1-4 0,1 0-6 16,1 1 4-16,-1 2 3 0,0 2 4 0,1 2 7 0,-1 2 7 16,-1 2 7-16,0 0 6 0,-1 3-3 0,0 1-11 0,1 1-2 0,0 1-4 15,0 1-13-15,1 2 12 0,0 1-3 0,2 4-4 0,0 1 12 0,1 1-6 16,2 0 9-16,1 1 5 0,1-2 0 0,1-2 0 0,1-1-10 16,2-2-6-16,2 0 1 0,-1-2-1 0,3-4-9 0,0-2 8 0,2-2-8 15,-1-3-3-15,3-2 5 0,1-3-3 0,0-1 1 0,-2-2-3 16,1-1 3-16,0-2 0 0,-2-3 1 0,1-1 12 0,-1-3-3 0,-1-2 7 15,-1-3-6-15,-1-3-10 0,1-1 5 0,-1-3-15 0,-1-2 2 0,-1 0 4 16,-2-1-14-16,-1-2 7 0,-2 0-3 0,-1-2-9 0,-2-1 15 16,-1-2 2-16,-3 0-8 0,-1-3 16 0,-2 1-6 0,-2 0-1 0,0-1 14 15,-1 0-21-15,-1 2 6 0,1 1-2 0,-2 4-7 0,0 2 5 16,-1 3-9-16,1 3 1 0,0 2-6 0,-1 3-7 0,1 3 5 0,-1 4 1 16,-2 1 1-16,0 2 5 0,-1 3-4 0,0 2-7 0,-2 3 2 0,-1 1-3 15,-1 4-21-15,-1 1-15 0,-1 3-24 0,0 0-27 0,2 0-26 16,-1 0-27-16,3 0-36 0,2 0-45 0,1-2-53 0,3-1-100 0,0-1-122 15,4 0-252-15</inkml:trace>
  <inkml:trace contextRef="#ctx0" brushRef="#br0" timeOffset="60200.36">19923 8418 800 0,'-18'-6'54'0,"-3"2"-6"0,-5-1-2 16,2 2-5-16,3 1-14 0,-2 1-5 0,0 0 7 0,-1 2 11 0,2 0 12 15,1 2 1-15,1 0 0 0,3-1-14 0,1 1-7 0,2 0-13 16,1 1-13-16,0 1 1 0,3 1-7 0,0 1-4 0,1 2 8 0,2 1 4 16,0 2 12-16,2 2 17 0,0 3 18 0,0 2 7 0,2 3 5 0,2 5 1 15,2 1-6-15,0 4 0 0,3 1-3 0,3 5-3 0,1 2-8 16,3 3-5-16,1 2-3 0,3 1-2 0,0 0 7 0,1 1 0 0,3 1 9 15,0-1 4-15,2 1-1 0,2-1 0 0,0-2-9 0,1-1-10 0,-1-3-11 16,-2-2-7-16,0 0-12 0,-1-1-3 0,-3-3-13 0,0 1 3 16,-1-4 5-16,-2-1-7 0,1-2 3 0,-1-2-11 0,-1-2-15 0,-2-2-23 15,-1-2-34-15,-1-3-46 0,0-3-40 0,-1-1-18 0,-1-1-29 16,0-4-60-16,-2-1-97 0,-1-4-54 0,0-3-32 0</inkml:trace>
  <inkml:trace contextRef="#ctx0" brushRef="#br0" timeOffset="60417.35">20580 9131 3065 0,'3'-2'59'16,"3"1"-26"-16,6 1-26 0,4 2-10 0,6 2-6 0,2 1-1 0,4 0-6 15,0 0-3-15,0 0 3 0,-2 0-1 0,-1 0-1 0,-3 0 1 16,-3 0-10-16,-1 0-6 0,-2-1-3 0,-2-1-1 0,0 0 5 0,1-1 0 15,-1 0-6-15,1-1-21 0,-1 0-30 0,0-1-36 0,0 1-29 0,0-1-17 16,-1 0-7-16,0 0-2 0,-1 0-11 0,-1-1-22 0,-1-1-32 16,-2 0-42-16,-1 0-29 0,0 1-161 0</inkml:trace>
  <inkml:trace contextRef="#ctx0" brushRef="#br0" timeOffset="60566.36">20574 9644 2861 0,'0'3'79'0,"3"2"-52"0,2 1-37 0,6 1-21 16,5-1-29-16,7 0-31 0,2-2-49 0,4 0-52 0,0-1-35 0,1-2-23 15,-4-1-24-15,1-1-42 0,-3-1-70 0,-1-1-25 0,-1 0-72 16</inkml:trace>
  <inkml:trace contextRef="#ctx0" brushRef="#br0" timeOffset="60983.35">22051 8746 816 0,'-2'-2'-24'0,"1"2"-60"0,1-1-19 15,2 2 5-15,2 0 21 0,0-1 17 0,-1 1 6 0,1-1 9 0,-2 1 10 16,-1 0 12-16,-1 0 11 0,0 1 5 0,-2-1 5 0,1 1 2 16,0 0 2-16,-1-1 1 0,1 0 0 0,0-1 0 0,0-1-2 0,1 0-5 15,0-1-15-15,0-1-17 0,0-2-98 0</inkml:trace>
  <inkml:trace contextRef="#ctx0" brushRef="#br0" timeOffset="61583.36">22200 8712 1309 0,'5'-5'191'0,"-1"-1"-102"16,3-1-59-16,1-1-15 0,-2 1 3 0,2 0 7 0,0 0 7 0,-1-1 9 15,-3-1 3-15,-1 1 10 0,-3-2 7 0,-1 0-4 0,-3 1 2 0,-1-1-8 16,-3 1-10-16,-1 0-6 0,-1 0-1 0,-2-1-5 0,-1 1 8 15,-2-1 5-15,0 1-6 0,1 1 3 0,-4 1-7 0,1 3-9 0,-1-1-1 16,-1 1-10-16,-1 1-1 0,1 1-3 0,-2 2-8 0,-1 1 8 16,1 2-7-16,-2 2 1 0,-1 1 4 0,0 4-8 0,0 2 2 0,1 1 2 15,0 2-4-15,1 1 5 0,2 2 2 0,1 3-2 0,1 0 3 16,1 5-4-16,2 1 1 0,1 1-3 0,2 1-3 0,3 0 3 0,3-1-9 16,3-1-2-16,2 0 3 0,2-2-3 0,3 0 6 0,3-1-4 0,2-2-6 15,3 1-4-15,2-1 7 0,0-3 3 0,2 1 7 0,2-3 4 0,0-1 4 16,0-1 3-16,2-1 6 0,-1-2 5 0,0-1 5 0,0-1 6 15,1-1 6-15,-1-1-6 0,-1-1 8 0,-1-1-3 0,-1-2-3 0,-1-1-4 16,1 1-16-16,-2-2-8 0,1 1 0 0,-3-1-5 0,0 0 1 16,-3 0-1-16,0 1-3 0,-3 0-3 0,-1-1-7 0,-1 1-9 0,-2-1-3 15,-1 0-6-15,-2 1-3 0,0 0 9 0,-2 2 6 0,-1-1 6 0,-1 1 8 16,-1 2 1-16,0 0 2 0,-1 1 4 0,-1 0-1 0,0 2 1 16,1 1-1-16,-1 1 1 0,1 1-4 0,1 1 6 0,1 2-3 0,1 1 1 15,1 2 3-15,1 0 2 0,1 3 1 0,2 1-1 0,2-2-14 0,2 4 9 16,1-1-7-16,1 3 10 0,1-1 9 0,0 1-7 0,2 0 2 15,-1-1-2-15,1 1 9 0,-1 0 12 0,-1 0 6 0,1 1 7 0,-1 1 0 16,-1 1-3-16,1 0-2 0,-1-1 6 0,-3 1-11 0,0-1-15 0,-2 2-7 16,-1-1-6-16,-2 4-9 0,-2-2 4 0,-2 2-8 0,-3-2-16 15,-2 2-6-15,0-3-11 0,-3 1-23 0,-1-1-27 0,-2-1-39 0,-1 0-43 16,-1 0-42-16,-2-2-52 0,1 4-76 0,0-2-115 0,0 2-205 16</inkml:trace>
  <inkml:trace contextRef="#ctx0" brushRef="#br0" timeOffset="62549.7">22733 10619 911 0,'-7'-3'528'0,"-1"1"-481"0,0-1-24 0,1 2-23 16,2 1 0-16,1 0 0 0,2 1 3 0,0 0 17 0,1 1 9 0,0-1 25 16,0 2 22-16,-1 0 10 0,0 0 17 0,-1 0-4 0,0 0-5 0,-1 0 0 15,2 0-9-15,0 0 5 0,0-1-5 0,2 0-9 0,0 1-6 16,0-2-10-16,0 1 3 0,1 0-1 0,0 0 2 0,0-1-5 0,1 2-3 16,-1-1-4-16,0 1-4 0,2 0-3 0,-1-1-3 0,0 1-7 15,0 0-9-15,0-1-6 0,0 1-2 0,-1-1-9 0,0 1-4 0,1-1 2 16,0-1-3-16,-1 0-1 0,0 0 2 0,0 0-5 0,-1 0 4 0,0-2 3 15,-1 1-2-15,1-1 3 0,-1 0-8 0,0 1-2 0,0-1 5 16,0-1 6-16,-1 1-3 0,1-1-3 0,-2 1-4 0,1 0-3 0,-2 0 2 16,0 0 4-16,0 2 3 0,-1-1-1 0,0 0-6 0,0 1-3 0,-1 0 5 15,0 0-4-15,0 1 2 0,0-1-3 0,0 0-9 0,0 1 3 16,1-1-1-16,0 0-15 0,0 0-7 0,0-1-10 0,1 1-1 0,1-1-2 16,-2 0-8-16,1 0-6 0,1-1-5 0,0 0 3 0,0 0 7 15,0 0 10-15,1-1 1 0,0 1 6 0,0 0 3 0,1 0 2 0,0-1 8 16,1 0-3-16,-1 0-2 0,1 1-9 0,1 1-4 0,-2-1-2 0,2 1-5 15,-1 1-4-15,0-1-12 0,-1 0-18 0,0 1-15 0,1 0-12 16,-1 1-13-16,0 0-14 0,1 0-18 0,0 1-25 0,1 1-41 0,-1-1-32 16,1 0-21-16,0 0-142 0</inkml:trace>
  <inkml:trace contextRef="#ctx0" brushRef="#br0" timeOffset="63100.08">22699 10723 1303 0,'-4'-1'1012'16,"-2"1"-955"-16,-1 0-17 0,0 1-34 0,1 0-8 0,1 1-4 0,1 0 5 16,0-1-2-16,1 1 3 0,-2 0 4 0,-1 1-1 0,-1 0 5 15,-2 0 14-15,0 0-1 0,-2-1 15 0,0 2 5 0,2-1 6 0,0 2 6 16,0-1-3-16,1 2 4 0,2 0-10 0,-1 0 4 0,3 3-2 0,0 1-6 15,0 3 1-15,3 1-2 0,0 1 0 0,0 4 0 0,2 1-3 16,0 1-4-16,3 1-10 0,0 0-2 0,3 0 1 0,0 0-7 0,2-1 0 16,0-2-1-16,2 0-13 0,0 0-4 0,2-3 3 0,3-1-8 0,2-2 9 15,0-2 3-15,4-1-3 0,-1-3 6 0,1-3-5 0,2 0 3 16,-1-3 1-16,-2-3 1 0,1-2 2 0,-2-2 5 0,-1-3 5 0,0-1 0 16,-1-3 5-16,-2-2 3 0,0 0-6 0,-2-3-7 0,-2 0-10 0,-1 0-1 15,-3 0 2-15,0 0-8 0,-2-1 9 0,-2 2-10 0,-3-1-4 16,-2-2 3-16,-2 0-1 0,-3-3 2 0,-2 0-10 0,-1 2-7 0,-4-2-14 15,-1 2 4-15,-2 3 4 0,-2-1 4 0,-1 2 3 0,0 3-12 16,-1 1 1-16,0 3-5 0,-1 2 1 0,-1 3 3 0,-2 3-5 0,-1 1-1 16,-1 2 0-16,-2 3-1 0,0 1 0 0,0 2 5 0,1 2 0 0,0 2 4 15,1-1 0-15,3 3-14 0,1-1-6 0,2 2-22 0,3-1-13 16,2 1-21-16,2 0-30 0,3 1-28 0,3-2-42 0,4-1-47 0,3-1-38 16,2 0-21-16,5 0 29 0,3-2 57 0,3-1 69 0,2-1 56 0,3-2 43 15,1 0 32-15,3 0 24 0,0-2 33 0,1 1 32 0,1-2 45 16,-2 1 49-16,3 0 33 0,-1 1 23 0,2 0 2 0,1 1-16 0,-1 1-12 15,0 0-16-15,-1 2-16 0,2-1-16 0,-2 2-13 0,0 2-18 16,1-1-13-16,-3 2-16 0,1-1-11 0,-2 0-11 0,-3 2-14 0,0 0-11 16,-1 0-6-16,-1-1-6 0,0 1-8 0,-2-2-1 0,1 0-7 0,-2 0-3 15,-1-1-3-15,0-3 1 0,0 1-4 0,-1 0-10 0,-2-2-20 16,0-1-27-16,0-1-28 0,-1-1-31 0,0-2-18 0,0 0-14 0,-3-1-18 16,1 0-15-16,0-3-37 0,0-1-57 0,0 0-38 0,0-3-10 0,-1-1-60 15</inkml:trace>
  <inkml:trace contextRef="#ctx0" brushRef="#br0" timeOffset="64118.54">22015 10394 2354 0,'-14'-2'141'0,"0"0"-87"0,-1 1-30 0,4 1-17 0,6 2-10 16,2 2-11-16,2-1-2 0,2 1-4 0,0 1 4 0,1 1 8 0,-1 3 5 16,1 0 3-16,-1 0 0 0,0-1-3 0,0-1-3 0,0-1-24 0,2-1-18 15,1 0-40-15,2-2-57 0,1 0-60 0,0-1-85 0,2-1-124 16,1-1-90-16,0-2-111 0</inkml:trace>
  <inkml:trace contextRef="#ctx0" brushRef="#br0" timeOffset="64282.54">22613 10165 2349 0,'2'0'208'0,"0"1"-135"0,3 2-43 0,2 4-26 0,2 4-1 16,2 2-3-16,0 3-11 0,2 0-5 0,-2 4-16 0,-1 1-16 0,-1-1-13 15,-2 1-25-15,-2 0-27 0,0-2-55 0,0 2-66 0,0-1-98 0,1-2-112 16,1 1-44-16,3-2-42 0</inkml:trace>
  <inkml:trace contextRef="#ctx0" brushRef="#br0" timeOffset="64517.9">23985 10777 1299 0,'-4'-1'963'0,"-1"0"-888"0,0 0-52 0,1 1-53 15,1 0-24-15,2 0-39 0,1 0-35 0,1 1-27 0,0 0-1 0,-1 0 27 16,0 0 25-16,-1 0 10 0,0 1-15 0,-1-1-40 0,0-1-58 15,-1 1-46-15,0-1-28 0,0 1-82 0</inkml:trace>
  <inkml:trace contextRef="#ctx0" brushRef="#br0" timeOffset="64682.89">23955 11103 1549 0,'2'3'276'0,"0"1"-224"0,1 2-56 15,1-1-39-15,0 0-22 0,2 2-19 0,0-2-18 0,-1 0-24 0,-1-1 1 16,0-1 14-16,-2-1 20 0,1 0 30 0,-2-1 8 0,1-1-12 0,-1-2-24 16,0 0-23-16,0-2-12 0,0 0-5 0,1-2-9 0,0-1-110 15</inkml:trace>
  <inkml:trace contextRef="#ctx0" brushRef="#br0" timeOffset="64898.9">24623 10482 3061 0,'3'-4'63'16,"0"0"-19"-16,0 1-44 0,1 3-7 0,-1 1 3 0,1 1-4 0,1 4-19 16,-1 3-21-16,0 3 3 0,-2 4-12 0,-2 2 15 0,-2 3 15 15,-2 4-10-15,-2 2 8 0,-1 5 0 0,0 2-11 0,-1 4-3 0,1 2-26 16,0 2-24-16,2 2-26 0,-1-1-31 0,1 1-21 0,2-1-39 15,-1 2-68-15,2-1-114 0,0-1-91 0,-1 0-125 0</inkml:trace>
  <inkml:trace contextRef="#ctx0" brushRef="#br0" timeOffset="65415.9">22888 12149 2489 0,'-5'1'44'0,"0"0"-30"0,-1 1-55 0,1 0-38 16,0 0-53-16,2-1-71 0,2 0-104 0,-1 1-78 0,1 0-27 15,-1 2 37-15,-1 1 76 0,1 0 13 0</inkml:trace>
  <inkml:trace contextRef="#ctx0" brushRef="#br0" timeOffset="65582.89">22811 11876 2911 0,'0'1'142'0,"-1"1"-27"0,0 1-66 16,1 1-17-16,1 0-10 0,2 2-10 0,1 0-12 0,1 3-18 0,0 1 1 16,1 0-10-16,0 1 2 0,-1 2 4 0,-1 1-5 0,0 0-8 15,-1 1-18-15,-1-2-22 0,0 2-17 0,0 0-36 0,0-1-14 0,0-1-53 16,1 1-62-16,1 0-70 0,1 1-108 0,0-1-82 0,2 0-182 0</inkml:trace>
  <inkml:trace contextRef="#ctx0" brushRef="#br0" timeOffset="66682.91">23265 12328 2432 0,'1'5'251'0,"-1"2"-133"0,0 1-75 0,0 0-26 0,1-1-11 0,1-3-11 16,3 0-25-16,-1-1-23 0,2-1-15 0,0-1-10 0,-1-1 13 0,0-3 11 16,0-2 7-16,1-1 6 0,-1-4-1 0,1-2 10 0,-1-2 7 15,-1-2 17-15,2-2 16 0,0-2 10 0,0-2 12 0,1-1 7 0,0-1 9 16,-1 0 2-16,-1-2-7 0,-2 1-3 0,-1 2-12 0,0 1-7 0,-1 1-5 15,-1 2-1-15,0 2-1 0,-2 1-3 0,0 3-2 0,-1 3-2 16,-2 1-2-16,1 3-2 0,-1 2-2 0,-1 2-9 0,1 2-3 0,1 1 2 16,0 2-8-16,-1 1 4 0,1 2-7 0,-2 1-8 0,3 3 4 15,-2 1-4-15,1 4 8 0,0 3 15 0,1 1-1 0,1 4 5 0,1 4 0 16,1 1-4-16,0 4 7 0,1 0 4 0,1 2-1 0,0 0 1 0,1 1 3 16,-1 3 2-16,2-2 6 0,0 1 1 0,-1-3 5 0,1-1 1 15,0 0-3-15,-1-3 5 0,2 2-10 0,-2-2 4 0,1-2-13 0,-2-1 7 16,0-3 8-16,-2-2-10 0,0-1 11 0,0-1-13 0,-1-2-2 15,0-2 4-15,0-3 0 0,-1-2 0 0,0-2 0 0,-1-2 0 0,0-3 1 16,1-2 9-16,0-1 8 0,2-4 0 0,-1-1 1 0,1-2-5 0,0-1-8 16,0 0 5-16,1-1-3 0,2 0-2 0,1-4-8 0,0-1-1 15,2-1 2-15,0-1-2 0,1 1 0 0,1-1-1 0,1 1-7 0,0 3 2 16,1 1 5-16,-1 3-1 0,-1 0 12 0,0 1 0 0,0 3 4 0,-2 1 0 16,1 1-5-16,-2 3 1 0,0 0-3 0,1 1-3 0,-1 2-6 15,0 0-10-15,-1 1 5 0,-1-1-12 0,0 2 6 0,-1 0 1 0,-1 0-12 16,-2 2 11-16,1 0-22 0,-2 0 6 0,0 0-8 0,-2 0-2 0,-1 0 6 15,-2 0-8-15,0 0 0 0,-2 0-3 0,0-1-13 0,-2 1-2 16,-2 0-5-16,-1-1-13 0,-1 0-2 0,-3 0 1 0,-1 0 3 0,-1-1 12 16,0-2-1-16,0-1-26 0,0-2-44 0,1-2-56 0,1-4-67 15,0-2-109-15,2-5-78 0,1-4-243 0</inkml:trace>
  <inkml:trace contextRef="#ctx0" brushRef="#br0" timeOffset="66849.91">23596 11838 3264 0,'-1'9'70'0,"0"0"-32"0,1 3-49 0,-2 1-51 16,3 0-57-16,0 1-89 0,2 1-132 0,0-1-111 0,0 2-89 0,0 1-10 16,-3 1 67-16,-1-1-27 0</inkml:trace>
  <inkml:trace contextRef="#ctx0" brushRef="#br0" timeOffset="66949.91">23836 12090 687 0,'1'11'323'0,"1"1"-544"0,0 2-362 0</inkml:trace>
  <inkml:trace contextRef="#ctx0" brushRef="#br0" timeOffset="67250.91">24050 12594 2765 0,'0'7'107'0,"-1"0"-59"0,1 0-65 0,0-2-42 0,1-1-29 16,2-1-41-16,0 0-23 0,1-1-1 0,-1 1 20 0,0-1 36 0,0 0 38 16,-1-1 24-16,-2-1-5 0,1-1-29 0,0-1-42 0,0 0-29 15,-1 0-18-15,0-2-14 0,1 0-16 0,0-1-43 0,0-1-36 0,0 0-201 16</inkml:trace>
  <inkml:trace contextRef="#ctx0" brushRef="#br0" timeOffset="67651.91">24097 12974 3653 0,'6'10'110'0,"-3"1"-42"0,2 2-51 0,-1-5-28 15,0-3-22-15,4-3-29 0,1 0-31 0,1-1-32 0,1 0-18 16,0 0-17-16,-3-2 4 0,-1-1 2 0,-3-1-35 0,-3-1-92 0,-1-3-129 15,-2-3-183-15,-1-4-361 0</inkml:trace>
  <inkml:trace contextRef="#ctx0" brushRef="#br0" timeOffset="67965.91">24712 12179 3825 0,'9'2'74'0,"-1"1"-21"0,4 0-30 0,-1-1-34 16,3-2-9-16,5 1-9 0,3 1-26 0,4 0-24 0,0 1-7 0,1-1 5 15,-3 1 21-15,-4 0 24 0,-1 1 14 0,-4 0-4 0,-3 0-12 0,-1-1-10 16,-2 1-6-16,-1-1 0 0,-2 1-3 0,-1 1-12 0,-1-1-33 16,-1 1-25-16,-2 2-24 0,-2 0-3 0,-1 3 12 0,-2 1 22 0,-1 3 30 15,-2 0 23-15,-2 2 22 0,-1 2 13 0,-2 0 8 0,-1 0 15 16,-1 1 11-16,-1-2 9 0,1-1 19 0,1 0 18 0,0 1 20 0,1-1 20 15,0 1 16-15,3 1-1 0,2 0-3 0,3 0-11 0,1 1-11 0,1-2-7 16,3 1-12-16,1-2-11 0,1 0-12 0,0 1-24 0,1-2 12 16,2-3 0-16,1 1-8 0,0-1 1 0,2-2-22 0,0 0-9 0,1-4-3 15,-1-1-13-15,1-2-9 0,1-3-21 0,1-3-29 0,2-2-34 16,0-2-57-16,0-3-80 0,2-4-113 0,-1-2-108 0,0-4-78 0,1-5-138 16</inkml:trace>
  <inkml:trace contextRef="#ctx0" brushRef="#br0" timeOffset="68432.91">26171 12040 2913 0,'-2'3'145'0,"-1"1"-82"0,-1 2-23 0,-3-2-33 0,-2-1-16 0,0 1-17 15,0-1-16-15,-1-1-12 0,-2-2 1 0,-3-1 6 0,-2 0 19 0,-3-1 15 16,-2-1 6-16,-1 0 11 0,-1 0-9 0,0 0 11 0,-2 0 3 16,0 0-4-16,1 0 7 0,-2-1-11 0,1 0 4 0,1 1-8 0,0 0-2 15,5 2 0-15,0 1-5 0,1 1 3 0,2 1 10 0,2 0 1 16,0 2-1-16,1 0-6 0,3 2 6 0,2 0 2 0,1 0-5 0,3 3 7 15,2-1-21-15,2 1-6 0,3 1-2 0,3 0-8 0,1 1 4 0,2 0-5 16,4 2 12-16,2 1 5 0,4 2 10 0,0 0 11 0,3 2 3 16,1 1 11-16,0-1 9 0,2 2 3 0,0 0 0 0,0 1-6 0,-1 0-6 15,-1 1-6-15,0-1 2 0,-2 1-7 0,-2-1-3 0,-3-1 0 0,0 0-7 16,-2 0 1-16,-1-2 3 0,-2 2-3 0,-1 1 1 0,-1-2 2 16,-1 2 2-16,-1 0 5 0,0-1 1 0,-1 2-2 0,1-2 2 0,-2 1-2 15,1 0-3-15,-3 1 5 0,0 0-12 0,1 2 6 0,-1 0 2 0,-1 1 6 16,0 2 2-16,-1 1 0 0,0 2 5 0,-1 1 1 0,0 5 3 15,-3-1 0-15,-1 4 3 0,-3 1-1 0,-2-1 0 0,-1 2-2 0,-2 1-12 16,-3 1 7-16,-1-1-11 0,-5 3-4 0,-4-3-8 0,-5 0-25 16,-6-2-35-16,-6-5-52 0,-4-3-65 0,-6-8-113 0,-6-5-189 0,-5-9-358 15,-6-10-170-15</inkml:trace>
  <inkml:trace contextRef="#ctx0" brushRef="#br0" timeOffset="70683.91">21073 15345 3368 0,'16'11'117'0,"1"-1"6"0,5 3-27 0,-1-3-15 0,2-1-29 15,1 1-23-15,3-1-19 0,2-1-14 0,-1-1 6 0,2-1 1 0,-1-1 3 16,0-1-2-16,-3 0-23 0,-1-2-6 0,-3 0-18 0,-1-1-15 15,-2-1 9-15,-3 0-15 0,-1 0 9 0,-2-1 5 0,2 0-11 16,-2-1-10-16,0 0-13 0,1-2-14 0,1 1-23 0,-1-1-23 0,-2 0-48 16,1-1-55-16,-2-1-65 0,0 0-62 0,-1 2-77 0,-2-1-48 0,-2-1-173 15</inkml:trace>
  <inkml:trace contextRef="#ctx0" brushRef="#br0" timeOffset="70837.91">21288 15795 2555 0,'-1'20'639'0,"1"1"-501"0,2 2 2 0,1-6-45 16,1-3-11-16,3-5-23 0,0-3-36 0,2-1-16 0,2-3-37 15,3 0-7-15,2-2-16 0,0-3-25 0,2-1-24 0,-1-2-55 0,-1-4-64 16,-2 0-57-16,0-4-66 0,1 0-83 0,-2-1-69 0,0-1-58 16,-2-3-204-16</inkml:trace>
  <inkml:trace contextRef="#ctx0" brushRef="#br0" timeOffset="71484.91">22909 14730 2154 0,'0'3'217'0,"0"0"-68"0,0 1-37 16,1-1-17-16,0-1-3 0,1-2-12 0,0 1-17 0,1-1-12 0,-1-1-3 16,-1 1-1-16,0-1 1 0,-2 0 6 0,0-2 3 0,-1 1 6 15,-1-2-7-15,-1 1-12 0,0-1-13 0,-1 0-9 16,0-1-9-16,0-1 4 0,0-1-6 0,-1-1-9 0,0-1 3 0,-1 0-3 0,-1-1-9 15,-1-2 3-15,-1-1-3 0,1 0-1 0,-3-1 8 0,-1 0-5 0,-1 0 8 16,-1 2-3-16,-1 0-3 0,-1 3 5 0,-2-1-8 0,1 1 0 0,-3 1 8 16,1 1-9-16,-2 2-4 0,-1 1 5 0,1 2-3 0,-1 1 4 15,-1 2-10-15,0 3 6 0,-1 1-10 0,-1 2-2 0,1 3 6 0,-2 1-23 16,1 2 18-16,-1 2 4 0,1 3 0 0,0 4 12 0,-2 1-15 16,3 3 6-16,0 1 10 0,3 2 3 0,2 1 3 0,2 2 4 0,3 1 0 15,2 3 8-15,2 0 4 0,4 0-2 0,1-2 1 0,5 0-4 0,2-1-1 16,2-2-6-16,4 1 2 0,2-1-4 0,5-1-3 0,3 0 0 15,5-2-4-15,4-1 4 0,3 0-2 0,3-2 4 0,2-1 5 0,-1-1-2 16,0 0 4-16,0-2-7 0,-1 0-1 0,0-2 12 0,0-1 2 16,-4 0 7-16,1-1 11 0,-4-2 7 15,0 0 3-15,-2-2-5 0,-2-2-10 0,0-1-2 0,-3-4-10 0,-2 0-11 0,0-1-3 0,-3-1-10 0,-1-1 4 16,-3 1-3-16,-2-1 1 0,1 1-4 0,-2-1-5 0,-1 2-2 0,-2 1 0 16,-2 0-8-16,-1 1 6 0,0-1 8 0,-1 2-3 0,-1 2 18 15,-1-1 2-15,-2 2-7 0,0 2 11 0,-1 2-9 0,1 4 1 0,-2 1 11 16,0 0 0-16,0 4 2 0,-1 0-3 0,1 2 5 0,-1 3 6 15,1 0-6-15,0 2 0 0,2 1 4 0,-1 3-11 0,0 1-1 0,1 2 7 16,-1 6-20-16,0 0 19 0,1 3-1 0,0 2-1 0,1 4 5 0,-1 0-9 16,0 3 15-16,0 3-4 0,0 3-9 0,-1 1 1 0,-1 1-6 15,0 1 2-15,1 1 4 0,-2-1-8 0,-1 1-12 0,0 0-2 0,4-33-4 16,-2 8 2-16,0-1-16 0,-3 9 7 0,0-1-22 0,-3 6-22 16,-1-2-8-16,-3 7-34 0,-2-5-13 0,-1-2-41 0,-1-5-75 0,-2-4-106 15,0-8-148-15,-3-5-219 0,-1-7-90 0,0-9 108 0</inkml:trace>
  <inkml:trace contextRef="#ctx0" brushRef="#br0" timeOffset="72616.11">23620 15085 1907 0,'-3'1'689'0,"0"1"-501"0,-1-1-20 0,0 1-55 0,2-1-8 16,1 0-20-16,1 1-26 0,0-1-10 0,2 1-17 0,-1 1-3 0,0 2 10 15,1 2-6-15,0 2 6 0,1 3-2 0,0 3-7 0,-1 1 0 16,0 2-3-16,1 3-3 0,0 3-12 0,0 2 3 0,0 2-4 0,1 3-12 16,0 2 2-16,-1 0-2 0,0 3-17 0,-1 0 13 0,0 1-12 0,0 1-12 15,0-3-3-15,0 0-20 0,-1-4-10 0,0-1-17 0,1-2-24 16,-1-2-26-16,2-2-50 0,0-1-43 0,2-4-69 0,0-1-91 0,2-3-121 16,0-1-114-16,4-2-148 0</inkml:trace>
  <inkml:trace contextRef="#ctx0" brushRef="#br0" timeOffset="72753.11">24037 15809 2768 0,'1'7'167'0,"2"2"-28"0,0 3-54 0,0-2-16 0,2 2-28 0,1 0-12 16,-1 0-24-16,2 1-19 0,0-1-11 0,0 2-15 0,-1 1-20 0,0-1-27 15,0 1-33-15,-1 0-59 0,-1-1-55 0,-2-1-57 0,-1-2-83 16,-1-2-151-16,-1-4-68 0,-1-1-27 0</inkml:trace>
  <inkml:trace contextRef="#ctx0" brushRef="#br0" timeOffset="73033.11">24548 15125 3122 0,'15'1'471'16,"0"-1"-343"-16,5 1-18 0,-1-2-58 0,3 1-9 0,4 0-17 0,2 0-22 15,3-1 11-15,2 0-17 0,0 1-3 0,0 1-1 0,-3 0-10 0,-3 2 0 16,-5 0-13-16,-5 1-33 0,-3 0-32 0,-5 1-22 0,-2 2-11 16,-3 0 10-16,-4 2 5 0,-1 0 4 0,-3 5-9 0,-1 1-6 0,-2 3 6 15,-2 1 12-15,0 2 28 0,-1 0 28 0,-2-1 25 0,-1 2 22 16,0-1 26-16,1-1 19 0,1 0 28 0,1 0 28 0,0-1 20 0,3 2 14 16,3-2-13-16,3 0-12 0,3-1-24 0,3-1-20 0,3-1-22 0,1-5-20 15,2 1-20-15,2-3-12 0,3-1-4 0,1 0-12 0,0-2-1 16,2-1-11-16,1-1-8 0,0-1-13 0,-1 0-12 0,-1 0-6 0,1 0-23 15,-2-1-31-15,1-1-41 0,-1 0-71 0,-2-2-67 0,-2-1-92 0,0 1-126 16,-1-2-284-16</inkml:trace>
  <inkml:trace contextRef="#ctx0" brushRef="#br0" timeOffset="73186.12">25460 15617 2000 0,'6'9'986'16,"0"2"-774"-16,3 3-51 0,-1-3-61 0,0 1-22 0,1 0-18 0,2 0-25 15,-1 1-16-15,1-1-2 0,0 0-17 0,-1 1 0 0,0 0-11 0,1 0-14 16,-4-2 1-16,2 1-27 0,-1-1-32 0,-2-3-27 0,0 0-10 16,-1-2-26-16,-2-1-29 0,1-1-44 0,-1-3-84 0,1-2-76 0,0-3-93 15,1-1-55-15,0-2-208 0</inkml:trace>
  <inkml:trace contextRef="#ctx0" brushRef="#br0" timeOffset="73502.12">26207 14958 2796 0,'12'0'228'0,"1"1"-33"0,3 0-70 16,-2 0-28-16,1 1-7 0,2 1-26 0,-1 0-12 0,1 0-23 0,1 1-20 15,-2 0-3-15,-1 1-8 0,0 0 6 0,-2 1-4 0,0 0-15 0,-2 2-4 16,-2 0-19-16,-2 1-1 0,0 2 3 0,-2 2-12 0,0-1 11 16,-2 3-3-16,-1 0-4 0,-1 1 6 0,-1 0-5 0,0 1 2 0,0-1 0 15,0-1-5-15,0 0 14 0,0-1 6 0,0-2-2 0,0 0 7 0,0-3 1 16,2 1 8-16,-1-1 1 0,2-1 8 0,1-1-6 0,1 0-4 15,0-2 4-15,1 0-1 0,1 0-4 0,0-1 1 0,1-1-3 0,0 3 1 16,1-2 2-16,0 2-1 0,1 0 11 0,-1 1-4 0,0 2 4 16,-1 0 1-16,1 1-6 0,-1 0 13 0,-1 2-5 0,0 2 3 0,-1 0 6 15,-1 0-4-15,-2 2 0 0,1 0 5 0,-1 1-4 0,-1 0 5 0,0 1 2 16,-1 1-8-16,-1-2 0 0,1-2-1 0,-1 0-13 0,1 1-3 16,-1-1-10-16,-1-3-11 0,1 1-16 0,-1-2-15 0,-1-1-27 0,0-2-38 15,-2-2-37-15,1-2-29 0,0-1-31 0,-2-2-22 0,0-1-42 0,0-3-43 16,-1-1-27-16,-1-2-160 0</inkml:trace>
  <inkml:trace contextRef="#ctx0" brushRef="#br0" timeOffset="73685.12">26901 15537 3359 0,'9'15'183'0,"1"2"-76"0,2 3-57 0,0-4-28 0,0-1-1 15,0 1-13-15,1-1-14 0,-3 2-1 0,1-1-10 0,-2 2-10 0,-2 0-9 16,-1-1-11-16,-1 2-24 0,-3-2-12 0,-1-2-30 0,-1-1-30 16,-2-2-9-16,-1-3-39 0,0-3-39 0,-1-3-57 0,-1-2-113 0,0-3-127 15,0-1-59-15,1-4-72 0</inkml:trace>
  <inkml:trace contextRef="#ctx0" brushRef="#br0" timeOffset="73987.12">27210 14893 2714 0,'5'12'419'0,"-1"0"-247"0,1 3-67 0,0 1-65 0,-2 1-9 15,3 1-18-15,0 2-5 0,2 3-3 0,-1 2-12 0,0 3 7 0,0 2-6 16,-2 2-5-16,0 0 13 0,-1-2-15 0,-1 0 2 0,-1-3-7 16,1-1-15-16,0-1 2 0,-1-4-13 0,1-1-8 0,0-4-12 0,1-2-8 15,1-1-8-15,1-2-1 0,0-1 8 0,2-4 14 0,1-1 31 0,0-3 31 16,2-2 24-16,1-1 13 0,0-3 9 0,0 0 4 0,0 1-2 15,2-3 1-15,0 0-4 0,2 0-4 0,0-1-4 0,-1 1 7 0,0 0-10 16,-1-1 1-16,0 1-11 0,-2-1-8 0,2 2-10 0,0 1 2 16,-1-1 3-16,0 4-8 0,-3 2-4 0,1 2-8 0,-2 4 6 0,-1 1-7 15,-2 3-4-15,0 1-4 0,-2 0-3 0,0 4 4 0,-1 0 3 16,1 4-16-16,-2 3-24 0,0-1-11 0,-1 4-31 0,-1 0-18 0,-1 1-27 16,-1-2-24-16,-1-2-17 0,-1 1-31 0,1-1-38 0,-2-1-80 0,0-2-107 15,0-4-72-15,-1-2-127 0</inkml:trace>
  <inkml:trace contextRef="#ctx0" brushRef="#br0" timeOffset="74435.12">28589 14588 2798 0,'5'-3'174'0,"0"0"-27"0,-1-1-95 0,-2 1-34 0,-1 1 1 16,-4-1-17-16,0 1 0 0,-3-2-6 0,-3 1-11 0,-2-1 11 0,-2-2 0 15,-3 1 1-15,-1 0-2 0,-1 1-1 0,-1 1-1 0,-2 2-1 0,-1 0 9 16,-1 2-11-16,-1 1 5 0,1 2 1 0,-1 3-6 0,0 0-3 16,2 2 10-16,-2 2-4 0,2 3 2 0,-1 3 15 0,-1 2-22 0,1 4 10 15,-1 2-8-15,1 1 1 0,3 1 4 0,0 1-2 0,3 1 5 16,3-2-6-16,2 1-6 0,1 1-12 0,4-2-7 0,1 0-12 0,4-1-11 15,2-2-1-15,4-3-4 0,3 1 5 0,3-1 11 0,2-1 7 0,2 0 10 16,3 0 17-16,2-2 8 0,3-2 16 0,1 0 11 0,2-1 8 16,-1-1 8-16,3-1 14 0,-1 0 4 0,-1-1 3 0,0 0-2 0,-1 0-17 15,0 1-7-15,-1 1-10 0,-1-1-6 0,-1 2-8 0,-1-2-6 0,-2 2-2 16,-1 2-1-16,-1 0 1 0,-3 1-1 0,-1 1-4 0,-1 0-3 16,-3 1 5-16,-1 3-3 0,-1 1 1 0,-2 2 0 0,-2 1-3 0,0 2 7 15,-2 0 5-15,0 2 0 0,-1 1 3 0,0 1 7 0,0 5 6 0,-1 2 2 16,0 2 15-16,-1 3 1 0,0 2 1 0,0 3 19 0,0 2-5 15,-1 1 14-15,0 5-15 0,-1 0-14 0,0 3-13 0,-1 2-9 0,-2-1-10 16,0 0 6-16,-2-1-2 0,-3 0-16 0,-2-3 6 0,-2-3-16 16,-4-1-22-16,-3-3-18 0,-3-3-28 0,-5-5-53 0,-2-6-58 0,-4-7-103 15,-1-7-121-15,-3-8-196 0,-3-8-153 0,-1-8-31 0</inkml:trace>
  <inkml:trace contextRef="#ctx0" brushRef="#br0" timeOffset="86685.41">26163 7531 1148 0,'-14'-5'368'0,"-2"0"-373"0,-2 1-12 0,3 0-1 15,2 2 5-15,1 1 6 0,1 0-5 0,-2 0-21 0,0 1-39 16,0 0-43-16,0 0-48 0,4 0-32 0,1 0-2 0,1 0 13 0,3-1 28 16,0 0 39-16,0 0 2 0,2-1 19 0</inkml:trace>
  <inkml:trace contextRef="#ctx0" brushRef="#br0" timeOffset="86769.41">25972 7495 165 0,'2'2'107'0,"1"1"3"0,1 1 0 0,0 0-4 0,0 1-8 16,1 0-12-16,1-1-16 0,1 2-19 0,-1 0-12 0,3 0-13 15,0 0-12-15,0 1-4 0,2-1-9 0,-1 1 1 0,0 0 1 0,0-1-2 16,0 0 2-16,1 0-8 0,0 0-10 0,0-4-33 0,0 1-86 0,0-1-110 15,-1 0-192-15</inkml:trace>
  <inkml:trace contextRef="#ctx0" brushRef="#br0" timeOffset="88684.56">26033 7528 1944 0,'-1'-1'234'0,"1"3"-207"0,0 0-23 0,2 1-7 0,2 1 3 15,0 0 21-15,2 2 17 0,0 0 10 0,1 1 5 0,0 2-12 16,-1 2-18-16,2 2-7 0,0 0-5 0,0 1-11 0,0 2 9 0,1 2-4 15,0-1-4-15,-1 3 10 0,-1 0-9 0,0-1-7 0,0 2-4 16,-1-1-1-16,1-1-8 0,0 0-16 0,-1-1-21 0,-1-2-44 0,0-3-53 16,-1-1-56-16,-1-1-65 0,0-3-66 0,0-1-37 0,0-3-19 0,1-3-35 15</inkml:trace>
  <inkml:trace contextRef="#ctx0" brushRef="#br0" timeOffset="89334.56">26382 6704 1958 0,'-8'-2'336'15,"-1"1"-339"-15,0 0-3 0,3 4-15 0,4 0 9 0,1 3 16 0,1 0 11 16,1 2 9-16,2 2 14 0,1 2-2 0,2 3-5 0,1 3 1 0,0 1-4 15,0 2-8-15,1 4 5 0,1 0 0 0,1 3-8 0,0 0-7 16,2-2-9-16,-2 0-10 0,3-1 7 0,1 0 4 0,0-2-1 0,2-2 4 16,0-1-13-16,0-3-6 0,1-4-3 0,-1-1-7 0,1-4 4 0,1-3 3 15,-2-3 8-15,-1-3 10 0,2-4 5 0,-1-2 8 0,1-4 4 16,-3-2 2-16,0-2 5 0,-1-3-5 0,0-3 1 0,-2 1-13 0,1-3-5 16,0 1 8-16,-2 1-3 0,0-1 7 0,-2 1-3 0,-1 1-10 15,0 0 0-15,-1 0-6 0,2 3 6 0,-1 0-4 0,2 2-1 0,-1 2-2 16,1 3-7-16,-2 2-1 0,0 4-5 0,1 2 1 0,-1 3 4 0,0 3 7 15,1 2 7-15,-1 3 12 0,0 2 3 0,0 5 5 0,0 3-2 16,1 2-3-16,0 5-10 0,1 2 1 0,-1 2-14 0,0 3 4 0,0 0 9 16,-2 1-4-16,-2 1 8 0,3 0-4 0,-1 1-9 0,1-2 1 0,-1 2-6 15,-1-2 0-15,2-2-6 0,-1 0-17 0,0-3-32 0,1-3-58 16,-2-3-80-16,1-4-85 0,1-1-95 0,0-4-80 0,0-2-214 0</inkml:trace>
  <inkml:trace contextRef="#ctx0" brushRef="#br0" timeOffset="89767.56">27058 5903 3995 0,'-4'-2'-16'0,"2"1"-74"0,1 2 7 0,4 4 10 0,5 0 20 0,4 1 49 15,3-1 6-15,2 2-8 0,1 0-2 0,2 1-12 0,-2 1-12 16,-2 1-2-16,0-1 0 0,-2 2 8 0,-1-2 6 0,-2 1 3 16,0 1-3-16,-1-3-6 0,-1 1-5 0,1 0-5 0,1-3 9 0,1-1 7 0,2-1 9 15,2-2 8-15,-1-1 3 0,-1-1-2 0,2-1 2 0,-1 0 5 16,1-1-3-16,-2 0 3 0,1-1-1 0,-1 1-6 0,0 1 0 0,-1 1 6 16,-2 0-4-16,0 2 7 0,-1 2-3 0,-3 0-6 0,1 3 4 0,-2 0 0 15,0 2 1-15,-2 3 1 0,-2 2-6 0,2 2 2 0,-3 1 0 16,0 3 0-16,0 2 2 0,-3 2-8 0,2 1 6 0,0 2-1 0,-1 0 1 15,1 1-15-15,0-1 12 0,1 2 3 0,1 0-6 0,2 1 17 16,3 0-13-16,1 2-1 0,2-1 1 0,2 3-2 0,1 2 4 0,4 2 2 16,2 4 0-16,3-1 1 0,0 2-3 0,3 1 0 0,0 1 2 0,2 1-5 15,-1 0 3-15,1 2-2 0,0-1 11 0,-1 0 7 0,0-2 17 16,-2 0 12-16,-2-3 3 0,-5-2 11 0,-5 1-5 0,-6-2-7 0,-3-1-2 16,-6 0-11-16,-5-1-7 0,-9 2 0 0,-5 0-14 0,-7 0-22 0,-6 2 10 15,-6-1-6-15,-9 0-9 0,-6 2-3 0,-9-2-34 16,-6-1-21-16,-5 1-21 0,-5-3-28 0,-3-1-53 0,-3-1-94 0,-3-4-161 0,-1-3-262 15,-1-5-542-15</inkml:trace>
  <inkml:trace contextRef="#ctx0" brushRef="#br0" timeOffset="93805.07">18803 7219 1943 0,'-14'3'103'0,"0"-2"-52"15,-2 2-28-15,4-2-10 0,5 2-10 0,1 1-1 0,3 0-7 0,5 3 0 16,1 2-8-16,4 4-7 0,3 2-6 0,3 1-24 0,2 3-33 0,3 0-36 16,1 2-44-16,2-2-35 0,4 2-31 0,-1-1-40 0,3-3-17 15,1 0-161-15</inkml:trace>
  <inkml:trace contextRef="#ctx0" brushRef="#br0" timeOffset="113155.84">6675 4193 1570 0,'-18'-11'0'0,"-5"-5"6"0,-5-4-5 0,-8-4-1 0,11 9-7 0,-3 1-13 0,0 2 3 0,-1 1-5 15,0 1 4-15,-1 0 8 0,0 1 3 0,-3 0 5 0,1 0 4 16,-3 0 3-16,0 1 2 0,-2 0 3 0,0 0 3 0,-1 1-1 0,-3-1 3 16,1 2-3-16,-1-1-2 0,-2 1-1 0,-2 0-9 0,-2 0 1 0,1 1 2 15,-4 2-1-15,3 0 3 0,-2 0-5 0,-1 1 2 0,-1-1 2 16,-3 2-1-16,1 0 2 0,-1 0-3 0,-1 0-1 0,-1 0 6 0,-2 2-1 15,-1 1 1-15,-2 0 4 0,2 3-6 0,-1 0 3 0,-2 1 1 0,-3 4 3 16,-2 4-2-16,-1 1-1 0,-3 1 1 0,3 0-3 0,2 1 3 16,1 1 0-16,2 2-3 0,0 4-1 0,-1 3-2 0,0 2-4 0,1 3 0 15,1 0-2-15,1 2 2 0,0 3 0 0,1 1-3 0,-1 4 0 0,0 1-7 16,1 2 6-16,0 1 3 0,0 2 3 0,3 2 7 0,2-1-3 16,0 3-5-16,-1 1 0 0,1 1-5 0,1 3 4 0,0 0 0 0,2 2 0 15,2-2 0-15,2 0 0 0,2-1 8 0,3-1 1 0,3 1 11 16,1 1-7-16,4-1-2 0,2 0-7 0,4-1 1 0,1-1 2 0,2-1-3 15,2 2-6-15,1 0-2 0,1 1 10 0,2 0-2 0,2 1 9 0,2 0-8 16,2 1-2-16,1 1 2 0,2-1-1 0,2 0 4 0,1 1-1 16,1-2 0-16,3 1 6 0,2 1 14 0,0 0 8 0,1 3 3 0,1 2-5 15,2 0-12-15,3-1-6 0,0-1-2 0,2-3-2 0,1 0-5 16,-1 0 5-16,2-2 1 0,2 0-2 0,2 0 6 0,1-2-9 0,0-2 0 16,2-2-1-16,4-1 1 15,0-2-4-15,1-2 3 0,1-1 1 0,-1 0-1 0,3-2-3 0,-1-1 6 0,2 0 7 0,0-3-6 0,1 2 11 16,3-3-10-16,1-1 1 0,1-1-1 0,0 0-4 0,2 1-2 0,0-3-1 15,2 2-4-15,2-4 5 0,0 0-4 0,1 1-1 0,0-1 8 0,3 1-5 16,0 0 1-16,0 0-10 0,1 0 2 0,-3-1-2 0,2 0 3 16,1 1 6-16,0-1-2 0,0-1-4 0,1 0 0 0,-1-1 2 0,1-1-2 15,-1 2 4-15,2-2 1 0,-1 1-4 0,3-1 2 0,1-2 3 0,-1-1-3 16,2-1 3-16,-1 0-4 0,1-2-1 0,1 1 1 0,0-1 1 16,0-1 0-16,2 0 0 0,0-3-8 0,1-1 2 0,2-1 0 0,0 0 9 15,0-2 6-15,1 2 2 0,-2-1-5 0,1-1-6 0,0 0-5 16,0-1 2-16,2 0 0 0,0 0-3 0,-1-1 9 0,0 0 3 0,2-1-1 15,-1 0 4-15,1 0 0 0,1 0-2 0,-1 1 2 0,-1 0-7 0,2 0-4 16,-1 0 4-16,1 0-5 0,0 1 6 0,0 0 0 0,1 0-2 16,1-3 2-16,1 1-3 0,1-1 2 0,0-1-7 0,0 1-1 0,1 0 0 15,1-2-1-15,-1 2 1 0,0-2 4 0,1 1-2 0,0 0 4 16,1-1-2-16,0 0-4 0,-1 1 3 0,-1-1-12 0,-1 0 3 16,2 0 3-16,-2-1-1 0,1 0 10 0,0-1-3 0,-1 1 3 0,-1-1 0 0,0-1 0 15,0-2 3-15,0 0-7 0,1-1-1 0,1-2 2 0,-1-1 2 16,0-1 2-16,2 0 5 0,-2-2 3 0,2 1-5 0,-1-2 5 0,1 0-3 15,0-1 0-15,2-1-4 0,1 0 1 0,0 0-5 0,0-2 1 0,1-1 4 16,-1 0-2-16,1 0 1 0,0-1-1 0,0 1 1 0,0 0 1 16,0-1 3-16,0 0 1 0,-2-1-7 0,1 1 0 0,0-2 0 0,0 0 2 15,0-1 1-15,0 0 1 0,-1-1-2 0,0-1-1 0,0-3 2 0,0-2 0 16,2-2 6-16,1-2-1 0,0-1-2 0,0-2 0 0,-2-3-2 16,-2 0-7-16,-1-3 0 0,-4-2-7 0,0-1 8 0,-1-4 4 0,-1-1 5 15,0-3 10-15,-2-3-7 0,-1 0 6 0,-2-4 2 0,0-3 0 16,-3-2-1-16,3-3-6 0,-3-1 0 0,-1-2-11 0,0-2 11 0,-2-1 1 15,-2-2-1-15,-1 0 6 0,-3-1-7 0,-2 1 5 0,-4 0 0 16,-4 0-3-16,-1-1-4 0,-2 1 11 0,-3-4-1 0,-1 1 6 0,-4 0 3 16,-1-1-11-16,-3-1 4 0,-2-1-7 0,-4-2 3 0,-1-1-5 0,-3 0-1 15,-3-2 0-15,-3-1-4 0,-3-4-1 0,-3-1-5 0,-2-5-14 16,-3-3-16-16,-3-3 4 0,-3 0 8 0,-4 0 12 0,-1 0 12 0,-4 0-1 16,-1 2 0-16,-4-2 2 0,0 4 4 0,-5-2 5 0,-3 3-8 0,-2-3-8 15,-4 0-5-15,-2 0-17 0,-3 0-1 0,-3 0 8 0,-3 3 12 16,-2 2 15-16,-3 0 4 0,-2 2 2 0,-5-2-51 0,-4-6-4 0,-4 0-4 15,-4-2 3-15,-3 4 52 0,-3 4 3 0,-2 6 4 0,-4 1-5 16,-3 3-22-16,-7 4 6 0,-4 5 0 0,-7 3 8 0,-4 5 6 0,-5 5-9 16,-5 3-4-16,-1 5-2 0,-3 3 2 0,0 5 1 0,-2 4 0 0,-3 5-6 15,-1 5 6-15,-2 5 1 0,-1 5 0 0,-3 5-3 0,-2 7-1 0,-1 7-4 16,-1 5 3-16,2 6-1 0,-3 4 6 0,-1 9 1 0,2 4 0 16,1 10 6-16,6 4-2 0,4 4-1 0,1 7-1 0,4 5 4 0,2 7-18 15,3 7 11-15,6 6-6 0,3 5 1 0,7 10 7 0,3 5-7 16,4 7-3-16,4 8-4 0,5 6-11 0,3 9-10 0,5 3-27 0,5 5-48 15,5 4-22-15,7 5-54 0,7 3-51 0,5 4-66 0,6 4-94 0,7 4-82 16,4 5-109-16</inkml:trace>
  <inkml:trace contextRef="#ctx0" brushRef="#br0" timeOffset="114502.83">10164 8418 2421 0,'-10'-6'50'0,"-1"1"-27"0,0-1 3 16,6 4-15-16,5 1-3 0,2 0-5 0,1 0-4 0,2 1 2 15,0-1-4-15,2 1 0 0,-1 1 0 0,2-1 1 0,2 1 1 0,1-1-1 16,2-1 4-16,1 0-1 0,-1 0 1 0,1-2 3 0,2-1-4 0,1 0 1 15,0 0-1-15,1-3 1 0,0 1-2 0,-1-2 2 0,2-1 1 16,1 1 2-16,-2-1-1 0,3 0 3 0,0-2-4 0,-1 1 2 0,3 0-7 16,0 0-3-16,0 1 2 0,0 1 0 0,0-1-2 0,-3 1 7 15,1 2-2-15,1 1 4 0,-2 1 0 0,1 1 4 0,0 0-4 0,-2 1-5 16,1 1 4-16,0 1-6 0,-3 1-8 0,1 0-24 0,-2 1-34 0,-1 1-40 16,-3 0-50-16,0 2-31 0,-2 2-28 0,-3 2-24 0,-1 1-6 15,-2 1-27-15,-2 2-24 0,-4 1-10 0,-2 2-47 0</inkml:trace>
  <inkml:trace contextRef="#ctx0" brushRef="#br0" timeOffset="114688.83">10238 9002 1854 0,'-7'2'151'0,"2"0"-34"0,2 0-30 0,5 0-23 15,4-2-15-15,5-3-10 0,4 1-13 0,4-4-6 0,4-1-9 0,4-1-5 16,2-3-1-16,2 0-4 0,1-1 7 0,3 0-6 0,0-1-2 0,2 0 0 15,0 1-20-15,-1-1-2 0,-1 1-5 0,-3 1-10 0,1 0 16 16,-4 1-6-16,1-1-9 0,-2 0-5 0,0-3-16 0,-3 0-8 0,1-2-10 16,0 1-15-16,0-1-22 0,0-3-23 0,-2 1-36 0,-1-2-21 15,-1-1-12-15,0 0-1 0,-1-2 4 0,-1-2-4 0,1-2-134 0</inkml:trace>
  <inkml:trace contextRef="#ctx0" brushRef="#br0" timeOffset="114939.83">11229 7797 1206 0,'-12'0'299'0,"-1"0"-195"16,-2 2-12-16,2 2-25 0,5 0-13 0,2 0-8 0,2 1-7 0,1 1-2 15,2-1-4-15,1 1-5 0,3-1-4 0,1-1-7 0,3 0-1 16,3 1-5-16,1-1-2 0,1 1-6 0,5-1 1 0,1 0-4 0,1-1 0 16,4 0 0-16,0 0 1 0,2-1-1 0,2 1-5 0,0 1-3 15,1 0 0-15,-1 1-1 0,0 0 4 0,0 1 2 0,1 0 1 0,1 0 4 16,-1 0 1-16,0-1-1 0,-4 1 4 0,-1 1 6 0,-1-1 5 0,-3 0 4 15,-1 3 4-15,-1-1 9 0,-2 2 13 0,-4 0 14 0,-3 0-1 16,-1 0-10-16,-1 2-20 0,-2 0-14 0,-1 3-3 0,-1 3-7 0,-3 1 0 16,-1 2-4-16,-2 1-10 0,-3 1-12 0,0 2-29 0,-2-1-24 15,-3-1-35-15,-2 1-45 0,-1 0-49 0,-1 1-90 0,0-1-140 0,1-1-327 16</inkml:trace>
  <inkml:trace contextRef="#ctx0" brushRef="#br0" timeOffset="117386.84">12507 6995 1315 0,'1'-7'310'0,"1"1"-231"0,1-1-5 0,0 0-12 0,1 2-23 0,1 0-20 16,1 0-3-16,0 1-4 0,-1-1-2 0,1 1-2 0,-2 0-1 0,0 0-1 15,-2 1 2-15,0-1-2 0,-2 1-4 0,0 0 4 0,0 1-1 16,-2-1 4-16,1 1-1 0,-2-1 8 0,0 1-7 0,0 0 7 0,-1 2 4 16,-1-1-6-16,0 0 10 0,1 1-5 0,-1 1-2 0,-2 0-1 0,0 0-1 15,-1 2-7-15,-2 1 1 0,-2 1-4 0,0 0-4 0,-1 1 3 16,-2 0 1-16,1 0-4 0,-2 0 2 0,2 0 2 0,0 1-1 0,0 0 6 15,1 2-2-15,2-1-7 0,2 0 4 0,1 0-4 0,1 0 2 16,1 0 9-16,2 1-8 0,-1 0-2 0,2 0 1 0,0 0-8 0,1-1 5 16,1 2 0-16,1 0 0 0,1 0 0 0,1-1 2 0,1 1-2 0,1-2 1 15,2 1 4-15,0 0-2 0,1 1 0 0,0-2-5 0,2 2 1 0,-2 0 2 16,2-1-1-16,-1 1 2 0,1 1-1 0,-2 0-1 0,1 1 5 16,-1 0-1-16,0 1 2 0,0 1 6 0,0-1-4 0,1 0 2 0,0-2 2 15,0 1-4-15,1 0-1 0,1-1-1 0,0 1-3 0,0-2 2 16,0 0-1-16,1 1-2 0,0-1 1 0,-1 0 0 0,-1 1-1 0,1 0 4 15,-1 2-2-15,0 0 5 0,-3-1 4 0,0-1 10 0,-1-1 6 0,-1 0 5 16,-1 0 5-16,0 0-9 0,-1-1-8 0,0 1 1 0,-2-2-10 16,1-1-4-16,-1 1 1 0,0-2-7 0,-2 1 7 0,0-2-17 0,-1 0 4 15,1 0 0-15,1-1-4 0,0 2 15 0,0-1-6 0,0 1 0 16,0-1 1-16,1 2-3 0,1 0 3 0,0 1 3 0,1 0-2 0,0 1 0 16,2 1-7-16,-1-1-2 0,-1 2 1 0,1 0-9 0,0 1-18 0,-1 0-31 15,0-1-40-15,0-1-49 0,0-1-41 0,-1 0-37 0,0-3-43 16,0 0-25-16,0-3-35 0,0-2-40 0,2-2-109 0</inkml:trace>
  <inkml:trace contextRef="#ctx0" brushRef="#br0" timeOffset="117822.35">13039 7057 2392 0,'-11'-4'94'0,"2"2"-30"0,-3-1-6 0,3 2-7 16,3 3-17-16,1 0-20 0,0 0-7 0,2 3-1 0,1 2-1 16,-1 1 2-16,0 2 3 0,1 2-2 0,-1 0 2 0,0 0 0 0,2 2-1 15,-1-1 3-15,2 2-5 0,0-1-1 0,1 1 1 0,1 2-2 0,1 0 1 16,1-1 1-16,1 3-4 0,1-1 1 0,0 0 1 0,1-2-2 16,1 0 4-16,0-2-2 0,0 0 3 0,0-3-1 0,0 0 0 0,1-3-1 15,0 0-2-15,0-2 1 0,0-2 0 0,0 0-2 0,-1-2 2 16,0-1-2-16,0-1 1 0,0 0 3 0,-2-2-2 0,0 0 3 0,0 0-1 15,-2-2-2-15,-1 0 0 0,0-2-3 0,-2 0-4 0,0 0 4 0,-1-2-2 16,-2-2 0-16,1 0 1 0,0-3-4 0,-1-2 0 0,0 1-6 16,-1-1 6-16,-1 0 3 0,0-1 0 0,0 1 2 0,-1 1-1 0,0 1 3 15,0 1-4-15,1 1 3 0,0 1 2 0,0 1-3 0,1 2 3 16,0 0 2-16,0 1 1 0,1 2 2 0,0 0 4 0,0 1-5 0,1 1-6 16,1 1 6-16,0 1-8 0,0 0 1 0,1 1 3 0,0 1-5 0,2 0 4 15,0 1-3-15,2 2-4 0,0 1 5 0,2 1-4 0,1 1-3 16,1 1 5-16,0 1 2 0,2 1-6 0,-2 1 6 0,2 1-2 0,1 0-2 15,-1 2 2-15,1 1-3 0,-1-1-4 0,-1-2 2 0,-1-1 1 0,0 0-4 16,-1-1-15-16,1-1-22 0,-1-1-28 0,0-1-81 0,1 2-55 16,0-1 18-16,-1 1 2 0,0-2 34 0,-2-3 15 0,1-2-35 0,0-2-12 15,0-1-6-15,0-1-18 0,0-1-65 0,-1 0-228 0</inkml:trace>
  <inkml:trace contextRef="#ctx0" brushRef="#br0" timeOffset="118423.23">13405 7046 1865 0,'-3'-5'92'0,"1"0"-9"0,-1 1-8 0,2 2-19 16,2 1-18-16,0 2-19 0,2 0-14 0,0 1 3 0,1 1 3 16,1 1 5-16,1 0 5 0,0 2 5 0,2 0 4 0,1 1-3 0,1 3 2 15,2 0 0-15,1 2-6 0,0 0 1 0,0-1-4 0,-1 1-8 16,1 0-1-16,0 0 2 0,0 0-7 0,0-1 1 0,-2 1-4 0,0-1-2 15,0-1 3-15,-1-1-4 0,0-1 3 0,-1-1 1 0,-1-2 3 0,0-1-1 16,0 0-1-16,-1-3 1 0,-1 0 1 0,0-3-1 0,-2-1 4 16,1-1 1-16,-2-2 0 0,0-1 0 0,0-2-1 0,-1-1-2 0,0-1-2 15,0-2-2-15,-1 0 2 0,0 0-1 0,-2-1-2 0,1 1 2 0,-1-1-2 16,-1 1-1-16,1 0-1 0,-1 1 1 0,2 1-4 0,-1 1 6 16,1 2-4-16,0 0 3 0,0 2 0 0,1 1-4 0,0 2 1 0,0 1 0 15,2 1 0-15,0 2 1 0,0 0 2 0,1 2 1 0,1 1 4 16,1 1-2-16,1 1 1 0,0 1-1 0,2-1-1 0,-1 3-1 0,-1 0 1 15,1 0-4-15,0 0-1 0,0-1 0 0,0-1 2 0,1-1 1 0,0-1-1 16,-1-1-1-16,1-1-1 0,0-1-1 0,0 0 4 0,0-2-3 16,0-1 3-16,-2-1 2 0,-1 0 0 0,-2-2 0 0,1 1 7 0,-1-2-6 15,0 1 3-15,-2-3-8 0,1 0 3 0,0-1-3 0,-1 0 2 0,0-1 4 16,-1 0-5-16,1-1-1 0,-2 1-4 0,1-2-2 0,1 0 0 16,-1 0-10-16,1 1 0 0,1 1 2 0,-1 0-2 0,2 1 9 0,0 1-1 15,0 1-3-15,1 3 1 0,1 0-1 0,0 2 0 0,1 1 0 16,-1 0 2-16,1 2-1 0,0 0 4 0,1 2 0 0,0 0-2 0,1 1 1 15,-1 0-5-15,2 1-24 0,-1 0-32 0,1-2-25 0,-2 2-41 0,0-2-24 16,-1 1-27-16,0 0-27 0,0 0-17 0,1 0-11 0,0 0 8 16,0 1 7-16,0-1 7 0,-2-1-5 0,0 0-115 0</inkml:trace>
  <inkml:trace contextRef="#ctx0" brushRef="#br0" timeOffset="118606.44">14282 7172 2046 0,'0'-1'1244'0,"1"3"-1206"0,2 2-11 15,2 4-23-15,3 3-2 0,3 2-22 0,4 3-20 0,3 1-8 0,2 4-23 16,0 2-17-16,1 1-27 0,-3 1-37 0,-3-2-37 0,-1 1-49 16,-3 0-46-16,-2-1-55 0,-2 0-62 0,-1-2-37 0,-2-2-262 0</inkml:trace>
  <inkml:trace contextRef="#ctx0" brushRef="#br0" timeOffset="119121.67">14958 6200 2571 0,'-7'-4'238'0,"1"1"-198"16,-2 2-6-16,2 2-19 0,2 3-10 0,0 1-9 0,3 3-7 0,0 2 2 16,1 3-3-16,1 3 1 0,-1 2 7 0,1 2-9 0,-2 3 3 15,1 2 5-15,0 3-3 0,-2 1 6 0,1 3-1 0,-1 1 0 0,-1 1-2 16,0 0 5-16,1 2-4 0,-2-1-2 0,1 1 2 0,-1-1-2 15,-1-4 6-15,1-2 0 0,0-4 0 0,1-2 0 0,0-3-5 0,0-3-2 16,1-2-8-16,0-2-8 0,1-2-7 0,-1-3-9 0,1-1 5 16,0-3 0-16,-1 0 11 0,1-1 7 0,-2-2 3 0,0 0 8 0,0-1 2 15,-2-1-5-15,2-1-3 0,-2 0-9 0,-1-1-3 0,0 1-11 0,0-1-13 16,-1-1-12-16,-1 0-22 0,1 1-7 0,0-1-8 0,1 1-2 0,0 1 6 16,0-1 2-16,1 1-8 0,-1 0-8 0,2-1-26 0,0 0-31 15,0 1-39-15,2-2-45 0,0-1-9 0,0-1-180 0</inkml:trace>
  <inkml:trace contextRef="#ctx0" brushRef="#br0" timeOffset="120337.95">14728 6380 1349 0,'-8'-3'862'0,"1"1"-818"0,0-1-8 0,2 3-8 0,3 1-7 15,2 2-9-15,1 0-9 0,4 1 0 0,2 3-4 0,1 2-4 16,1 2-1-16,1 1 2 0,1 3 2 0,2 1 2 0,-1 3 2 0,2 1-1 16,-1 0 1-16,1 2-2 0,0 0 4 0,1-1 7 0,-2 1 3 15,2-1 5-15,0-1-3 0,0 0 1 0,0-2-8 0,0-4-3 0,0 0 0 16,0-2-1-16,-1-1 4 0,1-2 1 0,0-3-4 0,-1-2 5 0,-1 0 3 16,0-3 3-16,-1-2 18 0,-1-1 9 0,-1-1 15 0,0-1 11 15,-3-3-1-15,1-2-8 0,-3-2-7 0,1-1-12 0,-1-2-9 0,-1-1-11 16,0-2-6-16,0-2-3 0,-1 0-2 0,1-2-1 0,-1 0-5 15,0 2 4-15,-1-2-6 0,0 1-1 0,-1 0 2 0,0-1 1 0,-1-1 2 16,0 0-2-16,0 1 0 0,1 1-14 0,1 1 8 0,0 2-1 0,2 3-3 16,1 3 17-16,2 3-2 0,1 4 8 0,1 1-2 0,1 1-11 15,-1 4-2-15,2 1-13 0,1 4 1 0,2 2 2 0,1 4-2 0,1 3 18 16,0 1 2-16,0 2-4 0,2 0 1 0,-2 0-8 0,0-1 0 0,0 1 2 16,-1-2-4-16,-2-2 4 0,1 0-2 0,-1-3-3 0,0 0 4 15,-1-1-1-15,-1-4 0 0,1 0 6 0,-1-2-3 0,0-2 2 0,-1-1 2 16,-1-2 2-16,-2-1 2 0,0-2-2 0,-1-1-1 0,0-1 1 15,-1 0 0-15,-1-3-2 0,-1 0 2 0,0-1 0 0,-1-1-4 0,-2 0 4 16,1 0 4-16,-2-1-8 0,0-2 4 0,0-1-3 0,-2 0-5 0,1 0 1 16,-1 0 4-16,-1-1-10 0,1-1 9 0,-1 0-8 0,1 0-6 15,1 0 9-15,1 3 0 0,1 1 9 0,2 3 2 0,1 1-10 0,1 2-1 16,0 1 2-16,2 1-2 0,0 3 0 0,1 0-3 0,0 2 3 0,1 2 1 16,1 0 1-16,1 3 2 0,2 0-4 0,0 0-13 0,0 0 1 15,-1 1 1-15,0 0 5 0,0 2 14 0,0-1 1 0,0 1 5 0,0-1-12 16,-2 0 1-16,1-2 6 0,0 2-16 0,-1-1 9 0,0 0-2 15,-2-1-4-15,-1-2 6 0,-2 0-4 0,0-1-5 0,0-1-4 0,-2 0-12 16,0-2-13-16,-1 1-24 0,0-1-31 0,-2-1-21 0,0 1-28 0,-1-1-14 16,-1-1-13-16,0 1-7 0,-2-1 7 0,2-1 6 0,-1-1 13 15,1 0 2-15,1 0-1 0,2 0-5 0,0 0-3 0,2 1-6 0,1 0-4 16,1 2 3-16,0 0-2 0,2 0-5 0,1 1-123 0</inkml:trace>
  <inkml:trace contextRef="#ctx0" brushRef="#br0" timeOffset="120720.95">15918 6299 994 0,'1'-7'379'0,"1"1"-173"0,0-3-18 0,0 1-31 0,0 2-29 0,1 1-28 16,-1 0-27-16,2 0-13 0,0 2-11 0,1 0-5 0,0 2 5 0,2 1 9 16,1 2 7-16,1 2 4 0,1 0-7 0,0 1-8 0,1 0-13 15,-1 2-3-15,1 1-11 0,1 0-9 0,2 1-5 0,-1 0-7 0,0 0-8 16,0-1-3-16,0 1 1 0,1-1-4 0,-1 1 13 0,0 0-2 0,0-1 2 16,0-2 2-16,-1-1 0 0,-1-1 1 0,2-2-1 0,-2-2 0 15,1-2-2-15,0-2 5 0,-1-1-2 0,1-2 4 0,-1-2 4 0,0-2 1 16,-1 0 8-16,-1 0 3 0,-1-2-6 0,-2 0-3 0,0-1-10 15,-2 0 1-15,-1 1-1 0,-1-1-7 0,0-1 5 0,-2 0-9 0,0 1-3 16,-1 1-1-16,-3-1-6 0,-1 2 0 0,-2 0-9 0,0 1-1 0,-3 0-7 16,-1 0-4-16,-3 1 3 0,-1 1 1 0,0-1 7 0,-3 4 5 0,0-1 4 15,1 3 1-15,0 2 2 0,0 1 2 0,1 3 0 0,1 1 6 16,0 2 2-16,1 1 2 0,0 2-1 0,2 0 1 0,1 1 1 0,1 0-3 16,2 0 5-16,1 0-3 0,3-1 1 0,1 1-1 0,2-1-9 15,1 1-1-15,1 0-2 0,1 0 2 0,2-1-2 0,0-2 0 0,1-1 4 16,1 0-6-16,1-1 2 0,1 0 0 0,-1-2-9 0,2-1 6 0,1 0 0 15,0-2 1-15,1 0 3 0,1-1-4 0,-2-1-8 0,3-1-3 16,0-1-2-16,0 1-6 0,1-2-4 0,-2 0-4 0,2-1-1 0,-1 0-5 16,1 0-3-16,-2 0-6 0,0 1-6 0,1 0-2 0,-2 0-11 15,-1 2-3-15,0-1-5 0,-2 1 5 0,1 1 10 0,-1-1 5 0,0 1-1 16,-2 0-15-16,0 1-7 0,-1-1-19 0,0 0-18 0,-2 0-20 0,1-1-23 16,-1 1-19-16,0 0-15 0,0-2-26 0,-1 0-83 0</inkml:trace>
  <inkml:trace contextRef="#ctx0" brushRef="#br0" timeOffset="121135.95">16610 5692 1817 0,'0'-4'316'0,"2"1"-266"15,0-2-25-15,0 2-39 0,0 0-8 0,2-1-5 0,1 1 4 16,1-1 7-16,-1 2 9 0,0 0 7 0,-2 1 4 0,0 1 2 0,-1-1 2 15,-1 2 5-15,0-1 2 0,-1 1 5 0,1 0-4 0,-1 0-3 16,2 0-2-16,-1-1-4 0,0 1-1 0,1 1-2 0,-1-1 2 0,1 1 0 16,-1-1 3-16,0 1 4 0,0 0 2 0,-1-1-1 0,1 1 4 0,-1 0-6 15,0 0-5-15,0-1 2 0,-1 1-10 0,1-1 8 0,-2 0-5 16,1 0-1-16,-1 0 4 0,1 0-5 0,-1-1 6 0,0 1-3 0,1 0 0 16,-1-1-3-16,2 1-2 0,-1 0 4 0,0-1-4 0,0 1 1 0,0 0 2 15,0 1-4-15,1-1 3 0,1 1 0 0,-1-1 2 0,1 1-2 16,-1 0 1-16,1 0 1 0,-1 0-2 0,1-1 0 0,-1 2 0 0,0-1 0 15,1 2 1-15,-1-2 1 0,0 2-2 0,0-1 4 0,0 0-2 16,0 1-2-16,0 1 0 0,0 0 0 0,-1 2 2 0,2 0 2 0,-1 2-1 16,1 0-3-16,2 2 3 0,0 4-3 0,2 2-1 0,0 1 5 0,1 2-4 15,-1 1 2-15,2 0-1 0,0 2-2 0,0 1 2 0,-1 0 2 16,0 3-1-16,-1-2-5 0,-1 1 1 0,0-2-4 0,-1-2 3 0,0-1 0 16,-2-1 2-16,0-2-4 0,-1 0-1 0,-1-2-11 0,-1-2-10 0,0-2-18 15,0-1-13-15,-2-1-16 0,-1-3-10 0,-1-2-3 0,-2-2-9 16,0-3-13-16,-2-2-45 0,0-3-65 0,-4-2-77 0,-1-3-56 0,-5-3-213 15</inkml:trace>
  <inkml:trace contextRef="#ctx0" brushRef="#br0" timeOffset="121285.95">16221 5772 1612 0,'2'-2'226'0,"0"2"-67"16,3 0-27-16,1 0-42 0,3 1-17 0,1 1-20 0,4 1-20 0,3 1-4 15,1 1-13-15,2 1 4 0,1 0 6 0,2 2-6 0,-1 0 4 16,2 1-6-16,0 0-10 0,1 0 0 0,-1 0-6 0,-1 1-1 0,-1-1-7 15,-1-1-39-15,-1 1-56 0,1-1-69 0,-2 1-67 0,-1 0-64 0,-1-1-53 16,-1-2-20-16,-2 1-10 0,-1-2-83 0</inkml:trace>
  <inkml:trace contextRef="#ctx0" brushRef="#br0" timeOffset="121453.95">17119 6090 2730 0,'5'2'94'0,"1"3"-30"0,3 2-29 0,1 4-21 0,3 1-13 16,2 0-11-16,3 4 0 0,2 1-9 0,0 1-14 0,1 0-12 16,-2 1-29-16,-3-1-35 0,-1-2-38 0,-2 0-50 0,-3-2-38 0,-1-1-43 15,-1-3-26-15,-3-4 13 0,1-2 4 0,-1-2 24 0,-1-2-1 0,0-2-56 16</inkml:trace>
  <inkml:trace contextRef="#ctx0" brushRef="#br0" timeOffset="121970.95">17364 5453 3569 0,'1'-4'101'0,"1"2"-95"0,1 1 5 0,1 3-24 0,2 4-19 15,4 2-17-15,3-1-24 0,4 3-2 0,3 2 18 0,1 0 17 16,-1 2 22-16,0-1 14 0,-2 1 1 0,-3 1-1 0,-1-1-8 0,-2 0 1 15,-1 0-2-15,0 0 2 0,-1-2 11 0,-1-1 0 0,0-1 4 0,1-2-4 16,-1-1 2-16,0 0-4 0,1-2 2 0,-3-1 5 0,2 0-15 16,-1-2 8-16,0-2-5 0,1 0 1 0,-1-1 17 0,0 0-14 0,0-2 6 15,-1-1-6-15,0-1-10 0,0-1 2 0,-2-1-6 0,1 0-8 0,-1-1-7 16,-1-2-3-16,1 1-12 0,1-2 0 0,-1 1 4 0,0 0 4 16,-1 2 7-16,1-2 5 0,1 1 12 0,-1 0 5 0,1 0 6 15,-1 0 3-15,0 1-9 0,0 1-2 0,1 1-10 0,-1 1-4 0,1 2-2 16,-1 0-3-16,2 2-3 0,0 1 0 0,0 1 3 0,1 2 5 0,1 1 10 15,-1 1 7-15,2 2 4 0,-3 0 0 0,2 2 5 0,0-1-3 16,0 1 5-16,-1 1-1 0,0-2 1 0,1 1-1 0,-2-1-1 0,1-1-1 16,0-1-1-16,-1-1 5 0,0-2-3 0,0-1 2 0,0-1 3 0,-1-1-10 15,0-1 5-15,-1-1 0 0,1 0-2 0,-1-1 7 0,1-1 2 0,0 0 1 16,-2 0 3-16,1-2 0 0,-1 1-1 0,0 1-2 0,0-1-2 16,-1 0 4-16,0 1-4 0,0-1 4 0,0 0 1 0,0-1-3 0,-2 0 0 15,0 0 4-15,1-1-6 0,1 0-1 0,0 2-3 0,1 0-7 16,-1 1 0-16,1 1-2 0,0 2 1 0,1 0 4 0,0 1-4 0,0 1 3 15,0 1 1-15,1 1-3 0,-1 1 3 0,2 0 4 0,-2 1-2 0,2 1-2 16,0 1 4-16,0 1-7 0,0 0 4 0,0 1-7 0,0 0-4 16,0 0 3-16,-1-2-9 0,0 2-4 0,-1-1-10 0,0-1-27 0,0 0-25 15,-1-1-27-15,0-1-31 0,0-2-14 0,0-1-10 0,0-1 6 16,-1-2 10-16,1 0-2 0,0-3-7 0,-1 0-13 0,0-2-14 0,1 0 6 16,-2-1 5-16,1-1 9 0,0-2-130 0</inkml:trace>
  <inkml:trace contextRef="#ctx0" brushRef="#br0" timeOffset="122152.95">18454 5431 684 0,'7'-3'298'0,"0"0"-135"0,2 0-40 0,-1 0-46 16,-1 3-22-16,2-2-10 0,-1 2-2 0,-1 0 5 0,1 0 1 0,-1 1 6 15,0 1-8-15,-1 0-4 0,0 1-1 0,0 1-6 0,0 1-3 0,-1 0-6 16,-1 1-7-16,2 0-5 0,0 1-4 0,0 0 1 0,0 0-6 16,-1 0-1-16,0 1-6 0,-1 0-5 0,0 1 2 0,1 1-11 0,-2 0-8 15,0 0-11-15,-1 0-16 0,-1-1-10 0,0-1-18 0,0-1-18 0,-1-1-19 16,1-1-14-16,-1-2-17 0,1-1-24 0,-1-2-23 0,1-1-36 15,-1-3-25-15,1-1-37 0</inkml:trace>
  <inkml:trace contextRef="#ctx0" brushRef="#br0" timeOffset="122303.95">18407 5111 2609 0,'2'-1'76'0,"1"3"-44"0,1 2-19 0,0 2-37 0,3 2-30 0,1 0-43 15,3 2-48-15,-1 0-35 0,2-1-15 0,-2 2-3 0,-1-2 4 0,-2 0 8 16,-1-2 18-16,-2-1 13 0,0-2 1 0,-1 0-2 0,0-2-6 0,0-1-9 16,2 0 5-16,-1-1-108 0</inkml:trace>
  <inkml:trace contextRef="#ctx0" brushRef="#br0" timeOffset="122570.95">18750 5359 1348 0,'5'3'638'16,"1"2"-505"-16,3 2-33 0,1 1-55 0,0 1-29 0,2 0-10 0,0 0-12 16,2 1 0-16,0 1 0 0,1 1 0 0,-1 0 11 0,-3-1-2 15,1-2 0-15,-1 1-2 0,-2-1 1 0,1-1-5 0,-2-1 0 0,-1-1 4 16,1-1-1-16,-1 0 0 0,-1-3-3 0,0 0-1 0,0-2 2 16,-1 0 4-16,-1 0-1 0,0-1-2 0,-1 0-1 0,0 0 5 0,0-3 3 15,-1 0 6-15,-1-1-4 0,2 0-5 0,0 0-3 0,0-1-8 0,1 0 2 16,-1 0-1-16,2 0-2 0,1 0 3 0,0 1-8 0,1 1 4 15,2 1-2-15,0 1-7 0,1 0 3 0,2 2 0 0,2 1 0 0,0 0 6 16,1 2 6-16,2 0-4 0,0 0 5 0,-1 1 2 0,-1 2-6 0,0 0 2 16,0 0 0-16,0 1-37 0,-2 1-103 0,-1 2 0 0,-1 1 6 15,0-2-5-15,-1 0-3 0,0-2-98 0,-1 0-85 0,1 0-144 0</inkml:trace>
  <inkml:trace contextRef="#ctx0" brushRef="#br0" timeOffset="123219.95">19719 5248 1523 0,'-6'-1'532'15,"0"1"-495"-15,0 1-16 0,2 0-19 0,2 3-12 0,0 1-3 16,3 1-3-16,0 3-4 0,4-1 3 0,1 2-1 0,1 2 2 0,3 0 5 16,-1 2-3-16,3 0 0 0,1 1 2 0,0 2-12 0,-1-1-18 0,-1-1-25 15,-1-1-32-15,-1-1-28 0,-1 0-36 0,-2-2-34 0,-1-3-24 16,-1 0-30-16,0-2-5 0,-2-3-151 0</inkml:trace>
  <inkml:trace contextRef="#ctx0" brushRef="#br0" timeOffset="123921.95">20167 4850 2509 0,'4'-1'328'0,"1"2"-321"0,1 1-12 0,2 3-18 0,1 4-14 0,4 2-5 16,1 2-10-16,4 0 3 0,1-1 13 0,-2 1 10 0,2-1 15 0,0-1 6 15,-2-1 7-15,-1 0-2 0,0-2 0 0,1-1 3 0,-2-1-1 0,0-1-1 16,0-2 4-16,-2-1-5 0,0-1-2 0,-1-1 4 0,0-1-7 16,1-2 5-16,-2 0 3 0,0-2-3 0,-2-1 5 0,0 0 0 0,1 0-5 15,-2-2-2-15,0 0-2 0,-1-2-1 0,-1 0-2 0,-1-1-12 16,-2 0-7-16,0 1-18 0,-3-2-10 0,0 0 0 0,-1 1-1 0,-2 1 7 16,-1 0 8-16,-2 0 5 0,-2 0 0 0,-1 0-9 0,-2 0 0 0,-1 0-2 15,0 2 5-15,-3-2 8 0,-2 1 1 0,-1 1 6 0,-1 2-1 16,-2 0-1-16,-1 2 8 0,2 2-4 0,0 1 6 0,1 2 6 0,3 1-2 15,-2 3 5-15,2 2 1 0,0 1-3 0,1 2 8 0,-2 1-5 16,2-1-1-16,0 2 5 0,2 1-5 0,1-2-3 0,2 2 1 0,1-3-7 16,2 0-1-16,1 0-3 0,2-1-6 0,2 0-6 0,0-1-6 0,1-1-2 15,1-2 0-15,1 0 8 0,1-1 7 0,0-2 1 0,1-2 6 16,2 0 3-16,1-1-3 0,0 1 3 0,1-3-4 0,2 0-4 0,1-1-3 16,0 0-4-16,2-2 3 0,2 1 6 0,0-1 2 0,1 0 8 0,-1 0 2 15,0 1 0-15,1 0 4 0,1 1-2 0,-2 1-1 0,2 0-2 16,0 0-3-16,0 1 1 0,0 1 5 0,0 0 1 0,0 0 5 0,-1 1 5 15,-1 0 1-15,1 0 5 0,0 0 1 0,-1 0-1 0,-1 1 6 0,2-1 2 16,-1 1 3-16,1-1 5 0,-1 1 0 0,-1 0 3 0,1 0 6 16,-1 0 0-16,0 0 0 0,-1-1-5 0,2 1-2 0,-1 0-5 0,0 1-3 15,-1 1-5-15,-1-1-2 0,1 0-1 0,-1 0-2 0,0 1 1 16,-2-1-2-16,1 0-1 0,-3 0-2 0,1-1 2 0,0 0 1 0,-1 0 4 16,0-1 3-16,0-1 0 0,-2 0 2 0,0 0 6 0,0-2-3 0,0 1 7 15,-1-1 2-15,0-1 0 0,0 1-2 0,0-1 6 0,0 1-6 16,0-1 0-16,0 1 8 0,-1 1-1 0,1-1 5 0,0 2 3 0,1 0-4 15,-1 1-1-15,1 1-7 0,-1 2-4 0,1 0-9 0,1 2-2 0,-1 1 0 16,1 1-11-16,1 2 1 0,-1 0 0 0,2 0 0 0,0 1 3 16,0-1 0-16,-1 2 2 0,2-1 1 0,-1-1 1 0,0 1-3 0,-1-1 5 15,1-2 6-15,-1 0 14 0,1-1 11 0,-2-1 13 0,1-3-3 16,0-1 4-16,0-1-6 0,0-2-6 0,-1-1 0 0,-1-2-7 0,0-2 0 16,0 0-4-16,0-3 2 0,-1-1-7 0,-1-1-2 0,0-1-7 0,0 0-3 15,0-2-7-15,-1-1-8 0,0 0-3 0,-1 0 4 0,0-2-1 16,1-1 0-16,-1-1-1 0,1 1-7 0,-2-4 2 0,0 1-4 0,1-1-9 15,-1-1-8-15,1 4-14 0,0-1-8 0,0 2-8 0,1 2-15 0,-1-1-13 16,1 2-22-16,1 0-22 0,0 3-13 0,0 2-28 0,1 0-22 16,0 1-30-16,-1 2-37 0,1-1-31 0,0 3-22 0,0-2-167 0</inkml:trace>
  <inkml:trace contextRef="#ctx0" brushRef="#br0" timeOffset="142956.15">7373 12588 2965 0,'37'-2'96'0,"5"-2"-49"0,13-2-19 16,2-2-19-16,6-3 0 0,10-2-6 0,8-6-3 0,12-4 2 16,7-4-5-16,6-6-1 0,6-3-10 0,5-6-63 0,4-4-100 0,5-3-136 15,8-4-162-15,4-5-176 0,8-2-381 0</inkml:trace>
  <inkml:trace contextRef="#ctx0" brushRef="#br0" timeOffset="-207255.14">8419 14395 1313 0,'-12'-3'240'0,"-3"1"-71"0,-1-1-102 0,0 1-30 0,3 1-13 15,1 2-3-15,2 0-4 0,2 1-6 0,0-1-6 0,1 1 2 16,0-1-7-16,1 0 3 0,1 0-3 0,1 0-10 0,0 0-3 0,1 0-7 16,1-1 5-16,1 1-1 0,0-1 8 0,1 1 1 0,0-1 0 0,0 0 5 15,0 0 2-15,0 1 1 0,1-1-2 0,1 1 6 0,1 1 2 16,1 0 5-16,1-1 8 0,2 1 8 0,2 0 14 0,0 0 17 0,2 1 14 15,0 0 14-15,2 1 5 0,2 2 4 0,2 0-6 0,1 0-3 0,3 0-3 16,0 1 1-16,1 1 0 0,1-1-9 0,2-1-9 0,1-1-11 16,3-1-13-16,2-2-16 0,3 0-9 0,1 0-12 0,4-1-7 0,2 0-3 15,3 0-13-15,2-1-19 0,3-1-46 0,4-3-71 0,3-1-96 0,3-3-170 16,6-3-189-16,4-5-37 0,7-7-41 0</inkml:trace>
  <inkml:trace contextRef="#ctx0" brushRef="#br0" timeOffset="-202819.6">2943 12848 2398 0,'-13'-5'179'0,"2"-1"-92"0,-3-1-65 0,6 2-14 0,2 1-8 16,0 1 4-16,2 1 2 0,-1 1 2 0,1 1-8 0,0 1-5 0,-2 2-19 16,0 2-18-16,-1 3-7 0,-1 4-12 0,0 6 7 0,-2 6 20 15,-2 6 6-15,-2 6 19 0,0 2 13 0,-1 4-2 0,-2 1 6 0,-3 4-1 16,-1 4-1-16,0 3 4 0,0 3-6 0,3 4 2 0,-1 1-1 0,1 4-2 16,2 1 2-16,1 0-2 0,1 3-5 0,0 0 2 0,1 0-7 15,3 0 10-15,1-1-3 0,0-2 3 0,1 1 6 0,0-2-7 0,1-1 6 16,1 0-2-16,0-2 0 0,2 0-1 0,1-2 2 0,2 1-2 0,0 0-2 15,0 0-1-15,-1 2-2 0,2 2 1 0,-2 0 1 0,1 2 1 16,0 1-3-16,-1-1-1 0,1 1 5 0,-2 1-2 0,0-1 3 0,-1 0 2 16,0 1-7-16,0-1 4 0,1-2-4 0,0 0 1 0,1-4-1 15,0-1 2-15,2-1 1 0,0-1-3 0,2-2 9 0,0-2-4 0,1-1-3 16,1-3-2-16,0 0-7 0,0-3 6 0,1-2 4 0,1-1-6 0,2-1-3 16,-2-2 2-16,3-2 11 0,1-1 1 0,0-2 1 0,3-1-1 15,0 0-8-15,1-2 2 0,2 0 2 0,0-2 0 0,2 0 5 0,0 0-6 16,2 0-3-16,0-2 0 0,2 0-3 0,2-5 6 0,1 1 1 0,2-3-9 15,0 2 5-15,0-2 1 0,1 1-4 0,1 0 6 0,2-2-6 16,-16-11-8-16,5 2 11 0,1 1-10 0,4 1-7 0,2 1 12 0,3 3-3 16,3-1 5-16,4 3 5 0,2 1-10 0,0-2 6 0,2 2-2 0,1-1-1 15,1-1 6-15,0 2-1 0,2 0 2 0,2-1-2 0,1 0 3 16,1 0-6-16,0 0 8 0,2 0-1 0,2-2-5 0,2 0 2 0,0 0-1 16,1-2 5-16,1 1-8 0,0-1 5 0,2 0-4 0,1-2 5 0,1 1 0 15,0 1-6-15,0-3 0 0,2 1-2 0,1 0 26 0,1-1-7 16,-33-7 2-16,5 0 6 0,1 1-26 0,3 0 8 0,3 1 0 0,3 0-8 15,0 1 11-15,6-1-9 0,1 1 2 0,4 0 5 0,2 1-3 16,5 0 9-16,0-1-8 0,6 0-3 0,1 1 5 0,5 0-2 0,1 0 3 16,2-1-4-16,0-1-4 0,1 0 14 0,3-1 1 0,-1 0 8 0,2 0 5 15,1-2-10-15,1 1-9 0,1-2-14 0,1 0-1 0,0 0 0 16,2 0 9-16,0-1 4 0,3 0 0 0,-1-1-5 0,3 0-8 0,-1-1 8 16,2 0-13-16,1-1 13 0,1-1-5 0,1 0 0 0,1 0 5 15,1-1-5-15,1 0 5 0,1-1 0 0,1 0 0 0,0-1 2 0,2 0 4 16,-1-1-4-16,2 1 11 0,0-1-5 0,1-1 0 0,-1 1 12 0,1-1-13 15,-1 0 4-15,1-1-4 0,0 0-4 0,-1 0 12 0,0 0-10 16,0 1-7-16,0-2 4 0,0 0-15 0,-1 1 16 0,-1-1 9 0,1 1-24 16,-2-2 4-16,0 1-2 0,0-1-7 0,0 0 14 0,-1 0 6 0,-1-2-16 15,1-1 0-15,5-3 8 0,91-10-5 0,-14-1-12 0,-12-4 2 16,-15-1-7-16,-11-3 0 0,-15-2 31 0,-12-1-4 0,-19 3 10 0,-1-2 4 16,0-5-1-16,1 0 2 0,-2-2-7 0,-2-2-5 0,1 3-1 0,-3-2 8 15,-1-1-9-15,-2 1-4 0,75-35 0 0,-25 12 1 0,-28 11 7 16,-24 12 3-16,-14 5-6 0,-1 1 4 0,-3 0-1 0,0 0 5 0,-3 0-4 15,-3-3-9-15,-2 1 6 0,-3-1-6 0,-3 1 11 0,0 1-4 0,-3-2-3 16,-3-1 4-16,-1-1-25 0,-3-1 20 0,-1-2 4 0,0-2-3 16,-4-4 16-16,-2 0-25 0,-3 0 8 0,-4-1 0 0,-6 3-5 0,-2 1 8 15,-4 1-6-15,-3 1 1 0,-4 2 7 0,-3-1 3 0,-1 2-9 16,-4-3 4-16,-2 2-5 0,-3 1 9 0,-3-3 8 0,-4 2-2 0,-1-1 8 16,-3 0-4-16,-2 0-2 0,-3 0 1 0,-2 0 3 0,-3-1-1 0,-2 0 1 15,-4 0-6-15,-1-1-6 0,-2-2-2 0,-1 0-6 0,-4 0-8 16,-1 0 2-16,-2 0 2 0,-2-1-2 0,-1-1 4 0,0 0 3 0,-2 0-2 15,-4 0 6-15,0-1 3 0,-2 1-7 0,-3-1 1 0,-1 0-4 0,-3 0 3 16,-1 1 10-16,-2 1-5 0,-2 2 4 0,-2 1-1 0,-1 1-8 16,-2-1 3-16,-3 1 1 0,0 1-4 0,-3 0 0 0,-1-1 0 0,-1 1-12 15,-3 1 15-15,0 0-3 0,0 0 0 0,0 1 7 0,-2 1-9 16,-1 1 1-16,-1 0-3 0,1 1 3 0,-2 0-1 0,-1 0 2 0,0 0 3 16,-2 2-1-16,-1 1-4 0,2-2-3 0,-3 2 4 0,1-3-1 15,0 3 5-15,0 0 4 0,0 0-4 0,1 3 1 0,1-1-3 0,-3 1 5 16,3 1 9-16,-3 0 5 0,0 0-4 0,0 2 6 0,-2-1-5 0,1 3-5 15,-2-1 4-15,1 3-9 0,-1 2 12 0,-1 2 4 0,0 0-7 0,-2 1 1 16,0 1-15-16,-3 1-18 0,-4 0 2 0,-4 2 7 16,-2 1-12-16,0 0 8 0,1 2-9 0,-2 2-10 0,0 2 11 0,0 2 19 0,0 0 11 15,5-1-1-15,0 1-3 0,3-2-11 0,0 0 1 0,1 0-7 16,3-2 6-16,-1-1 2 0,2 0-1 0,-2-1 6 0,2 1-4 0,-1-1-1 16,2 0 7-16,1-1 4 0,1 0 1 0,0-1 4 0,1 0-11 0,1-1 10 15,1 1-1-15,-1-1 5 0,1 1 2 0,1 0 2 0,0 0 2 16,-1-1-5-16,1 1 8 0,-1 3-10 0,0 1-3 0,2 1-1 15,1 2-5-15,1 1 0 0,1 2-1 0,-1 2-12 0,-1 3-4 0,-1 2-4 0,-3 4-8 16,2 3 1-16,-3 2-14 0,4 4-18 0,-3 3-25 0,0 5-48 16,1 3-54-16,-4 1-113 0,1 4-196 0,-5 5-176 0,-2 6-152 0</inkml:trace>
  <inkml:trace contextRef="#ctx0" brushRef="#br0" timeOffset="-141567.66">10267 14161 2849 0,'-2'0'86'0,"4"1"-47"0,4 0-3 0,4 1-10 15,7-1-4-15,6-1-15 0,3-1-2 0,8-3-7 0,2-2-1 0,3-3 3 16,1-3 0-16,0-3-10 0,2-3 6 0,-2-2 2 0,0-1 2 16,3-3 11-16,-2 1-3 0,0-1 1 0,2-1-7 0,1 2 12 0,0-2 3 15,-1 0 2-15,-10 6-19 0,10-9-221 0,1 1 6 0,1-3-6 0,11-5 5 16,-11 6 218-16,-1 1-8 0,0 1 7 0,-3 0-1 0,0-2 3 15,-1 3-20-15,1-1 6 0,-3 3-12 0,0 3-18 0,-4 0-13 0,-3 2-39 16,-2 2-24-16,-2-2-45 0,-3 2-64 0,1-1-67 0,-3 3-45 16,-1-2 6-16,-2 1-33 0</inkml:trace>
  <inkml:trace contextRef="#ctx0" brushRef="#br0" timeOffset="-140049.65">11897 11696 3212 0,'-13'9'28'0,"-1"1"-1"0,-1 3 5 0,2 0-14 0,2-1-9 16,3 1-10-16,2 3-7 0,2 2-1 0,2 0-9 0,0 5 4 0,1 2 3 15,0 2 6-15,1 4 3 0,1 2 0 0,1 4-1 0,1 3-10 0,2 4 3 16,2 4-3-16,2 3 3 0,2 4-1 0,3 3-7 0,1 2 6 16,4 3 5-16,2 0 7 0,2-1 4 0,3 0 1 0,2-3 0 0,3-1 7 15,0-6-1-15,4-4-13 0,0-5 1 0,3-3-12 0,0-3 3 16,1-4 1-16,2-6-12 0,2-2 3 0,1-7-3 0,3-2 4 0,1-3 0 15,-1-3-2-15,-1-4 12 0,-2-3 2 0,-1-2 11 0,-4-3 7 0,-2-2-3 16,0-3 11-16,-3-3 5 0,-1-4 11 0,-2-2 10 0,-3-6 6 16,-3-4 1-16,-1-3 2 0,-2-7-12 0,-3-3-6 0,0-5-7 0,-2-4-11 15,-2-8-12-15,-2-3 5 0,-1-4 7 0,-2-3-14 0,-2 0 11 0,-2-2-8 16,-2 0-13-16,-2 2 12 0,-2 0 1 0,-3 2-7 0,-2 2 3 16,-3 0-1-16,-4 2-4 0,-3 2 8 0,-3 2-8 0,-4 4 3 0,-3 0-4 15,-3 2 2-15,-5 2 3 0,-4 1-9 0,-7 3 3 0,-5 1-2 0,-3 1-4 16,-3 2 5-16,-3 1-1 0,-3 4-4 0,-4 1 3 0,-1 5 5 15,-1 1-2-15,-1 4 0 0,0 4 4 0,1 3 0 0,3 7-2 0,5 6-2 16,7 6 0-16,4 6 10 0,6 5-1 0,3 8-5 0,4 6-10 16,6 8-12-16,3 4-23 0,6 9-3 0,4 7-27 0,5 5-44 0,5 8-35 15,6 7-69-15,4 5-95 0,4 4-173 0,5 0-140 0,1 1-327 0</inkml:trace>
  <inkml:trace contextRef="#ctx0" brushRef="#br0" timeOffset="-139730.62">13008 10736 3098 0,'-21'27'118'0,"1"1"-78"0,-2 13-11 0,2 2 5 16,4 4-18-16,4 6-12 0,1 6 0 0,5 3-8 0,3 4-5 16,2 3 11-16,4 2-13 0,2 5 13 0,3 1 3 0,3 2-7 0,2 2 10 15,3-2-14-15,3-1 3 0,3 0 1 0,4-3-18 0,4-2 16 0,3-2-6 16,2-3-1-16,4-4 14 0,0-4-19 0,1-4-7 0,3-5-2 16,-1-4 1-16,-1-5-5 0,1-6-2 0,-1-2-11 0,-1-5-10 0,1-1-35 15,-3-4-23-15,0-1-15 0,-1-2 0 0,-1-4 2 0,0-3-18 0,-3-3-54 16,0-4-81-16,-2-4-75 0,-2-4-24 0,-1-5 3 0,-1-6-2 15,-5-4 28-15</inkml:trace>
  <inkml:trace contextRef="#ctx0" brushRef="#br0" timeOffset="-139350.62">13751 11509 3348 0,'0'14'69'0,"2"3"6"0,2 5 0 0,2-1-25 16,2 2-21-16,2 0-22 0,2 0-3 0,1 1-12 0,0 1-9 0,1 0 6 15,0-1-8-15,-2-1 10 0,0-2-2 0,-3-1-6 0,1-3-7 0,-1-1-21 16,-1 0-6-16,-2-3-2 0,-1 0 2 0,0-2 9 0,-1-1-1 16,0-2 3-16,-1-2-5 0,-1-2 0 0,1-1-4 0,-1-2 2 0,0-2 10 15,0-1 13-15,-1-3 14 0,2-1-2 0,-1-2-2 0,0-3 2 0,1-2-3 16,0 0 8-16,0-3 4 0,0-2 0 0,0 0 9 0,2 0 4 15,-1-2-3-15,2 1 0 0,0 1 5 0,1 0-7 0,1 0 8 0,0 3 1 16,2 3 0-16,0 2 8 0,0 2-1 0,2 2 3 0,-1 3-2 0,0 1 2 16,1 2-3-16,-1 2 4 0,0 3-6 0,0 1-3 0,1 1 5 15,0 2-9-15,1 1 8 0,0 3 3 0,-1 2-7 0,1 0 2 0,1 1-7 16,0-2-9-16,0 1 1 0,0 1 1 0,-1-1 3 0,2 1-2 16,-1 0-3-16,0 0 2 0,0 0-6 0,0-1 4 0,-2 2-2 0,0-1-9 15,-3-3-4-15,0 2-12 0,-2-3-12 0,0-1-27 0,-2 0-32 0,0-3-33 16,0-1-42-16,-2-2-34 0,0-2-56 0,0-2-73 0,-1-3-70 15,0-1-16-15,-1-3-11 0,-1-2-149 0</inkml:trace>
  <inkml:trace contextRef="#ctx0" brushRef="#br0" timeOffset="-139167.62">14158 10881 3177 0,'5'9'166'0,"3"1"-72"0,2 6 2 0,5 1-12 15,5 2-33-15,4 1-20 0,7 3-14 0,4 1-19 0,4 0 9 0,1 3-5 16,0-2-4-16,1 1 10 0,-1 0-10 0,-1 1 4 0,0 1-2 0,-2 2-21 16,0 3-21-16,-1 3-29 0,-2 2-41 0,-1 6-16 0,-4 1-22 15,-2 4-28-15,-1 4-25 0,-4 4-64 0,-2 6-118 0,-2 3-146 0,-6 6-48 16,-3 6-130-16</inkml:trace>
  <inkml:trace contextRef="#ctx0" brushRef="#br0" timeOffset="-138629.62">14017 14425 2600 0,'6'4'109'0,"3"2"19"0,3 1 23 0,2 3-20 0,2 1-50 16,3 2-33-16,4 1-29 0,0 2-3 0,4 4-9 0,1 0 4 0,2 1-7 15,0 4-2-15,1 0-1 0,0 3 1 0,0 2 5 0,-1 0-8 16,0 3 8-16,-1 0-2 0,0 2 1 0,-1 2 6 0,0 1-6 0,-1 0 1 16,-1-2-2-16,0-1-1 0,-1-2 1 0,1-4-1 0,-1-2 0 0,0-5-4 15,-1-6-2-15,-2-3-4 0,0-5 1 0,-1-4-11 0,2-4-17 16,0-3 3-16,-1-2-3 0,2-2 16 0,-2-3 10 0,0-1-1 0,-1-7 12 16,0-5 1-16,-1-4 6 0,-2-4 1 0,-1-4-1 0,-4-5 2 15,-1-5-6-15,-3-4 2 0,-2-5 0 0,-2-3-11 0,-2-6 6 0,-1-3-6 16,-2-4-4-16,-1-3-1 0,-3 0-7 0,-2 1-4 0,-3 0 2 0,-3 3 4 15,-2 4 4-15,-4 3-4 0,-2 5-2 0,-1 3 5 0,-5 4 0 16,-3 3 11-16,-1 5 5 0,-3 4 2 0,0 4 3 0,-2 4-6 0,-3 3 1 16,-3 4-9-16,-1 3 5 0,-2 5 17 0,0 6 8 0,1 6 12 0,-1 5 5 15,0 6-16-15,1 4-7 0,-1 4-4 0,-2 3-12 0,1 4 3 16,1 2-4-16,1 3-8 0,0 5 1 0,2 1-2 0,2 3 1 0,1 4-1 16,5 0-11-16,5 1-1 0,6 4-19 0,5 0-21 0,4 2-31 15,6 3-52-15,6 2-64 0,5 3-121 0,5-1-214 0,5 0-163 0,6-3-282 16</inkml:trace>
  <inkml:trace contextRef="#ctx0" brushRef="#br0" timeOffset="-138316.11">15411 12238 3364 0,'-11'8'8'0,"-2"7"4"0,-5 6-1 16,-4 6-2-16,9 0-12 0,0 2-12 0,1 4-8 0,3 2-5 0,3 5-8 15,3 5 8-15,3 7 13 0,2 6-1 0,3 6 13 0,3 7 1 16,4 6-12-16,2 7 7 0,1 4-7 0,5 2-4 0,3 3 7 0,1-2-1 16,4 1 3-16,2-2 9 0,4 0-3 0,1-4-2 0,4-4 12 15,0-1-2-15,1-4-3 0,3-4-2 0,0-2-6 0,1-4 1 0,0-3 3 16,4-4 1-16,-1-4-1 0,0-4 0 0,-1-4-3 0,-2-7 8 0,-1-3 1 15,-2-4-9-15,1-6-8 0,-1-4-6 0,-1-4-9 0,-2-4-3 16,-1-3-1-16,-1-4-23 0,-2-3-28 0,-3-5-26 0,0-4-50 0,-5-5-52 16,1-4-69-16,-2-4-82 0,0-3-19 0,-1-6-24 0,-2-3-38 0,0-7-3 15</inkml:trace>
  <inkml:trace contextRef="#ctx0" brushRef="#br0" timeOffset="-137849.11">16047 13341 2921 0,'1'5'80'16,"0"2"8"-16,1 3 16 0,3 1-8 0,2 0-48 0,1 3-13 0,4 0-17 16,4 4-15-16,3 2-3 0,1 0 2 0,4 2 4 0,2 0 3 0,-2 1 2 15,2 1 5-15,-2 2 1 0,0 1-1 0,-2-1 1 0,-2-1-6 16,0-2-2-16,-1-2 2 0,-3 0-9 0,0-3 2 0,-1 0-4 0,-1-4-6 16,-2 0 4-16,0-1 1 0,-2-4-1 0,-2-2-2 0,0-2-3 15,-2-4-1-15,0 0-5 0,-1-2 4 0,-2-1 7 0,0-2-7 0,-1-1 5 16,0-3 1-16,-2-2-3 0,1-2 8 0,-2-2 0 0,1 0 0 0,-1-3 0 15,-1-1-1-15,-1-1 3 0,0-1 3 0,0-3-1 0,0 0-2 16,0-1 1-16,1 0-3 0,0 3 9 0,3 2-7 0,0 3-2 0,1 2 5 16,1 3-3-16,2 2 5 0,-1 2 11 0,2 3-1 0,1 2-4 0,1 2 0 15,0 1 2-15,2 3-4 0,1 1 2 0,0 3 0 0,3 2-3 16,2 2-1-16,1 2-2 0,0 1 1 0,1 2-1 0,0 2-5 0,0 2 0 16,-2 0 0-16,1 0-4 0,0 0 0 0,-1-1 0 0,2-1-2 15,0 1-4-15,-2-1 6 0,-1-2-2 0,-1-1 0 0,0 0-15 0,-1-3-15 16,-2-2-15-16,0-2-28 0,-1-2-19 0,0-1-35 0,-2-2-25 0,-1-1-58 15,-1-2-45-15,0-1-64 0,-3-1-106 0,2-2-49 0,-1-2-20 16,-1-1-129-16</inkml:trace>
  <inkml:trace contextRef="#ctx0" brushRef="#br0" timeOffset="-137550.11">16597 12698 3305 0,'2'-4'98'0,"0"1"-3"0,2-1 0 0,1-1-56 16,2-1-33-16,1-1 5 0,2-1-11 0,4-2-2 0,1 0 2 0,1-2-15 15,2 2 6-15,0 0 5 0,-1 2-7 0,-2 1-8 0,0 1-20 16,-2 4-13-16,-1 2-11 0,-3 3-13 0,-2 3-7 0,-1 3-20 0,-2 2 0 16,-1 5-5-16,-1 3 7 0,-1 2 13 0,-1 4 19 0,0 1 30 15,-2 1 17-15,0 1 23 0,-1-3 9 0,1 1 6 0,0-2 13 0,0-2 15 16,1-1 11-16,1-2 6 0,1 1 6 0,1-2 3 0,2-2 1 0,1-3-2 15,2-1-14-15,1-3-11 0,3-2-17 0,1-2-18 0,1-1 0 16,2-2-6-16,1-2-10 0,2-1-5 0,1-1-4 0,2-1-8 0,0-1 1 16,0-1-1-16,1-2-10 0,1 0-13 0,-2-2-10 0,2 0-30 0,-3-2-36 15,1-3-42-15,-2 0-76 0,-1-1-93 0,0-2-106 0,-3-1-81 16,-2-2-227-16</inkml:trace>
  <inkml:trace contextRef="#ctx0" brushRef="#br0" timeOffset="-137333.11">16760 11729 2918 0,'9'5'99'0,"5"3"6"0,6 3 17 16,7 3-23-16,5 4-34 0,10 4-16 0,7 2-12 0,5 5-11 0,3 2-7 16,3 4-6-16,1 3-4 0,-1 3 10 0,1 6 1 0,-2 2-5 15,-1 5 2-15,-1 6-17 0,-1 7-5 0,-1 5-3 0,-4 4 1 0,-3 8-14 16,-4 3 4-16,-1 7-22 0,-4 5-22 0,-3 5-20 0,-3 2-32 0,-7 0-27 15,-5 1-24-15,-7-3-29 0,-5-3-44 0,-6-1-75 0,-5-4-98 16,-6-3-52-16,-6-2-2 0,-6-4-11 0,-6-4 95 0</inkml:trace>
  <inkml:trace contextRef="#ctx0" brushRef="#br0" timeOffset="-136864.11">14973 16444 2622 0,'0'13'79'0,"2"2"39"0,2 5 1 0,2 2-35 16,4-3-24-16,4 5-32 0,4 2-24 0,4 1-4 0,5 3-4 16,2 2 9-16,3 0 8 0,2 5-17 0,3 0 15 0,0 3-4 0,3-1 0 15,2 0 12-15,-1 1-3 0,0-2 10 0,-1-2 1 0,-22-20 0 0,6 4 5 16,-1-2-21-16,4 0 12 0,-1 0-21 0,5 1-6 0,0-4 11 16,3 2-19-16,2-3-1 0,-2-3-1 0,0-3 1 0,1-3 11 0,-2-3 4 15,1-3-4-15,-3-1 6 0,0-4-4 0,-3-2 18 0,-2-3-5 0,-3-2-3 16,-3-1-17-16,13-18 14 0,-11-2 8 0,-7 2-4 0,-7 0 16 15,-3 1-16-15,-4-2-6 0,-2-3-3 0,-2-1 4 0,-3-4-10 16,-3-2 2-16,-2-1-2 0,-2 0 4 0,-3-2 4 0,-4 3-4 0,-3 1 2 16,-2-2-6-16,-3 6-10 0,-2 0 8 0,-2 2-5 0,2 5-1 0,-2 1 4 15,-1 3 1-15,-1 3 4 0,-3 3 1 0,-2 3-5 0,-4 2 5 0,-2 1-7 16,-1 3-6-16,-2 3 19 0,0 1-15 0,2 4 8 0,1 3 12 16,4 4-17-16,1 4 39 0,5 2 3 0,3 3-16 0,3 2 6 0,2 1-35 15,3 3-3-15,1 1 3 0,3 3-22 0,4 1-24 0,2 2-29 0,1 2-43 16,3 0-39-16,3 2-71 0,3 1-98 0,3 2-119 0,1 1-70 15,3 0-32-15,1-2-66 0</inkml:trace>
  <inkml:trace contextRef="#ctx0" brushRef="#br0" timeOffset="-136598.11">15958 15121 3612 0,'1'16'52'0,"-1"1"-4"0,2 5 32 0,1 4-29 15,2 3-42-15,2 4 3 0,4 6-16 0,4 5 4 0,3 3-14 0,4 7 5 16,3 4 1-16,2 5 0 0,3 3 12 0,2 4-8 0,3 4 10 16,-1 2-14-16,1 4-1 0,0-2 7 0,0 0-21 0,0-2 13 0,-2-1-15 15,1-1-23-15,-1-1 14 0,0-3-28 0,3-2-5 0,-2-4-11 0,1-6-24 16,-3-5-1-16,-1-4-18 0,-1-6-26 0,-1-7-32 0,0-5-45 15,0-8-58-15,0-4-55 0,0-5-47 0,0-5-6 0,2-6 17 0,-1-6 17 16,4-6-40-16</inkml:trace>
  <inkml:trace contextRef="#ctx0" brushRef="#br0" timeOffset="-136314.59">16446 14626 2624 0,'-7'24'142'0,"3"4"-7"16,-1 7 25-16,3 0-11 0,4 2-58 0,3 4-26 0,4 5-25 0,3 3-14 15,3 3-4-15,4 1-2 0,2 4-3 0,4 0-1 0,2 4 3 0,3 1-3 16,0-1 3-16,3 3 4 0,-3-1-10 0,2-1 2 0,-1-2-10 15,0-1 7-15,0-4-9 0,0 0-8 0,-2-3 5 0,0-2-8 0,-1-3 8 16,0-4-13-16,-3-2-36 0,-1-4-27 0,-2-3-30 0,-2-3-23 16,0-4-30-16,-2-1-62 0,-3-5-69 0,-2-2-108 0,-1-5-117 0,-1-3-52 15,-2-3-264-15</inkml:trace>
  <inkml:trace contextRef="#ctx0" brushRef="#br0" timeOffset="-135983.59">17160 15371 3145 0,'7'9'263'0,"2"1"-193"0,3 5 32 0,1 0-16 16,2 3-44-16,1 2-9 0,4 0-22 0,1 3-13 0,0 1 0 16,2 0-7-16,-2 0-7 0,-3-3 11 0,-1-2-14 0,-1-1-2 0,-2 0-36 15,-2-1-22-15,-1-1-9 0,-1 1-27 0,-2-3 2 0,-1-2-3 0,-1 0-10 16,0-1-2-16,-1-2-8 0,-1-1 4 0,-1-3 13 0,0-3 18 15,0-3 21-15,-1-2 7 0,0-3 16 0,0-2 19 0,0-1 20 0,0-2 21 16,-1-1 18-16,1 0 11 0,1-3 12 0,-1-1 13 0,0 0 11 0,1-1 14 16,-1 0 8-16,0 0-7 0,1 1-3 0,0-1-10 0,0 2-3 15,1 0 6-15,3 3-5 0,-1 2 0 0,2 2-8 0,0 3-4 0,1 2-2 16,0 3-8-16,1 2 1 0,0 3-13 0,1 2 5 0,1 2-8 16,1 0-11-16,0 3 2 0,-1 1-18 0,-1 3 3 0,2 0-3 0,-2 0-4 15,1 1-2-15,-1 2-11 0,-2 0-12 0,-1 1-8 0,-1 0-21 0,-1-2-27 16,-1-3-35-16,-2-1-59 0,-1-1-75 0,-1-3-120 0,0-3-153 15,-1-3-104-15,0-2-252 0</inkml:trace>
  <inkml:trace contextRef="#ctx0" brushRef="#br0" timeOffset="-135599.59">17401 14654 2092 0,'-10'1'99'0,"1"1"46"0,0 1 14 16,3-1-40-16,3 1-34 0,1 0-28 0,3 0-25 0,2 1-9 0,2 0 2 16,5 2 1-16,3 2 13 0,5 1 17 0,7 4 5 0,7 0 7 15,4 2 3-15,6 0-12 0,5 4-6 0,6 2 6 0,3 3 6 0,5 4 9 16,2 2 1-16,3 4 2 0,0 2 1 0,-1 3-6 0,2 3-14 16,0 6-4-16,-1 5-3 0,-2 5-10 0,-1 6 3 0,-2 3-20 0,-4 7-14 15,-3 4-6-15,-5 3-2 0,-5 5-4 0,-8 1 4 0,-4 5-34 0,-8 4-4 16,-6 4-9-16,-6 1-35 0,-8-3 3 0,-7 0-29 0,-8-5-59 15,-9-3-73-15,-9-5-127 0,-10-2-226 0,-10-5-308 0,-13-6-155 0</inkml:trace>
  <inkml:trace contextRef="#ctx0" brushRef="#br0" timeOffset="-127149.52">11070 15326 851 0,'-9'-4'113'0,"-1"0"13"0,0 1-10 0,5 1-17 16,4 1-36-16,2 2-26 0,2 0-14 0,2 1-1 0,3 0 8 0,5-1 11 15,2 1 1-15,5-2 1 0,3 0-1 0,1 0-7 0,3 0 0 0,0-1-7 16,1-1 0-16,0 0 11 0,-1 0 6 0,1-1 19 0,-4-2 4 15,1-1-5-15,-2 0-4 0,0-2-17 0,0-1 1 0,-2-1-7 0,2 0-2 16,1-1-3-16,2-1-19 0,2-3-4 0,1-2-8 0,2-1 6 16,0 0-3-16,3-3 3 0,2-2 1 0,2-1-10 0,5-2-6 0,2 1-7 15,3-1-13-15,4-1-10 0,4 1-12 0,5-1-25 0,9 0-45 0,8-4-66 16,10 0-93-16,9-2-116 0,4 1-131 0,6 2 16 0</inkml:trace>
  <inkml:trace contextRef="#ctx0" brushRef="#br0" timeOffset="-121515.42">7955 16958 831 0,'1'5'123'0,"1"1"-47"0,-2 0-21 0,3-3-19 0,-1-1-8 15,1-2-9-15,1 1-10 0,0-1 0 0,2-1-5 0,0-1 0 16,0 0-3-16,1-2-1 0,0-1 2 0,0-1-8 0,-1 0-2 0,0-1 3 16,1 2 3-16,-1-1 4 0,-1-1 6 0,0 3-7 0,0 0 7 0,-2 1 0 15,1 0 0-15,-2 1-2 0,0 1-7 0,0 0-1 0,-2 2-9 16,0 0-2-16,1 1 4 0,-1 0-2 0,0 0 2 0,1 2 3 0,0 0 3 15,0 1 6-15,0 1 7 0,2-2 9 0,-1 4 7 0,1-2 11 16,-1 1 6-16,2 0 6 0,0-2-3 0,2 0-1 0,0-1 4 0,1 0 6 16,2-1 11-16,0 0-6 0,2-1-2 0,0 0-12 0,3 0-16 0,1 0 4 15,1-1-14-15,1-1 1 0,2 2-6 0,2 0-12 0,0 0 4 16,4 0-5-16,0-2 1 0,2 2 1 0,5-1-3 0,0 1 4 0,3 1 0 16,3 0 1-16,0 0-1 0,3 1-2 0,2-1 4 0,3 2-5 0,2 0-3 15,2 1-5-15,1-1 4 0,2 1-5 0,1 0 0 0,3-1 0 16,1 2-5-16,1 0 0 0,-28-3 4 0,7 0 4 0,1 1-2 0,8 0 5 15,1 1-3-15,9 0-7 0,1 0 6 0,10 0 5 0,1 0-2 16,0-1 2-16,3 0 0 0,1 0 3 0,1-2 1 0,1-1 7 0,0-1 1 16,3 0 11-16,0-1 4 0,0-2 4 0,0 1-1 0,2-2-19 0,0 0 13 15,-1-1-11-15,1 0-5 0,0-1 6 0,-1 0-8 0,1 0 1 16,69-7-8-16,-20 2-5 0,-23 1 2 0,-21 2-2 0,-12 0 10 0,0 0 0 16,-3 0-1-16,-1-2 10 0,-2 0 4 0,-1-2 2 0,-1-1 1 0,-1-1-1 15,-3-1 5-15,1-4 6 0,-3-1-1 0,0-1 2 0,-1-3-5 16,-2 0-7-16,-1-1-1 0,-2-1-7 0,-1-1-5 0,-2-3 0 0,0 0-8 15,-2 0 7-15,-4 0-4 0,-2 3 2 0,-1-2 2 0,-4 2-11 0,-4-1 10 16,0 1 2-16,-3-1-1 0,-1 1 7 0,-4 1-13 0,-1 0 5 16,-4 3 8-16,-3-2-2 0,-2 1 16 0,-2 1 3 0,-2-1 4 0,-2 1 4 15,1-2-2-15,-3 1-11 0,0 1 0 0,0-2-3 0,-3 1-7 16,-1 0 7-16,0-4-10 0,-1 0 4 0,-2-2-5 0,1 1 1 0,-2 0 2 16,-2 1-6-16,-1-1-1 0,-2 1-6 0,-1 0 9 0,-3 0 7 0,1 1-5 15,-4 0-2-15,-2 2 7 0,-2 0-4 0,-1 1 6 0,-4 0 5 16,-3-1-14-16,-3 0 1 0,-3 0-3 0,-3 1-1 0,-4 1 1 0,-4 0-9 15,-5 0 7-15,-2 1 2 0,-5 0-4 0,-3 0 6 0,-3 3-11 0,-4-1-5 16,-3 2 1-16,-2 3-3 0,-3 0 3 0,0 2 4 0,0 3-1 16,-1 1 8-16,-1 2-2 0,0 3-3 0,0 2 0 0,0 3-7 0,-1 2 2 15,-2 2 2-15,-1 3 5 0,0 4 8 16,-1 3-9-16,-2 3-1 0,1 4-5 0,-2 3-15 0,1 4-5 0,0 2-15 0,-1 5-14 0,3 4 0 16,0 4-15-16,3 4-14 0,1 2-9 0,-1 2-57 0,0 4-62 0,-2 2-119 15,-2 3-117-15,-2 3-3 0,-3 2-215 0</inkml:trace>
  <inkml:trace contextRef="#ctx0" brushRef="#br0" timeOffset="-119997.43">5182 8348 380 0,'-6'-7'57'15,"2"1"-19"-15,-1 0-20 0,3 1-11 0,2 2-5 0,0 1-2 0,1-1 0 16,-2 1 0-16,2 0 0 0,-1 1-7 0,1 0-2 0,1 3-8 16,0 1-1-16,0 2 0 0,0 2 1 0,0 1 2 0,-1 3 2 0,-1 1 2 15,0 1 3-15,0-1 2 0,0-1 1 0,0-2 2 0,1 1 1 16,-1-2 2-16,2 0-2 0,1-2 1 0,0-1-1 0,3-1 2 0,1 0 0 15,1-1-1-15,2-1 0 0,2 0 0 0,2-2 1 0,4 0 2 0,0-1 2 16,3-2 0-16,0 0 4 0,1-1 0 0,2-1 3 0,1-2 1 16,2 0 0-16,2-1 1 0,2 0 2 0,1 1 0 0,0 0-3 0,3 0-1 15,-2 1 0-15,0-1 2 0,2 2 7 0,-2 1 3 0,0 2 4 0,-1 1 3 16,-1 1 2-16,-1 1-3 0,2 1-2 0,-1 1-6 0,2-1-4 16,-1 1-4-16,1 1-3 0,1 0-2 0,1 0-3 0,4-1 2 0,1 0-4 15,2-1-4-15,2-1 1 0,0-1-3 0,2 0 1 0,0 0 5 16,1-2-5-16,1 0 4 0,1 0-2 0,0 0-3 0,-1 0 3 0,-1 0 1 15,0 1-1-15,-2 1 1 0,2 0 0 0,-3 1-4 0,-2 0 3 0,1 1 0 16,0 1 0-16,-3 0 3 0,0 0 0 0,0 0-1 0,-1 1 2 16,2 1 0-16,0 0-3 0,-2 0 3 0,0 0-3 0,1 0 0 0,0-1-1 15,3 0-4-15,0-2-6 0,0 0-8 0,-1-1-6 0,1-1-9 0,-2-1 1 16,0-2-3-16,1-1 1 0,-1 0 3 0,-1-2 3 0,2 0 6 16,-3 0 4-16,-4 0 8 0,2 0 4 0,-3 0 3 15,0-2 5-15,0 0 4 0,-1-1 6 0,-1 0 8 0,0 1 4 0,-2-2 3 0,1 3 6 16,-1-1 1-16,-1 1 1 0,-1 1-2 0,-2 0-5 0,0 0-2 0,0 1-5 15,1 1 0-15,2 0-4 0,-2 1-1 0,3 0-3 0,-4 0-5 0,0 1-5 16,2 0 0-16,-1 1-2 0,4 0 0 0,-2 0-2 0,1 0-3 16,0 0 1-16,-1 2-6 0,0-1-2 0,0 1-2 0,-1 0 0 15,0 0 1-15,-2 1 2 0,1 1 2 0,-1 0 1 0,-3 2-1 0,-1-1 7 0,1 2-1 16,-2 0 0-16,2 0 2 0,-1 2-3 0,-1-1 2 0,-2 2-1 16,-1-2-3-16,0 2 0 0,0 0-4 0,-1 1-2 0,-1-1-4 0,1 1-3 15,-1-1-7-15,1-1-9 0,-2 0-7 0,-1 1-15 0,1 1-17 16,0-1-12-16,-2 1-15 0,2-2-76 0</inkml:trace>
  <inkml:trace contextRef="#ctx0" brushRef="#br0" timeOffset="-46928.14">4474 4419 1641 0,'-32'-3'-8'0,"-1"2"-20"16,-8 0-9-16,7-1-2 0,3 1 13 0,2-1 6 0,-1-2-13 15,0 1-21-15,0 1-50 0,-1-1-46 0,-1 3-40 0,-1 0-29 0,-3 3 16 16,-5 3 36-16,0 2 56 0,-2 3 56 0,-2-1 49 0,3 3 55 0,-2 0 44 15,0 1 42-15,2 0 20 0,-2 2-19 0,-1 0-9 0,-2 2-15 16,2 2-17-16,-1 3-5 0,-2 0-22 0,-1 1-10 0,1 2-14 0,1-1-15 16,4 3-1-16,2 0-10 0,3-1-1 0,5 0-6 0,2-1-6 0,4-1-4 15,2-1-1-15,3 1-5 0,3 0 3 0,2 1-7 0,3 2 0 16,1 0 0-16,3 1-9 0,1-1 1 0,2 3 6 0,0 0-2 0,3 3 9 16,1 1 2-16,2 0-8 0,2 0 4 0,1 1-2 0,2 1 7 15,1 1 7-15,1 0-4 0,1-1 5 0,0-1-5 0,3 0-1 0,0-1 5 16,2 1-3-16,2 0 1 0,2-2-9 0,2 1-2 0,2-1 5 15,1 0 3-15,1 0 7 0,3 0-3 0,2-1-3 0,3 0-1 0,1-1-1 16,2-1-2-16,0 2 0 0,3-1-2 0,1-1 0 0,2-1 1 0,2 0-2 16,0-2-1-16,-1 3 1 0,2-3-2 0,2 2-1 0,0-2 5 0,2-3 1 15,3-2-5-15,-1-6 2 0,2-3-3 0,0-4 4 0,2-3 10 16,2-4-1-16,0-4 8 0,0-5 14 0,0-3 21 0,1-6 19 0,1-4 7 16,2-5-1-16,2-4-14 0,-2-4-5 0,1 1 4 0,-1-3-5 0,0-1 0 15,-3-1-10-15,-2-2-9 0,-1-3-4 0,-3-2-3 0,0 0 0 16,-2-2-8-16,-2-1-4 0,-3-2-5 0,-1 1-5 0,-2-2 7 0,-3-1 2 15,-4 0-2-15,-1 0-2 0,-6 1 1 0,-3-1-3 0,-4 1 3 16,-5 0-5-16,-5-1-10 0,-6 3-12 0,-5 0-12 0,-6 0-13 0,-3-1-1 16,-6 1-11-16,-3 1-9 0,-4-1-8 0,-6 1-22 0,-3-2-9 0,-3 0-12 15,-4 0-92-15,-1-2-56 0,-4-1-207 0,-2-3-31 0</inkml:trace>
  <inkml:trace contextRef="#ctx0" brushRef="#br0" timeOffset="-41895.47">1353 4107 879 0,'-3'4'79'0,"0"0"30"0,-1 0 10 0,-2 2 9 0,0 1 7 15,0 1-9-15,-1 1-25 0,1 0-26 0,1 0-26 0,-2-1-19 0,2 0-11 16,0 1-10-16,1-1-6 0,0 0-4 0,0 0-3 0,2 0-7 15,-1-1 2-15,1-1-6 0,-1 0-10 0,1-3-11 0,-1 1-25 0,-2-1-21 16,-1 0-12-16,0-2 7 0,-2 1 19 0,-4-1 24 0,-4-1 27 16,-1 0 13-16,8 0 10 0,-3 1 22 0,-1-1 6 0,-2 1 9 0,-1 1 12 15,-3 0-10-15,-1 1 6 0,-2 1 9 0,0 1 11 0,-3 2 15 0,1 1 17 16,-2 1 12-16,1 2 1 0,-1 1-1 0,0 3-19 0,-1 1-8 16,2 2-12-16,3 2-18 0,2 3-9 0,1 1-23 0,3 3-12 0,5 2-6 15,2 3-2-15,3 0-4 0,3 3 1 0,3 1 0 0,3 3-6 0,3-1 6 16,3 2-1-16,1 2-8 0,5-1 14 0,1 0-7 0,2 1 3 15,0-2 2-15,3-2-6 0,1 1 5 0,-1-4-4 0,2-1-34 0,20 26-4 16,-1-10 0-16,-4-10 2 0,-5-10 37 0,-3-9 4 0,-5-5 2 16,-4-5 2-16,-5-5 4 0,-1-2-5 0,-3-3 4 0,0-1-2 0,-1-2-1 15,-1-2 3-15,0-3-8 0,-2-2-5 0,-1-4-2 0,0-1-11 0,-2-3 2 16,0-3-5-16,0-2-21 0,-2-2 1 0,-1-3 0 0,0 0 4 16,0-2 18-16,0 1 4 0,-1 0 3 0,2 1 5 0,1 3 1 0,1 2 1 15,0 2 6-15,3 2-2 0,0 2 6 0,3 3 0 0,0 2-5 0,2 3 4 16,2 0-1-16,0 2 2 0,1 3-4 0,2 0 2 0,-1 2-2 15,2 1 2-15,0 1 3 0,0 1-5 0,-2 1 0 0,3 0-1 0,0 1 0 16,-2-1-2-16,2 0 3 0,1 0-1 0,0-1-4 0,0 0 7 16,0-2-12-16,0 0 0 0,0 0 3 0,2 0-1 0,15-3 13 0,-8-1 2 15,-4-1 1-15,-8 0 2 0,-1 1-1 0,0-1 6 0,-1 0-2 0,0-2 12 16,-4 0 3-16,1 0-3 0,1 0 7 0,-1 0-10 0,1-1-1 16,-1-2-2-16,0-1-13 0,-1-2-1 0,2-1-2 0,1 0-9 0,-2-2 8 15,2 0-4-15,-2 0-3 0,-1-1 4 0,-3-1-1 0,0 0-2 16,-2 0 3-16,-1-2 3 0,-2 1-1 0,-3 0 1 0,0 0-1 0,-4 1 2 15,-1 2-1-15,-2 0 6 0,-4 1-4 0,0 2-5 0,-4 1 4 0,-3 5 5 16,-3 0 0-16,-1 4-2 0,-2 1-14 0,0 3-14 0,-1 3 1 0,-2 2-2 16,1 3 15-16,-4 4-1 0,1 2-6 0,13-6 6 0,-2 2-9 15,0 1 5-15,-2 4 3 0,1 0 1 0,-2 3 1 0,2-1-6 0,-2 4-13 16,2 0-14-16,4-1-19 0,2 1-24 0,4-1-38 0,2-2-50 16,3 1-67-16,3-1-95 0,3-3-105 0,3 1-111 0,0-2-147 0</inkml:trace>
  <inkml:trace contextRef="#ctx0" brushRef="#br0" timeOffset="-41588.46">2155 4312 3330 0,'-11'-1'65'0,"4"1"8"0,2 1-60 0,7 3-11 0,4-1-2 0,1 1 9 15,3 2-5-15,2-1 0 0,3 2 0 0,1 1-12 0,2 2 4 0,0-1-1 16,3 2-1-16,0-1-3 0,0 0-2 0,2-1-9 0,0 0-24 15,-1-2-1-15,1-2-9 0,-3-1-4 0,0-2 18 0,-1-3 1 0,-2-1 0 16,-2-2 10-16,-1 0 1 0,-1-3 5 0,-1-2 11 0,-2-1 7 0,-2-2 5 16,-1-2 5-16,-2-1 2 0,-3-4 0 0,-2-1 0 0,-2-1 3 15,-3-4-1-15,-2-2-2 0,-2-3-3 0,-3-2 1 0,-1 0 0 0,-1 0-3 16,1 0 3-16,-2 2-9 0,-2 0 3 0,0 2-3 0,-2 0-6 16,-1 2 15-16,0 2-19 0,-1 2 5 0,-1 4 1 0,0 4-16 0,2 3 8 15,0 3-11-15,1 3 1 0,1 2-3 0,1 4 2 0,2 5 1 0,-1 1-6 16,2 6 2-16,1 2 10 0,0 5 7 0,-1 5 1 0,2 0 2 15,3 4-8-15,1-1-8 0,2 0 5 0,1 0-16 0,0-1-32 0,3-2-30 16,3-1-61-16,1-2-96 0,1-3-120 0,2-4-131 16,1-5-309-16</inkml:trace>
  <inkml:trace contextRef="#ctx0" brushRef="#br0" timeOffset="-41407.46">1923 3224 3175 0,'-7'2'35'16,"3"5"83"-16,1 5-76 0,9 7-11 0,4 3 27 0,7 6-1 0,7 2-4 16,5 7-1-16,5 1-41 0,2 0-3 0,2 4-10 0,-2-1-4 15,2 0-12-15,3 2-22 0,1-1-29 0,2-2-61 0,2 1-49 0,1-2-64 16,-1-1-64-16,-1-3-74 0,-1-2-104 0,-1-2-123 0,-1-5-223 0</inkml:trace>
  <inkml:trace contextRef="#ctx0" brushRef="#br0" timeOffset="-40894.9">2915 3685 2604 0,'-8'1'426'0,"2"2"-363"0,2 0-20 0,5 0-20 0,3 1 0 16,3-1 11-16,3-2-2 0,2 0-4 0,4-3-8 0,0-1-11 0,2-2-13 16,1-2-3-16,-1-2-7 0,0-2-11 0,1-2 2 0,-1-2-9 15,-1-1-4-15,0-2 5 0,-3-1-2 0,-1 1 7 0,-4 0-2 0,-4 0 6 16,-3 2 10-16,-4 2 3 0,-3-1 7 0,-2 1 1 0,-3 1 1 15,-3 1-2-15,-1 0-2 0,-1 1 1 0,-1 0 1 0,-1 2-1 0,-1 1-2 16,1 2 3-16,0 4 0 0,-1 1 1 0,1 1 2 0,1 2-6 0,0 2 2 16,2 3 1-16,2 2 0 0,3 1 4 0,2 1 3 0,1 2 0 15,2 1 2-15,2 3-3 0,2 2 2 0,3 1 0 0,2 2 2 0,3 0 4 16,1 0 2-16,5 0 0 0,1 0-6 0,4-2 1 0,0 1-13 0,3-2-2 16,0-2 0-16,0 0-1 0,1-1 2 0,0-3 2 0,1-1-4 15,-1-3 0-15,0-1-1 0,-1-2-6 0,-1-3-2 0,-1-1-4 0,-1-2-5 16,-1-1-8-16,-2-1-12 0,0-2-11 0,-1-2-10 0,-2-1-2 0,-2-2-16 15,-2-2-7-15,-3-3-7 0,-2-2-12 0,-1-3-1 0,-2-1-7 16,-2-3 1-16,-1-1 5 0,-3-4 10 0,0-1 19 16,-4 0 14-16,-1-2 18 0,-1 1 19 0,-2-1 14 0,2 2 14 0,1 0 22 0,2 3 15 15,2 1 28-15,1 4 21 0,4 1 7 0,0 3 1 0,2 3-11 0,2 4-10 16,2 2-19-16,1 3 5 0,5 3-5 0,2 1-12 0,4 3 12 0,3 3 2 16,0 2 2-16,4 2 23 0,0 5 2 0,3 1-8 0,0 2-5 15,2-1-21-15,1 2-15 0,0 0-7 0,0 1-5 0,0-3-5 0,0 1 1 16,-1-1-1-16,-1-2-5 0,-3-1 2 0,0 0-3 0,-3-1 4 0,-2-2 9 15,-2-2 5-15,-4-3 7 0,-3-2 10 0,-2-1 11 0,-2-2 4 16,-2-1 7-16,-2-2-6 0,-2-1-3 0,-1-2-9 0,-2-2-14 0,-3-3-8 16,-2-2-6-16,-2-2-11 0,-2-2-5 0,-3-3-2 0,-2-3-16 0,-1 0-11 15,-1-4-20-15,-2 0-31 0,-1-2-3 0,1 1-9 0,-1-1-15 16,4 2-2-16,2 1-28 0,6 3-8 0,3 3-3 0,2 2-1 0,3 1-7 16,2 2-23-16,2 2-40 0,1 0-51 0,1 2-47 0,2 0-40 15,-1 0-201-15</inkml:trace>
  <inkml:trace contextRef="#ctx0" brushRef="#br0" timeOffset="-40178.33">3462 3145 2453 0,'-11'4'725'0,"4"3"-654"16,-1 2-4-16,7 2-40 0,4 0 0 0,5-1 2 0,3 1-5 0,4 1-12 15,3 1-15-15,3 1 16 0,3 1-10 0,0 0 8 0,2 3 4 16,1 0-13-16,1-1-8 0,3 2 1 0,1 0-4 0,0 0-10 0,-1-2 5 15,0 0-3-15,-4 0 6 0,0-3 4 0,-3 1 3 0,-1-2 4 16,0-1-3-16,-2-2 3 0,0-2 0 0,-2-2 3 0,-3-1-1 0,0-1 2 16,-2-2-1-16,0-1-1 0,-2-2 0 0,-1-2-2 0,0-2-2 0,-1-1 0 15,-1 0 1-15,-1-2-3 0,0-2 0 0,-3-1-8 0,1 0-1 16,0 0 4-16,-2 0-2 0,1-3 11 0,1-2 0 0,-1-4-5 0,1 1 3 16,-1-3 0-16,1-1-3 0,-1 2 5 15,0-3-15-15,-1 3 13 0,3-1 4 0,0 3-2 0,1 2 15 0,1 1-17 0,-1 2 0 0,0 0 4 16,0 3-2-16,-1 3 2 0,2 1-6 0,-1 2 4 0,1 0 4 0,-2 2-1 15,0 2-3-15,0 0 2 0,0 0-6 0,1 2 8 0,1-1-4 16,1 0 2-16,-1 1 0 0,1-1-4 0,1-1 4 0,-2 0-4 0,3 0-2 16,-2-1 4-16,1-1-2 0,0-1-3 0,-1-1-2 0,-1-1-6 0,-1-1 4 15,2 0 0-15,-3 0 2 0,0-2 0 0,-1 1 0 0,-2-2 0 16,1 2 3-16,-2-1 1 0,-1 0 4 0,0 1 1 0,-1 0 2 0,-1-1 1 16,-2 1-5-16,-1 0 0 0,0 1 2 0,-1 0 1 0,-2 1 3 0,-2 1-1 15,-2 0-3-15,-2 1-6 0,-1 0-5 0,-3 2-8 0,-2 1-7 16,-1 2 0-16,-1 1 1 0,-3 1-2 0,1 1 1 0,-2 1 1 0,0-1 9 15,0 3 0-15,-1-1 4 0,2 1 1 0,1 0-5 0,2 0 2 16,0 1-10-16,3 1-6 0,2 0-4 0,1 2-7 0,2 2 6 0,2 1-1 16,0 1 3-16,3 1-3 0,1 0-7 0,3 1-6 0,2-1-17 0,2-1-13 15,3 0-9-15,2 0-9 0,3-1-4 0,3-2-4 0,1-2-16 16,4-3-16-16,2-2-19 0,1-2-21 0,3-2-19 0,1-2-5 16,-1-1 4-16,3-3 7 0,-2-2 27 0,2-2 34 0,-1-3 38 0,-2-1 41 0,0-2 40 15,-3-1 37-15,-1 1 40 0,-2-2 38 0,-1 2 32 0,-1-1 20 16,0 2 2-16,-1 1-9 0,0-1-14 0,-2 3-18 0,1 1-20 0,1 0-21 15,-1 3-16-15,0-1-15 0,0 2-10 0,2 1-3 0,2 1-7 16,1 2-3-16,0 1 1 0,0 2 1 0,2 2-1 0,-3 0 2 0,2 3-6 16,0 1-5-16,0 1-3 0,2 0-3 0,-1 2 3 0,0 1 1 15,-1 1-4-15,0 1 5 0,-1 0-8 0,-3 2-3 0,2 1 5 0,-4-1-10 16,0 0 5-16,-2 1 5 0,-1 0 1 0,-2 0 6 0,-2-3-5 0,-1 0-1 16,-1-1-1-16,-1-2 7 0,-2-1 12 0,-1-2 11 0,-1-1 13 0,0-2 6 15,-2-2-2-15,0 0-3 0,-2-1-8 0,-1-1-10 0,-1-2 4 16,-2-1 0-16,0 0-1 0,-3-2-7 0,-1-1-7 0,-3-1-7 0,1 0 0 15,-1-1 1-15,0-2-3 0,-1-1-4 0,1-1-16 0,-2-1-9 0,0-2-13 16,0-1-14-16,4 0-20 0,0-2-29 0,2 0-17 0,3 0-11 16,1 2-2-16,3-1 0 0,3-1-7 0,1 1-25 0,2-3-29 0,2-1-48 15,2 0-41-15,2-3-40 0,0-1-28 0,2 0-97 16</inkml:trace>
  <inkml:trace contextRef="#ctx0" brushRef="#br0" timeOffset="-39821.9">5151 2316 1595 0,'0'-3'441'0,"1"1"-404"0,0 0-7 0,2 0-26 15,1 1 8-15,1-2 2 0,1 0-5 0,1 0-3 0,-1 0-6 16,-1 0 1-16,1 2-1 0,-1-1 0 0,0 0 5 0,1 1-7 0,-3-1-2 16,1 0-2-16,-1 1 0 0,-1 0 2 0,1 1 5 0,-2 0 5 0,0 0 1 15,0 0 9-15,-2 0 2 0,1 1 1 0,-1 0 6 0,1 0 0 16,0 0-1-16,-1 0-3 0,1 0-11 0,-2 2-2 0,0-1-4 0,-1-1-2 15,1 2 1-15,-1 1-6 0,1-1 1 0,-1 1-4 0,-1 1 0 0,0-1 3 16,0 2-3-16,-1 1 2 0,1-1-2 0,-1 2-5 0,1-1 7 16,1 0 2-16,0 3-1 0,1-1 5 0,2 0-4 0,2 1 1 0,1-1 5 15,1 1 1-15,2 0 4 0,1 0-8 0,3-1-2 0,1-3-5 16,1 1-8-16,2-1 2 0,1-1 1 0,3-1-3 0,-1-1 1 0,2-2 1 16,-1 0 6-16,-1-1 2 0,0 0 7 0,2 0 3 0,-2-1 3 15,3 0 2-15,0 0 3 0,0-1 6 0,-1 1 6 0,1 1 8 0,-1 0 13 16,-2 2 9-16,1 1 14 0,-2 0 9 0,-1 3-1 0,0 3-4 0,-1 1-13 15,-2 3-13-15,-1 3-15 0,-2 0-20 0,-2 6 3 0,-1 4-13 16,-2 1-8-16,-3 6 3 0,-3 2-18 0,-3 3-20 0,-6 4-31 0,-2 4-54 16,-6 3-85-16,-6 4-98 0,-2 4-122 0,-7 3-155 0,-4 4-208 0</inkml:trace>
  <inkml:trace contextRef="#ctx0" brushRef="#br0" timeOffset="-39177.59">3478 11645 2340 0,'-28'3'501'15,"-1"2"-373"-15,-7 1-39 0,5 1-49 0,4-2-31 0,2-1 3 0,0-2-7 16,0-1-1-16,-1-1-4 0,0-1-9 0,-4 1 0 0,0 0-1 16,-4 0-1-16,0 2 6 0,-4 0-5 0,-1 2-4 0,-1 0-4 0,-2-1-14 15,-2 2-4-15,-2 1-7 0,-3 0 3 0,-4 0-5 0,-2 1-2 0,-4-1 4 16,-3 1 6-16,0-1 27 0,-3-2 13 0,1-2 10 0,0-3 4 16,0-1-12-16,1-3-2 0,-2-2 0 0,1-2-1 0,0-2-7 0,2-2 3 15,33 7 2-15,-6-2 28 0,0-1 10 0,-4-2 9 0,3 1 5 0,-6-1-20 16,4-1-3-16,-4 1 5 0,3-1-3 0,3 1-5 0,1 0 3 15,4 0-13-15,2 3-2 0,4-1-2 0,2 0-10 0,2 2-4 0,3 0-3 16,3 1-7-16,3 1 0 0,3 1-11 0,1 1-19 0,4 0-19 16,0 2-36-16,2-1-55 0,2 1-58 0,0 1-73 0,3 0-87 0,2 0-78 15,-1 1-92-15,3-1-121 0</inkml:trace>
  <inkml:trace contextRef="#ctx0" brushRef="#br0" timeOffset="-32694.58">321 9074 9 0,'75'6'503'0,"-77"-3"763"0,-2 1 764 0,0 1-1976 0,-1 1-40 16,1 1-13-16,-1 1-6 0,0 1 1 0,0 1 8 0,0 2-4 15,0 3 0-15,0 1-2 0,0 2 2 0,0 3 4 0,3 1-2 0,-1 2-1 16,2 3-10-16,1 1 13 0,2 4 3 0,1 2 1 0,2 3 6 16,1 1-8-16,2 3 0 0,1 4 5 0,1 0 7 0,2 1-6 0,1 2 2 15,2 2-93-15,2-1-8 0,2 1 22 0,1 0-11 0,1-1 93 0,1 1-4 16,1-3-5-16,1-2 7 0,0 0-9 0,1-2 9 0,1-3-17 16,-1-3-4-16,1 0 6 0,0-5-7 0,0-1 8 0,-1-5 5 0,2-2-4 15,-1-3 10-15,-2-5-5 0,2-2-5 0,-1-5-71 0,21 3-8 0,-5-9-1 16,-3-9 2-16,-4-7 71 0,-6-6-6 0,-4-3-8 0,-4-3-15 15,-6 1-22-15,-1-2-32 0,0-1-44 0,-3-1-64 0,-1-2-46 0,-1 1-54 16,-1-1-77-16,0 0-66 0,-2-1-74 0,0 1-241 0</inkml:trace>
  <inkml:trace contextRef="#ctx0" brushRef="#br0" timeOffset="-32009.58">1141 9817 3535 0,'-1'10'52'0,"2"-3"-22"0,1 0-15 0,2 1-7 0,2-1-10 16,1-1 4-16,3-2-2 0,2-2 6 0,-1-3-1 0,2-2-3 0,0-1-2 15,-1-2-7-15,0-1-7 0,-1-2-3 0,0-2-5 0,1 0-6 0,0-2 0 16,-2 0-2-16,0-1-1 0,1-3 9 0,-1-1 3 0,-1 1 8 16,-1-3 2-16,-1 0-2 0,-1 1-1 0,-2-3-5 0,-1 1-3 0,-2 0-1 15,-1 0-3-15,-1 0-3 0,-2 0-3 0,-1-1 3 0,-1 1-1 0,-1 2 5 16,-1-1 7-16,0 1 4 0,0 2 7 0,-2 1 1 0,1 1 2 15,-2 2 1-15,0 3-5 0,1 1 6 0,-1 1-1 0,-1 3 4 0,0 1 8 16,2 2-3-16,-1 3 6 0,1 0 4 0,0 3-7 0,0 2 1 16,1 3 2-16,0 1-1 0,1 1-1 0,-1 4-3 0,1 2 0 0,1 3 1 15,0-1-6-15,1 3 14 0,1 1 5 0,2 1 1 0,-1 2 7 0,3-2-10 16,1 1-6-16,1-2-2 0,3 2-6 0,0-2-3 0,2-2 1 16,1 0-1-16,2-1 0 0,0-2-8 0,1 1 8 0,2-2-3 0,1 0 1 15,0-2 4-15,-1 0-4 0,3 0-2 0,1-2 3 0,0-2 3 0,-1 0-4 16,2-1-1-16,0-2-4 0,-1-1-3 0,1-3 1 0,-1-1-14 15,1-1 1-15,-2-2-17 0,0-1-30 0,-1-1-19 16,1-2-11-16,-1 0-9 0,0-1-10 0,-1 0-30 0,-1-1-42 0,0 0-47 0,1-2-18 16,-3 0-1-16,0-1 7 0,-2-1 25 0,1-2 20 0,-3 0 23 0,0-2 17 15,-2 0 11-15,-1-1 16 0,-1-2 16 0,0-1 13 0,-1 0 30 0,-2-2 17 16,1-2 16-16,-1 2 19 0,-1-2 13 0,1-1 15 0,-1 1 30 16,1-1 43-16,-1 2 44 0,0-2 46 0,0 0 15 0,1 2-14 0,0-1-15 15,0 0-6-15,1 1-1 0,0 0 5 0,1 2 10 0,0 1 2 0,1 0-7 16,0 1-14-16,0 1-24 0,1 2-22 0,-1 0-21 0,2 0-15 15,-2 1-12-15,1 0-17 0,-1 1-10 0,0 0-7 0,1 0-8 0,-1 1 1 16,-1 2-5-16,0-2 0 0,0 2 3 0,0 0-7 0,-1 0 8 0,0 1-6 16,-1 0-1-16,0 2 7 0,-1-2-3 0,0 2 6 0,0-1 1 15,0 2 6-15,0-1 1 0,-2 1 1 0,2 1 1 0,-2 0 3 0,1 0 0 16,-1 1 3-16,0 0 2 0,-1 1 3 0,0 0 0 0,0 1-2 16,-1 1 0-16,0 0-10 0,-1 0-6 0,0 1 0 0,-1 1-6 0,0 2 1 15,0 1 3-15,0 1 2 0,-2 1-2 0,0 1-3 0,1 2-2 0,0 1-2 16,-1 0 4-16,1 3-2 0,1 1 2 0,2 2 3 0,0 0-1 15,0 1 1-15,1 2 2 0,1-1-1 0,1 2-3 0,1 1 3 0,1-2-3 16,1 1-1-16,1 1 0 0,1-1-5 0,0 2 3 0,2-1-3 0,2 0 3 16,-1 0 0-16,2 0-3 0,2-3 5 0,0 2-4 0,1-2-3 15,2-3 0-15,-2 1-4 0,2-3-4 0,1-1 3 0,1-2-31 0,-2-1-9 16,0-2 0-16,1-1-13 0,0-2 16 0,10 0-9 0,-1-3-19 16,-2-5-29-16,-6-1-40 0,0-3-55 0,0-1-133 0,0 0-87 0,1-2-15 15,1 1-4-15,-2-2 50 0,0-1-74 0</inkml:trace>
  <inkml:trace contextRef="#ctx0" brushRef="#br0" timeOffset="-31760.58">1262 8245 2904 0,'-5'3'66'0,"1"0"-21"0,1 0-12 0,-1 1-16 0,0 1 2 0,1 1 12 15,2 0-3-15,0 2-7 0,4 1-8 0,1 3-8 0,2 3 2 16,0 1-5-16,4 4 3 0,2 3-3 0,2 3 1 0,3 3 3 0,1 2-6 16,4 4 1-16,1 0 1 0,2 3-5 0,2 0 4 0,0 1-9 15,3 2-5-15,0-1-1 0,2-1-23 0,-2 0 8 0,3-1-46 0,-2-2-20 16,1-2-18-16,2-1-46 0,21 19-12 0,-9-16-29 0,-9-11-18 0,-13-14-2 16,2-2-8-16,-3-3-16 0,-2-3-6 0,0-2 2 0,-3-1 15 15,-2-2 22-15,-2-2-138 0</inkml:trace>
  <inkml:trace contextRef="#ctx0" brushRef="#br0" timeOffset="-31576.58">1471 9079 3610 0,'0'1'41'0,"0"0"-9"0,2-2-26 0,1-1-12 0,1-2 6 0,3-2-3 16,1-2 1-16,3-3-8 0,1-3 3 0,3-2-5 0,-1-1-8 0,1-2-5 15,1 0-16-15,0 0-15 0,1 0-21 0,-1 0-34 0,2 0-26 16,0 1-68-16,-1 0-42 0,0 0-39 0,0 3-43 0,0-4-35 0,8-9-47 16,-6 7-27-16,-6 3-224 0</inkml:trace>
  <inkml:trace contextRef="#ctx0" brushRef="#br0" timeOffset="-31077.58">1922 8427 3029 0,'-5'6'50'0,"-1"-1"-22"16,0 1-20-16,2-2-4 0,4 0-2 0,-2-1 5 0,0-1-4 0,-1 1-3 15,-1 2-3-15,1 1-1 0,0 1 2 0,0 1-1 0,0 2 3 16,0 0-5-16,-1 2-6 0,2-1 2 0,0 3-3 0,-1 1 5 0,2 3 0 16,-1 0 6-16,1 2-1 0,0 1 2 0,0 0-2 0,0 3 0 15,0-1 2-15,2 3 0 0,0 0 4 0,0 0-2 0,1 1 1 0,2-2-3 16,1 0 0-16,0-2 0 0,1-3-2 0,1 0 6 0,1-2-2 0,1-2-6 15,-2-1 2-15,2-3-3 0,-1-1 0 0,0-2 3 0,2-2-1 16,-1-1 1-16,2-1 2 0,1-2-5 0,-2-2 1 0,0-2 1 0,0 0-4 16,0-3 7-16,1-1 0 0,0-1-3 0,-2 0 4 0,1-2-4 0,-1 0-4 15,-3-1 4-15,0 0-4 0,-1 1 7 0,1-1-7 0,-2 1 5 16,0 0 1-16,0 0-1 0,-1-1-5 0,2 1-3 0,1 2 15 0,-1-1-2 16,1 2 16-16,0-1 2 0,1 1-14 0,0 0 3 0,0 0-3 15,0 0 3-15,-1 1-3 0,3 1 2 0,1 0-9 0,1 0 3 16,1 2-3-16,-1-1-1 0,1 1 2 0,1 0-2 0,0 0-1 0,2-2 2 0,-3 1 0 15,2-2 2-15,0 0-1 0,0 0-1 0,0-1 2 0,-1 0-9 16,0-1 0-16,-1-2 0 0,-1 0 0 0,0-2 16 0,-3 0 1 0,2 0 6 16,-2 0 5-16,-2-1 7 0,0-1 7 0,-3 1 0 0,-1-1-6 0,-1 2-8 15,-2-1-7-15,0 0 1 0,-2 1-5 0,-1-1 3 0,0 1-6 16,-2 1-3-16,0 0-1 0,-2 0 1 0,1 1 1 0,-2 1-3 0,-1 0 0 16,-1 0 2-16,-2 2-3 0,0 0 5 0,-3 1-6 0,0 0-4 15,-2 0 1-15,2 1-1 0,0 2 2 0,1 1-7 0,3 3-5 0,0 1-6 16,3 1 0-16,-1 2-3 0,2 3 0 0,2 1-7 0,1 2-7 0,2 0-9 15,-1 1-8-15,3 1-16 0,0 1-25 0,2-1-35 0,1-2-52 16,0 1-62-16,2 0-74 0,0-1-73 0,1-1-30 0,2-3-13 0,0-2-152 16</inkml:trace>
  <inkml:trace contextRef="#ctx0" brushRef="#br0" timeOffset="-30810.07">2410 8628 1885 0,'4'0'779'0,"2"1"-637"16,1 0-44-16,1 0-42 0,1-1-1 0,1 0 11 0,2 1 0 0,-2-1-12 15,1 2-22-15,-1 0-16 0,1 1-5 0,-1 0-9 0,1 2 1 16,0-1 1-16,-1 0-4 0,1 0-4 0,-1-1-1 0,0 0-4 0,1-1-2 16,-1-1 1-16,-1-2-1 0,0-1 0 0,0-1 4 0,-2-2 2 0,-1-1 0 15,0-1-1-15,-1-1 5 0,-2-2-1 0,0-2 5 0,-2-1 6 16,0-1-5-16,-1 0 5 0,-2-1 0 0,-1 1 1 0,0-2-1 0,-2 1-2 16,0-3-3-16,-2 0-1 0,-2-1 3 0,1 1-5 0,-2-2 7 0,-1 1-5 15,0 1-1-15,-2 0 0 0,0 1-4 0,-1 1 0 0,-1-1-5 16,-1 2-7-16,-2 1 0 0,-2 2 3 0,1 2-2 0,0 0 3 0,2 3-3 15,2 2-11-15,1 3 5 0,3 2 1 0,1 2 1 0,1 2-1 16,2 2-8-16,0 1-17 0,2 3 2 0,2 0-3 0,1 2-5 0,2 2 2 16,-1 1-19-16,3-1-34 0,0 2-45 0,2-2-67 0,-1-1-73 0,0-1-83 15,1-4-52-15,-1 1-46 0,2-3-126 0</inkml:trace>
  <inkml:trace contextRef="#ctx0" brushRef="#br0" timeOffset="-30643.07">2218 7807 3198 0,'-2'0'76'0,"1"-1"-24"16,2 2-17-16,4 0-12 0,3 2 3 0,2 1 1 0,2 3-3 0,1 2-7 0,3 2-10 15,-2 3-1-15,3 4-6 0,1 3 1 0,0 3-8 0,0 4-11 16,3 0-8-16,1 3-11 0,-1-1-8 0,0 1-11 0,-1 0-19 0,1 1-25 16,-2-2-32-16,0 2-42 0,-5-4-60 0,0 0-68 0,-2-3-75 15,-2 0-64-15,-2-1-27 0,-1-2-236 0</inkml:trace>
  <inkml:trace contextRef="#ctx0" brushRef="#br0" timeOffset="-30361.07">2734 8480 1570 0,'8'0'670'0,"3"0"-527"15,3-1-13-15,0-2-23 0,1-1-3 0,2-2-12 0,0-1-17 16,-1 0-21-16,1-2-23 0,-1-1-11 0,-2-1-8 0,-1 0 2 0,0 0-6 16,1 0-1-16,-1-2-3 0,-1-1-6 0,0 0 4 0,-1-1 3 15,-1-2 2-15,0-1-9 0,-1-1 11 0,0 0-4 0,-2-3 4 0,-1-1 10 16,0 0-9-16,-2-3 2 0,0 1 4 0,-2 0-2 0,-3-1-2 0,-1 0-5 15,-3-1-1-15,-1 1 1 16,-1-2-6-16,-2 1 6 0,-1 0-5 0,-2 2-7 0,-1 2 3 0,-1 4-7 0,1 3 6 0,-2 5 5 0,0 2 1 16,-1 4 1-16,0 4 1 0,-1 2 2 0,-1 4 5 0,0 4 1 0,2 3-1 15,0 4 2-15,2 2-5 0,0 3 0 0,3 3 4 0,0 2 1 16,3 2 2-16,2 2 9 0,4 0-5 0,3 2-7 0,4 2-4 0,3 0-5 16,4 1 3-16,2 1-5 0,4-2-2 0,3-2-8 0,1 1-1 15,5-3 0-15,2 1-2 0,3-5-3 0,1-3-17 0,1-4-20 0,0-5-40 16,2-6-61-16,-3-3-95 0,3-4-137 0,-2-3-243 0,1-4-111 0,3-2-40 15</inkml:trace>
  <inkml:trace contextRef="#ctx0" brushRef="#br0" timeOffset="-29644.07">1249 10294 2460 0,'-16'13'18'0,"1"2"6"0,-4 4-9 0,-1 7-7 0,-3 7-3 16,10-15 53-16,-2 6 8 0,2 3-1 0,-2 3-3 0,0 3-65 15,-1 6-7-15,2 2 3 0,-2 7-1 0,2 3-2 0,-2 6 2 0,2 3-3 16,-2 7-7-16,0 2 8 0,1 7-6 0,0 4 5 0,-1 7 6 0,1 4 3 16,1 2 12-16,2 4 4 0,-1 2 6 0,2 3 1 0,1 1 2 15,2 2-2-15,0 2 7 0,2 1 0 0,0 1 1 0,2 0 3 0,0 0-12 16,2-1 7-16,1 0-2 0,1-1 13 0,3-3-2 15,0 0-5-15,2-4 2 0,2-2-9 0,0-2 3 0,3-4-13 0,1-3-4 0,2-4 4 16,2-3-1-16,1-5 11 0,3-1-80 0,20 56-4 0,2-18 3 0,0-19-1 16,-1-16 77-16,1-14-7 0,-3-13 1 0,-4-10 1 0,-5-12 0 15,1-4 0-15,-1-1-4 0,1-4-1 0,-1-1 1 0,-1-3-8 0,0-1 0 16,1-4-14-16,-1-2-20 0,-2-1-28 0,-1-2-55 0,0-3-74 16,-2-1-106-16,0-1-131 0,0-3-112 0,-3 0-419 0</inkml:trace>
  <inkml:trace contextRef="#ctx0" brushRef="#br0" timeOffset="-29093.07">875 15819 2861 0,'-1'0'166'0,"1"1"-107"0,0-1-16 16,2 1-30-16,0-1-13 0,2 0 8 0,0-1-1 0,3 0 11 0,2-2-2 16,2 0-2-16,14-7-70 0,4-3 1 0,6-2 7 0,3-5 0 15,3-6 80-15,1-3 6 0,-3-5 20 0,-2-3 14 0,0-5 11 0,0-6 4 16,1-6-9-16,-1-5-33 0,0-5-8 0,1-5-23 0,-1-4-19 0,1-3-19 15,2-2-61-15,-2-1-117 0,38-74-141 0,-7 21-228 0,-8 19-326 16,-9 20-123-16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31T10:33:25.9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13304 843 818 0,'-1'-2'8'0,"1"0"15"0,-1-1 19 0,0-1 19 0,-1 0 12 0,-1 0 2 0,0-1-6 0,-1-1 1 0,-2 0-12 0,0 0-10 15,-3 0-9-15,1-1-13 0,-4 1-2 0,-1 0-8 0,-3 0-3 0,-1 1-5 0,-4 3-2 16,-2 1-1-16,-2 1 1 0,-3 1 3 0,-2 2-5 0,-3 1 6 0,-3 2-9 16,-3 1 7-16,-1 1-1 0,-3 1 4 0,-3 1 6 0,-1 1-2 15,-2-1 5-15,-2 3 4 0,0-1 10 0,-3 1-4 0,0 1 9 0,0 0-3 16,0 1-4-16,-1 0 4 0,1 2-9 0,1-1 2 0,0 2-6 0,0 1-1 15,1 0-3-15,0 3-6 0,2 1-13 0,-2 3-28 0,-42 25 2 16,8 2-3-16,8-1 11 0,7 1 29 0,7-2-3 0,8 0-1 0,6-2 3 16,9-5-8-16,1 1 1 0,0 0 3 0,2 1 0 0,0 2-1 15,3-1-1-15,0 0-6 0,-26 40-11 0,12-13 2 0,14-12 2 0,9-14 2 16,8-7 9-16,2-2-2 0,2 2 1 0,3-2 2 0,4-1-2 0,0 1 2 16,3-4-1-16,2-1 1 0,4 0 0 0,2 0-3 0,2 1 0 15,2 0 0-15,2 0-7 0,2-1 4 0,2 1 7 0,2-1 2 0,2 1 7 16,3 1-2-16,1 0-5 0,3 2 3 0,1-1-2 0,2 0 3 0,2 2 0 15,0-3-6-15,3-1 1 0,0-4 0 0,2 0-1 0,2-2 4 16,1 0-2-16,3-2 1 0,0 0 1 0,3-4-7 0,2 0 2 0,0-1-1 16,2-5 0-16,0 0 8 0,1-1 0 0,4-3 0 0,1-2 0 0,0-1-2 15,0-3 1-15,0-2-2 0,-2-3-1 0,3-1 4 16,-2-2-2-16,1-2-2 0,0-2 5 0,-2-2-3 0,2-2 5 0,0 0 5 0,0-4-4 16,2-4 3-16,-1 0-2 0,1-1 2 0,0-4 7 0,1-1-8 15,0-1 4-15,0-3-8 16,-1 0 0-16,-1-1-2 0,0 0-2 0,-1-3 5 0,0 1-4 0,-1-2 5 0,-1-1 0 0,0-2-11 0,-2 0 6 0,0-2-5 15,-1 2 2-15,-2-2 1 0,1-1-4 0,-4 0 1 0,0-1 5 16,-1-1 2-16,0-1 9 0,-2 0 0 0,-2-3-9 16,-1 2 3-16,-2 0-9 0,-1-3 0 0,-4-1 1 0,-1-2 0 0,-5 0 4 0,-1-2-3 0,-4 1 1 15,-11 24 10-15,2-8 1 0,-3 0-5 0,1-9 5 0,-3 0-14 16,-1-8-7-16,-4-2 1 0,-3-8-6 0,-3-1 1 0,-5 0 0 0,-4-1-9 16,-5-1-5-16,8 32 15 0,-3-3 5 0,-3-1 0 0,-4-3 8 15,-3 2-30-15,-3-5-3 0,-3 4 0 0,-5-3-16 0,-2 0 14 0,-4 0-22 16,-5 1-10-16,-3-2-14 0,-3 3-2 0,-6-2-3 0,-1 2-15 0,-6 0-21 15,-3 2-39-15,-2 5-19 0,0 2-32 0,-4 6-25 0,-1 3-37 16,-2 4-50-16,-1 5-99 0</inkml:trace>
  <inkml:trace contextRef="#ctx0" brushRef="#br0" timeOffset="26467.5">11667 7187 567 0,'-8'-2'161'0,"1"1"-76"15,-1 1-49-15,2 2-31 0,3 3-7 0,1 0-4 0,0 2 0 0,1 1-2 16,1 1 0-16,2 0 0 0,0 0-4 0,1 2 3 0,0 1-1 0,0 0 3 16,2-1 0-16,1-1 0 0,0-2 0 0,3-1 3 0,0-1 0 15,3 0 6-15,2 0 4 0,3-2 2 0,1 0 10 0,2 0-1 0,3-1 3 16,0 0 0-16,3-1-3 0,2 0 2 0,0 0-4 0,2-1 3 15,0 0 2-15,1-1 2 0,1 0-1 0,0-1-1 0,-1 0 1 0,1 0 2 16,0-1 3-16,0 0 3 0,1-2 2 0,-1 0-3 0,1-1 0 0,-1 0-1 16,-1-2-3-16,0 0 0 0,1-1 0 0,-1-2-2 0,0 1-1 15,-2-2 1-15,2-3 1 0,-2-2-1 0,0 1-1 0,-1-3 2 0,-1 0-2 16,0 0 4-16,-2 0 7 0,0-3-4 0,-3 0 8 0,0-1-3 0,-2-3 4 16,-1 0 2-16,-1-2-4 0,-1 0 5 0,-2 0 4 0,-1-2-3 15,-2 0 9-15,-3-1-5 0,-3-1-2 0,-3-1-9 0,-3 0-8 16,-3-1-6-16,-4 0-10 0,-5 0-7 0,-3-2-3 0,-3 0 0 0,-5-1-4 15,-2 3-3-15,-2 1-6 0,-5 2-3 0,-3 0 8 0,-5 1 0 0,-4 1-1 16,-3 2 4-16,-2 3-2 0,-2 4 5 0,-1 4 6 0,-2 2 8 0,-2 2-5 16,-1 3 1-16,-1 3 2 0,-1 3-9 0,0 3 6 0,-1 4-7 15,1 2-4-15,1 2 3 0,1 2-9 0,3 2 3 0,3 1-3 0,3 3 9 16,0 4 8-16,4 0-3 0,2 4-1 0,2 2-13 0,5 1-1 0,5 2-3 16,1 0-3-16,5 2 0 0,5 1-13 0,3 1-19 0,5 0-39 15,4-1-48-15,4-2-46 0,5-1-36 0,6 1-35 0,5-3-27 0,5 0 2 16,6-4-90-16</inkml:trace>
  <inkml:trace contextRef="#ctx0" brushRef="#br0" timeOffset="27301.75">16472 7023 1181 0,'-4'-7'56'16,"2"1"-33"-16,0-1-66 0,3 5-39 0,3 4-34 0,3 2-12 15,3 2-8-15,2 3-3 0,3 1 12 0,1 2 15 0,1 0 17 0,-1 2 18 16,2 0 13-16,1 0 12 0,0-1 20 0,-1-1 12 0,3 1 11 0,-1-2 10 16,-1 0 5-16,2-1 10 0,-1-2 12 0,1 0 11 0,1-1 9 15,1 0 6-15,2-1-4 0,1 0 2 0,0 0 7 0,2-2 1 0,2 0 4 16,1-2 0-16,0 0-2 0,2-3 2 0,0-1-3 0,3-3 3 0,0-1-2 16,1-1 2-16,2-3 3 0,-1-1 3 0,0-1 5 0,-1-3 2 15,-2 0 0-15,1-2 0 0,-1 1 1 0,0-3-3 0,-2-1 0 0,-2 0-3 16,-1-2-14-16,-1 0-13 0,-1 1-9 0,-1 0 1 0,-3 0 0 15,-1-1 1-15,0-1-3 0,-3-1-6 0,0 0-7 0,-3 0 4 0,-2 0-5 16,-2-1-4-16,-1 0 0 0,-2 1-4 0,-3 0-1 0,-1-1-2 0,-3-2-9 16,-2 0-3-16,-2 0-1 0,0-1-6 0,-4 1-1 0,-1 0-2 15,-4 1-6-15,-2-1-1 0,-3 0 5 0,-1-1-2 0,-5 0-5 0,-3 2 3 16,-2 0 6-16,-5 0 3 0,-3 1 12 0,-3 1 4 0,-1-1-6 16,-2 2 4-16,-3 3 2 0,1 1-3 0,-2 1-1 0,0 3 4 0,0 1 1 15,0 1 2-15,0 3 1 0,-2 0-2 0,2 3-4 0,2 2 4 0,1 2-5 16,3 2-2-16,4 1 3 0,-1 1-3 0,1 2 3 0,2 3 0 0,-1 2-7 15,0 2-1-15,2 1-1 0,-1 3-2 0,4 1 5 0,0 3-3 16,1 2 1-16,1 0 0 0,1 4 0 0,0 1-4 0,2 0-4 0,3 2-2 16,0-2 3-16,2 1 0 0,2 1 5 0,2 0-2 0,0 1-9 15,1-2-7-15,2 1-27 0,3 0-37 0,1 0-43 0,2-1-39 0,2 1-19 16,3-1-15-16,2-1-19 0,1-1-14 0,3-1-5 0,2-2-117 16</inkml:trace>
  <inkml:trace contextRef="#ctx0" brushRef="#br0" timeOffset="54518.09">2485 7387 1666 0,'-8'-20'427'0,"1"0"-384"16,-2-5-17-16,5 5-14 0,2 5-2 0,1-3-1 0,1 0-2 16,-1 0-1-16,1-1-6 0,0-1-6 0,1 2-5 0,0 2-20 0,1 2-30 15,0 2-40-15,2 0-38 0,1 3-15 0,-1-1 7 0,1 0 23 16,1 2 36-16,-1 0 33 0,0 0 25 0,0 0 18 0,-2 0 6 0,1 1-6 15,-1 0 0-15,-1 1-4 0,0 0-17 0,0-1-27 0,0 1-41 0,0-1-35 16,1-1-21-16,1 0-15 0,-1-1 22 0,0-2-159 0</inkml:trace>
  <inkml:trace contextRef="#ctx0" brushRef="#br0" timeOffset="54935.1">3382 6966 1193 0,'-13'-5'203'0,"1"2"-160"0,-3 1-20 0,4 0-22 15,3 3 10-15,0-2-2 0,2 0 18 0,-2 1-1 0,2-1-9 0,-1 1 0 16,0 1-19-16,1 0-5 0,0 0-4 0,1 0-14 0,1 0-5 16,-2 1 3-16,2 0 0 0,0 1 12 0,1 0 3 0,0 1 9 0,0-1-1 15,0 2 3-15,0 1 6 0,0 0-1 0,0 2 2 0,0 1 9 0,-1-1 0 16,2 1-1-16,-1 1 2 0,1 2-6 0,1-2 2 0,1 3-3 16,0 0-3-16,0 0-1 0,1 2-5 0,-1-1 4 0,2 2 2 0,-1 0-3 15,1 1 5-15,-1-1-3 0,1 0 1 0,0 2 7 0,0-2-6 0,0 2 4 16,1 0 0-16,0-1-2 0,0-3 1 0,1 0 2 0,0-1 1 15,-1 0-1-15,0-1-1 0,0 1-2 0,0-1 0 0,0-1-1 0,-1 0-2 16,-1 0 2-16,1-1-5 0,-2 0 4 0,1 1-3 0,0-2 0 16,0 0-3-16,0 0-1 0,-1-2 2 0,1 0-4 0,-1-1 0 0,-1-2-3 15,0 0-7-15,0 0-14 0,0-2-31 0,-1-1-46 0,-2-1-46 16,0-1-43-16,-1-1-34 0,-1-1-10 0,-1 0 16 0,-2-2 62 0,0-1-118 16</inkml:trace>
  <inkml:trace contextRef="#ctx0" brushRef="#br0" timeOffset="55370.1">2799 7174 337 0,'-7'1'65'0,"-1"2"-43"0,0 1-13 0,3-1-3 0,1 0 4 16,1-2 2-16,0 0 5 0,2-1 1 0,0 0-2 0,1-1-4 16,-1 0-5-16,2 0-2 0,1 0-4 0,1 0 1 0,2-2 2 0,0 1 4 15,1-2 8-15,2 1 10 0,1-2 11 0,1 0 9 0,1-1 6 0,0-1 0 16,0-1 3-16,2-1 4 0,1-1 6 0,2 0 1 0,-1-1 6 15,1-1 1-15,1 1-4 0,0 0 6 0,0 1-3 0,2 0 1 0,0-2-9 16,0 1-1-16,3-3-1 0,0 0-2 0,2 2 12 0,1-3-6 0,1 1-8 16,3-1-5-16,-1 0-9 0,-1-1-3 0,2 0-7 0,-1 1-5 15,3 1-8-15,-2-1-4 0,1 1-5 0,-2 2-3 0,0 0-1 0,-2 3-2 16,1-1 3-16,-1 2-6 0,-1 1 3 0,0 3-5 0,-1 1 4 16,-1 3 1-16,1 1-6 0,-4 3 1 0,2 3-1 0,-2 2 3 0,-2 3 1 15,0 0 4-15,-1 5-5 0,-2 3 0 0,0 1-3 0,0 4-3 0,-1 3 0 16,-1 2-8-16,0 3 10 0,-2 1 1 15,-1 3 3-15,-2 2 9 0,-2 1-11 0,-2 1-1 0,-1 3-9 0,-2-1-1 0,-2 2 3 0,-3-1-5 16,-1 2 2-16,-4-1 0 0,-4 1-4 0,-2 1-4 0,-5 0 5 0,-2-1 0 16,-3 0 7-16,-3-2 7 0,-2 1 2 0,-3-3 3 0,-3-2-3 15,-1 1 6-15,-2-4-4 0,-3-1 1 0,1-4 1 0,-3-4-1 0,-2-2-2 16,-3-2 1-16,1-4 1 0,0-1-1 0,2-4 4 0,0-2 3 16,1-3 3-16,3-3 2 0,1-4 1 0,2-2 0 0,2-4 0 0,2-3-3 15,2-2-3-15,-1-4-5 0,4-1 1 0,0-4-5 0,-1-2-3 0,1-3-5 16,1-2-2-16,1-2-5 0,5-2-5 0,2-2-7 0,2-4-14 15,5 1-16-15,2-3-23 0,1 1-40 0,3-2-74 0,3-3-98 0,2-2-109 16,2-2-10-16,1-3-124 0</inkml:trace>
  <inkml:trace contextRef="#ctx0" brushRef="#br0" timeOffset="87204.02">11084 13488 2132 0,'-13'-2'133'0,"1"2"-21"0,-2 0-54 0,5 1-24 0,4 1-6 16,1-2-8-16,2 1-9 0,1 0-4 0,1 2-4 0,1-1 0 0,1 2 3 16,1 1 1-16,0 1 10 0,1 2 0 0,1 0 11 0,0 4 8 15,1 2 3-15,0 3 7 0,1 1 3 0,0 4 11 0,0 3-5 0,3 1-1 16,1 5-4-16,1 1-2 0,1 5 4 0,1 2 2 0,1 1-17 0,0 1 6 15,0 1-4-15,-1-1-9 0,2 3 8 0,0-2-23 0,-1-1-8 16,-1 0-9-16,2-1 0 0,-2-1 11 0,1-2-9 0,-3-4 4 0,1-2-2 16,-1-4-8-16,0 0 12 0,0-4-12 0,-1-1-10 0,2-2-25 15,-2-4-24-15,0 0-23 0,-1-4-36 0,-2-1-36 0,-1-3-50 0,1-3-81 16,-2-3-114-16,-1-4-155 0,-2-5-45 0,-2-5-54 0</inkml:trace>
  <inkml:trace contextRef="#ctx0" brushRef="#br0" timeOffset="87587.02">11032 13559 2714 0,'-22'-16'175'0,"2"-1"-28"0,-5-1-34 0,8 3-20 0,9 3-19 16,1 0-26-16,3 1-17 0,5-2-14 0,2-2-8 0,4 0 4 0,3 0-10 16,2-1 3-16,3 1-6 0,2 1 2 0,0 1-10 0,3 2-8 0,2 1 3 15,-1 1-3-15,2 2 16 0,1 2-4 0,0 2 4 0,0 3-2 16,0 1-11-16,-1 3 8 0,1 1-10 0,-2 1 26 0,0 2-3 0,0 0 1 15,-1 1 2-15,0-1-22 0,0 1 9 0,-1 2-9 0,0-1-4 16,-1 0 3-16,-2 0-4 0,0-1 7 0,0 2-8 0,-2 1-4 0,-2 0-1 16,1 1-10-16,-1-2 4 0,-3 2 9 0,-1 0-8 0,-4 0 10 15,-1-1 3-15,-1-1-7 0,-2 1 10 0,-1-1-1 0,-2-1 0 0,0 0 0 16,-2-1 9-16,1-2-3 0,-1 1 12 0,-1-1-1 0,1-1-7 16,0-1 7-16,0-2-10 0,0-1 7 0,2-2-2 0,0 0 3 0,2 0-1 15,0-1 0-15,1 1-4 0,0-1-1 0,0 1 6 0,1 0 0 0,0-2-3 16,2 2 7-16,-1 0-3 0,2 0 8 0,0 2 9 0,1-1-7 0,0 2 9 15,1 1-1-15,1 1 1 0,0 1 6 0,1 2 1 0,0-2-9 16,1 3 1-16,-1 1-6 0,0 1-4 0,1 1 5 0,-1 0-7 0,0-1 1 16,-1 3-9-16,0 1-2 0,-1 1 4 0,-1 0-2 0,-1 3 1 15,-1 1-3-15,-2 0-2 0,-3 3 2 0,-2 1-11 0,-3 0-10 0,-2 2 10 16,-1-1-9-16,-3 1 0 0,-3 0 4 0,-1-2-21 0,0 0-6 0,-2-3-11 16,1 0-28-16,1-3-34 0,1-2-61 0,1-4-73 0,1-1-82 0,3-4-102 15,2-3-118-15,3-5 32 0,3-6 144 0,2-5 96 0</inkml:trace>
  <inkml:trace contextRef="#ctx0" brushRef="#br0" timeOffset="87905.02">11955 13517 2587 0,'-5'-1'272'0,"2"1"-140"0,-1 0-41 0,2 0-5 0,2 1-10 0,1 1-19 0,1 2-26 15,3 1-26-15,2 4 1 0,2 2-5 0,2 3 1 0,0 3 2 16,1 1 3-16,0 3-7 0,1 1 2 0,-2 0 0 0,1 2 0 0,0-2-1 15,1 2 3-15,1-1-4 0,1-1 4 0,0 1-3 0,3-3 1 16,0-4-2-16,0-1-2 0,1-2-5 0,0-2 0 0,-1-3 7 0,-1-1-4 16,-1-4-1-16,-1 1 1 0,-2-2-7 0,-3-2 13 0,0-2 5 0,0-2-7 15,-1 0 8-15,0-4-5 0,-1-2 6 0,-2-1 6 0,-1-2-2 16,0-2-2-16,-1-1-4 0,0-2 0 0,0-2 0 0,-2 0 3 0,-1 0-9 16,-1 1 3-16,-2 1-4 0,-3 0 7 0,-1 0-3 0,-4 0-11 0,-2 1-2 15,-3-1-22-15,-4 1 0 0,-1 2-9 0,-4 2-14 0,-2 2 0 16,-1 4 1-16,-4 3 6 0,-1 4 4 0,-3 2 3 0,0 4-7 0,-1 3 0 15,-2 2-1-15,0 2 6 0,-1 1 6 0,4-1 13 0,3 0 8 16,4-2 0-16,5-2-15 0,7-2-54 0,3 0-93 0,5-3-136 0,5 0-155 16,2 0-127-16,5 0 91 0,3 1-7 0</inkml:trace>
  <inkml:trace contextRef="#ctx0" brushRef="#br0" timeOffset="88154.02">12385 13598 2208 0,'-3'2'224'0,"0"2"-125"0,-1 1-19 0,2 1-5 16,2-1-1-16,0 2-23 0,2 3-30 0,0 1-16 0,2 3-1 0,-1 2 1 16,1 1-4-16,-1 1 3 0,-1 3-4 0,-1 1 0 0,0 0 5 0,0 2-4 15,0-1 1-15,2-1-2 0,0-1 2 0,2 0-14 0,1-2 2 16,2-1 10-16,2 1 0 0,1-3 7 0,2 1 4 0,0-1-16 0,1-2-8 16,2-3 10-16,1 0-6 0,0-1 13 0,1-2 9 0,1-1-5 0,-1-1 2 15,0-1 2-15,2-1-7 0,-1-1 4 0,-1-1-4 0,-1-1 0 16,1 0 0-16,-1 0-7 0,1-1-13 0,-1 1-14 0,-2 0 4 0,0-2-11 15,0-2-8-15,2-2-33 0,0-4-35 0,-1-4-21 0,-1-3-17 16,1-3-4-16,-1-2-43 0,-1-4-77 0,1 0-75 0,0-4-37 0,1-1 45 16,0-2 90-16,1-1 109 0,0-2 57 0,0 2-15 0</inkml:trace>
  <inkml:trace contextRef="#ctx0" brushRef="#br0" timeOffset="88554.02">13176 13426 296 0,'-1'-12'209'0,"0"0"32"0,-2-1 10 0,-3 3-14 0,-1 3-22 0,-1 1-34 15,0 2-35-15,-3 0-31 0,-1 2-27 0,-1 0-19 0,-2 1-18 16,1 2-8-16,-1 0-10 0,0 1-9 0,1 2 2 0,1 0-10 0,0 0 4 15,2 1-1-15,0 0-5 0,3 1-1 0,1 0-2 0,0 1 1 16,3-1 0-16,2 2 1 0,0 0 9 0,1 1 1 0,1 0 3 0,1 1-2 16,1 0-3-16,0-1 0 0,3 2-2 0,1 1 1 0,1 2-7 0,1 1-3 15,0 0-4-15,1 2-3 0,1 0 0 0,0 0-3 0,2 1-1 16,1 0-1-16,2-1 2 0,-1-1-3 0,1 0 4 0,1 1-8 0,1-1 2 16,0-2-2-16,-1 1-4 0,1-1 7 0,1 0-4 0,-1-3 0 15,0 2 8-15,0-2-3 0,0 0 3 0,-1 0 3 0,0-2-5 0,-2-1 2 16,-2 1 5-16,-2 0 3 0,-1-1 3 0,0 1-5 0,0 0 2 0,-2-1-1 15,0-2-1-15,0 1 3 0,-3-1-15 0,-1 0 3 0,-1 0-5 16,-1 0-2-16,-1 0 17 0,0-1-1 0,-1 0-6 0,-2 0-6 0,0-1-7 16,-1-1-10-16,-1-2 1 0,0 0 3 0,-1-1-3 0,0-1 15 0,1 0 7 15,0-1 3-15,0-2 6 0,1-1-17 0,2 0 7 0,1-1 2 16,0-1 2-16,2 0 19 0,-1-2-6 0,1-2 2 0,1 0-4 0,2-2-4 16,2-2 1-16,1 1-10 0,2 0 1 0,1-1-2 0,1 1 0 0,0 0 2 15,2 1 4-15,2 2-3 0,0 0-3 0,-2 1 10 0,2 1-4 16,-2 2 5-16,1 2 2 0,0 1-5 0,-2 2 5 0,1 2-2 0,0 0 2 15,0 3-7-15,-1 1 7 0,0 2-8 0,0 2 0 0,1 2 1 16,-1 2-11-16,-1 0 2 0,-1 3-2 0,-1 0-3 0,0 0 5 0,-1 2-10 16,-3-2-9-16,1 2-12 0,-3 0-10 0,0-3-19 0,-1 0-14 0,-1-2-12 15,-1-1-29-15,0 0-31 0,-1-2-43 0,0-3-67 0,-1-1-63 16,-1-3-62-16,0-2 18 0,-1-3 116 16,-2-5-3-16</inkml:trace>
  <inkml:trace contextRef="#ctx0" brushRef="#br0" timeOffset="88674.02">13596 13296 2267 0,'-2'4'129'0,"1"0"-61"15,0 2-44-15,1 1-24 0,2 0-25 0,2 1-70 0,4 1-131 16,2 0-173-16,3 2-144 0,0-1 12 0,1 0 135 0,0-2 132 0</inkml:trace>
  <inkml:trace contextRef="#ctx0" brushRef="#br0" timeOffset="88971.02">14324 13272 1372 0,'4'-6'509'0,"1"1"-380"0,2-2-6 0,-1 1-3 0,-1-1-10 0,1-1-26 16,-1 1-45-16,-2 0-28 0,1 2-2 0,-2-1-4 0,-1 2-3 0,-3 1 7 15,-2-1-7-15,-1 2-7 0,-3 0-3 0,-4 0-11 0,-1 2 4 16,-3 2 5-16,-2 2 3 0,-4 4 0 0,-1 1 0 0,0 2 7 0,-2 3 1 15,3 2 1-15,0 2 21 0,0 0-3 0,3 3 12 0,1 4 1 16,2 1-10-16,2 4-7 0,3 0-1 0,3 2-6 0,3 1-12 0,3 1 8 16,3-1-3-16,3 0 2 0,3-1 8 0,1-2-1 0,5-1 7 0,2-2 7 15,2-2 8-15,1 1 0 0,2-4-2 0,1 1-3 0,-1-2-3 16,3-3 0-16,0 0-6 0,0-1-3 0,1-3-21 0,-1-2 5 0,0-1-3 16,0 0-7-16,-2-1 8 0,-1-3-21 0,-1-1-11 0,-3-1-23 0,-1-2-28 15,-1-1-40-15,-2-2-42 0,-1-2-52 0,-3-1-86 0,0-1-97 16,-1-1-81-16,0-2 34 0,0 0 80 0</inkml:trace>
  <inkml:trace contextRef="#ctx0" brushRef="#br0" timeOffset="92203.43">10353 14479 1716 0,'-7'-2'186'0,"2"1"-64"0,1 0-29 0,3 2-55 0,2 2-15 0,0 1-12 15,2 2-7-15,3 1-3 0,1 1-1 0,1 2 0 0,1 1-3 0,0-1 6 16,1 0-13-16,-1 0-2 0,1-1-2 0,2 1-16 0,-1 1 11 0,3-1-10 16,-1 0-12-16,-2 0-5 0,2-1-22 0,-1 1-27 0,-1-2-24 15,1 1-33-15,-2-1-44 0,0-1-33 0,0 1-38 0,-2-2-10 0,1 0 48 16,-1 0 70-16,-1 0-31 0</inkml:trace>
  <inkml:trace contextRef="#ctx0" brushRef="#br0" timeOffset="92536.35">10215 14486 1709 0,'-21'-7'127'0,"1"2"20"0,-1-1-35 0,5 1-24 0,7 2-34 0,2 0-23 16,2-1-8-16,2 1-14 0,2 0-3 0,1 0-5 0,2 0-8 0,2 0-2 16,2-1-6-16,3-1-2 0,3 1 1 0,2 0-3 0,4 0 1 15,2 0-1-15,0 1 0 0,3 0 3 0,0 0 3 0,-1 1-3 0,1 0 2 16,-1 0-5-16,0 2 4 0,0 2 0 0,2 1-2 0,1 3 3 0,2 2-3 15,1 2 5-15,3 1 1 0,-1 1-9 0,3 1 1 0,-1 3-6 16,1 0-2-16,1 1 13 0,2 2-8 0,1 1 4 0,0 0 12 0,0 1-3 16,0 2 9-16,-1-1 12 0,0 1-8 0,-3 0 0 0,-1-3 7 15,-2 0-6-15,-1-1 5 0,-4-2 6 0,-1 1-3 0,-5-1 9 0,-5-1 5 16,-5-1 10-16,-4 0 11 0,-5 0 4 0,-4-1 1 0,-5 2-6 0,-4 0-4 16,-6-1-8-16,-5-1-14 0,-2 1-4 0,-6-1-4 0,-1-2-8 15,-5-2-5-15,-3-3-14 0,-3-3-16 0,-1-3 3 0,-3-2-7 0,4-1 6 16,0-5 9-16,1-2 14 0,1-4 10 0,0-3 9 0,1-3 0 0,-1-4-6 15,2-5 0-15,1-2-5 0,1-5 0 0,3 0-1 0,-1-2-5 16,5 0 4-16,2 0-10 0,7 3-14 0,5 5-3 0,5 4-3 0,4 7-7 16,4 2-15-16,2 3-35 0,3 2-54 0,3 1-77 0,2 3-66 15,3-1-41-15,3 3-8 0,5 2 66 0,3 4-73 0</inkml:trace>
  <inkml:trace contextRef="#ctx0" brushRef="#br0" timeOffset="92961.35">11228 15978 2301 0,'-16'-1'223'0,"-1"0"-96"0,-1 1-7 0,5 1-19 16,3-2-21-16,4 0-17 0,1 0-42 0,3 0-23 0,2 0-2 0,0 0-1 16,1 0-12-16,1-1-2 0,1 0-1 0,2 1-6 0,1-2 13 15,2 0-13-15,2-1 1 0,0 1 3 0,0 0-4 16,3 1 3-16,0 0-6 0,1 2-3 0,2 0 5 0,-1 3-5 0,0 2-7 0,1 1-7 0,-1 1-8 16,2 3 8-16,2 2 1 0,0 2 5 0,-2 2-3 0,0 0-7 15,-3 3 1-15,0 1-12 0,-3 2 7 0,0 1 3 0,-1 2 1 0,-2 0 12 16,-1 1 9-16,-1-2 13 0,-4 1 12 0,0-2 11 0,-3-1 6 0,-2 0 13 15,0 0 17-15,-1-3 24 0,1 0 26 0,0-1 9 0,0-3 14 16,2-1-7-16,-1-3-18 0,0-1-17 0,2-1-23 0,0-2 3 0,1-1-12 16,1-1-9-16,1-1-2 0,1 0-21 0,1-1-3 0,1-1-4 15,1 0-3-15,1 0 2 0,2 0-1 0,2 0-4 0,0 0-4 0,1-1-1 16,-1-2 6-16,-2 1 4 0,3 0-9 0,1-1-3 0,1 0-5 0,0-1-4 16,1 1-8-16,0-1-21 0,1 0-26 0,-2 0-34 0,2 0-28 15,-1-1-44-15,0-1-73 0,-2 0-95 0,1-1-119 0,-2 1-1 0,-1-1 108 16,-1-2-6-16</inkml:trace>
  <inkml:trace contextRef="#ctx0" brushRef="#br0" timeOffset="93320.35">10901 15901 2033 0,'-19'-7'237'0,"0"-4"-75"0,-3-1-25 0,8 0-36 16,6 0-36-16,1 3-17 0,4-1-27 0,3-2-16 0,3 0 8 0,3-3-6 15,2 1 0-15,3-1 6 0,4-1-5 0,3 0-3 0,2 3 0 16,2-2-6-16,3 1 2 0,1 0 1 0,0 2-4 0,2 1 2 0,1 1-5 16,2 2 2-16,3 3 0 0,1 1-9 0,3 3-10 0,1 2-9 15,2 2-4-15,3 4-5 0,1 2-3 0,1 4 2 0,5 3-14 0,2 5 5 16,3 4 8-16,3 2-11 0,0 3 5 0,2 1 3 0,1 0-6 0,2 1 16 16,-2 0 10-16,-1 0 2 0,-2-1 12 0,0-1 7 0,-5 1 7 15,-4 2-51-15,-7 6 3 0,-7 1 15 0,-6-3 15 0,-5-2 67 0,-4-7 6 16,-2 1-10-16,-3 1 1 0,-5 2 4 0,-3 1 0 0,-5 1 3 0,-6-1-3 15,-5 1-10-15,-7-1 6 0,-5-1-12 0,-4-1 0 0,-3-3-10 16,-6-1-17-16,-3-2-7 0,-5-4-21 0,-7 0-6 0,-4-3-8 0,-5-2-11 16,-5-3-9-16,-2-3 12 0,-3-3 9 0,1-4 18 0,-1-2 13 15,0-3 2-15,2-3 6 0,1-3-2 0,1-4 6 0,1-4-7 0,1-3-11 16,1-6-7-16,-1-4-28 0,4-2-32 0,4-2-41 0,7-2-27 0,9 4-31 16,6 1-49-16,7 4-46 0,4 0-81 0,7 1-27 15,5-1 76-15,4-4-47 0</inkml:trace>
  <inkml:trace contextRef="#ctx0" brushRef="#br0" timeOffset="93926.35">15097 13298 2604 0,'0'-8'257'15,"1"0"-193"-15,2-2-5 0,3 0-23 0,4-2-7 0,4-2-11 0,6 0-15 16,4 0-8-16,5-1-4 0,4 0 1 0,4 0 2 0,0 1 0 0,0 0-1 15,0 2-5-15,-4 1-9 0,1 1-1 0,-3 1 0 0,2-1 0 16,-3 1 10-16,0 0-2 0,-2 1 16 0,0 0-2 0,-1 1 5 0,0 1-1 16,-2 0-10-16,0-1 5 0,-1 1-8 0,-1 0 1 0,-1 1-21 15,-1 1-22-15,-1 1-31 0,-1 0-39 0,-1 1-29 0,-1 2-38 0,0 1-51 16,1 0-67-16,-3 2-67 0,1 0-42 0,-2 1 24 0,-2 1 128 0,-2-1-2 16</inkml:trace>
  <inkml:trace contextRef="#ctx0" brushRef="#br0" timeOffset="94225.35">15869 12650 2424 0,'-8'-5'433'0,"0"0"-328"0,0 0-23 0,3 3-19 0,3 0-28 15,1 1-21-15,2 1-21 0,2 0-18 0,4 1 4 0,3 1 4 16,6 1 5-16,1 0-6 0,5 1 15 0,2-2-6 0,1 1-3 0,1 0 9 15,1 1-18-15,2 1 13 0,1 1-3 0,3-1 18 0,1 3-2 0,2 2-3 16,1 1 3-16,1 1-17 0,1 2 0 0,-2-1 9 0,0 2-2 16,-2 1 5-16,-1-1-2 0,-3 0 2 0,-1 1 3 0,-4-2-3 0,0 0 9 15,-3-1-4-15,-2 1 4 0,-2 1 8 0,-5 0-2 0,-1-2 2 16,-2 2 1-16,-2-1-6 0,-2 1 2 0,-2 1-4 0,-1 0-6 0,-3 1 1 16,-3 1-7-16,-3 1 0 0,-3 3-1 0,-4 1-15 0,-4 1-14 15,-4 2-17-15,-4-1-22 0,-4 1-27 0,-1 0-45 0,-3-2-87 0,-1 0-119 16,-3-3-174-16,-5 0-140 0,-3-2-31 0</inkml:trace>
  <inkml:trace contextRef="#ctx0" brushRef="#br0" timeOffset="95064.35">17021 12671 25 0,'-1'-2'4'16,"1"1"-5"-16,0-1-6 0,1 0-5 0</inkml:trace>
  <inkml:trace contextRef="#ctx0" brushRef="#br0" timeOffset="95504.35">17047 12659 670 0,'-2'1'301'0,"1"0"-101"0,-1 0-29 0,1 0-25 15,0 0-27-15,2 1-23 0,0 1-25 0,0-1-12 0,1 3-13 0,0 1 12 16,2 2 2-16,0 2 0 0,0 2 0 0,0 1-16 0,0 1-9 15,0 2-9-15,2 0-4 0,-1 1 1 0,0-1-11 0,1 1-2 0,-1-2-1 16,1-1-1-16,-2-3 4 0,2-1-8 0,1-1 4 0,0-2-7 16,2-1 4-16,0-2 4 0,1-2 4 0,1-1 12 0,-1-3 8 0,3 0 4 15,-1-2 2-15,0-3-6 0,-1 0 0 0,-2-3-1 0,0-1-5 0,0 0 0 16,-1-3-9-16,0-1-5 0,1-1-5 0,-3 0 3 0,0 0 1 16,-1-2-1-16,-2 1-1 0,0 0-2 0,-2-2-8 0,-1 3 3 0,-2 0-3 15,-2 0 0-15,-1 0 4 0,-1-1-13 0,-2 3 0 0,-3 0-12 0,0 2-2 16,-1 2-3-16,-2 3 4 0,0 2 4 0,-2 3 7 0,-1 2 0 15,2 3 3-15,-2 1 0 0,0 4-2 0,0 2 2 0,2 2-3 0,0 3-5 16,1 0 2-16,1 1-15 0,1 1-18 0,2 0-5 0,1 1-28 16,2 1-21-16,2 0-17 0,2-1-40 0,1 0-23 0,2-2-33 0,2-2-20 15,2-2 1-15,3 0 18 0,0-2 36 0,1-1 45 0,2-2 43 0,0-1 37 16,1-1 30-16,1-2 19 0,0 1 18 0,-1-2 19 0,1 0 28 16,0 0 28-16,2-2 23 0,1 0 11 0,1-1 4 0,2 0-6 0,1-1-4 15,1 0-10-15,0 0-18 0,1-1-17 0,0 1-22 0,1 0-10 0,2 0-15 16,-2-1-8-16,2 0-4 0,0 0-9 0,-2 0 2 0,1 0-4 15,-1-1-6-15,-1 0-7 0,-1 0-20 16,-3-1-37-16,-1-1-47 0,0 1-63 0,-2-2-63 0,0 0-13 0,-3 0 15 0,1-2 66 0,-1 0 54 16,-1-2-5-16</inkml:trace>
  <inkml:trace contextRef="#ctx0" brushRef="#br0" timeOffset="95723.35">17598 11972 2464 0,'-8'-1'105'0,"1"2"-54"0,-1 0-1 0,4 2-9 0,2 0-22 0,3 3-7 16,1 2-11-16,2 3-4 0,1 3-7 0,1 3 5 0,0 3 15 15,-1 1 2-15,0 5 12 0,0 2-6 0,-1 4-13 0,1 0-5 0,0 3 2 16,0 0-2-16,1 2-2 0,0 0-1 0,1-2-12 0,0 0-5 0,1-4-19 16,1 0-26-16,1-3-32 0,1 0-45 0,-1-3-43 0,1 1-47 15,-1-3-48-15,1-3-39 0,1-2-22 0,0-2 28 0,0-3 61 0,-1-3 67 16,2 1 74-16,0-2 49 0,1-2 29 0,0-1 8 0,-2-3-15 15</inkml:trace>
  <inkml:trace contextRef="#ctx0" brushRef="#br0" timeOffset="96004.35">18012 12574 93 0,'3'-10'106'0,"1"0"-7"0,0-2 26 0,0 0 20 0,-1 2 3 0,0 1-11 16,0 2-17-16,0 0-18 0,0 2-8 0,0 2-7 0,0 2-7 0,0 2 4 16,0 1 8-16,-2 1 12 0,2 1 10 0,-1 2-3 0,0 1-24 15,1 1-19-15,-1 0-24 0,1 1-7 0,2 1-7 0,-1 0-12 0,0 2-4 16,2 1-8-16,0 1 1 0,1 0-5 0,2 2-2 0,0-2-9 15,2-1-7-15,0-1 6 0,0-3 7 0,1 1 3 0,1-2 7 0,1-1 2 16,0-2 4-16,2-1 9 0,0-2 4 0,0-1 9 0,-2-2 1 0,2-3 13 16,1-1 10-16,-1-1 4 0,-2-1-15 15,0-2-4-15,0 2-5 0,-2-1-4 0,1-2 7 0,-2 0-8 0,0-1-8 0,0-2-9 0,-3 2 3 16,-1-1 0-16,-1-1-1 0,-2 1 6 0,-1-1-3 0,-3 1 1 16,0-2-13-16,-3 0-3 0,-2 0-12 0,-2-1-15 0,-2 1-2 0,-2-1-9 15,-2 2-2-15,0 1-3 0,-2 2-2 0,-1 0 6 0,0 3-5 0,-1 0 4 16,-3 3-7-16,0 2-4 0,0 2 2 0,0 3 1 0,-1 2 3 15,1 2-8-15,1 2-17 0,0-1-19 0,2 2-48 0,4 0-52 0,0-1-73 16,2-1-92-16,2 0-77 0,2-2 49 0,1-2 17 0</inkml:trace>
  <inkml:trace contextRef="#ctx0" brushRef="#br0" timeOffset="96506.35">18520 11542 2139 0,'-1'0'108'0,"-1"1"-43"0,0 3-17 16,2 2-12-16,0 4-17 0,2 2-5 0,-1 7-10 0,1 5-7 15,0 4 8-15,0 6 1 0,-1 1 3 0,-1 3 10 0,0 1 1 0,1 0 0 16,-1 2 1-16,1 0-9 0,2 0-2 0,1-1-10 0,3-3 5 0,1-1 1 16,2-3-3-16,1-1 8 0,1-2-11 0,1-4-1 0,2-1-4 15,0-2 0-15,0-3 2 0,1 0 0 0,0-1 0 0,-1-4 1 0,-2 1-1 16,0-2 3-16,1-1-5 0,-2-2 7 0,0 0 1 0,-2-2 0 15,1-1 3-15,-2-1-10 0,0-2 5 0,-1-1 2 0,-1-1 1 0,0-1-1 16,-1-2-10-16,0 0 3 0,1-1-9 0,-1-2 2 0,1-1 0 0,0-2 0 16,0 0 5-16,0-2 0 0,0 0 2 0,-1 0 4 0,0 0 5 15,0-2 1-15,1 0 1 0,-1 0 0 0,1 1 3 0,-2 0 1 0,0 2 3 16,1 3 5-16,-1 0 2 0,-1 1 6 0,-2 2 2 0,1 2-8 0,-1 0 0 16,0 2-7-16,1 0-5 0,-1 0-5 0,1 3 0 0,0 2-4 15,0 2-2-15,0 1 7 0,1 1-7 0,0 0 1 0,-1-2 1 0,2 1-4 16,-1 0 1-16,0 1 0 0,1-2-2 0,0-1 3 0,0 0-1 0,1 0-3 15,1-1-2-15,0-1 1 0,1 0-4 0,-1-1 9 0,2-1 1 16,-1-1-6-16,-1 0 5 0,1-1-6 0,0 0-3 0,0-1 5 0,-2 0-9 16,1 0-7-16,0 0-10 0,-1 1-12 0,-1 0-4 0,0-1-10 15,-2 1-4-15,0-1-7 0,0 1-10 0,0 0-7 0,-1 1-13 0,0-1-20 16,-1 0-20-16,0-1-20 0,0-1-13 0,0 1-5 0,1-1-5 0,0 0 21 16,0-1 20-16,0 0 2 0,-1 1 51 0,1 0 36 0,-2-1 37 15,2-1 48-15,-1-2 10 0,1-1 4 0,-1-1 0 0,0 2-6 16,0-1-10-16,0 0-15 0,0 1-20 0,0-2-16 0,-1 1-9 0,1 0-9 0,1-2-9 15,1 1-15-15,0 0-24 0,-1-2-19 0,1-1-4 0,0 1 31 16,-1-1 21-16,2 1-42 0</inkml:trace>
  <inkml:trace contextRef="#ctx0" brushRef="#br0" timeOffset="96638.35">19223 12443 110 0,'4'5'55'16,"0"1"6"-16,1 2 4 0,0-1 3 0,-1 0-6 0,0-1-11 0,1 0-12 16,1 0-9-16,0 0-6 0,0 0-5 0,1 0-7 0,-2 0-7 15,0 0-2-15,0 0-28 0,-1 1-5 0,-1 0 2 0,-2-1 1 0,2 0 11 16,-1 0-18-16,1-2-18 0,0-2-12 0,-1 1 5 0,-1-2 7 0,1 2 7 15,0-1 5-15,0 0 8 0,-1-1 11 0,0 0-27 0</inkml:trace>
  <inkml:trace contextRef="#ctx0" brushRef="#br0" timeOffset="96787.35">19182 12117 2577 0,'-4'2'196'0,"-1"2"-130"0,0 1-38 0,2 1-9 0,2 1-14 0,1-1-24 16,4 2-4-16,-1 2-25 0,2 0-5 0,-1 0 11 0,0 1-12 0,-1-1-14 16,-2-1-56-16,0-1-89 0,1 1-116 0,-2 0-110 0,2-2-58 15,-1 1 65-15,1 0 157 0,1-1 16 0</inkml:trace>
  <inkml:trace contextRef="#ctx0" brushRef="#br0" timeOffset="97104.35">19516 12269 2331 0,'-1'2'132'0,"1"0"-68"0,0 2-20 15,2 0-3-15,1 2-15 0,3 1-16 0,0 1-22 0,2 2-2 0,-2 2 4 16,3 1 6-16,-1 1 8 0,0-1 0 0,0 0 4 0,-2 0 0 0,3 1-2 16,-1 0 2-16,-1-1-5 0,3 1 2 0,-2-1 1 0,1 0 6 15,1-1-6-15,0-3 4 0,1 1-7 0,-1-2 2 0,1-2 6 0,1 0-2 16,-1-1 10-16,0-2 2 0,-1-1 2 0,0-2 4 0,0 0 3 0,-1-1-7 15,-1-2 2-15,-1-1-5 0,-1-1-3 0,1 0 2 0,-3-2-9 16,2-1-1-16,-2-1-3 0,-1 1-6 0,-1-2-1 0,-2 0-8 0,0 0 6 16,-2-1 4-16,0-2 5 0,-2 2 5 0,-2-1-5 0,1-1 0 15,-4 1 3-15,-3-1-6 0,0 0 3 0,-2 1-3 0,0 0-3 0,2 2-3 16,-1 2 1-16,0 0-2 0,0 2 3 0,1 1-8 0,-1 1 1 0,0 2-8 16,1 1-9-16,-1 2-1 0,2 1-14 0,-2 2-12 0,0 0-7 15,1 2-16-15,1 1-23 0,1 1-20 0,0 1-48 0,0 0-48 0,1-1-68 16,0-2-100-16,0-1-91 0,2-1 47 0,1-2-29 0</inkml:trace>
  <inkml:trace contextRef="#ctx0" brushRef="#br0" timeOffset="97623.35">19684 11534 2904 0,'-3'1'101'0,"0"3"-51"0,1 2-23 15,3 2-8-15,0 4-13 0,3 1-5 0,1 8-11 0,2 4-4 16,-1 6-3-16,0 3 5 0,-2 1 3 0,-2 1 5 0,-1 2-1 0,-1 0-12 16,-1 2-7-16,0 2-19 0,-1-1-11 0,0 1-3 0,2-1-9 15,1-3-16-15,1 0-27 0,1-5-55 0,2-2-51 0,1-1-73 0,1-3-65 16,2-2-53-16,2-2 19 0,1-2 84 0,0-2 104 0,1-3 97 16,-1-4 55-16,2-5 27 0,1-5 16 0,1-3 3 0,-1-3 0 0,0-4 0 15,2-3 1-15,-1-2 0 0,1-4-2 0,2 0 2 0,0-2-4 0,-1 0 0 16,-1 2-3-16,2-2-2 0,-2 1 1 0,-1 0 1 0,0 3 7 0,-2 0 14 15,-2 2 23-15,-2 2 39 0,-2 2 58 0,-2 2 54 0,-1 0 40 16,-2 2 17-16,0 2-9 0,-1 0-19 0,-2 3-36 0,1 0-35 0,-1 3-25 16,-1 0-33-16,1 1-16 0,-1 1-12 0,2 0-15 0,-1 2-3 15,1 3-7-15,-1 2-6 0,1 2 1 0,0 1-9 0,1-1-6 0,2 2-3 16,-1 0-13-16,1 0 4 0,1 1-8 0,0 0 7 0,2 0-2 0,0 0 0 16,2 0 3-16,1 0-2 0,0-1 7 0,3-2 11 0,-1-1 12 15,2-1 15-15,0-2 21 0,0-1 0 0,-1-2 16 0,2-1-3 0,-1-1-15 16,0-1 0-16,-1 1-13 0,0-2-4 0,0-1-1 0,0 0-4 0,1-2-5 15,-1-1-4-15,-1-2-12 0,-1 0 1 0,-1-1-12 0,-1-2-8 16,0 0 2-16,-1-2-6 0,-2-2 6 0,0 0 0 16,-2-2-3-16,-2 0-2 0,-1 0-3 0,-1-3 1 0,-3-1-7 0,-2-1-5 0,-2 2-2 15,-2-1-10-15,-2 0 0 0,-1 1 5 0,-2 2-10 0,-2 1 5 0,-1 3 2 16,-3 1-4-16,-1 2 10 0,3 3 1 0,0 1 7 0,1 2 6 0,4 1 8 16,0 2-3-16,4 0-4 0,2 2-11 0,3 0-2 0,1 1-11 15,2 1-10-15,3 1-1 0,1 0-5 0,3 0 6 0,3 3 3 0,3 0-2 16,3 2 3-16,3-1-12 0,3-1-1 0,2 1-7 0,2 0-33 0,2 0-45 15,3-2-61-15,-1-1-81 0,3-3-112 0,1 0-95 0,0-1 56 16,2-3-11-16</inkml:trace>
  <inkml:trace contextRef="#ctx0" brushRef="#br0" timeOffset="99754.52">13087 15769 178 0,'1'-2'55'0,"1"0"7"15,0-2 12-15,1-1 6 0,-2 1 6 0,0 0 0 0,0 0-6 0,1 0 2 16,-1 0 1-16,0 0 5 0,1 1 5 0,-2 0 8 0,0-1-1 0,0 1-6 16,0-1-4-16,0-1-12 0,0 0-4 0,1-3-1 0,-1-1-7 15,1-1-9-15,1-3-3 0,-1-1-3 0,1-2-4 0,1-4 4 0,-1-1-6 16,0-5-6-16,0-4-1 0,1-3-11 0,0-3-3 0,1-3-8 0,0 0-1 15,0-1-8-15,1 1-7 0,-1-1 2 0,0 2-9 0,-1 3 8 16,-2 1 3-16,-1 2 2 0,-1 3 5 0,-2 2 0 0,-1 4 6 0,-1 4 5 16,-1 3 11-16,-1 5 3 0,0 3 8 0,-2 4-6 0,0 2-6 15,-1 4 1-15,-1 2-5 0,1 3-6 0,-2 4-7 0,-1 2-10 0,0 3-8 16,0 1 6-16,1 4-3 0,1 2-1 0,1 0-3 0,2 2-11 0,2 0 7 16,1 3-3-16,3 1 6 0,0 4 4 0,3 1-7 0,1 4 2 15,2 3-1-15,2 3 6 0,2 5-4 0,1 3 4 0,1 2-1 0,1 2 2 16,0 2 5-16,1 0 4 0,1 1-1 0,0 0 0 0,0-2 4 0,0-2 4 15,1-1-4-15,1-2-2 0,1-2-4 0,-2-4-7 0,3-4 2 16,0-3-2-16,1-4-2 0,1-4 4 0,0-1-6 0,-1-4 5 0,-2-5 10 16,-1-3-4-16,1-3 5 0,-2-4-4 0,0-2 9 0,-2-2-8 15,0-2 1-15,-3-3 4 0,-1-3-16 0,-1-2 6 0,-3-3 5 0,1-1-13 16,-2-3-1-16,-3-3 4 0,-3-3-14 0,-1-5 7 0,-3 0-6 0,-2-4-23 16,-1 0 2-16,-2-2-9 0,0 1-8 0,-1 2 8 0,0 0-8 15,-1 3 9-15,0 0 0 0,-1 2 4 0,3 1 15 0,-2 3 2 0,0 3 9 16,0 1-4-16,1 5 7 0,-1 2 5 0,2 1 9 0,0 2 7 0,1 1 2 15,2-1 3-15,3 1 7 0,0 0-2 0,3 0-2 0,2 0-9 16,0 0-12-16,3-1-2 0,0 0 5 0,1 0 0 0,2-1 6 0,0 0 6 16,2 1 1-16,0-2 6 0,2 0-4 0,1-2 5 0,0 0-10 0,2-1-2 15,1 0 5-15,0-1-10 0,2 0 0 0,0 0 0 16,-1 0-7-16,1 1 4 0,-1-1 0 0,2 0-2 0,-2 0 2 0,2 0-3 0,1 1 6 16,-1 0 2-16,0 2-7 0,-1 1 1 0,-1 0-4 0,0 1 1 15,-2 1 5-15,-1 1 1 0,1 1-4 0,-1 0 2 0,-1 1-3 0,1 1 5 16,-3 0 4-16,2 0-3 0,0-1 1 0,0 0-7 0,0 0 3 0,-1-1 6 15,1-1-4-15,-3 0 8 0,2-1-7 0,-1-1 9 0,-1-2 8 16,0 1-2-16,0-2 8 0,-1-1-3 0,1 0 4 0,-3 0 2 0,1-1-5 16,-1-1-2-16,0 0 3 0,0 0-8 0,-1 0 10 0,-1 0-6 15,0-1-2-15,-1-1 7 0,-2 0-3 0,1-1 3 0,-2 0 2 0,-1 0-9 16,-1-1-10-16,-1 0 2 0,-2-1-4 0,0-2 3 0,-2 0 8 0,-1 0-17 16,-2 0-2-16,1 1-3 0,-1 3 6 0,1 1-2 0,-1 2-8 15,1 1-5-15,0 2-2 0,1 2-3 0,0 1-2 0,0 2-3 0,0 0-14 16,1 1-7-16,-1 2-13 0,1 1-25 0,1 0-19 0,2 2-35 0,0 1-39 15,0 0-50-15,1 2-55 0,0 0-40 0,2 1-43 0,0 1 25 16,1 0 91-16,1-1 19 0</inkml:trace>
  <inkml:trace contextRef="#ctx0" brushRef="#br0" timeOffset="100007.52">13665 15782 967 0,'7'3'219'0,"1"3"-104"0,2 2 14 0,0 0-20 16,-1-1-14-16,1 1-37 0,1-1-20 0,1 3-13 0,1 0-7 0,-1 2 14 15,1 0-1-15,-1 1 18 0,-2 0-6 0,-2-1-5 0,-2 2 1 16,0-1-6-16,-1-1 14 0,-2 0 3 0,-1-1 8 0,-3-1 10 0,-2-1 2 16,-1-1-3-16,-2-2-1 0,0-1-8 0,-3 0-3 0,-3-1-10 0,-2-2-10 15,-1 0-2-15,-1-2-1 0,0-2 2 0,-1-1-1 0,0-3-16 16,1-2-10-16,0-2-6 0,0-2-1 0,2-3 5 0,3 0-8 0,-1-5-2 16,2-2-7-16,2-2-1 0,1-3-7 0,3-4 7 0,2-2 3 15,3-1-11-15,2-2 8 0,2 2-10 0,2 1-9 0,2 2-8 0,2 2-9 16,0 3-7-16,1 2 11 0,2 3 7 0,1 1 5 0,0 3 0 0,-2 2-8 15,2 3-8-15,-1 1-10 0,2 2-23 0,0 1-30 0,2 1-29 16,0 0-45-16,1 3-60 0,-1 1-70 0,3 0-42 0,-1 2 29 0,0-1 91 16,0 1 41-16</inkml:trace>
  <inkml:trace contextRef="#ctx0" brushRef="#br0" timeOffset="100440.52">15151 15183 2117 0,'-9'5'446'0,"-1"0"-315"0,-1 1 21 0,3-2-14 16,3-1-40-16,1-1-42 0,2-1-42 0,2-1-28 0,1-1-10 0,0 0 1 0,1-1 0 15,2 0 8-15,0-1-1 0,2 0-13 0,2 0 12 0,1-3 2 0,1 1-6 16,0-3 16-16,2 0-12 0,2-1 4 0,1-2 1 0,3 0-3 16,0-1-2-16,3 0-12 0,1-2-5 0,2 1-3 0,1 0-19 0,-1 1-16 15,1 0-15-15,-1 0-22 0,0 2-6 0,1 1-9 0,-1 2-20 16,1 1-19-16,-1 1-35 0,0 1-58 0,0 0-75 0,-3 2-36 0,0 0 38 16,-1 2 21-16</inkml:trace>
  <inkml:trace contextRef="#ctx0" brushRef="#br0" timeOffset="100621.52">15345 15514 1911 0,'-14'20'401'15,"-3"0"-247"-15,-2 5 23 0,4-6-16 0,6-6-27 0,3-3-43 0,2-3-53 16,3-1-37-16,2-3-13 0,2 0-3 0,3-2-1 0,1 0 3 16,1-2-5-16,4-2 8 0,1-1-9 0,1-2-1 0,0-2 3 0,2-3-15 15,1 0-8-15,1-3-12 0,0-2-15 0,0-2-11 0,1-2-15 16,-1-1-18-16,2-2-26 0,0-1-39 0,-1-1-42 0,0-1-48 0,2-2-61 15,-1-1-42-15,-1-2 14 0,1-2 82 0,1-1 101 0,-1 0 13 0</inkml:trace>
  <inkml:trace contextRef="#ctx0" brushRef="#br0" timeOffset="100854.56">15895 14696 2407 0,'2'6'156'15,"2"1"-89"-15,1 1 25 0,4-2-15 0,2-1-19 0,4 0-19 0,1-1-32 16,3 0-2-16,2 0 0 0,0-1-9 0,1 2 4 0,0 0 0 16,-1 1-3-16,0 0 5 0,-1 1-4 0,-1 0-1 0,2 1 3 0,-2 1 0 15,-2-1 1-15,1 2-1 0,-2 1 4 0,-2 0 6 0,-2 2 2 0,-1 1 6 16,-2 0-2-16,-1 3-1 0,-3-1 9 0,-3 1 2 0,-1 1 3 16,-4 0-3-16,-2 1-7 0,-4 1-5 0,-2 2-7 0,-5 0-5 0,-3 1-11 15,-4 1-7-15,-3 0-6 0,-4 1-21 0,1-1-17 0,-2-1-18 0,1-1-44 16,-1-2-61-16,2-1-106 0,-2 0-175 0,1-5-211 0,1-2 102 15,2-1 50-15</inkml:trace>
  <inkml:trace contextRef="#ctx0" brushRef="#br0" timeOffset="101740.07">16971 14131 2918 0,'-5'-3'114'0,"0"2"-27"0,-1-1-1 16,1 0-20-16,2 0-30 0,0 0-22 0,2 1-10 15,1 0-4-15,1 1-8 0,-1 1 7 0,0-1-3 0,0 2 2 0,-1 1 4 0,1 2 2 16,-1 2-12-16,-1 2 5 0,1 3-3 0,0 2-1 0,0 2 0 0,0 2 0 16,0 4-7-16,1 2-2 0,1 0 3 0,0 2 2 0,1-1 11 0,1 1-3 15,0 1-1-15,1-3 6 0,0 1-5 0,0-2 6 0,0-1-3 16,0 0-7-16,-1-3 7 0,1-2-5 0,0-2-18 0,-1-2 3 0,-1-3-9 16,-1 0-5-16,1-1 10 0,-2-2-14 0,1-2-12 0,-1-2-8 0,0-3-26 15,0-1-30-15,0-3-37 0,-1-1-50 0,1-4-52 0,-1-1-70 16,1-3-107-16,-1-4-69 0,0-2 97 0,-1-4-17 0</inkml:trace>
  <inkml:trace contextRef="#ctx0" brushRef="#br0" timeOffset="101925.07">16509 13873 1596 0,'-6'-2'537'0,"0"1"-421"15,2-1 7-15,3 1-4 0,2 0-55 0,2 1-27 0,3-1-15 16,4 0-8-16,3 0 1 0,3 1-7 0,2 1 6 0,1 0-10 0,2 1 0 15,-1 0 0-15,2 1 2 0,1 0-3 0,-1 0-4 0,2 0-1 16,0 0-6-16,0-1 2 0,1 0-7 0,0-1-11 0,2 0-31 0,-1 0-22 16,-1 1-28-16,2-1-20 0,-2 0-9 0,1 1-11 0,-2-1-6 15,0-1-11-15,0 1-11 0,-2-2-28 0,-1 1-22 0,-1 1-15 0,-3 0 15 16,0 2 30-16,0 1 40 0,-1 0 55 0,-4 2 32 0,0 0-42 0</inkml:trace>
  <inkml:trace contextRef="#ctx0" brushRef="#br0" timeOffset="102124.07">16758 14733 1812 0,'-4'3'886'0,"1"-1"-829"0,0 0 10 16,3-1-10-16,2-3-20 0,2-1-20 0,2-2-20 0,4-3-7 0,3-1-14 16,3-2 11-16,2-2 1 0,2 1-2 0,1-2-1 0,0 0-16 0,0 0-12 15,1 1-14-15,1 0-11 0,-1-1-4 0,-1 1-2 0,1-1-8 16,-1 3-14-16,0-2-15 0,1 0-18 0,-2-1-17 0,-2 0-11 0,2 1-28 15,-1-1-45-15,0 0-46 0,2 0-35 0,-1-1 16 0,-2 0 85 16,1-2-38-16</inkml:trace>
  <inkml:trace contextRef="#ctx0" brushRef="#br0" timeOffset="102488.07">17599 14044 2694 0,'-4'10'148'0,"2"3"-62"0,1 2 6 0,2 2-14 0,2-1-38 16,2 1-12-16,1 0-21 0,2 2-7 0,2 1 2 0,0 0-4 0,0 2 6 15,0 0-3-15,0-1-2 0,-2 0-1 0,1-2-2 0,-2-3-3 16,0 1-5-16,0-2-4 0,0-1-5 0,0-2 0 0,0 0-6 0,1-1-11 16,1-1-10-16,-1-2-7 0,0-1 8 0,0-2 7 0,0-1 10 0,-2-1 0 15,1-1 9-15,-1-1 10 0,0-1 7 0,-1-1 11 0,-1-2 3 16,1 0 3-16,1 0 0 0,-1-1 7 0,0-2-5 0,1-1 0 0,-2-1-5 15,2 0-5-15,0-1 8 0,0-1-3 0,0 1-1 0,1-1-1 16,-2 0-6-16,1 0 1 0,0 0 4 0,-1 0-7 0,0 2 0 0,-2 2 0 16,1-1-5-16,-1 3 5 0,-1 1-7 0,1 2-6 0,-2 1-3 0,0 1 3 15,-1 0 3-15,0 2 2 0,1 0 1 0,-2 2 0 0,1-1-1 16,0 1 7-16,0 1-4 0,1 0-7 0,-1 1 0 0,1-1-14 0,1 0 6 16,0 1-1-16,1-1-5 0,0 0 9 0,1 0-9 0,0-1 5 0,0 1-1 15,0 1-2-15,1 0-8 0,0 1-6 0,-1 0-5 0,1 0-14 16,-2 0-15-16,2-1-32 0,0 1-36 0,0-1-46 0,0 1-51 0,1-1-66 15,0-1-64-15,1-1-3 0,0-2 88 0,1 0-30 0</inkml:trace>
  <inkml:trace contextRef="#ctx0" brushRef="#br0" timeOffset="102745.1">18418 13584 2852 0,'0'4'144'16,"0"4"-49"-16,0 4-2 0,1-1-33 0,1 1-24 0,1 1-11 0,2-1-22 15,0 3-6-15,2 2 1 0,0 0-5 0,-2 1 3 0,0 2 10 0,0 3-15 16,-2 1 5-16,-1 3-9 0,-1 1-4 0,0 2-1 0,0 0-3 16,0 3-1-16,0-1-8 0,1 2-10 0,0-1-16 0,1 0-21 0,0-3-13 15,0 0-13-15,0-3-5 0,2-1-5 0,0-4-1 0,2 0 5 16,-2-4-4-16,1-3-2 0,2-3-6 0,-1-3-27 0,1-2-14 0,0-3-4 15,-1-2-30-15,-2-3-15 0,0-1-30 0,-3-3-18 0,-1-2 27 0,-2-2 69 16,-2-2-49-16</inkml:trace>
  <inkml:trace contextRef="#ctx0" brushRef="#br0" timeOffset="103221.86">18167 14123 2083 0,'2'3'191'0,"3"1"-81"0,4 0-16 0,1-2-18 0,2 0-34 0,3-1-14 15,3-2-16-15,3 1-10 0,1-2 0 0,3 1-1 0,-2 0-4 0,1 0 3 16,-1-1 0-16,-2 0-3 0,1 0-8 0,-1 0-1 0,-2-1 1 16,1 0-2-16,-2 0 4 0,-1-1-1 0,0 0-4 0,0-1-5 0,0 0-1 15,-1-2-1-15,0-1 4 0,-1 0 8 0,0 0 3 0,-1-1 6 0,0-1 1 16,0 1 7-16,-1-1-2 0,-2 1 2 0,0 0 1 0,-1-1-2 16,-1 0 2-16,0 0-3 0,-1 1-7 0,-1 0-9 0,-2-1-13 0,-1 2-3 15,-1 0-5-15,-1-1 0 0,-1 2 8 0,-2-1-4 0,-1 0 4 16,-1 2-1-16,0 1 9 0,-1 2 5 0,-2 0 7 0,0 1 12 0,0 1-6 15,-1 1 4-15,1 2-1 0,-1 1-3 0,1 0 2 0,0 1 5 0,0 2-4 16,2 0-1-16,-1 2-1 0,1 0-8 0,2 1 4 0,0 2-3 16,0-1-2-16,3 2 5 0,0 1-6 0,2 0-6 0,1 0 0 0,1-1-6 15,0 1 0-15,3 0 2 0,0 0-3 0,0 0 1 0,1-1-1 0,0 2-3 16,1-1 5-16,-2 1-7 0,0-1-8 0,1 2-6 0,0 0-9 16,0 1 3-16,0-1 10 0,1 1 2 0,-1 0 4 0,1 2-2 0,0-2 0 15,0 1 8-15,-1-1 15 0,1-2 7 0,-1-2 11 0,0 0 21 16,1-2 12-16,1-2 26 0,0-1 17 0,-1-1-5 0,0-2 1 0,-2 0-8 15,0-1-6-15,0-1 0 0,-1-2-4 0,-2-1-7 0,0-1-11 0,-1-1-7 16,0-2-11-16,0 0-10 0,-3 0-6 0,-1-1-10 0,-1-2 3 16,-2-1-1-16,-1-1-5 0,-2 1 3 0,-1-1 1 0,-1 0 5 0,-1 0 8 15,0 1 2-15,1-1-2 0,-2 1-1 0,1-1 0 0,0 0-4 0,1 0-4 16,1 1-4-16,2 0-4 0,2 1-7 0,1 0-10 0,3 0-14 16,0 1-11-16,5-2-5 0,2 0 2 0,5-1 4 0,4-1 3 0,3-1 2 15,4-1 3-15,2-2-7 0,2-1-28 0,4-1-46 0,0-2-75 16,2-2-107-16,1 0-146 0,0-4-66 0,3 0 112 0,2-2 19 0</inkml:trace>
  <inkml:trace contextRef="#ctx0" brushRef="#br0" timeOffset="103907.38">11817 17996 1617 0,'0'4'952'0,"-1"-1"-852"0,-1 1 24 15,1 0-21-15,-1 1-40 0,1-1-14 0,-1 0-37 0,1 1-24 0,1-1-3 16,0 1-9-16,1-1 0 0,0-1 10 0,1 1 3 0,1-1 11 0,1-2-9 16,1 0 2-16,1-2-4 0,1-1-11 0,1 0-3 0,1-2 1 15,0 0 5-15,2-1-6 0,0 0-3 0,1 0-10 0,0 0-12 0,0 0-3 16,-1 0-2-16,1 1 6 0,0 1-3 0,0 0 0 0,0 1-1 0,-2 2-10 15,1 1 24-15,-1 1 5 0,1 1 19 0,-1 2 2 0,-1 1 1 16,-1 3 18-16,0 0 0 0,1 0-1 0,-2 2 5 0,1 1 7 0,-1 1 6 16,0 0 20-16,-1 0-4 0,0 1 0 0,0-1 7 0,1 0-9 15,-1 0 8-15,1-2 0 0,0 1-10 0,1-3 6 0,-1 1-31 0,2-1 17 16,-2-2 0-16,2-1-28 0,1-2 36 0,0-1-28 0,0-1 1 0,2-1 5 16,-1 0-18-16,1-2-1 0,1 0-9 0,1-1 5 0,0-1 14 15,-1 1-6-15,2-1 10 0,-1 1 3 0,1-2-4 0,-1 0-14 0,0 2 1 16,1 0 19-16,-1 0 2 0,-1 0 16 0,0 2-5 0,0 1-1 0,-1-1 2 15,0 3-22-15,-3 0 28 0,1 2-28 0,-1 1-5 0,-1-1 0 16,-1 3-18-16,0 1-6 0,-2 1-15 0,0 1 2 0,-2-1-32 0,0 2 22 16,-2-1-66-16,-1 1-45 0,-1 1-20 0,-1-1-90 0,-1 1-32 15,-2-2-66-15,-2 1-61 0,0-1 61 0,-3 0 133 0,-1-1-1 0</inkml:trace>
  <inkml:trace contextRef="#ctx0" brushRef="#br0" timeOffset="104255.38">11738 17924 1958 0,'-4'0'219'0,"0"1"-45"0,0 0 30 0,-1 0-19 16,0-1-26-16,0 1-58 0,0 0-36 0,0-1-36 0,0 0-18 15,1-1 19-15,0 0-27 0,1-1 15 0,1-2-3 0,1 0-13 0,3-2 23 16,2-2-29-16,3-2 8 0,2-2-1 0,14-14 6 0,5-4-21 0,6-1-8 16,2-1 3-16,2 0-11 0,2 2 28 0,-3 5-2 0,0 0 0 15,-1 5-5-15,1 0 6 0,2 2-8 0,-1 0 5 0,1 1 1 0,1 4-2 16,0 0 1-16,2 3 2 0,-2 2 4 0,1 2-5 0,0 1 4 0,0 3-13 15,-1 3 7-15,1 0 0 0,-2 2-2 0,0 3 5 0,0 1-13 16,-3 2 3-16,-1 3 10 0,-1 1-3 0,-4 1 10 0,0 2-5 0,-4 2 5 16,-2 1 0-16,-3 2-5 0,-4 2 35 0,-10-12-13 0,0 1-6 15,-2 3 12-15,-1 1-30 0,-1 2 8 0,-1 1 6 0,-3 3-9 0,-1 1 3 16,-3 2-12-16,-1 4 26 0,-3 1-10 0,-1 5 10 0,-5 0 33 0,-1 3-37 16,-4 2 2-16,0 1-7 0,-4 1-34 0,-2 1 23 0,-1-3 9 15,-2 1-8-15,-1 0 17 0,-1-2-14 0,0-2 3 0,-2-1-9 0,1-4-26 16,1-2 6-16,-1-5-5 0,1-3 13 0,1-4 3 0,1-5-5 0,2-4-10 15,0-3-28-15,3-4-14 0,1-4-52 0,2-3-47 0,3-5-68 16,1-1-79-16,2-6-90 0,4-2-137 0,2-3-22 0,2-4 70 0</inkml:trace>
  <inkml:trace contextRef="#ctx0" brushRef="#br0" timeOffset="104772.38">13623 17543 2530 0,'-2'4'155'0,"1"-2"-34"0,-1 0-6 15,0-1 8-15,-1 0-24 0,0 0-37 0,0-2-28 0,1-4-33 0,-1-2-4 16,1-4-1-16,-1-4-1 0,1-4 5 0,-1-5-7 0,0-5-27 0,-1-5-10 15,-1-5-13-15,-1-5-17 0,0-3-3 0,-9-47-4 0,0 8 5 16,1 12 10-16,4 19 10 0,1 12-5 0,-1 2 1 0,0 7 8 0,1 3 16 16,0 4 15-16,1 5 4 0,1 6 8 0,1 5 12 0,-1 5 10 15,0 4 4-15,0 4 0 0,1 4-6 0,-2 2 5 0,1 4 2 0,0 4-2 16,1 4-10-16,1 3-4 0,3 3-7 0,1 3-6 0,1 1 7 0,3 4-7 16,1 4 3-16,-1-18-11 0,2 6 10 0,1 2 6 0,2 5 3 15,0 3 6-15,3 5-12 0,1 2 0 0,0 8 6 0,3 1 6 16,0 3 3-16,1 0 0 0,1 1 16 0,0-1 29 0,-9-27-8 0,2 3 8 0,0-1-2 15,1 4-15-15,1-3 14 0,1 4-10 0,1-3-6 0,1 2 6 16,-1-1-14-16,2 1-9 0,1-4 11 0,0 2-6 0,1-4 4 0,1 2 9 16,1-4-13-16,0 1-9 0,0-5-6 0,1-2 3 0,-2-5-11 15,0-2 2-15,-1-6 10 0,-1-2-14 0,-1-3-3 0,0-3 1 0,-2-4 3 16,-2-1 2-16,-1-4 5 0,-1-3-10 0,-3-2-6 0,-1-3 6 0,-2-1-12 16,-2-3-3-16,-2 0 7 0,-2-4-10 0,-6-25 6 0,-4 2-6 15,-4-1 1-15,-2 5 4 0,-2 5 11 0,-1 4 4 0,2 7 0 0,2 6 6 16,0 4 4-16,0 2 2 0,2 3-5 0,0 3-3 0,0 2 3 0,0 2 6 15,2 2-5-15,0 2-11 0,0 2 0 0,0 1-9 0,2 1-13 16,1 2-3-16,0 0-23 0,0 2-15 0,2 1-22 0,1-1-28 0,1 1-38 16,1 0-48-16,2-1-70 0,2 0-88 0,1-1-76 0,2-2-4 15,1-1 107-15,2-1 79 0</inkml:trace>
  <inkml:trace contextRef="#ctx0" brushRef="#br0" timeOffset="105104.38">14029 17225 1150 0,'3'5'536'0,"0"0"-381"0,1 1 43 0,1 1-6 0,0 1-22 0,1 2-33 16,-1 1-74-16,2 1-32 0,0 0-12 0,1 1-3 0,0 0 0 0,0 2-1 15,2-1-9-15,0 1-3 0,-1-1 2 0,1 1-8 0,0-1 1 16,1 0 2-16,-1-2-6 0,0 0 3 0,0-1-5 0,0-1-4 0,-1-2 11 16,1-1-3-16,-1-2 1 0,1-1-5 0,-3 0 6 0,1-2-2 15,0-2 10-15,0-1 2 0,-1 0-5 0,-1-3 10 0,0 0 0 0,0-2 0 16,-1-2-3-16,0-1 3 0,-1-2-3 0,0-1-7 0,0-2-1 0,0 1 6 15,-1-3 2-15,-1-1-5 0,1 1-2 0,-1 0-3 0,0-1 5 16,0 1 5-16,0 1-8 0,-1-1-6 0,1 3 3 0,1 0 2 0,-1 1 8 16,0 3 4-16,1 1-8 0,-1 1 5 0,1 2 1 0,-1 2 1 15,0 1 8-15,1 2 2 0,0 1 5 0,-2 2-10 0,3 0 0 0,-1 3-4 16,1 1 1-16,1 0-2 0,-1 1-19 0,1 2 7 0,0 1 2 0,0 1-7 16,1 1 12-16,-1 0-14 0,1 0-7 0,0 2 0 0,-1 1-18 15,0 0-18-15,0 0-4 0,0 1-23 0,-1-1-14 0,0-2-23 0,0 2-43 16,-1-2-25-16,0 0-61 0,0-2-70 0,0-2-74 0,0 1-45 0,1-1 64 15,0-1 131-15,0 1 29 0</inkml:trace>
  <inkml:trace contextRef="#ctx0" brushRef="#br0" timeOffset="105355.38">14779 16192 2264 0,'-4'19'182'0,"-1"3"-55"0,-1 9 4 0,2 3-11 0,1 1-31 16,3 6-38-16,2 5-24 0,3 5-22 0,2 5-5 0,1 4 2 0,1 4-7 16,-1 3 6-16,2 4-1 0,1 3-8 0,0 2 10 0,-5-38 1 0,1 11-6 15,1 0 3-15,1 9-12 0,0 0-4 0,2 10-9 0,0-4-26 16,1 9-40-16,-1-3-62 0,-1-4-87 0,-5-36-236 0,1 5-336 0,-1-3-46 15</inkml:trace>
  <inkml:trace contextRef="#ctx0" brushRef="#br0" timeOffset="105723.38">15484 16932 3000 0,'-1'26'63'0,"2"-1"14"15,-1 3 0-15,0-5-13 0,0-7-28 0,2-5-36 0,-1-6-21 16,2 0-15-16,-1-2-5 0,1 0 16 0,-1-1 1 0,0 0-3 0,1 0-16 16,-2-3-15-16,-5-3 9 0,-3 0 4 0,-2-3 6 0,-4 0-13 15,0-2 1-15,-3-2-7 0,-4 0-10 0,-1-1-11 0,-2 1-3 0,-2 0-8 16,0 0 3-16,-1 1 10 0,1 1 14 0,1 4 15 0,1 4 13 0,3 1 15 15,-1 4 6-15,1 4 15 0,1 3 18 0,0 4 17 0,1 2 16 0,2 3 7 16,10-10-5-16,-2 4 4 0,2 1-10 0,-1 4-10 0,2 1 3 16,1 2-8-16,2 1 3 0,0 5 4 0,4-2 3 0,2 1 12 0,2-1 5 15,3-1 3-15,1-1-6 0,2-1-12 0,2-2-15 0,2-3-18 16,2 0 11-16,0-3 1 0,3-1-6 0,1-4 3 0,2-3-17 0,1 0-1 16,0-3-1-16,1-2 1 0,1-3-5 0,-1-1-11 0,1-2 6 0,-2-1 0 15,0-1-21-15,-3 0-9 0,0-2-14 0,-2-2-46 0,-1 0-18 16,-3-1-47-16,0 0-61 0,-3-1-80 0,-1-2-155 0,-3-2-131 0,0-1 120 15,-2-2 20-15</inkml:trace>
  <inkml:trace contextRef="#ctx0" brushRef="#br0" timeOffset="105923.38">15675 16163 2972 0,'0'25'109'0,"0"3"4"15,2 9 0-15,0-1-27 0,3 1-22 0,1 2-32 0,1 2-12 0,2 5-13 16,0 1-7-16,0 2-1 0,-1 1-7 0,1 0-7 0,-1 0-14 16,0 0-8-16,-1-2-25 0,-2-2-22 0,0-2-23 0,0-4-41 0,-1-3-46 15,1 0-74-15,0-4-115 0,-2-17-191 0,0 2-98 0,1 0 134 16,2 1 164-16</inkml:trace>
  <inkml:trace contextRef="#ctx0" brushRef="#br0" timeOffset="106456.38">16135 16716 1105 0,'7'0'161'0,"1"1"34"0,1 1 33 16,0 1-13-16,-2 2-44 0,1 1-57 0,0 1-27 0,2 1-17 0,1 0 0 15,0 1-5-15,-1 3-15 0,1 1-10 0,-2 2-13 0,1-1-11 0,-1 1-2 16,2-1-4-16,-1 0-4 0,1-1 2 0,0-2-11 0,0 1-3 16,1-3-5-16,0-1-7 0,-1-2 0 0,1-1 4 0,-1-1 3 0,0-2 5 15,1-1-4-15,-3-3 12 0,0 0 15 0,-2-2 2 0,-1-2 7 16,-1 0-15-16,-1-2-3 0,-1 0 6 0,-2-1-4 0,-1 0 1 0,-1-2-11 15,-2-2-1-15,-1 0-2 0,-2-3-6 0,0 1 1 0,-3-1-4 0,-1 0-1 16,-1 2-6-16,-2 2-5 0,-1 0-3 0,1-1 5 0,0 2-5 16,-1 1 4-16,0 2-4 0,2 1 1 0,0 1 4 0,2 2-4 0,1 2 6 15,1 1 5-15,1 2 0 0,2 1-1 0,0 2-1 0,3 0 1 0,0 1 8 16,1 1 10-16,1 1 4 0,1 0 4 0,1 2 2 0,0 0 0 16,3 0-4-16,2 0-5 0,1 0 3 0,1-2-3 0,2 1 4 0,1-2-4 15,0 0-7-15,3-3 2 0,2 0-4 0,1-2-1 0,0-2 7 16,3-1-3-16,1-3 3 0,-1-2 0 0,2-1-8 0,-1-2 13 0,0-2-11 15,1-2 3-15,0-1 3 0,1 0-9 0,0 1 12 0,-3-2-3 0,1 0-3 16,-3-1 4-16,-1 1-1 0,0-1 3 0,-1 1 8 0,-1 0-4 16,-1 0 1-16,-1 0 7 0,0 0-2 0,-1 2 6 0,-3 2-7 0,0-1-1 15,0 2 3-15,-2 1-2 0,0 1 14 0,-2 3-6 0,-1 0 2 0,-1 2 6 16,-1 1-9-16,-1 3 10 0,-1 0 3 0,0 1-8 0,2 1 0 16,-1 2-7-16,0 0-7 0,2 1 1 0,0 3-11 0,1 0-9 0,1 0 12 15,0 2-3-15,0 0 11 0,0 3 4 0,0 1-18 0,0 2 8 16,-1 3-5-16,0-2 4 0,1 2 6 0,-1 1 0 0,-1-1 10 0,0-1-2 15,-1 2 7-15,0-1 6 0,-2 0 6 0,-2 2 0 0,0 0 2 0,-3 0-12 16,-2 2-1-16,-2-1-13 0,-3 0-8 0,1-3 4 0,-3-1-9 16,-2-4 3-16,-2 1-8 0,0-3-8 0,0-1-11 0,0-2-5 0,1-3-5 15,2-1-13-15,-1-2-14 0,2-1-11 0,1-1-16 0,3-2-8 0,-1-2-8 16,3-1-23-16,1-1-17 0,2 0-42 0,2-1-34 0,1 0-20 16,3-1-18-16,1 1 9 0,1 0 1 0,4 0 36 0,1 0 43 0,1-1 41 15,2 0 45-15,2 0 31 0,2-2 19 0,0-2 7 0,3-2-55 0</inkml:trace>
  <inkml:trace contextRef="#ctx0" brushRef="#br0" timeOffset="106725.38">17336 16324 336 0,'7'-10'233'15,"0"-3"-46"-15,2-2 35 0,-2 1 13 0,-4 1-34 0,0 1-50 0,-2 1-41 16,-2 1-25-16,0 0-11 0,-2 2-1 0,0-1-7 0,-2 2 3 16,-1 0-2-16,1 1-4 0,-3 2 6 0,0 0-12 0,0 3-6 0,-1 1-5 15,0 1-5-15,0 4-3 0,1 0-4 0,2 2-4 0,0 1-16 0,1 0 5 16,1-1-2-16,2 1-9 0,0 0-4 0,1-1-17 0,1-1 2 15,1 1-5-15,1 1 3 0,0 0-1 0,3 0-3 0,0 0 6 0,3 2 5 16,-1 0 9-16,1 2 4 0,1-1 3 0,1 0-2 0,0 1 3 0,1 1 6 16,0-1-4-16,1 0-2 0,0 0 2 0,0-1-12 0,1 1 15 15,-2 1 5-15,0 0-7 0,-1-1 4 0,0 2-8 0,-3-1 12 0,-1 1 13 16,-1 0-16-16,-3-1-6 0,-1 0-18 0,-1 1-16 0,-2-1 0 16,-1 1-23-16,-2-2-12 0,-1-1-25 0,-1-1-26 0,-2-1-18 0,1 0-31 15,0-2-20-15,2-1-22 0,1-1-55 0,0-3-52 0,3-2-44 16,1-3 21-16,1-3 87 0,3-2 18 0</inkml:trace>
  <inkml:trace contextRef="#ctx0" brushRef="#br0" timeOffset="106872.38">17991 16090 904 0,'17'2'680'0,"1"-1"-456"0,6 1 1 16,-1-2-25-16,-4 0-38 0,0-2-49 0,2-1-67 0,0 0-34 0,1-2-9 15,1-1-7-15,-2-1 2 0,2-1-26 0,-2-1-29 0,0-1-37 0,-1 0-46 16,1 2-12-16,-2-3-23 0,0 2-6 0,-1 1-7 0,-2-1-10 15,0 3-9-15,0-1 1 0,-1 2 13 0,-1 2 13 0,0 0 26 16,0 1 28-16,-1 0 31 0,-2 2 34 0,0 0-63 0</inkml:trace>
  <inkml:trace contextRef="#ctx0" brushRef="#br0" timeOffset="107021.38">18420 16283 1733 0,'0'9'146'15,"2"0"-21"-15,0 2-7 0,1-3-25 0,1-3-44 0,1-1-76 0,1-2-40 16,0-1-27-16,2-3-13 0,2-2-10 0,0-1-48 0,2-1-82 0,-1-2-79 16,0-1-29-16,1-2 39 0,-1-2 111 0,0-1-18 0</inkml:trace>
  <inkml:trace contextRef="#ctx0" brushRef="#br0" timeOffset="107358.39">18886 15422 2646 0,'-7'8'147'0,"2"-1"5"0,-2 1-15 0,4-2-35 0,2-2-47 16,2 0-39-16,2-2-27 0,2 1-10 0,1 0-2 0,1 1 5 0,2 0 6 15,0 1 6-15,1 0 3 0,1 2-4 0,0-1-2 0,0 1 0 16,2 2 1-16,0 1-1 0,2 1 2 0,-2-1 0 0,1 1-9 0,2 1-1 16,0 0-6-16,0 2-6 0,1 0 5 0,1 1-5 0,-1 1 5 15,0-1 1-15,1 2 11 0,-2 0 7 0,-1 1 0 0,-2-1 10 0,0 1-5 16,-2 1 8-16,-2 1-16 0,-1 0-23 0,-3 0-2 0,-2 1-5 0,-1 0 3 16,-2 1-9-16,-1-1-19 0,-2-2-27 0,-4 0-7 0,-1 0-4 15,-3-2 0-15,-1 1-4 0,-1-1-22 0,2-2-12 0,1-1-24 0,1 0-21 16,1-3-34-16,2-2-50 0,2-2-43 0,1-2 15 0,2-4 94 0,3-2-36 15</inkml:trace>
  <inkml:trace contextRef="#ctx0" brushRef="#br0" timeOffset="107774.9">19832 15156 1576 0,'2'4'725'0,"1"2"-509"16,1 1-14-16,-1 2-28 0,0 0-28 0,0 1-31 0,0 2-50 0,1 3-24 15,1 2-14-15,0 5-4 0,0 0 6 0,-1 3 2 0,0 3-8 16,0 1 1-16,-2 5-13 0,-1 1-5 0,0 4-3 0,0 4-10 0,-1 1 7 16,1 3 0-16,-2 1 2 0,1-1 0 0,-1 0-8 0,-1-1-3 15,-1-1-17-15,-1 0 1 0,0-5-8 0,-1-5 3 0,0-3-11 0,0-6-22 16,-1-6 4-16,1-3-9 0,-2-4 2 0,-1-3 11 0,0-5 1 16,-1-1 4-16,2-4 7 0,-1-1 2 0,0-2 0 0,1-1 5 0,-2-4 2 15,1-1 2-15,0-5 11 0,0-3-3 0,1-2 21 0,2-4 6 0,1-2 2 16,3-2 5-16,0-3-6 0,2 1 1 0,0-3 6 0,1 1 9 15,0-2 5-15,1-2 11 0,0 0 0 0,1-2-2 0,1 1 2 0,-1 0-3 16,0 0-6-16,1 0-5 0,1 1-4 0,2 4-1 0,-2 3 0 16,3 3 0-16,-1 4-8 0,1 2-1 0,0 2 1 0,1 5 8 0,1 0 3 15,-2 2-6-15,2 3 12 0,-1 1-9 0,0 2 9 0,1 2-7 0,-1 1-3 16,0 2-2-16,1 2-9 0,-2 2 13 0,1 3 1 0,0 2 1 16,-1 2 3-16,-1 3-5 0,2 3-4 0,-2 3 5 0,1 2-1 0,-1 2-5 15,0 4-4-15,-1 1-2 0,-1 3-1 0,-2 3 1 0,0-1-7 0,1 1-2 16,-1-1-2-16,-1 2-5 0,1-1 13 0,0-1-9 0,0 0-4 15,0-3-8-15,0 0-18 0,0-4-10 0,1 0-15 0,0-4-25 0,-1-1-36 16,1-3-44-16,-3-4-44 0,1-4-61 0,-1-2-77 0,-1-2-81 0,-2-2-101 16,0-2 79-16,-3-3 134 0,-1-1 84 0</inkml:trace>
  <inkml:trace contextRef="#ctx0" brushRef="#br0" timeOffset="107906.57">19795 15810 1364 0,'0'5'625'0,"1"2"-396"15,1-1-20-15,1 0-56 0,2-3-40 0,3 1-53 0,2-1-43 0,1-1-24 16,2-1-6-16,1 0 1 0,1-2-12 0,2 0 1 0,0-1-33 0,2 1-48 16,0-2-27-16,0-1-61 0,0 0-43 0,1 0-49 0,-1-1-76 15,0 0-43-15,1-1 28 0,-1-1 115 0,1-1-8 0</inkml:trace>
  <inkml:trace contextRef="#ctx0" brushRef="#br0" timeOffset="108238.57">20629 15447 2588 0,'-2'14'208'0,"-1"3"-51"16,0 5-29-16,1 0-38 0,0-4-35 0,2 2-26 0,0-1-26 0,1 0-10 15,0-2-9-15,1 1-2 0,0 0 1 0,0 0-3 0,0 1-4 0,1-1-8 16,0-2-6-16,1-1-7 0,0-1 7 0,-1-3 0 0,3 0 4 15,0-3-9-15,1-2-8 0,2-1-2 0,-1-2-1 0,2-2 7 16,0-2 26-16,-1-2 7 0,2-2 12 0,0-2 20 0,0-2-5 0,0-3 9 0,0-1 1 16,-1-3 2-16,0 0-6 0,0-2-6 0,-1-1-1 0,-1 1-4 15,-2-2-3-15,0 0-3 0,-3 1-12 0,-1 0 0 0,-1 0 0 0,-3 0 2 16,0 2 3-16,-3-1 2 0,-2 2 1 0,-1 2 0 0,-2 2 9 16,0 3 3-16,-2 1 0 0,0 3 3 0,-3 1-3 0,0 2-17 0,0 2 1 15,0 2-3-15,-1 1-2 0,-1 4 4 0,-1 0-12 0,1 2-8 0,-1 0-18 16,0 1-24-16,2 2-29 0,-1 3-41 0,1-1-50 0,0 0-37 15,2 1-56-15,1-2-78 0,0 0-79 0,1-2 56 0,1-1 0 0</inkml:trace>
  <inkml:trace contextRef="#ctx0" brushRef="#br0" timeOffset="108422.57">20774 14826 2791 0,'6'8'157'0,"1"2"-30"0,2 4-25 0,1 1-24 16,1 3-35-16,-1 2-24 0,3 0-17 0,1 5-11 0,1 1-9 0,-1 3-12 16,0 5-16-16,0 2-7 0,0 6-12 0,-1 4-15 0,-1 3-17 15,-1 2-15-15,-1 1-4 0,0 0-23 0,-1 0-17 0,-2-1-53 0,1-3-97 16,-3-2-165-16,1-4-108 0,-1 0 0 0</inkml:trace>
  <inkml:trace contextRef="#ctx0" brushRef="#br0" timeOffset="108688.57">21546 15404 1881 0,'6'4'393'0,"0"-2"-234"0,0-1-38 0,2-1-31 0,-2-2-20 0,1-1-26 15,-1-1-23-15,-1-2-16 0,-1-1-11 0,-1-2-9 0,-2 1 4 0,-1 0 1 16,-2 0 1-16,-3 1-2 0,-2 1-4 0,-2 1-4 0,-2 2 8 0,-1 2 6 15,1 3 2-15,-2 1 6 0,0 5-2 0,-2 2-4 0,2 3 0 16,-3 5-8-16,2 0 4 0,0 4-6 0,1 3-1 0,0 1 9 0,1 4-11 16,0 1 10-16,1 3 3 0,1-1-9 0,2 1 8 0,2-1-9 15,1 0-15-15,3-2-12 0,3 0-14 0,1-4-9 0,3-1-20 0,3-3-22 16,1-1-22-16,5-2-34 0,2-1-30 0,3-2-57 0,1 0-26 16,4-3-21-16,-1-3 4 0,2-4 54 0,1-3 62 0,-1-6-7 0</inkml:trace>
  <inkml:trace contextRef="#ctx0" brushRef="#br0" timeOffset="117482.49">14530 18046 1457 0,'9'2'37'0,"0"-1"1"16,4 0 7-16,3-1-5 0,5-1-36 0,3 0-45 0,6-2-63 0,5-2-87 15,6-3-94-15,6-3-85 0,6-4-142 0</inkml:trace>
  <inkml:trace contextRef="#ctx0" brushRef="#br0" timeOffset="132039.54">2739 8695 850 0,'-3'-10'262'16,"-1"1"-203"-16,1-1-29 0,0 3-20 0,3 2-1 0,-2 1 7 0,2 0 5 15,-1 0-2-15,-1 1-6 0,2-1-8 0,-1 0-10 0,1 2-9 16,-1-1-18-16,1 2-17 0,1 0-14 0,0 0-8 0,1 1 8 0,0-1 13 16,1 2 16-16,-1-1 18 0,1 1 7 0,1 0 9 0,-1 1 5 0,0 0 4 15,-1 1 6-15,1 0 1 0,0 0 2 0,1-1 2 0,0 2-2 16,1 0 2-16,0 0-2 0,0 1-4 0,-1-1 2 0,0 1-3 0,1 0-2 15,0 0 1-15,-1 0-1 0,0-1 0 0,-1 0-1 0,1-1 3 16,-2-1 4-16,1-1 5 0,-1 0 6 0,2-2 2 0,-1 0 1 0,1-2 0 16,1 0-2-16,1-1-1 0,0 0-7 0,2-2-3 0,0-1 6 0,1 0-1 15,1 0 4-15,0 1-5 0,0 0-2 0,0 1-6 0,1 1 2 16,1 0 0-16,1 1-3 0,-1 2-1 0,0 0-2 0,0 1-4 0,0 1 0 16,1 1 4-16,1 1-5 0,0 0 2 0,0 1-2 0,0-1-6 15,-1 1 1-15,0 1-2 0,1 0-2 0,0 1 6 0,0 0-1 0,-1 1-1 16,1 1 4-16,0 0-7 0,0 1 2 0,0-1-2 0,0 2-2 0,1-1 0 15,0 1-1-15,-2 1 4 0,-2-1-1 0,-1-1-4 0,0 2 3 16,-2 0 0-16,-1 1 0 0,-1 0 4 0,0-1-3 0,-2 0-2 0,-1 3 4 16,-1 1-1-16,-3 2 15 0,-2 0-1 0,-2 2 2 0,-2 1-4 15,-1 0-4-15,-2 2 1 0,-2 1-1 0,0-1 4 0,-1 1 1 0,-2-1 6 16,0-2 1-16,1 0 9 0,4 0 8 0,0-3 8 0,3-1 11 0,1-2 9 16,2-3 3-16,3-3 0 0,0-1-3 0,2-1-14 0,2-1-4 0,0 0-5 15,2 0-10-15,-1-2-3 0,3 1-12 0,-1-2-2 0,2 0-2 16,1-1-7-16,1-1 7 0,1-1-8 0,1 0 1 0,0-1 3 15,-1-1-7-15,2 0 0 0,2-1-7 0,-1 0 3 0,0 0-4 0,1-2 1 16,2 1-4-16,0-2-5 0,0 1-7 0,1-2-5 0,0 0-11 0,0-2-15 16,-1-1-18-16,1-1-41 0,0-1-38 0,-2-1-35 0,2-1-43 0,-1-1-37 15,-1 1-27-15,-1-1 2 0,-2-2 28 0,-1 0-10 0</inkml:trace>
  <inkml:trace contextRef="#ctx0" brushRef="#br0" timeOffset="132422.54">2133 8847 1115 0,'-4'-9'554'0,"1"1"-490"0,0-2-28 0,3 0-23 15,3 1-6-15,5-2 4 0,2-1 3 0,3-1 4 0,1-2-6 16,5-3-4-16,2 0-7 0,4-1-13 0,5-2-1 0,2 0-10 0,5 1-6 15,1-2 5-15,2 2-6 0,3 0 4 0,-1-1 8 0,-1 1 6 0,1 0 9 16,-2 1 6-16,0 1 0 0,2 2 1 0,0 3 4 0,1 1 2 16,2 1 3-16,-1 0 5 0,2 3-1 0,3 1 1 0,2 3-2 0,3 0-5 15,0 2-3-15,0 3 0 0,0 2-6 0,1 3 1 0,1 1-2 0,-1 6-5 16,-2 3 3-16,-1 3-7 0,-1 3-4 0,-4 5 3 0,-1 1-4 16,-4 2 2-16,-3 1 5 0,-4 0-1 0,-3 0 5 0,-6 0 3 0,-2-2 3 15,-3 1 5-15,-6-1 5 0,-4 1-1 0,-2-3 10 0,-4 2 16 16,-4-1 8-16,-3 0 7 0,-4 2 0 0,-5-2-13 0,-5 0-7 0,-5 0-1 15,-7 0-2-15,-5-1-2 0,-6 1-2 0,-5 0-5 0,-5 1-8 16,-4-2 3-16,-4 2-3 0,-3-3 0 0,-4-2-4 0,-2 2-7 0,-3-3 0 16,-2 1-6-16,1-1 6 0,-3-2-1 0,0 1-4 0,1-1-4 0,1-3-19 15,2 0-14-15,3-1-6 0,4-3-4 0,5-3 3 0,6-3-34 0,5-5-77 16,3-4-109-16,6-3-105 0,2-6-60 0,2-2-154 0</inkml:trace>
  <inkml:trace contextRef="#ctx0" brushRef="#br0" timeOffset="-144532.3">7416 10123 1591 0,'21'2'114'0,"7"1"-33"15,11 2-15-15,7-1-39 0,4-1-2 0,4-3-7 0,3 0-3 0,3-2 1 16,2-2-7-16,3-2-2 0,3 0-8 0,2 0-2 0,2 1-7 0,2-1-1 16,0 1-7-16,2-1-17 0,1 1 0 0,0-1-5 15,0 0 10-15,-2 0 15 0,0-1 4 0,1 0 8 0,-1-1 2 0,-1-1 0 0,2-1 1 16,-1 0 0-16,1-1 2 0,-1 0 0 0,2-1 4 0,1-1 7 0,1-2 3 16,0-2 3-16,0-1-2 0,-3 2-6 0,-2-2 4 0,-3 0 6 15,1 0 5-15,0-3 12 0,0-1 11 0,-2-2 10 0,0-1 4 0,-3 0 2 16,-3-1-3-16,-2 1-12 0,-2-2-6 0,-2 0-13 0,2-2-11 0,-4-3-4 15,-1-1-15-15,-4-2 8 0,-3 1 2 0,-2-1-2 0,0-2 11 16,-4 1-9-16,-2-1 0 0,-2 2-3 0,-4 0 1 0,-2 0-1 0,-3 1 0 16,-1-2 0-16,-3 3-4 0,-2-1 1 0,-2 3 1 0,-2-1 2 0,-4 1-9 15,-1 0 2-15,-5 2-4 0,-2 0-2 0,-2 3 16 0,-3 0-3 16,-2 1 2-16,-4-2-1 0,-2 0-14 0,-2 0-1 0,-5-1-5 0,-2 2-6 16,-5 0-1-16,-1 1 0 0,-6 0-4 0,-3 0 5 0,-3 1 0 15,-3-2 5-15,-4 3 2 0,-2-1 4 0,-3 3 2 0,-3 1 2 0,-3 2 5 16,-1-1-1-16,-3 3 1 0,-4-1 1 0,-2 0 4 0,-1 1 0 0,1 3 6 15,-1 0 1-15,-1 1-6 0,0 0 2 0,-1 1-3 0,0 2-13 16,-1 2 4-16,2-1-7 0,-2 1-1 0,-1 1 7 0,3 1 2 0,-1-1 2 16,-1 2-4-16,1 0-1 0,-2 0 5 0,0 2 5 0,-1-1 6 0,-1 0-2 15,0 0-2-15,0 0-7 0,1-2-1 0,-2 0 5 0,1 0-1 16,-1 0-2-16,0 0 4 0,0 0-4 0,-1 0 5 0,-1 1-1 0,0-1 0 16,0 1 5-16,0 0-2 0,1 0 7 0,-1 1-1 0,1-1-8 15,3 0 0-15,-1-1 0 0,1-1 2 0,1 1 3 0,-1-1-5 0,1 0-5 16,0 0 0-16,0-1-4 0,0 0 1 0,0 1 5 0,1-3-1 0,-1 1 3 15,0 0-2-15,0 0-2 0,-1 1-5 0,-1 1 2 0,0-1 0 16,-3 2-5-16,-2 1 2 0,2 0-6 0,-4 1-8 0,-4 2-2 0,-2 1-6 16,-4 1 1-16,0 1 6 0,2 0 7 0,-2 2 3 0,2-2 10 0,-1 3 3 15,2-1-4-15,3 1 2 0,1-1-3 0,3 2 0 0,1 0 0 16,2 0 2-16,4 0 3 0,1 1 3 0,2 0-4 0,3 0 1 0,3 1-5 16,0 0 0-16,2 1-2 0,2 0 1 0,1 2-1 0,3 0-1 15,4 0 0-15,0 2 3 0,2 0 9 0,4 1 1 0,1-1-10 0,2 3-3 16,1 1-10-16,2 3 10 0,3 0 8 0,1 2 1 0,3 3-1 0,0 1-12 15,3 3 1-15,-1 1-2 0,3 2 3 0,1 2-6 0,3 3 0 16,3 2-6-16,1 1-6 0,3 1-12 0,1-1-19 0,3 2-19 0,2 0-11 16,2 1-15-16,3 0 4 0,3 0 12 0,3 0 5 0,1-2 21 0,4-2 14 15,1 0 9-15,4-3 13 0,2 0 4 0,3-2 8 0,5-3 0 16,0 0 2-16,5-4 7 0,1-1-2 0,0-2 3 0,3-1 2 0,3 0-2 16,0-2 4-16,4-1-6 0,3 0-3 0,2-1-4 0,3-1-10 15,2 0-5-15,3 0-15 0,3-2-87 0,4 3-151 0,2 3-142 0,2-2-195 16</inkml:trace>
  <inkml:trace contextRef="#ctx0" brushRef="#br0" timeOffset="64217.9">8207 7752 930 0,'-4'-8'84'0,"2"0"-38"0,-1-1-31 0,3 3 1 0,1 2 5 16,0 0 1-16,0 1 5 0,0 0-5 0,0 0-10 0,1 1-1 15,-1 1-11-15,1 0 0 0,0 1-3 0,1 0-3 0,0 2 4 0,2 1-1 16,1 1 1-16,0 0 1 0,0 0-2 0,1 2 1 0,0 1 4 0,1 3 4 15,-2 2 0-15,2 2 0 0,-2 2 1 0,1 1 2 0,0 3 5 16,-1 3 1-16,1-1 8 0,-2 3-1 0,1 0 2 0,0 1 7 0,2-1-3 16,2-2 3-16,3-2 5 0,2-3 5 0,2-4 13 0,3-2 9 15,2-4 11-15,2-2 7 0,3-5 7 0,3-1 4 0,4-4 4 0,3-2 1 16,5-3-8-16,3-3-10 0,3-3-17 0,5-2-16 0,3-2-11 0,4 0-16 16,6-4-7-16,3 0-9 0,3-2-7 0,6-1-9 0,0 1-7 15,4-1-22-15,3-1-20 0,3 0-39 0,3-3-56 0,2-1-66 0,2-1-114 16,2 1-162-16,0-2-252 0</inkml:trace>
  <inkml:trace contextRef="#ctx0" brushRef="#br0" timeOffset="-214600.95">10198 7544 1655 0,'-6'-3'394'0,"2"0"-390"0,1 1 0 0,7 3-2 16,4 2-4-16,4 0-2 0,4 3 0 0,3 2 4 0,2 1 0 15,-1 3 0-15,1 0 3 0,0 2-7 0,0 2-8 0,2 2 8 0,3 2-4 16,1 0 10-16,3 3 5 0,2 0-1 0,2 2-2 0,2 1-5 0,2-2-2 16,2 1 0-16,0-1 3 0,2 2 0 0,2 0 4 0,0 0-2 15,3-1 2-15,3-2 6 0,1-1 3 0,3-1 7 0,1-1 6 0,3-1 0 16,3-1 3-16,2-1 4 0,2 1 4 0,1 1 5 0,4-2 3 15,2-1-3-15,2 2 2 0,3-2-4 0,0 1-5 0,3 0-18 0,2 0-8 16,0-1-3-16,2-1 4 0,0 1 6 0,0 0-2 0,3-1 0 0,-1-3-3 16,0 0 4-16,1-1-3 0,-1-2 1 0,1 1 2 0,0-3-3 15,1 1 3-15,-1-3-5 0,1 0-4 0,0-1 1 0,-1-1-1 0,1-1-1 16,-2 0 0-16,1 1-2 0,-3-1-5 0,-1 0 1 0,0 0 2 16,-4 1-1-16,0-1 7 0,-3 0-5 0,-4 1-4 0,-1 0 5 0,-4 0-1 15,-4 1-1-15,-2 0 1 0,-2 0 0 0,-5 1-4 0,-3-1 4 0,-3 1-2 16,-3 0 0-16,-1 1-2 0,-4 0 0 0,-4 0 1 0,-4-1-7 15,-6 1-7-15,-2-1-21 0,-4 0-29 0,-4 0-44 0,-4-1-50 0,-3-1-43 16,-3 1-47-16,-3-1-48 0,-3 0-63 0,-4-2-175 0,-4-1-22 0</inkml:trace>
  <inkml:trace contextRef="#ctx0" brushRef="#br0" timeOffset="-214316.95">14488 8234 2240 0,'-7'-2'155'0,"-1"1"-107"0,0-1-19 0,6 2-27 0,4 1-12 16,3 0-8-16,3 1-10 0,0 0 19 0,5 0-7 0,2 0 7 0,1 1 9 16,0 0-6-16,2 1 9 0,2-1-3 0,1 0 2 0,1 0-2 15,4 0-2-15,1-1-1 0,3 0 0 0,0 0 0 0,3-1 2 0,-3 1-1 16,3 0-3-16,0-1-2 0,1 0 2 0,1-1 1 0,1 1 2 16,1-1 1-16,1 0 2 0,1-1 1 0,0 0-1 0,-1 1 4 0,1-2-1 15,-2 3 1-15,0 0 3 0,-2 4-5 0,-4 2 7 0,-2-1 10 0,-4 0 5 16,-4 1 13-16,-3 0 6 0,-4 1 5 0,-5 0 5 0,-2 0-8 0,-3 3-3 15,-3 3-11-15,-2 2-9 0,-3 3-5 0,-3 2-5 0,-3 3-4 16,-5 2-4-16,-3 2 0 0,-1 2-5 0,-2 1 1 0,-2 0-1 0,1 1 2 16,-1-3-9-16,0 2 1 0,3-2-13 0,1 2-28 0,1-1-33 15,1 0-53-15,1-2-62 0,-1-2-62 0,1-1-64 0,1-2-81 16,-1 0-189-16,1-2-20 0</inkml:trace>
  <inkml:trace contextRef="#ctx0" brushRef="#br0" timeOffset="-213716.95">16425 8253 3606 0,'1'-1'-17'0,"3"0"-39"0,3-2-25 0,4 0-28 0,3-2-8 16,0 1 22-16,-2 1 13 0,-4 1 33 0,-2 1 26 0,-4 0 22 15,-3 0 13-15,-3 0 0 0,-1-2 0 0,-4-1-16 0,-3-1-13 0,-4-2-9 16,-4-1-8-16,-2 0 7 0,-4-1 12 0,-2 2 7 0,-2 1 1 0,0 2 4 16,-3 1-2-16,2 3 0 0,-2 3 6 0,3 1 4 0,0 4 2 15,3 1 8-15,2 2-1 0,2 2-11 0,3 1-1 0,1 4-1 0,2 3-7 16,2 4 9-16,0 4-1 0,3 3-11 0,2 4-1 0,3 0 0 16,3 3-2-16,3 0 6 0,1 1 4 0,3-1 0 0,3-3 1 0,1-2-3 15,4-1-4-15,2-3 1 0,3-1 1 0,0-4-3 0,3-1-9 0,1-3 0 16,1-3-20-16,3-1-3 0,1-1 17 0,2 0 1 0,0 0 19 15,-1-2 8-15,1-3-7 0,-1-1 6 0,0-4 1 0,0-1-1 0,-1-1 0 16,0-3-3-16,-3-2 3 0,0-3-1 0,0-2 0 0,-3-3-10 0,1-3-9 16,-1-3-5-16,-2-2-2 0,2-2 18 0,-1-3 1 0,-1-2 11 15,0-2-3-15,0-2-11 0,0-1 4 0,-2 0-3 0,0 1 2 0,-2 0 1 16,1 3-3-16,-2 0 3 0,0 3-1 0,2 1 0 0,-2 2 4 16,0 4-1-16,-1 4 7 0,1 4 3 0,0 3 4 0,1 3 7 0,0 3 1 15,-1 4-1-15,2 4-2 0,0 3-5 0,1 4-1 0,-1 2 2 0,-1 2-2 16,0 3 4-16,-1 1 0 0,-1-1-2 0,-1 1 5 0,-1-1-8 15,1-1-4-15,-1 0-4 0,2-3-12 0,-1 2-8 0,0-2 6 0,-1-3-12 16,-1-3 11-16,1-3-2 0,-2-2-1 0,-1-3 13 0,0-2 0 0,-1-2 11 16,-1-2-2-16,0-2 2 0,-1-2 2 0,1-2 1 0,-2-2 17 15,2-3 3-15,-1-2-1 0,0-2-4 0,1-4-11 0,-2-3-6 0,1 0 1 16,-1-2 3-16,-1 0 2 0,-1 2 10 0,0-2 1 0,-1 2-2 16,-1 2-1-16,0 0-9 0,1 4-7 0,1 4-4 0,0 3 1 0,1 3 4 15,0 4 4-15,0 2 2 0,0 3-3 0,0 3-3 0,2 3 1 0,0 2 0 16,2 6-4-16,-1 3 2 0,1 2-2 0,0 3-3 0,1 1-2 15,0 0 1-15,-2 3-2 0,2-1 4 0,0 2-6 0,1-3-8 0,0 1 3 16,2-2-10-16,-1-2-8 0,1 0-27 0,-1-4-60 0,1-2-65 0,0-2-66 16,0-3-64-16,-1-3-66 0,0-2-88 0,0-4-462 0</inkml:trace>
  <inkml:trace contextRef="#ctx0" brushRef="#br0" timeOffset="-213367.95">17670 8320 2354 0,'0'-5'316'0,"2"1"-300"16,1-1-17-16,1 2-19 0,-1 1-10 0,1 1-12 0,-1 1-9 16,-2 2 0-16,0 1 4 0,-3 2 12 0,-1 2 9 0,-2 1 11 0,-3 1-2 15,-2 2-1-15,0 1-6 0,-3 2-6 0,-2 1 1 0,0-1 9 0,0 1 12 16,1-2 14-16,0 0 5 0,3-1-4 0,1-1-1 0,2 1-6 15,2-1-2-15,0 0-7 0,3-1 2 0,2 0-2 0,0 1 0 0,3 0 5 16,-1 0 5-16,2-1 4 0,2-1 2 0,1 0 5 0,1-2-2 0,3 1 2 16,2 0 0-16,2 0-4 0,0 0-4 0,4 2 2 0,0-1-1 15,1 0-1-15,-1 1 4 0,0 0-1 0,0 2 5 0,-2 0 5 0,-1 0-1 16,-1 3 0-16,-3 1 6 0,-1 1 6 0,-3-1 8 0,0 1 3 0,-2 0-10 16,-2 2-10-16,-3-2-16 0,-1 3-4 0,-2 0-1 0,-2 1-1 15,-1 2 6-15,-3 1-3 0,-2-1-12 0,-2 2-15 0,-2-2-6 0,-2 0-2 16,-2 0-1-16,-1-2 7 0,1 0-7 0,0 0-12 0,0-4-27 0,2 0-25 15,2-2-29-15,2-3-38 0,3-4-29 0,2-3-41 0,2-3-62 16,2-5-70-16,2-5-194 0</inkml:trace>
  <inkml:trace contextRef="#ctx0" brushRef="#br0" timeOffset="-213165.95">18108 7953 2444 0,'2'-7'156'0,"4"3"-87"15,2-1-21-15,2 6-32 0,1 5-6 0,2 3-3 0,0 4-4 0,1 4-3 16,-1 6 2-16,-1 4 6 0,1 7-1 0,0 5-1 0,-1 6-1 0,-1 5-11 16,-2 4-1-16,-1 3-3 0,0 2-1 0,-1 2 6 0,-1 2-2 15,-1-1 4-15,0-1-4 0,-1-1-6 0,-1-4-16 0,1-3-37 0,0-3-23 16,0-2-19-16,-1-5-6 0,1-5 10 0,2-4 5 0,0-7-3 0,0-3-70 16,-1-4-32-16,1-1-1 0,-1 1-5 0,0-2 30 0,-1-5-23 15,-1-2-81-15,0-4-157 0</inkml:trace>
  <inkml:trace contextRef="#ctx0" brushRef="#br0" timeOffset="-212967.95">17825 8616 2794 0,'-2'-1'95'16,"1"0"-41"-16,2 1-45 0,3 1-28 0,3 0-8 0,5 0 2 15,5-1-2-15,3-1 0 0,3 0 8 0,1-2 0 0,2 0 3 0,2-1-4 16,2-2-16-16,0-1-17 0,4-1-23 0,0 0-12 0,1-2-12 0,2-1-8 15,0-1-4-15,0 1-5 0,0-1-11 0,0 2-13 0,1 0-3 16,-1 0-3-16,2 0-3 0,0 0 1 0,0 0-5 0,1 0-16 0,-3 1-9 16,0 1-18-16,0 0-88 0</inkml:trace>
  <inkml:trace contextRef="#ctx0" brushRef="#br0" timeOffset="-212683.95">18995 8377 504 0,'7'-3'324'0,"1"1"-109"0,1 0-59 16,-3 1-47-16,-3 1-34 0,0 1-18 0,-3 1-5 0,1 1-8 15,-3 0-1-15,0 2-10 0,0 0-4 0,-1 2 1 0,0 1-9 0,0 1 3 16,0 2-1-16,0 1 2 0,1 2 9 0,0 2 5 0,2 2 8 0,0 1 8 15,1 2 3-15,1 2-2 0,2 1 0 0,1 0-3 0,2 1-6 16,3 0 0-16,2 1-5 0,2 1-9 0,3-1-3 0,4 1-5 0,1-2-8 16,3 1-4-16,4-3-2 0,-1-2-15 0,2-1 1 0,2-3-5 15,1-2 6-15,2-2 8 0,2-2-2 0,2-2-1 0,0-3-2 0,0-2 2 16,0-2 3-16,-1-2 14 0,-1-2-4 0,-4-2 4 0,0 0 10 0,-4 0-5 16,0-2 15-16,-3-1 4 0,-1-2 1 0,-2-3 2 0,-2 0-6 0,-2-3 9 15,-3-1-9-15,0-1-5 0,-2-2-13 0,-2-1-18 0,-2-2-3 16,-5 1 3-16,-1-1 3 0,-4-2 14 0,-4 1 6 0,-2-1 4 0,-5 0-1 15,-5-1-3-15,-2-2 1 0,-3 2-2 0,-5-2 2 0,-3 1-6 16,-2-1-14-16,-2 2-4 0,-1 1-12 0,1 2-12 0,-3 4-4 0,0 1-7 16,-1 4-4-16,-2 4-3 0,0 4 6 0,-1 2-1 0,2 4-4 0,-1 3-5 15,1 4-21-15,3 5-17 0,1 2-32 0,3 3-36 0,2 3-40 16,3 2-41-16,1 1-36 0,5 4-48 0,2-1-62 0,6 1-378 0</inkml:trace>
  <inkml:trace contextRef="#ctx0" brushRef="#br0" timeOffset="-212316.95">20409 8480 2948 0,'0'1'46'0,"0"1"-28"16,2 4-30-16,3 3-16 0,1 3-9 0,3 4-10 0,3 3 3 0,1 2 8 15,-1 1 7-15,1 0 16 0,-1 0 7 0,-1-1 2 0,-1 0 6 0,-1 1-7 16,1-3-1-16,0 1-6 0,0-2-14 0,0-1-6 0,1-1-7 16,-3-2 4-16,2-1 5 0,-1-3 9 0,0-1 5 0,0-2 8 0,-1-2 8 15,0-2 5-15,-1-2 1 0,-1-3 2 0,0-1-1 0,0-2-4 16,-1-2 6-16,0-1-2 0,1-3 2 0,-1-1 2 0,0-1-1 0,1-2 3 16,-1-1-4-16,1-1 1 0,-1-2-4 0,1 0-1 0,0 0 1 0,1 0-6 15,0 2-3-15,1 1-6 0,1 2-6 0,2 1 6 0,-1 4-1 16,1 3 7-16,1 3 12 0,1 2 4 0,-1 2 11 0,0 2 0 0,3 3 1 15,-1 3-7-15,1 2-2 0,0 3 0 0,1 1-1 0,1 3-3 0,0 2-6 16,-1 0-3-16,1 4-1 0,1 0 0 0,0-1-4 0,-1 1-3 16,1-1-3-16,-2-3-22 0,-2-1-9 0,2-1-33 0,-1-3-49 0,-1 0-48 15,-1-2-60-15,2-3-55 0,0-3-68 0,2-3-77 0,1-3-343 16</inkml:trace>
  <inkml:trace contextRef="#ctx0" brushRef="#br0" timeOffset="-211433.43">20853 8861 307 0,'-2'-3'29'0,"1"0"-32"0,0-2-15 0,3 0-19 0,0-1-19 0,2-1-44 15,0-2-19-15</inkml:trace>
  <inkml:trace contextRef="#ctx0" brushRef="#br0" timeOffset="-211166.43">20924 8671 240 0,'4'0'153'0,"0"0"-37"0,3 1-18 0,0-2 3 0,-1 0-8 0,3-1-8 16,1-1-3-16,2 0-13 0,2 0-4 0,-1 0-8 0,2-1-9 16,-1-1-2-16,0 0-2 0,0 1-5 0,-2-1-2 0,1 1-3 0,-1 0-5 15,-2 2 0-15,0 0-5 0,-2 0 2 0,0 2 1 0,-1 0 1 0,-1 1 3 16,0 1 3-16,-1 0-3 0,0 1-1 0,0 0-4 0,0 0-9 16,0 0 0-16,-1 0 0 0,0-2-1 0,1 1 7 0,0-1 5 0,1-1 4 15,1 0 3-15,0-1 1 0,3-1-4 0,0-1 0 0,1-1-1 16,2-2-3-16,0-1-1 0,1 0 3 0,2-1-1 0,-1 0-1 0,1-1-6 15,1 0-11-15,-1 0 0 0,-1 0-5 0,0 0 4 0,1 1 0 0,-1 1-1 16,0 2 3-16,2 1-1 0,-1 2 1 0,-1 1 1 0,1 2-1 16,-1 1 0-16,1 2-3 0,0 2 2 0,1 3-5 0,1 3-3 0,3 2-3 15,-1 2-5-15,2 2-1 0,-1 3-1 0,-3-1 1 0,-1 2-3 0,0 1-5 16,-3-2-2-16,1 3-11 0,-2-2-7 0,0-1-13 0,-2 1-19 16,-1-2-18-16,-1 1-42 0,-1-3-41 0,-2 0-53 0,-1-2-71 0,-1 0-123 15,-3 1-217-15</inkml:trace>
  <inkml:trace contextRef="#ctx0" brushRef="#br0" timeOffset="-187132.8">10469 7207 1 0,'-3'-13'24'0,"-3"-6"338"0,-1-5 431 0,-4-3-555 0,2 13-210 0,3 4-27 0,3 5-16 16,2 4-5-16,2 2-5 0,1 3 3 0,1 2 9 0,1 3-2 0,1 2 3 16,1 4 2-16,-1 2-1 0,2 1-2 0,-1 3-10 0,1 2-11 0,1-1-5 15,0 3-3-15,0-2 2 0,1-3 5 0,0-1 6 0,0-3 6 16,1-3 10-16,0-1 9 0,0 0-1 0,0-3 9 0,-1 0-1 0,0-3 1 16,-1-1 5-16,1-1-2 0,0-1 4 0,0-2 3 0,1 1 5 0,0-2 8 15,0-1 5-15,1 0 2 0,0 0-1 0,0-2-2 0,0 1 2 16,0-1-8-16,-1-1-2 0,1 1-5 0,0 0-5 0,1 0 0 0,0-1-1 15,-1 2-2-15,1 0 0 0,-1 0-5 0,-1 2 0 0,0 0-1 0,0 1-2 16,-2 2 3-16,0 0-4 0,1 3 3 0,0 2 2 0,-1 2 4 16,0 1 4-16,-2 5 0 0,0 2 2 0,-2 2-2 0,-1 5-4 0,-1 3 0 15,-1 2-7-15,-1 5 2 0,-2 2-2 0,-1 6 0 0,-2 4 5 16,-3 5-2-16,-2 2 1 0,-3 5-1 0,-2 2 0 0,-1 5-1 0,-4 2-1 16,-4-1-8-16,0 3-1 0,-4 1 1 0,0-4-1 0,-1-1 0 0,1-2-4 15,-1-4-14-15,1-4-17 0,1-5-12 0,1-6-14 0,3-6-18 16,1-5-26-16,0-3-31 0,4-7-47 0,1-3-52 0,0-6-218 0</inkml:trace>
  <inkml:trace contextRef="#ctx0" brushRef="#br0" timeOffset="-186915.8">10057 7118 1834 0,'-10'-15'47'0,"2"1"-8"0,3 0-30 16,7 8-10-16,8 5-3 0,6 3 1 0,6 4 4 0,5 6-2 0,4 5 4 15,5 5-2-15,3 6-2 0,5 3 2 0,3 8-2 0,4 4-3 0,3 5 4 16,4 1 0-16,4 3-3 0,5 0-1 0,5 1-3 0,2 1-8 16,5 1 5-16,4 1-3 0,2 0-15 0,4 3-19 0,2 2-30 0,2 1-48 15,2 0-27-15,-1 1-7 0,2-1 4 0,-3 0 26 0,1-1 13 0,-3-1 15 16,-1-3 8-16,-4-2 9 0,-2-3-8 0,-2 0 10 0,-4-4 13 16,0-2 7-16,-4-3 11 0,-3-3-8 0,-1-4-49 0</inkml:trace>
  <inkml:trace contextRef="#ctx0" brushRef="#br0" timeOffset="-186346.79">12516 8242 2500 0,'-14'-13'116'0,"1"0"-51"0,-1 1-48 0,7 5-34 0,4 4-10 16,4 4-10-16,3 2-1 0,2 2 8 0,5 3 5 0,3 1-5 0,3 2-3 15,1 1 1-15,3 2-8 0,1-1 3 0,1-2-2 0,2 0-6 16,2-2-1-16,2-2 5 0,1-1 3 0,0-2 4 0,1-2 1 0,0-2-4 15,1-2-8-15,-3-3-5 0,0-1 1 0,-3-2 3 0,1-2 5 0,-2-2 7 16,1-1 6-16,-1-2 8 0,0-1 8 0,-1-2 6 0,-2 1 7 16,-1-3-1-16,-2-2 4 0,-1 1 3 0,-2-1-2 0,-1 0 3 0,-2 1 2 15,-4 0-3-15,0 0-2 0,-3 0-8 0,-3 0-6 0,-2 2-7 0,-2-1 1 16,-2 2-1-16,-3-1 2 0,-3 3 0 0,-2 0 3 0,-3 2 4 16,-4 2 2-16,-2 3 6 0,-3 0 1 0,-3 3 3 0,-2 2 1 0,-3 3 3 15,0 1 0-15,0 3-6 0,0 1-2 0,0 1-1 0,1 2-4 16,0 1 2-16,3 2-2 0,1 1-3 0,3 2 2 0,2 1-1 0,3 0-3 15,3 0 4-15,4 0-5 0,0-3-2 0,3 0-6 0,1-3-10 16,2 1-4-16,2 0-6 0,1-1-4 0,2-1 0 0,1 0 4 0,2-2 6 16,2-1 9-16,2-1 9 0,2-1 7 0,1 0 4 0,2-3 6 0,4 0-1 15,3-1-1-15,2-1 6 0,4 0-2 0,1 0 5 0,0-1 0 0,2 1-2 16,-1 1 1-16,2 1 1 0,-1 2 2 0,0 2 1 0,-1 2 3 16,0 2-1-16,-1 1 1 0,-3 1 3 0,0 4 4 0,-1 1 8 0,0 2 8 15,-1 2 2-15,0 2 2 0,0 0-3 0,1 1-4 0,1 1-3 16,1-1-10-16,2 0 1 0,1 1-3 0,3-1 6 0,4-1 4 0,2 0-1 15,5-1-7-15,2-3-9 0,1 1-8 0,5-1-4 0,2-2 1 0,4-2-6 16,2 0-8-16,2-2-14 0,0-1-24 0,2-2-29 0,1-1-39 16,1-1-30-16,2-1-55 0,1-1-56 0,2 0-123 0,1 0-157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31T10:57:32.5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3282 5590 824 0,'-6'-1'54'0,"2"1"0"0,-2 1-17 0,3 1-9 0,1 1 0 0,-1 1 2 16,-2 0 3-16,0 2-7 0,-3 2-11 0,-1 1-7 0,-1 4-6 16,-3 1-2-16,-1 3-8 0,-2 1 2 0,-2 1-2 0,-1 1 0 0,-2 0 7 15,0 2 7-15,0-1 0 0,-2 0 0 0,0-1 1 0,1 1-4 0,0-2 1 16,3-1-1-16,2-2-2 0,2 0-1 0,1-2 1 0,4-1 1 16,2-3 3-16,3 0-1 0,3-2 0 0,2-1-2 0,2-2 1 0,0 0 4 15,3-2 2-15,1-1 5 0,2-1 8 0,1-2 8 0,1-2 10 16,1-1 6-16,0-1 11 0,2 0-1 0,1-1-3 0,0 1-4 0,2 0-10 15,0 0-4-15,0 1-5 0,1 1-6 0,0 0-2 0,1 0-7 0,2 0 2 16,0 0-4-16,2 1 0 0,3 0 2 0,1 1-4 0,3 0 1 16,2 0-2-16,4 0-5 0,2 0 0 0,3 1 1 0,3-1-8 0,1 1 4 15,2 0-2-15,2 0 1 0,3 0 3 0,1 0 3 0,2 0-2 0,2-1-2 16,-2-1-1-16,2 0 0 0,3-2-4 0,-1 0 2 0,0 0 0 16,2-1 0-16,-1 0 0 0,0-2-4 0,0 1 4 0,0-4 2 0,1 0 3 15,1-3 7-15,2-1-3 0,1-1 2 0,0-3-1 0,1 0 5 16,0-1-6-16,-1 0-5 0,0-1 1 0,-2 0-1 0,-1 0 4 0,0-2 4 15,-2-1 2-15,-1 0-7 0,-3 1-3 0,-4 1 0 0,0 0 3 0,-5 0 0 16,-2 1-1-16,-2-1 4 0,-2-1-3 0,-3 1 4 0,-4 0 3 16,-3-1 1-16,-3 1 10 0,-3-2-3 0,-1 0 1 0,-5 1-1 0,-4-1-5 15,-2 1-2-15,-5 0 0 0,-3-2-13 0,-4 0 1 0,-5-2-4 0,-3 0-14 16,-4 0 5-16,-4-1 1 0,-7 0 2 0,-3-3 3 0,-6 1 1 16,-4-4-9-16,-5 1 1 0,-5-2 5 0,-6 0-1 0,-5-1 8 0,-4-1-1 15,-3-3 10-15,-2-1 3 0,-3 0 6 0,-1 0 3 0,-3 0 3 16,-3 2-5-16,-2 3-5 0,-3 1 0 0,1 7 1 0,-2 4 2 0,-2 5-1 15,-3 7 1-15,-5 5-6 0,0 4 0 16,0 5 6-16,0 4-7 0,1 7-4 0,0 7-2 0,-1 4 5 0,0 9 1 0,-4 5 3 0,2 5-3 16,-2 5-14-16,2 6 3 0,0 4-5 0,-4 5 8 0,3 5-6 0,0 1-12 15,2 3 1-15,4 0-7 0,7 1-1 0,2 2 6 0,7-2-5 0,6 2 0 16,6-2-8-16,7-3-14 0,8-2-21 0,11-5-12 0,9-3-23 16,10-7-13-16,10-3-20 0,8-4-34 0,10-1-34 0,8-2-50 0,8-2-35 15,9-2-220-15</inkml:trace>
  <inkml:trace contextRef="#ctx0" brushRef="#br0" timeOffset="1182.03">4434 9854 525 0,'25'-14'148'0,"4"-2"-98"0,12-4 43 0,0 3 11 0,0 1 15 15,3 1 2-15,0 0-2 0,1 3-4 0,2 0-15 0,3 2-18 0,1 2-14 16,3 1-16-16,1 2-13 0,4 3-7 0,1 3-6 0,1 2-5 16,2 2-5-16,-1 3-8 0,2 1-6 0,0 2-1 0,1 1-13 0,3-1 8 15,2 2-4-15,-1 0 0 0,3 0 11 0,2 0-5 0,-1-2 4 16,1 1-6-16,-2-2 4 0,0 0-7 0,1-2 0 0,2-2 7 0,-1-1-4 15,-1-1 7-15,-1-1-4 0,-4-1-2 0,-2-1 7 0,-2-2 4 0,-2-2-5 16,0-1 2-16,-1-1 0 0,-3-2 1 0,0-1 4 0,-2 0 2 16,-2-2 0-16,-3 0-2 0,0-2-2 0,-3 0 3 0,-2-1-6 0,0-1 7 15,-1 0-1-15,-2 2-11 0,-1-2 3 0,-1-1-2 0,-2 1 1 0,-3 0 9 16,0 2-2-16,-5-2 2 0,-2 0 7 0,-1-1-4 0,0-1 4 16,-2-1 1-16,-1-1-1 0,-3-1 3 0,-4 0-17 0,0-2 1 0,-3 3 0 15,-2 0 2-15,-2-3 18 0,-3-1-7 0,1 0-3 0,-3-3-2 16,-2 1-9-16,-3-4 5 0,-3 0-8 0,-3-2-2 0,-4-1-5 0,-4-1-14 15,-4-3-8-15,-7-2-10 0,-6 0-9 0,-8-2-7 0,-7 2-10 0,-9-1 0 16,-5 1 1-16,-10 1 11 0,-7 1 16 0,-6 1 11 0,-8 1 14 16,-5 0 11-16,-6 0 4 0,-3 2 5 0,-5 4 2 0,-4 1 1 0,-7 5-2 15,-3 4 2-15,0 3 3 0,1 2 11 0,4 2 8 0,5 3 1 0,3 1-2 16,6 5-11-16,1 1-9 0,3 2 2 0,0 5-4 0,3 2 0 16,0 3-1-16,2 2-7 0,-1 2-2 0,2 2 3 0,-1 5-1 0,1 2 0 15,1 5 0-15,-1 2-6 0,0 3-10 0,4 0 1 0,1 3 5 16,5-1-2-16,2 1 4 0,6-1-8 0,6-1-14 0,5 0-7 0,6-2-8 15,3 1-13-15,6 1-14 0,7-2-25 0,5 0-33 0,8-2-28 0,6 2-25 16,5-1-20-16,6 3-23 0,4 1-187 0</inkml:trace>
  <inkml:trace contextRef="#ctx0" brushRef="#br0" timeOffset="2081.8">3454 13635 961 0,'-10'-2'67'0,"-1"1"-29"0,-1-1-6 0,4 1 9 0,3 1 11 16,1 0 5-16,0 0-2 0,0 0-18 0,1 1-14 0,1 0-11 0,1 1-10 15,-1-1-2-15,2 0-6 0,0 1-1 0,2 1 1 0,1 1 3 0,2-1 1 16,1 1 4-16,2 0-2 0,0 1 3 0,3 0 7 0,2 0 2 16,1-1 2-16,4 1 5 0,2-2 0 0,1 0-1 0,4-1 1 0,1-1-5 15,4 0 0-15,1 0-5 0,3-1-5 0,2 0 1 0,4 2-2 0,2 0 6 16,2 1 6-16,3 1 2 0,4 1 3 0,2 0-5 0,3 2 0 16,4 2-7-16,1 2 0 0,1 2-4 0,4 1-7 0,-1 1 2 0,1 2 0 15,2 1-1-15,1 0-1 0,3 1 3 0,1 2-4 0,-1-2-6 16,-1 0 7-16,-1 1-4 0,-1-2 3 0,0-2 4 0,-1 2-4 0,0-3 2 15,0 0-2-15,-2-4 3 0,-1-1-2 0,-1-1 2 0,0-3 0 0,0-1 3 16,-2-2 1-16,-2-3-4 0,-2 0 1 0,-1-3 1 0,-2-1-1 16,-2 0 6-16,-1-2 0 0,-3-1-2 0,1 1 0 0,-3-2 3 0,-1 1-3 15,0-1 2-15,0-1 3 0,1-1-9 0,-2-1 4 0,0 0 1 0,0 1-6 16,0 0 2-16,-1 1 2 0,-1 0 0 0,0 1 0 0,-4 0 6 16,1 0-8-16,1 0-2 0,-3 0-3 0,-2-2-2 0,2 1-3 0,-3 0-1 15,1-1-5-15,-1 1-8 0,-1-1 5 0,-2-2-1 0,-1-1 6 16,-1-1 2-16,-2 0-3 0,-3 1 6 0,-2-2-2 0,-5 0 4 0,-2 0 6 15,-3 0 2-15,-2-3 12 0,-3 0 9 0,-3-2 3 0,-3 0 2 0,-3-2-8 16,-4-1-9-16,-3-2-10 0,-4-1-6 0,-5 0-7 0,-5-5 2 16,-6 1 2-16,-5-5 2 0,-7 1 5 0,-3 0-5 0,-5 0-4 0,-6 0-2 15,-4 1 2-15,-4-2 1 0,-6 0 1 0,-4 1-3 0,-8-3-5 0,-4 0 2 16,-7-3-1-16,-4-3 9 0,-4 0-1 0,-2 2 5 0,-4 0 1 16,-3 0-4-16,0 2 5 0,0 2 5 0,2 5 10 0,-2 2 9 0,0 5 4 15,0 1-2-15,-1 4-6 0,0 2 3 0,1 4 2 0,4 3 0 0,3 4 8 16,1 3-8-16,3 4-8 0,1 3-5 0,3 3-3 0,5 4 8 15,8 3 9-15,4 2 7 0,6 3-9 0,5 2-13 0,6 1-7 0,7 1-2 16,8 0-7-16,5 2-14 0,7-3-30 0,7 3-48 0,8-1-59 0,6 2-57 16,9 1-64-16,7 0-91 0,10 1-139 0</inkml:trace>
  <inkml:trace contextRef="#ctx0" brushRef="#br0" timeOffset="3748.34">9940 6252 147 0,'-2'-7'100'0,"0"0"1"0,0-1 0 0,2 1-26 16,0 1-13-16,1 1-13 0,1-1-12 0,0 1-9 0,1 1-8 0,3-1-2 15,0 1 1-15,3-1 1 0,0 2-2 0,2 0-4 0,1 3 3 16,2 1-3-16,0 3 1 0,1 2 2 0,3 3-4 0,1 1 1 0,0 3-1 16,2 2-2-16,0 1-2 0,0 1 0 0,1 2-2 0,1 1-2 15,1 0 0-15,-1 1 0 0,0 1 0 0,-3-5 4 0,2 0 13 0,-1-2 13 16,1-3 20-16,3-1 17 0,1-5 9 0,4-4-7 0,2-5-8 0,4-5-9 15,2-7-8-15,5-7 0 0,5-7-7 0,2-7-2 0,3-6-6 16,5-4-2-16,2-5-5 0,2-5-4 0,2-2-6 0,0-1-6 0,0-1-6 16,1 4-16-16,-3 1 1 0,-1 2 6 0,-2 0 0 0,1-1 15 0,-1-2-9 15,1-3-11-15,0-2-5 0,0-3-17 0,3-1-13 0,2 0-18 16,1-2-30-16,2 3-19 0,0-1-19 0,2 2-14 0,0 3-13 0,-1 0-21 16,-1-1-7-16,-3 0-81 0,0-1-13 0</inkml:trace>
  <inkml:trace contextRef="#ctx0" brushRef="#br0" timeOffset="4665.34">8937 6773 3 0,'6'-4'4'0,"1"0"3"0,2 0 1 16,2 2 0-16,-1 2-3 0,1 0-1 0,0 1-2 0,0 1-1 0,1 0 2 16,1 0 0-16,-1 1-1 0,-1 1 1 0,1 0 1 0,0 1 3 0,0 0 4 15,0-1 12-15,-1-1 20 0,3-1 21 0,-1-1 19 0,1 0 12 16,1-1-6-16,-1 0-16 0,2-2-2 0,1 0-15 0,0-1-3 0,1 0 6 15,0 0 2-15,1 0 5 0,-2 0 4 0,1 1 9 0,0 1-8 16,-2 0 3-16,0 1 0 0,-1 0-12 0,0 1 3 0,-1 0-6 0,1-1-1 16,-1 0-5-16,0 0-3 0,-1-1-3 0,-2 0-13 0,1-1 1 0,0 1-6 15,1 0-3-15,0-1 1 0,1-1-5 0,2-2 0 0,2-1-3 16,1-2-2-16,4-1 0 0,1-5-5 0,2-1-2 0,3-2 2 0,2-1-12 16,4-2 6-16,3-2-5 0,2 0-2 0,3-1 1 0,1-1-6 0,1-2 1 15,2 0-4-15,2 0-2 0,0 1-2 0,3 1 0 0,0 0-11 16,0 2-16-16,2 3-23 0,0-2-32 0,1 3-26 0,1 1-40 0,2-2-53 15,2 1-60-15,0-2-280 0</inkml:trace>
  <inkml:trace contextRef="#ctx0" brushRef="#br0" timeOffset="5482.34">13573 7817 1899 0,'-24'-4'8'0,"1"1"17"16,1 0-14-16,11 0-15 0,7 0-18 0,4 1-12 0,1 0-8 0,3 0 2 15,2 0 4-15,2 0 10 0,2 1 5 0,3 0 6 0,4 1 2 0,2-2 1 16,3 0 2-16,3 0 2 0,2-3 0 0,3 0-3 0,2-3 1 16,4-1 4-16,0-2-2 0,4-2 5 0,2 0-1 0,3-4-2 0,5 0 1 15,3 0 1-15,3 3 3 0,2-1 1 0,1 1-8 0,1 1-2 0,0 1-6 16,-1-1-2-16,1 2 1 0,-4 1 2 0,-1 2-1 0,-2 0 4 15,-2 1 5-15,-2 1 5 0,-2 0-2 0,-4 0 4 0,-3-1-4 0,-1 1 4 16,-2-2 0-16,-2 0 2 0,1-2 1 0,-2 1 0 0,0-2 0 16,-2 0-2-16,1-2 2 0,-1 0-6 0,0-2 2 0,-1-1-2 15,-1-2-6-15,2 0-23 0,-2-1-46 0,0-2-49 0,-1 0-52 0,-3-1-48 0,1-2-40 16,-1 0-171-16</inkml:trace>
  <inkml:trace contextRef="#ctx0" brushRef="#br0" timeOffset="7564.85">9582 8474 379 0,'-7'-2'28'0,"0"-1"4"16,1 0 2-16,2 3 5 0,2-1-9 0,1 2-2 0,0 0-5 15,2 0-2-15,-1 2 2 0,1 0-1 0,0 1 4 0,0 2-3 0,2 1 1 16,-1 1 2-16,2 2-2 0,1-1 6 0,0 1-3 0,2 2 2 0,1 1 5 16,2 2-1-16,0 0 2 0,3 2-1 0,1 2-3 0,1 1-7 15,-2 0 0-15,3 0-7 0,0 1-1 0,1-1-2 0,0 0-1 0,-1 1-2 16,1-2-3-16,-1-1 3 0,-1-2 2 0,-1-5 6 0,0-2 11 0,-2-2 10 16,-2-3 11-16,-1-2 12 0,1-2 5 0,-1-3 0 0,0-1-2 15,1-3-3-15,1-3-5 0,0-1-7 0,4-6-13 0,2-4-9 0,2-2-7 16,3-4-13-16,4-2-2 0,3-3-6 0,3-3-2 0,3-6 4 15,4-3-8-15,5-5-5 0,4-3-13 0,3-6-24 0,5-3-13 0,3-5-26 16,7-4-53-16,6-3-83 0,7-8-111 0,6-3-349 0</inkml:trace>
  <inkml:trace contextRef="#ctx0" brushRef="#br0" timeOffset="28132.96">10599 10147 796 0,'-13'-7'103'16,"0"0"-38"-16,-2-3-31 0,4 3-14 0,2 0-9 0,2 3 3 16,1-1 0-16,1 2-3 0,2 0 2 0,0 0-7 0,1 1-5 0,1 1-9 15,1 0-8-15,0 1 0 0,1 1 2 0,0 0 3 0,2 1 7 0,0 1-1 16,0 1 2-16,2 2 4 0,0-1 1 0,2 2 5 0,0 2 1 15,0-1 5-15,0 2 9 0,1 2 10 0,1 0 15 0,-1 3 18 0,2 0 18 16,0 1 13-16,2-1 12 0,-1 1 4 0,1-1-3 0,0-1-7 0,0 1-2 16,2-3-11-16,0 0-9 0,1-2-2 0,3-1-9 0,-1-1-5 15,1 0-5-15,-2-4-3 0,3 1-9 0,0-1-5 0,3-2 0 0,4 0-10 16,0-2 1-16,5-2-9 0,1-2-13 0,2-1-3 0,2-2-4 16,5-3-11-16,3-2-12 0,2-4-46 0,5-4-56 0,2-4-65 0,5-7-100 15,6-7-168-15,7-8-577 0</inkml:trace>
  <inkml:trace contextRef="#ctx0" brushRef="#br0" timeOffset="30216.96">9109 11095 1062 0,'-13'-1'87'0,"1"-2"15"16,-3-1-11-16,6-1-15 0,5-2-13 0,3-1-12 0,1-2-8 15,1-2-4-15,4-1-10 0,2-1-3 0,4-3-5 0,3-1-3 0,3-2-4 16,3 0-7-16,5-2 3 0,2 1-3 0,3 1-2 0,3 1-9 0,2 2 1 16,1 3 2-16,2 2 4 0,0 3 10 0,2 3-4 0,1 4 4 15,-2 2-8-15,0 2 3 0,2 5 0 0,-2 3-2 0,-1 3 16 0,-1 3 1 16,-4 3 7-16,0 2 12 0,-4 0 1 0,-1 2 4 0,-3-1 4 16,-1-1-8-16,0-2-11 0,-4-2-3 0,1-1-9 0,-2-2 1 0,-1-2 2 15,1-1-4-15,-2-3-1 0,0 0-4 0,1-4-4 0,1-1-2 0,2-3-2 16,0-4-2-16,3-4-14 0,0-4-10 0,3-7-16 0,2-5-24 15,3-5-24-15,1-8-36 0,2-7-33 0,1-6-29 0,2-7-34 0,1-6-53 16,3-4-50-16,2-6-171 0</inkml:trace>
  <inkml:trace contextRef="#ctx0" brushRef="#br0" timeOffset="37117.26">10728 11492 755 0,'-4'-10'79'0,"1"0"-45"0,-2-3-20 16,0 4-8-16,1 2 1 0,1 1 10 0,0 1-4 0,0 1 11 15,0 1 4-15,-1-2-2 0,1 1 4 0,-2 0-9 0,1-1-8 0,0 0-2 16,0 1-1-16,0 0 6 0,0 0 8 0,2 1 3 0,-1 0 10 0,1-2-3 16,0 1 3-16,1-1 5 0,1-2-1 0,0 1 2 0,1-3-8 15,1 1-4-15,2-1 1 0,1 0-3 0,2-1 2 0,0 1 3 0,2 2-5 16,1 2 1-16,0 3 6 0,2 4-5 0,-1 3 8 0,0 2 7 0,0 4-4 16,0 1 1-16,0 4-6 0,1 5-8 0,0 2-6 0,1 1-12 15,0 2 9-15,0-1-13 0,3 1 1 0,2-1 2 0,2-2-13 0,2-2 6 16,0-4-1-16,2-3 0 0,3-5-2 0,1-4 3 0,4-6 6 0,2-5 3 15,5-6 4-15,2-6-7 0,3-6-2 0,3-4-12 0,2-5-3 16,1-4 5-16,3-4-3 0,3-2 2 0,1-2-2 0,2-2-2 0,1 0-6 16,-1-1-9-16,1-2-20 0,0-2-28 0,-1 0-16 0,-1-3-22 15,-1 0-20-15,1 0-5 0,0-1-11 0,-1 1-8 0,-1 0-9 0,-3 1-26 16,0 0-75-16,0 0-159 0</inkml:trace>
  <inkml:trace contextRef="#ctx0" brushRef="#br0" timeOffset="37617.26">7607 12443 1318 0,'-15'-4'683'0,"-1"-2"-618"0,0-1-41 0,6 2-15 0,5 1 2 15,2 2 1-15,1 2 2 0,1 1 1 0,1 2-4 0,1 1-3 16,1 1-1-16,2 3-6 0,1 1-2 0,2 1 2 0,3 3-4 0,2 3 0 15,1-1 5-15,2 2-4 0,0 0 1 0,0-3 2 0,1-1 1 16,2-2-1-16,2-3 4 0,3-5-4 0,4-3-1 0,3-5 6 0,2-3-6 16,2-4 3-16,5-2-2 0,3-5-2 0,5-3 1 0,6-3-1 0,4-5-2 15,4-3-12-15,4-5-15 0,3-3-36 0,6-4-45 0,3-2-76 16,5-2-102-16,3-3-104 0,6-3-327 0</inkml:trace>
  <inkml:trace contextRef="#ctx0" brushRef="#br0" timeOffset="43584.48">9894 14512 560 0,'-3'7'102'16,"1"1"-39"-16,0 1-22 0,0 0-7 0,2-1-8 0,1-1-11 0,2 0-2 16,1 0-3-16,2 0-4 0,0 0 0 0,2 0-6 0,1 0 0 15,2 0 0-15,3-1 0 0,0-1-3 0,0 0-1 0,2 0 0 0,1 0 2 16,1-1 3-16,-1 0 2 0,2 0 0 0,0 0 1 0,0 0 1 0,2 0 0 15,-1-1 0-15,0 1-5 0,1-1 4 0,1 0 3 0,-1 1-3 16,3-1 5-16,2 0-3 0,-1-1 2 0,2 1 4 0,-2 0 4 0,1 0 6 16,0 1 1-16,2 0 9 0,1-1 0 0,2 2 7 0,0-2-4 15,2 0-13-15,0 0-5 0,3-1-8 0,-2 1-4 0,4-1 5 0,0 0-1 16,-1 0-4-16,3-1-1 0,-1 1 2 0,1-1-2 0,2 0 4 0,-1 0 1 16,-2-1 3-16,-1-1 0 0,-1-1 5 0,1-1 8 0,-1-1 9 15,-2-1 2-15,0-2-5 0,-4 0 1 0,1-2-10 0,-2 1-1 0,0 0-4 16,-3-1-2-16,0-1 2 0,-2 0-2 0,-2 0-2 0,-1 0-2 0,0 0-1 15,1 0 0-15,-1-2 3 0,-2-1-5 0,1-1-8 0,-2 0-2 16,0-1-2-16,-1-2 0 0,1-1 4 0,-2-2-5 0,2-1 2 0,1-1-1 16,-2 0 4-16,0-1 6 0,0 1 0 0,-1-3-2 0,-1 1 2 15,0 1 3-15,-2-2 5 0,-1 0 4 0,-2 0 5 0,-4-2 0 0,0 2 7 16,-2-2 4-16,-2 3 0 0,-2-2-2 0,-2 0-6 0,-1 1-6 0,-2-2-6 16,-1 1 5-16,-1 0-3 0,0 1-5 0,-1 0 11 0,-1-1-2 15,-1 2 8-15,1-2 14 0,-2 0-1 0,1 0 2 0,0 0-2 0,-1 2 1 16,1-1 1-16,-1 2-5 0,0-1-2 0,0 1-8 0,0 0 3 0,-2-1 1 15,0 2-2-15,0-1-9 0,-1 1-4 0,0 2-7 0,0 1 2 16,-2 0-4-16,-1 3 0 0,0-1-5 0,-3 1-6 0,-3 0 0 0,-1 2-10 16,-3-1-2-16,-3 1 1 0,-1 0-8 0,-2 0-3 0,-4 2-6 15,-2 0-4-15,-4 0 0 0,-3 2 13 0,-2 0 10 0,-2 3 6 0,-1 1 6 16,-2-1-5-16,1 0-4 0,-1 1 8 0,0 0 1 0,1 0 0 0,0 0 3 16,1-2-3-16,2 2 4 0,-2 0 13 0,2-2-1 0,1 0-2 15,-2 0-1-15,3-1-8 0,1 0 1 0,1 0-1 0,-2 2-4 0,2-2 4 16,0 2-4-16,0 1 2 0,3 1-1 0,1 1 1 0,0 2-2 0,1 2-1 15,1 3 5-15,-2 3-2 0,1 4-3 0,0 4 1 0,-2 4-8 16,3 8-2-16,0 3-14 0,-1 8-1 0,-2 7-15 0,-2 6-21 0,-4 7-33 16,-3 7-76-16,-3 9-137 0,-4 8-358 0,-3 5-95 0</inkml:trace>
  <inkml:trace contextRef="#ctx0" brushRef="#br0" timeOffset="54305.63">5435 16185 927 0,'-9'-7'35'0,"1"1"16"0,0-1-8 15,5 3-6-15,4 2-11 0,1 0-1 0,3 0-7 0,1 0-1 0,2 0 6 16,2 1-13-16,3-2 5 0,2 1-4 0,2 0 2 0,3 0-2 16,1 1-2-16,1 0 1 0,3-1 1 0,-2 1 2 0,2 0-4 0,-1-2-2 15,2 2 2-15,-1-1-1 0,-2 0 4 0,1 1 3 0,-2-1-5 16,2 0 2-16,0 1 0 0,1-2 6 0,0-1 3 0,-1-1-1 0,2-1 3 15,-2 1-1-15,0 0 7 0,0 0 4 0,-1-2 4 0,2-1-1 0,2 0-3 16,-1 1 3-16,3 1-7 0,-1-1-1 0,2 1-8 0,-1-1-3 16,0 3 2-16,0 0-2 0,3 1-1 0,-2 2-7 0,2 0 0 0,-1 0-3 15,0 0 1-15,0 0 3 0,0 0-1 0,-1 0 2 0,0 0-11 16,-2 1 4-16,0-1 2 0,1 1-5 0,0 0 3 0,0 0-4 0,1 1 3 16,-1 1 2-16,0 0 1 0,2-1-3 0,-1 0-1 0,0 0 3 0,-1-1 3 15,0 0 2-15,-1 1-6 0,1-1 7 0,-1 1-6 0,2 0 9 16,0 1 9-16,2 0 1 0,2 0 19 0,1 1-10 0,-2-1-3 0,0 0-1 15,-1 1-8-15,0-1 2 0,-1 1-4 0,-1 1 1 0,0-1 1 0,-1-1 1 16,1 1-1-16,-1 0-3 0,-1 1 2 0,1 0 1 0,-2-1-1 16,1 1-3-16,-2-1-7 0,0 0 0 0,-2 1 0 0,1-1-1 0,1-1-6 15,0 1-3-15,1-1 9 0,-2 1-4 0,1 0 4 0,-2 0-9 16,0-1-1-16,2 0 2 0,-1 1-4 0,1 0 13 0,1-1-4 0,0 1-3 16,0-2 0-16,1 0-15 0,1 0 9 0,-2-1 7 0,2-1-5 0,0 1 2 15,0-1 2-15,0 0-4 0,1-2 10 0,-1 0-1 0,1 0-6 16,2 0 4-16,-1-1-5 0,1 0 7 0,0 0 3 0,-4 0-3 0,2 1 3 15,-3-1-1-15,3 0-1 0,-3 1 4 0,2 0 3 0,0 0 3 0,-1 0-15 16,0 0 4-16,2 1-4 0,-1 0 0 0,2 0 10 0,-1-1-19 16,1 2 12-16,-1-1-4 0,1 0-1 0,-2 2 4 0,3-1-3 0,0 2 2 15,3-2 3-15,-2 1-3 0,-1 1-5 0,-4 0 5 0,1 1-8 0,-3 0 6 16,2-1 0-16,-1 1-8 0,0-1 14 0,1 1-16 0,0 0-1 16,1 1 11-16,0-1-8 0,1 1 5 0,-1 0 4 0,0 1-8 0,1-1 4 15,1-1 2-15,-2 1-2 0,3 0 0 0,-1-1 0 0,1 1 8 0,-1-1-3 16,-1-1-2-16,-2-1 4 0,0 1-1 0,-2-1 7 0,2-1 4 15,0 0-2-15,-1-1-1 0,2-1-4 0,-1 0 2 0,2 0 1 0,-3-2-15 16,1 0 14-16,0 0-4 0,1-2 2 0,0 1 9 0,1-1-14 16,-1 0 5-16,1 0-5 0,-1 0-2 0,2 1 14 0,-2-2-15 0,2 2 1 15,-2-2-6-15,1 0-6 0,-2 1 9 0,1-1 7 0,1 0-7 16,-1 0-2-16,1-1 6 0,-3 0-16 0,1 0 12 0,-1-1-5 0,2-1-10 16,-1 2 15-16,0-1-2 0,-2 1 4 0,-1-1 1 0,-3-1-1 0,-2 1 3 15,0 0-8-15,0 1 9 0,-2-1-2 0,1-1 9 0,0-1 6 16,-2 1-9-16,1 1 5 0,-1 0-8 0,-3-2-2 0,-1 1 4 0,-1 0-9 15,-1 1 0-15,-1 1 1 0,-1-1-1 0,-1 0 4 0,-3 0 1 0,0 0-5 16,-1 0 3-16,-1 1 2 0,-1-1-1 0,-2 0 6 0,-1-1 0 16,-2 2 2-16,-1-1-6 0,-1 0-5 0,-1-2 3 0,-2-1-6 0,-4 0-1 15,-1 0 1-15,-3 0-10 0,-2-1 0 0,-4 0 0 0,-2-1 0 0,-1 1 8 16,-1 1-1-16,0-1-2 0,-1 1 4 0,0 0 3 0,-1 1 2 16,0 1 3-16,0 0-5 0,0 1-2 0,1-1 11 0,-2 1-1 0,0 1 6 15,-2-1-2-15,0 0-12 0,-2 0-3 0,0 1 1 0,-2-1 2 16,-1 2-2-16,-3 0 0 0,-4 0 1 0,0 2-6 0,0 0 10 0,0 1-1 15,-1 1-2-15,0-1 0 0,-1 1 0 0,0 2 5 0,-1 0 0 0,0 1-1 16,0 2-8-16,-1-1-6 0,3 2 7 0,2 0-4 0,1 0 0 16,-1 1 2-16,1 0-11 0,1 1 8 0,-1 0-2 0,0 1-2 0,0 0-2 15,-1 1 4-15,2 0-3 0,1 2-2 0,-1-2 3 0,-1 2-8 0,0 0-2 16,0-1-8-16,-1 1 1 0,0-1-1 0,-1-1-6 0,0 1 4 16,0-1 3-16,-2 0-5 0,0 1 12 0,-1-1 0 0,-2 0 1 0,0-1 12 15,-1 1 1-15,0-2 5 0,2 0 1 0,-1-2 2 0,-1-1 3 0,1 1-1 16,1-2 4-16,2 0-3 0,1 0-1 0,0-1 2 0,2-1 0 15,-2 0-1-15,2-1 0 0,-1 0 2 0,2 0-1 0,-1-1 4 0,2 0 0 16,0 0 2-16,0 0-1 0,1-1 3 0,-1 0-8 0,-1-1 4 16,2 1-1-16,2 0-2 0,0 0 1 0,3-1-3 0,-2 0 2 0,1 0 1 15,0-2-1-15,-1 1 2 0,2-1-7 0,-2 0 5 0,-1 0-9 0,-2-1 4 16,-1-1-1-16,-1 0-9 0,-1 0-6 0,-3-1-3 0,0 1-2 16,0-3 0-16,0 1 5 0,3 0 5 0,2 0 11 0,-1 2 2 0,3-2 7 15,0 0-2-15,0-1-9 0,1 1 7 0,0 1-3 0,1-1-1 0,0 1-1 16,-1 0-1-16,-1 1-1 0,-2 0 2 0,-1 2 5 0,0-1-5 15,0-1-2-15,-3 1 1 0,2 1-3 0,-2 1 12 0,0 0 0 0,-1 0-3 16,-1 2 1-16,-1 0-9 0,-1 0 0 0,-4 2-2 0,-3 0-4 16,0 0-1-16,-1 1 4 0,1 0 6 0,1-1 1 0,1 2 3 0,0-1-1 15,2 1-5-15,2 0 4 0,1 0 1 0,2 0 0 0,3 2-6 0,2-1 1 16,2 1 6-16,0 0-8 0,2 1 12 0,2 2-8 0,-1 0-3 16,3 0 2-16,1 2 1 0,1-1 3 0,1 2-6 0,2 0-4 0,-2 2-2 15,1 3-6-15,-2 1 6 0,0 0 1 0,0 0-3 0,1 2 3 0,0 2-3 16,0 1 1-16,0-1 0 0,1 3-10 0,-5-2 3 0,2 1 3 15,-2 2 10-15,2 1 13 0,0-1 0 0,1 0 0 0,1-1-7 0,2-1 1 16,1-1-3-16,4-1 1 0,0-2 4 0,2-1-8 0,3 1 8 0,1 0-5 16,2-1-3-16,1-1 4 0,3 0-6 0,0 0 4 0,3 1-1 15,0-2 4-15,2 0-2 0,1 0 0 0,1-1 0 0,1 1 1 0,1-2 3 16,1-1-6-16,1 2 2 0,0 0-2 0,1 0 1 0,2-2 4 0,0 0 0 16,2-2-4-16,-1-1 2 0,1 1-1 0,3 1 0 0,-1 0 5 15,3-1-5-15,0 1 3 0,3 0-8 16,0 0 2-16,1-1 3 0,2 0-5 0,-1 0 10 0,2 0-10 0,1-1-1 0,-1 2 3 0,3-1-6 15,1 1 3-15,-1 0-3 0,1 0-1 0,0 0 3 0,-1 0-1 0,0 1-3 16,1-2 1-16,-2 0-4 0,2 0 2 0,-1-1 4 0,-1 0 1 16,0-2-5-16,0 0 4 0,-2 0-5 0,0-2 7 0,2 1 6 0,0-1 0 15,-1-1 1-15,2 1-1 0,0-1 0 0,0-1 2 0,2 1 1 0,-2 0-6 16,1-1 0-16,1 2 0 0,-1-1 3 0,1-1 1 0,-1 1 4 0,0-1-4 16,0 1 8-16,1-1-1 0,1 0-4 0,0 0 2 0,2-1 0 15,0 2-3-15,1-2 5 0,0 2-2 0,2-2 1 0,2 0 4 0,0 2 0 16,1-2 1-16,-3 2-9 0,1 1 3 0,-1-1-1 0,1 1 2 15,-1 1 1-15,3-1-2 0,-1 1-3 0,0-1-7 0,1 1 7 0,1-1 1 16,-2 0 7-16,2-1 0 0,-1-1-6 0,0 0-1 0,-1-1 2 0,2-1 5 16,-1 0-1-16,3-2-6 0,-2 1 4 0,1 0-3 0,-2-1 4 15,-3 1 5-15,-1 0-4 0,1-1 4 0,-4 2-1 0,2-2-1 0,-2 2 9 16,1-1-7-16,0 1-2 0,-2 0-1 0,2 0 3 0,-2 0-3 16,1 0 4-16,-1-2-5 0,-1 1-9 0,0 0 3 0,-1-1-1 0,-1 0 0 15,1 1 0-15,-2-1 4 0,-2 0-7 0,1 0 3 0,-2 0-1 0,1 1-7 16,-2-1 6-16,1 2-2 0,1-1-6 0,-2 1 4 0,2 1-10 15,-1 1-10-15,1 0-10 0,0 3-18 0,1 0-25 0,2 1-35 0,2 3-50 16,4 2-64-16,1 2-103 0,2 1-143 0,4 2-374 0</inkml:trace>
  <inkml:trace contextRef="#ctx0" brushRef="#br0" timeOffset="103254.28">5858 14498 936 0,'-9'-3'159'0,"-1"1"-47"16,-1-2-52-16,1 1-17 0,2-1-8 0,0 1-1 0,-1-1-1 0,2-1-5 15,-1 1-1-15,0-1-8 0,0 1-6 0,-1-1-6 0,-1 1-6 16,-1 0 1-16,0 0-2 0,-1 2 0 0,2-1-5 0,-2 1 2 0,1-1 3 15,-1 1 3-15,-2 1 3 0,0 0-4 0,-2 0 1 0,-1 1 5 16,0 1 1-16,-2 1 3 0,-2 1 2 0,-2 1-6 0,-1 0 0 0,-2 0-2 16,-2 2 1-16,0 0 5 0,-1 0-1 0,-3-1 0 0,2 0 8 0,-3 0 3 15,0-1-1-15,0 0 4 0,1-1-10 0,2 0 2 0,1 0 10 16,-2-1 6-16,3 0 7 0,0 0 5 0,4 0 6 0,-1-1-1 0,3 2 2 16,-1 1-8-16,2-1-10 0,0 1-1 0,0 0-8 0,1-1 1 15,-2 3-5-15,3 0-5 0,-1 1 3 0,1 2-10 0,0 0 12 0,-1 1 0 16,0 1-3-16,2 0-1 0,0 2-14 0,1-1 1 0,2 1-2 0,-1 1-2 15,-1 1 0-15,1 1-2 0,1-2 1 0,2 2 1 0,1 0-3 16,1 0-5-16,0 0 4 0,2 1-7 0,2 1 2 0,-1 0-1 0,1 0-4 16,0 1 1-16,2 0-5 0,0-1 1 0,2 0 3 0,1 0-4 0,1-1 3 15,0 0 1-15,1 1-1 0,2-1 5 0,-1-1 1 0,3 1-5 16,-1-1-1-16,2 0 4 0,1-1-2 0,2 1 6 0,2-1-6 0,-1 1 5 16,3-1 2-16,2-1-4 0,1 0-6 0,1-1 2 0,2-1 10 0,1 3 8 15,1-1 8-15,-1 0-7 0,1-3-5 0,1 1-3 0,0 0 3 16,2 0 6-16,1 0 1 0,2-1 3 0,0 0 1 0,0 1-3 0,3-1 0 15,-2 0 4-15,4-1-2 0,-2-1 1 0,2 0-4 0,1 2 2 16,1 0 1-16,1 0-3 0,1-1 0 0,1-1-4 0,1 2 0 0,3-2 3 16,1 0-3-16,0 1 1 0,3-2-2 0,-1 1-5 0,3-3 6 0,1 1-8 15,1-2 3-15,0 0 3 0,0-1-2 0,0 0 1 0,0-1 4 16,1 0-3-16,0 1 8 0,1-2-2 0,0 1-1 0,0 0 0 0,-2 0-1 16,1 0 5-16,0-1-4 0,-1 0-2 0,2 0 4 0,0 0-3 0,-2 0 1 15,1 2 5-15,1-1-4 0,0-1 4 0,1-1 2 0,0 1 5 16,0 0-1-16,-1-1-5 0,1 1-3 0,-2-1-2 0,1 0-4 0,-2 0 8 15,1 0 0-15,0 0-2 0,0-1 5 0,4 1-11 0,-3-1 0 16,3 0 1-16,1 1-1 0,0 0 4 0,2-2-1 0,0 0-9 0,0-1 1 16,0-1 5-16,-1 2 0 0,1-2 8 0,-2 2-5 0,0 0 2 0,-2 0 3 15,-2 0-2-15,-1 1 4 0,1 0-7 0,0-1-3 0,0 1 0 16,1-1 0-16,0 1 5 0,0 1-10 0,1-2-2 0,0 0 2 0,0 0-9 16,1 0 13-16,0 0 2 0,0-1-5 0,-1 1 4 0,0 1-8 0,1 1-7 15,-2-1 15-15,0 0-5 0,0 0 6 0,0-1-1 0,-1 0-5 16,3 1 5-16,-2-1 2 0,1-1 1 0,-1 0-6 0,0-1 2 0,1 0-2 15,0-1 0-15,2 0 0 0,-2-2 0 0,2 0-2 0,-2-1 4 16,-2 0 2-16,2 0-2 0,0 0 3 0,0 1-1 0,0-1 1 0,1 1 4 16,0-2-1-16,1 2-11 0,-2-1 2 0,-1 0-4 0,-2 3 5 0,-2-1 8 15,0 2-10-15,1-1 5 0,1 0-4 0,-2 1-2 0,-1 0 6 16,-3 2-2-16,0-1-2 0,-1 0 1 0,0 1 3 0,0-1-14 0,0 0 3 16,-1 0 2-16,1-1-5 0,0 0 12 0,0 0-1 0,0-1-4 0,2-1 7 15,-2 0-3-15,-2 0 3 0,2-1 3 0,-3-1-4 0,0-2-2 16,3 1-3-16,-2-1 1 0,0 0-12 0,2-2 5 0,-3 0-5 0,0 1-2 15,0 0 11-15,-3 0-5 0,-1 1 5 0,-2 0-3 0,0 1-4 16,-2 1 9-16,0 0 0 0,-3 0 0 0,1 2-3 0,-3-1-2 0,-2 0 2 16,-1 1 1-16,0 1 8 0,-2 0-1 0,0-2-1 0,0 1-5 0,-1-1-1 15,-1 1-1-15,1-1 8 0,-1 0-2 0,-2-1-3 0,2-1 0 16,-2-2-8-16,1-1 5 0,-2 1 0 0,0-2-2 0,0 0 1 0,-1-1-2 16,-3 0-2-16,2 0-1 0,0 0-9 0,-2-1 6 0,-2 0 0 0,1 0-4 15,-3 1 6-15,0 0-5 0,-1 1 5 0,-2-1 4 0,0 1 3 16,-2 1 5-16,-1-2-2 0,-1 2-6 0,-3 0 6 0,-2 0 3 0,-1 0 5 15,-1-1 4-15,-1-2-8 0,-2 0 2 0,-3 0 0 0,-1 0 7 16,-4-2 0-16,-3 0-7 0,-1 0-1 0,-5-2-5 0,-3 0 0 0,-2-1 6 16,-3 0-6-16,-4-1 0 0,0-1 3 0,-4 1 0 0,-2-1-3 0,-1 0-6 15,-4 0 5-15,0-1-1 0,-3 0 1 0,-4-1 7 0,-1-2-7 16,-4 3 8-16,-2-1 6 0,1 2-1 0,0 2 4 0,0-1-8 0,-2 1-2 16,-2 2 4-16,1 0-3 0,-4 0 1 0,-1 1-4 0,-3 3 4 0,-4 0-4 15,-2 0 2-15,-3 1-3 0,-4 1-4 0,-1 2-4 0,-3 2 2 16,-2 0 2-16,-1 1 1 0,-1 2 2 0,-4 0-10 0,0 2 2 0,0 0-5 15,-3 1 2-15,2 0 6 0,0 1 1 0,-3 0 3 0,1 1-2 16,-1-1-5-16,-1 0 11 0,2 0 2 0,-1 0 5 0,1-1 8 0,1 0-11 16,-1-1 4-16,5-1 3 0,0 0 5 0,0-1 3 0,2 0-5 15,-3 0-4-15,5 0-8 0,0-1-1 0,4 0-6 0,-4 2-15 0,-6-1-5 16,-1 0 2-16,0 0-2 0,11-2 12 0,9 0-6 0,6 0-12 0,3 0-18 16,-2-1-11-16,0 1-16 0,1-1-34 0,2 0-63 0,-1 1-92 0,0 3-96 15,-1 4-389-15</inkml:trace>
  <inkml:trace contextRef="#ctx0" brushRef="#br0" timeOffset="126175.47">6874 16345 1115 0,'-21'7'227'0,"-2"-2"-145"0,-7 2-49 0,3-2-25 0,2-2-2 0,2 1 4 15,-1-1-4-15,0 0-2 0,-1 0-2 0,1-1 0 0,0-1-3 0,-2 0 1 16,2-1-13-16,-2 0-15 0,-1-2-11 0,1 1 2 0,-2-1 4 16,1-1 12-16,1 1 19 0,-1-1-1 0,0 1 17 0,-1 0-2 0,-3 1-3 15,1 0-2-15,0-1-7 0,-1 2 1 0,0 0 3 0,-1 0 3 0,-1 2-9 16,-1-1 7-16,0 2 0 0,0-1 5 0,-2 0 4 0,2 1-14 16,-3-2 10-16,0 2-5 0,0-2 4 0,-2 0 12 0,3-2-12 0,0 0 8 15,-1-1-3-15,0-1-3 0,-1-2 1 0,1 1-4 0,-2-1-5 0,0 0 0 16,-1 1-1-16,-1-1 1 0,-1 1 2 0,-1 1-16 0,-2 1-2 15,-3 1 1-15,2 2 0 0,-3 1 4 0,0 2-7 0,0 2-1 0,-3 1-1 16,-2 1-8-16,0 2 1 0,-1 2-12 0,-1 2-5 0,-1 3-2 16,-1 2-1-16,0 1 13 0,0 3 8 0,-1 2 17 0,3 3 6 0,0 3 3 15,1-1 9-15,2 1 4 0,2-1 13 0,3 0 2 0,3-1 6 0,3 1-3 16,2-2-10-16,3-1-4 0,2-1-15 0,2-1-6 0,4-1-4 16,3 0-3-16,1 0-2 0,3-1 0 0,-1 2-2 0,4 0 0 0,3-1 3 15,1 2-3-15,9-14-1 0,-1 4 4 0,1 0-4 0,-1 4 3 0,2 0 4 16,1 4 1-16,1 0 5 0,2 4-8 0,1 2 3 0,2 0-4 15,2 3 0-15,3 0 0 0,1 1-1 0,1 0 1 0,3 2-1 0,1 2 0 16,2-2-8-16,2 2-2 0,2-2-5 0,2-1 18 0,-9-17-8 16,3 1-7-16,1 0 6 0,1 2-18 0,4-1 6 0,2-1-6 0,0 0 14 15,6 1 5-15,-1-1 7 0,6-1 22 0,0 0-14 0,5 0 9 0,2-2 1 16,3 0-1-16,3-1 7 0,5 1-10 0,1-3 1 0,2-1 0 16,1 0-6-16,3-2 8 0,2-1-8 0,2-1 2 0,1 0-2 0,3 0-4 15,1-1 5-15,1 1-6 0,3 1 10 0,1-1-9 0,2 0-4 0,2 0 0 16,0 1-3-16,4 1-3 0,1-1-8 0,1 1-1 0,3 0-22 15,1 1-22-15,3-3-29 0,1 2-28 0,2-2-1 0,1-1 12 0,3-1 23 16,-1-1 28-16,4-2 18 0,1-1 17 0,1-3 11 0,2 0 2 16,0-3 2-16,2-2 2 0,1-1 3 0,1-3 3 0,1-1 5 0,0-2-1 15,1-1 2-15,0-3 6 0,2-1 11 0,0 1 24 0,-1-3 21 0,2-1 16 16,-2 0 2-16,8-4-6 0,99-20-8 0,-16 2-12 0,-15-1 2 16,-14 2-1-16,-18 2-2 0,-14 0 7 0,-15 3-5 0,-24 2-5 0,0 2-7 15,-3-3-5-15,-2-3-8 0,-2 1-1 0,-1-2 7 0,-4-2-6 0,-1 0 3 16,-3-1-15-16,-4-3-1 0,7-6-8 0,54-36-5 0,-26 8-3 15,-27 11-10-15,-31 19-8 0,-5 0-27 0,-5-3-39 0,-6-2-60 0,-7-1-61 16,-6-2-74-16,-8-1-130 0</inkml:trace>
  <inkml:trace contextRef="#ctx0" brushRef="#br0" timeOffset="128123.47">16744 9848 1104 0,'-60'23'108'0,"-8"10"-41"16,-20 13 4-16,4 8-9 0,10 4-30 0,-1 10-7 0,0 6-5 15,2 6 0-15,1 6 8 0,0 6-5 0,1 2 4 0,1 1-7 0,3-1 4 16,5 0 7-16,5-2-7 0,6-3 4 0,8-7-9 0,7-5-14 0,10-5 3 16,8-7-19-16,9-4-2 0,9-6-4 0,8-6-22 0,8-3-20 15,7-4-37-15,10-4-38 0,7-2-15 0,8-3 8 0,8-4 18 0,7-3 19 16,6-4 18-16,7-5 17 0,1-1 23 0,4-3 20 0,3-3 17 0,0-2 10 16,0-2 6-16,0-1 26 0,-3-3 38 0,-1 0 43 0,-3-2 44 15,-3 0 24-15,-4 0 11 0,-4 1 4 0,-4 1 1 0,-2 0-5 0,-6 3-22 16,-6 2-24-16,-5 3-32 0,-3 3-19 0,-4 3-22 0,-3 4-23 0,-3 6-16 15,-5 2-17-15,-2 5-8 0,-6 5 11 0,-4 5-3 0,-3 7-7 16,-5 6 7-16,-5 6-16 0,-4 6 5 0,-6 4-4 0,-2 6-1 0,-7 3-11 16,-3 4 8-16,-5 6 1 0,-5 3 1 0,-2 6 6 0,-5 0-12 0,0 2 0 15,-2 0 5-15,-1-4 7 0,1-3-2 0,2-5 1 0,1-8-11 16,6-9-8-16,3-9-16 0,5-10-40 0,5-9-60 0,4-10-99 0,7-10-100 16,4-12-131-16,4-10-148 0,6-11-111 0</inkml:trace>
  <inkml:trace contextRef="#ctx0" brushRef="#br0" timeOffset="128490.48">18457 10125 2608 0,'0'-14'142'0,"1"3"-81"0,5-1-16 0,3 8-23 16,6 6-19-16,6 6-13 0,5 5-17 0,6 10 7 0,3 8 0 15,4 8-9-15,3 10 12 0,0 7-16 0,-2 9 4 0,1 8 0 0,-3 7-8 16,-2 7 2-16,-1 6-10 0,-3 4 8 0,-2 4 4 0,-2 5 6 0,-2 1 4 15,-2 1-1-15,-2 0-19 0,-2 1-22 0,-3 0-21 0,-2-4-21 16,-3-5-2-16,-2-7-4 0,-1-11 10 0,-1-9 23 0,-1-10 18 0,-2-9 20 16,1-10 21-16,-2-11 5 0,0-9 9 0,-1-8-2 0,1-9 3 0,-2-3-3 15,-1-6 1-15,-1-3 0 0,-3-7-9 0,-2-6-10 0,-2-8-20 16,-3-7-1-16,-2-9-1 0,-2-7 10 0,-1-8 14 0,-1-4 2 0,0-2 10 16,-2-3 3-16,0-3 3 0,-1-1 6 0,-1-2 0 0,-2 0-2 15,-1 2 9-15,-4 0 3 0,0 3 5 0,-4-1 5 0,-1 1-1 0,-1 1 2 16,-2 2 6-16,-1 2 7 0,0 1 0 0,-1 1 7 0,1 3 5 0,3-1 2 15,0 2 4-15,5 3-8 0,3 3-6 0,3 5-12 0,4 5-4 16,2 1-7-16,4 5-8 0,3 3-1 0,5 3-2 0,2 5 2 0,4 4 0 16,4 4 3-16,3 3 5 0,4 2 4 0,3 3 8 0,2 2-3 0,5 2 0 15,2 2-7-15,1 1-10 0,6 1 2 0,2 1-3 0,4 0-3 16,5-2-5-16,2 0-6 0,3 0-28 0,4-1-37 0,1-1-49 0,1 0-70 16,2 1-83-16,-2-1-148 0,0 2-146 0</inkml:trace>
  <inkml:trace contextRef="#ctx0" brushRef="#br0" timeOffset="128643.48">19949 9981 3022 0,'-16'-22'120'0,"0"2"-14"15,-1-1-37-15,2 6-29 0,4 5-29 0,2 2-6 0,1 1-12 16,2 4-16-16,2 2-19 0,0 3-13 0,-1 3-21 16,-1 3-3-16,-1 5-7 0,1 6-15 0,-2 4-10 0,1 7-18 0,1 4-13 0,-1 6-9 0,1 5-17 15,-1 3 3-15,0 3-21 0,-2 4-36 0,-1 4-48 0,-1 5-73 16,-3 3-153-16,-2 1 44 0</inkml:trace>
  <inkml:trace contextRef="#ctx0" brushRef="#br0" timeOffset="128839.48">19949 9666 3121 0,'-3'-16'143'0,"1"3"-72"0,1-2-31 0,5 9-27 16,4 1-15-16,6 2-9 0,4 3-5 0,7 3-9 0,4 3-13 0,4 8-2 15,0 5-2-15,2 5-6 0,-1 5-6 0,1 7-19 0,0 6-24 16,0 7-23-16,2 5-14 0,0 6-5 0,-1 3-1 0,-2 3 2 0,-1 4 3 16,-3 2-5-16,0 1-19 0,-2 3-39 0,0-1-55 0,-2-2-41 0,-1-2-57 15,-4-5-227-15</inkml:trace>
  <inkml:trace contextRef="#ctx0" brushRef="#br0" timeOffset="129139.48">21219 9715 746 0,'2'-25'84'15,"3"-3"-61"-15,2-8-23 0,3 5-5 0,1 2-2 0,3 3-4 0,2 0 5 16,2 4 2-16,1 1 1 0,2 3 10 0,2 1-4 0,0 5 0 16,2 3 5-16,1 5 4 0,2 4 10 0,1 4 17 0,0 3 21 0,2 4 31 15,0 2 26-15,1 5 26 0,-2 2 12 0,1 1-2 0,-2 5-12 16,0 0-21-16,1 6-17 0,1 0-22 0,-1 4-13 0,2 2-17 0,0 5-5 15,0 3-7-15,1 2-5 0,-2 4 1 0,1 2-9 0,0 2-8 0,-1 2-10 16,-1 3 2-16,0-2-5 0,-3-2-2 0,1-2 5 0,0-7-5 16,-1-4-2-16,0-4 4 0,-1-5 1 0,1-7 3 0,-3-6 8 0,3-7 11 15,0-7 15-15,2-6 9 0,2-6 2 0,2-8 6 0,2-8-12 16,4-8-4-16,1-11-11 0,2-8-15 0,2-8-8 0,-1-7-18 0,2-7-10 16,2-5-17-16,2-3-23 0,1-3-21 0,1-3-33 0,-1 1-40 0,2-2-56 15,1-1-83-15,2 3-114 0,-1-1-240 0,-2 2-32 0</inkml:trace>
  <inkml:trace contextRef="#ctx0" brushRef="#br0" timeOffset="131073.48">21113 7696 1746 0,'-64'-42'-6'0,"-8"-2"14"0,-18-8-3 16,8 15 10-16,7 7-20 0,-1 5-11 0,2 3-17 0,-5 3-14 15,-2 5-3-15,-3 3-3 0,-7 6 9 0,-3 5 6 0,-6 6 11 0,-3 6 9 16,-5 5 6-16,-5 7 4 0,-5 6 2 0,-5 5 3 0,-2 3-5 0,-6 5 6 15,-4 1 0-15,-3 3 3 0,-2 1 5 0,0 4-1 0,-3 6 4 16,-4 4 1-16,-4 4 0 0,0 5 3 0,1-1-5 0,0 3 3 0,1 3 1 16,1-1 2-16,0 6 6 0,1-2-6 0,2 0 4 0,2 2-2 15,2-1-9-15,1 1 4 0,3 4-2 0,-1 1 3 0,5 2 10 0,1 0 3 16,1 0 3-16,3 2-4 0,0-1 14 0,5 5 8 0,2-2 7 0,3 6 13 16,3-1-1-16,4 3-1 0,6 1 8 0,5 1-6 0,2 4-6 15,5 1-2-15,3 3-10 0,4 3-1 0,6 1-11 0,5 2-9 0,7 2-7 16,7 0-6-16,5 2 5 0,5 0-3 0,5-1-5 0,5 0-8 0,6-1-3 15,8-4-5-15,7-3-7 0,7-3 8 0,7-3 3 0,6-4 1 16,6-1 1-16,6-2-2 0,5-1-1 0,5-1 1 0,8 0 1 0,3 0-3 16,4 0-5-16,3-4-5 0,2-3-1 0,3-4-4 0,5-3 5 15,3-1 3-15,3-4 2 0,3-1 2 0,2-1-3 0,4-3 4 0,3-2 0 16,2-1 4-16,1-5-4 0,2 0 2 0,2-3 2 0,4-3-2 0,2-2 0 16,5-4-2-16,2-3 2 0,2-1-5 0,3-3-1 0,0-4 5 15,3-4-2-15,5-5 3 0,4-3 3 0,2-1-5 0,4-3 1 0,4-1 2 16,0-3 5-16,4-4-1 0,4 0 4 0,1-2-2 0,6-3-1 0,2-3 5 15,6-1-7-15,1-2 2 0,1-1 11 0,3 0-8 0,2-1 3 16,2-2-3-16,4-2-7 0,0-1 4 0,2-2 2 0,1-1-4 0,2-1 5 16,0-2-13-16,1-2 10 0,0-2-3 0,-1-5 6 0,0-3 6 15,0-3-18-15,-1-2 0 0,-1-5-7 0,1-2 6 0,-2-5 2 0,2-4-4 16,-2-4-5-16,3-5 5 0,-2-4-1 0,2-4 4 0,-1-4-2 0,0-3-1 16,0-5-6-16,1-5-4 0,-1-3-4 0,-2-3 1 0,-3-1 3 15,-3-3 3-15,-4-2 10 0,-2-1 1 0,-2-5 5 0,-4 0 6 0,-2-1 0 16,-5 2-3-16,-5 0 6 0,-5 2 1 0,-5-1 30 0,-2-1 13 0,-7 0 9 15,-5-1 15-15,-5 1-13 0,-7-2-8 0,-3-2-11 0,-3-1-6 16,-6-4-10-16,-1-4 2 0,-5-2 1 0,-4-3-9 0,-4-4 1 0,-5-3-3 16,-3-3-6-16,-4-5-2 0,-4-4-3 0,-5-2-6 0,-6-4-9 15,-4-1-5-15,-7 1-17 0,-7 2-3 0,-7 2-8 0,-8 4 4 0,-7 1 6 16,-9 2 11-16,-7 1 10 0,-10 2 7 0,-6 2 10 0,-9 5 1 0,-8 1 10 16,-6 4-3-16,-9 2 0 0,-8 2 2 0,-9 2 0 0,-7 4-2 15,-7 2 2-15,-7 5-7 0,-7 1-16 0,-7 2-14 0,-7 4 4 0,-6 3-9 16,-5 4 13-16,-6 7 5 0,-2 5-7 0,-4 6 6 0,-1 6 0 0,-2 7 10 15,3 5 3-15,1 9-3 0,3 4 2 0,2 7-6 0,1 2-6 16,5 4-6-16,0 3-19 0,6 5-20 0,5 1-35 0,5 6-52 0,6 3-45 16,5 2-37-16,7 5-65 0,6 3-131 0,2 3-515 0</inkml:trace>
  <inkml:trace contextRef="#ctx0" brushRef="#br0" timeOffset="132806.5">7597 17101 1515 0,'3'0'262'0,"2"1"-128"0,3 1-59 0,3 0-33 16,-4-1 5-16,2 0-13 0,2 1-15 0,2 1-2 0,4-1-14 0,4 1 4 16,1 0-6-16,5 0 1 0,2 0 2 0,4 0-2 0,2 0-4 15,4-1-4-15,1 1-14 0,3-1-17 0,2 0-22 0,3 0-30 0,2-1-32 16,2-1-40-16,2 1-57 0,3-2-77 0,1-1-89 0,4-1-206 0</inkml:trace>
  <inkml:trace contextRef="#ctx0" brushRef="#br0" timeOffset="135090.42">28171 5929 1657 0,'-47'-13'11'0,"-7"0"-29"0,-17 0-1 0,3 6 5 0,3 3 6 15,-1 4 9-15,-1 1 3 0,-4 3-2 0,1 4-8 0,-2 3-5 0,-1 6-2 16,-3 5 2-16,-4 7 4 0,-1 5-2 0,-4 4-5 0,1 3 1 15,-2 3 4-15,0 2 1 0,-2 6 5 0,-2 5-3 0,0 4 1 0,-3 7-1 16,2 4 0-16,-3 8 6 0,3 4 4 0,-2 8 3 0,3 3-4 16,-1 5 14-16,1 7 3 0,2 4 16 0,2 3 16 0,4 3-3 0,3 3-3 15,5 0 4-15,3 6-6 0,4 1-8 0,3 4-6 0,6 1-18 0,5 1-7 16,4 4-1-16,7 2 2 0,4 4 1 0,5 1 11 0,7 3 19 16,3 0 22-16,7 2 12 0,6 1 2 0,4-3-11 0,6-2-20 0,6-4-5 15,4-2-13-15,9-4-7 0,6 1 6 0,6-3-8 0,9-1 2 0,4-1-8 16,7-3-6-16,7 1 0 0,4-2-1 0,6 1-15 0,4 0 10 15,4 0 2-15,7 3-1 0,2-2 16 0,3-2-9 0,6-5 2 0,-1-7 9 16,5-4 3-16,1-5 5 0,2-5-5 0,5-2-2 0,3-5 2 0,7-2 5 16,2-5 2-16,6-3 10 0,3-5 3 0,2-9 2 0,5-5-4 15,0-8-11-15,4-5 6 0,3-8-14 0,0-8 17 0,2-7 0 0,1-8-14 16,-3-8 18-16,1-8-9 0,-1-10 6 0,-3-9-8 0,-1-9 17 16,-1-12-3-16,-2-7 5 0,-2-9 15 0,-3-8-19 0,-4-9 4 0,-2-6 0 15,-2-7 2-15,-1-6-12 0,-2-6 9 0,-1-7-8 0,-3-8-7 0,-4-5 9 16,-1-6-16-16,-2-5-9 0,-2-4-9 0,-3-9-6 0,-5-4 0 15,-1-4 6-15,-6-5 1 0,-1-3-7 0,-3-5-17 0,-9-2-7 0,-2-2-3 16,-7-3-5-16,-5 2 16 0,-5-1-7 0,-7 0-3 0,-5 0 4 0,-6 0-11 16,-6-2 2-16,-7 1 9 0,-6 0 7 0,-7 0 6 0,-6 2 3 15,-5 2 3-15,-7 3 1 0,-8 5 4 0,-5 1 12 0,-8 4 1 0,-7 0 3 16,-7 4-3-16,-6 1 3 0,-7 3-1 0,-4 5 5 0,-6 5 11 0,-5 1-8 16,-8 5 12-16,-6 1-5 0,-5 5-8 0,-8 3-1 0,-3 2-12 15,-6 6-5-15,-4 4 9 0,-4 3 2 0,-5 7-5 0,-6 2-4 0,-2 5-10 16,-3 6 0-16,-2 5 0 0,0 8 6 0,-2 9-4 0,2 7 2 15,-2 9 3-15,1 10 1 0,0 7-8 0,1 10-7 0,1 9-1 0,2 9 0 16,1 10 9-16,3 10-1 0,3 7-27 0,5 12 3 0,5 8-5 0,3 10-6 16,2 11-8-16,4 12-49 0,2 10-54 0,3 9-62 0,5 8-95 15,3 7-113-15,3 10-147 0,4 6-513 0</inkml:trace>
  <inkml:trace contextRef="#ctx0" brushRef="#br0" timeOffset="135473.43">26240 7837 2360 0,'-12'-13'58'0,"1"-2"-83"0,-3-4-8 0,4 3 9 0,2 2 22 15,2 1 23-15,2 3 13 0,0 2 6 16,-1 3 12-16,1 2 5 0,1 1 5 0,0 1 5 0,0 1-7 0,1 1-4 0,-1 0-13 0,0 1-5 16,1 1-11-16,-1 2-5 0,0 2-4 0,1 2-6 0,0 3-5 15,1 3-4-15,1 1 3 0,-2 5-3 0,1 2-3 0,0 3 0 0,0 3 0 16,-1 3 0-16,0 2 2 0,-2-1-7 0,1 2-2 0,-2-2-2 0,0 1-6 15,-1-1-12-15,1 0-20 0,-2 0-23 0,2-4-31 0,-2 1-14 16,1-4-13-16,0-1-3 0,-1-1 18 0,-1-6 10 0,1-4 20 0,-1-5 6 16,-1-4-3-16,0-5-14 0,2-3-35 0,-2-5-36 0,-1-5-59 0,0-5-50 15,-2-6-41-15,-1-4-196 0</inkml:trace>
  <inkml:trace contextRef="#ctx0" brushRef="#br0" timeOffset="135775.43">25810 7810 610 0,'-2'-15'162'0,"0"-1"-101"0,2-4-15 0,2 4 10 0,2 5 11 16,2 4 21-16,2 4 14 0,0 1 6 0,3 2 7 0,1 2-3 0,2 0-20 15,1 3-16-15,1 3-20 0,3 1-14 0,1 2-2 0,1 2-12 16,3 1-5-16,2-1-7 0,1 2-3 0,1 0-5 0,0-1 3 0,1 0 0 16,-1 0 3-16,2-1 0 0,-1-1-3 0,1-2-2 0,-1-3 0 0,1 0-2 15,-2-1 4-15,1-1-4 0,-2-2-3 0,-1-1-2 0,0-1-8 16,-3 0-4-16,-1-1-2 0,-3 0-11 0,-2-2-10 0,-1 0-15 0,-3-1-15 16,-3-1-16-16,-2-2-12 0,-1-1-17 0,-1-1-22 0,-1-3-20 15,-1-1-13-15,-2-3-3 0,0 0 12 0,-1-1 26 0,0-3 30 0,-1-1 38 16,1 1 33-16,0-3 25 0,0 1 19 0,1 1 15 0,0 0 12 0,0 0 18 15,0 2 16-15,0 1 12 0,0 0 14 0,0 2 7 0,1 0 8 16,0-1 1-16,0 1-7 0,-1 2-9 0,1 3-18 0,0 1-5 0,0 2-8 16,0 2-15-16,1 2-5 0,0 2-9 0,0 1 0 0,0 1 5 0,1 1-6 15,-1 2-2-15,2 2-10 0,-1 2-1 0,0 0-2 0,-1 4-8 16,-1 1-4-16,-1 3-3 0,-1 1-11 0,-1-1-1 0,1 3 6 0,-3 0-1 16,1 1 2-16,-2 2-1 0,0 0-7 0,0-2-21 0,0 1-30 15,-1 0-39-15,-1-3-46 0,0 1-45 0,0-3-8 0,-1-2-6 0,0 0-1 16,-1-4 8-16,1-2-10 0,1-3-34 0,-2-2-189 0</inkml:trace>
  <inkml:trace contextRef="#ctx0" brushRef="#br0" timeOffset="135989.43">26565 7425 1414 0,'0'-6'151'0,"0"2"-100"0,2-3-15 0,1 3 1 0,1 1 18 16,2 2 21-16,2 2 3 0,0 1-5 0,0 3-4 0,2 2-8 15,1 0-2-15,2 4 0 0,2 2-2 0,0 2-4 0,-1 2 4 0,2 2-4 16,-1 2-8-16,0 2-8 0,0 1-8 0,1 0-16 0,1 0-9 0,1 1 3 15,-1 0-8-15,2-2 3 0,1 2-3 0,-3-2-11 0,1-1-11 16,-1 0-22-16,-1-3-29 0,0 0-34 0,0-3-30 0,-3-2-5 0,0 0 9 16,-2-2 25-16,-2-3 31 0,0-4 20 0,-3-2 21 0,0-3 15 0,-2-2 10 15,1-1 4-15,-1-2 0 0,-1-1-12 0,1-3-18 0,-1-1-46 16,2 0-53-16,0-3-59 0,3-1-82 0,2-3-325 0</inkml:trace>
  <inkml:trace contextRef="#ctx0" brushRef="#br0" timeOffset="136356.43">27486 7093 171 0,'-1'3'420'0,"-1"-1"267"0,-2 1 257 0,0 0 242 0,0-3-1237 16,1 1-62-16,2 3-14 0,3 1 16 0,2 6 45 0,2 4 39 15,2 6 8-15,2 5 6 0,0 5-4 0,0 4 5 0,-1 5 7 0,-1 1 2 16,0 2 3-16,0 0 2 0,-2 1-2 0,0 0 1 0,-1 1-1 0,1-1-6 15,-1-4 2-15,2-3 1 0,1-5 5 0,0-5 9 0,3-5 11 16,0-4 3-16,2-6 7 0,1-2 6 0,1-3-2 0,1-4-2 0,1-4-8 16,2-2-9-16,0-3-15 0,3-4-9 0,0-2-10 0,3-5-18 0,1-2-11 15,0-1-13-15,3-3-14 0,0-1-21 0,1 0-6 0,-2 0-28 16,1 2-38-16,-4-1-53 0,-1 1-100 0,0 2-136 0,-2-1-476 0</inkml:trace>
  <inkml:trace contextRef="#ctx0" brushRef="#br0" timeOffset="137039.43">30546 10010 2962 0,'-63'-10'39'0,"-6"-1"-34"0,-20-1-30 16,1 2-3-16,7 2 3 0,-3 4 8 0,-3 4-5 0,-5 2 2 0,-4 4-8 16,-2 4 4-16,-5 1 11 0,0 6 7 0,-1 3 9 0,-3 3 5 15,-1 5 5-15,-4 3-8 0,0 3 10 0,2 4 4 0,1 5-1 0,-1 5 6 16,0 6-9-16,3 6-7 0,0 4-1 0,5 5 0 0,3 5 5 0,5 3 1 15,5 6 13-15,7 5 3 0,6 3-5 0,8 3 2 0,7 0-14 16,7 2-8-16,8 5-4 0,7 2 0 0,10 3-4 0,6 4-1 0,7-3-4 16,9-1 2-16,6-3 4 0,5-2 3 0,8-5 5 0,8-2-5 0,7-4 0 15,8-3 2-15,8-5-2 0,8-3 14 0,9-4-2 0,7-3 0 16,9-7 2-16,6-4-14 0,4-7-2 0,9-4-1 0,4-6 6 0,5-4 1 16,7-7-1-16,2-5-1 0,3-3-11 0,3-4 4 0,4-6 5 15,2-4 5-15,2-5 1 0,-1-7 4 0,-3-7 1 0,-4-8 4 0,-2-9 10 16,-1-8-2-16,-4-8-4 0,-1-9-3 0,-2-9-8 0,-1-10-3 0,-3-9-18 15,-2-7 1-15,-2-8 0 0,-4-4 4 0,-2-6 19 0,-3-6-6 16,-3-3-5-16,-4-4-1 0,-2-3-3 0,-7-4 11 0,-5-1 2 0,-5-2-9 16,-6 1 7-16,-6 1 9 0,-5 2 4 0,-8 3 19 0,-9 4-8 0,-6 5 0 15,-9 6 5-15,-10 5-1 0,-12 9 7 0,-13 5-1 0,-10 7-15 16,-10 6-3-16,-11 5-5 0,-7 5-4 0,-10 6 2 0,-10 6-12 0,-9 7-15 16,-8 9-4-16,-7 6-11 0,-7 8-6 0,-2 9 6 0,-2 6-15 15,1 8 4-15,5 7-3 0,6 6-11 0,8 6-15 0,4 5-32 0,6 8-47 16,2 4-103-16,0 8-141 0,0 9-145 0,-1 8-175 0,1 9-166 0</inkml:trace>
  <inkml:trace contextRef="#ctx0" brushRef="#br0" timeOffset="137506.43">28649 11153 1 0,'13'72'284'0,"-7"-35"824"0,-2-16 833 16,-7-12-1729-16,-4-3-180 0,-1 1-40 0,0 2-36 0,1 2-15 0,0 1 9 0,2 2 3 0,1 2 11 15,-1 0-11-15,2 1 8 0,0 1 5 0,-1 1 5 0,1 1 21 0,-2 0-8 16,1 0 2-16,-2 0 5 0,-2 0 0 0,0 0 2 0,-1-2 9 16,0-1 0-16,-1 0 3 0,1-2-1 0,1-1-6 0,1 0 0 0,0 0 7 15,2 0-1-15,1-2 1 0,-1 1-3 0,1 0-7 0,0 0 5 0,0 0 0 16,1-2 7-16,1 2-7 0,1-1 0 0,-1 1 0 0,1 1-2 16,1-1-5-16,0 1 5 0,0 1-5 0,0 1 7 0,0-1 4 0,0 1-6 15,0 0 2-15,1 0-2 0,-1-1 0 0,0 0 4 0,0 0 2 0,0-1-4 16,0-3 5-16,1-1 2 0,-1 0 0 0,1-3-9 0,-1-1 2 15,1-2-9-15,0 0 22 0,0-2 1 0,0 1 5 0,0-2 8 0,1 0-27 16,0 0 21-16,0 0-18 0,0 0 3 0,1-1-3 0,0 1-20 0,1 0 4 16,0 0-8-16,2 0 5 0,1 1-7 0,0 0-15 0,1-1-15 15,1 1-17-15,1 1-15 0,0 0-19 0,-1 1-20 0,1-1-14 0,0 0-17 16,0 0-4-16,0-1-9 0,0 0-17 0,1-2-9 0,1 1-28 0,1-2-10 16,2-2-15-16,0 0-15 0,0-3-7 0,1-2-109 0</inkml:trace>
  <inkml:trace contextRef="#ctx0" brushRef="#br0" timeOffset="137924.43">28356 11990 2748 0,'-4'12'111'0,"1"3"-69"15,0 4-47-15,3 0-8 0,3-3-4 0,2 2 3 0,4 1 4 0,1-3-1 16,2 1-3-16,2-1 0 0,2-3 2 0,2-2 0 0,-1-3 8 0,3-2 5 16,0-3-1-16,1-3 0 0,2-3 10 0,2-4-3 0,0-1 1 15,1-4 7-15,-1-3-7 0,1-3 0 0,2-2 4 0,0-4-15 0,1-2 11 16,1-1 4-16,0-3-4 0,-2 0 9 0,1-2-7 0,-3-1-3 15,1 1-4-15,-2-1 4 0,0 0-5 0,0-3 4 0,-3 0 1 0,1-1-2 16,-1 1-3-16,-3 0-4 0,-2 0 2 0,0 0 0 0,-3-3 0 0,-1 0-12 16,-3 1 14-16,-2-3 1 0,-4 2 4 0,-3 0 15 0,-5-1-5 15,-3 1 0-15,-5-2 6 0,-5 1 2 0,-2-1 3 0,-5-2 5 0,-2 2 4 16,-4 4-1-16,-3 1 3 0,-4 5 0 0,0 2-7 0,-2 5-6 0,-1 1-14 16,-2 5-8-16,1 4 1 15,-1 5 1-15,2 4-3 0,1 4 4 0,2 4-1 0,4 3-3 0,1 3 1 0,5 3-9 0,3 3-15 0,3 3-14 16,2 4-22-16,0 5-15 0,1 4-14 0,3 5-25 0,0 6-12 0,2 4-33 15,4 3-28-15,2-1-33 0,3-1-42 0,3 0-57 0,3-1-57 16,4-2-90-16,3-2-218 0</inkml:trace>
  <inkml:trace contextRef="#ctx0" brushRef="#br0" timeOffset="138173.43">29473 10609 3208 0,'3'3'99'0,"1"3"-56"16,2 2-41-16,1 1-11 0,1 3-2 0,3 2 7 16,0 3 8-16,0 4-8 0,1 2-3 0,0 6-13 0,-1 3 8 0,2 4 10 0,-3 3-7 15,0 4 14-15,-2 4-10 0,-2 2-1 0,-2 5 8 0,-2 1-7 16,-2 0 5-16,0 1-4 0,-1-1-3 0,0-1 7 0,-1-2-10 0,0-2-10 0,2-3-5 16,0-4-7-16,0-5 11 0,2-6-1 0,2-5 1 15,2-7-7-15,1-4-10 0,2-5-2 0,4-4-1 0,0-5 2 0,5-4 1 0,2-4 9 16,3-5 6-16,5-4 3 0,4-3 7 0,3-6-15 0,1-3-9 0,3-5-27 15,-2-2-39-15,2-2-39 0,0-1-67 0,2-4-77 0,-1-1-142 16,2-7-548-16</inkml:trace>
  <inkml:trace contextRef="#ctx0" brushRef="#br0" timeOffset="152389.73">7962 3881 1676 0,'-37'-31'-18'0,"-16"-13"-39"0,-17-12-47 0,-17-10-52 0,19 21-46 0,-2 4-17 0,-2 3 3 0,-2 0 16 0,-2 4 44 0,-2 3 64 0,-4 2 51 16,-2 3 51-16,-1 2 40 0,-3-1 22 0,0 1 16 0,-1 2 9 15,0 0 7-15,-4 2 4 0,2 0 0 0,-2 0-14 0,1 2-3 0,0 2-15 16,1 0-8-16,-3 2-1 0,0 0-16 0,-1 3 3 0,0 1-6 15,2 1-6-15,0 3-4 0,2 1-5 0,-1 2-4 0,-1 1-2 0,1 2 2 16,0 2-3-16,2 0-3 0,-1 2-4 0,3 3-3 0,-1 1 0 0,2 3-3 16,0 2-3-16,2 2-7 0,0 3-7 0,0 2-1 0,3 4 6 15,-3 4 7-15,0 3-3 0,2 5 1 0,-1 2-7 0,0 7-4 0,-1 5 2 16,-1 7-1-16,1 3-5 0,-1 5 3 0,1 4-6 0,-3 7 10 0,2 5 0 16,1 2 8-16,-2 6 3 0,5 1-11 0,-1 3 1 0,3 0-11 15,4 3 3-15,0 1 1 0,4 3 0 0,3 2 8 0,2 2-4 0,4 2-9 16,3 0 2-16,3 1-3 0,3 4 3 0,3 2 7 0,-1 4-2 15,3 2-4-15,1 0 3 0,3 4 4 0,3 0 0 0,21-61 8 0,-5 17 8 16,2 4 17-16,-6 18 3 0,3 2-1 0,-5 17-12 0,1 4 4 0,-4 16-2 16,3 3-2-16,2 0 8 0,3-2-22 0,1 0 0 0,3 0-1 15,3-3-2-15,2-1-10 0,4 1 7 0,1-1-1 0,2-1 2 0,3 2 6 16,2 1-6-16,2 0 0 0,2 2-1 0,3 3-1 0,1 0 4 0,2 2 5 16,1 1-3-16,4 2 4 0,2 3-2 0,1-1-3 0,0 2 3 15,3-1-3-15,2 3-1 0,1 0 6 0,1 0 2 0,2 0 5 0,2 1-7 16,0 0-3-16,2 1-3 0,1 1-14 0,3-1 3 0,28 139 1 0,-6-40 3 15,-3-43 14-15,-4-41 7 0,-3-23 3 0,5-4-2 0,4-1 0 16,2-3-6-16,1-6-3 0,1-1-5 0,2-6 4 0,4-3-12 0,3-3 0 16,3-2-2-16,2 0-2 0,0-3 11 0,6-1-3 0,0-4 4 15,2 0-4-15,1-2 0 0,2-2-1 0,2-1-5 0,2 1 5 0,2 1 1 16,3 0 1-16,-1-1 5 0,1-2 1 0,-1 1-6 0,1-3 0 0,3-1-3 16,2 3-1-16,-1 0 0 0,3-2-5 0,0 0 8 0,2 1-3 15,-1-3 3-15,3 1 1 0,1-3-1 0,1-4 6 0,3-2 6 0,2-3 1 16,1 0 0-16,1-6-6 0,2 1 0 0,-53-46 0 0,12 9-4 0,2-1 0 15,15 10-6-15,1-3 1 0,15 8-1 0,-1-2-4 0,15 8 7 16,2-2-4-16,1-1 7 0,-59-34 8 0,8 3-8 0,0 1 1 0,8 1-5 16,0 0-9-16,7 5 13 0,2-2-3 0,6 5-9 0,3 0 11 15,6 3 3-15,1-1 7 0,8 2 5 0,0-3-16 0,8 5-15 0,-1-4-3 16,9 3 0-16,1-3 0 0,-1 0-7 0,1-3 5 0,0-1-2 0,0-3 13 16,1-1-1-16,-1-4 0 0,0-2 1 0,2-4-1 0,-1-2 8 15,0-5 1-15,1 0-3 0,0-3-8 0,1-3 7 0,-1-2 3 0,1-3 10 16,0-2-3-16,-1-4-3 0,1-2 9 0,1-4-8 0,-1-2 15 0,1-4-9 15,-1-2-6-15,1-4 2 0,-1-1-5 0,0-4 21 0,-2-3-10 16,1-1 0-16,-1-5 6 0,0-4-18 0,1-4 6 0,-2-3-3 0,0-6-7 16,0-1 14-16,-2-4-5 0,0-3-1 0,113-58-12 0,-16-4-5 15,-17-2 8-15,-17-2 9 0,-17 3 4 0,-16 7 1 0,-19 7-6 0,-1-10-6 16,76-70 8-16,-31 20 0 0,-32 17-4 0,-40 32 3 0,-4-1 1 0,-1-4-4 16,-2-3 2-16,-2-4-7 0,-2-3 4 0,-2-3 0 0,0-4-5 15,-4 1 4-15,-2-7-8 0,0 0-3 0,-3-3 3 0,-3-3-12 0,-3-2-1 16,-1 0 0-16,-5-2 6 0,-2 2 14 0,-2-2 6 0,-2 0 1 0,-4-2-2 15,0-2-2-15,-4-2 1 0,-3 0-1 0,-4-2 2 0,-3 1 2 16,-2-1 0-16,-2 2-4 0,-3 2 2 0,-2-2-3 0,-3 4 0 0,-3-2 1 16,-1-1-6-16,-5 0 7 0,-1 2-3 0,-3 0 5 0,-5 0 9 0,0-1-1 15,-4 0 2-15,-1-1-8 0,-4 2 1 0,-2 1 3 0,-2 1-6 16,-4-1 2-16,-3-2-9 0,-4-3-15 0,-3-4-1 0,-3-3-2 0,-3-3-2 16,-2 0 7-16,-3 2 7 0,-1 4 2 0,-3 4 11 0,-4 2 2 15,-2 2 2-15,-4 1 2 0,-2 1 2 0,-4-1 5 0,-4 2 0 0,-3 0 2 16,-2 4 7-16,-2 2 5 0,-2 3 9 0,-3 5-1 0,-4 1 0 0,-2 2-16 15,-3 2-4-15,-3 0-5 0,-3 1-8 0,-4 2 3 0,-1 0-8 16,-2 5 8-16,-1 4 5 0,-2 3-2 0,-4 1-2 0,-1 2-7 0,-2 3 5 16,-2 1 1-16,-2 3 0 0,-2-1 0 0,-3 1-6 0,-1 2-6 0,-3 1-2 15,-2 2 7-15,1 2-2 0,-3 2 5 0,-3 1 1 0,-1 3-3 16,-4 2-3-16,-1 1 3 0,-3 3 4 0,0 1 1 0,-2 3 4 0,-3 0-10 16,-2 2-2-16,-2 3-5 0,-1 0 1 0,-3 4 7 0,-1 3 0 15,-1 2 3-15,-2 3-2 0,-1 2 1 0,1 1 0 0,-4 1-4 0,1 2 2 16,-2 0-7-16,0 4 4 0,-2 3-6 0,-1 2 9 0,2 3 6 0,-2 3 2 15,0 3-1-15,-2 4 1 0,1 4-3 0,-4 4-17 0,0 3-4 16,-5 6 4-16,1 3 1 0,-3 3 13 0,2 5 1 0,-2 4-6 0,-1 5-1 16,-4 4-1-16,2 4 4 0,-4 6-2 0,1 5-3 0,-2 5-4 15,-3 6 3-15,-1 6-15 0,-1 7-5 0,-3 5-5 0,-2 7-1 0,-1 8-6 16,-3 6-3-16,0 10 0 0,-2 8-10 0,1 7 2 0,-2 8-20 0,-1 5-19 16,1 10-20-16,-1 8-25 0,0 7-9 0,-1 11-35 0,2 8-53 15,-1 10-69-15,3 9-337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31T11:01:11.3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16615 7204 504 0,'-7'-1'121'0,"1"0"-48"0,-1 0-27 16,3 2-16-16,1 1-7 0,1 0-4 0,1 0-3 0,1 1-6 0,-1 0-1 16,1 0-2-16,1 0-1 0,0 1 4 0,0 0-3 0,0 0 1 15,1-1-2-15,1 2 1 0,0-1 0 0,1 1 0 0,0 0 2 0,1 0 4 16,1-1 1-16,-1 1 3 0,1 0 1 0,2 0 0 0,-1 0 0 15,2 0-2-15,0-2 2 0,2 2 1 0,1-2 3 0,1 1 2 0,2 1 3 16,2-1 5-16,0 0 2 0,3 0 3 0,3 0 3 0,0 1 0 0,3 0 0 16,2 1 0-16,2 1-5 0,1-1-1 0,5 0-8 0,-2 1-1 15,3-1 2-15,-1 1 1 0,2-2 15 0,1 0 10 0,0-1 7 0,1-1 2 16,-1-1-2-16,-2 0-8 0,-2 0-12 0,-1 0-4 0,0-1-7 0,-2-2-8 16,2 1-1-16,-2-1-7 0,0-1 0 0,2 0-3 0,-2-1-2 15,1-1 1-15,0 0-5 0,0-1 1 0,-2 0 3 0,0-1-3 0,-2-1-2 16,0-1 2-16,0 0-3 0,-2-2 5 0,-1-1 0 0,-2 0 1 15,-3-2 5-15,-2-1 0 0,0-2 4 0,-1-2 6 0,-2-2 2 0,-2 0 0 16,0 0 4-16,-2-2-1 0,-2 1-5 0,-2-3-2 0,-3 0-7 0,-3-1-3 16,-1-1-3-16,-2 0-10 0,-3-1 7 0,-3 0-5 0,-3-1-5 15,-4 2 10-15,-3-3-4 0,-3 1-1 0,-2-1 6 0,-1 2 0 0,-3-2 1 16,-4 1 3-16,-3 1-2 0,-5-1 0 0,-1 1-3 0,-2-1-2 0,-1 1 1 16,-4 2 3-16,1 1-4 0,-1 2 5 0,-1 0-5 0,-1 2 6 15,1-1-4-15,1 2-2 0,0 2-2 0,-2 2-5 0,1 1 1 0,-3 1-4 16,-1 2 9-16,1 2 4 0,1 3 5 0,5 1 8 0,5 3 5 15,0 1 0-15,5 3-2 0,1 1-9 0,2 3-5 0,2 1-3 0,2 3-4 16,1 2 2-16,4 2-3 0,0 1 2 0,1 1-2 0,3 4-3 0,-2 1 3 16,0 1-3-16,1 2 3 0,0 1 1 0,2 1-1 0,3 3-1 15,2-2 2-15,1 2-4 0,3 0 3 0,4-1-2 0,2 0-1 0,1 2 0 16,4-2 1-16,1 1-1 0,2 0-5 0,3-1 5 0,1-2-10 0,0-1 2 16,3-2 3-16,0-2-5 0,3 0 5 0,0 0-1 0,-2-3-12 15,2 1-11-15,-1-2-18 0,-1 0-28 0,0-2-37 0,1-1-41 0,1 0-40 16,1-2-50-16,1-2-56 0,3 0-62 0,2-3-316 0</inkml:trace>
  <inkml:trace contextRef="#ctx0" brushRef="#br0" timeOffset="2866.97">12900 8285 877 0,'-2'-4'192'0,"-1"0"-117"0,-1 0-54 0,1 2-24 0,2 1-1 16,1 1-9-16,0 0-3 0,2 2-4 0,0-1-7 0,0 2 2 0,2 2-7 16,-1 1-5-16,3 1-2 0,1 1-5 0,1 1 5 0,1 0 5 0,2 1 9 15,0-1 11-15,2 0 9 0,3 0 11 0,2-1 5 0,3-2 4 16,-1 0 4-16,3 0 6 0,1-2-1 0,2 1 5 0,1-2 3 0,0 0 5 15,0 0 6-15,1 0-1 0,1 0 3 0,-1-1-3 0,2 0-2 0,-1 0-7 16,2-1-4-16,-2 0-3 0,3 0-3 0,0 0-3 0,0 0-1 16,-1 0-2-16,0 0 2 0,-2-1 5 0,2 0 4 0,-3-2 1 0,1 0 6 15,-1 0 3-15,-1-1-1 0,-1 0-2 0,0-1 0 0,0-2 0 0,-1 1 5 16,-1-3-4-16,-2 0-4 0,0-1-7 0,0 0-10 0,-1-1-1 16,0 0-3-16,1 1 0 0,-3-1-2 0,0-1 1 0,1 0 2 0,-3-1 2 15,2-1-1-15,-1-2-2 0,-1 1 0 0,-1 0 6 0,-2 1 1 16,-1-1-4-16,0-2 0 0,-3-2-9 0,-1 0 2 0,-1 0-1 0,-2-1 7 15,0-1-8-15,-2-1-3 0,-1-1-2 0,-2 0-9 0,0-1 4 0,-2-2-4 16,-2 0 2-16,0-4 0 0,-2 0 3 0,0-2 7 0,-1-1 4 16,-2 2-3-16,0-1 4 0,-3 0-2 0,0 0-2 0,-2-1 5 0,-1 1-6 15,0 1 2-15,-2 2 4 0,-1-1 5 0,1 3 0 0,1-1 2 16,0 1-5-16,0 3-3 0,0 1 0 0,1 2-5 0,-2 1 0 0,0 0 1 16,-2 1-6-16,-1 0 4 0,-2 0 1 0,-2 1-3 0,0-1 2 0,-3 1-4 15,0-1 1-15,-4 1-3 0,0 2 1 0,-3-1 0 0,-2 0-3 16,-1 1 2-16,-1 1 1 0,0-1-2 0,-2 0 1 0,0 0 1 0,0 2 6 15,1 0 4-15,3 2 1 0,1 0 2 0,4 4-3 0,0 0 0 0,3 3 3 16,1 3-1-16,3 0-6 0,3 1 4 0,1 2-4 0,2 1 0 16,1 2 1-16,-1 3-5 0,0 2 1 0,0 3-1 0,1 3 2 0,-1 0-1 15,0 4 1-15,0 1-2 0,0 1 1 0,-1 3 4 0,-1 1-2 16,3 2 1-16,-2-1-8 0,1 0-3 0,2 0 6 0,0-2-1 0,1 2 3 16,-1 0 2-16,0 2-4 0,3-1-1 0,-1 2-3 0,4-1 1 0,0-2-10 15,3 1 4-15,2-1 3 0,0 1 1 0,3 0 9 0,1 0-7 16,1-1 1-16,0 0 1 0,1-3-1 0,1 0 1 0,1-2 1 0,1-1 5 15,1 1 2-15,0-2 5 0,2-3-2 0,1 0 4 0,2-3-1 0,-2-1 1 16,0-1 6-16,0-1-2 0,-1 0 3 0,0-1 7 0,-1-2-2 16,1-1 5-16,-2-1-2 0,1-1-8 0,0-1 4 0,1-1-9 0,-1 0-2 15,0-1-4-15,0 0-7 0,1 1 1 0,-1-2-2 0,-2 1-10 0,2-1 1 16,0 0-9-16,0 1-6 0,-1-1-8 0,1 0-10 0,0 0-11 16,0 0-13-16,-1 0-7 0,-1-1-19 0,0 1-12 0,1-1-15 0,-1 1-23 15,0-1-19-15,1-1-32 0,-1 1-33 0,2-2-38 0,2 1-51 0,2-2-74 16</inkml:trace>
  <inkml:trace contextRef="#ctx0" brushRef="#br0" timeOffset="5548.97">20050 8679 105 0,'-1'-1'84'0,"0"1"-5"0,-1-1-6 0,1 0-11 0,-1 0-6 16,0 1-5-16,0-2-3 0,1 1-7 0,-1-1-4 0,-1-1-2 15,2 1-4-15,-3-2-3 0,1 1-5 16,0-1-4-16,-1 1 1 0,0-2-7 0,1 1 3 0,-1 0 0 0,0-1 0 0,-1 0 4 0,1-2-1 16,0 1 6-16,0-1 2 0,0-1 1 0,1 0 3 0,-1 0-5 0,2 0-5 15,0 0-1-15,0 0-4 0,-1 0 1 0,1 0-2 0,1 1-2 16,0-1 1-16,0 0-4 0,0 3-2 0,1-2 2 0,0 1-4 0,0 1 7 15,0-1-3-15,0 1-4 0,0 2 3 0,1 0-3 0,0 1-3 0,-1 1-2 16,2 0-1-16,-1 0-2 0,1 1-1 0,-1 1 1 0,1 0-1 0,0 1 2 16,1 0 3-16,1 1-3 0,0 0 2 0,0 1 1 0,0 1-3 15,2 0 4-15,-1 1-3 0,2 0 2 0,-1-1-1 0,0 1-3 0,1 0-1 16,-2 0 0-16,1-1 2 0,0 0 1 0,-1 0 0 0,0-1 1 16,0 0 0-16,-1-1-1 0,-1 0 2 0,0 0 4 0,-1 0-2 0,0-1 4 15,-1-1-5-15,1 0-1 0,-1 0 1 0,0-1-1 0,-1 1 2 0,1 0-1 16,-1-1 0-16,1 1-2 0,-1-1 2 0,0 1-2 0,0 0-1 15,0-1 0-15,0 0 2 0,0 0 2 0,0 0-1 0,0 0 4 0,0 0-3 16,0-1 3-16,0 1 1 0,0 0-1 0,0-1 0 0,0 1-3 0,0 0-2 16,0-1 1-16,0 1 0 0,0-1 1 0,0 1-2 0,-1-2 0 15,1 2-1-15,-1 0 0 0,1 0 2 0,-1 0-4 0,1-1 1 0,0 1 2 16,0 0-1-16,0 0-1 0,-1 1-2 0,0-1-2 0,1 1 2 16,-1 0-1-16,1 0 3 0,0 1-2 0,-1 0-1 0,1 0 2 0,0 1-3 15,0-1 1-15,1 1 1 0,-1 0-1 0,1 0 1 0,1 0 2 0,-2-1-1 16,1 0 0-16,0-1 0 0,-1 1-3 0,1-2 3 0,0 1-1 15,-1-1 2-15,1 0 1 0,-1 0-1 0,0 0 4 0,-1 0-1 0,1 0-1 16,0 0 0-16,0 0 1 0,0 0-1 0,0 0-1 0,-1-1 5 0,0 1-5 16,0 0 1-16,-1-1 2 0,0 1-2 0,0 0-2 0,0 0 1 15,0-1-1-15,0 2-1 0,0-1-2 0,0 1 1 0,0-1-3 0,0 1-1 16,1-1-3-16,-1 1-2 0,1 0 1 0,0 1 0 0,0-1 2 16,0-1 0-16,0 1 4 0,-1 0 0 0,1 0 1 0,1 0 3 0,-1-1 1 15,0 1-2-15,0 0 2 0,-1-1-1 0,1 0 1 0,-1 0 4 0,0 0 1 16,0 0 1-16,0 0 0 0,1-1 0 0,0 0 1 0,-1 0 1 15,1 0 1-15,-1 0-3 0,1 0 2 0,0-1-2 0,1 0-2 0,1-1-1 16,-1 0-3-16,1 0 1 0,1-1-6 0,0 0 1 0,1 0-3 0,1-1 1 16,0 0 3-16,2 0 2 0,0 0 2 0,1 0-2 0,1 0-1 15,2 0 4-15,1 1-2 0,0 0 6 0,3 1-1 0,2 1-1 0,1 0 2 16,-1 2-3-16,4 1 9 0,0 0 0 0,2 0 1 0,0 1 1 0,1 1-4 16,-1 0-2-16,1 0-1 0,-1 1-5 0,2 0-2 0,0 1 4 15,-2 0-5-15,0 1 0 0,0-3 1 0,-4 1-3 0,2-1 3 0,0 0 1 16,-2 0-3-16,1-1 2 0,0 0-2 0,-1-2-3 0,-1 0 2 15,0 0 1-15,0-1-2 0,-2-1 5 0,1 0 0 0,0-1-1 0,-2 0 3 16,-1 0-8-16,0-1 2 0,-1 0 3 0,1-2 0 0,-1 1 6 0,-1-2-1 16,2 1-1-16,-2 1 2 0,1-2 2 0,-1-1 0 0,0 0-6 15,2 1-1-15,1-2-3 0,0 0-1 0,1 0 4 0,-1 0-4 0,2 0 2 16,-1 1 1-16,2 2-4 0,-1 1 3 0,0 0 0 0,1 1 0 16,0 0 5-16,1 2 4 0,-1 1-2 0,0 2 1 0,-3 0 6 0,2 2-2 15,-1 1 0-15,1 2 1 0,-2 0-7 0,2 2 0 0,0 3-2 0,2 0 0 16,-1 2-2-16,1 1 1 0,-1-2-5 0,-1 2-1 0,3-2 1 15,0 1 1-15,0-2 7 0,0 0 1 0,1 0-4 0,0-2 0 0,0 0-7 16,0-3 2-16,1 0 0 0,-1-2 2 0,1-1-2 0,1-1 3 0,-2-1-2 16,1-2 2-16,-1-1 5 0,1-2-4 0,-1-1 3 0,1-1 0 15,2-2-3-15,0-1 3 0,-1 0 4 0,1-3 2 0,-1 0 3 0,-2-1 4 16,2-1-5-16,0-2 2 0,0 1-2 0,1-2-5 0,-2-1 3 0,2 1-4 16,-1 2 5-16,-1 0 0 0,2 2 1 0,-2 1 4 0,1 1 6 15,1 2 2-15,-1 0-2 0,0 1-1 0,2 2-7 0,-2 2-4 0,2 1-3 16,-1 2 0-16,-3 1-4 0,3 1 3 0,-1 2-3 0,-1 2 2 15,3 1-3-15,0 0 1 0,-2 1 1 0,1-1-3 0,-1 0 0 0,-1 0 0 16,2 1-4-16,0 0 1 0,2-1-2 0,0 0-1 0,0 0 4 0,2-1-4 16,-1-1 3-16,1 0-2 0,1-2-6 0,2-1 5 0,0 0-3 15,1-2 2-15,0 0 2 0,1-2 2 0,0-1 1 0,0 0 1 0,-2-1 2 16,1-1 0-16,0-1-1 0,1 0 1 0,-1-1 1 0,-2 0-1 0,-1 1 3 16,1-2-4-16,-1 1 0 0,2-1 2 0,-1 0-4 0,1 1 1 15,-1 0-2-15,1 1-3 0,-1 1 2 0,1 0-2 0,0 1 13 0,0 1 0 16,-2 3 4-16,-1 0 6 0,1 1-3 0,-2 3 0 0,1 1 1 15,1 1-7-15,2 1 0 0,-2 2-3 0,1 0-2 0,-2 2-1 0,0 0-4 16,0 0 0-16,1-1 0 0,1 1 1 0,-1-2 2 0,2 1-3 16,-3 1 2-16,1-2-5 0,-2 0 0 0,1 0 1 0,0-2 0 0,-1 1-1 15,1-3 3-15,-2 1 0 0,0-1 4 0,1 0-3 0,-1-1 1 0,1-1-1 16,2 0-2-16,0 0 1 0,-2-1-3 0,1 0 6 0,-3-1-3 0,-1 0 3 16,1 0 1-16,0-1-3 0,0 0 1 0,-1 0-2 0,2 0 1 15,-2 0-2-15,1 1 2 0,0-1-1 0,0 1-1 0,1-1 1 0,1 1 0 16,1-1-3-16,0 0 4 0,0 0-3 0,1-1-4 0,-2 0 2 15,2 1-6-15,0 0 8 0,1-1-2 0,0-1 2 0,2 0 1 0,-3 0 0 16,0 1-2-16,0-1 3 0,-1 0 3 0,0 0-6 0,0 0 4 0,0 0-1 16,-3 0-1-16,1 0-1 0,-1 2 8 0,0 0-9 0,1 1 3 15,0 1-3-15,1 2-9 0,2 2-1 0,-2 1 0 0,2 1 9 0,-2 0-3 16,2 2 7-16,-3 0-4 0,3 1 0 0,2-1 2 0,1 0 1 0,0 1 4 16,2-3-3-16,-1 2-2 0,4-2 1 0,0-2 1 0,3 1-1 15,2-1-2-15,-2-2 13 0,3 0-2 0,2-1 3 0,-1-1 3 0,1-1-7 16,1-1 3-16,0 0 0 0,2-1 4 0,1-1-1 0,1-1-3 15,1 0 2-15,-1-1-5 0,1-1-2 0,2 0 1 0,0 0 1 0,1-1-5 16,1 1 1-16,-1-1-8 0,-2-1-9 0,3 1-19 0,-1 1-26 0,0 1-37 16,0 1-50-16,0 0-47 0,-1 2-67 0,0 1-70 0,5 3-378 15</inkml:trace>
  <inkml:trace contextRef="#ctx0" brushRef="#br0" timeOffset="31934.39">23686 8398 2146 0,'-10'-8'19'0,"1"0"15"0,0 1-27 16,6 5-8-16,4 3-14 0,2 2-11 0,4 1 0 0,5 2-3 16,2 0 3-16,7 1 5 0,3 2-2 0,4 0 3 0,3 0-2 0,1 0 1 15,4-1-1-15,-1-2 0 0,2-2 3 0,2-2 6 0,0-1 4 0,4-1 7 16,0-1 2-16,3 0-2 0,1-2 2 0,2 0 0 0,4-1-3 16,0 0 2-16,5-1 1 0,4 1-4 0,4-2 2 0,2 1-2 0,2 0 0 15,3-1 3-15,0 1 1 0,3-1 0 0,2 1-4 0,-1-2 5 0,3 0-4 16,1 0 1-16,-2-1 4 0,2 1-3 0,-2-1 1 0,-2-1 3 15,0 2-2-15,-3-4 10 0,1 1-2 0,-2 0 1 0,-3-2 5 0,2-1-8 16,-3 1 4-16,-3-3-7 0,0 0-3 0,-3 0 10 0,-1 1 10 0,-1-2 7 16,-1-2 3-16,-2-1-6 0,-3 0-8 0,-2-1-3 0,-4 0-2 15,-1 1-2-15,-4-2-3 0,-4 0 0 0,-2 3 3 0,-5-2-1 0,-1 0 2 16,-5 1 2-16,-3-2-4 0,-4-1-5 0,-4 2-4 0,-3-3-7 16,-4 0-9-16,-4 0 0 0,-4 0-1 0,-4 0 0 0,-5-2 1 0,-3-2 5 15,-4 1-4-15,-3-2 3 0,-5 1 0 0,-4-1-3 0,-3 1 15 0,-4-2 6 16,0 0 5-16,-3-2 3 0,-3 0-13 0,-3 0 1 0,-1 1-2 15,-6 1-7-15,-1 3 1 0,-6-1-9 0,-5 1 1 0,-3 2 7 0,-2 2 1 16,0 1 14-16,-3 1 2 0,0 1 0 0,-3 2 3 0,-5 2-2 16,0 1-1-16,-5 2 3 0,-2 3-3 0,-1 2 1 15,-4 0 2-15,-1 4-2 0,-4 1-2 0,-2 1-7 0,-3 4-2 0,-1-1-6 0,-4 3 4 0,-3 2 5 16,-5 1 3-16,-2 3 1 0,-1 3-7 0,-1 1 3 0,3 2 3 0,-2 4-6 16,-1 2 13-16,-2 5-3 0,0 1 3 0,2 1 5 0,1 1-4 15,3 0 9-15,5 3 8 0,5 0 8 0,6 1 1 0,3 2-6 0,6 1-7 16,6 2 4-16,5-1-9 0,6 5 9 0,5-1-5 0,7 2-13 15,7 1-1-15,7 0-12 0,8-1 0 0,7-1-4 0,6-4-3 0,10-3-2 16,6-2-7-16,8-1-9 0,7-2-7 0,6-3-17 0,9-2-27 0,7-3-20 16,6-4-19-16,7-1-26 0,7-2-38 0,5-4-66 0,5-1-116 15,5-4-447-15</inkml:trace>
  <inkml:trace contextRef="#ctx0" brushRef="#br0" timeOffset="40668.51">6906 10832 1227 0,'8'-5'62'0,"3"0"-29"0,7 1-9 0,4 1 5 15,3 1 2-15,4 1 0 0,1 0-4 0,4 0 0 0,3 1-6 16,4 0-6-16,2-1-3 0,4 1-3 0,2 0-3 0,4-1-1 0,5 1-6 16,4 0-4-16,4-2 6 0,2 0-5 0,4-2 7 0,3 1-1 0,0-1-5 15,3 0 0-15,2 0-6 0,2-2 3 0,1 2 0 0,2-3 1 16,3 0 2-16,2 0-2 0,1-1 8 0,3 0 0 0,-1-1 4 0,4-1-2 15,-1-1-5-15,3 0 1 0,-1 1 1 0,-1 0 2 0,0 1 5 0,-2 0 2 16,-1 1-1-16,-1-1 0 0,-3 0-1 0,-5-1 1 0,1 0 7 16,-4-2 0-16,-3-1 13 0,-1-2 15 0,-4-2 14 0,-1-1 16 0,-3-2 3 15,-2-2-4-15,-1-3-2 0,-3-2-6 0,-2-2-9 0,-2-2-10 0,-3-1-7 16,-3 1-6-16,-1-2-1 0,-5 0-4 0,-2-1-9 0,-4-2-16 16,0 1 7-16,-6-2-2 0,-3-1 2 0,-4-2 14 0,-3-4-14 0,-5 0-3 15,-1-2-4-15,-4-4-12 0,-6-4-7 0,-4-2-13 0,-5-3-6 0,-5-1 1 16,-3-1 1-16,-7-3 1 0,-4 0 7 0,-5-2 6 0,-1-2 15 15,-6-2 15-15,-2 0 6 0,-5 1 7 0,-5 0 11 0,0 3-10 0,-6 3 11 16,-3 2 4-16,-5 3-10 0,-6 3 14 0,-5 1-19 0,-9 3-12 16,-7 3-1-16,-6 3-15 0,-7 7 4 0,-4 7-4 0,-5 6-3 0,-5 8 8 15,-4 6-3-15,-4 8-1 0,-3 3 4 0,-3 9-11 0,-3 6 10 0,-3 6 1 16,1 6-2-16,2 7 7 0,-1 4-5 0,4 2-1 0,2 5 0 16,6-1-1-16,4 5 1 0,6 1-4 0,8 3 1 0,6-1 2 0,10-1 1 15,10 0 3-15,7-1-2 0,9 2-10 0,6 0 3 0,7 2-9 16,8-2-4-16,5 0-9 0,8 0-25 0,5 1-30 0,6 2-33 0,4 1-16 15,3 2-18-15,5-1 9 0,4 3 9 0,3 2-8 0,4 0 3 0,2 3-9 16,2 0-13-16,4 1-6 0,1-1-19 0,1 2-12 0,2 0-62 16,2 0-55-16</inkml:trace>
  <inkml:trace contextRef="#ctx0" brushRef="#br0" timeOffset="42434.82">25136 10858 1804 0,'7'0'87'0,"4"1"-110"16,4 0-40-16,7 2-3 0,3-1 13 0,3 1 16 0,4 1 4 15,1-1 6-15,3 1-3 0,4-2-8 0,1 0-20 0,2 0-32 0,2 0-17 16,-1-2-9-16,1-1 15 0,2-1 29 0,0-2 35 0,-2-1 31 16,-3-3 18-16,-3-2 13 0,-4-3-3 0,-5 0-5 0,0-5-11 0,-2 0-4 15,-2-2-6-15,1-4-1 0,0 0 7 0,0-2 5 0,-3-2 7 0,-1 0 12 16,-3-2 11-16,-4 1 11 0,-2-1 14 0,-2 2 15 0,-3-4 16 15,-2 1 0-15,-3-2 0 0,-3 1-2 0,-2 0-14 0,-3 0-6 0,-3-2-7 16,-3-1-18-16,-3-3-8 0,-3 0-9 0,-4-2-10 0,-5-4-5 16,-3-1-9-16,-5-2-1 0,-3-2-4 0,-2 0-1 0,-4-3-5 0,-2 0-1 15,-5 0-7-15,-4 0-8 0,-4 0-7 0,-3 2-9 0,-1 0 1 0,-4 3 4 16,-2 6-2-16,-3 4 7 0,-2 3 2 0,-3 7 9 0,-3 4 3 0,2 6 10 16,-3 5 9-16,3 5 9 0,-1 5 16 0,0 2 3 0,-1 2 9 15,0 3-5-15,3 4-6 0,1 3-5 0,2 4-9 0,4 2-5 0,3 2 1 16,2 5-9-16,5 0 3 0,1 4-6 0,1 4 8 0,3 5 3 15,4 1 1-15,1 4 12 0,7 1-4 0,3 1-4 0,5 2 3 0,6 1 0 16,5 4 2-16,6-1-2 0,6 0-2 0,7 3-12 0,5 1-17 0,9 4 0 16,7 2-9-16,8 1-31 0,5 2-43 0,7 0-81 0,8 0-64 15,6 0-34-15,5-2-18 0,6-4-35 0,6-3-208 0</inkml:trace>
  <inkml:trace contextRef="#ctx0" brushRef="#br0" timeOffset="43084.82">27859 10460 2993 0,'0'-2'93'0,"1"-1"-86"0,0-1-78 0,2-2-11 16,-1 1 4-16,3 0 32 0,2 0 3 0,1 0-10 0,4-1-24 15,1 0-50-15,6 0-43 0,5 0-48 0,5-1-31 0,7 1 3 0,4 0 25 16,7 1 38-16,3 2 54 0,3 0 51 0,1 1 37 0,-3 0 29 0,-1-1 12 15,-2-1-6-15,0-1-17 0,2 0-20 0,2-1-10 0,2-2 1 16,1 0 15-16,0-2 23 0,-1-1 14 0,-4 0 14 0,-2 0 9 0,-1-3 5 16,-3 1 12-16,-1 0 14 0,-2-1 21 0,-4 1 32 0,-3-1 19 15,-1-1 20-15,-1 1 6 0,-2 0-4 0,-3 1-9 0,-2 0-15 0,-3-1-19 16,-3-1-28-16,0 0-17 0,0-1-13 0,-4-1-12 0,0 2-8 0,-1-3-7 16,-3 1-14-16,-2-2-8 0,-2 1-1 0,-3-1-6 0,-1 0 0 15,-2-2 3-15,-3-3-7 0,-3-4 2 0,-5-5-2 0,-4-3-2 0,-5-4 2 16,-4-2 3-16,-8-3 0 0,-4-4 1 0,-9-3 2 0,-5-3-1 0,-6-1 7 15,-7-2 2-15,-7-1 1 0,-7-3-4 0,-9 1 0 0,-1 2 0 16,-3 4 8-16,-3 7 4 0,1 6 6 0,-3 8 8 0,3 5 4 0,2 7 9 16,5 5 5-16,3 5 6 0,3 6-1 0,5 3-5 0,2 4-5 15,3 3-9-15,1 4-4 0,3 2-4 0,3 2-2 0,6 4-5 0,4 2-9 16,2 3-2-16,2 5-8 0,3 1-1 0,2 4-1 0,1 2 0 0,5 2 0 16,0 2 1-16,6-1-5 0,1 0 6 0,6-1 1 0,1-2 1 15,4 1 1-15,4 0-2 0,2 3-6 0,4 1-3 0,2 1-8 0,4 3-1 16,2 0 6-16,3 3 3 0,3 1-4 0,1 0-7 0,3 2-2 0,2-1-15 15,0 1-9-15,4-2-5 0,-1-4-11 0,3-1 1 0,-1-4 11 16,1-4 1-16,2-2 1 0,-3-5-1 0,1-1 0 0,-1-3-3 0,0-4-9 16,0 0 10-16,1-1 2 0,0-2 8 0,0-3 10 0,1 0-17 15,0-2-21-15,-2-1-50 0,0 0-23 0,-2-1-2 0,0 0-3 0,-2 1 14 16,2 0-13-16,-1-1-69 0,2 0-25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31T11:03:05.6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11979 10810 2087 0,'-21'-23'129'0,"0"-2"-39"0,-4-7-30 16,6 6-23-16,4 4-13 0,4 2-13 0,3 5-2 0,3 1-6 15,2 2-4-15,1 1-5 0,2 1-5 0,1 2-3 0,1-1-4 0,1 2-4 16,3-1-5-16,1 0 0 0,3 0 0 0,3-1 1 0,0-2 8 0,2 1 1 16,1-2 3-16,1-2 4 0,4-1 0 0,0-1 2 0,2-2-5 15,1-1 4-15,0 0 2 0,2-2 0 0,3 0 5 0,3 1 0 0,2-3 3 16,3 2-1-16,0-1 3 0,2 1-3 0,3 1 10 0,1 2-3 15,2 2-2-15,3 2-1 0,1 2-2 0,1 4-1 0,2 3 6 0,1 4 4 16,3 3-3-16,1 5 12 0,1 3 2 0,2 4-3 0,0 2 7 0,1 3-13 16,3 3-2-16,1 2-5 0,-1 1-6 0,1 2 4 0,2 0-7 15,0 1 3-15,0-1 0 0,0 0-4 0,-1-3 1 0,0-4-3 0,-1-3 0 16,2-1 3-16,-1-3-3 0,1-2-2 0,-1 0-1 0,-1-2 3 0,1 0 0 16,-3-2 6-16,0 0 0 0,-1 0-3 0,-2-2 2 0,0 2-2 15,-1 0 1-15,-1-1 2 0,2 1-4 0,0-1 4 0,2 0-2 0,3 0 2 16,2-1 2-16,2 0-1 0,3-2-1 0,0 1-6 0,4 1 0 15,2 0-3-15,0 1-1 0,2 1-3 0,1 3-2 0,1 2-1 0,0 0 3 16,0 4 3-16,-1 1-3 0,-1 2 7 0,-1 2-1 0,-1 2 4 0,-1 2 6 16,-3 1-5-16,0 3-2 0,-4 0 1 0,-4 3-1 0,0-2 5 15,-1 2-1-15,-3 0 3 0,-1 0 1 0,-1-3-4 0,-1 1 8 0,1-5-1 16,0-1 3-16,2-2 7 0,-1-1 4 0,0-1 8 0,3-3 13 0,0 1 4 16,2-4 5-16,3-2-3 0,0-2-8 0,2-4-7 0,3-1-12 15,0-1-5-15,1-5-7 0,3-2-2 0,2-2-1 0,0-2-3 0,2-2 4 16,1-2-3-16,-1-1-1 0,0-2 4 0,0 1-1 0,0-3-1 15,1 0-2-15,3 0 0 0,-2 0 5 0,4 0 5 0,-1 0 9 0,2 0 6 16,1 2 12-16,2 0 9 0,2 0 12 0,4-1 0 0,2 1-7 0,2-1-5 16,3 1-13-16,1 1-6 0,3 1-8 0,1 3-5 0,2-2-3 15,1 1-3-15,0 0-4 0,2 0-4 0,1-1 6 0,2 1-7 0,0-3 5 16,2-2-4-16,2-2-6 0,3-2 1 0,5-3-7 0,1-3-8 0,5-1-15 16,4-5 5-16,2-4-18 0,2-3-21 0,2-6-27 0,2-3-45 15,1-1-44-15,4-5-47 0,0-4-104 0,3-3-216 0,4-7-439 0</inkml:trace>
  <inkml:trace contextRef="#ctx0" brushRef="#br0" timeOffset="2499">17618 7470 797 0,'-58'1'387'0,"-5"2"-347"0,-15 2 1 0,12 2-20 0,11 1-11 0,1 1-6 16,2 1-1-16,1 0-2 0,0 2 0 0,2 0 0 0,0 3-2 15,2 1-1-15,-2 3-4 0,0 0-6 0,-2 4-1 0,-2 1-4 0,1 4 1 16,-1 4 5-16,-3 1 1 0,-1 2 5 0,-3 3 3 0,-2 1 3 15,1 3 1-15,-3 4-3 0,0 2 0 0,-2 2-1 0,0 3-2 0,-2 4 2 16,1 4-7-16,-1 3 0 0,-1 4 0 0,1 3 3 0,0 5 4 0,1 1-2 16,2 1 1-16,3 1-1 0,3-2-1 0,2 0 4 0,3 3 4 15,3-1 4-15,2 1 6 0,4 3 3 0,5 1 0 0,5 0-3 0,3 0 4 16,6 2-1-16,3-3 1 0,5 1-4 0,2-1-1 0,6 1-4 0,2 0 1 16,4-3-6-16,4 2 5 0,3 0 7 0,6-3 0 0,1 2 14 15,6-2-10-15,3-5-8 0,4 1-4 0,5-2-8 0,5 3 2 0,4 4 8 16,5 2 0-16,3 3-1 0,5 1-3 0,3 0-10 0,4 1 1 0,5 0-7 15,2-2-4-15,4-3-2 0,2-3-6 0,5-2 3 0,5-3 3 16,5 0-4-16,3-3 2 0,4-6-1 0,1-2-10 0,5-2 4 0,3-3-1 16,4 0 7-16,3-3 11 0,3-1 7 0,2-2 0 0,1-1-1 15,4-2-3-15,-1-2-3 0,3-2 2 0,2-3 12 0,1-1 2 0,1-4 9 16,0-4 2-16,3 0-6 0,0-5 3 0,1-4-8 0,2-5 0 0,-2-6-6 16,3-5 1-16,1-5 2 0,1-4 2 0,2-4 3 0,0-5-3 15,0-5 0-15,0-5 1 0,0-8 5 0,0-3 3 0,0-6 9 0,2-6 10 16,1-4-2-16,-3-7-6 0,-1-6-3 0,2-5-16 0,-1-5-2 0,0-2 1 15,1-5-4-15,-2-2-2 0,2-4 5 0,-2-5-4 0,-1-2-1 16,1-5 2-16,-2 1-6 0,1-2-2 0,0 0-5 0,-3 1 6 0,-1-2 4 16,-1 0-3-16,-3-3-1 0,-1 3-4 0,-5-3-4 0,-1 2 6 0,-4-1 3 15,-3-2-8-15,-3 1-4 0,-4 0-5 0,-6-2-3 0,-6 3-3 16,-3-1 9-16,-5 0-2 0,-6 2 4 0,-4-1 2 0,-5 2-5 0,-5 0 2 16,-5 1 4-16,-5-1 3 0,-4 1 4 0,-2 2 3 0,-7 2-3 15,-5 3 10-15,-4-2 0 0,-8 1 6 0,-4 1 4 0,-6 0-1 0,-7 2 4 16,-5-2-4-16,-6 2 0 0,-7-2-6 0,-6 3 6 0,-6 1-2 0,-9-1-1 15,-6 2 1-15,-7-3-7 0,-7 2-5 0,-7 2-1 0,-8 2 7 16,-7 3 1-16,-10 3 7 0,-6 6-13 0,-8 1-18 0,-7 4-5 0,-7 4 4 16,-6 6 16-16,-5 7 14 0,-4 11 10 0,-4 9 7 0,-4 9 4 0,-7 9 1 15,-4 8-5-15,-8 7-5 0,-4 8-3 0,-7 9-4 0,-5 7-3 16,-5 10-8-16,-7 8-5 0,-6 8-9 0,-4 8-6 0,-4 8-5 0,-5 7-17 16,-2 7-18-16,-3 9-31 0,-5 8-68 0,-1 8-76 0,-4 10-144 15,-4 10-45-15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31T11:03:28.3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2860 3684 547 0,'-18'-15'22'0,"1"0"24"16,-2-2 32-16,4 7-22 0,6 0 3 0,2 1-3 0,2 1-15 0,2 0-6 15,2 1-6-15,0 0-11 0,3 2-4 0,0 1-7 0,2 0-5 0,1 1-3 16,2-1 0-16,3 1 2 0,2 0 0 0,1 0 1 0,0 1 1 16,-1 0-2-16,2 2-1 0,0 0 1 0,0 0-1 0,-1 2 3 0,1 1 1 15,0 1 3-15,0 1 2 0,0 3 6 0,1-1 3 0,1 4 5 0,2 2 1 16,-1-1-5-16,2 3 2 0,4-1-3 0,-1 3 5 0,5 1 5 15,1 1 0-15,4-2 2 0,1 2 3 0,4-2 3 0,0-2 4 0,6-2 1 16,3-2 1-16,3-2-3 0,5-2-3 0,2-2-5 0,2-1-2 16,3-1-7-16,2-1-1 0,0-2-3 0,2-1-7 0,3 0-1 0,-1-1-1 15,0-1-2-15,1 0-2 0,-1-2 3 0,-2-1 1 0,0 0 0 0,-1-1-1 16,-3-1-3-16,0 1-6 0,1-2 3 0,-2 1-2 0,-1-1 3 16,-1 0 1-16,-1 1-4 0,-3 0 1 0,-1 1-3 0,-2 1-2 0,-1 0 4 15,-1 2-6-15,-2-1 8 0,-2 1-1 0,0 1-1 0,1 0 7 0,2 1-6 16,-3 0 0-16,-1 1 2 0,-1 0-2 0,4 0 4 0,0-1 1 15,3-1 2-15,2 0-4 0,3 0 5 0,2 0-1 0,4 1 0 0,0 2-3 16,1 0-3-16,-1 3-1 0,2 0-2 0,1 2 2 0,2 0 4 16,1 1-2-16,0 1 0 0,-1 2-2 0,2 0-2 0,-1 3-1 0,-1 0-2 15,0 2 3-15,-1-1 0 0,0 0-3 0,2 3 2 0,0-1-3 0,0 0-2 16,2-1-1-16,0 0-1 0,1 0 2 0,1 0 1 0,3-2 3 16,4-1 3-16,2-1 0 0,2-3 1 0,4-1-3 0,2-2-2 0,2-3 0 15,2-3 1-15,3-2 2 0,1-3 1 0,2-1-9 0,1-3 4 16,-2-1-5-16,1-3 5 0,-2 1 13 0,-3-2-7 0,-1 2 6 0,-2 0-3 15,-3 0-3-15,-1 3 6 0,-2 4-1 0,-3 4 7 0,-3 3-2 0,-3 3 2 16,-3 3-1-16,-2 2-2 0,0 4 7 0,-1 1-10 0,-3 1 1 16,1 2-3-16,0 2-5 0,1 1-3 0,2 0 1 0,2 2-2 0,3-1 0 15,4 1 6-15,2-1-4 0,2-1-1 0,4-1 4 0,0-1-5 16,4-2-1-16,0 0 0 0,2-4-1 0,-1-1 4 0,0-2 6 0,-1-2-3 16,0-2 0-16,0-4 3 0,0-2-4 0,0-2 6 0,1-2 2 0,-1-2-2 15,2-1 7-15,-5-1-1 0,1-1 3 0,-3-2 2 0,-4-1 3 0,0 0 2 16,-3 0 3-16,0-2-3 0,0 0-1 0,-1-1 2 0,-1 3-9 15,-2-1 1-15,-2 1-6 0,1 3-6 0,-3 1-3 0,-1 3-6 0,-1 1-1 16,0 1 0-16,0 2-6 0,1 1-14 0,2 3-20 0,3 4-41 16,1 2-93-16,5 2-119 0,3 5-144 0,5 5-261 0</inkml:trace>
  <inkml:trace contextRef="#ctx0" brushRef="#br0" timeOffset="2016.18">2830 5665 83 0,'-4'-8'105'0,"0"1"-9"0,-1-2-4 0,2 0-14 0,1-1-16 0,1 0-11 16,2-1-7-16,-1 0-11 0,2 1-5 0,0-2-7 0,2 2-6 16,0-1-2-16,0 2-6 0,1-1 2 0,0 2 0 0,0-2-2 0,1 1 4 15,0-2-3-15,0 0 4 0,1 0-4 0,0 0 2 0,0-1 4 0,1-1-1 16,0 0 3-16,1-1-2 0,1 0 1 0,1-1 0 0,1 0 2 15,1-1 5-15,1 1-6 0,1-1 3 0,2 0-1 0,2 0-2 0,0 0 0 16,3-1 0-16,0 0-1 0,2-1 5 0,3 0 5 0,1 0-3 0,2-1 2 16,1 2-4-16,3-1-1 0,0 1 1 0,1 1-4 0,2 1-8 15,-1 0-4-15,1 1-1 0,-3 4-1 0,0 0-2 0,-1 3 4 0,-1 1-4 16,0 3 5-16,-2 3-3 0,-1 2-4 0,-2 2-3 0,-3 4 0 16,0 3-1-16,-4 4 1 0,1 3-5 0,-1 5-2 0,-3 2-1 0,-2 5 8 15,-2 4 7-15,-2 5-1 0,-3 4 0 0,-1 3-6 0,0 2 0 0,-3 1 1 16,1 1 3-16,0-3 0 0,0-2 2 0,-1-3-2 0,0-1-1 15,-2-3-3-15,0-1 1 0,-2-1 6 0,-3-1 1 0,-2 1 10 0,-4-1 3 16,-2-1-3-16,-1-3 4 0,-4 0-2 0,-3-2-3 0,-1 1-2 0,-4-1-3 16,-1 0 1-16,1-1 1 0,-3-3-1 0,0-2-3 0,-2 0-4 15,-1-1 3-15,-3-1-4 0,-2-2-5 0,0-3 3 0,2-3-5 0,1-5 4 16,3-3 4-16,-1-3-1 0,0-2 4 0,-1-2 2 0,1-3 2 16,0-1 2-16,3-3 0 0,0-3 6 0,0-2-1 0,1-3 1 0,0 0-1 15,2-4-4-15,1 0-4 0,1-2 0 0,-1-1-4 0,2-2 2 0,1-2 1 16,0 1-1-16,2 2-3 0,4 1 1 0,1 3 0 0,1 2-4 15,1 1 3-15,2 3-8 0,1 3 1 0,2 1-4 0,2 2 0 0,0 2-1 16,2 1-8-16,2 2-9 0,1 1-11 0,2 1-14 0,3 2-30 0,2 1-16 16,3 3-21-16,5 1-24 0,2 2-26 0,4 1-70 0,4 0-88 15</inkml:trace>
  <inkml:trace contextRef="#ctx0" brushRef="#br0" timeOffset="2666.18">5214 5305 1 0,'-23'-13'116'0,"-6"-2"419"0,-8-7 424 0,3 2-996 0,6 4 60 16,6 4-10-16,9 4-8 0,3 2-4 0,4 2-6 0,2 1-7 0,1 1-18 15,2 2-6-15,3 2-6 0,2 0-17 0,4 3-27 0,2 2-36 0,0 2-22 16,4 1-4-16,1 1 2 0,0 1 13 0,0 0 14 0,1 0 11 15,0 0 17-15,-2-3 25 0,0 0 22 0,-1-1 23 0,2-3 23 0,-1-1 17 16,1-1 16-16,0-1 21 0,3 0 17 0,2-1 9 0,1-1-2 0,1-2-6 16,1 0-5-16,0 0-3 0,2 1-7 0,2 0-8 0,0 0-8 15,0 1-5-15,2 0-4 0,-1 1-3 0,-1 2-3 0,1 0-7 0,-1 2-1 16,1 3-3-16,-1 2-5 0,-1 2-4 0,0 4-1 0,0 3-2 16,-1-1-3-16,-3 3 0 0,-1 1-1 0,-3 0 1 0,-2 3 3 0,-1 1 1 15,-2-1-2-15,-3 3-1 0,-3 0-2 0,-4 2 1 0,-4 0-1 0,-5 3 1 16,-4-1 1-16,-4 3 1 0,-6 0 4 0,-2 1-1 0,-8 2-3 15,-4-2-3-15,-4 3-4 0,-3-2 2 0,-1 0 4 0,-2-2 4 0,-1-2 0 16,-1-2 3-16,1 0-1 0,0-2-3 0,1-1 1 0,1 0-3 0,0-2 3 16,-2-1-7-16,3-2 2 0,1-2 1 0,2-4 7 0,4-1 10 15,1-3 0-15,3-3 2 0,0 0-6 0,2-2-2 0,0-2-4 0,1-1 1 16,0-2-1-16,3-1-3 0,0-1-1 0,3-1-1 0,0 0-2 16,1 1-2-16,3-1 3 0,-1 1-3 0,2-1 6 0,1 1 0 0,2 1 5 15,-1-1 1-15,2 1-6 0,1-1 5 0,3 0-3 0,2 0-2 0,0-1-3 16,3 2-3-16,0-1-8 0,2 2-4 0,0-1-5 0,1-1 4 15,1 2 2-15,2 0-2 0,1 1 6 0,0-1-6 0,4 1 7 0,0-2-2 16,2-1 0-16,3-2 3 0,0-1-6 0,3-2 5 0,-2-2-1 0,3-1 1 16,1-1 3-16,-1-2 0 0,0-1-3 0,2-2 3 0,-1-1-12 15,2 1-3-15,-1-2-8 0,3 1-8 0,0 1-4 0,0 0-13 0,1 1-16 16,1-1-21-16,1-1-31 0,2 1-40 0,-1 1-47 0,2-1-202 16</inkml:trace>
  <inkml:trace contextRef="#ctx0" brushRef="#br0" timeOffset="21613.46">6227 6378 1840 0,'-27'-3'-52'0,"-8"0"-90"0,-9 1-115 0,-10 2-166 0,18 5-270 0</inkml:trace>
  <inkml:trace contextRef="#ctx0" brushRef="#br0" timeOffset="22150.46">5368 6525 800 0,'-17'-6'41'0,"2"1"19"0,0-2 0 15,5 3-1-15,6-1-11 0,3 1-10 0,0-1-9 0,2 1-8 16,1 0-5-16,2 0-3 0,2 1-5 0,1-1-7 0,4 2-4 0,0 1-2 15,3 1 3-15,2 1-2 0,1 1 2 0,-1 0-2 0,2 1 2 0,0 0-1 16,0-1-2-16,2 1 3 0,-1-1-5 0,0 2 1 0,0-2-1 16,2 1 0-16,-1-2 0 0,4-2-2 0,2-1 4 0,-1-1-6 0,3-3-3 15,-1 0-1-15,2 0-1 0,-1-2 2 0,0 1 4 0,1-1 7 0,2 1 2 16,-1-2 2-16,1 0 1 0,0-2 0 0,1-1 3 0,1 0 3 16,4 1 7-16,1 0 4 0,1 2 3 0,0 1 1 0,0 2 9 0,-1 1 3 15,-2 2 14-15,-1 2 15 0,1 3 5 0,-2 1 6 0,1 2-8 16,0 1-10-16,1 2-8 0,0 1-10 0,0 2-7 0,0 0-1 0,1 3-5 15,2 0-4-15,-1-1-7 0,2 0 1 0,1 2-11 0,-2-1 3 0,1 0 2 16,2-2-6-16,-2-1 4 0,0-2-6 0,2-1 2 0,-1-1 2 16,1-1-2-16,2-2 4 0,-1-2-3 0,0-1 1 0,1-2-1 0,1-2 3 15,0-1-4-15,1-2-2 0,0-2 3 0,0-2-4 0,0-1 2 0,-1-2 7 16,1-3-6-16,3-1 0 0,0 0 1 0,2-1-9 0,1-1 4 16,-1 1-2-16,0 4 7 0,1 0 11 0,-2 1 0 0,1 2 7 0,-1 1 2 15,0 3 3-15,-1 2 9 0,2 3-4 0,-1 2-4 0,2 2-3 16,1 3-9-16,0 1-2 0,0 5-6 0,1 0-9 0,3 3-3 0,-1 1 1 15,1 1 5-15,-1 3-1 0,0 0 2 0,2-2-5 0,-1-1-4 0,0-2 4 16,1-3-1-16,-2-2 2 0,1-2 0 0,1-4 0 0,-1-1-3 16,-1-1 3-16,0-2-1 0,-3-1 1 0,2 1 3 0,-2-2 3 0,0 1-3 15,0 0 1-15,-1 0-1 0,0 0 0 0,1 1-3 0,0-1 1 0,0 3-1 16,2 1-2-16,1 1 4 0,0 2-2 0,2 0 3 0,0 3 3 16,2 2 3-16,0 1 1 0,1 2 4 0,-1 3 2 0,2-1-10 0,0 3 8 15,-1 0-2-15,0-1-5 0,1 0 4 0,2 0 1 0,0-3-3 16,3-4 4-16,0-4 9 0,2-6 2 0,2-6 7 0,1-7 6 0,3-6 8 15,4-6 14-15,2-4 8 0,3-5 7 0,6-5 1 0,3-4-8 0,5-5-15 16,4-5-3-16,3-1-3 0,4-2-5 0,4 1-3 0,2-1-12 16,-1 1-12-16,3 1-8 0,0 2 1 0,1 1-6 0,1 3-9 0,-3 2-13 15,2 1-54-15,-2 1-64 0,0 1-105 0,1 1-178 0,0-1-361 0,2-6-244 16</inkml:trace>
  <inkml:trace contextRef="#ctx0" brushRef="#br0" timeOffset="31385.07">17486 6588 939 0,'-60'-24'67'0,"-9"-2"-8"0,-14-6-29 0,7 8-5 16,9 3-10-16,2 2-8 0,-1 0 0 0,-1 0-2 0,-3 1-3 15,0 2 2-15,-4-1 6 0,-2 1 12 0,-1 0 27 0,-1 2 18 0,-2 0 11 16,-3 1 3-16,-1 0-5 0,-3 2-4 0,-4 1-6 0,-4 3-4 0,-1 2-9 15,-5 3-11-15,0 3-3 0,-1 3-7 0,-6 4-4 0,-4 4-6 16,-3 5-2-16,-5 4-15 0,-2 5-6 0,-5 6 2 0,-4 6-1 0,-4 7 3 16,-7 4-1-16,-3 9-9 0,-4 5-2 0,-5 7 7 0,-4 8-5 15,-4 8-3-15,-6 8 7 0,-4 9-7 0,-1 8 4 0,-3 5 0 0,0 6-9 16,2 8 5-16,0 3 6 0,3 7-2 0,3 6 4 0,3 5-9 0,1 6 2 16,5 4 2-16,6 6-4 0,4 4 14 0,9 2 1 0,5 5-4 15,8 3 8-15,8 4-5 0,6 3-4 0,11 1-6 0,10 0 8 0,7 1-1 16,9 2 6-16,10 0 6 0,6 2-11 0,11-1-1 0,10-3-4 0,9 0-4 15,9-1 1-15,9-2-5 0,7-1 8 0,9-1 12 0,9 0 37 16,6 0 22-16,10-1 0 0,7-5-7 0,6-7-50 0,11-8-9 0,5-5-3 16,8-7 3-16,9-1-1 0,6-6-6 0,9-3 2 0,8-3-2 15,7-5 6-15,6-3-10 0,6-5 9 0,6-5-3 0,4-3 2 0,7-6 8 16,6-3-8-16,6-5 10 0,8-6 17 0,7-5 4 0,6-5 0 0,4-5-4 16,4-7-18-16,2-5-2 0,5-6-7 0,5-5 2 0,1-6-3 15,5-6-1-15,3-6 8 0,4-4 7 0,2-6 0 0,4-4 6 0,0-7-1 16,3-3 8-16,1-7 21 0,4-7 3 0,1-4 15 0,3-8-6 0,2-5 3 15,1-8 10-15,3-6-11 0,-2-7 0 0,1-7-16 0,0-5 0 16,0-7 2-16,0-5 4 0,1-7 0 0,-1-6-12 0,0-7 1 0,3-5-5 16,-3-3-3-16,0-4 3 0,-3-1-3 0,-8-4 3 0,-1-2-4 15,-3-3-5-15,-5-4-4 0,0-2 0 0,-3-2 7 0,-7-1 2 0,-2-5 1 16,-3-1 0-16,-3-2-7 0,-2-4-4 0,-4 1-1 0,-4-2-7 0,-4-3-3 16,-4 2-7-16,-8-3 1 0,-4 0 6 0,-10-2-1 0,-4-3 2 15,-4-1-5-15,-5-5-2 0,-2-3 2 0,-7-2-3 0,-6-4-1 0,-5-1-1 16,-8-3-7-16,-6-3-3 0,-4-2-4 0,-8 0 12 0,-7 0 4 0,-7-1-2 15,-7-1-1-15,-7 1-22 0,-7-3 0 0,-6 2 4 0,-6 0 0 16,-8 2 14-16,-6 2-5 0,-8 0 4 0,-6 3 12 0,-7 0-15 0,-7 2 2 16,-6 3-1-16,-7 2 4 0,-7 3 10 0,-7 1-1 0,-9 1 1 0,-5 0 1 15,-7 0-1-15,-6 3 8 0,-6 2-4 0,-6 3-3 0,-5 3-1 16,-9 1-14-16,-6 0 14 0,-10 0 8 0,-8 2-7 0,-6 1 12 0,-4 3-14 16,-4 3-4-16,-6 3 5 0,-5 4 1 0,-7 2 3 0,-7 2-9 15,-5 5 5-15,-4 3-5 0,-5 3 2 0,-4 5 4 0,-3 5-8 0,-6 3 6 16,-3 8 1-16,-5 6-7 0,-3 7 4 0,-2 9-2 0,-4 7-17 0,-3 8 5 15,-5 8 1-15,-2 10 3 0,-5 7 16 0,-5 12-12 0,-4 10 9 16,-5 10-1-16,-1 11-9 0,2 10 8 0,-1 10-19 0,1 14-21 0,-5 11-5 16,-2 13-42-16,-4 13-59 0,-5 12-65 0,-2 15-98 0,-3 11-94 0,1 10-146 15,0 13-570-15</inkml:trace>
  <inkml:trace contextRef="#ctx0" brushRef="#br0" timeOffset="37318.08">16631 11391 364 0,'0'0'134'0,"0"1"-56"0,0 2-22 16,1 0-7-16,1 2-6 0,1-1 2 0,1 1-8 0,0 0 0 0,1-1-4 15,1 0-2-15,0 0-1 0,1 0-3 0,0 0-2 0,0-1-5 16,1 0-4-16,1 0-3 0,1-1 0 0,0 0 3 0,1 0 0 0,0-1-2 15,2 0 1-15,3 0-4 0,1 0 6 0,0-1 0 0,3 0-2 16,2 0-1-16,1 0-2 0,2 0-3 0,1 1 1 0,2-1 0 0,2-1-3 16,0 1-3-16,4 0 1 0,0 1 1 0,1 0-3 0,1 0 3 0,1 1 1 15,2 1-2-15,0-1 3 0,0 1 3 0,1 1-3 0,-2-1 1 16,2 1 1-16,0-1 3 0,-1-1 5 0,0 1 6 0,-1-1 13 0,-1 0 7 16,2 0 9-16,-2-1 6 0,0 0-9 0,0 0-2 0,-3 0-7 0,2 0-1 15,-2-1 6-15,-1 0-2 0,0-2-2 0,-5 0-3 0,0-1-12 16,0-1 3-16,-3 0-10 0,2 0-1 0,-1-3-3 0,0 1-2 0,-1-2 8 15,0-1-7-15,0 0 3 0,-2-1-6 0,0 0-4 0,0-1-3 16,-2 1 1-16,0-2-2 0,-1 2 7 0,0-1 13 0,0 0-2 0,-3-1 4 16,-1 0 2-16,0 0-10 0,0 0 8 0,-1-1-8 0,-1 2 1 0,2-1 1 15,-1 2-7-15,1-2 3 0,-1 0-9 0,0 0-1 0,-1-1 0 16,1 0-3-16,-1-1 2 0,2 1-7 0,-2 0 6 0,0 1-4 0,-1 1 0 16,0-1 7-16,0-1-8 0,0 1 4 0,-1-1-2 0,-2 0-1 0,0-1 8 15,0-1-2-15,-1-1-1 0,-2 2-2 0,0-1 1 0,-1 0 0 16,-1 0 0-16,-1 1 4 0,0 0-5 0,0 0 0 0,-1 0 2 0,-2 0-2 15,0 2 0-15,-1-2 2 0,-2 1-2 0,0 0 6 0,-1 0-3 16,-1 1-4-16,-1-1 3 0,1 0-9 0,-3 0 0 0,0 0 2 0,-1 1 1 16,-2 0 7-16,0 2 5 0,-1-1-2 0,0 0-6 0,-3-1-4 0,0 1-2 15,-2 0-2-15,2 1 3 0,-3 0-1 0,-1 1 2 0,-1 0 2 16,-1-1-2-16,-3 2 1 0,1 1 3 0,-4-1-6 0,0 1 0 0,1 1-4 16,-2 0 1-16,0 0 0 0,-4 0 6 0,1 1 1 0,-3 0-8 0,0 1 5 15,-1 0-1-15,-1 1-2 0,-1 0 5 0,0 1 2 0,0 1-1 16,0-1-2-16,2 2 4 0,-1-1-3 0,3 1-5 0,-3 0 5 0,1 0 3 15,0 1-1-15,-1-1 1 0,4 1-3 0,-1-1 0 0,2 1 0 0,0-1 0 16,1 1 2-16,-1 0-2 0,1 0 1 0,-1 1 2 0,0 0-3 16,-1 0 0-16,2 0-3 0,-4 1-1 0,2 0-3 0,-3 0 3 0,0 0 1 15,-1 1 1-15,-2 0 4 0,0 1-1 0,0-1-4 0,1 0 5 16,0 1-1-16,0-1-7 0,0 1 4 0,1-1-1 0,1 1-1 0,-1 0 5 16,0 0 1-16,0 1-5 0,1 0 0 0,-1 1 1 0,2-1-6 0,0 1 4 15,1 1-2-15,2 0-2 0,-2-1 6 0,2 1 2 0,0 0 2 16,2 2-7-16,1-1-9 0,1 0 1 0,3 1-3 0,-1 1 3 0,2 1 5 15,0 2 5-15,0-1 0 0,2 2 0 0,-1 2 2 0,1 0-4 0,0 1-1 16,1 1-3-16,-1 0 6 0,2-1-3 0,0 0 0 0,1 0 6 16,1 0-7-16,2 0-1 0,-2 1 2 0,2 1-1 0,-1 0-7 0,2 1-2 15,0-2 3-15,1-2-1 0,2 1 3 0,1 0-1 0,0-1-1 16,3 0-2-16,-1-1 2 0,2 1-3 0,2-2-8 0,0 3-9 0,3-2-17 16,1-1-15-16,2 1-8 0,2 0-18 0,2 0-14 0,0-1-21 0,3 1-42 15,0 0-39-15,2-1-43 0,2-1-56 0,2 1-195 0</inkml:trace>
  <inkml:trace contextRef="#ctx0" brushRef="#br0" timeOffset="39168.08">19611 11106 176 0,'1'0'141'0,"1"0"-49"16,1 1-26-16,0-1-17 0,-1 2-3 0,2-1-4 0,1 2-5 0,0-1 4 15,2 0-1-15,0 0 3 0,0 0-1 0,1 1-5 0,1-1-4 0,1 1-4 16,2-1 0-16,0 0-3 0,1 0-3 0,1 0-2 0,2 0-2 15,2 0-2-15,1 0-4 0,0-2 0 0,2 1-4 0,1 0-1 0,0 0-3 16,2 1 1-16,-1-2 3 0,3 0-5 0,0-1 4 0,-2 0 1 0,1-1 2 16,-2 1 6-16,1-1 3 0,1-1 4 0,-3-1 5 0,0 0 2 15,-1-1 0-15,-1 0 3 0,-1-1-6 0,0 0-1 0,-2 0-4 0,0-1 1 16,-1 0-4-16,-2 1-1 0,0-2-1 0,0-1 0 0,-1-1 1 16,-1 0-3-16,-2-3 2 0,0 1-3 0,-1-2 2 0,0 0 1 0,-1 0 0 15,-1-1-6-15,-1 2 2 0,-1-2 4 0,-2-1 1 0,0-1 6 0,-3 0-2 16,-2-3-1-16,0-1-1 0,-3-1 2 0,-1-1-10 0,0 1-2 15,-1-2-2-15,-1 0-2 0,1 1 2 0,-1-2 3 0,0 1-1 0,-1 0-7 16,0 0-1-16,-1 2-2 0,1-1 3 0,0 2-4 0,1 2 2 0,0 0-2 16,0 1-4-16,-1 2 4 0,-1-1 1 0,-2-1-1 0,-1 1 0 15,-1 0-1-15,-2-1-5 0,-3 0 6 0,-1 1-2 0,-3 1 2 0,-2 0 0 16,-2 0-7-16,-4 2 1 0,0-2 5 0,-3 0-3 0,0 1 1 16,-3 0-1-16,-1 0-4 0,-3 2 4 0,-2 1-1 0,0 1-3 0,-1 2 4 15,2 1-4-15,-1 1 3 0,3 1 3 0,2 2-2 0,0 2 2 0,5 1 2 16,0 2 0-16,3 1-2 0,2 2 6 0,2 1-6 0,1 1-4 15,2 1-2-15,2 2-1 0,1 1-1 0,2 1-2 0,4 3 4 0,-1 2-4 16,3-1 4-16,1 4 4 0,3 1-2 0,2 2 2 0,1 3 1 0,3 4-3 16,-1 1 1-16,2 1-6 0,0 0 4 0,1-1-7 0,1 1-3 15,0-1-6-15,1 1-11 0,0-2-2 0,-1 1-13 0,1-1-19 0,1-1-50 16,1-1-59-16,0 0-47 0,2 0-53 0,1 1-229 0</inkml:trace>
  <inkml:trace contextRef="#ctx0" brushRef="#br0" timeOffset="43153.22">15027 8294 384 0,'1'-6'140'0,"2"1"-103"16,1 0-18-16,2 0-9 0,2 4-6 0,1-1 0 0,1 0-1 0,0 1-1 16,1 0 2-16,-2 0-1 0,2 1 2 0,-1 1 3 0,2-1 4 15,-1 1 2-15,-1 0 3 0,0 1 6 0,0 0 3 0,0-1 5 0,0 1 1 16,1 1-2-16,1 0-2 0,-1 0 0 0,1 0-4 0,1 0 0 16,0-1-1-16,0 1-2 0,2 1-1 0,1-1-1 0,0 1 0 0,-1-1 0 15,0 0-3-15,-1-1-3 0,1-1-2 0,-1 1-3 0,-1 0-2 0,2-1 2 16,-1-1 0-16,0-1 3 0,-1-1 0 0,2-1 6 0,-1-1 3 15,0-1 2-15,-2-1 2 0,1 0-5 0,-1-1-1 0,-1-1-3 0,0 2-6 16,0-2 1-16,-2 1 3 0,0 1 1 0,0-1 0 0,-1 0 2 0,-1 0-8 16,-1-1 3-16,-1 0-2 0,0 0 3 0,-1-1 2 0,-3 0 1 15,1 0 1-15,-1-1-1 0,-1 0-1 0,-2 0 3 0,1-1-1 0,-2 0 1 16,-2-1 6-16,-1-1-9 0,-2 1 1 0,-1-2-1 0,-3 1 0 16,-1 1-2-16,-1-2-3 0,-1 2 0 0,-2-3-7 0,-2 0 3 0,1 1 2 15,-4 1-1-15,1-2 2 0,-1 2 2 0,-1-1-3 0,2 0 5 0,-3 3 1 16,0 0-1-16,0 1 0 0,-2 3 2 0,2 0-3 0,0 3 3 15,1 0-4-15,2 3 2 0,-2 2-4 0,-1 1 0 0,2 2 0 0,-2 0-7 16,1 3 5-16,-1 1-5 0,1 2-1 0,1 2 1 0,-1 2-1 0,0 2-1 16,3 1-2-16,-2 1-2 0,2 2-7 0,2 0-10 0,1 1-10 15,1 2-18-15,3-1-29 0,1 1-48 0,3 1-80 0,3 1-75 0,2-1-100 16,2 0-101-16</inkml:trace>
  <inkml:trace contextRef="#ctx0" brushRef="#br0" timeOffset="44286.22">14990 7118 1424 0,'-10'-9'85'16,"2"2"21"-16,-2-1-45 0,5 6-19 0,2 4-20 0,2 2-10 16,-1 4-5-16,2 1 2 0,0 5-1 0,1 3 5 0,0 3 2 0,1 1-3 15,-1 3-2-15,1 1-7 0,0 2 1 0,0-1-4 0,1-2 3 0,0-1-2 16,0-2-2-16,0 0 3 0,2-1-3 0,0-3 0 0,1-3 2 15,1-1 2-15,1-2 10 0,0-1 5 0,0-3 7 0,1-1 11 0,-1-2 1 16,0-2 2-16,2 0-1 0,-1-1-5 0,3-1-9 0,-1-1-5 16,0 0-5-16,1-2-5 0,-1-1-2 0,1-2-1 0,0 0-3 0,0-2-5 15,2-1 2-15,0-1-4 0,2-1 0 0,-1 1-4 0,0-3 0 0,-1 1-2 16,0-1 2-16,0-1 7 0,-2 1-3 0,1-3 7 0,-2 0-5 16,-2-1 6-16,-1 0-1 0,-1-3 0 0,-2 0 4 0,-1 1-5 0,-1-1 8 15,-2 0-4-15,-2 2 0 0,-1-1-1 0,-2 0 1 0,-1 2 1 0,-3-3-2 16,-2 2-1-16,-1 1-2 0,-2 3-1 0,-1 0 2 0,0 1-4 15,-1 4 1-15,-1 1-2 0,0 2-1 0,0 3 0 0,-1 1-1 0,-1 2 2 16,3 2-3-16,-1 1-4 0,2 1-1 0,-1 3-6 0,2 0-1 16,1 4-5-16,1 3-8 0,0 1-11 0,3 3-15 0,1 2-22 0,0 1-28 15,3 0-40-15,1 1-58 0,1 0-57 0,3 2-52 0,2 2-68 0,1-3-20 16</inkml:trace>
  <inkml:trace contextRef="#ctx0" brushRef="#br0" timeOffset="44635.22">15490 7038 2123 0,'-10'-6'68'0,"0"2"23"0,0 2-75 0,5 7-13 0,3 5-10 0,1 5-5 15,3 4-5-15,1 2-5 0,1 2-5 0,2-1 5 0,1 0 2 0,1-2 1 16,1 0 5-16,-1-1-7 0,1-2 3 0,1-2-1 0,-1-1 2 15,1-4 3-15,0-2 8 0,0-2 3 0,0-3-1 0,-1-2 1 0,0-1 0 16,0 0 1-16,0-3 2 0,0-1 2 0,0-3 0 0,1-1-2 0,0-3 3 16,-1-1-2-16,1-2-1 0,0 1 3 0,-2 0-2 0,1 0 4 15,-2-1 0-15,0 2-5 0,-2-1 4 0,1 0-2 0,-1 2 1 0,-2 1 4 16,0-1-4-16,0 2 2 0,-2-1-3 0,1 1 4 0,-1 2-1 16,0 1-3-16,-1 3-1 0,0 1-1 0,-1 1-1 0,1 2-2 0,0 1 4 15,-1 0-1-15,1 2-3 0,-1 2 5 0,0 0-5 0,1 3-1 0,0 1 2 16,1-1-2-16,-1 2-2 0,1 2 5 0,1 0-5 0,0 1 2 15,0-1 0-15,2 2-6 0,-1-2-2 0,1 1-13 0,1 0-12 16,0 0-20-16,1-2-27 0,-1-2-26 0,2-3-16 0,1 0-16 0,1-2-11 0,0-2-8 16,1-1-26-16,2-3-21 0,1-1-19 0,1-4-181 0</inkml:trace>
  <inkml:trace contextRef="#ctx0" brushRef="#br0" timeOffset="44819.22">16316 6650 1968 0,'-5'-9'81'0,"0"4"8"0,0 1-66 0,3 6-16 16,1 4-10-16,1 4-3 0,0 3 3 0,1 4-7 0,1 2 7 15,1 5-2-15,-1 0-4 0,0 4 8 0,0 1-10 0,0 0 3 0,-1 3-1 16,1-1-14-16,-1 0-4 0,0-1 1 0,-1-1-12 0,1-1 0 16,1-2-8-16,-1-2-22 0,1-1-11 0,2-2-22 0,0-4-24 0,1-1-32 15,0-1-27-15,1-2-12 0,0-3-18 0,1-1-17 0,1-3-194 0</inkml:trace>
  <inkml:trace contextRef="#ctx0" brushRef="#br0" timeOffset="44968.23">16202 6898 1746 0,'-7'-9'118'16,"3"2"-29"-16,0-1-52 0,2 6-34 0,3 2-13 0,2 1-8 0,2 2-4 15,4 2-12-15,4 0-13 0,2 1-19 0,3-1-25 0,0 2-23 0,3 0-22 16,0 0-31-16,0 0-27 0,0-1-19 0,0 1-7 0,-1 0-9 15,0-1-122-15</inkml:trace>
  <inkml:trace contextRef="#ctx0" brushRef="#br0" timeOffset="45135.23">16771 6961 945 0,'-4'0'322'0,"0"1"-213"0,-1 3-26 0,1 4-49 16,0 4-10-16,1 2-8 0,1 4-7 0,0 3-3 0,0 3-4 15,1 4 1-15,1 0-4 0,0 2 2 0,0 0-4 0,1 3 1 0,1-1-4 16,1 1-7-16,0-3-12 0,1-1-24 0,0-4-33 0,1 0-43 0,0-1-49 16,1-3-44-16,1 1-30 0,1-2-220 0</inkml:trace>
  <inkml:trace contextRef="#ctx0" brushRef="#br0" timeOffset="45335.22">16870 6932 1881 0,'-4'-14'117'0,"1"1"2"0,1-1-72 0,1 4-20 16,2 5-15-16,1 2-9 0,2 2-4 0,3 1-5 0,2 1-7 0,2 1 4 16,3 2-1-16,1 2-2 0,1 1 0 0,0 2-2 0,1-1 0 15,-2 2 4-15,2 1-8 0,-2-2-4 0,-1 3 0 0,-2 0-4 0,-2 1 7 16,-2-2 3-16,-2-1-1 0,-1 0-1 0,-3 0-1 0,0 0-5 16,-3-1-3-16,-2 1-10 0,-3-1 1 0,-2 1-15 0,-2 1-13 0,-2-1-24 15,-3 0-30-15,-3 0-19 0,-3-2-9 0,0 1 3 0,-3-1 7 0,-1-1 14 16,0 0 11-16,1 0 8 0,2-2 0 0,0 0-18 0,2-2-147 15</inkml:trace>
  <inkml:trace contextRef="#ctx0" brushRef="#br0" timeOffset="45652.23">17078 7033 1076 0,'-2'-5'439'0,"1"3"-369"0,1 1-16 0,1 5-57 0,2 3-3 15,2 3-3-15,2 3 4 0,2 3-1 0,-1 2-2 0,3-1 0 0,-1 0-9 16,-1-1-7-16,1-1-13 0,0-1-22 0,-1-2-18 0,2-1-7 0,0-1-4 16,-1-2 15-16,1-1 12 0,0-2 10 0,0-2 9 0,1-1 10 15,-1-3 12-15,0 0 11 0,0-3 7 0,-1-1 6 0,-2-3 8 16,1 0 0-16,0-1 3 0,0-1 2 0,-1 0 0 0,1-1 1 0,-1-1 0 16,-1 1-4-16,1 1-2 0,0-1 1 0,-1 2-2 0,0-1 0 0,0 0-1 15,-1 2-1-15,1 2-2 0,-1 1 1 0,-1 1 6 0,0 2-1 0,-1 2 2 16,0 1-3-16,0 0 1 0,-1 3 5 0,0 1-4 0,-1 1 1 15,0 1-4-15,0 1-1 0,-1 1-2 0,0 0 1 0,-1 4-2 0,1 0-4 16,-1 2 3-16,-1 1-3 0,1-1-2 0,-1 1 0 0,1-1-3 16,1 1-1-16,0-2-4 0,2 0-15 0,0-2-28 0,2-2-19 0,1-2-15 15,2-2-17-15,0-1-6 0,2-2-7 0,2-1-4 0,0-3 5 0,2-2-8 16,1-3-134-16</inkml:trace>
  <inkml:trace contextRef="#ctx0" brushRef="#br0" timeOffset="45819.23">18073 6492 1681 0,'-1'-12'103'0,"0"3"7"0,0 0-45 16,1 7-31-16,1 6-17 0,1 3-13 0,0 5 0 0,1 5 0 15,-1 4 2-15,0 8-1 0,0 3 2 0,-1 6-1 0,1 1-7 0,-1 2-1 16,-1 4-2-16,1 0 0 0,0 3 2 0,1-1-9 0,0-2-1 16,1 1-9-16,1-1-15 0,0-1-26 0,2 0-56 0,1-3-79 0,0-1-78 15,1 0-73-15,1-4-89 0,-1-2 4 0</inkml:trace>
  <inkml:trace contextRef="#ctx0" brushRef="#br0" timeOffset="45952.23">17819 6768 2449 0,'0'-5'92'0,"2"3"8"0,5 3-90 0,9 7-17 0,12 6-9 15,11 4-8-15,9 3-22 0,8 3-74 0,5 0-82 0,6 2-99 0,3-1-80 16,5 1-66-16,4-1-41 0,7 0-21 0</inkml:trace>
  <inkml:trace contextRef="#ctx0" brushRef="#br0" timeOffset="46469.23">21277 10879 1509 0,'-2'1'149'0,"0"1"-56"16,0 1-59-16,1 3-17 0,0 2-11 0,1 2 2 0,1 4-3 0,0 1-4 16,1 4 5-16,2 0-5 0,0 3 0 0,2 1 5 0,-1 1-8 15,1 2 4-15,0-1-1 0,0 0-5 0,0-1 5 0,1 2-6 0,0 0 1 16,0-2 1-16,0 0-3 0,0-2-5 0,0 0-5 0,1-3-8 16,-1-1-10-16,0-3-20 0,0-2-26 0,0-1-28 0,0-2-21 0,0-3-4 15,-2-2 1-15,1-1-5 0,-1-2-9 0,-1-4-9 0,0-2-14 0,-1-4-113 16</inkml:trace>
  <inkml:trace contextRef="#ctx0" brushRef="#br0" timeOffset="46619.23">21158 10716 2089 0,'-2'-8'208'0,"1"-2"-44"0,-1-1-84 0,1 2-33 16,2 1-19-16,2 0-14 0,1 0-9 0,1 3-10 0,2-2-3 15,3 1 3-15,1 0 0 0,3 1-3 0,1-1 5 0,3 2-5 0,0 0-3 16,3 1 2-16,1 0-7 0,-1 3 3 0,1 0-3 0,0 1-4 15,-1 1-17-15,1 1-24 0,0 0-27 0,-2 2-41 0,-1 1-35 0,1 1-41 16,-3 2-48-16,2 1-36 0,-1 3-40 0,-2 2-34 0,2 5-118 0</inkml:trace>
  <inkml:trace contextRef="#ctx0" brushRef="#br0" timeOffset="46802.23">21161 11363 2271 0,'0'-1'184'0,"1"2"-76"16,1-1-79-16,0 0-10 0,3-1-16 0,2 1-14 0,2-1-2 0,3 1-6 16,3-1 0-16,2 0 2 0,1 0 4 0,1-1 0 0,2 0-10 15,1 1-17-15,-1-1-28 0,2-1-24 0,1 0-20 0,1 1-16 0,1-2-3 16,-2 0-12-16,0 0-29 0,0-1-44 0,0 0-53 0,3-2-55 0,1-2-249 16</inkml:trace>
  <inkml:trace contextRef="#ctx0" brushRef="#br0" timeOffset="47102.23">22013 10934 1628 0,'0'2'156'0,"0"1"-67"0,1 2-56 16,-1 2-13-16,0 1-11 0,1 2-7 0,0 4-3 0,2 2-7 0,-1 3 1 16,2 3-3-16,0 1 3 0,0 0 2 0,0 1-10 0,0-1-5 15,-1-2-10-15,0 1-11 0,1-1-4 0,-1-2-7 0,1-2-3 0,-1-2-11 16,1-2-18-16,0-4-10 0,1-1-8 0,1-2 6 0,1-2 21 0,0-3 23 15,0-1 24-15,-1-2 17 0,0-3 13 0,1-1 4 0,0-2 1 16,-1 0 3-16,0-2 2 0,-1-1-1 0,0-2-4 0,-1 1 0 0,1 1 3 16,-1-2 9-16,1 1 9 0,-2 0 4 0,3-3 6 0,-1 2-3 15,0 0 4-15,0 0 2 0,1 2 5 0,-1 2 4 0,2 0 3 0,-1 3 5 16,1 0-3-16,0 1-6 0,-1 2-3 0,1 1-5 0,2 1-4 0,0 1-4 16,1 3-13-16,0 0-4 0,0 2-5 0,1 3-2 0,1-1 2 15,0 4-10-15,-1 2 2 0,1 2-3 0,-1 0 3 0,1 1-3 0,1 2-8 16,-1 1-10-16,-1 1-14 0,-2 1-12 0,1 2-29 0,0-2-27 0,-1 2-40 15,-1-1-37-15,-2-2-29 0,-1-1-25 0,-1 0-21 0,0-2-198 16</inkml:trace>
  <inkml:trace contextRef="#ctx0" brushRef="#br0" timeOffset="47304.23">22786 11085 2193 0,'1'4'184'0,"-1"3"-100"0,1 4-78 0,0 6-15 0,0 2-6 0,1 6-7 15,0 5-4-15,1 3-9 0,0 5 0 0,0 2-8 0,0 0 19 16,0-1-7-16,-1-1-15 0,-3-1-20 0,1 0-52 0,-2-3-27 0,0-1-29 16,-1-4-17-16,-1-1-17 0,0-4-24 0,0-1-37 0,0-5-40 15,0-3-87-15</inkml:trace>
  <inkml:trace contextRef="#ctx0" brushRef="#br0" timeOffset="47523.23">22726 10937 1663 0,'6'-4'694'0,"1"-1"-563"0,4 0-92 0,1 2-50 0,2 2-22 0,1 1-15 15,4 1-10-15,5 2-4 0,1 3 8 0,4 0 17 0,1 2 13 16,-1 1 13-16,-2 1 8 0,-2 2-8 0,-3 1-13 0,-3 1-24 0,0 1-16 15,-2-1-7-15,-3 5 5 0,-1 0 14 0,-3-1 12 0,-2 2 8 16,-2-2-4-16,-3 1-3 0,-1-2-10 0,-4 1-11 0,-2-1-5 0,-2-2-7 16,-2 2-1-16,-1-1 1 0,-5 0 1 0,1-2 9 0,-4-1-1 0,1-1 0 15,0-1-10-15,1-2-26 0,0-1-43 0,1-4-58 0,0-1-228 16</inkml:trace>
  <inkml:trace contextRef="#ctx0" brushRef="#br0" timeOffset="47836.23">23328 10950 2057 0,'3'4'139'0,"1"2"-91"0,1 5-45 0,0 2-3 16,1 3-6-16,1 5-7 0,2 2-6 0,1 4-9 0,0 0 5 0,-1 1 6 16,0-2 1-16,-1-1-12 0,0-1-20 0,0-3-24 0,-1 1-21 0,1-1-13 15,-1-3-13-15,0 0-4 0,1-3 5 0,0-4 12 0,1 0 26 16,0-4 25-16,0-2 24 0,0-2 21 0,0-4 14 0,1-2 13 0,0-2-3 15,0-3-9-15,-2 0 2 0,0-1-4 0,-2-1 5 0,3-1 3 16,0-1-8-16,0-1-3 0,1 0 3 0,0-3 10 0,0 0 3 0,-1-1 13 16,0 1 3-16,1 0 0 0,0-1 6 0,-1 0-5 0,2 1-3 0,-1-2 1 15,1 2-3-15,2 1-4 0,0 0 8 0,0 2 8 0,-1 3 15 16,1 2 19-16,-1 2 13 0,1 3 11 0,-1 1-7 0,-1 3-3 0,0 2-12 16,0 2-22-16,0 2-20 0,0 5-16 0,1 2-11 0,-1 3-1 0,2 3 0 15,1 5-12-15,-1 2-10 0,-1 7-14 0,-1 4-20 0,-1 2-44 16,-4 5-75-16,-3-2-103 0,-3 2-132 0,-4 3-282 0</inkml:trace>
  <inkml:trace contextRef="#ctx0" brushRef="#br0" timeOffset="49846.23">16115 10457 5 0,'0'-2'2'0,"2"0"-2"15,0 0-3-15</inkml:trace>
  <inkml:trace contextRef="#ctx0" brushRef="#br0" timeOffset="50535.23">15993 10556 101 0,'-2'-6'91'0,"2"1"-32"0,-1-1-14 0,1 1-11 0,0 2-15 0,0-1-7 16,0 1-4-16,1-1-5 0,0 1-1 0,-1 1 0 0,1-1 0 0,-1 1 1 16,1 0-2-16,-1-1 1 0,0 1-2 0,0 0 1 0,0-1 1 15,0 1 1-15,0-2-1 0,0 1-1 0,0-1 1 0,1 1-2 0,-1-1-2 16,1 0 2-16,0 1 1 0,0-1 0 0,0 0 0 0,-1-1 0 0,2 0 2 16,-2 1 2-16,1-1 3 0,0-1 1 0,0 0 0 0,1 1 2 15,-1-1-2-15,0 0 0 0,0 1-2 0,1-3 1 0,0 1 1 0,0 0 2 16,0 0 3-16,-1 1 3 0,0 0 2 0,0 0 2 0,1 1 0 15,-2 0-3-15,1 1-1 0,-1 0-1 0,0 1-2 0,0 0-5 0,0 1-2 16,0-1-2-16,-1 1-2 0,1-1-1 0,-1 1-4 0,0 1 4 0,0 1-5 16,1-1-3-16,-1 2 1 0,0-1-10 0,-1 0-3 0,1 1-5 15,-1 1-12-15,1 1-6 0,-2 0-9 0,2 0-12 0,-2 0-10 0,0 0-18 16,0 1-54-16</inkml:trace>
  <inkml:trace contextRef="#ctx0" brushRef="#br0" timeOffset="52218.98">15431 10283 135 0,'-2'-4'68'0,"0"-1"-33"0,0 0-12 0,1-1-12 0,-1 2-5 0,1 1-5 16,-1-1-4-16,1 2 1 0,-1 1-3 0,0 0-4 0,0 1-3 0,0 0-1 16,0 1-1-16,-1 1 4 0,0 0 0 0,0 1 2 0,1 0 2 15,-2 0 2-15,1 0 2 0,-1 1-1 0,0 0 0 0,1-1-2 0,0 0 1 16,0 0-1-16,1 1 3 0,1-2 0 0,-1 1 0 0,1-1 1 0,0 1 0 16,1-1 3-16,-1 1 0 0,0-1 2 0,0-1 0 0,0 1 2 15,0-1 1-15,0 0 0 0,1-1 0 0,-1 1 0 0,0-1-2 0,1 0 1 16,-1 0-1-16,1 0-1 0,0-1 0 0,-1 1-2 0,1-1 2 0,0 0-2 15,0-2 1-15,-1 1 4 0,0 0 4 0,0 0 10 0,0-1 9 16,0 0 7-16,0 0 7 0,-1 0 2 0,0-1 2 0,0 1-2 0,1-1-9 16,-1 1-4-16,1-1-5 0,0 0-2 0,0 1 0 0,1 0-6 0,0 0-4 15,0 0-3-15,0 1-4 0,-1 0 0 0,2 0 2 0,-1 1-3 16,0 0-1-16,1-1 0 0,0 0 2 0,0 0 1 0,2 0 0 0,0 1-3 16,0-1 0-16,2 1-3 0,1-1 4 0,0 0-1 0,1 2-2 15,1-2 3-15,-1-1-3 0,1 1 5 0,0 0 0 0,2-1 1 0,0 1 2 16,1 0-1-16,0 0-1 0,1 0-4 0,-2 1-4 0,1 0 1 0,1 1-4 15,1-1 5-15,1 2 3 0,-1-1-2 0,1 1-1 0,0 1 0 16,-2 0-1-16,0 0 2 0,0 1 7 0,0-1-3 0,0 0 1 0,-1 0-2 16,-1 1 1-16,0-1 1 0,0 0-3 0,0 1 2 0,-1-1-3 0,0 0-2 15,0 0 0-15,-1 1-5 0,1-1 3 0,0 1-4 0,0-1 2 16,1 0 0-16,0 1-3 0,-1-1 4 0,-1 1-4 0,1-1 1 0,0 0 1 16,0 0-2-16,1 0-1 0,0 0 0 0,-1 1-2 0,1-2-2 0,0 1 3 15,-1 1-3-15,0-1 0 0,0 1 1 0,-1-1 0 0,-1 2 2 16,1-2 0-16,-1 1-1 0,0 1 1 0,-1 0 0 0,0 0 2 0,-1 0 4 15,-1-1-2-15,-1 1 1 0,-2 0-5 0,1 0 3 0,-2 1 1 16,0 0-2-16,0 0 3 0,0 0-5 0,-2 1 4 0,0-1 2 0,0 2-1 16,0 0 0-16,0 2-1 0,0 1-1 0,-1 1 3 0,1 0 0 0,0 0-3 15,0 2 0-15,1 1 0 0,1 0 0 0,0 0 2 0,0 1-1 16,0 0 0-16,1 1 1 0,0-1-3 0,0 1 0 0,0 1 0 0,0 0 0 16,0-2 0-16,0 0 2 0,-1 0 1 0,0-2-3 0,1-1 1 0,-1 0 1 15,-1-1-2-15,1 0 0 0,-1-1-5 0,0-1-16 0,0-2-22 16,0-1-32-16,-1 1-45 0,0-1-51 0,1-1-100 0,-1 0 28 0</inkml:trace>
  <inkml:trace contextRef="#ctx0" brushRef="#br0" timeOffset="53021.5">15363 9685 149 0,'-6'-4'62'0,"-1"1"-22"0,-1-2-13 0,2 1-7 0,1 1-3 15,0 0-3-15,1 1-3 0,-1-1 0 0,1 0 1 0,0 1-3 0,0 0-4 16,1 0 2-16,1 1-4 0,-1 1 9 0,1-1 4 0,1 1 4 16,0 0 7-16,0 0 2 0,1 0 4 0,0 0 3 0,0 0-1 0,0 0-2 15,1 0-5-15,0 0-3 0,0 1-6 0,2 0 0 0,0 0-3 16,1 0 3-16,1 0 3 0,1 0 3 0,1 0 0 0,1 0 0 0,1 0-3 16,3-1-4-16,1 0 1 0,1 0-2 0,2-1-4 0,-1 1-2 0,2 0-1 15,2 0-3-15,-2 0-5 0,3-1 2 0,0 1-4 0,0 0 1 16,0 0 4-16,1 0-4 0,-1 0 3 0,-1-1-1 0,1 0 1 0,-1 1-1 15,-1-1 3-15,1 0-2 0,-1 1-2 0,-2-1 1 0,1 0-5 0,-1 1 5 16,-1-1 1-16,0 1-2 0,0 0 2 0,1-1-3 0,0 1-3 16,-2 1 4-16,1-1 0 0,-1 1-2 0,-1 0 1 0,-2 1 0 0,0 1-1 15,-1-1 2-15,0 1-2 0,-1 0 2 0,-1 0-3 0,0 0 0 16,-3 1 1-16,2 0-1 0,-1 0-1 0,0 1 0 0,-1 1 2 0,0-1-1 16,0 0 2-16,-1 0-1 0,0 0-2 0,1 0 2 0,-2 1 0 0,1 0-1 15,-1 0 2-15,-1 0 0 0,1 1-1 0,-1 1 0 0,0 0 0 16,1 1-2-16,-1-2 1 0,1 1 2 0,-1 0 0 0,0-2 1 0,0 1-2 15,0 0-1-15,0 0-1 0,1 2 1 0,-1-1 1 0,0 1 0 0,1 1 2 16,-1-2-3-16,1 2 1 0,-1 0 0 0,1 1-2 0,-1 1 2 16,0 1 0-16,0-1-1 0,1 3 1 0,-1-1 0 0,1 2-1 0,-2-1 1 15,2 0-1-15,0 1 0 0,-1 0-1 0,1-2-3 0,-1 1-1 16,0-1 2-16,1-1 3 0,0 0 3 0,-1 0 0 0,1 0-1 0,-1-1-3 16,1 1 2-16,0-1 2 0,0 2-1 0,1 0-2 0,0 1-1 0,0 0 0 15,0 1 2-15,0 1 2 0,0 0-2 0,0 0-2 0,1 3-5 16,0 0 4-16,1 3 2 0,-1 1-3 0,1 1 5 0,-1 0-6 0,0 1-1 15,0-1 2-15,0 1-5 0,1 0 0 0,-2 1-4 0,1 0-2 0,0-2 2 16,0 0-1-16,-1-2-1 0,1-2-4 0,0-3-2 0,1-2-9 16,-1-1-6-16,1-1-7 0,0-1-8 0,0-2-3 0,-1-4-2 0,1 1-5 15,-1-2-9-15,1-1-13 0,-1-1-32 0,1-1-100 0</inkml:trace>
  <inkml:trace contextRef="#ctx0" brushRef="#br0" timeOffset="53919.5">15388 9308 176 0,'-1'-11'110'0,"0"-1"-37"0,1-1 11 0,0 3-17 0,1 2-12 0,0 3-12 15,1-1-9-15,-1 1-8 0,1 0-5 0,0 2-8 0,0 0-4 0,0 2-6 16,-1 0-3-16,2 1 2 0,0 1-5 0,1 0-4 0,1 1-6 16,0 0-12-16,1 0-3 0,1-1-4 0,1 0 4 0,1-1 9 0,0-1 5 15,0-1 8-15,0-1 5 0,1-2 4 0,0 0 4 0,0-2 4 16,0 0 7-16,-1 1 5 0,1-1 6 0,0 1 6 0,0 0 4 0,-1-1 3 15,0 0-2-15,-1 0-3 0,2 1-4 0,1 1-4 0,-1-1-4 0,2 2-3 16,0 0-7-16,-2 2 0 0,3 0-6 0,-1 1 1 0,0 0 0 16,2 1-4-16,-1 1-2 0,2 1-3 0,1 1 1 0,0 0-2 0,-1 1 2 15,3 0-1-15,1-1-2 0,0 1 3 0,0 0-2 0,1 0 3 0,0 0-2 16,1-1 3-16,1 1-3 0,1-1 2 0,2 0 4 0,2-1-3 16,-1 1 4-16,2-2-3 0,-3 2-2 0,0-1 4 0,-1 0-4 0,1 0 4 15,-1 0-4-15,-1 0 1 0,0 0 1 0,-2 0 4 0,-2-1 0 16,-1 0 0-16,-1 0 2 0,-2 0-5 0,1 0 2 0,-2-1 2 0,0 1-4 15,-2 0-1-15,-1 1 1 0,0 0 0 0,0 0 1 0,-1 1 0 0,0 0-2 16,-1 1 0-16,1 0 0 0,0 1 2 0,-1 0-3 0,0 0 2 16,-1-1 0-16,0 0 0 0,-2 2-1 0,2 0-3 0,0 1-2 0,0-1 0 15,0 1 1-15,1 0 0 0,0 0-1 0,0-1 0 0,0 1-1 0,1-1 2 16,0 1-1-16,1 0 1 0,-1 1-2 0,1 1 1 0,-2-1-1 16,2 0 2-16,-1 0 0 0,-2-2 0 0,0 2-2 0,-1 0 0 0,-1 0 2 15,-1 1-1-15,0 0 2 0,0 0-4 0,-1-1 0 0,1 1 0 16,0 0 0-16,-1 1 1 0,0 2 1 0,-1 1 1 0,0-1 0 0,0 2 2 15,-1 0 0-15,0 0 1 0,0 0-3 0,0 2 0 0,0 1-1 0,0 1 0 16,-1-1-2-16,0 3-1 0,-1-2 0 0,1 0 0 0,0 1 0 16,0 0 0-16,-1 1 3 0,1-2-1 0,-1 1-1 0,2-2 1 0,0-2-2 15,0 1 2-15,-1-1 4 0,0 2-5 0,0-2 1 0,0 1 0 0,0 1-2 16,-1 0 6-16,1-1-8 0,-1 1 5 0,-1 1 0 0,0-1-1 16,0 2 2-16,0 0-4 0,-1 0 2 0,1-1-6 0,-1 2 3 0,0-2 1 15,1 0 1-15,0 2 6 0,-1 1 1 0,1-1-1 0,1 2-8 0,0 1 4 16,1 0-2-16,-1 0 1 0,2 0 3 0,-1 1-4 0,2 0 0 15,0 0-1-15,1 0-4 0,0 0 4 0,1-1-4 0,1 0 2 0,-1-3 2 16,1 1-3-16,1-1 3 0,-1-2-5 0,0 1 7 0,0-1 0 0,-1-1-4 16,0 0 1-16,0-1-6 0,0 1-5 0,0-2-1 0,0 1-10 15,-1-2-15-15,0-1-17 0,0 0-18 0,1-3-7 0,-1 1-4 0,0-1-6 16,0-2-10-16,-1 0-22 0,0-4-38 0,0-1-55 0</inkml:trace>
  <inkml:trace contextRef="#ctx0" brushRef="#br0" timeOffset="54502.5">15609 8905 785 0,'10'-14'39'0,"3"2"45"0,3-3-33 0,2 5-8 0,0 2-16 15,2 2-14-15,3 1-4 0,2 1-4 0,1 1-2 0,2 0 1 0,-1 1-3 16,1 1-1-16,0 0-1 0,0 0 2 0,2 1 0 0,1-1-2 16,1 1 1-16,1 1 1 0,-3 1-2 0,0-1 3 0,0 0-2 0,0 1-1 15,-2-2 2-15,1 1-1 0,0-1 3 0,-2-1-3 0,1 0 4 0,-1 0-2 16,1 0-2-16,-2 0 0 0,3 0-3 0,-2-1 0 0,2 0 4 15,0 1-1-15,1 0 6 0,0-1-7 0,1 2 4 0,0 0 3 0,0-1-8 16,-2 1 6-16,0-1-5 0,-1 1-3 0,-1-1-2 0,0 0 2 0,-1 1 1 16,1 0 1-16,-4 1 2 0,1 0 0 0,-1 0-7 0,-2 1 4 15,-1 1-2-15,0 0-1 0,-2 1 7 0,0 1 0 0,-1 2-1 0,-1 1 1 16,-1 0 0-16,-1 0-1 0,-1 1 0 0,0-1 0 0,-2 0-1 16,2 2 0-16,-1 1 2 0,0 1 0 0,1 1-1 0,-2 1 1 0,2 1-4 15,0 1 3-15,-1-1 1 0,1 0 0 0,-2 1 1 0,1 0-1 0,0 2-2 16,0 0 2-16,-1 2-1 0,-2 2-2 0,0 0 1 0,-1 0-1 15,0-1-2-15,-1-1 2 0,0 2 1 0,-2 0 0 0,-1 0-1 0,1 1-1 16,-2 0 0-16,1 2 1 0,-2 0 1 0,1 0 2 0,0 2-5 0,0-1-1 16,1 1 3-16,0-1-3 0,-1 0 3 0,0 1 2 0,-1-1-1 15,1-1 1-15,-1 0 0 0,0 1 0 0,0 0 2 0,-1 1-3 0,1 3 3 16,-2-1-2-16,0 2-4 0,-1-2 4 0,0 0-2 0,1 0-1 0,0 1 2 16,-1-1 0-16,1 2 0 0,0-1-3 0,0 2-3 0,2-4-1 15,0 2 6-15,0-2 1 0,2 1 6 0,-1 0-1 0,1 1-2 0,-1-1 0 16,1 1-4-16,-1-2 1 0,1 3-3 0,0 1 4 0,-1 0-1 15,1 1-1-15,-2-1 2 0,1-3-3 0,-1 1 2 0,-1-3 0 0,1 2-7 16,-1-2-9-16,-1 1-16 0,0-1-39 0,-1-2-51 0,1 0-60 0,-2-1-120 16</inkml:trace>
  <inkml:trace contextRef="#ctx0" brushRef="#br0" timeOffset="55119.5">16424 8374 746 0,'-1'-8'22'0,"1"1"37"0,2-1-23 16,1 5-13-16,2 2-11 0,0 1-5 0,3 1-5 0,1 0 2 15,2 1-2-15,0 0-1 0,-1 1 3 0,-1 0-2 0,1 1 2 0,1 0 3 16,2-1 2-16,0 1 3 0,2 0 4 0,2-1 2 0,3 0 2 0,3 0 2 16,1 1 1-16,4-1-3 0,0-1 0 0,3 1-5 0,3 0-3 15,3 1-2-15,2 0-3 0,1-1-1 0,3 1-4 0,1-1 1 0,1 0-3 16,1-1 1-16,1 0 2 0,1-1 0 0,-1 0-1 0,2-2-2 15,0 0 1-15,1 0 0 0,-2-1 1 0,-1 0 2 0,-2 0-2 0,-1-1 2 16,-4 1-2-16,-1 0 0 0,-1-1 1 0,0 1 1 0,-2 1 0 0,0-1-1 16,-3 1 0-16,0 1-1 0,-1 1 0 0,0 0 2 0,-1 2 1 15,0 0-2-15,-3 1 1 0,0 2-4 0,-3 0 0 0,-1 0 1 0,-1 1-2 16,-2 0 3-16,-1 1-6 0,0 1 6 0,-2 2-2 0,-1 2-2 0,-1-1 6 16,-2 1-5-16,-2-1 1 0,2 0-1 0,-2 1-4 0,-1-1 2 15,-1 1-2-15,-2-1 0 0,0 0 2 0,0 1-2 0,0 0 1 0,-1 0-1 16,0-1 0-16,1 3 0 0,-1 0 2 0,-1 1 0 0,1-1-1 0,0 2-1 15,-1 1-1-15,-1 0 0 0,0 2-4 0,-1 1-1 0,-1 0 3 16,0 2 3-16,-2 2 6 0,1 2 3 0,-2 2 0 0,0 1-2 0,0 3-4 16,0 1 3-16,0 4-2 0,-1 1 2 0,1 1 0 0,0 3-2 15,0-1 0-15,0 3-1 0,0 3 0 0,0 2-2 0,0 4 3 0,1 1 0 16,0 4-1-16,1 0 6 0,1 1-4 0,0 1 0 0,1-1 2 0,-1 0-3 16,1-1-2-16,0 0-1 0,0-2-5 0,0 0-1 0,-1-1 1 15,0-2 5-15,-1 1 4 0,-1-1 3 0,0 2-1 0,0-1-4 0,0-2 2 16,0 0-4-16,-1-3 0 0,1 2-3 0,0-2-8 0,0 1 0 15,-1-3-11-15,1-1-12 0,0-1-25 0,0-2-33 0,-1-2-23 0,0-2-23 16,1-2-12-16,-1-2-40 0,-1-5 10 0</inkml:trace>
  <inkml:trace contextRef="#ctx0" brushRef="#br0" timeOffset="55686.5">17290 8038 473 0,'0'-18'126'15,"0"0"-44"-15,1-3 6 0,0 8-14 0,1 4-20 0,0 2-20 0,2 1-13 16,1 2-10-16,2 1-5 0,1 0-5 0,3 1 3 0,3 0-2 0,0 0 0 16,4 0-2-16,2-1-1 0,0 1 2 0,5-1 1 0,1-1-1 15,1 0 5-15,2 0 4 0,2 0 5 0,2-1 7 0,1 0 4 0,2 1-1 16,1 0 3-16,1 2-2 0,1 0-3 0,-1 1 1 0,3 1-3 0,1 0-4 16,-2 2-2-16,0 1-1 0,1 1-4 0,-3 1 2 0,1-1-5 15,2 1 0-15,-2-1-4 0,1 0 2 0,1 1 1 0,1-1-2 0,0 0 1 16,1 1-1-16,-1-1 1 0,-1 1-3 0,-2-1-1 0,-3-1-2 0,-1 1 0 15,-1 0 1-15,0 0 1 0,1 1-1 0,-1 0-1 0,2-1 1 16,-3 3 0-16,1 0 0 0,-2 1 0 0,-1 0 0 0,-2 1 0 0,-1 2-2 16,-2-1 2-16,0 3 0 0,-1 1-3 0,-2 1 3 0,-1 0-1 15,-3 0 2-15,0 3-1 0,-3 0-1 0,-2 1-6 0,1 2-1 0,-1 1 4 16,-2 0-1-16,-1 3 8 0,-3 0-1 0,1 2-1 0,0 1 1 0,0 0-2 16,-1 1 1-16,0-1 2 0,1 2-2 0,-2 0-1 0,1 0 1 0,1 0-2 15,0 0 1-15,1-1-1 0,2 2-3 0,0 0 3 0,1 3 0 16,2 1 1-16,0 2-6 0,2 0 1 0,-2 1 3 0,1 1-2 0,0 2 5 15,0-1-1-15,-1 2-5 0,0 1 1 0,1 1 2 0,-2 1-1 16,3 2 2-16,0-1-1 0,-2 0-4 0,0 2 5 0,1 2-8 0,0 1 2 16,1 1 4-16,-1 3 0 0,1 0 4 0,-1 1 0 0,0 3-2 0,-1-3-1 15,0 0-2-15,1-1-1 0,0-1 1 0,-1 2-4 0,3 0-6 16,1 0 5-16,-1 2-3 0,1-1-2 0,-1 1-1 0,-2 3-17 0,-1 0-24 16,0 0-30-16,-3 3-33 0,-1 0-29 0,-1 4-26 0,-2 2-50 0,1 2-52 15</inkml:trace>
  <inkml:trace contextRef="#ctx0" brushRef="#br0" timeOffset="72655.17">18227 8004 2167 0,'-5'-2'60'0,"-1"0"-50"0,0 0-11 0,2 3-19 16,2 0-2-16,0 0-2 0,0 1-4 0,1 0 8 0,-1-1 4 16,1 1 7-16,-2 1 9 0,0 0 2 0,-2 0 1 0,-2-1 0 0,0 0-1 15,-2-1 6-15,0 0-4 0,0-2 0 0,-2 0 5 0,-1-1-3 0,-1-1 1 16,-2-1 4-16,1-2 1 0,-3 0 1 0,-1 0 5 0,-2-1-1 16,1 0 4-16,-2-1 7 0,-1 1 2 0,-1-2 5 0,-4 1 6 0,0 1 4 15,-2-1 6-15,-1 2-7 0,-1 0 5 0,0 1-6 0,-1 0-6 16,-1 1-2-16,-3 2-12 0,0-1-7 0,-1 2-6 0,-2 1 3 0,0 1-10 15,-2 3 2-15,-2 0-3 0,0 3-4 0,-3 1 2 0,-3 2 0 0,-2 3-7 16,-1 0 6-16,-1 2-1 0,1 0 2 0,-1 0 0 0,2 3-2 16,-1-1 4-16,6 3 1 0,2 1 4 0,4 0-2 0,3 3-3 0,3 0-7 15,2 0-13-15,4 2-5 0,0 0 5 0,4 2 5 0,2 1 11 0,2 1 4 16,5-1 1-16,1 0 2 0,3 0-2 0,3 1 5 0,2 0-3 16,3 2 2-16,3-1-1 0,2 1-1 0,4 0 3 0,4 0 2 0,4 0 3 15,2 2 4-15,7 1 1 0,3 1-2 0,3-1-14 0,5 0 5 0,2 2-7 16,5-1 0-16,6 2 13 0,3 0-13 0,6 0 3 0,4 2 0 15,3 0-1-15,2-1 3 0,3 1-3 0,1-4-7 0,2 0 3 0,1-3 0 16,-1 0 1-16,0-1 1 0,1-3 3 0,0-2 4 0,-1-3 3 0,2-6-4 16,-1-2 9-16,-2-4 7 0,-2-5 10 0,-4-4 14 0,-1-4 7 15,-2-6 18-15,0-4 2 0,-4-5-4 0,-1-4-3 0,-1-6-17 0,-1-2-9 16,-2-6-4-16,-1-1-4 0,-1-4-1 0,-1-3-7 0,-2-4-9 16,0-4 0-16,-2-4-12 0,-2-1 3 0,-4 0-2 0,-3-1 3 0,-3-2-3 15,-6-1-6-15,-3-1 0 0,-5-2-11 0,-5-1 4 0,-4 0-2 0,-6-1-2 16,-6-1-2-16,-6-1-5 0,-6 1-1 0,-7-2-3 0,-8 1-3 15,-8-1 0-15,-7 0-6 0,-8 0 2 0,-6 0-3 0,-7 3 0 0,-6 4 2 16,-7 5-1-16,-7 6 3 0,-3 5 18 0,-4 9 13 0,0 5 15 0,0 10 12 16,5 6-7-16,0 9-8 0,5 9-6 0,0 10-9 0,0 7-17 15,3 12-17-15,0 7-28 0,3 12-40 0,1 8-37 0,3 11-54 0,-1 9-48 16,2 5-68-16,0 7-163 0,1 3-619 0</inkml:trace>
  <inkml:trace contextRef="#ctx0" brushRef="#br0" timeOffset="73788">25451 9246 2327 0,'-10'-6'96'0,"2"1"-16"0,0 0 10 0,6 1-8 0,2 2-25 0,2 0-13 15,1 1-7-15,0-1-4 0,1 1 4 0,0 2 1 0,0 0 0 0,0 2 4 16,1 2-1-16,-1 1 4 0,2 3-1 0,-1 1-5 0,2 4-2 16,1 2-11-16,1 3-6 0,3 3-9 0,2 5-4 0,3 3-9 0,4 6 2 15,3 1-5-15,2 2-11 0,4 1 14 0,0-1 2 0,4 1 9 0,1-2 3 16,0-1-14-16,4-2-7 0,-1-3 1 0,1 0-3 0,0-4 6 15,-1-1 1-15,1-4-1 0,-1-2 5 0,-2-3-4 0,-2-2-3 0,-1-4-5 16,-2-1-10-16,-2-3-9 0,-1-2-20 0,-2-3-28 0,-1-3-37 0,-2-2-48 16,-2-3-64-16,-1-4-70 0,-2-4-72 0,-1-3-84 0,-1-5-488 15</inkml:trace>
  <inkml:trace contextRef="#ctx0" brushRef="#br0" timeOffset="74170.52">26562 8991 2717 0,'-7'10'67'0,"3"3"-34"0,1 6-3 0,6 3 2 0,3 0 20 0,-1 3 10 16,0 1 1-16,2 4-2 0,-2 1-15 0,0 2-13 0,0 2-5 0,-2 2-8 16,1 2-9-16,0 3-1 0,0 4-8 0,2 4-9 0,3 2 7 15,0 5-7-15,5 1 2 0,2 5 5 0,3 6-13 0,3 1 2 0,4 2-8 16,2 1-8-16,4-2-20 0,1 2-2 0,4-1 9 0,-1-2 13 15,0 0 12-15,-2-1 3 0,-1-2 0 0,-3 0-7 0,-3-1 12 0,-2-3-8 16,-5-2-9-16,-4-2 4 0,-4-2-2 0,-4-4 2 0,-5-1 5 0,-5-6 5 16,-4 0-1-16,-5-3 7 0,-3 0 6 0,-6-3-9 0,-5-4 7 15,-1-1-3-15,-6-3 0 0,-4 0 4 0,-3-3-6 0,-6-2 4 0,-1-3-9 16,-3-4 11-16,-2-2 11 0,-3-5 8 0,-4-4 21 0,2-3 11 0,-2-3 13 16,2-4 10-16,3-3 19 0,0-3-21 0,4-3 9 0,4-4-5 15,2-3-17-15,6-2 14 0,5-6-22 0,6-3-13 0,5 0-3 0,7-1-15 16,6 3-4-16,5-1-6 0,7 2-5 0,3-2 9 0,6 0-5 15,4-2-1-15,5-2 3 0,5-1-10 0,6 1 1 0,4-2 1 0,4 1 12 16,3 0-3-16,2 0 0 0,3-1-7 0,2 2-10 0,1-2 10 0,2 3 0 16,-1 0 4-16,-1-1-12 0,-1 0-4 0,-5 1 4 0,-2-1 0 15,-2 0-21-15,-5-2-31 0,-3-2-31 0,-5-1-38 0,-1-1-33 0,-4 0-35 16,-3 0-57-16,-1 2-42 0,-4 0-96 0,-2 1-87 0,-1 0-183 0,-1 1-179 16</inkml:trace>
  <inkml:trace contextRef="#ctx0" brushRef="#br0" timeOffset="74422.5">27334 10000 3401 0,'3'8'77'0,"4"3"-64"0,4 2-8 0,6 1-3 0,2-1 7 16,2-1 10-16,-1 0-3 0,1-1 16 0,0-2-7 0,-2-2-5 15,-1-1 1-15,-3 0-10 0,-2-3 4 0,-2 0-7 0,-2-1 13 0,0-2 11 16,-2 0-1-16,0-1-1 0,0-1-8 0,0-1-13 0,1-1-1 0,1-1 0 16,0-2-6-16,0-1-6 0,1-2 8 0,0 0-14 0,1-1 2 15,0 0 1-15,-1 0-22 0,1 0-6 0,-1 1-16 0,1-1-16 0,-1 1-17 16,1 1-27-16,-1 0-26 0,-1 3-42 0,1 0-56 0,-1 0-57 0,-2 2-70 16,2 1-46-16,0 0-56 0,-1 2-281 0</inkml:trace>
  <inkml:trace contextRef="#ctx0" brushRef="#br0" timeOffset="74620.5">27394 10405 1937 0,'-3'8'685'0,"2"3"-611"0,4 3-15 0,5 0-5 16,4 0 11-16,6-2 21 0,2 1 7 0,3-2-10 0,4-2-5 0,0-1-9 16,1-1 1-16,0-2 5 0,-2-1-12 0,1 1-15 0,-2-2-18 15,-1-1-4-15,-1-2-9 0,-2 0-10 0,-1-1 6 0,-2 0-13 0,-4-2-2 16,-1-1-11-16,-2 0-17 0,-3-1-20 0,0-1-31 0,-3 0-18 15,0-2-39-15,-2-1-37 0,0-1-45 0,-2-2-73 0,1-1-66 0,1 0-44 16,-1-1-52-16,0 1-129 0,1 0-1 0</inkml:trace>
  <inkml:trace contextRef="#ctx0" brushRef="#br0" timeOffset="75220.52">28155 9734 2132 0,'-6'2'139'0,"2"1"-30"0,0 3 0 0,2 0-3 0,3 2 10 0,0 1-10 15,1 0-15-15,1 2-11 0,1 0-10 0,2 1 1 0,0 3-2 16,1 0-9-16,0 2-4 0,1-1-9 0,2 3-16 0,-1 1 0 0,0-1-8 16,2 0-6-16,0 0-8 0,2-1-1 0,1 1-5 0,-1-1 6 15,2-2-3-15,-2-2-2 0,1-1-6 0,-2-2-6 0,2 0 12 0,0-1-2 16,0-2 5-16,-1 0-1 0,-2-2 5 0,1-1-5 0,-1-1-3 0,0-2 5 16,0-2-3-16,-1-1 7 0,-1-1 1 0,0-2 2 0,-1 0 1 15,0-2 3-15,-1-2-4 0,1 0 0 0,-1-2-3 0,-2-2 3 0,1 0 0 16,-1-1-6-16,0 1-3 0,-1-2 0 0,-1-2 0 0,1 0 3 0,-2-1 1 15,-1-1-3-15,1 1 3 0,1 0-6 0,0 2 0 0,1 2 1 16,0 2-1-16,0 2 4 0,1 3-8 0,0 2 0 0,-2 1 2 0,2 3-4 16,-1 0 2-16,1 1 2 0,0 2-2 0,-1 0-2 0,1 1 2 15,-2 1-6-15,1 1 6 0,1 0 4 0,-1 0-4 0,0 0 6 0,0-1-10 16,-1 1 0-16,1-2-8 0,-1-1 5 0,2 1-5 0,-1-2 3 0,1 1 1 16,1-2 1-16,-2 0 5 0,1-2-4 0,0 0 8 0,0-1 2 15,0 0-2-15,0-1 1 0,1-1-3 0,-2 0 4 0,2-1-10 0,0-1 8 16,0 1-2-16,0-2 0 0,1 2 6 0,-1-1-6 0,2 0 8 0,-1 1-6 15,1-1 0-15,-1 1 5 0,1 2-11 0,1-1 10 0,1 1 4 16,-1 2-3-16,1 2 5 0,-2 1 1 0,1 1-5 0,0 2 5 0,0-1 5 16,0 3-10-16,0 0-1 0,1 1-1 0,-1 2 0 0,2 0 2 0,0 0-2 15,0 0-8-15,0 0 4 0,1 0-2 0,-1 0 2 0,0-1 0 16,0-2-6-16,-1 0 4 0,0-2-6 0,0 0 2 0,-2-1 0 0,0 0-13 16,-1-1 1-16,-1 0-5 0,-1-1-6 0,0 0-8 0,-1-2-20 15,0-2-28-15,-1-1-23 0,-2 0-24 0,0-1-19 0,0-2-36 0,-2 0-53 16,1 0-69-16,-1-2-59 0,-1-2-68 0,1 0-89 0,-1-3-310 0</inkml:trace>
  <inkml:trace contextRef="#ctx0" brushRef="#br0" timeOffset="75454.52">29698 9469 2579 0,'-1'1'106'0,"2"0"-16"0,-1 0 9 0,1 3 9 0,-1 0 13 0,0 2-12 15,-2 2-29-15,-1-1-28 0,-1 4-17 0,-2 2 1 0,-1 2 5 16,-1 3 3-16,-2 3-2 0,-2 1-6 0,-2 3-17 16,-1 1-8-16,1 1-4 0,-1 4-5 0,-2 0 4 0,-1 3-2 0,0 2-1 0,0 1-4 0,-1-2-1 15,0 1-2-15,0-4-2 0,-1 0-5 0,4 0-4 0,-1-3-19 16,3-2-19-16,1-2-30 0,3-4-51 0,3-1-17 0,1-2-26 0,2-2-14 16,2 0 2-16,1-2-24 0,1-2-10 0,0-3-13 0,1-4-7 15,0-2 16-15,1-3 7 0,-2-3 11 0,1-2 1 0,-1-4-53 0,-1-5-164 16</inkml:trace>
  <inkml:trace contextRef="#ctx0" brushRef="#br0" timeOffset="75637.47">29197 9466 1387 0,'-12'-20'193'0,"1"3"-104"0,-4-2 32 15,3 10 18-15,4 6 8 0,1 2-8 0,0 4-12 0,2 1-17 16,-1 3-5-16,1 2 5 0,0 3 1 0,0 2 5 0,1 4-4 0,1 1-24 16,2 2-18-16,3 3-6 0,2 0-11 0,3 1 1 0,3 2-1 0,1-1-17 15,5 1-3-15,2-2 2 0,2 1-12 0,2 0-5 0,1-2-1 16,0 0-8-16,2-1 1 0,2 0-5 0,0-1-7 0,1-3 0 0,1-1 2 15,1-1 2-15,-3-2-4 0,1-2 1 0,-2 0-11 0,0-2-10 16,-1-1-19-16,-3-1-16 0,-1-2-16 0,-1-1-20 0,1-2-19 0,-1 0-30 16,0-2-34-16,-3-1-46 0,2-1-55 0,0-2-58 0,0 0-78 0,2-3-89 15,-1-1-288-15</inkml:trace>
  <inkml:trace contextRef="#ctx0" brushRef="#br0" timeOffset="75903.37">29919 9911 1659 0,'-2'3'860'0,"1"2"-803"16,1 0-16-16,4 1 2 0,3 1 11 0,2 2 10 0,1-1-1 0,3 0-10 16,2-1-10-16,2-1-3 0,1-1 0 0,-1-2 4 0,1-1 3 0,1-1-6 15,0-2-5-15,0 0-5 0,1 0-8 0,0-2-4 0,0-1 1 16,0-2-9-16,2 0-1 0,-1 0-1 0,1-1-1 0,-1 0-5 0,-1-2 3 15,0 0-1-15,0 1-5 0,-3-3 0 0,1 1-4 0,0-2-3 16,0 0-4-16,-2 0-10 0,1 1-22 0,-2-3-12 0,0 0-17 0,-3 0-18 16,1 0-22-16,-1 1-33 0,-1-2-33 0,1 1-30 0,-4 1-44 15,2-2-23-15,-3 1-14 0,0 0-18 0,0 1-28 0,-1 0-285 0</inkml:trace>
  <inkml:trace contextRef="#ctx0" brushRef="#br0" timeOffset="76104.37">30128 9537 2307 0,'3'4'102'0,"3"3"-26"0,3 2 23 0,4 3 21 0,1-1 22 0,2 2-6 16,0-1-24-16,1 1-35 0,2 2-22 0,0 1-10 0,0 0-6 0,-3 0 1 16,-1 0-9-16,0 0-9 0,-1 0-1 0,-1 1-10 0,-1 1 0 15,-1 0-3-15,0 0-8 0,-1 2-2 0,-3 1 0 0,0-1-2 0,-2-1-7 16,-1 1-12-16,-1 0-23 0,0-1-21 0,-1 0-34 0,-1 1-30 0,-2-3-42 15,1 1-52-15,-1-2-54 0,2-2-69 0,1-2-75 0,1 0-89 0,2 0-289 16</inkml:trace>
  <inkml:trace contextRef="#ctx0" brushRef="#br0" timeOffset="76554.33">31482 9374 2141 0,'3'-6'95'0,"3"-3"-45"0,1-1 0 16,-3 1 10-16,0 2 13 0,-1 0 0 0,-2 1-4 0,-3 0-7 0,-3 3-2 15,-2-2 10-15,-6 1 1 0,-3 1-10 0,-6 1-7 0,-4 2-9 16,-3 0-23-16,-4 1 9 0,-3 3-3 0,-2 0-1 0,-1 2 16 0,-1 4-5 15,1 1-12-15,-2 4-4 0,-1 3-13 0,-1 2-2 0,-1 4-2 0,1 3 1 16,1 4-3-16,2 2-5 0,0 4 11 0,4 0-9 0,3 2 2 16,4 0 4-16,4 0-6 0,8-1 9 0,4 0-2 0,7-1-5 0,6 0 7 15,6-1-6-15,8-1 3 0,3-3-3 0,7 0 10 0,7-3 5 16,3 0 0-16,5-2 10 0,4 0-3 0,3-2 1 0,4 0 19 0,4 0 1 16,2-1 5-16,1-1 7 0,1-1-12 0,-2-2 2 0,2 0 6 0,-1-3-2 15,-1 0 5-15,-3-1-2 0,-3-4-19 0,-1-1-2 0,-3-3-6 16,-2 0-26-16,-4-2-2 0,-4 0 0 0,-1-2 0 0,-4 0 0 0,-2-1 0 15,-4-1 0-15,-5 0 0 0,-2 0 0 0,-3-1 0 0,-2 1 0 0,-3-1 0 16,-4-1 0-16,-2 1 0 0,-3-2 0 0,0 0 0 0,-2 0 0 16,-3-1 0-16,-1 0 0 0,-2 0 0 0,-3-1-16 0,1 0-42 0,-4 0-21 15,-1-1-17-15,2 0-17 0,-2 0-27 0,0 0-23 0,1-1-18 16,-1 0-22-16,2 0-16 0,0-1-32 0,0 0-24 0,1 0-39 0,2-2-62 16,1 1-55-16,1-2-272 0</inkml:trace>
  <inkml:trace contextRef="#ctx0" brushRef="#br0" timeOffset="77254.23">29902 9876 1700 0,'-6'-1'196'0,"0"1"-82"0,-1 1-8 0,4 1 6 15,2 1 9-15,1 0-7 0,1 0-16 0,1 1-24 0,-1 0-19 0,3 1-5 16,0 1-7-16,1-1-5 0,1 0-3 0,0-1-3 0,0 0-7 0,2 0-1 16,1 0-4-16,2 0-7 0,2-1 1 0,3 0-4 0,0-1-3 15,2-1 2-15,2-1 1 0,-1 0-5 0,2-1 0 0,1 0-3 0,-1-2 2 16,2 0 2-16,0-1 0 0,-1-1-1 0,1-1 0 0,-3 0-2 16,2 0 1-16,-1-1 1 0,-1 0 0 0,0 1 1 0,-2-1-5 0,0 0 3 15,0-1-1-15,0 1 1 0,1 1-1 0,-2-2-5 0,0 0 2 0,0-1-1 16,0 0 1-16,-3 1 0 0,1 0-7 0,-1 0-5 0,-2 0-11 15,-1 0-11-15,-1 1-16 0,-3-1-16 0,-1 1-13 0,-1 1-18 0,-2-1-20 16,-1 1-31-16,-2 1-48 0,0-1-39 0,-2 0-51 0,-1-1-66 0,0 0-70 16,-3 0-283-16</inkml:trace>
  <inkml:trace contextRef="#ctx0" brushRef="#br0" timeOffset="77537.23">30304 9530 1680 0,'0'2'116'0,"-1"1"-51"16,2 1 13-16,0 1 23 0,-1 1 31 0,0 0 0 0,-1-1-24 16,1 2-29-16,-2 1-20 0,-1 0 7 0,-1 1 12 0,-1 0 3 0,-1 0 5 15,1 0-10-15,-1 2-10 0,-2 1-4 0,1 1-12 0,-3 1-8 0,2 0-12 16,-1 3-9-16,1 2-1 0,3 1-8 0,-2 5 1 0,1 4 5 15,-1 0-8-15,-1 4 8 0,2-1-5 0,-3 2-8 0,2 0-1 0,0 0-4 16,1 1-4-16,0-1 6 0,1-1-13 0,3-3 2 0,1 0-10 16,2-2-21-16,2 0-9 0,2-3-35 0,2 0-34 0,2-2-22 0,3-3-34 15,1 0-38-15,2-1-38 0,0-2-38 0,3 1-32 0,0-2-15 0,2-1-18 16,-1-2-199-16</inkml:trace>
  <inkml:trace contextRef="#ctx0" brushRef="#br0" timeOffset="79420.72">29752 9977 343 0,'-1'0'287'0,"0"1"-177"16,1-1-27-16,-1 2-3 0,1 0 7 0,-1-1 10 0,-1 2 2 0,0 0-12 15,0 0-12-15,-1 1-18 0,1-1-18 0,0 2-8 0,0-1-6 16,-1 0-3-16,2 0 1 0,0 0 0 0,-1 0-1 0,0 0 4 0,2 0-2 16,-1-1 3-16,1 0 0 0,1 0 4 0,0 0 5 0,1 0 11 0,0-1 1 15,1 0 3-15,1 0 3 0,1 0-8 0,2 0-4 0,-1-1-5 16,2-1-3-16,1 0 4 0,0 0 0 0,1 0-3 0,0-1-2 0,-1 0 0 15,0 1-3-15,0-1-2 0,0 1 1 0,0-1-3 0,0 0 5 16,1 0 0-16,-1 1 3 0,-1 1 7 0,0-1-4 0,1 0 3 0,-1 0-2 16,0-1-1-16,2 2-3 0,0-1-2 0,1 0-3 0,1 0-1 0,-1-1-3 15,0 1-5-15,2 0-4 0,0-1-6 0,0-1 0 0,2 1 3 16,-1-1-8-16,1 0 2 0,1 1-4 0,0-2 1 0,0 0 1 0,-1 0-2 16,0 0 2-16,0-1-3 0,-1 1 3 0,1-1 0 0,-2 1 2 0,-1 0-2 15,-1 0 2-15,0 0 0 0,1 0-4 0,-2 1 8 0,1 0-6 16,-2 0 0-16,-2 0 2 0,1 0-4 0,0 0-3 0,0 0 2 0,0 0 1 15,-1 1-3-15,0 0-3 0,1-1 3 0,-2 0-7 0,1 1 4 16,1-1-3-16,-1-1 0 0,0 0-5 0,1 0-14 0,1-1-8 0,-1-1-17 16,0 0-14-16,2-1-6 0,-1-1-21 0,-1 0-7 0,1-1-8 0,-2 1-15 15,0-3-4-15,1 0-14 0,-3 1-6 0,3-1 3 0,-1-1-5 16,0 0 1-16,-1-2-4 0,-1-1-13 0,0 2-6 0,-1 0-15 0,0 1-33 16,-3-1-230-16</inkml:trace>
  <inkml:trace contextRef="#ctx0" brushRef="#br0" timeOffset="79787.73">30272 9512 1176 0,'-8'-1'154'16,"1"0"-107"-16,0 2 12 0,1-1 17 0,3 2 32 0,0-1 11 0,-1 0-1 15,1 0-21-15,1 0-39 0,-1 1-20 0,-1 1-21 0,2 1-5 16,0 0-1-16,0 1-1 0,-1 1 3 0,-1 1 2 0,1 0-4 0,1 0-1 16,0 2-5-16,-1 1-4 0,1 0 2 0,-2 1-3 0,1 1 3 0,-1-1 0 15,1 2-5-15,0 2 4 0,1 0-1 0,-1 1-5 0,1 2 5 16,0 3-4-16,1 1 0 0,1 4 3 0,0 2-1 0,2 0-3 0,1 3 2 15,1-1-1-15,1 2 2 0,0 0-2 0,2 0-3 0,1 1-2 0,1 0-3 16,0 1 0-16,2-2-10 0,2 0-1 0,-1 0-3 0,1 0-6 16,-1-1-4-16,1 1-4 0,-1-4-2 0,-1-1 3 0,-1-3 10 0,-1 0 8 15,-2 0 2-15,-1-4 1 0,-2 1 1 0,-1-2-13 0,-2-3-3 16,-1 0-26-16,-1-4-40 0,-2-1-47 0,-2-2-75 0,-2-2-113 0,1-2-282 16</inkml:trace>
  <inkml:trace contextRef="#ctx0" brushRef="#br0" timeOffset="81706.34">27428 10162 643 0,'-6'-7'94'0,"1"-1"-76"0,0 0-3 0,4 2-9 16,0 2 4-16,1 0-3 0,1 1 0 0,0 0 4 0,-1-1-9 15,1 1 1-15,0 0-4 0,-1 1-7 0,-1 0-9 0,0 1-11 0,0 0-13 16,-1-1-4-16,-1 2-3 0,-1 0-3 0,-1-1 2 0,-1 1-1 16,-1-1 5-16,-1 1 5 0,-1 0 9 0,0 0 11 0,0 0 6 0,-1 0 8 15,0 1 5-15,-1 1 4 0,0 1 11 0,0-1 13 0,1 1 16 0,0-1 20 16,2-1 15-16,1-1 9 0,2-1 1 0,1-1 4 0,1-1-4 16,2 0-5-16,0-1 0 0,1-1-5 0,0 0 3 0,0-1 2 0,2-1 1 15,-1-1-3-15,2 0-8 0,1 0-3 0,1 1-12 0,1 2-13 0,0-1-7 16,1 1-6-16,1 1-5 0,-1 1 3 15,2 0-4-15,1 2-6 0,-2 2 1 0,0 0-9 0,0 2 0 0,1 0-2 0,-2 1-2 0,1 1-6 16,2 1-1-16,1 0-1 0,0 2 2 0,0 0 0 0,1 1-3 16,1 1-2-16,2 0 0 0,2 0-1 0,-1-2-10 0,1 0 1 0,2-1-13 15,0-1 3-15,2 0 10 0,0-1 3 0,0-2 3 0,2-2-2 0,-1-1-3 16,-1-2-6-16,0-1 5 0,0-1 6 0,-2-1 1 0,0 0 10 16,-1-1-3-16,-2 1-1 0,-3-1 0 0,-2 0-7 0,-1 0 1 0,-2 1-3 15,-2 0-6-15,-1 1-15 0,-2 2-25 0,-2 0-35 0,-1 0-36 0,-2 2-33 16,-1 0-40-16,-2 1-23 0,-1 1-27 0,-1 1-169 0</inkml:trace>
  <inkml:trace contextRef="#ctx0" brushRef="#br0" timeOffset="81921.34">27507 10477 1085 0,'2'3'158'15,"3"1"-86"-15,2 3-11 0,4 1-16 0,0-1 1 0,3 1 2 0,1 0-4 16,1-1-4-16,0 1-4 0,1 0-12 0,1 1-5 0,-1 0-6 16,0-1-5-16,1 1-6 0,0 0-8 0,-1-1 3 0,0-1 0 0,1 0-3 15,-1-1 9-15,0-1-8 0,-1-1 1 0,0-1-5 0,-2-2-9 0,1-2-4 16,0 0-12-16,0-3-21 0,0-1-19 0,1-2-33 0,0-2-31 16,0-1-32-16,-1-1-27 0,-1-2-29 0,-1-3-127 0</inkml:trace>
  <inkml:trace contextRef="#ctx0" brushRef="#br0" timeOffset="84172.34">26405 11785 1899 0,'-10'-4'183'0,"-1"0"-74"16,-1 0-21-16,1 2-25 0,2 1 5 0,1 1 14 0,0 1 2 16,1 0-12-16,-1 0-6 0,0 1-22 0,0 1-16 0,-1 2-6 0,-1 1-4 15,0 2-3-15,-1 2 5 0,0 0-2 0,-1 5 2 0,0 2 1 16,-2 4 1-16,0 2 1 0,0 5-11 0,-2 3-3 0,0 3-9 0,-1 3 8 15,0 4 1-15,-2 3-2 0,-1 1 5 0,1 2-9 0,-1 1-1 0,-1 2 3 16,1-1-1-16,1-2-4 0,0-1-4 0,3-3-1 0,1-2-5 16,1-3-11-16,2-2-15 0,2-4-33 0,1-2-5 0,2-3-32 0,0-1-32 15,-1-2-17-15,1-2-47 0,1-1-31 0,0-5-29 0,1 0-48 0,-2-3-32 16,0-4 0-16,0-2 35 0,-4-4 18 0</inkml:trace>
  <inkml:trace contextRef="#ctx0" brushRef="#br0" timeOffset="84370.34">25714 12800 464 0,'-14'-8'247'15,"-4"-1"-50"-15,-6-3-8 0,1 1-3 0,1 1-2 0,-2 0-11 0,0 0-27 16,-1-1-28-16,0 1-18 0,0 1-31 0,1 0-37 0,1 1-20 15,-1 3-13-15,2 0-9 0,-1 2 11 0,2 2-2 0,4 1-9 0,1 0 4 16,2 0 1-16,3 0 3 0,3 2 9 0,1 0 9 0,3 0 21 16,1 0 13-16,2 1 12 0,2-1-1 0,1 0 0 0,2 2 8 0,3 1 1 15,3 2 4-15,3 1 1 0,2 1-7 0,2 2-3 0,5 0-2 0,1 3 2 16,0 3-9-16,2 1 1 0,-1 2-12 0,-2 2-10 0,-1 0 0 16,0-1-12-16,-3 2 1 0,0 0-2 0,0 2-1 0,-2-1-5 0,-1-1 0 15,-1-2-2-15,-2-2-1 0,-1-3-4 0,-2-1-5 0,0-1-3 0,-1-3-2 16,-1-2-3-16,-1-2 2 0,0-2-5 0,-1-1 3 0,0-2-14 15,0-1-26-15,-2-1-30 0,0-2-55 0,1-1-48 0,0-2-58 0,1-1-63 16,2 0-76-16,3-2-95 0,2 1-127 0,2 1-97 0</inkml:trace>
  <inkml:trace contextRef="#ctx0" brushRef="#br0" timeOffset="86455.34">24808 13907 1403 0,'-12'6'162'0,"-1"0"30"0,-3 3 16 0,2-1-1 15,4-2-28-15,2-1-30 0,0-1-21 0,2 0-3 0,0 0-12 0,-1 1-5 16,1 0-7-16,1 1-8 0,-1 0-12 0,3 1 0 0,0 0-7 15,0 0-4-15,2 2-3 0,1 1-8 0,2 3-6 0,1 4-15 0,3 3-4 16,2 1-13-16,2 5-9 0,2 2-3 0,2 4-1 0,2 1-6 16,2 0-2-16,1-1 0 0,-2-1-6 0,1-3-3 0,0 0 5 0,-2-2-12 15,2-1 5-15,-1-2-12 0,1-4-5 0,0-1 1 0,1-3 3 0,1-3-1 16,-1-3 1-16,-1-1 7 0,1-3 4 0,-3-2 5 0,1-1 10 16,-2-3-5-16,0-1-1 0,-2-2-2 0,1-2-1 0,0-2 9 0,-1-2 0 15,-2-4-1-15,0-3 3 0,-1-3 0 0,-1-1-4 0,-2-5 9 0,-1 0-1 16,1-2-1-16,-1-1-1 0,-1-1 3 0,-1 0-1 0,-3-2-3 15,0 2 3-15,-1-1-12 0,-2 2 2 0,-3 0 4 0,-1 0-2 0,-2 0 0 16,-1-1 0-16,-3 2-8 0,-1 0-12 0,-1 2 18 0,-2 0-5 16,-2 1 3-16,0 0 4 0,-2-1-10 0,-1 2 9 0,-1 0-1 0,2 5 2 15,-1 1-8-15,1 3 1 0,4 4-6 0,-1 2 2 0,3 3-8 0,1 4-1 16,3 2-11-16,0 2-6 0,1 3-4 0,1 4-17 0,0 2-3 16,-1 4-8-16,1 3-14 0,1 1-9 0,-1 4-16 0,3 0-23 0,0 3-29 15,2 0-52-15,1-1-36 0,2 1-56 0,2 0-90 0,2-1-161 0,2-2-122 16</inkml:trace>
  <inkml:trace contextRef="#ctx0" brushRef="#br0" timeOffset="86772.34">25432 13857 1932 0,'-9'11'184'0,"1"4"-133"0,-3 3-3 0,4 3-11 16,2 2 8-16,2 0-12 0,2 5 0 0,0-1-3 0,0 2-7 15,-1-2-4-15,1-1-2 0,-2-2 0 0,1-2-8 0,1-1-6 0,2-1-4 16,1-5-10-16,2-1-1 0,2-2-7 0,0-4-3 0,2-2-2 0,1-3 3 16,1-2-1-16,2-4 4 0,0-2 12 0,2-3 0 0,0-2 14 15,2-3 4-15,0-3 0 0,0 0 8 0,0-4-1 0,2-1 0 0,-1-1-1 16,-2-1 2-16,0 1-1 0,0-2 3 0,-1 1 4 0,-2 3-2 16,0 0-12-16,-1 2 7 0,-1 3 5 0,-2 2-5 0,-1 2 9 0,0 3-3 15,-2 1-7-15,-1 2 5 0,1 3 6 0,0 2-1 0,-1 2 2 0,-1 2-2 16,1 2-5-16,0 2-15 0,1 2 1 0,0 2-1 0,0 0-3 15,0 3 12-15,1 1-5 0,-2-1-6 0,1 1-6 0,0 1-3 0,0 1 1 16,0-1-3-16,-1-1-3 0,1-2-4 0,-1-1-8 0,0-2-8 0,1-2-17 16,-2 0-27-16,1-1-36 0,0-2-35 0,1-1-40 0,0-1-61 15,1-1-110-15,1-2-180 0,2-3-302 0</inkml:trace>
  <inkml:trace contextRef="#ctx0" brushRef="#br0" timeOffset="86957.34">26273 13283 2729 0,'-10'5'72'0,"1"3"18"0,-1 3-31 0,2 3 23 0,3 3-6 0,1 3-2 16,1 5-5-16,1 4-31 0,0 4-15 0,1 3-9 0,0 4-5 16,0 2-3-16,-1 3 1 0,0 1-5 0,-2 3-11 0,1-1-11 0,-1-1-7 15,-1 0-14-15,1-3-30 0,2-5-17 0,0-3-51 0,1-4-56 0,3-4-56 16,1-1-67-16,2-5-76 0,3-4-131 0,2-2-377 0</inkml:trace>
  <inkml:trace contextRef="#ctx0" brushRef="#br0" timeOffset="87138.34">26089 13606 2255 0,'-9'3'166'0,"1"1"-38"0,-1 1-17 0,4 0-38 0,3-2-8 16,3 2-21-16,2-1-24 0,1 0-3 0,2 2-7 0,0-3-11 15,2 3-3-15,2-3-6 0,1 1-7 0,1-1-3 0,1-1-19 0,-1-1-19 16,0-1-28-16,1-1-27 0,-1-1-28 0,1-1-38 0,-1-1-55 16,1-1-91-16,0-1-95 0,0-2-118 0,-1-2-36 0</inkml:trace>
  <inkml:trace contextRef="#ctx0" brushRef="#br0" timeOffset="87437.34">26546 13538 2095 0,'-7'12'154'0,"0"4"-39"16,-1 3-21-16,2 2-30 0,5-1 1 0,0 0-11 0,3-2-14 15,1 1-7-15,0-2-10 0,0-1-13 0,-1 1-2 0,1 0-5 0,-1 0-5 16,0-3 6-16,0-2-9 0,-1 0-7 0,0-3-2 0,1-1-11 16,0-2-10-16,0-3-7 0,-1-1-11 0,2-1-2 0,-1-2 10 0,0-1 12 15,1-1 15-15,-1-3 16 0,2-1 11 0,0-3 2 0,1-1 3 0,0-1 0 16,0-1-5-16,1-1 4 0,0 0-4 0,0 0 0 0,0 1 4 15,1 2 0-15,-1 0-1 0,-2 0 2 0,2 2-2 0,-1 1-3 0,0 2 2 16,0 1-3-16,-1 1 10 0,0 2-9 0,-1 1 3 0,0 2 5 0,-1 2-4 16,1 1 8-16,0 2 2 0,0 2-10 0,1 2-10 0,0 0-3 15,0 2-3-15,-1-1 1 0,2 1 6 0,-2 1-8 0,1 0-2 0,-1 0-9 16,0-2-12-16,1 0-9 0,-1 0-28 0,0-1-24 16,1-2-30-16,-1-1-26 0,1-2-40 0,0-1-43 0,1-3-89 0,1-1-109 0,-1 0-340 15</inkml:trace>
  <inkml:trace contextRef="#ctx0" brushRef="#br0" timeOffset="87622.35">27078 13505 2318 0,'-7'7'170'0,"0"3"-47"0,-2 4-49 0,2 2-27 0,3 3 10 15,0-1-12-15,0 1-1 0,1 1-7 0,-1-1-17 0,0 1-2 0,-1 2-4 16,0 1-7-16,-2 1 0 0,0 2-9 0,-1 0-7 0,1 1-1 0,0 1-5 15,-2-1-10-15,2-1-4 0,-1-2-23 0,1-1-44 0,1-4-44 16,1 0-67-16,2-3-48 0,2-3-45 0,1-4-118 0,3-1-114 0,0-2-155 16</inkml:trace>
  <inkml:trace contextRef="#ctx0" brushRef="#br0" timeOffset="88104.87">26996 13623 735 0,'-7'-10'95'0,"0"-1"-46"16,-2-3-3-16,4 2-6 0,0 1 2 0,1 2 7 0,1 0-3 15,0 2 8-15,0 1 8 0,1 1 6 0,-1 1 13 0,1 1 8 0,-1-1 8 16,0 1 3-16,1 0 8 0,1 0 8 0,0 1-3 0,-1 1-1 0,2-1-8 16,0 0-10-16,-1 0-8 0,1 0-6 0,1 0-11 0,0-1-4 15,1 1-5-15,3-2-4 0,0 0-1 0,1-1-9 0,1 0-9 0,1-1-7 16,1 1-6-16,0-2-4 0,2 0 4 0,1-1-2 0,1 1-7 0,1 0-1 15,0 0-7-15,1 0-4 0,0 0 4 0,0 3-2 0,0-1-5 16,-2 2 2-16,1 0 0 0,1 1-4 0,-1 1 4 0,-2 0 1 0,1 0-8 16,0 1 7-16,-1 0-7 0,-1 1-1 0,-1-1 3 0,-1 1 1 15,-1 0 6-15,-1 0-6 0,-2 1 4 0,0-1-2 0,-2 0-7 0,-1 1 7 16,0 0-2-16,-1 0 0 0,-1 0 6 0,-1-1-9 0,0 1 0 0,1 1-2 16,-1 0-2-16,0 0 2 0,0 0-3 0,-1 0 0 0,1 1 3 15,0 0 2-15,0 1 0 0,0 1 0 0,1 0 3 0,0 0-5 0,0 1 7 16,1-1-5-16,0 3-3 0,1 0 4 0,0 2-4 0,1 0 3 0,-1 2-3 15,0-3-2-15,1 2 3 0,-1-1-3 0,-1 0 5 0,1 0-9 16,-1 0-2-16,-2-2-2 0,0 0-4 0,-2-1-1 0,0-1-11 0,-3-1-12 16,-1 0-12-16,-1 0-2 0,-2-1-3 0,-1-1 7 0,-2-1 10 15,-2-1 9-15,0-1 16 0,-2 0 18 0,1-1 4 0,-2 0 2 0,0 0 5 16,3-1-5-16,2 1 3 0,0 0-3 0,2 1 0 0,1 0-6 0,1 1-8 16,3 1-5-16,1 0-10 0,1 2-1 0,1 0-3 0,2 0 2 15,0 2 3-15,2-1-1 0,1 2 6 0,1-1-1 0,2-1-6 0,0 1-6 16,2-1-28-16,1-1-45 0,2-1-53 0,1-1-94 0,1-1-126 0,0-1-372 15</inkml:trace>
  <inkml:trace contextRef="#ctx0" brushRef="#br0" timeOffset="88904.86">29325 9216 2406 0,'-21'-18'21'0,"-1"2"-4"0,-7-6 2 16,3 5 6-16,3 2 3 0,3-1 2 0,3-2-2 0,2-2-4 0,2-2-5 15,1-3-1-15,1-4-4 0,-1-2 1 0,1-4-10 0,0-2 4 16,0-2 17-16,0-4 3 0,0-2 21 0,0 0 6 0,0-1-6 0,1 2 6 16,1-2-1-16,0 1-6 0,3 0-4 0,-2 2-10 0,4 0-7 0,0 3-3 15,2 2-7-15,2 0-4 0,1 2-7 0,1 2 12 16,1 1-6-16,2 0 1 0,-1 3 4 0,1-2-18 0,-1 1 4 0,1 2-1 0,1 1-5 16,0 1 4-16,1 1-2 0,0 0 0 0,-1 0 0 0,1-1 0 15,0 1 0-15,1 2-2 0,-2 1 2 0,1 3-3 0,0 0-3 0,-1 2 5 16,0 1-3-16,-2 3 2 0,0 0-1 0,-1 2-3 0,0 2-6 0,-1 2 3 15,-1 2-2-15,-1 2-1 0,0 0-2 0,-1 1-11 0,0 0-5 16,1 1-14-16,-1 1-13 0,1 1-17 0,-1 0-32 0,1 0-22 0,0 0-28 16,-1 0 4-16,1-1-10 0,0 1-29 0,1-2-20 0,0 0-56 0,0 0-41 15,0-2-47-15,-1 0-315 0</inkml:trace>
  <inkml:trace contextRef="#ctx0" brushRef="#br0" timeOffset="89221.86">29116 7266 1534 0,'1'-8'341'0,"-1"1"-337"16,2 1 16-16,2 4 7 0,2 4 5 0,5 0 0 0,1 3 2 0,4 1-6 16,2 1-5-16,2 1 1 0,1 1-3 0,-2 2 1 0,0-2 0 15,-2 3-3-15,0 0 0 0,-3 0-6 0,0 1 2 0,-1-1-1 0,0 0 1 16,-2-1 2-16,1 0-5 0,0 0 1 0,0-1 1 0,0 1-7 0,1 0 5 15,-2 0-7-15,3 0-1 0,0-1 4 0,1-2-5 0,-2 1 0 0,2-2 3 16,-2 1 0-16,2 0-1 0,-2 0 1 0,2-1 0 0,1 0-3 16,-2 0 1-16,0 1-1 0,-3 0-1 0,1 0-11 0,-2-1 3 0,0 0-2 15,-3-1 1-15,-2 1 8 0,-2-1-1 0,-3 1 0 0,0 0 3 16,-4 1-1-16,0 0-2 0,-3 0 0 0,0 0-6 0,-2 1-4 0,0 0-6 16,-2 0-2-16,1 1-8 0,-2 1-7 0,-2 0-2 0,0 1-11 0,0-1-3 15,2 0-6-15,-2 1-7 0,1-1-8 0,1 0-3 0,0 0-6 16,1-2-13-16,0 1-8 0,2-2-23 0,2-1-24 0,1-1-14 0,2-2-20 15,1-1-15-15,2-1-24 0,2-3-215 0</inkml:trace>
  <inkml:trace contextRef="#ctx0" brushRef="#br0" timeOffset="89455.46">29934 7261 1358 0,'0'-5'49'0,"-2"1"30"16,1 2 19-16,0 3 16 0,0 2-7 0,1 3-13 0,-1 1-16 0,0 3-10 15,-1 1-10-15,0 1-3 0,0 3-5 0,-1 3-6 0,1 1-2 0,-1 0-6 16,0 3-8-16,1 2-2 0,-1 0-4 0,1 3-1 0,1-1 2 16,-2 1-16-16,1-2 2 0,0 0-6 0,0-2-3 0,0-1 11 0,0-1-2 15,1 0-3-15,0-4-1 0,0 0-5 0,0-1 0 0,1-2-8 0,0-1-1 16,-1-2-8-16,1-2-5 0,1-1-2 0,0-3-12 16,1 0-5-16,0-2-8 0,-1-2-2 0,0-1-5 0,1-1-14 0,-1-2-25 0,1-2-46 15,-1-3-68-15,1-2-64 0,0-2-60 0,0-2-71 0,1-3-112 16</inkml:trace>
  <inkml:trace contextRef="#ctx0" brushRef="#br0" timeOffset="89639.46">29832 7082 975 0,'-13'-2'48'0,"0"1"24"16,-2 0 27-16,1 4 12 0,4 1-5 0,2 1-11 0,1 2-19 16,1 0-10-16,2 1-7 0,0-1 1 0,1 0 7 0,1 0-3 0,2 0-1 15,0-1-9-15,1 1-9 0,1 0-3 0,1-1-6 0,2 1-4 16,1-2-3-16,0 0-6 0,1-1-1 0,2 0-7 0,-1 0-3 0,2-1-4 15,-2 0-5-15,1-1-2 0,1 0 1 0,0 0-8 0,1 0 1 0,-1 0-1 16,-2 0-12-16,2 0 1 0,-1 2-10 0,0 0-4 0,0 0-5 16,-2 0-13-16,1 0-23 0,-2 2-33 0,1 0-34 0,0 2-43 0,1 0-42 15,-1 1-50-15,1 1-68 0,0 0-216 0</inkml:trace>
  <inkml:trace contextRef="#ctx0" brushRef="#br0" timeOffset="89822.46">29736 7843 1008 0,'2'1'42'0,"0"1"-1"0,3 1 10 0,2 1 11 0,2 0 9 15,3 0-8-15,2 0-11 0,0-2-18 0,2 1-13 0,0-2-10 0,1 0-9 16,-2-1 1-16,2-1-7 0,0-1 2 0,-3-1-7 0,1-1-7 16,-1-2-9-16,-1-1-15 0,1 0-22 0,-2-2-25 0,0-2-14 0,1-1-9 15,0-1 1-15,0-1-4 0,-1-1-11 0,1 0-18 0,-1-1-20 16,2-1-128-16</inkml:trace>
  <inkml:trace contextRef="#ctx0" brushRef="#br0" timeOffset="90137.98">30206 7485 417 0,'0'-2'116'15,"-2"1"-33"-15,0-1 10 0,1 2-4 0,-1 1-11 0,0 2-13 0,0 0-6 16,-1 1-3-16,1 0 2 0,0 2 5 0,-1 1 9 0,1 1 1 16,0 0-1-16,-1 2-2 0,1-1-6 0,1 2-12 0,-1 0-3 0,2-1-2 15,1 2-5-15,1 0 5 0,0 1-4 0,1 0-11 0,1-1-4 0,0 1-7 16,1 0-1-16,1-1-5 0,-1 1-6 0,0-2 2 0,0-1-7 15,-2-1-4-15,1-2 2 0,0 0-4 0,-1-3 1 0,0 1 2 0,1-2-6 16,-1-1 5-16,1-1 0 0,-2-2-2 0,1 0 11 0,0-1-5 16,-1-2 4-16,1 0-1 0,0-1-3 0,2-1 0 0,-1 2-2 0,0-3 1 15,-1 1-1-15,1 0 5 0,0-1-1 0,0 1 0 0,-1 0 5 0,0 0-1 16,1 0 2-16,0 0 0 0,1 1-3 0,-2-1-1 0,1 1-1 16,0 1-2-16,-2 1 0 0,2 1-1 0,-2 1-1 0,2 2 3 0,-1 1-5 15,0 1 3-15,1 2-1 0,-1 1-1 0,1 1 3 0,-1 0-3 0,0 2-1 16,0 2-1-16,1 2-6 0,-1 0 1 0,0 1-4 0,0-1 2 15,-1 1-4-15,1-1-11 0,-2-2-2 0,2-1-15 0,-1 0-8 0,1-1-11 16,1 0-10-16,1-2-7 0,0-2-9 0,0-1-18 0,1-2-30 16,0-3-39-16,-1 0-42 0,2-2-56 0,-1-1-247 0</inkml:trace>
  <inkml:trace contextRef="#ctx0" brushRef="#br0" timeOffset="90354.98">30586 7546 1501 0,'-2'3'16'0,"2"1"4"0,-1 2 4 0,1 4 10 15,1 2 6-15,2 3-4 0,1 1-4 0,2 4-8 0,-1 1-1 16,0-2-2-16,-1 2-2 0,0 1-1 0,-1-1 2 0,-1 3 0 0,0 0-4 0,-2-1-1 16,0 1-9-16,-1 0-3 0,0 0-2 0,1-2-3 0,-1-2-2 15,0-2-7-15,1-2-5 0,-1-2 0 0,1-2-8 0,0-1-4 0,1-2-4 16,0-3-10-16,1-1-4 0,0-2-1 0,1-3-9 0,-2-2-6 15,0-1-10-15,0-2-18 0,-1-3-25 0,0-1-34 0,0-2-37 0,0-2-38 16,-1-2-42-16,-1-3-67 0</inkml:trace>
  <inkml:trace contextRef="#ctx0" brushRef="#br0" timeOffset="90538.98">30579 7559 211 0,'-3'-25'196'0,"2"-2"-67"0,-1-3 15 0,0 5 7 0,1 8-20 16,0 4-25-16,1 4-25 0,0 3-17 0,0 3-15 0,1 2-5 0,1 3 7 15,1 0 12-15,0 2 10 0,1 1 15 0,-1 0-3 0,2 3-3 0,1 1-10 16,1 1-13-16,0 1-10 0,1 2-12 0,2 0-9 0,0 1-7 15,0 2-6-15,3-1-1 0,-1 0-9 0,1-1-4 0,-1 1-1 0,-2 0 0 16,1-2 4-16,-1 1 2 0,-2-1-2 0,-1-1-4 0,-3 0 0 0,-1-2-3 16,-2 2-1-16,-1-2-4 0,-2 0-1 0,-1 0-1 0,-2 0-9 15,-3-1-2-15,0 0-14 0,-1-2-23 0,-2 1-24 0,2-2-54 0,-3-1-54 16,0 0-38-16,-1-1-28 0,-1 0-26 0,1-2-248 0</inkml:trace>
  <inkml:trace contextRef="#ctx0" brushRef="#br0" timeOffset="90923.98">31022 7454 854 0,'6'-5'87'0,"1"-1"-35"0,0 1 17 16,-3 3 11-16,0 2 0 0,-1 2-16 0,0 2-17 0,-1 1-18 0,0 2-6 16,-2 0-1-16,-1 2-3 0,0 1 5 0,0 0-4 0,-2 3-3 15,2 0 0-15,-1 1-1 0,0-2-11 0,2 1-2 0,-1 1-4 0,2-1-3 16,0 1 4-16,1-2 2 0,0-1 0 0,2 0-2 0,1-2 2 15,1-1 1-15,-1-1 1 0,2-2-1 0,1-1 5 0,-1-2-2 0,2 0 4 16,0-1 3-16,1-1 2 0,-1-1-1 0,-1-2 0 0,-1 0 0 0,1-2-2 16,-1-2 2-16,1 0-6 0,-1-1-3 0,-1 0-4 0,2 0-2 15,-1-2-5-15,0 1 0 0,1-2-1 0,-1 1 8 0,0-1 3 16,0 1 0-16,1-1 2 0,0-1-6 0,0-2 1 0,0-1 6 0,0 0-3 0,-1 0 5 16,0-1-2-16,-2-1 2 0,0 1 2 0,-1 1-1 0,-1 1 3 15,1 3 0-15,-1 3 0 0,0 2-1 0,-1 4-1 0,-1 2-2 0,0 1 4 16,0 2 3-16,-1 2 10 0,0 0 9 0,-1 3 6 0,0 1 2 15,0 2-6-15,-1 0-9 0,1 2-9 0,-1 2-5 0,1 3-4 0,0-1-3 16,2 2-1-16,-1 2-5 0,1-3-7 0,1 1-2 0,-1 0 1 0,2-3 1 16,1 0 9-16,0 0 4 0,0-2 0 0,2 1-1 0,1-3-6 15,-1 1-4-15,1 1-2 0,-1-2-4 0,-1 0 0 0,1-2-4 0,-1-1-9 16,1-1-3-16,0-2-15 0,1 0-8 0,0-1-19 0,-1-2-17 0,1-1-30 16,-2-1-59-16,0-2-73 0,2-1-117 0,-2-2-259 15</inkml:trace>
  <inkml:trace contextRef="#ctx0" brushRef="#br0" timeOffset="91137.98">31685 7245 1258 0,'2'-2'96'0,"0"1"-70"0,0 1 27 0,0 3 20 0,0 2 13 0,2 2-1 16,1 2-15-16,1 3-16 0,0 1-7 0,0 1-4 0,1 2-4 15,1 0-11-15,-1 2-3 0,0 0-7 0,0 3-4 0,-1 2 2 0,0-2-7 16,1 2 1-16,-1-1-1 0,0 1-2 0,-1 1-11 0,0-3-3 15,-1 2-2-15,1-2 3 0,-1-1 11 0,-1-1-2 0,0 0-6 0,-1-2-6 16,-2 0-12-16,0 0-5 0,-2-1-13 0,-1-2-20 0,-1 0-23 0,0-4-38 16,0 0-62-16,-2-1-57 0,-1-2-66 0,-2 0-94 0,-1 0-54 15</inkml:trace>
  <inkml:trace contextRef="#ctx0" brushRef="#br0" timeOffset="91254.98">31632 7661 978 0,'10'-1'85'0,"3"1"-25"0,4 1 22 15,0 2 16-15,1 3-7 0,3 1-22 0,2 2-32 0,3 3-23 0,0 0-10 16,-1 0-6-16,2-1-8 0,-3-1-13 0,2 0-27 0,-1 0-54 0,0 1-110 16,1 0-136-16,-3 0-222 0</inkml:trace>
  <inkml:trace contextRef="#ctx0" brushRef="#br0" timeOffset="91806.98">28811 10367 1396 0,'-2'-3'232'16,"0"3"-157"-16,0 0 6 0,0 4 0 0,1 2 9 0,2 3 0 0,0 2-10 16,2 3-5-16,0 1-14 0,1 2-18 0,1 2-7 0,0 1-15 15,2 5-10-15,-2 2-6 0,1 2-2 0,-1 3-5 0,-2 2-2 0,0 1-10 16,-1 2-12-16,-1-1 1 0,-1 0-11 0,-2 0-6 0,1-2-15 0,0 0-34 16,0-4-28-16,2 0-31 0,0-3-47 0,2 2-55 0,3-1-81 15,0-1-172-15,2 0 57 0</inkml:trace>
  <inkml:trace contextRef="#ctx0" brushRef="#br0" timeOffset="92122.98">31629 10684 2141 0,'-2'-6'92'15,"1"1"-61"-15,-2 0-7 0,0 4 3 0,1 2 0 0,-2 1 3 0,1 0-12 16,-2 2-16-16,-1 2-1 0,-1 2-4 0,-4 2 13 0,0 1-4 0,-2 0 3 16,-2 3 5-16,-1 2 7 0,-3 3 7 0,0 2-1 0,-2 3-5 15,0 2-25-15,-1 4-4 0,0 2 1 0,0 3 0 0,2 2 6 0,0 3 1 16,1 0-2-16,3-1-2 0,0 0-2 0,1-3-4 0,1-1-7 15,4 0-10-15,0-3-16 0,3-1-34 0,1-2-25 0,2-1-14 0,2-2-17 16,0-2-2-16,3-2 2 0,1-4-7 0,2-1-8 0,1-4-26 0,0-2-57 16,1-2-77-16,0-2-238 0</inkml:trace>
  <inkml:trace contextRef="#ctx0" brushRef="#br0" timeOffset="92750.99">30419 13652 1630 0,'4'-1'152'0,"0"0"-25"0,0 0-39 0,-1 1-26 0,-1-1-9 15,-1 1-11-15,-1-1-24 0,0 1-15 0,-1-1-36 0,0-1-20 0,-3-1-15 16,-1-2-10-16,-3 0 6 0,-1-2 7 0,-2 0 5 0,-1-2 8 0,-2-1 3 16,-1-2 4-16,0 1 1 0,1-1-2 0,-2 1-7 15,-1 1-10-15,1 2-1 0,2 1-3 0,-1 2 10 0,1 1 16 0,1 0 15 0,1 1 20 16,1 1 16-16,1-1 12 0,1 1 10 0,3 0 17 15,0-1 10-15,2 2 19 0,0 0 8 0,2-1 8 0,1 0 7 0,2 1 3 0,-1-1 3 16,0 1-6-16,0 0-4 0,0 0-9 0,1 0-6 0,-1 1 5 0,0-1-10 16,0 1-3-16,-1 0-5 0,1 0-13 0,0 1 0 0,-1 0-2 0,1 1-4 15,0 1 1-15,-1 0-6 0,1 1 4 0,1 2 0 0,-1-1 4 16,0 1-1-16,0 2 5 0,2 0-9 0,0 3-11 0,0 2-4 0,1 3-11 16,1 1-4-16,1 4 1 0,1 2-4 0,1 1-8 0,0 4 6 15,1 3-6-15,1 2-4 0,0 4 3 0,0 2-6 0,0 0 2 0,0 1 1 16,-2 1-3-16,2 0-3 0,-2 0-6 0,-1 1-11 0,0 0-5 0,-1 0-11 15,-1-1-12-15,0-2-12 0,-1-2-8 0,-2-4-18 0,0-4-11 16,0-1-17-16,0-5-19 0,-1 0-14 0,0-3-19 0,0-5-10 0,1 0-29 16,0-5-24-16,1-2-67 0,-2-3-110 0,2-4-334 0</inkml:trace>
  <inkml:trace contextRef="#ctx0" brushRef="#br0" timeOffset="93022.99">30296 13342 2097 0,'2'-7'236'0,"0"-1"-84"0,1-3-44 0,2 1-23 16,1 2-7-16,1-1-8 0,3 0 0 0,0 1-18 0,2 0-12 0,1 1-13 15,1 1-6-15,2 1 3 0,-1 2-2 0,2 2 10 0,1 2 3 16,-2 3-7-16,1 1 2 0,0 2-18 0,-1 2-5 0,-1 3 2 0,1 0 16 16,-2 4 2-16,-1 1 2 0,-2 1 1 0,-2 1-24 0,-1 0-1 15,0 1-7-15,-1-1-1 0,-3 0-6 0,-1 1-8 0,-2-3-1 0,-1 2-12 16,-1-1 0-16,-1-1 1 0,-2 0-6 0,0-1 0 0,-2 0-7 0,-1-2-4 15,0-1-2-15,-3-1-10 0,-1-1-3 0,-2 0-11 0,0-2-3 16,0-1 1-16,0 0 1 0,-1-1 4 0,-2-1-9 0,1-1-11 0,1-1-8 16,1-1-18-16,1-2-12 0,1-1-21 0,2 0-25 0,1-1-27 0,3 0-31 15,1-1-31-15,1 0-44 0,1-2-227 0</inkml:trace>
  <inkml:trace contextRef="#ctx0" brushRef="#br0" timeOffset="93538.99">30804 13513 1515 0,'5'1'353'0,"2"2"-217"0,2 2-21 0,-1 0-21 0,0 3-1 0,1 2 5 16,2 1-5-16,0 1-24 0,0 1-26 0,-1-2-19 0,1 1-13 0,-2-1 2 15,2 0-3-15,0-1 1 0,0 0-1 0,-1-3-4 0,0 1 7 16,0-2-6-16,1-1 3 0,-1-2 1 0,1-1 6 0,0-2 12 0,0-1 11 16,1-2 5-16,0 0-3 0,-1-3-7 0,-2-2-1 0,1-1-8 15,1 0-2-15,0-3-2 0,-1 1-8 0,0-2 2 0,-3 0-11 0,-2-1-7 16,1-1-5-16,-2-1-3 0,-2 0 0 0,-2 2-1 0,-2-1-3 0,-1 0-4 15,-1-1-12-15,-1 0-10 0,-1 0-4 0,-4-1-10 0,-1 1-4 16,-2 3-6-16,0 0 2 0,1 3 2 0,-2 1 10 0,0 3 2 0,0 2-8 16,0 3 0-16,1 1-3 0,-1 1 7 0,1 3 10 0,1 1 8 0,0 1 5 15,3 1 9-15,1 2-1 0,1 0 0 0,4 0-2 0,0 0-3 16,3 0 2-16,4 1 9 0,0-2 5 0,2 0 3 0,2 0 1 0,0-1-2 16,2 0 1-16,1-2 5 0,1 1 11 0,0-2 8 0,1 0 9 0,-1-1 5 15,2-2 8-15,0-1 3 0,2 1 4 0,0-2 1 0,3 1 0 16,0 0-4-16,-1-1-6 0,1 2-10 0,0 0-6 0,0 1-4 0,1 3-6 15,1 1 0-15,0 3-5 0,1 1 0 0,0 2 2 0,-1 3 0 16,1 3-2-16,0 0-6 0,-1 0-8 0,-1 1 16 0,-3 0-2 0,-2-1 4 16,-2 1 1-16,1 0-18 0,-1-2 0 0,-3 2-6 0,0-1 1 0,-1-1-8 15,-3-3-5-15,1 1-3 0,-4-2-2 16,0-1-4-16,-2-3 4 0,0-2 2 0,-2-2 7 0,-1-1 7 0,0-2 3 0,-2-2 12 0,-1-2 2 16,-1-1 9-16,-1-2 6 0,-1-2 6 0,-3-3-2 0,1-2 13 0,0-1 12 15,0-1 7-15,2 0 11 0,1-2 6 0,-1-1-18 0,3-1 5 16,0 1 3-16,1-3-5 0,2 0 16 0,-2-2-3 0,2-2-9 0,2-3-10 15,-1 1-9-15,3-1-9 0,-1 1-13 0,1 2-8 0,2 4 4 16,0 1-4-16,3 1-6 0,-1 1 2 0,-1 3-22 0,1 1-12 0,0 2-11 16,1 2-18-16,2 1-6 0,0 1-10 0,1 2-2 0,2 0-12 0,-1 1-22 15,1 1-20-15,0 1-28 0,0 1-31 0,1 0-23 0,0 1-45 0,1 0-53 16,0 1-46-16,0 0-59 0,0 0-110 0</inkml:trace>
  <inkml:trace contextRef="#ctx0" brushRef="#br0" timeOffset="94359.99">31934 13460 853 0,'3'3'225'0,"2"1"-89"0,0 2-24 0,0 0-6 0,1 0 7 0,0 1-1 16,1-1-23-16,0 1-26 0,-1 1-26 0,1-1-18 0,-1 0-3 0,1 2-3 15,0-1-3-15,-1 1 0 0,3-1 0 16,-3-1 1-16,2 0 5 0,-1 0 5 0,0-3 7 0,-3-2 3 0,1 1 0 0,0-2 7 0,2 0 30 16,-2 0 4-16,1-1 7 0,1-2 2 0,1-1-40 0,-2-1-7 0,0-1-15 15,0-1-13-15,-1-2-4 0,0-1-7 0,-1-2-1 0,-2 0-11 16,-1 0-5-16,0-1 3 0,-1 0-4 0,-2-1 2 0,-1-1 1 0,-1 1-7 15,-2-1-2-15,-1 0-19 0,-4-2-4 0,-9-8-3 0,-1 2-1 16,0 7 14-16,3 8 4 0,-2 2 2 0,1 3 1 0,0 2 8 0,-2 0 3 16,1 3 7-16,2 3 11 0,-2 1 2 0,3 2 8 0,2 2 3 0,0 0 0 15,3 2-2-15,2-1 1 0,3 2-4 0,1 0-2 0,4 1 0 16,2-2-8-16,0 2 1 0,4 0-2 0,2 1 5 0,1-1 4 0,3 1 3 16,0-1-2-16,2 1 3 0,0-3 4 0,2 1-5 0,1-2 4 0,0 0-5 15,0-3-2-15,1 0 0 0,2-2 0 0,-1 0-1 0,0 0 1 16,0-3-3-16,0-1-5 0,0-1-3 0,-10-2-5 0,3-1 23 0,1 0-3 15,2-1-1-15,-1-1-3 0,2 0-26 0,2-2 5 0,1 0 3 0,1-1 8 16,-2 0 4-16,2 0 2 0,-1-1 6 0,0-1 6 0,-1 1 4 16,-1-1 5-16,1 0 7 0,-2 0 4 0,-2 1 7 0,1-1 3 0,-2 1 8 15,0 0-2-15,-1 0 1 0,-2 2 3 0,0 0-3 0,0 1 2 0,-1 1-6 16,-2 1-2-16,1 1-9 0,-2 0-1 0,0 1-3 0,0-1 2 16,-2 2-1-16,1 0-2 0,0 0 5 0,0 0-2 0,-1 0-4 0,0 0 0 15,1 1-4-15,0-1 3 0,1 0 2 0,0 1 3 0,0-1-1 16,2 1-4-16,-1-1 7 0,0 1-12 0,2 0 3 0,1 1 1 0,1-1-11 15,-1 1 6-15,1 0-7 0,2 1 0 0,1 0-5 0,-1 1 2 0,0-1-2 16,1 0-2-16,0 2 2 0,0-1-5 0,0 0 7 0,0 0-7 16,-2-1 0-16,1 0 2 0,-1-1-4 0,0 1 4 0,0-2-2 0,0 1 1 15,-3-2 1-15,1 0 5 0,0-1-2 0,0 0 2 0,-1-1-2 0,0-1-2 16,-1 0 2-16,0 0-8 0,-1-1 3 0,0 0 0 0,0-1 0 16,-1 1 82-16,0-1-1 0,-1 1-79 0,0-1-1 0,-1 1-1 0,1 0 2 15,-1 0 75-15,-1 0-4 0,0 1-82 0,1 0-3 0,0 1-1 0,0 1 4 16,-1-1-10-16,1 2 3 0,0 0-3 0,1 0-2 0,-1 1 7 15,1 1 0-15,0 0-6 0,1 1 7 0,-2 1 2 0,1-2-3 0,-1 0 11 16,2 0-4-16,-1 1 0 0,1 0 2 0,1 0 0 0,-1 0 0 16,1 1-2-16,0 0 2 0,1 0-2 0,0 0-2 0,-1-2 2 0,1 2-1 15,0-1 3-15,1 0-9 0,0 0 7 0,-1 0-3 0,0-1 7 0,1-1-1 16,0-1 1-16,-1-1 6 0,0 0-3 0,0 0 7 0,1-2-3 16,0 0-8-16,0-1 4 0,0-1-5 0,2 0 3 0,-1 0-3 0,0-1 2 15,0 0 1-15,1-1 1 0,0 0 4 0,0 0-3 0,1-1 2 16,-1 1 1-16,1-1 2 0,-1 0 2 0,0 0 3 0,0 1-1 0,0 0-3 15,-1 0 6-15,-1-1-8 0,-1 1-3 0,0-1 1 0,-1 1-7 0,0 0 2 16,-2 0 4-16,-1-1-8 0,0 1 7 0,-1 0 6 0,-1 0-5 0,-2-1 6 16,1 0-2-16,-1-1-1 0,-2 0-1 0,0 0 4 0,1 0-5 15,-2 1-4-15,0-1 2 0,-1 0-9 0,0 0 4 0,0 1-3 0,0 1 1 16,-1 0-5-16,0 1 2 0,0 1 3 0,0 1 4 0,0 2 13 16,-2 1-9-16,1 2 6 0,0 2 0 0,-1 1-5 0,0 3 10 15,0 1-4-15,1 2 3 0,-1 3 1 0,0 0 0 0,0 3 5 0,1 1 3 0,1 0 3 16,0 2-4-16,2 1-1 0,1-1-3 0,2 2-8 0,2-1-22 15,1 0-32-15,2-1-50 0,2 0-63 0,4-2-40 0,3 0-73 16,5-1-109-16,3-3-183 0,4-2-413 0</inkml:trace>
  <inkml:trace contextRef="#ctx0" brushRef="#br0" timeOffset="100923">29548 8127 1789 0,'-23'-9'559'0,"-6"-1"-562"0,-8-4-48 0,-3 0-12 0,-2-1 16 15,1-1 19-15,-3 1 18 0,-6 0 0 0,-1-2-41 0,-5 2-51 0,-4 0-40 16,-2 1-26-16,-4 0 10 0,-3 3 42 0,-2 0 42 0,-1 4 35 0,-3 2 39 16,-1 1 15-16,0 2 9 0,-4-1 1 0,1 1-3 0,-1 0-7 15,0-1-5-15,-1 1-3 0,-3 1-1 0,1 1-6 0,-1 2-3 0,-3 3-4 16,0 2-9-16,-2 2-4 0,-2 4-11 0,-3 5-11 0,-3 4 4 15,-3 1 11-15,-3 5 12 0,1 0 21 0,0 4 17 0,0 2 8 0,0 1 4 16,-1 3 3-16,-1 0-17 0,-1 2 4 0,3 1 8 0,1 1-4 0,1 4 10 16,1-1-15-16,0 3-10 0,3 2-15 0,3 2-4 0,2 2 0 15,5 2-6-15,3 1 10 0,3 1-6 0,2 3 2 0,6 0-1 0,2 3-5 16,5 2 8-16,3 4-9 0,3 3 0 0,5 4 1 0,2 2-2 0,4-1 2 16,4 3 1-16,5 0 3 0,5 0 2 0,7 1 8 0,5-1 4 15,5-2 8-15,6 0 0 0,6-2 3 0,4 0-4 0,4 0 1 0,3 1-1 16,5 2-2-16,4 2 2 0,4 1-9 0,1 1-1 0,4-3-4 15,4 1-3-15,2 0-2 0,4-1 1 0,0 2 4 0,2-2 6 0,2-2-3 16,2-1 3-16,4-2 4 0,4-3-3 0,1-2 7 0,3-2-6 0,4 0-2 16,4 0 2-16,4-3 1 0,4-2-4 0,3-4 0 0,4-4-2 15,6-4 5-15,4-3 5 0,7-3-5 0,7-5 5 0,3-3-8 0,6-4-6 16,3-4 3-16,3-5-3 0,4-3 0 0,4-3-3 0,2-4-5 0,2-2 4 16,2-2 0-16,2-5 1 0,2 0-2 0,1-4-2 0,0-1 5 15,1-3 1-15,-2-3 5 0,0 0-2 0,1-2-1 0,-2-1 5 0,0 0 1 16,1 1 8-16,-2-1 3 0,3 0 3 0,-1 1 8 0,0 0 1 15,1 0 10-15,-2 1-6 0,-2-2-1 0,-1 1-1 0,-3 0-11 0,0-1 8 16,0-1-6-16,-1 0-3 0,0-3-2 0,-2-2-6 0,-1-4-7 0,-3 0 3 16,-3-3-4-16,-2-2 2 0,-1-1 4 0,-3-2-5 0,1-2 6 15,-4-4-2-15,-1 1-4 0,-3-6 10 0,-4 0-4 0,0-4-1 0,-3-1-3 16,2-6-11-16,-4-2 4 0,-1-4-1 0,-49 24 25 0,11-6 3 0,-3-3-12 16,9-8 5-16,-1-3-25 0,7-9-8 0,-4-2 0 0,6-10-9 15,-5-1-6-15,-4-1 5 0,-7-1 3 0,-5 1-4 0,-5-2 1 0,-7 0 69 16,-4 0-2-16,-7-3 5 0,-3-2 5 0,-5-2-70 0,-6-1 1 15,-5-3 4-15,-4-3-73 0,-6-2 1 0,-4-3-2 0,-6-3-8 0,-7-3 63 16,-5-1 6-16,-7-5 2 0,-5 0 9 0,-8-3 1 0,-6-1-6 0,-6-2 2 16,-6 0-9-16,-74-98-34 0,1 26-7 0,11 26-17 0,9 29-12 15,8 16 11-15,-8 3-12 0,-7 4 7 0,-3 7 22 0,-7 5 28 0,-2 9 38 16,0 8 13-16,-5 9 3 0,-2 6-10 0,-3 8-30 0,-8 6-31 0,-7 9-49 16,-6 10-41-16,-8 12-34 0,-7 10-155 0</inkml:trace>
  <inkml:trace contextRef="#ctx0" brushRef="#br0" timeOffset="105205.82">9158 5091 2426 0,'-43'-25'60'0,"-3"1"-191"0,-10-5-54 0,7 4 11 15,7 4 70-15,0 1 56 0,1 1 6 0,-4 3-38 0,-3-1-60 0,-3 0-55 16,-3 1-23-16,-1 0 7 0,-2-2 52 0,-1-1 61 0,-1-1 67 0,1-3 75 16,2-3 54-16,3 0 40 0,2-3 19 0,-1-1-17 0,1-5-31 15,-2-2-33-15,-1-4-33 0,-1-1 0 0,-1 0-3 0,-1 0-3 0,-1-1-2 16,-1 2-17-16,-3 2-8 0,0 1-9 0,-3 4 2 0,-2-1-2 0,-3 3 2 15,-1 1 4-15,-4 3 0 0,-3 4 2 0,-4 5-2 0,-2 3-2 16,-5 4-1-16,-5 3-2 0,-1 4 2 0,-5 5-8 0,-5 5 1 0,-3 5-6 16,-6 6-8-16,-3 5-3 0,-5 7-7 0,-1 5 2 0,-2 4 1 0,0 2 2 15,1 2-2-15,-1 0-5 0,2 1-4 0,2 2-7 0,1 1-2 16,2-1-17-16,2 1 5 0,1 1 6 0,2 1 8 0,3-2 14 0,0 1-2 16,5 1-11-16,1 2-9 0,-2 0 9 0,2 1 6 0,3 0 14 15,1 1 15-15,1 2 0 0,4 1 14 0,0 2 6 0,2 2 9 0,3 1 10 16,2 1-4-16,4 0 2 0,3 1-6 0,5 0-8 0,2 1-6 0,2 2-8 15,3 1 0-15,4 3-2 0,1 2 1 0,3 3 2 0,5 4-2 16,1 1-1-16,4 2-5 0,4 2-1 0,1 2-12 0,6 4 4 0,3 5 2 16,4 4 2-16,6 1 11 0,5-4-6 0,7-4-6 0,5-4 7 0,7-2-5 15,3-6 0-15,4-2 6 0,6-4-11 0,3-6-1 0,6-2 2 16,2-4 3-16,4-3 4 0,4-3-3 0,3-3 17 0,5-2 7 0,6-5 5 16,2-2 13-16,4-5 1 0,5-2 10 0,3-7 11 0,6-1 12 15,5-3 0-15,2-4-6 0,7-1-9 0,4-2-9 0,4-4-11 0,7 0-7 16,3-1-7-16,5 0-4 0,6-1-1 0,2 1-7 0,4-1-6 0,3 2 0 15,5 2-6-15,3 0 0 0,5 0 1 0,2 1-1 0,4 0-1 16,5-2-3-16,3-1 5 0,5 0-11 0,1-1 2 0,4-1 0 0,2-3 1 16,4-2 3-16,2-1 0 0,3-5 3 0,6 0-3 0,2-2 4 15,4-3 2-15,1-3-2 0,1-2 2 0,3-1-1 0,1-2-2 0,0 0-8 16,0-1 0-16,-1 1-3 0,0-1-6 0,0 0 0 0,-1 2 1 0,1-1 1 16,-1 0 5-16,-1 0 8 0,0 0-2 0,-1 2 1 0,0-2 3 15,0 0-1-15,1 1 6 0,-1-1 2 0,-1 0 2 0,-1-2 3 0,1-2-2 16,0 0 1-16,-2 0-4 0,-1 0-3 0,-3 0 0 0,-4-1 0 0,0 0 3 15,-5-2 1-15,0 1-2 0,-3-3 2 0,-3-2 1 0,0 0 2 16,-4-1-6-16,-3-1 10 0,-2-1-1 0,-6-2-4 0,0 0 9 0,-3-2-9 16,-4-1 1-16,-2 0 3 0,-4-3 2 0,-3-1-2 0,-3-2 4 0,-5-3-3 15,-2-3 2-15,-3-2 2 0,-5-1-1 0,-4 1-1 0,-5-3-4 16,-5 0 3-16,-5-2-2 0,-6-1 2 0,-4 0 2 0,-7 0 1 0,-5 0-1 16,-4-3 6-16,-6-1 4 0,-4 0-1 0,-6-3 4 0,-3 0 1 15,-5 0-4-15,-4-3 3 0,-5-1 1 0,-3 0 0 0,-6 2 1 0,-4-2 7 16,-6-1-7-16,-4 0-4 0,-6-1 0 0,-5 0-15 0,-6 1 2 0,-5 1-9 15,-8-1-8-15,-6 0 5 0,-6-1-5 0,-7-2-1 0,-6-2-2 16,-9-1-2-16,-6 1 6 0,-8-1-5 0,-8 0 8 0,-7 1 7 0,-9 0-8 16,-8 3 4-16,-7-2-7 0,-9 3-8 0,-9 2-4 0,-7 4-3 0,-8 4 2 15,-6 6-2-15,-6 6 7 0,-7 6 5 0,-3 9 1 0,-9 7 0 16,-5 10-6-16,-7 8 2 0,-2 10 1 0,-3 8-1 0,-1 10 5 0,1 9-10 16,-7 11-7-16,-1 10-25 0,-3 15-15 0,-2 10-10 0,0 12-14 15,-3 16 4-15,-1 12 0 0,1 16-11 0,-3 17-36 0,1 17-29 0,5 19-44 16,-3 21-77-16,5 22-195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31T11:17:43.5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19730 2138 1730 0,'-13'-15'100'0,"-1"0"-175"0,-3-2-46 16,5 1 1-16,3 0 38 0,-1 1 63 0,0-3 39 0,-2 1 15 15,-2-1 6-15,6 9 20 0,-2-2 7 0,-1 0 14 0,-2-3 14 0,-2-1-10 16,-1-1 8-16,0-1-8 0,-4-4-9 0,0 1-2 0,1-2-11 0,-2-2-7 15,-2 2-2-15,2-1-7 0,-3-2-4 0,-1 2-7 0,-2-1-10 16,-1 1-3-16,0-2-5 0,-5 1 5 0,0 0 3 0,-2 0-2 0,-4 1-3 16,-1 0 3-16,-2 1-1 0,-4 1-7 0,-1 2 4 0,-1 0-9 15,-1 3 1-15,-2-2 2 0,-3 3-10 0,1 0 3 0,-2 4-4 0,-1-1 4 16,-1 2 0-16,0 2-4 0,-2 1 1 0,0 4-10 0,-2 1 6 0,-1 3-6 16,0 1-3-16,-1 2 5 0,-2 3-11 0,-1 2 11 0,-2 2-5 15,-2 1-2-15,0 2 8 0,-3 2 2 0,-2 1-2 0,-1 1 9 0,-1 2-7 16,1 0 0-16,-2 1 0 0,0 2-3 0,0 2-1 0,0-1 4 0,0 3 0 15,-1-1 5-15,3 2-6 0,-1 0-3 0,1 2 4 0,0 0-1 16,2 2 7-16,0-1-2 0,1 2 1 0,-62 30-9 0,23-6-2 0,21-9 2 16,18-8 0-16,10-3 8 0,1 2 3 0,2 1 0 0,2 1-4 15,1 2 0-15,3 0-4 0,0 2-3 0,3-1 1 0,1 3 0 0,2 2 4 16,0 2-4-16,0 0 1 0,0 0 1 0,2 1-4 0,2 1 10 0,0 0 0 16,3 2 1-16,2 1-4 0,2-2-4 0,2 0 2 0,3 1 4 15,1-1-8-15,2 2 4 0,3 0 0 0,2 0 0 0,3 2 17 0,2 1 1 16,1 2-1-16,3 1-2 0,2-1-6 0,2 1 1 0,1-1-2 0,2 1-4 15,1 1-1-15,3 0-1 0,1-3-6 0,3 1 10 0,1 1-1 16,1 1-5-16,3 0 3 0,1-1-1 0,1 0-2 0,2-1-5 0,1 0 0 16,1 0-1-16,0-1 5 0,4 2 4 0,0 1 2 0,0-2 4 15,2 0-6-15,0-2-1 0,2-1-4 0,1-1-11 0,2 1 6 0,1 0 0 16,2 0 0-16,1-1 14 0,1 0-2 0,2 0-2 0,0 0 1 16,2 2-6-16,1 0-3 0,2-2 5 0,0 0-8 0,2 1-3 0,0-2 5 15,3-1-4-15,-1 0 11 0,0-1-1 0,0 0 2 0,1 2-4 0,0-2 2 16,3 0-3-16,1 0 8 0,0-2 2 0,3-1-6 0,0-1 1 0,0-2-10 15,2-2-6-15,1-1 11 0,3-3 1 0,0 0 4 0,1-2 1 16,-1-1-1-16,2 1 0 0,1-1 8 0,2-2 0 0,1 0-2 0,1-2-4 16,1 2 4-16,3-1 4 0,-1-1-15 0,1-2 9 0,0-1-6 15,-1-1-1-15,1 0 16 0,3 0-3 0,1-2 1 0,0-1 1 0,2-1-2 16,0-2 5-16,1 0 0 0,-1-3 4 0,1 2 2 0,-1-2-6 0,0-2-1 16,-1-1-6-16,1-2-3 0,-1-2 4 0,0 0-6 0,0 0 7 15,-1-1 2-15,0-2-5 0,1-1 5 0,0-1-8 0,2-1 4 0,1-2 3 16,-1-2-6-16,1-1 5 0,0-1-6 0,-1-2 1 0,0-1 3 0,-1-2-2 15,0-1-5-15,1-1 4 0,1-3-8 0,0-1 8 0,1-1-4 16,0-1-3-16,-2 0 8 0,0-3-8 0,1-1 9 0,0-3-8 0,2 0 1 16,-1-2 5-16,0-2-12 0,-1 0 5 0,0-3 5 0,-2 0-5 15,1 1 9-15,-3-1-7 0,0 1 4 0,0-2-1 0,-1 0-5 0,-2-1 7 16,-1-1-3-16,0-1 0 0,-1-2 5 0,-1 0 1 0,0-2-6 0,-2 0 2 16,0-2-3-16,0-1 5 0,-1-1-3 0,-2-1 10 0,0 0-3 15,-2-4 3-15,0 0 3 0,-1-1-8 0,-3-1 3 0,-1 1-8 0,-4-1 1 16,0-2-1-16,-1-2 6 0,-1-1-3 0,-2-2 3 0,-1-2 2 0,-2-2-7 15,-1 1 1-15,-3-3-1 0,-1 1-1 0,-3-1 1 0,-1-1 3 16,-1 0-9-16,-2 0 11 0,-1-3-1 0,-4 1-1 0,-1 0 6 0,-4 2-15 16,-1 2 4-16,-4-1-4 0,0 1 0 0,-2 0 0 0,-2-2-2 15,0 2 8-15,-3 0-2 0,-1 0 7 0,-1-1-2 0,-1 0-7 0,-1 1 4 16,-2-1-10-16,-1 0 4 0,-2-1 2 0,-2 1-2 0,-1 0 4 0,-2 2 1 16,-1 2 3-16,1 0-4 0,-2 2 2 0,-1-1-1 0,-1 0-5 15,-1 0 10-15,0 1-6 0,-2-1-6 0,-3 0 0 0,1 0 4 0,-3 1 0 16,0 0 3-16,2 2-1 0,-2 0-4 0,-1 0 12 0,0 0-1 0,-3 0 1 15,0 1-1-15,-1 1-5 0,-1 2-6 0,-1-2 4 0,0 1 0 16,1 0-1-16,-1 0 5 0,1 0 0 0,-2 1-6 0,3 1 2 0,-2-2-4 16,1 1 11-16,-1 0-1 0,-1 1 7 0,-2-2-1 0,0 1-12 15,-2 1 0-15,2-1-2 0,0 1-1 0,-1-1 5 0,1 1 0 0,-1-1 2 16,-1 1-2-16,-1 0 4 0,1-1 1 0,-2 1 13 0,2 0-8 0,-3-2-3 16,2 1 3-16,0 1-10 0,-1 0 2 0,2 1 4 0,-2 1-4 15,0 0-2-15,-2-1 6 0,3 2-12 16,-1 2 4-16,0 1-2 0,1 3 2 0,-3 0-8 0,2-1-2 0,17 18 18 0,-4-3-8 0,-1 0 4 0,-4-5-18 15,-2 3-38-15,-2-5-27 0,-2 2-44 0,-5-4-60 0,-2 0-124 16,-1 2-226-16,-4-1-355 0,-4 2-398 0</inkml:trace>
  <inkml:trace contextRef="#ctx0" brushRef="#br0" timeOffset="1286">21344 2800 1503 0,'-5'-2'-8'0,"1"2"-148"0,-1-1-48 16,2 2 20-16,2 1 68 0,-1-1 79 0,1 0 50 0,-1 1 10 0,-1 0 1 15,0 1-8-15,1 0-7 0,-1 2-6 0,1-1-4 0,0 0 0 16,1-1-3-16,0 0 4 0,-1-2 1 0,1 0-2 0,-1 0 1 0,0 0-2 16,0-1-5-16,-1 0-7 0,1-1-14 0,-1 0-18 0,-1 1-22 0,0 0-16 15,-1-1-10-15,-1 1-13 0,-1 0-37 0,-1 1-94 0</inkml:trace>
  <inkml:trace contextRef="#ctx0" brushRef="#br0" timeOffset="1832.51">21059 2863 1100 0,'-3'2'200'0,"-1"0"-113"0,0 1-61 16,2 2-22-16,1 0 4 0,0 1 13 0,0 1 13 0,0 1 11 0,0 0 6 16,-1 1-3-16,1 1-5 0,-1-1-5 0,0 0-7 0,1-1-6 0,-1 0-1 15,1 0-1-15,1-1 6 0,0 1 6 0,0-1 4 0,-1-1 0 16,1 1 0-16,0-1 0 0,-1 0-1 0,1-1 1 0,-1 2-2 0,1-1-1 16,-1 2-2-16,1-1 3 0,0 1-1 0,-1 1-5 0,1 0 2 0,-1 1 2 15,1 0-3-15,-1 1 4 0,0 0-3 0,0 1-7 0,-1 1 4 16,-1 0-8-16,1 2-3 0,-2 1-1 0,2 1-12 0,-2-2-1 0,-1 3 6 15,-1-1-3-15,1 0 6 0,-2 3 2 0,1-1 2 0,-1 0-2 0,1 2-1 16,-2-1-2-16,2 1-2 0,-2 1 3 0,-1 1 2 0,0 0 4 16,0 2 1-16,-1 2 2 0,1 0 2 0,1 2-5 0,-1 1-1 0,0 0-6 15,1 1 1-15,-2 3-2 0,0 1-2 0,0 2 2 0,0 2-4 16,0 0-1-16,0 2 2 0,1 3 6 0,-1 0 4 0,1 1 0 0,1 0 1 16,-2 3-6-16,0 0 0 0,0 1-2 0,0 0-3 0,1 1 0 0,-1-1 1 15,2 0-1-15,-1 0-6 0,0 0-1 0,1 0-2 0,0 1-2 16,1 0 4-16,-1 1-5 0,2 0 6 0,-1 0-3 0,1 0 5 0,-1 1 6 15,0-2-8-15,0 2 8 0,-1-1-13 0,1 0 4 0,0 0 0 0,1 2-1 16,-1-1 3-16,0 1 5 0,-1 1-6 0,0 0 2 0,-1 1 4 16,-1 1 0-16,0-1 0 0,-1 0 0 0,0 1-4 0,0-2 1 0,0-1 4 15,-1-1-3-15,1 1 4 0,-1-3-2 0,-1 0 0 0,1 0 0 0,1-3-7 16,1-3 8-16,-2-4 1 0,2-1-4 0,0-2 2 0,0-1-5 16,1-3-15-16,2-1 15 0,0-4 7 0,1 1-4 0,0-3 13 0,1 0-2 15,0-3-7-15,1 0 3 0,1-1 6 0,-1-2-9 0,1 1-3 16,0 0-3-16,0-1-5 0,-1 2-2 0,1 0 8 0,-1 0-8 0,0 1 4 15,0 0-2-15,-2-3-4 0,1 1 2 0,-1-2-3 0,-1-1 10 0,2 0-3 16,-1 0-5-16,0-2-1 0,0 0-2 0,1-2-6 0,1-1 10 16,-1-2-6-16,2-1-8 0,-1-1 7 0,0-1-4 0,1-1-3 0,0-2 7 15,1-2-9-15,1-1-4 0,1-1 8 0,-1-1-10 0,1-1 3 0,-1-1 5 16,1-2-2-16,0 0-1 0,1-1-4 0,-1-1-16 0,-1-2-15 16,1-1-22-16,-1 1-37 0,0-3-63 0,0-2-95 0,0-4-189 0,-1-6-269 15,-4-10-191-15</inkml:trace>
  <inkml:trace contextRef="#ctx0" brushRef="#br0" timeOffset="2465.51">16049 3728 1 0,'-13'21'425'0,"-5"2"760"0,-3 5 765 0,-4 3-1896 0,11-18-50 15,4 4-4-15,7 1-5 0,4 3-16 0,3 1 17 0,2 0-1 0,1 1-3 16,0 1 14-16,-1 0-3 0,0 3 1 0,-1 2 0 0,0 2 0 15,1 2 1-15,0 2-7 0,-2-2 6 0,2 1 0 0,0-3-2 0,0 1-2 16,0-1-4-16,0 1-2 0,-1 0 1 0,1 1 3 0,-1 1-13 16,-1 0 11-16,0 2-1 0,-1-3-3 0,1 1 21 0,-2-3-17 0,1-1 1 15,1-2 1-15,0-1-2 0,-1-3 4 0,1-1 0 0,0-2-2 0,-1-2-3 16,1-3 1-16,-1-2 6 0,-1-3-10 0,1-2 3 0,-2-4 38 16,1-1-33-16,-2-1-416 0,0-3 91 0,-1-2 2 0,-2-2-40 0,-1-3 324 15,-1-3-126-15,-3-6-63 0,-1-4-82 0,-3-5-27 0,-1-6-17 0,-3-1-198 16</inkml:trace>
  <inkml:trace contextRef="#ctx0" brushRef="#br0" timeOffset="2948.51">16404 3933 3228 0,'-1'8'189'16,"-1"4"-171"-16,4 6-10 0,5 1-16 0,6 1-12 0,4 2-9 0,4 0-7 16,3-1 3-16,-1 0 6 0,0 0 17 0,-2-1 10 0,-2 2 1 15,-2-1-2-15,-3-1 4 0,0 0-3 0,-3-2 2 16,0-3 0-16,-2 1-6 0,-1-3 4 0,-1-1-3 0,-1-1 6 0,-1-3-3 0,-2 0 6 15,0-1-6-15,-2 0-6 0,0-1-3 0,-1-1-3 0,1 0-1 0,-1-2 4 16,-1-1-3-16,0 0-6 0,0-1-5 0,0-1-7 0,0 0-8 0,-1-2 3 16,0 0 6-16,-1 0 6 0,-1-1 6 0,0 0-4 0,-1 0 3 15,1 1-1-15,-1 0 0 0,1 0 12 0,0 0-3 0,0 1 2 0,-1 1-1 16,1-2-12-16,1 1-18 0,0-1-39 0,2-2-45 0,0-1-57 0,0-1-87 16,2-2-95-16,-1-1-115 0,2-3-439 0</inkml:trace>
  <inkml:trace contextRef="#ctx0" brushRef="#br0" timeOffset="3432.51">15404 3810 1987 0,'-9'0'249'0,"-1"-1"-170"0,-1 0-5 0,5-3-8 0,4 1-21 16,2 0-4-16,2 0-8 0,2 0 9 0,2 0 4 0,1-2 9 16,2 0 16-16,0 0 0 0,2-1 3 0,1 0-7 0,2-1-2 0,2 2-11 15,0-1-5-15,2 1-9 0,1-2-9 0,0 0-3 0,3 0-3 16,0-1-3-16,0 1 3 0,1-2-1 0,0 2-6 0,0-1-4 0,1-1-8 15,-2 0-1-15,3-1 1 0,-1 1 3 0,-2 0-4 0,0 1-5 0,0 0 0 16,-3 1-2-16,1 1 2 0,-1 0-1 0,0 2-1 0,0 0-4 16,-1 0 1-16,-2 2 1 0,-1-1 1 0,1 1-8 0,-2 0-4 0,-1 1-10 15,0 0-31-15,0 0-30 0,-2 0-54 0,0 2-51 0,-1-1-52 0,-1 1-75 16,0 0-96-16,0 2-125 0,-1 1-383 0</inkml:trace>
  <inkml:trace contextRef="#ctx0" brushRef="#br0" timeOffset="3799.51">16368 4118 2879 0,'-2'3'24'0,"1"3"-39"0,2 2-31 0,3 2-26 15,3 4-7-15,5 1 7 0,2 2 22 0,0 0 25 0,0 1 17 0,-2 0 10 16,0-1-1-16,2 1 9 0,-1 0-1 0,0 0 7 0,0 0 6 16,1 0 1-16,0-2 6 0,1-1 3 0,-3 0 2 0,-1-3 2 0,-2 1 0 15,-1-3-1-15,-2 0 0 0,-1-1 3 0,-1-2-2 0,0-1-2 0,-1-2-5 16,-1-1-5-16,-1-2 8 0,-1-2 1 0,-1-1 0 0,-1-1 15 16,-2-3-1-16,0-2-1 0,-2-4 3 0,-1-1-19 0,-1-4-4 0,-2-2-6 15,0-2-9-15,-1 0 0 0,0-2-4 0,-1 1 4 0,1-1-4 16,0-1 4-16,0-1-4 0,2-1 3 0,-2-1 1 0,1-1-2 0,0-1-2 15,1 2-3-15,1 0-2 0,3 1-8 0,0 0 4 0,1 2-7 0,2 1-6 16,-1 1 3-16,2 4-14 0,0 0-1 0,1 3-19 0,0 2-13 16,-1 3 0-16,2 2-13 0,0 1-17 0,-1 2-23 0,1 0-39 0,1 2-33 15,0 1-27-15,0 1-39 0,2 1-32 0,0 2-35 0,1-1-41 0,2-1-49 16,1 0-180-16</inkml:trace>
  <inkml:trace contextRef="#ctx0" brushRef="#br0" timeOffset="4149.51">16691 3848 3058 0,'-2'4'63'0,"2"3"-39"16,1 4-20-16,4 0 3 0,3 3-4 0,3 0 2 0,2 2 1 16,0 0-8-16,1 0 2 0,0 3 3 0,0-1 6 0,0 1-4 0,-1 0-5 15,1-1 4-15,-1-1-4 0,2 0 0 0,-3-2 2 0,0-1-8 16,0-2 3-16,0-1 1 0,0-1 4 0,0-1-2 0,-2 0 0 0,0-1 0 15,-1-2 0-15,0-2 0 0,0-1 3 0,-2-2 1 0,-1-1 1 0,0-1 1 16,0-1-6-16,0 0 1 0,-1-2-2 0,-1-1 1 0,0-3 0 16,0-1-2-16,1-3 5 0,0-3-6 0,0-1-1 0,-1-2-3 0,0 0 0 15,0 1 4-15,-1-2 1 0,-1 2 7 0,0-1 0 0,-1 1-1 0,-2 1 3 16,-1 0-2-16,-1 0-3 0,-1 2-4 0,-2-2-3 0,-2 2-18 16,-1 1-5-16,-1 3 14 0,-1 1-12 0,-1 2 14 0,0 1 3 0,-2 1-8 15,-1 2 6-15,-1 1 3 0,0 1-8 0,-1 2 2 0,0 2-4 16,-1 1-6-16,1 0-12 0,0 3-5 0,0 0-2 0,1 3 8 0,0 1 13 15,1 2-1-15,2 2 2 0,2 1-10 0,0-2-16 0,1 2-21 0,2 0-30 16,0 0-44-16,2-1-53 0,1 0-58 0,1-1-73 0,3-2-74 16,0-1-77-16,1-2-77 0</inkml:trace>
  <inkml:trace contextRef="#ctx0" brushRef="#br0" timeOffset="4365.51">17104 3984 2851 0,'2'3'197'0,"4"2"-168"0,3 1-25 0,2 1-25 16,4 1-7-16,2 0 2 0,1-1 11 0,2-1 8 0,-2 1 9 0,-2-1 1 15,-2 2-4-15,-1-1 4 0,-1 2-3 0,-1 0-3 0,-2 0-1 0,0-1-8 16,-1 0-3-16,-1-1-9 0,-1 1-1 0,-1-2 0 0,-1 1-4 16,-1 0 2-16,-1 1-7 0,-1-2-9 0,-1 1-4 0,0-1-13 0,-1-1-6 15,-1 0-6-15,1-1-17 0,0-2-14 0,-1-1-24 0,1 0-28 16,0-2-26-16,0-1-24 0,0 1-16 0,1-3-3 0,0-1 1 0,0 0 13 15,1-2 13-15,1 1 0 0,1-2-103 0</inkml:trace>
  <inkml:trace contextRef="#ctx0" brushRef="#br0" timeOffset="4515.51">17384 4070 207 0,'5'-7'188'0,"2"0"-41"0,1-3-2 0,-1 2 10 0,-1 2 27 15,0 0 14-15,1 1 3 0,-1 1-8 0,0 0-24 0,0 2-23 0,-1 0-27 16,1 3-25-16,0 1-22 0,1 1-15 0,-2 1-15 0,2 1-5 16,0 2-5-16,0 1-4 0,1 1 1 0,0 2-8 0,-1-1-4 0,1 2 4 15,-1 1-10-15,1-1-1 0,1 0 0 0,-1-2-2 0,1 0-3 0,-1 1 2 16,0-1-5-16,0-2-3 0,-3-1-2 0,0-2-7 0,0-2-24 15,-2-2-30-15,0 0-25 0,-2-2-29 0,0 0-19 0,-1-2-19 0,0-3-30 16,-2-1-5-16,-1-3-20 0,-1-2-68 0,-3-3-387 0</inkml:trace>
  <inkml:trace contextRef="#ctx0" brushRef="#br0" timeOffset="4682.51">17312 3521 2345 0,'-3'-2'790'0,"0"1"-747"15,1 1-16-15,3 2-27 0,3 1-9 0,2 2 2 0,3 1 0 0,0 0 9 16,1 2-4-16,0-1 4 0,1 2-1 0,1-1-4 0,-1 1 3 16,0 0-2-16,0 0-1 0,-3-1-6 0,2-1-12 0,-1-2-21 0,-1-1-29 15,-1-2-42-15,-1-1-22 0,-2-2-23 0,-1 0-3 0,0-1-12 0,-1-1-38 16,0 0-42-16,-1 0-63 0,0-2-61 0,-1 0-108 0,0 0-28 16</inkml:trace>
  <inkml:trace contextRef="#ctx0" brushRef="#br0" timeOffset="5032.51">17705 3839 3308 0,'-1'4'38'16,"1"2"-18"-16,2 3-33 0,4 0-23 0,2 0 8 0,4 0 3 0,1 1 10 0,1-1 12 16,0-1 6-16,-2 1 1 0,0-1 1 0,-1 1 6 0,0-1 1 0,0 1-1 15,-1-1-4-15,0-1 4 0,-1-2-7 0,0 1 1 0,-2-2 1 0,0-2-8 16,-1 0 4-16,0-1 1 0,-1-3-5 0,0 0 6 0,0-2-2 15,0-1 1-15,-1 0 8 0,-1-2-7 0,1-2-2 0,-1-2-6 0,0-1-5 16,0-2 4-16,-1-2-10 0,1 0-5 0,-1 1 10 0,-1-2-5 16,1 1 6-16,0-1 4 0,0 1-13 0,0-1 9 0,0 0 0 0,0 2 1 15,0 1 9-15,1 1-8 0,-2 1 4 0,3 1-1 0,-1 2-8 0,1 2 6 16,0 0 3-16,0 2 3 0,0 2 9 0,1 0-4 0,0 3 4 16,1 1-7-16,-1 1-1 0,1 2 3 0,1 1 0 0,-1 2 4 0,3 2 3 15,0 3 3-15,1 1-3 0,0 1-2 0,1 1 5 0,0 1-3 0,1 1-2 16,1 1 5-16,1-1-17 0,-1 0-10 0,-1-1-1 0,1-2 1 15,-1-2 10-15,1 0 6 0,-1-2 1 0,-2-2-6 0,1-1-3 0,-1-2 3 16,-2 0-3-16,0-2-10 0,-2-1-18 0,-2-1-41 0,0 0-44 0,-2 0-47 16,-1 0-48-16,-1-1-59 0,-2 2-92 0,-2 1-108 0,-1 2-90 15,-2 4-164-15</inkml:trace>
  <inkml:trace contextRef="#ctx0" brushRef="#br0" timeOffset="5615.51">16692 5396 2672 0,'-1'-1'70'0,"1"0"-29"0,1 2-31 0,2 2-14 0,2 2-4 0,1 0 0 15,0 3 3-15,0 0-2 0,-1 1 7 0,-2 2 9 0,0 3 9 0,-2-1 16 16,0 4 8-16,-2 0 0 0,0 2-3 0,0 2-12 0,-2 1 1 16,0 1-11-16,-1 2-5 0,1 0-2 0,-2-1-17 0,0 1 7 0,0-1 0 15,-1 2-3-15,0 0 11 0,0-2-8 0,1 1-3 0,0-1 3 0,0-2-7 16,1-2 0-16,0-4-8 0,1-1-2 0,1-1-16 0,0-3-13 16,1-2-11-16,-1-1-20 0,1-3-10 0,0 0-8 0,-1-2-12 0,0-1-24 15,-2-2-34-15,0-1-50 0,-1-3-70 0,-1-1-98 0,0-3-53 16,-2-3-214-16</inkml:trace>
  <inkml:trace contextRef="#ctx0" brushRef="#br0" timeOffset="5783.52">16435 5492 2622 0,'-3'2'128'0,"0"3"-42"16,1 2-21-16,4 3-31 0,4 0-16 0,4 2-2 0,3 2-9 0,1 0 1 15,0 0 1-15,0-1-1 0,2 1 11 0,0-1 5 0,2-1 7 16,2 0-5-16,0-2-3 0,2-1-5 0,-1-1-11 0,1-1-4 0,2-1 2 15,-2 0-8-15,1-2-8 0,-1-1-4 0,2 0-5 0,-1-1-1 0,-2 1 2 16,-1-1-7-16,-1 0-15 0,-1-1-18 0,-1 0-24 0,-2 0-13 16,-2 0-15-16,-1-1-16 0,0 0-14 0,-2 0-24 0,0-1-42 0,-1-1-41 15,0 1-48-15,-2-2-57 0,0 0-44 0,-1-1-151 0</inkml:trace>
  <inkml:trace contextRef="#ctx0" brushRef="#br0" timeOffset="5965.52">17002 5817 2821 0,'-1'3'109'0,"0"1"-51"0,3 2-33 0,2-1-13 16,3 1-5-16,4-1-7 0,1-1 4 0,2-1-8 0,1-2 2 0,-1-1 2 15,0 1 0-15,-2-1 0 0,-1-1 2 0,1 0 2 0,1-1-3 0,1-2-1 16,-1 0-3-16,1-2-4 0,0 0-2 0,-1-1 1 0,0-1-11 16,-2 1-15-16,-1-1-27 0,-1 0-29 0,-2-1-22 0,0-1-8 0,-1 0-14 15,0-2-27-15,1-1-28 0,-1-1-52 0,0 0-58 0,1-2-71 16,0-2-57-16,0 0-148 0</inkml:trace>
  <inkml:trace contextRef="#ctx0" brushRef="#br0" timeOffset="6198.52">17384 5115 2979 0,'-4'-1'46'0,"1"1"-16"0,0 0-24 0,3 3-6 0,2 0-6 16,2 1 0-16,1 2 5 0,1 0 1 0,1 4 1 0,-1 0-1 0,0 2 0 15,-2 2 6-15,2 1 4 0,-1 2 0 0,0-1 1 0,1 1-4 0,1 1-6 16,0 0 1-16,0 2-7 0,2 1 3 0,-2 1-1 0,2 2 1 16,0 0-1-16,0-1-6 0,0 0 2 0,-1 0-7 0,0-2-5 0,-1 0-7 15,-1-2-10-15,1-2-13 0,-1 0-28 0,-1-1-42 0,0-2-18 0,-1 2-2 16,-2 0 8-16,0-2 6 0,-2-1-22 0,0-4-41 0,0-2-42 16,-1-2-36-16,-1-1-29 0,-1-1-24 0,-1-2-235 0</inkml:trace>
  <inkml:trace contextRef="#ctx0" brushRef="#br0" timeOffset="6382.52">17228 5450 2579 0,'0'-3'731'0,"0"1"-691"0,1-1-11 0,5-1-31 0,6-1-23 16,4-1-13-16,5-2-9 0,2-2-1 0,0 0 11 0,-2-1 14 0,-1 0 13 15,-3 1 10-15,0 1-4 0,-3 0 2 0,1 2-3 0,-1-2-4 16,1 0-1-16,-1 0-11 0,0 0-16 0,-2-1-19 0,-1 1-26 0,-1 0-25 15,-2 2-32-15,-1 0-19 0,0 2-19 0,-1 2-20 0,0 0-18 0,0 2-43 16,0-1-51-16,-1 1-60 0,0 0-332 0</inkml:trace>
  <inkml:trace contextRef="#ctx0" brushRef="#br0" timeOffset="6616.52">17719 5484 2585 0,'-3'1'82'0,"1"2"-43"0,-1 1-39 16,2-1-23-16,2-2-1 0,0-1-5 0,1 1 7 0,-1-2 14 16,0 0 4-16,-2-1 9 0,-1-1 11 0,0-1 3 0,-1 0-1 0,1-2 5 15,-1-2-10-15,1-1 0 0,0-3-2 0,1-3-3 0,-1-1-1 0,1-1-6 16,-1-3-1-16,1 0-1 0,0 2 9 0,0-1-12 0,1 1 4 16,1 1 0-16,1 2-6 0,1 1 4 0,-1 1-3 0,0 1-1 0,-1 0-9 15,1 3-12-15,0-1-13 0,0 1-18 0,0 2-21 0,-1 0-15 16,0 2-19-16,-1 2-23 0,1 1-22 0,0 1-22 0,1 0-15 0,0 2-21 15,1 0-26-15,2-1-29 0,0 1-37 0,1-2-145 0</inkml:trace>
  <inkml:trace contextRef="#ctx0" brushRef="#br0" timeOffset="6916.52">17866 5233 2363 0,'-2'3'83'0,"0"1"-38"15,1 2-33-15,3 1-12 0,2 1-4 0,3 0-1 0,1 1 3 0,1-1 1 16,-2 2 4-16,0 0 0 0,0 0 6 0,0 0 2 0,1 0 3 16,0-2 2-16,1 2-3 0,0-1-2 0,-1-1 2 0,2 0-7 0,0-1 0 15,0-2 2-15,-1-1 0 0,1-1-3 0,0-1 0 0,-1-1 0 0,0-2 0 16,0-1 1-16,0-1-3 0,-1-1 4 0,0-1-9 0,-2-1 0 16,-1 0-1-16,-1 0 2 0,-2-1-3 0,0 0-4 0,-1-3-3 0,0 0-10 15,0-2-2-15,0 0-8 0,-1 0 0 0,-1 0-2 0,0 1-2 16,-1 0-1-16,-1-1 1 0,0 0-3 0,-1-1-1 0,-1 2-4 0,-3-1-6 15,-1 0-8-15,-1 1-3 0,-1 2-7 0,-1 0-1 0,1 2 0 0,-2 0 5 16,1 0 4-16,-1 2 7 0,1 1 5 0,0 1 6 0,-1 1 2 16,1 2 0-16,1 2-6 0,-2 0-13 0,2 2-6 0,-2 1-20 0,0 1-14 15,0 2-18-15,0-1-18 0,2 2-18 0,1 0-32 0,0 0-124 0,1 0 42 16</inkml:trace>
  <inkml:trace contextRef="#ctx0" brushRef="#br0" timeOffset="7149.52">18194 5157 2378 0,'1'2'82'0,"2"1"-42"0,1 3-37 15,1 1-11-15,4 2-12 0,1 1-5 0,1 0 7 0,-1 1 4 0,-1-3 9 16,-2 2 5-16,-3-1 3 0,1-1 1 0,-2 0-1 0,1 0 1 15,-1-1-5-15,0 0-5 0,0-2-7 0,0-1-4 0,0 0-4 0,-1-2-14 16,-1 0-8-16,-1-1-14 0,1 0-21 0,-1 0-22 0,0-1-35 16,0-1-47-16,0-1-45 0,0-1-55 0,1 0-58 0,0-4-171 0</inkml:trace>
  <inkml:trace contextRef="#ctx0" brushRef="#br0" timeOffset="7449.52">18461 4959 1654 0,'0'7'103'0,"1"3"-84"0,1 2-19 0,2 2-13 16,3 1 2-16,2 2 5 0,2-3-4 0,0 1 9 0,-1 1 2 16,0-2 3-16,-2 1 8 0,0-1-1 0,-1-1-3 0,0-1-2 0,0-1 1 15,0-3-5-15,0 0 2 0,0-2-2 0,0 0-5 0,0-2 0 0,-1-2-5 16,-1 0 2-16,0-2-1 0,-2 0-6 0,0-1-13 0,-1 0-27 16,-2-2-35-16,1-2-34 0,-2-1-45 0,0-2-40 0,0-1-15 0,-1 1-5 15,-2-4-253-15</inkml:trace>
  <inkml:trace contextRef="#ctx0" brushRef="#br0" timeOffset="7600.52">18390 4661 2542 0,'-3'1'37'16,"3"0"-28"-16,0 3-39 0,1 0-26 0,4 1-25 0,2 0-13 0,1-1-9 15,0 0 8-15,-2-1 12 0,0 0 3 0,-2 0-3 0,-2 0-23 0,0-1-32 16,-2 1-34-16,1-2-40 0,-1 1-32 0,1-1-26 0,0-2-224 15</inkml:trace>
  <inkml:trace contextRef="#ctx0" brushRef="#br0" timeOffset="7916.52">18671 4765 2253 0,'1'6'308'0,"2"0"-263"0,2 3-18 0,1 2-22 0,1 1-13 0,4 1-5 15,2 0-4-15,1-1 5 0,-1-1 3 0,-1 0 4 0,-2-1 7 0,-1 1-4 16,-1-1 5-16,-1 0 0 0,0-1-1 0,0-1 1 0,-1-1-6 0,-1-2 5 16,0-1-12-16,-1-3-4 0,-1 0-2 0,0-3-15 0,0 0 6 15,-1-1 0-15,0-1-3 0,-1-1 3 0,0-1-1 0,1-1 6 0,-1-1 5 16,-1 0 5-16,1-1 1 0,-1 0 0 0,0 2 1 0,0 0 1 16,-1 0 8-16,1 1 2 0,0 2-1 0,0 0-1 0,-1 0-7 0,2 2-3 15,-1 0-6-15,1 1-3 0,0 2 0 0,0 0 5 0,1 2 9 16,1 2 4-16,0 1 10 0,1 1 2 0,1 2-2 0,1 0 2 0,0 3-9 15,0 0 3-15,1 1-4 0,2 0-2 0,0 1 3 0,0-1-5 0,1 0 1 16,0-1-2-16,-2 1-3 0,3 0 0 0,-2-2 6 0,1-1-3 0,0-1-8 16,-1-3-12-16,-2-1-19 0,0-1-32 0,0-2-46 0,-1-1-45 15,1-2-29-15,-1-2-5 0,0-3 1 0,-1-1 7 0,0-2-13 0,0-2-24 16,0-3-238-16</inkml:trace>
  <inkml:trace contextRef="#ctx0" brushRef="#br0" timeOffset="8099.52">19173 4787 2110 0,'1'2'762'0,"-2"2"-723"0,1 1-25 0,2 3-36 0,1 1-10 15,1 1-8-15,3 1 8 0,0-1 8 0,1 1 12 0,-1-1 17 0,0 2-3 16,-2 0 6-16,-1 0-3 0,0 0-9 0,-1 0-9 0,0-2-23 0,0 0-22 16,-2-2-26-16,2-2-23 0,-1-2-29 0,-1-3-32 0,0-1-40 15,0-1-35-15,0-3-20 0,1-2-5 0,-1-4 11 0,2-2-24 0,0-4-214 16</inkml:trace>
  <inkml:trace contextRef="#ctx0" brushRef="#br0" timeOffset="8515.52">19217 3946 3124 0,'-2'6'14'0,"3"5"-19"15,2 3-20-15,4 4-18 0,3 0-16 0,3 2-7 16,4-1 7-16,0-1 15 0,0 1 16 0,-3-1 18 0,-1-1 10 0,-1 0 0 0,-2-3 2 0,0 0-4 16,-1-1-3-16,0-2-1 0,1-1-11 0,0-3-4 0,-2-1-4 15,-1-2 3-15,-1-2 7 0,-1-1 4 0,0-2 9 0,-1-1-1 0,0-2 4 16,0-1 3-16,-1-2-11 0,0-2-11 0,-1-1-22 0,0 1-22 0,-1-3-17 16,0 0-21-16,-1-1-1 0,1 0 8 0,-1 2 12 0,0-2 20 15,0 2 15-15,-1 1 23 0,1 2 11 0,0 2 8 0,0 1 12 0,-1 2 2 16,1 1 2-16,-1 1 12 0,2 0-9 0,-1 0-5 0,1 2-3 0,0 1-8 15,0 1 1-15,1 2 0 0,1 2 5 0,2 1 3 0,0 3-4 16,1 1 6-16,0 0-5 0,0 1 7 0,1 0 2 0,1 0-5 0,0 1 2 16,0 0-2-16,1 1-2 0,0 1 0 0,0-2 0 0,-1 1 4 15,1-2 2-15,-1 3 0 0,1 0-6 0,-1 1 3 0,-1 0-2 0,1 0 5 16,-2 0 3-16,-1-1 0 0,0 0 4 0,-1-1-8 0,-2-2-3 0,-1-1-5 16,-1-1-4-16,0-1 0 0,0 1 3 0,-1-1-3 0,-2-1 2 15,0-1 1-15,-1-1-8 0,0 0 2 0,0 0-1 0,0-1-5 0,-1-1 4 16,-1-1 2-16,1-1-3 0,-1-1 5 0,1 0-5 0,-1-1 1 0,0-1-4 15,1-1-2-15,1-1-9 0,0 0-7 0,0-2-10 0,1 0-18 16,1-2-18-16,-1-1-41 0,2 0-50 0,0-2-50 0,0 1-41 0,1-3-17 16,1-1-20-16,-1 0-240 0</inkml:trace>
  <inkml:trace contextRef="#ctx0" brushRef="#br0" timeOffset="8701.52">19685 4144 2988 0,'1'1'63'0,"1"0"-33"0,3 2-44 0,2 1-14 0,4 0-5 0,3 0 3 16,1-1 9-16,1-1 11 0,-2 0 10 0,-1 0 3 0,-5 0 1 0,0-1 1 15,-1-1-7-15,0-2 0 0,-1 0-4 0,1-1-6 0,-1-2-3 16,-1-2-9-16,1-1-13 0,-1-1-18 0,-3-1-20 0,1-1-21 0,-1-1-24 16,-1-1-21-16,0 0-23 0,-1-1-36 0,1 1-36 0,-1-1-30 15,1-2-16-15,-1 1-28 0,-1 0-339 0</inkml:trace>
  <inkml:trace contextRef="#ctx0" brushRef="#br0" timeOffset="8935.52">19799 3542 3103 0,'-2'-1'14'0,"2"3"-16"0,1 0-27 0,2 4-6 15,3 2 6-15,0 2 7 0,2 0 10 0,-1 3 6 0,0 0 8 16,0 2 2-16,-2 0 6 0,-1 2 0 0,2 1-1 0,0 2-4 0,-1-1 0 15,1 1-2-15,-1 1-4 0,1-1 1 0,0 1-16 0,0 0-1 16,0-1 5-16,1 1-3 0,-3 1 3 0,1-2-3 0,0 1-11 0,0-1-11 16,0-2-3-16,-1 0-20 0,0-2-15 0,1-3-10 0,-1-1-17 15,0-2-5-15,0-2-3 0,0-1-9 0,0-3-5 0,-1 0-23 0,-1-2-29 16,1-2-26-16,0 1-33 0,-1-1-27 0,0-1 18 0,0 1 35 0,-2-1 23 16,-1-1-6-16,0-1 6 0</inkml:trace>
  <inkml:trace contextRef="#ctx0" brushRef="#br0" timeOffset="9116.52">19867 3880 1676 0,'-7'-5'182'0,"1"0"-67"0,0 0-32 0,2 3-26 16,1 1-18-16,1 1-4 0,2 0-1 0,1 1-5 0,1 1-5 0,0 0 3 15,1 1 6-15,0 1-7 0,2-1 7 0,2 1-6 0,1-1-1 16,1-1-3-16,1-1-9 0,2-1-5 0,-1-2-2 0,2-1-3 0,0-2 1 16,0 1 0-16,-1-2-5 0,-1-1-5 0,0-1-3 0,-1 0-4 0,-1 1-10 15,1-1-14-15,-1 2-16 0,-1 1-13 0,-2 0-20 0,0 1-23 16,-1-1-26-16,0 0-31 0,-1 1-30 0,0 0-30 0,-1 0-27 0,-1 1-19 15,0 0-17-15,-1 1-166 0</inkml:trace>
  <inkml:trace contextRef="#ctx0" brushRef="#br0" timeOffset="9316.52">20062 3882 1640 0,'1'7'100'0,"2"1"-46"0,0 3-31 0,2-1-14 0,1-2-1 15,1-1 0-15,0-1 7 0,-1-1 7 0,1 0-2 0,-3-2 7 16,0-1 4-16,-1-1 3 0,-1 0 7 0,0-2 4 0,-2 0 1 0,0-2-2 15,0-2-6-15,0-2-6 0,-2-1-8 0,1-1-8 0,-2-2 1 16,-1-2-7-16,-1 0-1 0,1-1-6 0,1-2-3 0,-1 1 6 0,2-1 0 16,-1 1-3-16,0-1 2 0,1-2-17 0,2 0-9 0,0 2-5 0,0 0-23 15,2 0-12-15,0 2-21 0,2 0-9 0,0 2-3 0,1 0 2 16,0 1 11-16,1 1-7 0,0 2-15 0,0 0-35 0,-1 1-67 0,1 2-51 16,1 0-48-16,0 0-181 0</inkml:trace>
  <inkml:trace contextRef="#ctx0" brushRef="#br0" timeOffset="9616.52">20196 3564 2154 0,'0'0'64'0,"-1"3"-82"16,2 1-63-16,0 0-37 0,2 2-10 0,1-1 22 0,0 2 39 0,1-2 35 15,-2 0 33-15,-3 1 20 0,0-1 6 0,0 1-1 0,-1 1 0 0,0-1-7 16,1 2-10-16,-1-1-1 0,1 0-4 0,0 1 0 0,0 0 3 16,-1 1 1-16,1 1-2 0,0-2 1 0,0 2-4 0,0-1 1 0,2 0-2 15,-1 0 1-15,0 0-3 0,2 0 4 0,1-2 1 0,0 0-1 0,1-1 3 16,1-1-1-16,-1 0-2 0,1-2 4 0,-1-1-3 0,0 0 2 16,-1-2-1-16,1 1-1 0,0-2 2 0,-2 0-3 0,0 0 0 0,0-1-11 15,-1-1-19-15,1 0-10 0,-2 0-8 0,1 0-9 0,-1 0-20 16,0-1-30-16,0-1-39 0,0 0-27 0,0 0-13 0,1 0-10 0,-1-1-5 15,0-1-9-15,-1-1-182 0</inkml:trace>
  <inkml:trace contextRef="#ctx0" brushRef="#br0" timeOffset="9816.52">20049 3439 2236 0,'-4'1'-23'0,"2"0"-93"0,0 2-106 0,1 2-77 0,2-2-4 0,1 2 67 15,0-1 88-15,0-1 81 0,-1 0 64 0,-1 0 30 0,-1 1 12 0,-1 0 1 16,-1 1-12-16,1 0-17 0,1-1-18 0,0 0-25 0,1-1-23 16,-1 1-37-16,1 1-38 0,-2-1-41 0,1 1-196 0</inkml:trace>
  <inkml:trace contextRef="#ctx0" brushRef="#br0" timeOffset="10166.52">20119 3759 2514 0,'1'2'57'0,"2"2"-46"0,1 2-41 15,3 2-28-15,3 0-23 0,1 0 4 0,2-1 20 0,1-1 22 0,-1 0 27 16,0-2 16-16,-3 2 6 0,-1 0-1 0,-1-2-7 0,-1 0-9 16,0 0-1-16,0-2-1 0,0 0 7 0,0-2 2 0,0 0 1 0,-2-2 4 15,0 0-2-15,1-2-5 0,-2-3-4 0,1-1-10 0,-2-2-4 0,0-1 4 16,-1-1-1-16,-1 0 2 0,-1-1-5 0,-1-1-13 0,-1 0-16 16,-1-1-21-16,-1 0-6 0,-1 1-3 0,0 0 10 0,-1 0 19 0,-1 1 17 15,1 0 13-15,-3 1 10 0,1 0 3 0,0 0-2 0,-2 1-2 16,0 0-2-16,-1 2-1 0,1 1 1 0,-1 0 2 0,1 1 1 0,0 2 0 15,0 1-5-15,0 3-1 0,1 2 0 0,0 2 4 0,-1 3 5 0,1 1 2 16,0 1 4-16,0 0-3 0,2 3-2 0,-1-1-4 0,1 0-7 16,0 1-7-16,2-2-15 0,-1 0-19 0,0-2-36 0,0 0-42 0,0-1-37 15,1-2-32-15,1-1-20 0,1-1-9 0,0-2-151 0</inkml:trace>
  <inkml:trace contextRef="#ctx0" brushRef="#br0" timeOffset="10368.52">20373 3375 2230 0,'2'2'65'0,"2"3"-47"0,2 2-42 0,1 2-13 0,1 1 3 16,2 2 13-16,0 1 13 0,0-1 12 0,-2 1 9 0,-3 1-1 16,0 1 3-16,-1 1-5 0,0-1-7 0,0 1-2 0,0-1-2 0,0 0 1 15,0-3 0-15,0-1-5 0,0 0-2 0,-1-2-11 0,-1-2-5 16,0 0-11-16,0-1-13 0,0-2-16 0,0 0-31 0,-2-1-24 0,0-1-29 15,1 0-34-15,-2-1-90 0,-1 1 7 0,-1-1 18 0,-2 1 1 0,-1-3-128 16</inkml:trace>
  <inkml:trace contextRef="#ctx0" brushRef="#br0" timeOffset="10533.52">20515 3567 2390 0,'4'4'113'0,"0"0"-94"0,2 4-47 0,0 1-25 15,2 1-14-15,1 0-6 0,3-2 18 0,-1-1 17 0,-1-1 20 0,-2-2 17 16,-3 0-5-16,0-2-21 0,-3 0-42 0,1-2-39 0,-2-1-35 16,1-2-18-16,-2-2 8 0,-1-1 4 0,-1-3 25 0,-1-2 6 0,-1-1-36 15,-2-3-38-15,0 1-247 0</inkml:trace>
  <inkml:trace contextRef="#ctx0" brushRef="#br0" timeOffset="10668.52">20404 3115 2024 0,'0'3'200'16,"2"1"-162"-16,0 3-35 0,2 2-25 0,1-1-18 0,2 3-5 16,1 0-6-16,0-2-11 0,1-1 4 0,-1 0-8 0,-1-1-15 0,0-1-30 15,-2-1-33-15,0 0-34 0,0 0-40 0,0 0-22 0,1-2-14 0,-1 0-29 16,0-3-57-16</inkml:trace>
  <inkml:trace contextRef="#ctx0" brushRef="#br0" timeOffset="10849.52">20599 3329 1596 0,'2'8'683'0,"1"2"-640"0,1 4-25 0,0 2-22 0,3-1-10 0,1 0 5 15,2 0 6-15,1-2 0 0,-1-1 8 0,1-1 1 0,0 0 3 0,-2-1 1 16,1-1 1-16,-1-1-5 0,0-1 1 0,1-1 1 0,0-2 4 16,0-1 2-16,0 0-2 0,-2-1-1 0,0-1 0 0,0 0-4 0,-1 0 6 15,0-1-9-15,-2 0-14 0,-1 1-13 0,-1-1-33 0,-2 1-55 16,-1 0-85-16,-2-2-102 0,-1 1-120 0,-3-1-114 0,-2 0-91 0</inkml:trace>
  <inkml:trace contextRef="#ctx0" brushRef="#br0" timeOffset="11783.52">20737 5193 1668 0,'-2'4'96'0,"0"1"-82"0,-1 2-33 0,1 1-9 0,0-2-2 16,1 3 10-16,1 0 12 0,0-1 10 0,0 0 6 0,0 0 8 15,-1-1 1-15,-1 0 1 0,0-1 3 0,0 3-5 0,1-1-5 0,0 1-3 16,-1 1 0-16,1 0-4 0,-1 0-1 0,1 0 0 0,1 1 1 0,-1 3 0 16,0 1-3-16,0 0 2 0,0 1-5 0,0 0 1 0,1-2-2 15,0 1-5-15,0 1 0 0,0 0-2 0,1-1 0 0,0 0 1 0,2 1 0 16,-1 1 0-16,0 1-4 0,1-2 2 0,-1 1-3 0,1 1-1 0,0-2 0 15,0 0 0-15,1 0 2 0,-1-2-1 0,0 0 3 0,1-3 1 16,-1 1 4-16,1-2-1 0,-1 0-8 0,0-1-25 0,0-1-39 0,-1-2-38 16,0-1-33-16,0 0-17 0,0-1-2 0,-1-2-3 0,1 0 5 15,-1-2-4-15,0-1-128 0</inkml:trace>
  <inkml:trace contextRef="#ctx0" brushRef="#br0" timeOffset="12100.52">20647 5338 1711 0,'-9'-1'75'0,"-2"0"-55"0,-3 0-30 15,2 1-5-15,1 1 1 0,2-1 6 0,0 0 10 0,1 0 4 0,1 0 4 16,1 0 5-16,0-1 3 0,-1 1 2 0,2-1 7 0,-2 0 7 0,2 0 8 15,0-1 14-15,0 0 10 0,2-2 5 0,1 0 3 0,1-1-1 16,0-1-16-16,1 0-12 0,1 0-14 0,1-1-8 0,0 1-3 0,1 1 3 16,1 0-3-16,1-1-1 0,-1 0-2 0,3-1-1 0,-1 2-5 15,1-1 5-15,1 2-3 0,-1 0-2 0,1 0-6 0,0 0-9 0,-1 0 1 16,1 0-2-16,1 2 5 0,0-2-1 0,0 0-2 0,0 0-2 0,-1 0 0 16,0 0-11-16,-1 0-6 0,1-1-1 0,-1 0-12 0,0 0-11 15,0 0-26-15,-1-1-30 0,-1 1-31 0,0 1-23 0,0-1-28 0,-1 0-20 16,0 1-25-16,0 1-27 0,0 0-14 0,1 0-13 0,-1 0-147 0</inkml:trace>
  <inkml:trace contextRef="#ctx0" brushRef="#br0" timeOffset="12533.52">20750 5413 1939 0,'-1'0'109'16,"1"2"-62"-16,1 0-47 0,2 0-12 0,1 0 5 0,1 0 8 0,1 1 14 16,2-1 6-16,0 0 2 0,1-1 9 0,-1 0 3 0,1 0-2 0,0-1 2 15,-1-1 1-15,3-1-7 0,0-1-5 0,0-1 2 0,0 0-9 16,-2-2 7-16,0 0 1 0,0 0-5 0,0-1-1 0,0-1-8 0,-1-1 0 16,0 1 0-16,-1-1-4 0,0 0 3 0,-3 1-5 0,1-1-4 15,0 0-4-15,-2-1-3 0,0 2-8 0,0-1-2 0,-2-1-3 0,1 3 2 16,-2-2 3-16,-1 1 3 0,0 1 4 0,-2 1-3 0,0-1 3 0,0 0-6 15,0 2-7-15,-1 0-4 0,-1 0-6 0,1 2 6 0,-1 0 4 16,-1 0 7-16,1 2 1 0,-1 1-5 0,1-1-2 0,-1 2 4 0,0-1-1 16,1 3 3-16,0 1 3 0,-1-1-6 0,3 2 6 0,-2-1 2 0,-1 2 0 15,-1 0 8-15,1 1 3 0,0 0 1 0,0-1 2 0,1 0 1 16,1 1 3-16,0-1 5 0,2 1 5 0,0 0 1 0,2 0-1 0,0 0 3 16,1 0-4-16,1 0-5 0,1-1-7 0,1 1 2 0,1-1-6 15,1 1 3-15,2 0 2 0,0 0-5 0,1-1 3 0,0 0-2 0,2 1 4 16,2 0-4-16,0 0-1 0,2-1-4 15,-1-1 2-15,1 0 2 0,0-1 4 0,1 1-4 0,-2-1 0 0,1 0-6 0,-1 0-4 0,-1-1 3 16,-1-1-8-16,-2-1 0 0,0 1-14 0,-1-1-20 0,-1-1-31 0,-1-1-50 16,-1 0-42-16,0-1-39 0,-2-2-23 0,-2 0-21 0,2-3-23 0,0-1-21 15,-1-3-190-15</inkml:trace>
  <inkml:trace contextRef="#ctx0" brushRef="#br0" timeOffset="12882.53">21156 4956 1691 0,'-4'5'483'0,"1"-1"-473"16,-1 2-55-16,3 0-32 0,1 1-12 0,1 1 15 0,2 1 28 15,0-1 19-15,0-1 22 0,-1 0 13 0,-1 0 3 0,0 0 11 0,-1 2-4 16,0-1 4-16,0 1-7 0,0-1-4 0,0 1 1 0,0-1-1 0,0 0 7 15,1 0 0-15,-1 0-4 0,0 2-5 0,0 0-4 0,1 2-3 0,0-1 3 16,1-1-1-16,0 1-2 0,0-1 1 0,1 0-6 0,-1 0 3 16,1 0-3-16,1-1 2 0,0 0-4 0,1-1 1 0,-1-1 4 0,1 1-1 15,1-1 1-15,-2 0 1 0,1 0-1 0,0-2-4 0,-1 2 7 16,1 0-3-16,-1 0 0 0,-1 0 7 0,-1 0-6 0,0-1 6 0,-1 0-4 16,0 0-6-16,-1 0 0 0,-1 0-2 0,0 0-1 0,0 1-1 0,1 0-3 15,-1-1 2-15,0 0 0 0,0 0-2 0,-1-1 3 0,1 0-4 16,0-1-4-16,0 0 2 0,0-2-6 0,-1 2-1 0,0-1-5 0,0 0-12 15,-1 0-12-15,0-1-20 0,0 0-21 0,0 0-26 0,0-2-29 16,0-1-36-16,-2-1-25 0,0-2-4 0,1 0-29 0,-3-3-170 0</inkml:trace>
  <inkml:trace contextRef="#ctx0" brushRef="#br0" timeOffset="13116.53">21367 4646 2531 0,'1'-1'42'0,"0"0"-36"0,1 1-38 0,2 2-15 16,2 1 7-16,3 2 18 0,1 0 13 0,0 2 12 0,0 0 5 0,-2 2 4 15,-1 2 5-15,-2 2 0 0,0 2-1 0,0 1-2 0,0 2-8 0,-1 1-1 16,0 0-8-16,0-2 1 0,-2 2-6 0,0-1 0 0,0-1 1 16,-1 1-7-16,1 0-2 0,-1-1-4 0,0 1-6 0,0 0-1 0,-1 0-8 15,2-2-7-15,-2 1-13 0,1-1-23 0,0-1-32 0,-1-1-30 16,1-1-36-16,0-2-19 0,-1 0-2 0,1 0-31 0,0-1-19 0,1-1-28 15,0 1-202-15</inkml:trace>
  <inkml:trace contextRef="#ctx0" brushRef="#br0" timeOffset="13249.53">21303 5044 2923 0,'11'-7'42'0,"3"0"-37"16,8-4-60-16,4 0-38 0,4-2-26 0,5-1-15 0,4-1 6 0,-2-2 3 0,1-1-5 15,-4 1-23-15,-2-1-48 0,0 0-82 0,-4-2-116 0,1 1-401 0</inkml:trace>
  <inkml:trace contextRef="#ctx0" brushRef="#br0" timeOffset="13683.53">21381 6046 2546 0,'-2'11'39'0,"2"3"-28"0,1 5-7 0,3 3-11 15,4 2 2-15,3 3 4 0,3 3 1 0,3 2 9 0,0 1 3 16,2 1 0-16,-1 0-4 0,-1 1 10 0,1-1 1 0,0 3-1 0,1-1 10 15,2-1-17-15,2 0-3 0,0-1-1 0,2 0-9 0,1-2-1 16,-3 1-5-16,2-3-5 0,-2-1-4 0,2-4-8 0,-1-1-4 0,-2 0-10 16,1-3-5-16,-3 0-11 0,-2-2-6 0,1-2-16 0,-3-1-16 0,-2-2-13 15,0-1-17-15,-2-3-21 0,-1-1-27 0,-2-1-41 0,-1-4-50 0,-3 0-46 16,-1-3-36-16,-4-2-137 0</inkml:trace>
  <inkml:trace contextRef="#ctx0" brushRef="#br0" timeOffset="13933.53">21467 6058 2704 0,'3'-1'249'0,"2"0"-232"0,5 1-11 0,3 1-10 0,7 1-1 0,6 1-2 15,7 3-1-15,5 1 9 0,4 1-1 0,2 4 6 0,1 2 9 16,3 3 11-16,1 0 11 0,2 3 17 0,4 1-3 0,1 0-8 0,2 0-5 15,4 0-19-15,1-3-5 0,4 2-8 0,2-1-1 0,3-3-1 0,0 1-11 16,2-1 7-16,3 1-15 0,-1-1 8 0,2 3 13 0,-3 0-14 16,-2 0 5-16,-2 1-10 0,-3-1-10 0,-6 0-7 0,-3-2-12 0,-4-1-12 15,-4-1-15-15,-5-1-14 0,-4-3-16 0,-7 1-11 0,-5 0-20 0,-5-2-25 16,-2-1-68-16,-4-2-146 0,-3-1-233 0,-2 1-290 0</inkml:trace>
  <inkml:trace contextRef="#ctx0" brushRef="#br0" timeOffset="14599.53">21699 7532 2031 0,'-7'5'121'0,"1"1"-40"0,-1 3-29 0,2 2-33 0,2 0-7 16,1 3 2-16,3 0-2 0,0 2-6 0,3 2 1 0,1 2 2 0,1 1-1 15,2 5 10-15,0 0-5 0,2 3-6 0,0-1 1 0,0 3-3 16,-1-1-2-16,-1 3-2 0,0-1-1 0,-2 2-6 0,-2-1-3 0,0-1-3 16,-2-4-5-16,-1-1-2 0,-1-2-8 0,-1-2-10 0,0-1-22 0,-1-4-33 15,-1-2-40-15,-1-2-43 0,1-2-33 0,-2-3-49 0,0-2-32 16,-1-5-11-16,-1 0-19 0,-3-3-74 0</inkml:trace>
  <inkml:trace contextRef="#ctx0" brushRef="#br0" timeOffset="14750.53">21388 7758 1296 0,'-2'-1'980'0,"-1"1"-908"16,1-1-22-16,2 2-15 0,1 0-7 0,4 1-3 0,0 2-3 0,3 1 5 16,3 2 3-16,1 2 11 0,2 1 4 0,3 2 2 0,0 0-5 0,1 1-4 15,0 0-7-15,1 0-8 0,2 0-3 0,1-1-13 0,3 0-2 16,0-1-3-16,-1-3-1 0,1 1-4 0,-2-2-5 0,-1-1-19 0,-2 0-32 15,-2-2-42-15,0-1-41 0,-1 0-46 0,-2-2-48 0,-2 0-58 0,-1-1-59 16,-2 0-39-16,1 0-24 0,-1 0-105 0</inkml:trace>
  <inkml:trace contextRef="#ctx0" brushRef="#br0" timeOffset="14916.53">22045 7999 2128 0,'0'3'521'0,"0"1"-448"16,1 0-40-16,0-1-27 0,2-1-9 0,2 0-3 0,2 0-3 0,1-2 3 15,2 0-1-15,1-2 1 0,1-1-2 0,-2-1-1 0,1 0-2 0,0-2-7 16,-1-1-9-16,1-1-23 0,1-3-18 0,-3 0-21 0,2-2-22 16,0-2-11-16,-2 0-20 0,0 0-24 0,-1-1-45 0,-3 0-42 0,1-2-47 15,-1 1-20-15,-1-2-44 0,0-3-25 0</inkml:trace>
  <inkml:trace contextRef="#ctx0" brushRef="#br0" timeOffset="15084.53">22151 7329 2346 0,'-7'-1'70'0,"1"1"-26"0,1 0-19 0,1 1-18 16,3 2-7-16,2 1 0 0,-1 1 8 0,4 2 14 0,-1 2 13 16,3 2 0-16,0 3 8 0,1 2-6 0,2 2-6 0,-1 2-4 0,2 3-10 15,3 2-4-15,1 3-3 0,1 1-4 0,0 2 2 0,2 0-8 16,-1 1-3-16,0-1 0 0,-1 0-9 0,-1-1 6 0,0 0-9 0,0-3-10 16,-3-3-17-16,1-1-30 0,-1-2-25 0,-1-1-35 0,-1-1-34 0,-1-2-27 15,-1 0-52-15,-1-2-64 0,0 0-72 0,-2-2-66 0,-1-1-71 16</inkml:trace>
  <inkml:trace contextRef="#ctx0" brushRef="#br0" timeOffset="15616.53">22098 7913 2265 0,'-3'5'71'0,"1"0"-29"16,0 1-36-16,2-1-10 0,3 1 1 0,2-2 4 0,1 1 7 0,1-1 6 15,2-1-4-15,3-1 3 0,0-1 2 0,3 0-3 0,1-2 4 16,2 0-8-16,2-2-5 0,1 0-5 0,0-1 1 0,2 0 4 0,-3-1-3 15,1 0 0-15,-1 0 0 0,-1-1-3 0,2 0 3 0,-1 0-3 0,-2-1-1 16,2 0-2-16,-2-2 0 0,-1 0-2 0,-2-2-3 0,0 0-1 16,-1 0-6-16,0 1-2 0,-3-1-2 0,0 0-5 0,-2 0 0 15,-1-2 0-15,-1 1-6 0,-1 0 10 0,0-1 2 0,-2 0-2 0,-2 1 8 16,0 0-1-16,-1-1-4 0,-2 1-5 0,-1 0 0 0,-1 1-8 0,-2 1 5 16,-2 0 3-16,1 1 11 0,-1 2 9 0,0 1 5 0,-1 1 6 0,-2 0-10 15,1 1 4-15,-2 2-4 16,0 1 1-16,0 2 6 0,0 1 1 0,0 2 10 0,2-1-2 0,0 2 8 0,0 1-3 0,-1 0-2 0,2 2 7 15,0 1-14-15,1 1 10 0,2-1-8 0,1 3-2 0,-1 0 5 0,2 0 0 16,1 0 0-16,0 0 3 0,3 2-3 0,1-1-2 0,2 1-2 16,1-2-2-16,-1 1 0 0,3-1 2 0,1-2-2 0,0 0-1 0,3-2 0 15,0 0-6-15,0-3-1 0,1 1 1 0,2-2-5 0,0 0 5 0,2-2-3 16,-2 0 0-16,2-1-5 0,-1-2 0 0,1 0-4 0,-1-1 1 16,1 0-2-16,0 0-4 0,-1 0 6 0,-2-1-2 0,-1 0 6 0,0 0 5 15,-1 1-2-15,0-1 4 0,-1 2 0 0,0 0 0 0,-1 0 1 16,0 0 1-16,-2 1-4 0,-1 0-4 0,-1 0-2 0,0 2-4 0,-1 0 1 15,0 0-3-15,-1 3 2 0,0 0-1 0,0 1 5 0,1 1 2 0,0 1 2 16,-1-1 5-16,0 1-2 0,-1 0-1 0,1 0-2 0,-1 0 0 16,-1 1-2-16,0 0-1 0,0 0 0 0,-2 0-11 0,-1-1-3 0,0 0-2 15,-2 0-6-15,0-1 0 0,-3 2-1 0,-1-2-3 0,1 1-4 16,-2-1 2-16,-1-1 5 0,-2-1 4 0,-2 0 14 0,1 0 1 0,-2-1 6 16,1 0 8-16,0-2-1 0,2 0 1 0,1-1-7 0,0 0-9 0,2-1-15 15,1 0-12-15,2 0-17 0,1 0-21 0,3 0-27 0,1-1-4 16,1 1 8-16,2-2 7 0,1 0 16 0,0-1-2 0,2-2-14 0,2-1-14 15,0-1-14-15,2-2-16 0,1-3-39 0,0-1-53 0</inkml:trace>
  <inkml:trace contextRef="#ctx0" brushRef="#br0" timeOffset="15816.53">22925 7435 1720 0,'-2'-2'302'0,"0"-1"-231"0,1 1-38 0,0 1-31 0,1 2-1 16,0 0 0-16,0 0 8 0,1 1 10 0,0 2 13 0,0 1 11 0,1 2 9 15,0 2 5-15,1 3-1 0,-1 0-7 0,0 2 3 0,1 2-18 0,0 0-9 16,0 1-6-16,1 2-12 0,1 3-1 0,0-1-12 0,0 0-1 16,1 2 4-16,0-1-2 0,1 1 4 0,-1-1-6 0,0-1-4 0,-1 0-3 15,0-1-5-15,-1-3-9 0,0 0-6 0,-1-2-17 0,-2-3-25 0,0-1-34 16,-2-2-46-16,0 0-62 0,-2-2-90 0,-1-1-94 0,-2 0-71 16,-1-3-67-16</inkml:trace>
  <inkml:trace contextRef="#ctx0" brushRef="#br0" timeOffset="15966.53">22833 7827 2753 0,'2'-4'73'0,"0"1"-25"0,0-2-39 0,4 0-23 0,0-2-14 0,2-2-7 15,4 0 2-15,1-1 2 0,3-2 1 0,-1 1 3 0,3-1-4 0,1-1-6 16,-1 0-12-16,1-3-27 0,0-1-20 0,-1 0-23 0,1 1-22 16,1-3-26-16,0 0-30 0,1-1-36 0,0-1-37 0,-1-1-39 0,3 1-27 15,0-3-159-15</inkml:trace>
  <inkml:trace contextRef="#ctx0" brushRef="#br0" timeOffset="16366.53">23721 6516 2667 0,'-5'5'19'0,"0"2"-33"0,1 2-26 0,2 1-13 0,3 1 10 16,1 1 20-16,2 2 24 0,2 3 12 0,2 1 4 0,2 0 0 16,1 4-1-16,0 0 3 0,3 1-9 0,-1 0 1 0,3-1 0 0,-1-1-6 15,1-2 0-15,1-2-5 0,-1-3-6 0,0-1-1 0,1-2-1 0,-1-1-13 16,-1-2-10-16,0-3-17 0,-1-3-14 0,-1 0-15 0,0-2-7 16,-1-1-2-16,-3-2 3 0,-1-1 7 0,-1-3 11 0,-3-1 25 0,-2-2 21 15,0-1 9-15,-2-2 12 0,-1 1-9 0,0-2-5 0,-1-1-1 16,1-1-10-16,1 0-7 0,-1 0-4 0,1 0 0 0,2 1 6 0,-1 2 8 15,2 1 5-15,0 3 4 0,0 2 2 0,1 5 8 0,1 2 2 0,0 3 4 16,1 1-4-16,-1 2-1 0,2 3 0 0,0 3 2 0,1 2 3 16,2 3 2-16,-1 1 4 0,1 1-6 0,-1 1 3 0,0 0-3 0,2-1-6 15,-1 3 7-15,1 0-3 0,-1 0 1 0,0 1 4 0,-3 1-6 0,1-2 2 16,-1 0-8-16,-2-1 9 0,-1-1 2 0,-1 1 5 0,-3-1 14 16,-1-1-6-16,-2-2-1 0,-2-1-3 0,-2-2-8 0,-1 0-7 0,-2-1-3 15,0-3-17-15,-2-2-2 0,0-2-3 0,-1-3 1 0,1-1 3 16,0-1-7-16,0-3-11 0,-1-2-16 0,1-2-19 0,-1-2-28 0,3-2-37 15,-1-2-45-15,0 0-41 0,1-2-43 0,2-1-233 0</inkml:trace>
  <inkml:trace contextRef="#ctx0" brushRef="#br0" timeOffset="16585.53">24257 7005 2202 0,'2'2'26'0,"1"0"-49"0,2 2-30 16,1-1-12-16,2 1 10 0,1-1 21 0,2-1 15 0,0 0 12 16,0-1 8-16,1 0-1 0,-1-1 3 0,-1-1-3 0,-2-1-3 0,0 0-2 15,1 0-6-15,-2-1-3 0,0 1 3 0,-1 0 4 0,0 0 3 0,-1 0 7 16,1 1-12-16,-1-1-2 0,0 1-13 0,0-1-22 0,1-1-7 16,-1-1-21-16,1-1-13 0,0 1-10 0,0-1-15 0,1-1-17 0,0-1-22 15,-1 0-28-15,0-1-20 0,1 0-7 0,0-2-14 0,2 1-63 16</inkml:trace>
  <inkml:trace contextRef="#ctx0" brushRef="#br0" timeOffset="16849.53">24650 6150 2076 0,'-1'-1'661'0,"0"1"-681"0,2 0-24 0,2-1-26 0,0 2 5 0,1 1 19 16,1 0 26-16,1 3 14 0,2 1 18 0,0 2 18 0,2 3 4 16,-1 2 12-16,1 1-1 0,1 4-9 0,-2 2-6 0,2 1-13 0,1 4-9 15,1 0-13-15,0 3-5 0,2 2 0 0,1-1-6 0,-1 3 10 0,2 0-9 16,-3 1-3-16,2-1-2 0,-1 0-8 0,-1 0-3 0,0-1-6 16,0 0-10-16,1-3-10 0,0 1-15 0,-2-3-30 0,1-3-26 0,-2 0-22 15,-1-4-32-15,0 0-26 0,-3-2-24 0,1-2-19 0,-1-3 0 16,-2-1 10-16,1-4-226 0</inkml:trace>
  <inkml:trace contextRef="#ctx0" brushRef="#br0" timeOffset="17433.53">24745 6788 1904 0,'2'1'450'0,"1"0"-404"0,2 0-30 0,1-1-23 0,1-1-7 0,4 1 5 15,1-2 3-15,6-2 4 0,3 1 1 0,0-2 8 0,1 1 4 0,1 0-3 16,-2-1 4-16,3 1-7 0,-1-1 1 0,0 0 1 0,1 1-4 15,-1-2 2-15,1 0-2 0,0 0-1 0,-3 0 4 0,2 0 0 0,-1-2-3 16,-2 1-3-16,0-2-12 0,-1 2-11 0,-4-2-8 0,1 0-7 16,-2 0-4-16,0-1 3 0,-2 0-6 0,-1-1 5 0,0-1 5 0,-2 0-6 15,-1 0 2-15,-1 0 2 0,0 0-2 0,-2 2 5 0,-1-3 1 0,-1 1-5 16,-1 0 3-16,-1 1 0 0,-1 3 6 0,-1-1 5 0,-1 1 4 16,-1 0 2-16,0 1 7 0,-2 0 11 0,-1 1 0 0,0 1 7 0,-1 0-3 15,0 2 0-15,-1 1 0 0,-1 1 4 0,0 1-8 0,0 1-3 0,0 1 2 16,0 1 1-16,0 2 6 0,-1 1 3 0,2 1 7 0,-1 2 5 15,2 0 6-15,-2 0 10 0,2 2 1 0,0 0 6 0,1 1-1 0,1 1 1 16,1-1 2-16,1 1 0 0,1-2-1 0,3 1-5 0,0 2-2 16,3 0-2-16,0-1-8 0,2 2-4 0,2-1-6 0,1 1-2 0,2 0 0 15,-1-1 3-15,3 1-1 0,2-1-4 0,1-1 1 0,0-3-5 0,2 1-7 16,2-3 3-16,0 0-3 0,0-2-8 0,3-1 4 0,1-2-7 16,2 0-4-16,1-2-5 0,0-2-2 0,0-1-13 0,-2-1-3 0,1-3 1 15,-1 1-2-15,-1-2 3 0,-1-2 1 0,-3 0 4 0,0-1 0 0,-2-2 6 16,-3 0-2-16,0-3 3 0,-3 0 2 0,-1 0 1 0,-3-1 1 15,-1 0-6-15,-2 0 5 0,-1 2-3 0,-1 0 5 0,-3 1-5 0,-2 1-7 16,-1 1-1-16,-1-1 6 0,-2 1 7 0,-1 1 10 0,-1 0 17 16,0 3 8-16,0 1 8 0,0 1-4 0,1 1-4 0,0 1-9 0,3 1-6 15,-1 2-6-15,0 1 4 0,2 1-1 0,0 2 3 0,1 0 7 0,1 2-1 16,0 1 10-16,2 1-2 0,-1 1 3 0,1 2 1 0,0 0-5 16,-1-1 2-16,2 2-3 0,0 0-8 0,1 2-1 0,1 0-5 0,1 0 4 15,0 2 7-15,2 0 4 0,1 2 3 0,1 0 1 0,1 2-4 0,0 0-2 16,1-2 0-16,-2 1-5 0,2 1-1 0,-1-2-6 0,-1 1-4 15,-1 0-8-15,-1 0-5 0,-1 0 6 0,-1 0-7 0,-4 0 5 0,1-2-1 16,-2 2-2-16,0-1-1 0,-1-4-2 0,0 1-6 0,-3-1-8 16,0-1-7-16,-2-1-11 0,-1-2-15 0,-1-1-10 0,-2-1-7 0,0-3-12 15,0-2-16-15,2-2-22 0,-1-3-19 0,1-2-15 0,0-2-7 0,1-3 8 16,2-4 5-16,2 0-5 0,2-4-71 0,1-3-7 0</inkml:trace>
  <inkml:trace contextRef="#ctx0" brushRef="#br0" timeOffset="17616.53">26207 6151 2102 0,'9'-1'364'0,"3"1"-313"0,1-1-27 0,0 2-35 0,-4 2-3 0,1 1 0 15,0 1 14-15,0 3 6 0,-1 2 11 0,0 4 4 0,-2 2 13 16,1 4 11-16,-1 4 7 0,0 0 6 0,-1 5-7 0,0 1-15 0,-1 2-7 16,0 1-14-16,0 2-7 0,-1 1 9 0,0 1 1 0,-1 0-4 0,0 0-7 15,-1-1-4-15,0-2-16 0,0-2-4 0,0-1-14 0,-2-5-19 0,0-4-25 16,-2-3-31-16,0-3-43 0,-1-4-31 0,-1-2-47 0,-2-3-32 15,-2-2-34-15,-3-1-49 0,-3-4-41 0,-2-1-224 0</inkml:trace>
  <inkml:trace contextRef="#ctx0" brushRef="#br0" timeOffset="17735.53">25804 6696 3319 0,'13'0'18'0,"2"-2"0"15,8-3-32-15,5-2-38 0,2-4-16 0,6-3-8 0,6-2 8 0,6-3-1 16,6-4 1-16,3-2 0 0,2-1-11 0,1-3-23 0,0-2-45 15,1-3-96-15,-1-1-170 0,0-5-260 0,1-4-210 0</inkml:trace>
  <inkml:trace contextRef="#ctx0" brushRef="#br0" timeOffset="19883.53">14164 12252 477 0,'-14'-31'78'0,"-2"-4"-3"0,-2-7 6 0,2 6-7 0,2 4-6 0,0 2-14 15,0 0-2-15,-1 2-1 0,0 0-6 0,-2 0 0 0,2 0 3 16,-2 2 11-16,-1 1 12 0,1 0 11 0,0 3 10 0,-1 0 9 0,-1 2 15 16,2 4 8-16,-2 0 1 0,2 2-5 0,1 2-16 0,2 2-16 15,0 5-14-15,0 0-14 0,0 4-20 0,1 3-12 0,2 3-7 0,0 7-16 16,0 6 8-16,-2 6-4 0,1 6-9 0,2 7 6 0,-1 6-1 0,1 8-4 16,2 6-10-16,1 8 6 0,2 7 1 0,1 6-4 0,0 7 19 15,1 6-12-15,1 5 4 0,1 8 6 0,0 6-5 0,2 7 6 0,0 5 3 16,1 5-1-16,2 3 0 0,0 6-6 0,1 6-2 0,1 2 2 0,0 4-3 15,1 4-3-15,0 2-2 0,1 1 0 0,0 0 0 0,1 0 0 16,2 1 0-16,1-1-4 0,0 3 6 0,0 0-5 0,1 2 4 0,3-2-1 16,0 0 2-16,1-3-7 0,-1-3-3 0,0-2 8 0,1-3-12 15,-1-5 4-15,-1-3-10 0,0-1-8 0,-1-3 8 0,-7-68-5 0,1 15-5 16,-1-2 5-16,2 14 0 0,-1-3 12 0,1 10 1 0,-1-4 14 0,-3-43-8 16,0 4-1-16,-1-3 17 0,1 4-15 0,0-4 6 0,-1 4-3 15,1-4 8-15,0 3 6 0,0-4-4 0,0 3 1 0,0-5-12 0,0 3-18 16,1-3 13-16,-1 1 3 0,0-4 14 0,1 3 12 0,1-4-3 0,-3-2 20 15,3-4-27-15,-1-3 12 0,0-2-8 0,1-3-17 0,0-2 3 16,1-4-3-16,1 0 11 0,-1-3-14 0,2-1-1 0,0-2 59 0,1-2 5 16,2-1-2-16,-1-1-12 0,1-3-54 0,1-1-5 0,1-1 4 15,2-1 18-15,-1-3-32 0,2 0 24 0,1-1-7 0,1-2 4 0,2-1 12 16,1-2-18-16,1-2 14 0,2-1 7 0,0-2 5 0,4-1 0 0,0-3 1 16,2-1 4-16,2-2 27 0,2-1-45 0,2-1 7 0,2-2 6 15,3-2-36-15,1-1 43 0,3 0-15 0,1-3-5 0,5-1 10 0,0 0-77 16,3-1 12-16,3-1-5 0,3 0-15 0,2-1 83 0,3 0-5 0,3 0 3 15,2 0 24-15,3 1-22 0,4-3 9 0,2-1-32 0,2 2-9 16,3-2 3-16,2 1-4 0,4 0 15 0,3 0 5 0,2 0 4 0,3 0-9 16,1 0 10-16,5 0 8 0,3 1 11 0,2-1 3 0,4 0-9 15,5 1-3-15,0-1-5 0,4 3 5 0,2 0-3 0,4 1 0 0,3 0-14 16,1 0 5-16,3 1 7 0,3 1-10 0,3-1 17 0,3 1-8 0,143-18-4 16,-13 2 7-16,-14 2-21 0,-13 0 6 0,-14 2-6 0,-14 0-3 15,-14 2 7-15,-18-1 19 0,-8 1-6 0,3-2 1 0,3 1-4 0,3-2-14 16,2 0 6-16,2 0 10 0,0 0-5 0,1 1 1 0,2 2 14 0,0-2 5 15,3 2 9-15,-2 0 7 0,0 1 5 0,3-1 15 0,187-24 0 16,-51 9-3-16,-52 8-16 0,-57 8-17 0,-33 5-2 0,2 3-13 0,0-2 13 16,2 4-4-16,1 5-1 0,-2-1 3 0,-1 5-3 0,1-1 5 0,-2 1-2 15,-1 2 8-15,-2 0-11 0,0 2-6 0,0 1 8 0,-2 0 0 16,3 0-8-16,1 1-5 0,-3 0 12 0,0 1-14 0,-3-1 4 0,-4 1 13 16,0 1-25-16,3 1 10 0,-1 1-2 0,-4 3-10 0,-6 1 25 15,-11-1-15-15,-5 1 0 0,-4 0-2 0,2 1-28 0,-1 2 18 0,0 3-5 16,-2 1 4-16,-9 1 7 0,-9 1-5 0,-7-4-10 0,-6 3-36 0,-4-1-22 15,-5-1-22-15,-6 0-14 0,-6-3-12 0,-8 3-49 0,-4-2-80 16,-5 1-105-16,-2-1-166 0,-43-5-136 0,29-1-146 0</inkml:trace>
  <inkml:trace contextRef="#ctx0" brushRef="#br0" timeOffset="20517.54">14748 11776 2555 0,'-10'-22'-6'16,"7"-3"30"-16,7-8-28 0,18 1-7 0,17-2 2 0,17-5-2 15,15-1 8-15,15-2-12 0,9 3 12 0,11 1 3 0,6 0-1 0,7 4 5 16,9-1-7-16,5 2 2 0,7 2-4 0,6 0-4 0,4 4 2 0,7-2 1 15,4 1 2-15,6 0-1 0,6-2 0 0,6 1-1 0,4 0 1 16,7 0 8-16,7-1-6 0,4 0 0 0,4-1 0 0,1 2-2 0,4 1-2 16,2 2 10-16,4-1 3 0,3 3-3 0,4-1 0 0,2 0-6 15,3 2 2-15,1-2-3 0,3 1 8 0,-1 1-1 0,2 0 0 0,2 2 1 16,2 0-5-16,3 0-4 0,2 2-1 0,2 0 1 0,1-1 2 0,-2 2-1 16,-2 1 2-16,-1 1 5 0,-2 3-3 0,1 3 3 0,-2 3-7 15,-7 2-3-15,-3 2 3 0,-4 2 1 0,-6 2 4 0,-4 3-2 0,-5 2 5 16,-8 1 1-16,-4 5 1 0,-9 3 2 0,-5 3-7 0,-7 2-2 0,-10 2 4 15,-7 3-1-15,-7 0 1 0,-8 3 8 0,-6 1-5 0,-6 4-2 16,-6 2 9-16,-6 4-7 0,-7 1 2 0,-5 3 6 0,-7 1-5 0,-6 6 12 16,-5 0 4-16,-4 3 1 0,-7 5-1 0,-4 2-1 0,-4 3 7 0,-5 3-5 15,-3 1 0-15,-4 5 0 0,-5 4-6 0,-4 3 0 0,-5 5 5 16,-2 3 1-16,-4 6 3 0,-2 4 1 0,-5 3 2 0,-2 5 1 0,-5 6 1 16,-2 4-5-16,-3 7-3 0,-3 6-2 0,-2 4-5 0,-3 8 1 15,-2 5-6-15,-2 7 0 0,-3 6-7 0,-1 5 0 0,0 8 5 0,-2 5-1 16,1 6-1-16,-1 3 3 0,0 6 3 0,0 3-11 0,2 3 2 0,2 3-2 15,2 0-5-15,1-1 0 0,1 1 0 0,3-2-1 0,-3-3-7 16,3-8 1-16,1-8-28 0,-2-8-51 0,1-10-69 0,-3-5-111 0,-6-83-175 16,-1 21-287-16,-4 2-329 0</inkml:trace>
  <inkml:trace contextRef="#ctx0" brushRef="#br0" timeOffset="21034.54">13508 14654 2500 0,'-53'-3'114'0,"0"-2"4"0,-8 0-3 0,16 0-17 15,15 1-30-15,10 0-33 0,7 1-23 0,6 1-17 0,6 0-9 0,6 0-10 16,6-1 5-16,8-1 7 0,10-2 5 0,12-1 9 0,14-1-21 15,9-1 9-15,11-1 11 0,8 0-4 0,6-3 17 0,10-2-13 0,8-3-7 16,8-1 4-16,9-3 2 0,8-1 2 0,5-2 1 0,10-2-5 16,8-1 2-16,7-1 0 0,7 0-1 0,5-2 4 0,7 1 2 0,6-4-2 15,9 2-1-15,10-1 5 0,5 0-10 0,11-3 4 0,8-2 4 0,9-4-15 16,11-2 17-16,5 0-5 0,5 0-7 0,5 1 8 0,9-3-12 16,7 1 3-16,8 0-6 0,6-1 5 0,5 2 2 0,5-1 5 0,5 1 8 15,4 1 1-15,3 2 1 0,-2 4 0 0,-1 2-15 0,2 5 9 0,0 1-8 16,5 3 4-16,3 1 16 0,0 1-15 0,-6 4 4 0,-2 1-1 15,-5 2-8-15,-3 4 4 0,-1 0-1 0,-2 2-8 0,-6 3 7 0,-6 1-6 16,-7 2-9-16,-7 1-25 0,-9 2-34 0,-11 0-46 0,-8 2-49 0,-8 2-48 16,-6-1-41-16,-6 1-35 0,-7 1-53 0,-7-1-35 0,-4 1-87 15,-4 0-3-15</inkml:trace>
  <inkml:trace contextRef="#ctx0" brushRef="#br0" timeOffset="21450.54">16355 11336 3084 0,'-30'-26'63'0,"7"1"-16"0,-4-2-18 16,13 11-29-16,9 8-25 0,5 5-12 0,6 4-9 0,8 5 5 0,9 5 9 16,5 5 8-16,6 9 11 0,2 6-1 0,0 7-7 0,1 8 15 15,2 8-5-15,3 9 1 0,0 10 17 0,2 7-15 0,0 8 1 0,0 8-7 16,0 4-8-16,0 5 2 0,1 9-7 0,-2 3 6 0,1 7 6 15,-2 5 0-15,-1 6 7 0,-3 7 1 0,-3 6-1 0,-2 5 13 0,-3 6 3 16,-3 8 4-16,-1 3 4 0,-6 4-11 0,-3 3 2 0,-4 2-1 0,-2 4-9 16,-2 4 3-16,-2 6-2 0,1 6-1 0,-3 2 5 0,1 2 1 15,-1 1-6-15,0-3 8 0,0-1-7 0,0-2 2 0,1-1 13 0,1-1-8 16,0-3-1-16,-3-96-13 0,2 21-37 0,1-5-46 0,1 20-68 0,-3-70-77 16,2 8-78-16,0 8-121 0,3 8-68 0,-1-2-270 0</inkml:trace>
  <inkml:trace contextRef="#ctx0" brushRef="#br0" timeOffset="21750.54">20162 10597 3999 0,'-4'-4'0'16,"1"1"0"-16,-1 1-18 0,0 5-31 0,5 14-13 0,5 19-25 0,5 19 1 15,5 21 25-15,4 15 9 0,-1 12 22 0,-1 10 11 0,-4 7 0 0,-5 10 16 16,-3 14 5-16,-4 13-6 0,-1 15 11 0,-1 10-20 0,-2 10-12 16,1 11-18-16,1 11-28 0,0 9-21 0,2 9-5 0,2 8-1 0,0 6 0 15,0 3-11-15,3-2 2 0,2-6-2 0,2-4 18 0,0-7 18 0,1-6 10 16,-1-6 8-16,2-6-3 0,3-6-9 0,0-5-20 0,1-4-25 15,4-3-29-15,1-5-60 0,5-2-81 0,5-4-88 0,-13-94-276 0</inkml:trace>
  <inkml:trace contextRef="#ctx0" brushRef="#br0" timeOffset="22066.54">22679 10519 4095 0,'-3'-14'0'16,"0"-3"0"-16,-1 0 0 0,0-3 0 0,4 14 0 0,0 3 0 0,2 5-48 15,4 7-51-15,6 8 9 0,5 11 22 0,3 11 30 0,3 11 13 16,-1 9 6-16,-4 10 15 0,-3 10 0 0,-2 12 3 0,-3 11 8 15,-2 11-14-15,-1 11-5 0,-4 12 1 0,0 11-10 0,-2 9 2 0,-1 9-5 0,0 9-4 16,1 7 1-16,1 10-2 0,2 6-8 0,1 5-6 0,3-1-10 16,2-2 17-16,4-2 11 0,2-7 8 0,3-9 7 0,0-10-10 0,2-9 2 15,1-9-3-15,1-7-6 0,2-8-23 0,4-4-42 0,2-3-52 16,5-4-64-16,1-5-62 0,5-6-59 0,5-4-87 0,5-3-91 0,7-2-357 16</inkml:trace>
  <inkml:trace contextRef="#ctx0" brushRef="#br0" timeOffset="22351.54">24931 9793 4079 0,'1'-14'0'15,"0"-2"6"-15,1 0-8 0,0 2-10 0,1 15-14 0,3 8-14 0,6 11-3 16,7 13 9-16,6 11 11 0,6 12 9 0,2 11 10 0,-1 9 8 16,0 9 2-16,-2 10 0 0,-2 11-2 0,-1 11 2 0,-3 11-24 15,-1 11 10-15,-5 11-5 0,-1 12-3 0,-3 11 32 0,-1 12-22 0,-2 7 8 0,-2 9-6 16,1 7-8-16,-2 2 12 0,0 6 8 0,-1 6-2 0,1 2 7 16,-1 1 5-16,1-1-10 0,0-1 7 0,3-1-11 0,2 2-2 0,1 2-2 15,2 4-15-15,3 3-19 0,4 2-26 0,3 2-24 0,4 3-39 16,5-2-37-16,4 1-53 0,3 0-98 0,4 2-159 0,3 10-369 0,-21-117-300 15</inkml:trace>
  <inkml:trace contextRef="#ctx0" brushRef="#br0" timeOffset="24616.54">14254 13187 1726 0,'-6'0'26'0,"1"1"-30"0,0 0-18 0,3-1-36 0,2 0-65 15,0 1-65-15,2 1-39 0,0 1 5 0,0 0 35 0,1 0 23 0,-1-1-13 16,0 0-144-16</inkml:trace>
  <inkml:trace contextRef="#ctx0" brushRef="#br0" timeOffset="33900.85">14456 12603 2028 0,'-11'7'324'0,"2"2"-236"0,-1 1 7 0,5 0-6 16,2-1-35-16,1 1-25 0,2 0-27 0,2-1-8 0,2 2 15 0,2 1-2 15,1 2 14-15,2 1 0 0,0 1-16 0,1 1 7 0,0 0-6 0,1 1 3 16,2 1 1-16,-1 1-7 0,1 0 2 0,-1 1 0 0,0 1-2 16,1 0-3-16,0 3-3 0,0 1 3 0,1 1-2 0,-2 0 4 15,2 0-1-15,0 0-4 0,0-2 2 0,-1 2-9 0,-2-2 3 0,0 0 0 16,-1-1-1-16,-1-2 0 0,-2 1-9 0,1-2-10 0,-1-4 7 0,0 1 1 15,0-2-9-15,-1-2 1 0,0-2-20 0,-1-2-10 0,-1-2-8 0,0-1-24 16,-1-4-32-16,-2-1-38 0,0-2-59 0,-1-3-66 0,-2-2-55 16,-2-3-57-16,-1-5-264 0</inkml:trace>
  <inkml:trace contextRef="#ctx0" brushRef="#br0" timeOffset="34100.85">14122 12667 1947 0,'-26'3'250'0,"-2"0"-125"0,-4 1-7 15,7-2-16-15,9 1-40 0,5-2-33 0,5 0-21 0,4-1-5 0,3 0-3 16,2 0 4-16,4 1-3 0,2 0 1 0,5 1 3 0,3 0 8 16,1 1 6-16,3 0-1 0,1 0-2 0,2 1-8 0,0-1 0 0,4 1 1 15,1-1 0-15,1 0-4 0,3 0 2 0,1-1-4 0,0 0-6 0,2-1 0 16,-1-1-2-16,-1 1 0 0,1-1-2 0,-2-1 4 0,-1 0-12 16,-3 0-17-16,-1 0-12 0,-2-1-22 0,-1 1-3 0,-1-2-7 0,-4 1-15 15,0-1 3-15,-2 1-4 0,-3-1 0 0,1 1-5 0,-1-1-22 16,-2 1-36-16,-2 2-40 0,-1 1-39 0,-1 1-47 0,-2 2-66 0,-3 2-173 15</inkml:trace>
  <inkml:trace contextRef="#ctx0" brushRef="#br0" timeOffset="34251.85">14364 13384 2039 0,'-2'4'198'0,"2"1"-87"0,2 1-9 0,4-3-16 0,2 1-27 15,4 0-16-15,3 0-14 0,3 0-6 0,3-1 1 0,2 0 5 16,1-2 4-16,2 0 0 0,2-1-8 0,-1-1-17 0,4-2-4 0,0-1-6 15,1-2 0-15,-1-1-19 0,0-2-27 0,-3-2-42 0,-1-2-63 0,-2-3-64 16,1 0-92-16,-4-2-111 0,1-2-95 0,-3-2-287 0</inkml:trace>
  <inkml:trace contextRef="#ctx0" brushRef="#br0" timeOffset="34717.85">15152 12798 2896 0,'-12'24'64'0,"3"3"-26"0,-1 8-11 0,4 2-3 0,5 3-13 15,1 4-8-15,2 1-6 0,3 2-8 0,0 1 1 0,2-2 1 0,0 0-6 16,-1-3 13-16,-1-1 4 0,-1-6-2 0,-1-1 5 0,0-3-3 15,0-2-11-15,-1-3-8 0,1-3-7 0,-2-5-11 0,0-1 4 0,0-3 4 16,-1-3 0-16,-1-2 9 0,1-4 8 0,-1-2 8 0,0-1 14 0,0-2 10 16,1-2 3-16,0-1 10 0,0-1-1 0,0 0 0 0,1 0-5 15,1-2-8-15,0 1-2 0,2-2-5 0,0 0 1 0,1-1-6 0,1-1 1 16,1 0-4-16,2 0 1 0,-1 1-2 0,2-1 5 0,0 0-3 16,2 0-8-16,0 0 1 0,2 0-6 0,1-1 5 0,0 0 1 0,1-1 0 15,-1-3-6-15,-1 0 1 0,2-2 3 0,-1-1-6 0,0-4 1 16,-2-2 0-16,1-1-4 0,0-2 11 0,-1-3-5 0,-2 0 0 0,0-4 1 15,-1-1-3-15,-2-1 4 0,-3-2 0 0,-1-1-1 0,-3-2 2 0,-2-2-1 16,-3 0 1-16,-1-1-1 0,-4 2 4 0,-2 0-4 0,-1 0 1 0,-2 2 6 16,-2 1-8-16,0 3 9 0,0 4 4 0,-3 2-4 0,0 4 16 15,0 3 7-15,-2 4 3 0,-1 3 4 0,1 3-10 0,-2 2-2 0,0 2-10 16,2 3-3-16,-1 3-15 0,0 2-24 0,1 2-9 0,-2 4-4 16,1 1 1-16,2 0 12 0,-1 5 0 0,0 1-14 0,3 5-13 0,0 1-18 15,3 3-29-15,3 2-28 0,2 0-48 0,2 1-81 0,3-1-129 0,3 0-200 16,4 0-301-16</inkml:trace>
  <inkml:trace contextRef="#ctx0" brushRef="#br0" timeOffset="35067.85">17473 12288 2604 0,'-15'11'68'0,"-1"0"-23"0,-3 4-6 15,5 2-14-15,4-1-20 0,2 0-7 0,2 3-7 0,1 1 4 0,2 1 3 16,2 2 9-16,0 1 7 0,1 1-4 0,1 2-1 0,1 0 0 0,1 3-7 15,1-1-2-15,2 0 3 0,1-1-4 0,1 0-4 0,2-1 0 16,3 1-13-16,1-2-5 0,2-2-5 0,1-1-13 0,1-2-3 0,1-3-5 16,1-1-9-16,-1-2 0 0,1-4-8 0,-1-1-11 0,-3-2-7 15,0-3-9-15,-2-2-3 0,-1-2-1 0,-3-3-3 0,-2-2-8 0,-2-2-24 16,-2-2-27-16,-4-2-31 0,-4-5-16 0,-2-3-23 0,-4-5-32 0,-2-2-210 16</inkml:trace>
  <inkml:trace contextRef="#ctx0" brushRef="#br0" timeOffset="35284.85">17077 12238 2083 0,'-13'-1'241'0,"0"-2"-62"0,-1-1-17 0,1-2-46 0,5 0-51 15,3 0-23-15,2 1-26 0,3 0-2 0,1 0-2 0,3 1-4 0,2-1 6 16,3 0-4-16,2 0 0 0,0 0-1 0,4 0-6 0,1 0 1 16,2 0-6-16,0 1 2 0,4 1-4 0,2 0 3 0,1 2-4 0,2 0-2 15,-1 1 7-15,1 0-10 0,-1 1 3 0,1-1-2 0,0 2-4 0,-2 1 1 16,2 0-8-16,-2 1-12 0,1 0-5 0,-3 2-13 0,0 0-9 0,-1 1-15 15,-2 2-9-15,0 1-2 0,0 0-12 0,-3 1-5 0,0 0-16 16,-2-1-11-16,-2 3-5 0,1-1-12 0,-3 2 1 0,1-1-7 0,-1-1-3 16,-2 1 0-16,-2 0-14 0,-1 0-4 0,-1-1-8 0,-2-2 11 15,-1 0 28-15,0-1 36 0,-2-2 31 0,0-3-50 0</inkml:trace>
  <inkml:trace contextRef="#ctx0" brushRef="#br0" timeOffset="35551.86">17824 12554 1550 0,'2'11'429'0,"2"3"-313"0,1 3-25 0,-1-2-15 0,2 1-26 15,1 0-28-15,1-1-1 0,-1-2-5 0,0 1 0 0,-1-1 4 16,-1-1-6-16,-2-2-3 0,-2-2-3 0,-2-3-7 0,-1-1-12 0,0-2-6 16,-1-2-9-16,-2-3 0 0,1-2 7 0,-2-1-1 0,-1-2 7 15,-1 0-1-15,-1-2 1 0,0-1-7 0,-1-1 4 0,0-2 11 0,0-2 1 16,2-2 20-16,0-1 4 0,2 0 5 0,2-1 16 0,-1-1 0 15,2 0 3-15,2-2-7 0,0 1-3 0,2-2-10 0,1 0-8 0,1 1-5 16,2-2-11-16,2 2 3 0,3-1-5 0,1 1-6 0,1 3-4 0,2 0-16 16,-1 2-10-16,2 2-10 0,-1 1-10 0,1 1-11 0,0 2-18 15,1 1-16-15,0 1-20 0,-1 4-14 0,0 0-18 0,1 2-25 0,0 2-18 16,0 2-15-16,-1 1-8 0,1 1-9 0,-1 1-20 0,0 1-88 0</inkml:trace>
  <inkml:trace contextRef="#ctx0" brushRef="#br0" timeOffset="35819.86">18249 12456 2280 0,'3'7'133'0,"2"2"-51"0,3 2-8 0,0-2-21 16,4-1-32-16,2 1-12 0,1-2-13 0,1 1 0 0,1-2 4 15,-1-1 0-15,0-2 2 0,-1 0-5 0,-1-2 0 0,-2-2-2 0,1 0-5 16,-1-3-3-16,-2-1-3 0,2 0-1 0,-2-2 4 0,1 0-1 0,-3-1-3 15,0 0 2-15,-3-1 1 0,-1 1 5 0,0-3 0 0,-2 0-4 16,0-1 5-16,-3 0 2 0,-2 0 9 0,-2-2 4 0,-1 1 3 0,-2-1 1 16,-2 0-1-16,-4 1 1 0,0 0-7 0,-2 0-7 0,-1 0-6 15,-1 1-18-15,0-1-7 0,0 0-4 0,-1 1-13 0,-1 0-3 0,0 2-8 16,-1 1-18-16,-1 0-9 0,3 1-9 0,0 2-8 0,1 3 8 0,2 2-3 16,2 4-18-16,3 2-30 0,2 2-40 0,3 3-73 0,2 2-106 15,3 5-110-15</inkml:trace>
  <inkml:trace contextRef="#ctx0" brushRef="#br0" timeOffset="36651.86">20726 12056 1860 0,'-2'1'95'0,"0"1"-35"16,-1 0-26-16,1 1-11 0,2 0-8 0,1 1-12 0,0 1 2 15,1 1 3-15,1 1 15 0,-1 2 12 0,1 0 10 0,0 1 2 0,-2 0-5 16,1 3-9-16,-2 2-9 0,0 3-7 0,1 1-8 0,-1 3-7 0,0 1 1 16,0 2 1-16,0 4-4 0,0 2 3 0,0 3-1 0,0-1-2 15,2 1 9-15,-1-2 5 0,2 0 14 0,0 0 9 0,1-2 16 0,3-1 14 16,-1-3 8-16,1-2-3 0,2-2 2 0,3-3-4 0,2-2-8 0,2 0 2 16,0-3-16-16,2-1-10 0,1-2-3 0,1-1 0 0,1-2-7 15,2-3 3-15,0-1-7 0,1-1-9 0,-1-3-1 0,0-1-1 0,-1-1-6 16,-1-2 0-16,1-1-7 0,0-1-7 0,-1-1 1 0,1-2 1 15,-1 0-6-15,-1-1-12 0,-1 0-5 0,-1-2-13 0,-1 0-5 0,0 0-24 16,-3 0-4-16,-1-1-12 0,-1-2-18 0,-2-1 0 0,0-1-26 0,-1-2-23 16,-3 0-32-16,0-2-39 0,-2-2-51 0,-2-2-52 0,-2-2-23 15,-3-4-15-15,-1-2-186 0</inkml:trace>
  <inkml:trace contextRef="#ctx0" brushRef="#br0" timeOffset="36836.86">20764 12103 2197 0,'-12'8'146'0,"0"0"-51"0,0 1-31 16,5-2-24-16,5 0-19 0,3-2-18 0,3 0-8 0,2 1 10 0,3 0 3 16,3 1 10-16,0 0-4 0,1-2-3 0,2 1-4 0,1-1-3 15,2-1 4-15,-2 0-12 0,2-2-4 0,0-1-5 0,0-1-11 0,1 0-5 16,2-2-12-16,-1-1-19 0,2-1-16 0,0-2-14 0,0-1-15 0,-1-2-5 16,-1 0-9-16,-1-2-17 0,-2 0-18 0,0-1-20 0,-2 1-15 15,-1-2-12-15,-1 0-9 0,-2 0 9 0,0 1 8 0,-3 2-2 16,-3 1-75-16</inkml:trace>
  <inkml:trace contextRef="#ctx0" brushRef="#br0" timeOffset="37001.86">20906 12348 1458 0,'1'4'470'0,"3"2"-395"16,3 0-47-16,2 0-20 0,2-1-4 0,2-1-9 0,5 0-5 15,2-1-1-15,2 0-1 0,1-1 5 0,2 1 3 0,-2-1-3 0,1 1 3 16,1 0-15-16,1-1-23 0,0 1-20 0,0-1-34 0,0 1-23 0,0-1-16 15,-2 0-13-15,0 0-23 0,-1-2-28 0,-1 0-21 0,-1 0-7 16,1-1-20-16,-2-1-22 0</inkml:trace>
  <inkml:trace contextRef="#ctx0" brushRef="#br0" timeOffset="37267.86">21618 12243 1126 0,'-5'5'277'0,"0"1"-191"0,-1 2-43 0,1 0-14 0,3 1-13 16,0 1-9-16,1-1-1 0,1 1-4 0,1 1 6 0,0 1 8 0,0 1 11 15,2 0 11-15,-1-1 8 0,0 2 8 0,3-2-2 0,-1 1-1 16,3-2 8-16,0-3-5 0,1 1 1 0,1 0-4 0,2-2-13 0,0-1-4 16,1-1-6-16,1-2 0 0,1 0 3 0,0-2-13 0,1-1-7 0,-2 0 1 15,0-2-12-15,1 0 7 0,-2-3-4 0,0 0-4 0,-2-1 2 16,-1-2-4-16,0 0 11 0,-1 0-2 0,-1 0-3 0,-1-1 3 0,-2-1-5 16,1-1 4-16,-2-2-2 0,-1 2-3 0,0-2 0 0,-3 0-6 15,1 0 1-15,-2 0 1 0,-2 0-10 0,-1-3-1 0,-2 1-4 0,-1-1-8 16,-2 1 9-16,0 0-3 0,-2 0-2 0,0 0 5 0,-1 2-12 0,0 1 5 15,-1 1-6-15,1 3-16 0,-3 2-2 0,-1 1-26 0,0 3-12 16,0 2-14-16,-2 2-20 0,0 2-16 0,0 3-32 0,-1 3-37 0,2 2-38 16,1 2-71-16,3 2-124 0</inkml:trace>
  <inkml:trace contextRef="#ctx0" brushRef="#br0" timeOffset="37433.86">21712 11527 1778 0,'-3'13'1395'16,"2"4"-1329"-16,1 7-22 0,3 6-6 0,4 6-16 0,4 9-10 0,1 8-6 15,3 7-12-15,0 7 3 0,0 2-1 0,0 7-10 0,-3 0-3 16,-2 1-15-16,0-3-36 0,-3-2-63 0,0-5-113 0,-1-5-149 0,0-4-270 16,-1-3-562-16</inkml:trace>
  <inkml:trace contextRef="#ctx0" brushRef="#br0" timeOffset="40019.06">23187 12104 2390 0,'-1'1'77'0,"1"0"-25"16,1 0-17-16,3 1-18 0,1 0-14 0,1 2-6 0,1 1-5 0,2 1 3 16,1 2 12-16,-1 2-4 0,2 1-5 0,-1 2 5 0,-1 0-6 15,2 3 8-15,-1 1 3 0,1 1-5 0,-1-1-3 0,1 1 3 0,1 2-1 16,0-2-1-16,1 1-2 0,-2 1-4 0,-1-1 2 0,0-2 0 0,-2-1 1 15,1-2-1-15,-1-1-5 0,-2-3 0 0,1-1 3 0,0-2 5 16,-1-1 0-16,0-2 0 0,-2-1-3 0,0-1 3 0,1-2 7 0,0-1 0 16,-1-1 6-16,1-1-3 0,0-1-2 0,1-2 1 0,0 0 2 0,-1-2-1 15,1 0 4-15,2 0-2 0,-3 0 2 0,1-1-1 0,-1-1-5 16,-1 0 8-16,1 0-6 0,0 1-2 0,0-2 7 0,0 1-5 0,0-1-7 16,0 2 5-16,1 1-8 0,-1 2 2 0,0 2 3 0,1 2-7 0,0 1 5 15,0 2-1-15,-1 1 1 0,1 2 4 0,0 1-5 0,-1 1 2 16,1 2-2-16,-1 1 0 0,2 2 1 0,-3 2-6 0,3 0 3 0,-1 0 0 15,1-2-4-15,0 0 6 0,0 0-4 0,0-3-4 0,0 1 4 16,-1-1-4-16,-1-2-4 0,3-1-12 0,0-2-5 0,-1 0-2 0,1-2 0 16,-1 0 11-16,1-3 5 0,0 0 0 0,0-1 9 0,0-1-1 0,2 0 10 15,-1-1 6-15,0 0 3 0,1-1 1 0,0 0 1 0,-2 0 1 16,1 0 4-16,0-1 1 0,2 0-3 0,-1 0-1 0,2 0 0 0,-1 0 2 16,0-1 0-16,1 2-7 0,-1-2-5 0,1 2-4 0,-1 0-3 0,1 3-1 15,0 2 2-15,-1 0 3 0,0 2-5 0,-1 1 7 0,-1 1-4 16,1 1-3-16,-1 1-5 0,0 0-5 0,0 0-3 0,-1 0-4 0,0 0-1 15,0 1-10-15,0-1-5 0,0 0-14 0,-1-1-14 0,0-2-12 16,-2 0-24-16,1-2-16 0,-1-1-26 0,-1-1-18 0,-1-2-26 0,0-1-27 16,-1-2-16-16,0-1-18 0,-2-1-3 0,0-2-22 0,-1-3-243 0</inkml:trace>
  <inkml:trace contextRef="#ctx0" brushRef="#br0" timeOffset="40451.06">24098 12268 1258 0,'-1'3'887'0,"-1"2"-713"0,2-1-72 0,1 0-51 16,0-2-20-16,3 0-6 0,1 1-1 0,1 1-11 0,1-1 4 0,1 2 2 16,1 2-1-16,1-1 9 0,2 2-8 0,-1-1-4 0,0 1-4 0,0 0-1 15,1-2 3-15,0 0-2 0,0-1-4 0,2-2-10 0,-2 1 1 16,2-1 0-16,-1-2-1 0,0 0 1 0,-1-2-12 0,0-1 1 0,1-1 1 16,-1-1 4-16,-1 1 7 0,-1-4-1 0,-3 0 9 0,1-1 1 0,0-1 5 15,-1 0 5-15,1 0-2 0,-1-1-5 0,-1 1-1 0,-1-1-2 16,0 0-1-16,0-1 1 0,-1 1-3 0,-1-1-8 0,-1 1-5 0,-2 0 1 15,-1-1-4-15,-1 0-1 0,-2 1-1 0,-2 0 0 0,0 1 0 16,-2 0-2-16,-1 1-1 0,-1 2-5 0,0 3-8 0,-1 1-1 0,3 2-10 16,-3 0-4-16,1 2 2 0,-2 1-6 0,1 1 0 0,0 1-1 0,2 0 3 15,1 2 6-15,2-1 4 0,2 0 0 0,0 2-8 0,3-2-10 16,1 0-4-16,1-1 1 0,2-1 0 0,1-1-4 0,1 0-2 0,2-1-8 16,0-1 13-16,2 0 12 0,1 0 18 0,0 0 12 0,1 0 8 15,1-1 11-15,-2 1 6 0,3 0 9 0,-1 0-2 0,1 1 4 0,1 1 0 16,-1 1 3-16,1 1 10 0,0 1 5 0,1 2 5 0,-2 3-1 0,1 0 2 15,0 0-4-15,-1 0-4 0,-1 1-4 0,-2 0-3 0,-1 3-11 16,0 1 0-16,-2-2-4 0,-1 3-1 0,-1-2 7 0,0-1-2 0,-3-2 12 16,1-2-1-16,-1-1 6 0,-1-2 0 0,0-2-1 0,-1-1 4 0,-1-2-4 15,1-2 2-15,-2-2-10 0,0-3-9 0,0-1-14 0,0-3-17 0,-1-2-7 16,1 0-14-16,0-3-4 0,2-3-6 0,1-4-8 0,2-2-8 16,3-5-12-16,3-3-11 0,2-4-20 0,5-3-50 0,1-5-69 0,3-5-102 15,2-4-84-15,4-3-191 0</inkml:trace>
  <inkml:trace contextRef="#ctx0" brushRef="#br0" timeOffset="43818.58">26027 11926 1404 0,'-6'-2'343'0,"0"1"-248"0,0 0 3 0,0 1-34 15,2 2-5-15,0 1-2 0,2 1-3 0,2 2 0 0,0-1-5 0,0 5-8 16,1 2-5-16,-1 3-6 0,1 3-22 0,1 3 6 0,0 4-4 16,-1 4 0-16,-1 5 8 0,0 3-10 0,0 2 1 0,0 3-3 0,-1 2 4 15,1 0-4-15,0 3-3 0,0-3 2 0,1-1-4 0,1-2-1 0,0-1-1 16,2-2-2-16,-1-2-11 0,2-4 12 0,1-3 1 0,0-4-7 16,1-1 5-16,-1-5-21 0,0 0 1 0,1-3 8 0,-1-2 3 0,-3-2 10 15,0-3 2-15,-1-2 0 0,0-1 5 0,-1-3 6 0,-1-2-10 0,0-3-2 16,-1-1-9-16,0-4-12 0,0-2-7 0,-1-3-3 0,-1-5-7 15,1-3-2-15,-3-2-5 0,1-5-23 0,-2-1-3 0,-1-2 7 0,1-2 12 16,0-2 31-16,0-3 20 0,0 0 17 0,0-1 15 0,-1 0 23 16,1-3 16-16,0-1 14 0,0 1 10 0,1-1 2 0,-1 2-11 0,2 0-13 15,0 0-12-15,1 1-25 0,3 3-1 0,0 4-9 0,2 3-16 0,3 4 3 16,0 1-12-16,0 6-7 0,3 2 6 0,0 4 1 0,1 3-1 16,1 1 5-16,0 2 4 0,3 2 1 0,-1 1-2 0,2 2 2 0,-1 1-6 15,3 3 1-15,1 2-1 0,1 2-1 0,1 2 1 0,2 2-2 0,1 2 0 16,-1 2 0-16,1 3 2 0,0 1-6 0,-1 2-9 0,1 0 5 15,-3 3-5-15,-1 0 17 0,0 3-3 0,-2 0-9 0,-2 2-3 0,0 1-13 16,-2 0 2-16,0 1 1 0,-2 1-3 0,-2 2 5 0,0 0 2 16,-1 0 5-16,-1-1 2 0,0-4 1 0,0 0 1 0,-1-3-3 0,-1 0-6 15,0-2-6-15,0-3-17 0,-1 0-16 0,-1-1-17 0,-1-3-30 0,0-3-46 16,-2 0-80-16,0-3-45 0,-1-1-37 0,-2-3-21 0,-1-1-4 16,-3-3-94-16</inkml:trace>
  <inkml:trace contextRef="#ctx0" brushRef="#br0" timeOffset="43968.58">25992 12483 2463 0,'0'-2'105'0,"0"0"-8"0,3-3-43 0,2 0-25 0,3-2-14 0,3-2-13 16,6-1-1-16,3-1-11 0,2-1-1 0,4 0-7 0,0-1-13 0,0 1 2 16,3 0-19-16,-2 1-21 0,2-1-15 0,-1 0-21 0,0 1-12 15,-2 1 3-15,0 0-16 0,-1 3-18 0,-1-2-33 0,-1 0-49 0,-1 0-46 16,1 0-39-16,-1 0-23 0,-1 0-89 0</inkml:trace>
  <inkml:trace contextRef="#ctx0" brushRef="#br0" timeOffset="44584.58">26918 12048 2109 0,'-2'9'186'0,"0"1"-83"0,0 4-16 16,2 2-39-16,2 0-10 0,3 0-8 0,1 1-7 0,1 0-3 15,2 0-2-15,1-1-10 0,2-1-1 0,1 0 4 0,-1-2-5 0,1-2-1 16,1 0-3-16,0-2-12 0,2-2 2 0,-2-2-2 0,1-1-4 0,-1-2-1 16,0-1-2-16,-3-3 4 0,1-2 0 0,-2-1 2 0,0-2 3 15,0-1 3-15,-1-1 15 0,-3-3 9 0,0 2-3 0,-2-3 5 0,1 0-5 16,-1-2-5-16,-1 0-1 0,-2-2-9 0,1 1-1 0,-2-1-9 0,-2 1-6 16,0-1 1-16,-2 0-21 0,-1 1 1 0,-2 0 1 0,0 0-5 15,-3 2 6-15,-1-1-6 0,-2 5-2 0,0 0-8 0,0 3 7 0,0 2 1 16,-2 4 6-16,0 1 13 0,-2 3 9 0,0 3 8 0,0 1 7 15,0 2 10-15,3 1 0 0,0 1 8 0,2 1-8 0,2 0-1 0,2 1 0 16,2 0-12-16,1 3 0 0,3 1-10 0,2 1-7 0,0 0 3 0,3 3 3 16,1 0 1-16,0-1 5 0,3 1 4 0,1-1 1 0,2-2 1 15,1 2-1-15,0 0 5 0,0 1 1 0,3 2 0 0,0 1 0 0,1 0-9 16,0-1 0-16,1 0 4 0,-1-1-1 0,0 1 2 0,-1-2-4 0,-1 0-1 16,-1 1-10-16,-2-1-5 0,-2 0-2 0,-3 0-1 0,-3-3 6 15,-1 0-1-15,-2-3-14 0,-2-1-2 0,-1-2-9 0,-1-1-2 0,-2 0 8 16,-1-2-6-16,0-2 4 0,0-2-5 0,-1-1-6 0,2-2-6 15,-2-2 10-15,0-2 19 0,1-2 13 0,0-2 23 0,2-1 6 0,0-2 10 16,1 0 13-16,1-2 0 0,1 0 8 0,1 1-3 0,2-2-4 0,0 0 2 16,1-1-17-16,1 0-5 0,2 0-9 0,2-1-5 0,3 0 3 15,1 0 3-15,2 1 0 0,1-1 2 0,1-2 1 0,4 1-2 0,1 1 2 16,0-1-2-16,2 1-1 0,0-1-4 0,-1 1 1 0,2-2 8 0,2 0 1 16,-1 0 9-16,1 0 1 0,0-1 7 0,-2 1 12 0,1-1-4 15,-2 2 8-15,2-1-8 0,0 0-4 0,-1-1 1 0,0 2-9 0,-1-2-1 16,-2 0-7-16,-1 0-5 0,-2-2-3 0,-2 1 0 0,-3 0 4 0,-2 1-2 15,-2 0 3-15,-3 0-8 0,-1 2 7 0,-2 1 6 0,-2 2-2 16,-1 2-1-16,-2 0-15 0,-4 2-8 0,-1 2-3 0,-3 1 1 0,-3-1 2 16,-2 2-6-16,-1 1 1 0,-1 2 3 0,-3 1-10 0,0 2 6 15,-1 2-9-15,-2 2-3 0,0 2-1 0,0 4 6 0,0 0 0 0,0 3 16 16,2 2 4-16,4 2-2 0,1 4 8 0,7 0-18 0,2 2-6 0,5 1-16 16,3-2-17-16,4 2-17 0,4-3-22 15,5 0-26-15,6 0-54 0,4-1-77 0,6-2-127 0,4-2-145 0,5-5-332 0</inkml:trace>
  <inkml:trace contextRef="#ctx0" brushRef="#br0" timeOffset="47018.91">14301 16364 1 0,'23'52'166'15,"-9"-23"632"-15,0-2 630 0,-12-27-1372 0,0-1 25 0,4 0-37 0,7-2 7 16,9-1 4-16,12-3-11 0,14-2-5 0,13-6-8 0,12-6 12 0,12-7-2 15,8-6-8-15,8-2 1 0,6-5-24 0,7-3 2 0,9-6 0 16,9-3-9-16,9-4-3 0,8-4-5 0,10-2-7 0,8-4 11 16,10-4 2-16,11-3-11 0,7-2 5 0,5-2-24 0,7 0-14 0,2 1-19 15,6 2-12-15,6-1 2 0,9 1 5 0,6 1 14 0,5 4 19 0,5 4 12 16,3 0 11-16,-1 3 6 0,-1 3 7 0,-3 3-1 0,-3 4 13 0,-2 4-7 16,-1 4 19-16,-1 3 7 0,-1 4-1 0,-2 5 27 0,-2 2-2 15,-2 4-1-15,0 2 18 0,-2 4-12 0,-1 1-10 0,1 5 7 0,-5 2-23 16,-2 2 0-16,-2 4-5 0,-8 1-6 0,-7 3-11 0,-5 1-7 0,-6 4-11 15,-1 1-20-15,-2 2-15 0,-8 1-40 0,-5-1-67 0,-9 3-77 16,-9-2-83-16,-6-1-77 0,-12-2-155 0,-2-3-449 0</inkml:trace>
  <inkml:trace contextRef="#ctx0" brushRef="#br0" timeOffset="47468.91">14822 16782 1662 0,'-2'7'111'0,"1"0"-28"0,1 2-26 0,5 1-12 16,5-3-14-16,6 2-22 0,11-1-21 0,8-1-2 0,10-1 0 0,6-2 2 16,8-3 12-16,4-3 2 0,7-2 7 0,6 0 3 0,5-2-4 15,7-1 9-15,3-1 10 0,5 1 18 0,0-2 27 0,5-2 18 0,5-3 10 16,4-1-10-16,5-1-13 0,5-4-9 0,4-1-15 0,4-1 0 0,6-1-15 15,4-1-18-15,7-1-2 0,4-2-5 0,7-2 5 0,8-4 14 16,11 0-3-16,5-3 15 0,6 0-7 0,2 0-7 0,2-3 4 0,2 2-11 16,2 0-4-16,3 1-1 0,5-1 3 0,4-1-12 0,2 1 8 15,1 0 1-15,-1 3-6 0,2 4 9 0,2-1-2 0,-1 1 2 0,5 3-10 16,0-2 6-16,2 0-15 0,3 1 0 0,2 1 14 0,0-1-12 0,0 3 19 16,1-5 3-16,5 0-9 0,3-1-1 0,1 0-5 0,-2 0-10 15,-3 1-2-15,-5-2-23 0,2-1-37 0,0-1-44 0,-6 0-78 0,1-2-102 16,-1 1-143-16,2-3-290 0,9-7-359 0</inkml:trace>
  <inkml:trace contextRef="#ctx0" brushRef="#br0" timeOffset="48434.91">14221 12446 1275 0,'-15'-37'655'15,"1"-5"-570"-15,0-9 38 0,8 6-21 0,7 7-42 0,5-1-27 0,10 4-27 16,8-1-2-16,8 1-13 0,11 2 0 0,8-2 2 0,8 1-10 0,8 1 10 16,4 2-7-16,6 3-8 0,3 5-8 0,1 5-14 0,2 5-15 15,-1 6-6-15,0 4-8 0,-1 6-4 0,-3 4 5 0,-1 6-2 0,-2 5 19 16,-2 4 9-16,0 6-7 0,-4 3 2 0,-3 3-8 0,-6 3 14 0,-5 2 22 16,-5 3 17-16,-5 1 11 0,-5-1 4 0,-8-1 2 0,-3-1 9 15,-7-3 12-15,-4 1 14 0,-6-4 25 0,-7-2 16 0,-6 0 11 0,-6 1 15 16,-7 0-5-16,-6 4-8 0,-8 0-5 0,-7 0-24 0,-9 3 0 15,-6 0-2-15,-8 0-18 0,-7 1 2 0,-4-2-18 0,-5 1-11 0,-3 2 0 16,-6-2-7-16,-1 1-5 0,0-1-3 0,1-4-4 0,2-2 0 0,2-3 0 16,5-2-4-16,4-4 4 0,3-2-5 0,7-4-3 0,5-2-2 15,5-2-22-15,7-3-39 0,3-1-39 0,5-3-45 0,3 1-53 0,7-1-45 16,3 0-53-16,6 0-53 0,4-1-53 0,5 0-222 0</inkml:trace>
  <inkml:trace contextRef="#ctx0" brushRef="#br0" timeOffset="48834.91">17221 11950 2268 0,'-11'-13'86'16,"0"-2"-10"-16,-2-3-25 0,5 2-37 0,3 3-32 0,3 0-27 0,3 1-26 15,3 0 1-15,4 0 4 0,3 0 8 0,4-2 20 0,4-1-1 16,3-1-1-16,4 0 1 0,0-1-6 0,4 0 0 0,2-2 3 0,4 1 5 16,3-1 7-16,3 0 8 0,3 2 6 0,3 0 7 0,3 0 5 15,2 1 2-15,3 0 6 0,3 1-3 0,3 0 6 0,1 1 2 0,3 3-3 16,1 2 9-16,0 3 1 0,0 2 0 0,0 3 7 0,-3 2 1 0,-2 5-1 16,0 3 9-16,-3 3 2 0,-1 4-7 0,-2 2 1 0,-5 4-3 15,-3 1-2-15,-4 6 4 0,-4 3-1 0,-6 2-9 0,-6 1-3 0,-7-1-8 16,-5 2 4-16,-7-1 5 0,-5 0-5 0,-5 0 1 0,-3 0 3 0,-3-2-9 15,-5-2 11-15,-2-1 6 0,-6-2-8 0,-4 0 5 0,-3 0-8 16,-7-2-8-16,-3-2-2 0,-3-2-1 0,-2-2 3 0,0-3 2 0,-2-1 5 16,-1-4 4-16,1 0-2 0,3-3 3 0,0-2-3 0,2-1-6 15,0-1 0-15,-1-1-2 0,1 0-15 0,0-1-6 0,-1 0-13 0,2-1-17 16,1-2-7-16,1 0-20 0,4-2-21 0,2-2-19 0,3 0-20 0,1-2-17 16,3 0-7-16,3-1-4 0,3 0-1 0,3-1-2 0,4 0-17 15,4-1-10-15,6-2-30 0,4-4-140 0</inkml:trace>
  <inkml:trace contextRef="#ctx0" brushRef="#br0" timeOffset="49301.56">20734 11490 2519 0,'-2'-27'57'0,"1"-2"-5"16,1-7-10-16,3 8-13 0,3 3-29 0,4 3-3 0,2 2-15 15,4 0-8-15,5 2 10 0,4 3 0 0,3 0 5 0,3 1 5 0,1 2-7 16,3 2-3-16,4 1 0 0,1 2-7 0,1 1-3 0,1 3-3 15,-1 1-8-15,0 2-2 0,-1 1-7 0,0 1-17 0,0 2-19 0,0 2-21 16,0 1-20-16,2 1-2 0,-2 2 7 0,-1 1 15 0,1 1 21 0,-2 1 23 16,2 0 22-16,2 0 13 0,0 4 13 0,1 1 2 0,0 1-4 15,-1 2 3-15,-1 1-1 0,-3 1 3 0,0 3 7 0,-1 3 1 0,-1 2-5 16,-3 2 2-16,-1 4-2 0,-6 1 2 0,-3 4 5 0,-4 0 3 0,-7 1 5 16,-5-2 10-16,-5-4 8 0,-6 0 8 0,-6 0 3 0,-6 0 0 15,-7 0-12-15,-6 1 4 0,-7-1-2 0,-6 1-9 0,-4-2 12 0,-7-1-7 16,-3 0-8-16,-5-1-2 0,-4-1-10 0,-5-1-5 0,-3 1 3 0,-4-3-3 15,0 1-4-15,1-4 3 0,2-2 2 0,4-4 7 0,6-4 8 16,5 0 3-16,4-3 0 0,3-2-6 0,3-2-2 0,3-2-8 0,2 0 1 16,1-3-11-16,0-1-13 0,3-1-16 0,1-1-15 0,4-2-9 15,4 0-7-15,4-2-12 0,5-2-22 0,3 0-22 0,5-1-26 0,4-1-39 16,4-1-55-16,6-1-54 0,7-3-61 0</inkml:trace>
  <inkml:trace contextRef="#ctx0" brushRef="#br0" timeOffset="49669.55">23239 11631 2942 0,'-4'-12'66'0,"0"1"7"0,0-3-40 0,1 2-21 0,3 0-33 15,1 1-29-15,2-1-23 0,2-1-11 0,2 0 3 0,4 1 9 16,3-1 10-16,2 0 6 0,4 0-8 0,2 0-4 0,3 1-4 0,3 0-5 16,2 1 8-16,5 0-2 0,2 1 16 0,5 1 9 0,4 1 10 0,-1 2 23 15,2 1 2-15,1 1-5 0,2 3-3 0,5 1-20 0,1 2 3 16,4 3 10-16,1 3 8 0,0 2 23 0,2 2 6 0,-3 2-1 0,-2 1-1 16,0 0-9-16,-2 3-5 0,-2 1-3 0,1 3-9 0,-5 1-8 15,-3 2-13-15,-1 0-9 0,-7 3-1 0,-3 3 8 0,-3 3 11 0,-8-1 15 16,-3-1 14-16,-4-3 22 0,-6-3 32 0,-3-2 33 0,-5-1 30 0,-2-2 14 15,-4-1-8-15,-2 0-17 0,-3 1-18 0,-3-2-24 0,-2 2-16 16,-2-1-15-16,-3 0 7 0,-1 0 1 0,-3 1-9 0,-3-1-3 0,-3 1-27 16,-3-1-12-16,-2-3-14 0,-2 0-16 0,-3-1-8 0,-2-2-10 0,-2-1 2 15,0 0-2-15,2 0-28 0,2-1-50 0,3-1-76 0,1 0-125 16,1 2-109-16,-2 0-391 0</inkml:trace>
  <inkml:trace contextRef="#ctx0" brushRef="#br0" timeOffset="50051.56">25544 11337 2297 0,'0'-6'67'0,"0"1"-21"0,2 0-52 0,2 2-50 0,4 0-15 16,5 1-6-16,7 2 16 0,9 0 24 0,9 3 8 0,7 2 13 16,7 0 7-16,6 0-10 0,6 2-7 0,5 1-19 0,5 2-10 15,7 1-3-15,5 3 2 0,3 2 17 0,2 4 5 0,-1 3 9 0,0 1 5 16,-4 2-12-16,-2 1-5 0,-3 1-12 0,-2 0-22 0,-1 3-1 0,0 1-8 16,-3 4 10-16,-5 1 18 0,-2 1 18 0,-4-1 18 0,-6-1 12 0,-4-1 13 15,-4-1 9-15,-6 1 17 0,-4-2 21 0,-2-1 27 0,-6-1 35 16,-2 0 20-16,-4-2 14 0,-4 1-4 0,-5-1-14 0,-4 1-12 0,-4-2-15 15,-4 3-10-15,-4-2-21 0,-4 4-20 0,-6 1-7 0,-5 4-17 16,-5 1-7-16,-8 1-6 0,-5 1-11 0,-6 0-8 0,-4-1-12 0,-5-1-8 16,-2-4 3-16,-4-3 4 0,-2-2-11 0,-4-2 4 0,-3-5-22 0,-7 0-20 15,-4-4-15-15,-10-2-26 0,-9-2-14 0,-15-4-22 0,-10-3-30 16,-9-2-46-16,-7-2-49 0,-2-3-52 0,-3-1-58 0,-3-1-146 0</inkml:trace>
  <inkml:trace contextRef="#ctx0" brushRef="#br0" timeOffset="63551.91">14762 13157 1289 0,'-10'-10'115'0,"2"1"9"0,0-1-17 15,4 4-28-15,4 2-29 0,1 0-30 0,2 2-12 0,1-1-12 0,4-1 5 16,3 3 8-16,2-2-1 0,3 0 8 0,0 0 0 0,4 0 4 16,4-1 10-16,1 0 6 0,6 1 4 0,1-2 3 0,4 1-1 0,1 1-1 15,1-2 2-15,4 1-4 0,-1 0 0 0,1-1 0 0,2 1-6 0,1 2 3 16,-1-1-1-16,2 1-3 0,-1 1 0 0,-3 0-1 0,0 1 0 15,0 0-5-15,2-1 1 0,-2 1 1 0,-1 0-10 0,0 0-1 0,-2 1-4 16,-1-1-10-16,1 1-1 0,-3 1-2 0,0-1 0 0,-1 0-3 0,-1 0-10 16,0 0 2-16,-2-1-19 0,-2 1-25 0,-3 0-38 0,0 0-46 15,-1-2-39-15,-3 1-46 0,1-1-14 0,-2 1-32 0,1-1-4 0,0 0-2 16,-1-1-20-16,0-2-126 0</inkml:trace>
  <inkml:trace contextRef="#ctx0" brushRef="#br0" timeOffset="63868.44">18332 12456 2038 0,'0'-17'425'0,"2"1"-263"16,1-5-49-16,4 5-47 0,1 4-28 0,3 1-11 0,3 1-20 0,3 0-4 16,5 2-8-16,4 0 2 0,2 0 10 0,0 0-9 0,0 0 2 15,0 2-5-15,-2-1-5 0,2 2 8 0,0 0-1 0,1 0-7 0,1 1 1 16,1-1-7-16,-2 1 6 0,1-1 7 0,-1 2-11 0,-1-1 9 16,1 1-8-16,-2 0 0 0,0 1 6 0,0 0-12 0,-1 0-4 0,-1 1-6 15,0-1-13-15,-1 2 0 0,0-1-17 0,1 2-8 0,-1 0-16 0,0 1-24 16,0-1-22-16,-1 1-20 0,1-1-22 0,-1 2-11 0,2 1-5 15,0 1-11-15,-1-1-3 0,2 1 1 0,-1-1-1 0,3-1-7 0,0 0-168 16</inkml:trace>
  <inkml:trace contextRef="#ctx0" brushRef="#br0" timeOffset="64269.18">21483 11943 2813 0,'-1'-16'166'0,"0"0"-54"0,1-2-82 0,2 4-34 0,2 5-5 0,1 2-24 16,2 1-24-16,1 3-19 0,2 1-10 0,2 2 13 0,0 1 25 0,0 2 19 16,0 0 1-16,1 3-12 0,0 1-16 0,2 0-9 0,-1 3 5 15,3 0 12-15,1 1 16 0,1-1 13 0,-2-1 10 16,2-1 9-16,0 0 0 0,0 0 0 0,2-1 3 0,3 1-7 0,0-3-1 0,2 0 7 0,1-2-7 16,2-1 7-16,-2 0 5 0,2-1-4 0,0 0 3 0,0 0-1 15,0-2-2-15,1 1 2 0,1-1-2 0,-2-1 9 0,0 0 0 0,-1-1-4 16,0 0 1-16,1 0-11 0,1 0-1 0,-3-1-6 0,1 0-17 15,-3 0-22-15,0 1-32 0,-2 0-28 0,0 0-19 0,0-1-14 0,0 1-12 16,-1-1-6-16,2 0-21 0,-2 0-21 0,3-2-21 0,0 0-29 0,-1-2-27 16,3-1-85-16</inkml:trace>
  <inkml:trace contextRef="#ctx0" brushRef="#br0" timeOffset="64821.18">23866 12167 2466 0,'4'-11'186'0,"1"1"-77"16,3-4-72-16,0 4-21 0,1 2-4 0,2 0-7 0,2 1-10 15,-1 1 1-15,1 2 1 0,1 0 1 0,-2 1-1 0,1 2-5 0,-2 1-9 16,3 1-7-16,-1 2-8 0,1 1-2 0,1 1-5 0,-1 0 7 0,3 1 13 16,0 0 10-16,-1 0 1 0,3-1 4 0,0 1 0 0,2-1 0 15,-1 0 6-15,1 0-4 0,1 0 9 0,-1 0-7 0,1-1 3 0,1 0 0 16,0 0-3-16,2-1 3 0,-1 0-4 0,2 0 2 0,0 0-1 16,0 0 4-16,2-2 4 0,-3 1-7 0,1 0-1 0,0 0 2 0,-1 1-1 15,-1-2 7-15,0 1-4 0,-1 0-1 0,-2-1-2 0,1 1 1 0,-2 0 9 16,-2 0-1-16,0-1-2 0,-2 1 0 0,-1 0-3 0,-2 0 3 15,1-1 0-15,-1 0-2 0,-2 1-1 0,-2-1-1 0,-3 1-3 0,0-1 1 16,0 0 1-16,-1 0-1 0,0 0-1 0,0 0-4 0,-1 0 0 0,1 0 1 16,-2 0 1-16,0 0 4 0,0 1-5 0,-1 0-3 0,1-1 7 15,0 1-5-15,0-1 3 0,-1 0-2 0,0 1-3 0,1 0 4 0,0 0-3 16,0 0 1-16,0 0 1 0,0-1-1 0,0 1 0 0,-1 0 0 16,1 0-2-16,-2-1-5 0,1 2-1 0,-1-2 0 0,1 1-7 0,-1 0-4 15,0 0 0-15,0 0-10 0,-1 0 2 0,0 0-1 0,1 1 1 0,-1 0 3 16,1-1 4-16,0 2 6 0,-1-1 2 0,-1 0-2 0,1 0 0 15,1 0 2-15,-2 0 0 0,2 0 8 0,-1 0-2 0,0-1 1 0,1 1 4 16,0-1-2-16,0 1 10 0,0-1 1 0,-1 0-4 0,2 0 2 0,-1-1-6 16,1 0 3-16,0-1-3 0,-1 2 0 0,2-1-1 0,-1 0-8 15,0 0-9-15,2 0-10 0,-3-1-16 0,0 1-13 0,1 0-1 0,-1-1-8 16,0 1-8-16,0 0 3 0,1 0-9 0,-1 0-7 0,-1 1-1 16,-1-2-14-16,0 2-18 0,-1-1-16 0,1 1-24 0,-2 1-27 0,-1 0-32 15,-2 1-162-15</inkml:trace>
  <inkml:trace contextRef="#ctx0" brushRef="#br0" timeOffset="65652.09">26165 12462 1468 0,'-3'-3'236'0,"-1"-1"-68"0,-1-3-94 16,-1 1-37-16,1-1-23 0,0 0-14 0,1 0-10 0,1-2-9 16,-1-1-6-16,0 0 0 0,0-1 2 0,0-1-1 0,1 0-5 0,-2-2-8 15,0 0 0-15,-2-2 8 0,1 2 10 0,-1-3 13 0,-2-1 10 0,1-2 11 16,-2 0 4-16,0-2 3 0,-1 0 10 0,1-2-4 0,0 0 4 15,1-1 0-15,-1-2-10 0,0 2 13 0,1-1 3 0,0-1 8 0,1 1 8 16,2-2-1-16,2 0-2 0,-1 0-4 0,0 1 3 0,2-1-4 0,0 1-2 16,1 0 1-16,3-2-10 0,-1 1-8 0,3-2-5 0,2 3-8 15,1-1-6-15,2 4-7 0,1 0-7 0,3 1-8 0,2-1 1 0,3 1 4 16,0 1-4-16,3 1 7 0,1 1 2 0,0 3-9 0,2 0 12 16,0 4 5-16,-2 0 6 0,3 2 5 0,0 1-1 0,2 0-9 0,0 1-1 15,1 2 1-15,0 1 1 0,0 2 1 0,2 1 5 0,0 1 7 0,2 3-4 16,-1 2-3-16,2 1-12 0,1 1-1 0,2 1-3 0,-1 2 1 15,2 1 5-15,3 2-12 0,-1-1-2 0,4 2 1 0,-1 1 3 0,0 1 1 16,1 0 4-16,1 2-1 0,-2 1-1 0,0-1 2 0,2 1 4 0,-2 1-1 16,-1 1-8-16,1 0 2 0,-3 0 0 0,0 1 3 0,-1-1 4 15,-1 1-5-15,-1 1 7 0,-1 0-3 0,-2 0 8 0,-2 0 3 0,0 0-4 16,-3-3 4-16,1 1-4 0,-3 0 4 0,0-2-2 0,0 2 1 16,-4 1-1-16,3-1-1 0,-2 2-3 0,-1 2 1 0,1 0-4 0,-2 3-2 15,0-1-8-15,-1 3 5 0,-2 0 3 0,0 1-2 0,-2 3 9 0,-1 1-11 16,-3 0-2-16,-2 1 1 0,-1 0 4 0,-3 1-6 0,-2 2 1 15,-4 0-3-15,-1 0-10 0,-4-1-3 0,-2-2-3 0,-2 0-5 0,-4-1 12 16,-2 0-1-16,-4-1 4 0,0-2-2 0,-4 0 5 0,-1-2-2 0,-2 1-3 16,-4-2-4-16,1-1-13 0,-3-2-1 0,-2-2-2 0,-1-3 7 15,-2-2 3-15,-1-3 6 0,-1-1 2 0,-3-2 6 0,-1-1 6 0,0-3 2 16,-2-3 4-16,2-2 4 0,-1-2-2 0,0 0 2 0,-1-3-3 0,0-2 2 16,1-1 9-16,-1-1-1 0,0-2 6 0,2 0 3 0,0 0-3 15,2-2 7-15,0 2 1 0,5-1 4 0,1-1 3 0,5 1-1 0,1 1 8 16,2-1 0-16,1 1-4 0,0 0-2 0,2-1-2 0,1 0-4 15,0 0-7-15,2-1-5 0,0 1-4 0,1-1-4 0,0 0-1 0,1-1-15 16,1-1-7-16,0 2-7 0,1-3-19 0,0-1-21 0,-1-3-51 16,1-2-87-16,-2-4-153 0,-5-8-330 0,-10-14-119 0</inkml:trace>
  <inkml:trace contextRef="#ctx0" brushRef="#br0" timeOffset="78737.32">24998 14530 1743 0,'-7'2'89'16,"0"1"-38"-16,-1 0-21 0,3 0-14 0,1 0 5 0,3 0-6 0,-1 0 4 16,2-2-9-16,1 1 4 0,-1 0 0 0,2-1-5 0,1 1 2 15,1-1-7-15,3 0-8 0,3-1 2 0,3-1 5 0,4-1-3 0,2-2 7 16,5-1 5-16,5-1-5 0,2-3 4 0,4-1-2 0,6-3-6 15,2-1-5-15,3-2 4 0,5-1-2 0,3 0-5 0,2 2 10 0,3 1-4 16,2 0 2-16,1 1 1 0,3 2-7 0,0 2 8 0,0 2-1 0,0 2 5 16,0 1 5-16,-1 3-2 0,-1 1 14 0,0 0 10 0,0 1 11 15,0 1 12-15,1 0 3 0,-1 0 3 0,-1-1-1 0,-1 1 1 0,-2-1-10 16,-1 0 2-16,-1 1-4 0,-1-1-8 0,-3 0-3 0,1 0-10 16,-3-1 5-16,-1 1-3 0,-2-1-9 0,-1-1-8 0,0 0-10 0,-4-1-2 15,-1-1-5-15,0 1 3 0,-2-2-8 0,-2 0-10 0,-1-1-12 0,-2 0-19 16,-3 0-17-16,0-1-20 0,-3 1-22 0,-4-1-45 0,-1 1-66 15,-4 0-97-15,-3 1-148 0,-3-2-289 0,-6-1 133 0</inkml:trace>
  <inkml:trace contextRef="#ctx0" brushRef="#br0" timeOffset="79080.32">25165 15270 2233 0,'0'0'85'0,"1"0"-23"16,1 1-13-16,2-1-15 0,3-1-8 0,3 1-12 0,6 0-8 0,6 0 4 15,6 0 6-15,5 0 1 0,7-1 8 0,3 0-9 0,7 2-5 16,4-2 1-16,6 0-11 0,4 0 6 0,4-2-6 0,3 1 6 0,4-1 1 16,1-2-2-16,4 0-1 0,3-1-4 0,1-1-2 0,2 2-4 15,1-3 3-15,0 2-1 0,2-1 6 0,0 0-7 0,2-2-1 0,-1-2 6 16,1 1-4-16,-4-1 13 0,-1 0-5 0,-4 0-13 0,0 0 3 0,1-1-13 16,0-1-9-16,-2-2-9 0,-2-1-26 0,-3 0-37 0,-3 0-44 15,-2-2-50-15,-1-2-83 0,0-1-138 0,2-8-516 0</inkml:trace>
  <inkml:trace contextRef="#ctx0" brushRef="#br0" timeOffset="79703.28">26820 14167 1516 0,'55'-14'68'0,"6"-1"-11"0,19-3-21 0,-2 0-15 16,-3 0-3-16,3-1-7 0,4-4-5 0,-1-4-1 0,1-2 0 15,-1-5-4-15,0 0 6 0,-2-3-1 0,-1-2 1 0,-1-1 0 0,-4-1-4 16,-3-2 3-16,-3 0 3 0,-4-3 10 0,-4-3 7 0,-4-2 5 0,-3-1 4 15,-4-2 0-15,-5-3-11 0,-2-3 10 0,-3-4 4 0,-3-2-2 16,-1-2 7-16,-4-4-10 0,-2-1-14 0,-5-3 5 0,-4-2-10 0,-3-1-5 16,-5-1 1-16,-3-2 2 0,-5-1 6 0,-3-3 4 0,-4 0-1 0,-3 0-10 15,-6-1-4-15,-4 3 5 0,-4 1 0 0,-3 4 9 0,-6 3 1 16,-3 2-6-16,-5 4-3 0,-2 1-4 0,-3 3-3 0,-3 5-7 0,-4 3 4 16,-2 4-6-16,-2 2 3 0,-3 3 6 0,-1 3-6 0,-2 3 1 0,-2 3-4 15,-1 1-1-15,-3 1-3 0,-2 2-3 0,-1 4-3 0,-4 3-6 16,-2 4 0-16,-2 3 0 0,-4 4 5 0,0 4 2 0,-4 5-7 0,-2 5 10 15,-1 6-6-15,0 4 4 0,1 5 5 0,-2 3-1 0,2 5 7 16,0 4 1-16,2 4 7 0,1 9-2 0,4 3 0 0,3 7 1 0,7 4-5 16,4 6 11-16,3 7-5 0,6 4-4 0,4 10-1 0,4 5-3 0,7 7-3 15,6 6 0-15,5 4 2 0,7 6-11 0,9 4 7 0,7 7 5 16,8 6-9-16,9 2-7 0,6-1-30 0,10-1-6 0,6-5-26 0,5-2-31 16,6-8-11-16,6-8-34 0,7-11-5 0,2-13-10 0,5-8-8 0,2-12-25 15,3-8-54-15,4-7-285 0</inkml:trace>
  <inkml:trace contextRef="#ctx0" brushRef="#br0" timeOffset="80103.6">28470 9095 2429 0,'-28'-5'48'16,"-5"4"-37"-16,-9 3-7 0,2 11 1 0,-1 8 12 0,-2 6 8 0,-4 7 4 15,-5 5 3-15,-5 7-12 0,-2 8-8 0,-4 8-6 0,-2 10 4 16,-1 10 2-16,-3 7-3 0,-2 10-9 0,0 7-7 0,1 9-14 0,0 9 18 16,1 10 8-16,2 9-2 0,1 11 5 0,2 9-5 0,3 11-6 0,4 12 6 15,1 12-8-15,4 13-7 0,5 7-9 0,4 10-10 0,6 10-7 16,6 7-23-16,6 7-22 0,9 2-41 0,4 2-13 0,4 2-42 0,4 1-2 15,3 4 11-15,3 4 16 0,5-4 61 0,4-12 53 0,5-13 76 0,7-19 91 16,5-17 64-16,3-11 41 0,6-8-16 0,2-1-40 0,5 3-50 16,5 6-28-16,6 7-11 0,5 6-35 0,-27-100-9 0,8 26-10 0,1 2-22 15,-17-53 19-15,5 11-7 0,-1 3 12 0,5 12-15 0,2 10-45 16,3 10-53-16,-1-2-153 0,2 11-223 0,0-1 454 0,0 0 0 0,-5-12 0 16,1-1 0-16,-6-12 0 0,2 0 0 0,-5-15 0 0,0 2 0 0,-5-13 0 0,-3-13 0 0,-4-16 0 0,-4-28 0 0,-3-25 0 0,-5 0 0 0,0 0 0 0,-3 0 0 0</inkml:trace>
  <inkml:trace contextRef="#ctx0" brushRef="#br0" timeOffset="-134580.77">2248 13087 1 0,'-18'33'248'0,"-1"-6"661"0,-6 2 685 0,7-14-1423 0,-1-7-36 16,5 3-51-16,5 1-35 0,3 5 0 0,3 4 7 0,4 0-17 0,3 6 7 15,4 2-14-15,2 2-6 0,1 5-2 0,1 1-15 0,2 2-11 16,4 1-1-16,2-1 4 0,3 2-4 0,3-1 3 0,1 0 0 0,2-1-8 15,-1 0-6-15,3-2-1 0,-1-1-16 0,1 0-3 0,-1-5-19 0,2-1 8 16,-3-4-12-16,2-3-4 0,-1-2-4 0,1-5-24 0,1-2-15 0,1-3-27 16,0-3-26-16,0-3-57 0,-1-3-94 0,3-3-14 0,-2-3-7 15,1-4-14-15,-3-6-355 0</inkml:trace>
  <inkml:trace contextRef="#ctx0" brushRef="#br0" timeOffset="-134264.77">2828 13393 2577 0,'-18'9'244'0,"2"1"-103"0,-3 4-83 0,8-1-37 16,5 0-11-16,2-2 7 0,4 1 13 0,0 1-7 0,4 1-4 15,1 2-5-15,3 1-9 0,1 3 4 0,3 1-7 0,3 2-1 0,3 3-1 16,2-1-3-16,4 3-1 0,4 1 3 0,5 0-5 0,0 3-2 0,5 3 1 16,1 1-2-16,2 5-5 0,4 0 10 0,0 3-6 0,2 3-14 15,4 2-6-15,2 2-9 0,0 3 6 0,-2 1 7 0,-5-1 15 0,-3-2 11 16,-2 1-11-16,-4-1 0 0,-2-1-8 0,-5-1-4 0,-4 3 2 15,-4 5 5-15,-4 0 11 0,-6-1-10 0,-5-7 18 0,-9-5 0 0,-5-6-4 16,-5-1-1-16,-5-1-14 0,-1-4 1 0,-5-1 8 0,-2-3 4 0,-2-4 13 16,-3-2 3-16,-1-5 8 0,-4-2-1 0,0-4-3 0,-1-4 2 15,-3-4-11-15,0-4 5 0,-3-4 6 0,2-4 10 0,0-4 17 0,0-3 0 16,3-2-6-16,2-2-21 0,3-4-15 0,7 2-6 0,4-2-3 0,5 1-8 16,6 4 1-16,4-1-5 0,5 1 3 0,3 1 2 0,2 1-12 15,3-2-7-15,2 1-20 0,5-1-19 0,2-1-36 0,5-1-46 0,3 0-43 16,2-1-50-16,5-1-34 0,1-1-46 0,4-2-57 0,3-1-416 15</inkml:trace>
  <inkml:trace contextRef="#ctx0" brushRef="#br0" timeOffset="-134114.77">3814 14334 2625 0,'-5'-1'279'16,"1"0"-102"-16,1-2-109 0,5 0-24 0,3-3-5 0,2 0 1 0,4-4 7 15,3-2-13-15,0 0-8 0,3-2-15 0,1 2-4 0,3-2 0 0,2 0-7 16,1 1 4-16,1 1-6 0,-1 1-3 0,0 0-14 0,0 1-19 0,-1 0-37 15,0 1-31-15,-2 1-52 0,0 1-49 0,-1-1-60 0,-2 1-77 16,0-1-42-16,1-2-78 0,-2-1-447 0</inkml:trace>
  <inkml:trace contextRef="#ctx0" brushRef="#br0" timeOffset="-133896.77">4336 13585 2384 0,'-14'3'773'16,"2"1"-647"-16,0 0-52 0,5 0-61 0,5-1-2 0,3 0 1 0,0 0 1 16,1 2 7-16,3 1 0 0,0 2-7 0,3 2-5 0,2 1-3 15,2 4-1-15,2 2 1 0,1 3-1 0,1 0-2 0,2 3 0 0,2 2-4 16,-1 3 4-16,3 5-4 0,-1 2 2 0,-1 0 4 0,2 2-10 0,0-1 1 16,0 0-8-16,2 1-13 0,-2-1-5 0,1 0-31 0,-1-2-17 15,-1-1-13-15,1 0-27 0,-2 0-18 0,-2-2-28 0,1-1-39 0,-2-3-29 16,-2-2-29-16,0-2-32 0,-3 0-31 0,-2-1-67 0,-2-1-347 0</inkml:trace>
  <inkml:trace contextRef="#ctx0" brushRef="#br0" timeOffset="-133597.77">4277 13858 1962 0,'-13'-7'884'0,"1"-2"-741"0,-1-2-41 0,6 1-60 0,5-1-14 0,4-2-7 15,2 0 11-15,3-2-4 0,4 3 1 0,2-2-1 0,4 1-8 16,1 2-2-16,5 1-2 0,2 1-3 0,2 0-9 0,4 2-4 0,-1 1-2 16,3 2-2-16,-1 1 3 0,2 2-1 0,0 2-4 0,-1 0-3 15,1 2 4-15,-3 1-1 0,-1 2-1 0,-3 0-4 0,0 2-8 0,-2 0-7 16,-3-2 2-16,-2 3-5 0,-3-1-1 0,-5 0 5 0,-1-1 4 0,-3 1 11 16,-3 1 13-16,-3 0 6 0,-4 1 0 0,-1 1 0 0,-4 1-6 15,-3 0-1-15,-3 2 0 0,-4-1-2 0,-4 2-2 0,-2-1 7 0,-1 0-3 16,-2-3 0-16,1-1 6 0,1-1-4 0,1-2-9 0,3-3 5 0,1 0 1 15,3-1-9-15,1 0-1 0,0 1-23 0,3-2-27 0,2 1-27 16,2 0-41-16,1-1-41 0,0 0-45 0,2 1-40 0,1 0-56 0,2-1-84 16,0-1-192-16,2 0-125 0</inkml:trace>
  <inkml:trace contextRef="#ctx0" brushRef="#br0" timeOffset="-133280.77">5032 13796 2132 0,'-5'0'178'0,"-1"0"-58"0,-1-1-72 0,4 0-17 15,2 0 14-15,1 0 4 0,0 1-6 0,0 0-9 0,1 0-13 0,1 1-5 16,1-1 0-16,2 2-1 0,0 0 0 0,0 1-5 0,1 1-2 0,3 1-3 16,1 0-2-16,1 2 1 0,0 0 1 0,-2-1 0 0,0 2 0 15,0-1 1-15,0 0-1 0,0 0-3 0,-1 0 1 0,-1-1-1 0,-1-1-1 16,-2-2-2-16,-2 0-3 0,0-2-10 0,-2 0-10 0,-1-1 1 0,-1-1-14 15,-4-1-6-15,-1-1-2 0,-5-3-1 0,-1-3 3 0,-2-3 13 16,-1-2 12-16,-1-2 13 0,-1-4 20 0,0-3 15 0,2-1 19 0,0-3 4 16,3-1 0-16,1-4 0 0,-1-1-6 0,3-4-7 0,1 1 0 15,2-1-10-15,3 3-11 0,2 2 3 0,4 2-5 0,2 2 2 0,2 3 3 16,0 2-3-16,2 4-12 0,2 2 8 0,-1 4-4 0,2 1-6 16,1 3 5-16,0 2-17 0,2 0-12 0,-1 3-8 0,3 2-16 0,0 2-11 15,-1 3-24-15,-1 2-35 0,1 0-56 0,-1 3-79 0,1 0-78 0,-1 1-60 16,-1 3-79-16,2-1-337 0</inkml:trace>
  <inkml:trace contextRef="#ctx0" brushRef="#br0" timeOffset="-132712.77">5232 13665 2750 0,'-3'0'159'15,"2"-1"-58"-15,1-2-84 0,4-2-10 0,4-3 24 0,3-1 11 0,2-4 1 16,0-3-2-16,3-1-16 0,2 0-15 0,2-3 6 0,0-1-2 0,2-1-5 15,1-2 0-15,0-1-11 0,2 0 4 0,-1-2 2 0,2 2-1 16,-2-3-13-16,-1 3 8 0,-1 0-2 0,-3 0 6 0,0 1 14 0,-1 1-14 16,-3 3 3-16,-3 1-6 0,-3 1 4 0,-1 2-1 0,-2 1-4 15,-3 2 6-15,-2 1-11 0,-4 3-1 0,-3 1 1 0,-2 1-3 0,-3 3 1 16,-2-1 0-16,-4 2 2 0,-3 1 0 0,0 3 3 0,-2 1 0 0,0 3 1 16,0-1-2-16,0 3-4 0,-1 1 5 0,4 2 2 0,0 2 8 15,2 2-1-15,2 2 2 0,0 2-3 0,1 3-8 0,2 2 2 0,1 4 1 16,2 2 1-16,0 5 0 0,1 2 1 0,2 3 1 0,2 2 3 0,2 0 8 15,3-1-2-15,2-2-4 0,2-2-6 0,2-1-2 0,2-4-3 16,2-4-5-16,2-3-1 0,2-4-5 0,4-3-9 0,0-1 1 0,4-5 7 16,1 0-5-16,0-3 2 0,2-2-1 0,-1-3 1 0,1-2 4 15,-2-3 10-15,-1-4-2 0,0-2 3 0,-2-2 6 0,0-1 1 0,0-2 6 16,-2-1 0-16,0-3 6 0,-1 0 1 0,-3-3 5 0,-1-2 3 0,0 1-1 16,-1-4 2-16,0 0 0 0,-2 1-9 0,0-2 5 0,1 2-12 15,1 0-2-15,1 1 4 0,0 2-11 0,0 1 9 0,0 2 1 0,0 4 3 16,1 1 7-16,0 2 0 0,1 2-2 0,0 2 2 0,0 3 0 0,0 1-11 15,3 3 2-15,1 1-4 0,-1 2-5 0,3 1 7 0,1 3-5 16,-1 1-6-16,2 0 0 0,-1 1-3 16,1 0-1-16,0-2 6 0,-1 1 0 0,1-1-2 0,-2-2-1 0,1 0 1 0,-2-2-7 0,-1-1 9 15,1-2-8-15,0 0 7 0,-2-2 2 0,1-1 1 0,-2-1 2 0,-1 0-4 16,-3-2 0-16,-1 0 9 0,-4-2-3 0,-1-2 3 0,-2-2 4 0,-2-2-1 16,0-2 12-16,-2 1-16 0,-3-1 12 0,-2-1 1 0,-3-2-10 15,-2 0 24-15,-5-5-14 0,-3-1-10 0,-3-2 0 0,-5 0-9 0,0 1-4 16,-1 0 4-16,-2 3 0 0,1 1-9 0,-3 3-6 0,1 2-2 0,-2 2-6 15,1 3 2-15,-2 3-1 0,3 4-3 0,-1 6 1 0,2 2 13 16,1 5 4-16,0 1 3 0,3 1-6 0,-1 3-6 0,4 1-8 0,2 2-13 16,0 3-21-16,2 1-39 0,2 2-45 0,1 3-67 0,2 0-67 15,1 5-83-15,4 0-121 0,-1 1-427 0</inkml:trace>
  <inkml:trace contextRef="#ctx0" brushRef="#br0" timeOffset="-132496.77">5898 11885 3668 0,'-7'5'117'0,"4"0"-44"0,0 4-59 0,3 2-16 0,5 2 0 0,4 4 2 16,5 8 0-16,4 6-6 0,3 10-4 0,5 7 14 0,2 6-14 0,4 7 20 16,2 4-4-16,2 2-10 0,0 1-2 0,1 4-11 0,-1 0-10 15,0 2-2-15,1 4-4 0,-2 1-20 0,0-3-17 0,-2 2-25 0,0-5-20 16,-1-4-11-16,0-3-19 0,-1-5-20 0,0-5-29 0,-3-5-29 0,1-6-36 15,-2-3-51-15,1-5-50 0,-1-6-73 0,1-3-400 0</inkml:trace>
  <inkml:trace contextRef="#ctx0" brushRef="#br0" timeOffset="-132297.77">6935 12605 3792 0,'-7'2'136'16,"1"-1"-41"-16,2 1-91 0,3-2-20 0,4-2-6 0,1 0-3 0,3-3 11 0,5-2-6 16,4-2 5-16,3 0 3 0,2-2-10 0,3-1 7 0,2 0-14 15,6-3-21-15,2 1-16 0,2 1-23 0,-1 1-17 0,0 2-17 0,-1 0-15 16,0 0-19-16,0 0-31 0,0 2-39 0,0-1-31 0,-1 3-39 0,0-1-24 16,-3 0-21-16,1-2-45 0,-3 0-380 0</inkml:trace>
  <inkml:trace contextRef="#ctx0" brushRef="#br0" timeOffset="-132144.77">7254 13074 3779 0,'-7'18'106'0,"2"-3"-67"0,1 3-50 16,5-5-17-16,5-5-3 0,5-1 10 0,3-2-8 0,4-2 2 15,4-2 4-15,5-2-2 0,3-2-2 0,4-4-29 0,1-2-40 0,2-4-62 16,2-1-56-16,0-3-53 0,1 0-59 0,-2-3-59 0,0-2-54 0,0-1-107 15,-2-4-321-15</inkml:trace>
  <inkml:trace contextRef="#ctx0" brushRef="#br0" timeOffset="-131579.77">7747 11985 3408 0,'-10'-11'116'0,"2"0"-51"0,2-6-59 0,7-1-31 16,4-5 14-16,7-3 13 0,3-2-4 0,4-1 10 0,1 1-12 0,2-1-3 15,0 3 8-15,2 0-8 0,1 3 14 0,0 2-10 0,1 2-5 16,1 3 4-16,1 3-3 0,-2 2 1 0,1 3 5 0,-1 2-9 0,-3 2 5 16,1 4-12-16,-3 2-5 0,-1 2 4 0,-1 3-12 0,-2 2 1 0,-2 2 0 15,-1 2-9-15,-1 3 7 0,-2 3 1 0,-1 2-6 0,-4 4 1 16,0 3-2-16,0 0 4 0,-2 3 3 0,-1-2 18 0,-2 2 3 15,1 0 9-15,-1 1 4 0,0-1-6 0,1 1 4 0,1-3-9 0,1 1 0 16,1-1 7-16,2 0-6 0,1-2 8 0,-1 1-7 0,3-3-4 0,0-1-4 16,1-2 4-16,1-4-1 0,1 0 3 0,-1-3-2 0,2-1-6 0,0-3-2 15,0-1 0-15,-1-2 0 0,2-1 3 0,0-2 9 0,-1-3 5 16,0-2 0-16,-1-2 0 0,0-3-3 0,0-1 6 0,0-3 4 0,-1-1 5 16,-1-2 12-16,0-4-14 0,-1-3 7 0,0-2-2 0,-1 0-8 0,-2-4 7 15,0 0-7-15,0-3-4 0,-2 1 4 0,-1-1-9 0,-1 1 11 16,-1 3 0-16,-1-1-3 0,-1 1 10 0,0-1-6 0,-2 1 3 0,0 2 13 15,0 1-3-15,1 3-2 0,-1 3 10 0,1 0-6 0,0 2 2 16,0 2-2-16,-1 1-4 0,1 2-1 0,1 0-2 0,0 0-2 0,1 2-3 16,0 0-4-16,1 1 2 0,1 0-9 0,0-1 2 0,1 1 1 0,1 0-1 15,0 0-2-15,3 0-2 0,-1 0 3 0,1 0-5 0,0 0 4 16,1 1 0-16,1 2-6 0,0 1 8 0,1 0 9 0,0 2-8 0,0 1-1 16,0 2 0-16,2 1-12 0,0 2 8 0,1 1-3 0,1 0 1 0,3 4 9 15,1 2 0-15,0 2 1 0,2 2-3 0,0 1-7 0,0 3 6 16,2 1 2-16,0 2-1 0,-1 2 4 0,0 0-3 0,-2 0 1 0,-4-1-18 15,0 1 15-15,-1 0 7 0,-2 0-7 0,-2 0 14 0,0-1-18 0,-2 1-7 16,-2-1 7-16,0 1-2 0,-3-1-4 0,0-1 3 0,-2-1-18 16,-1-1-6-16,0 0-13 0,-2-1-28 0,-1-2-25 0,-1-1-23 0,-1-4-40 15,-1-3-28-15,-1 0-23 0,-1-4-32 0,-1-2-25 0,-3-3-90 16,-2-4-211-16,-7-5-272 0</inkml:trace>
  <inkml:trace contextRef="#ctx0" brushRef="#br0" timeOffset="-131446.77">8713 11468 3948 0,'0'-7'141'0,"1"0"-135"0,3-2-6 0,5-2 0 16,6-3 0-16,5-1 0 0,7-2 0 0,4-1 0 0,5-2 0 0,1 1 0 15,4 2-18-15,-1 0-101 0,1 1-77 0,0 0-131 0,0 1-183 16,0 1-209-16,2-2-730 0</inkml:trace>
  <inkml:trace contextRef="#ctx0" brushRef="#br0" timeOffset="-130497.77">3707 16428 2937 0,'-28'11'161'16,"1"0"-8"-16,-1 3-70 0,8-1-38 0,9-1-21 0,3-1-19 0,3-1 4 16,3 0 4-16,2 2-2 0,4 1-9 0,3 2-8 0,3 1-3 15,5 1 4-15,4 3 3 0,5 0-11 0,4-1 4 0,3 1-4 0,3 1-7 16,1-3 13-16,0 0-4 0,3 0 2 0,0-3-4 0,0-2-17 0,2-2-11 16,-3-3-6-16,-2-3 7 0,-2-2 0 0,-2-2 6 0,-2-3 8 15,0-1 6-15,-4-3 6 0,-2-4-7 0,-3-1-8 0,-4-3 7 0,-1-2 3 16,-2-2 2-16,-3-2-1 0,-1-1 3 0,-3-3 0 0,-1-3 6 15,-1-1 4-15,-3-2-2 0,-1-2 7 0,-1 1 4 0,-2-1-4 0,-1 2 6 16,0 0-2-16,-1 3 9 0,-1 0 2 0,-1 3 4 0,0 2 8 0,1 2-2 16,1 2 1-16,-1 4 0 0,0 2 1 0,1 2 8 0,0 4 9 15,1 2-8-15,1 1-2 0,0 2 7 0,0 2 0 0,0 0 0 0,1 3-12 16,-1 1-6-16,1 1-8 0,0 3 0 0,2 1-3 0,2 3-12 16,3 4 4-16,3 3-8 0,2 2-1 0,4 4 14 0,4 2-11 0,3 0 6 15,2 4-4-15,3 2-11 0,1 1 13 0,4 2-10 0,0 0 1 0,4 0 3 16,0 2-5-16,3 1 2 0,1 1 3 0,0-1-3 0,0-2 2 15,-5-2-1-15,-1-3-6 0,-1-1 10 0,-2-1-5 0,-2-1 1 0,-3-4 15 16,-15-12-25-16,2 3 14 0,-3-2-5 0,2 3-6 0,-3 1 19 0,-1 3-21 16,-3-2 8-16,-1 6-20 0,-3-3-17 0,-5 0-5 0,-3 1-18 15,-5-2 31-15,-4 0 17 0,-2-1 10 0,-5-3 25 0,-3-1-6 0,-2-3 16 16,-4-3 25-16,0-3-11 0,-3-4 6 0,-2-3-3 0,0-3-4 0,0-2-3 16,0-5-7-16,1-3-16 0,0-2-13 0,3-3 0 0,2-2-9 15,5-1-6-15,3-2 1 0,4 1-3 0,5-2-15 0,4 1 2 0,5 0-22 16,2-18-20-16,10 7-8 0,6 7-38 0,5 7-40 0,2 2-53 0,5 0-77 15,2 3-77-15,5 0-56 0,1 0-121 0,5-1-168 0</inkml:trace>
  <inkml:trace contextRef="#ctx0" brushRef="#br0" timeOffset="-130163.77">4993 16660 3691 0,'-13'8'148'16,"3"-2"-43"-16,1 0-76 0,4-2-15 0,4-3-6 0,0-2 0 0,3 1 0 16,1-1 2-16,2-1-2 0,-1 0-14 0,0 0 8 0,4-2-4 15,2-1 6-15,3 0 4 0,1-2-16 0,1-1 14 0,2 1-18 0,0-1 2 16,-1 0 16-16,-1-1-22 0,0 1 20 0,-1 0-8 0,1 1-2 0,-2 0 8 16,1 0-8-16,0 1-6 0,0 0 1 0,0 0 3 0,-1 1 12 15,0 0 5-15,0-1-5 0,-2 1 2 0,1-1-8 0,-1 1 0 0,3-1 2 16,-1-1-8-16,1 0 10 0,-2-1-2 0,1 1 4 0,2-2 0 0,-2 0-12 15,2 0 12-15,-1-1-10 0,0 3 6 0,1-3 6 0,-3 2-4 16,-1 1 12-16,-2 0-8 0,-1 2-8 0,-2 0 16 0,-1 1 0 0,-1 1-2 16,-1 1 2-16,0-1-10 0,-2 2 6 0,-1 1 10 0,0-1-14 15,0 1-2-15,-1 0-4 0,0 0-2 0,-1 1 4 0,-1 0-2 0,-1 0 0 16,-1-1 0-16,1 2-12 0,-2-2-16 0,0 2-14 0,-1-1-15 0,-1 0-31 16,0 1-28-16,-1-1-41 0,1 1-65 0,1-1-83 0,0 0-86 15,2 0-153-15,-2 0-292 0,-1-1-115 0</inkml:trace>
  <inkml:trace contextRef="#ctx0" brushRef="#br0" timeOffset="-129647.24">5589 15880 2837 0,'-12'10'195'15,"1"-2"-56"-15,-1 2-78 0,7 2-40 0,4-3-7 0,4 2 2 16,3 3 0-16,3 2 6 0,5 3-8 0,3 3 6 0,3 2-5 0,4 2 1 16,0 1 4-16,3 2-18 0,0-3 5 0,1 0-3 0,1-2-4 15,2-4 2-15,-1-1-15 0,1-3 13 0,-3-3-4 0,2-4 3 0,-4-3 10 16,1-2-13-16,0-2 8 0,-4-3-10 0,2-2 1 0,-3-2 8 0,-2 0-6 16,-3-4 1-16,-3-1-4 0,-2-1-1 0,-2-2 13 0,-2-1 1 15,-3 2-7-15,0-4-2 0,-3-1 4 0,-1-1 0 0,-2-4 14 0,-4 0-1 16,-3-1-6-16,-5-2 4 0,-1-1-8 0,-6 0-1 0,-3-2-2 0,0 2-4 15,-5-2 4-15,1 4-8 0,0 1 4 0,0 2 8 0,2 5-1 16,-2 2 1-16,2 2-6 0,-1 4 7 0,2 3-5 0,0 3-2 0,2 4 0 16,1 3-11-16,0 4 4 0,1 2 9 0,0 4-13 0,2 3 0 15,1 5 0-15,3 3-4 0,2 6 9 0,3 2-19 0,3 5-31 0,2 2-21 16,3 2-47-16,3 4-45 0,2-2-60 0,1 0-100 0,4-3-132 0,1 2-199 16,5-1-258-16</inkml:trace>
  <inkml:trace contextRef="#ctx0" brushRef="#br0" timeOffset="-129497.25">6149 15974 3450 0,'-2'7'132'0,"2"-1"-42"16,1 2-71-16,4 0-25 0,2-1 6 0,4 2-9 0,2 0 11 0,3 2 1 16,3 3-6-16,0 0 3 0,0 1-2 0,3 0-4 0,-1 0 4 15,0 1-11-15,1 0-4 0,0-2-17 0,-2 0-13 0,2-2-14 0,1-2-14 16,-3-1-23-16,2-2-36 0,-3-2-25 0,-3-1-44 0,-1-3-32 0,-2-2-36 15,-1-2-35-15,-2-2 11 0,-2-3-5 0,-4-2-14 0,-1-4-114 16,-4-6-103-16</inkml:trace>
  <inkml:trace contextRef="#ctx0" brushRef="#br0" timeOffset="-129230.25">6446 15320 1910 0,'-13'10'1286'0,"-4"2"-1090"0,-1 2-73 0,3 0-62 15,4-2-8-15,3 0-1 0,0 0-8 0,2 0-21 0,1 2-4 16,1 1-9-16,0 1-10 0,2 1-4 0,2 2-2 0,0 2 2 0,3-1 1 16,0 2 1-16,2 1-12 0,1 0 3 0,2 3-1 0,0 1 9 0,1 0-1 15,2 1 0-15,-1-1 8 0,2 2-10 0,-1-4 2 0,1-1-1 16,-1-3-11-16,2-2 3 0,1 1-8 0,1-2 4 0,-2-3 10 0,2-3-3 16,1-1-3-16,0-3 2 0,0-2-4 0,2-3 2 0,-1-1-4 0,3-3-5 15,0-2 2-15,2-3-6 0,0-2 15 0,3-3 0 0,1-1-4 16,-1-2 8-16,2-1-10 0,-3-1 3 0,1 2-32 0,-2 0-15 0,-2 0-3 15,0 1-46-15,-1-1-28 0,-1 0-57 0,-1 0-61 0,-2-1-28 16,-1-1-24-16,-2 0 2 0,-1-2-25 0,-1-2-44 0,0-3-295 0</inkml:trace>
  <inkml:trace contextRef="#ctx0" brushRef="#br0" timeOffset="-128897.25">7033 14600 2603 0,'-12'2'519'0,"2"0"-372"0,-2 1-61 0,4 0-51 16,4 0 7-16,1 0-2 0,3-1-12 0,-1 1-10 0,1-1-10 0,1 2 5 15,0 2-4-15,3 0-5 0,0 2-4 0,2 0-4 0,1 3 0 16,3 0 1-16,1 1 4 0,2 2-4 0,0 0 1 0,3-1 4 0,0 0-10 16,1-2 3-16,0 0-6 0,0-1-12 0,1-1-2 0,-1-1-7 0,1 0 5 15,2-3 0-15,0-1-1 0,1-2 3 0,0-2-4 0,-1-1 6 16,1-2-2-16,0 0 6 0,-1-4 4 0,1-2-1 0,-1-1 6 0,0-3-10 15,-1-2 5-15,1-2 1 0,-2-4-6 0,1-2-8 0,-1 1-15 16,-1-3-12-16,-3 2-11 0,1-1-8 0,-3 2 2 0,-1 4 5 0,-1 0-1 16,-3 1 4-16,0 2-12 0,-2 1-6 0,-1 1 10 0,-2 1-3 0,-1 0 7 15,-1 1 10-15,0 1 4 0,-1-1 17 0,-1 1 12 0,-1 0 12 16,0 0 7-16,-1 2 4 0,-1 0-4 0,2-1 0 0,-2 1 1 0,2 0 2 16,-1 0 7-16,1 2-4 0,0 0-1 0,1 2 1 0,0 0-4 0,0 2 1 15,1 1-18-15,0 1-11 0,0 0-20 0,1 2-27 0,-1 1-32 16,0 1-58-16,0 2-63 0,0 1-96 0,1 2-360 0</inkml:trace>
  <inkml:trace contextRef="#ctx0" brushRef="#br0" timeOffset="-128597.25">7091 15159 2796 0,'-11'2'186'0,"3"0"-67"0,-2 0-78 0,6-1-8 15,1-2 4-15,2-2-7 0,0 0-5 0,2-1-9 0,1-1-7 16,2-1-2-16,2-1 2 0,1-2-3 0,3 0 6 0,2-1-6 0,1 0-1 16,4-2 10-16,0 1-10 0,1-1 6 0,0 0 2 0,1 2-10 0,0-2-1 15,-1 1 5-15,3 0-7 0,-1 0-1 0,0 0-1 0,2-1 2 16,-1 0-6-16,1 0 3 0,2-1-3 0,-1 1-1 0,-2 0 7 0,1-2-4 15,-1 0-8-15,1 1-6 0,-1 0-9 0,-1 1-13 0,0 1-11 0,0 0-13 16,-1 1-16-16,0 1-15 0,-1-1-20 0,-1 1-38 0,-1 0-40 16,0 1-58-16,1-1-63 0,-2 1-56 0,0 0-106 0,1 0-315 0</inkml:trace>
  <inkml:trace contextRef="#ctx0" brushRef="#br0" timeOffset="-128362.25">7343 15758 3542 0,'-9'3'206'0,"3"-1"-90"0,0-1-65 0,5-2-48 16,4-3 11-16,2-4 0 0,4-2-6 0,3-3 0 0,5-1-1 0,3-3-5 16,2-1-2-16,1 0-5 0,2-3 1 0,0 1-2 0,4 1 12 0,-1 0-6 15,2-2-8-15,-1 2 14 0,0 1-12 0,-2 1 0 0,-1 2 2 16,1 0-8-16,-3 2-5 0,2 1-17 0,-3 1-14 0,1 0-10 0,-1 1-1 15,-1 1-17-15,-1-1-5 0,-1 2-19 0,-1 1-20 0,-1-1-18 0,-1 2-38 16,-2 0-46-16,-1-1-45 0,-1 2-58 0,0-2-48 0,-2 0-76 16,-2-2-500-16</inkml:trace>
  <inkml:trace contextRef="#ctx0" brushRef="#br0" timeOffset="-127946.72">8054 14362 3754 0,'-10'-3'139'0,"1"-1"-29"0,-1-2-82 16,5-1-16-16,3-2-8 0,1-3-2 0,3-1-2 0,2-4-10 0,3-3 6 16,2-2-2-16,2-3-6 0,2-1 0 0,2 1 2 0,0-1-6 15,4 1-1-15,0-1-13 0,1 3-1 0,1 0-2 0,-1 1 6 0,0 5 13 16,0 0-11-16,0 2-2 0,-2 3-6 0,1 2 3 0,2 4-6 0,0 1 4 15,2 5 9-15,0 2 4 0,-2 3 10 0,1 3-2 0,-2 3 3 0,-2 3 1 16,1 2-1-16,-2 3 5 0,-2 2-1 0,0 3 2 0,0 0-2 16,-2 2 0-16,-1 1-1 0,-2 2 5 0,-1 2 0 0,-1 2 0 0,-2 0-6 15,-1 0-3-15,-3-1 9 0,-1 0 0 0,-1 0-2 0,-2 1 11 16,-1 1 1-16,-1 2 7 0,0-3 5 0,-2 0-3 0,1 2 3 0,-1-3-7 16,0 1 2-16,2-2 4 0,-1-3-6 0,2-3 6 0,0-1-4 0,1-3-9 15,1-3 1-15,1-2 1 0,1-1-8 0,0-2-4 0,1-3 0 16,1 0-2-16,1-2 6 0,1-1 2 0,0 0-6 0,2-2 4 0,2-1 4 15,2 1-4-15,2-2 5 0,2 1-7 0,1-1-2 0,1-1 4 0,2-1-4 16,0 0-1-16,2-2-7 0,2 0 0 0,-1 0 1 0,2-1 3 16,0-1-3-16,0-1-14 0,1 0-19 0,-3-2-31 0,0 0-39 0,0-3-49 15,-1-1-52-15,2-2-64 0,1-1-62 0,-1-3-52 0,0-4-33 0,-1-3-55 16,1-6-363-16</inkml:trace>
  <inkml:trace contextRef="#ctx0" brushRef="#br0" timeOffset="-127630.72">9005 13837 3001 0,'-12'4'556'0,"1"1"-426"0,-3 3-48 0,5 0-51 0,4 0-16 16,2 0 7-16,1 2-13 0,3 2-9 0,1 3-15 0,3 5 9 16,2 2-4-16,3 5 10 0,2 2 14 0,2 1-24 0,2 1 8 0,2 0-9 15,0 0 5-15,-1 1 0 0,2-2-5 0,1 2 3 0,-1-2-13 16,0-1-10-16,0-2-11 0,0-5-14 0,1-1-6 0,0-2-5 0,0-4-1 15,0-2 6-15,0-2 8 0,-1-3 9 0,-1-4 1 0,-1-3 8 0,0-3 3 16,-1-4 7-16,1-2 12 0,-1-3-2 0,0-1 5 0,-1 0 5 16,-1-1-1-16,0 0 3 0,1-2 8 0,-2-1 6 0,1-1 7 0,-1-1 10 15,-2-1 9-15,-1 1 12 0,-2 0 7 0,1 1 3 0,0 1-2 16,-1 3-11-16,1 0-3 0,-1 2 1 0,0 3 5 0,0 3 1 0,1 2-4 16,0 3-7-16,1 2-2 0,1 3-5 0,1 3-1 0,1 5-5 0,1 4-13 15,1 6-8-15,1 6-8 0,1 7-2 0,2 5 2 0,1 5-26 16,-1 4-18-16,1 3-32 0,-2 3-46 0,-1 4-42 0,-3 4-102 0,-2 5-112 15,-2 10-188-15,-1 14-755 0</inkml:trace>
  <inkml:trace contextRef="#ctx0" brushRef="#br0" timeOffset="-118962.71">6567 11454 1355 0,'-9'-4'765'0,"1"-1"-597"0,-4-1-102 16,1 1-40-16,3 1-3 0,0 1 14 0,1-1-2 0,-1 0-8 0,2-1-5 16,-2 1-11-16,-1 0 3 0,-1 0-9 0,0-1-9 0,-1-2-7 0,1 2-12 15,-1-2 4-15,-1-1 5 0,-1 1-2 0,-1-1 7 0,1-2 4 16,-2 1-1-16,-1 0 9 0,-2 0 0 0,0 0 5 0,-2 0 14 0,0 1 1 16,-1-1 18-16,-2 1-1 0,-1 0 6 0,-2 2 9 0,0-2-3 15,-3 1 6-15,-2 0-15 0,1 0-5 0,-4-1-8 0,3 1-8 0,-4-1-1 16,-1 0-14-16,-1-1 1 0,-4 0-5 0,1 1 1 0,0 0 8 0,-2 0-9 15,-1 1 4-15,-1 0-5 0,-1 2 10 0,0 0 7 0,-1 1 5 16,-2 1-3-16,-1 2-16 0,-3 2-2 0,-1 1-3 0,-1 2 5 0,-2 1 4 16,-3 1-4-16,1 3 1 0,-3 2-6 0,-2 2 7 0,-1 1 1 0,-2 0 1 15,0 3 3-15,-2 1-10 0,-2 3 3 0,2 1-1 0,-2 2-1 16,1 2-1-16,2 1-5 0,0-1 1 0,1 3 4 0,3 0 5 0,0 1 5 16,-1 3 2-16,1 1 0 0,-1 2 4 0,1 2-7 0,0 3 10 0,1 2-2 15,1 3-2-15,-2 1 4 0,3 0 1 0,1 2-4 0,-3 3 0 16,2 3-9-16,1 1-4 0,-2 4 1 0,4-1-2 0,0 2 10 0,0 2-1 15,1 0-4-15,0 2-5 0,2-1-8 0,1 1 6 0,0 1 0 16,1 2 0-16,-1 0 3 0,3 0-3 0,1 1-6 0,3 0 4 0,0-1-3 16,2-1 8-16,1-1 8 0,2-2-19 0,1 1 16 0,2-1-12 0,2 0-2 15,3 3 15-15,0 1-18 0,1-1 9 0,0 0-6 0,-1 0 4 16,2 0 2-16,0 1-8 0,4 0 6 0,2 2-2 0,2 2 1 0,1 2-3 16,0 1 2-16,-1 0 0 0,4 4-1 0,-1-2 3 0,11-37 0 0,-3 10-4 15,3 1 6-15,-4 10-4 0,1-1 31 0,-1 10 8 0,0 2-7 16,0 9 3-16,0-1-38 0,1-1 1 0,3 1 6 0,0 0 0 0,2 0 0 15,3 1-2-15,0 0 0 0,2-2-2 0,0 1 5 0,2-1 1 16,1-2-2-16,2-2-4 0,0-1-2 0,1-1 6 0,0-2-5 0,3 0-5 16,2-1-24-16,-1 0-6 0,3 0 6 0,4 6 14 0,10 52 16 0,1-19-3 15,-3-18-1-15,-4-29 3 0,3-3 3 0,-1-2 7 0,-9-31-7 16,3 8 2-16,1-2-2 0,1 6-4 0,3-2 13 0,4 5-18 0,1 0 15 16,4 4-12-16,0-2-7 0,1-2 13 0,1-1-5 0,1-1 9 0,0 0 1 15,1-2-5-15,-1-2 7 0,2 1-3 0,0-2 0 0,-16-17-17 16,2 2 4-16,1 0-4 0,2 2 11 0,-1-1 9 0,5 1-10 0,0 1 6 15,1 1 3-15,3-1-2 0,0 3-3 0,2-1-8 0,3 2 0 16,1-1 9-16,3 1-12 0,0 0-4 0,3 1 7 0,1-1 3 0,1-1-3 16,0-1 25-16,1-1-14 0,1-1 27 0,0-1 12 0,1 0-28 0,0-3 13 15,0 1-25-15,2-1-14 0,-1-3 21 0,1 0-20 0,-1-1 3 16,1-1 16-16,1 0-9 0,-1-3 8 0,1 1-5 0,-1 0-8 0,0-1 5 16,0 0-8-16,1-1 5 0,-1-1 5 0,-1 0 9 0,1-1-10 0,0 0-1 15,0 0 6-15,1-2-4 0,-2 1 3 0,1-1-3 0,0-1 4 16,0-1 5-16,1-1 7 0,-2-1-16 0,1 0-4 0,0-1 4 0,0-1-2 15,0-1 19-15,0-1-2 0,0-1-19 0,-1 0 6 0,1-2-16 0,-2 0 16 16,2-1 19-16,-1-1-8 0,-1 0 7 0,-1-1-29 0,0 1 3 16,0-3-9-16,-1 0-8 0,-1-1 12 0,0 0-14 0,0-1 29 0,-2-2 3 15,0 0 8-15,0-2-9 0,-2 1-3 0,0-3 1 0,1 0-2 16,-2 1-1-16,0-3-6 0,0-1 10 0,-1 1 6 0,0-2-1 0,0 0-7 16,0-1-10-16,-2-1 10 0,2 1-3 0,1-4-11 0,33-23 5 0,-4 3-26 15,-7 0 11-15,-5 3 17 0,-5 1-7 0,-6 2 11 0,-3 1 5 16,-10 5 3-16,0-2 8 0,0-1-1 0,-1-2-2 0,-1-1-1 0,0 0-18 15,-1-1 11-15,-1 0 7 0,-1-1-9 0,3-7-1 0,20-34-8 0,-9 12 2 16,-8 8 1-16,-9 17 4 0,-2 0 1 0,0 0-4 0,0 0 17 16,-1-1-9-16,1-1-4 0,-2 1 1 0,-1-1-6 0,-1 0 16 0,1-2-8 15,-2-2-5-15,2-1-5 0,1-3 3 0,-1 0 0 0,1-2 0 0,0-2 5 16,-3 0-3-16,1-1-6 0,0-1 8 0,-2 1 8 0,0-2 1 16,0 0 8-16,0 0-2 0,-1 0-13 0,-1 0 6 0,-1 0 9 0,-1 1-5 15,0 0 3-15,-2 1-1 0,0 0-10 0,-1-4 5 0,-2-3 3 16,0 1-10-16,-2-3 8 0,-2 0-7 0,-1 3 9 0,-2-1-4 0,-1 1-10 15,-3 0 2-15,-1-1-8 0,-2-2-2 0,-2 0 4 0,0-1 12 0,-1 1 2 16,-1 1 0-16,0-1 6 0,-2-2-30 0,-1 0 20 0,0-3 2 16,0 2 4-16,0-1 16 0,0 1-28 0,-2-1-2 0,0-1 0 0,0-1 0 15,-1 0 0-15,-1 1 0 0,-2 1 0 0,2 2 0 0,-3-1 0 16,0 4 0-16,1 2 0 0,-2 0 0 0,1 1 0 0,0-1 0 0,-2 1 0 16,0 0 0-16,0 3 0 0,-2 1 0 0,-2-1 0 0,-3 1 0 0,-1-1 0 15,-1 0 0-15,-3 3 0 0,-2 0 0 0,-1 3 0 0,-3 2 0 16,-1 1 0-16,-2 3 0 0,-4-1 0 0,-2 1 0 0,-3 0 0 0,-2 0 0 15,-1 4 0-15,-1 2 0 0,-1 3-10 0,-3 1-12 0,-1 3-4 0,-1 1-10 16,-2-1 8-16,-1 2-29 0,-1 2-5 0,-1 1-9 0,1 3-8 16,1 3-8-16,1 2-10 0,-1 1-2 0,0 3-32 0,3 3-40 0,1 2-54 15,0 4-90-15,2 4-141 0,1 4-216 0,-1 3-340 0</inkml:trace>
  <inkml:trace contextRef="#ctx0" brushRef="#br0" timeOffset="-113630.16">8428 12998 1004 0,'4'21'612'0,"2"-2"-604"0,3 3 11 0,6-8 10 0,7-5 17 16,4-4 18-16,8-3 10 0,5-4 6 0,5-2-1 0,4-4-12 0,4-5-19 16,5-3-17-16,5-6-20 0,5-6-9 0,4-5-8 0,5-7 2 0,6-3-6 15,3-7-3-15,8-10 26 0,5-10-3 0,7-12 4 0,5-11-20 16,4-10-110-16,3-7-189 0,1-5-140 0,2-7-471 0</inkml:trace>
  <inkml:trace contextRef="#ctx0" brushRef="#br0" timeOffset="-112629.16">9055 15605 1849 0,'-8'0'398'0,"0"0"-249"0,0-1-57 0,3-2-19 15,3-1-4-15,2-2-16 0,3-3-4 0,3-2 7 0,4-4 18 16,4-3 36-16,6-4 5 0,5-5-9 0,4-3-12 0,6-3-28 0,6-1-9 16,7-5-19-16,6-3-6 0,5-3-14 0,6-2 12 0,6-2 16 0,5-4-6 15,4 1-5-15,4-2-20 0,4-2-22 0,3 0-1 0,6-1 1 16,2 0-3-16,4 1-1 0,4 0-36 0,2 1-95 0,3-1-154 0,3 1-269 15,6-1-481-15,4-7-80 0</inkml:trace>
  <inkml:trace contextRef="#ctx0" brushRef="#br0" timeOffset="13561.43">7756 12722 3339 0,'-19'-6'106'0,"3"2"-16"0,-1 0-53 0,5 2-24 16,4 2-13-16,3 0-9 0,1 0-15 0,2 1-15 0,2 1-17 15,0 0-15-15,1 0-26 0,2 2-26 0,0 1-18 0,0 3-18 0,2 0-14 16,0 2-17-16,1 3-21 0,1 0-42 0,-1 2-99 0,-1-1-217 0,1 3-238 16</inkml:trace>
  <inkml:trace contextRef="#ctx0" brushRef="#br0" timeOffset="13994.43">8580 13302 4095 0,'5'-2'0'0,"6"-2"0"0,8-4 0 0,10-2 0 16,9-4 0-16,7-2 0 0,8-1 0 0,2 0-8 0,3-1-24 15,0-2-2-15,-1 2-8 0,0 0 5 0,1-1 4 0,-1 1 1 0,1 1 9 16,-2-1 12-16,-1 0 5 0,-2 0 4 0,-1-4 4 0,2-2 0 0,3-1 2 15,3-4-4-15,1 1 3 0,0 1-1 0,-3-1-11 0,-4 2 16 16,0 1-7-16,-2 2 2 0,-4 1 2 0,-1 1-12 0,-4 3-9 0,-1 0 3 16,-3 3 20-16,-3 3 0 0,0 2 17 0,-3 0 1 0,0 1-15 15,-4 2 3-15,-3 1-2 0,-3 2-8 0,-1 2 0 0,-4 0-2 0,-1 2 4 16,-4 1-10-16,-2 2 0 0,-1 0 2 0,-3 1-6 0,-1 1 12 0,-2 0-4 16,-1 2-4-16,-3-1-1 0,0 2-7 0,-2-2-13 0,-1 1 6 15,-1 0-1-15,-1 1 5 0,-1 0-2 0,0 0-17 0,-2 0-21 0,-1 0-37 16,0 1-28-16,-1-2-27 0,-2 1-31 0,-1 0-26 0,0-2-54 0,0 1-93 15,-3-1-146-15,-1 0-467 0</inkml:trace>
  <inkml:trace contextRef="#ctx0" brushRef="#br0" timeOffset="17679.95">6127 3831 1830 0,'-20'-13'35'0,"2"3"0"0,-2-2-15 0,11 4-16 0,3 3 0 0,3 1 1 16,0 1-5-16,2-1-3 0,-1 0-3 0,3 1-4 0,0 0 0 15,1 0 1-15,0 2 1 0,0 0 2 0,-1 1 10 0,0 0 5 0,-2 0 8 16,1 1 2-16,0-1 5 0,-1 0-1 0,1 0 8 0,-1 0 3 0,1 0 9 16,0 0 2-16,-2 1 2 0,2 0 0 0,0 1-6 0,-1 0 7 0,2 2 5 15,0 1 1-15,-1 2 4 0,3 3 0 0,-1 2 2 0,3 2 4 16,2 1-8-16,0 5-2 0,3 2 5 0,2 3-2 0,1 4 4 0,4 3 2 16,1 3-12-16,3 3-11 0,3 2-3 0,2 4-9 0,1 1-9 15,2 2-6-15,1 0-4 0,-1 2-6 0,2 1 1 0,-2 0-10 0,0 2 6 16,1 0 2-16,0 0 4 0,-1-2 6 0,-1-1-5 0,-3-2-2 0,-1-2 3 15,-1 0-5-15,-2-2 2 0,0-3 4 0,0-2-2 0,-2-1 4 16,0 0 5-16,-1 0-5 0,-1-3-9 0,-1 1 3 0,-2-2-8 0,0-3 6 16,-3 3 5-16,-2-2-7 0,0 2 1 0,-3 0-11 0,0 1 6 0,-2-4-17 15,-2-2-25-15,-2-3-49 0,-2-1-45 0,-2 2-42 0,-2-2-48 16,-1-1-25-16,-2-1-50 0,0-5-55 0,-1 0-70 0,-3-2-432 0</inkml:trace>
  <inkml:trace contextRef="#ctx0" brushRef="#br0" timeOffset="19162.49">6764 3689 2057 0,'-16'-3'86'0,"2"2"-10"0,-3 2-15 15,7 4-17-15,4 2 1 0,2 5-8 0,1 4 6 0,3 3-6 16,1 5-10-16,3 5-7 0,4 5-12 0,2 6-5 0,3 4-1 0,2 3 2 16,2 3 7-16,1 1 5 0,2 3-1 0,1-1-4 0,3-1-2 0,1 0-1 15,3-1-4-15,1-2 0 0,2 1-8 0,3-4 8 0,2-2 1 16,3-6-2-16,1-2 9 0,1-6-8 0,0-4 4 0,1-5 1 0,1-4-1 15,-1-3 0-15,0-3-2 0,0-1 2 0,-1-3 7 0,-3-4 6 16,0-4 10-16,-3-3 6 0,-3-4 1 0,-2-4 2 0,0-4 2 0,-4-4-1 16,3-7-4-16,-2-4-6 0,0-8-14 0,-2-2 2 0,-1-6-6 0,-2-3-5 15,-4-2 4-15,-1-2-8 0,-4 1-2 0,-3-2-2 0,-4 0 3 16,-4 0 4-16,-5-1-2 0,-4-1 2 0,-4 1-1 0,-3 0 6 0,-5 0 2 16,-2 1 3-16,-6 3 3 0,-3 2 5 0,-4 5 7 0,-1 1 2 0,-2 5 5 15,-3 4-12-15,-2 4-3 0,-5 7-4 0,-4 7-13 0,-4 4-1 16,-4 8-5-16,-1 5-1 0,-2 5 0 0,-3 7 8 0,3 4 1 0,2 7-4 15,4 5 1-15,5 4-2 0,5 3-4 0,5 3-2 0,5 2-2 0,5 5-7 16,3 2 0-16,5 3-14 0,2 4-8 0,5 1-30 0,4 3-60 16,3 2-45-16,4 1-64 0,2 1-61 0,5-1-25 0,4 0-85 0,5-3-105 15,7-3-355-15</inkml:trace>
  <inkml:trace contextRef="#ctx0" brushRef="#br0" timeOffset="19495.64">8199 3416 3314 0,'-1'0'39'0,"2"3"-26"0,4 4-13 15,6 7-7-15,5 5 1 0,5 8 3 0,2 5 1 0,7 7-7 0,4 5 0 16,5 7-4-16,1 5-15 0,2 5-15 0,0 4 4 0,-1 1-9 16,-1 0 1-16,1-3 7 0,-2-1-12 0,-2-5 6 0,-1-5 3 0,-2-5 0 15,1-5 11-15,-1-8 7 0,-1-5 10 0,-1-7 12 0,-1-6 3 16,3-5 8-16,-2-5 8 0,1-4 8 0,-1-5 16 0,-1-4 11 0,-2-4 10 15,1-5-2-15,-3-2 2 0,1-5-10 0,-2-2-9 0,-1-2-3 0,-1-5-14 16,-1-5-1-16,-1-5-6 0,1-5-15 0,-2-3 3 0,-2-2-12 16,-1-1-3-16,-5-1 6 0,-2-3-4 0,-5 1-1 0,-5-1-2 0,-5-2 4 15,-5 0-3-15,-5-1 4 0,-5-1 1 0,-6 2-1 0,-3 2 7 16,-5 3 1-16,-3 5 3 0,-4 4-5 0,-5 4-2 0,-2 3-7 0,-4 6 3 16,-3 5-4-16,-3 6-3 0,-3 6 6 0,0 5 5 0,0 6 11 0,3 6 13 15,3 5 3-15,3 5-7 0,7 3-13 0,4 5-12 0,4 4-13 0,5 5-10 16,3 7-14-16,4 4-12 0,3 4-27 0,2 4-40 0,5 3-36 15,2 2-55-15,4 3-47 0,3 2-37 0,4 1-67 0,3 0-85 0,4 0-390 16</inkml:trace>
  <inkml:trace contextRef="#ctx0" brushRef="#br0" timeOffset="19828.81">9508 3200 3642 0,'1'3'24'0,"2"4"-35"0,4 8-17 0,6 7 0 16,5 4 5-16,7 6 17 0,6 3-10 0,5 3-14 0,4 2-35 16,2 2-31-16,0 2-23 0,2-1-6 0,1-1 12 0,1-4 18 0,-2-5 21 15,-1-4 20-15,-4-5 16 0,-2-5 13 0,-4-3 14 0,-1-7 1 0,-2-2 10 16,-3-5 7-16,0-5 1 0,-1-3 13 0,2-3 0 0,-2-4 6 16,0-5 7-16,-2-4-2 0,-2-3 10 0,-1-5 2 0,-2-3-2 0,0-5 5 15,-2-5-11-15,-2-2-7 0,-1-2-6 0,-2 0-6 0,-3-2-1 16,-1 1-11-16,-3 0 9 0,-3 2-5 0,-3-1-4 0,-4 2 11 0,-3 0-16 15,-4 2 6-15,-3 0 1 0,-3 1-4 0,-4 2-5 0,-5 1 1 0,-3 5-1 16,-3 3-2-16,-6 3 3 0,-3 3-6 0,-1 4-9 0,-4 3-9 16,-3 6 1-16,-5 4-8 0,-6 6 11 0,-4 5 6 0,-4 4 4 0,0 5 10 15,0 2 2-15,3 1 6 0,4 4 0 0,4 0-9 0,5 3-10 16,5 3-13-16,3 4 1 0,6 3-17 0,3 2-15 0,6 3-34 0,3 1-51 16,5 1-36-16,5 1-32 0,5 2-11 0,6 2-13 0,4 2-30 0,6 0-56 15,5 0-341-15</inkml:trace>
  <inkml:trace contextRef="#ctx0" brushRef="#br0" timeOffset="20178.3">10798 2403 2756 0,'-1'0'233'0,"3"2"-236"0,4 5-31 0,5 7 0 16,5 6 9-16,6 4 10 0,4 3 8 0,2 4-10 0,2 2 2 15,-1 4-5-15,2 4 2 0,-3 3 15 0,2 0-2 0,0 3 6 0,0-2-1 16,-1-1 2-16,0-3 0 0,-1-3-7 0,0-6 1 0,-2-5 6 16,1-4-5-16,0-4 3 0,-2-3-2 0,4-3 0 0,-1-3-4 0,2-5 4 15,0-3-1-15,1-3 1 0,0-3 4 0,1-4 8 0,-2-4 5 0,-2-5 8 16,-2-3 5-16,-2-3 1 0,-2-5-3 0,-1-3-4 0,0-6-3 16,-1 0-5-16,-3-3-8 0,-1-2 1 0,-2 2-7 0,-3-2-5 0,-4-3 0 15,-2 1 7-15,-3 0 1 0,-5 0 2 0,-4 0 0 0,-5 0-15 0,-4 2-5 16,-4 0-6-16,-4 4 1 0,-5 2 3 0,-1 1-6 0,-4 2-9 15,-4 1-8-15,-4 4-11 0,-6 4-3 0,-3 4 9 0,-1 5 10 0,0 4 21 16,2 3 10-16,2 4 9 0,4 5-3 0,2 2-13 0,3 5-7 16,1 4-20-16,3 1-12 0,1 5-10 0,3 5-15 0,-1 2-8 0,4 7-14 15,1 1-26-15,3 3-19 0,2 0-29 0,3 2-61 0,3 2-93 0,2 1-468 16</inkml:trace>
  <inkml:trace contextRef="#ctx0" brushRef="#br0" timeOffset="20480.3">12019 1934 3344 0,'12'-2'31'0,"2"3"-25"0,29 6-41 16,15 8 6-16,8 8-5 0,0 3 0 0,-3 2 2 0,1 0-36 16,-2 3-25-16,0 0-40 0,-2 2-17 0,-3 2 18 0,-3 1 30 0,-3-2 43 15,-3-2 34-15,-4-5 20 0,-4-2 8 0,-4-5 4 0,-3-2 5 0,-5-2 5 16,-1-4 14-16,-5-4 17 0,-1-3 12 0,-1-2 19 0,-2-3 7 15,0-2 7-15,-1-3 3 0,-2-2-11 0,0-3-7 0,-3-3-22 0,2-3-24 16,-3-3-10-16,-1-2-17 0,-2-4-1 0,-2-3-6 0,-3-3 0 0,-3-2-2 16,-3-3-3-16,-5 0 9 0,-3-2-4 0,-7-1 6 0,7 19 5 15,-5-6 1-15,-2-3 7 0,-6-5 1 0,-4-3-6 0,-7-8-3 0,-4 0-11 16,-8-7-10-16,-5 0-4 0,-4 0-10 0,-5 2 7 0,-2 4 3 16,-3 5 9-16,0 4 10 0,1 7 10 0,2 5 1 0,2 8-9 0,3 5-5 15,3 8-16-15,5 6-10 0,3 6-24 0,3 7-32 0,0 7-39 0,2 9-58 16,1 5-68-16,2 7-53 0,1 8-42 0,1 7-60 0,-30 65-157 15,13 0-136-15</inkml:trace>
  <inkml:trace contextRef="#ctx0" brushRef="#br0" timeOffset="21111.3">10611 3713 3567 0,'-13'-10'107'0,"1"1"-71"0,-2 0-42 15,5 5-18-15,3 2-10 0,4 1-10 0,2 0-1 0,2 2-7 16,2 2-12-16,2 2-24 0,2 3-23 0,1 2-21 0,3 6-26 0,3 2-5 16,0 1-15-16,1 2-32 0,-1 2-30 0,1-2-56 0,-2 1-84 15,0 1-252-15,-4-2-27 0</inkml:trace>
  <inkml:trace contextRef="#ctx0" brushRef="#br0" timeOffset="21495.3">13751 1567 4003 0,'-4'-5'12'0,"-1"1"-10"0,-1 1-59 0,0 1-57 0,0 2-39 15,1 4-14-15,2 6 44 0,3 4 23 0,8 10 4 0,3 5-10 0,5 7 5 16,3 3 7-16,3 3 14 0,5 8 14 0,24 36 12 0,-6-11 20 0,-8-15 14 15,-7-22 12-15,-3-4 0 0,2-5-8 0,-2-2-9 0,2-7 1 16,0-3-3-16,-1-6-1 0,2-5 12 0,0-5 8 0,0-5 15 0,2-6 11 16,-2-5 12-16,0-5 7 0,-1-5-1 0,-2-6-5 0,-1-6-13 15,-2-6-27-15,-12 18 0 0,2-7-15 0,0-3-15 0,-1-7 6 0,-1-1-14 16,1-10 10-16,-4-2 7 0,-1-8 18 0,-4-2 12 0,-5-1 21 0,-6 0 18 16,0 32 38-16,-1-3-3 0,-3 1-15 0,-3-5-21 0,-1 1-53 15,-5-2-24-15,-2-1-20 0,-2 1-23 0,-4 2-3 0,-2 0 9 0,-5 5 35 16,-2-1 34-16,-3 8 14 0,-5 2 2 0,-1 8-18 0,-5 2-25 0,-1 8-59 15,-2 9-102-15,-2 8-198 0,-5 14-651 0</inkml:trace>
  <inkml:trace contextRef="#ctx0" brushRef="#br0" timeOffset="22627.82">3179 6435 1150 0,'-27'10'479'0,"4"4"-454"0,-3 4 30 0,13-1-13 15,9-4-15-15,4 2-8 0,4 1-2 0,3-1-5 0,3 0 2 16,3 0-2-16,5 1-2 0,1-1 0 0,3-1-2 0,1 0-3 0,2-2-2 15,2-1 1-15,0 0-1 0,3-2-3 0,-2-1-3 0,1-1 2 0,-1-2-1 16,-1 0 8-16,0-1-3 0,2 0-2 0,-1-1-1 0,-1 0-4 16,2 0 5-16,-1-1 3 0,2-1 0 0,0-1-1 0,1-2-1 0,0-2 0 15,3-1-4-15,0-2-4 0,1-2-2 0,1-2-8 0,-1-1 2 16,3-4-1-16,-2-1-7 0,0-2-4 0,-2-1-5 0,-4-2-11 0,-3-2 2 16,-2-4-5-16,-4-2 7 0,-1-1 6 0,-4-2 12 0,-3 1 21 15,-1 1 3-15,-4 0 7 0,-2 2 3 0,-3 0-7 0,-3 1 7 0,-2 4 1 16,-2 3 3-16,-3 3 1 0,-1 1 4 0,-2 4 0 0,0 2 3 0,-3 3 6 15,0 2 7-15,-1 4 11 0,1 2 4 0,2 2 1 0,-1 4-4 16,0 1-6-16,2 3-4 0,0 2 4 0,2 2 0 0,2 0-6 0,0 3 3 16,2 2-3-16,3 0-6 0,1 1-6 0,3 2-3 0,2 0-10 0,2 1-2 15,1-1-7-15,4-1-11 0,0 1 9 0,3 1-5 0,1-1 6 16,2 2 3-16,2-1-8 0,1 1-1 0,0 0-1 0,2-2-2 0,0 1 1 16,0 1-4-16,2-1 5 0,-1 4 0 0,1 0-5 0,1 2 10 0,3-1-5 15,0 1-2-15,4-1 5 0,1 4-7 0,3 5 2 0,1 5-6 16,3 5-8-16,1 5-10 0,0 3-28 0,0 5-38 0,2 5-26 0,-1 3-30 15,-2 3-8-15,-2 2 23 0,-5-3 13 0,-6-2 32 0,-7-6 39 0,-7-8 27 16,-6-8 28-16,-6-8 33 0,-7-5 23 0,-4-3 21 0,-5 0 16 16,-4-1-7-16,-4 3-4 0,-6-1-14 0,-2 0-6 0,-5-4 5 0,-5-5-2 15,-2-5 10-15,-1-4 5 0,-2-5-4 0,1-6 1 0,1-5-9 16,0-6-6-16,3-7-2 0,1-5-12 0,1-11-11 0,3-6-10 0,2-7-15 16,3-8-10-16,3-5-7 0,6-4-4 0,5-4-6 0,8 0-2 0,8 2-1 15,7 5-7-15,6 6 1 0,6 4 2 0,1 6 0 0,5 4 0 16,1 3 2-16,4 5-3 0,1 1-10 0,3 3-10 0,2 1-29 0,5 3-27 15,1 2-40-15,3 3-60 0,3 1-84 0,0 4-110 0,1 2-458 0</inkml:trace>
  <inkml:trace contextRef="#ctx0" brushRef="#br0" timeOffset="23077.82">5021 8825 3276 0,'-15'8'27'0,"-1"5"0"0,2 8-14 0,6 7 7 0,18 4-30 15,11 1-4-15,8 2 9 0,4-3-21 0,5-4-15 0,6-4-21 16,3-2-33-16,3-4-46 0,2-3-30 0,-1-2 3 0,-1-3 18 0,-1-4 39 15,-4-5 28-15,-3-3 25 0,-3-5 20 0,-6-4 12 0,-2-3 17 0,-6-1 6 16,-2-4 6-16,-4-4 6 0,-5-3 1 0,-1-6-3 0,-3-4-2 16,-3-2-7-16,-1-4-2 0,-2-2-5 0,-2-2 0 0,-2-1-1 0,-1-1-3 15,-2 2 2-15,-1 2 0 0,0 1 6 0,-1 4 6 0,0 4 3 16,0 5 7-16,1 6 4 0,1 4 1 0,1 3 8 0,0 5-1 0,1 3-2 16,2 4-5-16,1 2 0 0,1 3 2 0,1 1-1 0,3 4 2 0,3 2 4 15,2 5-1-15,3 5 0 0,3 4-2 0,2 3-8 0,3 5-4 16,2 4-4-16,2 4-4 0,0 1 0 0,-1 2-1 0,-1 2-1 0,2 1-4 15,-2 0-2-15,2 3 5 0,-1 1 0 0,-3 1 5 0,-1 2 5 0,-4 1 3 16,-4 1 3-16,-3 1 4 0,-6-1 4 0,-3-2 10 0,-4 0 5 16,-5-1 13-16,-2-4-3 0,-5 1-7 0,-3-2-17 0,-3-2 4 0,-3 1-6 15,0-5-2-15,-3-2 7 0,1-3-7 0,0-7 0 0,0-3-8 16,0-6-2-16,1-5-6 0,0-5-14 0,0-6-22 0,0-3-27 0,0-5-28 16,1-5-23-16,4-4-12 0,1-6-22 0,2-4-32 0,3-6-72 0,3-3-110 15,3-2-204-15,4-6-126 0</inkml:trace>
  <inkml:trace contextRef="#ctx0" brushRef="#br0" timeOffset="23245.82">6139 8912 3171 0,'-9'-4'263'0,"4"1"-179"0,-2 0-37 0,6 1-49 0,4 0 17 16,3-1 4-16,4-2 1 0,5-1 1 0,2-3-25 0,4-1-15 0,1 0-9 15,3 0-7-15,0-2-15 0,2 2-17 0,-1-2-22 0,2 0-24 16,-2 0-22-16,-2 0-18 0,-1 0-9 0,-2 0-7 0,1-1-7 0,-3 0-16 15,-2-1-33-15,-2 1-57 0,-2-2-60 0,-1-3-60 0,-2-2-316 0</inkml:trace>
  <inkml:trace contextRef="#ctx0" brushRef="#br0" timeOffset="23428.82">6543 8275 2106 0,'-6'5'221'0,"1"2"-128"16,0 3-52-16,4 1-28 0,4 1 4 0,1 0 14 0,3 1 2 0,1 4 4 15,1 2-9-15,1 2-8 0,3 4 0 0,1 3 1 0,2 2-3 0,1 2 5 16,4 3-3-16,1 2-1 0,1 1-4 0,2 0-3 0,-1 0-7 16,2 2-9-16,0-1-2 0,-2 2-11 0,2-2-6 0,-3-2-8 0,0-1-14 15,0-3-24-15,-2 1-34 0,1-4-52 0,-2-3-52 0,-3-4-76 16,0-3-103-16,-1-1-590 0</inkml:trace>
  <inkml:trace contextRef="#ctx0" brushRef="#br0" timeOffset="23645.82">6592 8235 2943 0,'-8'-7'46'0,"4"-1"-37"15,0-4-33-15,6-2-2 0,5-5 20 0,5-3 14 0,4-1-13 0,3-2-3 16,5 2-6-16,2 0-15 0,4 2 2 0,-1 2-4 0,2 1-7 16,0 3 6-16,1 2 1 0,-2 4 5 0,1 2 8 0,-2 2 7 0,0 2 3 15,-3 2 5-15,-3 3-7 0,-3 3-3 0,-2 1-5 0,-5 2-4 0,0 3-4 16,-3 2-2-16,-3 3-7 0,-1 3-5 0,-3 2-4 0,-3 5-17 15,-3 3-26-15,-4 3-18 0,-3 4-16 0,-4 2-6 0,-2 1 17 0,-2 2 6 16,-3 0 12-16,0 0 21 0,-1-2 8 0,2-1 12 0,1-5-8 16,6-3-40-16,1-5-62 0,2-3-97 0,2-5-359 0</inkml:trace>
  <inkml:trace contextRef="#ctx0" brushRef="#br0" timeOffset="23930.82">7516 8194 2478 0,'-2'3'47'0,"1"0"-66"0,-1 0-23 0,2-1 8 16,0-2 20-16,0 0 11 0,0 0-3 0,0 0-11 0,0 0-10 0,-1 0-14 15,-3 1-2-15,-2 0 5 0,-2-1 10 0,-4 0 14 0,0-1 5 0,-2-2 2 16,-4-1-2-16,0-2 2 0,-1-2 5 0,-1-1 5 0,-1-1 4 15,2-1 7-15,-2-1 8 0,0-2 0 0,1-1 3 0,1-1-1 0,1 1-6 16,3 0-3-16,2 2-3 0,3 0-5 0,1 2-1 0,2 2-3 16,2 0-4-16,1 1-4 0,1 1-8 0,2 1-11 0,1-1-6 0,2 1-7 15,1-1-2-15,1 1-4 0,3-2-11 0,1 0-7 0,3-1-18 0,1 2-38 16,0 0-51-16,3 0-61 0,0 0-55 0,3 1-46 0,0 0-277 16</inkml:trace>
  <inkml:trace contextRef="#ctx0" brushRef="#br0" timeOffset="24311.82">7799 7845 2913 0,'-4'-2'71'0,"2"0"-69"0,0-1-51 16,4-1-2-16,4-1 16 0,1-2 23 0,2-3 2 0,2-1-11 0,0-2-16 15,1 2-10-15,0-1-4 0,-1 0 0 0,-1 1 6 0,-1 0 1 0,-1 1-1 16,0-2 0-16,-1 0 5 0,-1-1 6 0,-3 1 7 0,0 1 9 16,-1 0 16-16,-2 1 13 0,0-1 7 0,-1 0 15 0,0-2-7 0,-2 2 0 15,1-1 1-15,-1 1-2 0,0 1 4 0,1 1-2 0,-1 1 0 16,0 2-6-16,0 0-4 0,0 1-4 0,1 0-10 0,2 1 0 0,0 0-11 15,-1 1-4-15,2-1-8 0,-1 0-7 0,1 0-4 0,2 0-5 0,1 0 2 16,1-1 1-16,1-1 2 0,1 1 3 0,0-2-6 0,1 1 4 0,0 0-1 16,1 1 5-16,0 0 7 0,1 0 0 0,-1 1 3 0,1-1-6 15,0 1-6-15,0 0-12 0,0 1-17 0,-1 0-27 0,1 1-40 0,-2-1-34 16,-1 0-49-16,1 0-43 0,-2 1-39 0,0 0-369 0</inkml:trace>
  <inkml:trace contextRef="#ctx0" brushRef="#br0" timeOffset="24511.82">7946 7824 2349 0,'-3'7'168'0,"1"0"-124"0,1 2-64 0,4 0-15 0,3-1 12 16,2-2 6-16,1-1 4 0,4-2-8 0,1 1-8 0,3-2-10 0,-1-1-4 16,2-1-7-16,0-1-3 0,-1-1 6 0,-1-2 2 0,1-1 5 15,0-2 10-15,-1-1-2 0,1-1 1 0,-1 0 2 0,0-2-7 0,-1 0 0 16,2-1-6-16,-2 0-8 0,1 0 2 0,-3-2-3 0,1 0 3 15,0 1 2-15,1-1-3 0,-1 1-8 0,2-1 1 0,1-2-9 0,0 0-16 16,0 3-26-16,1-1-35 0,-1 1-45 0,0 0-50 0,0-1-238 0</inkml:trace>
  <inkml:trace contextRef="#ctx0" brushRef="#br0" timeOffset="25146.82">8323 7035 2122 0,'-26'1'1181'15,"5"2"-1123"-15,-2 3-16 0,8 2-41 0,5 2-4 0,4 0 1 0,2 0-2 0,3 2-5 16,2 2-7-16,3 4 1 0,3 5-1 0,2 4 3 0,3 6 6 0,1 1 2 16,2 6-1-16,1 1 6 0,1 1-1 0,1 2-3 0,2-1 0 0,0 0-5 15,0 2 2-15,2 0-12 0,-1 1-6 0,0-1-13 0,2-2-16 16,-2-2-18-16,0-4-24 0,0-3-32 0,0-4-37 0,0-4-30 0,0-3-20 15,1-2-11-15,-2-3-6 0,1-5-30 0,0-6-49 0,-3-6-55 0,2-5-285 16</inkml:trace>
  <inkml:trace contextRef="#ctx0" brushRef="#br0" timeOffset="25528.82">8637 6748 2847 0,'-37'-12'588'0,"6"1"-578"15,-2-2-16-15,14 3-23 0,11 1-9 0,4-1 12 0,3-1 3 16,4-2 7-16,3-1 1 0,5-1-3 0,3 1 6 0,3 0 5 0,1 2 0 15,1 1-2-15,3 2 5 0,0 3-1 0,2-1-4 0,1 0 5 0,-1 1 1 16,2 0-4-16,-1 2-2 0,1 0-11 0,0 2-2 0,-1 1-5 16,-1 2-8-16,-1 2-4 0,-1 2-3 0,0 3-7 0,-1 3-7 0,-1 3 4 15,0 4-1-15,-4 5 6 0,-1 4 13 0,-5 7 11 0,-2 2 5 16,-3 4 12-16,-2-1 6 0,-2 0 10 0,-3 1 8 0,-3 1 6 0,-2 0-9 16,-1 1 13-16,-2 2 10 0,-1-1 3 0,0 2 21 0,-1 0-4 0,2-2-7 15,1-2-3-15,3 1-6 0,2-3-10 0,4-2-8 0,1-2-13 16,3-5-1-16,2-1-12 0,2-3-3 0,5-2 0 0,1-2-11 0,2-4-5 15,2-1-12-15,1-3-12 0,1-2-17 0,2-4-20 0,2 0-20 0,1-4-27 16,0-3-17-16,1-4-16 0,2-4-15 0,0-4-22 0,3-5-52 16,-1-6-60-16,2-5-55 0,-1-7-397 0</inkml:trace>
  <inkml:trace contextRef="#ctx0" brushRef="#br0" timeOffset="25845.82">9654 6457 2943 0,'-14'5'118'0,"1"1"-55"0,-1 3-51 0,6 2-15 0,5 1 13 16,2 0 6-16,2 4 7 0,2 3-4 0,4 3-4 0,2 7-10 0,3 2 2 15,2 7-3-15,0 2 1 0,2 0 0 0,2 2-5 0,1-1 0 16,0-2 0-16,2 1-2 0,2-2-15 0,0-1 6 0,3-4-16 0,-1-2-4 16,1-5 5-16,0-2-15 0,-1-6 7 0,1-1-1 0,-1-3 13 0,0-4 0 15,-1-3 8-15,-3-4 9 0,-1-5 5 0,-1-3 10 0,-3-4 9 16,0-3 10-16,-2-4 4 0,-2-2 3 0,-2-7-3 0,-1-3-13 0,-1-7 4 15,-2-3-5-15,-1-5-10 0,-1-2 0 0,-1 0-21 0,-2 0-4 0,-2-1 7 16,-3 2 4-16,-3 1 5 0,-1 0 2 0,-4 2 6 0,-3 2 3 16,-5 1-4-16,-5 1 7 0,-1 2-14 0,-4 4 9 0,0 4 12 0,-3 3 1 15,0 5 10-15,-2 4-7 0,1 5-2 0,0 4-7 0,-2 5-3 16,2 4-6-16,0 4-7 0,3 5-5 0,-1 4-2 0,4 4-8 0,0 3-12 16,5 5-3-16,3 4-8 0,4 5-11 0,4 2-11 0,4 3-29 0,1 1-46 15,2 2-34-15,2 1-36 0,2 1-32 0,1-3-16 0,3-2-19 16,1-2-43-16,1-1-40 0,3-3-419 0</inkml:trace>
  <inkml:trace contextRef="#ctx0" brushRef="#br0" timeOffset="26147.82">10639 6385 1986 0,'6'4'800'0,"5"3"-715"0,5 5-52 16,6 4-34-16,1-1-1 0,3 0-3 0,1 0-3 0,3-3-13 0,-1-1-15 15,3-2-17-15,-1-3 2 0,0-1-3 0,-2-3 11 0,-3-3 21 0,-1-2-1 16,-3-3 15-16,0-1 10 0,-2-3 3 0,-4-3 9 0,-1-1 4 16,-3-3 4-16,-3-1-1 0,-2-3-3 0,-3-2 1 0,-3 0-3 0,-2-3 10 15,-2-1 9-15,-5-2-7 0,-1 1 7 0,-4-1-5 0,-4 2-2 16,-3-2-1-16,-4 2 0 0,-4-1-5 0,-1-1-3 0,-4 3 5 0,-2-1-3 16,0 4 1-16,-2 2 1 0,0 2-6 0,-1 5 1 0,-1 1-4 0,-1 4-7 15,0 3 8-15,1 2-2 0,0 2-12 0,1 4 6 0,2 3-14 16,1 3-7-16,3 3 2 0,2 3-9 0,1 4-5 0,2 3-2 0,2 4-10 15,1 5 1-15,3 1-3 0,2 4-5 0,4-1 1 0,3 2-7 0,3 1-19 16,4 0-27-16,2 2-36 0,3-3-47 0,3 1-22 0,2-4-15 16,3 0-7-16,4-4-22 0,5-3-41 0,2-6-84 0,3-3-220 0</inkml:trace>
  <inkml:trace contextRef="#ctx0" brushRef="#br0" timeOffset="26444.82">11354 5820 2286 0,'15'3'110'0,"4"1"-68"16,7 0-44-16,3 2 2 0,0-1 2 0,3-1 0 0,3-2-4 16,-1 0-7-16,1-1-5 0,-3 0-1 0,-1-1-2 0,-2-1 11 0,-1-1 6 15,-3-1 3-15,-1 0 9 0,-2-1 2 0,-3-1 7 0,-2 0 10 16,-3-3 6-16,-1 0 3 0,-3-2 5 0,-1-1 3 0,-1-1 1 0,-2 1 1 16,-1-3-4-16,-2-1-3 0,-3-1-3 0,-2-1-10 0,-3-2-12 0,-4-1-2 15,-3 0-11-15,-4-1-5 0,-6-1 1 0,-3 2-4 0,-3-2 5 16,-2 1-2-16,0 1 1 0,-2-1 8 0,1 1-4 0,-2 2-2 0,-1 0 2 15,-1 3-3-15,-1 1-5 0,0 2 8 0,1 5-2 0,-1 1 4 0,0 4-2 16,1 3 0-16,0 4-3 0,1 3 0 0,2 4-1 0,1 4-11 16,3 4 3-16,1 2-15 0,3 3-7 0,5 1-6 0,2 1-22 0,3 3-28 15,3 0-33-15,5 3-39 0,1 0-26 0,4-1-14 0,3-2 9 16,4-1 12-16,2-5-9 0,5-2-12 0,2-5-30 0,2-3-13 0,2-6 8 16,3-6-51-16,3-4-17 0</inkml:trace>
  <inkml:trace contextRef="#ctx0" brushRef="#br0" timeOffset="26711.82">11740 5380 365 0,'28'-21'185'0,"4"1"-33"0,8-4-10 0,-4 4-6 16,-4 6-9-16,-1 2-7 0,2 1-15 0,-1 3-9 0,1 3-15 16,-2 2-17-16,2 4-6 0,-1 2-2 0,1 2-4 0,1 2-1 0,-2 2-7 15,0 1-1-15,-2-1-2 0,1 2 2 0,-2-2-6 0,1 1 1 16,-1-1-4-16,0-1 1 0,0-2 6 0,0-2-6 0,0 0-3 0,-2-3-5 16,1-1-6-16,-2-2 1 0,-1-2 7 0,-2-1-4 0,-1-3 7 0,-2 0 11 15,-2-1 0-15,-1-2 10 0,-1 0-1 0,-1-2-1 0,-3-1-6 16,1-1-2-16,-2-1 3 0,-2 1-8 0,-1-2-2 0,-1 0-1 0,-3-1-8 15,-2 0-9-15,-2 0 11 0,-2 0-5 0,-3 1 6 0,-4-1 5 0,-4-1-10 16,-3-1 0-16,-2 2-6 0,-5-1-2 0,-2 1-6 0,-2 1-6 16,-3 1-9-16,-3 0-1 0,-4 1-5 0,-1 3-8 0,-3 0-1 0,-1 1-3 15,1 3 3-15,2 1 5 0,1 3-1 0,3 2-6 0,2 2-11 16,2 3-20-16,2 1-12 0,1 3-36 0,0 1-36 0,3 2-32 0,2 2-36 16,3 1-4-16,2 3 0 0,3 3 2 0,4 0-10 0,3 1-20 0,4 1-27 15,2 0-338-15</inkml:trace>
  <inkml:trace contextRef="#ctx0" brushRef="#br0" timeOffset="26961.82">12913 4588 2279 0,'25'-8'124'0,"5"0"-69"0,12-3-44 0,1 2-11 0,-1 1 8 16,5-1 1-16,2 1-1 0,2 0-3 0,0 1-10 0,0 2-1 0,0 0-2 16,0 1 0-16,-2 1 7 0,-1-1 2 0,-2 1-1 0,-2 0-1 0,0-1 8 15,-2-1 3-15,-2-1 7 0,1-3 3 0,-4-1-6 0,-1-2 7 16,-3-1 7-16,-3-3 11 0,0-1 11 0,-2-2 5 0,-3 0 7 0,0-3 1 15,0-1 0-15,-1-2-6 0,-2-2-2 0,-3-2-8 0,-2-4-4 0,-2-1-2 16,-3-3-3-16,-5-2 5 0,-3 1-2 0,-3-2 6 0,-5 0-2 16,-3-1-3-16,-7-3 4 0,-6 0 2 0,-7 0-5 0,-6 2-4 0,-6 0-9 15,-5 5-9-15,-2 1-3 0,-3 5-12 0,-3 2-6 0,-5 3-19 16,-2 3-18-16,-6 5-10 0,-3 4-22 0,-5 6-10 0,-3 8-14 0,0 9-16 16,1 8-1-16,5 8-23 0,4 7-38 0,5 6-56 0,2 7-79 0,3 7-73 15,4 7-101-15,1 9-479 0</inkml:trace>
  <inkml:trace contextRef="#ctx0" brushRef="#br0" timeOffset="27462.82">9060 5615 2508 0,'-5'-9'80'16,"1"0"-30"-16,2-4-16 0,7-1-7 0,4-3 3 0,8-4 4 16,6-1 9-16,6-6-2 0,8-2-2 0,8-3-7 0,7-3-8 0,8-3-11 15,7 1-8-15,5-2-1 0,6-1-11 0,1-1-15 0,3 1 3 0,2-2-33 16,2 1-46-16,0 0-28 0,1-1-53 0,1-2-32 0,1 3-29 16,1-2-74-16,0 0-94 0,0 1-463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31T11:28:39.7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5183 7156 774 0,'-13'-1'153'0,"1"1"-110"0,2 0-4 0,5 3-8 0,3 0-9 16,2 0-6-16,0 0-2 0,2 0-1 0,0 1-6 0,2 0-2 16,1 2-1-16,2 1-4 0,2 0 3 0,3 1-3 0,1-1 0 0,1 2 2 15,0 0-1-15,2 0 1 0,2 1 2 0,-1 0-3 0,-1 0-4 0,0-1 5 16,0 0-5-16,-2-1 4 0,1-1-3 0,1 1 0 0,0 0 5 15,-1 0 4-15,3 0 12 0,1-1 15 0,0-1 7 0,1 1 7 0,1-2 1 16,1 0-9-16,1-1-1 0,1 0-7 0,1-1 0 0,1 1-2 0,1-1 0 16,3-1 0-16,0 0 0 0,3-1-1 0,1 0-5 0,2-1 3 15,0 0-4-15,2-1-3 0,1 1-1 0,0-1-4 0,1 1-4 0,0-1-1 16,1 1-3-16,0-1 1 0,0 0-4 0,1 0-6 0,0 0 5 16,-2-1-3-16,1 0 5 0,0-1 2 0,-2 1-4 0,2-1-1 0,1 1 2 15,-2-1 0-15,-1 0 0 0,1-2 0 0,-5 2 0 0,1-2-1 0,0 0 0 16,-1-2 2-16,0 1-5 0,-2-1 0 0,2-1 1 0,-3 1 1 15,0-3 0-15,-1 2 6 0,1-2-4 0,-1-3-1 0,1 0 5 0,-2-2 0 16,3 1-2-16,1-2 2 0,0-1-3 0,1-1-1 0,-3 2 0 0,0-2 3 16,-2 0-3-16,-1 0 2 0,-3-1-1 0,0 0-2 0,-1 1 1 15,-4-1-8-15,-1-1-3 0,-3 0-1 0,-3 2 8 0,-1-1 4 0,-4-1 2 16,-1 2-4-16,-4-2-7 0,-3 0 1 0,-4 2 1 0,-3 0 3 16,-2-1-1-16,-4 2 2 0,-1-2 0 0,-2 2 5 0,-3-2 1 0,-3 2 4 15,-1-2 0-15,-3 0 1 0,1 0 5 0,-2-2-5 0,1-1 6 0,1 0 2 16,0-1 3-16,2 1-2 0,0 0-1 0,-1-1 1 0,2 0-2 15,0-1-2-15,0 1-7 0,4 1-4 0,0-1-6 0,1 0 0 0,0 2 0 16,1-1 0-16,-2 2 8 0,0 0-6 0,-2 0 6 0,0 1-8 0,-3 2-2 16,0 0 2-16,-4 1-4 0,-3 2 2 0,-1-1 2 0,-5 2-1 15,-1 1 0-15,-3 1-2 0,-4 2-3 16,0 0 3-16,-4 1-1 0,-1 0 1 0,-3 0 1 0,-2 2 1 0,1 0 1 0,0 1 0 0,0 0 4 16,0 0 2-16,2 0 1 0,1 0 2 0,3 0-2 0,4 0 3 0,2 1 2 15,0 1 1-15,3 0 4 0,-1 2-3 0,3 1 3 0,2 2-1 0,2 1-4 16,1 2 2-16,0 2-5 0,0 2 1 0,0 1-2 0,-1 4-4 15,1 2 1-15,-2 3-4 0,-2 1 2 0,1 4 0 0,-2 1-3 0,0 4 2 16,0 2-5-16,0-1-3 0,2 2 0 0,1 1 10 0,0-1 1 0,3 2 5 16,1-1 1-16,2 2-13 0,2 0 2 0,3 2 2 0,-2 0-2 15,0 2-2-15,1 0 2 0,2-1-1 0,1-4 4 0,5-2 0 0,0-2-3 16,2-5 0-16,3 0-5 0,1-4 2 0,4-1 6 16,1-1-3-16,2-4-7 0,1-2 1 0,0-2-5 0,2-2 4 0,0 0 7 0,2-1-3 15,1-1-2-15,0-2-4 0,1 0 3 0,0-2 0 0,1-1-3 0,0-1-6 16,0-1-13-16,1-1-30 0,0-1-37 0,0 0-42 0,2-3-32 15,1 0-44-15,3 0-73 0,-1-3-547 0</inkml:trace>
  <inkml:trace contextRef="#ctx0" brushRef="#br0" timeOffset="3567.14">5264 8261 619 0,'-6'-9'126'0,"1"2"-19"0,-1-1 7 16,4 5-24-16,2 1-21 0,1 1-14 0,-1 0-17 0,2 1-11 15,1 0-7-15,0 1-5 0,2 1-3 0,1 0-3 0,1 1 0 0,1 1-4 16,1 2 1-16,2 0-2 0,1 0-1 0,1 0 0 0,0 0 0 16,2-3 5-16,1 1 3 0,2 0-4 0,1-1 1 0,2 0-1 0,2-1 1 15,1 0 6-15,3 0 1 0,0 0-4 0,2-1-2 0,-1-1 6 0,3-1 2 16,1 0 10-16,3-2 4 0,0-1 2 0,2 0-3 0,1-1 2 15,2-1 0-15,3 1 0 0,2-3 1 0,0 0 4 0,0 0-6 0,4 0 1 16,0 2 3-16,2-2-13 0,2 1 3 0,1 2-1 0,1-2-7 0,0 0 7 16,2 0-9-16,2 1-1 0,-1 1-6 0,1-1 2 0,1 1 0 15,-1 1-6-15,2-1 3 0,1 1-1 0,0 0-5 0,0 0 1 0,3 0-1 16,0 0 2-16,0 0 3 0,3 2-2 0,-1-1 1 0,1 1-5 16,0 0 0-16,1 0-2 0,-3 0-1 0,0 1 4 0,-1 1-4 0,-1 1 2 15,-2 0 1-15,1 1-3 0,-1 0 5 0,1 1-8 0,1-1-3 0,0 1 2 16,-1-1-2-16,0 1 4 0,3-2 3 0,-1-2-1 0,3 0 3 15,2-1 0-15,0-2 3 0,2 0-3 0,-2-2 0 0,1 0 0 0,-3 0 0 16,2-2 1-16,-2 1-1 0,0-1-1 0,1-2-1 0,-2-2 2 0,0 0 2 16,0-1-1-16,0 1-1 0,-1-3 0 0,-1 0 1 0,-1-1 4 15,-3 1-5-15,-1 0 5 0,-3-2-2 0,-3 0 0 0,-1-2 1 0,-2 0-3 16,-4 0 4-16,0-1-3 0,-3 1 7 0,-2-1-2 0,-5 1-3 16,-2 0 8-16,-1 0-5 0,-3-1 3 0,-2 2 0 0,-5-2-3 0,-3 1 4 15,-2 1-6-15,-1-1 1 0,-5 1 7 0,-1 1-3 0,-2-1 3 0,-3 0 6 16,-2-1-15-16,-4 2-1 0,-3-2 0 0,-4 1-5 0,-4 0-3 15,-3-1 0-15,-5 0-6 0,-6 1-1 0,-6-1-1 0,-5 0 1 0,-5 1 4 16,-4 0 0-16,-3-1 6 0,-3 1-1 0,-4-1 4 0,-2-1 2 0,-2 0-2 16,-2 1 2-16,1-1-3 0,0 1 8 0,-1 1-3 0,0-2 0 15,-2 1 0-15,-2 1-3 0,-2 0-1 0,-3 1-2 0,-4 0 1 0,-3 3 0 16,-2-1 0-16,-3 2 1 0,-2 1 2 0,1 1-1 0,-1 1 3 0,-2 2 1 16,-1 1 2-16,-3 3-1 0,-4 3-3 0,-3 1 1 0,-2 4 0 15,-3 2 3-15,-2 2-1 0,-1 2 0 0,0 3 2 0,0 2 0 0,1 1-1 16,1 2 5-16,3 2-6 0,1 3 4 0,1-1-7 0,1 4-2 0,1 2-2 15,0 1-5-15,4 4 4 0,3 0 2 0,6-1-1 0,4 1 2 16,3-4-1-16,2 3 1 0,2 0-1 0,5 1 1 0,4 0-8 0,3 1 4 16,6-2-4-16,1 4-3 0,4-1 6 0,5 1-9 0,-1 4 5 15,4-1-3-15,2 2-8 0,0 3-10 0,6 0-14 0,2 1-18 0,7 2-33 16,3-2-41-16,4 0-74 0,4 3-91 0,3 0-134 0,3 3-232 0</inkml:trace>
  <inkml:trace contextRef="#ctx0" brushRef="#br0" timeOffset="10733.86">5684 9633 1935 0,'-5'-6'137'0,"2"2"-89"16,1-2-46-16,6 2-8 0,4 0 5 0,3-2 2 0,2 0 6 0,2-2 0 16,2-1-11-16,3-1-19 0,2 1-8 0,2 2-9 0,3-2-5 0,1 1 11 15,2 1-1-15,2-2 0 0,-3 3 14 0,2 2 12 0,-1-1 12 16,2 1 5-16,0-1 0 0,3 1 4 0,-1-1-5 0,2 0 1 0,0 0 3 15,1 0 1-15,4 1 6 0,0-1 0 0,3 1 0 0,4 1 2 0,1-1 1 16,3 1 7-16,4 1 2 0,2 0 4 0,3 1 0 0,5 1-10 16,1 1 0-16,4 1-3 0,1 2 0 0,5 0 4 0,4 2-1 0,3 0-6 15,4 1-8-15,2 2-5 0,1 0-10 0,2-1-2 0,1 0 2 16,0 0-2-16,1 0 10 0,-1-2-6 0,-1-2 1 0,-1-2 5 0,1-2-1 16,-1-3 4-16,-1-1 1 0,-1-4-1 0,-2 1 8 0,-3-3 1 0,-2-1-2 15,-3 0-2-15,1-4-3 0,-4-1-5 0,-3-1-3 0,0 0 4 16,-5 0-5-16,-3-2 5 0,-2 1 4 0,-4-2-5 0,-3-1 3 0,-3 1-3 15,1-4 2-15,-4 0-1 0,-1-2 4 0,-2-1-5 0,-4 2 0 0,-4-2-3 16,-5 2-1-16,-2 0 1 0,-5 0 1 0,-3 1-2 0,-4-1-1 16,-4 1 4-16,-3-1 1 0,-5-1-3 0,-3 2 6 0,-4-2 3 0,-4 1 8 15,-6-1 3-15,-4-1-1 0,-4-1-14 0,-7-1-5 0,-5 1-5 0,-5-2-3 16,-5 3 1-16,-5-2-1 0,-4 1 2 0,-5-1-1 0,-4 0 3 16,-3 1 2-16,-4 0 4 0,-3 1-2 0,-3 0 0 0,-5 3-2 0,-2-1-1 15,0 1 5-15,-3 1-1 0,1 0-1 0,0 3-3 0,-2-1-6 16,1 1 6-16,-1 4 7 0,-1 0 7 0,1 2 3 0,-2 1-3 0,3 2-8 15,-3 0 0-15,-1 1-3 0,2 1 6 0,-5 2 1 0,0 1-1 0,-4 3-1 16,-1 2-7-16,-2 4-4 0,-2 2-4 0,-4 5 3 0,-4 2-1 16,-5 5 2-16,-2 2-5 0,-4 5 5 0,-2 4 6 0,-5 6 3 0,-5 6 8 15,-2 4-2-15,-2 5 2 0,-3 4 12 0,2 4 4 0,0 1-2 0,4 1-1 16,4 2-14-16,3 1-1 0,4 4 4 0,5 0-2 0,5 0-1 16,6 1-2-16,7 0-5 0,4-3-3 0,10-2 0 0,6-2-10 0,7-2-25 15,6-3-47-15,8 0-52 0,4-1-26 0,7-2-44 0,4-1-31 16,3-2-64-16,7-1-140 0,6-2-302 0</inkml:trace>
  <inkml:trace contextRef="#ctx0" brushRef="#br0" timeOffset="14434.76">5409 11942 1958 0,'-15'-5'61'0,"0"2"9"0,1-1-56 0,7 4-7 0,5 1-2 0,2 1-7 15,2 2 2-15,2 0-8 0,3 3-2 0,3 1 7 0,3 3-4 0,4 1-5 16,4 1-9-16,5 0-7 0,2 1-6 0,4 2 12 0,3 0 11 15,1-2 4-15,3 2 5 0,2 0-2 0,-1 0-3 0,1-1 0 0,2 2 3 16,1 0-1-16,1 0-1 0,-2-2 5 0,-1 1 0 0,1 0 3 0,4 0 9 16,3-1 2-16,1 0-1 0,1 0 1 0,2 0-6 0,0-2 2 15,3 0 8-15,2-1-3 0,1-2 10 0,3-1 3 0,2-3 7 0,3-1 2 16,2 0-6-16,2-2-3 0,0-2-13 0,0 0-2 0,1 0 1 0,2-1-2 16,-1 0 5-16,2-1 3 0,-1 0-5 0,0 0 7 0,2-1 3 15,1 1 6-15,0 0 3 0,0 0-9 0,-1 0-9 0,2 1-4 0,0-2 1 16,3 0 10-16,5 0 3 0,-1-1 0 0,1 0-5 0,-1-1-9 15,1 1-1-15,0 1-4 0,3-1-6 0,2-2 5 0,0-1-7 0,0-2 1 16,3-2 1-16,-1 0 3 0,6-2 8 0,5-3 2 0,1-2 13 0,2-1-6 16,-6 1-8-16,-8 1-3 0,-4 1-7 0,-6 0-7 0,-5 2 4 15,-3-2-3-15,-7 1-1 0,-3 0 7 0,-3 1-2 0,-3-1 10 0,-3-1 3 16,-1-1 1-16,-1 0 1 0,-1 0-10 0,-3 1 14 0,-5 0 4 16,-2 2 10-16,-5-2 5 0,-3 0-9 0,-3 0 6 0,-5 0-8 0,-2-1 5 15,-3 0-3-15,-4 0-8 0,-2 0 4 0,-4-1-4 0,-3-1 2 0,-4-1-8 16,-4-1-4-16,-4-3-10 0,-3-2-13 0,-6-5-12 0,-6-3-23 15,-5-3-12-15,-8 0-4 0,-4-3 14 0,-8 0 10 0,-6 0 9 0,-7-2 8 16,-5 3 16-16,-5 0 9 0,-3 1 7 0,-1 3 5 0,-3 0-15 0,2 2 1 16,-3 2-1-16,-1 3 0 0,-1 0 14 0,-4 3-4 0,-3 1 1 15,-3 0 1-15,-2 4-11 0,-2 0 3 0,-4 2-4 0,-5 2 3 0,-3 2-3 16,-4 1 0-16,-2 3 7 0,2 0-2 0,-4 1-2 0,-7 2 0 0,-3 3-1 16,-1 0 0-16,3-1 6 0,4 1-5 0,1 0 1 0,-2 2-6 15,0 1 0-15,-1 1 6 0,3 1-1 0,1 1 1 0,-1 2 7 0,3 0 3 16,3 2 3-16,3 1 8 0,3 1-8 0,5 3-3 0,-2 1-4 15,4 1 4-15,3 3-6 0,6 0 1 0,0 1-4 0,5 1-3 0,1 2 1 16,0 2 2-16,5 0 5 0,1 2-1 0,4 2 0 0,3 2-6 0,1 3-5 16,3 3-6-16,4 0-6 0,3 1-8 0,6-1-6 0,7 1-38 15,4 2-40-15,3 0-44 0,5 1-60 0,2 2-51 0,4 0-81 0,3 2-139 16,3 1-443-16</inkml:trace>
  <inkml:trace contextRef="#ctx0" brushRef="#br0" timeOffset="15183.76">4422 13641 2585 0,'-24'-20'59'0,"0"-1"27"0,-2-4-28 0,9 3-15 15,8 3-2-15,2 1-5 0,3-3-2 0,1 0-9 0,4-1-11 16,2-1-9-16,4-1-7 0,4 2-3 0,4-2-7 0,3 2-3 0,4 0-9 16,2 0-3-16,2 4 7 0,2-1 10 0,0 1 8 0,2 1 2 15,0 2-3-15,3-2-7 0,1 2 1 0,2 2 8 0,2 0-8 0,0 0-1 16,5 1 5-16,2 0-3 0,2 1 5 0,4 3 0 0,1 0-6 0,4 2 6 15,-1 0 0-15,1 1 1 0,2 1-1 0,-1 2-1 0,1 2 3 16,2 0-3-16,1 1 6 0,2 0-7 0,3 0 5 0,2 2-1 0,1 0-4 16,1 2 10-16,2 1-1 0,0 1-2 0,2 1 1 0,0 1-3 15,-1 2-3-15,1 1 8 0,1 0-3 0,-2 0-2 0,1-1 5 0,-1 2 0 16,0 0 5-16,1 1 1 0,-1 1-4 0,-1-2 1 0,1 1 0 0,4-1 11 16,3 1-1-16,2-1 18 0,1 2 1 0,2 0-12 0,-2 0-4 15,2-1-18-15,-1 1-11 0,-2 0 6 0,2 1-1 0,-1-1-1 0,-2 0 1 16,-2-1-4-16,-3-1 3 0,-4 1 3 0,0-2-1 0,-3 1 2 0,1 1-2 15,-2-2-1-15,-1 0 5 0,0 1-1 0,-2 1 4 0,-1 0 1 16,-1 1-10-16,-2-2 6 0,0 1-6 0,-3 1 1 0,-1 0 5 0,0 1-6 16,-2 1 4-16,-2 0 2 0,-1 1 3 0,-4-1 2 0,0 2 3 0,-2 2-5 15,-1 0-6-15,-2 2-1 0,0 1 5 0,-3-2-9 0,-1 1 0 16,-1 0 8-16,-4 3-2 0,0 0 9 0,-2 0-2 0,0 1-6 0,-3 0-2 16,-2 2-5-16,-4-1 5 0,-2 0-8 0,-4-1-3 0,-2 2 4 15,-3-1-4-15,-2 2 0 0,-4-2 5 0,-2-1 5 0,-4 0-3 0,-3-1 5 16,-3 0 4-16,-2 1 1 0,-4 0 3 0,-1-2 4 0,-5 1-3 0,-4 0-16 15,-2-2 15-15,-5 2-4 0,-4-2-1 0,-3 2 9 0,-2-1-14 16,-3-1-3-16,-3 0 2 0,-2-2-1 0,-2 0-1 0,-4 0 9 0,-3-3-3 16,-3 1 10-16,-2-1 1 0,-4-1-5 0,-4 0 10 0,-4-2-7 0,-3-1 5 15,-2-3 6-15,-4-2-2 0,-3-1 0 0,-3-2 2 0,-1-2-1 16,0-2-1-16,-1-3 2 0,-2-1 0 0,-1-2-1 0,-3-2-3 0,-2 0 1 16,-2-1-7-16,-3 0-4 0,-2 0 2 0,-3 0 5 0,-4-2 3 0,-7-1 1 15,0-1 1-15,1 0 10 0,5-1 13 0,8-1 14 0,5 0 12 16,8-1 3-16,1-2-16 0,3 0-9 0,1-1-18 0,1 0-13 0,1 0 3 15,4 1-9-15,4 3-5 0,5 1 2 0,3 3 0 0,3 3 0 16,3 3-10-16,4 3 0 0,6 3-6 0,4 2 6 0,3 3 8 0,3 3-6 16,4-1-9-16,3 3-3 0,4 1-5 0,4-1-15 0,4 0-17 0,4-1-40 15,5 0-44-15,4-1-70 0,4-1-70 0,5-2-65 0,5 2-65 16,6 1-64-16,9-2-101 0,9-3-270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1T11:29:17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17 376 0 0,'12'-5'352'0'0,"0"2"-168"0"0,5 0-56 0 0,-1 0-80 0 0,-1 2-32 0 0,3 1-56 0 0,3-2-40 0 0,2 4-56 0 0,1-2-152 0 0,0 1-264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1T11:29:17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402 1591 4073 0 0,'4'-4'95'0'0,"-1"1"-1"0"0,1-1 1 0 0,-1 1-1 0 0,1 0 1 0 0,0 0 0 0 0,0 0-1 0 0,1 0 1 0 0,-1 1 0 0 0,1 0-1 0 0,-1 0 1 0 0,1 0-1 0 0,0 0 1 0 0,-1 1 0 0 0,1-1-1 0 0,0 1 1 0 0,0 1 0 0 0,0-1-1 0 0,0 1 1 0 0,0 0 0 0 0,0 0-1 0 0,0 0 1 0 0,0 1-1 0 0,0-1 1 0 0,5 3 0 0 0,42 9-368 0 0,-1 2 0 0 0,53 23 0 0 0,65 19 681 0 0,-95-40 766 0 0,1-2-1 0 0,0-4 1 0 0,0-3-1 0 0,102-3 1 0 0,1095 33 3296 0 0,-1121-29-4316 0 0,0-6-1 0 0,0-8 1 0 0,-1-5 0 0 0,274-58-1 0 0,-345 50 86 0 0,90-35 0 0 0,-128 38-66 0 0,-1-2 1 0 0,0-2 0 0 0,67-45 0 0 0,-94 55-99 0 0,0 1 0 0 0,-1-2 0 0 0,0 0 0 0 0,-1 0 0 0 0,-1-1 1 0 0,0-1-1 0 0,0 1 0 0 0,-1-2 0 0 0,-1 1 0 0 0,11-22 0 0 0,-15 24-96 0 0,0-1 0 0 0,0 1 0 0 0,-1 0 0 0 0,-1-1 0 0 0,0 0 0 0 0,0 0 0 0 0,-1 0 1 0 0,-1 0-1 0 0,0 1 0 0 0,-1-1 0 0 0,0 0 0 0 0,0 0 0 0 0,-2 0 0 0 0,-5-19 0 0 0,-14-27-150 0 0,-4 0 0 0 0,-59-99 0 0 0,-1-2 460 0 0,54 93-277 0 0,-3 2 1 0 0,-69-98 0 0 0,84 136-49 0 0,-1 1 0 0 0,0 1 0 0 0,-2 2 0 0 0,-1 0-1 0 0,-1 1 1 0 0,0 1 0 0 0,-2 2 0 0 0,-43-24 0 0 0,0 10 46 0 0,-1 3 0 0 0,-1 3 0 0 0,-150-31 1 0 0,84 33 44 0 0,-180-8 1 0 0,204 29-44 0 0,0 5-1 0 0,1 6 1 0 0,0 4-1 0 0,1 5 1 0 0,-142 40-1 0 0,-165 62-191 0 0,-122 30 196 0 0,400-115 23 0 0,-346 92 29 0 0,442-112-54 0 0,-75 36 0 0 0,103-42-13 0 0,0 2 1 0 0,1 0-1 0 0,0 1 0 0 0,0 0 1 0 0,1 1-1 0 0,1 1 0 0 0,-15 17 1 0 0,25-25 6 0 0,1 1 1 0 0,-1 0-1 0 0,1 0 1 0 0,0 0-1 0 0,0 0 1 0 0,0 0-1 0 0,1 1 0 0 0,0-1 1 0 0,1 1-1 0 0,-1 0 1 0 0,1-1-1 0 0,1 1 1 0 0,-1 0-1 0 0,1 0 1 0 0,0-1-1 0 0,1 1 1 0 0,-1 0-1 0 0,1 0 1 0 0,1-1-1 0 0,-1 1 1 0 0,1 0-1 0 0,3 6 1 0 0,6 16 16 0 0,2-1 0 0 0,0 0 0 0 0,26 39 0 0 0,-32-56-34 0 0,31 45 36 0 0,56 64 0 0 0,-3-4-1491 0 0,-37-33-2489 0 0,-50-75 2667 0 0,1 1 1 0 0,-1 0 0 0 0,-1 0 0 0 0,0 0 0 0 0,0 0 0 0 0,2 12 0 0 0,-3 3-2393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1T11:29:2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6 445 9234 0 0,'-5'1'307'0'0,"7"2"-217"0"0,22 6-331 0 0,37 6-284 0 0,-23-12 768 0 0,0-2 0 0 0,0-2 1 0 0,0-1-1 0 0,0-2 1 0 0,0-1-1 0 0,-1-3 1 0 0,58-18-1 0 0,249-112 2577 0 0,-268 104-2761 0 0,277-106 926 0 0,-252 108-573 0 0,167-31 1 0 0,-199 52-210 0 0,-1 3 1 0 0,1 4-1 0 0,101 5 0 0 0,-116 4-44 0 0,-1 2 0 0 0,-1 2-1 0 0,1 3 1 0 0,-2 2 0 0 0,59 23-1 0 0,181 70-43 0 0,-234-90-101 0 0,0-2-1 0 0,1-3 0 0 0,71 6 0 0 0,-21-13-25 0 0,0-5 0 0 0,-1-4 0 0 0,0-5-1 0 0,170-36 1 0 0,-227 35 30 0 0,-1 3 0 0 0,1 1 0 0 0,0 3-1 0 0,1 2 1 0 0,69 7 0 0 0,-84-1-7 0 0,0 1 0 0 0,0 2 0 0 0,0 1 0 0 0,-1 2 0 0 0,0 2 1 0 0,-1 1-1 0 0,-1 1 0 0 0,34 22 0 0 0,74 55 85 0 0,59 35-94 0 0,-168-110 16 0 0,1-1-1 0 0,0-2 1 0 0,2-1 0 0 0,55 13-1 0 0,-49-18 52 0 0,0-3 0 0 0,0-1-1 0 0,0-2 1 0 0,1-2 0 0 0,65-8 0 0 0,204-51 663 0 0,-214 36-351 0 0,0 5 0 0 0,103-7 0 0 0,-147 24-222 0 0,0 1 1 0 0,0 3 0 0 0,0 3 0 0 0,-1 1 0 0 0,0 3 0 0 0,78 25 0 0 0,-103-26-47 0 0,30 11-32 0 0,1-2-1 0 0,1-3 1 0 0,0-3 0 0 0,66 6 0 0 0,-81-17-21 0 0,0-2 1 0 0,-1-2-1 0 0,1-2 0 0 0,75-18 1 0 0,163-65 437 0 0,-188 55-278 0 0,193-42 0 0 0,-220 66 11 0 0,0 3 1 0 0,109 5-1 0 0,133 29 401 0 0,-81-5-191 0 0,337-8-1 0 0,-478-17-120 0 0,163 20-1 0 0,-194-9-154 0 0,1 3 1 0 0,-2 1-1 0 0,102 41 1 0 0,-30 2-94 0 0,-37-16-326 0 0,154 49 0 0 0,-182-73-118 0 0,1-3 1 0 0,0-2-1 0 0,0-3 1 0 0,80-1-1 0 0,-96-8-1152 0 0,-1-3 0 0 0,57-11-1 0 0,-60 6-1477 0 0,0-2 0 0 0,66-28 0 0 0,-32 6-2898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AC58-C1BA-C3D7-4067-D29510C31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50DE0-92C1-669D-4259-199AA94502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D1BBF-C634-EE1A-C7EF-07899FE5A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955E9-5A9A-4283-A84E-F45C037D17FE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5488E-7337-F5CC-CCB4-F40592878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1C0D4-59D6-9827-0323-201DFAE29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7913A-47CE-4BFC-AE0F-63A8EF672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15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B650A-A256-6E4A-0AC7-9423C7B45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F4444-02FE-F137-3BBF-79797AB87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0F8F6-2F63-C43F-6E9D-67DE1F6C0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955E9-5A9A-4283-A84E-F45C037D17FE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67AE-1C38-B264-10A3-6733A1324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6ADF9-5608-F846-CD8A-119484A49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7913A-47CE-4BFC-AE0F-63A8EF672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86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F0D1C-35CD-A765-085F-AB4AA7F1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04D3F-245E-392F-14ED-181152BAE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9F252-896A-3011-6F23-A8C6592C9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955E9-5A9A-4283-A84E-F45C037D17FE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87E29-1710-C095-41BC-9719D690E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CFCAF-C34E-6CC9-96E0-9CA117488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7913A-47CE-4BFC-AE0F-63A8EF672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024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28800-9A88-CDF3-D2C1-8BD998C35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8A343-2B4F-6CF2-4937-3F55FAE5C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4DFD25-C71A-87B2-2DBD-3C95EE36DD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8DB41-BE49-2F95-140F-AC186AEF8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955E9-5A9A-4283-A84E-F45C037D17FE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CF1F9-B619-14C5-DCA4-FEE1B0ED8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EA289-3EE0-8278-4FE9-C0B8138F8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7913A-47CE-4BFC-AE0F-63A8EF672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8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5BB37-65D9-E2AF-25BF-451508A3D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A5CFB-0293-5CEF-6ABA-750DD1B64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542B4F-4E10-5E26-9F0A-C976594F9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49AE2-63C8-EE46-3193-1C15D95AF2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84BEEC-0D6E-B63C-33E7-FFC2E77715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61F11-2477-63B0-E08F-F8C070B70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955E9-5A9A-4283-A84E-F45C037D17FE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182666-14B7-2EF7-EF99-BAF4DF70E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0B108A-E44D-6AC9-98CC-65E001E08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7913A-47CE-4BFC-AE0F-63A8EF672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920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E5B92-379A-31B0-745B-68208A3BA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538E7D-BA28-D279-4AD1-173DD4580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955E9-5A9A-4283-A84E-F45C037D17FE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6AA724-D426-4B1F-585D-611BC5426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6062F4-9886-29E7-D0F6-C79917172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7913A-47CE-4BFC-AE0F-63A8EF672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975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78C6C9-F0F0-DEAC-3E14-43E55DC54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955E9-5A9A-4283-A84E-F45C037D17FE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9E529-FA83-B20B-53E6-2D41A3FE4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260CE-4DB1-EA6F-AA42-63405CAC4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7913A-47CE-4BFC-AE0F-63A8EF672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59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663-FA15-FBBB-0A09-327C976C3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343BE-77A9-E224-BC82-F7B30A173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A04D7-6B5B-6498-42B8-B8C0A871F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E51F2-DF53-EDB9-608B-0073F7EE1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955E9-5A9A-4283-A84E-F45C037D17FE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AE2989-0404-A5BE-30E8-28801F5CA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7E3E8F-8020-CC9D-12D4-BC46EA828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7913A-47CE-4BFC-AE0F-63A8EF672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18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A1EB0-B7A3-5453-E798-3A83BDE8F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8B48A6-ECBB-56C4-1B85-3C6DA67DE6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D0AF08-CFC8-B466-9706-027774DDD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21C2C-2EAC-6A95-D3AD-416092ABD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955E9-5A9A-4283-A84E-F45C037D17FE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A45BD-8C86-A9A0-59E5-16F79DB54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1C956-834E-4C12-5A54-1F9FAC18C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7913A-47CE-4BFC-AE0F-63A8EF672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475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72206-9B46-9924-5831-68276C795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E61E1A-07AE-56C7-1390-E623FBADE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62B65-33FB-D956-380B-75DB9BAD6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955E9-5A9A-4283-A84E-F45C037D17FE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3DD8C-4647-7893-0D39-356409944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90961-1482-C720-6ED9-6EA3387AC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7913A-47CE-4BFC-AE0F-63A8EF672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041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EEED8A-9886-422B-0982-D997A16F3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E518E-66A9-3AAA-046E-C2AA3A417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39C3B-F975-88FF-469B-A2DFF1FB7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955E9-5A9A-4283-A84E-F45C037D17FE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6ED6E-CD14-B59D-858C-589B857AB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1D302-50CD-939F-5429-E01CA1288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7913A-47CE-4BFC-AE0F-63A8EF672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073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1D4495-60D4-F3D3-6549-AF7B14A71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33CC7-50DA-2AB2-07C9-7DF75BA93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291A4-27C4-F1DA-6865-A59DFD870F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D955E9-5A9A-4283-A84E-F45C037D17FE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AA0A2-0B7C-6A9F-5248-15835E34EB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9FE73-8D70-C320-F9D8-FD07633E8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7913A-47CE-4BFC-AE0F-63A8EF672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38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5" Type="http://schemas.openxmlformats.org/officeDocument/2006/relationships/image" Target="../media/image16.png"/><Relationship Id="rId4" Type="http://schemas.openxmlformats.org/officeDocument/2006/relationships/customXml" Target="../ink/ink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BF01E-9ECF-9115-79E7-07C12A213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06637"/>
          </a:xfrm>
        </p:spPr>
        <p:txBody>
          <a:bodyPr/>
          <a:lstStyle/>
          <a:p>
            <a:r>
              <a:rPr lang="en-US" dirty="0"/>
              <a:t>7-dars(Model Building)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D929C-9052-4F79-8446-27711D45C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42816"/>
            <a:ext cx="9144000" cy="714983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82542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C42AB-3F70-B05A-0FEC-DECDDAA35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01262-F62F-9C8A-C24B-D6616549B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Imtixon</a:t>
            </a:r>
            <a:r>
              <a:rPr lang="en-US" dirty="0"/>
              <a:t> </a:t>
            </a:r>
            <a:r>
              <a:rPr lang="en-US" dirty="0" err="1"/>
              <a:t>taxlili</a:t>
            </a:r>
            <a:endParaRPr lang="en-US" dirty="0"/>
          </a:p>
          <a:p>
            <a:r>
              <a:rPr lang="en-US" dirty="0"/>
              <a:t>Algorithms</a:t>
            </a:r>
          </a:p>
          <a:p>
            <a:pPr lvl="1"/>
            <a:r>
              <a:rPr lang="en-US" dirty="0"/>
              <a:t>Linear</a:t>
            </a:r>
          </a:p>
          <a:p>
            <a:pPr lvl="2"/>
            <a:r>
              <a:rPr lang="en-US" dirty="0"/>
              <a:t>Linear Regression</a:t>
            </a:r>
          </a:p>
          <a:p>
            <a:pPr lvl="2"/>
            <a:r>
              <a:rPr lang="en-US" dirty="0"/>
              <a:t>Logistic Regression</a:t>
            </a:r>
          </a:p>
          <a:p>
            <a:pPr lvl="1"/>
            <a:r>
              <a:rPr lang="en-US" dirty="0"/>
              <a:t>Tree – Based</a:t>
            </a:r>
          </a:p>
          <a:p>
            <a:pPr lvl="2"/>
            <a:r>
              <a:rPr lang="en-US" dirty="0"/>
              <a:t>Decision Tree</a:t>
            </a:r>
          </a:p>
          <a:p>
            <a:pPr lvl="2"/>
            <a:r>
              <a:rPr lang="en-US" dirty="0"/>
              <a:t>Random Forest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A830344-9D83-D4D4-0977-A6B0B2669F21}"/>
                  </a:ext>
                </a:extLst>
              </p14:cNvPr>
              <p14:cNvContentPartPr/>
              <p14:nvPr/>
            </p14:nvContentPartPr>
            <p14:xfrm>
              <a:off x="951480" y="1579680"/>
              <a:ext cx="5293440" cy="1213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A830344-9D83-D4D4-0977-A6B0B2669F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2120" y="1570320"/>
                <a:ext cx="5312160" cy="123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9045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67821-7130-A3CA-0FE6-B27C652EA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4313"/>
          </a:xfrm>
        </p:spPr>
        <p:txBody>
          <a:bodyPr/>
          <a:lstStyle/>
          <a:p>
            <a:pPr algn="ctr"/>
            <a:r>
              <a:rPr lang="en-US" b="1" dirty="0" err="1"/>
              <a:t>Imtixon</a:t>
            </a:r>
            <a:r>
              <a:rPr lang="en-US" b="1" dirty="0"/>
              <a:t> </a:t>
            </a:r>
            <a:r>
              <a:rPr lang="en-US" b="1" dirty="0" err="1"/>
              <a:t>taxlili</a:t>
            </a:r>
            <a:br>
              <a:rPr lang="en-US" b="1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10107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B641C-FB76-2B62-FCB5-BDA441345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Imtixon</a:t>
            </a:r>
            <a:r>
              <a:rPr lang="en-US" dirty="0"/>
              <a:t> </a:t>
            </a:r>
            <a:r>
              <a:rPr lang="en-US" dirty="0" err="1"/>
              <a:t>taxlili</a:t>
            </a:r>
            <a:r>
              <a:rPr lang="en-US" dirty="0"/>
              <a:t>: </a:t>
            </a:r>
            <a:r>
              <a:rPr lang="en-US" dirty="0" err="1"/>
              <a:t>Og’zaki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80761-4010-F827-2AD0-22CBD8A0F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</a:t>
            </a:r>
          </a:p>
          <a:p>
            <a:pPr lvl="1"/>
            <a:r>
              <a:rPr lang="en-US" dirty="0"/>
              <a:t>Supervised ML </a:t>
            </a:r>
            <a:r>
              <a:rPr lang="en-US" dirty="0" err="1"/>
              <a:t>nima</a:t>
            </a:r>
            <a:r>
              <a:rPr lang="en-US" dirty="0"/>
              <a:t>?</a:t>
            </a:r>
          </a:p>
          <a:p>
            <a:r>
              <a:rPr lang="en-US" dirty="0"/>
              <a:t>Follow-up(Behind)</a:t>
            </a:r>
          </a:p>
          <a:p>
            <a:pPr lvl="1"/>
            <a:r>
              <a:rPr lang="en-US" dirty="0"/>
              <a:t>Classification vs Regression</a:t>
            </a:r>
          </a:p>
          <a:p>
            <a:pPr lvl="1"/>
            <a:r>
              <a:rPr lang="en-US" dirty="0"/>
              <a:t>Example of the model (SML)</a:t>
            </a:r>
          </a:p>
          <a:p>
            <a:pPr lvl="1"/>
            <a:r>
              <a:rPr lang="en-US" dirty="0"/>
              <a:t>Data balanced </a:t>
            </a:r>
            <a:r>
              <a:rPr lang="en-US" dirty="0" err="1"/>
              <a:t>bo’lmasa</a:t>
            </a:r>
            <a:r>
              <a:rPr lang="en-US" dirty="0"/>
              <a:t> </a:t>
            </a:r>
            <a:r>
              <a:rPr lang="en-US" dirty="0" err="1"/>
              <a:t>nima</a:t>
            </a:r>
            <a:r>
              <a:rPr lang="en-US" dirty="0"/>
              <a:t> </a:t>
            </a:r>
            <a:r>
              <a:rPr lang="en-US" dirty="0" err="1"/>
              <a:t>bo’ladi</a:t>
            </a:r>
            <a:r>
              <a:rPr lang="en-US" dirty="0"/>
              <a:t>?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9AAB2F8-F519-C924-120B-351FAC0A4691}"/>
                  </a:ext>
                </a:extLst>
              </p14:cNvPr>
              <p14:cNvContentPartPr/>
              <p14:nvPr/>
            </p14:nvContentPartPr>
            <p14:xfrm>
              <a:off x="250920" y="1081080"/>
              <a:ext cx="11302200" cy="5753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9AAB2F8-F519-C924-120B-351FAC0A46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1560" y="1071720"/>
                <a:ext cx="11320920" cy="57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BB3FF66-C010-B432-302C-360C2C295DC8}"/>
                  </a:ext>
                </a:extLst>
              </p14:cNvPr>
              <p14:cNvContentPartPr/>
              <p14:nvPr/>
            </p14:nvContentPartPr>
            <p14:xfrm>
              <a:off x="1080360" y="1317600"/>
              <a:ext cx="3863880" cy="1920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BB3FF66-C010-B432-302C-360C2C295DC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1000" y="1308240"/>
                <a:ext cx="3882600" cy="193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4550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7634E-B1FF-FF6E-46DF-C687741AB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DF79E-E7FE-66ED-41EA-BA6B71A6B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Imtixon</a:t>
            </a:r>
            <a:r>
              <a:rPr lang="en-US" dirty="0"/>
              <a:t> </a:t>
            </a:r>
            <a:r>
              <a:rPr lang="en-US" dirty="0" err="1"/>
              <a:t>taxlili</a:t>
            </a:r>
            <a:r>
              <a:rPr lang="en-US" dirty="0"/>
              <a:t>: Python problem solving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F702B-7CDB-E255-01DD-6E703FAFD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Basic</a:t>
            </a:r>
          </a:p>
          <a:p>
            <a:pPr lvl="1"/>
            <a:r>
              <a:rPr lang="en-US" dirty="0"/>
              <a:t>Data types</a:t>
            </a:r>
          </a:p>
          <a:p>
            <a:pPr lvl="1"/>
            <a:r>
              <a:rPr lang="en-US" dirty="0"/>
              <a:t>Functions</a:t>
            </a:r>
          </a:p>
          <a:p>
            <a:pPr lvl="1"/>
            <a:r>
              <a:rPr lang="en-US" dirty="0"/>
              <a:t>Data Structures</a:t>
            </a:r>
          </a:p>
          <a:p>
            <a:pPr lvl="1"/>
            <a:r>
              <a:rPr lang="en-US" dirty="0"/>
              <a:t>Built in functions</a:t>
            </a:r>
          </a:p>
          <a:p>
            <a:r>
              <a:rPr lang="en-US" dirty="0"/>
              <a:t>Intermediate</a:t>
            </a:r>
          </a:p>
          <a:p>
            <a:pPr lvl="1"/>
            <a:r>
              <a:rPr lang="en-US" dirty="0"/>
              <a:t>Classes</a:t>
            </a:r>
          </a:p>
          <a:p>
            <a:pPr lvl="1"/>
            <a:r>
              <a:rPr lang="en-US" dirty="0"/>
              <a:t>OOP</a:t>
            </a:r>
          </a:p>
          <a:p>
            <a:pPr lvl="1"/>
            <a:r>
              <a:rPr lang="en-US" dirty="0"/>
              <a:t>Files</a:t>
            </a:r>
          </a:p>
          <a:p>
            <a:r>
              <a:rPr lang="en-US" dirty="0"/>
              <a:t>Advanced</a:t>
            </a:r>
          </a:p>
          <a:p>
            <a:pPr lvl="1"/>
            <a:r>
              <a:rPr lang="en-US" dirty="0"/>
              <a:t>Complexity</a:t>
            </a:r>
          </a:p>
          <a:p>
            <a:pPr lvl="1"/>
            <a:r>
              <a:rPr lang="en-US" dirty="0"/>
              <a:t>Parallel Processing</a:t>
            </a:r>
          </a:p>
          <a:p>
            <a:pPr lvl="1"/>
            <a:r>
              <a:rPr lang="en-US" dirty="0"/>
              <a:t>Advanced data structures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4DCC01D-C7AF-171A-7908-20FA5E93CCAB}"/>
                  </a:ext>
                </a:extLst>
              </p14:cNvPr>
              <p14:cNvContentPartPr/>
              <p14:nvPr/>
            </p14:nvContentPartPr>
            <p14:xfrm>
              <a:off x="115560" y="226800"/>
              <a:ext cx="10182960" cy="6242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4DCC01D-C7AF-171A-7908-20FA5E93CCA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00" y="217440"/>
                <a:ext cx="10201680" cy="626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5707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6410A-7460-5D55-8E8F-21ADB47E3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55C3F-DD04-94A7-D3A4-F3DD6AD0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Imtixon</a:t>
            </a:r>
            <a:r>
              <a:rPr lang="en-US" dirty="0"/>
              <a:t> </a:t>
            </a:r>
            <a:r>
              <a:rPr lang="en-US" dirty="0" err="1"/>
              <a:t>taxlili</a:t>
            </a:r>
            <a:r>
              <a:rPr lang="en-US" dirty="0"/>
              <a:t>: ML problem solving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30201-DE17-93A1-597D-A7AEB8A7D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Savol:</a:t>
            </a:r>
          </a:p>
          <a:p>
            <a:pPr lvl="1"/>
            <a:r>
              <a:rPr lang="en-US" dirty="0"/>
              <a:t> Data Preprocessing  biz </a:t>
            </a:r>
            <a:r>
              <a:rPr lang="en-US" dirty="0" err="1"/>
              <a:t>o’rgangan</a:t>
            </a:r>
            <a:r>
              <a:rPr lang="en-US" dirty="0"/>
              <a:t> 3 ta </a:t>
            </a:r>
            <a:r>
              <a:rPr lang="en-US" dirty="0" err="1"/>
              <a:t>usuldan</a:t>
            </a:r>
            <a:r>
              <a:rPr lang="en-US" dirty="0"/>
              <a:t> </a:t>
            </a:r>
            <a:r>
              <a:rPr lang="en-US" dirty="0" err="1"/>
              <a:t>tashqari</a:t>
            </a:r>
            <a:r>
              <a:rPr lang="en-US" dirty="0"/>
              <a:t> </a:t>
            </a:r>
            <a:r>
              <a:rPr lang="en-US" dirty="0" err="1"/>
              <a:t>nimalar</a:t>
            </a:r>
            <a:r>
              <a:rPr lang="en-US" dirty="0"/>
              <a:t> </a:t>
            </a:r>
            <a:r>
              <a:rPr lang="en-US" dirty="0" err="1"/>
              <a:t>kirishi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Model evaluation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49E1DAE-5061-BC66-1037-57ED46977FF2}"/>
                  </a:ext>
                </a:extLst>
              </p14:cNvPr>
              <p14:cNvContentPartPr/>
              <p14:nvPr/>
            </p14:nvContentPartPr>
            <p14:xfrm>
              <a:off x="764280" y="252720"/>
              <a:ext cx="7098480" cy="6424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49E1DAE-5061-BC66-1037-57ED46977F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4920" y="243360"/>
                <a:ext cx="7117200" cy="644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6573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35C02-B553-5CC4-9C26-7F4D325C8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126AD-FCE9-4BA1-7EEC-742980561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Imtixon</a:t>
            </a:r>
            <a:r>
              <a:rPr lang="en-US" dirty="0"/>
              <a:t> </a:t>
            </a:r>
            <a:r>
              <a:rPr lang="en-US" dirty="0" err="1"/>
              <a:t>taxlili</a:t>
            </a:r>
            <a:r>
              <a:rPr lang="en-US" dirty="0"/>
              <a:t>: ML problem solving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63435-0353-FC5D-6604-2FEDA16F3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Basic</a:t>
            </a:r>
          </a:p>
          <a:p>
            <a:pPr lvl="1"/>
            <a:r>
              <a:rPr lang="en-US" dirty="0"/>
              <a:t>Data Preprocessing</a:t>
            </a:r>
          </a:p>
          <a:p>
            <a:pPr lvl="1"/>
            <a:r>
              <a:rPr lang="en-US" dirty="0"/>
              <a:t>Data splitting</a:t>
            </a:r>
          </a:p>
          <a:p>
            <a:pPr lvl="1"/>
            <a:r>
              <a:rPr lang="en-US" dirty="0"/>
              <a:t>Training with simpler Algorithms</a:t>
            </a:r>
          </a:p>
          <a:p>
            <a:pPr lvl="1"/>
            <a:r>
              <a:rPr lang="en-US" dirty="0"/>
              <a:t>Basic Visualization</a:t>
            </a:r>
          </a:p>
          <a:p>
            <a:r>
              <a:rPr lang="en-US" dirty="0"/>
              <a:t>Intermediate</a:t>
            </a:r>
          </a:p>
          <a:p>
            <a:pPr lvl="1"/>
            <a:r>
              <a:rPr lang="en-US" dirty="0"/>
              <a:t>Feature Engineering</a:t>
            </a:r>
          </a:p>
          <a:p>
            <a:pPr lvl="1"/>
            <a:r>
              <a:rPr lang="en-US" dirty="0"/>
              <a:t>Cross validation</a:t>
            </a:r>
          </a:p>
          <a:p>
            <a:pPr lvl="1"/>
            <a:r>
              <a:rPr lang="en-US" dirty="0"/>
              <a:t>Different Algorithms</a:t>
            </a:r>
          </a:p>
          <a:p>
            <a:pPr lvl="1"/>
            <a:r>
              <a:rPr lang="en-US" dirty="0"/>
              <a:t>Tuning</a:t>
            </a:r>
          </a:p>
          <a:p>
            <a:r>
              <a:rPr lang="en-US" dirty="0"/>
              <a:t>Advanced</a:t>
            </a:r>
          </a:p>
          <a:p>
            <a:pPr lvl="1"/>
            <a:r>
              <a:rPr lang="en-US" dirty="0"/>
              <a:t>Handle with large datasets</a:t>
            </a:r>
          </a:p>
          <a:p>
            <a:pPr lvl="1"/>
            <a:r>
              <a:rPr lang="en-US" dirty="0"/>
              <a:t>Custom evaluation metrics</a:t>
            </a:r>
          </a:p>
          <a:p>
            <a:pPr lvl="1"/>
            <a:r>
              <a:rPr lang="en-US" dirty="0"/>
              <a:t>Custom Transformers</a:t>
            </a:r>
          </a:p>
          <a:p>
            <a:pPr lvl="1"/>
            <a:r>
              <a:rPr lang="en-US" dirty="0"/>
              <a:t>Basic Deep learning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27B48FA-68E2-A823-356C-1E33F5D4D903}"/>
                  </a:ext>
                </a:extLst>
              </p14:cNvPr>
              <p14:cNvContentPartPr/>
              <p14:nvPr/>
            </p14:nvContentPartPr>
            <p14:xfrm>
              <a:off x="520920" y="1041840"/>
              <a:ext cx="10874880" cy="5667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27B48FA-68E2-A823-356C-1E33F5D4D9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1560" y="1032480"/>
                <a:ext cx="10893600" cy="568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0656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517C0-5FE1-63BA-0EFF-F2ECE44E6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4B43C-218D-EC8F-E6D5-0FFC3A59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Imtixon</a:t>
            </a:r>
            <a:r>
              <a:rPr lang="en-US" dirty="0"/>
              <a:t> </a:t>
            </a:r>
            <a:r>
              <a:rPr lang="en-US" dirty="0" err="1"/>
              <a:t>taxlili</a:t>
            </a:r>
            <a:r>
              <a:rPr lang="en-US" dirty="0"/>
              <a:t>: ML problem solving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7AD0B-CF35-3117-D9F2-F5526D32C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Savol:</a:t>
            </a:r>
          </a:p>
          <a:p>
            <a:pPr lvl="1"/>
            <a:r>
              <a:rPr lang="en-US" dirty="0"/>
              <a:t> Data Preprocessing  biz </a:t>
            </a:r>
            <a:r>
              <a:rPr lang="en-US" dirty="0" err="1"/>
              <a:t>o’rgangan</a:t>
            </a:r>
            <a:r>
              <a:rPr lang="en-US" dirty="0"/>
              <a:t> 3 ta </a:t>
            </a:r>
            <a:r>
              <a:rPr lang="en-US" dirty="0" err="1"/>
              <a:t>usuldan</a:t>
            </a:r>
            <a:r>
              <a:rPr lang="en-US" dirty="0"/>
              <a:t> </a:t>
            </a:r>
            <a:r>
              <a:rPr lang="en-US" dirty="0" err="1"/>
              <a:t>tashqari</a:t>
            </a:r>
            <a:r>
              <a:rPr lang="en-US" dirty="0"/>
              <a:t> </a:t>
            </a:r>
            <a:r>
              <a:rPr lang="en-US" dirty="0" err="1"/>
              <a:t>nimalar</a:t>
            </a:r>
            <a:r>
              <a:rPr lang="en-US" dirty="0"/>
              <a:t> </a:t>
            </a:r>
            <a:r>
              <a:rPr lang="en-US" dirty="0" err="1"/>
              <a:t>kirishi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?--</a:t>
            </a:r>
            <a:r>
              <a:rPr lang="en-US" dirty="0" err="1"/>
              <a:t>O’zimiz</a:t>
            </a:r>
            <a:r>
              <a:rPr lang="en-US" dirty="0"/>
              <a:t> </a:t>
            </a:r>
            <a:r>
              <a:rPr lang="en-US" dirty="0" err="1"/>
              <a:t>yangi</a:t>
            </a:r>
            <a:r>
              <a:rPr lang="en-US" dirty="0"/>
              <a:t> DP </a:t>
            </a:r>
            <a:r>
              <a:rPr lang="en-US" dirty="0" err="1"/>
              <a:t>yarata</a:t>
            </a:r>
            <a:r>
              <a:rPr lang="en-US" dirty="0"/>
              <a:t> </a:t>
            </a:r>
            <a:r>
              <a:rPr lang="en-US" dirty="0" err="1"/>
              <a:t>olamiz</a:t>
            </a:r>
            <a:r>
              <a:rPr lang="en-US" dirty="0"/>
              <a:t>---Custom Transformers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Model evaluation---</a:t>
            </a:r>
            <a:r>
              <a:rPr lang="en-US" dirty="0" err="1"/>
              <a:t>O’zimiz</a:t>
            </a:r>
            <a:r>
              <a:rPr lang="en-US" dirty="0"/>
              <a:t> </a:t>
            </a:r>
            <a:r>
              <a:rPr lang="en-US" dirty="0" err="1"/>
              <a:t>yangi</a:t>
            </a:r>
            <a:r>
              <a:rPr lang="en-US" dirty="0"/>
              <a:t> metric </a:t>
            </a:r>
            <a:r>
              <a:rPr lang="en-US" dirty="0" err="1"/>
              <a:t>yarata</a:t>
            </a:r>
            <a:r>
              <a:rPr lang="en-US" dirty="0"/>
              <a:t> </a:t>
            </a:r>
            <a:r>
              <a:rPr lang="en-US" dirty="0" err="1"/>
              <a:t>olamiz</a:t>
            </a:r>
            <a:r>
              <a:rPr lang="en-US" dirty="0"/>
              <a:t>—Custom metrics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E9D24C8-9727-FCAC-3212-4F5E8ECD5CE8}"/>
                  </a:ext>
                </a:extLst>
              </p14:cNvPr>
              <p14:cNvContentPartPr/>
              <p14:nvPr/>
            </p14:nvContentPartPr>
            <p14:xfrm>
              <a:off x="2486160" y="2292120"/>
              <a:ext cx="8108640" cy="1627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E9D24C8-9727-FCAC-3212-4F5E8ECD5C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76800" y="2282760"/>
                <a:ext cx="8127360" cy="164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5267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5CB3E-C07F-B96F-8A21-2208356C3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E3343-D9A8-AEA6-90D6-A19EAC36F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4313"/>
          </a:xfrm>
        </p:spPr>
        <p:txBody>
          <a:bodyPr/>
          <a:lstStyle/>
          <a:p>
            <a:pPr algn="ctr"/>
            <a:r>
              <a:rPr lang="en-US" b="1" dirty="0"/>
              <a:t>Linear Regression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7355669-D872-C239-440D-652742588DDD}"/>
                  </a:ext>
                </a:extLst>
              </p14:cNvPr>
              <p14:cNvContentPartPr/>
              <p14:nvPr/>
            </p14:nvContentPartPr>
            <p14:xfrm>
              <a:off x="4265640" y="2577600"/>
              <a:ext cx="4458960" cy="2056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7355669-D872-C239-440D-652742588D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56280" y="2568240"/>
                <a:ext cx="4477680" cy="207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5808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76070-90E6-01B9-DB5A-695B3265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AFB2C-31EE-D337-DA49-7D99F3124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 </a:t>
            </a:r>
            <a:r>
              <a:rPr lang="en-US" dirty="0" err="1"/>
              <a:t>va</a:t>
            </a:r>
            <a:r>
              <a:rPr lang="en-US" dirty="0"/>
              <a:t> y </a:t>
            </a:r>
            <a:r>
              <a:rPr lang="en-US" dirty="0" err="1"/>
              <a:t>chiziqli</a:t>
            </a:r>
            <a:r>
              <a:rPr lang="en-US" dirty="0"/>
              <a:t> </a:t>
            </a:r>
            <a:r>
              <a:rPr lang="en-US" dirty="0" err="1"/>
              <a:t>bog’langan</a:t>
            </a:r>
            <a:endParaRPr lang="en-US" dirty="0"/>
          </a:p>
        </p:txBody>
      </p:sp>
      <p:pic>
        <p:nvPicPr>
          <p:cNvPr id="1026" name="Picture 2" descr="What Is Linear Regression in Machine Learning? | Grammarly">
            <a:extLst>
              <a:ext uri="{FF2B5EF4-FFF2-40B4-BE49-F238E27FC236}">
                <a16:creationId xmlns:a16="http://schemas.microsoft.com/office/drawing/2014/main" id="{CF0BF553-4C34-73C6-AD14-22390A74C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150" y="2647950"/>
            <a:ext cx="293370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E40643A-E17B-DD69-E81A-C7948DD04D34}"/>
                  </a:ext>
                </a:extLst>
              </p14:cNvPr>
              <p14:cNvContentPartPr/>
              <p14:nvPr/>
            </p14:nvContentPartPr>
            <p14:xfrm>
              <a:off x="757080" y="1276200"/>
              <a:ext cx="11158920" cy="4467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E40643A-E17B-DD69-E81A-C7948DD04D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7720" y="1266840"/>
                <a:ext cx="11177640" cy="448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5989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1E788-6C89-A725-D016-D5F597260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B0F89-4973-DD6E-86ED-918652EE2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4313"/>
          </a:xfrm>
        </p:spPr>
        <p:txBody>
          <a:bodyPr/>
          <a:lstStyle/>
          <a:p>
            <a:pPr algn="ctr"/>
            <a:r>
              <a:rPr lang="en-US" b="1" dirty="0"/>
              <a:t>Linear Regression(</a:t>
            </a:r>
            <a:r>
              <a:rPr lang="en-US" b="1" dirty="0" err="1"/>
              <a:t>Amaliy</a:t>
            </a:r>
            <a:r>
              <a:rPr lang="en-US" b="1" dirty="0"/>
              <a:t>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6FC7034-CD67-AD08-C560-97C1709C817D}"/>
                  </a:ext>
                </a:extLst>
              </p14:cNvPr>
              <p14:cNvContentPartPr/>
              <p14:nvPr/>
            </p14:nvContentPartPr>
            <p14:xfrm>
              <a:off x="599760" y="328680"/>
              <a:ext cx="10755000" cy="6530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6FC7034-CD67-AD08-C560-97C1709C81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0400" y="319320"/>
                <a:ext cx="10773720" cy="654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0460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8B8A0-0F49-56A7-BD84-4F0B31B7E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4A58B-A322-6698-E188-C25FED3BA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4313"/>
          </a:xfrm>
        </p:spPr>
        <p:txBody>
          <a:bodyPr/>
          <a:lstStyle/>
          <a:p>
            <a:pPr algn="ctr"/>
            <a:r>
              <a:rPr lang="en-US" b="1" dirty="0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1414631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2FF45-F756-0F46-7842-7C7BC0BAA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795A2-4AFB-3DD8-C855-5A062139C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C2FFF-2682-8A41-C27F-79CDCA35C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Mantiq</a:t>
            </a:r>
            <a:r>
              <a:rPr lang="en-US" dirty="0"/>
              <a:t> </a:t>
            </a:r>
            <a:r>
              <a:rPr lang="en-US" dirty="0" err="1"/>
              <a:t>funksiyasi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classlarga</a:t>
            </a:r>
            <a:r>
              <a:rPr lang="en-US" dirty="0"/>
              <a:t> </a:t>
            </a:r>
            <a:r>
              <a:rPr lang="en-US" dirty="0" err="1"/>
              <a:t>ajratadi</a:t>
            </a:r>
            <a:r>
              <a:rPr lang="en-US" dirty="0"/>
              <a:t>(Sigmoid function)</a:t>
            </a:r>
          </a:p>
        </p:txBody>
      </p:sp>
      <p:pic>
        <p:nvPicPr>
          <p:cNvPr id="3074" name="Picture 2" descr="Regarding Logistic regression function's input - Supervised ML: Regression  and Classification - DeepLearning.AI">
            <a:extLst>
              <a:ext uri="{FF2B5EF4-FFF2-40B4-BE49-F238E27FC236}">
                <a16:creationId xmlns:a16="http://schemas.microsoft.com/office/drawing/2014/main" id="{3D3E5DFE-1769-3412-29EB-E9FC65B4F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538" y="2619375"/>
            <a:ext cx="2828925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7128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F332-A909-0D1F-CF77-D6A5AD5D0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B02D6-3FD0-71E1-9989-4659F1FC1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4313"/>
          </a:xfrm>
        </p:spPr>
        <p:txBody>
          <a:bodyPr/>
          <a:lstStyle/>
          <a:p>
            <a:pPr algn="ctr"/>
            <a:r>
              <a:rPr lang="en-US" b="1" dirty="0"/>
              <a:t>Logistic Regression(</a:t>
            </a:r>
            <a:r>
              <a:rPr lang="en-US" b="1" dirty="0" err="1"/>
              <a:t>Amaliy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0761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7BDBA-9081-F7E6-6FAD-70501DFEA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F3983-3B1D-D036-71D6-9A3507270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4313"/>
          </a:xfrm>
        </p:spPr>
        <p:txBody>
          <a:bodyPr/>
          <a:lstStyle/>
          <a:p>
            <a:pPr algn="ctr"/>
            <a:r>
              <a:rPr lang="en-US" b="1" dirty="0"/>
              <a:t>Decision Tree</a:t>
            </a:r>
          </a:p>
        </p:txBody>
      </p:sp>
    </p:spTree>
    <p:extLst>
      <p:ext uri="{BB962C8B-B14F-4D97-AF65-F5344CB8AC3E}">
        <p14:creationId xmlns:p14="http://schemas.microsoft.com/office/powerpoint/2010/main" val="3158557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62EE8-03FC-EC4A-D78F-F60465E1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ECDA9-9404-E8EF-CAED-83C3E5CEE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A7F42-86B7-E1CF-6FB4-3126602BC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Tree data structures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ishlaydi</a:t>
            </a:r>
            <a:endParaRPr lang="en-US" dirty="0"/>
          </a:p>
          <a:p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farqlari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Ikkala </a:t>
            </a:r>
            <a:r>
              <a:rPr lang="en-US" dirty="0" err="1"/>
              <a:t>xolda</a:t>
            </a:r>
            <a:endParaRPr lang="en-US" dirty="0"/>
          </a:p>
          <a:p>
            <a:pPr lvl="1"/>
            <a:r>
              <a:rPr lang="en-US" dirty="0" err="1"/>
              <a:t>Uzoqroq</a:t>
            </a:r>
            <a:r>
              <a:rPr lang="en-US" dirty="0"/>
              <a:t> </a:t>
            </a:r>
            <a:r>
              <a:rPr lang="en-US" dirty="0" err="1"/>
              <a:t>vaqt</a:t>
            </a:r>
            <a:r>
              <a:rPr lang="en-US" dirty="0"/>
              <a:t> </a:t>
            </a:r>
            <a:r>
              <a:rPr lang="en-US" dirty="0" err="1"/>
              <a:t>ketadi</a:t>
            </a:r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F865F9C-6C40-6FE8-70F8-7E395BFC0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069" y="3026112"/>
            <a:ext cx="6296025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923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75F4C-2E8C-9FEC-89FD-78DF2027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015DF-8873-904E-072D-EFCC0086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4313"/>
          </a:xfrm>
        </p:spPr>
        <p:txBody>
          <a:bodyPr/>
          <a:lstStyle/>
          <a:p>
            <a:pPr algn="ctr"/>
            <a:r>
              <a:rPr lang="en-US" b="1" dirty="0"/>
              <a:t>Decision Tree(</a:t>
            </a:r>
            <a:r>
              <a:rPr lang="en-US" b="1" dirty="0" err="1"/>
              <a:t>Amaliy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31522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B33FD-C925-EC8D-0B2C-9C21C27E0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Nimalar</a:t>
            </a:r>
            <a:r>
              <a:rPr lang="en-US" dirty="0"/>
              <a:t> </a:t>
            </a:r>
            <a:r>
              <a:rPr lang="en-US" dirty="0" err="1"/>
              <a:t>o’rgandik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ADF24-6C2A-4B8F-A102-6E757C07B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Interview+Imtixon</a:t>
            </a:r>
            <a:r>
              <a:rPr lang="en-US" dirty="0"/>
              <a:t> </a:t>
            </a:r>
            <a:r>
              <a:rPr lang="en-US" dirty="0" err="1"/>
              <a:t>taxlili</a:t>
            </a:r>
            <a:endParaRPr lang="en-US" dirty="0"/>
          </a:p>
          <a:p>
            <a:pPr lvl="1"/>
            <a:r>
              <a:rPr lang="en-US" dirty="0" err="1"/>
              <a:t>Og’zaki</a:t>
            </a:r>
            <a:endParaRPr lang="en-US" dirty="0"/>
          </a:p>
          <a:p>
            <a:pPr lvl="1"/>
            <a:r>
              <a:rPr lang="en-US" dirty="0"/>
              <a:t>Problem solving</a:t>
            </a:r>
          </a:p>
          <a:p>
            <a:pPr lvl="1"/>
            <a:r>
              <a:rPr lang="en-US" dirty="0"/>
              <a:t>Model coding</a:t>
            </a:r>
          </a:p>
          <a:p>
            <a:r>
              <a:rPr lang="en-US" dirty="0"/>
              <a:t>3 ta algorithm</a:t>
            </a:r>
          </a:p>
          <a:p>
            <a:pPr lvl="1"/>
            <a:r>
              <a:rPr lang="en-US" dirty="0"/>
              <a:t>Linear Regression</a:t>
            </a:r>
          </a:p>
          <a:p>
            <a:pPr lvl="1"/>
            <a:r>
              <a:rPr lang="en-US" dirty="0"/>
              <a:t>Logistic Regression</a:t>
            </a:r>
          </a:p>
          <a:p>
            <a:pPr lvl="1"/>
            <a:r>
              <a:rPr lang="en-US" dirty="0"/>
              <a:t>Decision Tree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46AA544-534A-5963-0480-CAAE7F68E043}"/>
                  </a:ext>
                </a:extLst>
              </p14:cNvPr>
              <p14:cNvContentPartPr/>
              <p14:nvPr/>
            </p14:nvContentPartPr>
            <p14:xfrm>
              <a:off x="1550880" y="2175840"/>
              <a:ext cx="2388600" cy="3189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46AA544-534A-5963-0480-CAAE7F68E0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41520" y="2166480"/>
                <a:ext cx="2407320" cy="320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9731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2F729-94CE-0980-0432-2B47D67E1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AD52D-70A1-D2D1-223E-289DB4237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Uyga</a:t>
            </a:r>
            <a:r>
              <a:rPr lang="en-US" dirty="0"/>
              <a:t> </a:t>
            </a:r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5523D-EF75-800E-C0B7-6E7CB85B1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Kaggledan</a:t>
            </a:r>
            <a:r>
              <a:rPr lang="en-US" dirty="0"/>
              <a:t> dataset  toping </a:t>
            </a:r>
            <a:r>
              <a:rPr lang="en-US" dirty="0" err="1"/>
              <a:t>va</a:t>
            </a:r>
            <a:r>
              <a:rPr lang="en-US" dirty="0"/>
              <a:t> 2 ta algorithm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Modellar</a:t>
            </a:r>
            <a:r>
              <a:rPr lang="en-US" dirty="0"/>
              <a:t> </a:t>
            </a:r>
            <a:r>
              <a:rPr lang="en-US" dirty="0" err="1"/>
              <a:t>yasang</a:t>
            </a:r>
            <a:endParaRPr lang="en-US" dirty="0"/>
          </a:p>
          <a:p>
            <a:r>
              <a:rPr lang="en-US" dirty="0"/>
              <a:t>Problem </a:t>
            </a:r>
            <a:r>
              <a:rPr lang="en-US" dirty="0" err="1"/>
              <a:t>solvingga</a:t>
            </a:r>
            <a:r>
              <a:rPr lang="en-US" dirty="0"/>
              <a:t> </a:t>
            </a:r>
            <a:r>
              <a:rPr lang="en-US" dirty="0" err="1"/>
              <a:t>tayyorlaning</a:t>
            </a:r>
            <a:r>
              <a:rPr lang="en-US" dirty="0"/>
              <a:t>(</a:t>
            </a:r>
            <a:r>
              <a:rPr lang="en-US" dirty="0" err="1"/>
              <a:t>codewars</a:t>
            </a:r>
            <a:r>
              <a:rPr lang="en-US" dirty="0"/>
              <a:t>)</a:t>
            </a:r>
          </a:p>
          <a:p>
            <a:r>
              <a:rPr lang="en-US" dirty="0"/>
              <a:t>Nazariy(interview </a:t>
            </a:r>
            <a:r>
              <a:rPr lang="en-US" dirty="0" err="1"/>
              <a:t>og’zaki</a:t>
            </a:r>
            <a:r>
              <a:rPr lang="en-US" dirty="0"/>
              <a:t>) </a:t>
            </a:r>
            <a:r>
              <a:rPr lang="en-US" dirty="0" err="1"/>
              <a:t>mavzularni</a:t>
            </a:r>
            <a:r>
              <a:rPr lang="en-US" dirty="0"/>
              <a:t> </a:t>
            </a:r>
            <a:r>
              <a:rPr lang="en-US" dirty="0" err="1"/>
              <a:t>takrorlang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1C202B9-D6C4-7742-5800-0E37977D958F}"/>
                  </a:ext>
                </a:extLst>
              </p14:cNvPr>
              <p14:cNvContentPartPr/>
              <p14:nvPr/>
            </p14:nvContentPartPr>
            <p14:xfrm>
              <a:off x="4538604" y="2832725"/>
              <a:ext cx="65880" cy="6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1C202B9-D6C4-7742-5800-0E37977D95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32484" y="2826605"/>
                <a:ext cx="7812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54CD2D7-6DCC-C822-7591-023949B0C7E8}"/>
                  </a:ext>
                </a:extLst>
              </p14:cNvPr>
              <p14:cNvContentPartPr/>
              <p14:nvPr/>
            </p14:nvContentPartPr>
            <p14:xfrm>
              <a:off x="5829204" y="2147645"/>
              <a:ext cx="1546920" cy="637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54CD2D7-6DCC-C822-7591-023949B0C7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23084" y="2141525"/>
                <a:ext cx="1559160" cy="64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5323127-54B2-7083-85F2-B6BDA520E858}"/>
                  </a:ext>
                </a:extLst>
              </p14:cNvPr>
              <p14:cNvContentPartPr/>
              <p14:nvPr/>
            </p14:nvContentPartPr>
            <p14:xfrm>
              <a:off x="1483644" y="3349685"/>
              <a:ext cx="4004280" cy="291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5323127-54B2-7083-85F2-B6BDA520E85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77524" y="3343565"/>
                <a:ext cx="4016520" cy="30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0421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287</Words>
  <Application>Microsoft Office PowerPoint</Application>
  <PresentationFormat>Widescreen</PresentationFormat>
  <Paragraphs>88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7-dars(Model Building)</vt:lpstr>
      <vt:lpstr>Bugun</vt:lpstr>
      <vt:lpstr>Imtixon taxlili </vt:lpstr>
      <vt:lpstr>Imtixon taxlili: Og’zaki </vt:lpstr>
      <vt:lpstr>Imtixon taxlili: Python problem solving </vt:lpstr>
      <vt:lpstr>Imtixon taxlili: ML problem solving </vt:lpstr>
      <vt:lpstr>Imtixon taxlili: ML problem solving </vt:lpstr>
      <vt:lpstr>Imtixon taxlili: ML problem solving </vt:lpstr>
      <vt:lpstr>Linear Regression</vt:lpstr>
      <vt:lpstr>Linear Regression</vt:lpstr>
      <vt:lpstr>Linear Regression(Amaliy)</vt:lpstr>
      <vt:lpstr>Logistic Regression</vt:lpstr>
      <vt:lpstr>Linear Regression</vt:lpstr>
      <vt:lpstr>Logistic Regression(Amaliy)</vt:lpstr>
      <vt:lpstr>Decision Tree</vt:lpstr>
      <vt:lpstr>Decision Tree</vt:lpstr>
      <vt:lpstr>Decision Tree(Amaliy)</vt:lpstr>
      <vt:lpstr>Nimalar o’rgandik?</vt:lpstr>
      <vt:lpstr>Uyga 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3</cp:revision>
  <dcterms:created xsi:type="dcterms:W3CDTF">2025-07-30T13:19:30Z</dcterms:created>
  <dcterms:modified xsi:type="dcterms:W3CDTF">2025-07-31T12:39:02Z</dcterms:modified>
</cp:coreProperties>
</file>